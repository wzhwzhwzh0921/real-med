
<file path=[Content_Types].xml><?xml version="1.0" encoding="utf-8"?>
<Types xmlns="http://schemas.openxmlformats.org/package/2006/content-types">
  <Default ContentType="image/jpeg" Extension="jpg"/>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56.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57.xml"/>
  <Override ContentType="application/vnd.openxmlformats-officedocument.presentationml.notesSlide+xml" PartName="/ppt/notesSlides/notesSlide44.xml"/>
  <Override ContentType="application/vnd.openxmlformats-officedocument.presentationml.notesSlide+xml" PartName="/ppt/notesSlides/notesSlide58.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35.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58.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5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strictFirstAndLastChars="0" saveSubsetFonts="1">
  <p:sldMasterIdLst>
    <p:sldMasterId id="2147483683" r:id="rId4"/>
    <p:sldMasterId id="2147483684"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 id="307" r:id="rId58"/>
    <p:sldId id="308" r:id="rId59"/>
    <p:sldId id="309" r:id="rId60"/>
    <p:sldId id="310" r:id="rId61"/>
    <p:sldId id="311" r:id="rId62"/>
    <p:sldId id="312" r:id="rId63"/>
    <p:sldId id="313" r:id="rId64"/>
  </p:sldIdLst>
  <p:sldSz cy="5143500" cx="9144000"/>
  <p:notesSz cx="6858000" cy="9144000"/>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578A4C76-F328-4B6F-8488-D71A2A7DAFE3}">
  <a:tblStyle styleId="{578A4C76-F328-4B6F-8488-D71A2A7DAFE3}"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slide" Target="slides/slide56.xml"/><Relationship Id="rId61" Type="http://schemas.openxmlformats.org/officeDocument/2006/relationships/slide" Target="slides/slide55.xml"/><Relationship Id="rId20" Type="http://schemas.openxmlformats.org/officeDocument/2006/relationships/slide" Target="slides/slide14.xml"/><Relationship Id="rId64" Type="http://schemas.openxmlformats.org/officeDocument/2006/relationships/slide" Target="slides/slide58.xml"/><Relationship Id="rId63" Type="http://schemas.openxmlformats.org/officeDocument/2006/relationships/slide" Target="slides/slide57.xml"/><Relationship Id="rId22" Type="http://schemas.openxmlformats.org/officeDocument/2006/relationships/slide" Target="slides/slide16.xml"/><Relationship Id="rId21" Type="http://schemas.openxmlformats.org/officeDocument/2006/relationships/slide" Target="slides/slide15.xml"/><Relationship Id="rId24" Type="http://schemas.openxmlformats.org/officeDocument/2006/relationships/slide" Target="slides/slide18.xml"/><Relationship Id="rId23" Type="http://schemas.openxmlformats.org/officeDocument/2006/relationships/slide" Target="slides/slide17.xml"/><Relationship Id="rId60" Type="http://schemas.openxmlformats.org/officeDocument/2006/relationships/slide" Target="slides/slide54.xml"/><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slide" Target="slides/slide51.xml"/><Relationship Id="rId12" Type="http://schemas.openxmlformats.org/officeDocument/2006/relationships/slide" Target="slides/slide6.xml"/><Relationship Id="rId56" Type="http://schemas.openxmlformats.org/officeDocument/2006/relationships/slide" Target="slides/slide50.xml"/><Relationship Id="rId15" Type="http://schemas.openxmlformats.org/officeDocument/2006/relationships/slide" Target="slides/slide9.xml"/><Relationship Id="rId59" Type="http://schemas.openxmlformats.org/officeDocument/2006/relationships/slide" Target="slides/slide53.xml"/><Relationship Id="rId14" Type="http://schemas.openxmlformats.org/officeDocument/2006/relationships/slide" Target="slides/slide8.xml"/><Relationship Id="rId58" Type="http://schemas.openxmlformats.org/officeDocument/2006/relationships/slide" Target="slides/slide52.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54" name="Shape 5854"/>
        <p:cNvGrpSpPr/>
        <p:nvPr/>
      </p:nvGrpSpPr>
      <p:grpSpPr>
        <a:xfrm>
          <a:off x="0" y="0"/>
          <a:ext cx="0" cy="0"/>
          <a:chOff x="0" y="0"/>
          <a:chExt cx="0" cy="0"/>
        </a:xfrm>
      </p:grpSpPr>
      <p:sp>
        <p:nvSpPr>
          <p:cNvPr id="5855" name="Google Shape;5855;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5856" name="Google Shape;5856;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84" name="Shape 5884"/>
        <p:cNvGrpSpPr/>
        <p:nvPr/>
      </p:nvGrpSpPr>
      <p:grpSpPr>
        <a:xfrm>
          <a:off x="0" y="0"/>
          <a:ext cx="0" cy="0"/>
          <a:chOff x="0" y="0"/>
          <a:chExt cx="0" cy="0"/>
        </a:xfrm>
      </p:grpSpPr>
      <p:sp>
        <p:nvSpPr>
          <p:cNvPr id="5885" name="Google Shape;5885;gf78066e526_0_9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86" name="Google Shape;5886;gf78066e526_0_9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94" name="Shape 5894"/>
        <p:cNvGrpSpPr/>
        <p:nvPr/>
      </p:nvGrpSpPr>
      <p:grpSpPr>
        <a:xfrm>
          <a:off x="0" y="0"/>
          <a:ext cx="0" cy="0"/>
          <a:chOff x="0" y="0"/>
          <a:chExt cx="0" cy="0"/>
        </a:xfrm>
      </p:grpSpPr>
      <p:sp>
        <p:nvSpPr>
          <p:cNvPr id="5895" name="Google Shape;5895;gf82c77b782_0_2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96" name="Google Shape;5896;gf82c77b782_0_2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73" name="Shape 5973"/>
        <p:cNvGrpSpPr/>
        <p:nvPr/>
      </p:nvGrpSpPr>
      <p:grpSpPr>
        <a:xfrm>
          <a:off x="0" y="0"/>
          <a:ext cx="0" cy="0"/>
          <a:chOff x="0" y="0"/>
          <a:chExt cx="0" cy="0"/>
        </a:xfrm>
      </p:grpSpPr>
      <p:sp>
        <p:nvSpPr>
          <p:cNvPr id="5974" name="Google Shape;5974;gfd37f90d6a_0_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75" name="Google Shape;5975;gfd37f90d6a_0_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74" name="Shape 6074"/>
        <p:cNvGrpSpPr/>
        <p:nvPr/>
      </p:nvGrpSpPr>
      <p:grpSpPr>
        <a:xfrm>
          <a:off x="0" y="0"/>
          <a:ext cx="0" cy="0"/>
          <a:chOff x="0" y="0"/>
          <a:chExt cx="0" cy="0"/>
        </a:xfrm>
      </p:grpSpPr>
      <p:sp>
        <p:nvSpPr>
          <p:cNvPr id="6075" name="Google Shape;6075;gf82c77b782_0_8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76" name="Google Shape;6076;gf82c77b782_0_8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01" name="Shape 6101"/>
        <p:cNvGrpSpPr/>
        <p:nvPr/>
      </p:nvGrpSpPr>
      <p:grpSpPr>
        <a:xfrm>
          <a:off x="0" y="0"/>
          <a:ext cx="0" cy="0"/>
          <a:chOff x="0" y="0"/>
          <a:chExt cx="0" cy="0"/>
        </a:xfrm>
      </p:grpSpPr>
      <p:sp>
        <p:nvSpPr>
          <p:cNvPr id="6102" name="Google Shape;6102;gf82c77b782_0_29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03" name="Google Shape;6103;gf82c77b782_0_29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06" name="Shape 6206"/>
        <p:cNvGrpSpPr/>
        <p:nvPr/>
      </p:nvGrpSpPr>
      <p:grpSpPr>
        <a:xfrm>
          <a:off x="0" y="0"/>
          <a:ext cx="0" cy="0"/>
          <a:chOff x="0" y="0"/>
          <a:chExt cx="0" cy="0"/>
        </a:xfrm>
      </p:grpSpPr>
      <p:sp>
        <p:nvSpPr>
          <p:cNvPr id="6207" name="Google Shape;6207;gf82c77b782_0_38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08" name="Google Shape;6208;gf82c77b782_0_38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29" name="Shape 6229"/>
        <p:cNvGrpSpPr/>
        <p:nvPr/>
      </p:nvGrpSpPr>
      <p:grpSpPr>
        <a:xfrm>
          <a:off x="0" y="0"/>
          <a:ext cx="0" cy="0"/>
          <a:chOff x="0" y="0"/>
          <a:chExt cx="0" cy="0"/>
        </a:xfrm>
      </p:grpSpPr>
      <p:sp>
        <p:nvSpPr>
          <p:cNvPr id="6230" name="Google Shape;6230;gf82c77b782_0_45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31" name="Google Shape;6231;gf82c77b782_0_45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82" name="Shape 6282"/>
        <p:cNvGrpSpPr/>
        <p:nvPr/>
      </p:nvGrpSpPr>
      <p:grpSpPr>
        <a:xfrm>
          <a:off x="0" y="0"/>
          <a:ext cx="0" cy="0"/>
          <a:chOff x="0" y="0"/>
          <a:chExt cx="0" cy="0"/>
        </a:xfrm>
      </p:grpSpPr>
      <p:sp>
        <p:nvSpPr>
          <p:cNvPr id="6283" name="Google Shape;6283;gfd37f90d6a_0_3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84" name="Google Shape;6284;gfd37f90d6a_0_3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16" name="Shape 6316"/>
        <p:cNvGrpSpPr/>
        <p:nvPr/>
      </p:nvGrpSpPr>
      <p:grpSpPr>
        <a:xfrm>
          <a:off x="0" y="0"/>
          <a:ext cx="0" cy="0"/>
          <a:chOff x="0" y="0"/>
          <a:chExt cx="0" cy="0"/>
        </a:xfrm>
      </p:grpSpPr>
      <p:sp>
        <p:nvSpPr>
          <p:cNvPr id="6317" name="Google Shape;6317;gf78066e526_0_11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18" name="Google Shape;6318;gf78066e526_0_11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45" name="Shape 6345"/>
        <p:cNvGrpSpPr/>
        <p:nvPr/>
      </p:nvGrpSpPr>
      <p:grpSpPr>
        <a:xfrm>
          <a:off x="0" y="0"/>
          <a:ext cx="0" cy="0"/>
          <a:chOff x="0" y="0"/>
          <a:chExt cx="0" cy="0"/>
        </a:xfrm>
      </p:grpSpPr>
      <p:sp>
        <p:nvSpPr>
          <p:cNvPr id="6346" name="Google Shape;6346;gfd37f90d6a_0_5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47" name="Google Shape;6347;gfd37f90d6a_0_5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70" name="Shape 6370"/>
        <p:cNvGrpSpPr/>
        <p:nvPr/>
      </p:nvGrpSpPr>
      <p:grpSpPr>
        <a:xfrm>
          <a:off x="0" y="0"/>
          <a:ext cx="0" cy="0"/>
          <a:chOff x="0" y="0"/>
          <a:chExt cx="0" cy="0"/>
        </a:xfrm>
      </p:grpSpPr>
      <p:sp>
        <p:nvSpPr>
          <p:cNvPr id="6371" name="Google Shape;6371;g100feac3ac1_2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72" name="Google Shape;6372;g100feac3ac1_2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94" name="Shape 6394"/>
        <p:cNvGrpSpPr/>
        <p:nvPr/>
      </p:nvGrpSpPr>
      <p:grpSpPr>
        <a:xfrm>
          <a:off x="0" y="0"/>
          <a:ext cx="0" cy="0"/>
          <a:chOff x="0" y="0"/>
          <a:chExt cx="0" cy="0"/>
        </a:xfrm>
      </p:grpSpPr>
      <p:sp>
        <p:nvSpPr>
          <p:cNvPr id="6395" name="Google Shape;6395;gf78066e526_0_13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96" name="Google Shape;6396;gf78066e526_0_13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22" name="Shape 6422"/>
        <p:cNvGrpSpPr/>
        <p:nvPr/>
      </p:nvGrpSpPr>
      <p:grpSpPr>
        <a:xfrm>
          <a:off x="0" y="0"/>
          <a:ext cx="0" cy="0"/>
          <a:chOff x="0" y="0"/>
          <a:chExt cx="0" cy="0"/>
        </a:xfrm>
      </p:grpSpPr>
      <p:sp>
        <p:nvSpPr>
          <p:cNvPr id="6423" name="Google Shape;6423;gfd37f90d6a_0_10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24" name="Google Shape;6424;gfd37f90d6a_0_10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35" name="Shape 6435"/>
        <p:cNvGrpSpPr/>
        <p:nvPr/>
      </p:nvGrpSpPr>
      <p:grpSpPr>
        <a:xfrm>
          <a:off x="0" y="0"/>
          <a:ext cx="0" cy="0"/>
          <a:chOff x="0" y="0"/>
          <a:chExt cx="0" cy="0"/>
        </a:xfrm>
      </p:grpSpPr>
      <p:sp>
        <p:nvSpPr>
          <p:cNvPr id="6436" name="Google Shape;6436;gfd37f90d6a_0_10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37" name="Google Shape;6437;gfd37f90d6a_0_10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58" name="Shape 6458"/>
        <p:cNvGrpSpPr/>
        <p:nvPr/>
      </p:nvGrpSpPr>
      <p:grpSpPr>
        <a:xfrm>
          <a:off x="0" y="0"/>
          <a:ext cx="0" cy="0"/>
          <a:chOff x="0" y="0"/>
          <a:chExt cx="0" cy="0"/>
        </a:xfrm>
      </p:grpSpPr>
      <p:sp>
        <p:nvSpPr>
          <p:cNvPr id="6459" name="Google Shape;6459;gfd37f90d6a_0_14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60" name="Google Shape;6460;gfd37f90d6a_0_14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88" name="Shape 6488"/>
        <p:cNvGrpSpPr/>
        <p:nvPr/>
      </p:nvGrpSpPr>
      <p:grpSpPr>
        <a:xfrm>
          <a:off x="0" y="0"/>
          <a:ext cx="0" cy="0"/>
          <a:chOff x="0" y="0"/>
          <a:chExt cx="0" cy="0"/>
        </a:xfrm>
      </p:grpSpPr>
      <p:sp>
        <p:nvSpPr>
          <p:cNvPr id="6489" name="Google Shape;6489;gfd37f90d6a_0_17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90" name="Google Shape;6490;gfd37f90d6a_0_17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08" name="Shape 6508"/>
        <p:cNvGrpSpPr/>
        <p:nvPr/>
      </p:nvGrpSpPr>
      <p:grpSpPr>
        <a:xfrm>
          <a:off x="0" y="0"/>
          <a:ext cx="0" cy="0"/>
          <a:chOff x="0" y="0"/>
          <a:chExt cx="0" cy="0"/>
        </a:xfrm>
      </p:grpSpPr>
      <p:sp>
        <p:nvSpPr>
          <p:cNvPr id="6509" name="Google Shape;6509;gf78066e526_0_2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10" name="Google Shape;6510;gf78066e526_0_2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23" name="Shape 6523"/>
        <p:cNvGrpSpPr/>
        <p:nvPr/>
      </p:nvGrpSpPr>
      <p:grpSpPr>
        <a:xfrm>
          <a:off x="0" y="0"/>
          <a:ext cx="0" cy="0"/>
          <a:chOff x="0" y="0"/>
          <a:chExt cx="0" cy="0"/>
        </a:xfrm>
      </p:grpSpPr>
      <p:sp>
        <p:nvSpPr>
          <p:cNvPr id="6524" name="Google Shape;6524;gf78066e526_0_6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25" name="Google Shape;6525;gf78066e526_0_6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58" name="Shape 6558"/>
        <p:cNvGrpSpPr/>
        <p:nvPr/>
      </p:nvGrpSpPr>
      <p:grpSpPr>
        <a:xfrm>
          <a:off x="0" y="0"/>
          <a:ext cx="0" cy="0"/>
          <a:chOff x="0" y="0"/>
          <a:chExt cx="0" cy="0"/>
        </a:xfrm>
      </p:grpSpPr>
      <p:sp>
        <p:nvSpPr>
          <p:cNvPr id="6559" name="Google Shape;6559;gfd5f0ece35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60" name="Google Shape;6560;gfd5f0ece35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89" name="Shape 6589"/>
        <p:cNvGrpSpPr/>
        <p:nvPr/>
      </p:nvGrpSpPr>
      <p:grpSpPr>
        <a:xfrm>
          <a:off x="0" y="0"/>
          <a:ext cx="0" cy="0"/>
          <a:chOff x="0" y="0"/>
          <a:chExt cx="0" cy="0"/>
        </a:xfrm>
      </p:grpSpPr>
      <p:sp>
        <p:nvSpPr>
          <p:cNvPr id="6590" name="Google Shape;6590;gfd5f0ece35_0_2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91" name="Google Shape;6591;gfd5f0ece35_0_2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59" name="Shape 6659"/>
        <p:cNvGrpSpPr/>
        <p:nvPr/>
      </p:nvGrpSpPr>
      <p:grpSpPr>
        <a:xfrm>
          <a:off x="0" y="0"/>
          <a:ext cx="0" cy="0"/>
          <a:chOff x="0" y="0"/>
          <a:chExt cx="0" cy="0"/>
        </a:xfrm>
      </p:grpSpPr>
      <p:sp>
        <p:nvSpPr>
          <p:cNvPr id="6660" name="Google Shape;6660;gfd5f0ece35_0_6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61" name="Google Shape;6661;gfd5f0ece35_0_6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95" name="Shape 6695"/>
        <p:cNvGrpSpPr/>
        <p:nvPr/>
      </p:nvGrpSpPr>
      <p:grpSpPr>
        <a:xfrm>
          <a:off x="0" y="0"/>
          <a:ext cx="0" cy="0"/>
          <a:chOff x="0" y="0"/>
          <a:chExt cx="0" cy="0"/>
        </a:xfrm>
      </p:grpSpPr>
      <p:sp>
        <p:nvSpPr>
          <p:cNvPr id="6696" name="Google Shape;6696;gfd5f0ece35_0_8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97" name="Google Shape;6697;gfd5f0ece35_0_8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08" name="Shape 6708"/>
        <p:cNvGrpSpPr/>
        <p:nvPr/>
      </p:nvGrpSpPr>
      <p:grpSpPr>
        <a:xfrm>
          <a:off x="0" y="0"/>
          <a:ext cx="0" cy="0"/>
          <a:chOff x="0" y="0"/>
          <a:chExt cx="0" cy="0"/>
        </a:xfrm>
      </p:grpSpPr>
      <p:sp>
        <p:nvSpPr>
          <p:cNvPr id="6709" name="Google Shape;6709;gfd5f0ece35_0_10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10" name="Google Shape;6710;gfd5f0ece35_0_10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36" name="Shape 6736"/>
        <p:cNvGrpSpPr/>
        <p:nvPr/>
      </p:nvGrpSpPr>
      <p:grpSpPr>
        <a:xfrm>
          <a:off x="0" y="0"/>
          <a:ext cx="0" cy="0"/>
          <a:chOff x="0" y="0"/>
          <a:chExt cx="0" cy="0"/>
        </a:xfrm>
      </p:grpSpPr>
      <p:sp>
        <p:nvSpPr>
          <p:cNvPr id="6737" name="Google Shape;6737;gfd5f0ece35_0_15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38" name="Google Shape;6738;gfd5f0ece35_0_15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76" name="Shape 6776"/>
        <p:cNvGrpSpPr/>
        <p:nvPr/>
      </p:nvGrpSpPr>
      <p:grpSpPr>
        <a:xfrm>
          <a:off x="0" y="0"/>
          <a:ext cx="0" cy="0"/>
          <a:chOff x="0" y="0"/>
          <a:chExt cx="0" cy="0"/>
        </a:xfrm>
      </p:grpSpPr>
      <p:sp>
        <p:nvSpPr>
          <p:cNvPr id="6777" name="Google Shape;6777;gfd9a5a4cec_0_4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78" name="Google Shape;6778;gfd9a5a4cec_0_4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09" name="Shape 6809"/>
        <p:cNvGrpSpPr/>
        <p:nvPr/>
      </p:nvGrpSpPr>
      <p:grpSpPr>
        <a:xfrm>
          <a:off x="0" y="0"/>
          <a:ext cx="0" cy="0"/>
          <a:chOff x="0" y="0"/>
          <a:chExt cx="0" cy="0"/>
        </a:xfrm>
      </p:grpSpPr>
      <p:sp>
        <p:nvSpPr>
          <p:cNvPr id="6810" name="Google Shape;6810;gfd9a5a4cec_0_2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11" name="Google Shape;6811;gfd9a5a4cec_0_2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28" name="Shape 6828"/>
        <p:cNvGrpSpPr/>
        <p:nvPr/>
      </p:nvGrpSpPr>
      <p:grpSpPr>
        <a:xfrm>
          <a:off x="0" y="0"/>
          <a:ext cx="0" cy="0"/>
          <a:chOff x="0" y="0"/>
          <a:chExt cx="0" cy="0"/>
        </a:xfrm>
      </p:grpSpPr>
      <p:sp>
        <p:nvSpPr>
          <p:cNvPr id="6829" name="Google Shape;6829;gfd5f0ece35_0_17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30" name="Google Shape;6830;gfd5f0ece35_0_17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48" name="Shape 6848"/>
        <p:cNvGrpSpPr/>
        <p:nvPr/>
      </p:nvGrpSpPr>
      <p:grpSpPr>
        <a:xfrm>
          <a:off x="0" y="0"/>
          <a:ext cx="0" cy="0"/>
          <a:chOff x="0" y="0"/>
          <a:chExt cx="0" cy="0"/>
        </a:xfrm>
      </p:grpSpPr>
      <p:sp>
        <p:nvSpPr>
          <p:cNvPr id="6849" name="Google Shape;6849;gfd9a5a4cec_0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50" name="Google Shape;6850;gfd9a5a4cec_0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18" name="Shape 6918"/>
        <p:cNvGrpSpPr/>
        <p:nvPr/>
      </p:nvGrpSpPr>
      <p:grpSpPr>
        <a:xfrm>
          <a:off x="0" y="0"/>
          <a:ext cx="0" cy="0"/>
          <a:chOff x="0" y="0"/>
          <a:chExt cx="0" cy="0"/>
        </a:xfrm>
      </p:grpSpPr>
      <p:sp>
        <p:nvSpPr>
          <p:cNvPr id="6919" name="Google Shape;6919;gfd9a5a4cec_0_8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20" name="Google Shape;6920;gfd9a5a4cec_0_8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50" name="Shape 6950"/>
        <p:cNvGrpSpPr/>
        <p:nvPr/>
      </p:nvGrpSpPr>
      <p:grpSpPr>
        <a:xfrm>
          <a:off x="0" y="0"/>
          <a:ext cx="0" cy="0"/>
          <a:chOff x="0" y="0"/>
          <a:chExt cx="0" cy="0"/>
        </a:xfrm>
      </p:grpSpPr>
      <p:sp>
        <p:nvSpPr>
          <p:cNvPr id="6951" name="Google Shape;6951;g1013007bd6e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52" name="Google Shape;6952;g1013007bd6e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85" name="Shape 8685"/>
        <p:cNvGrpSpPr/>
        <p:nvPr/>
      </p:nvGrpSpPr>
      <p:grpSpPr>
        <a:xfrm>
          <a:off x="0" y="0"/>
          <a:ext cx="0" cy="0"/>
          <a:chOff x="0" y="0"/>
          <a:chExt cx="0" cy="0"/>
        </a:xfrm>
      </p:grpSpPr>
      <p:sp>
        <p:nvSpPr>
          <p:cNvPr id="8686" name="Google Shape;8686;gfd9a5a4cec_0_11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87" name="Google Shape;8687;gfd9a5a4cec_0_11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08" name="Shape 8708"/>
        <p:cNvGrpSpPr/>
        <p:nvPr/>
      </p:nvGrpSpPr>
      <p:grpSpPr>
        <a:xfrm>
          <a:off x="0" y="0"/>
          <a:ext cx="0" cy="0"/>
          <a:chOff x="0" y="0"/>
          <a:chExt cx="0" cy="0"/>
        </a:xfrm>
      </p:grpSpPr>
      <p:sp>
        <p:nvSpPr>
          <p:cNvPr id="8709" name="Google Shape;8709;gfd9a5a4cec_0_13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10" name="Google Shape;8710;gfd9a5a4cec_0_13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34" name="Shape 8734"/>
        <p:cNvGrpSpPr/>
        <p:nvPr/>
      </p:nvGrpSpPr>
      <p:grpSpPr>
        <a:xfrm>
          <a:off x="0" y="0"/>
          <a:ext cx="0" cy="0"/>
          <a:chOff x="0" y="0"/>
          <a:chExt cx="0" cy="0"/>
        </a:xfrm>
      </p:grpSpPr>
      <p:sp>
        <p:nvSpPr>
          <p:cNvPr id="8735" name="Google Shape;8735;gfd9a5a4cec_0_20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36" name="Google Shape;8736;gfd9a5a4cec_0_20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41" name="Shape 8741"/>
        <p:cNvGrpSpPr/>
        <p:nvPr/>
      </p:nvGrpSpPr>
      <p:grpSpPr>
        <a:xfrm>
          <a:off x="0" y="0"/>
          <a:ext cx="0" cy="0"/>
          <a:chOff x="0" y="0"/>
          <a:chExt cx="0" cy="0"/>
        </a:xfrm>
      </p:grpSpPr>
      <p:sp>
        <p:nvSpPr>
          <p:cNvPr id="8742" name="Google Shape;8742;gfd9a5a4cec_0_20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43" name="Google Shape;8743;gfd9a5a4cec_0_20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48" name="Shape 8748"/>
        <p:cNvGrpSpPr/>
        <p:nvPr/>
      </p:nvGrpSpPr>
      <p:grpSpPr>
        <a:xfrm>
          <a:off x="0" y="0"/>
          <a:ext cx="0" cy="0"/>
          <a:chOff x="0" y="0"/>
          <a:chExt cx="0" cy="0"/>
        </a:xfrm>
      </p:grpSpPr>
      <p:sp>
        <p:nvSpPr>
          <p:cNvPr id="8749" name="Google Shape;8749;gfd9a5a4cec_0_20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50" name="Google Shape;8750;gfd9a5a4cec_0_20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67" name="Shape 8767"/>
        <p:cNvGrpSpPr/>
        <p:nvPr/>
      </p:nvGrpSpPr>
      <p:grpSpPr>
        <a:xfrm>
          <a:off x="0" y="0"/>
          <a:ext cx="0" cy="0"/>
          <a:chOff x="0" y="0"/>
          <a:chExt cx="0" cy="0"/>
        </a:xfrm>
      </p:grpSpPr>
      <p:sp>
        <p:nvSpPr>
          <p:cNvPr id="8768" name="Google Shape;8768;gfd9a5a4cec_0_20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69" name="Google Shape;8769;gfd9a5a4cec_0_20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83" name="Shape 8783"/>
        <p:cNvGrpSpPr/>
        <p:nvPr/>
      </p:nvGrpSpPr>
      <p:grpSpPr>
        <a:xfrm>
          <a:off x="0" y="0"/>
          <a:ext cx="0" cy="0"/>
          <a:chOff x="0" y="0"/>
          <a:chExt cx="0" cy="0"/>
        </a:xfrm>
      </p:grpSpPr>
      <p:sp>
        <p:nvSpPr>
          <p:cNvPr id="8784" name="Google Shape;8784;gfd9a5a4cec_0_21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85" name="Google Shape;8785;gfd9a5a4cec_0_21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20" name="Shape 9120"/>
        <p:cNvGrpSpPr/>
        <p:nvPr/>
      </p:nvGrpSpPr>
      <p:grpSpPr>
        <a:xfrm>
          <a:off x="0" y="0"/>
          <a:ext cx="0" cy="0"/>
          <a:chOff x="0" y="0"/>
          <a:chExt cx="0" cy="0"/>
        </a:xfrm>
      </p:grpSpPr>
      <p:sp>
        <p:nvSpPr>
          <p:cNvPr id="9121" name="Google Shape;9121;gfd9a5a4cec_0_24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22" name="Google Shape;9122;gfd9a5a4cec_0_24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20" name="Shape 15620"/>
        <p:cNvGrpSpPr/>
        <p:nvPr/>
      </p:nvGrpSpPr>
      <p:grpSpPr>
        <a:xfrm>
          <a:off x="0" y="0"/>
          <a:ext cx="0" cy="0"/>
          <a:chOff x="0" y="0"/>
          <a:chExt cx="0" cy="0"/>
        </a:xfrm>
      </p:grpSpPr>
      <p:sp>
        <p:nvSpPr>
          <p:cNvPr id="15621" name="Google Shape;15621;gfd9a5a4cec_0_89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622" name="Google Shape;15622;gfd9a5a4cec_0_89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47" name="Shape 16047"/>
        <p:cNvGrpSpPr/>
        <p:nvPr/>
      </p:nvGrpSpPr>
      <p:grpSpPr>
        <a:xfrm>
          <a:off x="0" y="0"/>
          <a:ext cx="0" cy="0"/>
          <a:chOff x="0" y="0"/>
          <a:chExt cx="0" cy="0"/>
        </a:xfrm>
      </p:grpSpPr>
      <p:sp>
        <p:nvSpPr>
          <p:cNvPr id="16048" name="Google Shape;16048;gfd9a5a4cec_0_93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049" name="Google Shape;16049;gfd9a5a4cec_0_93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210" name="Shape 16210"/>
        <p:cNvGrpSpPr/>
        <p:nvPr/>
      </p:nvGrpSpPr>
      <p:grpSpPr>
        <a:xfrm>
          <a:off x="0" y="0"/>
          <a:ext cx="0" cy="0"/>
          <a:chOff x="0" y="0"/>
          <a:chExt cx="0" cy="0"/>
        </a:xfrm>
      </p:grpSpPr>
      <p:sp>
        <p:nvSpPr>
          <p:cNvPr id="16211" name="Google Shape;16211;gfd9a5a4cec_0_95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212" name="Google Shape;16212;gfd9a5a4cec_0_95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612" name="Shape 16612"/>
        <p:cNvGrpSpPr/>
        <p:nvPr/>
      </p:nvGrpSpPr>
      <p:grpSpPr>
        <a:xfrm>
          <a:off x="0" y="0"/>
          <a:ext cx="0" cy="0"/>
          <a:chOff x="0" y="0"/>
          <a:chExt cx="0" cy="0"/>
        </a:xfrm>
      </p:grpSpPr>
      <p:sp>
        <p:nvSpPr>
          <p:cNvPr id="16613" name="Google Shape;16613;gfd9a5a4cec_0_99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614" name="Google Shape;16614;gfd9a5a4cec_0_99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83" name="Shape 16983"/>
        <p:cNvGrpSpPr/>
        <p:nvPr/>
      </p:nvGrpSpPr>
      <p:grpSpPr>
        <a:xfrm>
          <a:off x="0" y="0"/>
          <a:ext cx="0" cy="0"/>
          <a:chOff x="0" y="0"/>
          <a:chExt cx="0" cy="0"/>
        </a:xfrm>
      </p:grpSpPr>
      <p:sp>
        <p:nvSpPr>
          <p:cNvPr id="16984" name="Google Shape;16984;gfd9a5a4cec_0_103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985" name="Google Shape;16985;gfd9a5a4cec_0_103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285" name="Shape 17285"/>
        <p:cNvGrpSpPr/>
        <p:nvPr/>
      </p:nvGrpSpPr>
      <p:grpSpPr>
        <a:xfrm>
          <a:off x="0" y="0"/>
          <a:ext cx="0" cy="0"/>
          <a:chOff x="0" y="0"/>
          <a:chExt cx="0" cy="0"/>
        </a:xfrm>
      </p:grpSpPr>
      <p:sp>
        <p:nvSpPr>
          <p:cNvPr id="17286" name="Google Shape;17286;gfd9a5a4cec_0_106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287" name="Google Shape;17287;gfd9a5a4cec_0_106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577" name="Shape 17577"/>
        <p:cNvGrpSpPr/>
        <p:nvPr/>
      </p:nvGrpSpPr>
      <p:grpSpPr>
        <a:xfrm>
          <a:off x="0" y="0"/>
          <a:ext cx="0" cy="0"/>
          <a:chOff x="0" y="0"/>
          <a:chExt cx="0" cy="0"/>
        </a:xfrm>
      </p:grpSpPr>
      <p:sp>
        <p:nvSpPr>
          <p:cNvPr id="17578" name="Google Shape;17578;gfd9a5a4cec_0_108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579" name="Google Shape;17579;gfd9a5a4cec_0_108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936" name="Shape 17936"/>
        <p:cNvGrpSpPr/>
        <p:nvPr/>
      </p:nvGrpSpPr>
      <p:grpSpPr>
        <a:xfrm>
          <a:off x="0" y="0"/>
          <a:ext cx="0" cy="0"/>
          <a:chOff x="0" y="0"/>
          <a:chExt cx="0" cy="0"/>
        </a:xfrm>
      </p:grpSpPr>
      <p:sp>
        <p:nvSpPr>
          <p:cNvPr id="17937" name="Google Shape;17937;gfd9a5a4cec_0_112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938" name="Google Shape;17938;gfd9a5a4cec_0_112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353" name="Shape 18353"/>
        <p:cNvGrpSpPr/>
        <p:nvPr/>
      </p:nvGrpSpPr>
      <p:grpSpPr>
        <a:xfrm>
          <a:off x="0" y="0"/>
          <a:ext cx="0" cy="0"/>
          <a:chOff x="0" y="0"/>
          <a:chExt cx="0" cy="0"/>
        </a:xfrm>
      </p:grpSpPr>
      <p:sp>
        <p:nvSpPr>
          <p:cNvPr id="18354" name="Google Shape;18354;gfd9a5a4cec_0_116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355" name="Google Shape;18355;gfd9a5a4cec_0_116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693" name="Shape 18693"/>
        <p:cNvGrpSpPr/>
        <p:nvPr/>
      </p:nvGrpSpPr>
      <p:grpSpPr>
        <a:xfrm>
          <a:off x="0" y="0"/>
          <a:ext cx="0" cy="0"/>
          <a:chOff x="0" y="0"/>
          <a:chExt cx="0" cy="0"/>
        </a:xfrm>
      </p:grpSpPr>
      <p:sp>
        <p:nvSpPr>
          <p:cNvPr id="18694" name="Google Shape;18694;gfd9a5a4cec_0_120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695" name="Google Shape;18695;gfd9a5a4cec_0_120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881" name="Shape 18881"/>
        <p:cNvGrpSpPr/>
        <p:nvPr/>
      </p:nvGrpSpPr>
      <p:grpSpPr>
        <a:xfrm>
          <a:off x="0" y="0"/>
          <a:ext cx="0" cy="0"/>
          <a:chOff x="0" y="0"/>
          <a:chExt cx="0" cy="0"/>
        </a:xfrm>
      </p:grpSpPr>
      <p:sp>
        <p:nvSpPr>
          <p:cNvPr id="18882" name="Google Shape;18882;gfd9a5a4cec_0_122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883" name="Google Shape;18883;gfd9a5a4cec_0_122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127" name="Shape 19127"/>
        <p:cNvGrpSpPr/>
        <p:nvPr/>
      </p:nvGrpSpPr>
      <p:grpSpPr>
        <a:xfrm>
          <a:off x="0" y="0"/>
          <a:ext cx="0" cy="0"/>
          <a:chOff x="0" y="0"/>
          <a:chExt cx="0" cy="0"/>
        </a:xfrm>
      </p:grpSpPr>
      <p:sp>
        <p:nvSpPr>
          <p:cNvPr id="19128" name="Google Shape;19128;gfd9a5a4cec_0_124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129" name="Google Shape;19129;gfd9a5a4cec_0_124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241" name="Shape 19241"/>
        <p:cNvGrpSpPr/>
        <p:nvPr/>
      </p:nvGrpSpPr>
      <p:grpSpPr>
        <a:xfrm>
          <a:off x="0" y="0"/>
          <a:ext cx="0" cy="0"/>
          <a:chOff x="0" y="0"/>
          <a:chExt cx="0" cy="0"/>
        </a:xfrm>
      </p:grpSpPr>
      <p:sp>
        <p:nvSpPr>
          <p:cNvPr id="19242" name="Google Shape;19242;gfd9a5a4cec_0_125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243" name="Google Shape;19243;gfd9a5a4cec_0_125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284" name="Shape 19284"/>
        <p:cNvGrpSpPr/>
        <p:nvPr/>
      </p:nvGrpSpPr>
      <p:grpSpPr>
        <a:xfrm>
          <a:off x="0" y="0"/>
          <a:ext cx="0" cy="0"/>
          <a:chOff x="0" y="0"/>
          <a:chExt cx="0" cy="0"/>
        </a:xfrm>
      </p:grpSpPr>
      <p:sp>
        <p:nvSpPr>
          <p:cNvPr id="19285" name="Google Shape;19285;gfd9a5a4cec_0_126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286" name="Google Shape;19286;gfd9a5a4cec_0_126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481" name="Shape 19481"/>
        <p:cNvGrpSpPr/>
        <p:nvPr/>
      </p:nvGrpSpPr>
      <p:grpSpPr>
        <a:xfrm>
          <a:off x="0" y="0"/>
          <a:ext cx="0" cy="0"/>
          <a:chOff x="0" y="0"/>
          <a:chExt cx="0" cy="0"/>
        </a:xfrm>
      </p:grpSpPr>
      <p:sp>
        <p:nvSpPr>
          <p:cNvPr id="19482" name="Google Shape;19482;gfd9a5a4cec_0_128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483" name="Google Shape;19483;gfd9a5a4cec_0_128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738" name="Shape 19738"/>
        <p:cNvGrpSpPr/>
        <p:nvPr/>
      </p:nvGrpSpPr>
      <p:grpSpPr>
        <a:xfrm>
          <a:off x="0" y="0"/>
          <a:ext cx="0" cy="0"/>
          <a:chOff x="0" y="0"/>
          <a:chExt cx="0" cy="0"/>
        </a:xfrm>
      </p:grpSpPr>
      <p:sp>
        <p:nvSpPr>
          <p:cNvPr id="19739" name="Google Shape;19739;gfd9a5a4cec_0_130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740" name="Google Shape;19740;gfd9a5a4cec_0_130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886" name="Shape 19886"/>
        <p:cNvGrpSpPr/>
        <p:nvPr/>
      </p:nvGrpSpPr>
      <p:grpSpPr>
        <a:xfrm>
          <a:off x="0" y="0"/>
          <a:ext cx="0" cy="0"/>
          <a:chOff x="0" y="0"/>
          <a:chExt cx="0" cy="0"/>
        </a:xfrm>
      </p:grpSpPr>
      <p:sp>
        <p:nvSpPr>
          <p:cNvPr id="19887" name="Google Shape;19887;gfd9a5a4cec_0_132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888" name="Google Shape;19888;gfd9a5a4cec_0_132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114" name="Shape 20114"/>
        <p:cNvGrpSpPr/>
        <p:nvPr/>
      </p:nvGrpSpPr>
      <p:grpSpPr>
        <a:xfrm>
          <a:off x="0" y="0"/>
          <a:ext cx="0" cy="0"/>
          <a:chOff x="0" y="0"/>
          <a:chExt cx="0" cy="0"/>
        </a:xfrm>
      </p:grpSpPr>
      <p:sp>
        <p:nvSpPr>
          <p:cNvPr id="20115" name="Google Shape;20115;gfd9a5a4cec_0_134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116" name="Google Shape;20116;gfd9a5a4cec_0_134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296" name="Shape 20296"/>
        <p:cNvGrpSpPr/>
        <p:nvPr/>
      </p:nvGrpSpPr>
      <p:grpSpPr>
        <a:xfrm>
          <a:off x="0" y="0"/>
          <a:ext cx="0" cy="0"/>
          <a:chOff x="0" y="0"/>
          <a:chExt cx="0" cy="0"/>
        </a:xfrm>
      </p:grpSpPr>
      <p:sp>
        <p:nvSpPr>
          <p:cNvPr id="20297" name="Google Shape;20297;gfd9a5a4cec_0_136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298" name="Google Shape;20298;gfd9a5a4cec_0_136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chemeClr val="accent2"/>
        </a:solidFill>
      </p:bgPr>
    </p:bg>
    <p:spTree>
      <p:nvGrpSpPr>
        <p:cNvPr id="8" name="Shape 8"/>
        <p:cNvGrpSpPr/>
        <p:nvPr/>
      </p:nvGrpSpPr>
      <p:grpSpPr>
        <a:xfrm>
          <a:off x="0" y="0"/>
          <a:ext cx="0" cy="0"/>
          <a:chOff x="0" y="0"/>
          <a:chExt cx="0" cy="0"/>
        </a:xfrm>
      </p:grpSpPr>
      <p:sp>
        <p:nvSpPr>
          <p:cNvPr id="9" name="Google Shape;9;p2"/>
          <p:cNvSpPr txBox="1"/>
          <p:nvPr>
            <p:ph type="ctrTitle"/>
          </p:nvPr>
        </p:nvSpPr>
        <p:spPr>
          <a:xfrm>
            <a:off x="2038400" y="1391250"/>
            <a:ext cx="5067300" cy="2180400"/>
          </a:xfrm>
          <a:prstGeom prst="rect">
            <a:avLst/>
          </a:prstGeom>
        </p:spPr>
        <p:txBody>
          <a:bodyPr anchorCtr="0" anchor="ctr" bIns="91425" lIns="91425" spcFirstLastPara="1" rIns="91425" wrap="square" tIns="91425">
            <a:noAutofit/>
          </a:bodyPr>
          <a:lstStyle>
            <a:lvl1pPr lvl="0" algn="ctr">
              <a:lnSpc>
                <a:spcPct val="90000"/>
              </a:lnSpc>
              <a:spcBef>
                <a:spcPts val="0"/>
              </a:spcBef>
              <a:spcAft>
                <a:spcPts val="0"/>
              </a:spcAft>
              <a:buClr>
                <a:srgbClr val="191919"/>
              </a:buClr>
              <a:buSzPts val="5200"/>
              <a:buNone/>
              <a:defRPr sz="85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0" name="Google Shape;10;p2"/>
          <p:cNvSpPr txBox="1"/>
          <p:nvPr>
            <p:ph idx="1" type="subTitle"/>
          </p:nvPr>
        </p:nvSpPr>
        <p:spPr>
          <a:xfrm>
            <a:off x="2392500" y="3647550"/>
            <a:ext cx="4359000" cy="40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grpSp>
        <p:nvGrpSpPr>
          <p:cNvPr id="11" name="Google Shape;11;p2"/>
          <p:cNvGrpSpPr/>
          <p:nvPr/>
        </p:nvGrpSpPr>
        <p:grpSpPr>
          <a:xfrm rot="1980707">
            <a:off x="6144481" y="-440512"/>
            <a:ext cx="4568840" cy="2881788"/>
            <a:chOff x="2975000" y="20825"/>
            <a:chExt cx="3963625" cy="2500050"/>
          </a:xfrm>
        </p:grpSpPr>
        <p:sp>
          <p:nvSpPr>
            <p:cNvPr id="12" name="Google Shape;12;p2"/>
            <p:cNvSpPr/>
            <p:nvPr/>
          </p:nvSpPr>
          <p:spPr>
            <a:xfrm>
              <a:off x="2975000" y="442550"/>
              <a:ext cx="3962850" cy="2078325"/>
            </a:xfrm>
            <a:custGeom>
              <a:rect b="b" l="l" r="r" t="t"/>
              <a:pathLst>
                <a:path extrusionOk="0" fill="none" h="83133" w="158514">
                  <a:moveTo>
                    <a:pt x="0" y="1"/>
                  </a:moveTo>
                  <a:cubicBezTo>
                    <a:pt x="4347" y="3071"/>
                    <a:pt x="9423" y="6171"/>
                    <a:pt x="12797" y="10122"/>
                  </a:cubicBezTo>
                  <a:cubicBezTo>
                    <a:pt x="18025" y="16232"/>
                    <a:pt x="11095" y="25411"/>
                    <a:pt x="18298" y="31369"/>
                  </a:cubicBezTo>
                  <a:cubicBezTo>
                    <a:pt x="23952" y="36050"/>
                    <a:pt x="23982" y="41612"/>
                    <a:pt x="23283" y="48269"/>
                  </a:cubicBezTo>
                  <a:cubicBezTo>
                    <a:pt x="22706" y="53497"/>
                    <a:pt x="22463" y="62494"/>
                    <a:pt x="29028" y="64044"/>
                  </a:cubicBezTo>
                  <a:cubicBezTo>
                    <a:pt x="35776" y="65655"/>
                    <a:pt x="41186" y="60913"/>
                    <a:pt x="45624" y="56567"/>
                  </a:cubicBezTo>
                  <a:cubicBezTo>
                    <a:pt x="51855" y="50457"/>
                    <a:pt x="63466" y="46202"/>
                    <a:pt x="71825" y="49515"/>
                  </a:cubicBezTo>
                  <a:cubicBezTo>
                    <a:pt x="79211" y="52463"/>
                    <a:pt x="89728" y="48421"/>
                    <a:pt x="96598" y="51430"/>
                  </a:cubicBezTo>
                  <a:cubicBezTo>
                    <a:pt x="100762" y="53284"/>
                    <a:pt x="101035" y="58390"/>
                    <a:pt x="102343" y="62646"/>
                  </a:cubicBezTo>
                  <a:cubicBezTo>
                    <a:pt x="104197" y="68603"/>
                    <a:pt x="108938" y="75564"/>
                    <a:pt x="114106" y="78482"/>
                  </a:cubicBezTo>
                  <a:cubicBezTo>
                    <a:pt x="122343" y="83132"/>
                    <a:pt x="130914" y="70610"/>
                    <a:pt x="138909" y="69151"/>
                  </a:cubicBezTo>
                  <a:cubicBezTo>
                    <a:pt x="145474" y="67935"/>
                    <a:pt x="152435" y="73892"/>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a:off x="2975000" y="442550"/>
              <a:ext cx="3962850" cy="2057800"/>
            </a:xfrm>
            <a:custGeom>
              <a:rect b="b" l="l" r="r" t="t"/>
              <a:pathLst>
                <a:path extrusionOk="0" fill="none" h="82312" w="158514">
                  <a:moveTo>
                    <a:pt x="0" y="1"/>
                  </a:moveTo>
                  <a:cubicBezTo>
                    <a:pt x="4408" y="3040"/>
                    <a:pt x="9392" y="6049"/>
                    <a:pt x="13040" y="9879"/>
                  </a:cubicBezTo>
                  <a:cubicBezTo>
                    <a:pt x="18602" y="15654"/>
                    <a:pt x="11733" y="24955"/>
                    <a:pt x="18694" y="30609"/>
                  </a:cubicBezTo>
                  <a:cubicBezTo>
                    <a:pt x="24408" y="35259"/>
                    <a:pt x="25077" y="40153"/>
                    <a:pt x="24317" y="46901"/>
                  </a:cubicBezTo>
                  <a:cubicBezTo>
                    <a:pt x="23739" y="52129"/>
                    <a:pt x="23131" y="61248"/>
                    <a:pt x="29849" y="62919"/>
                  </a:cubicBezTo>
                  <a:cubicBezTo>
                    <a:pt x="36870" y="64652"/>
                    <a:pt x="41794" y="59606"/>
                    <a:pt x="46627" y="55503"/>
                  </a:cubicBezTo>
                  <a:cubicBezTo>
                    <a:pt x="53557" y="49606"/>
                    <a:pt x="63983" y="44712"/>
                    <a:pt x="72798" y="48634"/>
                  </a:cubicBezTo>
                  <a:cubicBezTo>
                    <a:pt x="80123" y="51886"/>
                    <a:pt x="90245" y="48208"/>
                    <a:pt x="97266" y="51187"/>
                  </a:cubicBezTo>
                  <a:cubicBezTo>
                    <a:pt x="101522" y="52980"/>
                    <a:pt x="101674" y="58026"/>
                    <a:pt x="102890" y="62251"/>
                  </a:cubicBezTo>
                  <a:cubicBezTo>
                    <a:pt x="104561" y="68087"/>
                    <a:pt x="109303" y="75078"/>
                    <a:pt x="114440" y="77844"/>
                  </a:cubicBezTo>
                  <a:cubicBezTo>
                    <a:pt x="122799" y="82312"/>
                    <a:pt x="131097" y="70032"/>
                    <a:pt x="139243" y="68877"/>
                  </a:cubicBezTo>
                  <a:cubicBezTo>
                    <a:pt x="145656" y="67935"/>
                    <a:pt x="152495" y="73771"/>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a:off x="2975000" y="442550"/>
              <a:ext cx="3962850" cy="2035775"/>
            </a:xfrm>
            <a:custGeom>
              <a:rect b="b" l="l" r="r" t="t"/>
              <a:pathLst>
                <a:path extrusionOk="0" fill="none" h="81431" w="158514">
                  <a:moveTo>
                    <a:pt x="0" y="1"/>
                  </a:moveTo>
                  <a:cubicBezTo>
                    <a:pt x="4468" y="3040"/>
                    <a:pt x="9362" y="5958"/>
                    <a:pt x="13313" y="9606"/>
                  </a:cubicBezTo>
                  <a:cubicBezTo>
                    <a:pt x="19210" y="15077"/>
                    <a:pt x="12432" y="24469"/>
                    <a:pt x="19089" y="29849"/>
                  </a:cubicBezTo>
                  <a:cubicBezTo>
                    <a:pt x="24803" y="34469"/>
                    <a:pt x="26019" y="38694"/>
                    <a:pt x="25350" y="45564"/>
                  </a:cubicBezTo>
                  <a:cubicBezTo>
                    <a:pt x="24833" y="50822"/>
                    <a:pt x="23739" y="60001"/>
                    <a:pt x="30609" y="61795"/>
                  </a:cubicBezTo>
                  <a:cubicBezTo>
                    <a:pt x="37691" y="63649"/>
                    <a:pt x="42797" y="58299"/>
                    <a:pt x="47813" y="54378"/>
                  </a:cubicBezTo>
                  <a:cubicBezTo>
                    <a:pt x="55989" y="47995"/>
                    <a:pt x="63345" y="43375"/>
                    <a:pt x="73801" y="47752"/>
                  </a:cubicBezTo>
                  <a:cubicBezTo>
                    <a:pt x="81704" y="51065"/>
                    <a:pt x="90762" y="48026"/>
                    <a:pt x="97966" y="50944"/>
                  </a:cubicBezTo>
                  <a:cubicBezTo>
                    <a:pt x="102282" y="52707"/>
                    <a:pt x="102343" y="57631"/>
                    <a:pt x="103437" y="61825"/>
                  </a:cubicBezTo>
                  <a:cubicBezTo>
                    <a:pt x="104957" y="67570"/>
                    <a:pt x="109637" y="74531"/>
                    <a:pt x="114774" y="77145"/>
                  </a:cubicBezTo>
                  <a:cubicBezTo>
                    <a:pt x="123285" y="81430"/>
                    <a:pt x="131310" y="69454"/>
                    <a:pt x="139577" y="68573"/>
                  </a:cubicBezTo>
                  <a:cubicBezTo>
                    <a:pt x="145869" y="67904"/>
                    <a:pt x="152587" y="73649"/>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a:off x="2975000" y="442550"/>
              <a:ext cx="3962850" cy="2014500"/>
            </a:xfrm>
            <a:custGeom>
              <a:rect b="b" l="l" r="r" t="t"/>
              <a:pathLst>
                <a:path extrusionOk="0" fill="none" h="80580" w="158514">
                  <a:moveTo>
                    <a:pt x="0" y="1"/>
                  </a:moveTo>
                  <a:cubicBezTo>
                    <a:pt x="4560" y="3010"/>
                    <a:pt x="9392" y="5897"/>
                    <a:pt x="13526" y="9393"/>
                  </a:cubicBezTo>
                  <a:cubicBezTo>
                    <a:pt x="19666" y="14469"/>
                    <a:pt x="13162" y="23952"/>
                    <a:pt x="19484" y="29150"/>
                  </a:cubicBezTo>
                  <a:cubicBezTo>
                    <a:pt x="24560" y="33314"/>
                    <a:pt x="27235" y="37509"/>
                    <a:pt x="26323" y="44348"/>
                  </a:cubicBezTo>
                  <a:cubicBezTo>
                    <a:pt x="25563" y="49728"/>
                    <a:pt x="24317" y="58846"/>
                    <a:pt x="31308" y="60792"/>
                  </a:cubicBezTo>
                  <a:cubicBezTo>
                    <a:pt x="38390" y="62737"/>
                    <a:pt x="43770" y="57296"/>
                    <a:pt x="48998" y="53375"/>
                  </a:cubicBezTo>
                  <a:cubicBezTo>
                    <a:pt x="57813" y="46688"/>
                    <a:pt x="63892" y="42129"/>
                    <a:pt x="74743" y="47023"/>
                  </a:cubicBezTo>
                  <a:cubicBezTo>
                    <a:pt x="82433" y="50488"/>
                    <a:pt x="91248" y="47995"/>
                    <a:pt x="98604" y="50761"/>
                  </a:cubicBezTo>
                  <a:cubicBezTo>
                    <a:pt x="103042" y="52372"/>
                    <a:pt x="103011" y="57266"/>
                    <a:pt x="104014" y="61430"/>
                  </a:cubicBezTo>
                  <a:cubicBezTo>
                    <a:pt x="105382" y="67084"/>
                    <a:pt x="109941" y="74014"/>
                    <a:pt x="115109" y="76445"/>
                  </a:cubicBezTo>
                  <a:cubicBezTo>
                    <a:pt x="123802" y="80579"/>
                    <a:pt x="132100" y="68299"/>
                    <a:pt x="139912" y="68330"/>
                  </a:cubicBezTo>
                  <a:cubicBezTo>
                    <a:pt x="144927" y="68330"/>
                    <a:pt x="153529" y="7331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a:off x="2975000" y="442550"/>
              <a:ext cx="3962850" cy="1991700"/>
            </a:xfrm>
            <a:custGeom>
              <a:rect b="b" l="l" r="r" t="t"/>
              <a:pathLst>
                <a:path extrusionOk="0" fill="none" h="79668" w="158514">
                  <a:moveTo>
                    <a:pt x="0" y="1"/>
                  </a:moveTo>
                  <a:cubicBezTo>
                    <a:pt x="4590" y="3010"/>
                    <a:pt x="9484" y="5897"/>
                    <a:pt x="13769" y="9119"/>
                  </a:cubicBezTo>
                  <a:cubicBezTo>
                    <a:pt x="20122" y="13861"/>
                    <a:pt x="13952" y="23344"/>
                    <a:pt x="19879" y="28360"/>
                  </a:cubicBezTo>
                  <a:cubicBezTo>
                    <a:pt x="24651" y="32402"/>
                    <a:pt x="28055" y="36475"/>
                    <a:pt x="27265" y="43102"/>
                  </a:cubicBezTo>
                  <a:cubicBezTo>
                    <a:pt x="26627" y="48482"/>
                    <a:pt x="24985" y="57600"/>
                    <a:pt x="31946" y="59698"/>
                  </a:cubicBezTo>
                  <a:cubicBezTo>
                    <a:pt x="39028" y="61795"/>
                    <a:pt x="44955" y="56202"/>
                    <a:pt x="50183" y="52251"/>
                  </a:cubicBezTo>
                  <a:cubicBezTo>
                    <a:pt x="59424" y="45260"/>
                    <a:pt x="64561" y="40761"/>
                    <a:pt x="75746" y="46232"/>
                  </a:cubicBezTo>
                  <a:cubicBezTo>
                    <a:pt x="83315" y="49971"/>
                    <a:pt x="91795" y="47813"/>
                    <a:pt x="99273" y="50488"/>
                  </a:cubicBezTo>
                  <a:cubicBezTo>
                    <a:pt x="103832" y="52129"/>
                    <a:pt x="103619" y="56840"/>
                    <a:pt x="104653" y="61035"/>
                  </a:cubicBezTo>
                  <a:cubicBezTo>
                    <a:pt x="106051" y="66749"/>
                    <a:pt x="110124" y="73315"/>
                    <a:pt x="115443" y="75716"/>
                  </a:cubicBezTo>
                  <a:cubicBezTo>
                    <a:pt x="124227" y="79667"/>
                    <a:pt x="132039" y="67995"/>
                    <a:pt x="140246" y="68056"/>
                  </a:cubicBezTo>
                  <a:cubicBezTo>
                    <a:pt x="145535" y="68087"/>
                    <a:pt x="153377" y="7340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a:off x="2975000" y="442550"/>
              <a:ext cx="3963625" cy="1968900"/>
            </a:xfrm>
            <a:custGeom>
              <a:rect b="b" l="l" r="r" t="t"/>
              <a:pathLst>
                <a:path extrusionOk="0" fill="none" h="78756" w="158545">
                  <a:moveTo>
                    <a:pt x="0" y="1"/>
                  </a:moveTo>
                  <a:cubicBezTo>
                    <a:pt x="4651" y="2979"/>
                    <a:pt x="9575" y="5867"/>
                    <a:pt x="14013" y="8876"/>
                  </a:cubicBezTo>
                  <a:cubicBezTo>
                    <a:pt x="20548" y="13283"/>
                    <a:pt x="14985" y="22706"/>
                    <a:pt x="20305" y="27539"/>
                  </a:cubicBezTo>
                  <a:cubicBezTo>
                    <a:pt x="24590" y="31430"/>
                    <a:pt x="28724" y="35715"/>
                    <a:pt x="28147" y="42007"/>
                  </a:cubicBezTo>
                  <a:cubicBezTo>
                    <a:pt x="27630" y="47296"/>
                    <a:pt x="25654" y="56445"/>
                    <a:pt x="32584" y="58664"/>
                  </a:cubicBezTo>
                  <a:cubicBezTo>
                    <a:pt x="39606" y="60913"/>
                    <a:pt x="46354" y="55077"/>
                    <a:pt x="51369" y="51096"/>
                  </a:cubicBezTo>
                  <a:cubicBezTo>
                    <a:pt x="60609" y="43770"/>
                    <a:pt x="65351" y="39576"/>
                    <a:pt x="76749" y="45594"/>
                  </a:cubicBezTo>
                  <a:cubicBezTo>
                    <a:pt x="84166" y="49515"/>
                    <a:pt x="92251" y="47722"/>
                    <a:pt x="99911" y="50275"/>
                  </a:cubicBezTo>
                  <a:cubicBezTo>
                    <a:pt x="104622" y="51855"/>
                    <a:pt x="104318" y="56445"/>
                    <a:pt x="105260" y="60609"/>
                  </a:cubicBezTo>
                  <a:cubicBezTo>
                    <a:pt x="106537" y="66324"/>
                    <a:pt x="110428" y="72676"/>
                    <a:pt x="115808" y="74956"/>
                  </a:cubicBezTo>
                  <a:cubicBezTo>
                    <a:pt x="124714" y="78756"/>
                    <a:pt x="132313" y="67418"/>
                    <a:pt x="140580" y="67813"/>
                  </a:cubicBezTo>
                  <a:cubicBezTo>
                    <a:pt x="145778" y="68056"/>
                    <a:pt x="153438" y="73315"/>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2"/>
            <p:cNvSpPr/>
            <p:nvPr/>
          </p:nvSpPr>
          <p:spPr>
            <a:xfrm>
              <a:off x="2975000" y="442550"/>
              <a:ext cx="3962850" cy="1919500"/>
            </a:xfrm>
            <a:custGeom>
              <a:rect b="b" l="l" r="r" t="t"/>
              <a:pathLst>
                <a:path extrusionOk="0" fill="none" h="76780" w="158514">
                  <a:moveTo>
                    <a:pt x="0" y="1"/>
                  </a:moveTo>
                  <a:cubicBezTo>
                    <a:pt x="4712" y="2949"/>
                    <a:pt x="9666" y="5776"/>
                    <a:pt x="14225" y="8633"/>
                  </a:cubicBezTo>
                  <a:cubicBezTo>
                    <a:pt x="20973" y="12797"/>
                    <a:pt x="16049" y="21977"/>
                    <a:pt x="20760" y="26718"/>
                  </a:cubicBezTo>
                  <a:cubicBezTo>
                    <a:pt x="24438" y="30396"/>
                    <a:pt x="29332" y="35168"/>
                    <a:pt x="28967" y="41004"/>
                  </a:cubicBezTo>
                  <a:cubicBezTo>
                    <a:pt x="28633" y="46202"/>
                    <a:pt x="26444" y="55381"/>
                    <a:pt x="33192" y="57661"/>
                  </a:cubicBezTo>
                  <a:cubicBezTo>
                    <a:pt x="40153" y="60032"/>
                    <a:pt x="47752" y="53953"/>
                    <a:pt x="52494" y="49880"/>
                  </a:cubicBezTo>
                  <a:cubicBezTo>
                    <a:pt x="61703" y="41977"/>
                    <a:pt x="66293" y="38633"/>
                    <a:pt x="77722" y="45016"/>
                  </a:cubicBezTo>
                  <a:cubicBezTo>
                    <a:pt x="84926" y="49059"/>
                    <a:pt x="92707" y="47722"/>
                    <a:pt x="100488" y="50093"/>
                  </a:cubicBezTo>
                  <a:cubicBezTo>
                    <a:pt x="105382" y="51582"/>
                    <a:pt x="104987" y="56080"/>
                    <a:pt x="105838" y="60245"/>
                  </a:cubicBezTo>
                  <a:cubicBezTo>
                    <a:pt x="107023" y="65898"/>
                    <a:pt x="111005" y="72676"/>
                    <a:pt x="116142" y="74227"/>
                  </a:cubicBezTo>
                  <a:cubicBezTo>
                    <a:pt x="124683" y="76780"/>
                    <a:pt x="132191" y="66901"/>
                    <a:pt x="140884" y="67570"/>
                  </a:cubicBezTo>
                  <a:cubicBezTo>
                    <a:pt x="145930" y="67965"/>
                    <a:pt x="153468" y="73224"/>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2"/>
            <p:cNvSpPr/>
            <p:nvPr/>
          </p:nvSpPr>
          <p:spPr>
            <a:xfrm>
              <a:off x="2975000" y="442550"/>
              <a:ext cx="3962100" cy="1896700"/>
            </a:xfrm>
            <a:custGeom>
              <a:rect b="b" l="l" r="r" t="t"/>
              <a:pathLst>
                <a:path extrusionOk="0" fill="none" h="75868" w="158484">
                  <a:moveTo>
                    <a:pt x="0" y="1"/>
                  </a:moveTo>
                  <a:cubicBezTo>
                    <a:pt x="4742" y="2949"/>
                    <a:pt x="9788" y="5441"/>
                    <a:pt x="14438" y="8359"/>
                  </a:cubicBezTo>
                  <a:cubicBezTo>
                    <a:pt x="21520" y="12797"/>
                    <a:pt x="16900" y="20852"/>
                    <a:pt x="21277" y="25837"/>
                  </a:cubicBezTo>
                  <a:cubicBezTo>
                    <a:pt x="24408" y="29424"/>
                    <a:pt x="29758" y="34652"/>
                    <a:pt x="29727" y="40123"/>
                  </a:cubicBezTo>
                  <a:cubicBezTo>
                    <a:pt x="29666" y="45229"/>
                    <a:pt x="27447" y="54014"/>
                    <a:pt x="33770" y="56658"/>
                  </a:cubicBezTo>
                  <a:cubicBezTo>
                    <a:pt x="40396" y="59394"/>
                    <a:pt x="49545" y="52433"/>
                    <a:pt x="53618" y="48542"/>
                  </a:cubicBezTo>
                  <a:cubicBezTo>
                    <a:pt x="62707" y="39788"/>
                    <a:pt x="67448" y="37904"/>
                    <a:pt x="78725" y="44530"/>
                  </a:cubicBezTo>
                  <a:cubicBezTo>
                    <a:pt x="85716" y="48664"/>
                    <a:pt x="93224" y="47722"/>
                    <a:pt x="101066" y="49910"/>
                  </a:cubicBezTo>
                  <a:cubicBezTo>
                    <a:pt x="106142" y="51308"/>
                    <a:pt x="105716" y="55685"/>
                    <a:pt x="106476" y="59849"/>
                  </a:cubicBezTo>
                  <a:cubicBezTo>
                    <a:pt x="107540" y="65503"/>
                    <a:pt x="111279" y="71977"/>
                    <a:pt x="116477" y="73467"/>
                  </a:cubicBezTo>
                  <a:cubicBezTo>
                    <a:pt x="124927" y="75868"/>
                    <a:pt x="132708" y="66354"/>
                    <a:pt x="141188" y="67357"/>
                  </a:cubicBezTo>
                  <a:cubicBezTo>
                    <a:pt x="146143" y="67935"/>
                    <a:pt x="153468" y="7313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2"/>
            <p:cNvSpPr/>
            <p:nvPr/>
          </p:nvSpPr>
          <p:spPr>
            <a:xfrm>
              <a:off x="2975000" y="442550"/>
              <a:ext cx="3962850" cy="1870875"/>
            </a:xfrm>
            <a:custGeom>
              <a:rect b="b" l="l" r="r" t="t"/>
              <a:pathLst>
                <a:path extrusionOk="0" fill="none" h="74835" w="158514">
                  <a:moveTo>
                    <a:pt x="0" y="1"/>
                  </a:moveTo>
                  <a:cubicBezTo>
                    <a:pt x="4803" y="2919"/>
                    <a:pt x="9848" y="5350"/>
                    <a:pt x="14651" y="8116"/>
                  </a:cubicBezTo>
                  <a:cubicBezTo>
                    <a:pt x="21946" y="12311"/>
                    <a:pt x="18086" y="19697"/>
                    <a:pt x="21885" y="24895"/>
                  </a:cubicBezTo>
                  <a:cubicBezTo>
                    <a:pt x="24590" y="28633"/>
                    <a:pt x="30031" y="34013"/>
                    <a:pt x="30396" y="39272"/>
                  </a:cubicBezTo>
                  <a:cubicBezTo>
                    <a:pt x="30791" y="44439"/>
                    <a:pt x="28299" y="52919"/>
                    <a:pt x="34439" y="55625"/>
                  </a:cubicBezTo>
                  <a:cubicBezTo>
                    <a:pt x="41186" y="58603"/>
                    <a:pt x="50670" y="51217"/>
                    <a:pt x="54712" y="47083"/>
                  </a:cubicBezTo>
                  <a:cubicBezTo>
                    <a:pt x="63892" y="37630"/>
                    <a:pt x="68542" y="37266"/>
                    <a:pt x="79789" y="44135"/>
                  </a:cubicBezTo>
                  <a:cubicBezTo>
                    <a:pt x="86476" y="48208"/>
                    <a:pt x="93984" y="47661"/>
                    <a:pt x="101674" y="49728"/>
                  </a:cubicBezTo>
                  <a:cubicBezTo>
                    <a:pt x="106932" y="51126"/>
                    <a:pt x="106416" y="55138"/>
                    <a:pt x="107145" y="59454"/>
                  </a:cubicBezTo>
                  <a:cubicBezTo>
                    <a:pt x="108057" y="64986"/>
                    <a:pt x="111552" y="71339"/>
                    <a:pt x="116872" y="72707"/>
                  </a:cubicBezTo>
                  <a:cubicBezTo>
                    <a:pt x="125322" y="74835"/>
                    <a:pt x="133285" y="65837"/>
                    <a:pt x="141523" y="67114"/>
                  </a:cubicBezTo>
                  <a:cubicBezTo>
                    <a:pt x="146386" y="67874"/>
                    <a:pt x="153559" y="73011"/>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2"/>
            <p:cNvSpPr/>
            <p:nvPr/>
          </p:nvSpPr>
          <p:spPr>
            <a:xfrm>
              <a:off x="2975000" y="442550"/>
              <a:ext cx="3962850" cy="1848075"/>
            </a:xfrm>
            <a:custGeom>
              <a:rect b="b" l="l" r="r" t="t"/>
              <a:pathLst>
                <a:path extrusionOk="0" fill="none" h="73923" w="158514">
                  <a:moveTo>
                    <a:pt x="0" y="1"/>
                  </a:moveTo>
                  <a:cubicBezTo>
                    <a:pt x="4833" y="2888"/>
                    <a:pt x="9909" y="5259"/>
                    <a:pt x="14864" y="7873"/>
                  </a:cubicBezTo>
                  <a:cubicBezTo>
                    <a:pt x="22219" y="11764"/>
                    <a:pt x="19301" y="18390"/>
                    <a:pt x="22584" y="23922"/>
                  </a:cubicBezTo>
                  <a:cubicBezTo>
                    <a:pt x="25046" y="28086"/>
                    <a:pt x="30092" y="33649"/>
                    <a:pt x="31004" y="38542"/>
                  </a:cubicBezTo>
                  <a:cubicBezTo>
                    <a:pt x="31855" y="43284"/>
                    <a:pt x="29150" y="51947"/>
                    <a:pt x="35107" y="54561"/>
                  </a:cubicBezTo>
                  <a:cubicBezTo>
                    <a:pt x="42250" y="57691"/>
                    <a:pt x="51673" y="50032"/>
                    <a:pt x="55746" y="45503"/>
                  </a:cubicBezTo>
                  <a:cubicBezTo>
                    <a:pt x="64834" y="35411"/>
                    <a:pt x="69941" y="36992"/>
                    <a:pt x="80822" y="43770"/>
                  </a:cubicBezTo>
                  <a:cubicBezTo>
                    <a:pt x="87205" y="47782"/>
                    <a:pt x="94683" y="47691"/>
                    <a:pt x="102191" y="49576"/>
                  </a:cubicBezTo>
                  <a:cubicBezTo>
                    <a:pt x="107571" y="50913"/>
                    <a:pt x="107145" y="54682"/>
                    <a:pt x="107783" y="59090"/>
                  </a:cubicBezTo>
                  <a:cubicBezTo>
                    <a:pt x="108604" y="64591"/>
                    <a:pt x="111826" y="70610"/>
                    <a:pt x="117236" y="71917"/>
                  </a:cubicBezTo>
                  <a:cubicBezTo>
                    <a:pt x="125504" y="73923"/>
                    <a:pt x="133863" y="65321"/>
                    <a:pt x="141827" y="66901"/>
                  </a:cubicBezTo>
                  <a:cubicBezTo>
                    <a:pt x="146599" y="67813"/>
                    <a:pt x="153620" y="7292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2"/>
            <p:cNvSpPr/>
            <p:nvPr/>
          </p:nvSpPr>
          <p:spPr>
            <a:xfrm>
              <a:off x="2975000" y="442550"/>
              <a:ext cx="3962100" cy="1826050"/>
            </a:xfrm>
            <a:custGeom>
              <a:rect b="b" l="l" r="r" t="t"/>
              <a:pathLst>
                <a:path extrusionOk="0" fill="none" h="73042" w="158484">
                  <a:moveTo>
                    <a:pt x="0" y="1"/>
                  </a:moveTo>
                  <a:cubicBezTo>
                    <a:pt x="4894" y="2858"/>
                    <a:pt x="10000" y="5168"/>
                    <a:pt x="15076" y="7630"/>
                  </a:cubicBezTo>
                  <a:cubicBezTo>
                    <a:pt x="22402" y="11217"/>
                    <a:pt x="20639" y="16992"/>
                    <a:pt x="23435" y="22980"/>
                  </a:cubicBezTo>
                  <a:cubicBezTo>
                    <a:pt x="25685" y="27813"/>
                    <a:pt x="29910" y="33041"/>
                    <a:pt x="31460" y="37934"/>
                  </a:cubicBezTo>
                  <a:cubicBezTo>
                    <a:pt x="32858" y="42372"/>
                    <a:pt x="29940" y="51096"/>
                    <a:pt x="35867" y="53558"/>
                  </a:cubicBezTo>
                  <a:cubicBezTo>
                    <a:pt x="43618" y="56749"/>
                    <a:pt x="52433" y="48937"/>
                    <a:pt x="56779" y="43831"/>
                  </a:cubicBezTo>
                  <a:cubicBezTo>
                    <a:pt x="65746" y="33314"/>
                    <a:pt x="71552" y="36901"/>
                    <a:pt x="81886" y="43466"/>
                  </a:cubicBezTo>
                  <a:cubicBezTo>
                    <a:pt x="87965" y="47327"/>
                    <a:pt x="95412" y="47752"/>
                    <a:pt x="102707" y="49454"/>
                  </a:cubicBezTo>
                  <a:cubicBezTo>
                    <a:pt x="108148" y="50700"/>
                    <a:pt x="107905" y="54226"/>
                    <a:pt x="108452" y="58725"/>
                  </a:cubicBezTo>
                  <a:cubicBezTo>
                    <a:pt x="109182" y="64226"/>
                    <a:pt x="112130" y="69910"/>
                    <a:pt x="117571" y="71187"/>
                  </a:cubicBezTo>
                  <a:cubicBezTo>
                    <a:pt x="125626" y="73041"/>
                    <a:pt x="134410" y="64895"/>
                    <a:pt x="142100" y="66688"/>
                  </a:cubicBezTo>
                  <a:cubicBezTo>
                    <a:pt x="146751" y="67783"/>
                    <a:pt x="153590" y="72828"/>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2"/>
            <p:cNvSpPr/>
            <p:nvPr/>
          </p:nvSpPr>
          <p:spPr>
            <a:xfrm>
              <a:off x="2975000" y="442550"/>
              <a:ext cx="3962850" cy="1818450"/>
            </a:xfrm>
            <a:custGeom>
              <a:rect b="b" l="l" r="r" t="t"/>
              <a:pathLst>
                <a:path extrusionOk="0" fill="none" h="72738" w="158514">
                  <a:moveTo>
                    <a:pt x="0" y="1"/>
                  </a:moveTo>
                  <a:cubicBezTo>
                    <a:pt x="4924" y="2827"/>
                    <a:pt x="10122" y="5077"/>
                    <a:pt x="15259" y="7387"/>
                  </a:cubicBezTo>
                  <a:cubicBezTo>
                    <a:pt x="22432" y="10609"/>
                    <a:pt x="22159" y="15594"/>
                    <a:pt x="24317" y="22007"/>
                  </a:cubicBezTo>
                  <a:cubicBezTo>
                    <a:pt x="26171" y="27630"/>
                    <a:pt x="29332" y="32402"/>
                    <a:pt x="31733" y="37418"/>
                  </a:cubicBezTo>
                  <a:cubicBezTo>
                    <a:pt x="33831" y="41764"/>
                    <a:pt x="30669" y="50305"/>
                    <a:pt x="36657" y="52615"/>
                  </a:cubicBezTo>
                  <a:cubicBezTo>
                    <a:pt x="44955" y="55868"/>
                    <a:pt x="53162" y="47630"/>
                    <a:pt x="57782" y="42068"/>
                  </a:cubicBezTo>
                  <a:cubicBezTo>
                    <a:pt x="66476" y="31551"/>
                    <a:pt x="73315" y="37022"/>
                    <a:pt x="82950" y="43193"/>
                  </a:cubicBezTo>
                  <a:cubicBezTo>
                    <a:pt x="88695" y="46871"/>
                    <a:pt x="96142" y="47813"/>
                    <a:pt x="103194" y="49333"/>
                  </a:cubicBezTo>
                  <a:cubicBezTo>
                    <a:pt x="108726" y="50488"/>
                    <a:pt x="108634" y="53740"/>
                    <a:pt x="109151" y="58390"/>
                  </a:cubicBezTo>
                  <a:cubicBezTo>
                    <a:pt x="109789" y="63862"/>
                    <a:pt x="112464" y="69211"/>
                    <a:pt x="117996" y="70427"/>
                  </a:cubicBezTo>
                  <a:cubicBezTo>
                    <a:pt x="125778" y="72129"/>
                    <a:pt x="135018" y="64439"/>
                    <a:pt x="142434" y="66506"/>
                  </a:cubicBezTo>
                  <a:cubicBezTo>
                    <a:pt x="146994" y="67752"/>
                    <a:pt x="153650" y="72737"/>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a:off x="2975000" y="442550"/>
              <a:ext cx="3962850" cy="1816175"/>
            </a:xfrm>
            <a:custGeom>
              <a:rect b="b" l="l" r="r" t="t"/>
              <a:pathLst>
                <a:path extrusionOk="0" fill="none" h="72647" w="158514">
                  <a:moveTo>
                    <a:pt x="0" y="1"/>
                  </a:moveTo>
                  <a:cubicBezTo>
                    <a:pt x="4985" y="2797"/>
                    <a:pt x="10244" y="4985"/>
                    <a:pt x="15441" y="7144"/>
                  </a:cubicBezTo>
                  <a:cubicBezTo>
                    <a:pt x="22341" y="10031"/>
                    <a:pt x="23648" y="14621"/>
                    <a:pt x="25259" y="21034"/>
                  </a:cubicBezTo>
                  <a:cubicBezTo>
                    <a:pt x="26688" y="26809"/>
                    <a:pt x="28572" y="31977"/>
                    <a:pt x="31885" y="36992"/>
                  </a:cubicBezTo>
                  <a:cubicBezTo>
                    <a:pt x="34742" y="41278"/>
                    <a:pt x="31429" y="49606"/>
                    <a:pt x="37478" y="51825"/>
                  </a:cubicBezTo>
                  <a:cubicBezTo>
                    <a:pt x="46171" y="55017"/>
                    <a:pt x="54469" y="46202"/>
                    <a:pt x="58755" y="40305"/>
                  </a:cubicBezTo>
                  <a:cubicBezTo>
                    <a:pt x="66232" y="30001"/>
                    <a:pt x="76415" y="38025"/>
                    <a:pt x="84044" y="42889"/>
                  </a:cubicBezTo>
                  <a:cubicBezTo>
                    <a:pt x="89546" y="46384"/>
                    <a:pt x="96841" y="47874"/>
                    <a:pt x="103680" y="49211"/>
                  </a:cubicBezTo>
                  <a:cubicBezTo>
                    <a:pt x="109242" y="50305"/>
                    <a:pt x="109364" y="53254"/>
                    <a:pt x="109850" y="58026"/>
                  </a:cubicBezTo>
                  <a:cubicBezTo>
                    <a:pt x="110397" y="63436"/>
                    <a:pt x="112829" y="68482"/>
                    <a:pt x="118422" y="69667"/>
                  </a:cubicBezTo>
                  <a:cubicBezTo>
                    <a:pt x="125930" y="71278"/>
                    <a:pt x="135626" y="64044"/>
                    <a:pt x="142708" y="66293"/>
                  </a:cubicBezTo>
                  <a:cubicBezTo>
                    <a:pt x="147176" y="67692"/>
                    <a:pt x="153681" y="7264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2"/>
            <p:cNvSpPr/>
            <p:nvPr/>
          </p:nvSpPr>
          <p:spPr>
            <a:xfrm>
              <a:off x="2975000" y="442550"/>
              <a:ext cx="3962850" cy="1813875"/>
            </a:xfrm>
            <a:custGeom>
              <a:rect b="b" l="l" r="r" t="t"/>
              <a:pathLst>
                <a:path extrusionOk="0" fill="none" h="72555" w="158514">
                  <a:moveTo>
                    <a:pt x="0" y="1"/>
                  </a:moveTo>
                  <a:cubicBezTo>
                    <a:pt x="5015" y="2767"/>
                    <a:pt x="10335" y="4894"/>
                    <a:pt x="15624" y="6931"/>
                  </a:cubicBezTo>
                  <a:cubicBezTo>
                    <a:pt x="22189" y="9423"/>
                    <a:pt x="24925" y="13648"/>
                    <a:pt x="26262" y="20031"/>
                  </a:cubicBezTo>
                  <a:cubicBezTo>
                    <a:pt x="27508" y="25958"/>
                    <a:pt x="27843" y="31582"/>
                    <a:pt x="31916" y="36597"/>
                  </a:cubicBezTo>
                  <a:cubicBezTo>
                    <a:pt x="35290" y="40731"/>
                    <a:pt x="32432" y="49150"/>
                    <a:pt x="38299" y="51096"/>
                  </a:cubicBezTo>
                  <a:cubicBezTo>
                    <a:pt x="47326" y="54105"/>
                    <a:pt x="55138" y="44804"/>
                    <a:pt x="59758" y="38512"/>
                  </a:cubicBezTo>
                  <a:cubicBezTo>
                    <a:pt x="66901" y="28816"/>
                    <a:pt x="78512" y="38512"/>
                    <a:pt x="85139" y="42585"/>
                  </a:cubicBezTo>
                  <a:cubicBezTo>
                    <a:pt x="90397" y="45807"/>
                    <a:pt x="97510" y="47995"/>
                    <a:pt x="104105" y="49120"/>
                  </a:cubicBezTo>
                  <a:cubicBezTo>
                    <a:pt x="109698" y="50062"/>
                    <a:pt x="109729" y="52707"/>
                    <a:pt x="110580" y="57691"/>
                  </a:cubicBezTo>
                  <a:cubicBezTo>
                    <a:pt x="111461" y="63071"/>
                    <a:pt x="112829" y="67692"/>
                    <a:pt x="118878" y="68938"/>
                  </a:cubicBezTo>
                  <a:cubicBezTo>
                    <a:pt x="126082" y="70427"/>
                    <a:pt x="136234" y="63649"/>
                    <a:pt x="143012" y="66111"/>
                  </a:cubicBezTo>
                  <a:cubicBezTo>
                    <a:pt x="147359" y="67661"/>
                    <a:pt x="153742" y="7255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2"/>
            <p:cNvSpPr/>
            <p:nvPr/>
          </p:nvSpPr>
          <p:spPr>
            <a:xfrm>
              <a:off x="2975000" y="442550"/>
              <a:ext cx="3962850" cy="1804000"/>
            </a:xfrm>
            <a:custGeom>
              <a:rect b="b" l="l" r="r" t="t"/>
              <a:pathLst>
                <a:path extrusionOk="0" fill="none" h="72160" w="158514">
                  <a:moveTo>
                    <a:pt x="0" y="1"/>
                  </a:moveTo>
                  <a:cubicBezTo>
                    <a:pt x="5076" y="2736"/>
                    <a:pt x="10456" y="4803"/>
                    <a:pt x="15806" y="6688"/>
                  </a:cubicBezTo>
                  <a:cubicBezTo>
                    <a:pt x="22037" y="8876"/>
                    <a:pt x="26049" y="12767"/>
                    <a:pt x="27326" y="18967"/>
                  </a:cubicBezTo>
                  <a:cubicBezTo>
                    <a:pt x="28542" y="24925"/>
                    <a:pt x="27326" y="31126"/>
                    <a:pt x="31855" y="36202"/>
                  </a:cubicBezTo>
                  <a:cubicBezTo>
                    <a:pt x="35381" y="40153"/>
                    <a:pt x="33618" y="48725"/>
                    <a:pt x="39150" y="50457"/>
                  </a:cubicBezTo>
                  <a:cubicBezTo>
                    <a:pt x="48329" y="53314"/>
                    <a:pt x="55746" y="42919"/>
                    <a:pt x="60792" y="36810"/>
                  </a:cubicBezTo>
                  <a:cubicBezTo>
                    <a:pt x="67995" y="28086"/>
                    <a:pt x="80032" y="38360"/>
                    <a:pt x="86263" y="42159"/>
                  </a:cubicBezTo>
                  <a:cubicBezTo>
                    <a:pt x="91430" y="45320"/>
                    <a:pt x="98057" y="48056"/>
                    <a:pt x="104561" y="48998"/>
                  </a:cubicBezTo>
                  <a:cubicBezTo>
                    <a:pt x="115747" y="50700"/>
                    <a:pt x="107692" y="65898"/>
                    <a:pt x="119303" y="68178"/>
                  </a:cubicBezTo>
                  <a:cubicBezTo>
                    <a:pt x="126294" y="69576"/>
                    <a:pt x="136872" y="63254"/>
                    <a:pt x="143316" y="65898"/>
                  </a:cubicBezTo>
                  <a:cubicBezTo>
                    <a:pt x="147784" y="67752"/>
                    <a:pt x="153407" y="7216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2"/>
            <p:cNvSpPr/>
            <p:nvPr/>
          </p:nvSpPr>
          <p:spPr>
            <a:xfrm>
              <a:off x="2975000" y="442550"/>
              <a:ext cx="3962100" cy="1802475"/>
            </a:xfrm>
            <a:custGeom>
              <a:rect b="b" l="l" r="r" t="t"/>
              <a:pathLst>
                <a:path extrusionOk="0" fill="none" h="72099" w="158484">
                  <a:moveTo>
                    <a:pt x="0" y="1"/>
                  </a:moveTo>
                  <a:cubicBezTo>
                    <a:pt x="5107" y="2706"/>
                    <a:pt x="10760" y="4590"/>
                    <a:pt x="15958" y="6444"/>
                  </a:cubicBezTo>
                  <a:cubicBezTo>
                    <a:pt x="21764" y="8511"/>
                    <a:pt x="26931" y="11733"/>
                    <a:pt x="28390" y="17843"/>
                  </a:cubicBezTo>
                  <a:cubicBezTo>
                    <a:pt x="29788" y="23740"/>
                    <a:pt x="26900" y="30579"/>
                    <a:pt x="31672" y="35867"/>
                  </a:cubicBezTo>
                  <a:cubicBezTo>
                    <a:pt x="35107" y="39636"/>
                    <a:pt x="34925" y="48390"/>
                    <a:pt x="40001" y="49849"/>
                  </a:cubicBezTo>
                  <a:cubicBezTo>
                    <a:pt x="49302" y="52494"/>
                    <a:pt x="56415" y="40761"/>
                    <a:pt x="61886" y="35320"/>
                  </a:cubicBezTo>
                  <a:cubicBezTo>
                    <a:pt x="69211" y="28025"/>
                    <a:pt x="81278" y="37873"/>
                    <a:pt x="87327" y="41612"/>
                  </a:cubicBezTo>
                  <a:cubicBezTo>
                    <a:pt x="92585" y="44864"/>
                    <a:pt x="98421" y="48117"/>
                    <a:pt x="104926" y="48968"/>
                  </a:cubicBezTo>
                  <a:cubicBezTo>
                    <a:pt x="116385" y="50457"/>
                    <a:pt x="108239" y="65442"/>
                    <a:pt x="119759" y="67509"/>
                  </a:cubicBezTo>
                  <a:cubicBezTo>
                    <a:pt x="126659" y="68725"/>
                    <a:pt x="137298" y="62980"/>
                    <a:pt x="143559" y="65716"/>
                  </a:cubicBezTo>
                  <a:cubicBezTo>
                    <a:pt x="147936" y="67631"/>
                    <a:pt x="153407" y="72099"/>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2"/>
            <p:cNvSpPr/>
            <p:nvPr/>
          </p:nvSpPr>
          <p:spPr>
            <a:xfrm>
              <a:off x="2975000" y="442550"/>
              <a:ext cx="3962850" cy="1800200"/>
            </a:xfrm>
            <a:custGeom>
              <a:rect b="b" l="l" r="r" t="t"/>
              <a:pathLst>
                <a:path extrusionOk="0" fill="none" h="72008" w="158514">
                  <a:moveTo>
                    <a:pt x="0" y="1"/>
                  </a:moveTo>
                  <a:cubicBezTo>
                    <a:pt x="5167" y="2645"/>
                    <a:pt x="10821" y="4499"/>
                    <a:pt x="16140" y="6201"/>
                  </a:cubicBezTo>
                  <a:cubicBezTo>
                    <a:pt x="21976" y="8055"/>
                    <a:pt x="27630" y="11065"/>
                    <a:pt x="29484" y="16657"/>
                  </a:cubicBezTo>
                  <a:cubicBezTo>
                    <a:pt x="31308" y="22159"/>
                    <a:pt x="26748" y="29940"/>
                    <a:pt x="31521" y="35442"/>
                  </a:cubicBezTo>
                  <a:cubicBezTo>
                    <a:pt x="34621" y="38998"/>
                    <a:pt x="36414" y="48147"/>
                    <a:pt x="40913" y="49211"/>
                  </a:cubicBezTo>
                  <a:cubicBezTo>
                    <a:pt x="50244" y="51430"/>
                    <a:pt x="56749" y="38846"/>
                    <a:pt x="63041" y="34044"/>
                  </a:cubicBezTo>
                  <a:cubicBezTo>
                    <a:pt x="70731" y="28147"/>
                    <a:pt x="82190" y="36992"/>
                    <a:pt x="88391" y="40943"/>
                  </a:cubicBezTo>
                  <a:cubicBezTo>
                    <a:pt x="93862" y="44409"/>
                    <a:pt x="98695" y="48147"/>
                    <a:pt x="105352" y="48907"/>
                  </a:cubicBezTo>
                  <a:cubicBezTo>
                    <a:pt x="117024" y="50184"/>
                    <a:pt x="108786" y="64834"/>
                    <a:pt x="120276" y="66780"/>
                  </a:cubicBezTo>
                  <a:cubicBezTo>
                    <a:pt x="126993" y="67904"/>
                    <a:pt x="137784" y="62585"/>
                    <a:pt x="143863" y="65533"/>
                  </a:cubicBezTo>
                  <a:cubicBezTo>
                    <a:pt x="148149" y="67570"/>
                    <a:pt x="153468" y="72008"/>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2"/>
            <p:cNvSpPr/>
            <p:nvPr/>
          </p:nvSpPr>
          <p:spPr>
            <a:xfrm>
              <a:off x="2975000" y="442550"/>
              <a:ext cx="3963625" cy="1798675"/>
            </a:xfrm>
            <a:custGeom>
              <a:rect b="b" l="l" r="r" t="t"/>
              <a:pathLst>
                <a:path extrusionOk="0" fill="none" h="71947" w="158545">
                  <a:moveTo>
                    <a:pt x="0" y="1"/>
                  </a:moveTo>
                  <a:cubicBezTo>
                    <a:pt x="5198" y="2615"/>
                    <a:pt x="10912" y="4408"/>
                    <a:pt x="16323" y="5958"/>
                  </a:cubicBezTo>
                  <a:cubicBezTo>
                    <a:pt x="22067" y="7630"/>
                    <a:pt x="28147" y="10365"/>
                    <a:pt x="30578" y="15472"/>
                  </a:cubicBezTo>
                  <a:cubicBezTo>
                    <a:pt x="33192" y="20974"/>
                    <a:pt x="26931" y="29059"/>
                    <a:pt x="31369" y="35047"/>
                  </a:cubicBezTo>
                  <a:cubicBezTo>
                    <a:pt x="33831" y="38390"/>
                    <a:pt x="37904" y="47904"/>
                    <a:pt x="41825" y="48542"/>
                  </a:cubicBezTo>
                  <a:cubicBezTo>
                    <a:pt x="50883" y="50062"/>
                    <a:pt x="57296" y="36931"/>
                    <a:pt x="64257" y="33010"/>
                  </a:cubicBezTo>
                  <a:cubicBezTo>
                    <a:pt x="72160" y="28512"/>
                    <a:pt x="83102" y="35928"/>
                    <a:pt x="89424" y="40153"/>
                  </a:cubicBezTo>
                  <a:cubicBezTo>
                    <a:pt x="94804" y="43740"/>
                    <a:pt x="98877" y="48208"/>
                    <a:pt x="105747" y="48846"/>
                  </a:cubicBezTo>
                  <a:cubicBezTo>
                    <a:pt x="117601" y="49971"/>
                    <a:pt x="109425" y="64257"/>
                    <a:pt x="120793" y="66081"/>
                  </a:cubicBezTo>
                  <a:cubicBezTo>
                    <a:pt x="127419" y="67144"/>
                    <a:pt x="138270" y="62281"/>
                    <a:pt x="144167" y="65351"/>
                  </a:cubicBezTo>
                  <a:cubicBezTo>
                    <a:pt x="148362" y="67540"/>
                    <a:pt x="153529" y="71947"/>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2"/>
            <p:cNvSpPr/>
            <p:nvPr/>
          </p:nvSpPr>
          <p:spPr>
            <a:xfrm>
              <a:off x="2975000" y="442550"/>
              <a:ext cx="3962850" cy="1795650"/>
            </a:xfrm>
            <a:custGeom>
              <a:rect b="b" l="l" r="r" t="t"/>
              <a:pathLst>
                <a:path extrusionOk="0" fill="none" h="71826" w="158514">
                  <a:moveTo>
                    <a:pt x="0" y="1"/>
                  </a:moveTo>
                  <a:cubicBezTo>
                    <a:pt x="5259" y="2584"/>
                    <a:pt x="10973" y="4317"/>
                    <a:pt x="16475" y="5745"/>
                  </a:cubicBezTo>
                  <a:cubicBezTo>
                    <a:pt x="22250" y="7235"/>
                    <a:pt x="28542" y="9788"/>
                    <a:pt x="31581" y="14195"/>
                  </a:cubicBezTo>
                  <a:cubicBezTo>
                    <a:pt x="35168" y="19332"/>
                    <a:pt x="27326" y="28238"/>
                    <a:pt x="31247" y="34560"/>
                  </a:cubicBezTo>
                  <a:cubicBezTo>
                    <a:pt x="33253" y="37782"/>
                    <a:pt x="39150" y="47418"/>
                    <a:pt x="42737" y="47722"/>
                  </a:cubicBezTo>
                  <a:cubicBezTo>
                    <a:pt x="51612" y="48482"/>
                    <a:pt x="57752" y="35229"/>
                    <a:pt x="65412" y="32129"/>
                  </a:cubicBezTo>
                  <a:cubicBezTo>
                    <a:pt x="73588" y="28816"/>
                    <a:pt x="84044" y="34804"/>
                    <a:pt x="90275" y="39302"/>
                  </a:cubicBezTo>
                  <a:cubicBezTo>
                    <a:pt x="95351" y="42980"/>
                    <a:pt x="98938" y="48269"/>
                    <a:pt x="106081" y="48816"/>
                  </a:cubicBezTo>
                  <a:cubicBezTo>
                    <a:pt x="111704" y="49241"/>
                    <a:pt x="112981" y="50670"/>
                    <a:pt x="114136" y="56111"/>
                  </a:cubicBezTo>
                  <a:cubicBezTo>
                    <a:pt x="115139" y="60792"/>
                    <a:pt x="115321" y="64470"/>
                    <a:pt x="121279" y="65381"/>
                  </a:cubicBezTo>
                  <a:cubicBezTo>
                    <a:pt x="127784" y="66385"/>
                    <a:pt x="138696" y="61947"/>
                    <a:pt x="144410" y="65169"/>
                  </a:cubicBezTo>
                  <a:cubicBezTo>
                    <a:pt x="148483" y="67448"/>
                    <a:pt x="153529" y="7182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2"/>
            <p:cNvSpPr/>
            <p:nvPr/>
          </p:nvSpPr>
          <p:spPr>
            <a:xfrm>
              <a:off x="2975000" y="442550"/>
              <a:ext cx="3962850" cy="1794125"/>
            </a:xfrm>
            <a:custGeom>
              <a:rect b="b" l="l" r="r" t="t"/>
              <a:pathLst>
                <a:path extrusionOk="0" fill="none" h="71765" w="158514">
                  <a:moveTo>
                    <a:pt x="0" y="1"/>
                  </a:moveTo>
                  <a:cubicBezTo>
                    <a:pt x="5319" y="2554"/>
                    <a:pt x="11064" y="4226"/>
                    <a:pt x="16627" y="5502"/>
                  </a:cubicBezTo>
                  <a:cubicBezTo>
                    <a:pt x="22523" y="6840"/>
                    <a:pt x="28663" y="9302"/>
                    <a:pt x="32554" y="12919"/>
                  </a:cubicBezTo>
                  <a:cubicBezTo>
                    <a:pt x="36931" y="17022"/>
                    <a:pt x="28906" y="28268"/>
                    <a:pt x="31247" y="33983"/>
                  </a:cubicBezTo>
                  <a:cubicBezTo>
                    <a:pt x="32615" y="37326"/>
                    <a:pt x="40031" y="46658"/>
                    <a:pt x="43679" y="46719"/>
                  </a:cubicBezTo>
                  <a:cubicBezTo>
                    <a:pt x="52433" y="46810"/>
                    <a:pt x="58117" y="33861"/>
                    <a:pt x="66628" y="31430"/>
                  </a:cubicBezTo>
                  <a:cubicBezTo>
                    <a:pt x="75108" y="28998"/>
                    <a:pt x="85078" y="33709"/>
                    <a:pt x="91066" y="38451"/>
                  </a:cubicBezTo>
                  <a:cubicBezTo>
                    <a:pt x="95899" y="42250"/>
                    <a:pt x="98847" y="48482"/>
                    <a:pt x="106446" y="48785"/>
                  </a:cubicBezTo>
                  <a:cubicBezTo>
                    <a:pt x="119030" y="49272"/>
                    <a:pt x="110853" y="62950"/>
                    <a:pt x="121826" y="64743"/>
                  </a:cubicBezTo>
                  <a:cubicBezTo>
                    <a:pt x="128088" y="65746"/>
                    <a:pt x="139121" y="61612"/>
                    <a:pt x="144684" y="64986"/>
                  </a:cubicBezTo>
                  <a:cubicBezTo>
                    <a:pt x="148666" y="67388"/>
                    <a:pt x="153559" y="7176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2"/>
            <p:cNvSpPr/>
            <p:nvPr/>
          </p:nvSpPr>
          <p:spPr>
            <a:xfrm>
              <a:off x="2975000" y="442550"/>
              <a:ext cx="3962850" cy="1791075"/>
            </a:xfrm>
            <a:custGeom>
              <a:rect b="b" l="l" r="r" t="t"/>
              <a:pathLst>
                <a:path extrusionOk="0" fill="none" h="71643" w="158514">
                  <a:moveTo>
                    <a:pt x="0" y="1"/>
                  </a:moveTo>
                  <a:cubicBezTo>
                    <a:pt x="5319" y="2523"/>
                    <a:pt x="11155" y="4134"/>
                    <a:pt x="16779" y="5259"/>
                  </a:cubicBezTo>
                  <a:cubicBezTo>
                    <a:pt x="22736" y="6475"/>
                    <a:pt x="29302" y="9058"/>
                    <a:pt x="33405" y="11672"/>
                  </a:cubicBezTo>
                  <a:cubicBezTo>
                    <a:pt x="37660" y="14378"/>
                    <a:pt x="30821" y="28968"/>
                    <a:pt x="31399" y="33314"/>
                  </a:cubicBezTo>
                  <a:cubicBezTo>
                    <a:pt x="31885" y="36931"/>
                    <a:pt x="40578" y="45624"/>
                    <a:pt x="44651" y="45472"/>
                  </a:cubicBezTo>
                  <a:cubicBezTo>
                    <a:pt x="53101" y="45168"/>
                    <a:pt x="58421" y="32828"/>
                    <a:pt x="67874" y="30852"/>
                  </a:cubicBezTo>
                  <a:cubicBezTo>
                    <a:pt x="76658" y="29028"/>
                    <a:pt x="86233" y="32706"/>
                    <a:pt x="91856" y="37509"/>
                  </a:cubicBezTo>
                  <a:cubicBezTo>
                    <a:pt x="96476" y="41491"/>
                    <a:pt x="98908" y="48542"/>
                    <a:pt x="106780" y="48755"/>
                  </a:cubicBezTo>
                  <a:cubicBezTo>
                    <a:pt x="112647" y="48907"/>
                    <a:pt x="114045" y="50184"/>
                    <a:pt x="115565" y="55503"/>
                  </a:cubicBezTo>
                  <a:cubicBezTo>
                    <a:pt x="116841" y="60062"/>
                    <a:pt x="116628" y="63132"/>
                    <a:pt x="122404" y="64044"/>
                  </a:cubicBezTo>
                  <a:cubicBezTo>
                    <a:pt x="128544" y="65047"/>
                    <a:pt x="139486" y="61278"/>
                    <a:pt x="144957" y="64804"/>
                  </a:cubicBezTo>
                  <a:cubicBezTo>
                    <a:pt x="148818" y="67296"/>
                    <a:pt x="153559" y="71643"/>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2"/>
            <p:cNvSpPr/>
            <p:nvPr/>
          </p:nvSpPr>
          <p:spPr>
            <a:xfrm>
              <a:off x="2975000" y="442550"/>
              <a:ext cx="3962100" cy="1789575"/>
            </a:xfrm>
            <a:custGeom>
              <a:rect b="b" l="l" r="r" t="t"/>
              <a:pathLst>
                <a:path extrusionOk="0" fill="none" h="71583" w="158484">
                  <a:moveTo>
                    <a:pt x="0" y="1"/>
                  </a:moveTo>
                  <a:cubicBezTo>
                    <a:pt x="5380" y="2463"/>
                    <a:pt x="11216" y="4043"/>
                    <a:pt x="16900" y="5016"/>
                  </a:cubicBezTo>
                  <a:cubicBezTo>
                    <a:pt x="22797" y="6049"/>
                    <a:pt x="29058" y="8724"/>
                    <a:pt x="34135" y="10457"/>
                  </a:cubicBezTo>
                  <a:cubicBezTo>
                    <a:pt x="39667" y="12372"/>
                    <a:pt x="32037" y="28846"/>
                    <a:pt x="31855" y="32463"/>
                  </a:cubicBezTo>
                  <a:cubicBezTo>
                    <a:pt x="31672" y="36597"/>
                    <a:pt x="40852" y="44712"/>
                    <a:pt x="45503" y="44074"/>
                  </a:cubicBezTo>
                  <a:cubicBezTo>
                    <a:pt x="54165" y="42889"/>
                    <a:pt x="59606" y="32038"/>
                    <a:pt x="69090" y="30335"/>
                  </a:cubicBezTo>
                  <a:cubicBezTo>
                    <a:pt x="77479" y="28846"/>
                    <a:pt x="87388" y="31703"/>
                    <a:pt x="92646" y="36566"/>
                  </a:cubicBezTo>
                  <a:cubicBezTo>
                    <a:pt x="97084" y="40670"/>
                    <a:pt x="98908" y="48634"/>
                    <a:pt x="107084" y="48725"/>
                  </a:cubicBezTo>
                  <a:cubicBezTo>
                    <a:pt x="112890" y="48816"/>
                    <a:pt x="114501" y="49910"/>
                    <a:pt x="116203" y="55229"/>
                  </a:cubicBezTo>
                  <a:cubicBezTo>
                    <a:pt x="117571" y="59606"/>
                    <a:pt x="117297" y="62555"/>
                    <a:pt x="122951" y="63436"/>
                  </a:cubicBezTo>
                  <a:cubicBezTo>
                    <a:pt x="129030" y="64378"/>
                    <a:pt x="139851" y="60944"/>
                    <a:pt x="145200" y="64622"/>
                  </a:cubicBezTo>
                  <a:cubicBezTo>
                    <a:pt x="148939" y="67205"/>
                    <a:pt x="153590" y="7158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2"/>
            <p:cNvSpPr/>
            <p:nvPr/>
          </p:nvSpPr>
          <p:spPr>
            <a:xfrm>
              <a:off x="2975000" y="442550"/>
              <a:ext cx="3962850" cy="1785000"/>
            </a:xfrm>
            <a:custGeom>
              <a:rect b="b" l="l" r="r" t="t"/>
              <a:pathLst>
                <a:path extrusionOk="0" fill="none" h="71400" w="158514">
                  <a:moveTo>
                    <a:pt x="0" y="1"/>
                  </a:moveTo>
                  <a:cubicBezTo>
                    <a:pt x="5411" y="2432"/>
                    <a:pt x="11307" y="3952"/>
                    <a:pt x="17052" y="4803"/>
                  </a:cubicBezTo>
                  <a:cubicBezTo>
                    <a:pt x="22949" y="5685"/>
                    <a:pt x="29028" y="8967"/>
                    <a:pt x="34682" y="9362"/>
                  </a:cubicBezTo>
                  <a:cubicBezTo>
                    <a:pt x="42007" y="9849"/>
                    <a:pt x="33557" y="28360"/>
                    <a:pt x="32858" y="31065"/>
                  </a:cubicBezTo>
                  <a:cubicBezTo>
                    <a:pt x="31308" y="36931"/>
                    <a:pt x="41095" y="43801"/>
                    <a:pt x="46141" y="42676"/>
                  </a:cubicBezTo>
                  <a:cubicBezTo>
                    <a:pt x="54925" y="40761"/>
                    <a:pt x="60731" y="31703"/>
                    <a:pt x="70245" y="29819"/>
                  </a:cubicBezTo>
                  <a:cubicBezTo>
                    <a:pt x="78451" y="28177"/>
                    <a:pt x="88573" y="30731"/>
                    <a:pt x="93497" y="35563"/>
                  </a:cubicBezTo>
                  <a:cubicBezTo>
                    <a:pt x="97753" y="39728"/>
                    <a:pt x="98969" y="48725"/>
                    <a:pt x="107419" y="48755"/>
                  </a:cubicBezTo>
                  <a:cubicBezTo>
                    <a:pt x="113163" y="48755"/>
                    <a:pt x="115018" y="49667"/>
                    <a:pt x="116872" y="54956"/>
                  </a:cubicBezTo>
                  <a:cubicBezTo>
                    <a:pt x="118331" y="59181"/>
                    <a:pt x="118027" y="61977"/>
                    <a:pt x="123559" y="62798"/>
                  </a:cubicBezTo>
                  <a:cubicBezTo>
                    <a:pt x="129638" y="63710"/>
                    <a:pt x="140459" y="60579"/>
                    <a:pt x="145504" y="64470"/>
                  </a:cubicBezTo>
                  <a:cubicBezTo>
                    <a:pt x="148939" y="67144"/>
                    <a:pt x="153802" y="7140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2"/>
            <p:cNvSpPr/>
            <p:nvPr/>
          </p:nvSpPr>
          <p:spPr>
            <a:xfrm>
              <a:off x="2975000" y="442550"/>
              <a:ext cx="3962100" cy="1781975"/>
            </a:xfrm>
            <a:custGeom>
              <a:rect b="b" l="l" r="r" t="t"/>
              <a:pathLst>
                <a:path extrusionOk="0" fill="none" h="71279" w="158484">
                  <a:moveTo>
                    <a:pt x="0" y="1"/>
                  </a:moveTo>
                  <a:cubicBezTo>
                    <a:pt x="5471" y="2402"/>
                    <a:pt x="11247" y="3922"/>
                    <a:pt x="17174" y="4560"/>
                  </a:cubicBezTo>
                  <a:cubicBezTo>
                    <a:pt x="23253" y="5198"/>
                    <a:pt x="29514" y="8420"/>
                    <a:pt x="35107" y="8177"/>
                  </a:cubicBezTo>
                  <a:cubicBezTo>
                    <a:pt x="44044" y="7782"/>
                    <a:pt x="35290" y="26718"/>
                    <a:pt x="34256" y="29089"/>
                  </a:cubicBezTo>
                  <a:cubicBezTo>
                    <a:pt x="31369" y="35959"/>
                    <a:pt x="40578" y="42980"/>
                    <a:pt x="46658" y="41247"/>
                  </a:cubicBezTo>
                  <a:cubicBezTo>
                    <a:pt x="55533" y="38785"/>
                    <a:pt x="61947" y="31490"/>
                    <a:pt x="71369" y="29180"/>
                  </a:cubicBezTo>
                  <a:cubicBezTo>
                    <a:pt x="79424" y="27174"/>
                    <a:pt x="89819" y="29697"/>
                    <a:pt x="94470" y="34439"/>
                  </a:cubicBezTo>
                  <a:cubicBezTo>
                    <a:pt x="98482" y="38573"/>
                    <a:pt x="99090" y="48785"/>
                    <a:pt x="107753" y="48694"/>
                  </a:cubicBezTo>
                  <a:cubicBezTo>
                    <a:pt x="113407" y="48634"/>
                    <a:pt x="115504" y="49424"/>
                    <a:pt x="117510" y="54652"/>
                  </a:cubicBezTo>
                  <a:cubicBezTo>
                    <a:pt x="119060" y="58694"/>
                    <a:pt x="118665" y="61400"/>
                    <a:pt x="124167" y="62160"/>
                  </a:cubicBezTo>
                  <a:cubicBezTo>
                    <a:pt x="130246" y="62980"/>
                    <a:pt x="140793" y="60245"/>
                    <a:pt x="145717" y="64257"/>
                  </a:cubicBezTo>
                  <a:cubicBezTo>
                    <a:pt x="149061" y="66962"/>
                    <a:pt x="153802" y="71278"/>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2"/>
            <p:cNvSpPr/>
            <p:nvPr/>
          </p:nvSpPr>
          <p:spPr>
            <a:xfrm>
              <a:off x="2975000" y="442550"/>
              <a:ext cx="3962850" cy="1781200"/>
            </a:xfrm>
            <a:custGeom>
              <a:rect b="b" l="l" r="r" t="t"/>
              <a:pathLst>
                <a:path extrusionOk="0" fill="none" h="71248" w="158514">
                  <a:moveTo>
                    <a:pt x="0" y="1"/>
                  </a:moveTo>
                  <a:cubicBezTo>
                    <a:pt x="5502" y="2371"/>
                    <a:pt x="11338" y="3830"/>
                    <a:pt x="17326" y="4347"/>
                  </a:cubicBezTo>
                  <a:cubicBezTo>
                    <a:pt x="23405" y="4833"/>
                    <a:pt x="29484" y="7478"/>
                    <a:pt x="35381" y="7083"/>
                  </a:cubicBezTo>
                  <a:cubicBezTo>
                    <a:pt x="46171" y="6384"/>
                    <a:pt x="37660" y="22007"/>
                    <a:pt x="36080" y="26718"/>
                  </a:cubicBezTo>
                  <a:cubicBezTo>
                    <a:pt x="34560" y="31247"/>
                    <a:pt x="33192" y="34591"/>
                    <a:pt x="37387" y="37934"/>
                  </a:cubicBezTo>
                  <a:cubicBezTo>
                    <a:pt x="40062" y="40032"/>
                    <a:pt x="43983" y="40913"/>
                    <a:pt x="47144" y="39940"/>
                  </a:cubicBezTo>
                  <a:cubicBezTo>
                    <a:pt x="52007" y="38421"/>
                    <a:pt x="55959" y="34864"/>
                    <a:pt x="60548" y="32524"/>
                  </a:cubicBezTo>
                  <a:cubicBezTo>
                    <a:pt x="64409" y="30579"/>
                    <a:pt x="68360" y="29758"/>
                    <a:pt x="72403" y="28512"/>
                  </a:cubicBezTo>
                  <a:cubicBezTo>
                    <a:pt x="80275" y="26080"/>
                    <a:pt x="91187" y="28724"/>
                    <a:pt x="95503" y="33314"/>
                  </a:cubicBezTo>
                  <a:cubicBezTo>
                    <a:pt x="99303" y="37296"/>
                    <a:pt x="99212" y="48877"/>
                    <a:pt x="108118" y="48694"/>
                  </a:cubicBezTo>
                  <a:cubicBezTo>
                    <a:pt x="113589" y="48573"/>
                    <a:pt x="115990" y="49302"/>
                    <a:pt x="118148" y="54409"/>
                  </a:cubicBezTo>
                  <a:cubicBezTo>
                    <a:pt x="119820" y="58299"/>
                    <a:pt x="119364" y="60974"/>
                    <a:pt x="124805" y="61612"/>
                  </a:cubicBezTo>
                  <a:cubicBezTo>
                    <a:pt x="130519" y="62281"/>
                    <a:pt x="141249" y="59819"/>
                    <a:pt x="145991" y="64135"/>
                  </a:cubicBezTo>
                  <a:cubicBezTo>
                    <a:pt x="149213" y="67023"/>
                    <a:pt x="153863" y="71248"/>
                    <a:pt x="158514" y="68695"/>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2"/>
            <p:cNvSpPr/>
            <p:nvPr/>
          </p:nvSpPr>
          <p:spPr>
            <a:xfrm>
              <a:off x="2975000" y="442550"/>
              <a:ext cx="3962100" cy="1777400"/>
            </a:xfrm>
            <a:custGeom>
              <a:rect b="b" l="l" r="r" t="t"/>
              <a:pathLst>
                <a:path extrusionOk="0" fill="none" h="71096" w="158484">
                  <a:moveTo>
                    <a:pt x="0" y="1"/>
                  </a:moveTo>
                  <a:cubicBezTo>
                    <a:pt x="5532" y="2341"/>
                    <a:pt x="11429" y="3739"/>
                    <a:pt x="17447" y="4104"/>
                  </a:cubicBezTo>
                  <a:cubicBezTo>
                    <a:pt x="23496" y="4469"/>
                    <a:pt x="29484" y="6596"/>
                    <a:pt x="35533" y="6049"/>
                  </a:cubicBezTo>
                  <a:cubicBezTo>
                    <a:pt x="47357" y="4955"/>
                    <a:pt x="40822" y="16809"/>
                    <a:pt x="38208" y="23983"/>
                  </a:cubicBezTo>
                  <a:cubicBezTo>
                    <a:pt x="36657" y="28329"/>
                    <a:pt x="33557" y="33253"/>
                    <a:pt x="37691" y="36962"/>
                  </a:cubicBezTo>
                  <a:cubicBezTo>
                    <a:pt x="40244" y="39272"/>
                    <a:pt x="44591" y="39636"/>
                    <a:pt x="47661" y="38603"/>
                  </a:cubicBezTo>
                  <a:cubicBezTo>
                    <a:pt x="52646" y="36931"/>
                    <a:pt x="56901" y="33557"/>
                    <a:pt x="61764" y="31460"/>
                  </a:cubicBezTo>
                  <a:cubicBezTo>
                    <a:pt x="65533" y="29819"/>
                    <a:pt x="69576" y="29150"/>
                    <a:pt x="73375" y="27721"/>
                  </a:cubicBezTo>
                  <a:cubicBezTo>
                    <a:pt x="80974" y="24864"/>
                    <a:pt x="92464" y="27721"/>
                    <a:pt x="96659" y="32068"/>
                  </a:cubicBezTo>
                  <a:cubicBezTo>
                    <a:pt x="100884" y="36445"/>
                    <a:pt x="98634" y="48512"/>
                    <a:pt x="108452" y="48664"/>
                  </a:cubicBezTo>
                  <a:cubicBezTo>
                    <a:pt x="114014" y="48755"/>
                    <a:pt x="116416" y="49150"/>
                    <a:pt x="118756" y="54105"/>
                  </a:cubicBezTo>
                  <a:cubicBezTo>
                    <a:pt x="120550" y="57874"/>
                    <a:pt x="120002" y="60488"/>
                    <a:pt x="125413" y="61035"/>
                  </a:cubicBezTo>
                  <a:cubicBezTo>
                    <a:pt x="131158" y="61643"/>
                    <a:pt x="141553" y="59454"/>
                    <a:pt x="146234" y="63922"/>
                  </a:cubicBezTo>
                  <a:cubicBezTo>
                    <a:pt x="149334" y="66871"/>
                    <a:pt x="153894" y="71096"/>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2"/>
            <p:cNvSpPr/>
            <p:nvPr/>
          </p:nvSpPr>
          <p:spPr>
            <a:xfrm>
              <a:off x="2975000" y="442550"/>
              <a:ext cx="3962850" cy="1775125"/>
            </a:xfrm>
            <a:custGeom>
              <a:rect b="b" l="l" r="r" t="t"/>
              <a:pathLst>
                <a:path extrusionOk="0" fill="none" h="71005" w="158514">
                  <a:moveTo>
                    <a:pt x="0" y="1"/>
                  </a:moveTo>
                  <a:cubicBezTo>
                    <a:pt x="5593" y="2311"/>
                    <a:pt x="11520" y="3648"/>
                    <a:pt x="17569" y="3861"/>
                  </a:cubicBezTo>
                  <a:cubicBezTo>
                    <a:pt x="23587" y="4074"/>
                    <a:pt x="29636" y="5837"/>
                    <a:pt x="35594" y="5046"/>
                  </a:cubicBezTo>
                  <a:cubicBezTo>
                    <a:pt x="47569" y="3466"/>
                    <a:pt x="43800" y="12280"/>
                    <a:pt x="40578" y="20974"/>
                  </a:cubicBezTo>
                  <a:cubicBezTo>
                    <a:pt x="39059" y="25107"/>
                    <a:pt x="34773" y="31916"/>
                    <a:pt x="38268" y="35867"/>
                  </a:cubicBezTo>
                  <a:cubicBezTo>
                    <a:pt x="40548" y="38451"/>
                    <a:pt x="45381" y="38208"/>
                    <a:pt x="48238" y="37296"/>
                  </a:cubicBezTo>
                  <a:cubicBezTo>
                    <a:pt x="53405" y="35624"/>
                    <a:pt x="57965" y="32281"/>
                    <a:pt x="63102" y="30366"/>
                  </a:cubicBezTo>
                  <a:cubicBezTo>
                    <a:pt x="66780" y="28968"/>
                    <a:pt x="70701" y="28420"/>
                    <a:pt x="74257" y="26840"/>
                  </a:cubicBezTo>
                  <a:cubicBezTo>
                    <a:pt x="81552" y="23588"/>
                    <a:pt x="94075" y="26779"/>
                    <a:pt x="97935" y="30791"/>
                  </a:cubicBezTo>
                  <a:cubicBezTo>
                    <a:pt x="101887" y="34895"/>
                    <a:pt x="98938" y="48542"/>
                    <a:pt x="108817" y="48664"/>
                  </a:cubicBezTo>
                  <a:cubicBezTo>
                    <a:pt x="114227" y="48694"/>
                    <a:pt x="116872" y="49029"/>
                    <a:pt x="119364" y="53801"/>
                  </a:cubicBezTo>
                  <a:cubicBezTo>
                    <a:pt x="121249" y="57448"/>
                    <a:pt x="120702" y="60032"/>
                    <a:pt x="126021" y="60518"/>
                  </a:cubicBezTo>
                  <a:cubicBezTo>
                    <a:pt x="131826" y="61035"/>
                    <a:pt x="141857" y="59120"/>
                    <a:pt x="146507" y="63771"/>
                  </a:cubicBezTo>
                  <a:cubicBezTo>
                    <a:pt x="149456" y="66719"/>
                    <a:pt x="153924" y="7100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2"/>
            <p:cNvSpPr/>
            <p:nvPr/>
          </p:nvSpPr>
          <p:spPr>
            <a:xfrm>
              <a:off x="2975000" y="442550"/>
              <a:ext cx="3962850" cy="1772850"/>
            </a:xfrm>
            <a:custGeom>
              <a:rect b="b" l="l" r="r" t="t"/>
              <a:pathLst>
                <a:path extrusionOk="0" fill="none" h="70914" w="158514">
                  <a:moveTo>
                    <a:pt x="0" y="1"/>
                  </a:moveTo>
                  <a:cubicBezTo>
                    <a:pt x="5623" y="2280"/>
                    <a:pt x="11611" y="3526"/>
                    <a:pt x="17690" y="3648"/>
                  </a:cubicBezTo>
                  <a:cubicBezTo>
                    <a:pt x="23648" y="3709"/>
                    <a:pt x="29636" y="5016"/>
                    <a:pt x="35563" y="4104"/>
                  </a:cubicBezTo>
                  <a:cubicBezTo>
                    <a:pt x="47022" y="2371"/>
                    <a:pt x="46627" y="7843"/>
                    <a:pt x="43101" y="17812"/>
                  </a:cubicBezTo>
                  <a:cubicBezTo>
                    <a:pt x="41733" y="21612"/>
                    <a:pt x="36232" y="30670"/>
                    <a:pt x="39028" y="34621"/>
                  </a:cubicBezTo>
                  <a:cubicBezTo>
                    <a:pt x="41004" y="37387"/>
                    <a:pt x="46293" y="36901"/>
                    <a:pt x="48968" y="35989"/>
                  </a:cubicBezTo>
                  <a:cubicBezTo>
                    <a:pt x="57235" y="33071"/>
                    <a:pt x="67235" y="29667"/>
                    <a:pt x="75108" y="25867"/>
                  </a:cubicBezTo>
                  <a:cubicBezTo>
                    <a:pt x="82008" y="22524"/>
                    <a:pt x="95655" y="25746"/>
                    <a:pt x="99303" y="29484"/>
                  </a:cubicBezTo>
                  <a:cubicBezTo>
                    <a:pt x="103042" y="33284"/>
                    <a:pt x="99546" y="48573"/>
                    <a:pt x="109242" y="48573"/>
                  </a:cubicBezTo>
                  <a:cubicBezTo>
                    <a:pt x="114379" y="48573"/>
                    <a:pt x="117328" y="48968"/>
                    <a:pt x="119942" y="53527"/>
                  </a:cubicBezTo>
                  <a:cubicBezTo>
                    <a:pt x="121948" y="57023"/>
                    <a:pt x="121340" y="59606"/>
                    <a:pt x="126629" y="60032"/>
                  </a:cubicBezTo>
                  <a:cubicBezTo>
                    <a:pt x="132495" y="60488"/>
                    <a:pt x="142130" y="58725"/>
                    <a:pt x="146751" y="63558"/>
                  </a:cubicBezTo>
                  <a:cubicBezTo>
                    <a:pt x="149608" y="66567"/>
                    <a:pt x="153985" y="70913"/>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2"/>
            <p:cNvSpPr/>
            <p:nvPr/>
          </p:nvSpPr>
          <p:spPr>
            <a:xfrm>
              <a:off x="2975000" y="442550"/>
              <a:ext cx="3962100" cy="1769800"/>
            </a:xfrm>
            <a:custGeom>
              <a:rect b="b" l="l" r="r" t="t"/>
              <a:pathLst>
                <a:path extrusionOk="0" fill="none" h="70792" w="158484">
                  <a:moveTo>
                    <a:pt x="0" y="1"/>
                  </a:moveTo>
                  <a:cubicBezTo>
                    <a:pt x="5654" y="2280"/>
                    <a:pt x="11703" y="3435"/>
                    <a:pt x="17812" y="3405"/>
                  </a:cubicBezTo>
                  <a:cubicBezTo>
                    <a:pt x="23709" y="3344"/>
                    <a:pt x="29606" y="4165"/>
                    <a:pt x="35502" y="3192"/>
                  </a:cubicBezTo>
                  <a:cubicBezTo>
                    <a:pt x="37660" y="2858"/>
                    <a:pt x="42463" y="1976"/>
                    <a:pt x="44621" y="2949"/>
                  </a:cubicBezTo>
                  <a:cubicBezTo>
                    <a:pt x="49545" y="5168"/>
                    <a:pt x="46840" y="10913"/>
                    <a:pt x="45624" y="14742"/>
                  </a:cubicBezTo>
                  <a:cubicBezTo>
                    <a:pt x="43557" y="21369"/>
                    <a:pt x="34135" y="40001"/>
                    <a:pt x="49819" y="34652"/>
                  </a:cubicBezTo>
                  <a:cubicBezTo>
                    <a:pt x="58299" y="31734"/>
                    <a:pt x="67935" y="28177"/>
                    <a:pt x="76050" y="24864"/>
                  </a:cubicBezTo>
                  <a:cubicBezTo>
                    <a:pt x="83072" y="21977"/>
                    <a:pt x="96051" y="24347"/>
                    <a:pt x="100762" y="28117"/>
                  </a:cubicBezTo>
                  <a:cubicBezTo>
                    <a:pt x="105716" y="32098"/>
                    <a:pt x="98908" y="48299"/>
                    <a:pt x="109698" y="48482"/>
                  </a:cubicBezTo>
                  <a:cubicBezTo>
                    <a:pt x="114653" y="48573"/>
                    <a:pt x="117753" y="48846"/>
                    <a:pt x="120458" y="53254"/>
                  </a:cubicBezTo>
                  <a:cubicBezTo>
                    <a:pt x="122586" y="56628"/>
                    <a:pt x="121948" y="59242"/>
                    <a:pt x="127176" y="59576"/>
                  </a:cubicBezTo>
                  <a:cubicBezTo>
                    <a:pt x="133133" y="60001"/>
                    <a:pt x="142404" y="58360"/>
                    <a:pt x="146963" y="63375"/>
                  </a:cubicBezTo>
                  <a:cubicBezTo>
                    <a:pt x="149699" y="66385"/>
                    <a:pt x="153985" y="70792"/>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2"/>
            <p:cNvSpPr/>
            <p:nvPr/>
          </p:nvSpPr>
          <p:spPr>
            <a:xfrm>
              <a:off x="2975000" y="442550"/>
              <a:ext cx="3963625" cy="1767525"/>
            </a:xfrm>
            <a:custGeom>
              <a:rect b="b" l="l" r="r" t="t"/>
              <a:pathLst>
                <a:path extrusionOk="0" fill="none" h="70701" w="158545">
                  <a:moveTo>
                    <a:pt x="0" y="1"/>
                  </a:moveTo>
                  <a:cubicBezTo>
                    <a:pt x="5715" y="2250"/>
                    <a:pt x="11794" y="3314"/>
                    <a:pt x="17934" y="3192"/>
                  </a:cubicBezTo>
                  <a:cubicBezTo>
                    <a:pt x="23770" y="2979"/>
                    <a:pt x="29575" y="3314"/>
                    <a:pt x="35411" y="2341"/>
                  </a:cubicBezTo>
                  <a:cubicBezTo>
                    <a:pt x="44439" y="791"/>
                    <a:pt x="50518" y="2371"/>
                    <a:pt x="48147" y="11916"/>
                  </a:cubicBezTo>
                  <a:cubicBezTo>
                    <a:pt x="46627" y="18086"/>
                    <a:pt x="34894" y="38725"/>
                    <a:pt x="50883" y="33253"/>
                  </a:cubicBezTo>
                  <a:cubicBezTo>
                    <a:pt x="59697" y="30244"/>
                    <a:pt x="68482" y="26688"/>
                    <a:pt x="77418" y="23922"/>
                  </a:cubicBezTo>
                  <a:cubicBezTo>
                    <a:pt x="84227" y="21794"/>
                    <a:pt x="97601" y="22585"/>
                    <a:pt x="102312" y="26779"/>
                  </a:cubicBezTo>
                  <a:cubicBezTo>
                    <a:pt x="107510" y="31399"/>
                    <a:pt x="99394" y="48056"/>
                    <a:pt x="110276" y="48330"/>
                  </a:cubicBezTo>
                  <a:cubicBezTo>
                    <a:pt x="115200" y="48451"/>
                    <a:pt x="117966" y="49181"/>
                    <a:pt x="120945" y="52889"/>
                  </a:cubicBezTo>
                  <a:cubicBezTo>
                    <a:pt x="123376" y="55928"/>
                    <a:pt x="122464" y="58877"/>
                    <a:pt x="127784" y="59150"/>
                  </a:cubicBezTo>
                  <a:cubicBezTo>
                    <a:pt x="133711" y="59454"/>
                    <a:pt x="142769" y="58026"/>
                    <a:pt x="147267" y="63223"/>
                  </a:cubicBezTo>
                  <a:cubicBezTo>
                    <a:pt x="149881" y="66202"/>
                    <a:pt x="154076" y="70701"/>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2"/>
            <p:cNvSpPr/>
            <p:nvPr/>
          </p:nvSpPr>
          <p:spPr>
            <a:xfrm>
              <a:off x="2975000" y="442550"/>
              <a:ext cx="3962850" cy="1765250"/>
            </a:xfrm>
            <a:custGeom>
              <a:rect b="b" l="l" r="r" t="t"/>
              <a:pathLst>
                <a:path extrusionOk="0" fill="none" h="70610" w="158514">
                  <a:moveTo>
                    <a:pt x="0" y="1"/>
                  </a:moveTo>
                  <a:cubicBezTo>
                    <a:pt x="5745" y="2219"/>
                    <a:pt x="11885" y="3223"/>
                    <a:pt x="18025" y="2949"/>
                  </a:cubicBezTo>
                  <a:cubicBezTo>
                    <a:pt x="23800" y="2645"/>
                    <a:pt x="29514" y="2493"/>
                    <a:pt x="35259" y="1490"/>
                  </a:cubicBezTo>
                  <a:cubicBezTo>
                    <a:pt x="38056" y="1004"/>
                    <a:pt x="42189" y="396"/>
                    <a:pt x="44986" y="1064"/>
                  </a:cubicBezTo>
                  <a:cubicBezTo>
                    <a:pt x="50183" y="2280"/>
                    <a:pt x="51065" y="4803"/>
                    <a:pt x="50487" y="9454"/>
                  </a:cubicBezTo>
                  <a:cubicBezTo>
                    <a:pt x="49728" y="14986"/>
                    <a:pt x="36627" y="36870"/>
                    <a:pt x="52068" y="31825"/>
                  </a:cubicBezTo>
                  <a:cubicBezTo>
                    <a:pt x="60944" y="28937"/>
                    <a:pt x="69910" y="25533"/>
                    <a:pt x="79029" y="23010"/>
                  </a:cubicBezTo>
                  <a:cubicBezTo>
                    <a:pt x="86111" y="21095"/>
                    <a:pt x="98969" y="21551"/>
                    <a:pt x="103893" y="25472"/>
                  </a:cubicBezTo>
                  <a:cubicBezTo>
                    <a:pt x="109212" y="29697"/>
                    <a:pt x="100093" y="47661"/>
                    <a:pt x="110823" y="48147"/>
                  </a:cubicBezTo>
                  <a:cubicBezTo>
                    <a:pt x="115595" y="48360"/>
                    <a:pt x="118422" y="49120"/>
                    <a:pt x="121431" y="52646"/>
                  </a:cubicBezTo>
                  <a:cubicBezTo>
                    <a:pt x="123923" y="55594"/>
                    <a:pt x="123103" y="58542"/>
                    <a:pt x="128300" y="58786"/>
                  </a:cubicBezTo>
                  <a:cubicBezTo>
                    <a:pt x="134288" y="59059"/>
                    <a:pt x="143042" y="57783"/>
                    <a:pt x="147480" y="63041"/>
                  </a:cubicBezTo>
                  <a:cubicBezTo>
                    <a:pt x="150003" y="65989"/>
                    <a:pt x="154076" y="7061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2"/>
            <p:cNvSpPr/>
            <p:nvPr/>
          </p:nvSpPr>
          <p:spPr>
            <a:xfrm>
              <a:off x="2975000" y="428125"/>
              <a:ext cx="3962850" cy="1777400"/>
            </a:xfrm>
            <a:custGeom>
              <a:rect b="b" l="l" r="r" t="t"/>
              <a:pathLst>
                <a:path extrusionOk="0" fill="none" h="71096" w="158514">
                  <a:moveTo>
                    <a:pt x="0" y="578"/>
                  </a:moveTo>
                  <a:cubicBezTo>
                    <a:pt x="5715" y="2705"/>
                    <a:pt x="12128" y="3769"/>
                    <a:pt x="18146" y="3313"/>
                  </a:cubicBezTo>
                  <a:cubicBezTo>
                    <a:pt x="23861" y="2888"/>
                    <a:pt x="29484" y="2219"/>
                    <a:pt x="35138" y="1246"/>
                  </a:cubicBezTo>
                  <a:cubicBezTo>
                    <a:pt x="42554" y="0"/>
                    <a:pt x="52281" y="1489"/>
                    <a:pt x="52585" y="7994"/>
                  </a:cubicBezTo>
                  <a:cubicBezTo>
                    <a:pt x="52767" y="12523"/>
                    <a:pt x="39211" y="35350"/>
                    <a:pt x="53436" y="30882"/>
                  </a:cubicBezTo>
                  <a:cubicBezTo>
                    <a:pt x="62372" y="28086"/>
                    <a:pt x="71673" y="25137"/>
                    <a:pt x="80914" y="22736"/>
                  </a:cubicBezTo>
                  <a:cubicBezTo>
                    <a:pt x="88604" y="20760"/>
                    <a:pt x="100032" y="21551"/>
                    <a:pt x="105443" y="24803"/>
                  </a:cubicBezTo>
                  <a:cubicBezTo>
                    <a:pt x="111674" y="28511"/>
                    <a:pt x="99941" y="47508"/>
                    <a:pt x="111431" y="48511"/>
                  </a:cubicBezTo>
                  <a:cubicBezTo>
                    <a:pt x="116081" y="48937"/>
                    <a:pt x="118847" y="49606"/>
                    <a:pt x="121887" y="52980"/>
                  </a:cubicBezTo>
                  <a:cubicBezTo>
                    <a:pt x="124440" y="55837"/>
                    <a:pt x="123741" y="58785"/>
                    <a:pt x="128787" y="58998"/>
                  </a:cubicBezTo>
                  <a:cubicBezTo>
                    <a:pt x="134836" y="59271"/>
                    <a:pt x="143316" y="58147"/>
                    <a:pt x="147723" y="63436"/>
                  </a:cubicBezTo>
                  <a:cubicBezTo>
                    <a:pt x="150125" y="66323"/>
                    <a:pt x="154106" y="71095"/>
                    <a:pt x="158514" y="6924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2"/>
            <p:cNvSpPr/>
            <p:nvPr/>
          </p:nvSpPr>
          <p:spPr>
            <a:xfrm>
              <a:off x="2975000" y="412925"/>
              <a:ext cx="3962850" cy="1789550"/>
            </a:xfrm>
            <a:custGeom>
              <a:rect b="b" l="l" r="r" t="t"/>
              <a:pathLst>
                <a:path extrusionOk="0" fill="none" h="71582" w="158514">
                  <a:moveTo>
                    <a:pt x="0" y="1186"/>
                  </a:moveTo>
                  <a:cubicBezTo>
                    <a:pt x="5745" y="3283"/>
                    <a:pt x="12219" y="4286"/>
                    <a:pt x="18238" y="3678"/>
                  </a:cubicBezTo>
                  <a:cubicBezTo>
                    <a:pt x="23891" y="3131"/>
                    <a:pt x="29454" y="1976"/>
                    <a:pt x="35046" y="1034"/>
                  </a:cubicBezTo>
                  <a:cubicBezTo>
                    <a:pt x="41308" y="0"/>
                    <a:pt x="52980" y="638"/>
                    <a:pt x="54317" y="7082"/>
                  </a:cubicBezTo>
                  <a:cubicBezTo>
                    <a:pt x="55260" y="11672"/>
                    <a:pt x="42159" y="33557"/>
                    <a:pt x="54895" y="29879"/>
                  </a:cubicBezTo>
                  <a:cubicBezTo>
                    <a:pt x="64044" y="27204"/>
                    <a:pt x="73588" y="24864"/>
                    <a:pt x="82950" y="22523"/>
                  </a:cubicBezTo>
                  <a:cubicBezTo>
                    <a:pt x="90488" y="20608"/>
                    <a:pt x="101248" y="21186"/>
                    <a:pt x="106932" y="24256"/>
                  </a:cubicBezTo>
                  <a:cubicBezTo>
                    <a:pt x="113862" y="27964"/>
                    <a:pt x="100762" y="47478"/>
                    <a:pt x="112069" y="48876"/>
                  </a:cubicBezTo>
                  <a:cubicBezTo>
                    <a:pt x="116264" y="49363"/>
                    <a:pt x="119729" y="49879"/>
                    <a:pt x="122343" y="53344"/>
                  </a:cubicBezTo>
                  <a:cubicBezTo>
                    <a:pt x="124562" y="56354"/>
                    <a:pt x="124653" y="59089"/>
                    <a:pt x="129273" y="59272"/>
                  </a:cubicBezTo>
                  <a:cubicBezTo>
                    <a:pt x="135352" y="59545"/>
                    <a:pt x="143620" y="58603"/>
                    <a:pt x="147936" y="63861"/>
                  </a:cubicBezTo>
                  <a:cubicBezTo>
                    <a:pt x="150277" y="66688"/>
                    <a:pt x="154137" y="71582"/>
                    <a:pt x="158514" y="6984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2"/>
            <p:cNvSpPr/>
            <p:nvPr/>
          </p:nvSpPr>
          <p:spPr>
            <a:xfrm>
              <a:off x="2975000" y="386325"/>
              <a:ext cx="3962850" cy="1813875"/>
            </a:xfrm>
            <a:custGeom>
              <a:rect b="b" l="l" r="r" t="t"/>
              <a:pathLst>
                <a:path extrusionOk="0" fill="none" h="72555" w="158514">
                  <a:moveTo>
                    <a:pt x="0" y="2250"/>
                  </a:moveTo>
                  <a:cubicBezTo>
                    <a:pt x="5806" y="4286"/>
                    <a:pt x="12371" y="5259"/>
                    <a:pt x="18390" y="4529"/>
                  </a:cubicBezTo>
                  <a:cubicBezTo>
                    <a:pt x="23982" y="3830"/>
                    <a:pt x="29423" y="2250"/>
                    <a:pt x="35046" y="1307"/>
                  </a:cubicBezTo>
                  <a:cubicBezTo>
                    <a:pt x="42767" y="0"/>
                    <a:pt x="52402" y="2067"/>
                    <a:pt x="55685" y="7174"/>
                  </a:cubicBezTo>
                  <a:cubicBezTo>
                    <a:pt x="57570" y="10183"/>
                    <a:pt x="46658" y="32159"/>
                    <a:pt x="56719" y="29271"/>
                  </a:cubicBezTo>
                  <a:cubicBezTo>
                    <a:pt x="65442" y="26748"/>
                    <a:pt x="75746" y="25077"/>
                    <a:pt x="85139" y="22736"/>
                  </a:cubicBezTo>
                  <a:cubicBezTo>
                    <a:pt x="92494" y="20882"/>
                    <a:pt x="102099" y="21338"/>
                    <a:pt x="108300" y="24317"/>
                  </a:cubicBezTo>
                  <a:cubicBezTo>
                    <a:pt x="116477" y="28207"/>
                    <a:pt x="101765" y="47873"/>
                    <a:pt x="112799" y="49636"/>
                  </a:cubicBezTo>
                  <a:cubicBezTo>
                    <a:pt x="116780" y="50275"/>
                    <a:pt x="120215" y="50852"/>
                    <a:pt x="122768" y="54165"/>
                  </a:cubicBezTo>
                  <a:cubicBezTo>
                    <a:pt x="125048" y="57083"/>
                    <a:pt x="125200" y="59849"/>
                    <a:pt x="129729" y="60032"/>
                  </a:cubicBezTo>
                  <a:cubicBezTo>
                    <a:pt x="135839" y="60336"/>
                    <a:pt x="143893" y="59545"/>
                    <a:pt x="148179" y="64773"/>
                  </a:cubicBezTo>
                  <a:cubicBezTo>
                    <a:pt x="150459" y="67539"/>
                    <a:pt x="154167" y="72555"/>
                    <a:pt x="158514" y="7091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2"/>
            <p:cNvSpPr/>
            <p:nvPr/>
          </p:nvSpPr>
          <p:spPr>
            <a:xfrm>
              <a:off x="2975000" y="367325"/>
              <a:ext cx="3962850" cy="1829825"/>
            </a:xfrm>
            <a:custGeom>
              <a:rect b="b" l="l" r="r" t="t"/>
              <a:pathLst>
                <a:path extrusionOk="0" fill="none" h="73193" w="158514">
                  <a:moveTo>
                    <a:pt x="0" y="3010"/>
                  </a:moveTo>
                  <a:cubicBezTo>
                    <a:pt x="5836" y="5016"/>
                    <a:pt x="12432" y="5897"/>
                    <a:pt x="18481" y="5046"/>
                  </a:cubicBezTo>
                  <a:cubicBezTo>
                    <a:pt x="24104" y="4286"/>
                    <a:pt x="29514" y="2067"/>
                    <a:pt x="35077" y="1216"/>
                  </a:cubicBezTo>
                  <a:cubicBezTo>
                    <a:pt x="43010" y="0"/>
                    <a:pt x="51703" y="2584"/>
                    <a:pt x="56719" y="7447"/>
                  </a:cubicBezTo>
                  <a:cubicBezTo>
                    <a:pt x="60123" y="10791"/>
                    <a:pt x="50335" y="30396"/>
                    <a:pt x="58998" y="28360"/>
                  </a:cubicBezTo>
                  <a:cubicBezTo>
                    <a:pt x="67722" y="26293"/>
                    <a:pt x="78056" y="25016"/>
                    <a:pt x="87357" y="22615"/>
                  </a:cubicBezTo>
                  <a:cubicBezTo>
                    <a:pt x="94531" y="20761"/>
                    <a:pt x="103224" y="21065"/>
                    <a:pt x="109546" y="24104"/>
                  </a:cubicBezTo>
                  <a:cubicBezTo>
                    <a:pt x="118209" y="28268"/>
                    <a:pt x="103376" y="47965"/>
                    <a:pt x="113559" y="50062"/>
                  </a:cubicBezTo>
                  <a:cubicBezTo>
                    <a:pt x="117328" y="50822"/>
                    <a:pt x="120671" y="51551"/>
                    <a:pt x="123194" y="54682"/>
                  </a:cubicBezTo>
                  <a:cubicBezTo>
                    <a:pt x="125474" y="57539"/>
                    <a:pt x="125717" y="60305"/>
                    <a:pt x="130155" y="60518"/>
                  </a:cubicBezTo>
                  <a:cubicBezTo>
                    <a:pt x="136295" y="60852"/>
                    <a:pt x="144137" y="60214"/>
                    <a:pt x="148392" y="65381"/>
                  </a:cubicBezTo>
                  <a:cubicBezTo>
                    <a:pt x="150611" y="68056"/>
                    <a:pt x="154228" y="73193"/>
                    <a:pt x="158514" y="7167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2"/>
            <p:cNvSpPr/>
            <p:nvPr/>
          </p:nvSpPr>
          <p:spPr>
            <a:xfrm>
              <a:off x="2975000" y="347575"/>
              <a:ext cx="3962850" cy="1845775"/>
            </a:xfrm>
            <a:custGeom>
              <a:rect b="b" l="l" r="r" t="t"/>
              <a:pathLst>
                <a:path extrusionOk="0" fill="none" h="73831" w="158514">
                  <a:moveTo>
                    <a:pt x="0" y="3800"/>
                  </a:moveTo>
                  <a:cubicBezTo>
                    <a:pt x="5867" y="5775"/>
                    <a:pt x="12554" y="6566"/>
                    <a:pt x="18602" y="5623"/>
                  </a:cubicBezTo>
                  <a:cubicBezTo>
                    <a:pt x="24256" y="4711"/>
                    <a:pt x="29575" y="1915"/>
                    <a:pt x="35229" y="1125"/>
                  </a:cubicBezTo>
                  <a:cubicBezTo>
                    <a:pt x="43284" y="0"/>
                    <a:pt x="51217" y="3404"/>
                    <a:pt x="57448" y="7903"/>
                  </a:cubicBezTo>
                  <a:cubicBezTo>
                    <a:pt x="62129" y="11247"/>
                    <a:pt x="59454" y="16353"/>
                    <a:pt x="58421" y="20852"/>
                  </a:cubicBezTo>
                  <a:cubicBezTo>
                    <a:pt x="57782" y="23587"/>
                    <a:pt x="56506" y="28420"/>
                    <a:pt x="61582" y="27599"/>
                  </a:cubicBezTo>
                  <a:cubicBezTo>
                    <a:pt x="70305" y="26171"/>
                    <a:pt x="80366" y="24925"/>
                    <a:pt x="89516" y="22493"/>
                  </a:cubicBezTo>
                  <a:cubicBezTo>
                    <a:pt x="96628" y="20639"/>
                    <a:pt x="104501" y="20700"/>
                    <a:pt x="110732" y="23952"/>
                  </a:cubicBezTo>
                  <a:cubicBezTo>
                    <a:pt x="119698" y="28663"/>
                    <a:pt x="104501" y="47600"/>
                    <a:pt x="114379" y="50487"/>
                  </a:cubicBezTo>
                  <a:cubicBezTo>
                    <a:pt x="117996" y="51551"/>
                    <a:pt x="121157" y="52250"/>
                    <a:pt x="123619" y="55229"/>
                  </a:cubicBezTo>
                  <a:cubicBezTo>
                    <a:pt x="125899" y="57995"/>
                    <a:pt x="126203" y="60791"/>
                    <a:pt x="130550" y="61065"/>
                  </a:cubicBezTo>
                  <a:cubicBezTo>
                    <a:pt x="136659" y="61399"/>
                    <a:pt x="144380" y="60913"/>
                    <a:pt x="148605" y="65989"/>
                  </a:cubicBezTo>
                  <a:cubicBezTo>
                    <a:pt x="150793" y="68603"/>
                    <a:pt x="154258" y="73831"/>
                    <a:pt x="158514" y="7246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2"/>
            <p:cNvSpPr/>
            <p:nvPr/>
          </p:nvSpPr>
          <p:spPr>
            <a:xfrm>
              <a:off x="2975000" y="324000"/>
              <a:ext cx="3962850" cy="1867075"/>
            </a:xfrm>
            <a:custGeom>
              <a:rect b="b" l="l" r="r" t="t"/>
              <a:pathLst>
                <a:path extrusionOk="0" fill="none" h="74683" w="158514">
                  <a:moveTo>
                    <a:pt x="0" y="4743"/>
                  </a:moveTo>
                  <a:cubicBezTo>
                    <a:pt x="5897" y="6688"/>
                    <a:pt x="12645" y="7387"/>
                    <a:pt x="18724" y="6323"/>
                  </a:cubicBezTo>
                  <a:cubicBezTo>
                    <a:pt x="24469" y="5290"/>
                    <a:pt x="29758" y="1977"/>
                    <a:pt x="35502" y="1156"/>
                  </a:cubicBezTo>
                  <a:cubicBezTo>
                    <a:pt x="43466" y="1"/>
                    <a:pt x="51460" y="4682"/>
                    <a:pt x="57934" y="8572"/>
                  </a:cubicBezTo>
                  <a:cubicBezTo>
                    <a:pt x="62858" y="11521"/>
                    <a:pt x="62099" y="15411"/>
                    <a:pt x="61339" y="20153"/>
                  </a:cubicBezTo>
                  <a:cubicBezTo>
                    <a:pt x="60883" y="22919"/>
                    <a:pt x="59576" y="27448"/>
                    <a:pt x="64378" y="27144"/>
                  </a:cubicBezTo>
                  <a:cubicBezTo>
                    <a:pt x="73223" y="26597"/>
                    <a:pt x="82737" y="24834"/>
                    <a:pt x="91643" y="22494"/>
                  </a:cubicBezTo>
                  <a:cubicBezTo>
                    <a:pt x="98817" y="20609"/>
                    <a:pt x="105747" y="20366"/>
                    <a:pt x="111856" y="23983"/>
                  </a:cubicBezTo>
                  <a:cubicBezTo>
                    <a:pt x="120519" y="29120"/>
                    <a:pt x="105990" y="47296"/>
                    <a:pt x="115230" y="51035"/>
                  </a:cubicBezTo>
                  <a:cubicBezTo>
                    <a:pt x="118543" y="52372"/>
                    <a:pt x="121705" y="53072"/>
                    <a:pt x="124045" y="55898"/>
                  </a:cubicBezTo>
                  <a:cubicBezTo>
                    <a:pt x="126325" y="58634"/>
                    <a:pt x="126659" y="61461"/>
                    <a:pt x="130914" y="61765"/>
                  </a:cubicBezTo>
                  <a:cubicBezTo>
                    <a:pt x="136994" y="62160"/>
                    <a:pt x="144593" y="61825"/>
                    <a:pt x="148818" y="66810"/>
                  </a:cubicBezTo>
                  <a:cubicBezTo>
                    <a:pt x="150945" y="69364"/>
                    <a:pt x="154289" y="74683"/>
                    <a:pt x="158514" y="73406"/>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2"/>
            <p:cNvSpPr/>
            <p:nvPr/>
          </p:nvSpPr>
          <p:spPr>
            <a:xfrm>
              <a:off x="2975000" y="297425"/>
              <a:ext cx="3962850" cy="1890625"/>
            </a:xfrm>
            <a:custGeom>
              <a:rect b="b" l="l" r="r" t="t"/>
              <a:pathLst>
                <a:path extrusionOk="0" fill="none" h="75625" w="158514">
                  <a:moveTo>
                    <a:pt x="0" y="5806"/>
                  </a:moveTo>
                  <a:cubicBezTo>
                    <a:pt x="5927" y="7690"/>
                    <a:pt x="12918" y="8450"/>
                    <a:pt x="18815" y="7173"/>
                  </a:cubicBezTo>
                  <a:cubicBezTo>
                    <a:pt x="24530" y="5927"/>
                    <a:pt x="30122" y="2128"/>
                    <a:pt x="35928" y="1216"/>
                  </a:cubicBezTo>
                  <a:cubicBezTo>
                    <a:pt x="43648" y="0"/>
                    <a:pt x="52494" y="5593"/>
                    <a:pt x="58178" y="9392"/>
                  </a:cubicBezTo>
                  <a:cubicBezTo>
                    <a:pt x="62585" y="12310"/>
                    <a:pt x="64226" y="14347"/>
                    <a:pt x="64074" y="19940"/>
                  </a:cubicBezTo>
                  <a:cubicBezTo>
                    <a:pt x="64014" y="22797"/>
                    <a:pt x="62828" y="26839"/>
                    <a:pt x="67296" y="27022"/>
                  </a:cubicBezTo>
                  <a:cubicBezTo>
                    <a:pt x="76081" y="27417"/>
                    <a:pt x="85199" y="24560"/>
                    <a:pt x="93589" y="22584"/>
                  </a:cubicBezTo>
                  <a:cubicBezTo>
                    <a:pt x="100975" y="20851"/>
                    <a:pt x="106598" y="19879"/>
                    <a:pt x="112920" y="24165"/>
                  </a:cubicBezTo>
                  <a:cubicBezTo>
                    <a:pt x="121188" y="29788"/>
                    <a:pt x="107753" y="47113"/>
                    <a:pt x="116142" y="51673"/>
                  </a:cubicBezTo>
                  <a:cubicBezTo>
                    <a:pt x="119030" y="53223"/>
                    <a:pt x="122221" y="54013"/>
                    <a:pt x="124501" y="56718"/>
                  </a:cubicBezTo>
                  <a:cubicBezTo>
                    <a:pt x="126781" y="59423"/>
                    <a:pt x="127115" y="62281"/>
                    <a:pt x="131279" y="62615"/>
                  </a:cubicBezTo>
                  <a:cubicBezTo>
                    <a:pt x="137358" y="63101"/>
                    <a:pt x="144836" y="62828"/>
                    <a:pt x="149030" y="67752"/>
                  </a:cubicBezTo>
                  <a:cubicBezTo>
                    <a:pt x="151158" y="70244"/>
                    <a:pt x="154350" y="75624"/>
                    <a:pt x="158514" y="7446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2"/>
            <p:cNvSpPr/>
            <p:nvPr/>
          </p:nvSpPr>
          <p:spPr>
            <a:xfrm>
              <a:off x="2975000" y="270050"/>
              <a:ext cx="3962100" cy="1914200"/>
            </a:xfrm>
            <a:custGeom>
              <a:rect b="b" l="l" r="r" t="t"/>
              <a:pathLst>
                <a:path extrusionOk="0" fill="none" h="76568" w="158484">
                  <a:moveTo>
                    <a:pt x="0" y="6901"/>
                  </a:moveTo>
                  <a:cubicBezTo>
                    <a:pt x="5988" y="8785"/>
                    <a:pt x="13040" y="9484"/>
                    <a:pt x="18937" y="8025"/>
                  </a:cubicBezTo>
                  <a:cubicBezTo>
                    <a:pt x="24803" y="6627"/>
                    <a:pt x="30396" y="2402"/>
                    <a:pt x="36414" y="1338"/>
                  </a:cubicBezTo>
                  <a:cubicBezTo>
                    <a:pt x="44013" y="1"/>
                    <a:pt x="52463" y="6688"/>
                    <a:pt x="58208" y="10244"/>
                  </a:cubicBezTo>
                  <a:cubicBezTo>
                    <a:pt x="62676" y="13010"/>
                    <a:pt x="65138" y="14925"/>
                    <a:pt x="66476" y="20092"/>
                  </a:cubicBezTo>
                  <a:cubicBezTo>
                    <a:pt x="67235" y="22980"/>
                    <a:pt x="65868" y="26536"/>
                    <a:pt x="70214" y="27144"/>
                  </a:cubicBezTo>
                  <a:cubicBezTo>
                    <a:pt x="78695" y="28329"/>
                    <a:pt x="87753" y="24104"/>
                    <a:pt x="95351" y="22646"/>
                  </a:cubicBezTo>
                  <a:cubicBezTo>
                    <a:pt x="102950" y="21187"/>
                    <a:pt x="107327" y="19150"/>
                    <a:pt x="113893" y="24408"/>
                  </a:cubicBezTo>
                  <a:cubicBezTo>
                    <a:pt x="121309" y="30366"/>
                    <a:pt x="109668" y="47023"/>
                    <a:pt x="117084" y="52251"/>
                  </a:cubicBezTo>
                  <a:cubicBezTo>
                    <a:pt x="119577" y="54014"/>
                    <a:pt x="122586" y="54956"/>
                    <a:pt x="125018" y="57418"/>
                  </a:cubicBezTo>
                  <a:cubicBezTo>
                    <a:pt x="127419" y="59880"/>
                    <a:pt x="127145" y="63011"/>
                    <a:pt x="131614" y="63436"/>
                  </a:cubicBezTo>
                  <a:cubicBezTo>
                    <a:pt x="137602" y="64014"/>
                    <a:pt x="144988" y="63832"/>
                    <a:pt x="149213" y="68695"/>
                  </a:cubicBezTo>
                  <a:cubicBezTo>
                    <a:pt x="151310" y="71126"/>
                    <a:pt x="154410" y="76567"/>
                    <a:pt x="158483" y="755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2"/>
            <p:cNvSpPr/>
            <p:nvPr/>
          </p:nvSpPr>
          <p:spPr>
            <a:xfrm>
              <a:off x="2975000" y="244975"/>
              <a:ext cx="3962100" cy="1937000"/>
            </a:xfrm>
            <a:custGeom>
              <a:rect b="b" l="l" r="r" t="t"/>
              <a:pathLst>
                <a:path extrusionOk="0" fill="none" h="77480" w="158484">
                  <a:moveTo>
                    <a:pt x="0" y="7904"/>
                  </a:moveTo>
                  <a:cubicBezTo>
                    <a:pt x="6019" y="9758"/>
                    <a:pt x="13162" y="10366"/>
                    <a:pt x="19058" y="8815"/>
                  </a:cubicBezTo>
                  <a:cubicBezTo>
                    <a:pt x="25077" y="7204"/>
                    <a:pt x="30730" y="2554"/>
                    <a:pt x="36992" y="1429"/>
                  </a:cubicBezTo>
                  <a:cubicBezTo>
                    <a:pt x="44773" y="1"/>
                    <a:pt x="52038" y="7296"/>
                    <a:pt x="58086" y="10974"/>
                  </a:cubicBezTo>
                  <a:cubicBezTo>
                    <a:pt x="62463" y="13618"/>
                    <a:pt x="66111" y="15806"/>
                    <a:pt x="68482" y="20457"/>
                  </a:cubicBezTo>
                  <a:cubicBezTo>
                    <a:pt x="69910" y="23253"/>
                    <a:pt x="69090" y="26475"/>
                    <a:pt x="73041" y="27387"/>
                  </a:cubicBezTo>
                  <a:cubicBezTo>
                    <a:pt x="81005" y="29180"/>
                    <a:pt x="90002" y="23679"/>
                    <a:pt x="96841" y="22615"/>
                  </a:cubicBezTo>
                  <a:cubicBezTo>
                    <a:pt x="104622" y="21399"/>
                    <a:pt x="107692" y="18360"/>
                    <a:pt x="114714" y="24621"/>
                  </a:cubicBezTo>
                  <a:cubicBezTo>
                    <a:pt x="121917" y="31065"/>
                    <a:pt x="111552" y="46780"/>
                    <a:pt x="118087" y="52767"/>
                  </a:cubicBezTo>
                  <a:cubicBezTo>
                    <a:pt x="120124" y="54682"/>
                    <a:pt x="123224" y="55807"/>
                    <a:pt x="125443" y="58178"/>
                  </a:cubicBezTo>
                  <a:cubicBezTo>
                    <a:pt x="127784" y="60640"/>
                    <a:pt x="127632" y="63771"/>
                    <a:pt x="131918" y="64257"/>
                  </a:cubicBezTo>
                  <a:cubicBezTo>
                    <a:pt x="137905" y="64956"/>
                    <a:pt x="145170" y="64804"/>
                    <a:pt x="149425" y="69576"/>
                  </a:cubicBezTo>
                  <a:cubicBezTo>
                    <a:pt x="151523" y="71947"/>
                    <a:pt x="154471" y="77479"/>
                    <a:pt x="158483" y="765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2"/>
            <p:cNvSpPr/>
            <p:nvPr/>
          </p:nvSpPr>
          <p:spPr>
            <a:xfrm>
              <a:off x="2975000" y="222950"/>
              <a:ext cx="3962100" cy="1955225"/>
            </a:xfrm>
            <a:custGeom>
              <a:rect b="b" l="l" r="r" t="t"/>
              <a:pathLst>
                <a:path extrusionOk="0" fill="none" h="78209" w="158484">
                  <a:moveTo>
                    <a:pt x="0" y="8785"/>
                  </a:moveTo>
                  <a:cubicBezTo>
                    <a:pt x="6079" y="10608"/>
                    <a:pt x="13313" y="11155"/>
                    <a:pt x="19180" y="9453"/>
                  </a:cubicBezTo>
                  <a:cubicBezTo>
                    <a:pt x="25289" y="7690"/>
                    <a:pt x="31125" y="2584"/>
                    <a:pt x="37569" y="1459"/>
                  </a:cubicBezTo>
                  <a:cubicBezTo>
                    <a:pt x="45776" y="0"/>
                    <a:pt x="51642" y="7630"/>
                    <a:pt x="57874" y="11520"/>
                  </a:cubicBezTo>
                  <a:cubicBezTo>
                    <a:pt x="62099" y="14134"/>
                    <a:pt x="67175" y="16596"/>
                    <a:pt x="70123" y="20882"/>
                  </a:cubicBezTo>
                  <a:cubicBezTo>
                    <a:pt x="71886" y="23466"/>
                    <a:pt x="72190" y="26688"/>
                    <a:pt x="75625" y="27569"/>
                  </a:cubicBezTo>
                  <a:cubicBezTo>
                    <a:pt x="83193" y="29484"/>
                    <a:pt x="91339" y="23374"/>
                    <a:pt x="97996" y="22371"/>
                  </a:cubicBezTo>
                  <a:cubicBezTo>
                    <a:pt x="106051" y="21186"/>
                    <a:pt x="108391" y="17630"/>
                    <a:pt x="115473" y="24773"/>
                  </a:cubicBezTo>
                  <a:cubicBezTo>
                    <a:pt x="122039" y="31369"/>
                    <a:pt x="113528" y="46475"/>
                    <a:pt x="119060" y="53101"/>
                  </a:cubicBezTo>
                  <a:cubicBezTo>
                    <a:pt x="120732" y="55107"/>
                    <a:pt x="123802" y="56475"/>
                    <a:pt x="125869" y="58785"/>
                  </a:cubicBezTo>
                  <a:cubicBezTo>
                    <a:pt x="128088" y="61247"/>
                    <a:pt x="128057" y="64348"/>
                    <a:pt x="132191" y="64925"/>
                  </a:cubicBezTo>
                  <a:cubicBezTo>
                    <a:pt x="138179" y="65746"/>
                    <a:pt x="145352" y="65594"/>
                    <a:pt x="149608" y="70305"/>
                  </a:cubicBezTo>
                  <a:cubicBezTo>
                    <a:pt x="151705" y="72615"/>
                    <a:pt x="154502" y="78208"/>
                    <a:pt x="158483" y="7744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2"/>
            <p:cNvSpPr/>
            <p:nvPr/>
          </p:nvSpPr>
          <p:spPr>
            <a:xfrm>
              <a:off x="2975000" y="197875"/>
              <a:ext cx="3962850" cy="1976500"/>
            </a:xfrm>
            <a:custGeom>
              <a:rect b="b" l="l" r="r" t="t"/>
              <a:pathLst>
                <a:path extrusionOk="0" fill="none" h="79060" w="158514">
                  <a:moveTo>
                    <a:pt x="0" y="9788"/>
                  </a:moveTo>
                  <a:cubicBezTo>
                    <a:pt x="6110" y="11551"/>
                    <a:pt x="13222" y="11824"/>
                    <a:pt x="19301" y="10244"/>
                  </a:cubicBezTo>
                  <a:cubicBezTo>
                    <a:pt x="26080" y="8450"/>
                    <a:pt x="31369" y="3040"/>
                    <a:pt x="38208" y="1642"/>
                  </a:cubicBezTo>
                  <a:cubicBezTo>
                    <a:pt x="46384" y="0"/>
                    <a:pt x="51855" y="8207"/>
                    <a:pt x="57600" y="12098"/>
                  </a:cubicBezTo>
                  <a:cubicBezTo>
                    <a:pt x="61886" y="14985"/>
                    <a:pt x="67296" y="17478"/>
                    <a:pt x="71065" y="21368"/>
                  </a:cubicBezTo>
                  <a:cubicBezTo>
                    <a:pt x="73315" y="23678"/>
                    <a:pt x="74743" y="27113"/>
                    <a:pt x="77904" y="27903"/>
                  </a:cubicBezTo>
                  <a:cubicBezTo>
                    <a:pt x="84865" y="29575"/>
                    <a:pt x="91978" y="23648"/>
                    <a:pt x="98847" y="22280"/>
                  </a:cubicBezTo>
                  <a:cubicBezTo>
                    <a:pt x="107419" y="20517"/>
                    <a:pt x="109850" y="17903"/>
                    <a:pt x="116233" y="25077"/>
                  </a:cubicBezTo>
                  <a:cubicBezTo>
                    <a:pt x="122069" y="31642"/>
                    <a:pt x="115656" y="46536"/>
                    <a:pt x="120154" y="53557"/>
                  </a:cubicBezTo>
                  <a:cubicBezTo>
                    <a:pt x="121492" y="55624"/>
                    <a:pt x="124471" y="57235"/>
                    <a:pt x="126325" y="59484"/>
                  </a:cubicBezTo>
                  <a:cubicBezTo>
                    <a:pt x="128422" y="61977"/>
                    <a:pt x="128544" y="65047"/>
                    <a:pt x="132495" y="65685"/>
                  </a:cubicBezTo>
                  <a:cubicBezTo>
                    <a:pt x="138392" y="66658"/>
                    <a:pt x="145565" y="66506"/>
                    <a:pt x="149851" y="71187"/>
                  </a:cubicBezTo>
                  <a:cubicBezTo>
                    <a:pt x="151918" y="73466"/>
                    <a:pt x="154593" y="79059"/>
                    <a:pt x="158514" y="7845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2"/>
            <p:cNvSpPr/>
            <p:nvPr/>
          </p:nvSpPr>
          <p:spPr>
            <a:xfrm>
              <a:off x="2975000" y="180400"/>
              <a:ext cx="3962850" cy="1990925"/>
            </a:xfrm>
            <a:custGeom>
              <a:rect b="b" l="l" r="r" t="t"/>
              <a:pathLst>
                <a:path extrusionOk="0" fill="none" h="79637" w="158514">
                  <a:moveTo>
                    <a:pt x="0" y="10487"/>
                  </a:moveTo>
                  <a:cubicBezTo>
                    <a:pt x="6171" y="12219"/>
                    <a:pt x="13374" y="12371"/>
                    <a:pt x="19453" y="10699"/>
                  </a:cubicBezTo>
                  <a:cubicBezTo>
                    <a:pt x="26384" y="8754"/>
                    <a:pt x="31764" y="2979"/>
                    <a:pt x="38876" y="1611"/>
                  </a:cubicBezTo>
                  <a:cubicBezTo>
                    <a:pt x="47265" y="0"/>
                    <a:pt x="51946" y="8025"/>
                    <a:pt x="57418" y="12280"/>
                  </a:cubicBezTo>
                  <a:cubicBezTo>
                    <a:pt x="61582" y="15532"/>
                    <a:pt x="67083" y="17994"/>
                    <a:pt x="71460" y="21490"/>
                  </a:cubicBezTo>
                  <a:cubicBezTo>
                    <a:pt x="74166" y="23678"/>
                    <a:pt x="76597" y="27143"/>
                    <a:pt x="79789" y="27812"/>
                  </a:cubicBezTo>
                  <a:cubicBezTo>
                    <a:pt x="86172" y="29149"/>
                    <a:pt x="92950" y="23374"/>
                    <a:pt x="99364" y="21733"/>
                  </a:cubicBezTo>
                  <a:cubicBezTo>
                    <a:pt x="107723" y="19605"/>
                    <a:pt x="111218" y="17934"/>
                    <a:pt x="117024" y="25137"/>
                  </a:cubicBezTo>
                  <a:cubicBezTo>
                    <a:pt x="122100" y="31460"/>
                    <a:pt x="117784" y="46475"/>
                    <a:pt x="121249" y="53679"/>
                  </a:cubicBezTo>
                  <a:cubicBezTo>
                    <a:pt x="122708" y="56718"/>
                    <a:pt x="129060" y="65472"/>
                    <a:pt x="132769" y="66171"/>
                  </a:cubicBezTo>
                  <a:cubicBezTo>
                    <a:pt x="138605" y="67296"/>
                    <a:pt x="145748" y="67114"/>
                    <a:pt x="150033" y="71764"/>
                  </a:cubicBezTo>
                  <a:cubicBezTo>
                    <a:pt x="152100" y="73983"/>
                    <a:pt x="154684" y="79637"/>
                    <a:pt x="158514" y="7915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2"/>
            <p:cNvSpPr/>
            <p:nvPr/>
          </p:nvSpPr>
          <p:spPr>
            <a:xfrm>
              <a:off x="2975000" y="165200"/>
              <a:ext cx="3962850" cy="2002325"/>
            </a:xfrm>
            <a:custGeom>
              <a:rect b="b" l="l" r="r" t="t"/>
              <a:pathLst>
                <a:path extrusionOk="0" fill="none" h="80093" w="158514">
                  <a:moveTo>
                    <a:pt x="0" y="11095"/>
                  </a:moveTo>
                  <a:cubicBezTo>
                    <a:pt x="6201" y="12797"/>
                    <a:pt x="13496" y="12858"/>
                    <a:pt x="19575" y="11064"/>
                  </a:cubicBezTo>
                  <a:cubicBezTo>
                    <a:pt x="26688" y="8967"/>
                    <a:pt x="32128" y="2857"/>
                    <a:pt x="39545" y="1520"/>
                  </a:cubicBezTo>
                  <a:cubicBezTo>
                    <a:pt x="47965" y="0"/>
                    <a:pt x="52402" y="7599"/>
                    <a:pt x="57326" y="12280"/>
                  </a:cubicBezTo>
                  <a:cubicBezTo>
                    <a:pt x="61096" y="15867"/>
                    <a:pt x="66840" y="18329"/>
                    <a:pt x="71491" y="21490"/>
                  </a:cubicBezTo>
                  <a:cubicBezTo>
                    <a:pt x="74470" y="23496"/>
                    <a:pt x="77600" y="26870"/>
                    <a:pt x="81157" y="27387"/>
                  </a:cubicBezTo>
                  <a:cubicBezTo>
                    <a:pt x="87449" y="28268"/>
                    <a:pt x="93832" y="22827"/>
                    <a:pt x="99607" y="21034"/>
                  </a:cubicBezTo>
                  <a:cubicBezTo>
                    <a:pt x="107814" y="18450"/>
                    <a:pt x="112677" y="17812"/>
                    <a:pt x="117875" y="25137"/>
                  </a:cubicBezTo>
                  <a:cubicBezTo>
                    <a:pt x="120306" y="28602"/>
                    <a:pt x="119364" y="34773"/>
                    <a:pt x="119759" y="39423"/>
                  </a:cubicBezTo>
                  <a:cubicBezTo>
                    <a:pt x="120185" y="44256"/>
                    <a:pt x="120914" y="49697"/>
                    <a:pt x="122343" y="53679"/>
                  </a:cubicBezTo>
                  <a:cubicBezTo>
                    <a:pt x="123498" y="56810"/>
                    <a:pt x="129425" y="65746"/>
                    <a:pt x="133042" y="66536"/>
                  </a:cubicBezTo>
                  <a:cubicBezTo>
                    <a:pt x="138817" y="67782"/>
                    <a:pt x="145930" y="67600"/>
                    <a:pt x="150246" y="72220"/>
                  </a:cubicBezTo>
                  <a:cubicBezTo>
                    <a:pt x="152313" y="74409"/>
                    <a:pt x="154745" y="80093"/>
                    <a:pt x="158514" y="7975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2"/>
            <p:cNvSpPr/>
            <p:nvPr/>
          </p:nvSpPr>
          <p:spPr>
            <a:xfrm>
              <a:off x="2975000" y="150750"/>
              <a:ext cx="3962850" cy="2014500"/>
            </a:xfrm>
            <a:custGeom>
              <a:rect b="b" l="l" r="r" t="t"/>
              <a:pathLst>
                <a:path extrusionOk="0" fill="none" h="80580" w="158514">
                  <a:moveTo>
                    <a:pt x="0" y="11673"/>
                  </a:moveTo>
                  <a:cubicBezTo>
                    <a:pt x="6262" y="13344"/>
                    <a:pt x="13830" y="13588"/>
                    <a:pt x="19727" y="11429"/>
                  </a:cubicBezTo>
                  <a:cubicBezTo>
                    <a:pt x="26566" y="8907"/>
                    <a:pt x="32767" y="2676"/>
                    <a:pt x="40244" y="1399"/>
                  </a:cubicBezTo>
                  <a:cubicBezTo>
                    <a:pt x="48573" y="1"/>
                    <a:pt x="53162" y="6900"/>
                    <a:pt x="57478" y="12159"/>
                  </a:cubicBezTo>
                  <a:cubicBezTo>
                    <a:pt x="61825" y="17417"/>
                    <a:pt x="74318" y="25807"/>
                    <a:pt x="81917" y="26749"/>
                  </a:cubicBezTo>
                  <a:cubicBezTo>
                    <a:pt x="87692" y="27448"/>
                    <a:pt x="94379" y="22159"/>
                    <a:pt x="99637" y="20244"/>
                  </a:cubicBezTo>
                  <a:cubicBezTo>
                    <a:pt x="108178" y="17144"/>
                    <a:pt x="114045" y="17873"/>
                    <a:pt x="118787" y="25199"/>
                  </a:cubicBezTo>
                  <a:cubicBezTo>
                    <a:pt x="121066" y="28694"/>
                    <a:pt x="119607" y="34895"/>
                    <a:pt x="120215" y="39515"/>
                  </a:cubicBezTo>
                  <a:cubicBezTo>
                    <a:pt x="120853" y="44348"/>
                    <a:pt x="122373" y="49394"/>
                    <a:pt x="123498" y="53649"/>
                  </a:cubicBezTo>
                  <a:cubicBezTo>
                    <a:pt x="124349" y="56962"/>
                    <a:pt x="129729" y="65989"/>
                    <a:pt x="133316" y="66871"/>
                  </a:cubicBezTo>
                  <a:cubicBezTo>
                    <a:pt x="139000" y="68300"/>
                    <a:pt x="146112" y="68087"/>
                    <a:pt x="150459" y="72677"/>
                  </a:cubicBezTo>
                  <a:cubicBezTo>
                    <a:pt x="152495" y="74835"/>
                    <a:pt x="154836" y="80579"/>
                    <a:pt x="158514" y="803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2"/>
            <p:cNvSpPr/>
            <p:nvPr/>
          </p:nvSpPr>
          <p:spPr>
            <a:xfrm>
              <a:off x="2975000" y="138600"/>
              <a:ext cx="3962100" cy="2022075"/>
            </a:xfrm>
            <a:custGeom>
              <a:rect b="b" l="l" r="r" t="t"/>
              <a:pathLst>
                <a:path extrusionOk="0" fill="none" h="80883" w="158484">
                  <a:moveTo>
                    <a:pt x="0" y="12159"/>
                  </a:moveTo>
                  <a:cubicBezTo>
                    <a:pt x="6322" y="13800"/>
                    <a:pt x="13952" y="13952"/>
                    <a:pt x="19849" y="11672"/>
                  </a:cubicBezTo>
                  <a:cubicBezTo>
                    <a:pt x="26900" y="8937"/>
                    <a:pt x="33162" y="2462"/>
                    <a:pt x="40974" y="1247"/>
                  </a:cubicBezTo>
                  <a:cubicBezTo>
                    <a:pt x="48876" y="0"/>
                    <a:pt x="54530" y="5806"/>
                    <a:pt x="58026" y="11855"/>
                  </a:cubicBezTo>
                  <a:cubicBezTo>
                    <a:pt x="61521" y="17873"/>
                    <a:pt x="74500" y="25138"/>
                    <a:pt x="82069" y="25928"/>
                  </a:cubicBezTo>
                  <a:cubicBezTo>
                    <a:pt x="87449" y="26505"/>
                    <a:pt x="94774" y="21186"/>
                    <a:pt x="99637" y="19362"/>
                  </a:cubicBezTo>
                  <a:cubicBezTo>
                    <a:pt x="108178" y="16080"/>
                    <a:pt x="115321" y="17782"/>
                    <a:pt x="119759" y="25107"/>
                  </a:cubicBezTo>
                  <a:cubicBezTo>
                    <a:pt x="121948" y="28724"/>
                    <a:pt x="119790" y="34803"/>
                    <a:pt x="120580" y="39545"/>
                  </a:cubicBezTo>
                  <a:cubicBezTo>
                    <a:pt x="121370" y="44348"/>
                    <a:pt x="123771" y="48937"/>
                    <a:pt x="124623" y="53497"/>
                  </a:cubicBezTo>
                  <a:cubicBezTo>
                    <a:pt x="125291" y="56992"/>
                    <a:pt x="130003" y="66050"/>
                    <a:pt x="133559" y="67053"/>
                  </a:cubicBezTo>
                  <a:cubicBezTo>
                    <a:pt x="139152" y="68603"/>
                    <a:pt x="146355" y="68451"/>
                    <a:pt x="150672" y="72980"/>
                  </a:cubicBezTo>
                  <a:cubicBezTo>
                    <a:pt x="152708" y="75108"/>
                    <a:pt x="154897" y="80883"/>
                    <a:pt x="158483" y="80822"/>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2"/>
            <p:cNvSpPr/>
            <p:nvPr/>
          </p:nvSpPr>
          <p:spPr>
            <a:xfrm>
              <a:off x="2975000" y="124150"/>
              <a:ext cx="3962100" cy="2034250"/>
            </a:xfrm>
            <a:custGeom>
              <a:rect b="b" l="l" r="r" t="t"/>
              <a:pathLst>
                <a:path extrusionOk="0" fill="none" h="81370" w="158484">
                  <a:moveTo>
                    <a:pt x="0" y="12737"/>
                  </a:moveTo>
                  <a:cubicBezTo>
                    <a:pt x="6383" y="14348"/>
                    <a:pt x="13861" y="14226"/>
                    <a:pt x="20001" y="12007"/>
                  </a:cubicBezTo>
                  <a:cubicBezTo>
                    <a:pt x="27721" y="9241"/>
                    <a:pt x="33283" y="2432"/>
                    <a:pt x="41673" y="1186"/>
                  </a:cubicBezTo>
                  <a:cubicBezTo>
                    <a:pt x="49515" y="1"/>
                    <a:pt x="55807" y="4530"/>
                    <a:pt x="58877" y="11551"/>
                  </a:cubicBezTo>
                  <a:cubicBezTo>
                    <a:pt x="61886" y="18481"/>
                    <a:pt x="74378" y="24560"/>
                    <a:pt x="81704" y="25199"/>
                  </a:cubicBezTo>
                  <a:cubicBezTo>
                    <a:pt x="87114" y="25624"/>
                    <a:pt x="94774" y="20244"/>
                    <a:pt x="99607" y="18573"/>
                  </a:cubicBezTo>
                  <a:cubicBezTo>
                    <a:pt x="108118" y="15655"/>
                    <a:pt x="116628" y="17721"/>
                    <a:pt x="120853" y="25199"/>
                  </a:cubicBezTo>
                  <a:cubicBezTo>
                    <a:pt x="123012" y="29029"/>
                    <a:pt x="119972" y="34895"/>
                    <a:pt x="120853" y="39758"/>
                  </a:cubicBezTo>
                  <a:cubicBezTo>
                    <a:pt x="121735" y="44561"/>
                    <a:pt x="125139" y="48512"/>
                    <a:pt x="125778" y="53406"/>
                  </a:cubicBezTo>
                  <a:cubicBezTo>
                    <a:pt x="126294" y="57205"/>
                    <a:pt x="130276" y="66172"/>
                    <a:pt x="133863" y="67297"/>
                  </a:cubicBezTo>
                  <a:cubicBezTo>
                    <a:pt x="139334" y="68999"/>
                    <a:pt x="146568" y="68908"/>
                    <a:pt x="150884" y="73406"/>
                  </a:cubicBezTo>
                  <a:cubicBezTo>
                    <a:pt x="153438" y="76051"/>
                    <a:pt x="154684" y="80428"/>
                    <a:pt x="158483" y="8137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2"/>
            <p:cNvSpPr/>
            <p:nvPr/>
          </p:nvSpPr>
          <p:spPr>
            <a:xfrm>
              <a:off x="2975000" y="108200"/>
              <a:ext cx="3962850" cy="2050975"/>
            </a:xfrm>
            <a:custGeom>
              <a:rect b="b" l="l" r="r" t="t"/>
              <a:pathLst>
                <a:path extrusionOk="0" fill="none" h="82039" w="158514">
                  <a:moveTo>
                    <a:pt x="0" y="13375"/>
                  </a:moveTo>
                  <a:cubicBezTo>
                    <a:pt x="6474" y="14986"/>
                    <a:pt x="14013" y="14712"/>
                    <a:pt x="20183" y="12432"/>
                  </a:cubicBezTo>
                  <a:cubicBezTo>
                    <a:pt x="28116" y="9454"/>
                    <a:pt x="33709" y="2493"/>
                    <a:pt x="42402" y="1156"/>
                  </a:cubicBezTo>
                  <a:cubicBezTo>
                    <a:pt x="50092" y="1"/>
                    <a:pt x="57418" y="4043"/>
                    <a:pt x="59819" y="11217"/>
                  </a:cubicBezTo>
                  <a:cubicBezTo>
                    <a:pt x="62190" y="18390"/>
                    <a:pt x="73862" y="24104"/>
                    <a:pt x="81035" y="24439"/>
                  </a:cubicBezTo>
                  <a:cubicBezTo>
                    <a:pt x="86780" y="24743"/>
                    <a:pt x="94318" y="19454"/>
                    <a:pt x="99607" y="17934"/>
                  </a:cubicBezTo>
                  <a:cubicBezTo>
                    <a:pt x="108452" y="15381"/>
                    <a:pt x="117844" y="17873"/>
                    <a:pt x="122009" y="25350"/>
                  </a:cubicBezTo>
                  <a:cubicBezTo>
                    <a:pt x="124227" y="29332"/>
                    <a:pt x="120154" y="35047"/>
                    <a:pt x="121066" y="40092"/>
                  </a:cubicBezTo>
                  <a:cubicBezTo>
                    <a:pt x="121978" y="44925"/>
                    <a:pt x="126507" y="48512"/>
                    <a:pt x="126963" y="53406"/>
                  </a:cubicBezTo>
                  <a:cubicBezTo>
                    <a:pt x="127297" y="57205"/>
                    <a:pt x="130459" y="66172"/>
                    <a:pt x="134167" y="67570"/>
                  </a:cubicBezTo>
                  <a:cubicBezTo>
                    <a:pt x="139304" y="69485"/>
                    <a:pt x="146842" y="69424"/>
                    <a:pt x="151128" y="73862"/>
                  </a:cubicBezTo>
                  <a:cubicBezTo>
                    <a:pt x="153650" y="76537"/>
                    <a:pt x="154805" y="80883"/>
                    <a:pt x="158514" y="8203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2"/>
            <p:cNvSpPr/>
            <p:nvPr/>
          </p:nvSpPr>
          <p:spPr>
            <a:xfrm>
              <a:off x="2975000" y="89975"/>
              <a:ext cx="3962850" cy="2068425"/>
            </a:xfrm>
            <a:custGeom>
              <a:rect b="b" l="l" r="r" t="t"/>
              <a:pathLst>
                <a:path extrusionOk="0" fill="none" h="82737" w="158514">
                  <a:moveTo>
                    <a:pt x="0" y="14104"/>
                  </a:moveTo>
                  <a:cubicBezTo>
                    <a:pt x="6535" y="15684"/>
                    <a:pt x="14347" y="15502"/>
                    <a:pt x="20335" y="12918"/>
                  </a:cubicBezTo>
                  <a:cubicBezTo>
                    <a:pt x="27995" y="9575"/>
                    <a:pt x="34439" y="2644"/>
                    <a:pt x="43101" y="1216"/>
                  </a:cubicBezTo>
                  <a:cubicBezTo>
                    <a:pt x="50639" y="0"/>
                    <a:pt x="58299" y="3435"/>
                    <a:pt x="60822" y="10882"/>
                  </a:cubicBezTo>
                  <a:cubicBezTo>
                    <a:pt x="63436" y="18572"/>
                    <a:pt x="72190" y="23587"/>
                    <a:pt x="80184" y="23769"/>
                  </a:cubicBezTo>
                  <a:cubicBezTo>
                    <a:pt x="86415" y="23921"/>
                    <a:pt x="93862" y="18663"/>
                    <a:pt x="99759" y="17417"/>
                  </a:cubicBezTo>
                  <a:cubicBezTo>
                    <a:pt x="107875" y="15715"/>
                    <a:pt x="119394" y="17234"/>
                    <a:pt x="123224" y="25593"/>
                  </a:cubicBezTo>
                  <a:cubicBezTo>
                    <a:pt x="125413" y="30396"/>
                    <a:pt x="120367" y="35350"/>
                    <a:pt x="121279" y="40578"/>
                  </a:cubicBezTo>
                  <a:cubicBezTo>
                    <a:pt x="122100" y="45381"/>
                    <a:pt x="127723" y="48937"/>
                    <a:pt x="128118" y="53496"/>
                  </a:cubicBezTo>
                  <a:cubicBezTo>
                    <a:pt x="128422" y="57174"/>
                    <a:pt x="130762" y="66262"/>
                    <a:pt x="134501" y="67873"/>
                  </a:cubicBezTo>
                  <a:cubicBezTo>
                    <a:pt x="139456" y="70001"/>
                    <a:pt x="147085" y="69971"/>
                    <a:pt x="151340" y="74408"/>
                  </a:cubicBezTo>
                  <a:cubicBezTo>
                    <a:pt x="153894" y="77083"/>
                    <a:pt x="154897" y="81430"/>
                    <a:pt x="158514" y="8273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2"/>
            <p:cNvSpPr/>
            <p:nvPr/>
          </p:nvSpPr>
          <p:spPr>
            <a:xfrm>
              <a:off x="2975000" y="69450"/>
              <a:ext cx="3962850" cy="2089725"/>
            </a:xfrm>
            <a:custGeom>
              <a:rect b="b" l="l" r="r" t="t"/>
              <a:pathLst>
                <a:path extrusionOk="0" fill="none" h="83589" w="158514">
                  <a:moveTo>
                    <a:pt x="0" y="14925"/>
                  </a:moveTo>
                  <a:cubicBezTo>
                    <a:pt x="6626" y="16475"/>
                    <a:pt x="14529" y="16201"/>
                    <a:pt x="20517" y="13496"/>
                  </a:cubicBezTo>
                  <a:cubicBezTo>
                    <a:pt x="28359" y="9940"/>
                    <a:pt x="34925" y="3010"/>
                    <a:pt x="43800" y="1338"/>
                  </a:cubicBezTo>
                  <a:cubicBezTo>
                    <a:pt x="51126" y="0"/>
                    <a:pt x="59454" y="3010"/>
                    <a:pt x="61916" y="10517"/>
                  </a:cubicBezTo>
                  <a:cubicBezTo>
                    <a:pt x="64500" y="18359"/>
                    <a:pt x="70853" y="23223"/>
                    <a:pt x="79272" y="23131"/>
                  </a:cubicBezTo>
                  <a:cubicBezTo>
                    <a:pt x="86020" y="23071"/>
                    <a:pt x="93254" y="17934"/>
                    <a:pt x="100032" y="17052"/>
                  </a:cubicBezTo>
                  <a:cubicBezTo>
                    <a:pt x="108574" y="15958"/>
                    <a:pt x="120489" y="17630"/>
                    <a:pt x="124471" y="25989"/>
                  </a:cubicBezTo>
                  <a:cubicBezTo>
                    <a:pt x="126902" y="31065"/>
                    <a:pt x="120671" y="35776"/>
                    <a:pt x="121492" y="41186"/>
                  </a:cubicBezTo>
                  <a:cubicBezTo>
                    <a:pt x="122221" y="46050"/>
                    <a:pt x="128878" y="49393"/>
                    <a:pt x="129243" y="53740"/>
                  </a:cubicBezTo>
                  <a:cubicBezTo>
                    <a:pt x="129516" y="57357"/>
                    <a:pt x="131127" y="66445"/>
                    <a:pt x="134896" y="68238"/>
                  </a:cubicBezTo>
                  <a:cubicBezTo>
                    <a:pt x="139699" y="70549"/>
                    <a:pt x="147359" y="70670"/>
                    <a:pt x="151584" y="75077"/>
                  </a:cubicBezTo>
                  <a:cubicBezTo>
                    <a:pt x="154137" y="77752"/>
                    <a:pt x="154988" y="82068"/>
                    <a:pt x="158514" y="8358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2"/>
            <p:cNvSpPr/>
            <p:nvPr/>
          </p:nvSpPr>
          <p:spPr>
            <a:xfrm>
              <a:off x="2975000" y="45125"/>
              <a:ext cx="3962850" cy="2114050"/>
            </a:xfrm>
            <a:custGeom>
              <a:rect b="b" l="l" r="r" t="t"/>
              <a:pathLst>
                <a:path extrusionOk="0" fill="none" h="84562" w="158514">
                  <a:moveTo>
                    <a:pt x="0" y="15898"/>
                  </a:moveTo>
                  <a:cubicBezTo>
                    <a:pt x="6991" y="17478"/>
                    <a:pt x="14651" y="16809"/>
                    <a:pt x="20700" y="14226"/>
                  </a:cubicBezTo>
                  <a:cubicBezTo>
                    <a:pt x="28511" y="10913"/>
                    <a:pt x="35350" y="3527"/>
                    <a:pt x="44439" y="1551"/>
                  </a:cubicBezTo>
                  <a:cubicBezTo>
                    <a:pt x="51612" y="1"/>
                    <a:pt x="60579" y="2736"/>
                    <a:pt x="63041" y="10214"/>
                  </a:cubicBezTo>
                  <a:cubicBezTo>
                    <a:pt x="65564" y="17934"/>
                    <a:pt x="69515" y="22949"/>
                    <a:pt x="78391" y="22645"/>
                  </a:cubicBezTo>
                  <a:cubicBezTo>
                    <a:pt x="85716" y="22372"/>
                    <a:pt x="93072" y="17417"/>
                    <a:pt x="100488" y="16931"/>
                  </a:cubicBezTo>
                  <a:cubicBezTo>
                    <a:pt x="109273" y="16323"/>
                    <a:pt x="121431" y="18208"/>
                    <a:pt x="125717" y="26536"/>
                  </a:cubicBezTo>
                  <a:cubicBezTo>
                    <a:pt x="128544" y="31946"/>
                    <a:pt x="121036" y="36415"/>
                    <a:pt x="121735" y="41916"/>
                  </a:cubicBezTo>
                  <a:cubicBezTo>
                    <a:pt x="122343" y="46871"/>
                    <a:pt x="129881" y="49971"/>
                    <a:pt x="130276" y="54105"/>
                  </a:cubicBezTo>
                  <a:cubicBezTo>
                    <a:pt x="130641" y="57631"/>
                    <a:pt x="131431" y="66628"/>
                    <a:pt x="135322" y="68664"/>
                  </a:cubicBezTo>
                  <a:cubicBezTo>
                    <a:pt x="140124" y="71157"/>
                    <a:pt x="147632" y="71461"/>
                    <a:pt x="151796" y="75868"/>
                  </a:cubicBezTo>
                  <a:cubicBezTo>
                    <a:pt x="154350" y="78573"/>
                    <a:pt x="155109" y="82859"/>
                    <a:pt x="158514" y="8456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2"/>
            <p:cNvSpPr/>
            <p:nvPr/>
          </p:nvSpPr>
          <p:spPr>
            <a:xfrm>
              <a:off x="2975000" y="20825"/>
              <a:ext cx="3962850" cy="2138350"/>
            </a:xfrm>
            <a:custGeom>
              <a:rect b="b" l="l" r="r" t="t"/>
              <a:pathLst>
                <a:path extrusionOk="0" fill="none" h="85534" w="158514">
                  <a:moveTo>
                    <a:pt x="0" y="16870"/>
                  </a:moveTo>
                  <a:cubicBezTo>
                    <a:pt x="7082" y="18420"/>
                    <a:pt x="14833" y="17629"/>
                    <a:pt x="20912" y="14955"/>
                  </a:cubicBezTo>
                  <a:cubicBezTo>
                    <a:pt x="28876" y="11459"/>
                    <a:pt x="35776" y="3951"/>
                    <a:pt x="45047" y="1702"/>
                  </a:cubicBezTo>
                  <a:cubicBezTo>
                    <a:pt x="52068" y="0"/>
                    <a:pt x="61703" y="2371"/>
                    <a:pt x="64166" y="9818"/>
                  </a:cubicBezTo>
                  <a:cubicBezTo>
                    <a:pt x="66567" y="16991"/>
                    <a:pt x="68877" y="22645"/>
                    <a:pt x="77722" y="22128"/>
                  </a:cubicBezTo>
                  <a:cubicBezTo>
                    <a:pt x="85503" y="21672"/>
                    <a:pt x="93133" y="16961"/>
                    <a:pt x="101127" y="16809"/>
                  </a:cubicBezTo>
                  <a:cubicBezTo>
                    <a:pt x="110063" y="16657"/>
                    <a:pt x="122161" y="18693"/>
                    <a:pt x="126963" y="27083"/>
                  </a:cubicBezTo>
                  <a:cubicBezTo>
                    <a:pt x="130276" y="32858"/>
                    <a:pt x="121705" y="37052"/>
                    <a:pt x="122161" y="42615"/>
                  </a:cubicBezTo>
                  <a:cubicBezTo>
                    <a:pt x="122616" y="47782"/>
                    <a:pt x="130762" y="50518"/>
                    <a:pt x="131279" y="54530"/>
                  </a:cubicBezTo>
                  <a:cubicBezTo>
                    <a:pt x="131735" y="57934"/>
                    <a:pt x="131796" y="66931"/>
                    <a:pt x="135778" y="69089"/>
                  </a:cubicBezTo>
                  <a:cubicBezTo>
                    <a:pt x="140550" y="71703"/>
                    <a:pt x="147936" y="72250"/>
                    <a:pt x="152039" y="76658"/>
                  </a:cubicBezTo>
                  <a:cubicBezTo>
                    <a:pt x="154593" y="79393"/>
                    <a:pt x="155231" y="83649"/>
                    <a:pt x="158514" y="8553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 name="Google Shape;64;p2"/>
          <p:cNvGrpSpPr/>
          <p:nvPr/>
        </p:nvGrpSpPr>
        <p:grpSpPr>
          <a:xfrm flipH="1" rot="6148102">
            <a:off x="-1539646" y="2237185"/>
            <a:ext cx="3668041" cy="3644270"/>
            <a:chOff x="2975000" y="20825"/>
            <a:chExt cx="3963625" cy="2500050"/>
          </a:xfrm>
        </p:grpSpPr>
        <p:sp>
          <p:nvSpPr>
            <p:cNvPr id="65" name="Google Shape;65;p2"/>
            <p:cNvSpPr/>
            <p:nvPr/>
          </p:nvSpPr>
          <p:spPr>
            <a:xfrm>
              <a:off x="2975000" y="442550"/>
              <a:ext cx="3962850" cy="2078325"/>
            </a:xfrm>
            <a:custGeom>
              <a:rect b="b" l="l" r="r" t="t"/>
              <a:pathLst>
                <a:path extrusionOk="0" fill="none" h="83133" w="158514">
                  <a:moveTo>
                    <a:pt x="0" y="1"/>
                  </a:moveTo>
                  <a:cubicBezTo>
                    <a:pt x="4347" y="3071"/>
                    <a:pt x="9423" y="6171"/>
                    <a:pt x="12797" y="10122"/>
                  </a:cubicBezTo>
                  <a:cubicBezTo>
                    <a:pt x="18025" y="16232"/>
                    <a:pt x="11095" y="25411"/>
                    <a:pt x="18298" y="31369"/>
                  </a:cubicBezTo>
                  <a:cubicBezTo>
                    <a:pt x="23952" y="36050"/>
                    <a:pt x="23982" y="41612"/>
                    <a:pt x="23283" y="48269"/>
                  </a:cubicBezTo>
                  <a:cubicBezTo>
                    <a:pt x="22706" y="53497"/>
                    <a:pt x="22463" y="62494"/>
                    <a:pt x="29028" y="64044"/>
                  </a:cubicBezTo>
                  <a:cubicBezTo>
                    <a:pt x="35776" y="65655"/>
                    <a:pt x="41186" y="60913"/>
                    <a:pt x="45624" y="56567"/>
                  </a:cubicBezTo>
                  <a:cubicBezTo>
                    <a:pt x="51855" y="50457"/>
                    <a:pt x="63466" y="46202"/>
                    <a:pt x="71825" y="49515"/>
                  </a:cubicBezTo>
                  <a:cubicBezTo>
                    <a:pt x="79211" y="52463"/>
                    <a:pt x="89728" y="48421"/>
                    <a:pt x="96598" y="51430"/>
                  </a:cubicBezTo>
                  <a:cubicBezTo>
                    <a:pt x="100762" y="53284"/>
                    <a:pt x="101035" y="58390"/>
                    <a:pt x="102343" y="62646"/>
                  </a:cubicBezTo>
                  <a:cubicBezTo>
                    <a:pt x="104197" y="68603"/>
                    <a:pt x="108938" y="75564"/>
                    <a:pt x="114106" y="78482"/>
                  </a:cubicBezTo>
                  <a:cubicBezTo>
                    <a:pt x="122343" y="83132"/>
                    <a:pt x="130914" y="70610"/>
                    <a:pt x="138909" y="69151"/>
                  </a:cubicBezTo>
                  <a:cubicBezTo>
                    <a:pt x="145474" y="67935"/>
                    <a:pt x="152435" y="73892"/>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2"/>
            <p:cNvSpPr/>
            <p:nvPr/>
          </p:nvSpPr>
          <p:spPr>
            <a:xfrm>
              <a:off x="2975000" y="442550"/>
              <a:ext cx="3962850" cy="2057800"/>
            </a:xfrm>
            <a:custGeom>
              <a:rect b="b" l="l" r="r" t="t"/>
              <a:pathLst>
                <a:path extrusionOk="0" fill="none" h="82312" w="158514">
                  <a:moveTo>
                    <a:pt x="0" y="1"/>
                  </a:moveTo>
                  <a:cubicBezTo>
                    <a:pt x="4408" y="3040"/>
                    <a:pt x="9392" y="6049"/>
                    <a:pt x="13040" y="9879"/>
                  </a:cubicBezTo>
                  <a:cubicBezTo>
                    <a:pt x="18602" y="15654"/>
                    <a:pt x="11733" y="24955"/>
                    <a:pt x="18694" y="30609"/>
                  </a:cubicBezTo>
                  <a:cubicBezTo>
                    <a:pt x="24408" y="35259"/>
                    <a:pt x="25077" y="40153"/>
                    <a:pt x="24317" y="46901"/>
                  </a:cubicBezTo>
                  <a:cubicBezTo>
                    <a:pt x="23739" y="52129"/>
                    <a:pt x="23131" y="61248"/>
                    <a:pt x="29849" y="62919"/>
                  </a:cubicBezTo>
                  <a:cubicBezTo>
                    <a:pt x="36870" y="64652"/>
                    <a:pt x="41794" y="59606"/>
                    <a:pt x="46627" y="55503"/>
                  </a:cubicBezTo>
                  <a:cubicBezTo>
                    <a:pt x="53557" y="49606"/>
                    <a:pt x="63983" y="44712"/>
                    <a:pt x="72798" y="48634"/>
                  </a:cubicBezTo>
                  <a:cubicBezTo>
                    <a:pt x="80123" y="51886"/>
                    <a:pt x="90245" y="48208"/>
                    <a:pt x="97266" y="51187"/>
                  </a:cubicBezTo>
                  <a:cubicBezTo>
                    <a:pt x="101522" y="52980"/>
                    <a:pt x="101674" y="58026"/>
                    <a:pt x="102890" y="62251"/>
                  </a:cubicBezTo>
                  <a:cubicBezTo>
                    <a:pt x="104561" y="68087"/>
                    <a:pt x="109303" y="75078"/>
                    <a:pt x="114440" y="77844"/>
                  </a:cubicBezTo>
                  <a:cubicBezTo>
                    <a:pt x="122799" y="82312"/>
                    <a:pt x="131097" y="70032"/>
                    <a:pt x="139243" y="68877"/>
                  </a:cubicBezTo>
                  <a:cubicBezTo>
                    <a:pt x="145656" y="67935"/>
                    <a:pt x="152495" y="73771"/>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2"/>
            <p:cNvSpPr/>
            <p:nvPr/>
          </p:nvSpPr>
          <p:spPr>
            <a:xfrm>
              <a:off x="2975000" y="442550"/>
              <a:ext cx="3962850" cy="2035775"/>
            </a:xfrm>
            <a:custGeom>
              <a:rect b="b" l="l" r="r" t="t"/>
              <a:pathLst>
                <a:path extrusionOk="0" fill="none" h="81431" w="158514">
                  <a:moveTo>
                    <a:pt x="0" y="1"/>
                  </a:moveTo>
                  <a:cubicBezTo>
                    <a:pt x="4468" y="3040"/>
                    <a:pt x="9362" y="5958"/>
                    <a:pt x="13313" y="9606"/>
                  </a:cubicBezTo>
                  <a:cubicBezTo>
                    <a:pt x="19210" y="15077"/>
                    <a:pt x="12432" y="24469"/>
                    <a:pt x="19089" y="29849"/>
                  </a:cubicBezTo>
                  <a:cubicBezTo>
                    <a:pt x="24803" y="34469"/>
                    <a:pt x="26019" y="38694"/>
                    <a:pt x="25350" y="45564"/>
                  </a:cubicBezTo>
                  <a:cubicBezTo>
                    <a:pt x="24833" y="50822"/>
                    <a:pt x="23739" y="60001"/>
                    <a:pt x="30609" y="61795"/>
                  </a:cubicBezTo>
                  <a:cubicBezTo>
                    <a:pt x="37691" y="63649"/>
                    <a:pt x="42797" y="58299"/>
                    <a:pt x="47813" y="54378"/>
                  </a:cubicBezTo>
                  <a:cubicBezTo>
                    <a:pt x="55989" y="47995"/>
                    <a:pt x="63345" y="43375"/>
                    <a:pt x="73801" y="47752"/>
                  </a:cubicBezTo>
                  <a:cubicBezTo>
                    <a:pt x="81704" y="51065"/>
                    <a:pt x="90762" y="48026"/>
                    <a:pt x="97966" y="50944"/>
                  </a:cubicBezTo>
                  <a:cubicBezTo>
                    <a:pt x="102282" y="52707"/>
                    <a:pt x="102343" y="57631"/>
                    <a:pt x="103437" y="61825"/>
                  </a:cubicBezTo>
                  <a:cubicBezTo>
                    <a:pt x="104957" y="67570"/>
                    <a:pt x="109637" y="74531"/>
                    <a:pt x="114774" y="77145"/>
                  </a:cubicBezTo>
                  <a:cubicBezTo>
                    <a:pt x="123285" y="81430"/>
                    <a:pt x="131310" y="69454"/>
                    <a:pt x="139577" y="68573"/>
                  </a:cubicBezTo>
                  <a:cubicBezTo>
                    <a:pt x="145869" y="67904"/>
                    <a:pt x="152587" y="73649"/>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2"/>
            <p:cNvSpPr/>
            <p:nvPr/>
          </p:nvSpPr>
          <p:spPr>
            <a:xfrm>
              <a:off x="2975000" y="442550"/>
              <a:ext cx="3962850" cy="2014500"/>
            </a:xfrm>
            <a:custGeom>
              <a:rect b="b" l="l" r="r" t="t"/>
              <a:pathLst>
                <a:path extrusionOk="0" fill="none" h="80580" w="158514">
                  <a:moveTo>
                    <a:pt x="0" y="1"/>
                  </a:moveTo>
                  <a:cubicBezTo>
                    <a:pt x="4560" y="3010"/>
                    <a:pt x="9392" y="5897"/>
                    <a:pt x="13526" y="9393"/>
                  </a:cubicBezTo>
                  <a:cubicBezTo>
                    <a:pt x="19666" y="14469"/>
                    <a:pt x="13162" y="23952"/>
                    <a:pt x="19484" y="29150"/>
                  </a:cubicBezTo>
                  <a:cubicBezTo>
                    <a:pt x="24560" y="33314"/>
                    <a:pt x="27235" y="37509"/>
                    <a:pt x="26323" y="44348"/>
                  </a:cubicBezTo>
                  <a:cubicBezTo>
                    <a:pt x="25563" y="49728"/>
                    <a:pt x="24317" y="58846"/>
                    <a:pt x="31308" y="60792"/>
                  </a:cubicBezTo>
                  <a:cubicBezTo>
                    <a:pt x="38390" y="62737"/>
                    <a:pt x="43770" y="57296"/>
                    <a:pt x="48998" y="53375"/>
                  </a:cubicBezTo>
                  <a:cubicBezTo>
                    <a:pt x="57813" y="46688"/>
                    <a:pt x="63892" y="42129"/>
                    <a:pt x="74743" y="47023"/>
                  </a:cubicBezTo>
                  <a:cubicBezTo>
                    <a:pt x="82433" y="50488"/>
                    <a:pt x="91248" y="47995"/>
                    <a:pt x="98604" y="50761"/>
                  </a:cubicBezTo>
                  <a:cubicBezTo>
                    <a:pt x="103042" y="52372"/>
                    <a:pt x="103011" y="57266"/>
                    <a:pt x="104014" y="61430"/>
                  </a:cubicBezTo>
                  <a:cubicBezTo>
                    <a:pt x="105382" y="67084"/>
                    <a:pt x="109941" y="74014"/>
                    <a:pt x="115109" y="76445"/>
                  </a:cubicBezTo>
                  <a:cubicBezTo>
                    <a:pt x="123802" y="80579"/>
                    <a:pt x="132100" y="68299"/>
                    <a:pt x="139912" y="68330"/>
                  </a:cubicBezTo>
                  <a:cubicBezTo>
                    <a:pt x="144927" y="68330"/>
                    <a:pt x="153529" y="7331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2"/>
            <p:cNvSpPr/>
            <p:nvPr/>
          </p:nvSpPr>
          <p:spPr>
            <a:xfrm>
              <a:off x="2975000" y="442550"/>
              <a:ext cx="3962850" cy="1991700"/>
            </a:xfrm>
            <a:custGeom>
              <a:rect b="b" l="l" r="r" t="t"/>
              <a:pathLst>
                <a:path extrusionOk="0" fill="none" h="79668" w="158514">
                  <a:moveTo>
                    <a:pt x="0" y="1"/>
                  </a:moveTo>
                  <a:cubicBezTo>
                    <a:pt x="4590" y="3010"/>
                    <a:pt x="9484" y="5897"/>
                    <a:pt x="13769" y="9119"/>
                  </a:cubicBezTo>
                  <a:cubicBezTo>
                    <a:pt x="20122" y="13861"/>
                    <a:pt x="13952" y="23344"/>
                    <a:pt x="19879" y="28360"/>
                  </a:cubicBezTo>
                  <a:cubicBezTo>
                    <a:pt x="24651" y="32402"/>
                    <a:pt x="28055" y="36475"/>
                    <a:pt x="27265" y="43102"/>
                  </a:cubicBezTo>
                  <a:cubicBezTo>
                    <a:pt x="26627" y="48482"/>
                    <a:pt x="24985" y="57600"/>
                    <a:pt x="31946" y="59698"/>
                  </a:cubicBezTo>
                  <a:cubicBezTo>
                    <a:pt x="39028" y="61795"/>
                    <a:pt x="44955" y="56202"/>
                    <a:pt x="50183" y="52251"/>
                  </a:cubicBezTo>
                  <a:cubicBezTo>
                    <a:pt x="59424" y="45260"/>
                    <a:pt x="64561" y="40761"/>
                    <a:pt x="75746" y="46232"/>
                  </a:cubicBezTo>
                  <a:cubicBezTo>
                    <a:pt x="83315" y="49971"/>
                    <a:pt x="91795" y="47813"/>
                    <a:pt x="99273" y="50488"/>
                  </a:cubicBezTo>
                  <a:cubicBezTo>
                    <a:pt x="103832" y="52129"/>
                    <a:pt x="103619" y="56840"/>
                    <a:pt x="104653" y="61035"/>
                  </a:cubicBezTo>
                  <a:cubicBezTo>
                    <a:pt x="106051" y="66749"/>
                    <a:pt x="110124" y="73315"/>
                    <a:pt x="115443" y="75716"/>
                  </a:cubicBezTo>
                  <a:cubicBezTo>
                    <a:pt x="124227" y="79667"/>
                    <a:pt x="132039" y="67995"/>
                    <a:pt x="140246" y="68056"/>
                  </a:cubicBezTo>
                  <a:cubicBezTo>
                    <a:pt x="145535" y="68087"/>
                    <a:pt x="153377" y="7340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2"/>
            <p:cNvSpPr/>
            <p:nvPr/>
          </p:nvSpPr>
          <p:spPr>
            <a:xfrm>
              <a:off x="2975000" y="442550"/>
              <a:ext cx="3963625" cy="1968900"/>
            </a:xfrm>
            <a:custGeom>
              <a:rect b="b" l="l" r="r" t="t"/>
              <a:pathLst>
                <a:path extrusionOk="0" fill="none" h="78756" w="158545">
                  <a:moveTo>
                    <a:pt x="0" y="1"/>
                  </a:moveTo>
                  <a:cubicBezTo>
                    <a:pt x="4651" y="2979"/>
                    <a:pt x="9575" y="5867"/>
                    <a:pt x="14013" y="8876"/>
                  </a:cubicBezTo>
                  <a:cubicBezTo>
                    <a:pt x="20548" y="13283"/>
                    <a:pt x="14985" y="22706"/>
                    <a:pt x="20305" y="27539"/>
                  </a:cubicBezTo>
                  <a:cubicBezTo>
                    <a:pt x="24590" y="31430"/>
                    <a:pt x="28724" y="35715"/>
                    <a:pt x="28147" y="42007"/>
                  </a:cubicBezTo>
                  <a:cubicBezTo>
                    <a:pt x="27630" y="47296"/>
                    <a:pt x="25654" y="56445"/>
                    <a:pt x="32584" y="58664"/>
                  </a:cubicBezTo>
                  <a:cubicBezTo>
                    <a:pt x="39606" y="60913"/>
                    <a:pt x="46354" y="55077"/>
                    <a:pt x="51369" y="51096"/>
                  </a:cubicBezTo>
                  <a:cubicBezTo>
                    <a:pt x="60609" y="43770"/>
                    <a:pt x="65351" y="39576"/>
                    <a:pt x="76749" y="45594"/>
                  </a:cubicBezTo>
                  <a:cubicBezTo>
                    <a:pt x="84166" y="49515"/>
                    <a:pt x="92251" y="47722"/>
                    <a:pt x="99911" y="50275"/>
                  </a:cubicBezTo>
                  <a:cubicBezTo>
                    <a:pt x="104622" y="51855"/>
                    <a:pt x="104318" y="56445"/>
                    <a:pt x="105260" y="60609"/>
                  </a:cubicBezTo>
                  <a:cubicBezTo>
                    <a:pt x="106537" y="66324"/>
                    <a:pt x="110428" y="72676"/>
                    <a:pt x="115808" y="74956"/>
                  </a:cubicBezTo>
                  <a:cubicBezTo>
                    <a:pt x="124714" y="78756"/>
                    <a:pt x="132313" y="67418"/>
                    <a:pt x="140580" y="67813"/>
                  </a:cubicBezTo>
                  <a:cubicBezTo>
                    <a:pt x="145778" y="68056"/>
                    <a:pt x="153438" y="73315"/>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2"/>
            <p:cNvSpPr/>
            <p:nvPr/>
          </p:nvSpPr>
          <p:spPr>
            <a:xfrm>
              <a:off x="2975000" y="442550"/>
              <a:ext cx="3962850" cy="1919500"/>
            </a:xfrm>
            <a:custGeom>
              <a:rect b="b" l="l" r="r" t="t"/>
              <a:pathLst>
                <a:path extrusionOk="0" fill="none" h="76780" w="158514">
                  <a:moveTo>
                    <a:pt x="0" y="1"/>
                  </a:moveTo>
                  <a:cubicBezTo>
                    <a:pt x="4712" y="2949"/>
                    <a:pt x="9666" y="5776"/>
                    <a:pt x="14225" y="8633"/>
                  </a:cubicBezTo>
                  <a:cubicBezTo>
                    <a:pt x="20973" y="12797"/>
                    <a:pt x="16049" y="21977"/>
                    <a:pt x="20760" y="26718"/>
                  </a:cubicBezTo>
                  <a:cubicBezTo>
                    <a:pt x="24438" y="30396"/>
                    <a:pt x="29332" y="35168"/>
                    <a:pt x="28967" y="41004"/>
                  </a:cubicBezTo>
                  <a:cubicBezTo>
                    <a:pt x="28633" y="46202"/>
                    <a:pt x="26444" y="55381"/>
                    <a:pt x="33192" y="57661"/>
                  </a:cubicBezTo>
                  <a:cubicBezTo>
                    <a:pt x="40153" y="60032"/>
                    <a:pt x="47752" y="53953"/>
                    <a:pt x="52494" y="49880"/>
                  </a:cubicBezTo>
                  <a:cubicBezTo>
                    <a:pt x="61703" y="41977"/>
                    <a:pt x="66293" y="38633"/>
                    <a:pt x="77722" y="45016"/>
                  </a:cubicBezTo>
                  <a:cubicBezTo>
                    <a:pt x="84926" y="49059"/>
                    <a:pt x="92707" y="47722"/>
                    <a:pt x="100488" y="50093"/>
                  </a:cubicBezTo>
                  <a:cubicBezTo>
                    <a:pt x="105382" y="51582"/>
                    <a:pt x="104987" y="56080"/>
                    <a:pt x="105838" y="60245"/>
                  </a:cubicBezTo>
                  <a:cubicBezTo>
                    <a:pt x="107023" y="65898"/>
                    <a:pt x="111005" y="72676"/>
                    <a:pt x="116142" y="74227"/>
                  </a:cubicBezTo>
                  <a:cubicBezTo>
                    <a:pt x="124683" y="76780"/>
                    <a:pt x="132191" y="66901"/>
                    <a:pt x="140884" y="67570"/>
                  </a:cubicBezTo>
                  <a:cubicBezTo>
                    <a:pt x="145930" y="67965"/>
                    <a:pt x="153468" y="73224"/>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2"/>
            <p:cNvSpPr/>
            <p:nvPr/>
          </p:nvSpPr>
          <p:spPr>
            <a:xfrm>
              <a:off x="2975000" y="442550"/>
              <a:ext cx="3962100" cy="1896700"/>
            </a:xfrm>
            <a:custGeom>
              <a:rect b="b" l="l" r="r" t="t"/>
              <a:pathLst>
                <a:path extrusionOk="0" fill="none" h="75868" w="158484">
                  <a:moveTo>
                    <a:pt x="0" y="1"/>
                  </a:moveTo>
                  <a:cubicBezTo>
                    <a:pt x="4742" y="2949"/>
                    <a:pt x="9788" y="5441"/>
                    <a:pt x="14438" y="8359"/>
                  </a:cubicBezTo>
                  <a:cubicBezTo>
                    <a:pt x="21520" y="12797"/>
                    <a:pt x="16900" y="20852"/>
                    <a:pt x="21277" y="25837"/>
                  </a:cubicBezTo>
                  <a:cubicBezTo>
                    <a:pt x="24408" y="29424"/>
                    <a:pt x="29758" y="34652"/>
                    <a:pt x="29727" y="40123"/>
                  </a:cubicBezTo>
                  <a:cubicBezTo>
                    <a:pt x="29666" y="45229"/>
                    <a:pt x="27447" y="54014"/>
                    <a:pt x="33770" y="56658"/>
                  </a:cubicBezTo>
                  <a:cubicBezTo>
                    <a:pt x="40396" y="59394"/>
                    <a:pt x="49545" y="52433"/>
                    <a:pt x="53618" y="48542"/>
                  </a:cubicBezTo>
                  <a:cubicBezTo>
                    <a:pt x="62707" y="39788"/>
                    <a:pt x="67448" y="37904"/>
                    <a:pt x="78725" y="44530"/>
                  </a:cubicBezTo>
                  <a:cubicBezTo>
                    <a:pt x="85716" y="48664"/>
                    <a:pt x="93224" y="47722"/>
                    <a:pt x="101066" y="49910"/>
                  </a:cubicBezTo>
                  <a:cubicBezTo>
                    <a:pt x="106142" y="51308"/>
                    <a:pt x="105716" y="55685"/>
                    <a:pt x="106476" y="59849"/>
                  </a:cubicBezTo>
                  <a:cubicBezTo>
                    <a:pt x="107540" y="65503"/>
                    <a:pt x="111279" y="71977"/>
                    <a:pt x="116477" y="73467"/>
                  </a:cubicBezTo>
                  <a:cubicBezTo>
                    <a:pt x="124927" y="75868"/>
                    <a:pt x="132708" y="66354"/>
                    <a:pt x="141188" y="67357"/>
                  </a:cubicBezTo>
                  <a:cubicBezTo>
                    <a:pt x="146143" y="67935"/>
                    <a:pt x="153468" y="7313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2"/>
            <p:cNvSpPr/>
            <p:nvPr/>
          </p:nvSpPr>
          <p:spPr>
            <a:xfrm>
              <a:off x="2975000" y="442550"/>
              <a:ext cx="3962850" cy="1870875"/>
            </a:xfrm>
            <a:custGeom>
              <a:rect b="b" l="l" r="r" t="t"/>
              <a:pathLst>
                <a:path extrusionOk="0" fill="none" h="74835" w="158514">
                  <a:moveTo>
                    <a:pt x="0" y="1"/>
                  </a:moveTo>
                  <a:cubicBezTo>
                    <a:pt x="4803" y="2919"/>
                    <a:pt x="9848" y="5350"/>
                    <a:pt x="14651" y="8116"/>
                  </a:cubicBezTo>
                  <a:cubicBezTo>
                    <a:pt x="21946" y="12311"/>
                    <a:pt x="18086" y="19697"/>
                    <a:pt x="21885" y="24895"/>
                  </a:cubicBezTo>
                  <a:cubicBezTo>
                    <a:pt x="24590" y="28633"/>
                    <a:pt x="30031" y="34013"/>
                    <a:pt x="30396" y="39272"/>
                  </a:cubicBezTo>
                  <a:cubicBezTo>
                    <a:pt x="30791" y="44439"/>
                    <a:pt x="28299" y="52919"/>
                    <a:pt x="34439" y="55625"/>
                  </a:cubicBezTo>
                  <a:cubicBezTo>
                    <a:pt x="41186" y="58603"/>
                    <a:pt x="50670" y="51217"/>
                    <a:pt x="54712" y="47083"/>
                  </a:cubicBezTo>
                  <a:cubicBezTo>
                    <a:pt x="63892" y="37630"/>
                    <a:pt x="68542" y="37266"/>
                    <a:pt x="79789" y="44135"/>
                  </a:cubicBezTo>
                  <a:cubicBezTo>
                    <a:pt x="86476" y="48208"/>
                    <a:pt x="93984" y="47661"/>
                    <a:pt x="101674" y="49728"/>
                  </a:cubicBezTo>
                  <a:cubicBezTo>
                    <a:pt x="106932" y="51126"/>
                    <a:pt x="106416" y="55138"/>
                    <a:pt x="107145" y="59454"/>
                  </a:cubicBezTo>
                  <a:cubicBezTo>
                    <a:pt x="108057" y="64986"/>
                    <a:pt x="111552" y="71339"/>
                    <a:pt x="116872" y="72707"/>
                  </a:cubicBezTo>
                  <a:cubicBezTo>
                    <a:pt x="125322" y="74835"/>
                    <a:pt x="133285" y="65837"/>
                    <a:pt x="141523" y="67114"/>
                  </a:cubicBezTo>
                  <a:cubicBezTo>
                    <a:pt x="146386" y="67874"/>
                    <a:pt x="153559" y="73011"/>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2"/>
            <p:cNvSpPr/>
            <p:nvPr/>
          </p:nvSpPr>
          <p:spPr>
            <a:xfrm>
              <a:off x="2975000" y="442550"/>
              <a:ext cx="3962850" cy="1848075"/>
            </a:xfrm>
            <a:custGeom>
              <a:rect b="b" l="l" r="r" t="t"/>
              <a:pathLst>
                <a:path extrusionOk="0" fill="none" h="73923" w="158514">
                  <a:moveTo>
                    <a:pt x="0" y="1"/>
                  </a:moveTo>
                  <a:cubicBezTo>
                    <a:pt x="4833" y="2888"/>
                    <a:pt x="9909" y="5259"/>
                    <a:pt x="14864" y="7873"/>
                  </a:cubicBezTo>
                  <a:cubicBezTo>
                    <a:pt x="22219" y="11764"/>
                    <a:pt x="19301" y="18390"/>
                    <a:pt x="22584" y="23922"/>
                  </a:cubicBezTo>
                  <a:cubicBezTo>
                    <a:pt x="25046" y="28086"/>
                    <a:pt x="30092" y="33649"/>
                    <a:pt x="31004" y="38542"/>
                  </a:cubicBezTo>
                  <a:cubicBezTo>
                    <a:pt x="31855" y="43284"/>
                    <a:pt x="29150" y="51947"/>
                    <a:pt x="35107" y="54561"/>
                  </a:cubicBezTo>
                  <a:cubicBezTo>
                    <a:pt x="42250" y="57691"/>
                    <a:pt x="51673" y="50032"/>
                    <a:pt x="55746" y="45503"/>
                  </a:cubicBezTo>
                  <a:cubicBezTo>
                    <a:pt x="64834" y="35411"/>
                    <a:pt x="69941" y="36992"/>
                    <a:pt x="80822" y="43770"/>
                  </a:cubicBezTo>
                  <a:cubicBezTo>
                    <a:pt x="87205" y="47782"/>
                    <a:pt x="94683" y="47691"/>
                    <a:pt x="102191" y="49576"/>
                  </a:cubicBezTo>
                  <a:cubicBezTo>
                    <a:pt x="107571" y="50913"/>
                    <a:pt x="107145" y="54682"/>
                    <a:pt x="107783" y="59090"/>
                  </a:cubicBezTo>
                  <a:cubicBezTo>
                    <a:pt x="108604" y="64591"/>
                    <a:pt x="111826" y="70610"/>
                    <a:pt x="117236" y="71917"/>
                  </a:cubicBezTo>
                  <a:cubicBezTo>
                    <a:pt x="125504" y="73923"/>
                    <a:pt x="133863" y="65321"/>
                    <a:pt x="141827" y="66901"/>
                  </a:cubicBezTo>
                  <a:cubicBezTo>
                    <a:pt x="146599" y="67813"/>
                    <a:pt x="153620" y="7292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2"/>
            <p:cNvSpPr/>
            <p:nvPr/>
          </p:nvSpPr>
          <p:spPr>
            <a:xfrm>
              <a:off x="2975000" y="442550"/>
              <a:ext cx="3962100" cy="1826050"/>
            </a:xfrm>
            <a:custGeom>
              <a:rect b="b" l="l" r="r" t="t"/>
              <a:pathLst>
                <a:path extrusionOk="0" fill="none" h="73042" w="158484">
                  <a:moveTo>
                    <a:pt x="0" y="1"/>
                  </a:moveTo>
                  <a:cubicBezTo>
                    <a:pt x="4894" y="2858"/>
                    <a:pt x="10000" y="5168"/>
                    <a:pt x="15076" y="7630"/>
                  </a:cubicBezTo>
                  <a:cubicBezTo>
                    <a:pt x="22402" y="11217"/>
                    <a:pt x="20639" y="16992"/>
                    <a:pt x="23435" y="22980"/>
                  </a:cubicBezTo>
                  <a:cubicBezTo>
                    <a:pt x="25685" y="27813"/>
                    <a:pt x="29910" y="33041"/>
                    <a:pt x="31460" y="37934"/>
                  </a:cubicBezTo>
                  <a:cubicBezTo>
                    <a:pt x="32858" y="42372"/>
                    <a:pt x="29940" y="51096"/>
                    <a:pt x="35867" y="53558"/>
                  </a:cubicBezTo>
                  <a:cubicBezTo>
                    <a:pt x="43618" y="56749"/>
                    <a:pt x="52433" y="48937"/>
                    <a:pt x="56779" y="43831"/>
                  </a:cubicBezTo>
                  <a:cubicBezTo>
                    <a:pt x="65746" y="33314"/>
                    <a:pt x="71552" y="36901"/>
                    <a:pt x="81886" y="43466"/>
                  </a:cubicBezTo>
                  <a:cubicBezTo>
                    <a:pt x="87965" y="47327"/>
                    <a:pt x="95412" y="47752"/>
                    <a:pt x="102707" y="49454"/>
                  </a:cubicBezTo>
                  <a:cubicBezTo>
                    <a:pt x="108148" y="50700"/>
                    <a:pt x="107905" y="54226"/>
                    <a:pt x="108452" y="58725"/>
                  </a:cubicBezTo>
                  <a:cubicBezTo>
                    <a:pt x="109182" y="64226"/>
                    <a:pt x="112130" y="69910"/>
                    <a:pt x="117571" y="71187"/>
                  </a:cubicBezTo>
                  <a:cubicBezTo>
                    <a:pt x="125626" y="73041"/>
                    <a:pt x="134410" y="64895"/>
                    <a:pt x="142100" y="66688"/>
                  </a:cubicBezTo>
                  <a:cubicBezTo>
                    <a:pt x="146751" y="67783"/>
                    <a:pt x="153590" y="72828"/>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2"/>
            <p:cNvSpPr/>
            <p:nvPr/>
          </p:nvSpPr>
          <p:spPr>
            <a:xfrm>
              <a:off x="2975000" y="442550"/>
              <a:ext cx="3962850" cy="1818450"/>
            </a:xfrm>
            <a:custGeom>
              <a:rect b="b" l="l" r="r" t="t"/>
              <a:pathLst>
                <a:path extrusionOk="0" fill="none" h="72738" w="158514">
                  <a:moveTo>
                    <a:pt x="0" y="1"/>
                  </a:moveTo>
                  <a:cubicBezTo>
                    <a:pt x="4924" y="2827"/>
                    <a:pt x="10122" y="5077"/>
                    <a:pt x="15259" y="7387"/>
                  </a:cubicBezTo>
                  <a:cubicBezTo>
                    <a:pt x="22432" y="10609"/>
                    <a:pt x="22159" y="15594"/>
                    <a:pt x="24317" y="22007"/>
                  </a:cubicBezTo>
                  <a:cubicBezTo>
                    <a:pt x="26171" y="27630"/>
                    <a:pt x="29332" y="32402"/>
                    <a:pt x="31733" y="37418"/>
                  </a:cubicBezTo>
                  <a:cubicBezTo>
                    <a:pt x="33831" y="41764"/>
                    <a:pt x="30669" y="50305"/>
                    <a:pt x="36657" y="52615"/>
                  </a:cubicBezTo>
                  <a:cubicBezTo>
                    <a:pt x="44955" y="55868"/>
                    <a:pt x="53162" y="47630"/>
                    <a:pt x="57782" y="42068"/>
                  </a:cubicBezTo>
                  <a:cubicBezTo>
                    <a:pt x="66476" y="31551"/>
                    <a:pt x="73315" y="37022"/>
                    <a:pt x="82950" y="43193"/>
                  </a:cubicBezTo>
                  <a:cubicBezTo>
                    <a:pt x="88695" y="46871"/>
                    <a:pt x="96142" y="47813"/>
                    <a:pt x="103194" y="49333"/>
                  </a:cubicBezTo>
                  <a:cubicBezTo>
                    <a:pt x="108726" y="50488"/>
                    <a:pt x="108634" y="53740"/>
                    <a:pt x="109151" y="58390"/>
                  </a:cubicBezTo>
                  <a:cubicBezTo>
                    <a:pt x="109789" y="63862"/>
                    <a:pt x="112464" y="69211"/>
                    <a:pt x="117996" y="70427"/>
                  </a:cubicBezTo>
                  <a:cubicBezTo>
                    <a:pt x="125778" y="72129"/>
                    <a:pt x="135018" y="64439"/>
                    <a:pt x="142434" y="66506"/>
                  </a:cubicBezTo>
                  <a:cubicBezTo>
                    <a:pt x="146994" y="67752"/>
                    <a:pt x="153650" y="72737"/>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2"/>
            <p:cNvSpPr/>
            <p:nvPr/>
          </p:nvSpPr>
          <p:spPr>
            <a:xfrm>
              <a:off x="2975000" y="442550"/>
              <a:ext cx="3962850" cy="1816175"/>
            </a:xfrm>
            <a:custGeom>
              <a:rect b="b" l="l" r="r" t="t"/>
              <a:pathLst>
                <a:path extrusionOk="0" fill="none" h="72647" w="158514">
                  <a:moveTo>
                    <a:pt x="0" y="1"/>
                  </a:moveTo>
                  <a:cubicBezTo>
                    <a:pt x="4985" y="2797"/>
                    <a:pt x="10244" y="4985"/>
                    <a:pt x="15441" y="7144"/>
                  </a:cubicBezTo>
                  <a:cubicBezTo>
                    <a:pt x="22341" y="10031"/>
                    <a:pt x="23648" y="14621"/>
                    <a:pt x="25259" y="21034"/>
                  </a:cubicBezTo>
                  <a:cubicBezTo>
                    <a:pt x="26688" y="26809"/>
                    <a:pt x="28572" y="31977"/>
                    <a:pt x="31885" y="36992"/>
                  </a:cubicBezTo>
                  <a:cubicBezTo>
                    <a:pt x="34742" y="41278"/>
                    <a:pt x="31429" y="49606"/>
                    <a:pt x="37478" y="51825"/>
                  </a:cubicBezTo>
                  <a:cubicBezTo>
                    <a:pt x="46171" y="55017"/>
                    <a:pt x="54469" y="46202"/>
                    <a:pt x="58755" y="40305"/>
                  </a:cubicBezTo>
                  <a:cubicBezTo>
                    <a:pt x="66232" y="30001"/>
                    <a:pt x="76415" y="38025"/>
                    <a:pt x="84044" y="42889"/>
                  </a:cubicBezTo>
                  <a:cubicBezTo>
                    <a:pt x="89546" y="46384"/>
                    <a:pt x="96841" y="47874"/>
                    <a:pt x="103680" y="49211"/>
                  </a:cubicBezTo>
                  <a:cubicBezTo>
                    <a:pt x="109242" y="50305"/>
                    <a:pt x="109364" y="53254"/>
                    <a:pt x="109850" y="58026"/>
                  </a:cubicBezTo>
                  <a:cubicBezTo>
                    <a:pt x="110397" y="63436"/>
                    <a:pt x="112829" y="68482"/>
                    <a:pt x="118422" y="69667"/>
                  </a:cubicBezTo>
                  <a:cubicBezTo>
                    <a:pt x="125930" y="71278"/>
                    <a:pt x="135626" y="64044"/>
                    <a:pt x="142708" y="66293"/>
                  </a:cubicBezTo>
                  <a:cubicBezTo>
                    <a:pt x="147176" y="67692"/>
                    <a:pt x="153681" y="7264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2"/>
            <p:cNvSpPr/>
            <p:nvPr/>
          </p:nvSpPr>
          <p:spPr>
            <a:xfrm>
              <a:off x="2975000" y="442550"/>
              <a:ext cx="3962850" cy="1813875"/>
            </a:xfrm>
            <a:custGeom>
              <a:rect b="b" l="l" r="r" t="t"/>
              <a:pathLst>
                <a:path extrusionOk="0" fill="none" h="72555" w="158514">
                  <a:moveTo>
                    <a:pt x="0" y="1"/>
                  </a:moveTo>
                  <a:cubicBezTo>
                    <a:pt x="5015" y="2767"/>
                    <a:pt x="10335" y="4894"/>
                    <a:pt x="15624" y="6931"/>
                  </a:cubicBezTo>
                  <a:cubicBezTo>
                    <a:pt x="22189" y="9423"/>
                    <a:pt x="24925" y="13648"/>
                    <a:pt x="26262" y="20031"/>
                  </a:cubicBezTo>
                  <a:cubicBezTo>
                    <a:pt x="27508" y="25958"/>
                    <a:pt x="27843" y="31582"/>
                    <a:pt x="31916" y="36597"/>
                  </a:cubicBezTo>
                  <a:cubicBezTo>
                    <a:pt x="35290" y="40731"/>
                    <a:pt x="32432" y="49150"/>
                    <a:pt x="38299" y="51096"/>
                  </a:cubicBezTo>
                  <a:cubicBezTo>
                    <a:pt x="47326" y="54105"/>
                    <a:pt x="55138" y="44804"/>
                    <a:pt x="59758" y="38512"/>
                  </a:cubicBezTo>
                  <a:cubicBezTo>
                    <a:pt x="66901" y="28816"/>
                    <a:pt x="78512" y="38512"/>
                    <a:pt x="85139" y="42585"/>
                  </a:cubicBezTo>
                  <a:cubicBezTo>
                    <a:pt x="90397" y="45807"/>
                    <a:pt x="97510" y="47995"/>
                    <a:pt x="104105" y="49120"/>
                  </a:cubicBezTo>
                  <a:cubicBezTo>
                    <a:pt x="109698" y="50062"/>
                    <a:pt x="109729" y="52707"/>
                    <a:pt x="110580" y="57691"/>
                  </a:cubicBezTo>
                  <a:cubicBezTo>
                    <a:pt x="111461" y="63071"/>
                    <a:pt x="112829" y="67692"/>
                    <a:pt x="118878" y="68938"/>
                  </a:cubicBezTo>
                  <a:cubicBezTo>
                    <a:pt x="126082" y="70427"/>
                    <a:pt x="136234" y="63649"/>
                    <a:pt x="143012" y="66111"/>
                  </a:cubicBezTo>
                  <a:cubicBezTo>
                    <a:pt x="147359" y="67661"/>
                    <a:pt x="153742" y="7255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2"/>
            <p:cNvSpPr/>
            <p:nvPr/>
          </p:nvSpPr>
          <p:spPr>
            <a:xfrm>
              <a:off x="2975000" y="442550"/>
              <a:ext cx="3962850" cy="1804000"/>
            </a:xfrm>
            <a:custGeom>
              <a:rect b="b" l="l" r="r" t="t"/>
              <a:pathLst>
                <a:path extrusionOk="0" fill="none" h="72160" w="158514">
                  <a:moveTo>
                    <a:pt x="0" y="1"/>
                  </a:moveTo>
                  <a:cubicBezTo>
                    <a:pt x="5076" y="2736"/>
                    <a:pt x="10456" y="4803"/>
                    <a:pt x="15806" y="6688"/>
                  </a:cubicBezTo>
                  <a:cubicBezTo>
                    <a:pt x="22037" y="8876"/>
                    <a:pt x="26049" y="12767"/>
                    <a:pt x="27326" y="18967"/>
                  </a:cubicBezTo>
                  <a:cubicBezTo>
                    <a:pt x="28542" y="24925"/>
                    <a:pt x="27326" y="31126"/>
                    <a:pt x="31855" y="36202"/>
                  </a:cubicBezTo>
                  <a:cubicBezTo>
                    <a:pt x="35381" y="40153"/>
                    <a:pt x="33618" y="48725"/>
                    <a:pt x="39150" y="50457"/>
                  </a:cubicBezTo>
                  <a:cubicBezTo>
                    <a:pt x="48329" y="53314"/>
                    <a:pt x="55746" y="42919"/>
                    <a:pt x="60792" y="36810"/>
                  </a:cubicBezTo>
                  <a:cubicBezTo>
                    <a:pt x="67995" y="28086"/>
                    <a:pt x="80032" y="38360"/>
                    <a:pt x="86263" y="42159"/>
                  </a:cubicBezTo>
                  <a:cubicBezTo>
                    <a:pt x="91430" y="45320"/>
                    <a:pt x="98057" y="48056"/>
                    <a:pt x="104561" y="48998"/>
                  </a:cubicBezTo>
                  <a:cubicBezTo>
                    <a:pt x="115747" y="50700"/>
                    <a:pt x="107692" y="65898"/>
                    <a:pt x="119303" y="68178"/>
                  </a:cubicBezTo>
                  <a:cubicBezTo>
                    <a:pt x="126294" y="69576"/>
                    <a:pt x="136872" y="63254"/>
                    <a:pt x="143316" y="65898"/>
                  </a:cubicBezTo>
                  <a:cubicBezTo>
                    <a:pt x="147784" y="67752"/>
                    <a:pt x="153407" y="7216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2"/>
            <p:cNvSpPr/>
            <p:nvPr/>
          </p:nvSpPr>
          <p:spPr>
            <a:xfrm>
              <a:off x="2975000" y="442550"/>
              <a:ext cx="3962100" cy="1802475"/>
            </a:xfrm>
            <a:custGeom>
              <a:rect b="b" l="l" r="r" t="t"/>
              <a:pathLst>
                <a:path extrusionOk="0" fill="none" h="72099" w="158484">
                  <a:moveTo>
                    <a:pt x="0" y="1"/>
                  </a:moveTo>
                  <a:cubicBezTo>
                    <a:pt x="5107" y="2706"/>
                    <a:pt x="10760" y="4590"/>
                    <a:pt x="15958" y="6444"/>
                  </a:cubicBezTo>
                  <a:cubicBezTo>
                    <a:pt x="21764" y="8511"/>
                    <a:pt x="26931" y="11733"/>
                    <a:pt x="28390" y="17843"/>
                  </a:cubicBezTo>
                  <a:cubicBezTo>
                    <a:pt x="29788" y="23740"/>
                    <a:pt x="26900" y="30579"/>
                    <a:pt x="31672" y="35867"/>
                  </a:cubicBezTo>
                  <a:cubicBezTo>
                    <a:pt x="35107" y="39636"/>
                    <a:pt x="34925" y="48390"/>
                    <a:pt x="40001" y="49849"/>
                  </a:cubicBezTo>
                  <a:cubicBezTo>
                    <a:pt x="49302" y="52494"/>
                    <a:pt x="56415" y="40761"/>
                    <a:pt x="61886" y="35320"/>
                  </a:cubicBezTo>
                  <a:cubicBezTo>
                    <a:pt x="69211" y="28025"/>
                    <a:pt x="81278" y="37873"/>
                    <a:pt x="87327" y="41612"/>
                  </a:cubicBezTo>
                  <a:cubicBezTo>
                    <a:pt x="92585" y="44864"/>
                    <a:pt x="98421" y="48117"/>
                    <a:pt x="104926" y="48968"/>
                  </a:cubicBezTo>
                  <a:cubicBezTo>
                    <a:pt x="116385" y="50457"/>
                    <a:pt x="108239" y="65442"/>
                    <a:pt x="119759" y="67509"/>
                  </a:cubicBezTo>
                  <a:cubicBezTo>
                    <a:pt x="126659" y="68725"/>
                    <a:pt x="137298" y="62980"/>
                    <a:pt x="143559" y="65716"/>
                  </a:cubicBezTo>
                  <a:cubicBezTo>
                    <a:pt x="147936" y="67631"/>
                    <a:pt x="153407" y="72099"/>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2"/>
            <p:cNvSpPr/>
            <p:nvPr/>
          </p:nvSpPr>
          <p:spPr>
            <a:xfrm>
              <a:off x="2975000" y="442550"/>
              <a:ext cx="3962850" cy="1800200"/>
            </a:xfrm>
            <a:custGeom>
              <a:rect b="b" l="l" r="r" t="t"/>
              <a:pathLst>
                <a:path extrusionOk="0" fill="none" h="72008" w="158514">
                  <a:moveTo>
                    <a:pt x="0" y="1"/>
                  </a:moveTo>
                  <a:cubicBezTo>
                    <a:pt x="5167" y="2645"/>
                    <a:pt x="10821" y="4499"/>
                    <a:pt x="16140" y="6201"/>
                  </a:cubicBezTo>
                  <a:cubicBezTo>
                    <a:pt x="21976" y="8055"/>
                    <a:pt x="27630" y="11065"/>
                    <a:pt x="29484" y="16657"/>
                  </a:cubicBezTo>
                  <a:cubicBezTo>
                    <a:pt x="31308" y="22159"/>
                    <a:pt x="26748" y="29940"/>
                    <a:pt x="31521" y="35442"/>
                  </a:cubicBezTo>
                  <a:cubicBezTo>
                    <a:pt x="34621" y="38998"/>
                    <a:pt x="36414" y="48147"/>
                    <a:pt x="40913" y="49211"/>
                  </a:cubicBezTo>
                  <a:cubicBezTo>
                    <a:pt x="50244" y="51430"/>
                    <a:pt x="56749" y="38846"/>
                    <a:pt x="63041" y="34044"/>
                  </a:cubicBezTo>
                  <a:cubicBezTo>
                    <a:pt x="70731" y="28147"/>
                    <a:pt x="82190" y="36992"/>
                    <a:pt x="88391" y="40943"/>
                  </a:cubicBezTo>
                  <a:cubicBezTo>
                    <a:pt x="93862" y="44409"/>
                    <a:pt x="98695" y="48147"/>
                    <a:pt x="105352" y="48907"/>
                  </a:cubicBezTo>
                  <a:cubicBezTo>
                    <a:pt x="117024" y="50184"/>
                    <a:pt x="108786" y="64834"/>
                    <a:pt x="120276" y="66780"/>
                  </a:cubicBezTo>
                  <a:cubicBezTo>
                    <a:pt x="126993" y="67904"/>
                    <a:pt x="137784" y="62585"/>
                    <a:pt x="143863" y="65533"/>
                  </a:cubicBezTo>
                  <a:cubicBezTo>
                    <a:pt x="148149" y="67570"/>
                    <a:pt x="153468" y="72008"/>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2"/>
            <p:cNvSpPr/>
            <p:nvPr/>
          </p:nvSpPr>
          <p:spPr>
            <a:xfrm>
              <a:off x="2975000" y="442550"/>
              <a:ext cx="3963625" cy="1798675"/>
            </a:xfrm>
            <a:custGeom>
              <a:rect b="b" l="l" r="r" t="t"/>
              <a:pathLst>
                <a:path extrusionOk="0" fill="none" h="71947" w="158545">
                  <a:moveTo>
                    <a:pt x="0" y="1"/>
                  </a:moveTo>
                  <a:cubicBezTo>
                    <a:pt x="5198" y="2615"/>
                    <a:pt x="10912" y="4408"/>
                    <a:pt x="16323" y="5958"/>
                  </a:cubicBezTo>
                  <a:cubicBezTo>
                    <a:pt x="22067" y="7630"/>
                    <a:pt x="28147" y="10365"/>
                    <a:pt x="30578" y="15472"/>
                  </a:cubicBezTo>
                  <a:cubicBezTo>
                    <a:pt x="33192" y="20974"/>
                    <a:pt x="26931" y="29059"/>
                    <a:pt x="31369" y="35047"/>
                  </a:cubicBezTo>
                  <a:cubicBezTo>
                    <a:pt x="33831" y="38390"/>
                    <a:pt x="37904" y="47904"/>
                    <a:pt x="41825" y="48542"/>
                  </a:cubicBezTo>
                  <a:cubicBezTo>
                    <a:pt x="50883" y="50062"/>
                    <a:pt x="57296" y="36931"/>
                    <a:pt x="64257" y="33010"/>
                  </a:cubicBezTo>
                  <a:cubicBezTo>
                    <a:pt x="72160" y="28512"/>
                    <a:pt x="83102" y="35928"/>
                    <a:pt x="89424" y="40153"/>
                  </a:cubicBezTo>
                  <a:cubicBezTo>
                    <a:pt x="94804" y="43740"/>
                    <a:pt x="98877" y="48208"/>
                    <a:pt x="105747" y="48846"/>
                  </a:cubicBezTo>
                  <a:cubicBezTo>
                    <a:pt x="117601" y="49971"/>
                    <a:pt x="109425" y="64257"/>
                    <a:pt x="120793" y="66081"/>
                  </a:cubicBezTo>
                  <a:cubicBezTo>
                    <a:pt x="127419" y="67144"/>
                    <a:pt x="138270" y="62281"/>
                    <a:pt x="144167" y="65351"/>
                  </a:cubicBezTo>
                  <a:cubicBezTo>
                    <a:pt x="148362" y="67540"/>
                    <a:pt x="153529" y="71947"/>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2"/>
            <p:cNvSpPr/>
            <p:nvPr/>
          </p:nvSpPr>
          <p:spPr>
            <a:xfrm>
              <a:off x="2975000" y="442550"/>
              <a:ext cx="3962850" cy="1795650"/>
            </a:xfrm>
            <a:custGeom>
              <a:rect b="b" l="l" r="r" t="t"/>
              <a:pathLst>
                <a:path extrusionOk="0" fill="none" h="71826" w="158514">
                  <a:moveTo>
                    <a:pt x="0" y="1"/>
                  </a:moveTo>
                  <a:cubicBezTo>
                    <a:pt x="5259" y="2584"/>
                    <a:pt x="10973" y="4317"/>
                    <a:pt x="16475" y="5745"/>
                  </a:cubicBezTo>
                  <a:cubicBezTo>
                    <a:pt x="22250" y="7235"/>
                    <a:pt x="28542" y="9788"/>
                    <a:pt x="31581" y="14195"/>
                  </a:cubicBezTo>
                  <a:cubicBezTo>
                    <a:pt x="35168" y="19332"/>
                    <a:pt x="27326" y="28238"/>
                    <a:pt x="31247" y="34560"/>
                  </a:cubicBezTo>
                  <a:cubicBezTo>
                    <a:pt x="33253" y="37782"/>
                    <a:pt x="39150" y="47418"/>
                    <a:pt x="42737" y="47722"/>
                  </a:cubicBezTo>
                  <a:cubicBezTo>
                    <a:pt x="51612" y="48482"/>
                    <a:pt x="57752" y="35229"/>
                    <a:pt x="65412" y="32129"/>
                  </a:cubicBezTo>
                  <a:cubicBezTo>
                    <a:pt x="73588" y="28816"/>
                    <a:pt x="84044" y="34804"/>
                    <a:pt x="90275" y="39302"/>
                  </a:cubicBezTo>
                  <a:cubicBezTo>
                    <a:pt x="95351" y="42980"/>
                    <a:pt x="98938" y="48269"/>
                    <a:pt x="106081" y="48816"/>
                  </a:cubicBezTo>
                  <a:cubicBezTo>
                    <a:pt x="111704" y="49241"/>
                    <a:pt x="112981" y="50670"/>
                    <a:pt x="114136" y="56111"/>
                  </a:cubicBezTo>
                  <a:cubicBezTo>
                    <a:pt x="115139" y="60792"/>
                    <a:pt x="115321" y="64470"/>
                    <a:pt x="121279" y="65381"/>
                  </a:cubicBezTo>
                  <a:cubicBezTo>
                    <a:pt x="127784" y="66385"/>
                    <a:pt x="138696" y="61947"/>
                    <a:pt x="144410" y="65169"/>
                  </a:cubicBezTo>
                  <a:cubicBezTo>
                    <a:pt x="148483" y="67448"/>
                    <a:pt x="153529" y="7182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2"/>
            <p:cNvSpPr/>
            <p:nvPr/>
          </p:nvSpPr>
          <p:spPr>
            <a:xfrm>
              <a:off x="2975000" y="442550"/>
              <a:ext cx="3962850" cy="1794125"/>
            </a:xfrm>
            <a:custGeom>
              <a:rect b="b" l="l" r="r" t="t"/>
              <a:pathLst>
                <a:path extrusionOk="0" fill="none" h="71765" w="158514">
                  <a:moveTo>
                    <a:pt x="0" y="1"/>
                  </a:moveTo>
                  <a:cubicBezTo>
                    <a:pt x="5319" y="2554"/>
                    <a:pt x="11064" y="4226"/>
                    <a:pt x="16627" y="5502"/>
                  </a:cubicBezTo>
                  <a:cubicBezTo>
                    <a:pt x="22523" y="6840"/>
                    <a:pt x="28663" y="9302"/>
                    <a:pt x="32554" y="12919"/>
                  </a:cubicBezTo>
                  <a:cubicBezTo>
                    <a:pt x="36931" y="17022"/>
                    <a:pt x="28906" y="28268"/>
                    <a:pt x="31247" y="33983"/>
                  </a:cubicBezTo>
                  <a:cubicBezTo>
                    <a:pt x="32615" y="37326"/>
                    <a:pt x="40031" y="46658"/>
                    <a:pt x="43679" y="46719"/>
                  </a:cubicBezTo>
                  <a:cubicBezTo>
                    <a:pt x="52433" y="46810"/>
                    <a:pt x="58117" y="33861"/>
                    <a:pt x="66628" y="31430"/>
                  </a:cubicBezTo>
                  <a:cubicBezTo>
                    <a:pt x="75108" y="28998"/>
                    <a:pt x="85078" y="33709"/>
                    <a:pt x="91066" y="38451"/>
                  </a:cubicBezTo>
                  <a:cubicBezTo>
                    <a:pt x="95899" y="42250"/>
                    <a:pt x="98847" y="48482"/>
                    <a:pt x="106446" y="48785"/>
                  </a:cubicBezTo>
                  <a:cubicBezTo>
                    <a:pt x="119030" y="49272"/>
                    <a:pt x="110853" y="62950"/>
                    <a:pt x="121826" y="64743"/>
                  </a:cubicBezTo>
                  <a:cubicBezTo>
                    <a:pt x="128088" y="65746"/>
                    <a:pt x="139121" y="61612"/>
                    <a:pt x="144684" y="64986"/>
                  </a:cubicBezTo>
                  <a:cubicBezTo>
                    <a:pt x="148666" y="67388"/>
                    <a:pt x="153559" y="7176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2"/>
            <p:cNvSpPr/>
            <p:nvPr/>
          </p:nvSpPr>
          <p:spPr>
            <a:xfrm>
              <a:off x="2975000" y="442550"/>
              <a:ext cx="3962850" cy="1791075"/>
            </a:xfrm>
            <a:custGeom>
              <a:rect b="b" l="l" r="r" t="t"/>
              <a:pathLst>
                <a:path extrusionOk="0" fill="none" h="71643" w="158514">
                  <a:moveTo>
                    <a:pt x="0" y="1"/>
                  </a:moveTo>
                  <a:cubicBezTo>
                    <a:pt x="5319" y="2523"/>
                    <a:pt x="11155" y="4134"/>
                    <a:pt x="16779" y="5259"/>
                  </a:cubicBezTo>
                  <a:cubicBezTo>
                    <a:pt x="22736" y="6475"/>
                    <a:pt x="29302" y="9058"/>
                    <a:pt x="33405" y="11672"/>
                  </a:cubicBezTo>
                  <a:cubicBezTo>
                    <a:pt x="37660" y="14378"/>
                    <a:pt x="30821" y="28968"/>
                    <a:pt x="31399" y="33314"/>
                  </a:cubicBezTo>
                  <a:cubicBezTo>
                    <a:pt x="31885" y="36931"/>
                    <a:pt x="40578" y="45624"/>
                    <a:pt x="44651" y="45472"/>
                  </a:cubicBezTo>
                  <a:cubicBezTo>
                    <a:pt x="53101" y="45168"/>
                    <a:pt x="58421" y="32828"/>
                    <a:pt x="67874" y="30852"/>
                  </a:cubicBezTo>
                  <a:cubicBezTo>
                    <a:pt x="76658" y="29028"/>
                    <a:pt x="86233" y="32706"/>
                    <a:pt x="91856" y="37509"/>
                  </a:cubicBezTo>
                  <a:cubicBezTo>
                    <a:pt x="96476" y="41491"/>
                    <a:pt x="98908" y="48542"/>
                    <a:pt x="106780" y="48755"/>
                  </a:cubicBezTo>
                  <a:cubicBezTo>
                    <a:pt x="112647" y="48907"/>
                    <a:pt x="114045" y="50184"/>
                    <a:pt x="115565" y="55503"/>
                  </a:cubicBezTo>
                  <a:cubicBezTo>
                    <a:pt x="116841" y="60062"/>
                    <a:pt x="116628" y="63132"/>
                    <a:pt x="122404" y="64044"/>
                  </a:cubicBezTo>
                  <a:cubicBezTo>
                    <a:pt x="128544" y="65047"/>
                    <a:pt x="139486" y="61278"/>
                    <a:pt x="144957" y="64804"/>
                  </a:cubicBezTo>
                  <a:cubicBezTo>
                    <a:pt x="148818" y="67296"/>
                    <a:pt x="153559" y="71643"/>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2"/>
            <p:cNvSpPr/>
            <p:nvPr/>
          </p:nvSpPr>
          <p:spPr>
            <a:xfrm>
              <a:off x="2975000" y="442550"/>
              <a:ext cx="3962100" cy="1789575"/>
            </a:xfrm>
            <a:custGeom>
              <a:rect b="b" l="l" r="r" t="t"/>
              <a:pathLst>
                <a:path extrusionOk="0" fill="none" h="71583" w="158484">
                  <a:moveTo>
                    <a:pt x="0" y="1"/>
                  </a:moveTo>
                  <a:cubicBezTo>
                    <a:pt x="5380" y="2463"/>
                    <a:pt x="11216" y="4043"/>
                    <a:pt x="16900" y="5016"/>
                  </a:cubicBezTo>
                  <a:cubicBezTo>
                    <a:pt x="22797" y="6049"/>
                    <a:pt x="29058" y="8724"/>
                    <a:pt x="34135" y="10457"/>
                  </a:cubicBezTo>
                  <a:cubicBezTo>
                    <a:pt x="39667" y="12372"/>
                    <a:pt x="32037" y="28846"/>
                    <a:pt x="31855" y="32463"/>
                  </a:cubicBezTo>
                  <a:cubicBezTo>
                    <a:pt x="31672" y="36597"/>
                    <a:pt x="40852" y="44712"/>
                    <a:pt x="45503" y="44074"/>
                  </a:cubicBezTo>
                  <a:cubicBezTo>
                    <a:pt x="54165" y="42889"/>
                    <a:pt x="59606" y="32038"/>
                    <a:pt x="69090" y="30335"/>
                  </a:cubicBezTo>
                  <a:cubicBezTo>
                    <a:pt x="77479" y="28846"/>
                    <a:pt x="87388" y="31703"/>
                    <a:pt x="92646" y="36566"/>
                  </a:cubicBezTo>
                  <a:cubicBezTo>
                    <a:pt x="97084" y="40670"/>
                    <a:pt x="98908" y="48634"/>
                    <a:pt x="107084" y="48725"/>
                  </a:cubicBezTo>
                  <a:cubicBezTo>
                    <a:pt x="112890" y="48816"/>
                    <a:pt x="114501" y="49910"/>
                    <a:pt x="116203" y="55229"/>
                  </a:cubicBezTo>
                  <a:cubicBezTo>
                    <a:pt x="117571" y="59606"/>
                    <a:pt x="117297" y="62555"/>
                    <a:pt x="122951" y="63436"/>
                  </a:cubicBezTo>
                  <a:cubicBezTo>
                    <a:pt x="129030" y="64378"/>
                    <a:pt x="139851" y="60944"/>
                    <a:pt x="145200" y="64622"/>
                  </a:cubicBezTo>
                  <a:cubicBezTo>
                    <a:pt x="148939" y="67205"/>
                    <a:pt x="153590" y="7158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2"/>
            <p:cNvSpPr/>
            <p:nvPr/>
          </p:nvSpPr>
          <p:spPr>
            <a:xfrm>
              <a:off x="2975000" y="442550"/>
              <a:ext cx="3962850" cy="1785000"/>
            </a:xfrm>
            <a:custGeom>
              <a:rect b="b" l="l" r="r" t="t"/>
              <a:pathLst>
                <a:path extrusionOk="0" fill="none" h="71400" w="158514">
                  <a:moveTo>
                    <a:pt x="0" y="1"/>
                  </a:moveTo>
                  <a:cubicBezTo>
                    <a:pt x="5411" y="2432"/>
                    <a:pt x="11307" y="3952"/>
                    <a:pt x="17052" y="4803"/>
                  </a:cubicBezTo>
                  <a:cubicBezTo>
                    <a:pt x="22949" y="5685"/>
                    <a:pt x="29028" y="8967"/>
                    <a:pt x="34682" y="9362"/>
                  </a:cubicBezTo>
                  <a:cubicBezTo>
                    <a:pt x="42007" y="9849"/>
                    <a:pt x="33557" y="28360"/>
                    <a:pt x="32858" y="31065"/>
                  </a:cubicBezTo>
                  <a:cubicBezTo>
                    <a:pt x="31308" y="36931"/>
                    <a:pt x="41095" y="43801"/>
                    <a:pt x="46141" y="42676"/>
                  </a:cubicBezTo>
                  <a:cubicBezTo>
                    <a:pt x="54925" y="40761"/>
                    <a:pt x="60731" y="31703"/>
                    <a:pt x="70245" y="29819"/>
                  </a:cubicBezTo>
                  <a:cubicBezTo>
                    <a:pt x="78451" y="28177"/>
                    <a:pt x="88573" y="30731"/>
                    <a:pt x="93497" y="35563"/>
                  </a:cubicBezTo>
                  <a:cubicBezTo>
                    <a:pt x="97753" y="39728"/>
                    <a:pt x="98969" y="48725"/>
                    <a:pt x="107419" y="48755"/>
                  </a:cubicBezTo>
                  <a:cubicBezTo>
                    <a:pt x="113163" y="48755"/>
                    <a:pt x="115018" y="49667"/>
                    <a:pt x="116872" y="54956"/>
                  </a:cubicBezTo>
                  <a:cubicBezTo>
                    <a:pt x="118331" y="59181"/>
                    <a:pt x="118027" y="61977"/>
                    <a:pt x="123559" y="62798"/>
                  </a:cubicBezTo>
                  <a:cubicBezTo>
                    <a:pt x="129638" y="63710"/>
                    <a:pt x="140459" y="60579"/>
                    <a:pt x="145504" y="64470"/>
                  </a:cubicBezTo>
                  <a:cubicBezTo>
                    <a:pt x="148939" y="67144"/>
                    <a:pt x="153802" y="7140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2"/>
            <p:cNvSpPr/>
            <p:nvPr/>
          </p:nvSpPr>
          <p:spPr>
            <a:xfrm>
              <a:off x="2975000" y="442550"/>
              <a:ext cx="3962100" cy="1781975"/>
            </a:xfrm>
            <a:custGeom>
              <a:rect b="b" l="l" r="r" t="t"/>
              <a:pathLst>
                <a:path extrusionOk="0" fill="none" h="71279" w="158484">
                  <a:moveTo>
                    <a:pt x="0" y="1"/>
                  </a:moveTo>
                  <a:cubicBezTo>
                    <a:pt x="5471" y="2402"/>
                    <a:pt x="11247" y="3922"/>
                    <a:pt x="17174" y="4560"/>
                  </a:cubicBezTo>
                  <a:cubicBezTo>
                    <a:pt x="23253" y="5198"/>
                    <a:pt x="29514" y="8420"/>
                    <a:pt x="35107" y="8177"/>
                  </a:cubicBezTo>
                  <a:cubicBezTo>
                    <a:pt x="44044" y="7782"/>
                    <a:pt x="35290" y="26718"/>
                    <a:pt x="34256" y="29089"/>
                  </a:cubicBezTo>
                  <a:cubicBezTo>
                    <a:pt x="31369" y="35959"/>
                    <a:pt x="40578" y="42980"/>
                    <a:pt x="46658" y="41247"/>
                  </a:cubicBezTo>
                  <a:cubicBezTo>
                    <a:pt x="55533" y="38785"/>
                    <a:pt x="61947" y="31490"/>
                    <a:pt x="71369" y="29180"/>
                  </a:cubicBezTo>
                  <a:cubicBezTo>
                    <a:pt x="79424" y="27174"/>
                    <a:pt x="89819" y="29697"/>
                    <a:pt x="94470" y="34439"/>
                  </a:cubicBezTo>
                  <a:cubicBezTo>
                    <a:pt x="98482" y="38573"/>
                    <a:pt x="99090" y="48785"/>
                    <a:pt x="107753" y="48694"/>
                  </a:cubicBezTo>
                  <a:cubicBezTo>
                    <a:pt x="113407" y="48634"/>
                    <a:pt x="115504" y="49424"/>
                    <a:pt x="117510" y="54652"/>
                  </a:cubicBezTo>
                  <a:cubicBezTo>
                    <a:pt x="119060" y="58694"/>
                    <a:pt x="118665" y="61400"/>
                    <a:pt x="124167" y="62160"/>
                  </a:cubicBezTo>
                  <a:cubicBezTo>
                    <a:pt x="130246" y="62980"/>
                    <a:pt x="140793" y="60245"/>
                    <a:pt x="145717" y="64257"/>
                  </a:cubicBezTo>
                  <a:cubicBezTo>
                    <a:pt x="149061" y="66962"/>
                    <a:pt x="153802" y="71278"/>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2"/>
            <p:cNvSpPr/>
            <p:nvPr/>
          </p:nvSpPr>
          <p:spPr>
            <a:xfrm>
              <a:off x="2975000" y="442550"/>
              <a:ext cx="3962850" cy="1781200"/>
            </a:xfrm>
            <a:custGeom>
              <a:rect b="b" l="l" r="r" t="t"/>
              <a:pathLst>
                <a:path extrusionOk="0" fill="none" h="71248" w="158514">
                  <a:moveTo>
                    <a:pt x="0" y="1"/>
                  </a:moveTo>
                  <a:cubicBezTo>
                    <a:pt x="5502" y="2371"/>
                    <a:pt x="11338" y="3830"/>
                    <a:pt x="17326" y="4347"/>
                  </a:cubicBezTo>
                  <a:cubicBezTo>
                    <a:pt x="23405" y="4833"/>
                    <a:pt x="29484" y="7478"/>
                    <a:pt x="35381" y="7083"/>
                  </a:cubicBezTo>
                  <a:cubicBezTo>
                    <a:pt x="46171" y="6384"/>
                    <a:pt x="37660" y="22007"/>
                    <a:pt x="36080" y="26718"/>
                  </a:cubicBezTo>
                  <a:cubicBezTo>
                    <a:pt x="34560" y="31247"/>
                    <a:pt x="33192" y="34591"/>
                    <a:pt x="37387" y="37934"/>
                  </a:cubicBezTo>
                  <a:cubicBezTo>
                    <a:pt x="40062" y="40032"/>
                    <a:pt x="43983" y="40913"/>
                    <a:pt x="47144" y="39940"/>
                  </a:cubicBezTo>
                  <a:cubicBezTo>
                    <a:pt x="52007" y="38421"/>
                    <a:pt x="55959" y="34864"/>
                    <a:pt x="60548" y="32524"/>
                  </a:cubicBezTo>
                  <a:cubicBezTo>
                    <a:pt x="64409" y="30579"/>
                    <a:pt x="68360" y="29758"/>
                    <a:pt x="72403" y="28512"/>
                  </a:cubicBezTo>
                  <a:cubicBezTo>
                    <a:pt x="80275" y="26080"/>
                    <a:pt x="91187" y="28724"/>
                    <a:pt x="95503" y="33314"/>
                  </a:cubicBezTo>
                  <a:cubicBezTo>
                    <a:pt x="99303" y="37296"/>
                    <a:pt x="99212" y="48877"/>
                    <a:pt x="108118" y="48694"/>
                  </a:cubicBezTo>
                  <a:cubicBezTo>
                    <a:pt x="113589" y="48573"/>
                    <a:pt x="115990" y="49302"/>
                    <a:pt x="118148" y="54409"/>
                  </a:cubicBezTo>
                  <a:cubicBezTo>
                    <a:pt x="119820" y="58299"/>
                    <a:pt x="119364" y="60974"/>
                    <a:pt x="124805" y="61612"/>
                  </a:cubicBezTo>
                  <a:cubicBezTo>
                    <a:pt x="130519" y="62281"/>
                    <a:pt x="141249" y="59819"/>
                    <a:pt x="145991" y="64135"/>
                  </a:cubicBezTo>
                  <a:cubicBezTo>
                    <a:pt x="149213" y="67023"/>
                    <a:pt x="153863" y="71248"/>
                    <a:pt x="158514" y="68695"/>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2"/>
            <p:cNvSpPr/>
            <p:nvPr/>
          </p:nvSpPr>
          <p:spPr>
            <a:xfrm>
              <a:off x="2975000" y="442550"/>
              <a:ext cx="3962100" cy="1777400"/>
            </a:xfrm>
            <a:custGeom>
              <a:rect b="b" l="l" r="r" t="t"/>
              <a:pathLst>
                <a:path extrusionOk="0" fill="none" h="71096" w="158484">
                  <a:moveTo>
                    <a:pt x="0" y="1"/>
                  </a:moveTo>
                  <a:cubicBezTo>
                    <a:pt x="5532" y="2341"/>
                    <a:pt x="11429" y="3739"/>
                    <a:pt x="17447" y="4104"/>
                  </a:cubicBezTo>
                  <a:cubicBezTo>
                    <a:pt x="23496" y="4469"/>
                    <a:pt x="29484" y="6596"/>
                    <a:pt x="35533" y="6049"/>
                  </a:cubicBezTo>
                  <a:cubicBezTo>
                    <a:pt x="47357" y="4955"/>
                    <a:pt x="40822" y="16809"/>
                    <a:pt x="38208" y="23983"/>
                  </a:cubicBezTo>
                  <a:cubicBezTo>
                    <a:pt x="36657" y="28329"/>
                    <a:pt x="33557" y="33253"/>
                    <a:pt x="37691" y="36962"/>
                  </a:cubicBezTo>
                  <a:cubicBezTo>
                    <a:pt x="40244" y="39272"/>
                    <a:pt x="44591" y="39636"/>
                    <a:pt x="47661" y="38603"/>
                  </a:cubicBezTo>
                  <a:cubicBezTo>
                    <a:pt x="52646" y="36931"/>
                    <a:pt x="56901" y="33557"/>
                    <a:pt x="61764" y="31460"/>
                  </a:cubicBezTo>
                  <a:cubicBezTo>
                    <a:pt x="65533" y="29819"/>
                    <a:pt x="69576" y="29150"/>
                    <a:pt x="73375" y="27721"/>
                  </a:cubicBezTo>
                  <a:cubicBezTo>
                    <a:pt x="80974" y="24864"/>
                    <a:pt x="92464" y="27721"/>
                    <a:pt x="96659" y="32068"/>
                  </a:cubicBezTo>
                  <a:cubicBezTo>
                    <a:pt x="100884" y="36445"/>
                    <a:pt x="98634" y="48512"/>
                    <a:pt x="108452" y="48664"/>
                  </a:cubicBezTo>
                  <a:cubicBezTo>
                    <a:pt x="114014" y="48755"/>
                    <a:pt x="116416" y="49150"/>
                    <a:pt x="118756" y="54105"/>
                  </a:cubicBezTo>
                  <a:cubicBezTo>
                    <a:pt x="120550" y="57874"/>
                    <a:pt x="120002" y="60488"/>
                    <a:pt x="125413" y="61035"/>
                  </a:cubicBezTo>
                  <a:cubicBezTo>
                    <a:pt x="131158" y="61643"/>
                    <a:pt x="141553" y="59454"/>
                    <a:pt x="146234" y="63922"/>
                  </a:cubicBezTo>
                  <a:cubicBezTo>
                    <a:pt x="149334" y="66871"/>
                    <a:pt x="153894" y="71096"/>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2"/>
            <p:cNvSpPr/>
            <p:nvPr/>
          </p:nvSpPr>
          <p:spPr>
            <a:xfrm>
              <a:off x="2975000" y="442550"/>
              <a:ext cx="3962850" cy="1775125"/>
            </a:xfrm>
            <a:custGeom>
              <a:rect b="b" l="l" r="r" t="t"/>
              <a:pathLst>
                <a:path extrusionOk="0" fill="none" h="71005" w="158514">
                  <a:moveTo>
                    <a:pt x="0" y="1"/>
                  </a:moveTo>
                  <a:cubicBezTo>
                    <a:pt x="5593" y="2311"/>
                    <a:pt x="11520" y="3648"/>
                    <a:pt x="17569" y="3861"/>
                  </a:cubicBezTo>
                  <a:cubicBezTo>
                    <a:pt x="23587" y="4074"/>
                    <a:pt x="29636" y="5837"/>
                    <a:pt x="35594" y="5046"/>
                  </a:cubicBezTo>
                  <a:cubicBezTo>
                    <a:pt x="47569" y="3466"/>
                    <a:pt x="43800" y="12280"/>
                    <a:pt x="40578" y="20974"/>
                  </a:cubicBezTo>
                  <a:cubicBezTo>
                    <a:pt x="39059" y="25107"/>
                    <a:pt x="34773" y="31916"/>
                    <a:pt x="38268" y="35867"/>
                  </a:cubicBezTo>
                  <a:cubicBezTo>
                    <a:pt x="40548" y="38451"/>
                    <a:pt x="45381" y="38208"/>
                    <a:pt x="48238" y="37296"/>
                  </a:cubicBezTo>
                  <a:cubicBezTo>
                    <a:pt x="53405" y="35624"/>
                    <a:pt x="57965" y="32281"/>
                    <a:pt x="63102" y="30366"/>
                  </a:cubicBezTo>
                  <a:cubicBezTo>
                    <a:pt x="66780" y="28968"/>
                    <a:pt x="70701" y="28420"/>
                    <a:pt x="74257" y="26840"/>
                  </a:cubicBezTo>
                  <a:cubicBezTo>
                    <a:pt x="81552" y="23588"/>
                    <a:pt x="94075" y="26779"/>
                    <a:pt x="97935" y="30791"/>
                  </a:cubicBezTo>
                  <a:cubicBezTo>
                    <a:pt x="101887" y="34895"/>
                    <a:pt x="98938" y="48542"/>
                    <a:pt x="108817" y="48664"/>
                  </a:cubicBezTo>
                  <a:cubicBezTo>
                    <a:pt x="114227" y="48694"/>
                    <a:pt x="116872" y="49029"/>
                    <a:pt x="119364" y="53801"/>
                  </a:cubicBezTo>
                  <a:cubicBezTo>
                    <a:pt x="121249" y="57448"/>
                    <a:pt x="120702" y="60032"/>
                    <a:pt x="126021" y="60518"/>
                  </a:cubicBezTo>
                  <a:cubicBezTo>
                    <a:pt x="131826" y="61035"/>
                    <a:pt x="141857" y="59120"/>
                    <a:pt x="146507" y="63771"/>
                  </a:cubicBezTo>
                  <a:cubicBezTo>
                    <a:pt x="149456" y="66719"/>
                    <a:pt x="153924" y="7100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2"/>
            <p:cNvSpPr/>
            <p:nvPr/>
          </p:nvSpPr>
          <p:spPr>
            <a:xfrm>
              <a:off x="2975000" y="442550"/>
              <a:ext cx="3962850" cy="1772850"/>
            </a:xfrm>
            <a:custGeom>
              <a:rect b="b" l="l" r="r" t="t"/>
              <a:pathLst>
                <a:path extrusionOk="0" fill="none" h="70914" w="158514">
                  <a:moveTo>
                    <a:pt x="0" y="1"/>
                  </a:moveTo>
                  <a:cubicBezTo>
                    <a:pt x="5623" y="2280"/>
                    <a:pt x="11611" y="3526"/>
                    <a:pt x="17690" y="3648"/>
                  </a:cubicBezTo>
                  <a:cubicBezTo>
                    <a:pt x="23648" y="3709"/>
                    <a:pt x="29636" y="5016"/>
                    <a:pt x="35563" y="4104"/>
                  </a:cubicBezTo>
                  <a:cubicBezTo>
                    <a:pt x="47022" y="2371"/>
                    <a:pt x="46627" y="7843"/>
                    <a:pt x="43101" y="17812"/>
                  </a:cubicBezTo>
                  <a:cubicBezTo>
                    <a:pt x="41733" y="21612"/>
                    <a:pt x="36232" y="30670"/>
                    <a:pt x="39028" y="34621"/>
                  </a:cubicBezTo>
                  <a:cubicBezTo>
                    <a:pt x="41004" y="37387"/>
                    <a:pt x="46293" y="36901"/>
                    <a:pt x="48968" y="35989"/>
                  </a:cubicBezTo>
                  <a:cubicBezTo>
                    <a:pt x="57235" y="33071"/>
                    <a:pt x="67235" y="29667"/>
                    <a:pt x="75108" y="25867"/>
                  </a:cubicBezTo>
                  <a:cubicBezTo>
                    <a:pt x="82008" y="22524"/>
                    <a:pt x="95655" y="25746"/>
                    <a:pt x="99303" y="29484"/>
                  </a:cubicBezTo>
                  <a:cubicBezTo>
                    <a:pt x="103042" y="33284"/>
                    <a:pt x="99546" y="48573"/>
                    <a:pt x="109242" y="48573"/>
                  </a:cubicBezTo>
                  <a:cubicBezTo>
                    <a:pt x="114379" y="48573"/>
                    <a:pt x="117328" y="48968"/>
                    <a:pt x="119942" y="53527"/>
                  </a:cubicBezTo>
                  <a:cubicBezTo>
                    <a:pt x="121948" y="57023"/>
                    <a:pt x="121340" y="59606"/>
                    <a:pt x="126629" y="60032"/>
                  </a:cubicBezTo>
                  <a:cubicBezTo>
                    <a:pt x="132495" y="60488"/>
                    <a:pt x="142130" y="58725"/>
                    <a:pt x="146751" y="63558"/>
                  </a:cubicBezTo>
                  <a:cubicBezTo>
                    <a:pt x="149608" y="66567"/>
                    <a:pt x="153985" y="70913"/>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2"/>
            <p:cNvSpPr/>
            <p:nvPr/>
          </p:nvSpPr>
          <p:spPr>
            <a:xfrm>
              <a:off x="2975000" y="442550"/>
              <a:ext cx="3962100" cy="1769800"/>
            </a:xfrm>
            <a:custGeom>
              <a:rect b="b" l="l" r="r" t="t"/>
              <a:pathLst>
                <a:path extrusionOk="0" fill="none" h="70792" w="158484">
                  <a:moveTo>
                    <a:pt x="0" y="1"/>
                  </a:moveTo>
                  <a:cubicBezTo>
                    <a:pt x="5654" y="2280"/>
                    <a:pt x="11703" y="3435"/>
                    <a:pt x="17812" y="3405"/>
                  </a:cubicBezTo>
                  <a:cubicBezTo>
                    <a:pt x="23709" y="3344"/>
                    <a:pt x="29606" y="4165"/>
                    <a:pt x="35502" y="3192"/>
                  </a:cubicBezTo>
                  <a:cubicBezTo>
                    <a:pt x="37660" y="2858"/>
                    <a:pt x="42463" y="1976"/>
                    <a:pt x="44621" y="2949"/>
                  </a:cubicBezTo>
                  <a:cubicBezTo>
                    <a:pt x="49545" y="5168"/>
                    <a:pt x="46840" y="10913"/>
                    <a:pt x="45624" y="14742"/>
                  </a:cubicBezTo>
                  <a:cubicBezTo>
                    <a:pt x="43557" y="21369"/>
                    <a:pt x="34135" y="40001"/>
                    <a:pt x="49819" y="34652"/>
                  </a:cubicBezTo>
                  <a:cubicBezTo>
                    <a:pt x="58299" y="31734"/>
                    <a:pt x="67935" y="28177"/>
                    <a:pt x="76050" y="24864"/>
                  </a:cubicBezTo>
                  <a:cubicBezTo>
                    <a:pt x="83072" y="21977"/>
                    <a:pt x="96051" y="24347"/>
                    <a:pt x="100762" y="28117"/>
                  </a:cubicBezTo>
                  <a:cubicBezTo>
                    <a:pt x="105716" y="32098"/>
                    <a:pt x="98908" y="48299"/>
                    <a:pt x="109698" y="48482"/>
                  </a:cubicBezTo>
                  <a:cubicBezTo>
                    <a:pt x="114653" y="48573"/>
                    <a:pt x="117753" y="48846"/>
                    <a:pt x="120458" y="53254"/>
                  </a:cubicBezTo>
                  <a:cubicBezTo>
                    <a:pt x="122586" y="56628"/>
                    <a:pt x="121948" y="59242"/>
                    <a:pt x="127176" y="59576"/>
                  </a:cubicBezTo>
                  <a:cubicBezTo>
                    <a:pt x="133133" y="60001"/>
                    <a:pt x="142404" y="58360"/>
                    <a:pt x="146963" y="63375"/>
                  </a:cubicBezTo>
                  <a:cubicBezTo>
                    <a:pt x="149699" y="66385"/>
                    <a:pt x="153985" y="70792"/>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2"/>
            <p:cNvSpPr/>
            <p:nvPr/>
          </p:nvSpPr>
          <p:spPr>
            <a:xfrm>
              <a:off x="2975000" y="442550"/>
              <a:ext cx="3963625" cy="1767525"/>
            </a:xfrm>
            <a:custGeom>
              <a:rect b="b" l="l" r="r" t="t"/>
              <a:pathLst>
                <a:path extrusionOk="0" fill="none" h="70701" w="158545">
                  <a:moveTo>
                    <a:pt x="0" y="1"/>
                  </a:moveTo>
                  <a:cubicBezTo>
                    <a:pt x="5715" y="2250"/>
                    <a:pt x="11794" y="3314"/>
                    <a:pt x="17934" y="3192"/>
                  </a:cubicBezTo>
                  <a:cubicBezTo>
                    <a:pt x="23770" y="2979"/>
                    <a:pt x="29575" y="3314"/>
                    <a:pt x="35411" y="2341"/>
                  </a:cubicBezTo>
                  <a:cubicBezTo>
                    <a:pt x="44439" y="791"/>
                    <a:pt x="50518" y="2371"/>
                    <a:pt x="48147" y="11916"/>
                  </a:cubicBezTo>
                  <a:cubicBezTo>
                    <a:pt x="46627" y="18086"/>
                    <a:pt x="34894" y="38725"/>
                    <a:pt x="50883" y="33253"/>
                  </a:cubicBezTo>
                  <a:cubicBezTo>
                    <a:pt x="59697" y="30244"/>
                    <a:pt x="68482" y="26688"/>
                    <a:pt x="77418" y="23922"/>
                  </a:cubicBezTo>
                  <a:cubicBezTo>
                    <a:pt x="84227" y="21794"/>
                    <a:pt x="97601" y="22585"/>
                    <a:pt x="102312" y="26779"/>
                  </a:cubicBezTo>
                  <a:cubicBezTo>
                    <a:pt x="107510" y="31399"/>
                    <a:pt x="99394" y="48056"/>
                    <a:pt x="110276" y="48330"/>
                  </a:cubicBezTo>
                  <a:cubicBezTo>
                    <a:pt x="115200" y="48451"/>
                    <a:pt x="117966" y="49181"/>
                    <a:pt x="120945" y="52889"/>
                  </a:cubicBezTo>
                  <a:cubicBezTo>
                    <a:pt x="123376" y="55928"/>
                    <a:pt x="122464" y="58877"/>
                    <a:pt x="127784" y="59150"/>
                  </a:cubicBezTo>
                  <a:cubicBezTo>
                    <a:pt x="133711" y="59454"/>
                    <a:pt x="142769" y="58026"/>
                    <a:pt x="147267" y="63223"/>
                  </a:cubicBezTo>
                  <a:cubicBezTo>
                    <a:pt x="149881" y="66202"/>
                    <a:pt x="154076" y="70701"/>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2"/>
            <p:cNvSpPr/>
            <p:nvPr/>
          </p:nvSpPr>
          <p:spPr>
            <a:xfrm>
              <a:off x="2975000" y="442550"/>
              <a:ext cx="3962850" cy="1765250"/>
            </a:xfrm>
            <a:custGeom>
              <a:rect b="b" l="l" r="r" t="t"/>
              <a:pathLst>
                <a:path extrusionOk="0" fill="none" h="70610" w="158514">
                  <a:moveTo>
                    <a:pt x="0" y="1"/>
                  </a:moveTo>
                  <a:cubicBezTo>
                    <a:pt x="5745" y="2219"/>
                    <a:pt x="11885" y="3223"/>
                    <a:pt x="18025" y="2949"/>
                  </a:cubicBezTo>
                  <a:cubicBezTo>
                    <a:pt x="23800" y="2645"/>
                    <a:pt x="29514" y="2493"/>
                    <a:pt x="35259" y="1490"/>
                  </a:cubicBezTo>
                  <a:cubicBezTo>
                    <a:pt x="38056" y="1004"/>
                    <a:pt x="42189" y="396"/>
                    <a:pt x="44986" y="1064"/>
                  </a:cubicBezTo>
                  <a:cubicBezTo>
                    <a:pt x="50183" y="2280"/>
                    <a:pt x="51065" y="4803"/>
                    <a:pt x="50487" y="9454"/>
                  </a:cubicBezTo>
                  <a:cubicBezTo>
                    <a:pt x="49728" y="14986"/>
                    <a:pt x="36627" y="36870"/>
                    <a:pt x="52068" y="31825"/>
                  </a:cubicBezTo>
                  <a:cubicBezTo>
                    <a:pt x="60944" y="28937"/>
                    <a:pt x="69910" y="25533"/>
                    <a:pt x="79029" y="23010"/>
                  </a:cubicBezTo>
                  <a:cubicBezTo>
                    <a:pt x="86111" y="21095"/>
                    <a:pt x="98969" y="21551"/>
                    <a:pt x="103893" y="25472"/>
                  </a:cubicBezTo>
                  <a:cubicBezTo>
                    <a:pt x="109212" y="29697"/>
                    <a:pt x="100093" y="47661"/>
                    <a:pt x="110823" y="48147"/>
                  </a:cubicBezTo>
                  <a:cubicBezTo>
                    <a:pt x="115595" y="48360"/>
                    <a:pt x="118422" y="49120"/>
                    <a:pt x="121431" y="52646"/>
                  </a:cubicBezTo>
                  <a:cubicBezTo>
                    <a:pt x="123923" y="55594"/>
                    <a:pt x="123103" y="58542"/>
                    <a:pt x="128300" y="58786"/>
                  </a:cubicBezTo>
                  <a:cubicBezTo>
                    <a:pt x="134288" y="59059"/>
                    <a:pt x="143042" y="57783"/>
                    <a:pt x="147480" y="63041"/>
                  </a:cubicBezTo>
                  <a:cubicBezTo>
                    <a:pt x="150003" y="65989"/>
                    <a:pt x="154076" y="7061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2"/>
            <p:cNvSpPr/>
            <p:nvPr/>
          </p:nvSpPr>
          <p:spPr>
            <a:xfrm>
              <a:off x="2975000" y="428125"/>
              <a:ext cx="3962850" cy="1777400"/>
            </a:xfrm>
            <a:custGeom>
              <a:rect b="b" l="l" r="r" t="t"/>
              <a:pathLst>
                <a:path extrusionOk="0" fill="none" h="71096" w="158514">
                  <a:moveTo>
                    <a:pt x="0" y="578"/>
                  </a:moveTo>
                  <a:cubicBezTo>
                    <a:pt x="5715" y="2705"/>
                    <a:pt x="12128" y="3769"/>
                    <a:pt x="18146" y="3313"/>
                  </a:cubicBezTo>
                  <a:cubicBezTo>
                    <a:pt x="23861" y="2888"/>
                    <a:pt x="29484" y="2219"/>
                    <a:pt x="35138" y="1246"/>
                  </a:cubicBezTo>
                  <a:cubicBezTo>
                    <a:pt x="42554" y="0"/>
                    <a:pt x="52281" y="1489"/>
                    <a:pt x="52585" y="7994"/>
                  </a:cubicBezTo>
                  <a:cubicBezTo>
                    <a:pt x="52767" y="12523"/>
                    <a:pt x="39211" y="35350"/>
                    <a:pt x="53436" y="30882"/>
                  </a:cubicBezTo>
                  <a:cubicBezTo>
                    <a:pt x="62372" y="28086"/>
                    <a:pt x="71673" y="25137"/>
                    <a:pt x="80914" y="22736"/>
                  </a:cubicBezTo>
                  <a:cubicBezTo>
                    <a:pt x="88604" y="20760"/>
                    <a:pt x="100032" y="21551"/>
                    <a:pt x="105443" y="24803"/>
                  </a:cubicBezTo>
                  <a:cubicBezTo>
                    <a:pt x="111674" y="28511"/>
                    <a:pt x="99941" y="47508"/>
                    <a:pt x="111431" y="48511"/>
                  </a:cubicBezTo>
                  <a:cubicBezTo>
                    <a:pt x="116081" y="48937"/>
                    <a:pt x="118847" y="49606"/>
                    <a:pt x="121887" y="52980"/>
                  </a:cubicBezTo>
                  <a:cubicBezTo>
                    <a:pt x="124440" y="55837"/>
                    <a:pt x="123741" y="58785"/>
                    <a:pt x="128787" y="58998"/>
                  </a:cubicBezTo>
                  <a:cubicBezTo>
                    <a:pt x="134836" y="59271"/>
                    <a:pt x="143316" y="58147"/>
                    <a:pt x="147723" y="63436"/>
                  </a:cubicBezTo>
                  <a:cubicBezTo>
                    <a:pt x="150125" y="66323"/>
                    <a:pt x="154106" y="71095"/>
                    <a:pt x="158514" y="6924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2"/>
            <p:cNvSpPr/>
            <p:nvPr/>
          </p:nvSpPr>
          <p:spPr>
            <a:xfrm>
              <a:off x="2975000" y="412925"/>
              <a:ext cx="3962850" cy="1789550"/>
            </a:xfrm>
            <a:custGeom>
              <a:rect b="b" l="l" r="r" t="t"/>
              <a:pathLst>
                <a:path extrusionOk="0" fill="none" h="71582" w="158514">
                  <a:moveTo>
                    <a:pt x="0" y="1186"/>
                  </a:moveTo>
                  <a:cubicBezTo>
                    <a:pt x="5745" y="3283"/>
                    <a:pt x="12219" y="4286"/>
                    <a:pt x="18238" y="3678"/>
                  </a:cubicBezTo>
                  <a:cubicBezTo>
                    <a:pt x="23891" y="3131"/>
                    <a:pt x="29454" y="1976"/>
                    <a:pt x="35046" y="1034"/>
                  </a:cubicBezTo>
                  <a:cubicBezTo>
                    <a:pt x="41308" y="0"/>
                    <a:pt x="52980" y="638"/>
                    <a:pt x="54317" y="7082"/>
                  </a:cubicBezTo>
                  <a:cubicBezTo>
                    <a:pt x="55260" y="11672"/>
                    <a:pt x="42159" y="33557"/>
                    <a:pt x="54895" y="29879"/>
                  </a:cubicBezTo>
                  <a:cubicBezTo>
                    <a:pt x="64044" y="27204"/>
                    <a:pt x="73588" y="24864"/>
                    <a:pt x="82950" y="22523"/>
                  </a:cubicBezTo>
                  <a:cubicBezTo>
                    <a:pt x="90488" y="20608"/>
                    <a:pt x="101248" y="21186"/>
                    <a:pt x="106932" y="24256"/>
                  </a:cubicBezTo>
                  <a:cubicBezTo>
                    <a:pt x="113862" y="27964"/>
                    <a:pt x="100762" y="47478"/>
                    <a:pt x="112069" y="48876"/>
                  </a:cubicBezTo>
                  <a:cubicBezTo>
                    <a:pt x="116264" y="49363"/>
                    <a:pt x="119729" y="49879"/>
                    <a:pt x="122343" y="53344"/>
                  </a:cubicBezTo>
                  <a:cubicBezTo>
                    <a:pt x="124562" y="56354"/>
                    <a:pt x="124653" y="59089"/>
                    <a:pt x="129273" y="59272"/>
                  </a:cubicBezTo>
                  <a:cubicBezTo>
                    <a:pt x="135352" y="59545"/>
                    <a:pt x="143620" y="58603"/>
                    <a:pt x="147936" y="63861"/>
                  </a:cubicBezTo>
                  <a:cubicBezTo>
                    <a:pt x="150277" y="66688"/>
                    <a:pt x="154137" y="71582"/>
                    <a:pt x="158514" y="6984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2"/>
            <p:cNvSpPr/>
            <p:nvPr/>
          </p:nvSpPr>
          <p:spPr>
            <a:xfrm>
              <a:off x="2975000" y="386325"/>
              <a:ext cx="3962850" cy="1813875"/>
            </a:xfrm>
            <a:custGeom>
              <a:rect b="b" l="l" r="r" t="t"/>
              <a:pathLst>
                <a:path extrusionOk="0" fill="none" h="72555" w="158514">
                  <a:moveTo>
                    <a:pt x="0" y="2250"/>
                  </a:moveTo>
                  <a:cubicBezTo>
                    <a:pt x="5806" y="4286"/>
                    <a:pt x="12371" y="5259"/>
                    <a:pt x="18390" y="4529"/>
                  </a:cubicBezTo>
                  <a:cubicBezTo>
                    <a:pt x="23982" y="3830"/>
                    <a:pt x="29423" y="2250"/>
                    <a:pt x="35046" y="1307"/>
                  </a:cubicBezTo>
                  <a:cubicBezTo>
                    <a:pt x="42767" y="0"/>
                    <a:pt x="52402" y="2067"/>
                    <a:pt x="55685" y="7174"/>
                  </a:cubicBezTo>
                  <a:cubicBezTo>
                    <a:pt x="57570" y="10183"/>
                    <a:pt x="46658" y="32159"/>
                    <a:pt x="56719" y="29271"/>
                  </a:cubicBezTo>
                  <a:cubicBezTo>
                    <a:pt x="65442" y="26748"/>
                    <a:pt x="75746" y="25077"/>
                    <a:pt x="85139" y="22736"/>
                  </a:cubicBezTo>
                  <a:cubicBezTo>
                    <a:pt x="92494" y="20882"/>
                    <a:pt x="102099" y="21338"/>
                    <a:pt x="108300" y="24317"/>
                  </a:cubicBezTo>
                  <a:cubicBezTo>
                    <a:pt x="116477" y="28207"/>
                    <a:pt x="101765" y="47873"/>
                    <a:pt x="112799" y="49636"/>
                  </a:cubicBezTo>
                  <a:cubicBezTo>
                    <a:pt x="116780" y="50275"/>
                    <a:pt x="120215" y="50852"/>
                    <a:pt x="122768" y="54165"/>
                  </a:cubicBezTo>
                  <a:cubicBezTo>
                    <a:pt x="125048" y="57083"/>
                    <a:pt x="125200" y="59849"/>
                    <a:pt x="129729" y="60032"/>
                  </a:cubicBezTo>
                  <a:cubicBezTo>
                    <a:pt x="135839" y="60336"/>
                    <a:pt x="143893" y="59545"/>
                    <a:pt x="148179" y="64773"/>
                  </a:cubicBezTo>
                  <a:cubicBezTo>
                    <a:pt x="150459" y="67539"/>
                    <a:pt x="154167" y="72555"/>
                    <a:pt x="158514" y="7091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2"/>
            <p:cNvSpPr/>
            <p:nvPr/>
          </p:nvSpPr>
          <p:spPr>
            <a:xfrm>
              <a:off x="2975000" y="367325"/>
              <a:ext cx="3962850" cy="1829825"/>
            </a:xfrm>
            <a:custGeom>
              <a:rect b="b" l="l" r="r" t="t"/>
              <a:pathLst>
                <a:path extrusionOk="0" fill="none" h="73193" w="158514">
                  <a:moveTo>
                    <a:pt x="0" y="3010"/>
                  </a:moveTo>
                  <a:cubicBezTo>
                    <a:pt x="5836" y="5016"/>
                    <a:pt x="12432" y="5897"/>
                    <a:pt x="18481" y="5046"/>
                  </a:cubicBezTo>
                  <a:cubicBezTo>
                    <a:pt x="24104" y="4286"/>
                    <a:pt x="29514" y="2067"/>
                    <a:pt x="35077" y="1216"/>
                  </a:cubicBezTo>
                  <a:cubicBezTo>
                    <a:pt x="43010" y="0"/>
                    <a:pt x="51703" y="2584"/>
                    <a:pt x="56719" y="7447"/>
                  </a:cubicBezTo>
                  <a:cubicBezTo>
                    <a:pt x="60123" y="10791"/>
                    <a:pt x="50335" y="30396"/>
                    <a:pt x="58998" y="28360"/>
                  </a:cubicBezTo>
                  <a:cubicBezTo>
                    <a:pt x="67722" y="26293"/>
                    <a:pt x="78056" y="25016"/>
                    <a:pt x="87357" y="22615"/>
                  </a:cubicBezTo>
                  <a:cubicBezTo>
                    <a:pt x="94531" y="20761"/>
                    <a:pt x="103224" y="21065"/>
                    <a:pt x="109546" y="24104"/>
                  </a:cubicBezTo>
                  <a:cubicBezTo>
                    <a:pt x="118209" y="28268"/>
                    <a:pt x="103376" y="47965"/>
                    <a:pt x="113559" y="50062"/>
                  </a:cubicBezTo>
                  <a:cubicBezTo>
                    <a:pt x="117328" y="50822"/>
                    <a:pt x="120671" y="51551"/>
                    <a:pt x="123194" y="54682"/>
                  </a:cubicBezTo>
                  <a:cubicBezTo>
                    <a:pt x="125474" y="57539"/>
                    <a:pt x="125717" y="60305"/>
                    <a:pt x="130155" y="60518"/>
                  </a:cubicBezTo>
                  <a:cubicBezTo>
                    <a:pt x="136295" y="60852"/>
                    <a:pt x="144137" y="60214"/>
                    <a:pt x="148392" y="65381"/>
                  </a:cubicBezTo>
                  <a:cubicBezTo>
                    <a:pt x="150611" y="68056"/>
                    <a:pt x="154228" y="73193"/>
                    <a:pt x="158514" y="7167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2"/>
            <p:cNvSpPr/>
            <p:nvPr/>
          </p:nvSpPr>
          <p:spPr>
            <a:xfrm>
              <a:off x="2975000" y="347575"/>
              <a:ext cx="3962850" cy="1845775"/>
            </a:xfrm>
            <a:custGeom>
              <a:rect b="b" l="l" r="r" t="t"/>
              <a:pathLst>
                <a:path extrusionOk="0" fill="none" h="73831" w="158514">
                  <a:moveTo>
                    <a:pt x="0" y="3800"/>
                  </a:moveTo>
                  <a:cubicBezTo>
                    <a:pt x="5867" y="5775"/>
                    <a:pt x="12554" y="6566"/>
                    <a:pt x="18602" y="5623"/>
                  </a:cubicBezTo>
                  <a:cubicBezTo>
                    <a:pt x="24256" y="4711"/>
                    <a:pt x="29575" y="1915"/>
                    <a:pt x="35229" y="1125"/>
                  </a:cubicBezTo>
                  <a:cubicBezTo>
                    <a:pt x="43284" y="0"/>
                    <a:pt x="51217" y="3404"/>
                    <a:pt x="57448" y="7903"/>
                  </a:cubicBezTo>
                  <a:cubicBezTo>
                    <a:pt x="62129" y="11247"/>
                    <a:pt x="59454" y="16353"/>
                    <a:pt x="58421" y="20852"/>
                  </a:cubicBezTo>
                  <a:cubicBezTo>
                    <a:pt x="57782" y="23587"/>
                    <a:pt x="56506" y="28420"/>
                    <a:pt x="61582" y="27599"/>
                  </a:cubicBezTo>
                  <a:cubicBezTo>
                    <a:pt x="70305" y="26171"/>
                    <a:pt x="80366" y="24925"/>
                    <a:pt x="89516" y="22493"/>
                  </a:cubicBezTo>
                  <a:cubicBezTo>
                    <a:pt x="96628" y="20639"/>
                    <a:pt x="104501" y="20700"/>
                    <a:pt x="110732" y="23952"/>
                  </a:cubicBezTo>
                  <a:cubicBezTo>
                    <a:pt x="119698" y="28663"/>
                    <a:pt x="104501" y="47600"/>
                    <a:pt x="114379" y="50487"/>
                  </a:cubicBezTo>
                  <a:cubicBezTo>
                    <a:pt x="117996" y="51551"/>
                    <a:pt x="121157" y="52250"/>
                    <a:pt x="123619" y="55229"/>
                  </a:cubicBezTo>
                  <a:cubicBezTo>
                    <a:pt x="125899" y="57995"/>
                    <a:pt x="126203" y="60791"/>
                    <a:pt x="130550" y="61065"/>
                  </a:cubicBezTo>
                  <a:cubicBezTo>
                    <a:pt x="136659" y="61399"/>
                    <a:pt x="144380" y="60913"/>
                    <a:pt x="148605" y="65989"/>
                  </a:cubicBezTo>
                  <a:cubicBezTo>
                    <a:pt x="150793" y="68603"/>
                    <a:pt x="154258" y="73831"/>
                    <a:pt x="158514" y="7246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2"/>
            <p:cNvSpPr/>
            <p:nvPr/>
          </p:nvSpPr>
          <p:spPr>
            <a:xfrm>
              <a:off x="2975000" y="324000"/>
              <a:ext cx="3962850" cy="1867075"/>
            </a:xfrm>
            <a:custGeom>
              <a:rect b="b" l="l" r="r" t="t"/>
              <a:pathLst>
                <a:path extrusionOk="0" fill="none" h="74683" w="158514">
                  <a:moveTo>
                    <a:pt x="0" y="4743"/>
                  </a:moveTo>
                  <a:cubicBezTo>
                    <a:pt x="5897" y="6688"/>
                    <a:pt x="12645" y="7387"/>
                    <a:pt x="18724" y="6323"/>
                  </a:cubicBezTo>
                  <a:cubicBezTo>
                    <a:pt x="24469" y="5290"/>
                    <a:pt x="29758" y="1977"/>
                    <a:pt x="35502" y="1156"/>
                  </a:cubicBezTo>
                  <a:cubicBezTo>
                    <a:pt x="43466" y="1"/>
                    <a:pt x="51460" y="4682"/>
                    <a:pt x="57934" y="8572"/>
                  </a:cubicBezTo>
                  <a:cubicBezTo>
                    <a:pt x="62858" y="11521"/>
                    <a:pt x="62099" y="15411"/>
                    <a:pt x="61339" y="20153"/>
                  </a:cubicBezTo>
                  <a:cubicBezTo>
                    <a:pt x="60883" y="22919"/>
                    <a:pt x="59576" y="27448"/>
                    <a:pt x="64378" y="27144"/>
                  </a:cubicBezTo>
                  <a:cubicBezTo>
                    <a:pt x="73223" y="26597"/>
                    <a:pt x="82737" y="24834"/>
                    <a:pt x="91643" y="22494"/>
                  </a:cubicBezTo>
                  <a:cubicBezTo>
                    <a:pt x="98817" y="20609"/>
                    <a:pt x="105747" y="20366"/>
                    <a:pt x="111856" y="23983"/>
                  </a:cubicBezTo>
                  <a:cubicBezTo>
                    <a:pt x="120519" y="29120"/>
                    <a:pt x="105990" y="47296"/>
                    <a:pt x="115230" y="51035"/>
                  </a:cubicBezTo>
                  <a:cubicBezTo>
                    <a:pt x="118543" y="52372"/>
                    <a:pt x="121705" y="53072"/>
                    <a:pt x="124045" y="55898"/>
                  </a:cubicBezTo>
                  <a:cubicBezTo>
                    <a:pt x="126325" y="58634"/>
                    <a:pt x="126659" y="61461"/>
                    <a:pt x="130914" y="61765"/>
                  </a:cubicBezTo>
                  <a:cubicBezTo>
                    <a:pt x="136994" y="62160"/>
                    <a:pt x="144593" y="61825"/>
                    <a:pt x="148818" y="66810"/>
                  </a:cubicBezTo>
                  <a:cubicBezTo>
                    <a:pt x="150945" y="69364"/>
                    <a:pt x="154289" y="74683"/>
                    <a:pt x="158514" y="73406"/>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2"/>
            <p:cNvSpPr/>
            <p:nvPr/>
          </p:nvSpPr>
          <p:spPr>
            <a:xfrm>
              <a:off x="2975000" y="297425"/>
              <a:ext cx="3962850" cy="1890625"/>
            </a:xfrm>
            <a:custGeom>
              <a:rect b="b" l="l" r="r" t="t"/>
              <a:pathLst>
                <a:path extrusionOk="0" fill="none" h="75625" w="158514">
                  <a:moveTo>
                    <a:pt x="0" y="5806"/>
                  </a:moveTo>
                  <a:cubicBezTo>
                    <a:pt x="5927" y="7690"/>
                    <a:pt x="12918" y="8450"/>
                    <a:pt x="18815" y="7173"/>
                  </a:cubicBezTo>
                  <a:cubicBezTo>
                    <a:pt x="24530" y="5927"/>
                    <a:pt x="30122" y="2128"/>
                    <a:pt x="35928" y="1216"/>
                  </a:cubicBezTo>
                  <a:cubicBezTo>
                    <a:pt x="43648" y="0"/>
                    <a:pt x="52494" y="5593"/>
                    <a:pt x="58178" y="9392"/>
                  </a:cubicBezTo>
                  <a:cubicBezTo>
                    <a:pt x="62585" y="12310"/>
                    <a:pt x="64226" y="14347"/>
                    <a:pt x="64074" y="19940"/>
                  </a:cubicBezTo>
                  <a:cubicBezTo>
                    <a:pt x="64014" y="22797"/>
                    <a:pt x="62828" y="26839"/>
                    <a:pt x="67296" y="27022"/>
                  </a:cubicBezTo>
                  <a:cubicBezTo>
                    <a:pt x="76081" y="27417"/>
                    <a:pt x="85199" y="24560"/>
                    <a:pt x="93589" y="22584"/>
                  </a:cubicBezTo>
                  <a:cubicBezTo>
                    <a:pt x="100975" y="20851"/>
                    <a:pt x="106598" y="19879"/>
                    <a:pt x="112920" y="24165"/>
                  </a:cubicBezTo>
                  <a:cubicBezTo>
                    <a:pt x="121188" y="29788"/>
                    <a:pt x="107753" y="47113"/>
                    <a:pt x="116142" y="51673"/>
                  </a:cubicBezTo>
                  <a:cubicBezTo>
                    <a:pt x="119030" y="53223"/>
                    <a:pt x="122221" y="54013"/>
                    <a:pt x="124501" y="56718"/>
                  </a:cubicBezTo>
                  <a:cubicBezTo>
                    <a:pt x="126781" y="59423"/>
                    <a:pt x="127115" y="62281"/>
                    <a:pt x="131279" y="62615"/>
                  </a:cubicBezTo>
                  <a:cubicBezTo>
                    <a:pt x="137358" y="63101"/>
                    <a:pt x="144836" y="62828"/>
                    <a:pt x="149030" y="67752"/>
                  </a:cubicBezTo>
                  <a:cubicBezTo>
                    <a:pt x="151158" y="70244"/>
                    <a:pt x="154350" y="75624"/>
                    <a:pt x="158514" y="7446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2"/>
            <p:cNvSpPr/>
            <p:nvPr/>
          </p:nvSpPr>
          <p:spPr>
            <a:xfrm>
              <a:off x="2975000" y="270050"/>
              <a:ext cx="3962100" cy="1914200"/>
            </a:xfrm>
            <a:custGeom>
              <a:rect b="b" l="l" r="r" t="t"/>
              <a:pathLst>
                <a:path extrusionOk="0" fill="none" h="76568" w="158484">
                  <a:moveTo>
                    <a:pt x="0" y="6901"/>
                  </a:moveTo>
                  <a:cubicBezTo>
                    <a:pt x="5988" y="8785"/>
                    <a:pt x="13040" y="9484"/>
                    <a:pt x="18937" y="8025"/>
                  </a:cubicBezTo>
                  <a:cubicBezTo>
                    <a:pt x="24803" y="6627"/>
                    <a:pt x="30396" y="2402"/>
                    <a:pt x="36414" y="1338"/>
                  </a:cubicBezTo>
                  <a:cubicBezTo>
                    <a:pt x="44013" y="1"/>
                    <a:pt x="52463" y="6688"/>
                    <a:pt x="58208" y="10244"/>
                  </a:cubicBezTo>
                  <a:cubicBezTo>
                    <a:pt x="62676" y="13010"/>
                    <a:pt x="65138" y="14925"/>
                    <a:pt x="66476" y="20092"/>
                  </a:cubicBezTo>
                  <a:cubicBezTo>
                    <a:pt x="67235" y="22980"/>
                    <a:pt x="65868" y="26536"/>
                    <a:pt x="70214" y="27144"/>
                  </a:cubicBezTo>
                  <a:cubicBezTo>
                    <a:pt x="78695" y="28329"/>
                    <a:pt x="87753" y="24104"/>
                    <a:pt x="95351" y="22646"/>
                  </a:cubicBezTo>
                  <a:cubicBezTo>
                    <a:pt x="102950" y="21187"/>
                    <a:pt x="107327" y="19150"/>
                    <a:pt x="113893" y="24408"/>
                  </a:cubicBezTo>
                  <a:cubicBezTo>
                    <a:pt x="121309" y="30366"/>
                    <a:pt x="109668" y="47023"/>
                    <a:pt x="117084" y="52251"/>
                  </a:cubicBezTo>
                  <a:cubicBezTo>
                    <a:pt x="119577" y="54014"/>
                    <a:pt x="122586" y="54956"/>
                    <a:pt x="125018" y="57418"/>
                  </a:cubicBezTo>
                  <a:cubicBezTo>
                    <a:pt x="127419" y="59880"/>
                    <a:pt x="127145" y="63011"/>
                    <a:pt x="131614" y="63436"/>
                  </a:cubicBezTo>
                  <a:cubicBezTo>
                    <a:pt x="137602" y="64014"/>
                    <a:pt x="144988" y="63832"/>
                    <a:pt x="149213" y="68695"/>
                  </a:cubicBezTo>
                  <a:cubicBezTo>
                    <a:pt x="151310" y="71126"/>
                    <a:pt x="154410" y="76567"/>
                    <a:pt x="158483" y="755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2"/>
            <p:cNvSpPr/>
            <p:nvPr/>
          </p:nvSpPr>
          <p:spPr>
            <a:xfrm>
              <a:off x="2975000" y="244975"/>
              <a:ext cx="3962100" cy="1937000"/>
            </a:xfrm>
            <a:custGeom>
              <a:rect b="b" l="l" r="r" t="t"/>
              <a:pathLst>
                <a:path extrusionOk="0" fill="none" h="77480" w="158484">
                  <a:moveTo>
                    <a:pt x="0" y="7904"/>
                  </a:moveTo>
                  <a:cubicBezTo>
                    <a:pt x="6019" y="9758"/>
                    <a:pt x="13162" y="10366"/>
                    <a:pt x="19058" y="8815"/>
                  </a:cubicBezTo>
                  <a:cubicBezTo>
                    <a:pt x="25077" y="7204"/>
                    <a:pt x="30730" y="2554"/>
                    <a:pt x="36992" y="1429"/>
                  </a:cubicBezTo>
                  <a:cubicBezTo>
                    <a:pt x="44773" y="1"/>
                    <a:pt x="52038" y="7296"/>
                    <a:pt x="58086" y="10974"/>
                  </a:cubicBezTo>
                  <a:cubicBezTo>
                    <a:pt x="62463" y="13618"/>
                    <a:pt x="66111" y="15806"/>
                    <a:pt x="68482" y="20457"/>
                  </a:cubicBezTo>
                  <a:cubicBezTo>
                    <a:pt x="69910" y="23253"/>
                    <a:pt x="69090" y="26475"/>
                    <a:pt x="73041" y="27387"/>
                  </a:cubicBezTo>
                  <a:cubicBezTo>
                    <a:pt x="81005" y="29180"/>
                    <a:pt x="90002" y="23679"/>
                    <a:pt x="96841" y="22615"/>
                  </a:cubicBezTo>
                  <a:cubicBezTo>
                    <a:pt x="104622" y="21399"/>
                    <a:pt x="107692" y="18360"/>
                    <a:pt x="114714" y="24621"/>
                  </a:cubicBezTo>
                  <a:cubicBezTo>
                    <a:pt x="121917" y="31065"/>
                    <a:pt x="111552" y="46780"/>
                    <a:pt x="118087" y="52767"/>
                  </a:cubicBezTo>
                  <a:cubicBezTo>
                    <a:pt x="120124" y="54682"/>
                    <a:pt x="123224" y="55807"/>
                    <a:pt x="125443" y="58178"/>
                  </a:cubicBezTo>
                  <a:cubicBezTo>
                    <a:pt x="127784" y="60640"/>
                    <a:pt x="127632" y="63771"/>
                    <a:pt x="131918" y="64257"/>
                  </a:cubicBezTo>
                  <a:cubicBezTo>
                    <a:pt x="137905" y="64956"/>
                    <a:pt x="145170" y="64804"/>
                    <a:pt x="149425" y="69576"/>
                  </a:cubicBezTo>
                  <a:cubicBezTo>
                    <a:pt x="151523" y="71947"/>
                    <a:pt x="154471" y="77479"/>
                    <a:pt x="158483" y="765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2"/>
            <p:cNvSpPr/>
            <p:nvPr/>
          </p:nvSpPr>
          <p:spPr>
            <a:xfrm>
              <a:off x="2975000" y="222950"/>
              <a:ext cx="3962100" cy="1955225"/>
            </a:xfrm>
            <a:custGeom>
              <a:rect b="b" l="l" r="r" t="t"/>
              <a:pathLst>
                <a:path extrusionOk="0" fill="none" h="78209" w="158484">
                  <a:moveTo>
                    <a:pt x="0" y="8785"/>
                  </a:moveTo>
                  <a:cubicBezTo>
                    <a:pt x="6079" y="10608"/>
                    <a:pt x="13313" y="11155"/>
                    <a:pt x="19180" y="9453"/>
                  </a:cubicBezTo>
                  <a:cubicBezTo>
                    <a:pt x="25289" y="7690"/>
                    <a:pt x="31125" y="2584"/>
                    <a:pt x="37569" y="1459"/>
                  </a:cubicBezTo>
                  <a:cubicBezTo>
                    <a:pt x="45776" y="0"/>
                    <a:pt x="51642" y="7630"/>
                    <a:pt x="57874" y="11520"/>
                  </a:cubicBezTo>
                  <a:cubicBezTo>
                    <a:pt x="62099" y="14134"/>
                    <a:pt x="67175" y="16596"/>
                    <a:pt x="70123" y="20882"/>
                  </a:cubicBezTo>
                  <a:cubicBezTo>
                    <a:pt x="71886" y="23466"/>
                    <a:pt x="72190" y="26688"/>
                    <a:pt x="75625" y="27569"/>
                  </a:cubicBezTo>
                  <a:cubicBezTo>
                    <a:pt x="83193" y="29484"/>
                    <a:pt x="91339" y="23374"/>
                    <a:pt x="97996" y="22371"/>
                  </a:cubicBezTo>
                  <a:cubicBezTo>
                    <a:pt x="106051" y="21186"/>
                    <a:pt x="108391" y="17630"/>
                    <a:pt x="115473" y="24773"/>
                  </a:cubicBezTo>
                  <a:cubicBezTo>
                    <a:pt x="122039" y="31369"/>
                    <a:pt x="113528" y="46475"/>
                    <a:pt x="119060" y="53101"/>
                  </a:cubicBezTo>
                  <a:cubicBezTo>
                    <a:pt x="120732" y="55107"/>
                    <a:pt x="123802" y="56475"/>
                    <a:pt x="125869" y="58785"/>
                  </a:cubicBezTo>
                  <a:cubicBezTo>
                    <a:pt x="128088" y="61247"/>
                    <a:pt x="128057" y="64348"/>
                    <a:pt x="132191" y="64925"/>
                  </a:cubicBezTo>
                  <a:cubicBezTo>
                    <a:pt x="138179" y="65746"/>
                    <a:pt x="145352" y="65594"/>
                    <a:pt x="149608" y="70305"/>
                  </a:cubicBezTo>
                  <a:cubicBezTo>
                    <a:pt x="151705" y="72615"/>
                    <a:pt x="154502" y="78208"/>
                    <a:pt x="158483" y="7744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2"/>
            <p:cNvSpPr/>
            <p:nvPr/>
          </p:nvSpPr>
          <p:spPr>
            <a:xfrm>
              <a:off x="2975000" y="197875"/>
              <a:ext cx="3962850" cy="1976500"/>
            </a:xfrm>
            <a:custGeom>
              <a:rect b="b" l="l" r="r" t="t"/>
              <a:pathLst>
                <a:path extrusionOk="0" fill="none" h="79060" w="158514">
                  <a:moveTo>
                    <a:pt x="0" y="9788"/>
                  </a:moveTo>
                  <a:cubicBezTo>
                    <a:pt x="6110" y="11551"/>
                    <a:pt x="13222" y="11824"/>
                    <a:pt x="19301" y="10244"/>
                  </a:cubicBezTo>
                  <a:cubicBezTo>
                    <a:pt x="26080" y="8450"/>
                    <a:pt x="31369" y="3040"/>
                    <a:pt x="38208" y="1642"/>
                  </a:cubicBezTo>
                  <a:cubicBezTo>
                    <a:pt x="46384" y="0"/>
                    <a:pt x="51855" y="8207"/>
                    <a:pt x="57600" y="12098"/>
                  </a:cubicBezTo>
                  <a:cubicBezTo>
                    <a:pt x="61886" y="14985"/>
                    <a:pt x="67296" y="17478"/>
                    <a:pt x="71065" y="21368"/>
                  </a:cubicBezTo>
                  <a:cubicBezTo>
                    <a:pt x="73315" y="23678"/>
                    <a:pt x="74743" y="27113"/>
                    <a:pt x="77904" y="27903"/>
                  </a:cubicBezTo>
                  <a:cubicBezTo>
                    <a:pt x="84865" y="29575"/>
                    <a:pt x="91978" y="23648"/>
                    <a:pt x="98847" y="22280"/>
                  </a:cubicBezTo>
                  <a:cubicBezTo>
                    <a:pt x="107419" y="20517"/>
                    <a:pt x="109850" y="17903"/>
                    <a:pt x="116233" y="25077"/>
                  </a:cubicBezTo>
                  <a:cubicBezTo>
                    <a:pt x="122069" y="31642"/>
                    <a:pt x="115656" y="46536"/>
                    <a:pt x="120154" y="53557"/>
                  </a:cubicBezTo>
                  <a:cubicBezTo>
                    <a:pt x="121492" y="55624"/>
                    <a:pt x="124471" y="57235"/>
                    <a:pt x="126325" y="59484"/>
                  </a:cubicBezTo>
                  <a:cubicBezTo>
                    <a:pt x="128422" y="61977"/>
                    <a:pt x="128544" y="65047"/>
                    <a:pt x="132495" y="65685"/>
                  </a:cubicBezTo>
                  <a:cubicBezTo>
                    <a:pt x="138392" y="66658"/>
                    <a:pt x="145565" y="66506"/>
                    <a:pt x="149851" y="71187"/>
                  </a:cubicBezTo>
                  <a:cubicBezTo>
                    <a:pt x="151918" y="73466"/>
                    <a:pt x="154593" y="79059"/>
                    <a:pt x="158514" y="7845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2"/>
            <p:cNvSpPr/>
            <p:nvPr/>
          </p:nvSpPr>
          <p:spPr>
            <a:xfrm>
              <a:off x="2975000" y="180400"/>
              <a:ext cx="3962850" cy="1990925"/>
            </a:xfrm>
            <a:custGeom>
              <a:rect b="b" l="l" r="r" t="t"/>
              <a:pathLst>
                <a:path extrusionOk="0" fill="none" h="79637" w="158514">
                  <a:moveTo>
                    <a:pt x="0" y="10487"/>
                  </a:moveTo>
                  <a:cubicBezTo>
                    <a:pt x="6171" y="12219"/>
                    <a:pt x="13374" y="12371"/>
                    <a:pt x="19453" y="10699"/>
                  </a:cubicBezTo>
                  <a:cubicBezTo>
                    <a:pt x="26384" y="8754"/>
                    <a:pt x="31764" y="2979"/>
                    <a:pt x="38876" y="1611"/>
                  </a:cubicBezTo>
                  <a:cubicBezTo>
                    <a:pt x="47265" y="0"/>
                    <a:pt x="51946" y="8025"/>
                    <a:pt x="57418" y="12280"/>
                  </a:cubicBezTo>
                  <a:cubicBezTo>
                    <a:pt x="61582" y="15532"/>
                    <a:pt x="67083" y="17994"/>
                    <a:pt x="71460" y="21490"/>
                  </a:cubicBezTo>
                  <a:cubicBezTo>
                    <a:pt x="74166" y="23678"/>
                    <a:pt x="76597" y="27143"/>
                    <a:pt x="79789" y="27812"/>
                  </a:cubicBezTo>
                  <a:cubicBezTo>
                    <a:pt x="86172" y="29149"/>
                    <a:pt x="92950" y="23374"/>
                    <a:pt x="99364" y="21733"/>
                  </a:cubicBezTo>
                  <a:cubicBezTo>
                    <a:pt x="107723" y="19605"/>
                    <a:pt x="111218" y="17934"/>
                    <a:pt x="117024" y="25137"/>
                  </a:cubicBezTo>
                  <a:cubicBezTo>
                    <a:pt x="122100" y="31460"/>
                    <a:pt x="117784" y="46475"/>
                    <a:pt x="121249" y="53679"/>
                  </a:cubicBezTo>
                  <a:cubicBezTo>
                    <a:pt x="122708" y="56718"/>
                    <a:pt x="129060" y="65472"/>
                    <a:pt x="132769" y="66171"/>
                  </a:cubicBezTo>
                  <a:cubicBezTo>
                    <a:pt x="138605" y="67296"/>
                    <a:pt x="145748" y="67114"/>
                    <a:pt x="150033" y="71764"/>
                  </a:cubicBezTo>
                  <a:cubicBezTo>
                    <a:pt x="152100" y="73983"/>
                    <a:pt x="154684" y="79637"/>
                    <a:pt x="158514" y="7915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2"/>
            <p:cNvSpPr/>
            <p:nvPr/>
          </p:nvSpPr>
          <p:spPr>
            <a:xfrm>
              <a:off x="2975000" y="165200"/>
              <a:ext cx="3962850" cy="2002325"/>
            </a:xfrm>
            <a:custGeom>
              <a:rect b="b" l="l" r="r" t="t"/>
              <a:pathLst>
                <a:path extrusionOk="0" fill="none" h="80093" w="158514">
                  <a:moveTo>
                    <a:pt x="0" y="11095"/>
                  </a:moveTo>
                  <a:cubicBezTo>
                    <a:pt x="6201" y="12797"/>
                    <a:pt x="13496" y="12858"/>
                    <a:pt x="19575" y="11064"/>
                  </a:cubicBezTo>
                  <a:cubicBezTo>
                    <a:pt x="26688" y="8967"/>
                    <a:pt x="32128" y="2857"/>
                    <a:pt x="39545" y="1520"/>
                  </a:cubicBezTo>
                  <a:cubicBezTo>
                    <a:pt x="47965" y="0"/>
                    <a:pt x="52402" y="7599"/>
                    <a:pt x="57326" y="12280"/>
                  </a:cubicBezTo>
                  <a:cubicBezTo>
                    <a:pt x="61096" y="15867"/>
                    <a:pt x="66840" y="18329"/>
                    <a:pt x="71491" y="21490"/>
                  </a:cubicBezTo>
                  <a:cubicBezTo>
                    <a:pt x="74470" y="23496"/>
                    <a:pt x="77600" y="26870"/>
                    <a:pt x="81157" y="27387"/>
                  </a:cubicBezTo>
                  <a:cubicBezTo>
                    <a:pt x="87449" y="28268"/>
                    <a:pt x="93832" y="22827"/>
                    <a:pt x="99607" y="21034"/>
                  </a:cubicBezTo>
                  <a:cubicBezTo>
                    <a:pt x="107814" y="18450"/>
                    <a:pt x="112677" y="17812"/>
                    <a:pt x="117875" y="25137"/>
                  </a:cubicBezTo>
                  <a:cubicBezTo>
                    <a:pt x="120306" y="28602"/>
                    <a:pt x="119364" y="34773"/>
                    <a:pt x="119759" y="39423"/>
                  </a:cubicBezTo>
                  <a:cubicBezTo>
                    <a:pt x="120185" y="44256"/>
                    <a:pt x="120914" y="49697"/>
                    <a:pt x="122343" y="53679"/>
                  </a:cubicBezTo>
                  <a:cubicBezTo>
                    <a:pt x="123498" y="56810"/>
                    <a:pt x="129425" y="65746"/>
                    <a:pt x="133042" y="66536"/>
                  </a:cubicBezTo>
                  <a:cubicBezTo>
                    <a:pt x="138817" y="67782"/>
                    <a:pt x="145930" y="67600"/>
                    <a:pt x="150246" y="72220"/>
                  </a:cubicBezTo>
                  <a:cubicBezTo>
                    <a:pt x="152313" y="74409"/>
                    <a:pt x="154745" y="80093"/>
                    <a:pt x="158514" y="7975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2"/>
            <p:cNvSpPr/>
            <p:nvPr/>
          </p:nvSpPr>
          <p:spPr>
            <a:xfrm>
              <a:off x="2975000" y="150750"/>
              <a:ext cx="3962850" cy="2014500"/>
            </a:xfrm>
            <a:custGeom>
              <a:rect b="b" l="l" r="r" t="t"/>
              <a:pathLst>
                <a:path extrusionOk="0" fill="none" h="80580" w="158514">
                  <a:moveTo>
                    <a:pt x="0" y="11673"/>
                  </a:moveTo>
                  <a:cubicBezTo>
                    <a:pt x="6262" y="13344"/>
                    <a:pt x="13830" y="13588"/>
                    <a:pt x="19727" y="11429"/>
                  </a:cubicBezTo>
                  <a:cubicBezTo>
                    <a:pt x="26566" y="8907"/>
                    <a:pt x="32767" y="2676"/>
                    <a:pt x="40244" y="1399"/>
                  </a:cubicBezTo>
                  <a:cubicBezTo>
                    <a:pt x="48573" y="1"/>
                    <a:pt x="53162" y="6900"/>
                    <a:pt x="57478" y="12159"/>
                  </a:cubicBezTo>
                  <a:cubicBezTo>
                    <a:pt x="61825" y="17417"/>
                    <a:pt x="74318" y="25807"/>
                    <a:pt x="81917" y="26749"/>
                  </a:cubicBezTo>
                  <a:cubicBezTo>
                    <a:pt x="87692" y="27448"/>
                    <a:pt x="94379" y="22159"/>
                    <a:pt x="99637" y="20244"/>
                  </a:cubicBezTo>
                  <a:cubicBezTo>
                    <a:pt x="108178" y="17144"/>
                    <a:pt x="114045" y="17873"/>
                    <a:pt x="118787" y="25199"/>
                  </a:cubicBezTo>
                  <a:cubicBezTo>
                    <a:pt x="121066" y="28694"/>
                    <a:pt x="119607" y="34895"/>
                    <a:pt x="120215" y="39515"/>
                  </a:cubicBezTo>
                  <a:cubicBezTo>
                    <a:pt x="120853" y="44348"/>
                    <a:pt x="122373" y="49394"/>
                    <a:pt x="123498" y="53649"/>
                  </a:cubicBezTo>
                  <a:cubicBezTo>
                    <a:pt x="124349" y="56962"/>
                    <a:pt x="129729" y="65989"/>
                    <a:pt x="133316" y="66871"/>
                  </a:cubicBezTo>
                  <a:cubicBezTo>
                    <a:pt x="139000" y="68300"/>
                    <a:pt x="146112" y="68087"/>
                    <a:pt x="150459" y="72677"/>
                  </a:cubicBezTo>
                  <a:cubicBezTo>
                    <a:pt x="152495" y="74835"/>
                    <a:pt x="154836" y="80579"/>
                    <a:pt x="158514" y="803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2"/>
            <p:cNvSpPr/>
            <p:nvPr/>
          </p:nvSpPr>
          <p:spPr>
            <a:xfrm>
              <a:off x="2975000" y="138600"/>
              <a:ext cx="3962100" cy="2022075"/>
            </a:xfrm>
            <a:custGeom>
              <a:rect b="b" l="l" r="r" t="t"/>
              <a:pathLst>
                <a:path extrusionOk="0" fill="none" h="80883" w="158484">
                  <a:moveTo>
                    <a:pt x="0" y="12159"/>
                  </a:moveTo>
                  <a:cubicBezTo>
                    <a:pt x="6322" y="13800"/>
                    <a:pt x="13952" y="13952"/>
                    <a:pt x="19849" y="11672"/>
                  </a:cubicBezTo>
                  <a:cubicBezTo>
                    <a:pt x="26900" y="8937"/>
                    <a:pt x="33162" y="2462"/>
                    <a:pt x="40974" y="1247"/>
                  </a:cubicBezTo>
                  <a:cubicBezTo>
                    <a:pt x="48876" y="0"/>
                    <a:pt x="54530" y="5806"/>
                    <a:pt x="58026" y="11855"/>
                  </a:cubicBezTo>
                  <a:cubicBezTo>
                    <a:pt x="61521" y="17873"/>
                    <a:pt x="74500" y="25138"/>
                    <a:pt x="82069" y="25928"/>
                  </a:cubicBezTo>
                  <a:cubicBezTo>
                    <a:pt x="87449" y="26505"/>
                    <a:pt x="94774" y="21186"/>
                    <a:pt x="99637" y="19362"/>
                  </a:cubicBezTo>
                  <a:cubicBezTo>
                    <a:pt x="108178" y="16080"/>
                    <a:pt x="115321" y="17782"/>
                    <a:pt x="119759" y="25107"/>
                  </a:cubicBezTo>
                  <a:cubicBezTo>
                    <a:pt x="121948" y="28724"/>
                    <a:pt x="119790" y="34803"/>
                    <a:pt x="120580" y="39545"/>
                  </a:cubicBezTo>
                  <a:cubicBezTo>
                    <a:pt x="121370" y="44348"/>
                    <a:pt x="123771" y="48937"/>
                    <a:pt x="124623" y="53497"/>
                  </a:cubicBezTo>
                  <a:cubicBezTo>
                    <a:pt x="125291" y="56992"/>
                    <a:pt x="130003" y="66050"/>
                    <a:pt x="133559" y="67053"/>
                  </a:cubicBezTo>
                  <a:cubicBezTo>
                    <a:pt x="139152" y="68603"/>
                    <a:pt x="146355" y="68451"/>
                    <a:pt x="150672" y="72980"/>
                  </a:cubicBezTo>
                  <a:cubicBezTo>
                    <a:pt x="152708" y="75108"/>
                    <a:pt x="154897" y="80883"/>
                    <a:pt x="158483" y="80822"/>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2"/>
            <p:cNvSpPr/>
            <p:nvPr/>
          </p:nvSpPr>
          <p:spPr>
            <a:xfrm>
              <a:off x="2975000" y="124150"/>
              <a:ext cx="3962100" cy="2034250"/>
            </a:xfrm>
            <a:custGeom>
              <a:rect b="b" l="l" r="r" t="t"/>
              <a:pathLst>
                <a:path extrusionOk="0" fill="none" h="81370" w="158484">
                  <a:moveTo>
                    <a:pt x="0" y="12737"/>
                  </a:moveTo>
                  <a:cubicBezTo>
                    <a:pt x="6383" y="14348"/>
                    <a:pt x="13861" y="14226"/>
                    <a:pt x="20001" y="12007"/>
                  </a:cubicBezTo>
                  <a:cubicBezTo>
                    <a:pt x="27721" y="9241"/>
                    <a:pt x="33283" y="2432"/>
                    <a:pt x="41673" y="1186"/>
                  </a:cubicBezTo>
                  <a:cubicBezTo>
                    <a:pt x="49515" y="1"/>
                    <a:pt x="55807" y="4530"/>
                    <a:pt x="58877" y="11551"/>
                  </a:cubicBezTo>
                  <a:cubicBezTo>
                    <a:pt x="61886" y="18481"/>
                    <a:pt x="74378" y="24560"/>
                    <a:pt x="81704" y="25199"/>
                  </a:cubicBezTo>
                  <a:cubicBezTo>
                    <a:pt x="87114" y="25624"/>
                    <a:pt x="94774" y="20244"/>
                    <a:pt x="99607" y="18573"/>
                  </a:cubicBezTo>
                  <a:cubicBezTo>
                    <a:pt x="108118" y="15655"/>
                    <a:pt x="116628" y="17721"/>
                    <a:pt x="120853" y="25199"/>
                  </a:cubicBezTo>
                  <a:cubicBezTo>
                    <a:pt x="123012" y="29029"/>
                    <a:pt x="119972" y="34895"/>
                    <a:pt x="120853" y="39758"/>
                  </a:cubicBezTo>
                  <a:cubicBezTo>
                    <a:pt x="121735" y="44561"/>
                    <a:pt x="125139" y="48512"/>
                    <a:pt x="125778" y="53406"/>
                  </a:cubicBezTo>
                  <a:cubicBezTo>
                    <a:pt x="126294" y="57205"/>
                    <a:pt x="130276" y="66172"/>
                    <a:pt x="133863" y="67297"/>
                  </a:cubicBezTo>
                  <a:cubicBezTo>
                    <a:pt x="139334" y="68999"/>
                    <a:pt x="146568" y="68908"/>
                    <a:pt x="150884" y="73406"/>
                  </a:cubicBezTo>
                  <a:cubicBezTo>
                    <a:pt x="153438" y="76051"/>
                    <a:pt x="154684" y="80428"/>
                    <a:pt x="158483" y="8137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2"/>
            <p:cNvSpPr/>
            <p:nvPr/>
          </p:nvSpPr>
          <p:spPr>
            <a:xfrm>
              <a:off x="2975000" y="108200"/>
              <a:ext cx="3962850" cy="2050975"/>
            </a:xfrm>
            <a:custGeom>
              <a:rect b="b" l="l" r="r" t="t"/>
              <a:pathLst>
                <a:path extrusionOk="0" fill="none" h="82039" w="158514">
                  <a:moveTo>
                    <a:pt x="0" y="13375"/>
                  </a:moveTo>
                  <a:cubicBezTo>
                    <a:pt x="6474" y="14986"/>
                    <a:pt x="14013" y="14712"/>
                    <a:pt x="20183" y="12432"/>
                  </a:cubicBezTo>
                  <a:cubicBezTo>
                    <a:pt x="28116" y="9454"/>
                    <a:pt x="33709" y="2493"/>
                    <a:pt x="42402" y="1156"/>
                  </a:cubicBezTo>
                  <a:cubicBezTo>
                    <a:pt x="50092" y="1"/>
                    <a:pt x="57418" y="4043"/>
                    <a:pt x="59819" y="11217"/>
                  </a:cubicBezTo>
                  <a:cubicBezTo>
                    <a:pt x="62190" y="18390"/>
                    <a:pt x="73862" y="24104"/>
                    <a:pt x="81035" y="24439"/>
                  </a:cubicBezTo>
                  <a:cubicBezTo>
                    <a:pt x="86780" y="24743"/>
                    <a:pt x="94318" y="19454"/>
                    <a:pt x="99607" y="17934"/>
                  </a:cubicBezTo>
                  <a:cubicBezTo>
                    <a:pt x="108452" y="15381"/>
                    <a:pt x="117844" y="17873"/>
                    <a:pt x="122009" y="25350"/>
                  </a:cubicBezTo>
                  <a:cubicBezTo>
                    <a:pt x="124227" y="29332"/>
                    <a:pt x="120154" y="35047"/>
                    <a:pt x="121066" y="40092"/>
                  </a:cubicBezTo>
                  <a:cubicBezTo>
                    <a:pt x="121978" y="44925"/>
                    <a:pt x="126507" y="48512"/>
                    <a:pt x="126963" y="53406"/>
                  </a:cubicBezTo>
                  <a:cubicBezTo>
                    <a:pt x="127297" y="57205"/>
                    <a:pt x="130459" y="66172"/>
                    <a:pt x="134167" y="67570"/>
                  </a:cubicBezTo>
                  <a:cubicBezTo>
                    <a:pt x="139304" y="69485"/>
                    <a:pt x="146842" y="69424"/>
                    <a:pt x="151128" y="73862"/>
                  </a:cubicBezTo>
                  <a:cubicBezTo>
                    <a:pt x="153650" y="76537"/>
                    <a:pt x="154805" y="80883"/>
                    <a:pt x="158514" y="8203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2"/>
            <p:cNvSpPr/>
            <p:nvPr/>
          </p:nvSpPr>
          <p:spPr>
            <a:xfrm>
              <a:off x="2975000" y="89975"/>
              <a:ext cx="3962850" cy="2068425"/>
            </a:xfrm>
            <a:custGeom>
              <a:rect b="b" l="l" r="r" t="t"/>
              <a:pathLst>
                <a:path extrusionOk="0" fill="none" h="82737" w="158514">
                  <a:moveTo>
                    <a:pt x="0" y="14104"/>
                  </a:moveTo>
                  <a:cubicBezTo>
                    <a:pt x="6535" y="15684"/>
                    <a:pt x="14347" y="15502"/>
                    <a:pt x="20335" y="12918"/>
                  </a:cubicBezTo>
                  <a:cubicBezTo>
                    <a:pt x="27995" y="9575"/>
                    <a:pt x="34439" y="2644"/>
                    <a:pt x="43101" y="1216"/>
                  </a:cubicBezTo>
                  <a:cubicBezTo>
                    <a:pt x="50639" y="0"/>
                    <a:pt x="58299" y="3435"/>
                    <a:pt x="60822" y="10882"/>
                  </a:cubicBezTo>
                  <a:cubicBezTo>
                    <a:pt x="63436" y="18572"/>
                    <a:pt x="72190" y="23587"/>
                    <a:pt x="80184" y="23769"/>
                  </a:cubicBezTo>
                  <a:cubicBezTo>
                    <a:pt x="86415" y="23921"/>
                    <a:pt x="93862" y="18663"/>
                    <a:pt x="99759" y="17417"/>
                  </a:cubicBezTo>
                  <a:cubicBezTo>
                    <a:pt x="107875" y="15715"/>
                    <a:pt x="119394" y="17234"/>
                    <a:pt x="123224" y="25593"/>
                  </a:cubicBezTo>
                  <a:cubicBezTo>
                    <a:pt x="125413" y="30396"/>
                    <a:pt x="120367" y="35350"/>
                    <a:pt x="121279" y="40578"/>
                  </a:cubicBezTo>
                  <a:cubicBezTo>
                    <a:pt x="122100" y="45381"/>
                    <a:pt x="127723" y="48937"/>
                    <a:pt x="128118" y="53496"/>
                  </a:cubicBezTo>
                  <a:cubicBezTo>
                    <a:pt x="128422" y="57174"/>
                    <a:pt x="130762" y="66262"/>
                    <a:pt x="134501" y="67873"/>
                  </a:cubicBezTo>
                  <a:cubicBezTo>
                    <a:pt x="139456" y="70001"/>
                    <a:pt x="147085" y="69971"/>
                    <a:pt x="151340" y="74408"/>
                  </a:cubicBezTo>
                  <a:cubicBezTo>
                    <a:pt x="153894" y="77083"/>
                    <a:pt x="154897" y="81430"/>
                    <a:pt x="158514" y="8273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2"/>
            <p:cNvSpPr/>
            <p:nvPr/>
          </p:nvSpPr>
          <p:spPr>
            <a:xfrm>
              <a:off x="2975000" y="69450"/>
              <a:ext cx="3962850" cy="2089725"/>
            </a:xfrm>
            <a:custGeom>
              <a:rect b="b" l="l" r="r" t="t"/>
              <a:pathLst>
                <a:path extrusionOk="0" fill="none" h="83589" w="158514">
                  <a:moveTo>
                    <a:pt x="0" y="14925"/>
                  </a:moveTo>
                  <a:cubicBezTo>
                    <a:pt x="6626" y="16475"/>
                    <a:pt x="14529" y="16201"/>
                    <a:pt x="20517" y="13496"/>
                  </a:cubicBezTo>
                  <a:cubicBezTo>
                    <a:pt x="28359" y="9940"/>
                    <a:pt x="34925" y="3010"/>
                    <a:pt x="43800" y="1338"/>
                  </a:cubicBezTo>
                  <a:cubicBezTo>
                    <a:pt x="51126" y="0"/>
                    <a:pt x="59454" y="3010"/>
                    <a:pt x="61916" y="10517"/>
                  </a:cubicBezTo>
                  <a:cubicBezTo>
                    <a:pt x="64500" y="18359"/>
                    <a:pt x="70853" y="23223"/>
                    <a:pt x="79272" y="23131"/>
                  </a:cubicBezTo>
                  <a:cubicBezTo>
                    <a:pt x="86020" y="23071"/>
                    <a:pt x="93254" y="17934"/>
                    <a:pt x="100032" y="17052"/>
                  </a:cubicBezTo>
                  <a:cubicBezTo>
                    <a:pt x="108574" y="15958"/>
                    <a:pt x="120489" y="17630"/>
                    <a:pt x="124471" y="25989"/>
                  </a:cubicBezTo>
                  <a:cubicBezTo>
                    <a:pt x="126902" y="31065"/>
                    <a:pt x="120671" y="35776"/>
                    <a:pt x="121492" y="41186"/>
                  </a:cubicBezTo>
                  <a:cubicBezTo>
                    <a:pt x="122221" y="46050"/>
                    <a:pt x="128878" y="49393"/>
                    <a:pt x="129243" y="53740"/>
                  </a:cubicBezTo>
                  <a:cubicBezTo>
                    <a:pt x="129516" y="57357"/>
                    <a:pt x="131127" y="66445"/>
                    <a:pt x="134896" y="68238"/>
                  </a:cubicBezTo>
                  <a:cubicBezTo>
                    <a:pt x="139699" y="70549"/>
                    <a:pt x="147359" y="70670"/>
                    <a:pt x="151584" y="75077"/>
                  </a:cubicBezTo>
                  <a:cubicBezTo>
                    <a:pt x="154137" y="77752"/>
                    <a:pt x="154988" y="82068"/>
                    <a:pt x="158514" y="8358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2"/>
            <p:cNvSpPr/>
            <p:nvPr/>
          </p:nvSpPr>
          <p:spPr>
            <a:xfrm>
              <a:off x="2975000" y="45125"/>
              <a:ext cx="3962850" cy="2114050"/>
            </a:xfrm>
            <a:custGeom>
              <a:rect b="b" l="l" r="r" t="t"/>
              <a:pathLst>
                <a:path extrusionOk="0" fill="none" h="84562" w="158514">
                  <a:moveTo>
                    <a:pt x="0" y="15898"/>
                  </a:moveTo>
                  <a:cubicBezTo>
                    <a:pt x="6991" y="17478"/>
                    <a:pt x="14651" y="16809"/>
                    <a:pt x="20700" y="14226"/>
                  </a:cubicBezTo>
                  <a:cubicBezTo>
                    <a:pt x="28511" y="10913"/>
                    <a:pt x="35350" y="3527"/>
                    <a:pt x="44439" y="1551"/>
                  </a:cubicBezTo>
                  <a:cubicBezTo>
                    <a:pt x="51612" y="1"/>
                    <a:pt x="60579" y="2736"/>
                    <a:pt x="63041" y="10214"/>
                  </a:cubicBezTo>
                  <a:cubicBezTo>
                    <a:pt x="65564" y="17934"/>
                    <a:pt x="69515" y="22949"/>
                    <a:pt x="78391" y="22645"/>
                  </a:cubicBezTo>
                  <a:cubicBezTo>
                    <a:pt x="85716" y="22372"/>
                    <a:pt x="93072" y="17417"/>
                    <a:pt x="100488" y="16931"/>
                  </a:cubicBezTo>
                  <a:cubicBezTo>
                    <a:pt x="109273" y="16323"/>
                    <a:pt x="121431" y="18208"/>
                    <a:pt x="125717" y="26536"/>
                  </a:cubicBezTo>
                  <a:cubicBezTo>
                    <a:pt x="128544" y="31946"/>
                    <a:pt x="121036" y="36415"/>
                    <a:pt x="121735" y="41916"/>
                  </a:cubicBezTo>
                  <a:cubicBezTo>
                    <a:pt x="122343" y="46871"/>
                    <a:pt x="129881" y="49971"/>
                    <a:pt x="130276" y="54105"/>
                  </a:cubicBezTo>
                  <a:cubicBezTo>
                    <a:pt x="130641" y="57631"/>
                    <a:pt x="131431" y="66628"/>
                    <a:pt x="135322" y="68664"/>
                  </a:cubicBezTo>
                  <a:cubicBezTo>
                    <a:pt x="140124" y="71157"/>
                    <a:pt x="147632" y="71461"/>
                    <a:pt x="151796" y="75868"/>
                  </a:cubicBezTo>
                  <a:cubicBezTo>
                    <a:pt x="154350" y="78573"/>
                    <a:pt x="155109" y="82859"/>
                    <a:pt x="158514" y="8456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2"/>
            <p:cNvSpPr/>
            <p:nvPr/>
          </p:nvSpPr>
          <p:spPr>
            <a:xfrm>
              <a:off x="2975000" y="20825"/>
              <a:ext cx="3962850" cy="2138350"/>
            </a:xfrm>
            <a:custGeom>
              <a:rect b="b" l="l" r="r" t="t"/>
              <a:pathLst>
                <a:path extrusionOk="0" fill="none" h="85534" w="158514">
                  <a:moveTo>
                    <a:pt x="0" y="16870"/>
                  </a:moveTo>
                  <a:cubicBezTo>
                    <a:pt x="7082" y="18420"/>
                    <a:pt x="14833" y="17629"/>
                    <a:pt x="20912" y="14955"/>
                  </a:cubicBezTo>
                  <a:cubicBezTo>
                    <a:pt x="28876" y="11459"/>
                    <a:pt x="35776" y="3951"/>
                    <a:pt x="45047" y="1702"/>
                  </a:cubicBezTo>
                  <a:cubicBezTo>
                    <a:pt x="52068" y="0"/>
                    <a:pt x="61703" y="2371"/>
                    <a:pt x="64166" y="9818"/>
                  </a:cubicBezTo>
                  <a:cubicBezTo>
                    <a:pt x="66567" y="16991"/>
                    <a:pt x="68877" y="22645"/>
                    <a:pt x="77722" y="22128"/>
                  </a:cubicBezTo>
                  <a:cubicBezTo>
                    <a:pt x="85503" y="21672"/>
                    <a:pt x="93133" y="16961"/>
                    <a:pt x="101127" y="16809"/>
                  </a:cubicBezTo>
                  <a:cubicBezTo>
                    <a:pt x="110063" y="16657"/>
                    <a:pt x="122161" y="18693"/>
                    <a:pt x="126963" y="27083"/>
                  </a:cubicBezTo>
                  <a:cubicBezTo>
                    <a:pt x="130276" y="32858"/>
                    <a:pt x="121705" y="37052"/>
                    <a:pt x="122161" y="42615"/>
                  </a:cubicBezTo>
                  <a:cubicBezTo>
                    <a:pt x="122616" y="47782"/>
                    <a:pt x="130762" y="50518"/>
                    <a:pt x="131279" y="54530"/>
                  </a:cubicBezTo>
                  <a:cubicBezTo>
                    <a:pt x="131735" y="57934"/>
                    <a:pt x="131796" y="66931"/>
                    <a:pt x="135778" y="69089"/>
                  </a:cubicBezTo>
                  <a:cubicBezTo>
                    <a:pt x="140550" y="71703"/>
                    <a:pt x="147936" y="72250"/>
                    <a:pt x="152039" y="76658"/>
                  </a:cubicBezTo>
                  <a:cubicBezTo>
                    <a:pt x="154593" y="79393"/>
                    <a:pt x="155231" y="83649"/>
                    <a:pt x="158514" y="8553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 name="Google Shape;117;p2"/>
          <p:cNvSpPr/>
          <p:nvPr/>
        </p:nvSpPr>
        <p:spPr>
          <a:xfrm>
            <a:off x="3262413" y="4663900"/>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2"/>
          <p:cNvSpPr/>
          <p:nvPr/>
        </p:nvSpPr>
        <p:spPr>
          <a:xfrm>
            <a:off x="5766375" y="275150"/>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 name="Google Shape;119;p2"/>
          <p:cNvGrpSpPr/>
          <p:nvPr/>
        </p:nvGrpSpPr>
        <p:grpSpPr>
          <a:xfrm rot="5400000">
            <a:off x="381129" y="-39100"/>
            <a:ext cx="702175" cy="1850350"/>
            <a:chOff x="6601575" y="3455900"/>
            <a:chExt cx="702175" cy="1850350"/>
          </a:xfrm>
        </p:grpSpPr>
        <p:sp>
          <p:nvSpPr>
            <p:cNvPr id="120" name="Google Shape;120;p2"/>
            <p:cNvSpPr/>
            <p:nvPr/>
          </p:nvSpPr>
          <p:spPr>
            <a:xfrm>
              <a:off x="6601575" y="5187675"/>
              <a:ext cx="118575" cy="118575"/>
            </a:xfrm>
            <a:custGeom>
              <a:rect b="b" l="l" r="r" t="t"/>
              <a:pathLst>
                <a:path extrusionOk="0" h="4743" w="4743">
                  <a:moveTo>
                    <a:pt x="1885" y="1"/>
                  </a:moveTo>
                  <a:lnTo>
                    <a:pt x="1885" y="1885"/>
                  </a:lnTo>
                  <a:lnTo>
                    <a:pt x="1" y="1885"/>
                  </a:lnTo>
                  <a:lnTo>
                    <a:pt x="1"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2"/>
            <p:cNvSpPr/>
            <p:nvPr/>
          </p:nvSpPr>
          <p:spPr>
            <a:xfrm>
              <a:off x="6601575" y="4994675"/>
              <a:ext cx="118575" cy="119325"/>
            </a:xfrm>
            <a:custGeom>
              <a:rect b="b" l="l" r="r" t="t"/>
              <a:pathLst>
                <a:path extrusionOk="0" h="4773" w="4743">
                  <a:moveTo>
                    <a:pt x="1885" y="0"/>
                  </a:moveTo>
                  <a:lnTo>
                    <a:pt x="1885" y="1915"/>
                  </a:lnTo>
                  <a:lnTo>
                    <a:pt x="1" y="1915"/>
                  </a:lnTo>
                  <a:lnTo>
                    <a:pt x="1" y="2858"/>
                  </a:lnTo>
                  <a:lnTo>
                    <a:pt x="1885" y="2858"/>
                  </a:lnTo>
                  <a:lnTo>
                    <a:pt x="1885" y="4772"/>
                  </a:lnTo>
                  <a:lnTo>
                    <a:pt x="2827" y="4772"/>
                  </a:lnTo>
                  <a:lnTo>
                    <a:pt x="2827" y="2858"/>
                  </a:lnTo>
                  <a:lnTo>
                    <a:pt x="4742" y="2858"/>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2"/>
            <p:cNvSpPr/>
            <p:nvPr/>
          </p:nvSpPr>
          <p:spPr>
            <a:xfrm>
              <a:off x="6601575" y="4802425"/>
              <a:ext cx="118575" cy="119325"/>
            </a:xfrm>
            <a:custGeom>
              <a:rect b="b" l="l" r="r" t="t"/>
              <a:pathLst>
                <a:path extrusionOk="0" h="4773" w="4743">
                  <a:moveTo>
                    <a:pt x="1885" y="0"/>
                  </a:moveTo>
                  <a:lnTo>
                    <a:pt x="1885" y="1915"/>
                  </a:lnTo>
                  <a:lnTo>
                    <a:pt x="1" y="1915"/>
                  </a:lnTo>
                  <a:lnTo>
                    <a:pt x="1" y="2857"/>
                  </a:lnTo>
                  <a:lnTo>
                    <a:pt x="1885" y="2857"/>
                  </a:lnTo>
                  <a:lnTo>
                    <a:pt x="1885" y="4772"/>
                  </a:lnTo>
                  <a:lnTo>
                    <a:pt x="2827" y="477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2"/>
            <p:cNvSpPr/>
            <p:nvPr/>
          </p:nvSpPr>
          <p:spPr>
            <a:xfrm>
              <a:off x="6601575" y="4610175"/>
              <a:ext cx="118575" cy="118550"/>
            </a:xfrm>
            <a:custGeom>
              <a:rect b="b" l="l" r="r" t="t"/>
              <a:pathLst>
                <a:path extrusionOk="0" h="4742" w="4743">
                  <a:moveTo>
                    <a:pt x="1885" y="0"/>
                  </a:moveTo>
                  <a:lnTo>
                    <a:pt x="1885" y="1915"/>
                  </a:lnTo>
                  <a:lnTo>
                    <a:pt x="1" y="1915"/>
                  </a:lnTo>
                  <a:lnTo>
                    <a:pt x="1" y="2857"/>
                  </a:lnTo>
                  <a:lnTo>
                    <a:pt x="1885" y="2857"/>
                  </a:lnTo>
                  <a:lnTo>
                    <a:pt x="1885" y="4742"/>
                  </a:lnTo>
                  <a:lnTo>
                    <a:pt x="2827" y="474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2"/>
            <p:cNvSpPr/>
            <p:nvPr/>
          </p:nvSpPr>
          <p:spPr>
            <a:xfrm>
              <a:off x="6601575" y="4417925"/>
              <a:ext cx="118575" cy="118550"/>
            </a:xfrm>
            <a:custGeom>
              <a:rect b="b" l="l" r="r" t="t"/>
              <a:pathLst>
                <a:path extrusionOk="0" h="4742" w="4743">
                  <a:moveTo>
                    <a:pt x="1885" y="0"/>
                  </a:moveTo>
                  <a:lnTo>
                    <a:pt x="1885" y="1915"/>
                  </a:lnTo>
                  <a:lnTo>
                    <a:pt x="1" y="1915"/>
                  </a:lnTo>
                  <a:lnTo>
                    <a:pt x="1" y="2857"/>
                  </a:lnTo>
                  <a:lnTo>
                    <a:pt x="1885" y="2857"/>
                  </a:lnTo>
                  <a:lnTo>
                    <a:pt x="1885" y="4742"/>
                  </a:lnTo>
                  <a:lnTo>
                    <a:pt x="2827" y="474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2"/>
            <p:cNvSpPr/>
            <p:nvPr/>
          </p:nvSpPr>
          <p:spPr>
            <a:xfrm>
              <a:off x="6601575" y="4225675"/>
              <a:ext cx="118575" cy="118550"/>
            </a:xfrm>
            <a:custGeom>
              <a:rect b="b" l="l" r="r" t="t"/>
              <a:pathLst>
                <a:path extrusionOk="0" h="4742" w="4743">
                  <a:moveTo>
                    <a:pt x="1885" y="0"/>
                  </a:moveTo>
                  <a:lnTo>
                    <a:pt x="1885" y="1885"/>
                  </a:lnTo>
                  <a:lnTo>
                    <a:pt x="1" y="1885"/>
                  </a:lnTo>
                  <a:lnTo>
                    <a:pt x="1" y="2857"/>
                  </a:lnTo>
                  <a:lnTo>
                    <a:pt x="1885" y="2857"/>
                  </a:lnTo>
                  <a:lnTo>
                    <a:pt x="1885" y="4742"/>
                  </a:lnTo>
                  <a:lnTo>
                    <a:pt x="2827" y="4742"/>
                  </a:lnTo>
                  <a:lnTo>
                    <a:pt x="2827" y="2857"/>
                  </a:lnTo>
                  <a:lnTo>
                    <a:pt x="4742" y="2857"/>
                  </a:lnTo>
                  <a:lnTo>
                    <a:pt x="4742" y="1885"/>
                  </a:lnTo>
                  <a:lnTo>
                    <a:pt x="2827" y="188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2"/>
            <p:cNvSpPr/>
            <p:nvPr/>
          </p:nvSpPr>
          <p:spPr>
            <a:xfrm>
              <a:off x="6601575" y="4033400"/>
              <a:ext cx="118575" cy="118575"/>
            </a:xfrm>
            <a:custGeom>
              <a:rect b="b" l="l" r="r" t="t"/>
              <a:pathLst>
                <a:path extrusionOk="0" h="4743" w="4743">
                  <a:moveTo>
                    <a:pt x="1885" y="1"/>
                  </a:moveTo>
                  <a:lnTo>
                    <a:pt x="1885" y="1885"/>
                  </a:lnTo>
                  <a:lnTo>
                    <a:pt x="1" y="1885"/>
                  </a:lnTo>
                  <a:lnTo>
                    <a:pt x="1"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2"/>
            <p:cNvSpPr/>
            <p:nvPr/>
          </p:nvSpPr>
          <p:spPr>
            <a:xfrm>
              <a:off x="6601575" y="3841150"/>
              <a:ext cx="118575" cy="118575"/>
            </a:xfrm>
            <a:custGeom>
              <a:rect b="b" l="l" r="r" t="t"/>
              <a:pathLst>
                <a:path extrusionOk="0" h="4743" w="4743">
                  <a:moveTo>
                    <a:pt x="1885" y="1"/>
                  </a:moveTo>
                  <a:lnTo>
                    <a:pt x="1885" y="1885"/>
                  </a:lnTo>
                  <a:lnTo>
                    <a:pt x="1" y="1885"/>
                  </a:lnTo>
                  <a:lnTo>
                    <a:pt x="1"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2"/>
            <p:cNvSpPr/>
            <p:nvPr/>
          </p:nvSpPr>
          <p:spPr>
            <a:xfrm>
              <a:off x="6601575" y="3648900"/>
              <a:ext cx="118575" cy="118575"/>
            </a:xfrm>
            <a:custGeom>
              <a:rect b="b" l="l" r="r" t="t"/>
              <a:pathLst>
                <a:path extrusionOk="0" h="4743" w="4743">
                  <a:moveTo>
                    <a:pt x="1885" y="1"/>
                  </a:moveTo>
                  <a:lnTo>
                    <a:pt x="1885" y="1885"/>
                  </a:lnTo>
                  <a:lnTo>
                    <a:pt x="1" y="1885"/>
                  </a:lnTo>
                  <a:lnTo>
                    <a:pt x="1" y="2828"/>
                  </a:lnTo>
                  <a:lnTo>
                    <a:pt x="1885" y="2828"/>
                  </a:lnTo>
                  <a:lnTo>
                    <a:pt x="1885" y="4742"/>
                  </a:lnTo>
                  <a:lnTo>
                    <a:pt x="2827" y="4742"/>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2"/>
            <p:cNvSpPr/>
            <p:nvPr/>
          </p:nvSpPr>
          <p:spPr>
            <a:xfrm>
              <a:off x="6796100" y="5187675"/>
              <a:ext cx="118575" cy="118575"/>
            </a:xfrm>
            <a:custGeom>
              <a:rect b="b" l="l" r="r" t="t"/>
              <a:pathLst>
                <a:path extrusionOk="0" h="4743" w="4743">
                  <a:moveTo>
                    <a:pt x="1885" y="1"/>
                  </a:moveTo>
                  <a:lnTo>
                    <a:pt x="1885" y="1885"/>
                  </a:lnTo>
                  <a:lnTo>
                    <a:pt x="1" y="1885"/>
                  </a:lnTo>
                  <a:lnTo>
                    <a:pt x="1" y="2828"/>
                  </a:lnTo>
                  <a:lnTo>
                    <a:pt x="1885" y="2828"/>
                  </a:lnTo>
                  <a:lnTo>
                    <a:pt x="1885" y="4743"/>
                  </a:lnTo>
                  <a:lnTo>
                    <a:pt x="2828" y="4743"/>
                  </a:lnTo>
                  <a:lnTo>
                    <a:pt x="2828" y="2828"/>
                  </a:lnTo>
                  <a:lnTo>
                    <a:pt x="4743" y="2828"/>
                  </a:lnTo>
                  <a:lnTo>
                    <a:pt x="4743" y="1885"/>
                  </a:lnTo>
                  <a:lnTo>
                    <a:pt x="2828" y="1885"/>
                  </a:lnTo>
                  <a:lnTo>
                    <a:pt x="28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2"/>
            <p:cNvSpPr/>
            <p:nvPr/>
          </p:nvSpPr>
          <p:spPr>
            <a:xfrm>
              <a:off x="6796100" y="4994675"/>
              <a:ext cx="118575" cy="119325"/>
            </a:xfrm>
            <a:custGeom>
              <a:rect b="b" l="l" r="r" t="t"/>
              <a:pathLst>
                <a:path extrusionOk="0" h="4773" w="4743">
                  <a:moveTo>
                    <a:pt x="1885" y="0"/>
                  </a:moveTo>
                  <a:lnTo>
                    <a:pt x="1885" y="1915"/>
                  </a:lnTo>
                  <a:lnTo>
                    <a:pt x="1" y="1915"/>
                  </a:lnTo>
                  <a:lnTo>
                    <a:pt x="1" y="2858"/>
                  </a:lnTo>
                  <a:lnTo>
                    <a:pt x="1885" y="2858"/>
                  </a:lnTo>
                  <a:lnTo>
                    <a:pt x="1885" y="4772"/>
                  </a:lnTo>
                  <a:lnTo>
                    <a:pt x="2828" y="4772"/>
                  </a:lnTo>
                  <a:lnTo>
                    <a:pt x="2828" y="2858"/>
                  </a:lnTo>
                  <a:lnTo>
                    <a:pt x="4743" y="2858"/>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2"/>
            <p:cNvSpPr/>
            <p:nvPr/>
          </p:nvSpPr>
          <p:spPr>
            <a:xfrm>
              <a:off x="6796100" y="4802425"/>
              <a:ext cx="118575" cy="119325"/>
            </a:xfrm>
            <a:custGeom>
              <a:rect b="b" l="l" r="r" t="t"/>
              <a:pathLst>
                <a:path extrusionOk="0" h="4773" w="4743">
                  <a:moveTo>
                    <a:pt x="1885" y="0"/>
                  </a:moveTo>
                  <a:lnTo>
                    <a:pt x="1885" y="1915"/>
                  </a:lnTo>
                  <a:lnTo>
                    <a:pt x="1" y="1915"/>
                  </a:lnTo>
                  <a:lnTo>
                    <a:pt x="1" y="2857"/>
                  </a:lnTo>
                  <a:lnTo>
                    <a:pt x="1885" y="2857"/>
                  </a:lnTo>
                  <a:lnTo>
                    <a:pt x="1885" y="4772"/>
                  </a:lnTo>
                  <a:lnTo>
                    <a:pt x="2828" y="4772"/>
                  </a:lnTo>
                  <a:lnTo>
                    <a:pt x="2828" y="2857"/>
                  </a:lnTo>
                  <a:lnTo>
                    <a:pt x="4743" y="2857"/>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2"/>
            <p:cNvSpPr/>
            <p:nvPr/>
          </p:nvSpPr>
          <p:spPr>
            <a:xfrm>
              <a:off x="6796100" y="4610175"/>
              <a:ext cx="118575" cy="118550"/>
            </a:xfrm>
            <a:custGeom>
              <a:rect b="b" l="l" r="r" t="t"/>
              <a:pathLst>
                <a:path extrusionOk="0" h="4742" w="4743">
                  <a:moveTo>
                    <a:pt x="1885" y="0"/>
                  </a:moveTo>
                  <a:lnTo>
                    <a:pt x="1885" y="1915"/>
                  </a:lnTo>
                  <a:lnTo>
                    <a:pt x="1" y="1915"/>
                  </a:lnTo>
                  <a:lnTo>
                    <a:pt x="1" y="2857"/>
                  </a:lnTo>
                  <a:lnTo>
                    <a:pt x="1885" y="2857"/>
                  </a:lnTo>
                  <a:lnTo>
                    <a:pt x="1885" y="4742"/>
                  </a:lnTo>
                  <a:lnTo>
                    <a:pt x="2828" y="4742"/>
                  </a:lnTo>
                  <a:lnTo>
                    <a:pt x="2828" y="2857"/>
                  </a:lnTo>
                  <a:lnTo>
                    <a:pt x="4743" y="2857"/>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2"/>
            <p:cNvSpPr/>
            <p:nvPr/>
          </p:nvSpPr>
          <p:spPr>
            <a:xfrm>
              <a:off x="6796100" y="4417925"/>
              <a:ext cx="118575" cy="118550"/>
            </a:xfrm>
            <a:custGeom>
              <a:rect b="b" l="l" r="r" t="t"/>
              <a:pathLst>
                <a:path extrusionOk="0" h="4742" w="4743">
                  <a:moveTo>
                    <a:pt x="1885" y="0"/>
                  </a:moveTo>
                  <a:lnTo>
                    <a:pt x="1885" y="1915"/>
                  </a:lnTo>
                  <a:lnTo>
                    <a:pt x="1" y="1915"/>
                  </a:lnTo>
                  <a:lnTo>
                    <a:pt x="1" y="2857"/>
                  </a:lnTo>
                  <a:lnTo>
                    <a:pt x="1885" y="2857"/>
                  </a:lnTo>
                  <a:lnTo>
                    <a:pt x="1885" y="4742"/>
                  </a:lnTo>
                  <a:lnTo>
                    <a:pt x="2828" y="4742"/>
                  </a:lnTo>
                  <a:lnTo>
                    <a:pt x="2828" y="2857"/>
                  </a:lnTo>
                  <a:lnTo>
                    <a:pt x="4743" y="2857"/>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2"/>
            <p:cNvSpPr/>
            <p:nvPr/>
          </p:nvSpPr>
          <p:spPr>
            <a:xfrm>
              <a:off x="6796100" y="4225675"/>
              <a:ext cx="118575" cy="118550"/>
            </a:xfrm>
            <a:custGeom>
              <a:rect b="b" l="l" r="r" t="t"/>
              <a:pathLst>
                <a:path extrusionOk="0" h="4742" w="4743">
                  <a:moveTo>
                    <a:pt x="1885" y="0"/>
                  </a:moveTo>
                  <a:lnTo>
                    <a:pt x="1885" y="1885"/>
                  </a:lnTo>
                  <a:lnTo>
                    <a:pt x="1" y="1885"/>
                  </a:lnTo>
                  <a:lnTo>
                    <a:pt x="1" y="2857"/>
                  </a:lnTo>
                  <a:lnTo>
                    <a:pt x="1885" y="2857"/>
                  </a:lnTo>
                  <a:lnTo>
                    <a:pt x="1885" y="4742"/>
                  </a:lnTo>
                  <a:lnTo>
                    <a:pt x="2828" y="4742"/>
                  </a:lnTo>
                  <a:lnTo>
                    <a:pt x="2828" y="2857"/>
                  </a:lnTo>
                  <a:lnTo>
                    <a:pt x="4743" y="2857"/>
                  </a:lnTo>
                  <a:lnTo>
                    <a:pt x="4743" y="1885"/>
                  </a:lnTo>
                  <a:lnTo>
                    <a:pt x="2828" y="188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2"/>
            <p:cNvSpPr/>
            <p:nvPr/>
          </p:nvSpPr>
          <p:spPr>
            <a:xfrm>
              <a:off x="6796100" y="4033400"/>
              <a:ext cx="118575" cy="118575"/>
            </a:xfrm>
            <a:custGeom>
              <a:rect b="b" l="l" r="r" t="t"/>
              <a:pathLst>
                <a:path extrusionOk="0" h="4743" w="4743">
                  <a:moveTo>
                    <a:pt x="1885" y="1"/>
                  </a:moveTo>
                  <a:lnTo>
                    <a:pt x="1885" y="1885"/>
                  </a:lnTo>
                  <a:lnTo>
                    <a:pt x="1" y="1885"/>
                  </a:lnTo>
                  <a:lnTo>
                    <a:pt x="1" y="2828"/>
                  </a:lnTo>
                  <a:lnTo>
                    <a:pt x="1885" y="2828"/>
                  </a:lnTo>
                  <a:lnTo>
                    <a:pt x="1885" y="4743"/>
                  </a:lnTo>
                  <a:lnTo>
                    <a:pt x="2828" y="4743"/>
                  </a:lnTo>
                  <a:lnTo>
                    <a:pt x="2828" y="2828"/>
                  </a:lnTo>
                  <a:lnTo>
                    <a:pt x="4743" y="2828"/>
                  </a:lnTo>
                  <a:lnTo>
                    <a:pt x="4743" y="1885"/>
                  </a:lnTo>
                  <a:lnTo>
                    <a:pt x="2828" y="1885"/>
                  </a:lnTo>
                  <a:lnTo>
                    <a:pt x="28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2"/>
            <p:cNvSpPr/>
            <p:nvPr/>
          </p:nvSpPr>
          <p:spPr>
            <a:xfrm>
              <a:off x="6796100" y="3841150"/>
              <a:ext cx="118575" cy="118575"/>
            </a:xfrm>
            <a:custGeom>
              <a:rect b="b" l="l" r="r" t="t"/>
              <a:pathLst>
                <a:path extrusionOk="0" h="4743" w="4743">
                  <a:moveTo>
                    <a:pt x="1885" y="1"/>
                  </a:moveTo>
                  <a:lnTo>
                    <a:pt x="1885" y="1885"/>
                  </a:lnTo>
                  <a:lnTo>
                    <a:pt x="1" y="1885"/>
                  </a:lnTo>
                  <a:lnTo>
                    <a:pt x="1" y="2828"/>
                  </a:lnTo>
                  <a:lnTo>
                    <a:pt x="1885" y="2828"/>
                  </a:lnTo>
                  <a:lnTo>
                    <a:pt x="1885" y="4743"/>
                  </a:lnTo>
                  <a:lnTo>
                    <a:pt x="2828" y="4743"/>
                  </a:lnTo>
                  <a:lnTo>
                    <a:pt x="2828" y="2828"/>
                  </a:lnTo>
                  <a:lnTo>
                    <a:pt x="4743" y="2828"/>
                  </a:lnTo>
                  <a:lnTo>
                    <a:pt x="4743" y="1885"/>
                  </a:lnTo>
                  <a:lnTo>
                    <a:pt x="2828" y="1885"/>
                  </a:lnTo>
                  <a:lnTo>
                    <a:pt x="28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2"/>
            <p:cNvSpPr/>
            <p:nvPr/>
          </p:nvSpPr>
          <p:spPr>
            <a:xfrm>
              <a:off x="6796100" y="3648900"/>
              <a:ext cx="118575" cy="118575"/>
            </a:xfrm>
            <a:custGeom>
              <a:rect b="b" l="l" r="r" t="t"/>
              <a:pathLst>
                <a:path extrusionOk="0" h="4743" w="4743">
                  <a:moveTo>
                    <a:pt x="1885" y="1"/>
                  </a:moveTo>
                  <a:lnTo>
                    <a:pt x="1885" y="1885"/>
                  </a:lnTo>
                  <a:lnTo>
                    <a:pt x="1" y="1885"/>
                  </a:lnTo>
                  <a:lnTo>
                    <a:pt x="1" y="2828"/>
                  </a:lnTo>
                  <a:lnTo>
                    <a:pt x="1885" y="2828"/>
                  </a:lnTo>
                  <a:lnTo>
                    <a:pt x="1885" y="4742"/>
                  </a:lnTo>
                  <a:lnTo>
                    <a:pt x="2828" y="4742"/>
                  </a:lnTo>
                  <a:lnTo>
                    <a:pt x="2828" y="2828"/>
                  </a:lnTo>
                  <a:lnTo>
                    <a:pt x="4743" y="2828"/>
                  </a:lnTo>
                  <a:lnTo>
                    <a:pt x="4743" y="1885"/>
                  </a:lnTo>
                  <a:lnTo>
                    <a:pt x="2828" y="1885"/>
                  </a:lnTo>
                  <a:lnTo>
                    <a:pt x="28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2"/>
            <p:cNvSpPr/>
            <p:nvPr/>
          </p:nvSpPr>
          <p:spPr>
            <a:xfrm>
              <a:off x="6990650" y="5187675"/>
              <a:ext cx="118550" cy="118575"/>
            </a:xfrm>
            <a:custGeom>
              <a:rect b="b" l="l" r="r" t="t"/>
              <a:pathLst>
                <a:path extrusionOk="0" h="4743" w="4742">
                  <a:moveTo>
                    <a:pt x="1885" y="1"/>
                  </a:moveTo>
                  <a:lnTo>
                    <a:pt x="1885" y="1885"/>
                  </a:lnTo>
                  <a:lnTo>
                    <a:pt x="0" y="1885"/>
                  </a:lnTo>
                  <a:lnTo>
                    <a:pt x="0"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2"/>
            <p:cNvSpPr/>
            <p:nvPr/>
          </p:nvSpPr>
          <p:spPr>
            <a:xfrm>
              <a:off x="6990650" y="4994675"/>
              <a:ext cx="118550" cy="119325"/>
            </a:xfrm>
            <a:custGeom>
              <a:rect b="b" l="l" r="r" t="t"/>
              <a:pathLst>
                <a:path extrusionOk="0" h="4773" w="4742">
                  <a:moveTo>
                    <a:pt x="1885" y="0"/>
                  </a:moveTo>
                  <a:lnTo>
                    <a:pt x="1885" y="1915"/>
                  </a:lnTo>
                  <a:lnTo>
                    <a:pt x="0" y="1915"/>
                  </a:lnTo>
                  <a:lnTo>
                    <a:pt x="0" y="2858"/>
                  </a:lnTo>
                  <a:lnTo>
                    <a:pt x="1885" y="2858"/>
                  </a:lnTo>
                  <a:lnTo>
                    <a:pt x="1885" y="4772"/>
                  </a:lnTo>
                  <a:lnTo>
                    <a:pt x="2827" y="4772"/>
                  </a:lnTo>
                  <a:lnTo>
                    <a:pt x="2827" y="2858"/>
                  </a:lnTo>
                  <a:lnTo>
                    <a:pt x="4742" y="2858"/>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2"/>
            <p:cNvSpPr/>
            <p:nvPr/>
          </p:nvSpPr>
          <p:spPr>
            <a:xfrm>
              <a:off x="6990650" y="4802425"/>
              <a:ext cx="118550" cy="119325"/>
            </a:xfrm>
            <a:custGeom>
              <a:rect b="b" l="l" r="r" t="t"/>
              <a:pathLst>
                <a:path extrusionOk="0" h="4773" w="4742">
                  <a:moveTo>
                    <a:pt x="1885" y="0"/>
                  </a:moveTo>
                  <a:lnTo>
                    <a:pt x="1885" y="1915"/>
                  </a:lnTo>
                  <a:lnTo>
                    <a:pt x="0" y="1915"/>
                  </a:lnTo>
                  <a:lnTo>
                    <a:pt x="0" y="2857"/>
                  </a:lnTo>
                  <a:lnTo>
                    <a:pt x="1885" y="2857"/>
                  </a:lnTo>
                  <a:lnTo>
                    <a:pt x="1885" y="4772"/>
                  </a:lnTo>
                  <a:lnTo>
                    <a:pt x="2827" y="477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2"/>
            <p:cNvSpPr/>
            <p:nvPr/>
          </p:nvSpPr>
          <p:spPr>
            <a:xfrm>
              <a:off x="6990650" y="4610175"/>
              <a:ext cx="118550" cy="118550"/>
            </a:xfrm>
            <a:custGeom>
              <a:rect b="b" l="l" r="r" t="t"/>
              <a:pathLst>
                <a:path extrusionOk="0" h="4742" w="4742">
                  <a:moveTo>
                    <a:pt x="1885" y="0"/>
                  </a:moveTo>
                  <a:lnTo>
                    <a:pt x="1885" y="1915"/>
                  </a:lnTo>
                  <a:lnTo>
                    <a:pt x="0" y="1915"/>
                  </a:lnTo>
                  <a:lnTo>
                    <a:pt x="0" y="2857"/>
                  </a:lnTo>
                  <a:lnTo>
                    <a:pt x="1885" y="2857"/>
                  </a:lnTo>
                  <a:lnTo>
                    <a:pt x="1885" y="4742"/>
                  </a:lnTo>
                  <a:lnTo>
                    <a:pt x="2827" y="474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2"/>
            <p:cNvSpPr/>
            <p:nvPr/>
          </p:nvSpPr>
          <p:spPr>
            <a:xfrm>
              <a:off x="6990650" y="4417925"/>
              <a:ext cx="118550" cy="118550"/>
            </a:xfrm>
            <a:custGeom>
              <a:rect b="b" l="l" r="r" t="t"/>
              <a:pathLst>
                <a:path extrusionOk="0" h="4742" w="4742">
                  <a:moveTo>
                    <a:pt x="1885" y="0"/>
                  </a:moveTo>
                  <a:lnTo>
                    <a:pt x="1885" y="1915"/>
                  </a:lnTo>
                  <a:lnTo>
                    <a:pt x="0" y="1915"/>
                  </a:lnTo>
                  <a:lnTo>
                    <a:pt x="0" y="2857"/>
                  </a:lnTo>
                  <a:lnTo>
                    <a:pt x="1885" y="2857"/>
                  </a:lnTo>
                  <a:lnTo>
                    <a:pt x="1885" y="4742"/>
                  </a:lnTo>
                  <a:lnTo>
                    <a:pt x="2827" y="474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2"/>
            <p:cNvSpPr/>
            <p:nvPr/>
          </p:nvSpPr>
          <p:spPr>
            <a:xfrm>
              <a:off x="6990650" y="4225675"/>
              <a:ext cx="118550" cy="118550"/>
            </a:xfrm>
            <a:custGeom>
              <a:rect b="b" l="l" r="r" t="t"/>
              <a:pathLst>
                <a:path extrusionOk="0" h="4742" w="4742">
                  <a:moveTo>
                    <a:pt x="1885" y="0"/>
                  </a:moveTo>
                  <a:lnTo>
                    <a:pt x="1885" y="1885"/>
                  </a:lnTo>
                  <a:lnTo>
                    <a:pt x="0" y="1885"/>
                  </a:lnTo>
                  <a:lnTo>
                    <a:pt x="0" y="2857"/>
                  </a:lnTo>
                  <a:lnTo>
                    <a:pt x="1885" y="2857"/>
                  </a:lnTo>
                  <a:lnTo>
                    <a:pt x="1885" y="4742"/>
                  </a:lnTo>
                  <a:lnTo>
                    <a:pt x="2827" y="4742"/>
                  </a:lnTo>
                  <a:lnTo>
                    <a:pt x="2827" y="2857"/>
                  </a:lnTo>
                  <a:lnTo>
                    <a:pt x="4742" y="2857"/>
                  </a:lnTo>
                  <a:lnTo>
                    <a:pt x="4742" y="1885"/>
                  </a:lnTo>
                  <a:lnTo>
                    <a:pt x="2827" y="188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2"/>
            <p:cNvSpPr/>
            <p:nvPr/>
          </p:nvSpPr>
          <p:spPr>
            <a:xfrm>
              <a:off x="6990650" y="4033400"/>
              <a:ext cx="118550" cy="118575"/>
            </a:xfrm>
            <a:custGeom>
              <a:rect b="b" l="l" r="r" t="t"/>
              <a:pathLst>
                <a:path extrusionOk="0" h="4743" w="4742">
                  <a:moveTo>
                    <a:pt x="1885" y="1"/>
                  </a:moveTo>
                  <a:lnTo>
                    <a:pt x="1885" y="1885"/>
                  </a:lnTo>
                  <a:lnTo>
                    <a:pt x="0" y="1885"/>
                  </a:lnTo>
                  <a:lnTo>
                    <a:pt x="0"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2"/>
            <p:cNvSpPr/>
            <p:nvPr/>
          </p:nvSpPr>
          <p:spPr>
            <a:xfrm>
              <a:off x="6990650" y="3841150"/>
              <a:ext cx="118550" cy="118575"/>
            </a:xfrm>
            <a:custGeom>
              <a:rect b="b" l="l" r="r" t="t"/>
              <a:pathLst>
                <a:path extrusionOk="0" h="4743" w="4742">
                  <a:moveTo>
                    <a:pt x="1885" y="1"/>
                  </a:moveTo>
                  <a:lnTo>
                    <a:pt x="1885" y="1885"/>
                  </a:lnTo>
                  <a:lnTo>
                    <a:pt x="0" y="1885"/>
                  </a:lnTo>
                  <a:lnTo>
                    <a:pt x="0"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2"/>
            <p:cNvSpPr/>
            <p:nvPr/>
          </p:nvSpPr>
          <p:spPr>
            <a:xfrm>
              <a:off x="6990650" y="3648900"/>
              <a:ext cx="118550" cy="118575"/>
            </a:xfrm>
            <a:custGeom>
              <a:rect b="b" l="l" r="r" t="t"/>
              <a:pathLst>
                <a:path extrusionOk="0" h="4743" w="4742">
                  <a:moveTo>
                    <a:pt x="1885" y="1"/>
                  </a:moveTo>
                  <a:lnTo>
                    <a:pt x="1885" y="1885"/>
                  </a:lnTo>
                  <a:lnTo>
                    <a:pt x="0" y="1885"/>
                  </a:lnTo>
                  <a:lnTo>
                    <a:pt x="0" y="2828"/>
                  </a:lnTo>
                  <a:lnTo>
                    <a:pt x="1885" y="2828"/>
                  </a:lnTo>
                  <a:lnTo>
                    <a:pt x="1885" y="4742"/>
                  </a:lnTo>
                  <a:lnTo>
                    <a:pt x="2827" y="4742"/>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2"/>
            <p:cNvSpPr/>
            <p:nvPr/>
          </p:nvSpPr>
          <p:spPr>
            <a:xfrm>
              <a:off x="7184425" y="5187675"/>
              <a:ext cx="119325" cy="118575"/>
            </a:xfrm>
            <a:custGeom>
              <a:rect b="b" l="l" r="r" t="t"/>
              <a:pathLst>
                <a:path extrusionOk="0" h="4743" w="4773">
                  <a:moveTo>
                    <a:pt x="1915" y="1"/>
                  </a:moveTo>
                  <a:lnTo>
                    <a:pt x="1915" y="1885"/>
                  </a:lnTo>
                  <a:lnTo>
                    <a:pt x="0" y="1885"/>
                  </a:lnTo>
                  <a:lnTo>
                    <a:pt x="0" y="2828"/>
                  </a:lnTo>
                  <a:lnTo>
                    <a:pt x="1915" y="2828"/>
                  </a:lnTo>
                  <a:lnTo>
                    <a:pt x="1915" y="4743"/>
                  </a:lnTo>
                  <a:lnTo>
                    <a:pt x="2857" y="4743"/>
                  </a:lnTo>
                  <a:lnTo>
                    <a:pt x="2857" y="2828"/>
                  </a:lnTo>
                  <a:lnTo>
                    <a:pt x="4772" y="2828"/>
                  </a:lnTo>
                  <a:lnTo>
                    <a:pt x="4772" y="1885"/>
                  </a:lnTo>
                  <a:lnTo>
                    <a:pt x="2857" y="1885"/>
                  </a:lnTo>
                  <a:lnTo>
                    <a:pt x="285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2"/>
            <p:cNvSpPr/>
            <p:nvPr/>
          </p:nvSpPr>
          <p:spPr>
            <a:xfrm>
              <a:off x="7184425" y="4994675"/>
              <a:ext cx="119325" cy="119325"/>
            </a:xfrm>
            <a:custGeom>
              <a:rect b="b" l="l" r="r" t="t"/>
              <a:pathLst>
                <a:path extrusionOk="0" h="4773" w="4773">
                  <a:moveTo>
                    <a:pt x="1915" y="0"/>
                  </a:moveTo>
                  <a:lnTo>
                    <a:pt x="1915" y="1915"/>
                  </a:lnTo>
                  <a:lnTo>
                    <a:pt x="0" y="1915"/>
                  </a:lnTo>
                  <a:lnTo>
                    <a:pt x="0" y="2858"/>
                  </a:lnTo>
                  <a:lnTo>
                    <a:pt x="1915" y="2858"/>
                  </a:lnTo>
                  <a:lnTo>
                    <a:pt x="1915" y="4772"/>
                  </a:lnTo>
                  <a:lnTo>
                    <a:pt x="2857" y="4772"/>
                  </a:lnTo>
                  <a:lnTo>
                    <a:pt x="2857" y="2858"/>
                  </a:lnTo>
                  <a:lnTo>
                    <a:pt x="4772" y="2858"/>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2"/>
            <p:cNvSpPr/>
            <p:nvPr/>
          </p:nvSpPr>
          <p:spPr>
            <a:xfrm>
              <a:off x="7184425" y="4802425"/>
              <a:ext cx="119325" cy="119325"/>
            </a:xfrm>
            <a:custGeom>
              <a:rect b="b" l="l" r="r" t="t"/>
              <a:pathLst>
                <a:path extrusionOk="0" h="4773" w="4773">
                  <a:moveTo>
                    <a:pt x="1915" y="0"/>
                  </a:moveTo>
                  <a:lnTo>
                    <a:pt x="1915" y="1915"/>
                  </a:lnTo>
                  <a:lnTo>
                    <a:pt x="0" y="1915"/>
                  </a:lnTo>
                  <a:lnTo>
                    <a:pt x="0" y="2857"/>
                  </a:lnTo>
                  <a:lnTo>
                    <a:pt x="1915" y="2857"/>
                  </a:lnTo>
                  <a:lnTo>
                    <a:pt x="1915" y="4772"/>
                  </a:lnTo>
                  <a:lnTo>
                    <a:pt x="2857" y="4772"/>
                  </a:lnTo>
                  <a:lnTo>
                    <a:pt x="2857" y="2857"/>
                  </a:lnTo>
                  <a:lnTo>
                    <a:pt x="4772" y="2857"/>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2"/>
            <p:cNvSpPr/>
            <p:nvPr/>
          </p:nvSpPr>
          <p:spPr>
            <a:xfrm>
              <a:off x="7184425" y="4610175"/>
              <a:ext cx="119325" cy="118550"/>
            </a:xfrm>
            <a:custGeom>
              <a:rect b="b" l="l" r="r" t="t"/>
              <a:pathLst>
                <a:path extrusionOk="0" h="4742" w="4773">
                  <a:moveTo>
                    <a:pt x="1915" y="0"/>
                  </a:moveTo>
                  <a:lnTo>
                    <a:pt x="1915" y="1915"/>
                  </a:lnTo>
                  <a:lnTo>
                    <a:pt x="0" y="1915"/>
                  </a:lnTo>
                  <a:lnTo>
                    <a:pt x="0" y="2857"/>
                  </a:lnTo>
                  <a:lnTo>
                    <a:pt x="1915" y="2857"/>
                  </a:lnTo>
                  <a:lnTo>
                    <a:pt x="1915" y="4742"/>
                  </a:lnTo>
                  <a:lnTo>
                    <a:pt x="2857" y="4742"/>
                  </a:lnTo>
                  <a:lnTo>
                    <a:pt x="2857" y="2857"/>
                  </a:lnTo>
                  <a:lnTo>
                    <a:pt x="4772" y="2857"/>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2"/>
            <p:cNvSpPr/>
            <p:nvPr/>
          </p:nvSpPr>
          <p:spPr>
            <a:xfrm>
              <a:off x="7184425" y="4417925"/>
              <a:ext cx="119325" cy="118550"/>
            </a:xfrm>
            <a:custGeom>
              <a:rect b="b" l="l" r="r" t="t"/>
              <a:pathLst>
                <a:path extrusionOk="0" h="4742" w="4773">
                  <a:moveTo>
                    <a:pt x="1915" y="0"/>
                  </a:moveTo>
                  <a:lnTo>
                    <a:pt x="1915" y="1915"/>
                  </a:lnTo>
                  <a:lnTo>
                    <a:pt x="0" y="1915"/>
                  </a:lnTo>
                  <a:lnTo>
                    <a:pt x="0" y="2857"/>
                  </a:lnTo>
                  <a:lnTo>
                    <a:pt x="1915" y="2857"/>
                  </a:lnTo>
                  <a:lnTo>
                    <a:pt x="1915" y="4742"/>
                  </a:lnTo>
                  <a:lnTo>
                    <a:pt x="2857" y="4742"/>
                  </a:lnTo>
                  <a:lnTo>
                    <a:pt x="2857" y="2857"/>
                  </a:lnTo>
                  <a:lnTo>
                    <a:pt x="4772" y="2857"/>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2"/>
            <p:cNvSpPr/>
            <p:nvPr/>
          </p:nvSpPr>
          <p:spPr>
            <a:xfrm>
              <a:off x="7184425" y="4225675"/>
              <a:ext cx="119325" cy="118550"/>
            </a:xfrm>
            <a:custGeom>
              <a:rect b="b" l="l" r="r" t="t"/>
              <a:pathLst>
                <a:path extrusionOk="0" h="4742" w="4773">
                  <a:moveTo>
                    <a:pt x="1915" y="0"/>
                  </a:moveTo>
                  <a:lnTo>
                    <a:pt x="1915" y="1885"/>
                  </a:lnTo>
                  <a:lnTo>
                    <a:pt x="0" y="1885"/>
                  </a:lnTo>
                  <a:lnTo>
                    <a:pt x="0" y="2857"/>
                  </a:lnTo>
                  <a:lnTo>
                    <a:pt x="1915" y="2857"/>
                  </a:lnTo>
                  <a:lnTo>
                    <a:pt x="1915" y="4742"/>
                  </a:lnTo>
                  <a:lnTo>
                    <a:pt x="2857" y="4742"/>
                  </a:lnTo>
                  <a:lnTo>
                    <a:pt x="2857" y="2857"/>
                  </a:lnTo>
                  <a:lnTo>
                    <a:pt x="4772" y="2857"/>
                  </a:lnTo>
                  <a:lnTo>
                    <a:pt x="4772" y="1885"/>
                  </a:lnTo>
                  <a:lnTo>
                    <a:pt x="2857" y="188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2"/>
            <p:cNvSpPr/>
            <p:nvPr/>
          </p:nvSpPr>
          <p:spPr>
            <a:xfrm>
              <a:off x="7184425" y="4033400"/>
              <a:ext cx="119325" cy="118575"/>
            </a:xfrm>
            <a:custGeom>
              <a:rect b="b" l="l" r="r" t="t"/>
              <a:pathLst>
                <a:path extrusionOk="0" h="4743" w="4773">
                  <a:moveTo>
                    <a:pt x="1915" y="1"/>
                  </a:moveTo>
                  <a:lnTo>
                    <a:pt x="1915" y="1885"/>
                  </a:lnTo>
                  <a:lnTo>
                    <a:pt x="0" y="1885"/>
                  </a:lnTo>
                  <a:lnTo>
                    <a:pt x="0" y="2828"/>
                  </a:lnTo>
                  <a:lnTo>
                    <a:pt x="1915" y="2828"/>
                  </a:lnTo>
                  <a:lnTo>
                    <a:pt x="1915" y="4743"/>
                  </a:lnTo>
                  <a:lnTo>
                    <a:pt x="2857" y="4743"/>
                  </a:lnTo>
                  <a:lnTo>
                    <a:pt x="2857" y="2828"/>
                  </a:lnTo>
                  <a:lnTo>
                    <a:pt x="4772" y="2828"/>
                  </a:lnTo>
                  <a:lnTo>
                    <a:pt x="4772" y="1885"/>
                  </a:lnTo>
                  <a:lnTo>
                    <a:pt x="2857" y="1885"/>
                  </a:lnTo>
                  <a:lnTo>
                    <a:pt x="285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2"/>
            <p:cNvSpPr/>
            <p:nvPr/>
          </p:nvSpPr>
          <p:spPr>
            <a:xfrm>
              <a:off x="7184425" y="3841150"/>
              <a:ext cx="119325" cy="118575"/>
            </a:xfrm>
            <a:custGeom>
              <a:rect b="b" l="l" r="r" t="t"/>
              <a:pathLst>
                <a:path extrusionOk="0" h="4743" w="4773">
                  <a:moveTo>
                    <a:pt x="1915" y="1"/>
                  </a:moveTo>
                  <a:lnTo>
                    <a:pt x="1915" y="1885"/>
                  </a:lnTo>
                  <a:lnTo>
                    <a:pt x="0" y="1885"/>
                  </a:lnTo>
                  <a:lnTo>
                    <a:pt x="0" y="2828"/>
                  </a:lnTo>
                  <a:lnTo>
                    <a:pt x="1915" y="2828"/>
                  </a:lnTo>
                  <a:lnTo>
                    <a:pt x="1915" y="4743"/>
                  </a:lnTo>
                  <a:lnTo>
                    <a:pt x="2857" y="4743"/>
                  </a:lnTo>
                  <a:lnTo>
                    <a:pt x="2857" y="2828"/>
                  </a:lnTo>
                  <a:lnTo>
                    <a:pt x="4772" y="2828"/>
                  </a:lnTo>
                  <a:lnTo>
                    <a:pt x="4772" y="1885"/>
                  </a:lnTo>
                  <a:lnTo>
                    <a:pt x="2857" y="1885"/>
                  </a:lnTo>
                  <a:lnTo>
                    <a:pt x="285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2"/>
            <p:cNvSpPr/>
            <p:nvPr/>
          </p:nvSpPr>
          <p:spPr>
            <a:xfrm>
              <a:off x="7184425" y="3648900"/>
              <a:ext cx="119325" cy="118575"/>
            </a:xfrm>
            <a:custGeom>
              <a:rect b="b" l="l" r="r" t="t"/>
              <a:pathLst>
                <a:path extrusionOk="0" h="4743" w="4773">
                  <a:moveTo>
                    <a:pt x="1915" y="1"/>
                  </a:moveTo>
                  <a:lnTo>
                    <a:pt x="1915" y="1885"/>
                  </a:lnTo>
                  <a:lnTo>
                    <a:pt x="0" y="1885"/>
                  </a:lnTo>
                  <a:lnTo>
                    <a:pt x="0" y="2828"/>
                  </a:lnTo>
                  <a:lnTo>
                    <a:pt x="1915" y="2828"/>
                  </a:lnTo>
                  <a:lnTo>
                    <a:pt x="1915" y="4742"/>
                  </a:lnTo>
                  <a:lnTo>
                    <a:pt x="2857" y="4742"/>
                  </a:lnTo>
                  <a:lnTo>
                    <a:pt x="2857" y="2828"/>
                  </a:lnTo>
                  <a:lnTo>
                    <a:pt x="4772" y="2828"/>
                  </a:lnTo>
                  <a:lnTo>
                    <a:pt x="4772" y="1885"/>
                  </a:lnTo>
                  <a:lnTo>
                    <a:pt x="2857" y="1885"/>
                  </a:lnTo>
                  <a:lnTo>
                    <a:pt x="285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2"/>
            <p:cNvSpPr/>
            <p:nvPr/>
          </p:nvSpPr>
          <p:spPr>
            <a:xfrm>
              <a:off x="6601575" y="3455900"/>
              <a:ext cx="118575" cy="119325"/>
            </a:xfrm>
            <a:custGeom>
              <a:rect b="b" l="l" r="r" t="t"/>
              <a:pathLst>
                <a:path extrusionOk="0" h="4773" w="4743">
                  <a:moveTo>
                    <a:pt x="1885" y="0"/>
                  </a:moveTo>
                  <a:lnTo>
                    <a:pt x="1885" y="1915"/>
                  </a:lnTo>
                  <a:lnTo>
                    <a:pt x="1" y="1915"/>
                  </a:lnTo>
                  <a:lnTo>
                    <a:pt x="1" y="2857"/>
                  </a:lnTo>
                  <a:lnTo>
                    <a:pt x="1885" y="2857"/>
                  </a:lnTo>
                  <a:lnTo>
                    <a:pt x="1885" y="4772"/>
                  </a:lnTo>
                  <a:lnTo>
                    <a:pt x="2827" y="477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2"/>
            <p:cNvSpPr/>
            <p:nvPr/>
          </p:nvSpPr>
          <p:spPr>
            <a:xfrm>
              <a:off x="6796100" y="3455900"/>
              <a:ext cx="118575" cy="119325"/>
            </a:xfrm>
            <a:custGeom>
              <a:rect b="b" l="l" r="r" t="t"/>
              <a:pathLst>
                <a:path extrusionOk="0" h="4773" w="4743">
                  <a:moveTo>
                    <a:pt x="1885" y="0"/>
                  </a:moveTo>
                  <a:lnTo>
                    <a:pt x="1885" y="1915"/>
                  </a:lnTo>
                  <a:lnTo>
                    <a:pt x="1" y="1915"/>
                  </a:lnTo>
                  <a:lnTo>
                    <a:pt x="1" y="2857"/>
                  </a:lnTo>
                  <a:lnTo>
                    <a:pt x="1885" y="2857"/>
                  </a:lnTo>
                  <a:lnTo>
                    <a:pt x="1885" y="4772"/>
                  </a:lnTo>
                  <a:lnTo>
                    <a:pt x="2828" y="4772"/>
                  </a:lnTo>
                  <a:lnTo>
                    <a:pt x="2828" y="2857"/>
                  </a:lnTo>
                  <a:lnTo>
                    <a:pt x="4743" y="2857"/>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2"/>
            <p:cNvSpPr/>
            <p:nvPr/>
          </p:nvSpPr>
          <p:spPr>
            <a:xfrm>
              <a:off x="6990650" y="3455900"/>
              <a:ext cx="118550" cy="119325"/>
            </a:xfrm>
            <a:custGeom>
              <a:rect b="b" l="l" r="r" t="t"/>
              <a:pathLst>
                <a:path extrusionOk="0" h="4773" w="4742">
                  <a:moveTo>
                    <a:pt x="1885" y="0"/>
                  </a:moveTo>
                  <a:lnTo>
                    <a:pt x="1885" y="1915"/>
                  </a:lnTo>
                  <a:lnTo>
                    <a:pt x="0" y="1915"/>
                  </a:lnTo>
                  <a:lnTo>
                    <a:pt x="0" y="2857"/>
                  </a:lnTo>
                  <a:lnTo>
                    <a:pt x="1885" y="2857"/>
                  </a:lnTo>
                  <a:lnTo>
                    <a:pt x="1885" y="4772"/>
                  </a:lnTo>
                  <a:lnTo>
                    <a:pt x="2827" y="477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2"/>
            <p:cNvSpPr/>
            <p:nvPr/>
          </p:nvSpPr>
          <p:spPr>
            <a:xfrm>
              <a:off x="7184425" y="3455900"/>
              <a:ext cx="119325" cy="119325"/>
            </a:xfrm>
            <a:custGeom>
              <a:rect b="b" l="l" r="r" t="t"/>
              <a:pathLst>
                <a:path extrusionOk="0" h="4773" w="4773">
                  <a:moveTo>
                    <a:pt x="1915" y="0"/>
                  </a:moveTo>
                  <a:lnTo>
                    <a:pt x="1915" y="1915"/>
                  </a:lnTo>
                  <a:lnTo>
                    <a:pt x="0" y="1915"/>
                  </a:lnTo>
                  <a:lnTo>
                    <a:pt x="0" y="2857"/>
                  </a:lnTo>
                  <a:lnTo>
                    <a:pt x="1915" y="2857"/>
                  </a:lnTo>
                  <a:lnTo>
                    <a:pt x="1915" y="4772"/>
                  </a:lnTo>
                  <a:lnTo>
                    <a:pt x="2857" y="4772"/>
                  </a:lnTo>
                  <a:lnTo>
                    <a:pt x="2857" y="2857"/>
                  </a:lnTo>
                  <a:lnTo>
                    <a:pt x="4772" y="2857"/>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 name="Google Shape;160;p2"/>
          <p:cNvGrpSpPr/>
          <p:nvPr/>
        </p:nvGrpSpPr>
        <p:grpSpPr>
          <a:xfrm>
            <a:off x="7474222" y="3764959"/>
            <a:ext cx="1669742" cy="1687101"/>
            <a:chOff x="1996250" y="1552000"/>
            <a:chExt cx="1243200" cy="1256125"/>
          </a:xfrm>
        </p:grpSpPr>
        <p:sp>
          <p:nvSpPr>
            <p:cNvPr id="161" name="Google Shape;161;p2"/>
            <p:cNvSpPr/>
            <p:nvPr/>
          </p:nvSpPr>
          <p:spPr>
            <a:xfrm>
              <a:off x="1996250" y="1552000"/>
              <a:ext cx="88925" cy="88925"/>
            </a:xfrm>
            <a:custGeom>
              <a:rect b="b" l="l" r="r" t="t"/>
              <a:pathLst>
                <a:path extrusionOk="0" h="3557" w="3557">
                  <a:moveTo>
                    <a:pt x="1429" y="0"/>
                  </a:moveTo>
                  <a:lnTo>
                    <a:pt x="1429" y="1429"/>
                  </a:lnTo>
                  <a:lnTo>
                    <a:pt x="1" y="1429"/>
                  </a:lnTo>
                  <a:lnTo>
                    <a:pt x="1" y="2128"/>
                  </a:lnTo>
                  <a:lnTo>
                    <a:pt x="1429" y="2128"/>
                  </a:lnTo>
                  <a:lnTo>
                    <a:pt x="1429" y="3557"/>
                  </a:lnTo>
                  <a:lnTo>
                    <a:pt x="2128" y="3557"/>
                  </a:lnTo>
                  <a:lnTo>
                    <a:pt x="2128" y="2128"/>
                  </a:lnTo>
                  <a:lnTo>
                    <a:pt x="3557" y="2128"/>
                  </a:lnTo>
                  <a:lnTo>
                    <a:pt x="355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2"/>
            <p:cNvSpPr/>
            <p:nvPr/>
          </p:nvSpPr>
          <p:spPr>
            <a:xfrm>
              <a:off x="2140625" y="1552000"/>
              <a:ext cx="88925" cy="88925"/>
            </a:xfrm>
            <a:custGeom>
              <a:rect b="b" l="l" r="r" t="t"/>
              <a:pathLst>
                <a:path extrusionOk="0" h="3557" w="3557">
                  <a:moveTo>
                    <a:pt x="1429" y="0"/>
                  </a:moveTo>
                  <a:lnTo>
                    <a:pt x="1429" y="1429"/>
                  </a:lnTo>
                  <a:lnTo>
                    <a:pt x="1" y="1429"/>
                  </a:lnTo>
                  <a:lnTo>
                    <a:pt x="1" y="2128"/>
                  </a:lnTo>
                  <a:lnTo>
                    <a:pt x="1429" y="2128"/>
                  </a:lnTo>
                  <a:lnTo>
                    <a:pt x="1429" y="3557"/>
                  </a:lnTo>
                  <a:lnTo>
                    <a:pt x="2128" y="3557"/>
                  </a:lnTo>
                  <a:lnTo>
                    <a:pt x="2128" y="2128"/>
                  </a:lnTo>
                  <a:lnTo>
                    <a:pt x="3557" y="2128"/>
                  </a:lnTo>
                  <a:lnTo>
                    <a:pt x="355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2"/>
            <p:cNvSpPr/>
            <p:nvPr/>
          </p:nvSpPr>
          <p:spPr>
            <a:xfrm>
              <a:off x="2285000" y="1552000"/>
              <a:ext cx="88950" cy="88925"/>
            </a:xfrm>
            <a:custGeom>
              <a:rect b="b" l="l" r="r" t="t"/>
              <a:pathLst>
                <a:path extrusionOk="0" h="3557" w="3558">
                  <a:moveTo>
                    <a:pt x="1429" y="0"/>
                  </a:moveTo>
                  <a:lnTo>
                    <a:pt x="1429" y="1429"/>
                  </a:lnTo>
                  <a:lnTo>
                    <a:pt x="1" y="1429"/>
                  </a:lnTo>
                  <a:lnTo>
                    <a:pt x="1" y="2128"/>
                  </a:lnTo>
                  <a:lnTo>
                    <a:pt x="1429" y="2128"/>
                  </a:lnTo>
                  <a:lnTo>
                    <a:pt x="1429" y="3557"/>
                  </a:lnTo>
                  <a:lnTo>
                    <a:pt x="2129" y="3557"/>
                  </a:lnTo>
                  <a:lnTo>
                    <a:pt x="2129" y="2128"/>
                  </a:lnTo>
                  <a:lnTo>
                    <a:pt x="3557" y="2128"/>
                  </a:lnTo>
                  <a:lnTo>
                    <a:pt x="3557" y="1429"/>
                  </a:lnTo>
                  <a:lnTo>
                    <a:pt x="2129" y="1429"/>
                  </a:lnTo>
                  <a:lnTo>
                    <a:pt x="212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2"/>
            <p:cNvSpPr/>
            <p:nvPr/>
          </p:nvSpPr>
          <p:spPr>
            <a:xfrm>
              <a:off x="2429400" y="1552000"/>
              <a:ext cx="88925" cy="88925"/>
            </a:xfrm>
            <a:custGeom>
              <a:rect b="b" l="l" r="r" t="t"/>
              <a:pathLst>
                <a:path extrusionOk="0" h="3557" w="3557">
                  <a:moveTo>
                    <a:pt x="1398" y="0"/>
                  </a:moveTo>
                  <a:lnTo>
                    <a:pt x="1398" y="1429"/>
                  </a:lnTo>
                  <a:lnTo>
                    <a:pt x="0" y="1429"/>
                  </a:lnTo>
                  <a:lnTo>
                    <a:pt x="0" y="2128"/>
                  </a:lnTo>
                  <a:lnTo>
                    <a:pt x="1398" y="2128"/>
                  </a:lnTo>
                  <a:lnTo>
                    <a:pt x="1398" y="3557"/>
                  </a:lnTo>
                  <a:lnTo>
                    <a:pt x="2128" y="3557"/>
                  </a:lnTo>
                  <a:lnTo>
                    <a:pt x="2128" y="2128"/>
                  </a:lnTo>
                  <a:lnTo>
                    <a:pt x="3556" y="2128"/>
                  </a:lnTo>
                  <a:lnTo>
                    <a:pt x="3556"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2"/>
            <p:cNvSpPr/>
            <p:nvPr/>
          </p:nvSpPr>
          <p:spPr>
            <a:xfrm>
              <a:off x="2573000" y="1552000"/>
              <a:ext cx="89700" cy="88925"/>
            </a:xfrm>
            <a:custGeom>
              <a:rect b="b" l="l" r="r" t="t"/>
              <a:pathLst>
                <a:path extrusionOk="0" h="3557" w="3588">
                  <a:moveTo>
                    <a:pt x="1429" y="0"/>
                  </a:moveTo>
                  <a:lnTo>
                    <a:pt x="1429" y="1429"/>
                  </a:lnTo>
                  <a:lnTo>
                    <a:pt x="1" y="1429"/>
                  </a:lnTo>
                  <a:lnTo>
                    <a:pt x="1" y="2128"/>
                  </a:lnTo>
                  <a:lnTo>
                    <a:pt x="1429" y="2128"/>
                  </a:lnTo>
                  <a:lnTo>
                    <a:pt x="1429" y="3557"/>
                  </a:lnTo>
                  <a:lnTo>
                    <a:pt x="2159" y="3557"/>
                  </a:lnTo>
                  <a:lnTo>
                    <a:pt x="2159" y="2128"/>
                  </a:lnTo>
                  <a:lnTo>
                    <a:pt x="3588" y="2128"/>
                  </a:lnTo>
                  <a:lnTo>
                    <a:pt x="3588" y="1429"/>
                  </a:lnTo>
                  <a:lnTo>
                    <a:pt x="2159" y="1429"/>
                  </a:lnTo>
                  <a:lnTo>
                    <a:pt x="215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2"/>
            <p:cNvSpPr/>
            <p:nvPr/>
          </p:nvSpPr>
          <p:spPr>
            <a:xfrm>
              <a:off x="2717400" y="1552000"/>
              <a:ext cx="89675" cy="88925"/>
            </a:xfrm>
            <a:custGeom>
              <a:rect b="b" l="l" r="r" t="t"/>
              <a:pathLst>
                <a:path extrusionOk="0" h="3557" w="3587">
                  <a:moveTo>
                    <a:pt x="1429" y="0"/>
                  </a:moveTo>
                  <a:lnTo>
                    <a:pt x="1429" y="1429"/>
                  </a:lnTo>
                  <a:lnTo>
                    <a:pt x="0" y="1429"/>
                  </a:lnTo>
                  <a:lnTo>
                    <a:pt x="0" y="2128"/>
                  </a:lnTo>
                  <a:lnTo>
                    <a:pt x="1429" y="2128"/>
                  </a:lnTo>
                  <a:lnTo>
                    <a:pt x="1429" y="3557"/>
                  </a:lnTo>
                  <a:lnTo>
                    <a:pt x="2158" y="3557"/>
                  </a:lnTo>
                  <a:lnTo>
                    <a:pt x="2158" y="2128"/>
                  </a:lnTo>
                  <a:lnTo>
                    <a:pt x="3587" y="2128"/>
                  </a:lnTo>
                  <a:lnTo>
                    <a:pt x="3587" y="1429"/>
                  </a:lnTo>
                  <a:lnTo>
                    <a:pt x="2158" y="1429"/>
                  </a:lnTo>
                  <a:lnTo>
                    <a:pt x="215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2"/>
            <p:cNvSpPr/>
            <p:nvPr/>
          </p:nvSpPr>
          <p:spPr>
            <a:xfrm>
              <a:off x="2861775" y="1552000"/>
              <a:ext cx="89675" cy="88925"/>
            </a:xfrm>
            <a:custGeom>
              <a:rect b="b" l="l" r="r" t="t"/>
              <a:pathLst>
                <a:path extrusionOk="0" h="3557" w="3587">
                  <a:moveTo>
                    <a:pt x="1429" y="0"/>
                  </a:moveTo>
                  <a:lnTo>
                    <a:pt x="1429" y="1429"/>
                  </a:lnTo>
                  <a:lnTo>
                    <a:pt x="0" y="1429"/>
                  </a:lnTo>
                  <a:lnTo>
                    <a:pt x="0" y="2128"/>
                  </a:lnTo>
                  <a:lnTo>
                    <a:pt x="1429" y="2128"/>
                  </a:lnTo>
                  <a:lnTo>
                    <a:pt x="1429" y="3557"/>
                  </a:lnTo>
                  <a:lnTo>
                    <a:pt x="2158" y="3557"/>
                  </a:lnTo>
                  <a:lnTo>
                    <a:pt x="2158" y="2128"/>
                  </a:lnTo>
                  <a:lnTo>
                    <a:pt x="3587" y="2128"/>
                  </a:lnTo>
                  <a:lnTo>
                    <a:pt x="3587" y="1429"/>
                  </a:lnTo>
                  <a:lnTo>
                    <a:pt x="2158" y="1429"/>
                  </a:lnTo>
                  <a:lnTo>
                    <a:pt x="215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2"/>
            <p:cNvSpPr/>
            <p:nvPr/>
          </p:nvSpPr>
          <p:spPr>
            <a:xfrm>
              <a:off x="3006150" y="1552000"/>
              <a:ext cx="89700" cy="88925"/>
            </a:xfrm>
            <a:custGeom>
              <a:rect b="b" l="l" r="r" t="t"/>
              <a:pathLst>
                <a:path extrusionOk="0" h="3557" w="3588">
                  <a:moveTo>
                    <a:pt x="1429" y="0"/>
                  </a:moveTo>
                  <a:lnTo>
                    <a:pt x="1429" y="1429"/>
                  </a:lnTo>
                  <a:lnTo>
                    <a:pt x="0" y="1429"/>
                  </a:lnTo>
                  <a:lnTo>
                    <a:pt x="0" y="2128"/>
                  </a:lnTo>
                  <a:lnTo>
                    <a:pt x="1429" y="2128"/>
                  </a:lnTo>
                  <a:lnTo>
                    <a:pt x="1429" y="3557"/>
                  </a:lnTo>
                  <a:lnTo>
                    <a:pt x="2128" y="3557"/>
                  </a:lnTo>
                  <a:lnTo>
                    <a:pt x="2128" y="2128"/>
                  </a:lnTo>
                  <a:lnTo>
                    <a:pt x="3587" y="2128"/>
                  </a:lnTo>
                  <a:lnTo>
                    <a:pt x="358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2"/>
            <p:cNvSpPr/>
            <p:nvPr/>
          </p:nvSpPr>
          <p:spPr>
            <a:xfrm>
              <a:off x="3150525" y="1552000"/>
              <a:ext cx="88925" cy="88925"/>
            </a:xfrm>
            <a:custGeom>
              <a:rect b="b" l="l" r="r" t="t"/>
              <a:pathLst>
                <a:path extrusionOk="0" h="3557" w="3557">
                  <a:moveTo>
                    <a:pt x="1429" y="0"/>
                  </a:moveTo>
                  <a:lnTo>
                    <a:pt x="1429" y="1429"/>
                  </a:lnTo>
                  <a:lnTo>
                    <a:pt x="1" y="1429"/>
                  </a:lnTo>
                  <a:lnTo>
                    <a:pt x="1" y="2128"/>
                  </a:lnTo>
                  <a:lnTo>
                    <a:pt x="1429" y="2128"/>
                  </a:lnTo>
                  <a:lnTo>
                    <a:pt x="1429" y="3557"/>
                  </a:lnTo>
                  <a:lnTo>
                    <a:pt x="2159" y="3557"/>
                  </a:lnTo>
                  <a:lnTo>
                    <a:pt x="2159" y="2128"/>
                  </a:lnTo>
                  <a:lnTo>
                    <a:pt x="3557" y="2128"/>
                  </a:lnTo>
                  <a:lnTo>
                    <a:pt x="3557" y="1429"/>
                  </a:lnTo>
                  <a:lnTo>
                    <a:pt x="2159" y="1429"/>
                  </a:lnTo>
                  <a:lnTo>
                    <a:pt x="215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2"/>
            <p:cNvSpPr/>
            <p:nvPr/>
          </p:nvSpPr>
          <p:spPr>
            <a:xfrm>
              <a:off x="1996250" y="1697900"/>
              <a:ext cx="88925" cy="88925"/>
            </a:xfrm>
            <a:custGeom>
              <a:rect b="b" l="l" r="r" t="t"/>
              <a:pathLst>
                <a:path extrusionOk="0" h="3557" w="3557">
                  <a:moveTo>
                    <a:pt x="1429" y="0"/>
                  </a:moveTo>
                  <a:lnTo>
                    <a:pt x="1429" y="1429"/>
                  </a:lnTo>
                  <a:lnTo>
                    <a:pt x="1" y="1429"/>
                  </a:lnTo>
                  <a:lnTo>
                    <a:pt x="1" y="2128"/>
                  </a:lnTo>
                  <a:lnTo>
                    <a:pt x="1429" y="2128"/>
                  </a:lnTo>
                  <a:lnTo>
                    <a:pt x="1429" y="3557"/>
                  </a:lnTo>
                  <a:lnTo>
                    <a:pt x="2128" y="3557"/>
                  </a:lnTo>
                  <a:lnTo>
                    <a:pt x="2128" y="2128"/>
                  </a:lnTo>
                  <a:lnTo>
                    <a:pt x="3557" y="2128"/>
                  </a:lnTo>
                  <a:lnTo>
                    <a:pt x="355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2"/>
            <p:cNvSpPr/>
            <p:nvPr/>
          </p:nvSpPr>
          <p:spPr>
            <a:xfrm>
              <a:off x="2140625" y="1697900"/>
              <a:ext cx="88925" cy="88925"/>
            </a:xfrm>
            <a:custGeom>
              <a:rect b="b" l="l" r="r" t="t"/>
              <a:pathLst>
                <a:path extrusionOk="0" h="3557" w="3557">
                  <a:moveTo>
                    <a:pt x="1429" y="0"/>
                  </a:moveTo>
                  <a:lnTo>
                    <a:pt x="1429" y="1429"/>
                  </a:lnTo>
                  <a:lnTo>
                    <a:pt x="1" y="1429"/>
                  </a:lnTo>
                  <a:lnTo>
                    <a:pt x="1" y="2128"/>
                  </a:lnTo>
                  <a:lnTo>
                    <a:pt x="1429" y="2128"/>
                  </a:lnTo>
                  <a:lnTo>
                    <a:pt x="1429" y="3557"/>
                  </a:lnTo>
                  <a:lnTo>
                    <a:pt x="2128" y="3557"/>
                  </a:lnTo>
                  <a:lnTo>
                    <a:pt x="2128" y="2128"/>
                  </a:lnTo>
                  <a:lnTo>
                    <a:pt x="3557" y="2128"/>
                  </a:lnTo>
                  <a:lnTo>
                    <a:pt x="355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2"/>
            <p:cNvSpPr/>
            <p:nvPr/>
          </p:nvSpPr>
          <p:spPr>
            <a:xfrm>
              <a:off x="2285000" y="1697900"/>
              <a:ext cx="88950" cy="88925"/>
            </a:xfrm>
            <a:custGeom>
              <a:rect b="b" l="l" r="r" t="t"/>
              <a:pathLst>
                <a:path extrusionOk="0" h="3557" w="3558">
                  <a:moveTo>
                    <a:pt x="1429" y="0"/>
                  </a:moveTo>
                  <a:lnTo>
                    <a:pt x="1429" y="1429"/>
                  </a:lnTo>
                  <a:lnTo>
                    <a:pt x="1" y="1429"/>
                  </a:lnTo>
                  <a:lnTo>
                    <a:pt x="1" y="2128"/>
                  </a:lnTo>
                  <a:lnTo>
                    <a:pt x="1429" y="2128"/>
                  </a:lnTo>
                  <a:lnTo>
                    <a:pt x="1429" y="3557"/>
                  </a:lnTo>
                  <a:lnTo>
                    <a:pt x="2129" y="3557"/>
                  </a:lnTo>
                  <a:lnTo>
                    <a:pt x="2129" y="2128"/>
                  </a:lnTo>
                  <a:lnTo>
                    <a:pt x="3557" y="2128"/>
                  </a:lnTo>
                  <a:lnTo>
                    <a:pt x="3557" y="1429"/>
                  </a:lnTo>
                  <a:lnTo>
                    <a:pt x="2129" y="1429"/>
                  </a:lnTo>
                  <a:lnTo>
                    <a:pt x="212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2"/>
            <p:cNvSpPr/>
            <p:nvPr/>
          </p:nvSpPr>
          <p:spPr>
            <a:xfrm>
              <a:off x="2429400" y="1697900"/>
              <a:ext cx="88925" cy="88925"/>
            </a:xfrm>
            <a:custGeom>
              <a:rect b="b" l="l" r="r" t="t"/>
              <a:pathLst>
                <a:path extrusionOk="0" h="3557" w="3557">
                  <a:moveTo>
                    <a:pt x="1398" y="0"/>
                  </a:moveTo>
                  <a:lnTo>
                    <a:pt x="1398" y="1429"/>
                  </a:lnTo>
                  <a:lnTo>
                    <a:pt x="0" y="1429"/>
                  </a:lnTo>
                  <a:lnTo>
                    <a:pt x="0" y="2128"/>
                  </a:lnTo>
                  <a:lnTo>
                    <a:pt x="1398" y="2128"/>
                  </a:lnTo>
                  <a:lnTo>
                    <a:pt x="1398" y="3557"/>
                  </a:lnTo>
                  <a:lnTo>
                    <a:pt x="2128" y="3557"/>
                  </a:lnTo>
                  <a:lnTo>
                    <a:pt x="2128" y="2128"/>
                  </a:lnTo>
                  <a:lnTo>
                    <a:pt x="3556" y="2128"/>
                  </a:lnTo>
                  <a:lnTo>
                    <a:pt x="3556"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2"/>
            <p:cNvSpPr/>
            <p:nvPr/>
          </p:nvSpPr>
          <p:spPr>
            <a:xfrm>
              <a:off x="2573000" y="1697900"/>
              <a:ext cx="89700" cy="88925"/>
            </a:xfrm>
            <a:custGeom>
              <a:rect b="b" l="l" r="r" t="t"/>
              <a:pathLst>
                <a:path extrusionOk="0" h="3557" w="3588">
                  <a:moveTo>
                    <a:pt x="1429" y="0"/>
                  </a:moveTo>
                  <a:lnTo>
                    <a:pt x="1429" y="1429"/>
                  </a:lnTo>
                  <a:lnTo>
                    <a:pt x="1" y="1429"/>
                  </a:lnTo>
                  <a:lnTo>
                    <a:pt x="1" y="2128"/>
                  </a:lnTo>
                  <a:lnTo>
                    <a:pt x="1429" y="2128"/>
                  </a:lnTo>
                  <a:lnTo>
                    <a:pt x="1429" y="3557"/>
                  </a:lnTo>
                  <a:lnTo>
                    <a:pt x="2159" y="3557"/>
                  </a:lnTo>
                  <a:lnTo>
                    <a:pt x="2159" y="2128"/>
                  </a:lnTo>
                  <a:lnTo>
                    <a:pt x="3588" y="2128"/>
                  </a:lnTo>
                  <a:lnTo>
                    <a:pt x="3588" y="1429"/>
                  </a:lnTo>
                  <a:lnTo>
                    <a:pt x="2159" y="1429"/>
                  </a:lnTo>
                  <a:lnTo>
                    <a:pt x="215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2"/>
            <p:cNvSpPr/>
            <p:nvPr/>
          </p:nvSpPr>
          <p:spPr>
            <a:xfrm>
              <a:off x="2717400" y="1697900"/>
              <a:ext cx="89675" cy="88925"/>
            </a:xfrm>
            <a:custGeom>
              <a:rect b="b" l="l" r="r" t="t"/>
              <a:pathLst>
                <a:path extrusionOk="0" h="3557" w="3587">
                  <a:moveTo>
                    <a:pt x="1429" y="0"/>
                  </a:moveTo>
                  <a:lnTo>
                    <a:pt x="1429" y="1429"/>
                  </a:lnTo>
                  <a:lnTo>
                    <a:pt x="0" y="1429"/>
                  </a:lnTo>
                  <a:lnTo>
                    <a:pt x="0" y="2128"/>
                  </a:lnTo>
                  <a:lnTo>
                    <a:pt x="1429" y="2128"/>
                  </a:lnTo>
                  <a:lnTo>
                    <a:pt x="1429" y="3557"/>
                  </a:lnTo>
                  <a:lnTo>
                    <a:pt x="2158" y="3557"/>
                  </a:lnTo>
                  <a:lnTo>
                    <a:pt x="2158" y="2128"/>
                  </a:lnTo>
                  <a:lnTo>
                    <a:pt x="3587" y="2128"/>
                  </a:lnTo>
                  <a:lnTo>
                    <a:pt x="3587" y="1429"/>
                  </a:lnTo>
                  <a:lnTo>
                    <a:pt x="2158" y="1429"/>
                  </a:lnTo>
                  <a:lnTo>
                    <a:pt x="215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2"/>
            <p:cNvSpPr/>
            <p:nvPr/>
          </p:nvSpPr>
          <p:spPr>
            <a:xfrm>
              <a:off x="2861775" y="1697900"/>
              <a:ext cx="89675" cy="88925"/>
            </a:xfrm>
            <a:custGeom>
              <a:rect b="b" l="l" r="r" t="t"/>
              <a:pathLst>
                <a:path extrusionOk="0" h="3557" w="3587">
                  <a:moveTo>
                    <a:pt x="1429" y="0"/>
                  </a:moveTo>
                  <a:lnTo>
                    <a:pt x="1429" y="1429"/>
                  </a:lnTo>
                  <a:lnTo>
                    <a:pt x="0" y="1429"/>
                  </a:lnTo>
                  <a:lnTo>
                    <a:pt x="0" y="2128"/>
                  </a:lnTo>
                  <a:lnTo>
                    <a:pt x="1429" y="2128"/>
                  </a:lnTo>
                  <a:lnTo>
                    <a:pt x="1429" y="3557"/>
                  </a:lnTo>
                  <a:lnTo>
                    <a:pt x="2158" y="3557"/>
                  </a:lnTo>
                  <a:lnTo>
                    <a:pt x="2158" y="2128"/>
                  </a:lnTo>
                  <a:lnTo>
                    <a:pt x="3587" y="2128"/>
                  </a:lnTo>
                  <a:lnTo>
                    <a:pt x="3587" y="1429"/>
                  </a:lnTo>
                  <a:lnTo>
                    <a:pt x="2158" y="1429"/>
                  </a:lnTo>
                  <a:lnTo>
                    <a:pt x="215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2"/>
            <p:cNvSpPr/>
            <p:nvPr/>
          </p:nvSpPr>
          <p:spPr>
            <a:xfrm>
              <a:off x="3006150" y="1697900"/>
              <a:ext cx="89700" cy="88925"/>
            </a:xfrm>
            <a:custGeom>
              <a:rect b="b" l="l" r="r" t="t"/>
              <a:pathLst>
                <a:path extrusionOk="0" h="3557" w="3588">
                  <a:moveTo>
                    <a:pt x="1429" y="0"/>
                  </a:moveTo>
                  <a:lnTo>
                    <a:pt x="1429" y="1429"/>
                  </a:lnTo>
                  <a:lnTo>
                    <a:pt x="0" y="1429"/>
                  </a:lnTo>
                  <a:lnTo>
                    <a:pt x="0" y="2128"/>
                  </a:lnTo>
                  <a:lnTo>
                    <a:pt x="1429" y="2128"/>
                  </a:lnTo>
                  <a:lnTo>
                    <a:pt x="1429" y="3557"/>
                  </a:lnTo>
                  <a:lnTo>
                    <a:pt x="2128" y="3557"/>
                  </a:lnTo>
                  <a:lnTo>
                    <a:pt x="2128" y="2128"/>
                  </a:lnTo>
                  <a:lnTo>
                    <a:pt x="3587" y="2128"/>
                  </a:lnTo>
                  <a:lnTo>
                    <a:pt x="358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2"/>
            <p:cNvSpPr/>
            <p:nvPr/>
          </p:nvSpPr>
          <p:spPr>
            <a:xfrm>
              <a:off x="3150525" y="1697900"/>
              <a:ext cx="88925" cy="88925"/>
            </a:xfrm>
            <a:custGeom>
              <a:rect b="b" l="l" r="r" t="t"/>
              <a:pathLst>
                <a:path extrusionOk="0" h="3557" w="3557">
                  <a:moveTo>
                    <a:pt x="1429" y="0"/>
                  </a:moveTo>
                  <a:lnTo>
                    <a:pt x="1429" y="1429"/>
                  </a:lnTo>
                  <a:lnTo>
                    <a:pt x="1" y="1429"/>
                  </a:lnTo>
                  <a:lnTo>
                    <a:pt x="1" y="2128"/>
                  </a:lnTo>
                  <a:lnTo>
                    <a:pt x="1429" y="2128"/>
                  </a:lnTo>
                  <a:lnTo>
                    <a:pt x="1429" y="3557"/>
                  </a:lnTo>
                  <a:lnTo>
                    <a:pt x="2159" y="3557"/>
                  </a:lnTo>
                  <a:lnTo>
                    <a:pt x="2159" y="2128"/>
                  </a:lnTo>
                  <a:lnTo>
                    <a:pt x="3557" y="2128"/>
                  </a:lnTo>
                  <a:lnTo>
                    <a:pt x="3557" y="1429"/>
                  </a:lnTo>
                  <a:lnTo>
                    <a:pt x="2159" y="1429"/>
                  </a:lnTo>
                  <a:lnTo>
                    <a:pt x="215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2"/>
            <p:cNvSpPr/>
            <p:nvPr/>
          </p:nvSpPr>
          <p:spPr>
            <a:xfrm>
              <a:off x="1996250" y="1843800"/>
              <a:ext cx="88925" cy="88925"/>
            </a:xfrm>
            <a:custGeom>
              <a:rect b="b" l="l" r="r" t="t"/>
              <a:pathLst>
                <a:path extrusionOk="0" h="3557" w="3557">
                  <a:moveTo>
                    <a:pt x="1429" y="0"/>
                  </a:moveTo>
                  <a:lnTo>
                    <a:pt x="1429" y="1429"/>
                  </a:lnTo>
                  <a:lnTo>
                    <a:pt x="1" y="1429"/>
                  </a:lnTo>
                  <a:lnTo>
                    <a:pt x="1" y="2128"/>
                  </a:lnTo>
                  <a:lnTo>
                    <a:pt x="1429" y="2128"/>
                  </a:lnTo>
                  <a:lnTo>
                    <a:pt x="1429" y="3556"/>
                  </a:lnTo>
                  <a:lnTo>
                    <a:pt x="2128" y="3556"/>
                  </a:lnTo>
                  <a:lnTo>
                    <a:pt x="2128" y="2128"/>
                  </a:lnTo>
                  <a:lnTo>
                    <a:pt x="3557" y="2128"/>
                  </a:lnTo>
                  <a:lnTo>
                    <a:pt x="355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2"/>
            <p:cNvSpPr/>
            <p:nvPr/>
          </p:nvSpPr>
          <p:spPr>
            <a:xfrm>
              <a:off x="2140625" y="1843800"/>
              <a:ext cx="88925" cy="88925"/>
            </a:xfrm>
            <a:custGeom>
              <a:rect b="b" l="l" r="r" t="t"/>
              <a:pathLst>
                <a:path extrusionOk="0" h="3557" w="3557">
                  <a:moveTo>
                    <a:pt x="1429" y="0"/>
                  </a:moveTo>
                  <a:lnTo>
                    <a:pt x="1429" y="1429"/>
                  </a:lnTo>
                  <a:lnTo>
                    <a:pt x="1" y="1429"/>
                  </a:lnTo>
                  <a:lnTo>
                    <a:pt x="1" y="2128"/>
                  </a:lnTo>
                  <a:lnTo>
                    <a:pt x="1429" y="2128"/>
                  </a:lnTo>
                  <a:lnTo>
                    <a:pt x="1429" y="3556"/>
                  </a:lnTo>
                  <a:lnTo>
                    <a:pt x="2128" y="3556"/>
                  </a:lnTo>
                  <a:lnTo>
                    <a:pt x="2128" y="2128"/>
                  </a:lnTo>
                  <a:lnTo>
                    <a:pt x="3557" y="2128"/>
                  </a:lnTo>
                  <a:lnTo>
                    <a:pt x="355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2"/>
            <p:cNvSpPr/>
            <p:nvPr/>
          </p:nvSpPr>
          <p:spPr>
            <a:xfrm>
              <a:off x="2285000" y="1843800"/>
              <a:ext cx="88950" cy="88925"/>
            </a:xfrm>
            <a:custGeom>
              <a:rect b="b" l="l" r="r" t="t"/>
              <a:pathLst>
                <a:path extrusionOk="0" h="3557" w="3558">
                  <a:moveTo>
                    <a:pt x="1429" y="0"/>
                  </a:moveTo>
                  <a:lnTo>
                    <a:pt x="1429" y="1429"/>
                  </a:lnTo>
                  <a:lnTo>
                    <a:pt x="1" y="1429"/>
                  </a:lnTo>
                  <a:lnTo>
                    <a:pt x="1" y="2128"/>
                  </a:lnTo>
                  <a:lnTo>
                    <a:pt x="1429" y="2128"/>
                  </a:lnTo>
                  <a:lnTo>
                    <a:pt x="1429" y="3556"/>
                  </a:lnTo>
                  <a:lnTo>
                    <a:pt x="2129" y="3556"/>
                  </a:lnTo>
                  <a:lnTo>
                    <a:pt x="2129" y="2128"/>
                  </a:lnTo>
                  <a:lnTo>
                    <a:pt x="3557" y="2128"/>
                  </a:lnTo>
                  <a:lnTo>
                    <a:pt x="3557" y="1429"/>
                  </a:lnTo>
                  <a:lnTo>
                    <a:pt x="2129" y="1429"/>
                  </a:lnTo>
                  <a:lnTo>
                    <a:pt x="212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2"/>
            <p:cNvSpPr/>
            <p:nvPr/>
          </p:nvSpPr>
          <p:spPr>
            <a:xfrm>
              <a:off x="2429400" y="1843800"/>
              <a:ext cx="88925" cy="88925"/>
            </a:xfrm>
            <a:custGeom>
              <a:rect b="b" l="l" r="r" t="t"/>
              <a:pathLst>
                <a:path extrusionOk="0" h="3557" w="3557">
                  <a:moveTo>
                    <a:pt x="1398" y="0"/>
                  </a:moveTo>
                  <a:lnTo>
                    <a:pt x="1398" y="1429"/>
                  </a:lnTo>
                  <a:lnTo>
                    <a:pt x="0" y="1429"/>
                  </a:lnTo>
                  <a:lnTo>
                    <a:pt x="0" y="2128"/>
                  </a:lnTo>
                  <a:lnTo>
                    <a:pt x="1398" y="2128"/>
                  </a:lnTo>
                  <a:lnTo>
                    <a:pt x="1398" y="3556"/>
                  </a:lnTo>
                  <a:lnTo>
                    <a:pt x="2128" y="3556"/>
                  </a:lnTo>
                  <a:lnTo>
                    <a:pt x="2128" y="2128"/>
                  </a:lnTo>
                  <a:lnTo>
                    <a:pt x="3556" y="2128"/>
                  </a:lnTo>
                  <a:lnTo>
                    <a:pt x="3556"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2"/>
            <p:cNvSpPr/>
            <p:nvPr/>
          </p:nvSpPr>
          <p:spPr>
            <a:xfrm>
              <a:off x="2573000" y="1843800"/>
              <a:ext cx="89700" cy="88925"/>
            </a:xfrm>
            <a:custGeom>
              <a:rect b="b" l="l" r="r" t="t"/>
              <a:pathLst>
                <a:path extrusionOk="0" h="3557" w="3588">
                  <a:moveTo>
                    <a:pt x="1429" y="0"/>
                  </a:moveTo>
                  <a:lnTo>
                    <a:pt x="1429" y="1429"/>
                  </a:lnTo>
                  <a:lnTo>
                    <a:pt x="1" y="1429"/>
                  </a:lnTo>
                  <a:lnTo>
                    <a:pt x="1" y="2128"/>
                  </a:lnTo>
                  <a:lnTo>
                    <a:pt x="1429" y="2128"/>
                  </a:lnTo>
                  <a:lnTo>
                    <a:pt x="1429" y="3556"/>
                  </a:lnTo>
                  <a:lnTo>
                    <a:pt x="2159" y="3556"/>
                  </a:lnTo>
                  <a:lnTo>
                    <a:pt x="2159" y="2128"/>
                  </a:lnTo>
                  <a:lnTo>
                    <a:pt x="3588" y="2128"/>
                  </a:lnTo>
                  <a:lnTo>
                    <a:pt x="3588" y="1429"/>
                  </a:lnTo>
                  <a:lnTo>
                    <a:pt x="2159" y="1429"/>
                  </a:lnTo>
                  <a:lnTo>
                    <a:pt x="215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2"/>
            <p:cNvSpPr/>
            <p:nvPr/>
          </p:nvSpPr>
          <p:spPr>
            <a:xfrm>
              <a:off x="2717400" y="1843800"/>
              <a:ext cx="89675" cy="88925"/>
            </a:xfrm>
            <a:custGeom>
              <a:rect b="b" l="l" r="r" t="t"/>
              <a:pathLst>
                <a:path extrusionOk="0" h="3557" w="3587">
                  <a:moveTo>
                    <a:pt x="1429" y="0"/>
                  </a:moveTo>
                  <a:lnTo>
                    <a:pt x="1429" y="1429"/>
                  </a:lnTo>
                  <a:lnTo>
                    <a:pt x="0" y="1429"/>
                  </a:lnTo>
                  <a:lnTo>
                    <a:pt x="0" y="2128"/>
                  </a:lnTo>
                  <a:lnTo>
                    <a:pt x="1429" y="2128"/>
                  </a:lnTo>
                  <a:lnTo>
                    <a:pt x="1429" y="3556"/>
                  </a:lnTo>
                  <a:lnTo>
                    <a:pt x="2158" y="3556"/>
                  </a:lnTo>
                  <a:lnTo>
                    <a:pt x="2158" y="2128"/>
                  </a:lnTo>
                  <a:lnTo>
                    <a:pt x="3587" y="2128"/>
                  </a:lnTo>
                  <a:lnTo>
                    <a:pt x="3587" y="1429"/>
                  </a:lnTo>
                  <a:lnTo>
                    <a:pt x="2158" y="1429"/>
                  </a:lnTo>
                  <a:lnTo>
                    <a:pt x="215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2"/>
            <p:cNvSpPr/>
            <p:nvPr/>
          </p:nvSpPr>
          <p:spPr>
            <a:xfrm>
              <a:off x="2861775" y="1843800"/>
              <a:ext cx="89675" cy="88925"/>
            </a:xfrm>
            <a:custGeom>
              <a:rect b="b" l="l" r="r" t="t"/>
              <a:pathLst>
                <a:path extrusionOk="0" h="3557" w="3587">
                  <a:moveTo>
                    <a:pt x="1429" y="0"/>
                  </a:moveTo>
                  <a:lnTo>
                    <a:pt x="1429" y="1429"/>
                  </a:lnTo>
                  <a:lnTo>
                    <a:pt x="0" y="1429"/>
                  </a:lnTo>
                  <a:lnTo>
                    <a:pt x="0" y="2128"/>
                  </a:lnTo>
                  <a:lnTo>
                    <a:pt x="1429" y="2128"/>
                  </a:lnTo>
                  <a:lnTo>
                    <a:pt x="1429" y="3556"/>
                  </a:lnTo>
                  <a:lnTo>
                    <a:pt x="2158" y="3556"/>
                  </a:lnTo>
                  <a:lnTo>
                    <a:pt x="2158" y="2128"/>
                  </a:lnTo>
                  <a:lnTo>
                    <a:pt x="3587" y="2128"/>
                  </a:lnTo>
                  <a:lnTo>
                    <a:pt x="3587" y="1429"/>
                  </a:lnTo>
                  <a:lnTo>
                    <a:pt x="2158" y="1429"/>
                  </a:lnTo>
                  <a:lnTo>
                    <a:pt x="215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2"/>
            <p:cNvSpPr/>
            <p:nvPr/>
          </p:nvSpPr>
          <p:spPr>
            <a:xfrm>
              <a:off x="3006150" y="1843800"/>
              <a:ext cx="89700" cy="88925"/>
            </a:xfrm>
            <a:custGeom>
              <a:rect b="b" l="l" r="r" t="t"/>
              <a:pathLst>
                <a:path extrusionOk="0" h="3557" w="3588">
                  <a:moveTo>
                    <a:pt x="1429" y="0"/>
                  </a:moveTo>
                  <a:lnTo>
                    <a:pt x="1429" y="1429"/>
                  </a:lnTo>
                  <a:lnTo>
                    <a:pt x="0" y="1429"/>
                  </a:lnTo>
                  <a:lnTo>
                    <a:pt x="0" y="2128"/>
                  </a:lnTo>
                  <a:lnTo>
                    <a:pt x="1429" y="2128"/>
                  </a:lnTo>
                  <a:lnTo>
                    <a:pt x="1429" y="3556"/>
                  </a:lnTo>
                  <a:lnTo>
                    <a:pt x="2128" y="3556"/>
                  </a:lnTo>
                  <a:lnTo>
                    <a:pt x="2128" y="2128"/>
                  </a:lnTo>
                  <a:lnTo>
                    <a:pt x="3587" y="2128"/>
                  </a:lnTo>
                  <a:lnTo>
                    <a:pt x="358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2"/>
            <p:cNvSpPr/>
            <p:nvPr/>
          </p:nvSpPr>
          <p:spPr>
            <a:xfrm>
              <a:off x="3150525" y="1843800"/>
              <a:ext cx="88925" cy="88925"/>
            </a:xfrm>
            <a:custGeom>
              <a:rect b="b" l="l" r="r" t="t"/>
              <a:pathLst>
                <a:path extrusionOk="0" h="3557" w="3557">
                  <a:moveTo>
                    <a:pt x="1429" y="0"/>
                  </a:moveTo>
                  <a:lnTo>
                    <a:pt x="1429" y="1429"/>
                  </a:lnTo>
                  <a:lnTo>
                    <a:pt x="1" y="1429"/>
                  </a:lnTo>
                  <a:lnTo>
                    <a:pt x="1" y="2128"/>
                  </a:lnTo>
                  <a:lnTo>
                    <a:pt x="1429" y="2128"/>
                  </a:lnTo>
                  <a:lnTo>
                    <a:pt x="1429" y="3556"/>
                  </a:lnTo>
                  <a:lnTo>
                    <a:pt x="2159" y="3556"/>
                  </a:lnTo>
                  <a:lnTo>
                    <a:pt x="2159" y="2128"/>
                  </a:lnTo>
                  <a:lnTo>
                    <a:pt x="3557" y="2128"/>
                  </a:lnTo>
                  <a:lnTo>
                    <a:pt x="3557" y="1429"/>
                  </a:lnTo>
                  <a:lnTo>
                    <a:pt x="2159" y="1429"/>
                  </a:lnTo>
                  <a:lnTo>
                    <a:pt x="215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2"/>
            <p:cNvSpPr/>
            <p:nvPr/>
          </p:nvSpPr>
          <p:spPr>
            <a:xfrm>
              <a:off x="1996250" y="1989700"/>
              <a:ext cx="88925" cy="88925"/>
            </a:xfrm>
            <a:custGeom>
              <a:rect b="b" l="l" r="r" t="t"/>
              <a:pathLst>
                <a:path extrusionOk="0" h="3557" w="3557">
                  <a:moveTo>
                    <a:pt x="1429" y="0"/>
                  </a:moveTo>
                  <a:lnTo>
                    <a:pt x="1429" y="1429"/>
                  </a:lnTo>
                  <a:lnTo>
                    <a:pt x="1" y="1429"/>
                  </a:lnTo>
                  <a:lnTo>
                    <a:pt x="1" y="2128"/>
                  </a:lnTo>
                  <a:lnTo>
                    <a:pt x="1429" y="2128"/>
                  </a:lnTo>
                  <a:lnTo>
                    <a:pt x="1429" y="3556"/>
                  </a:lnTo>
                  <a:lnTo>
                    <a:pt x="2128" y="3556"/>
                  </a:lnTo>
                  <a:lnTo>
                    <a:pt x="2128" y="2128"/>
                  </a:lnTo>
                  <a:lnTo>
                    <a:pt x="3557" y="2128"/>
                  </a:lnTo>
                  <a:lnTo>
                    <a:pt x="355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2"/>
            <p:cNvSpPr/>
            <p:nvPr/>
          </p:nvSpPr>
          <p:spPr>
            <a:xfrm>
              <a:off x="2140625" y="1989700"/>
              <a:ext cx="88925" cy="88925"/>
            </a:xfrm>
            <a:custGeom>
              <a:rect b="b" l="l" r="r" t="t"/>
              <a:pathLst>
                <a:path extrusionOk="0" h="3557" w="3557">
                  <a:moveTo>
                    <a:pt x="1429" y="0"/>
                  </a:moveTo>
                  <a:lnTo>
                    <a:pt x="1429" y="1429"/>
                  </a:lnTo>
                  <a:lnTo>
                    <a:pt x="1" y="1429"/>
                  </a:lnTo>
                  <a:lnTo>
                    <a:pt x="1" y="2128"/>
                  </a:lnTo>
                  <a:lnTo>
                    <a:pt x="1429" y="2128"/>
                  </a:lnTo>
                  <a:lnTo>
                    <a:pt x="1429" y="3556"/>
                  </a:lnTo>
                  <a:lnTo>
                    <a:pt x="2128" y="3556"/>
                  </a:lnTo>
                  <a:lnTo>
                    <a:pt x="2128" y="2128"/>
                  </a:lnTo>
                  <a:lnTo>
                    <a:pt x="3557" y="2128"/>
                  </a:lnTo>
                  <a:lnTo>
                    <a:pt x="355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2"/>
            <p:cNvSpPr/>
            <p:nvPr/>
          </p:nvSpPr>
          <p:spPr>
            <a:xfrm>
              <a:off x="2285000" y="1989700"/>
              <a:ext cx="88950" cy="88925"/>
            </a:xfrm>
            <a:custGeom>
              <a:rect b="b" l="l" r="r" t="t"/>
              <a:pathLst>
                <a:path extrusionOk="0" h="3557" w="3558">
                  <a:moveTo>
                    <a:pt x="1429" y="0"/>
                  </a:moveTo>
                  <a:lnTo>
                    <a:pt x="1429" y="1429"/>
                  </a:lnTo>
                  <a:lnTo>
                    <a:pt x="1" y="1429"/>
                  </a:lnTo>
                  <a:lnTo>
                    <a:pt x="1" y="2128"/>
                  </a:lnTo>
                  <a:lnTo>
                    <a:pt x="1429" y="2128"/>
                  </a:lnTo>
                  <a:lnTo>
                    <a:pt x="1429" y="3556"/>
                  </a:lnTo>
                  <a:lnTo>
                    <a:pt x="2129" y="3556"/>
                  </a:lnTo>
                  <a:lnTo>
                    <a:pt x="2129" y="2128"/>
                  </a:lnTo>
                  <a:lnTo>
                    <a:pt x="3557" y="2128"/>
                  </a:lnTo>
                  <a:lnTo>
                    <a:pt x="3557" y="1429"/>
                  </a:lnTo>
                  <a:lnTo>
                    <a:pt x="2129" y="1429"/>
                  </a:lnTo>
                  <a:lnTo>
                    <a:pt x="212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2"/>
            <p:cNvSpPr/>
            <p:nvPr/>
          </p:nvSpPr>
          <p:spPr>
            <a:xfrm>
              <a:off x="2429400" y="1989700"/>
              <a:ext cx="88925" cy="88925"/>
            </a:xfrm>
            <a:custGeom>
              <a:rect b="b" l="l" r="r" t="t"/>
              <a:pathLst>
                <a:path extrusionOk="0" h="3557" w="3557">
                  <a:moveTo>
                    <a:pt x="1398" y="0"/>
                  </a:moveTo>
                  <a:lnTo>
                    <a:pt x="1398" y="1429"/>
                  </a:lnTo>
                  <a:lnTo>
                    <a:pt x="0" y="1429"/>
                  </a:lnTo>
                  <a:lnTo>
                    <a:pt x="0" y="2128"/>
                  </a:lnTo>
                  <a:lnTo>
                    <a:pt x="1398" y="2128"/>
                  </a:lnTo>
                  <a:lnTo>
                    <a:pt x="1398" y="3556"/>
                  </a:lnTo>
                  <a:lnTo>
                    <a:pt x="2128" y="3556"/>
                  </a:lnTo>
                  <a:lnTo>
                    <a:pt x="2128" y="2128"/>
                  </a:lnTo>
                  <a:lnTo>
                    <a:pt x="3556" y="2128"/>
                  </a:lnTo>
                  <a:lnTo>
                    <a:pt x="3556"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2"/>
            <p:cNvSpPr/>
            <p:nvPr/>
          </p:nvSpPr>
          <p:spPr>
            <a:xfrm>
              <a:off x="2573000" y="1989700"/>
              <a:ext cx="89700" cy="88925"/>
            </a:xfrm>
            <a:custGeom>
              <a:rect b="b" l="l" r="r" t="t"/>
              <a:pathLst>
                <a:path extrusionOk="0" h="3557" w="3588">
                  <a:moveTo>
                    <a:pt x="1429" y="0"/>
                  </a:moveTo>
                  <a:lnTo>
                    <a:pt x="1429" y="1429"/>
                  </a:lnTo>
                  <a:lnTo>
                    <a:pt x="1" y="1429"/>
                  </a:lnTo>
                  <a:lnTo>
                    <a:pt x="1" y="2128"/>
                  </a:lnTo>
                  <a:lnTo>
                    <a:pt x="1429" y="2128"/>
                  </a:lnTo>
                  <a:lnTo>
                    <a:pt x="1429" y="3556"/>
                  </a:lnTo>
                  <a:lnTo>
                    <a:pt x="2159" y="3556"/>
                  </a:lnTo>
                  <a:lnTo>
                    <a:pt x="2159" y="2128"/>
                  </a:lnTo>
                  <a:lnTo>
                    <a:pt x="3588" y="2128"/>
                  </a:lnTo>
                  <a:lnTo>
                    <a:pt x="3588" y="1429"/>
                  </a:lnTo>
                  <a:lnTo>
                    <a:pt x="2159" y="1429"/>
                  </a:lnTo>
                  <a:lnTo>
                    <a:pt x="215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2"/>
            <p:cNvSpPr/>
            <p:nvPr/>
          </p:nvSpPr>
          <p:spPr>
            <a:xfrm>
              <a:off x="2717400" y="1989700"/>
              <a:ext cx="89675" cy="88925"/>
            </a:xfrm>
            <a:custGeom>
              <a:rect b="b" l="l" r="r" t="t"/>
              <a:pathLst>
                <a:path extrusionOk="0" h="3557" w="3587">
                  <a:moveTo>
                    <a:pt x="1429" y="0"/>
                  </a:moveTo>
                  <a:lnTo>
                    <a:pt x="1429" y="1429"/>
                  </a:lnTo>
                  <a:lnTo>
                    <a:pt x="0" y="1429"/>
                  </a:lnTo>
                  <a:lnTo>
                    <a:pt x="0" y="2128"/>
                  </a:lnTo>
                  <a:lnTo>
                    <a:pt x="1429" y="2128"/>
                  </a:lnTo>
                  <a:lnTo>
                    <a:pt x="1429" y="3556"/>
                  </a:lnTo>
                  <a:lnTo>
                    <a:pt x="2158" y="3556"/>
                  </a:lnTo>
                  <a:lnTo>
                    <a:pt x="2158" y="2128"/>
                  </a:lnTo>
                  <a:lnTo>
                    <a:pt x="3587" y="2128"/>
                  </a:lnTo>
                  <a:lnTo>
                    <a:pt x="3587" y="1429"/>
                  </a:lnTo>
                  <a:lnTo>
                    <a:pt x="2158" y="1429"/>
                  </a:lnTo>
                  <a:lnTo>
                    <a:pt x="215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2"/>
            <p:cNvSpPr/>
            <p:nvPr/>
          </p:nvSpPr>
          <p:spPr>
            <a:xfrm>
              <a:off x="2861775" y="1989700"/>
              <a:ext cx="89675" cy="88925"/>
            </a:xfrm>
            <a:custGeom>
              <a:rect b="b" l="l" r="r" t="t"/>
              <a:pathLst>
                <a:path extrusionOk="0" h="3557" w="3587">
                  <a:moveTo>
                    <a:pt x="1429" y="0"/>
                  </a:moveTo>
                  <a:lnTo>
                    <a:pt x="1429" y="1429"/>
                  </a:lnTo>
                  <a:lnTo>
                    <a:pt x="0" y="1429"/>
                  </a:lnTo>
                  <a:lnTo>
                    <a:pt x="0" y="2128"/>
                  </a:lnTo>
                  <a:lnTo>
                    <a:pt x="1429" y="2128"/>
                  </a:lnTo>
                  <a:lnTo>
                    <a:pt x="1429" y="3556"/>
                  </a:lnTo>
                  <a:lnTo>
                    <a:pt x="2158" y="3556"/>
                  </a:lnTo>
                  <a:lnTo>
                    <a:pt x="2158" y="2128"/>
                  </a:lnTo>
                  <a:lnTo>
                    <a:pt x="3587" y="2128"/>
                  </a:lnTo>
                  <a:lnTo>
                    <a:pt x="3587" y="1429"/>
                  </a:lnTo>
                  <a:lnTo>
                    <a:pt x="2158" y="1429"/>
                  </a:lnTo>
                  <a:lnTo>
                    <a:pt x="215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2"/>
            <p:cNvSpPr/>
            <p:nvPr/>
          </p:nvSpPr>
          <p:spPr>
            <a:xfrm>
              <a:off x="3006150" y="1989700"/>
              <a:ext cx="89700" cy="88925"/>
            </a:xfrm>
            <a:custGeom>
              <a:rect b="b" l="l" r="r" t="t"/>
              <a:pathLst>
                <a:path extrusionOk="0" h="3557" w="3588">
                  <a:moveTo>
                    <a:pt x="1429" y="0"/>
                  </a:moveTo>
                  <a:lnTo>
                    <a:pt x="1429" y="1429"/>
                  </a:lnTo>
                  <a:lnTo>
                    <a:pt x="0" y="1429"/>
                  </a:lnTo>
                  <a:lnTo>
                    <a:pt x="0" y="2128"/>
                  </a:lnTo>
                  <a:lnTo>
                    <a:pt x="1429" y="2128"/>
                  </a:lnTo>
                  <a:lnTo>
                    <a:pt x="1429" y="3556"/>
                  </a:lnTo>
                  <a:lnTo>
                    <a:pt x="2128" y="3556"/>
                  </a:lnTo>
                  <a:lnTo>
                    <a:pt x="2128" y="2128"/>
                  </a:lnTo>
                  <a:lnTo>
                    <a:pt x="3587" y="2128"/>
                  </a:lnTo>
                  <a:lnTo>
                    <a:pt x="358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2"/>
            <p:cNvSpPr/>
            <p:nvPr/>
          </p:nvSpPr>
          <p:spPr>
            <a:xfrm>
              <a:off x="3150525" y="1989700"/>
              <a:ext cx="88925" cy="88925"/>
            </a:xfrm>
            <a:custGeom>
              <a:rect b="b" l="l" r="r" t="t"/>
              <a:pathLst>
                <a:path extrusionOk="0" h="3557" w="3557">
                  <a:moveTo>
                    <a:pt x="1429" y="0"/>
                  </a:moveTo>
                  <a:lnTo>
                    <a:pt x="1429" y="1429"/>
                  </a:lnTo>
                  <a:lnTo>
                    <a:pt x="1" y="1429"/>
                  </a:lnTo>
                  <a:lnTo>
                    <a:pt x="1" y="2128"/>
                  </a:lnTo>
                  <a:lnTo>
                    <a:pt x="1429" y="2128"/>
                  </a:lnTo>
                  <a:lnTo>
                    <a:pt x="1429" y="3556"/>
                  </a:lnTo>
                  <a:lnTo>
                    <a:pt x="2159" y="3556"/>
                  </a:lnTo>
                  <a:lnTo>
                    <a:pt x="2159" y="2128"/>
                  </a:lnTo>
                  <a:lnTo>
                    <a:pt x="3557" y="2128"/>
                  </a:lnTo>
                  <a:lnTo>
                    <a:pt x="3557" y="1429"/>
                  </a:lnTo>
                  <a:lnTo>
                    <a:pt x="2159" y="1429"/>
                  </a:lnTo>
                  <a:lnTo>
                    <a:pt x="215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2"/>
            <p:cNvSpPr/>
            <p:nvPr/>
          </p:nvSpPr>
          <p:spPr>
            <a:xfrm>
              <a:off x="1996250" y="2135600"/>
              <a:ext cx="88925" cy="88925"/>
            </a:xfrm>
            <a:custGeom>
              <a:rect b="b" l="l" r="r" t="t"/>
              <a:pathLst>
                <a:path extrusionOk="0" h="3557" w="3557">
                  <a:moveTo>
                    <a:pt x="1429" y="0"/>
                  </a:moveTo>
                  <a:lnTo>
                    <a:pt x="1429" y="1429"/>
                  </a:lnTo>
                  <a:lnTo>
                    <a:pt x="1" y="1429"/>
                  </a:lnTo>
                  <a:lnTo>
                    <a:pt x="1" y="2128"/>
                  </a:lnTo>
                  <a:lnTo>
                    <a:pt x="1429" y="2128"/>
                  </a:lnTo>
                  <a:lnTo>
                    <a:pt x="1429" y="3556"/>
                  </a:lnTo>
                  <a:lnTo>
                    <a:pt x="2128" y="3556"/>
                  </a:lnTo>
                  <a:lnTo>
                    <a:pt x="2128" y="2128"/>
                  </a:lnTo>
                  <a:lnTo>
                    <a:pt x="3557" y="2128"/>
                  </a:lnTo>
                  <a:lnTo>
                    <a:pt x="355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2"/>
            <p:cNvSpPr/>
            <p:nvPr/>
          </p:nvSpPr>
          <p:spPr>
            <a:xfrm>
              <a:off x="2140625" y="2135600"/>
              <a:ext cx="88925" cy="88925"/>
            </a:xfrm>
            <a:custGeom>
              <a:rect b="b" l="l" r="r" t="t"/>
              <a:pathLst>
                <a:path extrusionOk="0" h="3557" w="3557">
                  <a:moveTo>
                    <a:pt x="1429" y="0"/>
                  </a:moveTo>
                  <a:lnTo>
                    <a:pt x="1429" y="1429"/>
                  </a:lnTo>
                  <a:lnTo>
                    <a:pt x="1" y="1429"/>
                  </a:lnTo>
                  <a:lnTo>
                    <a:pt x="1" y="2128"/>
                  </a:lnTo>
                  <a:lnTo>
                    <a:pt x="1429" y="2128"/>
                  </a:lnTo>
                  <a:lnTo>
                    <a:pt x="1429" y="3556"/>
                  </a:lnTo>
                  <a:lnTo>
                    <a:pt x="2128" y="3556"/>
                  </a:lnTo>
                  <a:lnTo>
                    <a:pt x="2128" y="2128"/>
                  </a:lnTo>
                  <a:lnTo>
                    <a:pt x="3557" y="2128"/>
                  </a:lnTo>
                  <a:lnTo>
                    <a:pt x="355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2"/>
            <p:cNvSpPr/>
            <p:nvPr/>
          </p:nvSpPr>
          <p:spPr>
            <a:xfrm>
              <a:off x="2285000" y="2135600"/>
              <a:ext cx="88950" cy="88925"/>
            </a:xfrm>
            <a:custGeom>
              <a:rect b="b" l="l" r="r" t="t"/>
              <a:pathLst>
                <a:path extrusionOk="0" h="3557" w="3558">
                  <a:moveTo>
                    <a:pt x="1429" y="0"/>
                  </a:moveTo>
                  <a:lnTo>
                    <a:pt x="1429" y="1429"/>
                  </a:lnTo>
                  <a:lnTo>
                    <a:pt x="1" y="1429"/>
                  </a:lnTo>
                  <a:lnTo>
                    <a:pt x="1" y="2128"/>
                  </a:lnTo>
                  <a:lnTo>
                    <a:pt x="1429" y="2128"/>
                  </a:lnTo>
                  <a:lnTo>
                    <a:pt x="1429" y="3556"/>
                  </a:lnTo>
                  <a:lnTo>
                    <a:pt x="2129" y="3556"/>
                  </a:lnTo>
                  <a:lnTo>
                    <a:pt x="2129" y="2128"/>
                  </a:lnTo>
                  <a:lnTo>
                    <a:pt x="3557" y="2128"/>
                  </a:lnTo>
                  <a:lnTo>
                    <a:pt x="3557" y="1429"/>
                  </a:lnTo>
                  <a:lnTo>
                    <a:pt x="2129" y="1429"/>
                  </a:lnTo>
                  <a:lnTo>
                    <a:pt x="212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2"/>
            <p:cNvSpPr/>
            <p:nvPr/>
          </p:nvSpPr>
          <p:spPr>
            <a:xfrm>
              <a:off x="2429400" y="2135600"/>
              <a:ext cx="88925" cy="88925"/>
            </a:xfrm>
            <a:custGeom>
              <a:rect b="b" l="l" r="r" t="t"/>
              <a:pathLst>
                <a:path extrusionOk="0" h="3557" w="3557">
                  <a:moveTo>
                    <a:pt x="1398" y="0"/>
                  </a:moveTo>
                  <a:lnTo>
                    <a:pt x="1398" y="1429"/>
                  </a:lnTo>
                  <a:lnTo>
                    <a:pt x="0" y="1429"/>
                  </a:lnTo>
                  <a:lnTo>
                    <a:pt x="0" y="2128"/>
                  </a:lnTo>
                  <a:lnTo>
                    <a:pt x="1398" y="2128"/>
                  </a:lnTo>
                  <a:lnTo>
                    <a:pt x="1398" y="3556"/>
                  </a:lnTo>
                  <a:lnTo>
                    <a:pt x="2128" y="3556"/>
                  </a:lnTo>
                  <a:lnTo>
                    <a:pt x="2128" y="2128"/>
                  </a:lnTo>
                  <a:lnTo>
                    <a:pt x="3556" y="2128"/>
                  </a:lnTo>
                  <a:lnTo>
                    <a:pt x="3556"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2"/>
            <p:cNvSpPr/>
            <p:nvPr/>
          </p:nvSpPr>
          <p:spPr>
            <a:xfrm>
              <a:off x="2573000" y="2135600"/>
              <a:ext cx="89700" cy="88925"/>
            </a:xfrm>
            <a:custGeom>
              <a:rect b="b" l="l" r="r" t="t"/>
              <a:pathLst>
                <a:path extrusionOk="0" h="3557" w="3588">
                  <a:moveTo>
                    <a:pt x="1429" y="0"/>
                  </a:moveTo>
                  <a:lnTo>
                    <a:pt x="1429" y="1429"/>
                  </a:lnTo>
                  <a:lnTo>
                    <a:pt x="1" y="1429"/>
                  </a:lnTo>
                  <a:lnTo>
                    <a:pt x="1" y="2128"/>
                  </a:lnTo>
                  <a:lnTo>
                    <a:pt x="1429" y="2128"/>
                  </a:lnTo>
                  <a:lnTo>
                    <a:pt x="1429" y="3556"/>
                  </a:lnTo>
                  <a:lnTo>
                    <a:pt x="2159" y="3556"/>
                  </a:lnTo>
                  <a:lnTo>
                    <a:pt x="2159" y="2128"/>
                  </a:lnTo>
                  <a:lnTo>
                    <a:pt x="3588" y="2128"/>
                  </a:lnTo>
                  <a:lnTo>
                    <a:pt x="3588" y="1429"/>
                  </a:lnTo>
                  <a:lnTo>
                    <a:pt x="2159" y="1429"/>
                  </a:lnTo>
                  <a:lnTo>
                    <a:pt x="215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2"/>
            <p:cNvSpPr/>
            <p:nvPr/>
          </p:nvSpPr>
          <p:spPr>
            <a:xfrm>
              <a:off x="2717400" y="2135600"/>
              <a:ext cx="89675" cy="88925"/>
            </a:xfrm>
            <a:custGeom>
              <a:rect b="b" l="l" r="r" t="t"/>
              <a:pathLst>
                <a:path extrusionOk="0" h="3557" w="3587">
                  <a:moveTo>
                    <a:pt x="1429" y="0"/>
                  </a:moveTo>
                  <a:lnTo>
                    <a:pt x="1429" y="1429"/>
                  </a:lnTo>
                  <a:lnTo>
                    <a:pt x="0" y="1429"/>
                  </a:lnTo>
                  <a:lnTo>
                    <a:pt x="0" y="2128"/>
                  </a:lnTo>
                  <a:lnTo>
                    <a:pt x="1429" y="2128"/>
                  </a:lnTo>
                  <a:lnTo>
                    <a:pt x="1429" y="3556"/>
                  </a:lnTo>
                  <a:lnTo>
                    <a:pt x="2158" y="3556"/>
                  </a:lnTo>
                  <a:lnTo>
                    <a:pt x="2158" y="2128"/>
                  </a:lnTo>
                  <a:lnTo>
                    <a:pt x="3587" y="2128"/>
                  </a:lnTo>
                  <a:lnTo>
                    <a:pt x="3587" y="1429"/>
                  </a:lnTo>
                  <a:lnTo>
                    <a:pt x="2158" y="1429"/>
                  </a:lnTo>
                  <a:lnTo>
                    <a:pt x="215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2"/>
            <p:cNvSpPr/>
            <p:nvPr/>
          </p:nvSpPr>
          <p:spPr>
            <a:xfrm>
              <a:off x="2861775" y="2135600"/>
              <a:ext cx="89675" cy="88925"/>
            </a:xfrm>
            <a:custGeom>
              <a:rect b="b" l="l" r="r" t="t"/>
              <a:pathLst>
                <a:path extrusionOk="0" h="3557" w="3587">
                  <a:moveTo>
                    <a:pt x="1429" y="0"/>
                  </a:moveTo>
                  <a:lnTo>
                    <a:pt x="1429" y="1429"/>
                  </a:lnTo>
                  <a:lnTo>
                    <a:pt x="0" y="1429"/>
                  </a:lnTo>
                  <a:lnTo>
                    <a:pt x="0" y="2128"/>
                  </a:lnTo>
                  <a:lnTo>
                    <a:pt x="1429" y="2128"/>
                  </a:lnTo>
                  <a:lnTo>
                    <a:pt x="1429" y="3556"/>
                  </a:lnTo>
                  <a:lnTo>
                    <a:pt x="2158" y="3556"/>
                  </a:lnTo>
                  <a:lnTo>
                    <a:pt x="2158" y="2128"/>
                  </a:lnTo>
                  <a:lnTo>
                    <a:pt x="3587" y="2128"/>
                  </a:lnTo>
                  <a:lnTo>
                    <a:pt x="3587" y="1429"/>
                  </a:lnTo>
                  <a:lnTo>
                    <a:pt x="2158" y="1429"/>
                  </a:lnTo>
                  <a:lnTo>
                    <a:pt x="215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2"/>
            <p:cNvSpPr/>
            <p:nvPr/>
          </p:nvSpPr>
          <p:spPr>
            <a:xfrm>
              <a:off x="3006150" y="2135600"/>
              <a:ext cx="89700" cy="88925"/>
            </a:xfrm>
            <a:custGeom>
              <a:rect b="b" l="l" r="r" t="t"/>
              <a:pathLst>
                <a:path extrusionOk="0" h="3557" w="3588">
                  <a:moveTo>
                    <a:pt x="1429" y="0"/>
                  </a:moveTo>
                  <a:lnTo>
                    <a:pt x="1429" y="1429"/>
                  </a:lnTo>
                  <a:lnTo>
                    <a:pt x="0" y="1429"/>
                  </a:lnTo>
                  <a:lnTo>
                    <a:pt x="0" y="2128"/>
                  </a:lnTo>
                  <a:lnTo>
                    <a:pt x="1429" y="2128"/>
                  </a:lnTo>
                  <a:lnTo>
                    <a:pt x="1429" y="3556"/>
                  </a:lnTo>
                  <a:lnTo>
                    <a:pt x="2128" y="3556"/>
                  </a:lnTo>
                  <a:lnTo>
                    <a:pt x="2128" y="2128"/>
                  </a:lnTo>
                  <a:lnTo>
                    <a:pt x="3587" y="2128"/>
                  </a:lnTo>
                  <a:lnTo>
                    <a:pt x="358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2"/>
            <p:cNvSpPr/>
            <p:nvPr/>
          </p:nvSpPr>
          <p:spPr>
            <a:xfrm>
              <a:off x="3150525" y="2135600"/>
              <a:ext cx="88925" cy="88925"/>
            </a:xfrm>
            <a:custGeom>
              <a:rect b="b" l="l" r="r" t="t"/>
              <a:pathLst>
                <a:path extrusionOk="0" h="3557" w="3557">
                  <a:moveTo>
                    <a:pt x="1429" y="0"/>
                  </a:moveTo>
                  <a:lnTo>
                    <a:pt x="1429" y="1429"/>
                  </a:lnTo>
                  <a:lnTo>
                    <a:pt x="1" y="1429"/>
                  </a:lnTo>
                  <a:lnTo>
                    <a:pt x="1" y="2128"/>
                  </a:lnTo>
                  <a:lnTo>
                    <a:pt x="1429" y="2128"/>
                  </a:lnTo>
                  <a:lnTo>
                    <a:pt x="1429" y="3556"/>
                  </a:lnTo>
                  <a:lnTo>
                    <a:pt x="2159" y="3556"/>
                  </a:lnTo>
                  <a:lnTo>
                    <a:pt x="2159" y="2128"/>
                  </a:lnTo>
                  <a:lnTo>
                    <a:pt x="3557" y="2128"/>
                  </a:lnTo>
                  <a:lnTo>
                    <a:pt x="3557" y="1429"/>
                  </a:lnTo>
                  <a:lnTo>
                    <a:pt x="2159" y="1429"/>
                  </a:lnTo>
                  <a:lnTo>
                    <a:pt x="215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2"/>
            <p:cNvSpPr/>
            <p:nvPr/>
          </p:nvSpPr>
          <p:spPr>
            <a:xfrm>
              <a:off x="1996250" y="2281500"/>
              <a:ext cx="88925" cy="88925"/>
            </a:xfrm>
            <a:custGeom>
              <a:rect b="b" l="l" r="r" t="t"/>
              <a:pathLst>
                <a:path extrusionOk="0" h="3557" w="3557">
                  <a:moveTo>
                    <a:pt x="1429" y="0"/>
                  </a:moveTo>
                  <a:lnTo>
                    <a:pt x="1429" y="1429"/>
                  </a:lnTo>
                  <a:lnTo>
                    <a:pt x="1" y="1429"/>
                  </a:lnTo>
                  <a:lnTo>
                    <a:pt x="1" y="2128"/>
                  </a:lnTo>
                  <a:lnTo>
                    <a:pt x="1429" y="2128"/>
                  </a:lnTo>
                  <a:lnTo>
                    <a:pt x="1429" y="3556"/>
                  </a:lnTo>
                  <a:lnTo>
                    <a:pt x="2128" y="3556"/>
                  </a:lnTo>
                  <a:lnTo>
                    <a:pt x="2128" y="2128"/>
                  </a:lnTo>
                  <a:lnTo>
                    <a:pt x="3557" y="2128"/>
                  </a:lnTo>
                  <a:lnTo>
                    <a:pt x="355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2"/>
            <p:cNvSpPr/>
            <p:nvPr/>
          </p:nvSpPr>
          <p:spPr>
            <a:xfrm>
              <a:off x="2140625" y="2281500"/>
              <a:ext cx="88925" cy="88925"/>
            </a:xfrm>
            <a:custGeom>
              <a:rect b="b" l="l" r="r" t="t"/>
              <a:pathLst>
                <a:path extrusionOk="0" h="3557" w="3557">
                  <a:moveTo>
                    <a:pt x="1429" y="0"/>
                  </a:moveTo>
                  <a:lnTo>
                    <a:pt x="1429" y="1429"/>
                  </a:lnTo>
                  <a:lnTo>
                    <a:pt x="1" y="1429"/>
                  </a:lnTo>
                  <a:lnTo>
                    <a:pt x="1" y="2128"/>
                  </a:lnTo>
                  <a:lnTo>
                    <a:pt x="1429" y="2128"/>
                  </a:lnTo>
                  <a:lnTo>
                    <a:pt x="1429" y="3556"/>
                  </a:lnTo>
                  <a:lnTo>
                    <a:pt x="2128" y="3556"/>
                  </a:lnTo>
                  <a:lnTo>
                    <a:pt x="2128" y="2128"/>
                  </a:lnTo>
                  <a:lnTo>
                    <a:pt x="3557" y="2128"/>
                  </a:lnTo>
                  <a:lnTo>
                    <a:pt x="355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2"/>
            <p:cNvSpPr/>
            <p:nvPr/>
          </p:nvSpPr>
          <p:spPr>
            <a:xfrm>
              <a:off x="2285000" y="2281500"/>
              <a:ext cx="88950" cy="88925"/>
            </a:xfrm>
            <a:custGeom>
              <a:rect b="b" l="l" r="r" t="t"/>
              <a:pathLst>
                <a:path extrusionOk="0" h="3557" w="3558">
                  <a:moveTo>
                    <a:pt x="1429" y="0"/>
                  </a:moveTo>
                  <a:lnTo>
                    <a:pt x="1429" y="1429"/>
                  </a:lnTo>
                  <a:lnTo>
                    <a:pt x="1" y="1429"/>
                  </a:lnTo>
                  <a:lnTo>
                    <a:pt x="1" y="2128"/>
                  </a:lnTo>
                  <a:lnTo>
                    <a:pt x="1429" y="2128"/>
                  </a:lnTo>
                  <a:lnTo>
                    <a:pt x="1429" y="3556"/>
                  </a:lnTo>
                  <a:lnTo>
                    <a:pt x="2129" y="3556"/>
                  </a:lnTo>
                  <a:lnTo>
                    <a:pt x="2129" y="2128"/>
                  </a:lnTo>
                  <a:lnTo>
                    <a:pt x="3557" y="2128"/>
                  </a:lnTo>
                  <a:lnTo>
                    <a:pt x="3557" y="1429"/>
                  </a:lnTo>
                  <a:lnTo>
                    <a:pt x="2129" y="1429"/>
                  </a:lnTo>
                  <a:lnTo>
                    <a:pt x="212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2"/>
            <p:cNvSpPr/>
            <p:nvPr/>
          </p:nvSpPr>
          <p:spPr>
            <a:xfrm>
              <a:off x="2429400" y="2281500"/>
              <a:ext cx="88925" cy="88925"/>
            </a:xfrm>
            <a:custGeom>
              <a:rect b="b" l="l" r="r" t="t"/>
              <a:pathLst>
                <a:path extrusionOk="0" h="3557" w="3557">
                  <a:moveTo>
                    <a:pt x="1398" y="0"/>
                  </a:moveTo>
                  <a:lnTo>
                    <a:pt x="1398" y="1429"/>
                  </a:lnTo>
                  <a:lnTo>
                    <a:pt x="0" y="1429"/>
                  </a:lnTo>
                  <a:lnTo>
                    <a:pt x="0" y="2128"/>
                  </a:lnTo>
                  <a:lnTo>
                    <a:pt x="1398" y="2128"/>
                  </a:lnTo>
                  <a:lnTo>
                    <a:pt x="1398" y="3556"/>
                  </a:lnTo>
                  <a:lnTo>
                    <a:pt x="2128" y="3556"/>
                  </a:lnTo>
                  <a:lnTo>
                    <a:pt x="2128" y="2128"/>
                  </a:lnTo>
                  <a:lnTo>
                    <a:pt x="3556" y="2128"/>
                  </a:lnTo>
                  <a:lnTo>
                    <a:pt x="3556"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2"/>
            <p:cNvSpPr/>
            <p:nvPr/>
          </p:nvSpPr>
          <p:spPr>
            <a:xfrm>
              <a:off x="2573000" y="2281500"/>
              <a:ext cx="89700" cy="88925"/>
            </a:xfrm>
            <a:custGeom>
              <a:rect b="b" l="l" r="r" t="t"/>
              <a:pathLst>
                <a:path extrusionOk="0" h="3557" w="3588">
                  <a:moveTo>
                    <a:pt x="1429" y="0"/>
                  </a:moveTo>
                  <a:lnTo>
                    <a:pt x="1429" y="1429"/>
                  </a:lnTo>
                  <a:lnTo>
                    <a:pt x="1" y="1429"/>
                  </a:lnTo>
                  <a:lnTo>
                    <a:pt x="1" y="2128"/>
                  </a:lnTo>
                  <a:lnTo>
                    <a:pt x="1429" y="2128"/>
                  </a:lnTo>
                  <a:lnTo>
                    <a:pt x="1429" y="3556"/>
                  </a:lnTo>
                  <a:lnTo>
                    <a:pt x="2159" y="3556"/>
                  </a:lnTo>
                  <a:lnTo>
                    <a:pt x="2159" y="2128"/>
                  </a:lnTo>
                  <a:lnTo>
                    <a:pt x="3588" y="2128"/>
                  </a:lnTo>
                  <a:lnTo>
                    <a:pt x="3588" y="1429"/>
                  </a:lnTo>
                  <a:lnTo>
                    <a:pt x="2159" y="1429"/>
                  </a:lnTo>
                  <a:lnTo>
                    <a:pt x="215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2"/>
            <p:cNvSpPr/>
            <p:nvPr/>
          </p:nvSpPr>
          <p:spPr>
            <a:xfrm>
              <a:off x="2717400" y="2281500"/>
              <a:ext cx="89675" cy="88925"/>
            </a:xfrm>
            <a:custGeom>
              <a:rect b="b" l="l" r="r" t="t"/>
              <a:pathLst>
                <a:path extrusionOk="0" h="3557" w="3587">
                  <a:moveTo>
                    <a:pt x="1429" y="0"/>
                  </a:moveTo>
                  <a:lnTo>
                    <a:pt x="1429" y="1429"/>
                  </a:lnTo>
                  <a:lnTo>
                    <a:pt x="0" y="1429"/>
                  </a:lnTo>
                  <a:lnTo>
                    <a:pt x="0" y="2128"/>
                  </a:lnTo>
                  <a:lnTo>
                    <a:pt x="1429" y="2128"/>
                  </a:lnTo>
                  <a:lnTo>
                    <a:pt x="1429" y="3556"/>
                  </a:lnTo>
                  <a:lnTo>
                    <a:pt x="2158" y="3556"/>
                  </a:lnTo>
                  <a:lnTo>
                    <a:pt x="2158" y="2128"/>
                  </a:lnTo>
                  <a:lnTo>
                    <a:pt x="3587" y="2128"/>
                  </a:lnTo>
                  <a:lnTo>
                    <a:pt x="3587" y="1429"/>
                  </a:lnTo>
                  <a:lnTo>
                    <a:pt x="2158" y="1429"/>
                  </a:lnTo>
                  <a:lnTo>
                    <a:pt x="215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2"/>
            <p:cNvSpPr/>
            <p:nvPr/>
          </p:nvSpPr>
          <p:spPr>
            <a:xfrm>
              <a:off x="2861775" y="2281500"/>
              <a:ext cx="89675" cy="88925"/>
            </a:xfrm>
            <a:custGeom>
              <a:rect b="b" l="l" r="r" t="t"/>
              <a:pathLst>
                <a:path extrusionOk="0" h="3557" w="3587">
                  <a:moveTo>
                    <a:pt x="1429" y="0"/>
                  </a:moveTo>
                  <a:lnTo>
                    <a:pt x="1429" y="1429"/>
                  </a:lnTo>
                  <a:lnTo>
                    <a:pt x="0" y="1429"/>
                  </a:lnTo>
                  <a:lnTo>
                    <a:pt x="0" y="2128"/>
                  </a:lnTo>
                  <a:lnTo>
                    <a:pt x="1429" y="2128"/>
                  </a:lnTo>
                  <a:lnTo>
                    <a:pt x="1429" y="3556"/>
                  </a:lnTo>
                  <a:lnTo>
                    <a:pt x="2158" y="3556"/>
                  </a:lnTo>
                  <a:lnTo>
                    <a:pt x="2158" y="2128"/>
                  </a:lnTo>
                  <a:lnTo>
                    <a:pt x="3587" y="2128"/>
                  </a:lnTo>
                  <a:lnTo>
                    <a:pt x="3587" y="1429"/>
                  </a:lnTo>
                  <a:lnTo>
                    <a:pt x="2158" y="1429"/>
                  </a:lnTo>
                  <a:lnTo>
                    <a:pt x="215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2"/>
            <p:cNvSpPr/>
            <p:nvPr/>
          </p:nvSpPr>
          <p:spPr>
            <a:xfrm>
              <a:off x="3006150" y="2281500"/>
              <a:ext cx="89700" cy="88925"/>
            </a:xfrm>
            <a:custGeom>
              <a:rect b="b" l="l" r="r" t="t"/>
              <a:pathLst>
                <a:path extrusionOk="0" h="3557" w="3588">
                  <a:moveTo>
                    <a:pt x="1429" y="0"/>
                  </a:moveTo>
                  <a:lnTo>
                    <a:pt x="1429" y="1429"/>
                  </a:lnTo>
                  <a:lnTo>
                    <a:pt x="0" y="1429"/>
                  </a:lnTo>
                  <a:lnTo>
                    <a:pt x="0" y="2128"/>
                  </a:lnTo>
                  <a:lnTo>
                    <a:pt x="1429" y="2128"/>
                  </a:lnTo>
                  <a:lnTo>
                    <a:pt x="1429" y="3556"/>
                  </a:lnTo>
                  <a:lnTo>
                    <a:pt x="2128" y="3556"/>
                  </a:lnTo>
                  <a:lnTo>
                    <a:pt x="2128" y="2128"/>
                  </a:lnTo>
                  <a:lnTo>
                    <a:pt x="3587" y="2128"/>
                  </a:lnTo>
                  <a:lnTo>
                    <a:pt x="358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2"/>
            <p:cNvSpPr/>
            <p:nvPr/>
          </p:nvSpPr>
          <p:spPr>
            <a:xfrm>
              <a:off x="3150525" y="2281500"/>
              <a:ext cx="88925" cy="88925"/>
            </a:xfrm>
            <a:custGeom>
              <a:rect b="b" l="l" r="r" t="t"/>
              <a:pathLst>
                <a:path extrusionOk="0" h="3557" w="3557">
                  <a:moveTo>
                    <a:pt x="1429" y="0"/>
                  </a:moveTo>
                  <a:lnTo>
                    <a:pt x="1429" y="1429"/>
                  </a:lnTo>
                  <a:lnTo>
                    <a:pt x="1" y="1429"/>
                  </a:lnTo>
                  <a:lnTo>
                    <a:pt x="1" y="2128"/>
                  </a:lnTo>
                  <a:lnTo>
                    <a:pt x="1429" y="2128"/>
                  </a:lnTo>
                  <a:lnTo>
                    <a:pt x="1429" y="3556"/>
                  </a:lnTo>
                  <a:lnTo>
                    <a:pt x="2159" y="3556"/>
                  </a:lnTo>
                  <a:lnTo>
                    <a:pt x="2159" y="2128"/>
                  </a:lnTo>
                  <a:lnTo>
                    <a:pt x="3557" y="2128"/>
                  </a:lnTo>
                  <a:lnTo>
                    <a:pt x="3557" y="1429"/>
                  </a:lnTo>
                  <a:lnTo>
                    <a:pt x="2159" y="1429"/>
                  </a:lnTo>
                  <a:lnTo>
                    <a:pt x="215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2"/>
            <p:cNvSpPr/>
            <p:nvPr/>
          </p:nvSpPr>
          <p:spPr>
            <a:xfrm>
              <a:off x="1996250" y="2427375"/>
              <a:ext cx="88925" cy="88950"/>
            </a:xfrm>
            <a:custGeom>
              <a:rect b="b" l="l" r="r" t="t"/>
              <a:pathLst>
                <a:path extrusionOk="0" h="3558" w="3557">
                  <a:moveTo>
                    <a:pt x="1429" y="1"/>
                  </a:moveTo>
                  <a:lnTo>
                    <a:pt x="1429" y="1430"/>
                  </a:lnTo>
                  <a:lnTo>
                    <a:pt x="1" y="1430"/>
                  </a:lnTo>
                  <a:lnTo>
                    <a:pt x="1" y="2129"/>
                  </a:lnTo>
                  <a:lnTo>
                    <a:pt x="1429" y="2129"/>
                  </a:lnTo>
                  <a:lnTo>
                    <a:pt x="1429" y="3557"/>
                  </a:lnTo>
                  <a:lnTo>
                    <a:pt x="2128" y="3557"/>
                  </a:lnTo>
                  <a:lnTo>
                    <a:pt x="2128" y="2129"/>
                  </a:lnTo>
                  <a:lnTo>
                    <a:pt x="3557" y="2129"/>
                  </a:lnTo>
                  <a:lnTo>
                    <a:pt x="3557" y="1430"/>
                  </a:lnTo>
                  <a:lnTo>
                    <a:pt x="2128" y="1430"/>
                  </a:lnTo>
                  <a:lnTo>
                    <a:pt x="21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2"/>
            <p:cNvSpPr/>
            <p:nvPr/>
          </p:nvSpPr>
          <p:spPr>
            <a:xfrm>
              <a:off x="2140625" y="2427375"/>
              <a:ext cx="88925" cy="88950"/>
            </a:xfrm>
            <a:custGeom>
              <a:rect b="b" l="l" r="r" t="t"/>
              <a:pathLst>
                <a:path extrusionOk="0" h="3558" w="3557">
                  <a:moveTo>
                    <a:pt x="1429" y="1"/>
                  </a:moveTo>
                  <a:lnTo>
                    <a:pt x="1429" y="1430"/>
                  </a:lnTo>
                  <a:lnTo>
                    <a:pt x="1" y="1430"/>
                  </a:lnTo>
                  <a:lnTo>
                    <a:pt x="1" y="2129"/>
                  </a:lnTo>
                  <a:lnTo>
                    <a:pt x="1429" y="2129"/>
                  </a:lnTo>
                  <a:lnTo>
                    <a:pt x="1429" y="3557"/>
                  </a:lnTo>
                  <a:lnTo>
                    <a:pt x="2128" y="3557"/>
                  </a:lnTo>
                  <a:lnTo>
                    <a:pt x="2128" y="2129"/>
                  </a:lnTo>
                  <a:lnTo>
                    <a:pt x="3557" y="2129"/>
                  </a:lnTo>
                  <a:lnTo>
                    <a:pt x="3557" y="1430"/>
                  </a:lnTo>
                  <a:lnTo>
                    <a:pt x="2128" y="1430"/>
                  </a:lnTo>
                  <a:lnTo>
                    <a:pt x="21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2"/>
            <p:cNvSpPr/>
            <p:nvPr/>
          </p:nvSpPr>
          <p:spPr>
            <a:xfrm>
              <a:off x="2285000" y="2427375"/>
              <a:ext cx="88950" cy="88950"/>
            </a:xfrm>
            <a:custGeom>
              <a:rect b="b" l="l" r="r" t="t"/>
              <a:pathLst>
                <a:path extrusionOk="0" h="3558" w="3558">
                  <a:moveTo>
                    <a:pt x="1429" y="1"/>
                  </a:moveTo>
                  <a:lnTo>
                    <a:pt x="1429" y="1430"/>
                  </a:lnTo>
                  <a:lnTo>
                    <a:pt x="1" y="1430"/>
                  </a:lnTo>
                  <a:lnTo>
                    <a:pt x="1" y="2129"/>
                  </a:lnTo>
                  <a:lnTo>
                    <a:pt x="1429" y="2129"/>
                  </a:lnTo>
                  <a:lnTo>
                    <a:pt x="1429" y="3557"/>
                  </a:lnTo>
                  <a:lnTo>
                    <a:pt x="2129" y="3557"/>
                  </a:lnTo>
                  <a:lnTo>
                    <a:pt x="2129" y="2129"/>
                  </a:lnTo>
                  <a:lnTo>
                    <a:pt x="3557" y="2129"/>
                  </a:lnTo>
                  <a:lnTo>
                    <a:pt x="3557" y="1430"/>
                  </a:lnTo>
                  <a:lnTo>
                    <a:pt x="2129" y="1430"/>
                  </a:lnTo>
                  <a:lnTo>
                    <a:pt x="2129"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2"/>
            <p:cNvSpPr/>
            <p:nvPr/>
          </p:nvSpPr>
          <p:spPr>
            <a:xfrm>
              <a:off x="2429400" y="2427375"/>
              <a:ext cx="88925" cy="88950"/>
            </a:xfrm>
            <a:custGeom>
              <a:rect b="b" l="l" r="r" t="t"/>
              <a:pathLst>
                <a:path extrusionOk="0" h="3558" w="3557">
                  <a:moveTo>
                    <a:pt x="1398" y="1"/>
                  </a:moveTo>
                  <a:lnTo>
                    <a:pt x="1398" y="1430"/>
                  </a:lnTo>
                  <a:lnTo>
                    <a:pt x="0" y="1430"/>
                  </a:lnTo>
                  <a:lnTo>
                    <a:pt x="0" y="2129"/>
                  </a:lnTo>
                  <a:lnTo>
                    <a:pt x="1398" y="2129"/>
                  </a:lnTo>
                  <a:lnTo>
                    <a:pt x="1398" y="3557"/>
                  </a:lnTo>
                  <a:lnTo>
                    <a:pt x="2128" y="3557"/>
                  </a:lnTo>
                  <a:lnTo>
                    <a:pt x="2128" y="2129"/>
                  </a:lnTo>
                  <a:lnTo>
                    <a:pt x="3556" y="2129"/>
                  </a:lnTo>
                  <a:lnTo>
                    <a:pt x="3556" y="1430"/>
                  </a:lnTo>
                  <a:lnTo>
                    <a:pt x="2128" y="1430"/>
                  </a:lnTo>
                  <a:lnTo>
                    <a:pt x="21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2"/>
            <p:cNvSpPr/>
            <p:nvPr/>
          </p:nvSpPr>
          <p:spPr>
            <a:xfrm>
              <a:off x="2573000" y="2427375"/>
              <a:ext cx="89700" cy="88950"/>
            </a:xfrm>
            <a:custGeom>
              <a:rect b="b" l="l" r="r" t="t"/>
              <a:pathLst>
                <a:path extrusionOk="0" h="3558" w="3588">
                  <a:moveTo>
                    <a:pt x="1429" y="1"/>
                  </a:moveTo>
                  <a:lnTo>
                    <a:pt x="1429" y="1430"/>
                  </a:lnTo>
                  <a:lnTo>
                    <a:pt x="1" y="1430"/>
                  </a:lnTo>
                  <a:lnTo>
                    <a:pt x="1" y="2129"/>
                  </a:lnTo>
                  <a:lnTo>
                    <a:pt x="1429" y="2129"/>
                  </a:lnTo>
                  <a:lnTo>
                    <a:pt x="1429" y="3557"/>
                  </a:lnTo>
                  <a:lnTo>
                    <a:pt x="2159" y="3557"/>
                  </a:lnTo>
                  <a:lnTo>
                    <a:pt x="2159" y="2129"/>
                  </a:lnTo>
                  <a:lnTo>
                    <a:pt x="3588" y="2129"/>
                  </a:lnTo>
                  <a:lnTo>
                    <a:pt x="3588" y="1430"/>
                  </a:lnTo>
                  <a:lnTo>
                    <a:pt x="2159" y="1430"/>
                  </a:lnTo>
                  <a:lnTo>
                    <a:pt x="2159"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2"/>
            <p:cNvSpPr/>
            <p:nvPr/>
          </p:nvSpPr>
          <p:spPr>
            <a:xfrm>
              <a:off x="2717400" y="2427375"/>
              <a:ext cx="89675" cy="88950"/>
            </a:xfrm>
            <a:custGeom>
              <a:rect b="b" l="l" r="r" t="t"/>
              <a:pathLst>
                <a:path extrusionOk="0" h="3558" w="3587">
                  <a:moveTo>
                    <a:pt x="1429" y="1"/>
                  </a:moveTo>
                  <a:lnTo>
                    <a:pt x="1429" y="1430"/>
                  </a:lnTo>
                  <a:lnTo>
                    <a:pt x="0" y="1430"/>
                  </a:lnTo>
                  <a:lnTo>
                    <a:pt x="0" y="2129"/>
                  </a:lnTo>
                  <a:lnTo>
                    <a:pt x="1429" y="2129"/>
                  </a:lnTo>
                  <a:lnTo>
                    <a:pt x="1429" y="3557"/>
                  </a:lnTo>
                  <a:lnTo>
                    <a:pt x="2158" y="3557"/>
                  </a:lnTo>
                  <a:lnTo>
                    <a:pt x="2158" y="2129"/>
                  </a:lnTo>
                  <a:lnTo>
                    <a:pt x="3587" y="2129"/>
                  </a:lnTo>
                  <a:lnTo>
                    <a:pt x="3587" y="1430"/>
                  </a:lnTo>
                  <a:lnTo>
                    <a:pt x="2158" y="1430"/>
                  </a:lnTo>
                  <a:lnTo>
                    <a:pt x="215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2"/>
            <p:cNvSpPr/>
            <p:nvPr/>
          </p:nvSpPr>
          <p:spPr>
            <a:xfrm>
              <a:off x="2861775" y="2427375"/>
              <a:ext cx="89675" cy="88950"/>
            </a:xfrm>
            <a:custGeom>
              <a:rect b="b" l="l" r="r" t="t"/>
              <a:pathLst>
                <a:path extrusionOk="0" h="3558" w="3587">
                  <a:moveTo>
                    <a:pt x="1429" y="1"/>
                  </a:moveTo>
                  <a:lnTo>
                    <a:pt x="1429" y="1430"/>
                  </a:lnTo>
                  <a:lnTo>
                    <a:pt x="0" y="1430"/>
                  </a:lnTo>
                  <a:lnTo>
                    <a:pt x="0" y="2129"/>
                  </a:lnTo>
                  <a:lnTo>
                    <a:pt x="1429" y="2129"/>
                  </a:lnTo>
                  <a:lnTo>
                    <a:pt x="1429" y="3557"/>
                  </a:lnTo>
                  <a:lnTo>
                    <a:pt x="2158" y="3557"/>
                  </a:lnTo>
                  <a:lnTo>
                    <a:pt x="2158" y="2129"/>
                  </a:lnTo>
                  <a:lnTo>
                    <a:pt x="3587" y="2129"/>
                  </a:lnTo>
                  <a:lnTo>
                    <a:pt x="3587" y="1430"/>
                  </a:lnTo>
                  <a:lnTo>
                    <a:pt x="2158" y="1430"/>
                  </a:lnTo>
                  <a:lnTo>
                    <a:pt x="215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2"/>
            <p:cNvSpPr/>
            <p:nvPr/>
          </p:nvSpPr>
          <p:spPr>
            <a:xfrm>
              <a:off x="3006150" y="2427375"/>
              <a:ext cx="89700" cy="88950"/>
            </a:xfrm>
            <a:custGeom>
              <a:rect b="b" l="l" r="r" t="t"/>
              <a:pathLst>
                <a:path extrusionOk="0" h="3558" w="3588">
                  <a:moveTo>
                    <a:pt x="1429" y="1"/>
                  </a:moveTo>
                  <a:lnTo>
                    <a:pt x="1429" y="1430"/>
                  </a:lnTo>
                  <a:lnTo>
                    <a:pt x="0" y="1430"/>
                  </a:lnTo>
                  <a:lnTo>
                    <a:pt x="0" y="2129"/>
                  </a:lnTo>
                  <a:lnTo>
                    <a:pt x="1429" y="2129"/>
                  </a:lnTo>
                  <a:lnTo>
                    <a:pt x="1429" y="3557"/>
                  </a:lnTo>
                  <a:lnTo>
                    <a:pt x="2128" y="3557"/>
                  </a:lnTo>
                  <a:lnTo>
                    <a:pt x="2128" y="2129"/>
                  </a:lnTo>
                  <a:lnTo>
                    <a:pt x="3587" y="2129"/>
                  </a:lnTo>
                  <a:lnTo>
                    <a:pt x="3587" y="1430"/>
                  </a:lnTo>
                  <a:lnTo>
                    <a:pt x="2128" y="1430"/>
                  </a:lnTo>
                  <a:lnTo>
                    <a:pt x="21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2"/>
            <p:cNvSpPr/>
            <p:nvPr/>
          </p:nvSpPr>
          <p:spPr>
            <a:xfrm>
              <a:off x="3150525" y="2427375"/>
              <a:ext cx="88925" cy="88950"/>
            </a:xfrm>
            <a:custGeom>
              <a:rect b="b" l="l" r="r" t="t"/>
              <a:pathLst>
                <a:path extrusionOk="0" h="3558" w="3557">
                  <a:moveTo>
                    <a:pt x="1429" y="1"/>
                  </a:moveTo>
                  <a:lnTo>
                    <a:pt x="1429" y="1430"/>
                  </a:lnTo>
                  <a:lnTo>
                    <a:pt x="1" y="1430"/>
                  </a:lnTo>
                  <a:lnTo>
                    <a:pt x="1" y="2129"/>
                  </a:lnTo>
                  <a:lnTo>
                    <a:pt x="1429" y="2129"/>
                  </a:lnTo>
                  <a:lnTo>
                    <a:pt x="1429" y="3557"/>
                  </a:lnTo>
                  <a:lnTo>
                    <a:pt x="2159" y="3557"/>
                  </a:lnTo>
                  <a:lnTo>
                    <a:pt x="2159" y="2129"/>
                  </a:lnTo>
                  <a:lnTo>
                    <a:pt x="3557" y="2129"/>
                  </a:lnTo>
                  <a:lnTo>
                    <a:pt x="3557" y="1430"/>
                  </a:lnTo>
                  <a:lnTo>
                    <a:pt x="2159" y="1430"/>
                  </a:lnTo>
                  <a:lnTo>
                    <a:pt x="2159"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2"/>
            <p:cNvSpPr/>
            <p:nvPr/>
          </p:nvSpPr>
          <p:spPr>
            <a:xfrm>
              <a:off x="1996250" y="2573275"/>
              <a:ext cx="88925" cy="88950"/>
            </a:xfrm>
            <a:custGeom>
              <a:rect b="b" l="l" r="r" t="t"/>
              <a:pathLst>
                <a:path extrusionOk="0" h="3558" w="3557">
                  <a:moveTo>
                    <a:pt x="1429" y="1"/>
                  </a:moveTo>
                  <a:lnTo>
                    <a:pt x="1429" y="1430"/>
                  </a:lnTo>
                  <a:lnTo>
                    <a:pt x="1" y="1430"/>
                  </a:lnTo>
                  <a:lnTo>
                    <a:pt x="1" y="2129"/>
                  </a:lnTo>
                  <a:lnTo>
                    <a:pt x="1429" y="2129"/>
                  </a:lnTo>
                  <a:lnTo>
                    <a:pt x="1429" y="3557"/>
                  </a:lnTo>
                  <a:lnTo>
                    <a:pt x="2128" y="3557"/>
                  </a:lnTo>
                  <a:lnTo>
                    <a:pt x="2128" y="2129"/>
                  </a:lnTo>
                  <a:lnTo>
                    <a:pt x="3557" y="2129"/>
                  </a:lnTo>
                  <a:lnTo>
                    <a:pt x="3557" y="1430"/>
                  </a:lnTo>
                  <a:lnTo>
                    <a:pt x="2128" y="1430"/>
                  </a:lnTo>
                  <a:lnTo>
                    <a:pt x="21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2"/>
            <p:cNvSpPr/>
            <p:nvPr/>
          </p:nvSpPr>
          <p:spPr>
            <a:xfrm>
              <a:off x="2140625" y="2573275"/>
              <a:ext cx="88925" cy="88950"/>
            </a:xfrm>
            <a:custGeom>
              <a:rect b="b" l="l" r="r" t="t"/>
              <a:pathLst>
                <a:path extrusionOk="0" h="3558" w="3557">
                  <a:moveTo>
                    <a:pt x="1429" y="1"/>
                  </a:moveTo>
                  <a:lnTo>
                    <a:pt x="1429" y="1430"/>
                  </a:lnTo>
                  <a:lnTo>
                    <a:pt x="1" y="1430"/>
                  </a:lnTo>
                  <a:lnTo>
                    <a:pt x="1" y="2129"/>
                  </a:lnTo>
                  <a:lnTo>
                    <a:pt x="1429" y="2129"/>
                  </a:lnTo>
                  <a:lnTo>
                    <a:pt x="1429" y="3557"/>
                  </a:lnTo>
                  <a:lnTo>
                    <a:pt x="2128" y="3557"/>
                  </a:lnTo>
                  <a:lnTo>
                    <a:pt x="2128" y="2129"/>
                  </a:lnTo>
                  <a:lnTo>
                    <a:pt x="3557" y="2129"/>
                  </a:lnTo>
                  <a:lnTo>
                    <a:pt x="3557" y="1430"/>
                  </a:lnTo>
                  <a:lnTo>
                    <a:pt x="2128" y="1430"/>
                  </a:lnTo>
                  <a:lnTo>
                    <a:pt x="21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2"/>
            <p:cNvSpPr/>
            <p:nvPr/>
          </p:nvSpPr>
          <p:spPr>
            <a:xfrm>
              <a:off x="2285000" y="2573275"/>
              <a:ext cx="88950" cy="88950"/>
            </a:xfrm>
            <a:custGeom>
              <a:rect b="b" l="l" r="r" t="t"/>
              <a:pathLst>
                <a:path extrusionOk="0" h="3558" w="3558">
                  <a:moveTo>
                    <a:pt x="1429" y="1"/>
                  </a:moveTo>
                  <a:lnTo>
                    <a:pt x="1429" y="1430"/>
                  </a:lnTo>
                  <a:lnTo>
                    <a:pt x="1" y="1430"/>
                  </a:lnTo>
                  <a:lnTo>
                    <a:pt x="1" y="2129"/>
                  </a:lnTo>
                  <a:lnTo>
                    <a:pt x="1429" y="2129"/>
                  </a:lnTo>
                  <a:lnTo>
                    <a:pt x="1429" y="3557"/>
                  </a:lnTo>
                  <a:lnTo>
                    <a:pt x="2129" y="3557"/>
                  </a:lnTo>
                  <a:lnTo>
                    <a:pt x="2129" y="2129"/>
                  </a:lnTo>
                  <a:lnTo>
                    <a:pt x="3557" y="2129"/>
                  </a:lnTo>
                  <a:lnTo>
                    <a:pt x="3557" y="1430"/>
                  </a:lnTo>
                  <a:lnTo>
                    <a:pt x="2129" y="1430"/>
                  </a:lnTo>
                  <a:lnTo>
                    <a:pt x="2129"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2"/>
            <p:cNvSpPr/>
            <p:nvPr/>
          </p:nvSpPr>
          <p:spPr>
            <a:xfrm>
              <a:off x="2429400" y="2573275"/>
              <a:ext cx="88925" cy="88950"/>
            </a:xfrm>
            <a:custGeom>
              <a:rect b="b" l="l" r="r" t="t"/>
              <a:pathLst>
                <a:path extrusionOk="0" h="3558" w="3557">
                  <a:moveTo>
                    <a:pt x="1398" y="1"/>
                  </a:moveTo>
                  <a:lnTo>
                    <a:pt x="1398" y="1430"/>
                  </a:lnTo>
                  <a:lnTo>
                    <a:pt x="0" y="1430"/>
                  </a:lnTo>
                  <a:lnTo>
                    <a:pt x="0" y="2129"/>
                  </a:lnTo>
                  <a:lnTo>
                    <a:pt x="1398" y="2129"/>
                  </a:lnTo>
                  <a:lnTo>
                    <a:pt x="1398" y="3557"/>
                  </a:lnTo>
                  <a:lnTo>
                    <a:pt x="2128" y="3557"/>
                  </a:lnTo>
                  <a:lnTo>
                    <a:pt x="2128" y="2129"/>
                  </a:lnTo>
                  <a:lnTo>
                    <a:pt x="3556" y="2129"/>
                  </a:lnTo>
                  <a:lnTo>
                    <a:pt x="3556" y="1430"/>
                  </a:lnTo>
                  <a:lnTo>
                    <a:pt x="2128" y="1430"/>
                  </a:lnTo>
                  <a:lnTo>
                    <a:pt x="21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2"/>
            <p:cNvSpPr/>
            <p:nvPr/>
          </p:nvSpPr>
          <p:spPr>
            <a:xfrm>
              <a:off x="2573000" y="2573275"/>
              <a:ext cx="89700" cy="88950"/>
            </a:xfrm>
            <a:custGeom>
              <a:rect b="b" l="l" r="r" t="t"/>
              <a:pathLst>
                <a:path extrusionOk="0" h="3558" w="3588">
                  <a:moveTo>
                    <a:pt x="1429" y="1"/>
                  </a:moveTo>
                  <a:lnTo>
                    <a:pt x="1429" y="1430"/>
                  </a:lnTo>
                  <a:lnTo>
                    <a:pt x="1" y="1430"/>
                  </a:lnTo>
                  <a:lnTo>
                    <a:pt x="1" y="2129"/>
                  </a:lnTo>
                  <a:lnTo>
                    <a:pt x="1429" y="2129"/>
                  </a:lnTo>
                  <a:lnTo>
                    <a:pt x="1429" y="3557"/>
                  </a:lnTo>
                  <a:lnTo>
                    <a:pt x="2159" y="3557"/>
                  </a:lnTo>
                  <a:lnTo>
                    <a:pt x="2159" y="2129"/>
                  </a:lnTo>
                  <a:lnTo>
                    <a:pt x="3588" y="2129"/>
                  </a:lnTo>
                  <a:lnTo>
                    <a:pt x="3588" y="1430"/>
                  </a:lnTo>
                  <a:lnTo>
                    <a:pt x="2159" y="1430"/>
                  </a:lnTo>
                  <a:lnTo>
                    <a:pt x="2159"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2"/>
            <p:cNvSpPr/>
            <p:nvPr/>
          </p:nvSpPr>
          <p:spPr>
            <a:xfrm>
              <a:off x="2717400" y="2573275"/>
              <a:ext cx="89675" cy="88950"/>
            </a:xfrm>
            <a:custGeom>
              <a:rect b="b" l="l" r="r" t="t"/>
              <a:pathLst>
                <a:path extrusionOk="0" h="3558" w="3587">
                  <a:moveTo>
                    <a:pt x="1429" y="1"/>
                  </a:moveTo>
                  <a:lnTo>
                    <a:pt x="1429" y="1430"/>
                  </a:lnTo>
                  <a:lnTo>
                    <a:pt x="0" y="1430"/>
                  </a:lnTo>
                  <a:lnTo>
                    <a:pt x="0" y="2129"/>
                  </a:lnTo>
                  <a:lnTo>
                    <a:pt x="1429" y="2129"/>
                  </a:lnTo>
                  <a:lnTo>
                    <a:pt x="1429" y="3557"/>
                  </a:lnTo>
                  <a:lnTo>
                    <a:pt x="2158" y="3557"/>
                  </a:lnTo>
                  <a:lnTo>
                    <a:pt x="2158" y="2129"/>
                  </a:lnTo>
                  <a:lnTo>
                    <a:pt x="3587" y="2129"/>
                  </a:lnTo>
                  <a:lnTo>
                    <a:pt x="3587" y="1430"/>
                  </a:lnTo>
                  <a:lnTo>
                    <a:pt x="2158" y="1430"/>
                  </a:lnTo>
                  <a:lnTo>
                    <a:pt x="215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2"/>
            <p:cNvSpPr/>
            <p:nvPr/>
          </p:nvSpPr>
          <p:spPr>
            <a:xfrm>
              <a:off x="2861775" y="2573275"/>
              <a:ext cx="89675" cy="88950"/>
            </a:xfrm>
            <a:custGeom>
              <a:rect b="b" l="l" r="r" t="t"/>
              <a:pathLst>
                <a:path extrusionOk="0" h="3558" w="3587">
                  <a:moveTo>
                    <a:pt x="1429" y="1"/>
                  </a:moveTo>
                  <a:lnTo>
                    <a:pt x="1429" y="1430"/>
                  </a:lnTo>
                  <a:lnTo>
                    <a:pt x="0" y="1430"/>
                  </a:lnTo>
                  <a:lnTo>
                    <a:pt x="0" y="2129"/>
                  </a:lnTo>
                  <a:lnTo>
                    <a:pt x="1429" y="2129"/>
                  </a:lnTo>
                  <a:lnTo>
                    <a:pt x="1429" y="3557"/>
                  </a:lnTo>
                  <a:lnTo>
                    <a:pt x="2158" y="3557"/>
                  </a:lnTo>
                  <a:lnTo>
                    <a:pt x="2158" y="2129"/>
                  </a:lnTo>
                  <a:lnTo>
                    <a:pt x="3587" y="2129"/>
                  </a:lnTo>
                  <a:lnTo>
                    <a:pt x="3587" y="1430"/>
                  </a:lnTo>
                  <a:lnTo>
                    <a:pt x="2158" y="1430"/>
                  </a:lnTo>
                  <a:lnTo>
                    <a:pt x="215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2"/>
            <p:cNvSpPr/>
            <p:nvPr/>
          </p:nvSpPr>
          <p:spPr>
            <a:xfrm>
              <a:off x="3006150" y="2573275"/>
              <a:ext cx="89700" cy="88950"/>
            </a:xfrm>
            <a:custGeom>
              <a:rect b="b" l="l" r="r" t="t"/>
              <a:pathLst>
                <a:path extrusionOk="0" h="3558" w="3588">
                  <a:moveTo>
                    <a:pt x="1429" y="1"/>
                  </a:moveTo>
                  <a:lnTo>
                    <a:pt x="1429" y="1430"/>
                  </a:lnTo>
                  <a:lnTo>
                    <a:pt x="0" y="1430"/>
                  </a:lnTo>
                  <a:lnTo>
                    <a:pt x="0" y="2129"/>
                  </a:lnTo>
                  <a:lnTo>
                    <a:pt x="1429" y="2129"/>
                  </a:lnTo>
                  <a:lnTo>
                    <a:pt x="1429" y="3557"/>
                  </a:lnTo>
                  <a:lnTo>
                    <a:pt x="2128" y="3557"/>
                  </a:lnTo>
                  <a:lnTo>
                    <a:pt x="2128" y="2129"/>
                  </a:lnTo>
                  <a:lnTo>
                    <a:pt x="3587" y="2129"/>
                  </a:lnTo>
                  <a:lnTo>
                    <a:pt x="3587" y="1430"/>
                  </a:lnTo>
                  <a:lnTo>
                    <a:pt x="2128" y="1430"/>
                  </a:lnTo>
                  <a:lnTo>
                    <a:pt x="21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2"/>
            <p:cNvSpPr/>
            <p:nvPr/>
          </p:nvSpPr>
          <p:spPr>
            <a:xfrm>
              <a:off x="3150525" y="2573275"/>
              <a:ext cx="88925" cy="88950"/>
            </a:xfrm>
            <a:custGeom>
              <a:rect b="b" l="l" r="r" t="t"/>
              <a:pathLst>
                <a:path extrusionOk="0" h="3558" w="3557">
                  <a:moveTo>
                    <a:pt x="1429" y="1"/>
                  </a:moveTo>
                  <a:lnTo>
                    <a:pt x="1429" y="1430"/>
                  </a:lnTo>
                  <a:lnTo>
                    <a:pt x="1" y="1430"/>
                  </a:lnTo>
                  <a:lnTo>
                    <a:pt x="1" y="2129"/>
                  </a:lnTo>
                  <a:lnTo>
                    <a:pt x="1429" y="2129"/>
                  </a:lnTo>
                  <a:lnTo>
                    <a:pt x="1429" y="3557"/>
                  </a:lnTo>
                  <a:lnTo>
                    <a:pt x="2159" y="3557"/>
                  </a:lnTo>
                  <a:lnTo>
                    <a:pt x="2159" y="2129"/>
                  </a:lnTo>
                  <a:lnTo>
                    <a:pt x="3557" y="2129"/>
                  </a:lnTo>
                  <a:lnTo>
                    <a:pt x="3557" y="1430"/>
                  </a:lnTo>
                  <a:lnTo>
                    <a:pt x="2159" y="1430"/>
                  </a:lnTo>
                  <a:lnTo>
                    <a:pt x="2159"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2"/>
            <p:cNvSpPr/>
            <p:nvPr/>
          </p:nvSpPr>
          <p:spPr>
            <a:xfrm>
              <a:off x="1996250" y="2719175"/>
              <a:ext cx="88925" cy="88950"/>
            </a:xfrm>
            <a:custGeom>
              <a:rect b="b" l="l" r="r" t="t"/>
              <a:pathLst>
                <a:path extrusionOk="0" h="3558" w="3557">
                  <a:moveTo>
                    <a:pt x="1429" y="1"/>
                  </a:moveTo>
                  <a:lnTo>
                    <a:pt x="1429" y="1429"/>
                  </a:lnTo>
                  <a:lnTo>
                    <a:pt x="1" y="1429"/>
                  </a:lnTo>
                  <a:lnTo>
                    <a:pt x="1" y="2129"/>
                  </a:lnTo>
                  <a:lnTo>
                    <a:pt x="1429" y="2129"/>
                  </a:lnTo>
                  <a:lnTo>
                    <a:pt x="1429" y="3557"/>
                  </a:lnTo>
                  <a:lnTo>
                    <a:pt x="2128" y="3557"/>
                  </a:lnTo>
                  <a:lnTo>
                    <a:pt x="2128" y="2129"/>
                  </a:lnTo>
                  <a:lnTo>
                    <a:pt x="3557" y="2129"/>
                  </a:lnTo>
                  <a:lnTo>
                    <a:pt x="3557" y="1429"/>
                  </a:lnTo>
                  <a:lnTo>
                    <a:pt x="2128" y="1429"/>
                  </a:lnTo>
                  <a:lnTo>
                    <a:pt x="21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2"/>
            <p:cNvSpPr/>
            <p:nvPr/>
          </p:nvSpPr>
          <p:spPr>
            <a:xfrm>
              <a:off x="2140625" y="2719175"/>
              <a:ext cx="88925" cy="88950"/>
            </a:xfrm>
            <a:custGeom>
              <a:rect b="b" l="l" r="r" t="t"/>
              <a:pathLst>
                <a:path extrusionOk="0" h="3558" w="3557">
                  <a:moveTo>
                    <a:pt x="1429" y="1"/>
                  </a:moveTo>
                  <a:lnTo>
                    <a:pt x="1429" y="1429"/>
                  </a:lnTo>
                  <a:lnTo>
                    <a:pt x="1" y="1429"/>
                  </a:lnTo>
                  <a:lnTo>
                    <a:pt x="1" y="2129"/>
                  </a:lnTo>
                  <a:lnTo>
                    <a:pt x="1429" y="2129"/>
                  </a:lnTo>
                  <a:lnTo>
                    <a:pt x="1429" y="3557"/>
                  </a:lnTo>
                  <a:lnTo>
                    <a:pt x="2128" y="3557"/>
                  </a:lnTo>
                  <a:lnTo>
                    <a:pt x="2128" y="2129"/>
                  </a:lnTo>
                  <a:lnTo>
                    <a:pt x="3557" y="2129"/>
                  </a:lnTo>
                  <a:lnTo>
                    <a:pt x="3557" y="1429"/>
                  </a:lnTo>
                  <a:lnTo>
                    <a:pt x="2128" y="1429"/>
                  </a:lnTo>
                  <a:lnTo>
                    <a:pt x="21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2"/>
            <p:cNvSpPr/>
            <p:nvPr/>
          </p:nvSpPr>
          <p:spPr>
            <a:xfrm>
              <a:off x="2285000" y="2719175"/>
              <a:ext cx="88950" cy="88950"/>
            </a:xfrm>
            <a:custGeom>
              <a:rect b="b" l="l" r="r" t="t"/>
              <a:pathLst>
                <a:path extrusionOk="0" h="3558" w="3558">
                  <a:moveTo>
                    <a:pt x="1429" y="1"/>
                  </a:moveTo>
                  <a:lnTo>
                    <a:pt x="1429" y="1429"/>
                  </a:lnTo>
                  <a:lnTo>
                    <a:pt x="1" y="1429"/>
                  </a:lnTo>
                  <a:lnTo>
                    <a:pt x="1" y="2129"/>
                  </a:lnTo>
                  <a:lnTo>
                    <a:pt x="1429" y="2129"/>
                  </a:lnTo>
                  <a:lnTo>
                    <a:pt x="1429" y="3557"/>
                  </a:lnTo>
                  <a:lnTo>
                    <a:pt x="2129" y="3557"/>
                  </a:lnTo>
                  <a:lnTo>
                    <a:pt x="2129" y="2129"/>
                  </a:lnTo>
                  <a:lnTo>
                    <a:pt x="3557" y="2129"/>
                  </a:lnTo>
                  <a:lnTo>
                    <a:pt x="3557" y="1429"/>
                  </a:lnTo>
                  <a:lnTo>
                    <a:pt x="2129" y="1429"/>
                  </a:lnTo>
                  <a:lnTo>
                    <a:pt x="2129"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2"/>
            <p:cNvSpPr/>
            <p:nvPr/>
          </p:nvSpPr>
          <p:spPr>
            <a:xfrm>
              <a:off x="2429400" y="2719175"/>
              <a:ext cx="88925" cy="88950"/>
            </a:xfrm>
            <a:custGeom>
              <a:rect b="b" l="l" r="r" t="t"/>
              <a:pathLst>
                <a:path extrusionOk="0" h="3558" w="3557">
                  <a:moveTo>
                    <a:pt x="1398" y="1"/>
                  </a:moveTo>
                  <a:lnTo>
                    <a:pt x="1398" y="1429"/>
                  </a:lnTo>
                  <a:lnTo>
                    <a:pt x="0" y="1429"/>
                  </a:lnTo>
                  <a:lnTo>
                    <a:pt x="0" y="2129"/>
                  </a:lnTo>
                  <a:lnTo>
                    <a:pt x="1398" y="2129"/>
                  </a:lnTo>
                  <a:lnTo>
                    <a:pt x="1398" y="3557"/>
                  </a:lnTo>
                  <a:lnTo>
                    <a:pt x="2128" y="3557"/>
                  </a:lnTo>
                  <a:lnTo>
                    <a:pt x="2128" y="2129"/>
                  </a:lnTo>
                  <a:lnTo>
                    <a:pt x="3556" y="2129"/>
                  </a:lnTo>
                  <a:lnTo>
                    <a:pt x="3556" y="1429"/>
                  </a:lnTo>
                  <a:lnTo>
                    <a:pt x="2128" y="1429"/>
                  </a:lnTo>
                  <a:lnTo>
                    <a:pt x="21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2"/>
            <p:cNvSpPr/>
            <p:nvPr/>
          </p:nvSpPr>
          <p:spPr>
            <a:xfrm>
              <a:off x="2573000" y="2719175"/>
              <a:ext cx="89700" cy="88950"/>
            </a:xfrm>
            <a:custGeom>
              <a:rect b="b" l="l" r="r" t="t"/>
              <a:pathLst>
                <a:path extrusionOk="0" h="3558" w="3588">
                  <a:moveTo>
                    <a:pt x="1429" y="1"/>
                  </a:moveTo>
                  <a:lnTo>
                    <a:pt x="1429" y="1429"/>
                  </a:lnTo>
                  <a:lnTo>
                    <a:pt x="1" y="1429"/>
                  </a:lnTo>
                  <a:lnTo>
                    <a:pt x="1" y="2129"/>
                  </a:lnTo>
                  <a:lnTo>
                    <a:pt x="1429" y="2129"/>
                  </a:lnTo>
                  <a:lnTo>
                    <a:pt x="1429" y="3557"/>
                  </a:lnTo>
                  <a:lnTo>
                    <a:pt x="2159" y="3557"/>
                  </a:lnTo>
                  <a:lnTo>
                    <a:pt x="2159" y="2129"/>
                  </a:lnTo>
                  <a:lnTo>
                    <a:pt x="3588" y="2129"/>
                  </a:lnTo>
                  <a:lnTo>
                    <a:pt x="3588" y="1429"/>
                  </a:lnTo>
                  <a:lnTo>
                    <a:pt x="2159" y="1429"/>
                  </a:lnTo>
                  <a:lnTo>
                    <a:pt x="2159"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2"/>
            <p:cNvSpPr/>
            <p:nvPr/>
          </p:nvSpPr>
          <p:spPr>
            <a:xfrm>
              <a:off x="2717400" y="2719175"/>
              <a:ext cx="89675" cy="88950"/>
            </a:xfrm>
            <a:custGeom>
              <a:rect b="b" l="l" r="r" t="t"/>
              <a:pathLst>
                <a:path extrusionOk="0" h="3558" w="3587">
                  <a:moveTo>
                    <a:pt x="1429" y="1"/>
                  </a:moveTo>
                  <a:lnTo>
                    <a:pt x="1429" y="1429"/>
                  </a:lnTo>
                  <a:lnTo>
                    <a:pt x="0" y="1429"/>
                  </a:lnTo>
                  <a:lnTo>
                    <a:pt x="0" y="2129"/>
                  </a:lnTo>
                  <a:lnTo>
                    <a:pt x="1429" y="2129"/>
                  </a:lnTo>
                  <a:lnTo>
                    <a:pt x="1429" y="3557"/>
                  </a:lnTo>
                  <a:lnTo>
                    <a:pt x="2158" y="3557"/>
                  </a:lnTo>
                  <a:lnTo>
                    <a:pt x="2158" y="2129"/>
                  </a:lnTo>
                  <a:lnTo>
                    <a:pt x="3587" y="2129"/>
                  </a:lnTo>
                  <a:lnTo>
                    <a:pt x="3587" y="1429"/>
                  </a:lnTo>
                  <a:lnTo>
                    <a:pt x="2158" y="1429"/>
                  </a:lnTo>
                  <a:lnTo>
                    <a:pt x="215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2"/>
            <p:cNvSpPr/>
            <p:nvPr/>
          </p:nvSpPr>
          <p:spPr>
            <a:xfrm>
              <a:off x="2861775" y="2719175"/>
              <a:ext cx="89675" cy="88950"/>
            </a:xfrm>
            <a:custGeom>
              <a:rect b="b" l="l" r="r" t="t"/>
              <a:pathLst>
                <a:path extrusionOk="0" h="3558" w="3587">
                  <a:moveTo>
                    <a:pt x="1429" y="1"/>
                  </a:moveTo>
                  <a:lnTo>
                    <a:pt x="1429" y="1429"/>
                  </a:lnTo>
                  <a:lnTo>
                    <a:pt x="0" y="1429"/>
                  </a:lnTo>
                  <a:lnTo>
                    <a:pt x="0" y="2129"/>
                  </a:lnTo>
                  <a:lnTo>
                    <a:pt x="1429" y="2129"/>
                  </a:lnTo>
                  <a:lnTo>
                    <a:pt x="1429" y="3557"/>
                  </a:lnTo>
                  <a:lnTo>
                    <a:pt x="2158" y="3557"/>
                  </a:lnTo>
                  <a:lnTo>
                    <a:pt x="2158" y="2129"/>
                  </a:lnTo>
                  <a:lnTo>
                    <a:pt x="3587" y="2129"/>
                  </a:lnTo>
                  <a:lnTo>
                    <a:pt x="3587" y="1429"/>
                  </a:lnTo>
                  <a:lnTo>
                    <a:pt x="2158" y="1429"/>
                  </a:lnTo>
                  <a:lnTo>
                    <a:pt x="215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2"/>
            <p:cNvSpPr/>
            <p:nvPr/>
          </p:nvSpPr>
          <p:spPr>
            <a:xfrm>
              <a:off x="3006150" y="2719175"/>
              <a:ext cx="89700" cy="88950"/>
            </a:xfrm>
            <a:custGeom>
              <a:rect b="b" l="l" r="r" t="t"/>
              <a:pathLst>
                <a:path extrusionOk="0" h="3558" w="3588">
                  <a:moveTo>
                    <a:pt x="1429" y="1"/>
                  </a:moveTo>
                  <a:lnTo>
                    <a:pt x="1429" y="1429"/>
                  </a:lnTo>
                  <a:lnTo>
                    <a:pt x="0" y="1429"/>
                  </a:lnTo>
                  <a:lnTo>
                    <a:pt x="0" y="2129"/>
                  </a:lnTo>
                  <a:lnTo>
                    <a:pt x="1429" y="2129"/>
                  </a:lnTo>
                  <a:lnTo>
                    <a:pt x="1429" y="3557"/>
                  </a:lnTo>
                  <a:lnTo>
                    <a:pt x="2128" y="3557"/>
                  </a:lnTo>
                  <a:lnTo>
                    <a:pt x="2128" y="2129"/>
                  </a:lnTo>
                  <a:lnTo>
                    <a:pt x="3587" y="2129"/>
                  </a:lnTo>
                  <a:lnTo>
                    <a:pt x="3587" y="1429"/>
                  </a:lnTo>
                  <a:lnTo>
                    <a:pt x="2128" y="1429"/>
                  </a:lnTo>
                  <a:lnTo>
                    <a:pt x="21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2"/>
            <p:cNvSpPr/>
            <p:nvPr/>
          </p:nvSpPr>
          <p:spPr>
            <a:xfrm>
              <a:off x="3150525" y="2719175"/>
              <a:ext cx="88925" cy="88950"/>
            </a:xfrm>
            <a:custGeom>
              <a:rect b="b" l="l" r="r" t="t"/>
              <a:pathLst>
                <a:path extrusionOk="0" h="3558" w="3557">
                  <a:moveTo>
                    <a:pt x="1429" y="1"/>
                  </a:moveTo>
                  <a:lnTo>
                    <a:pt x="1429" y="1429"/>
                  </a:lnTo>
                  <a:lnTo>
                    <a:pt x="1" y="1429"/>
                  </a:lnTo>
                  <a:lnTo>
                    <a:pt x="1" y="2129"/>
                  </a:lnTo>
                  <a:lnTo>
                    <a:pt x="1429" y="2129"/>
                  </a:lnTo>
                  <a:lnTo>
                    <a:pt x="1429" y="3557"/>
                  </a:lnTo>
                  <a:lnTo>
                    <a:pt x="2159" y="3557"/>
                  </a:lnTo>
                  <a:lnTo>
                    <a:pt x="2159" y="2129"/>
                  </a:lnTo>
                  <a:lnTo>
                    <a:pt x="3557" y="2129"/>
                  </a:lnTo>
                  <a:lnTo>
                    <a:pt x="3557" y="1429"/>
                  </a:lnTo>
                  <a:lnTo>
                    <a:pt x="2159" y="1429"/>
                  </a:lnTo>
                  <a:lnTo>
                    <a:pt x="2159"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242" name="Shape 242"/>
        <p:cNvGrpSpPr/>
        <p:nvPr/>
      </p:nvGrpSpPr>
      <p:grpSpPr>
        <a:xfrm>
          <a:off x="0" y="0"/>
          <a:ext cx="0" cy="0"/>
          <a:chOff x="0" y="0"/>
          <a:chExt cx="0" cy="0"/>
        </a:xfrm>
      </p:grpSpPr>
      <p:sp>
        <p:nvSpPr>
          <p:cNvPr id="243" name="Google Shape;243;p3"/>
          <p:cNvSpPr txBox="1"/>
          <p:nvPr>
            <p:ph type="title"/>
          </p:nvPr>
        </p:nvSpPr>
        <p:spPr>
          <a:xfrm>
            <a:off x="715100" y="3266525"/>
            <a:ext cx="3267600" cy="654300"/>
          </a:xfrm>
          <a:prstGeom prst="rect">
            <a:avLst/>
          </a:prstGeom>
        </p:spPr>
        <p:txBody>
          <a:bodyPr anchorCtr="0" anchor="ctr" bIns="91425" lIns="91425" spcFirstLastPara="1" rIns="91425" wrap="square" tIns="91425">
            <a:noAutofit/>
          </a:bodyPr>
          <a:lstStyle>
            <a:lvl1pPr lvl="0">
              <a:spcBef>
                <a:spcPts val="0"/>
              </a:spcBef>
              <a:spcAft>
                <a:spcPts val="0"/>
              </a:spcAft>
              <a:buSzPts val="3600"/>
              <a:buNone/>
              <a:defRPr sz="42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244" name="Google Shape;244;p3"/>
          <p:cNvSpPr txBox="1"/>
          <p:nvPr>
            <p:ph hasCustomPrompt="1" idx="2" type="title"/>
          </p:nvPr>
        </p:nvSpPr>
        <p:spPr>
          <a:xfrm>
            <a:off x="1288100" y="1971772"/>
            <a:ext cx="2186700" cy="93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b="1" sz="8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245" name="Google Shape;245;p3"/>
          <p:cNvSpPr txBox="1"/>
          <p:nvPr>
            <p:ph idx="1" type="subTitle"/>
          </p:nvPr>
        </p:nvSpPr>
        <p:spPr>
          <a:xfrm>
            <a:off x="715100" y="3969275"/>
            <a:ext cx="3267600" cy="280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246" name="Google Shape;246;p3"/>
          <p:cNvGrpSpPr/>
          <p:nvPr/>
        </p:nvGrpSpPr>
        <p:grpSpPr>
          <a:xfrm rot="2489554">
            <a:off x="3240706" y="403105"/>
            <a:ext cx="6876427" cy="4337295"/>
            <a:chOff x="2975000" y="20825"/>
            <a:chExt cx="3963625" cy="2500050"/>
          </a:xfrm>
        </p:grpSpPr>
        <p:sp>
          <p:nvSpPr>
            <p:cNvPr id="247" name="Google Shape;247;p3"/>
            <p:cNvSpPr/>
            <p:nvPr/>
          </p:nvSpPr>
          <p:spPr>
            <a:xfrm>
              <a:off x="2975000" y="442550"/>
              <a:ext cx="3962850" cy="2078325"/>
            </a:xfrm>
            <a:custGeom>
              <a:rect b="b" l="l" r="r" t="t"/>
              <a:pathLst>
                <a:path extrusionOk="0" fill="none" h="83133" w="158514">
                  <a:moveTo>
                    <a:pt x="0" y="1"/>
                  </a:moveTo>
                  <a:cubicBezTo>
                    <a:pt x="4347" y="3071"/>
                    <a:pt x="9423" y="6171"/>
                    <a:pt x="12797" y="10122"/>
                  </a:cubicBezTo>
                  <a:cubicBezTo>
                    <a:pt x="18025" y="16232"/>
                    <a:pt x="11095" y="25411"/>
                    <a:pt x="18298" y="31369"/>
                  </a:cubicBezTo>
                  <a:cubicBezTo>
                    <a:pt x="23952" y="36050"/>
                    <a:pt x="23982" y="41612"/>
                    <a:pt x="23283" y="48269"/>
                  </a:cubicBezTo>
                  <a:cubicBezTo>
                    <a:pt x="22706" y="53497"/>
                    <a:pt x="22463" y="62494"/>
                    <a:pt x="29028" y="64044"/>
                  </a:cubicBezTo>
                  <a:cubicBezTo>
                    <a:pt x="35776" y="65655"/>
                    <a:pt x="41186" y="60913"/>
                    <a:pt x="45624" y="56567"/>
                  </a:cubicBezTo>
                  <a:cubicBezTo>
                    <a:pt x="51855" y="50457"/>
                    <a:pt x="63466" y="46202"/>
                    <a:pt x="71825" y="49515"/>
                  </a:cubicBezTo>
                  <a:cubicBezTo>
                    <a:pt x="79211" y="52463"/>
                    <a:pt x="89728" y="48421"/>
                    <a:pt x="96598" y="51430"/>
                  </a:cubicBezTo>
                  <a:cubicBezTo>
                    <a:pt x="100762" y="53284"/>
                    <a:pt x="101035" y="58390"/>
                    <a:pt x="102343" y="62646"/>
                  </a:cubicBezTo>
                  <a:cubicBezTo>
                    <a:pt x="104197" y="68603"/>
                    <a:pt x="108938" y="75564"/>
                    <a:pt x="114106" y="78482"/>
                  </a:cubicBezTo>
                  <a:cubicBezTo>
                    <a:pt x="122343" y="83132"/>
                    <a:pt x="130914" y="70610"/>
                    <a:pt x="138909" y="69151"/>
                  </a:cubicBezTo>
                  <a:cubicBezTo>
                    <a:pt x="145474" y="67935"/>
                    <a:pt x="152435" y="73892"/>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3"/>
            <p:cNvSpPr/>
            <p:nvPr/>
          </p:nvSpPr>
          <p:spPr>
            <a:xfrm>
              <a:off x="2975000" y="442550"/>
              <a:ext cx="3962850" cy="2057800"/>
            </a:xfrm>
            <a:custGeom>
              <a:rect b="b" l="l" r="r" t="t"/>
              <a:pathLst>
                <a:path extrusionOk="0" fill="none" h="82312" w="158514">
                  <a:moveTo>
                    <a:pt x="0" y="1"/>
                  </a:moveTo>
                  <a:cubicBezTo>
                    <a:pt x="4408" y="3040"/>
                    <a:pt x="9392" y="6049"/>
                    <a:pt x="13040" y="9879"/>
                  </a:cubicBezTo>
                  <a:cubicBezTo>
                    <a:pt x="18602" y="15654"/>
                    <a:pt x="11733" y="24955"/>
                    <a:pt x="18694" y="30609"/>
                  </a:cubicBezTo>
                  <a:cubicBezTo>
                    <a:pt x="24408" y="35259"/>
                    <a:pt x="25077" y="40153"/>
                    <a:pt x="24317" y="46901"/>
                  </a:cubicBezTo>
                  <a:cubicBezTo>
                    <a:pt x="23739" y="52129"/>
                    <a:pt x="23131" y="61248"/>
                    <a:pt x="29849" y="62919"/>
                  </a:cubicBezTo>
                  <a:cubicBezTo>
                    <a:pt x="36870" y="64652"/>
                    <a:pt x="41794" y="59606"/>
                    <a:pt x="46627" y="55503"/>
                  </a:cubicBezTo>
                  <a:cubicBezTo>
                    <a:pt x="53557" y="49606"/>
                    <a:pt x="63983" y="44712"/>
                    <a:pt x="72798" y="48634"/>
                  </a:cubicBezTo>
                  <a:cubicBezTo>
                    <a:pt x="80123" y="51886"/>
                    <a:pt x="90245" y="48208"/>
                    <a:pt x="97266" y="51187"/>
                  </a:cubicBezTo>
                  <a:cubicBezTo>
                    <a:pt x="101522" y="52980"/>
                    <a:pt x="101674" y="58026"/>
                    <a:pt x="102890" y="62251"/>
                  </a:cubicBezTo>
                  <a:cubicBezTo>
                    <a:pt x="104561" y="68087"/>
                    <a:pt x="109303" y="75078"/>
                    <a:pt x="114440" y="77844"/>
                  </a:cubicBezTo>
                  <a:cubicBezTo>
                    <a:pt x="122799" y="82312"/>
                    <a:pt x="131097" y="70032"/>
                    <a:pt x="139243" y="68877"/>
                  </a:cubicBezTo>
                  <a:cubicBezTo>
                    <a:pt x="145656" y="67935"/>
                    <a:pt x="152495" y="73771"/>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3"/>
            <p:cNvSpPr/>
            <p:nvPr/>
          </p:nvSpPr>
          <p:spPr>
            <a:xfrm>
              <a:off x="2975000" y="442550"/>
              <a:ext cx="3962850" cy="2035775"/>
            </a:xfrm>
            <a:custGeom>
              <a:rect b="b" l="l" r="r" t="t"/>
              <a:pathLst>
                <a:path extrusionOk="0" fill="none" h="81431" w="158514">
                  <a:moveTo>
                    <a:pt x="0" y="1"/>
                  </a:moveTo>
                  <a:cubicBezTo>
                    <a:pt x="4468" y="3040"/>
                    <a:pt x="9362" y="5958"/>
                    <a:pt x="13313" y="9606"/>
                  </a:cubicBezTo>
                  <a:cubicBezTo>
                    <a:pt x="19210" y="15077"/>
                    <a:pt x="12432" y="24469"/>
                    <a:pt x="19089" y="29849"/>
                  </a:cubicBezTo>
                  <a:cubicBezTo>
                    <a:pt x="24803" y="34469"/>
                    <a:pt x="26019" y="38694"/>
                    <a:pt x="25350" y="45564"/>
                  </a:cubicBezTo>
                  <a:cubicBezTo>
                    <a:pt x="24833" y="50822"/>
                    <a:pt x="23739" y="60001"/>
                    <a:pt x="30609" y="61795"/>
                  </a:cubicBezTo>
                  <a:cubicBezTo>
                    <a:pt x="37691" y="63649"/>
                    <a:pt x="42797" y="58299"/>
                    <a:pt x="47813" y="54378"/>
                  </a:cubicBezTo>
                  <a:cubicBezTo>
                    <a:pt x="55989" y="47995"/>
                    <a:pt x="63345" y="43375"/>
                    <a:pt x="73801" y="47752"/>
                  </a:cubicBezTo>
                  <a:cubicBezTo>
                    <a:pt x="81704" y="51065"/>
                    <a:pt x="90762" y="48026"/>
                    <a:pt x="97966" y="50944"/>
                  </a:cubicBezTo>
                  <a:cubicBezTo>
                    <a:pt x="102282" y="52707"/>
                    <a:pt x="102343" y="57631"/>
                    <a:pt x="103437" y="61825"/>
                  </a:cubicBezTo>
                  <a:cubicBezTo>
                    <a:pt x="104957" y="67570"/>
                    <a:pt x="109637" y="74531"/>
                    <a:pt x="114774" y="77145"/>
                  </a:cubicBezTo>
                  <a:cubicBezTo>
                    <a:pt x="123285" y="81430"/>
                    <a:pt x="131310" y="69454"/>
                    <a:pt x="139577" y="68573"/>
                  </a:cubicBezTo>
                  <a:cubicBezTo>
                    <a:pt x="145869" y="67904"/>
                    <a:pt x="152587" y="73649"/>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3"/>
            <p:cNvSpPr/>
            <p:nvPr/>
          </p:nvSpPr>
          <p:spPr>
            <a:xfrm>
              <a:off x="2975000" y="442550"/>
              <a:ext cx="3962850" cy="2014500"/>
            </a:xfrm>
            <a:custGeom>
              <a:rect b="b" l="l" r="r" t="t"/>
              <a:pathLst>
                <a:path extrusionOk="0" fill="none" h="80580" w="158514">
                  <a:moveTo>
                    <a:pt x="0" y="1"/>
                  </a:moveTo>
                  <a:cubicBezTo>
                    <a:pt x="4560" y="3010"/>
                    <a:pt x="9392" y="5897"/>
                    <a:pt x="13526" y="9393"/>
                  </a:cubicBezTo>
                  <a:cubicBezTo>
                    <a:pt x="19666" y="14469"/>
                    <a:pt x="13162" y="23952"/>
                    <a:pt x="19484" y="29150"/>
                  </a:cubicBezTo>
                  <a:cubicBezTo>
                    <a:pt x="24560" y="33314"/>
                    <a:pt x="27235" y="37509"/>
                    <a:pt x="26323" y="44348"/>
                  </a:cubicBezTo>
                  <a:cubicBezTo>
                    <a:pt x="25563" y="49728"/>
                    <a:pt x="24317" y="58846"/>
                    <a:pt x="31308" y="60792"/>
                  </a:cubicBezTo>
                  <a:cubicBezTo>
                    <a:pt x="38390" y="62737"/>
                    <a:pt x="43770" y="57296"/>
                    <a:pt x="48998" y="53375"/>
                  </a:cubicBezTo>
                  <a:cubicBezTo>
                    <a:pt x="57813" y="46688"/>
                    <a:pt x="63892" y="42129"/>
                    <a:pt x="74743" y="47023"/>
                  </a:cubicBezTo>
                  <a:cubicBezTo>
                    <a:pt x="82433" y="50488"/>
                    <a:pt x="91248" y="47995"/>
                    <a:pt x="98604" y="50761"/>
                  </a:cubicBezTo>
                  <a:cubicBezTo>
                    <a:pt x="103042" y="52372"/>
                    <a:pt x="103011" y="57266"/>
                    <a:pt x="104014" y="61430"/>
                  </a:cubicBezTo>
                  <a:cubicBezTo>
                    <a:pt x="105382" y="67084"/>
                    <a:pt x="109941" y="74014"/>
                    <a:pt x="115109" y="76445"/>
                  </a:cubicBezTo>
                  <a:cubicBezTo>
                    <a:pt x="123802" y="80579"/>
                    <a:pt x="132100" y="68299"/>
                    <a:pt x="139912" y="68330"/>
                  </a:cubicBezTo>
                  <a:cubicBezTo>
                    <a:pt x="144927" y="68330"/>
                    <a:pt x="153529" y="7331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3"/>
            <p:cNvSpPr/>
            <p:nvPr/>
          </p:nvSpPr>
          <p:spPr>
            <a:xfrm>
              <a:off x="2975000" y="442550"/>
              <a:ext cx="3962850" cy="1991700"/>
            </a:xfrm>
            <a:custGeom>
              <a:rect b="b" l="l" r="r" t="t"/>
              <a:pathLst>
                <a:path extrusionOk="0" fill="none" h="79668" w="158514">
                  <a:moveTo>
                    <a:pt x="0" y="1"/>
                  </a:moveTo>
                  <a:cubicBezTo>
                    <a:pt x="4590" y="3010"/>
                    <a:pt x="9484" y="5897"/>
                    <a:pt x="13769" y="9119"/>
                  </a:cubicBezTo>
                  <a:cubicBezTo>
                    <a:pt x="20122" y="13861"/>
                    <a:pt x="13952" y="23344"/>
                    <a:pt x="19879" y="28360"/>
                  </a:cubicBezTo>
                  <a:cubicBezTo>
                    <a:pt x="24651" y="32402"/>
                    <a:pt x="28055" y="36475"/>
                    <a:pt x="27265" y="43102"/>
                  </a:cubicBezTo>
                  <a:cubicBezTo>
                    <a:pt x="26627" y="48482"/>
                    <a:pt x="24985" y="57600"/>
                    <a:pt x="31946" y="59698"/>
                  </a:cubicBezTo>
                  <a:cubicBezTo>
                    <a:pt x="39028" y="61795"/>
                    <a:pt x="44955" y="56202"/>
                    <a:pt x="50183" y="52251"/>
                  </a:cubicBezTo>
                  <a:cubicBezTo>
                    <a:pt x="59424" y="45260"/>
                    <a:pt x="64561" y="40761"/>
                    <a:pt x="75746" y="46232"/>
                  </a:cubicBezTo>
                  <a:cubicBezTo>
                    <a:pt x="83315" y="49971"/>
                    <a:pt x="91795" y="47813"/>
                    <a:pt x="99273" y="50488"/>
                  </a:cubicBezTo>
                  <a:cubicBezTo>
                    <a:pt x="103832" y="52129"/>
                    <a:pt x="103619" y="56840"/>
                    <a:pt x="104653" y="61035"/>
                  </a:cubicBezTo>
                  <a:cubicBezTo>
                    <a:pt x="106051" y="66749"/>
                    <a:pt x="110124" y="73315"/>
                    <a:pt x="115443" y="75716"/>
                  </a:cubicBezTo>
                  <a:cubicBezTo>
                    <a:pt x="124227" y="79667"/>
                    <a:pt x="132039" y="67995"/>
                    <a:pt x="140246" y="68056"/>
                  </a:cubicBezTo>
                  <a:cubicBezTo>
                    <a:pt x="145535" y="68087"/>
                    <a:pt x="153377" y="7340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3"/>
            <p:cNvSpPr/>
            <p:nvPr/>
          </p:nvSpPr>
          <p:spPr>
            <a:xfrm>
              <a:off x="2975000" y="442550"/>
              <a:ext cx="3963625" cy="1968900"/>
            </a:xfrm>
            <a:custGeom>
              <a:rect b="b" l="l" r="r" t="t"/>
              <a:pathLst>
                <a:path extrusionOk="0" fill="none" h="78756" w="158545">
                  <a:moveTo>
                    <a:pt x="0" y="1"/>
                  </a:moveTo>
                  <a:cubicBezTo>
                    <a:pt x="4651" y="2979"/>
                    <a:pt x="9575" y="5867"/>
                    <a:pt x="14013" y="8876"/>
                  </a:cubicBezTo>
                  <a:cubicBezTo>
                    <a:pt x="20548" y="13283"/>
                    <a:pt x="14985" y="22706"/>
                    <a:pt x="20305" y="27539"/>
                  </a:cubicBezTo>
                  <a:cubicBezTo>
                    <a:pt x="24590" y="31430"/>
                    <a:pt x="28724" y="35715"/>
                    <a:pt x="28147" y="42007"/>
                  </a:cubicBezTo>
                  <a:cubicBezTo>
                    <a:pt x="27630" y="47296"/>
                    <a:pt x="25654" y="56445"/>
                    <a:pt x="32584" y="58664"/>
                  </a:cubicBezTo>
                  <a:cubicBezTo>
                    <a:pt x="39606" y="60913"/>
                    <a:pt x="46354" y="55077"/>
                    <a:pt x="51369" y="51096"/>
                  </a:cubicBezTo>
                  <a:cubicBezTo>
                    <a:pt x="60609" y="43770"/>
                    <a:pt x="65351" y="39576"/>
                    <a:pt x="76749" y="45594"/>
                  </a:cubicBezTo>
                  <a:cubicBezTo>
                    <a:pt x="84166" y="49515"/>
                    <a:pt x="92251" y="47722"/>
                    <a:pt x="99911" y="50275"/>
                  </a:cubicBezTo>
                  <a:cubicBezTo>
                    <a:pt x="104622" y="51855"/>
                    <a:pt x="104318" y="56445"/>
                    <a:pt x="105260" y="60609"/>
                  </a:cubicBezTo>
                  <a:cubicBezTo>
                    <a:pt x="106537" y="66324"/>
                    <a:pt x="110428" y="72676"/>
                    <a:pt x="115808" y="74956"/>
                  </a:cubicBezTo>
                  <a:cubicBezTo>
                    <a:pt x="124714" y="78756"/>
                    <a:pt x="132313" y="67418"/>
                    <a:pt x="140580" y="67813"/>
                  </a:cubicBezTo>
                  <a:cubicBezTo>
                    <a:pt x="145778" y="68056"/>
                    <a:pt x="153438" y="73315"/>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3"/>
            <p:cNvSpPr/>
            <p:nvPr/>
          </p:nvSpPr>
          <p:spPr>
            <a:xfrm>
              <a:off x="2975000" y="442550"/>
              <a:ext cx="3962850" cy="1919500"/>
            </a:xfrm>
            <a:custGeom>
              <a:rect b="b" l="l" r="r" t="t"/>
              <a:pathLst>
                <a:path extrusionOk="0" fill="none" h="76780" w="158514">
                  <a:moveTo>
                    <a:pt x="0" y="1"/>
                  </a:moveTo>
                  <a:cubicBezTo>
                    <a:pt x="4712" y="2949"/>
                    <a:pt x="9666" y="5776"/>
                    <a:pt x="14225" y="8633"/>
                  </a:cubicBezTo>
                  <a:cubicBezTo>
                    <a:pt x="20973" y="12797"/>
                    <a:pt x="16049" y="21977"/>
                    <a:pt x="20760" y="26718"/>
                  </a:cubicBezTo>
                  <a:cubicBezTo>
                    <a:pt x="24438" y="30396"/>
                    <a:pt x="29332" y="35168"/>
                    <a:pt x="28967" y="41004"/>
                  </a:cubicBezTo>
                  <a:cubicBezTo>
                    <a:pt x="28633" y="46202"/>
                    <a:pt x="26444" y="55381"/>
                    <a:pt x="33192" y="57661"/>
                  </a:cubicBezTo>
                  <a:cubicBezTo>
                    <a:pt x="40153" y="60032"/>
                    <a:pt x="47752" y="53953"/>
                    <a:pt x="52494" y="49880"/>
                  </a:cubicBezTo>
                  <a:cubicBezTo>
                    <a:pt x="61703" y="41977"/>
                    <a:pt x="66293" y="38633"/>
                    <a:pt x="77722" y="45016"/>
                  </a:cubicBezTo>
                  <a:cubicBezTo>
                    <a:pt x="84926" y="49059"/>
                    <a:pt x="92707" y="47722"/>
                    <a:pt x="100488" y="50093"/>
                  </a:cubicBezTo>
                  <a:cubicBezTo>
                    <a:pt x="105382" y="51582"/>
                    <a:pt x="104987" y="56080"/>
                    <a:pt x="105838" y="60245"/>
                  </a:cubicBezTo>
                  <a:cubicBezTo>
                    <a:pt x="107023" y="65898"/>
                    <a:pt x="111005" y="72676"/>
                    <a:pt x="116142" y="74227"/>
                  </a:cubicBezTo>
                  <a:cubicBezTo>
                    <a:pt x="124683" y="76780"/>
                    <a:pt x="132191" y="66901"/>
                    <a:pt x="140884" y="67570"/>
                  </a:cubicBezTo>
                  <a:cubicBezTo>
                    <a:pt x="145930" y="67965"/>
                    <a:pt x="153468" y="73224"/>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3"/>
            <p:cNvSpPr/>
            <p:nvPr/>
          </p:nvSpPr>
          <p:spPr>
            <a:xfrm>
              <a:off x="2975000" y="442550"/>
              <a:ext cx="3962100" cy="1896700"/>
            </a:xfrm>
            <a:custGeom>
              <a:rect b="b" l="l" r="r" t="t"/>
              <a:pathLst>
                <a:path extrusionOk="0" fill="none" h="75868" w="158484">
                  <a:moveTo>
                    <a:pt x="0" y="1"/>
                  </a:moveTo>
                  <a:cubicBezTo>
                    <a:pt x="4742" y="2949"/>
                    <a:pt x="9788" y="5441"/>
                    <a:pt x="14438" y="8359"/>
                  </a:cubicBezTo>
                  <a:cubicBezTo>
                    <a:pt x="21520" y="12797"/>
                    <a:pt x="16900" y="20852"/>
                    <a:pt x="21277" y="25837"/>
                  </a:cubicBezTo>
                  <a:cubicBezTo>
                    <a:pt x="24408" y="29424"/>
                    <a:pt x="29758" y="34652"/>
                    <a:pt x="29727" y="40123"/>
                  </a:cubicBezTo>
                  <a:cubicBezTo>
                    <a:pt x="29666" y="45229"/>
                    <a:pt x="27447" y="54014"/>
                    <a:pt x="33770" y="56658"/>
                  </a:cubicBezTo>
                  <a:cubicBezTo>
                    <a:pt x="40396" y="59394"/>
                    <a:pt x="49545" y="52433"/>
                    <a:pt x="53618" y="48542"/>
                  </a:cubicBezTo>
                  <a:cubicBezTo>
                    <a:pt x="62707" y="39788"/>
                    <a:pt x="67448" y="37904"/>
                    <a:pt x="78725" y="44530"/>
                  </a:cubicBezTo>
                  <a:cubicBezTo>
                    <a:pt x="85716" y="48664"/>
                    <a:pt x="93224" y="47722"/>
                    <a:pt x="101066" y="49910"/>
                  </a:cubicBezTo>
                  <a:cubicBezTo>
                    <a:pt x="106142" y="51308"/>
                    <a:pt x="105716" y="55685"/>
                    <a:pt x="106476" y="59849"/>
                  </a:cubicBezTo>
                  <a:cubicBezTo>
                    <a:pt x="107540" y="65503"/>
                    <a:pt x="111279" y="71977"/>
                    <a:pt x="116477" y="73467"/>
                  </a:cubicBezTo>
                  <a:cubicBezTo>
                    <a:pt x="124927" y="75868"/>
                    <a:pt x="132708" y="66354"/>
                    <a:pt x="141188" y="67357"/>
                  </a:cubicBezTo>
                  <a:cubicBezTo>
                    <a:pt x="146143" y="67935"/>
                    <a:pt x="153468" y="7313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3"/>
            <p:cNvSpPr/>
            <p:nvPr/>
          </p:nvSpPr>
          <p:spPr>
            <a:xfrm>
              <a:off x="2975000" y="442550"/>
              <a:ext cx="3962850" cy="1870875"/>
            </a:xfrm>
            <a:custGeom>
              <a:rect b="b" l="l" r="r" t="t"/>
              <a:pathLst>
                <a:path extrusionOk="0" fill="none" h="74835" w="158514">
                  <a:moveTo>
                    <a:pt x="0" y="1"/>
                  </a:moveTo>
                  <a:cubicBezTo>
                    <a:pt x="4803" y="2919"/>
                    <a:pt x="9848" y="5350"/>
                    <a:pt x="14651" y="8116"/>
                  </a:cubicBezTo>
                  <a:cubicBezTo>
                    <a:pt x="21946" y="12311"/>
                    <a:pt x="18086" y="19697"/>
                    <a:pt x="21885" y="24895"/>
                  </a:cubicBezTo>
                  <a:cubicBezTo>
                    <a:pt x="24590" y="28633"/>
                    <a:pt x="30031" y="34013"/>
                    <a:pt x="30396" y="39272"/>
                  </a:cubicBezTo>
                  <a:cubicBezTo>
                    <a:pt x="30791" y="44439"/>
                    <a:pt x="28299" y="52919"/>
                    <a:pt x="34439" y="55625"/>
                  </a:cubicBezTo>
                  <a:cubicBezTo>
                    <a:pt x="41186" y="58603"/>
                    <a:pt x="50670" y="51217"/>
                    <a:pt x="54712" y="47083"/>
                  </a:cubicBezTo>
                  <a:cubicBezTo>
                    <a:pt x="63892" y="37630"/>
                    <a:pt x="68542" y="37266"/>
                    <a:pt x="79789" y="44135"/>
                  </a:cubicBezTo>
                  <a:cubicBezTo>
                    <a:pt x="86476" y="48208"/>
                    <a:pt x="93984" y="47661"/>
                    <a:pt x="101674" y="49728"/>
                  </a:cubicBezTo>
                  <a:cubicBezTo>
                    <a:pt x="106932" y="51126"/>
                    <a:pt x="106416" y="55138"/>
                    <a:pt x="107145" y="59454"/>
                  </a:cubicBezTo>
                  <a:cubicBezTo>
                    <a:pt x="108057" y="64986"/>
                    <a:pt x="111552" y="71339"/>
                    <a:pt x="116872" y="72707"/>
                  </a:cubicBezTo>
                  <a:cubicBezTo>
                    <a:pt x="125322" y="74835"/>
                    <a:pt x="133285" y="65837"/>
                    <a:pt x="141523" y="67114"/>
                  </a:cubicBezTo>
                  <a:cubicBezTo>
                    <a:pt x="146386" y="67874"/>
                    <a:pt x="153559" y="73011"/>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3"/>
            <p:cNvSpPr/>
            <p:nvPr/>
          </p:nvSpPr>
          <p:spPr>
            <a:xfrm>
              <a:off x="2975000" y="442550"/>
              <a:ext cx="3962850" cy="1848075"/>
            </a:xfrm>
            <a:custGeom>
              <a:rect b="b" l="l" r="r" t="t"/>
              <a:pathLst>
                <a:path extrusionOk="0" fill="none" h="73923" w="158514">
                  <a:moveTo>
                    <a:pt x="0" y="1"/>
                  </a:moveTo>
                  <a:cubicBezTo>
                    <a:pt x="4833" y="2888"/>
                    <a:pt x="9909" y="5259"/>
                    <a:pt x="14864" y="7873"/>
                  </a:cubicBezTo>
                  <a:cubicBezTo>
                    <a:pt x="22219" y="11764"/>
                    <a:pt x="19301" y="18390"/>
                    <a:pt x="22584" y="23922"/>
                  </a:cubicBezTo>
                  <a:cubicBezTo>
                    <a:pt x="25046" y="28086"/>
                    <a:pt x="30092" y="33649"/>
                    <a:pt x="31004" y="38542"/>
                  </a:cubicBezTo>
                  <a:cubicBezTo>
                    <a:pt x="31855" y="43284"/>
                    <a:pt x="29150" y="51947"/>
                    <a:pt x="35107" y="54561"/>
                  </a:cubicBezTo>
                  <a:cubicBezTo>
                    <a:pt x="42250" y="57691"/>
                    <a:pt x="51673" y="50032"/>
                    <a:pt x="55746" y="45503"/>
                  </a:cubicBezTo>
                  <a:cubicBezTo>
                    <a:pt x="64834" y="35411"/>
                    <a:pt x="69941" y="36992"/>
                    <a:pt x="80822" y="43770"/>
                  </a:cubicBezTo>
                  <a:cubicBezTo>
                    <a:pt x="87205" y="47782"/>
                    <a:pt x="94683" y="47691"/>
                    <a:pt x="102191" y="49576"/>
                  </a:cubicBezTo>
                  <a:cubicBezTo>
                    <a:pt x="107571" y="50913"/>
                    <a:pt x="107145" y="54682"/>
                    <a:pt x="107783" y="59090"/>
                  </a:cubicBezTo>
                  <a:cubicBezTo>
                    <a:pt x="108604" y="64591"/>
                    <a:pt x="111826" y="70610"/>
                    <a:pt x="117236" y="71917"/>
                  </a:cubicBezTo>
                  <a:cubicBezTo>
                    <a:pt x="125504" y="73923"/>
                    <a:pt x="133863" y="65321"/>
                    <a:pt x="141827" y="66901"/>
                  </a:cubicBezTo>
                  <a:cubicBezTo>
                    <a:pt x="146599" y="67813"/>
                    <a:pt x="153620" y="7292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3"/>
            <p:cNvSpPr/>
            <p:nvPr/>
          </p:nvSpPr>
          <p:spPr>
            <a:xfrm>
              <a:off x="2975000" y="442550"/>
              <a:ext cx="3962100" cy="1826050"/>
            </a:xfrm>
            <a:custGeom>
              <a:rect b="b" l="l" r="r" t="t"/>
              <a:pathLst>
                <a:path extrusionOk="0" fill="none" h="73042" w="158484">
                  <a:moveTo>
                    <a:pt x="0" y="1"/>
                  </a:moveTo>
                  <a:cubicBezTo>
                    <a:pt x="4894" y="2858"/>
                    <a:pt x="10000" y="5168"/>
                    <a:pt x="15076" y="7630"/>
                  </a:cubicBezTo>
                  <a:cubicBezTo>
                    <a:pt x="22402" y="11217"/>
                    <a:pt x="20639" y="16992"/>
                    <a:pt x="23435" y="22980"/>
                  </a:cubicBezTo>
                  <a:cubicBezTo>
                    <a:pt x="25685" y="27813"/>
                    <a:pt x="29910" y="33041"/>
                    <a:pt x="31460" y="37934"/>
                  </a:cubicBezTo>
                  <a:cubicBezTo>
                    <a:pt x="32858" y="42372"/>
                    <a:pt x="29940" y="51096"/>
                    <a:pt x="35867" y="53558"/>
                  </a:cubicBezTo>
                  <a:cubicBezTo>
                    <a:pt x="43618" y="56749"/>
                    <a:pt x="52433" y="48937"/>
                    <a:pt x="56779" y="43831"/>
                  </a:cubicBezTo>
                  <a:cubicBezTo>
                    <a:pt x="65746" y="33314"/>
                    <a:pt x="71552" y="36901"/>
                    <a:pt x="81886" y="43466"/>
                  </a:cubicBezTo>
                  <a:cubicBezTo>
                    <a:pt x="87965" y="47327"/>
                    <a:pt x="95412" y="47752"/>
                    <a:pt x="102707" y="49454"/>
                  </a:cubicBezTo>
                  <a:cubicBezTo>
                    <a:pt x="108148" y="50700"/>
                    <a:pt x="107905" y="54226"/>
                    <a:pt x="108452" y="58725"/>
                  </a:cubicBezTo>
                  <a:cubicBezTo>
                    <a:pt x="109182" y="64226"/>
                    <a:pt x="112130" y="69910"/>
                    <a:pt x="117571" y="71187"/>
                  </a:cubicBezTo>
                  <a:cubicBezTo>
                    <a:pt x="125626" y="73041"/>
                    <a:pt x="134410" y="64895"/>
                    <a:pt x="142100" y="66688"/>
                  </a:cubicBezTo>
                  <a:cubicBezTo>
                    <a:pt x="146751" y="67783"/>
                    <a:pt x="153590" y="72828"/>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3"/>
            <p:cNvSpPr/>
            <p:nvPr/>
          </p:nvSpPr>
          <p:spPr>
            <a:xfrm>
              <a:off x="2975000" y="442550"/>
              <a:ext cx="3962850" cy="1818450"/>
            </a:xfrm>
            <a:custGeom>
              <a:rect b="b" l="l" r="r" t="t"/>
              <a:pathLst>
                <a:path extrusionOk="0" fill="none" h="72738" w="158514">
                  <a:moveTo>
                    <a:pt x="0" y="1"/>
                  </a:moveTo>
                  <a:cubicBezTo>
                    <a:pt x="4924" y="2827"/>
                    <a:pt x="10122" y="5077"/>
                    <a:pt x="15259" y="7387"/>
                  </a:cubicBezTo>
                  <a:cubicBezTo>
                    <a:pt x="22432" y="10609"/>
                    <a:pt x="22159" y="15594"/>
                    <a:pt x="24317" y="22007"/>
                  </a:cubicBezTo>
                  <a:cubicBezTo>
                    <a:pt x="26171" y="27630"/>
                    <a:pt x="29332" y="32402"/>
                    <a:pt x="31733" y="37418"/>
                  </a:cubicBezTo>
                  <a:cubicBezTo>
                    <a:pt x="33831" y="41764"/>
                    <a:pt x="30669" y="50305"/>
                    <a:pt x="36657" y="52615"/>
                  </a:cubicBezTo>
                  <a:cubicBezTo>
                    <a:pt x="44955" y="55868"/>
                    <a:pt x="53162" y="47630"/>
                    <a:pt x="57782" y="42068"/>
                  </a:cubicBezTo>
                  <a:cubicBezTo>
                    <a:pt x="66476" y="31551"/>
                    <a:pt x="73315" y="37022"/>
                    <a:pt x="82950" y="43193"/>
                  </a:cubicBezTo>
                  <a:cubicBezTo>
                    <a:pt x="88695" y="46871"/>
                    <a:pt x="96142" y="47813"/>
                    <a:pt x="103194" y="49333"/>
                  </a:cubicBezTo>
                  <a:cubicBezTo>
                    <a:pt x="108726" y="50488"/>
                    <a:pt x="108634" y="53740"/>
                    <a:pt x="109151" y="58390"/>
                  </a:cubicBezTo>
                  <a:cubicBezTo>
                    <a:pt x="109789" y="63862"/>
                    <a:pt x="112464" y="69211"/>
                    <a:pt x="117996" y="70427"/>
                  </a:cubicBezTo>
                  <a:cubicBezTo>
                    <a:pt x="125778" y="72129"/>
                    <a:pt x="135018" y="64439"/>
                    <a:pt x="142434" y="66506"/>
                  </a:cubicBezTo>
                  <a:cubicBezTo>
                    <a:pt x="146994" y="67752"/>
                    <a:pt x="153650" y="72737"/>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3"/>
            <p:cNvSpPr/>
            <p:nvPr/>
          </p:nvSpPr>
          <p:spPr>
            <a:xfrm>
              <a:off x="2975000" y="442550"/>
              <a:ext cx="3962850" cy="1816175"/>
            </a:xfrm>
            <a:custGeom>
              <a:rect b="b" l="l" r="r" t="t"/>
              <a:pathLst>
                <a:path extrusionOk="0" fill="none" h="72647" w="158514">
                  <a:moveTo>
                    <a:pt x="0" y="1"/>
                  </a:moveTo>
                  <a:cubicBezTo>
                    <a:pt x="4985" y="2797"/>
                    <a:pt x="10244" y="4985"/>
                    <a:pt x="15441" y="7144"/>
                  </a:cubicBezTo>
                  <a:cubicBezTo>
                    <a:pt x="22341" y="10031"/>
                    <a:pt x="23648" y="14621"/>
                    <a:pt x="25259" y="21034"/>
                  </a:cubicBezTo>
                  <a:cubicBezTo>
                    <a:pt x="26688" y="26809"/>
                    <a:pt x="28572" y="31977"/>
                    <a:pt x="31885" y="36992"/>
                  </a:cubicBezTo>
                  <a:cubicBezTo>
                    <a:pt x="34742" y="41278"/>
                    <a:pt x="31429" y="49606"/>
                    <a:pt x="37478" y="51825"/>
                  </a:cubicBezTo>
                  <a:cubicBezTo>
                    <a:pt x="46171" y="55017"/>
                    <a:pt x="54469" y="46202"/>
                    <a:pt x="58755" y="40305"/>
                  </a:cubicBezTo>
                  <a:cubicBezTo>
                    <a:pt x="66232" y="30001"/>
                    <a:pt x="76415" y="38025"/>
                    <a:pt x="84044" y="42889"/>
                  </a:cubicBezTo>
                  <a:cubicBezTo>
                    <a:pt x="89546" y="46384"/>
                    <a:pt x="96841" y="47874"/>
                    <a:pt x="103680" y="49211"/>
                  </a:cubicBezTo>
                  <a:cubicBezTo>
                    <a:pt x="109242" y="50305"/>
                    <a:pt x="109364" y="53254"/>
                    <a:pt x="109850" y="58026"/>
                  </a:cubicBezTo>
                  <a:cubicBezTo>
                    <a:pt x="110397" y="63436"/>
                    <a:pt x="112829" y="68482"/>
                    <a:pt x="118422" y="69667"/>
                  </a:cubicBezTo>
                  <a:cubicBezTo>
                    <a:pt x="125930" y="71278"/>
                    <a:pt x="135626" y="64044"/>
                    <a:pt x="142708" y="66293"/>
                  </a:cubicBezTo>
                  <a:cubicBezTo>
                    <a:pt x="147176" y="67692"/>
                    <a:pt x="153681" y="7264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3"/>
            <p:cNvSpPr/>
            <p:nvPr/>
          </p:nvSpPr>
          <p:spPr>
            <a:xfrm>
              <a:off x="2975000" y="442550"/>
              <a:ext cx="3962850" cy="1813875"/>
            </a:xfrm>
            <a:custGeom>
              <a:rect b="b" l="l" r="r" t="t"/>
              <a:pathLst>
                <a:path extrusionOk="0" fill="none" h="72555" w="158514">
                  <a:moveTo>
                    <a:pt x="0" y="1"/>
                  </a:moveTo>
                  <a:cubicBezTo>
                    <a:pt x="5015" y="2767"/>
                    <a:pt x="10335" y="4894"/>
                    <a:pt x="15624" y="6931"/>
                  </a:cubicBezTo>
                  <a:cubicBezTo>
                    <a:pt x="22189" y="9423"/>
                    <a:pt x="24925" y="13648"/>
                    <a:pt x="26262" y="20031"/>
                  </a:cubicBezTo>
                  <a:cubicBezTo>
                    <a:pt x="27508" y="25958"/>
                    <a:pt x="27843" y="31582"/>
                    <a:pt x="31916" y="36597"/>
                  </a:cubicBezTo>
                  <a:cubicBezTo>
                    <a:pt x="35290" y="40731"/>
                    <a:pt x="32432" y="49150"/>
                    <a:pt x="38299" y="51096"/>
                  </a:cubicBezTo>
                  <a:cubicBezTo>
                    <a:pt x="47326" y="54105"/>
                    <a:pt x="55138" y="44804"/>
                    <a:pt x="59758" y="38512"/>
                  </a:cubicBezTo>
                  <a:cubicBezTo>
                    <a:pt x="66901" y="28816"/>
                    <a:pt x="78512" y="38512"/>
                    <a:pt x="85139" y="42585"/>
                  </a:cubicBezTo>
                  <a:cubicBezTo>
                    <a:pt x="90397" y="45807"/>
                    <a:pt x="97510" y="47995"/>
                    <a:pt x="104105" y="49120"/>
                  </a:cubicBezTo>
                  <a:cubicBezTo>
                    <a:pt x="109698" y="50062"/>
                    <a:pt x="109729" y="52707"/>
                    <a:pt x="110580" y="57691"/>
                  </a:cubicBezTo>
                  <a:cubicBezTo>
                    <a:pt x="111461" y="63071"/>
                    <a:pt x="112829" y="67692"/>
                    <a:pt x="118878" y="68938"/>
                  </a:cubicBezTo>
                  <a:cubicBezTo>
                    <a:pt x="126082" y="70427"/>
                    <a:pt x="136234" y="63649"/>
                    <a:pt x="143012" y="66111"/>
                  </a:cubicBezTo>
                  <a:cubicBezTo>
                    <a:pt x="147359" y="67661"/>
                    <a:pt x="153742" y="7255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3"/>
            <p:cNvSpPr/>
            <p:nvPr/>
          </p:nvSpPr>
          <p:spPr>
            <a:xfrm>
              <a:off x="2975000" y="442550"/>
              <a:ext cx="3962850" cy="1804000"/>
            </a:xfrm>
            <a:custGeom>
              <a:rect b="b" l="l" r="r" t="t"/>
              <a:pathLst>
                <a:path extrusionOk="0" fill="none" h="72160" w="158514">
                  <a:moveTo>
                    <a:pt x="0" y="1"/>
                  </a:moveTo>
                  <a:cubicBezTo>
                    <a:pt x="5076" y="2736"/>
                    <a:pt x="10456" y="4803"/>
                    <a:pt x="15806" y="6688"/>
                  </a:cubicBezTo>
                  <a:cubicBezTo>
                    <a:pt x="22037" y="8876"/>
                    <a:pt x="26049" y="12767"/>
                    <a:pt x="27326" y="18967"/>
                  </a:cubicBezTo>
                  <a:cubicBezTo>
                    <a:pt x="28542" y="24925"/>
                    <a:pt x="27326" y="31126"/>
                    <a:pt x="31855" y="36202"/>
                  </a:cubicBezTo>
                  <a:cubicBezTo>
                    <a:pt x="35381" y="40153"/>
                    <a:pt x="33618" y="48725"/>
                    <a:pt x="39150" y="50457"/>
                  </a:cubicBezTo>
                  <a:cubicBezTo>
                    <a:pt x="48329" y="53314"/>
                    <a:pt x="55746" y="42919"/>
                    <a:pt x="60792" y="36810"/>
                  </a:cubicBezTo>
                  <a:cubicBezTo>
                    <a:pt x="67995" y="28086"/>
                    <a:pt x="80032" y="38360"/>
                    <a:pt x="86263" y="42159"/>
                  </a:cubicBezTo>
                  <a:cubicBezTo>
                    <a:pt x="91430" y="45320"/>
                    <a:pt x="98057" y="48056"/>
                    <a:pt x="104561" y="48998"/>
                  </a:cubicBezTo>
                  <a:cubicBezTo>
                    <a:pt x="115747" y="50700"/>
                    <a:pt x="107692" y="65898"/>
                    <a:pt x="119303" y="68178"/>
                  </a:cubicBezTo>
                  <a:cubicBezTo>
                    <a:pt x="126294" y="69576"/>
                    <a:pt x="136872" y="63254"/>
                    <a:pt x="143316" y="65898"/>
                  </a:cubicBezTo>
                  <a:cubicBezTo>
                    <a:pt x="147784" y="67752"/>
                    <a:pt x="153407" y="7216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3"/>
            <p:cNvSpPr/>
            <p:nvPr/>
          </p:nvSpPr>
          <p:spPr>
            <a:xfrm>
              <a:off x="2975000" y="442550"/>
              <a:ext cx="3962100" cy="1802475"/>
            </a:xfrm>
            <a:custGeom>
              <a:rect b="b" l="l" r="r" t="t"/>
              <a:pathLst>
                <a:path extrusionOk="0" fill="none" h="72099" w="158484">
                  <a:moveTo>
                    <a:pt x="0" y="1"/>
                  </a:moveTo>
                  <a:cubicBezTo>
                    <a:pt x="5107" y="2706"/>
                    <a:pt x="10760" y="4590"/>
                    <a:pt x="15958" y="6444"/>
                  </a:cubicBezTo>
                  <a:cubicBezTo>
                    <a:pt x="21764" y="8511"/>
                    <a:pt x="26931" y="11733"/>
                    <a:pt x="28390" y="17843"/>
                  </a:cubicBezTo>
                  <a:cubicBezTo>
                    <a:pt x="29788" y="23740"/>
                    <a:pt x="26900" y="30579"/>
                    <a:pt x="31672" y="35867"/>
                  </a:cubicBezTo>
                  <a:cubicBezTo>
                    <a:pt x="35107" y="39636"/>
                    <a:pt x="34925" y="48390"/>
                    <a:pt x="40001" y="49849"/>
                  </a:cubicBezTo>
                  <a:cubicBezTo>
                    <a:pt x="49302" y="52494"/>
                    <a:pt x="56415" y="40761"/>
                    <a:pt x="61886" y="35320"/>
                  </a:cubicBezTo>
                  <a:cubicBezTo>
                    <a:pt x="69211" y="28025"/>
                    <a:pt x="81278" y="37873"/>
                    <a:pt x="87327" y="41612"/>
                  </a:cubicBezTo>
                  <a:cubicBezTo>
                    <a:pt x="92585" y="44864"/>
                    <a:pt x="98421" y="48117"/>
                    <a:pt x="104926" y="48968"/>
                  </a:cubicBezTo>
                  <a:cubicBezTo>
                    <a:pt x="116385" y="50457"/>
                    <a:pt x="108239" y="65442"/>
                    <a:pt x="119759" y="67509"/>
                  </a:cubicBezTo>
                  <a:cubicBezTo>
                    <a:pt x="126659" y="68725"/>
                    <a:pt x="137298" y="62980"/>
                    <a:pt x="143559" y="65716"/>
                  </a:cubicBezTo>
                  <a:cubicBezTo>
                    <a:pt x="147936" y="67631"/>
                    <a:pt x="153407" y="72099"/>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3"/>
            <p:cNvSpPr/>
            <p:nvPr/>
          </p:nvSpPr>
          <p:spPr>
            <a:xfrm>
              <a:off x="2975000" y="442550"/>
              <a:ext cx="3962850" cy="1800200"/>
            </a:xfrm>
            <a:custGeom>
              <a:rect b="b" l="l" r="r" t="t"/>
              <a:pathLst>
                <a:path extrusionOk="0" fill="none" h="72008" w="158514">
                  <a:moveTo>
                    <a:pt x="0" y="1"/>
                  </a:moveTo>
                  <a:cubicBezTo>
                    <a:pt x="5167" y="2645"/>
                    <a:pt x="10821" y="4499"/>
                    <a:pt x="16140" y="6201"/>
                  </a:cubicBezTo>
                  <a:cubicBezTo>
                    <a:pt x="21976" y="8055"/>
                    <a:pt x="27630" y="11065"/>
                    <a:pt x="29484" y="16657"/>
                  </a:cubicBezTo>
                  <a:cubicBezTo>
                    <a:pt x="31308" y="22159"/>
                    <a:pt x="26748" y="29940"/>
                    <a:pt x="31521" y="35442"/>
                  </a:cubicBezTo>
                  <a:cubicBezTo>
                    <a:pt x="34621" y="38998"/>
                    <a:pt x="36414" y="48147"/>
                    <a:pt x="40913" y="49211"/>
                  </a:cubicBezTo>
                  <a:cubicBezTo>
                    <a:pt x="50244" y="51430"/>
                    <a:pt x="56749" y="38846"/>
                    <a:pt x="63041" y="34044"/>
                  </a:cubicBezTo>
                  <a:cubicBezTo>
                    <a:pt x="70731" y="28147"/>
                    <a:pt x="82190" y="36992"/>
                    <a:pt x="88391" y="40943"/>
                  </a:cubicBezTo>
                  <a:cubicBezTo>
                    <a:pt x="93862" y="44409"/>
                    <a:pt x="98695" y="48147"/>
                    <a:pt x="105352" y="48907"/>
                  </a:cubicBezTo>
                  <a:cubicBezTo>
                    <a:pt x="117024" y="50184"/>
                    <a:pt x="108786" y="64834"/>
                    <a:pt x="120276" y="66780"/>
                  </a:cubicBezTo>
                  <a:cubicBezTo>
                    <a:pt x="126993" y="67904"/>
                    <a:pt x="137784" y="62585"/>
                    <a:pt x="143863" y="65533"/>
                  </a:cubicBezTo>
                  <a:cubicBezTo>
                    <a:pt x="148149" y="67570"/>
                    <a:pt x="153468" y="72008"/>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3"/>
            <p:cNvSpPr/>
            <p:nvPr/>
          </p:nvSpPr>
          <p:spPr>
            <a:xfrm>
              <a:off x="2975000" y="442550"/>
              <a:ext cx="3963625" cy="1798675"/>
            </a:xfrm>
            <a:custGeom>
              <a:rect b="b" l="l" r="r" t="t"/>
              <a:pathLst>
                <a:path extrusionOk="0" fill="none" h="71947" w="158545">
                  <a:moveTo>
                    <a:pt x="0" y="1"/>
                  </a:moveTo>
                  <a:cubicBezTo>
                    <a:pt x="5198" y="2615"/>
                    <a:pt x="10912" y="4408"/>
                    <a:pt x="16323" y="5958"/>
                  </a:cubicBezTo>
                  <a:cubicBezTo>
                    <a:pt x="22067" y="7630"/>
                    <a:pt x="28147" y="10365"/>
                    <a:pt x="30578" y="15472"/>
                  </a:cubicBezTo>
                  <a:cubicBezTo>
                    <a:pt x="33192" y="20974"/>
                    <a:pt x="26931" y="29059"/>
                    <a:pt x="31369" y="35047"/>
                  </a:cubicBezTo>
                  <a:cubicBezTo>
                    <a:pt x="33831" y="38390"/>
                    <a:pt x="37904" y="47904"/>
                    <a:pt x="41825" y="48542"/>
                  </a:cubicBezTo>
                  <a:cubicBezTo>
                    <a:pt x="50883" y="50062"/>
                    <a:pt x="57296" y="36931"/>
                    <a:pt x="64257" y="33010"/>
                  </a:cubicBezTo>
                  <a:cubicBezTo>
                    <a:pt x="72160" y="28512"/>
                    <a:pt x="83102" y="35928"/>
                    <a:pt x="89424" y="40153"/>
                  </a:cubicBezTo>
                  <a:cubicBezTo>
                    <a:pt x="94804" y="43740"/>
                    <a:pt x="98877" y="48208"/>
                    <a:pt x="105747" y="48846"/>
                  </a:cubicBezTo>
                  <a:cubicBezTo>
                    <a:pt x="117601" y="49971"/>
                    <a:pt x="109425" y="64257"/>
                    <a:pt x="120793" y="66081"/>
                  </a:cubicBezTo>
                  <a:cubicBezTo>
                    <a:pt x="127419" y="67144"/>
                    <a:pt x="138270" y="62281"/>
                    <a:pt x="144167" y="65351"/>
                  </a:cubicBezTo>
                  <a:cubicBezTo>
                    <a:pt x="148362" y="67540"/>
                    <a:pt x="153529" y="71947"/>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3"/>
            <p:cNvSpPr/>
            <p:nvPr/>
          </p:nvSpPr>
          <p:spPr>
            <a:xfrm>
              <a:off x="2975000" y="442550"/>
              <a:ext cx="3962850" cy="1795650"/>
            </a:xfrm>
            <a:custGeom>
              <a:rect b="b" l="l" r="r" t="t"/>
              <a:pathLst>
                <a:path extrusionOk="0" fill="none" h="71826" w="158514">
                  <a:moveTo>
                    <a:pt x="0" y="1"/>
                  </a:moveTo>
                  <a:cubicBezTo>
                    <a:pt x="5259" y="2584"/>
                    <a:pt x="10973" y="4317"/>
                    <a:pt x="16475" y="5745"/>
                  </a:cubicBezTo>
                  <a:cubicBezTo>
                    <a:pt x="22250" y="7235"/>
                    <a:pt x="28542" y="9788"/>
                    <a:pt x="31581" y="14195"/>
                  </a:cubicBezTo>
                  <a:cubicBezTo>
                    <a:pt x="35168" y="19332"/>
                    <a:pt x="27326" y="28238"/>
                    <a:pt x="31247" y="34560"/>
                  </a:cubicBezTo>
                  <a:cubicBezTo>
                    <a:pt x="33253" y="37782"/>
                    <a:pt x="39150" y="47418"/>
                    <a:pt x="42737" y="47722"/>
                  </a:cubicBezTo>
                  <a:cubicBezTo>
                    <a:pt x="51612" y="48482"/>
                    <a:pt x="57752" y="35229"/>
                    <a:pt x="65412" y="32129"/>
                  </a:cubicBezTo>
                  <a:cubicBezTo>
                    <a:pt x="73588" y="28816"/>
                    <a:pt x="84044" y="34804"/>
                    <a:pt x="90275" y="39302"/>
                  </a:cubicBezTo>
                  <a:cubicBezTo>
                    <a:pt x="95351" y="42980"/>
                    <a:pt x="98938" y="48269"/>
                    <a:pt x="106081" y="48816"/>
                  </a:cubicBezTo>
                  <a:cubicBezTo>
                    <a:pt x="111704" y="49241"/>
                    <a:pt x="112981" y="50670"/>
                    <a:pt x="114136" y="56111"/>
                  </a:cubicBezTo>
                  <a:cubicBezTo>
                    <a:pt x="115139" y="60792"/>
                    <a:pt x="115321" y="64470"/>
                    <a:pt x="121279" y="65381"/>
                  </a:cubicBezTo>
                  <a:cubicBezTo>
                    <a:pt x="127784" y="66385"/>
                    <a:pt x="138696" y="61947"/>
                    <a:pt x="144410" y="65169"/>
                  </a:cubicBezTo>
                  <a:cubicBezTo>
                    <a:pt x="148483" y="67448"/>
                    <a:pt x="153529" y="7182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3"/>
            <p:cNvSpPr/>
            <p:nvPr/>
          </p:nvSpPr>
          <p:spPr>
            <a:xfrm>
              <a:off x="2975000" y="442550"/>
              <a:ext cx="3962850" cy="1794125"/>
            </a:xfrm>
            <a:custGeom>
              <a:rect b="b" l="l" r="r" t="t"/>
              <a:pathLst>
                <a:path extrusionOk="0" fill="none" h="71765" w="158514">
                  <a:moveTo>
                    <a:pt x="0" y="1"/>
                  </a:moveTo>
                  <a:cubicBezTo>
                    <a:pt x="5319" y="2554"/>
                    <a:pt x="11064" y="4226"/>
                    <a:pt x="16627" y="5502"/>
                  </a:cubicBezTo>
                  <a:cubicBezTo>
                    <a:pt x="22523" y="6840"/>
                    <a:pt x="28663" y="9302"/>
                    <a:pt x="32554" y="12919"/>
                  </a:cubicBezTo>
                  <a:cubicBezTo>
                    <a:pt x="36931" y="17022"/>
                    <a:pt x="28906" y="28268"/>
                    <a:pt x="31247" y="33983"/>
                  </a:cubicBezTo>
                  <a:cubicBezTo>
                    <a:pt x="32615" y="37326"/>
                    <a:pt x="40031" y="46658"/>
                    <a:pt x="43679" y="46719"/>
                  </a:cubicBezTo>
                  <a:cubicBezTo>
                    <a:pt x="52433" y="46810"/>
                    <a:pt x="58117" y="33861"/>
                    <a:pt x="66628" y="31430"/>
                  </a:cubicBezTo>
                  <a:cubicBezTo>
                    <a:pt x="75108" y="28998"/>
                    <a:pt x="85078" y="33709"/>
                    <a:pt x="91066" y="38451"/>
                  </a:cubicBezTo>
                  <a:cubicBezTo>
                    <a:pt x="95899" y="42250"/>
                    <a:pt x="98847" y="48482"/>
                    <a:pt x="106446" y="48785"/>
                  </a:cubicBezTo>
                  <a:cubicBezTo>
                    <a:pt x="119030" y="49272"/>
                    <a:pt x="110853" y="62950"/>
                    <a:pt x="121826" y="64743"/>
                  </a:cubicBezTo>
                  <a:cubicBezTo>
                    <a:pt x="128088" y="65746"/>
                    <a:pt x="139121" y="61612"/>
                    <a:pt x="144684" y="64986"/>
                  </a:cubicBezTo>
                  <a:cubicBezTo>
                    <a:pt x="148666" y="67388"/>
                    <a:pt x="153559" y="7176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3"/>
            <p:cNvSpPr/>
            <p:nvPr/>
          </p:nvSpPr>
          <p:spPr>
            <a:xfrm>
              <a:off x="2975000" y="442550"/>
              <a:ext cx="3962850" cy="1791075"/>
            </a:xfrm>
            <a:custGeom>
              <a:rect b="b" l="l" r="r" t="t"/>
              <a:pathLst>
                <a:path extrusionOk="0" fill="none" h="71643" w="158514">
                  <a:moveTo>
                    <a:pt x="0" y="1"/>
                  </a:moveTo>
                  <a:cubicBezTo>
                    <a:pt x="5319" y="2523"/>
                    <a:pt x="11155" y="4134"/>
                    <a:pt x="16779" y="5259"/>
                  </a:cubicBezTo>
                  <a:cubicBezTo>
                    <a:pt x="22736" y="6475"/>
                    <a:pt x="29302" y="9058"/>
                    <a:pt x="33405" y="11672"/>
                  </a:cubicBezTo>
                  <a:cubicBezTo>
                    <a:pt x="37660" y="14378"/>
                    <a:pt x="30821" y="28968"/>
                    <a:pt x="31399" y="33314"/>
                  </a:cubicBezTo>
                  <a:cubicBezTo>
                    <a:pt x="31885" y="36931"/>
                    <a:pt x="40578" y="45624"/>
                    <a:pt x="44651" y="45472"/>
                  </a:cubicBezTo>
                  <a:cubicBezTo>
                    <a:pt x="53101" y="45168"/>
                    <a:pt x="58421" y="32828"/>
                    <a:pt x="67874" y="30852"/>
                  </a:cubicBezTo>
                  <a:cubicBezTo>
                    <a:pt x="76658" y="29028"/>
                    <a:pt x="86233" y="32706"/>
                    <a:pt x="91856" y="37509"/>
                  </a:cubicBezTo>
                  <a:cubicBezTo>
                    <a:pt x="96476" y="41491"/>
                    <a:pt x="98908" y="48542"/>
                    <a:pt x="106780" y="48755"/>
                  </a:cubicBezTo>
                  <a:cubicBezTo>
                    <a:pt x="112647" y="48907"/>
                    <a:pt x="114045" y="50184"/>
                    <a:pt x="115565" y="55503"/>
                  </a:cubicBezTo>
                  <a:cubicBezTo>
                    <a:pt x="116841" y="60062"/>
                    <a:pt x="116628" y="63132"/>
                    <a:pt x="122404" y="64044"/>
                  </a:cubicBezTo>
                  <a:cubicBezTo>
                    <a:pt x="128544" y="65047"/>
                    <a:pt x="139486" y="61278"/>
                    <a:pt x="144957" y="64804"/>
                  </a:cubicBezTo>
                  <a:cubicBezTo>
                    <a:pt x="148818" y="67296"/>
                    <a:pt x="153559" y="71643"/>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3"/>
            <p:cNvSpPr/>
            <p:nvPr/>
          </p:nvSpPr>
          <p:spPr>
            <a:xfrm>
              <a:off x="2975000" y="442550"/>
              <a:ext cx="3962100" cy="1789575"/>
            </a:xfrm>
            <a:custGeom>
              <a:rect b="b" l="l" r="r" t="t"/>
              <a:pathLst>
                <a:path extrusionOk="0" fill="none" h="71583" w="158484">
                  <a:moveTo>
                    <a:pt x="0" y="1"/>
                  </a:moveTo>
                  <a:cubicBezTo>
                    <a:pt x="5380" y="2463"/>
                    <a:pt x="11216" y="4043"/>
                    <a:pt x="16900" y="5016"/>
                  </a:cubicBezTo>
                  <a:cubicBezTo>
                    <a:pt x="22797" y="6049"/>
                    <a:pt x="29058" y="8724"/>
                    <a:pt x="34135" y="10457"/>
                  </a:cubicBezTo>
                  <a:cubicBezTo>
                    <a:pt x="39667" y="12372"/>
                    <a:pt x="32037" y="28846"/>
                    <a:pt x="31855" y="32463"/>
                  </a:cubicBezTo>
                  <a:cubicBezTo>
                    <a:pt x="31672" y="36597"/>
                    <a:pt x="40852" y="44712"/>
                    <a:pt x="45503" y="44074"/>
                  </a:cubicBezTo>
                  <a:cubicBezTo>
                    <a:pt x="54165" y="42889"/>
                    <a:pt x="59606" y="32038"/>
                    <a:pt x="69090" y="30335"/>
                  </a:cubicBezTo>
                  <a:cubicBezTo>
                    <a:pt x="77479" y="28846"/>
                    <a:pt x="87388" y="31703"/>
                    <a:pt x="92646" y="36566"/>
                  </a:cubicBezTo>
                  <a:cubicBezTo>
                    <a:pt x="97084" y="40670"/>
                    <a:pt x="98908" y="48634"/>
                    <a:pt x="107084" y="48725"/>
                  </a:cubicBezTo>
                  <a:cubicBezTo>
                    <a:pt x="112890" y="48816"/>
                    <a:pt x="114501" y="49910"/>
                    <a:pt x="116203" y="55229"/>
                  </a:cubicBezTo>
                  <a:cubicBezTo>
                    <a:pt x="117571" y="59606"/>
                    <a:pt x="117297" y="62555"/>
                    <a:pt x="122951" y="63436"/>
                  </a:cubicBezTo>
                  <a:cubicBezTo>
                    <a:pt x="129030" y="64378"/>
                    <a:pt x="139851" y="60944"/>
                    <a:pt x="145200" y="64622"/>
                  </a:cubicBezTo>
                  <a:cubicBezTo>
                    <a:pt x="148939" y="67205"/>
                    <a:pt x="153590" y="7158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3"/>
            <p:cNvSpPr/>
            <p:nvPr/>
          </p:nvSpPr>
          <p:spPr>
            <a:xfrm>
              <a:off x="2975000" y="442550"/>
              <a:ext cx="3962850" cy="1785000"/>
            </a:xfrm>
            <a:custGeom>
              <a:rect b="b" l="l" r="r" t="t"/>
              <a:pathLst>
                <a:path extrusionOk="0" fill="none" h="71400" w="158514">
                  <a:moveTo>
                    <a:pt x="0" y="1"/>
                  </a:moveTo>
                  <a:cubicBezTo>
                    <a:pt x="5411" y="2432"/>
                    <a:pt x="11307" y="3952"/>
                    <a:pt x="17052" y="4803"/>
                  </a:cubicBezTo>
                  <a:cubicBezTo>
                    <a:pt x="22949" y="5685"/>
                    <a:pt x="29028" y="8967"/>
                    <a:pt x="34682" y="9362"/>
                  </a:cubicBezTo>
                  <a:cubicBezTo>
                    <a:pt x="42007" y="9849"/>
                    <a:pt x="33557" y="28360"/>
                    <a:pt x="32858" y="31065"/>
                  </a:cubicBezTo>
                  <a:cubicBezTo>
                    <a:pt x="31308" y="36931"/>
                    <a:pt x="41095" y="43801"/>
                    <a:pt x="46141" y="42676"/>
                  </a:cubicBezTo>
                  <a:cubicBezTo>
                    <a:pt x="54925" y="40761"/>
                    <a:pt x="60731" y="31703"/>
                    <a:pt x="70245" y="29819"/>
                  </a:cubicBezTo>
                  <a:cubicBezTo>
                    <a:pt x="78451" y="28177"/>
                    <a:pt x="88573" y="30731"/>
                    <a:pt x="93497" y="35563"/>
                  </a:cubicBezTo>
                  <a:cubicBezTo>
                    <a:pt x="97753" y="39728"/>
                    <a:pt x="98969" y="48725"/>
                    <a:pt x="107419" y="48755"/>
                  </a:cubicBezTo>
                  <a:cubicBezTo>
                    <a:pt x="113163" y="48755"/>
                    <a:pt x="115018" y="49667"/>
                    <a:pt x="116872" y="54956"/>
                  </a:cubicBezTo>
                  <a:cubicBezTo>
                    <a:pt x="118331" y="59181"/>
                    <a:pt x="118027" y="61977"/>
                    <a:pt x="123559" y="62798"/>
                  </a:cubicBezTo>
                  <a:cubicBezTo>
                    <a:pt x="129638" y="63710"/>
                    <a:pt x="140459" y="60579"/>
                    <a:pt x="145504" y="64470"/>
                  </a:cubicBezTo>
                  <a:cubicBezTo>
                    <a:pt x="148939" y="67144"/>
                    <a:pt x="153802" y="7140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3"/>
            <p:cNvSpPr/>
            <p:nvPr/>
          </p:nvSpPr>
          <p:spPr>
            <a:xfrm>
              <a:off x="2975000" y="442550"/>
              <a:ext cx="3962100" cy="1781975"/>
            </a:xfrm>
            <a:custGeom>
              <a:rect b="b" l="l" r="r" t="t"/>
              <a:pathLst>
                <a:path extrusionOk="0" fill="none" h="71279" w="158484">
                  <a:moveTo>
                    <a:pt x="0" y="1"/>
                  </a:moveTo>
                  <a:cubicBezTo>
                    <a:pt x="5471" y="2402"/>
                    <a:pt x="11247" y="3922"/>
                    <a:pt x="17174" y="4560"/>
                  </a:cubicBezTo>
                  <a:cubicBezTo>
                    <a:pt x="23253" y="5198"/>
                    <a:pt x="29514" y="8420"/>
                    <a:pt x="35107" y="8177"/>
                  </a:cubicBezTo>
                  <a:cubicBezTo>
                    <a:pt x="44044" y="7782"/>
                    <a:pt x="35290" y="26718"/>
                    <a:pt x="34256" y="29089"/>
                  </a:cubicBezTo>
                  <a:cubicBezTo>
                    <a:pt x="31369" y="35959"/>
                    <a:pt x="40578" y="42980"/>
                    <a:pt x="46658" y="41247"/>
                  </a:cubicBezTo>
                  <a:cubicBezTo>
                    <a:pt x="55533" y="38785"/>
                    <a:pt x="61947" y="31490"/>
                    <a:pt x="71369" y="29180"/>
                  </a:cubicBezTo>
                  <a:cubicBezTo>
                    <a:pt x="79424" y="27174"/>
                    <a:pt x="89819" y="29697"/>
                    <a:pt x="94470" y="34439"/>
                  </a:cubicBezTo>
                  <a:cubicBezTo>
                    <a:pt x="98482" y="38573"/>
                    <a:pt x="99090" y="48785"/>
                    <a:pt x="107753" y="48694"/>
                  </a:cubicBezTo>
                  <a:cubicBezTo>
                    <a:pt x="113407" y="48634"/>
                    <a:pt x="115504" y="49424"/>
                    <a:pt x="117510" y="54652"/>
                  </a:cubicBezTo>
                  <a:cubicBezTo>
                    <a:pt x="119060" y="58694"/>
                    <a:pt x="118665" y="61400"/>
                    <a:pt x="124167" y="62160"/>
                  </a:cubicBezTo>
                  <a:cubicBezTo>
                    <a:pt x="130246" y="62980"/>
                    <a:pt x="140793" y="60245"/>
                    <a:pt x="145717" y="64257"/>
                  </a:cubicBezTo>
                  <a:cubicBezTo>
                    <a:pt x="149061" y="66962"/>
                    <a:pt x="153802" y="71278"/>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3"/>
            <p:cNvSpPr/>
            <p:nvPr/>
          </p:nvSpPr>
          <p:spPr>
            <a:xfrm>
              <a:off x="2975000" y="442550"/>
              <a:ext cx="3962850" cy="1781200"/>
            </a:xfrm>
            <a:custGeom>
              <a:rect b="b" l="l" r="r" t="t"/>
              <a:pathLst>
                <a:path extrusionOk="0" fill="none" h="71248" w="158514">
                  <a:moveTo>
                    <a:pt x="0" y="1"/>
                  </a:moveTo>
                  <a:cubicBezTo>
                    <a:pt x="5502" y="2371"/>
                    <a:pt x="11338" y="3830"/>
                    <a:pt x="17326" y="4347"/>
                  </a:cubicBezTo>
                  <a:cubicBezTo>
                    <a:pt x="23405" y="4833"/>
                    <a:pt x="29484" y="7478"/>
                    <a:pt x="35381" y="7083"/>
                  </a:cubicBezTo>
                  <a:cubicBezTo>
                    <a:pt x="46171" y="6384"/>
                    <a:pt x="37660" y="22007"/>
                    <a:pt x="36080" y="26718"/>
                  </a:cubicBezTo>
                  <a:cubicBezTo>
                    <a:pt x="34560" y="31247"/>
                    <a:pt x="33192" y="34591"/>
                    <a:pt x="37387" y="37934"/>
                  </a:cubicBezTo>
                  <a:cubicBezTo>
                    <a:pt x="40062" y="40032"/>
                    <a:pt x="43983" y="40913"/>
                    <a:pt x="47144" y="39940"/>
                  </a:cubicBezTo>
                  <a:cubicBezTo>
                    <a:pt x="52007" y="38421"/>
                    <a:pt x="55959" y="34864"/>
                    <a:pt x="60548" y="32524"/>
                  </a:cubicBezTo>
                  <a:cubicBezTo>
                    <a:pt x="64409" y="30579"/>
                    <a:pt x="68360" y="29758"/>
                    <a:pt x="72403" y="28512"/>
                  </a:cubicBezTo>
                  <a:cubicBezTo>
                    <a:pt x="80275" y="26080"/>
                    <a:pt x="91187" y="28724"/>
                    <a:pt x="95503" y="33314"/>
                  </a:cubicBezTo>
                  <a:cubicBezTo>
                    <a:pt x="99303" y="37296"/>
                    <a:pt x="99212" y="48877"/>
                    <a:pt x="108118" y="48694"/>
                  </a:cubicBezTo>
                  <a:cubicBezTo>
                    <a:pt x="113589" y="48573"/>
                    <a:pt x="115990" y="49302"/>
                    <a:pt x="118148" y="54409"/>
                  </a:cubicBezTo>
                  <a:cubicBezTo>
                    <a:pt x="119820" y="58299"/>
                    <a:pt x="119364" y="60974"/>
                    <a:pt x="124805" y="61612"/>
                  </a:cubicBezTo>
                  <a:cubicBezTo>
                    <a:pt x="130519" y="62281"/>
                    <a:pt x="141249" y="59819"/>
                    <a:pt x="145991" y="64135"/>
                  </a:cubicBezTo>
                  <a:cubicBezTo>
                    <a:pt x="149213" y="67023"/>
                    <a:pt x="153863" y="71248"/>
                    <a:pt x="158514" y="68695"/>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3"/>
            <p:cNvSpPr/>
            <p:nvPr/>
          </p:nvSpPr>
          <p:spPr>
            <a:xfrm>
              <a:off x="2975000" y="442550"/>
              <a:ext cx="3962100" cy="1777400"/>
            </a:xfrm>
            <a:custGeom>
              <a:rect b="b" l="l" r="r" t="t"/>
              <a:pathLst>
                <a:path extrusionOk="0" fill="none" h="71096" w="158484">
                  <a:moveTo>
                    <a:pt x="0" y="1"/>
                  </a:moveTo>
                  <a:cubicBezTo>
                    <a:pt x="5532" y="2341"/>
                    <a:pt x="11429" y="3739"/>
                    <a:pt x="17447" y="4104"/>
                  </a:cubicBezTo>
                  <a:cubicBezTo>
                    <a:pt x="23496" y="4469"/>
                    <a:pt x="29484" y="6596"/>
                    <a:pt x="35533" y="6049"/>
                  </a:cubicBezTo>
                  <a:cubicBezTo>
                    <a:pt x="47357" y="4955"/>
                    <a:pt x="40822" y="16809"/>
                    <a:pt x="38208" y="23983"/>
                  </a:cubicBezTo>
                  <a:cubicBezTo>
                    <a:pt x="36657" y="28329"/>
                    <a:pt x="33557" y="33253"/>
                    <a:pt x="37691" y="36962"/>
                  </a:cubicBezTo>
                  <a:cubicBezTo>
                    <a:pt x="40244" y="39272"/>
                    <a:pt x="44591" y="39636"/>
                    <a:pt x="47661" y="38603"/>
                  </a:cubicBezTo>
                  <a:cubicBezTo>
                    <a:pt x="52646" y="36931"/>
                    <a:pt x="56901" y="33557"/>
                    <a:pt x="61764" y="31460"/>
                  </a:cubicBezTo>
                  <a:cubicBezTo>
                    <a:pt x="65533" y="29819"/>
                    <a:pt x="69576" y="29150"/>
                    <a:pt x="73375" y="27721"/>
                  </a:cubicBezTo>
                  <a:cubicBezTo>
                    <a:pt x="80974" y="24864"/>
                    <a:pt x="92464" y="27721"/>
                    <a:pt x="96659" y="32068"/>
                  </a:cubicBezTo>
                  <a:cubicBezTo>
                    <a:pt x="100884" y="36445"/>
                    <a:pt x="98634" y="48512"/>
                    <a:pt x="108452" y="48664"/>
                  </a:cubicBezTo>
                  <a:cubicBezTo>
                    <a:pt x="114014" y="48755"/>
                    <a:pt x="116416" y="49150"/>
                    <a:pt x="118756" y="54105"/>
                  </a:cubicBezTo>
                  <a:cubicBezTo>
                    <a:pt x="120550" y="57874"/>
                    <a:pt x="120002" y="60488"/>
                    <a:pt x="125413" y="61035"/>
                  </a:cubicBezTo>
                  <a:cubicBezTo>
                    <a:pt x="131158" y="61643"/>
                    <a:pt x="141553" y="59454"/>
                    <a:pt x="146234" y="63922"/>
                  </a:cubicBezTo>
                  <a:cubicBezTo>
                    <a:pt x="149334" y="66871"/>
                    <a:pt x="153894" y="71096"/>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3"/>
            <p:cNvSpPr/>
            <p:nvPr/>
          </p:nvSpPr>
          <p:spPr>
            <a:xfrm>
              <a:off x="2975000" y="442550"/>
              <a:ext cx="3962850" cy="1775125"/>
            </a:xfrm>
            <a:custGeom>
              <a:rect b="b" l="l" r="r" t="t"/>
              <a:pathLst>
                <a:path extrusionOk="0" fill="none" h="71005" w="158514">
                  <a:moveTo>
                    <a:pt x="0" y="1"/>
                  </a:moveTo>
                  <a:cubicBezTo>
                    <a:pt x="5593" y="2311"/>
                    <a:pt x="11520" y="3648"/>
                    <a:pt x="17569" y="3861"/>
                  </a:cubicBezTo>
                  <a:cubicBezTo>
                    <a:pt x="23587" y="4074"/>
                    <a:pt x="29636" y="5837"/>
                    <a:pt x="35594" y="5046"/>
                  </a:cubicBezTo>
                  <a:cubicBezTo>
                    <a:pt x="47569" y="3466"/>
                    <a:pt x="43800" y="12280"/>
                    <a:pt x="40578" y="20974"/>
                  </a:cubicBezTo>
                  <a:cubicBezTo>
                    <a:pt x="39059" y="25107"/>
                    <a:pt x="34773" y="31916"/>
                    <a:pt x="38268" y="35867"/>
                  </a:cubicBezTo>
                  <a:cubicBezTo>
                    <a:pt x="40548" y="38451"/>
                    <a:pt x="45381" y="38208"/>
                    <a:pt x="48238" y="37296"/>
                  </a:cubicBezTo>
                  <a:cubicBezTo>
                    <a:pt x="53405" y="35624"/>
                    <a:pt x="57965" y="32281"/>
                    <a:pt x="63102" y="30366"/>
                  </a:cubicBezTo>
                  <a:cubicBezTo>
                    <a:pt x="66780" y="28968"/>
                    <a:pt x="70701" y="28420"/>
                    <a:pt x="74257" y="26840"/>
                  </a:cubicBezTo>
                  <a:cubicBezTo>
                    <a:pt x="81552" y="23588"/>
                    <a:pt x="94075" y="26779"/>
                    <a:pt x="97935" y="30791"/>
                  </a:cubicBezTo>
                  <a:cubicBezTo>
                    <a:pt x="101887" y="34895"/>
                    <a:pt x="98938" y="48542"/>
                    <a:pt x="108817" y="48664"/>
                  </a:cubicBezTo>
                  <a:cubicBezTo>
                    <a:pt x="114227" y="48694"/>
                    <a:pt x="116872" y="49029"/>
                    <a:pt x="119364" y="53801"/>
                  </a:cubicBezTo>
                  <a:cubicBezTo>
                    <a:pt x="121249" y="57448"/>
                    <a:pt x="120702" y="60032"/>
                    <a:pt x="126021" y="60518"/>
                  </a:cubicBezTo>
                  <a:cubicBezTo>
                    <a:pt x="131826" y="61035"/>
                    <a:pt x="141857" y="59120"/>
                    <a:pt x="146507" y="63771"/>
                  </a:cubicBezTo>
                  <a:cubicBezTo>
                    <a:pt x="149456" y="66719"/>
                    <a:pt x="153924" y="7100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3"/>
            <p:cNvSpPr/>
            <p:nvPr/>
          </p:nvSpPr>
          <p:spPr>
            <a:xfrm>
              <a:off x="2975000" y="442550"/>
              <a:ext cx="3962850" cy="1772850"/>
            </a:xfrm>
            <a:custGeom>
              <a:rect b="b" l="l" r="r" t="t"/>
              <a:pathLst>
                <a:path extrusionOk="0" fill="none" h="70914" w="158514">
                  <a:moveTo>
                    <a:pt x="0" y="1"/>
                  </a:moveTo>
                  <a:cubicBezTo>
                    <a:pt x="5623" y="2280"/>
                    <a:pt x="11611" y="3526"/>
                    <a:pt x="17690" y="3648"/>
                  </a:cubicBezTo>
                  <a:cubicBezTo>
                    <a:pt x="23648" y="3709"/>
                    <a:pt x="29636" y="5016"/>
                    <a:pt x="35563" y="4104"/>
                  </a:cubicBezTo>
                  <a:cubicBezTo>
                    <a:pt x="47022" y="2371"/>
                    <a:pt x="46627" y="7843"/>
                    <a:pt x="43101" y="17812"/>
                  </a:cubicBezTo>
                  <a:cubicBezTo>
                    <a:pt x="41733" y="21612"/>
                    <a:pt x="36232" y="30670"/>
                    <a:pt x="39028" y="34621"/>
                  </a:cubicBezTo>
                  <a:cubicBezTo>
                    <a:pt x="41004" y="37387"/>
                    <a:pt x="46293" y="36901"/>
                    <a:pt x="48968" y="35989"/>
                  </a:cubicBezTo>
                  <a:cubicBezTo>
                    <a:pt x="57235" y="33071"/>
                    <a:pt x="67235" y="29667"/>
                    <a:pt x="75108" y="25867"/>
                  </a:cubicBezTo>
                  <a:cubicBezTo>
                    <a:pt x="82008" y="22524"/>
                    <a:pt x="95655" y="25746"/>
                    <a:pt x="99303" y="29484"/>
                  </a:cubicBezTo>
                  <a:cubicBezTo>
                    <a:pt x="103042" y="33284"/>
                    <a:pt x="99546" y="48573"/>
                    <a:pt x="109242" y="48573"/>
                  </a:cubicBezTo>
                  <a:cubicBezTo>
                    <a:pt x="114379" y="48573"/>
                    <a:pt x="117328" y="48968"/>
                    <a:pt x="119942" y="53527"/>
                  </a:cubicBezTo>
                  <a:cubicBezTo>
                    <a:pt x="121948" y="57023"/>
                    <a:pt x="121340" y="59606"/>
                    <a:pt x="126629" y="60032"/>
                  </a:cubicBezTo>
                  <a:cubicBezTo>
                    <a:pt x="132495" y="60488"/>
                    <a:pt x="142130" y="58725"/>
                    <a:pt x="146751" y="63558"/>
                  </a:cubicBezTo>
                  <a:cubicBezTo>
                    <a:pt x="149608" y="66567"/>
                    <a:pt x="153985" y="70913"/>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3"/>
            <p:cNvSpPr/>
            <p:nvPr/>
          </p:nvSpPr>
          <p:spPr>
            <a:xfrm>
              <a:off x="2975000" y="442550"/>
              <a:ext cx="3962100" cy="1769800"/>
            </a:xfrm>
            <a:custGeom>
              <a:rect b="b" l="l" r="r" t="t"/>
              <a:pathLst>
                <a:path extrusionOk="0" fill="none" h="70792" w="158484">
                  <a:moveTo>
                    <a:pt x="0" y="1"/>
                  </a:moveTo>
                  <a:cubicBezTo>
                    <a:pt x="5654" y="2280"/>
                    <a:pt x="11703" y="3435"/>
                    <a:pt x="17812" y="3405"/>
                  </a:cubicBezTo>
                  <a:cubicBezTo>
                    <a:pt x="23709" y="3344"/>
                    <a:pt x="29606" y="4165"/>
                    <a:pt x="35502" y="3192"/>
                  </a:cubicBezTo>
                  <a:cubicBezTo>
                    <a:pt x="37660" y="2858"/>
                    <a:pt x="42463" y="1976"/>
                    <a:pt x="44621" y="2949"/>
                  </a:cubicBezTo>
                  <a:cubicBezTo>
                    <a:pt x="49545" y="5168"/>
                    <a:pt x="46840" y="10913"/>
                    <a:pt x="45624" y="14742"/>
                  </a:cubicBezTo>
                  <a:cubicBezTo>
                    <a:pt x="43557" y="21369"/>
                    <a:pt x="34135" y="40001"/>
                    <a:pt x="49819" y="34652"/>
                  </a:cubicBezTo>
                  <a:cubicBezTo>
                    <a:pt x="58299" y="31734"/>
                    <a:pt x="67935" y="28177"/>
                    <a:pt x="76050" y="24864"/>
                  </a:cubicBezTo>
                  <a:cubicBezTo>
                    <a:pt x="83072" y="21977"/>
                    <a:pt x="96051" y="24347"/>
                    <a:pt x="100762" y="28117"/>
                  </a:cubicBezTo>
                  <a:cubicBezTo>
                    <a:pt x="105716" y="32098"/>
                    <a:pt x="98908" y="48299"/>
                    <a:pt x="109698" y="48482"/>
                  </a:cubicBezTo>
                  <a:cubicBezTo>
                    <a:pt x="114653" y="48573"/>
                    <a:pt x="117753" y="48846"/>
                    <a:pt x="120458" y="53254"/>
                  </a:cubicBezTo>
                  <a:cubicBezTo>
                    <a:pt x="122586" y="56628"/>
                    <a:pt x="121948" y="59242"/>
                    <a:pt x="127176" y="59576"/>
                  </a:cubicBezTo>
                  <a:cubicBezTo>
                    <a:pt x="133133" y="60001"/>
                    <a:pt x="142404" y="58360"/>
                    <a:pt x="146963" y="63375"/>
                  </a:cubicBezTo>
                  <a:cubicBezTo>
                    <a:pt x="149699" y="66385"/>
                    <a:pt x="153985" y="70792"/>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3"/>
            <p:cNvSpPr/>
            <p:nvPr/>
          </p:nvSpPr>
          <p:spPr>
            <a:xfrm>
              <a:off x="2975000" y="442550"/>
              <a:ext cx="3963625" cy="1767525"/>
            </a:xfrm>
            <a:custGeom>
              <a:rect b="b" l="l" r="r" t="t"/>
              <a:pathLst>
                <a:path extrusionOk="0" fill="none" h="70701" w="158545">
                  <a:moveTo>
                    <a:pt x="0" y="1"/>
                  </a:moveTo>
                  <a:cubicBezTo>
                    <a:pt x="5715" y="2250"/>
                    <a:pt x="11794" y="3314"/>
                    <a:pt x="17934" y="3192"/>
                  </a:cubicBezTo>
                  <a:cubicBezTo>
                    <a:pt x="23770" y="2979"/>
                    <a:pt x="29575" y="3314"/>
                    <a:pt x="35411" y="2341"/>
                  </a:cubicBezTo>
                  <a:cubicBezTo>
                    <a:pt x="44439" y="791"/>
                    <a:pt x="50518" y="2371"/>
                    <a:pt x="48147" y="11916"/>
                  </a:cubicBezTo>
                  <a:cubicBezTo>
                    <a:pt x="46627" y="18086"/>
                    <a:pt x="34894" y="38725"/>
                    <a:pt x="50883" y="33253"/>
                  </a:cubicBezTo>
                  <a:cubicBezTo>
                    <a:pt x="59697" y="30244"/>
                    <a:pt x="68482" y="26688"/>
                    <a:pt x="77418" y="23922"/>
                  </a:cubicBezTo>
                  <a:cubicBezTo>
                    <a:pt x="84227" y="21794"/>
                    <a:pt x="97601" y="22585"/>
                    <a:pt x="102312" y="26779"/>
                  </a:cubicBezTo>
                  <a:cubicBezTo>
                    <a:pt x="107510" y="31399"/>
                    <a:pt x="99394" y="48056"/>
                    <a:pt x="110276" y="48330"/>
                  </a:cubicBezTo>
                  <a:cubicBezTo>
                    <a:pt x="115200" y="48451"/>
                    <a:pt x="117966" y="49181"/>
                    <a:pt x="120945" y="52889"/>
                  </a:cubicBezTo>
                  <a:cubicBezTo>
                    <a:pt x="123376" y="55928"/>
                    <a:pt x="122464" y="58877"/>
                    <a:pt x="127784" y="59150"/>
                  </a:cubicBezTo>
                  <a:cubicBezTo>
                    <a:pt x="133711" y="59454"/>
                    <a:pt x="142769" y="58026"/>
                    <a:pt x="147267" y="63223"/>
                  </a:cubicBezTo>
                  <a:cubicBezTo>
                    <a:pt x="149881" y="66202"/>
                    <a:pt x="154076" y="70701"/>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3"/>
            <p:cNvSpPr/>
            <p:nvPr/>
          </p:nvSpPr>
          <p:spPr>
            <a:xfrm>
              <a:off x="2975000" y="442550"/>
              <a:ext cx="3962850" cy="1765250"/>
            </a:xfrm>
            <a:custGeom>
              <a:rect b="b" l="l" r="r" t="t"/>
              <a:pathLst>
                <a:path extrusionOk="0" fill="none" h="70610" w="158514">
                  <a:moveTo>
                    <a:pt x="0" y="1"/>
                  </a:moveTo>
                  <a:cubicBezTo>
                    <a:pt x="5745" y="2219"/>
                    <a:pt x="11885" y="3223"/>
                    <a:pt x="18025" y="2949"/>
                  </a:cubicBezTo>
                  <a:cubicBezTo>
                    <a:pt x="23800" y="2645"/>
                    <a:pt x="29514" y="2493"/>
                    <a:pt x="35259" y="1490"/>
                  </a:cubicBezTo>
                  <a:cubicBezTo>
                    <a:pt x="38056" y="1004"/>
                    <a:pt x="42189" y="396"/>
                    <a:pt x="44986" y="1064"/>
                  </a:cubicBezTo>
                  <a:cubicBezTo>
                    <a:pt x="50183" y="2280"/>
                    <a:pt x="51065" y="4803"/>
                    <a:pt x="50487" y="9454"/>
                  </a:cubicBezTo>
                  <a:cubicBezTo>
                    <a:pt x="49728" y="14986"/>
                    <a:pt x="36627" y="36870"/>
                    <a:pt x="52068" y="31825"/>
                  </a:cubicBezTo>
                  <a:cubicBezTo>
                    <a:pt x="60944" y="28937"/>
                    <a:pt x="69910" y="25533"/>
                    <a:pt x="79029" y="23010"/>
                  </a:cubicBezTo>
                  <a:cubicBezTo>
                    <a:pt x="86111" y="21095"/>
                    <a:pt x="98969" y="21551"/>
                    <a:pt x="103893" y="25472"/>
                  </a:cubicBezTo>
                  <a:cubicBezTo>
                    <a:pt x="109212" y="29697"/>
                    <a:pt x="100093" y="47661"/>
                    <a:pt x="110823" y="48147"/>
                  </a:cubicBezTo>
                  <a:cubicBezTo>
                    <a:pt x="115595" y="48360"/>
                    <a:pt x="118422" y="49120"/>
                    <a:pt x="121431" y="52646"/>
                  </a:cubicBezTo>
                  <a:cubicBezTo>
                    <a:pt x="123923" y="55594"/>
                    <a:pt x="123103" y="58542"/>
                    <a:pt x="128300" y="58786"/>
                  </a:cubicBezTo>
                  <a:cubicBezTo>
                    <a:pt x="134288" y="59059"/>
                    <a:pt x="143042" y="57783"/>
                    <a:pt x="147480" y="63041"/>
                  </a:cubicBezTo>
                  <a:cubicBezTo>
                    <a:pt x="150003" y="65989"/>
                    <a:pt x="154076" y="7061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3"/>
            <p:cNvSpPr/>
            <p:nvPr/>
          </p:nvSpPr>
          <p:spPr>
            <a:xfrm>
              <a:off x="2975000" y="428125"/>
              <a:ext cx="3962850" cy="1777400"/>
            </a:xfrm>
            <a:custGeom>
              <a:rect b="b" l="l" r="r" t="t"/>
              <a:pathLst>
                <a:path extrusionOk="0" fill="none" h="71096" w="158514">
                  <a:moveTo>
                    <a:pt x="0" y="578"/>
                  </a:moveTo>
                  <a:cubicBezTo>
                    <a:pt x="5715" y="2705"/>
                    <a:pt x="12128" y="3769"/>
                    <a:pt x="18146" y="3313"/>
                  </a:cubicBezTo>
                  <a:cubicBezTo>
                    <a:pt x="23861" y="2888"/>
                    <a:pt x="29484" y="2219"/>
                    <a:pt x="35138" y="1246"/>
                  </a:cubicBezTo>
                  <a:cubicBezTo>
                    <a:pt x="42554" y="0"/>
                    <a:pt x="52281" y="1489"/>
                    <a:pt x="52585" y="7994"/>
                  </a:cubicBezTo>
                  <a:cubicBezTo>
                    <a:pt x="52767" y="12523"/>
                    <a:pt x="39211" y="35350"/>
                    <a:pt x="53436" y="30882"/>
                  </a:cubicBezTo>
                  <a:cubicBezTo>
                    <a:pt x="62372" y="28086"/>
                    <a:pt x="71673" y="25137"/>
                    <a:pt x="80914" y="22736"/>
                  </a:cubicBezTo>
                  <a:cubicBezTo>
                    <a:pt x="88604" y="20760"/>
                    <a:pt x="100032" y="21551"/>
                    <a:pt x="105443" y="24803"/>
                  </a:cubicBezTo>
                  <a:cubicBezTo>
                    <a:pt x="111674" y="28511"/>
                    <a:pt x="99941" y="47508"/>
                    <a:pt x="111431" y="48511"/>
                  </a:cubicBezTo>
                  <a:cubicBezTo>
                    <a:pt x="116081" y="48937"/>
                    <a:pt x="118847" y="49606"/>
                    <a:pt x="121887" y="52980"/>
                  </a:cubicBezTo>
                  <a:cubicBezTo>
                    <a:pt x="124440" y="55837"/>
                    <a:pt x="123741" y="58785"/>
                    <a:pt x="128787" y="58998"/>
                  </a:cubicBezTo>
                  <a:cubicBezTo>
                    <a:pt x="134836" y="59271"/>
                    <a:pt x="143316" y="58147"/>
                    <a:pt x="147723" y="63436"/>
                  </a:cubicBezTo>
                  <a:cubicBezTo>
                    <a:pt x="150125" y="66323"/>
                    <a:pt x="154106" y="71095"/>
                    <a:pt x="158514" y="6924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3"/>
            <p:cNvSpPr/>
            <p:nvPr/>
          </p:nvSpPr>
          <p:spPr>
            <a:xfrm>
              <a:off x="2975000" y="412925"/>
              <a:ext cx="3962850" cy="1789550"/>
            </a:xfrm>
            <a:custGeom>
              <a:rect b="b" l="l" r="r" t="t"/>
              <a:pathLst>
                <a:path extrusionOk="0" fill="none" h="71582" w="158514">
                  <a:moveTo>
                    <a:pt x="0" y="1186"/>
                  </a:moveTo>
                  <a:cubicBezTo>
                    <a:pt x="5745" y="3283"/>
                    <a:pt x="12219" y="4286"/>
                    <a:pt x="18238" y="3678"/>
                  </a:cubicBezTo>
                  <a:cubicBezTo>
                    <a:pt x="23891" y="3131"/>
                    <a:pt x="29454" y="1976"/>
                    <a:pt x="35046" y="1034"/>
                  </a:cubicBezTo>
                  <a:cubicBezTo>
                    <a:pt x="41308" y="0"/>
                    <a:pt x="52980" y="638"/>
                    <a:pt x="54317" y="7082"/>
                  </a:cubicBezTo>
                  <a:cubicBezTo>
                    <a:pt x="55260" y="11672"/>
                    <a:pt x="42159" y="33557"/>
                    <a:pt x="54895" y="29879"/>
                  </a:cubicBezTo>
                  <a:cubicBezTo>
                    <a:pt x="64044" y="27204"/>
                    <a:pt x="73588" y="24864"/>
                    <a:pt x="82950" y="22523"/>
                  </a:cubicBezTo>
                  <a:cubicBezTo>
                    <a:pt x="90488" y="20608"/>
                    <a:pt x="101248" y="21186"/>
                    <a:pt x="106932" y="24256"/>
                  </a:cubicBezTo>
                  <a:cubicBezTo>
                    <a:pt x="113862" y="27964"/>
                    <a:pt x="100762" y="47478"/>
                    <a:pt x="112069" y="48876"/>
                  </a:cubicBezTo>
                  <a:cubicBezTo>
                    <a:pt x="116264" y="49363"/>
                    <a:pt x="119729" y="49879"/>
                    <a:pt x="122343" y="53344"/>
                  </a:cubicBezTo>
                  <a:cubicBezTo>
                    <a:pt x="124562" y="56354"/>
                    <a:pt x="124653" y="59089"/>
                    <a:pt x="129273" y="59272"/>
                  </a:cubicBezTo>
                  <a:cubicBezTo>
                    <a:pt x="135352" y="59545"/>
                    <a:pt x="143620" y="58603"/>
                    <a:pt x="147936" y="63861"/>
                  </a:cubicBezTo>
                  <a:cubicBezTo>
                    <a:pt x="150277" y="66688"/>
                    <a:pt x="154137" y="71582"/>
                    <a:pt x="158514" y="6984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3"/>
            <p:cNvSpPr/>
            <p:nvPr/>
          </p:nvSpPr>
          <p:spPr>
            <a:xfrm>
              <a:off x="2975000" y="386325"/>
              <a:ext cx="3962850" cy="1813875"/>
            </a:xfrm>
            <a:custGeom>
              <a:rect b="b" l="l" r="r" t="t"/>
              <a:pathLst>
                <a:path extrusionOk="0" fill="none" h="72555" w="158514">
                  <a:moveTo>
                    <a:pt x="0" y="2250"/>
                  </a:moveTo>
                  <a:cubicBezTo>
                    <a:pt x="5806" y="4286"/>
                    <a:pt x="12371" y="5259"/>
                    <a:pt x="18390" y="4529"/>
                  </a:cubicBezTo>
                  <a:cubicBezTo>
                    <a:pt x="23982" y="3830"/>
                    <a:pt x="29423" y="2250"/>
                    <a:pt x="35046" y="1307"/>
                  </a:cubicBezTo>
                  <a:cubicBezTo>
                    <a:pt x="42767" y="0"/>
                    <a:pt x="52402" y="2067"/>
                    <a:pt x="55685" y="7174"/>
                  </a:cubicBezTo>
                  <a:cubicBezTo>
                    <a:pt x="57570" y="10183"/>
                    <a:pt x="46658" y="32159"/>
                    <a:pt x="56719" y="29271"/>
                  </a:cubicBezTo>
                  <a:cubicBezTo>
                    <a:pt x="65442" y="26748"/>
                    <a:pt x="75746" y="25077"/>
                    <a:pt x="85139" y="22736"/>
                  </a:cubicBezTo>
                  <a:cubicBezTo>
                    <a:pt x="92494" y="20882"/>
                    <a:pt x="102099" y="21338"/>
                    <a:pt x="108300" y="24317"/>
                  </a:cubicBezTo>
                  <a:cubicBezTo>
                    <a:pt x="116477" y="28207"/>
                    <a:pt x="101765" y="47873"/>
                    <a:pt x="112799" y="49636"/>
                  </a:cubicBezTo>
                  <a:cubicBezTo>
                    <a:pt x="116780" y="50275"/>
                    <a:pt x="120215" y="50852"/>
                    <a:pt x="122768" y="54165"/>
                  </a:cubicBezTo>
                  <a:cubicBezTo>
                    <a:pt x="125048" y="57083"/>
                    <a:pt x="125200" y="59849"/>
                    <a:pt x="129729" y="60032"/>
                  </a:cubicBezTo>
                  <a:cubicBezTo>
                    <a:pt x="135839" y="60336"/>
                    <a:pt x="143893" y="59545"/>
                    <a:pt x="148179" y="64773"/>
                  </a:cubicBezTo>
                  <a:cubicBezTo>
                    <a:pt x="150459" y="67539"/>
                    <a:pt x="154167" y="72555"/>
                    <a:pt x="158514" y="7091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3"/>
            <p:cNvSpPr/>
            <p:nvPr/>
          </p:nvSpPr>
          <p:spPr>
            <a:xfrm>
              <a:off x="2975000" y="367325"/>
              <a:ext cx="3962850" cy="1829825"/>
            </a:xfrm>
            <a:custGeom>
              <a:rect b="b" l="l" r="r" t="t"/>
              <a:pathLst>
                <a:path extrusionOk="0" fill="none" h="73193" w="158514">
                  <a:moveTo>
                    <a:pt x="0" y="3010"/>
                  </a:moveTo>
                  <a:cubicBezTo>
                    <a:pt x="5836" y="5016"/>
                    <a:pt x="12432" y="5897"/>
                    <a:pt x="18481" y="5046"/>
                  </a:cubicBezTo>
                  <a:cubicBezTo>
                    <a:pt x="24104" y="4286"/>
                    <a:pt x="29514" y="2067"/>
                    <a:pt x="35077" y="1216"/>
                  </a:cubicBezTo>
                  <a:cubicBezTo>
                    <a:pt x="43010" y="0"/>
                    <a:pt x="51703" y="2584"/>
                    <a:pt x="56719" y="7447"/>
                  </a:cubicBezTo>
                  <a:cubicBezTo>
                    <a:pt x="60123" y="10791"/>
                    <a:pt x="50335" y="30396"/>
                    <a:pt x="58998" y="28360"/>
                  </a:cubicBezTo>
                  <a:cubicBezTo>
                    <a:pt x="67722" y="26293"/>
                    <a:pt x="78056" y="25016"/>
                    <a:pt x="87357" y="22615"/>
                  </a:cubicBezTo>
                  <a:cubicBezTo>
                    <a:pt x="94531" y="20761"/>
                    <a:pt x="103224" y="21065"/>
                    <a:pt x="109546" y="24104"/>
                  </a:cubicBezTo>
                  <a:cubicBezTo>
                    <a:pt x="118209" y="28268"/>
                    <a:pt x="103376" y="47965"/>
                    <a:pt x="113559" y="50062"/>
                  </a:cubicBezTo>
                  <a:cubicBezTo>
                    <a:pt x="117328" y="50822"/>
                    <a:pt x="120671" y="51551"/>
                    <a:pt x="123194" y="54682"/>
                  </a:cubicBezTo>
                  <a:cubicBezTo>
                    <a:pt x="125474" y="57539"/>
                    <a:pt x="125717" y="60305"/>
                    <a:pt x="130155" y="60518"/>
                  </a:cubicBezTo>
                  <a:cubicBezTo>
                    <a:pt x="136295" y="60852"/>
                    <a:pt x="144137" y="60214"/>
                    <a:pt x="148392" y="65381"/>
                  </a:cubicBezTo>
                  <a:cubicBezTo>
                    <a:pt x="150611" y="68056"/>
                    <a:pt x="154228" y="73193"/>
                    <a:pt x="158514" y="7167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3"/>
            <p:cNvSpPr/>
            <p:nvPr/>
          </p:nvSpPr>
          <p:spPr>
            <a:xfrm>
              <a:off x="2975000" y="347575"/>
              <a:ext cx="3962850" cy="1845775"/>
            </a:xfrm>
            <a:custGeom>
              <a:rect b="b" l="l" r="r" t="t"/>
              <a:pathLst>
                <a:path extrusionOk="0" fill="none" h="73831" w="158514">
                  <a:moveTo>
                    <a:pt x="0" y="3800"/>
                  </a:moveTo>
                  <a:cubicBezTo>
                    <a:pt x="5867" y="5775"/>
                    <a:pt x="12554" y="6566"/>
                    <a:pt x="18602" y="5623"/>
                  </a:cubicBezTo>
                  <a:cubicBezTo>
                    <a:pt x="24256" y="4711"/>
                    <a:pt x="29575" y="1915"/>
                    <a:pt x="35229" y="1125"/>
                  </a:cubicBezTo>
                  <a:cubicBezTo>
                    <a:pt x="43284" y="0"/>
                    <a:pt x="51217" y="3404"/>
                    <a:pt x="57448" y="7903"/>
                  </a:cubicBezTo>
                  <a:cubicBezTo>
                    <a:pt x="62129" y="11247"/>
                    <a:pt x="59454" y="16353"/>
                    <a:pt x="58421" y="20852"/>
                  </a:cubicBezTo>
                  <a:cubicBezTo>
                    <a:pt x="57782" y="23587"/>
                    <a:pt x="56506" y="28420"/>
                    <a:pt x="61582" y="27599"/>
                  </a:cubicBezTo>
                  <a:cubicBezTo>
                    <a:pt x="70305" y="26171"/>
                    <a:pt x="80366" y="24925"/>
                    <a:pt x="89516" y="22493"/>
                  </a:cubicBezTo>
                  <a:cubicBezTo>
                    <a:pt x="96628" y="20639"/>
                    <a:pt x="104501" y="20700"/>
                    <a:pt x="110732" y="23952"/>
                  </a:cubicBezTo>
                  <a:cubicBezTo>
                    <a:pt x="119698" y="28663"/>
                    <a:pt x="104501" y="47600"/>
                    <a:pt x="114379" y="50487"/>
                  </a:cubicBezTo>
                  <a:cubicBezTo>
                    <a:pt x="117996" y="51551"/>
                    <a:pt x="121157" y="52250"/>
                    <a:pt x="123619" y="55229"/>
                  </a:cubicBezTo>
                  <a:cubicBezTo>
                    <a:pt x="125899" y="57995"/>
                    <a:pt x="126203" y="60791"/>
                    <a:pt x="130550" y="61065"/>
                  </a:cubicBezTo>
                  <a:cubicBezTo>
                    <a:pt x="136659" y="61399"/>
                    <a:pt x="144380" y="60913"/>
                    <a:pt x="148605" y="65989"/>
                  </a:cubicBezTo>
                  <a:cubicBezTo>
                    <a:pt x="150793" y="68603"/>
                    <a:pt x="154258" y="73831"/>
                    <a:pt x="158514" y="7246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3"/>
            <p:cNvSpPr/>
            <p:nvPr/>
          </p:nvSpPr>
          <p:spPr>
            <a:xfrm>
              <a:off x="2975000" y="324000"/>
              <a:ext cx="3962850" cy="1867075"/>
            </a:xfrm>
            <a:custGeom>
              <a:rect b="b" l="l" r="r" t="t"/>
              <a:pathLst>
                <a:path extrusionOk="0" fill="none" h="74683" w="158514">
                  <a:moveTo>
                    <a:pt x="0" y="4743"/>
                  </a:moveTo>
                  <a:cubicBezTo>
                    <a:pt x="5897" y="6688"/>
                    <a:pt x="12645" y="7387"/>
                    <a:pt x="18724" y="6323"/>
                  </a:cubicBezTo>
                  <a:cubicBezTo>
                    <a:pt x="24469" y="5290"/>
                    <a:pt x="29758" y="1977"/>
                    <a:pt x="35502" y="1156"/>
                  </a:cubicBezTo>
                  <a:cubicBezTo>
                    <a:pt x="43466" y="1"/>
                    <a:pt x="51460" y="4682"/>
                    <a:pt x="57934" y="8572"/>
                  </a:cubicBezTo>
                  <a:cubicBezTo>
                    <a:pt x="62858" y="11521"/>
                    <a:pt x="62099" y="15411"/>
                    <a:pt x="61339" y="20153"/>
                  </a:cubicBezTo>
                  <a:cubicBezTo>
                    <a:pt x="60883" y="22919"/>
                    <a:pt x="59576" y="27448"/>
                    <a:pt x="64378" y="27144"/>
                  </a:cubicBezTo>
                  <a:cubicBezTo>
                    <a:pt x="73223" y="26597"/>
                    <a:pt x="82737" y="24834"/>
                    <a:pt x="91643" y="22494"/>
                  </a:cubicBezTo>
                  <a:cubicBezTo>
                    <a:pt x="98817" y="20609"/>
                    <a:pt x="105747" y="20366"/>
                    <a:pt x="111856" y="23983"/>
                  </a:cubicBezTo>
                  <a:cubicBezTo>
                    <a:pt x="120519" y="29120"/>
                    <a:pt x="105990" y="47296"/>
                    <a:pt x="115230" y="51035"/>
                  </a:cubicBezTo>
                  <a:cubicBezTo>
                    <a:pt x="118543" y="52372"/>
                    <a:pt x="121705" y="53072"/>
                    <a:pt x="124045" y="55898"/>
                  </a:cubicBezTo>
                  <a:cubicBezTo>
                    <a:pt x="126325" y="58634"/>
                    <a:pt x="126659" y="61461"/>
                    <a:pt x="130914" y="61765"/>
                  </a:cubicBezTo>
                  <a:cubicBezTo>
                    <a:pt x="136994" y="62160"/>
                    <a:pt x="144593" y="61825"/>
                    <a:pt x="148818" y="66810"/>
                  </a:cubicBezTo>
                  <a:cubicBezTo>
                    <a:pt x="150945" y="69364"/>
                    <a:pt x="154289" y="74683"/>
                    <a:pt x="158514" y="73406"/>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3"/>
            <p:cNvSpPr/>
            <p:nvPr/>
          </p:nvSpPr>
          <p:spPr>
            <a:xfrm>
              <a:off x="2975000" y="297425"/>
              <a:ext cx="3962850" cy="1890625"/>
            </a:xfrm>
            <a:custGeom>
              <a:rect b="b" l="l" r="r" t="t"/>
              <a:pathLst>
                <a:path extrusionOk="0" fill="none" h="75625" w="158514">
                  <a:moveTo>
                    <a:pt x="0" y="5806"/>
                  </a:moveTo>
                  <a:cubicBezTo>
                    <a:pt x="5927" y="7690"/>
                    <a:pt x="12918" y="8450"/>
                    <a:pt x="18815" y="7173"/>
                  </a:cubicBezTo>
                  <a:cubicBezTo>
                    <a:pt x="24530" y="5927"/>
                    <a:pt x="30122" y="2128"/>
                    <a:pt x="35928" y="1216"/>
                  </a:cubicBezTo>
                  <a:cubicBezTo>
                    <a:pt x="43648" y="0"/>
                    <a:pt x="52494" y="5593"/>
                    <a:pt x="58178" y="9392"/>
                  </a:cubicBezTo>
                  <a:cubicBezTo>
                    <a:pt x="62585" y="12310"/>
                    <a:pt x="64226" y="14347"/>
                    <a:pt x="64074" y="19940"/>
                  </a:cubicBezTo>
                  <a:cubicBezTo>
                    <a:pt x="64014" y="22797"/>
                    <a:pt x="62828" y="26839"/>
                    <a:pt x="67296" y="27022"/>
                  </a:cubicBezTo>
                  <a:cubicBezTo>
                    <a:pt x="76081" y="27417"/>
                    <a:pt x="85199" y="24560"/>
                    <a:pt x="93589" y="22584"/>
                  </a:cubicBezTo>
                  <a:cubicBezTo>
                    <a:pt x="100975" y="20851"/>
                    <a:pt x="106598" y="19879"/>
                    <a:pt x="112920" y="24165"/>
                  </a:cubicBezTo>
                  <a:cubicBezTo>
                    <a:pt x="121188" y="29788"/>
                    <a:pt x="107753" y="47113"/>
                    <a:pt x="116142" y="51673"/>
                  </a:cubicBezTo>
                  <a:cubicBezTo>
                    <a:pt x="119030" y="53223"/>
                    <a:pt x="122221" y="54013"/>
                    <a:pt x="124501" y="56718"/>
                  </a:cubicBezTo>
                  <a:cubicBezTo>
                    <a:pt x="126781" y="59423"/>
                    <a:pt x="127115" y="62281"/>
                    <a:pt x="131279" y="62615"/>
                  </a:cubicBezTo>
                  <a:cubicBezTo>
                    <a:pt x="137358" y="63101"/>
                    <a:pt x="144836" y="62828"/>
                    <a:pt x="149030" y="67752"/>
                  </a:cubicBezTo>
                  <a:cubicBezTo>
                    <a:pt x="151158" y="70244"/>
                    <a:pt x="154350" y="75624"/>
                    <a:pt x="158514" y="7446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3"/>
            <p:cNvSpPr/>
            <p:nvPr/>
          </p:nvSpPr>
          <p:spPr>
            <a:xfrm>
              <a:off x="2975000" y="270050"/>
              <a:ext cx="3962100" cy="1914200"/>
            </a:xfrm>
            <a:custGeom>
              <a:rect b="b" l="l" r="r" t="t"/>
              <a:pathLst>
                <a:path extrusionOk="0" fill="none" h="76568" w="158484">
                  <a:moveTo>
                    <a:pt x="0" y="6901"/>
                  </a:moveTo>
                  <a:cubicBezTo>
                    <a:pt x="5988" y="8785"/>
                    <a:pt x="13040" y="9484"/>
                    <a:pt x="18937" y="8025"/>
                  </a:cubicBezTo>
                  <a:cubicBezTo>
                    <a:pt x="24803" y="6627"/>
                    <a:pt x="30396" y="2402"/>
                    <a:pt x="36414" y="1338"/>
                  </a:cubicBezTo>
                  <a:cubicBezTo>
                    <a:pt x="44013" y="1"/>
                    <a:pt x="52463" y="6688"/>
                    <a:pt x="58208" y="10244"/>
                  </a:cubicBezTo>
                  <a:cubicBezTo>
                    <a:pt x="62676" y="13010"/>
                    <a:pt x="65138" y="14925"/>
                    <a:pt x="66476" y="20092"/>
                  </a:cubicBezTo>
                  <a:cubicBezTo>
                    <a:pt x="67235" y="22980"/>
                    <a:pt x="65868" y="26536"/>
                    <a:pt x="70214" y="27144"/>
                  </a:cubicBezTo>
                  <a:cubicBezTo>
                    <a:pt x="78695" y="28329"/>
                    <a:pt x="87753" y="24104"/>
                    <a:pt x="95351" y="22646"/>
                  </a:cubicBezTo>
                  <a:cubicBezTo>
                    <a:pt x="102950" y="21187"/>
                    <a:pt x="107327" y="19150"/>
                    <a:pt x="113893" y="24408"/>
                  </a:cubicBezTo>
                  <a:cubicBezTo>
                    <a:pt x="121309" y="30366"/>
                    <a:pt x="109668" y="47023"/>
                    <a:pt x="117084" y="52251"/>
                  </a:cubicBezTo>
                  <a:cubicBezTo>
                    <a:pt x="119577" y="54014"/>
                    <a:pt x="122586" y="54956"/>
                    <a:pt x="125018" y="57418"/>
                  </a:cubicBezTo>
                  <a:cubicBezTo>
                    <a:pt x="127419" y="59880"/>
                    <a:pt x="127145" y="63011"/>
                    <a:pt x="131614" y="63436"/>
                  </a:cubicBezTo>
                  <a:cubicBezTo>
                    <a:pt x="137602" y="64014"/>
                    <a:pt x="144988" y="63832"/>
                    <a:pt x="149213" y="68695"/>
                  </a:cubicBezTo>
                  <a:cubicBezTo>
                    <a:pt x="151310" y="71126"/>
                    <a:pt x="154410" y="76567"/>
                    <a:pt x="158483" y="755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3"/>
            <p:cNvSpPr/>
            <p:nvPr/>
          </p:nvSpPr>
          <p:spPr>
            <a:xfrm>
              <a:off x="2975000" y="244975"/>
              <a:ext cx="3962100" cy="1937000"/>
            </a:xfrm>
            <a:custGeom>
              <a:rect b="b" l="l" r="r" t="t"/>
              <a:pathLst>
                <a:path extrusionOk="0" fill="none" h="77480" w="158484">
                  <a:moveTo>
                    <a:pt x="0" y="7904"/>
                  </a:moveTo>
                  <a:cubicBezTo>
                    <a:pt x="6019" y="9758"/>
                    <a:pt x="13162" y="10366"/>
                    <a:pt x="19058" y="8815"/>
                  </a:cubicBezTo>
                  <a:cubicBezTo>
                    <a:pt x="25077" y="7204"/>
                    <a:pt x="30730" y="2554"/>
                    <a:pt x="36992" y="1429"/>
                  </a:cubicBezTo>
                  <a:cubicBezTo>
                    <a:pt x="44773" y="1"/>
                    <a:pt x="52038" y="7296"/>
                    <a:pt x="58086" y="10974"/>
                  </a:cubicBezTo>
                  <a:cubicBezTo>
                    <a:pt x="62463" y="13618"/>
                    <a:pt x="66111" y="15806"/>
                    <a:pt x="68482" y="20457"/>
                  </a:cubicBezTo>
                  <a:cubicBezTo>
                    <a:pt x="69910" y="23253"/>
                    <a:pt x="69090" y="26475"/>
                    <a:pt x="73041" y="27387"/>
                  </a:cubicBezTo>
                  <a:cubicBezTo>
                    <a:pt x="81005" y="29180"/>
                    <a:pt x="90002" y="23679"/>
                    <a:pt x="96841" y="22615"/>
                  </a:cubicBezTo>
                  <a:cubicBezTo>
                    <a:pt x="104622" y="21399"/>
                    <a:pt x="107692" y="18360"/>
                    <a:pt x="114714" y="24621"/>
                  </a:cubicBezTo>
                  <a:cubicBezTo>
                    <a:pt x="121917" y="31065"/>
                    <a:pt x="111552" y="46780"/>
                    <a:pt x="118087" y="52767"/>
                  </a:cubicBezTo>
                  <a:cubicBezTo>
                    <a:pt x="120124" y="54682"/>
                    <a:pt x="123224" y="55807"/>
                    <a:pt x="125443" y="58178"/>
                  </a:cubicBezTo>
                  <a:cubicBezTo>
                    <a:pt x="127784" y="60640"/>
                    <a:pt x="127632" y="63771"/>
                    <a:pt x="131918" y="64257"/>
                  </a:cubicBezTo>
                  <a:cubicBezTo>
                    <a:pt x="137905" y="64956"/>
                    <a:pt x="145170" y="64804"/>
                    <a:pt x="149425" y="69576"/>
                  </a:cubicBezTo>
                  <a:cubicBezTo>
                    <a:pt x="151523" y="71947"/>
                    <a:pt x="154471" y="77479"/>
                    <a:pt x="158483" y="765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3"/>
            <p:cNvSpPr/>
            <p:nvPr/>
          </p:nvSpPr>
          <p:spPr>
            <a:xfrm>
              <a:off x="2975000" y="222950"/>
              <a:ext cx="3962100" cy="1955225"/>
            </a:xfrm>
            <a:custGeom>
              <a:rect b="b" l="l" r="r" t="t"/>
              <a:pathLst>
                <a:path extrusionOk="0" fill="none" h="78209" w="158484">
                  <a:moveTo>
                    <a:pt x="0" y="8785"/>
                  </a:moveTo>
                  <a:cubicBezTo>
                    <a:pt x="6079" y="10608"/>
                    <a:pt x="13313" y="11155"/>
                    <a:pt x="19180" y="9453"/>
                  </a:cubicBezTo>
                  <a:cubicBezTo>
                    <a:pt x="25289" y="7690"/>
                    <a:pt x="31125" y="2584"/>
                    <a:pt x="37569" y="1459"/>
                  </a:cubicBezTo>
                  <a:cubicBezTo>
                    <a:pt x="45776" y="0"/>
                    <a:pt x="51642" y="7630"/>
                    <a:pt x="57874" y="11520"/>
                  </a:cubicBezTo>
                  <a:cubicBezTo>
                    <a:pt x="62099" y="14134"/>
                    <a:pt x="67175" y="16596"/>
                    <a:pt x="70123" y="20882"/>
                  </a:cubicBezTo>
                  <a:cubicBezTo>
                    <a:pt x="71886" y="23466"/>
                    <a:pt x="72190" y="26688"/>
                    <a:pt x="75625" y="27569"/>
                  </a:cubicBezTo>
                  <a:cubicBezTo>
                    <a:pt x="83193" y="29484"/>
                    <a:pt x="91339" y="23374"/>
                    <a:pt x="97996" y="22371"/>
                  </a:cubicBezTo>
                  <a:cubicBezTo>
                    <a:pt x="106051" y="21186"/>
                    <a:pt x="108391" y="17630"/>
                    <a:pt x="115473" y="24773"/>
                  </a:cubicBezTo>
                  <a:cubicBezTo>
                    <a:pt x="122039" y="31369"/>
                    <a:pt x="113528" y="46475"/>
                    <a:pt x="119060" y="53101"/>
                  </a:cubicBezTo>
                  <a:cubicBezTo>
                    <a:pt x="120732" y="55107"/>
                    <a:pt x="123802" y="56475"/>
                    <a:pt x="125869" y="58785"/>
                  </a:cubicBezTo>
                  <a:cubicBezTo>
                    <a:pt x="128088" y="61247"/>
                    <a:pt x="128057" y="64348"/>
                    <a:pt x="132191" y="64925"/>
                  </a:cubicBezTo>
                  <a:cubicBezTo>
                    <a:pt x="138179" y="65746"/>
                    <a:pt x="145352" y="65594"/>
                    <a:pt x="149608" y="70305"/>
                  </a:cubicBezTo>
                  <a:cubicBezTo>
                    <a:pt x="151705" y="72615"/>
                    <a:pt x="154502" y="78208"/>
                    <a:pt x="158483" y="7744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3"/>
            <p:cNvSpPr/>
            <p:nvPr/>
          </p:nvSpPr>
          <p:spPr>
            <a:xfrm>
              <a:off x="2975000" y="197875"/>
              <a:ext cx="3962850" cy="1976500"/>
            </a:xfrm>
            <a:custGeom>
              <a:rect b="b" l="l" r="r" t="t"/>
              <a:pathLst>
                <a:path extrusionOk="0" fill="none" h="79060" w="158514">
                  <a:moveTo>
                    <a:pt x="0" y="9788"/>
                  </a:moveTo>
                  <a:cubicBezTo>
                    <a:pt x="6110" y="11551"/>
                    <a:pt x="13222" y="11824"/>
                    <a:pt x="19301" y="10244"/>
                  </a:cubicBezTo>
                  <a:cubicBezTo>
                    <a:pt x="26080" y="8450"/>
                    <a:pt x="31369" y="3040"/>
                    <a:pt x="38208" y="1642"/>
                  </a:cubicBezTo>
                  <a:cubicBezTo>
                    <a:pt x="46384" y="0"/>
                    <a:pt x="51855" y="8207"/>
                    <a:pt x="57600" y="12098"/>
                  </a:cubicBezTo>
                  <a:cubicBezTo>
                    <a:pt x="61886" y="14985"/>
                    <a:pt x="67296" y="17478"/>
                    <a:pt x="71065" y="21368"/>
                  </a:cubicBezTo>
                  <a:cubicBezTo>
                    <a:pt x="73315" y="23678"/>
                    <a:pt x="74743" y="27113"/>
                    <a:pt x="77904" y="27903"/>
                  </a:cubicBezTo>
                  <a:cubicBezTo>
                    <a:pt x="84865" y="29575"/>
                    <a:pt x="91978" y="23648"/>
                    <a:pt x="98847" y="22280"/>
                  </a:cubicBezTo>
                  <a:cubicBezTo>
                    <a:pt x="107419" y="20517"/>
                    <a:pt x="109850" y="17903"/>
                    <a:pt x="116233" y="25077"/>
                  </a:cubicBezTo>
                  <a:cubicBezTo>
                    <a:pt x="122069" y="31642"/>
                    <a:pt x="115656" y="46536"/>
                    <a:pt x="120154" y="53557"/>
                  </a:cubicBezTo>
                  <a:cubicBezTo>
                    <a:pt x="121492" y="55624"/>
                    <a:pt x="124471" y="57235"/>
                    <a:pt x="126325" y="59484"/>
                  </a:cubicBezTo>
                  <a:cubicBezTo>
                    <a:pt x="128422" y="61977"/>
                    <a:pt x="128544" y="65047"/>
                    <a:pt x="132495" y="65685"/>
                  </a:cubicBezTo>
                  <a:cubicBezTo>
                    <a:pt x="138392" y="66658"/>
                    <a:pt x="145565" y="66506"/>
                    <a:pt x="149851" y="71187"/>
                  </a:cubicBezTo>
                  <a:cubicBezTo>
                    <a:pt x="151918" y="73466"/>
                    <a:pt x="154593" y="79059"/>
                    <a:pt x="158514" y="7845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3"/>
            <p:cNvSpPr/>
            <p:nvPr/>
          </p:nvSpPr>
          <p:spPr>
            <a:xfrm>
              <a:off x="2975000" y="180400"/>
              <a:ext cx="3962850" cy="1990925"/>
            </a:xfrm>
            <a:custGeom>
              <a:rect b="b" l="l" r="r" t="t"/>
              <a:pathLst>
                <a:path extrusionOk="0" fill="none" h="79637" w="158514">
                  <a:moveTo>
                    <a:pt x="0" y="10487"/>
                  </a:moveTo>
                  <a:cubicBezTo>
                    <a:pt x="6171" y="12219"/>
                    <a:pt x="13374" y="12371"/>
                    <a:pt x="19453" y="10699"/>
                  </a:cubicBezTo>
                  <a:cubicBezTo>
                    <a:pt x="26384" y="8754"/>
                    <a:pt x="31764" y="2979"/>
                    <a:pt x="38876" y="1611"/>
                  </a:cubicBezTo>
                  <a:cubicBezTo>
                    <a:pt x="47265" y="0"/>
                    <a:pt x="51946" y="8025"/>
                    <a:pt x="57418" y="12280"/>
                  </a:cubicBezTo>
                  <a:cubicBezTo>
                    <a:pt x="61582" y="15532"/>
                    <a:pt x="67083" y="17994"/>
                    <a:pt x="71460" y="21490"/>
                  </a:cubicBezTo>
                  <a:cubicBezTo>
                    <a:pt x="74166" y="23678"/>
                    <a:pt x="76597" y="27143"/>
                    <a:pt x="79789" y="27812"/>
                  </a:cubicBezTo>
                  <a:cubicBezTo>
                    <a:pt x="86172" y="29149"/>
                    <a:pt x="92950" y="23374"/>
                    <a:pt x="99364" y="21733"/>
                  </a:cubicBezTo>
                  <a:cubicBezTo>
                    <a:pt x="107723" y="19605"/>
                    <a:pt x="111218" y="17934"/>
                    <a:pt x="117024" y="25137"/>
                  </a:cubicBezTo>
                  <a:cubicBezTo>
                    <a:pt x="122100" y="31460"/>
                    <a:pt x="117784" y="46475"/>
                    <a:pt x="121249" y="53679"/>
                  </a:cubicBezTo>
                  <a:cubicBezTo>
                    <a:pt x="122708" y="56718"/>
                    <a:pt x="129060" y="65472"/>
                    <a:pt x="132769" y="66171"/>
                  </a:cubicBezTo>
                  <a:cubicBezTo>
                    <a:pt x="138605" y="67296"/>
                    <a:pt x="145748" y="67114"/>
                    <a:pt x="150033" y="71764"/>
                  </a:cubicBezTo>
                  <a:cubicBezTo>
                    <a:pt x="152100" y="73983"/>
                    <a:pt x="154684" y="79637"/>
                    <a:pt x="158514" y="7915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3"/>
            <p:cNvSpPr/>
            <p:nvPr/>
          </p:nvSpPr>
          <p:spPr>
            <a:xfrm>
              <a:off x="2975000" y="165200"/>
              <a:ext cx="3962850" cy="2002325"/>
            </a:xfrm>
            <a:custGeom>
              <a:rect b="b" l="l" r="r" t="t"/>
              <a:pathLst>
                <a:path extrusionOk="0" fill="none" h="80093" w="158514">
                  <a:moveTo>
                    <a:pt x="0" y="11095"/>
                  </a:moveTo>
                  <a:cubicBezTo>
                    <a:pt x="6201" y="12797"/>
                    <a:pt x="13496" y="12858"/>
                    <a:pt x="19575" y="11064"/>
                  </a:cubicBezTo>
                  <a:cubicBezTo>
                    <a:pt x="26688" y="8967"/>
                    <a:pt x="32128" y="2857"/>
                    <a:pt x="39545" y="1520"/>
                  </a:cubicBezTo>
                  <a:cubicBezTo>
                    <a:pt x="47965" y="0"/>
                    <a:pt x="52402" y="7599"/>
                    <a:pt x="57326" y="12280"/>
                  </a:cubicBezTo>
                  <a:cubicBezTo>
                    <a:pt x="61096" y="15867"/>
                    <a:pt x="66840" y="18329"/>
                    <a:pt x="71491" y="21490"/>
                  </a:cubicBezTo>
                  <a:cubicBezTo>
                    <a:pt x="74470" y="23496"/>
                    <a:pt x="77600" y="26870"/>
                    <a:pt x="81157" y="27387"/>
                  </a:cubicBezTo>
                  <a:cubicBezTo>
                    <a:pt x="87449" y="28268"/>
                    <a:pt x="93832" y="22827"/>
                    <a:pt x="99607" y="21034"/>
                  </a:cubicBezTo>
                  <a:cubicBezTo>
                    <a:pt x="107814" y="18450"/>
                    <a:pt x="112677" y="17812"/>
                    <a:pt x="117875" y="25137"/>
                  </a:cubicBezTo>
                  <a:cubicBezTo>
                    <a:pt x="120306" y="28602"/>
                    <a:pt x="119364" y="34773"/>
                    <a:pt x="119759" y="39423"/>
                  </a:cubicBezTo>
                  <a:cubicBezTo>
                    <a:pt x="120185" y="44256"/>
                    <a:pt x="120914" y="49697"/>
                    <a:pt x="122343" y="53679"/>
                  </a:cubicBezTo>
                  <a:cubicBezTo>
                    <a:pt x="123498" y="56810"/>
                    <a:pt x="129425" y="65746"/>
                    <a:pt x="133042" y="66536"/>
                  </a:cubicBezTo>
                  <a:cubicBezTo>
                    <a:pt x="138817" y="67782"/>
                    <a:pt x="145930" y="67600"/>
                    <a:pt x="150246" y="72220"/>
                  </a:cubicBezTo>
                  <a:cubicBezTo>
                    <a:pt x="152313" y="74409"/>
                    <a:pt x="154745" y="80093"/>
                    <a:pt x="158514" y="7975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3"/>
            <p:cNvSpPr/>
            <p:nvPr/>
          </p:nvSpPr>
          <p:spPr>
            <a:xfrm>
              <a:off x="2975000" y="150750"/>
              <a:ext cx="3962850" cy="2014500"/>
            </a:xfrm>
            <a:custGeom>
              <a:rect b="b" l="l" r="r" t="t"/>
              <a:pathLst>
                <a:path extrusionOk="0" fill="none" h="80580" w="158514">
                  <a:moveTo>
                    <a:pt x="0" y="11673"/>
                  </a:moveTo>
                  <a:cubicBezTo>
                    <a:pt x="6262" y="13344"/>
                    <a:pt x="13830" y="13588"/>
                    <a:pt x="19727" y="11429"/>
                  </a:cubicBezTo>
                  <a:cubicBezTo>
                    <a:pt x="26566" y="8907"/>
                    <a:pt x="32767" y="2676"/>
                    <a:pt x="40244" y="1399"/>
                  </a:cubicBezTo>
                  <a:cubicBezTo>
                    <a:pt x="48573" y="1"/>
                    <a:pt x="53162" y="6900"/>
                    <a:pt x="57478" y="12159"/>
                  </a:cubicBezTo>
                  <a:cubicBezTo>
                    <a:pt x="61825" y="17417"/>
                    <a:pt x="74318" y="25807"/>
                    <a:pt x="81917" y="26749"/>
                  </a:cubicBezTo>
                  <a:cubicBezTo>
                    <a:pt x="87692" y="27448"/>
                    <a:pt x="94379" y="22159"/>
                    <a:pt x="99637" y="20244"/>
                  </a:cubicBezTo>
                  <a:cubicBezTo>
                    <a:pt x="108178" y="17144"/>
                    <a:pt x="114045" y="17873"/>
                    <a:pt x="118787" y="25199"/>
                  </a:cubicBezTo>
                  <a:cubicBezTo>
                    <a:pt x="121066" y="28694"/>
                    <a:pt x="119607" y="34895"/>
                    <a:pt x="120215" y="39515"/>
                  </a:cubicBezTo>
                  <a:cubicBezTo>
                    <a:pt x="120853" y="44348"/>
                    <a:pt x="122373" y="49394"/>
                    <a:pt x="123498" y="53649"/>
                  </a:cubicBezTo>
                  <a:cubicBezTo>
                    <a:pt x="124349" y="56962"/>
                    <a:pt x="129729" y="65989"/>
                    <a:pt x="133316" y="66871"/>
                  </a:cubicBezTo>
                  <a:cubicBezTo>
                    <a:pt x="139000" y="68300"/>
                    <a:pt x="146112" y="68087"/>
                    <a:pt x="150459" y="72677"/>
                  </a:cubicBezTo>
                  <a:cubicBezTo>
                    <a:pt x="152495" y="74835"/>
                    <a:pt x="154836" y="80579"/>
                    <a:pt x="158514" y="803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3"/>
            <p:cNvSpPr/>
            <p:nvPr/>
          </p:nvSpPr>
          <p:spPr>
            <a:xfrm>
              <a:off x="2975000" y="138600"/>
              <a:ext cx="3962100" cy="2022075"/>
            </a:xfrm>
            <a:custGeom>
              <a:rect b="b" l="l" r="r" t="t"/>
              <a:pathLst>
                <a:path extrusionOk="0" fill="none" h="80883" w="158484">
                  <a:moveTo>
                    <a:pt x="0" y="12159"/>
                  </a:moveTo>
                  <a:cubicBezTo>
                    <a:pt x="6322" y="13800"/>
                    <a:pt x="13952" y="13952"/>
                    <a:pt x="19849" y="11672"/>
                  </a:cubicBezTo>
                  <a:cubicBezTo>
                    <a:pt x="26900" y="8937"/>
                    <a:pt x="33162" y="2462"/>
                    <a:pt x="40974" y="1247"/>
                  </a:cubicBezTo>
                  <a:cubicBezTo>
                    <a:pt x="48876" y="0"/>
                    <a:pt x="54530" y="5806"/>
                    <a:pt x="58026" y="11855"/>
                  </a:cubicBezTo>
                  <a:cubicBezTo>
                    <a:pt x="61521" y="17873"/>
                    <a:pt x="74500" y="25138"/>
                    <a:pt x="82069" y="25928"/>
                  </a:cubicBezTo>
                  <a:cubicBezTo>
                    <a:pt x="87449" y="26505"/>
                    <a:pt x="94774" y="21186"/>
                    <a:pt x="99637" y="19362"/>
                  </a:cubicBezTo>
                  <a:cubicBezTo>
                    <a:pt x="108178" y="16080"/>
                    <a:pt x="115321" y="17782"/>
                    <a:pt x="119759" y="25107"/>
                  </a:cubicBezTo>
                  <a:cubicBezTo>
                    <a:pt x="121948" y="28724"/>
                    <a:pt x="119790" y="34803"/>
                    <a:pt x="120580" y="39545"/>
                  </a:cubicBezTo>
                  <a:cubicBezTo>
                    <a:pt x="121370" y="44348"/>
                    <a:pt x="123771" y="48937"/>
                    <a:pt x="124623" y="53497"/>
                  </a:cubicBezTo>
                  <a:cubicBezTo>
                    <a:pt x="125291" y="56992"/>
                    <a:pt x="130003" y="66050"/>
                    <a:pt x="133559" y="67053"/>
                  </a:cubicBezTo>
                  <a:cubicBezTo>
                    <a:pt x="139152" y="68603"/>
                    <a:pt x="146355" y="68451"/>
                    <a:pt x="150672" y="72980"/>
                  </a:cubicBezTo>
                  <a:cubicBezTo>
                    <a:pt x="152708" y="75108"/>
                    <a:pt x="154897" y="80883"/>
                    <a:pt x="158483" y="80822"/>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3"/>
            <p:cNvSpPr/>
            <p:nvPr/>
          </p:nvSpPr>
          <p:spPr>
            <a:xfrm>
              <a:off x="2975000" y="124150"/>
              <a:ext cx="3962100" cy="2034250"/>
            </a:xfrm>
            <a:custGeom>
              <a:rect b="b" l="l" r="r" t="t"/>
              <a:pathLst>
                <a:path extrusionOk="0" fill="none" h="81370" w="158484">
                  <a:moveTo>
                    <a:pt x="0" y="12737"/>
                  </a:moveTo>
                  <a:cubicBezTo>
                    <a:pt x="6383" y="14348"/>
                    <a:pt x="13861" y="14226"/>
                    <a:pt x="20001" y="12007"/>
                  </a:cubicBezTo>
                  <a:cubicBezTo>
                    <a:pt x="27721" y="9241"/>
                    <a:pt x="33283" y="2432"/>
                    <a:pt x="41673" y="1186"/>
                  </a:cubicBezTo>
                  <a:cubicBezTo>
                    <a:pt x="49515" y="1"/>
                    <a:pt x="55807" y="4530"/>
                    <a:pt x="58877" y="11551"/>
                  </a:cubicBezTo>
                  <a:cubicBezTo>
                    <a:pt x="61886" y="18481"/>
                    <a:pt x="74378" y="24560"/>
                    <a:pt x="81704" y="25199"/>
                  </a:cubicBezTo>
                  <a:cubicBezTo>
                    <a:pt x="87114" y="25624"/>
                    <a:pt x="94774" y="20244"/>
                    <a:pt x="99607" y="18573"/>
                  </a:cubicBezTo>
                  <a:cubicBezTo>
                    <a:pt x="108118" y="15655"/>
                    <a:pt x="116628" y="17721"/>
                    <a:pt x="120853" y="25199"/>
                  </a:cubicBezTo>
                  <a:cubicBezTo>
                    <a:pt x="123012" y="29029"/>
                    <a:pt x="119972" y="34895"/>
                    <a:pt x="120853" y="39758"/>
                  </a:cubicBezTo>
                  <a:cubicBezTo>
                    <a:pt x="121735" y="44561"/>
                    <a:pt x="125139" y="48512"/>
                    <a:pt x="125778" y="53406"/>
                  </a:cubicBezTo>
                  <a:cubicBezTo>
                    <a:pt x="126294" y="57205"/>
                    <a:pt x="130276" y="66172"/>
                    <a:pt x="133863" y="67297"/>
                  </a:cubicBezTo>
                  <a:cubicBezTo>
                    <a:pt x="139334" y="68999"/>
                    <a:pt x="146568" y="68908"/>
                    <a:pt x="150884" y="73406"/>
                  </a:cubicBezTo>
                  <a:cubicBezTo>
                    <a:pt x="153438" y="76051"/>
                    <a:pt x="154684" y="80428"/>
                    <a:pt x="158483" y="8137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3"/>
            <p:cNvSpPr/>
            <p:nvPr/>
          </p:nvSpPr>
          <p:spPr>
            <a:xfrm>
              <a:off x="2975000" y="108200"/>
              <a:ext cx="3962850" cy="2050975"/>
            </a:xfrm>
            <a:custGeom>
              <a:rect b="b" l="l" r="r" t="t"/>
              <a:pathLst>
                <a:path extrusionOk="0" fill="none" h="82039" w="158514">
                  <a:moveTo>
                    <a:pt x="0" y="13375"/>
                  </a:moveTo>
                  <a:cubicBezTo>
                    <a:pt x="6474" y="14986"/>
                    <a:pt x="14013" y="14712"/>
                    <a:pt x="20183" y="12432"/>
                  </a:cubicBezTo>
                  <a:cubicBezTo>
                    <a:pt x="28116" y="9454"/>
                    <a:pt x="33709" y="2493"/>
                    <a:pt x="42402" y="1156"/>
                  </a:cubicBezTo>
                  <a:cubicBezTo>
                    <a:pt x="50092" y="1"/>
                    <a:pt x="57418" y="4043"/>
                    <a:pt x="59819" y="11217"/>
                  </a:cubicBezTo>
                  <a:cubicBezTo>
                    <a:pt x="62190" y="18390"/>
                    <a:pt x="73862" y="24104"/>
                    <a:pt x="81035" y="24439"/>
                  </a:cubicBezTo>
                  <a:cubicBezTo>
                    <a:pt x="86780" y="24743"/>
                    <a:pt x="94318" y="19454"/>
                    <a:pt x="99607" y="17934"/>
                  </a:cubicBezTo>
                  <a:cubicBezTo>
                    <a:pt x="108452" y="15381"/>
                    <a:pt x="117844" y="17873"/>
                    <a:pt x="122009" y="25350"/>
                  </a:cubicBezTo>
                  <a:cubicBezTo>
                    <a:pt x="124227" y="29332"/>
                    <a:pt x="120154" y="35047"/>
                    <a:pt x="121066" y="40092"/>
                  </a:cubicBezTo>
                  <a:cubicBezTo>
                    <a:pt x="121978" y="44925"/>
                    <a:pt x="126507" y="48512"/>
                    <a:pt x="126963" y="53406"/>
                  </a:cubicBezTo>
                  <a:cubicBezTo>
                    <a:pt x="127297" y="57205"/>
                    <a:pt x="130459" y="66172"/>
                    <a:pt x="134167" y="67570"/>
                  </a:cubicBezTo>
                  <a:cubicBezTo>
                    <a:pt x="139304" y="69485"/>
                    <a:pt x="146842" y="69424"/>
                    <a:pt x="151128" y="73862"/>
                  </a:cubicBezTo>
                  <a:cubicBezTo>
                    <a:pt x="153650" y="76537"/>
                    <a:pt x="154805" y="80883"/>
                    <a:pt x="158514" y="8203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3"/>
            <p:cNvSpPr/>
            <p:nvPr/>
          </p:nvSpPr>
          <p:spPr>
            <a:xfrm>
              <a:off x="2975000" y="89975"/>
              <a:ext cx="3962850" cy="2068425"/>
            </a:xfrm>
            <a:custGeom>
              <a:rect b="b" l="l" r="r" t="t"/>
              <a:pathLst>
                <a:path extrusionOk="0" fill="none" h="82737" w="158514">
                  <a:moveTo>
                    <a:pt x="0" y="14104"/>
                  </a:moveTo>
                  <a:cubicBezTo>
                    <a:pt x="6535" y="15684"/>
                    <a:pt x="14347" y="15502"/>
                    <a:pt x="20335" y="12918"/>
                  </a:cubicBezTo>
                  <a:cubicBezTo>
                    <a:pt x="27995" y="9575"/>
                    <a:pt x="34439" y="2644"/>
                    <a:pt x="43101" y="1216"/>
                  </a:cubicBezTo>
                  <a:cubicBezTo>
                    <a:pt x="50639" y="0"/>
                    <a:pt x="58299" y="3435"/>
                    <a:pt x="60822" y="10882"/>
                  </a:cubicBezTo>
                  <a:cubicBezTo>
                    <a:pt x="63436" y="18572"/>
                    <a:pt x="72190" y="23587"/>
                    <a:pt x="80184" y="23769"/>
                  </a:cubicBezTo>
                  <a:cubicBezTo>
                    <a:pt x="86415" y="23921"/>
                    <a:pt x="93862" y="18663"/>
                    <a:pt x="99759" y="17417"/>
                  </a:cubicBezTo>
                  <a:cubicBezTo>
                    <a:pt x="107875" y="15715"/>
                    <a:pt x="119394" y="17234"/>
                    <a:pt x="123224" y="25593"/>
                  </a:cubicBezTo>
                  <a:cubicBezTo>
                    <a:pt x="125413" y="30396"/>
                    <a:pt x="120367" y="35350"/>
                    <a:pt x="121279" y="40578"/>
                  </a:cubicBezTo>
                  <a:cubicBezTo>
                    <a:pt x="122100" y="45381"/>
                    <a:pt x="127723" y="48937"/>
                    <a:pt x="128118" y="53496"/>
                  </a:cubicBezTo>
                  <a:cubicBezTo>
                    <a:pt x="128422" y="57174"/>
                    <a:pt x="130762" y="66262"/>
                    <a:pt x="134501" y="67873"/>
                  </a:cubicBezTo>
                  <a:cubicBezTo>
                    <a:pt x="139456" y="70001"/>
                    <a:pt x="147085" y="69971"/>
                    <a:pt x="151340" y="74408"/>
                  </a:cubicBezTo>
                  <a:cubicBezTo>
                    <a:pt x="153894" y="77083"/>
                    <a:pt x="154897" y="81430"/>
                    <a:pt x="158514" y="8273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3"/>
            <p:cNvSpPr/>
            <p:nvPr/>
          </p:nvSpPr>
          <p:spPr>
            <a:xfrm>
              <a:off x="2975000" y="69450"/>
              <a:ext cx="3962850" cy="2089725"/>
            </a:xfrm>
            <a:custGeom>
              <a:rect b="b" l="l" r="r" t="t"/>
              <a:pathLst>
                <a:path extrusionOk="0" fill="none" h="83589" w="158514">
                  <a:moveTo>
                    <a:pt x="0" y="14925"/>
                  </a:moveTo>
                  <a:cubicBezTo>
                    <a:pt x="6626" y="16475"/>
                    <a:pt x="14529" y="16201"/>
                    <a:pt x="20517" y="13496"/>
                  </a:cubicBezTo>
                  <a:cubicBezTo>
                    <a:pt x="28359" y="9940"/>
                    <a:pt x="34925" y="3010"/>
                    <a:pt x="43800" y="1338"/>
                  </a:cubicBezTo>
                  <a:cubicBezTo>
                    <a:pt x="51126" y="0"/>
                    <a:pt x="59454" y="3010"/>
                    <a:pt x="61916" y="10517"/>
                  </a:cubicBezTo>
                  <a:cubicBezTo>
                    <a:pt x="64500" y="18359"/>
                    <a:pt x="70853" y="23223"/>
                    <a:pt x="79272" y="23131"/>
                  </a:cubicBezTo>
                  <a:cubicBezTo>
                    <a:pt x="86020" y="23071"/>
                    <a:pt x="93254" y="17934"/>
                    <a:pt x="100032" y="17052"/>
                  </a:cubicBezTo>
                  <a:cubicBezTo>
                    <a:pt x="108574" y="15958"/>
                    <a:pt x="120489" y="17630"/>
                    <a:pt x="124471" y="25989"/>
                  </a:cubicBezTo>
                  <a:cubicBezTo>
                    <a:pt x="126902" y="31065"/>
                    <a:pt x="120671" y="35776"/>
                    <a:pt x="121492" y="41186"/>
                  </a:cubicBezTo>
                  <a:cubicBezTo>
                    <a:pt x="122221" y="46050"/>
                    <a:pt x="128878" y="49393"/>
                    <a:pt x="129243" y="53740"/>
                  </a:cubicBezTo>
                  <a:cubicBezTo>
                    <a:pt x="129516" y="57357"/>
                    <a:pt x="131127" y="66445"/>
                    <a:pt x="134896" y="68238"/>
                  </a:cubicBezTo>
                  <a:cubicBezTo>
                    <a:pt x="139699" y="70549"/>
                    <a:pt x="147359" y="70670"/>
                    <a:pt x="151584" y="75077"/>
                  </a:cubicBezTo>
                  <a:cubicBezTo>
                    <a:pt x="154137" y="77752"/>
                    <a:pt x="154988" y="82068"/>
                    <a:pt x="158514" y="8358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3"/>
            <p:cNvSpPr/>
            <p:nvPr/>
          </p:nvSpPr>
          <p:spPr>
            <a:xfrm>
              <a:off x="2975000" y="45125"/>
              <a:ext cx="3962850" cy="2114050"/>
            </a:xfrm>
            <a:custGeom>
              <a:rect b="b" l="l" r="r" t="t"/>
              <a:pathLst>
                <a:path extrusionOk="0" fill="none" h="84562" w="158514">
                  <a:moveTo>
                    <a:pt x="0" y="15898"/>
                  </a:moveTo>
                  <a:cubicBezTo>
                    <a:pt x="6991" y="17478"/>
                    <a:pt x="14651" y="16809"/>
                    <a:pt x="20700" y="14226"/>
                  </a:cubicBezTo>
                  <a:cubicBezTo>
                    <a:pt x="28511" y="10913"/>
                    <a:pt x="35350" y="3527"/>
                    <a:pt x="44439" y="1551"/>
                  </a:cubicBezTo>
                  <a:cubicBezTo>
                    <a:pt x="51612" y="1"/>
                    <a:pt x="60579" y="2736"/>
                    <a:pt x="63041" y="10214"/>
                  </a:cubicBezTo>
                  <a:cubicBezTo>
                    <a:pt x="65564" y="17934"/>
                    <a:pt x="69515" y="22949"/>
                    <a:pt x="78391" y="22645"/>
                  </a:cubicBezTo>
                  <a:cubicBezTo>
                    <a:pt x="85716" y="22372"/>
                    <a:pt x="93072" y="17417"/>
                    <a:pt x="100488" y="16931"/>
                  </a:cubicBezTo>
                  <a:cubicBezTo>
                    <a:pt x="109273" y="16323"/>
                    <a:pt x="121431" y="18208"/>
                    <a:pt x="125717" y="26536"/>
                  </a:cubicBezTo>
                  <a:cubicBezTo>
                    <a:pt x="128544" y="31946"/>
                    <a:pt x="121036" y="36415"/>
                    <a:pt x="121735" y="41916"/>
                  </a:cubicBezTo>
                  <a:cubicBezTo>
                    <a:pt x="122343" y="46871"/>
                    <a:pt x="129881" y="49971"/>
                    <a:pt x="130276" y="54105"/>
                  </a:cubicBezTo>
                  <a:cubicBezTo>
                    <a:pt x="130641" y="57631"/>
                    <a:pt x="131431" y="66628"/>
                    <a:pt x="135322" y="68664"/>
                  </a:cubicBezTo>
                  <a:cubicBezTo>
                    <a:pt x="140124" y="71157"/>
                    <a:pt x="147632" y="71461"/>
                    <a:pt x="151796" y="75868"/>
                  </a:cubicBezTo>
                  <a:cubicBezTo>
                    <a:pt x="154350" y="78573"/>
                    <a:pt x="155109" y="82859"/>
                    <a:pt x="158514" y="8456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3"/>
            <p:cNvSpPr/>
            <p:nvPr/>
          </p:nvSpPr>
          <p:spPr>
            <a:xfrm>
              <a:off x="2975000" y="20825"/>
              <a:ext cx="3962850" cy="2138350"/>
            </a:xfrm>
            <a:custGeom>
              <a:rect b="b" l="l" r="r" t="t"/>
              <a:pathLst>
                <a:path extrusionOk="0" fill="none" h="85534" w="158514">
                  <a:moveTo>
                    <a:pt x="0" y="16870"/>
                  </a:moveTo>
                  <a:cubicBezTo>
                    <a:pt x="7082" y="18420"/>
                    <a:pt x="14833" y="17629"/>
                    <a:pt x="20912" y="14955"/>
                  </a:cubicBezTo>
                  <a:cubicBezTo>
                    <a:pt x="28876" y="11459"/>
                    <a:pt x="35776" y="3951"/>
                    <a:pt x="45047" y="1702"/>
                  </a:cubicBezTo>
                  <a:cubicBezTo>
                    <a:pt x="52068" y="0"/>
                    <a:pt x="61703" y="2371"/>
                    <a:pt x="64166" y="9818"/>
                  </a:cubicBezTo>
                  <a:cubicBezTo>
                    <a:pt x="66567" y="16991"/>
                    <a:pt x="68877" y="22645"/>
                    <a:pt x="77722" y="22128"/>
                  </a:cubicBezTo>
                  <a:cubicBezTo>
                    <a:pt x="85503" y="21672"/>
                    <a:pt x="93133" y="16961"/>
                    <a:pt x="101127" y="16809"/>
                  </a:cubicBezTo>
                  <a:cubicBezTo>
                    <a:pt x="110063" y="16657"/>
                    <a:pt x="122161" y="18693"/>
                    <a:pt x="126963" y="27083"/>
                  </a:cubicBezTo>
                  <a:cubicBezTo>
                    <a:pt x="130276" y="32858"/>
                    <a:pt x="121705" y="37052"/>
                    <a:pt x="122161" y="42615"/>
                  </a:cubicBezTo>
                  <a:cubicBezTo>
                    <a:pt x="122616" y="47782"/>
                    <a:pt x="130762" y="50518"/>
                    <a:pt x="131279" y="54530"/>
                  </a:cubicBezTo>
                  <a:cubicBezTo>
                    <a:pt x="131735" y="57934"/>
                    <a:pt x="131796" y="66931"/>
                    <a:pt x="135778" y="69089"/>
                  </a:cubicBezTo>
                  <a:cubicBezTo>
                    <a:pt x="140550" y="71703"/>
                    <a:pt x="147936" y="72250"/>
                    <a:pt x="152039" y="76658"/>
                  </a:cubicBezTo>
                  <a:cubicBezTo>
                    <a:pt x="154593" y="79393"/>
                    <a:pt x="155231" y="83649"/>
                    <a:pt x="158514" y="8553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9" name="Google Shape;299;p3"/>
          <p:cNvGrpSpPr/>
          <p:nvPr/>
        </p:nvGrpSpPr>
        <p:grpSpPr>
          <a:xfrm>
            <a:off x="-599352" y="61805"/>
            <a:ext cx="2781299" cy="1048521"/>
            <a:chOff x="493175" y="2102150"/>
            <a:chExt cx="1201425" cy="452925"/>
          </a:xfrm>
        </p:grpSpPr>
        <p:sp>
          <p:nvSpPr>
            <p:cNvPr id="300" name="Google Shape;300;p3"/>
            <p:cNvSpPr/>
            <p:nvPr/>
          </p:nvSpPr>
          <p:spPr>
            <a:xfrm>
              <a:off x="1675575" y="2536050"/>
              <a:ext cx="19025" cy="19025"/>
            </a:xfrm>
            <a:custGeom>
              <a:rect b="b" l="l" r="r" t="t"/>
              <a:pathLst>
                <a:path extrusionOk="0" h="761" w="761">
                  <a:moveTo>
                    <a:pt x="365" y="1"/>
                  </a:moveTo>
                  <a:cubicBezTo>
                    <a:pt x="153" y="1"/>
                    <a:pt x="1" y="153"/>
                    <a:pt x="1" y="365"/>
                  </a:cubicBezTo>
                  <a:cubicBezTo>
                    <a:pt x="1" y="578"/>
                    <a:pt x="153"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3"/>
            <p:cNvSpPr/>
            <p:nvPr/>
          </p:nvSpPr>
          <p:spPr>
            <a:xfrm>
              <a:off x="1576800" y="2536050"/>
              <a:ext cx="19000" cy="19025"/>
            </a:xfrm>
            <a:custGeom>
              <a:rect b="b" l="l" r="r" t="t"/>
              <a:pathLst>
                <a:path extrusionOk="0" h="761" w="760">
                  <a:moveTo>
                    <a:pt x="365" y="1"/>
                  </a:moveTo>
                  <a:cubicBezTo>
                    <a:pt x="182" y="1"/>
                    <a:pt x="0" y="153"/>
                    <a:pt x="0" y="365"/>
                  </a:cubicBezTo>
                  <a:cubicBezTo>
                    <a:pt x="0" y="578"/>
                    <a:pt x="182"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3"/>
            <p:cNvSpPr/>
            <p:nvPr/>
          </p:nvSpPr>
          <p:spPr>
            <a:xfrm>
              <a:off x="14780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3"/>
            <p:cNvSpPr/>
            <p:nvPr/>
          </p:nvSpPr>
          <p:spPr>
            <a:xfrm>
              <a:off x="1379975" y="2536050"/>
              <a:ext cx="19025" cy="19025"/>
            </a:xfrm>
            <a:custGeom>
              <a:rect b="b" l="l" r="r" t="t"/>
              <a:pathLst>
                <a:path extrusionOk="0" h="761" w="761">
                  <a:moveTo>
                    <a:pt x="365" y="1"/>
                  </a:moveTo>
                  <a:cubicBezTo>
                    <a:pt x="153" y="1"/>
                    <a:pt x="1" y="153"/>
                    <a:pt x="1" y="365"/>
                  </a:cubicBezTo>
                  <a:cubicBezTo>
                    <a:pt x="1" y="578"/>
                    <a:pt x="153"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3"/>
            <p:cNvSpPr/>
            <p:nvPr/>
          </p:nvSpPr>
          <p:spPr>
            <a:xfrm>
              <a:off x="1281200" y="2536050"/>
              <a:ext cx="19025" cy="19025"/>
            </a:xfrm>
            <a:custGeom>
              <a:rect b="b" l="l" r="r" t="t"/>
              <a:pathLst>
                <a:path extrusionOk="0" h="761" w="761">
                  <a:moveTo>
                    <a:pt x="395" y="1"/>
                  </a:moveTo>
                  <a:cubicBezTo>
                    <a:pt x="183" y="1"/>
                    <a:pt x="0" y="153"/>
                    <a:pt x="0" y="365"/>
                  </a:cubicBezTo>
                  <a:cubicBezTo>
                    <a:pt x="0" y="578"/>
                    <a:pt x="183" y="760"/>
                    <a:pt x="395" y="760"/>
                  </a:cubicBezTo>
                  <a:cubicBezTo>
                    <a:pt x="578" y="760"/>
                    <a:pt x="760" y="578"/>
                    <a:pt x="760" y="365"/>
                  </a:cubicBezTo>
                  <a:cubicBezTo>
                    <a:pt x="760" y="15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3"/>
            <p:cNvSpPr/>
            <p:nvPr/>
          </p:nvSpPr>
          <p:spPr>
            <a:xfrm>
              <a:off x="11824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3"/>
            <p:cNvSpPr/>
            <p:nvPr/>
          </p:nvSpPr>
          <p:spPr>
            <a:xfrm>
              <a:off x="1084375" y="2536050"/>
              <a:ext cx="19025" cy="19025"/>
            </a:xfrm>
            <a:custGeom>
              <a:rect b="b" l="l" r="r" t="t"/>
              <a:pathLst>
                <a:path extrusionOk="0" h="761" w="761">
                  <a:moveTo>
                    <a:pt x="365" y="1"/>
                  </a:moveTo>
                  <a:cubicBezTo>
                    <a:pt x="153" y="1"/>
                    <a:pt x="1" y="153"/>
                    <a:pt x="1" y="365"/>
                  </a:cubicBezTo>
                  <a:cubicBezTo>
                    <a:pt x="1" y="578"/>
                    <a:pt x="153" y="760"/>
                    <a:pt x="365" y="760"/>
                  </a:cubicBezTo>
                  <a:cubicBezTo>
                    <a:pt x="578" y="760"/>
                    <a:pt x="761" y="578"/>
                    <a:pt x="761" y="365"/>
                  </a:cubicBezTo>
                  <a:cubicBezTo>
                    <a:pt x="761"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3"/>
            <p:cNvSpPr/>
            <p:nvPr/>
          </p:nvSpPr>
          <p:spPr>
            <a:xfrm>
              <a:off x="985600" y="2536050"/>
              <a:ext cx="19025" cy="19025"/>
            </a:xfrm>
            <a:custGeom>
              <a:rect b="b" l="l" r="r" t="t"/>
              <a:pathLst>
                <a:path extrusionOk="0" h="761" w="761">
                  <a:moveTo>
                    <a:pt x="365" y="1"/>
                  </a:moveTo>
                  <a:cubicBezTo>
                    <a:pt x="152" y="1"/>
                    <a:pt x="0" y="153"/>
                    <a:pt x="0" y="365"/>
                  </a:cubicBezTo>
                  <a:cubicBezTo>
                    <a:pt x="0" y="578"/>
                    <a:pt x="152"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3"/>
            <p:cNvSpPr/>
            <p:nvPr/>
          </p:nvSpPr>
          <p:spPr>
            <a:xfrm>
              <a:off x="8868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3"/>
            <p:cNvSpPr/>
            <p:nvPr/>
          </p:nvSpPr>
          <p:spPr>
            <a:xfrm>
              <a:off x="788025" y="2536050"/>
              <a:ext cx="19025" cy="19025"/>
            </a:xfrm>
            <a:custGeom>
              <a:rect b="b" l="l" r="r" t="t"/>
              <a:pathLst>
                <a:path extrusionOk="0" h="761" w="761">
                  <a:moveTo>
                    <a:pt x="395" y="1"/>
                  </a:moveTo>
                  <a:cubicBezTo>
                    <a:pt x="183" y="1"/>
                    <a:pt x="0" y="153"/>
                    <a:pt x="0" y="365"/>
                  </a:cubicBezTo>
                  <a:cubicBezTo>
                    <a:pt x="0" y="578"/>
                    <a:pt x="183" y="760"/>
                    <a:pt x="395" y="760"/>
                  </a:cubicBezTo>
                  <a:cubicBezTo>
                    <a:pt x="608" y="760"/>
                    <a:pt x="760" y="578"/>
                    <a:pt x="760" y="365"/>
                  </a:cubicBezTo>
                  <a:cubicBezTo>
                    <a:pt x="760" y="15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3"/>
            <p:cNvSpPr/>
            <p:nvPr/>
          </p:nvSpPr>
          <p:spPr>
            <a:xfrm>
              <a:off x="690000" y="2536050"/>
              <a:ext cx="19025" cy="19025"/>
            </a:xfrm>
            <a:custGeom>
              <a:rect b="b" l="l" r="r" t="t"/>
              <a:pathLst>
                <a:path extrusionOk="0" h="761" w="761">
                  <a:moveTo>
                    <a:pt x="365" y="1"/>
                  </a:moveTo>
                  <a:cubicBezTo>
                    <a:pt x="152" y="1"/>
                    <a:pt x="0" y="153"/>
                    <a:pt x="0" y="365"/>
                  </a:cubicBezTo>
                  <a:cubicBezTo>
                    <a:pt x="0" y="578"/>
                    <a:pt x="152"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3"/>
            <p:cNvSpPr/>
            <p:nvPr/>
          </p:nvSpPr>
          <p:spPr>
            <a:xfrm>
              <a:off x="5912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3"/>
            <p:cNvSpPr/>
            <p:nvPr/>
          </p:nvSpPr>
          <p:spPr>
            <a:xfrm>
              <a:off x="493175" y="2536050"/>
              <a:ext cx="19025" cy="19025"/>
            </a:xfrm>
            <a:custGeom>
              <a:rect b="b" l="l" r="r" t="t"/>
              <a:pathLst>
                <a:path extrusionOk="0" h="761" w="761">
                  <a:moveTo>
                    <a:pt x="366" y="1"/>
                  </a:moveTo>
                  <a:cubicBezTo>
                    <a:pt x="153" y="1"/>
                    <a:pt x="1" y="153"/>
                    <a:pt x="1" y="365"/>
                  </a:cubicBezTo>
                  <a:cubicBezTo>
                    <a:pt x="1" y="578"/>
                    <a:pt x="153" y="760"/>
                    <a:pt x="366" y="760"/>
                  </a:cubicBezTo>
                  <a:cubicBezTo>
                    <a:pt x="578" y="760"/>
                    <a:pt x="761" y="578"/>
                    <a:pt x="761" y="365"/>
                  </a:cubicBezTo>
                  <a:cubicBezTo>
                    <a:pt x="761" y="15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3"/>
            <p:cNvSpPr/>
            <p:nvPr/>
          </p:nvSpPr>
          <p:spPr>
            <a:xfrm>
              <a:off x="1675575" y="2449425"/>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3"/>
            <p:cNvSpPr/>
            <p:nvPr/>
          </p:nvSpPr>
          <p:spPr>
            <a:xfrm>
              <a:off x="1576800" y="2449425"/>
              <a:ext cx="19000" cy="19025"/>
            </a:xfrm>
            <a:custGeom>
              <a:rect b="b" l="l" r="r" t="t"/>
              <a:pathLst>
                <a:path extrusionOk="0" h="761" w="760">
                  <a:moveTo>
                    <a:pt x="365" y="0"/>
                  </a:moveTo>
                  <a:cubicBezTo>
                    <a:pt x="182" y="0"/>
                    <a:pt x="0" y="152"/>
                    <a:pt x="0" y="365"/>
                  </a:cubicBezTo>
                  <a:cubicBezTo>
                    <a:pt x="0" y="578"/>
                    <a:pt x="18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3"/>
            <p:cNvSpPr/>
            <p:nvPr/>
          </p:nvSpPr>
          <p:spPr>
            <a:xfrm>
              <a:off x="14780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3"/>
            <p:cNvSpPr/>
            <p:nvPr/>
          </p:nvSpPr>
          <p:spPr>
            <a:xfrm>
              <a:off x="1379975" y="2449425"/>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3"/>
            <p:cNvSpPr/>
            <p:nvPr/>
          </p:nvSpPr>
          <p:spPr>
            <a:xfrm>
              <a:off x="1281200" y="2449425"/>
              <a:ext cx="19025" cy="19025"/>
            </a:xfrm>
            <a:custGeom>
              <a:rect b="b" l="l" r="r" t="t"/>
              <a:pathLst>
                <a:path extrusionOk="0" h="761" w="761">
                  <a:moveTo>
                    <a:pt x="395" y="0"/>
                  </a:moveTo>
                  <a:cubicBezTo>
                    <a:pt x="183" y="0"/>
                    <a:pt x="0" y="152"/>
                    <a:pt x="0" y="365"/>
                  </a:cubicBezTo>
                  <a:cubicBezTo>
                    <a:pt x="0" y="578"/>
                    <a:pt x="183" y="760"/>
                    <a:pt x="395" y="760"/>
                  </a:cubicBezTo>
                  <a:cubicBezTo>
                    <a:pt x="578" y="760"/>
                    <a:pt x="760" y="578"/>
                    <a:pt x="760" y="365"/>
                  </a:cubicBezTo>
                  <a:cubicBezTo>
                    <a:pt x="760" y="152"/>
                    <a:pt x="57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3"/>
            <p:cNvSpPr/>
            <p:nvPr/>
          </p:nvSpPr>
          <p:spPr>
            <a:xfrm>
              <a:off x="11824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3"/>
            <p:cNvSpPr/>
            <p:nvPr/>
          </p:nvSpPr>
          <p:spPr>
            <a:xfrm>
              <a:off x="1084375" y="2449425"/>
              <a:ext cx="19025" cy="19025"/>
            </a:xfrm>
            <a:custGeom>
              <a:rect b="b" l="l" r="r" t="t"/>
              <a:pathLst>
                <a:path extrusionOk="0" h="761" w="761">
                  <a:moveTo>
                    <a:pt x="365" y="0"/>
                  </a:moveTo>
                  <a:cubicBezTo>
                    <a:pt x="153" y="0"/>
                    <a:pt x="1" y="152"/>
                    <a:pt x="1" y="365"/>
                  </a:cubicBezTo>
                  <a:cubicBezTo>
                    <a:pt x="1" y="578"/>
                    <a:pt x="153" y="760"/>
                    <a:pt x="365" y="760"/>
                  </a:cubicBezTo>
                  <a:cubicBezTo>
                    <a:pt x="578" y="760"/>
                    <a:pt x="761" y="578"/>
                    <a:pt x="761" y="365"/>
                  </a:cubicBezTo>
                  <a:cubicBezTo>
                    <a:pt x="761"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3"/>
            <p:cNvSpPr/>
            <p:nvPr/>
          </p:nvSpPr>
          <p:spPr>
            <a:xfrm>
              <a:off x="985600" y="2449425"/>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3"/>
            <p:cNvSpPr/>
            <p:nvPr/>
          </p:nvSpPr>
          <p:spPr>
            <a:xfrm>
              <a:off x="8868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3"/>
            <p:cNvSpPr/>
            <p:nvPr/>
          </p:nvSpPr>
          <p:spPr>
            <a:xfrm>
              <a:off x="788025" y="2449425"/>
              <a:ext cx="19025" cy="19025"/>
            </a:xfrm>
            <a:custGeom>
              <a:rect b="b" l="l" r="r" t="t"/>
              <a:pathLst>
                <a:path extrusionOk="0" h="761" w="761">
                  <a:moveTo>
                    <a:pt x="395" y="0"/>
                  </a:moveTo>
                  <a:cubicBezTo>
                    <a:pt x="183" y="0"/>
                    <a:pt x="0" y="152"/>
                    <a:pt x="0" y="365"/>
                  </a:cubicBezTo>
                  <a:cubicBezTo>
                    <a:pt x="0" y="578"/>
                    <a:pt x="183" y="760"/>
                    <a:pt x="395" y="760"/>
                  </a:cubicBezTo>
                  <a:cubicBezTo>
                    <a:pt x="608" y="760"/>
                    <a:pt x="760" y="578"/>
                    <a:pt x="760" y="365"/>
                  </a:cubicBezTo>
                  <a:cubicBezTo>
                    <a:pt x="760" y="152"/>
                    <a:pt x="60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3"/>
            <p:cNvSpPr/>
            <p:nvPr/>
          </p:nvSpPr>
          <p:spPr>
            <a:xfrm>
              <a:off x="690000" y="2449425"/>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3"/>
            <p:cNvSpPr/>
            <p:nvPr/>
          </p:nvSpPr>
          <p:spPr>
            <a:xfrm>
              <a:off x="5912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3"/>
            <p:cNvSpPr/>
            <p:nvPr/>
          </p:nvSpPr>
          <p:spPr>
            <a:xfrm>
              <a:off x="493175" y="2449425"/>
              <a:ext cx="19025" cy="19025"/>
            </a:xfrm>
            <a:custGeom>
              <a:rect b="b" l="l" r="r" t="t"/>
              <a:pathLst>
                <a:path extrusionOk="0" h="761" w="761">
                  <a:moveTo>
                    <a:pt x="366" y="0"/>
                  </a:moveTo>
                  <a:cubicBezTo>
                    <a:pt x="153" y="0"/>
                    <a:pt x="1" y="152"/>
                    <a:pt x="1" y="365"/>
                  </a:cubicBezTo>
                  <a:cubicBezTo>
                    <a:pt x="1" y="578"/>
                    <a:pt x="153" y="760"/>
                    <a:pt x="366" y="760"/>
                  </a:cubicBezTo>
                  <a:cubicBezTo>
                    <a:pt x="578" y="760"/>
                    <a:pt x="761" y="578"/>
                    <a:pt x="761" y="365"/>
                  </a:cubicBezTo>
                  <a:cubicBezTo>
                    <a:pt x="761" y="152"/>
                    <a:pt x="578" y="0"/>
                    <a:pt x="36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3"/>
            <p:cNvSpPr/>
            <p:nvPr/>
          </p:nvSpPr>
          <p:spPr>
            <a:xfrm>
              <a:off x="1675575" y="2362800"/>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3"/>
            <p:cNvSpPr/>
            <p:nvPr/>
          </p:nvSpPr>
          <p:spPr>
            <a:xfrm>
              <a:off x="1576800" y="2362800"/>
              <a:ext cx="19000" cy="19025"/>
            </a:xfrm>
            <a:custGeom>
              <a:rect b="b" l="l" r="r" t="t"/>
              <a:pathLst>
                <a:path extrusionOk="0" h="761" w="760">
                  <a:moveTo>
                    <a:pt x="365" y="0"/>
                  </a:moveTo>
                  <a:cubicBezTo>
                    <a:pt x="182" y="0"/>
                    <a:pt x="0" y="152"/>
                    <a:pt x="0" y="365"/>
                  </a:cubicBezTo>
                  <a:cubicBezTo>
                    <a:pt x="0" y="578"/>
                    <a:pt x="18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3"/>
            <p:cNvSpPr/>
            <p:nvPr/>
          </p:nvSpPr>
          <p:spPr>
            <a:xfrm>
              <a:off x="14780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3"/>
            <p:cNvSpPr/>
            <p:nvPr/>
          </p:nvSpPr>
          <p:spPr>
            <a:xfrm>
              <a:off x="1379975" y="2362800"/>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3"/>
            <p:cNvSpPr/>
            <p:nvPr/>
          </p:nvSpPr>
          <p:spPr>
            <a:xfrm>
              <a:off x="1281200" y="2362800"/>
              <a:ext cx="19025" cy="19025"/>
            </a:xfrm>
            <a:custGeom>
              <a:rect b="b" l="l" r="r" t="t"/>
              <a:pathLst>
                <a:path extrusionOk="0" h="761" w="761">
                  <a:moveTo>
                    <a:pt x="395" y="0"/>
                  </a:moveTo>
                  <a:cubicBezTo>
                    <a:pt x="183" y="0"/>
                    <a:pt x="0" y="152"/>
                    <a:pt x="0" y="365"/>
                  </a:cubicBezTo>
                  <a:cubicBezTo>
                    <a:pt x="0" y="578"/>
                    <a:pt x="183" y="760"/>
                    <a:pt x="395" y="760"/>
                  </a:cubicBezTo>
                  <a:cubicBezTo>
                    <a:pt x="578" y="760"/>
                    <a:pt x="760" y="578"/>
                    <a:pt x="760" y="365"/>
                  </a:cubicBezTo>
                  <a:cubicBezTo>
                    <a:pt x="760" y="152"/>
                    <a:pt x="57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3"/>
            <p:cNvSpPr/>
            <p:nvPr/>
          </p:nvSpPr>
          <p:spPr>
            <a:xfrm>
              <a:off x="11824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3"/>
            <p:cNvSpPr/>
            <p:nvPr/>
          </p:nvSpPr>
          <p:spPr>
            <a:xfrm>
              <a:off x="1084375" y="2362800"/>
              <a:ext cx="19025" cy="19025"/>
            </a:xfrm>
            <a:custGeom>
              <a:rect b="b" l="l" r="r" t="t"/>
              <a:pathLst>
                <a:path extrusionOk="0" h="761" w="761">
                  <a:moveTo>
                    <a:pt x="365" y="0"/>
                  </a:moveTo>
                  <a:cubicBezTo>
                    <a:pt x="153" y="0"/>
                    <a:pt x="1" y="152"/>
                    <a:pt x="1" y="365"/>
                  </a:cubicBezTo>
                  <a:cubicBezTo>
                    <a:pt x="1" y="578"/>
                    <a:pt x="153" y="760"/>
                    <a:pt x="365" y="760"/>
                  </a:cubicBezTo>
                  <a:cubicBezTo>
                    <a:pt x="578" y="760"/>
                    <a:pt x="761" y="578"/>
                    <a:pt x="761" y="365"/>
                  </a:cubicBezTo>
                  <a:cubicBezTo>
                    <a:pt x="761"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3"/>
            <p:cNvSpPr/>
            <p:nvPr/>
          </p:nvSpPr>
          <p:spPr>
            <a:xfrm>
              <a:off x="985600" y="2362800"/>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3"/>
            <p:cNvSpPr/>
            <p:nvPr/>
          </p:nvSpPr>
          <p:spPr>
            <a:xfrm>
              <a:off x="8868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3"/>
            <p:cNvSpPr/>
            <p:nvPr/>
          </p:nvSpPr>
          <p:spPr>
            <a:xfrm>
              <a:off x="788025" y="2362800"/>
              <a:ext cx="19025" cy="19025"/>
            </a:xfrm>
            <a:custGeom>
              <a:rect b="b" l="l" r="r" t="t"/>
              <a:pathLst>
                <a:path extrusionOk="0" h="761" w="761">
                  <a:moveTo>
                    <a:pt x="395" y="0"/>
                  </a:moveTo>
                  <a:cubicBezTo>
                    <a:pt x="183" y="0"/>
                    <a:pt x="0" y="152"/>
                    <a:pt x="0" y="365"/>
                  </a:cubicBezTo>
                  <a:cubicBezTo>
                    <a:pt x="0" y="578"/>
                    <a:pt x="183" y="760"/>
                    <a:pt x="395" y="760"/>
                  </a:cubicBezTo>
                  <a:cubicBezTo>
                    <a:pt x="608" y="760"/>
                    <a:pt x="760" y="578"/>
                    <a:pt x="760" y="365"/>
                  </a:cubicBezTo>
                  <a:cubicBezTo>
                    <a:pt x="760" y="152"/>
                    <a:pt x="60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3"/>
            <p:cNvSpPr/>
            <p:nvPr/>
          </p:nvSpPr>
          <p:spPr>
            <a:xfrm>
              <a:off x="690000" y="2362800"/>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3"/>
            <p:cNvSpPr/>
            <p:nvPr/>
          </p:nvSpPr>
          <p:spPr>
            <a:xfrm>
              <a:off x="5912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3"/>
            <p:cNvSpPr/>
            <p:nvPr/>
          </p:nvSpPr>
          <p:spPr>
            <a:xfrm>
              <a:off x="493175" y="2362800"/>
              <a:ext cx="19025" cy="19025"/>
            </a:xfrm>
            <a:custGeom>
              <a:rect b="b" l="l" r="r" t="t"/>
              <a:pathLst>
                <a:path extrusionOk="0" h="761" w="761">
                  <a:moveTo>
                    <a:pt x="366" y="0"/>
                  </a:moveTo>
                  <a:cubicBezTo>
                    <a:pt x="153" y="0"/>
                    <a:pt x="1" y="152"/>
                    <a:pt x="1" y="365"/>
                  </a:cubicBezTo>
                  <a:cubicBezTo>
                    <a:pt x="1" y="578"/>
                    <a:pt x="153" y="760"/>
                    <a:pt x="366" y="760"/>
                  </a:cubicBezTo>
                  <a:cubicBezTo>
                    <a:pt x="578" y="760"/>
                    <a:pt x="761" y="578"/>
                    <a:pt x="761" y="365"/>
                  </a:cubicBezTo>
                  <a:cubicBezTo>
                    <a:pt x="761" y="152"/>
                    <a:pt x="578" y="0"/>
                    <a:pt x="36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3"/>
            <p:cNvSpPr/>
            <p:nvPr/>
          </p:nvSpPr>
          <p:spPr>
            <a:xfrm>
              <a:off x="1675575" y="227540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3"/>
            <p:cNvSpPr/>
            <p:nvPr/>
          </p:nvSpPr>
          <p:spPr>
            <a:xfrm>
              <a:off x="1576800" y="2275400"/>
              <a:ext cx="19000" cy="19025"/>
            </a:xfrm>
            <a:custGeom>
              <a:rect b="b" l="l" r="r" t="t"/>
              <a:pathLst>
                <a:path extrusionOk="0" h="761" w="760">
                  <a:moveTo>
                    <a:pt x="365" y="1"/>
                  </a:moveTo>
                  <a:cubicBezTo>
                    <a:pt x="182" y="1"/>
                    <a:pt x="0" y="183"/>
                    <a:pt x="0" y="396"/>
                  </a:cubicBezTo>
                  <a:cubicBezTo>
                    <a:pt x="0" y="609"/>
                    <a:pt x="18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3"/>
            <p:cNvSpPr/>
            <p:nvPr/>
          </p:nvSpPr>
          <p:spPr>
            <a:xfrm>
              <a:off x="14780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3"/>
            <p:cNvSpPr/>
            <p:nvPr/>
          </p:nvSpPr>
          <p:spPr>
            <a:xfrm>
              <a:off x="1379975" y="227540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3"/>
            <p:cNvSpPr/>
            <p:nvPr/>
          </p:nvSpPr>
          <p:spPr>
            <a:xfrm>
              <a:off x="1281200" y="2275400"/>
              <a:ext cx="19025" cy="19025"/>
            </a:xfrm>
            <a:custGeom>
              <a:rect b="b" l="l" r="r" t="t"/>
              <a:pathLst>
                <a:path extrusionOk="0" h="761" w="761">
                  <a:moveTo>
                    <a:pt x="395" y="1"/>
                  </a:moveTo>
                  <a:cubicBezTo>
                    <a:pt x="183" y="1"/>
                    <a:pt x="0" y="183"/>
                    <a:pt x="0" y="396"/>
                  </a:cubicBezTo>
                  <a:cubicBezTo>
                    <a:pt x="0" y="609"/>
                    <a:pt x="183" y="761"/>
                    <a:pt x="395" y="761"/>
                  </a:cubicBezTo>
                  <a:cubicBezTo>
                    <a:pt x="578" y="761"/>
                    <a:pt x="760" y="609"/>
                    <a:pt x="760" y="396"/>
                  </a:cubicBezTo>
                  <a:cubicBezTo>
                    <a:pt x="760" y="18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3"/>
            <p:cNvSpPr/>
            <p:nvPr/>
          </p:nvSpPr>
          <p:spPr>
            <a:xfrm>
              <a:off x="11824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3"/>
            <p:cNvSpPr/>
            <p:nvPr/>
          </p:nvSpPr>
          <p:spPr>
            <a:xfrm>
              <a:off x="1084375" y="227540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1" y="609"/>
                    <a:pt x="761" y="396"/>
                  </a:cubicBezTo>
                  <a:cubicBezTo>
                    <a:pt x="761"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3"/>
            <p:cNvSpPr/>
            <p:nvPr/>
          </p:nvSpPr>
          <p:spPr>
            <a:xfrm>
              <a:off x="985600" y="227540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3"/>
            <p:cNvSpPr/>
            <p:nvPr/>
          </p:nvSpPr>
          <p:spPr>
            <a:xfrm>
              <a:off x="8868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3"/>
            <p:cNvSpPr/>
            <p:nvPr/>
          </p:nvSpPr>
          <p:spPr>
            <a:xfrm>
              <a:off x="788025" y="2275400"/>
              <a:ext cx="19025" cy="19025"/>
            </a:xfrm>
            <a:custGeom>
              <a:rect b="b" l="l" r="r" t="t"/>
              <a:pathLst>
                <a:path extrusionOk="0" h="761" w="761">
                  <a:moveTo>
                    <a:pt x="395" y="1"/>
                  </a:moveTo>
                  <a:cubicBezTo>
                    <a:pt x="183" y="1"/>
                    <a:pt x="0" y="183"/>
                    <a:pt x="0" y="396"/>
                  </a:cubicBezTo>
                  <a:cubicBezTo>
                    <a:pt x="0" y="609"/>
                    <a:pt x="183" y="761"/>
                    <a:pt x="395" y="761"/>
                  </a:cubicBezTo>
                  <a:cubicBezTo>
                    <a:pt x="608" y="761"/>
                    <a:pt x="760" y="609"/>
                    <a:pt x="760" y="396"/>
                  </a:cubicBezTo>
                  <a:cubicBezTo>
                    <a:pt x="760" y="18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3"/>
            <p:cNvSpPr/>
            <p:nvPr/>
          </p:nvSpPr>
          <p:spPr>
            <a:xfrm>
              <a:off x="690000" y="227540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3"/>
            <p:cNvSpPr/>
            <p:nvPr/>
          </p:nvSpPr>
          <p:spPr>
            <a:xfrm>
              <a:off x="5912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3"/>
            <p:cNvSpPr/>
            <p:nvPr/>
          </p:nvSpPr>
          <p:spPr>
            <a:xfrm>
              <a:off x="493175" y="2275400"/>
              <a:ext cx="19025" cy="19025"/>
            </a:xfrm>
            <a:custGeom>
              <a:rect b="b" l="l" r="r" t="t"/>
              <a:pathLst>
                <a:path extrusionOk="0" h="761" w="761">
                  <a:moveTo>
                    <a:pt x="366" y="1"/>
                  </a:moveTo>
                  <a:cubicBezTo>
                    <a:pt x="153" y="1"/>
                    <a:pt x="1" y="183"/>
                    <a:pt x="1" y="396"/>
                  </a:cubicBezTo>
                  <a:cubicBezTo>
                    <a:pt x="1" y="609"/>
                    <a:pt x="153" y="761"/>
                    <a:pt x="366" y="761"/>
                  </a:cubicBezTo>
                  <a:cubicBezTo>
                    <a:pt x="578" y="761"/>
                    <a:pt x="761" y="609"/>
                    <a:pt x="761" y="396"/>
                  </a:cubicBezTo>
                  <a:cubicBezTo>
                    <a:pt x="761" y="18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3"/>
            <p:cNvSpPr/>
            <p:nvPr/>
          </p:nvSpPr>
          <p:spPr>
            <a:xfrm>
              <a:off x="1675575" y="2188775"/>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3"/>
            <p:cNvSpPr/>
            <p:nvPr/>
          </p:nvSpPr>
          <p:spPr>
            <a:xfrm>
              <a:off x="1576800" y="2188775"/>
              <a:ext cx="19000" cy="19025"/>
            </a:xfrm>
            <a:custGeom>
              <a:rect b="b" l="l" r="r" t="t"/>
              <a:pathLst>
                <a:path extrusionOk="0" h="761" w="760">
                  <a:moveTo>
                    <a:pt x="365" y="1"/>
                  </a:moveTo>
                  <a:cubicBezTo>
                    <a:pt x="182" y="1"/>
                    <a:pt x="0" y="183"/>
                    <a:pt x="0" y="396"/>
                  </a:cubicBezTo>
                  <a:cubicBezTo>
                    <a:pt x="0" y="609"/>
                    <a:pt x="18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3"/>
            <p:cNvSpPr/>
            <p:nvPr/>
          </p:nvSpPr>
          <p:spPr>
            <a:xfrm>
              <a:off x="14780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3"/>
            <p:cNvSpPr/>
            <p:nvPr/>
          </p:nvSpPr>
          <p:spPr>
            <a:xfrm>
              <a:off x="1379975" y="2188775"/>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3"/>
            <p:cNvSpPr/>
            <p:nvPr/>
          </p:nvSpPr>
          <p:spPr>
            <a:xfrm>
              <a:off x="1281200" y="2188775"/>
              <a:ext cx="19025" cy="19025"/>
            </a:xfrm>
            <a:custGeom>
              <a:rect b="b" l="l" r="r" t="t"/>
              <a:pathLst>
                <a:path extrusionOk="0" h="761" w="761">
                  <a:moveTo>
                    <a:pt x="395" y="1"/>
                  </a:moveTo>
                  <a:cubicBezTo>
                    <a:pt x="183" y="1"/>
                    <a:pt x="0" y="183"/>
                    <a:pt x="0" y="396"/>
                  </a:cubicBezTo>
                  <a:cubicBezTo>
                    <a:pt x="0" y="609"/>
                    <a:pt x="183" y="761"/>
                    <a:pt x="395" y="761"/>
                  </a:cubicBezTo>
                  <a:cubicBezTo>
                    <a:pt x="578" y="761"/>
                    <a:pt x="760" y="609"/>
                    <a:pt x="760" y="396"/>
                  </a:cubicBezTo>
                  <a:cubicBezTo>
                    <a:pt x="760" y="18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3"/>
            <p:cNvSpPr/>
            <p:nvPr/>
          </p:nvSpPr>
          <p:spPr>
            <a:xfrm>
              <a:off x="11824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3"/>
            <p:cNvSpPr/>
            <p:nvPr/>
          </p:nvSpPr>
          <p:spPr>
            <a:xfrm>
              <a:off x="1084375" y="2188775"/>
              <a:ext cx="19025" cy="19025"/>
            </a:xfrm>
            <a:custGeom>
              <a:rect b="b" l="l" r="r" t="t"/>
              <a:pathLst>
                <a:path extrusionOk="0" h="761" w="761">
                  <a:moveTo>
                    <a:pt x="365" y="1"/>
                  </a:moveTo>
                  <a:cubicBezTo>
                    <a:pt x="153" y="1"/>
                    <a:pt x="1" y="183"/>
                    <a:pt x="1" y="396"/>
                  </a:cubicBezTo>
                  <a:cubicBezTo>
                    <a:pt x="1" y="609"/>
                    <a:pt x="153" y="761"/>
                    <a:pt x="365" y="761"/>
                  </a:cubicBezTo>
                  <a:cubicBezTo>
                    <a:pt x="578" y="761"/>
                    <a:pt x="761" y="609"/>
                    <a:pt x="761" y="396"/>
                  </a:cubicBezTo>
                  <a:cubicBezTo>
                    <a:pt x="761"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3"/>
            <p:cNvSpPr/>
            <p:nvPr/>
          </p:nvSpPr>
          <p:spPr>
            <a:xfrm>
              <a:off x="985600" y="2188775"/>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3"/>
            <p:cNvSpPr/>
            <p:nvPr/>
          </p:nvSpPr>
          <p:spPr>
            <a:xfrm>
              <a:off x="8868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3"/>
            <p:cNvSpPr/>
            <p:nvPr/>
          </p:nvSpPr>
          <p:spPr>
            <a:xfrm>
              <a:off x="788025" y="2188775"/>
              <a:ext cx="19025" cy="19025"/>
            </a:xfrm>
            <a:custGeom>
              <a:rect b="b" l="l" r="r" t="t"/>
              <a:pathLst>
                <a:path extrusionOk="0" h="761" w="761">
                  <a:moveTo>
                    <a:pt x="395" y="1"/>
                  </a:moveTo>
                  <a:cubicBezTo>
                    <a:pt x="183" y="1"/>
                    <a:pt x="0" y="183"/>
                    <a:pt x="0" y="396"/>
                  </a:cubicBezTo>
                  <a:cubicBezTo>
                    <a:pt x="0" y="609"/>
                    <a:pt x="183" y="761"/>
                    <a:pt x="395" y="761"/>
                  </a:cubicBezTo>
                  <a:cubicBezTo>
                    <a:pt x="608" y="761"/>
                    <a:pt x="760" y="609"/>
                    <a:pt x="760" y="396"/>
                  </a:cubicBezTo>
                  <a:cubicBezTo>
                    <a:pt x="760" y="18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3"/>
            <p:cNvSpPr/>
            <p:nvPr/>
          </p:nvSpPr>
          <p:spPr>
            <a:xfrm>
              <a:off x="690000" y="2188775"/>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3"/>
            <p:cNvSpPr/>
            <p:nvPr/>
          </p:nvSpPr>
          <p:spPr>
            <a:xfrm>
              <a:off x="5912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3"/>
            <p:cNvSpPr/>
            <p:nvPr/>
          </p:nvSpPr>
          <p:spPr>
            <a:xfrm>
              <a:off x="493175" y="2188775"/>
              <a:ext cx="19025" cy="19025"/>
            </a:xfrm>
            <a:custGeom>
              <a:rect b="b" l="l" r="r" t="t"/>
              <a:pathLst>
                <a:path extrusionOk="0" h="761" w="761">
                  <a:moveTo>
                    <a:pt x="366" y="1"/>
                  </a:moveTo>
                  <a:cubicBezTo>
                    <a:pt x="153" y="1"/>
                    <a:pt x="1" y="183"/>
                    <a:pt x="1" y="396"/>
                  </a:cubicBezTo>
                  <a:cubicBezTo>
                    <a:pt x="1" y="609"/>
                    <a:pt x="153" y="761"/>
                    <a:pt x="366" y="761"/>
                  </a:cubicBezTo>
                  <a:cubicBezTo>
                    <a:pt x="578" y="761"/>
                    <a:pt x="761" y="609"/>
                    <a:pt x="761" y="396"/>
                  </a:cubicBezTo>
                  <a:cubicBezTo>
                    <a:pt x="761" y="18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3"/>
            <p:cNvSpPr/>
            <p:nvPr/>
          </p:nvSpPr>
          <p:spPr>
            <a:xfrm>
              <a:off x="1675575" y="210215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3"/>
            <p:cNvSpPr/>
            <p:nvPr/>
          </p:nvSpPr>
          <p:spPr>
            <a:xfrm>
              <a:off x="1576800" y="2102150"/>
              <a:ext cx="19000" cy="19025"/>
            </a:xfrm>
            <a:custGeom>
              <a:rect b="b" l="l" r="r" t="t"/>
              <a:pathLst>
                <a:path extrusionOk="0" h="761" w="760">
                  <a:moveTo>
                    <a:pt x="365" y="1"/>
                  </a:moveTo>
                  <a:cubicBezTo>
                    <a:pt x="182" y="1"/>
                    <a:pt x="0" y="183"/>
                    <a:pt x="0" y="396"/>
                  </a:cubicBezTo>
                  <a:cubicBezTo>
                    <a:pt x="0" y="609"/>
                    <a:pt x="18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3"/>
            <p:cNvSpPr/>
            <p:nvPr/>
          </p:nvSpPr>
          <p:spPr>
            <a:xfrm>
              <a:off x="14780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3"/>
            <p:cNvSpPr/>
            <p:nvPr/>
          </p:nvSpPr>
          <p:spPr>
            <a:xfrm>
              <a:off x="1379975" y="210215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3"/>
            <p:cNvSpPr/>
            <p:nvPr/>
          </p:nvSpPr>
          <p:spPr>
            <a:xfrm>
              <a:off x="1281200" y="2102150"/>
              <a:ext cx="19025" cy="19025"/>
            </a:xfrm>
            <a:custGeom>
              <a:rect b="b" l="l" r="r" t="t"/>
              <a:pathLst>
                <a:path extrusionOk="0" h="761" w="761">
                  <a:moveTo>
                    <a:pt x="395" y="1"/>
                  </a:moveTo>
                  <a:cubicBezTo>
                    <a:pt x="183" y="1"/>
                    <a:pt x="0" y="183"/>
                    <a:pt x="0" y="396"/>
                  </a:cubicBezTo>
                  <a:cubicBezTo>
                    <a:pt x="0" y="609"/>
                    <a:pt x="183" y="761"/>
                    <a:pt x="395" y="761"/>
                  </a:cubicBezTo>
                  <a:cubicBezTo>
                    <a:pt x="578" y="761"/>
                    <a:pt x="760" y="609"/>
                    <a:pt x="760" y="396"/>
                  </a:cubicBezTo>
                  <a:cubicBezTo>
                    <a:pt x="760" y="18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3"/>
            <p:cNvSpPr/>
            <p:nvPr/>
          </p:nvSpPr>
          <p:spPr>
            <a:xfrm>
              <a:off x="11824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3"/>
            <p:cNvSpPr/>
            <p:nvPr/>
          </p:nvSpPr>
          <p:spPr>
            <a:xfrm>
              <a:off x="1084375" y="210215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1" y="609"/>
                    <a:pt x="761" y="396"/>
                  </a:cubicBezTo>
                  <a:cubicBezTo>
                    <a:pt x="761"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3"/>
            <p:cNvSpPr/>
            <p:nvPr/>
          </p:nvSpPr>
          <p:spPr>
            <a:xfrm>
              <a:off x="985600" y="210215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3"/>
            <p:cNvSpPr/>
            <p:nvPr/>
          </p:nvSpPr>
          <p:spPr>
            <a:xfrm>
              <a:off x="8868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3"/>
            <p:cNvSpPr/>
            <p:nvPr/>
          </p:nvSpPr>
          <p:spPr>
            <a:xfrm>
              <a:off x="788025" y="2102150"/>
              <a:ext cx="19025" cy="19025"/>
            </a:xfrm>
            <a:custGeom>
              <a:rect b="b" l="l" r="r" t="t"/>
              <a:pathLst>
                <a:path extrusionOk="0" h="761" w="761">
                  <a:moveTo>
                    <a:pt x="395" y="1"/>
                  </a:moveTo>
                  <a:cubicBezTo>
                    <a:pt x="183" y="1"/>
                    <a:pt x="0" y="183"/>
                    <a:pt x="0" y="396"/>
                  </a:cubicBezTo>
                  <a:cubicBezTo>
                    <a:pt x="0" y="609"/>
                    <a:pt x="183" y="761"/>
                    <a:pt x="395" y="761"/>
                  </a:cubicBezTo>
                  <a:cubicBezTo>
                    <a:pt x="608" y="761"/>
                    <a:pt x="760" y="609"/>
                    <a:pt x="760" y="396"/>
                  </a:cubicBezTo>
                  <a:cubicBezTo>
                    <a:pt x="760" y="18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3"/>
            <p:cNvSpPr/>
            <p:nvPr/>
          </p:nvSpPr>
          <p:spPr>
            <a:xfrm>
              <a:off x="690000" y="210215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3"/>
            <p:cNvSpPr/>
            <p:nvPr/>
          </p:nvSpPr>
          <p:spPr>
            <a:xfrm>
              <a:off x="5912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3"/>
            <p:cNvSpPr/>
            <p:nvPr/>
          </p:nvSpPr>
          <p:spPr>
            <a:xfrm>
              <a:off x="493175" y="2102150"/>
              <a:ext cx="19025" cy="19025"/>
            </a:xfrm>
            <a:custGeom>
              <a:rect b="b" l="l" r="r" t="t"/>
              <a:pathLst>
                <a:path extrusionOk="0" h="761" w="761">
                  <a:moveTo>
                    <a:pt x="366" y="1"/>
                  </a:moveTo>
                  <a:cubicBezTo>
                    <a:pt x="153" y="1"/>
                    <a:pt x="1" y="183"/>
                    <a:pt x="1" y="396"/>
                  </a:cubicBezTo>
                  <a:cubicBezTo>
                    <a:pt x="1" y="609"/>
                    <a:pt x="153" y="761"/>
                    <a:pt x="366" y="761"/>
                  </a:cubicBezTo>
                  <a:cubicBezTo>
                    <a:pt x="578" y="761"/>
                    <a:pt x="761" y="609"/>
                    <a:pt x="761" y="396"/>
                  </a:cubicBezTo>
                  <a:cubicBezTo>
                    <a:pt x="761" y="18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 name="Google Shape;378;p3"/>
          <p:cNvGrpSpPr/>
          <p:nvPr/>
        </p:nvGrpSpPr>
        <p:grpSpPr>
          <a:xfrm>
            <a:off x="7401648" y="3998930"/>
            <a:ext cx="2781299" cy="1048521"/>
            <a:chOff x="493175" y="2102150"/>
            <a:chExt cx="1201425" cy="452925"/>
          </a:xfrm>
        </p:grpSpPr>
        <p:sp>
          <p:nvSpPr>
            <p:cNvPr id="379" name="Google Shape;379;p3"/>
            <p:cNvSpPr/>
            <p:nvPr/>
          </p:nvSpPr>
          <p:spPr>
            <a:xfrm>
              <a:off x="1675575" y="2536050"/>
              <a:ext cx="19025" cy="19025"/>
            </a:xfrm>
            <a:custGeom>
              <a:rect b="b" l="l" r="r" t="t"/>
              <a:pathLst>
                <a:path extrusionOk="0" h="761" w="761">
                  <a:moveTo>
                    <a:pt x="365" y="1"/>
                  </a:moveTo>
                  <a:cubicBezTo>
                    <a:pt x="153" y="1"/>
                    <a:pt x="1" y="153"/>
                    <a:pt x="1" y="365"/>
                  </a:cubicBezTo>
                  <a:cubicBezTo>
                    <a:pt x="1" y="578"/>
                    <a:pt x="153"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3"/>
            <p:cNvSpPr/>
            <p:nvPr/>
          </p:nvSpPr>
          <p:spPr>
            <a:xfrm>
              <a:off x="1576800" y="2536050"/>
              <a:ext cx="19000" cy="19025"/>
            </a:xfrm>
            <a:custGeom>
              <a:rect b="b" l="l" r="r" t="t"/>
              <a:pathLst>
                <a:path extrusionOk="0" h="761" w="760">
                  <a:moveTo>
                    <a:pt x="365" y="1"/>
                  </a:moveTo>
                  <a:cubicBezTo>
                    <a:pt x="182" y="1"/>
                    <a:pt x="0" y="153"/>
                    <a:pt x="0" y="365"/>
                  </a:cubicBezTo>
                  <a:cubicBezTo>
                    <a:pt x="0" y="578"/>
                    <a:pt x="182"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3"/>
            <p:cNvSpPr/>
            <p:nvPr/>
          </p:nvSpPr>
          <p:spPr>
            <a:xfrm>
              <a:off x="14780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3"/>
            <p:cNvSpPr/>
            <p:nvPr/>
          </p:nvSpPr>
          <p:spPr>
            <a:xfrm>
              <a:off x="1379975" y="2536050"/>
              <a:ext cx="19025" cy="19025"/>
            </a:xfrm>
            <a:custGeom>
              <a:rect b="b" l="l" r="r" t="t"/>
              <a:pathLst>
                <a:path extrusionOk="0" h="761" w="761">
                  <a:moveTo>
                    <a:pt x="365" y="1"/>
                  </a:moveTo>
                  <a:cubicBezTo>
                    <a:pt x="153" y="1"/>
                    <a:pt x="1" y="153"/>
                    <a:pt x="1" y="365"/>
                  </a:cubicBezTo>
                  <a:cubicBezTo>
                    <a:pt x="1" y="578"/>
                    <a:pt x="153"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3"/>
            <p:cNvSpPr/>
            <p:nvPr/>
          </p:nvSpPr>
          <p:spPr>
            <a:xfrm>
              <a:off x="1281200" y="2536050"/>
              <a:ext cx="19025" cy="19025"/>
            </a:xfrm>
            <a:custGeom>
              <a:rect b="b" l="l" r="r" t="t"/>
              <a:pathLst>
                <a:path extrusionOk="0" h="761" w="761">
                  <a:moveTo>
                    <a:pt x="395" y="1"/>
                  </a:moveTo>
                  <a:cubicBezTo>
                    <a:pt x="183" y="1"/>
                    <a:pt x="0" y="153"/>
                    <a:pt x="0" y="365"/>
                  </a:cubicBezTo>
                  <a:cubicBezTo>
                    <a:pt x="0" y="578"/>
                    <a:pt x="183" y="760"/>
                    <a:pt x="395" y="760"/>
                  </a:cubicBezTo>
                  <a:cubicBezTo>
                    <a:pt x="578" y="760"/>
                    <a:pt x="760" y="578"/>
                    <a:pt x="760" y="365"/>
                  </a:cubicBezTo>
                  <a:cubicBezTo>
                    <a:pt x="760" y="15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3"/>
            <p:cNvSpPr/>
            <p:nvPr/>
          </p:nvSpPr>
          <p:spPr>
            <a:xfrm>
              <a:off x="11824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3"/>
            <p:cNvSpPr/>
            <p:nvPr/>
          </p:nvSpPr>
          <p:spPr>
            <a:xfrm>
              <a:off x="1084375" y="2536050"/>
              <a:ext cx="19025" cy="19025"/>
            </a:xfrm>
            <a:custGeom>
              <a:rect b="b" l="l" r="r" t="t"/>
              <a:pathLst>
                <a:path extrusionOk="0" h="761" w="761">
                  <a:moveTo>
                    <a:pt x="365" y="1"/>
                  </a:moveTo>
                  <a:cubicBezTo>
                    <a:pt x="153" y="1"/>
                    <a:pt x="1" y="153"/>
                    <a:pt x="1" y="365"/>
                  </a:cubicBezTo>
                  <a:cubicBezTo>
                    <a:pt x="1" y="578"/>
                    <a:pt x="153" y="760"/>
                    <a:pt x="365" y="760"/>
                  </a:cubicBezTo>
                  <a:cubicBezTo>
                    <a:pt x="578" y="760"/>
                    <a:pt x="761" y="578"/>
                    <a:pt x="761" y="365"/>
                  </a:cubicBezTo>
                  <a:cubicBezTo>
                    <a:pt x="761"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3"/>
            <p:cNvSpPr/>
            <p:nvPr/>
          </p:nvSpPr>
          <p:spPr>
            <a:xfrm>
              <a:off x="985600" y="2536050"/>
              <a:ext cx="19025" cy="19025"/>
            </a:xfrm>
            <a:custGeom>
              <a:rect b="b" l="l" r="r" t="t"/>
              <a:pathLst>
                <a:path extrusionOk="0" h="761" w="761">
                  <a:moveTo>
                    <a:pt x="365" y="1"/>
                  </a:moveTo>
                  <a:cubicBezTo>
                    <a:pt x="152" y="1"/>
                    <a:pt x="0" y="153"/>
                    <a:pt x="0" y="365"/>
                  </a:cubicBezTo>
                  <a:cubicBezTo>
                    <a:pt x="0" y="578"/>
                    <a:pt x="152"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3"/>
            <p:cNvSpPr/>
            <p:nvPr/>
          </p:nvSpPr>
          <p:spPr>
            <a:xfrm>
              <a:off x="8868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3"/>
            <p:cNvSpPr/>
            <p:nvPr/>
          </p:nvSpPr>
          <p:spPr>
            <a:xfrm>
              <a:off x="788025" y="2536050"/>
              <a:ext cx="19025" cy="19025"/>
            </a:xfrm>
            <a:custGeom>
              <a:rect b="b" l="l" r="r" t="t"/>
              <a:pathLst>
                <a:path extrusionOk="0" h="761" w="761">
                  <a:moveTo>
                    <a:pt x="395" y="1"/>
                  </a:moveTo>
                  <a:cubicBezTo>
                    <a:pt x="183" y="1"/>
                    <a:pt x="0" y="153"/>
                    <a:pt x="0" y="365"/>
                  </a:cubicBezTo>
                  <a:cubicBezTo>
                    <a:pt x="0" y="578"/>
                    <a:pt x="183" y="760"/>
                    <a:pt x="395" y="760"/>
                  </a:cubicBezTo>
                  <a:cubicBezTo>
                    <a:pt x="608" y="760"/>
                    <a:pt x="760" y="578"/>
                    <a:pt x="760" y="365"/>
                  </a:cubicBezTo>
                  <a:cubicBezTo>
                    <a:pt x="760" y="15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3"/>
            <p:cNvSpPr/>
            <p:nvPr/>
          </p:nvSpPr>
          <p:spPr>
            <a:xfrm>
              <a:off x="690000" y="2536050"/>
              <a:ext cx="19025" cy="19025"/>
            </a:xfrm>
            <a:custGeom>
              <a:rect b="b" l="l" r="r" t="t"/>
              <a:pathLst>
                <a:path extrusionOk="0" h="761" w="761">
                  <a:moveTo>
                    <a:pt x="365" y="1"/>
                  </a:moveTo>
                  <a:cubicBezTo>
                    <a:pt x="152" y="1"/>
                    <a:pt x="0" y="153"/>
                    <a:pt x="0" y="365"/>
                  </a:cubicBezTo>
                  <a:cubicBezTo>
                    <a:pt x="0" y="578"/>
                    <a:pt x="152"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3"/>
            <p:cNvSpPr/>
            <p:nvPr/>
          </p:nvSpPr>
          <p:spPr>
            <a:xfrm>
              <a:off x="5912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3"/>
            <p:cNvSpPr/>
            <p:nvPr/>
          </p:nvSpPr>
          <p:spPr>
            <a:xfrm>
              <a:off x="493175" y="2536050"/>
              <a:ext cx="19025" cy="19025"/>
            </a:xfrm>
            <a:custGeom>
              <a:rect b="b" l="l" r="r" t="t"/>
              <a:pathLst>
                <a:path extrusionOk="0" h="761" w="761">
                  <a:moveTo>
                    <a:pt x="366" y="1"/>
                  </a:moveTo>
                  <a:cubicBezTo>
                    <a:pt x="153" y="1"/>
                    <a:pt x="1" y="153"/>
                    <a:pt x="1" y="365"/>
                  </a:cubicBezTo>
                  <a:cubicBezTo>
                    <a:pt x="1" y="578"/>
                    <a:pt x="153" y="760"/>
                    <a:pt x="366" y="760"/>
                  </a:cubicBezTo>
                  <a:cubicBezTo>
                    <a:pt x="578" y="760"/>
                    <a:pt x="761" y="578"/>
                    <a:pt x="761" y="365"/>
                  </a:cubicBezTo>
                  <a:cubicBezTo>
                    <a:pt x="761" y="15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3"/>
            <p:cNvSpPr/>
            <p:nvPr/>
          </p:nvSpPr>
          <p:spPr>
            <a:xfrm>
              <a:off x="1675575" y="2449425"/>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3"/>
            <p:cNvSpPr/>
            <p:nvPr/>
          </p:nvSpPr>
          <p:spPr>
            <a:xfrm>
              <a:off x="1576800" y="2449425"/>
              <a:ext cx="19000" cy="19025"/>
            </a:xfrm>
            <a:custGeom>
              <a:rect b="b" l="l" r="r" t="t"/>
              <a:pathLst>
                <a:path extrusionOk="0" h="761" w="760">
                  <a:moveTo>
                    <a:pt x="365" y="0"/>
                  </a:moveTo>
                  <a:cubicBezTo>
                    <a:pt x="182" y="0"/>
                    <a:pt x="0" y="152"/>
                    <a:pt x="0" y="365"/>
                  </a:cubicBezTo>
                  <a:cubicBezTo>
                    <a:pt x="0" y="578"/>
                    <a:pt x="18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3"/>
            <p:cNvSpPr/>
            <p:nvPr/>
          </p:nvSpPr>
          <p:spPr>
            <a:xfrm>
              <a:off x="14780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3"/>
            <p:cNvSpPr/>
            <p:nvPr/>
          </p:nvSpPr>
          <p:spPr>
            <a:xfrm>
              <a:off x="1379975" y="2449425"/>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3"/>
            <p:cNvSpPr/>
            <p:nvPr/>
          </p:nvSpPr>
          <p:spPr>
            <a:xfrm>
              <a:off x="1281200" y="2449425"/>
              <a:ext cx="19025" cy="19025"/>
            </a:xfrm>
            <a:custGeom>
              <a:rect b="b" l="l" r="r" t="t"/>
              <a:pathLst>
                <a:path extrusionOk="0" h="761" w="761">
                  <a:moveTo>
                    <a:pt x="395" y="0"/>
                  </a:moveTo>
                  <a:cubicBezTo>
                    <a:pt x="183" y="0"/>
                    <a:pt x="0" y="152"/>
                    <a:pt x="0" y="365"/>
                  </a:cubicBezTo>
                  <a:cubicBezTo>
                    <a:pt x="0" y="578"/>
                    <a:pt x="183" y="760"/>
                    <a:pt x="395" y="760"/>
                  </a:cubicBezTo>
                  <a:cubicBezTo>
                    <a:pt x="578" y="760"/>
                    <a:pt x="760" y="578"/>
                    <a:pt x="760" y="365"/>
                  </a:cubicBezTo>
                  <a:cubicBezTo>
                    <a:pt x="760" y="152"/>
                    <a:pt x="57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3"/>
            <p:cNvSpPr/>
            <p:nvPr/>
          </p:nvSpPr>
          <p:spPr>
            <a:xfrm>
              <a:off x="11824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3"/>
            <p:cNvSpPr/>
            <p:nvPr/>
          </p:nvSpPr>
          <p:spPr>
            <a:xfrm>
              <a:off x="1084375" y="2449425"/>
              <a:ext cx="19025" cy="19025"/>
            </a:xfrm>
            <a:custGeom>
              <a:rect b="b" l="l" r="r" t="t"/>
              <a:pathLst>
                <a:path extrusionOk="0" h="761" w="761">
                  <a:moveTo>
                    <a:pt x="365" y="0"/>
                  </a:moveTo>
                  <a:cubicBezTo>
                    <a:pt x="153" y="0"/>
                    <a:pt x="1" y="152"/>
                    <a:pt x="1" y="365"/>
                  </a:cubicBezTo>
                  <a:cubicBezTo>
                    <a:pt x="1" y="578"/>
                    <a:pt x="153" y="760"/>
                    <a:pt x="365" y="760"/>
                  </a:cubicBezTo>
                  <a:cubicBezTo>
                    <a:pt x="578" y="760"/>
                    <a:pt x="761" y="578"/>
                    <a:pt x="761" y="365"/>
                  </a:cubicBezTo>
                  <a:cubicBezTo>
                    <a:pt x="761"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3"/>
            <p:cNvSpPr/>
            <p:nvPr/>
          </p:nvSpPr>
          <p:spPr>
            <a:xfrm>
              <a:off x="985600" y="2449425"/>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3"/>
            <p:cNvSpPr/>
            <p:nvPr/>
          </p:nvSpPr>
          <p:spPr>
            <a:xfrm>
              <a:off x="8868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3"/>
            <p:cNvSpPr/>
            <p:nvPr/>
          </p:nvSpPr>
          <p:spPr>
            <a:xfrm>
              <a:off x="788025" y="2449425"/>
              <a:ext cx="19025" cy="19025"/>
            </a:xfrm>
            <a:custGeom>
              <a:rect b="b" l="l" r="r" t="t"/>
              <a:pathLst>
                <a:path extrusionOk="0" h="761" w="761">
                  <a:moveTo>
                    <a:pt x="395" y="0"/>
                  </a:moveTo>
                  <a:cubicBezTo>
                    <a:pt x="183" y="0"/>
                    <a:pt x="0" y="152"/>
                    <a:pt x="0" y="365"/>
                  </a:cubicBezTo>
                  <a:cubicBezTo>
                    <a:pt x="0" y="578"/>
                    <a:pt x="183" y="760"/>
                    <a:pt x="395" y="760"/>
                  </a:cubicBezTo>
                  <a:cubicBezTo>
                    <a:pt x="608" y="760"/>
                    <a:pt x="760" y="578"/>
                    <a:pt x="760" y="365"/>
                  </a:cubicBezTo>
                  <a:cubicBezTo>
                    <a:pt x="760" y="152"/>
                    <a:pt x="60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3"/>
            <p:cNvSpPr/>
            <p:nvPr/>
          </p:nvSpPr>
          <p:spPr>
            <a:xfrm>
              <a:off x="690000" y="2449425"/>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3"/>
            <p:cNvSpPr/>
            <p:nvPr/>
          </p:nvSpPr>
          <p:spPr>
            <a:xfrm>
              <a:off x="5912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3"/>
            <p:cNvSpPr/>
            <p:nvPr/>
          </p:nvSpPr>
          <p:spPr>
            <a:xfrm>
              <a:off x="493175" y="2449425"/>
              <a:ext cx="19025" cy="19025"/>
            </a:xfrm>
            <a:custGeom>
              <a:rect b="b" l="l" r="r" t="t"/>
              <a:pathLst>
                <a:path extrusionOk="0" h="761" w="761">
                  <a:moveTo>
                    <a:pt x="366" y="0"/>
                  </a:moveTo>
                  <a:cubicBezTo>
                    <a:pt x="153" y="0"/>
                    <a:pt x="1" y="152"/>
                    <a:pt x="1" y="365"/>
                  </a:cubicBezTo>
                  <a:cubicBezTo>
                    <a:pt x="1" y="578"/>
                    <a:pt x="153" y="760"/>
                    <a:pt x="366" y="760"/>
                  </a:cubicBezTo>
                  <a:cubicBezTo>
                    <a:pt x="578" y="760"/>
                    <a:pt x="761" y="578"/>
                    <a:pt x="761" y="365"/>
                  </a:cubicBezTo>
                  <a:cubicBezTo>
                    <a:pt x="761" y="152"/>
                    <a:pt x="578" y="0"/>
                    <a:pt x="36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3"/>
            <p:cNvSpPr/>
            <p:nvPr/>
          </p:nvSpPr>
          <p:spPr>
            <a:xfrm>
              <a:off x="1675575" y="2362800"/>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3"/>
            <p:cNvSpPr/>
            <p:nvPr/>
          </p:nvSpPr>
          <p:spPr>
            <a:xfrm>
              <a:off x="1576800" y="2362800"/>
              <a:ext cx="19000" cy="19025"/>
            </a:xfrm>
            <a:custGeom>
              <a:rect b="b" l="l" r="r" t="t"/>
              <a:pathLst>
                <a:path extrusionOk="0" h="761" w="760">
                  <a:moveTo>
                    <a:pt x="365" y="0"/>
                  </a:moveTo>
                  <a:cubicBezTo>
                    <a:pt x="182" y="0"/>
                    <a:pt x="0" y="152"/>
                    <a:pt x="0" y="365"/>
                  </a:cubicBezTo>
                  <a:cubicBezTo>
                    <a:pt x="0" y="578"/>
                    <a:pt x="18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3"/>
            <p:cNvSpPr/>
            <p:nvPr/>
          </p:nvSpPr>
          <p:spPr>
            <a:xfrm>
              <a:off x="14780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3"/>
            <p:cNvSpPr/>
            <p:nvPr/>
          </p:nvSpPr>
          <p:spPr>
            <a:xfrm>
              <a:off x="1379975" y="2362800"/>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3"/>
            <p:cNvSpPr/>
            <p:nvPr/>
          </p:nvSpPr>
          <p:spPr>
            <a:xfrm>
              <a:off x="1281200" y="2362800"/>
              <a:ext cx="19025" cy="19025"/>
            </a:xfrm>
            <a:custGeom>
              <a:rect b="b" l="l" r="r" t="t"/>
              <a:pathLst>
                <a:path extrusionOk="0" h="761" w="761">
                  <a:moveTo>
                    <a:pt x="395" y="0"/>
                  </a:moveTo>
                  <a:cubicBezTo>
                    <a:pt x="183" y="0"/>
                    <a:pt x="0" y="152"/>
                    <a:pt x="0" y="365"/>
                  </a:cubicBezTo>
                  <a:cubicBezTo>
                    <a:pt x="0" y="578"/>
                    <a:pt x="183" y="760"/>
                    <a:pt x="395" y="760"/>
                  </a:cubicBezTo>
                  <a:cubicBezTo>
                    <a:pt x="578" y="760"/>
                    <a:pt x="760" y="578"/>
                    <a:pt x="760" y="365"/>
                  </a:cubicBezTo>
                  <a:cubicBezTo>
                    <a:pt x="760" y="152"/>
                    <a:pt x="57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3"/>
            <p:cNvSpPr/>
            <p:nvPr/>
          </p:nvSpPr>
          <p:spPr>
            <a:xfrm>
              <a:off x="11824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3"/>
            <p:cNvSpPr/>
            <p:nvPr/>
          </p:nvSpPr>
          <p:spPr>
            <a:xfrm>
              <a:off x="1084375" y="2362800"/>
              <a:ext cx="19025" cy="19025"/>
            </a:xfrm>
            <a:custGeom>
              <a:rect b="b" l="l" r="r" t="t"/>
              <a:pathLst>
                <a:path extrusionOk="0" h="761" w="761">
                  <a:moveTo>
                    <a:pt x="365" y="0"/>
                  </a:moveTo>
                  <a:cubicBezTo>
                    <a:pt x="153" y="0"/>
                    <a:pt x="1" y="152"/>
                    <a:pt x="1" y="365"/>
                  </a:cubicBezTo>
                  <a:cubicBezTo>
                    <a:pt x="1" y="578"/>
                    <a:pt x="153" y="760"/>
                    <a:pt x="365" y="760"/>
                  </a:cubicBezTo>
                  <a:cubicBezTo>
                    <a:pt x="578" y="760"/>
                    <a:pt x="761" y="578"/>
                    <a:pt x="761" y="365"/>
                  </a:cubicBezTo>
                  <a:cubicBezTo>
                    <a:pt x="761"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3"/>
            <p:cNvSpPr/>
            <p:nvPr/>
          </p:nvSpPr>
          <p:spPr>
            <a:xfrm>
              <a:off x="985600" y="2362800"/>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3"/>
            <p:cNvSpPr/>
            <p:nvPr/>
          </p:nvSpPr>
          <p:spPr>
            <a:xfrm>
              <a:off x="8868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3"/>
            <p:cNvSpPr/>
            <p:nvPr/>
          </p:nvSpPr>
          <p:spPr>
            <a:xfrm>
              <a:off x="788025" y="2362800"/>
              <a:ext cx="19025" cy="19025"/>
            </a:xfrm>
            <a:custGeom>
              <a:rect b="b" l="l" r="r" t="t"/>
              <a:pathLst>
                <a:path extrusionOk="0" h="761" w="761">
                  <a:moveTo>
                    <a:pt x="395" y="0"/>
                  </a:moveTo>
                  <a:cubicBezTo>
                    <a:pt x="183" y="0"/>
                    <a:pt x="0" y="152"/>
                    <a:pt x="0" y="365"/>
                  </a:cubicBezTo>
                  <a:cubicBezTo>
                    <a:pt x="0" y="578"/>
                    <a:pt x="183" y="760"/>
                    <a:pt x="395" y="760"/>
                  </a:cubicBezTo>
                  <a:cubicBezTo>
                    <a:pt x="608" y="760"/>
                    <a:pt x="760" y="578"/>
                    <a:pt x="760" y="365"/>
                  </a:cubicBezTo>
                  <a:cubicBezTo>
                    <a:pt x="760" y="152"/>
                    <a:pt x="60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3"/>
            <p:cNvSpPr/>
            <p:nvPr/>
          </p:nvSpPr>
          <p:spPr>
            <a:xfrm>
              <a:off x="690000" y="2362800"/>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3"/>
            <p:cNvSpPr/>
            <p:nvPr/>
          </p:nvSpPr>
          <p:spPr>
            <a:xfrm>
              <a:off x="5912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3"/>
            <p:cNvSpPr/>
            <p:nvPr/>
          </p:nvSpPr>
          <p:spPr>
            <a:xfrm>
              <a:off x="493175" y="2362800"/>
              <a:ext cx="19025" cy="19025"/>
            </a:xfrm>
            <a:custGeom>
              <a:rect b="b" l="l" r="r" t="t"/>
              <a:pathLst>
                <a:path extrusionOk="0" h="761" w="761">
                  <a:moveTo>
                    <a:pt x="366" y="0"/>
                  </a:moveTo>
                  <a:cubicBezTo>
                    <a:pt x="153" y="0"/>
                    <a:pt x="1" y="152"/>
                    <a:pt x="1" y="365"/>
                  </a:cubicBezTo>
                  <a:cubicBezTo>
                    <a:pt x="1" y="578"/>
                    <a:pt x="153" y="760"/>
                    <a:pt x="366" y="760"/>
                  </a:cubicBezTo>
                  <a:cubicBezTo>
                    <a:pt x="578" y="760"/>
                    <a:pt x="761" y="578"/>
                    <a:pt x="761" y="365"/>
                  </a:cubicBezTo>
                  <a:cubicBezTo>
                    <a:pt x="761" y="152"/>
                    <a:pt x="578" y="0"/>
                    <a:pt x="36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3"/>
            <p:cNvSpPr/>
            <p:nvPr/>
          </p:nvSpPr>
          <p:spPr>
            <a:xfrm>
              <a:off x="1675575" y="227540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3"/>
            <p:cNvSpPr/>
            <p:nvPr/>
          </p:nvSpPr>
          <p:spPr>
            <a:xfrm>
              <a:off x="1576800" y="2275400"/>
              <a:ext cx="19000" cy="19025"/>
            </a:xfrm>
            <a:custGeom>
              <a:rect b="b" l="l" r="r" t="t"/>
              <a:pathLst>
                <a:path extrusionOk="0" h="761" w="760">
                  <a:moveTo>
                    <a:pt x="365" y="1"/>
                  </a:moveTo>
                  <a:cubicBezTo>
                    <a:pt x="182" y="1"/>
                    <a:pt x="0" y="183"/>
                    <a:pt x="0" y="396"/>
                  </a:cubicBezTo>
                  <a:cubicBezTo>
                    <a:pt x="0" y="609"/>
                    <a:pt x="18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3"/>
            <p:cNvSpPr/>
            <p:nvPr/>
          </p:nvSpPr>
          <p:spPr>
            <a:xfrm>
              <a:off x="14780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3"/>
            <p:cNvSpPr/>
            <p:nvPr/>
          </p:nvSpPr>
          <p:spPr>
            <a:xfrm>
              <a:off x="1379975" y="227540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3"/>
            <p:cNvSpPr/>
            <p:nvPr/>
          </p:nvSpPr>
          <p:spPr>
            <a:xfrm>
              <a:off x="1281200" y="2275400"/>
              <a:ext cx="19025" cy="19025"/>
            </a:xfrm>
            <a:custGeom>
              <a:rect b="b" l="l" r="r" t="t"/>
              <a:pathLst>
                <a:path extrusionOk="0" h="761" w="761">
                  <a:moveTo>
                    <a:pt x="395" y="1"/>
                  </a:moveTo>
                  <a:cubicBezTo>
                    <a:pt x="183" y="1"/>
                    <a:pt x="0" y="183"/>
                    <a:pt x="0" y="396"/>
                  </a:cubicBezTo>
                  <a:cubicBezTo>
                    <a:pt x="0" y="609"/>
                    <a:pt x="183" y="761"/>
                    <a:pt x="395" y="761"/>
                  </a:cubicBezTo>
                  <a:cubicBezTo>
                    <a:pt x="578" y="761"/>
                    <a:pt x="760" y="609"/>
                    <a:pt x="760" y="396"/>
                  </a:cubicBezTo>
                  <a:cubicBezTo>
                    <a:pt x="760" y="18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3"/>
            <p:cNvSpPr/>
            <p:nvPr/>
          </p:nvSpPr>
          <p:spPr>
            <a:xfrm>
              <a:off x="11824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3"/>
            <p:cNvSpPr/>
            <p:nvPr/>
          </p:nvSpPr>
          <p:spPr>
            <a:xfrm>
              <a:off x="1084375" y="227540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1" y="609"/>
                    <a:pt x="761" y="396"/>
                  </a:cubicBezTo>
                  <a:cubicBezTo>
                    <a:pt x="761"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3"/>
            <p:cNvSpPr/>
            <p:nvPr/>
          </p:nvSpPr>
          <p:spPr>
            <a:xfrm>
              <a:off x="985600" y="227540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3"/>
            <p:cNvSpPr/>
            <p:nvPr/>
          </p:nvSpPr>
          <p:spPr>
            <a:xfrm>
              <a:off x="8868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3"/>
            <p:cNvSpPr/>
            <p:nvPr/>
          </p:nvSpPr>
          <p:spPr>
            <a:xfrm>
              <a:off x="788025" y="2275400"/>
              <a:ext cx="19025" cy="19025"/>
            </a:xfrm>
            <a:custGeom>
              <a:rect b="b" l="l" r="r" t="t"/>
              <a:pathLst>
                <a:path extrusionOk="0" h="761" w="761">
                  <a:moveTo>
                    <a:pt x="395" y="1"/>
                  </a:moveTo>
                  <a:cubicBezTo>
                    <a:pt x="183" y="1"/>
                    <a:pt x="0" y="183"/>
                    <a:pt x="0" y="396"/>
                  </a:cubicBezTo>
                  <a:cubicBezTo>
                    <a:pt x="0" y="609"/>
                    <a:pt x="183" y="761"/>
                    <a:pt x="395" y="761"/>
                  </a:cubicBezTo>
                  <a:cubicBezTo>
                    <a:pt x="608" y="761"/>
                    <a:pt x="760" y="609"/>
                    <a:pt x="760" y="396"/>
                  </a:cubicBezTo>
                  <a:cubicBezTo>
                    <a:pt x="760" y="18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3"/>
            <p:cNvSpPr/>
            <p:nvPr/>
          </p:nvSpPr>
          <p:spPr>
            <a:xfrm>
              <a:off x="690000" y="227540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3"/>
            <p:cNvSpPr/>
            <p:nvPr/>
          </p:nvSpPr>
          <p:spPr>
            <a:xfrm>
              <a:off x="5912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3"/>
            <p:cNvSpPr/>
            <p:nvPr/>
          </p:nvSpPr>
          <p:spPr>
            <a:xfrm>
              <a:off x="493175" y="2275400"/>
              <a:ext cx="19025" cy="19025"/>
            </a:xfrm>
            <a:custGeom>
              <a:rect b="b" l="l" r="r" t="t"/>
              <a:pathLst>
                <a:path extrusionOk="0" h="761" w="761">
                  <a:moveTo>
                    <a:pt x="366" y="1"/>
                  </a:moveTo>
                  <a:cubicBezTo>
                    <a:pt x="153" y="1"/>
                    <a:pt x="1" y="183"/>
                    <a:pt x="1" y="396"/>
                  </a:cubicBezTo>
                  <a:cubicBezTo>
                    <a:pt x="1" y="609"/>
                    <a:pt x="153" y="761"/>
                    <a:pt x="366" y="761"/>
                  </a:cubicBezTo>
                  <a:cubicBezTo>
                    <a:pt x="578" y="761"/>
                    <a:pt x="761" y="609"/>
                    <a:pt x="761" y="396"/>
                  </a:cubicBezTo>
                  <a:cubicBezTo>
                    <a:pt x="761" y="18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3"/>
            <p:cNvSpPr/>
            <p:nvPr/>
          </p:nvSpPr>
          <p:spPr>
            <a:xfrm>
              <a:off x="1675575" y="2188775"/>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3"/>
            <p:cNvSpPr/>
            <p:nvPr/>
          </p:nvSpPr>
          <p:spPr>
            <a:xfrm>
              <a:off x="1576800" y="2188775"/>
              <a:ext cx="19000" cy="19025"/>
            </a:xfrm>
            <a:custGeom>
              <a:rect b="b" l="l" r="r" t="t"/>
              <a:pathLst>
                <a:path extrusionOk="0" h="761" w="760">
                  <a:moveTo>
                    <a:pt x="365" y="1"/>
                  </a:moveTo>
                  <a:cubicBezTo>
                    <a:pt x="182" y="1"/>
                    <a:pt x="0" y="183"/>
                    <a:pt x="0" y="396"/>
                  </a:cubicBezTo>
                  <a:cubicBezTo>
                    <a:pt x="0" y="609"/>
                    <a:pt x="18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3"/>
            <p:cNvSpPr/>
            <p:nvPr/>
          </p:nvSpPr>
          <p:spPr>
            <a:xfrm>
              <a:off x="14780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3"/>
            <p:cNvSpPr/>
            <p:nvPr/>
          </p:nvSpPr>
          <p:spPr>
            <a:xfrm>
              <a:off x="1379975" y="2188775"/>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3"/>
            <p:cNvSpPr/>
            <p:nvPr/>
          </p:nvSpPr>
          <p:spPr>
            <a:xfrm>
              <a:off x="1281200" y="2188775"/>
              <a:ext cx="19025" cy="19025"/>
            </a:xfrm>
            <a:custGeom>
              <a:rect b="b" l="l" r="r" t="t"/>
              <a:pathLst>
                <a:path extrusionOk="0" h="761" w="761">
                  <a:moveTo>
                    <a:pt x="395" y="1"/>
                  </a:moveTo>
                  <a:cubicBezTo>
                    <a:pt x="183" y="1"/>
                    <a:pt x="0" y="183"/>
                    <a:pt x="0" y="396"/>
                  </a:cubicBezTo>
                  <a:cubicBezTo>
                    <a:pt x="0" y="609"/>
                    <a:pt x="183" y="761"/>
                    <a:pt x="395" y="761"/>
                  </a:cubicBezTo>
                  <a:cubicBezTo>
                    <a:pt x="578" y="761"/>
                    <a:pt x="760" y="609"/>
                    <a:pt x="760" y="396"/>
                  </a:cubicBezTo>
                  <a:cubicBezTo>
                    <a:pt x="760" y="18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3"/>
            <p:cNvSpPr/>
            <p:nvPr/>
          </p:nvSpPr>
          <p:spPr>
            <a:xfrm>
              <a:off x="11824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3"/>
            <p:cNvSpPr/>
            <p:nvPr/>
          </p:nvSpPr>
          <p:spPr>
            <a:xfrm>
              <a:off x="1084375" y="2188775"/>
              <a:ext cx="19025" cy="19025"/>
            </a:xfrm>
            <a:custGeom>
              <a:rect b="b" l="l" r="r" t="t"/>
              <a:pathLst>
                <a:path extrusionOk="0" h="761" w="761">
                  <a:moveTo>
                    <a:pt x="365" y="1"/>
                  </a:moveTo>
                  <a:cubicBezTo>
                    <a:pt x="153" y="1"/>
                    <a:pt x="1" y="183"/>
                    <a:pt x="1" y="396"/>
                  </a:cubicBezTo>
                  <a:cubicBezTo>
                    <a:pt x="1" y="609"/>
                    <a:pt x="153" y="761"/>
                    <a:pt x="365" y="761"/>
                  </a:cubicBezTo>
                  <a:cubicBezTo>
                    <a:pt x="578" y="761"/>
                    <a:pt x="761" y="609"/>
                    <a:pt x="761" y="396"/>
                  </a:cubicBezTo>
                  <a:cubicBezTo>
                    <a:pt x="761"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3"/>
            <p:cNvSpPr/>
            <p:nvPr/>
          </p:nvSpPr>
          <p:spPr>
            <a:xfrm>
              <a:off x="985600" y="2188775"/>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3"/>
            <p:cNvSpPr/>
            <p:nvPr/>
          </p:nvSpPr>
          <p:spPr>
            <a:xfrm>
              <a:off x="8868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3"/>
            <p:cNvSpPr/>
            <p:nvPr/>
          </p:nvSpPr>
          <p:spPr>
            <a:xfrm>
              <a:off x="788025" y="2188775"/>
              <a:ext cx="19025" cy="19025"/>
            </a:xfrm>
            <a:custGeom>
              <a:rect b="b" l="l" r="r" t="t"/>
              <a:pathLst>
                <a:path extrusionOk="0" h="761" w="761">
                  <a:moveTo>
                    <a:pt x="395" y="1"/>
                  </a:moveTo>
                  <a:cubicBezTo>
                    <a:pt x="183" y="1"/>
                    <a:pt x="0" y="183"/>
                    <a:pt x="0" y="396"/>
                  </a:cubicBezTo>
                  <a:cubicBezTo>
                    <a:pt x="0" y="609"/>
                    <a:pt x="183" y="761"/>
                    <a:pt x="395" y="761"/>
                  </a:cubicBezTo>
                  <a:cubicBezTo>
                    <a:pt x="608" y="761"/>
                    <a:pt x="760" y="609"/>
                    <a:pt x="760" y="396"/>
                  </a:cubicBezTo>
                  <a:cubicBezTo>
                    <a:pt x="760" y="18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3"/>
            <p:cNvSpPr/>
            <p:nvPr/>
          </p:nvSpPr>
          <p:spPr>
            <a:xfrm>
              <a:off x="690000" y="2188775"/>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3"/>
            <p:cNvSpPr/>
            <p:nvPr/>
          </p:nvSpPr>
          <p:spPr>
            <a:xfrm>
              <a:off x="5912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3"/>
            <p:cNvSpPr/>
            <p:nvPr/>
          </p:nvSpPr>
          <p:spPr>
            <a:xfrm>
              <a:off x="493175" y="2188775"/>
              <a:ext cx="19025" cy="19025"/>
            </a:xfrm>
            <a:custGeom>
              <a:rect b="b" l="l" r="r" t="t"/>
              <a:pathLst>
                <a:path extrusionOk="0" h="761" w="761">
                  <a:moveTo>
                    <a:pt x="366" y="1"/>
                  </a:moveTo>
                  <a:cubicBezTo>
                    <a:pt x="153" y="1"/>
                    <a:pt x="1" y="183"/>
                    <a:pt x="1" y="396"/>
                  </a:cubicBezTo>
                  <a:cubicBezTo>
                    <a:pt x="1" y="609"/>
                    <a:pt x="153" y="761"/>
                    <a:pt x="366" y="761"/>
                  </a:cubicBezTo>
                  <a:cubicBezTo>
                    <a:pt x="578" y="761"/>
                    <a:pt x="761" y="609"/>
                    <a:pt x="761" y="396"/>
                  </a:cubicBezTo>
                  <a:cubicBezTo>
                    <a:pt x="761" y="18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3"/>
            <p:cNvSpPr/>
            <p:nvPr/>
          </p:nvSpPr>
          <p:spPr>
            <a:xfrm>
              <a:off x="1675575" y="210215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3"/>
            <p:cNvSpPr/>
            <p:nvPr/>
          </p:nvSpPr>
          <p:spPr>
            <a:xfrm>
              <a:off x="1576800" y="2102150"/>
              <a:ext cx="19000" cy="19025"/>
            </a:xfrm>
            <a:custGeom>
              <a:rect b="b" l="l" r="r" t="t"/>
              <a:pathLst>
                <a:path extrusionOk="0" h="761" w="760">
                  <a:moveTo>
                    <a:pt x="365" y="1"/>
                  </a:moveTo>
                  <a:cubicBezTo>
                    <a:pt x="182" y="1"/>
                    <a:pt x="0" y="183"/>
                    <a:pt x="0" y="396"/>
                  </a:cubicBezTo>
                  <a:cubicBezTo>
                    <a:pt x="0" y="609"/>
                    <a:pt x="18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3"/>
            <p:cNvSpPr/>
            <p:nvPr/>
          </p:nvSpPr>
          <p:spPr>
            <a:xfrm>
              <a:off x="14780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3"/>
            <p:cNvSpPr/>
            <p:nvPr/>
          </p:nvSpPr>
          <p:spPr>
            <a:xfrm>
              <a:off x="1379975" y="210215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3"/>
            <p:cNvSpPr/>
            <p:nvPr/>
          </p:nvSpPr>
          <p:spPr>
            <a:xfrm>
              <a:off x="1281200" y="2102150"/>
              <a:ext cx="19025" cy="19025"/>
            </a:xfrm>
            <a:custGeom>
              <a:rect b="b" l="l" r="r" t="t"/>
              <a:pathLst>
                <a:path extrusionOk="0" h="761" w="761">
                  <a:moveTo>
                    <a:pt x="395" y="1"/>
                  </a:moveTo>
                  <a:cubicBezTo>
                    <a:pt x="183" y="1"/>
                    <a:pt x="0" y="183"/>
                    <a:pt x="0" y="396"/>
                  </a:cubicBezTo>
                  <a:cubicBezTo>
                    <a:pt x="0" y="609"/>
                    <a:pt x="183" y="761"/>
                    <a:pt x="395" y="761"/>
                  </a:cubicBezTo>
                  <a:cubicBezTo>
                    <a:pt x="578" y="761"/>
                    <a:pt x="760" y="609"/>
                    <a:pt x="760" y="396"/>
                  </a:cubicBezTo>
                  <a:cubicBezTo>
                    <a:pt x="760" y="18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3"/>
            <p:cNvSpPr/>
            <p:nvPr/>
          </p:nvSpPr>
          <p:spPr>
            <a:xfrm>
              <a:off x="11824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3"/>
            <p:cNvSpPr/>
            <p:nvPr/>
          </p:nvSpPr>
          <p:spPr>
            <a:xfrm>
              <a:off x="1084375" y="210215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1" y="609"/>
                    <a:pt x="761" y="396"/>
                  </a:cubicBezTo>
                  <a:cubicBezTo>
                    <a:pt x="761"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3"/>
            <p:cNvSpPr/>
            <p:nvPr/>
          </p:nvSpPr>
          <p:spPr>
            <a:xfrm>
              <a:off x="985600" y="210215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3"/>
            <p:cNvSpPr/>
            <p:nvPr/>
          </p:nvSpPr>
          <p:spPr>
            <a:xfrm>
              <a:off x="8868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3"/>
            <p:cNvSpPr/>
            <p:nvPr/>
          </p:nvSpPr>
          <p:spPr>
            <a:xfrm>
              <a:off x="788025" y="2102150"/>
              <a:ext cx="19025" cy="19025"/>
            </a:xfrm>
            <a:custGeom>
              <a:rect b="b" l="l" r="r" t="t"/>
              <a:pathLst>
                <a:path extrusionOk="0" h="761" w="761">
                  <a:moveTo>
                    <a:pt x="395" y="1"/>
                  </a:moveTo>
                  <a:cubicBezTo>
                    <a:pt x="183" y="1"/>
                    <a:pt x="0" y="183"/>
                    <a:pt x="0" y="396"/>
                  </a:cubicBezTo>
                  <a:cubicBezTo>
                    <a:pt x="0" y="609"/>
                    <a:pt x="183" y="761"/>
                    <a:pt x="395" y="761"/>
                  </a:cubicBezTo>
                  <a:cubicBezTo>
                    <a:pt x="608" y="761"/>
                    <a:pt x="760" y="609"/>
                    <a:pt x="760" y="396"/>
                  </a:cubicBezTo>
                  <a:cubicBezTo>
                    <a:pt x="760" y="18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3"/>
            <p:cNvSpPr/>
            <p:nvPr/>
          </p:nvSpPr>
          <p:spPr>
            <a:xfrm>
              <a:off x="690000" y="210215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3"/>
            <p:cNvSpPr/>
            <p:nvPr/>
          </p:nvSpPr>
          <p:spPr>
            <a:xfrm>
              <a:off x="5912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3"/>
            <p:cNvSpPr/>
            <p:nvPr/>
          </p:nvSpPr>
          <p:spPr>
            <a:xfrm>
              <a:off x="493175" y="2102150"/>
              <a:ext cx="19025" cy="19025"/>
            </a:xfrm>
            <a:custGeom>
              <a:rect b="b" l="l" r="r" t="t"/>
              <a:pathLst>
                <a:path extrusionOk="0" h="761" w="761">
                  <a:moveTo>
                    <a:pt x="366" y="1"/>
                  </a:moveTo>
                  <a:cubicBezTo>
                    <a:pt x="153" y="1"/>
                    <a:pt x="1" y="183"/>
                    <a:pt x="1" y="396"/>
                  </a:cubicBezTo>
                  <a:cubicBezTo>
                    <a:pt x="1" y="609"/>
                    <a:pt x="153" y="761"/>
                    <a:pt x="366" y="761"/>
                  </a:cubicBezTo>
                  <a:cubicBezTo>
                    <a:pt x="578" y="761"/>
                    <a:pt x="761" y="609"/>
                    <a:pt x="761" y="396"/>
                  </a:cubicBezTo>
                  <a:cubicBezTo>
                    <a:pt x="761" y="18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457" name="Shape 457"/>
        <p:cNvGrpSpPr/>
        <p:nvPr/>
      </p:nvGrpSpPr>
      <p:grpSpPr>
        <a:xfrm>
          <a:off x="0" y="0"/>
          <a:ext cx="0" cy="0"/>
          <a:chOff x="0" y="0"/>
          <a:chExt cx="0" cy="0"/>
        </a:xfrm>
      </p:grpSpPr>
      <p:sp>
        <p:nvSpPr>
          <p:cNvPr id="458" name="Google Shape;458;p4"/>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59" name="Google Shape;459;p4"/>
          <p:cNvSpPr txBox="1"/>
          <p:nvPr>
            <p:ph idx="1" type="body"/>
          </p:nvPr>
        </p:nvSpPr>
        <p:spPr>
          <a:xfrm>
            <a:off x="720000" y="1017725"/>
            <a:ext cx="7704000" cy="34164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Clr>
                <a:srgbClr val="434343"/>
              </a:buClr>
              <a:buSzPts val="1200"/>
              <a:buAutoNum type="arabicPeriod"/>
              <a:defRPr sz="1250">
                <a:solidFill>
                  <a:srgbClr val="434343"/>
                </a:solidFill>
              </a:defRPr>
            </a:lvl1pPr>
            <a:lvl2pPr indent="-304800" lvl="1" marL="914400" rtl="0">
              <a:lnSpc>
                <a:spcPct val="115000"/>
              </a:lnSpc>
              <a:spcBef>
                <a:spcPts val="0"/>
              </a:spcBef>
              <a:spcAft>
                <a:spcPts val="0"/>
              </a:spcAft>
              <a:buClr>
                <a:srgbClr val="434343"/>
              </a:buClr>
              <a:buSzPts val="1200"/>
              <a:buFont typeface="Roboto Condensed Light"/>
              <a:buAutoNum type="alphaLcPeriod"/>
              <a:defRPr>
                <a:solidFill>
                  <a:srgbClr val="434343"/>
                </a:solidFill>
              </a:defRPr>
            </a:lvl2pPr>
            <a:lvl3pPr indent="-304800" lvl="2" marL="1371600" rtl="0">
              <a:lnSpc>
                <a:spcPct val="115000"/>
              </a:lnSpc>
              <a:spcBef>
                <a:spcPts val="0"/>
              </a:spcBef>
              <a:spcAft>
                <a:spcPts val="0"/>
              </a:spcAft>
              <a:buClr>
                <a:srgbClr val="434343"/>
              </a:buClr>
              <a:buSzPts val="1200"/>
              <a:buFont typeface="Roboto Condensed Light"/>
              <a:buAutoNum type="romanLcPeriod"/>
              <a:defRPr>
                <a:solidFill>
                  <a:srgbClr val="434343"/>
                </a:solidFill>
              </a:defRPr>
            </a:lvl3pPr>
            <a:lvl4pPr indent="-304800" lvl="3" marL="1828800" rtl="0">
              <a:lnSpc>
                <a:spcPct val="115000"/>
              </a:lnSpc>
              <a:spcBef>
                <a:spcPts val="0"/>
              </a:spcBef>
              <a:spcAft>
                <a:spcPts val="0"/>
              </a:spcAft>
              <a:buClr>
                <a:srgbClr val="434343"/>
              </a:buClr>
              <a:buSzPts val="1200"/>
              <a:buFont typeface="Roboto Condensed Light"/>
              <a:buAutoNum type="arabicPeriod"/>
              <a:defRPr>
                <a:solidFill>
                  <a:srgbClr val="434343"/>
                </a:solidFill>
              </a:defRPr>
            </a:lvl4pPr>
            <a:lvl5pPr indent="-304800" lvl="4" marL="2286000" rtl="0">
              <a:lnSpc>
                <a:spcPct val="115000"/>
              </a:lnSpc>
              <a:spcBef>
                <a:spcPts val="0"/>
              </a:spcBef>
              <a:spcAft>
                <a:spcPts val="0"/>
              </a:spcAft>
              <a:buClr>
                <a:srgbClr val="434343"/>
              </a:buClr>
              <a:buSzPts val="1200"/>
              <a:buFont typeface="Roboto Condensed Light"/>
              <a:buAutoNum type="alphaLcPeriod"/>
              <a:defRPr>
                <a:solidFill>
                  <a:srgbClr val="434343"/>
                </a:solidFill>
              </a:defRPr>
            </a:lvl5pPr>
            <a:lvl6pPr indent="-304800" lvl="5" marL="2743200" rtl="0">
              <a:lnSpc>
                <a:spcPct val="115000"/>
              </a:lnSpc>
              <a:spcBef>
                <a:spcPts val="0"/>
              </a:spcBef>
              <a:spcAft>
                <a:spcPts val="0"/>
              </a:spcAft>
              <a:buClr>
                <a:srgbClr val="434343"/>
              </a:buClr>
              <a:buSzPts val="1200"/>
              <a:buFont typeface="Roboto Condensed Light"/>
              <a:buAutoNum type="romanLcPeriod"/>
              <a:defRPr>
                <a:solidFill>
                  <a:srgbClr val="434343"/>
                </a:solidFill>
              </a:defRPr>
            </a:lvl6pPr>
            <a:lvl7pPr indent="-304800" lvl="6" marL="3200400" rtl="0">
              <a:lnSpc>
                <a:spcPct val="115000"/>
              </a:lnSpc>
              <a:spcBef>
                <a:spcPts val="0"/>
              </a:spcBef>
              <a:spcAft>
                <a:spcPts val="0"/>
              </a:spcAft>
              <a:buClr>
                <a:srgbClr val="434343"/>
              </a:buClr>
              <a:buSzPts val="1200"/>
              <a:buFont typeface="Roboto Condensed Light"/>
              <a:buAutoNum type="arabicPeriod"/>
              <a:defRPr>
                <a:solidFill>
                  <a:srgbClr val="434343"/>
                </a:solidFill>
              </a:defRPr>
            </a:lvl7pPr>
            <a:lvl8pPr indent="-304800" lvl="7" marL="3657600" rtl="0">
              <a:lnSpc>
                <a:spcPct val="115000"/>
              </a:lnSpc>
              <a:spcBef>
                <a:spcPts val="0"/>
              </a:spcBef>
              <a:spcAft>
                <a:spcPts val="0"/>
              </a:spcAft>
              <a:buClr>
                <a:srgbClr val="434343"/>
              </a:buClr>
              <a:buSzPts val="1200"/>
              <a:buFont typeface="Roboto Condensed Light"/>
              <a:buAutoNum type="alphaLcPeriod"/>
              <a:defRPr>
                <a:solidFill>
                  <a:srgbClr val="434343"/>
                </a:solidFill>
              </a:defRPr>
            </a:lvl8pPr>
            <a:lvl9pPr indent="-304800" lvl="8" marL="4114800" rtl="0">
              <a:lnSpc>
                <a:spcPct val="115000"/>
              </a:lnSpc>
              <a:spcBef>
                <a:spcPts val="0"/>
              </a:spcBef>
              <a:spcAft>
                <a:spcPts val="0"/>
              </a:spcAft>
              <a:buClr>
                <a:srgbClr val="434343"/>
              </a:buClr>
              <a:buSzPts val="1200"/>
              <a:buFont typeface="Roboto Condensed Light"/>
              <a:buAutoNum type="romanLcPeriod"/>
              <a:defRPr>
                <a:solidFill>
                  <a:srgbClr val="434343"/>
                </a:solidFill>
              </a:defRPr>
            </a:lvl9pPr>
          </a:lstStyle>
          <a:p/>
        </p:txBody>
      </p:sp>
      <p:grpSp>
        <p:nvGrpSpPr>
          <p:cNvPr id="460" name="Google Shape;460;p4"/>
          <p:cNvGrpSpPr/>
          <p:nvPr/>
        </p:nvGrpSpPr>
        <p:grpSpPr>
          <a:xfrm flipH="1" rot="-6865773">
            <a:off x="7384916" y="-2594310"/>
            <a:ext cx="5608461" cy="5572757"/>
            <a:chOff x="2975000" y="20825"/>
            <a:chExt cx="3963625" cy="2500050"/>
          </a:xfrm>
        </p:grpSpPr>
        <p:sp>
          <p:nvSpPr>
            <p:cNvPr id="461" name="Google Shape;461;p4"/>
            <p:cNvSpPr/>
            <p:nvPr/>
          </p:nvSpPr>
          <p:spPr>
            <a:xfrm>
              <a:off x="2975000" y="442550"/>
              <a:ext cx="3962850" cy="2078325"/>
            </a:xfrm>
            <a:custGeom>
              <a:rect b="b" l="l" r="r" t="t"/>
              <a:pathLst>
                <a:path extrusionOk="0" fill="none" h="83133" w="158514">
                  <a:moveTo>
                    <a:pt x="0" y="1"/>
                  </a:moveTo>
                  <a:cubicBezTo>
                    <a:pt x="4347" y="3071"/>
                    <a:pt x="9423" y="6171"/>
                    <a:pt x="12797" y="10122"/>
                  </a:cubicBezTo>
                  <a:cubicBezTo>
                    <a:pt x="18025" y="16232"/>
                    <a:pt x="11095" y="25411"/>
                    <a:pt x="18298" y="31369"/>
                  </a:cubicBezTo>
                  <a:cubicBezTo>
                    <a:pt x="23952" y="36050"/>
                    <a:pt x="23982" y="41612"/>
                    <a:pt x="23283" y="48269"/>
                  </a:cubicBezTo>
                  <a:cubicBezTo>
                    <a:pt x="22706" y="53497"/>
                    <a:pt x="22463" y="62494"/>
                    <a:pt x="29028" y="64044"/>
                  </a:cubicBezTo>
                  <a:cubicBezTo>
                    <a:pt x="35776" y="65655"/>
                    <a:pt x="41186" y="60913"/>
                    <a:pt x="45624" y="56567"/>
                  </a:cubicBezTo>
                  <a:cubicBezTo>
                    <a:pt x="51855" y="50457"/>
                    <a:pt x="63466" y="46202"/>
                    <a:pt x="71825" y="49515"/>
                  </a:cubicBezTo>
                  <a:cubicBezTo>
                    <a:pt x="79211" y="52463"/>
                    <a:pt x="89728" y="48421"/>
                    <a:pt x="96598" y="51430"/>
                  </a:cubicBezTo>
                  <a:cubicBezTo>
                    <a:pt x="100762" y="53284"/>
                    <a:pt x="101035" y="58390"/>
                    <a:pt x="102343" y="62646"/>
                  </a:cubicBezTo>
                  <a:cubicBezTo>
                    <a:pt x="104197" y="68603"/>
                    <a:pt x="108938" y="75564"/>
                    <a:pt x="114106" y="78482"/>
                  </a:cubicBezTo>
                  <a:cubicBezTo>
                    <a:pt x="122343" y="83132"/>
                    <a:pt x="130914" y="70610"/>
                    <a:pt x="138909" y="69151"/>
                  </a:cubicBezTo>
                  <a:cubicBezTo>
                    <a:pt x="145474" y="67935"/>
                    <a:pt x="152435" y="73892"/>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4"/>
            <p:cNvSpPr/>
            <p:nvPr/>
          </p:nvSpPr>
          <p:spPr>
            <a:xfrm>
              <a:off x="2975000" y="442550"/>
              <a:ext cx="3962850" cy="2057800"/>
            </a:xfrm>
            <a:custGeom>
              <a:rect b="b" l="l" r="r" t="t"/>
              <a:pathLst>
                <a:path extrusionOk="0" fill="none" h="82312" w="158514">
                  <a:moveTo>
                    <a:pt x="0" y="1"/>
                  </a:moveTo>
                  <a:cubicBezTo>
                    <a:pt x="4408" y="3040"/>
                    <a:pt x="9392" y="6049"/>
                    <a:pt x="13040" y="9879"/>
                  </a:cubicBezTo>
                  <a:cubicBezTo>
                    <a:pt x="18602" y="15654"/>
                    <a:pt x="11733" y="24955"/>
                    <a:pt x="18694" y="30609"/>
                  </a:cubicBezTo>
                  <a:cubicBezTo>
                    <a:pt x="24408" y="35259"/>
                    <a:pt x="25077" y="40153"/>
                    <a:pt x="24317" y="46901"/>
                  </a:cubicBezTo>
                  <a:cubicBezTo>
                    <a:pt x="23739" y="52129"/>
                    <a:pt x="23131" y="61248"/>
                    <a:pt x="29849" y="62919"/>
                  </a:cubicBezTo>
                  <a:cubicBezTo>
                    <a:pt x="36870" y="64652"/>
                    <a:pt x="41794" y="59606"/>
                    <a:pt x="46627" y="55503"/>
                  </a:cubicBezTo>
                  <a:cubicBezTo>
                    <a:pt x="53557" y="49606"/>
                    <a:pt x="63983" y="44712"/>
                    <a:pt x="72798" y="48634"/>
                  </a:cubicBezTo>
                  <a:cubicBezTo>
                    <a:pt x="80123" y="51886"/>
                    <a:pt x="90245" y="48208"/>
                    <a:pt x="97266" y="51187"/>
                  </a:cubicBezTo>
                  <a:cubicBezTo>
                    <a:pt x="101522" y="52980"/>
                    <a:pt x="101674" y="58026"/>
                    <a:pt x="102890" y="62251"/>
                  </a:cubicBezTo>
                  <a:cubicBezTo>
                    <a:pt x="104561" y="68087"/>
                    <a:pt x="109303" y="75078"/>
                    <a:pt x="114440" y="77844"/>
                  </a:cubicBezTo>
                  <a:cubicBezTo>
                    <a:pt x="122799" y="82312"/>
                    <a:pt x="131097" y="70032"/>
                    <a:pt x="139243" y="68877"/>
                  </a:cubicBezTo>
                  <a:cubicBezTo>
                    <a:pt x="145656" y="67935"/>
                    <a:pt x="152495" y="73771"/>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4"/>
            <p:cNvSpPr/>
            <p:nvPr/>
          </p:nvSpPr>
          <p:spPr>
            <a:xfrm>
              <a:off x="2975000" y="442550"/>
              <a:ext cx="3962850" cy="2035775"/>
            </a:xfrm>
            <a:custGeom>
              <a:rect b="b" l="l" r="r" t="t"/>
              <a:pathLst>
                <a:path extrusionOk="0" fill="none" h="81431" w="158514">
                  <a:moveTo>
                    <a:pt x="0" y="1"/>
                  </a:moveTo>
                  <a:cubicBezTo>
                    <a:pt x="4468" y="3040"/>
                    <a:pt x="9362" y="5958"/>
                    <a:pt x="13313" y="9606"/>
                  </a:cubicBezTo>
                  <a:cubicBezTo>
                    <a:pt x="19210" y="15077"/>
                    <a:pt x="12432" y="24469"/>
                    <a:pt x="19089" y="29849"/>
                  </a:cubicBezTo>
                  <a:cubicBezTo>
                    <a:pt x="24803" y="34469"/>
                    <a:pt x="26019" y="38694"/>
                    <a:pt x="25350" y="45564"/>
                  </a:cubicBezTo>
                  <a:cubicBezTo>
                    <a:pt x="24833" y="50822"/>
                    <a:pt x="23739" y="60001"/>
                    <a:pt x="30609" y="61795"/>
                  </a:cubicBezTo>
                  <a:cubicBezTo>
                    <a:pt x="37691" y="63649"/>
                    <a:pt x="42797" y="58299"/>
                    <a:pt x="47813" y="54378"/>
                  </a:cubicBezTo>
                  <a:cubicBezTo>
                    <a:pt x="55989" y="47995"/>
                    <a:pt x="63345" y="43375"/>
                    <a:pt x="73801" y="47752"/>
                  </a:cubicBezTo>
                  <a:cubicBezTo>
                    <a:pt x="81704" y="51065"/>
                    <a:pt x="90762" y="48026"/>
                    <a:pt x="97966" y="50944"/>
                  </a:cubicBezTo>
                  <a:cubicBezTo>
                    <a:pt x="102282" y="52707"/>
                    <a:pt x="102343" y="57631"/>
                    <a:pt x="103437" y="61825"/>
                  </a:cubicBezTo>
                  <a:cubicBezTo>
                    <a:pt x="104957" y="67570"/>
                    <a:pt x="109637" y="74531"/>
                    <a:pt x="114774" y="77145"/>
                  </a:cubicBezTo>
                  <a:cubicBezTo>
                    <a:pt x="123285" y="81430"/>
                    <a:pt x="131310" y="69454"/>
                    <a:pt x="139577" y="68573"/>
                  </a:cubicBezTo>
                  <a:cubicBezTo>
                    <a:pt x="145869" y="67904"/>
                    <a:pt x="152587" y="73649"/>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4"/>
            <p:cNvSpPr/>
            <p:nvPr/>
          </p:nvSpPr>
          <p:spPr>
            <a:xfrm>
              <a:off x="2975000" y="442550"/>
              <a:ext cx="3962850" cy="2014500"/>
            </a:xfrm>
            <a:custGeom>
              <a:rect b="b" l="l" r="r" t="t"/>
              <a:pathLst>
                <a:path extrusionOk="0" fill="none" h="80580" w="158514">
                  <a:moveTo>
                    <a:pt x="0" y="1"/>
                  </a:moveTo>
                  <a:cubicBezTo>
                    <a:pt x="4560" y="3010"/>
                    <a:pt x="9392" y="5897"/>
                    <a:pt x="13526" y="9393"/>
                  </a:cubicBezTo>
                  <a:cubicBezTo>
                    <a:pt x="19666" y="14469"/>
                    <a:pt x="13162" y="23952"/>
                    <a:pt x="19484" y="29150"/>
                  </a:cubicBezTo>
                  <a:cubicBezTo>
                    <a:pt x="24560" y="33314"/>
                    <a:pt x="27235" y="37509"/>
                    <a:pt x="26323" y="44348"/>
                  </a:cubicBezTo>
                  <a:cubicBezTo>
                    <a:pt x="25563" y="49728"/>
                    <a:pt x="24317" y="58846"/>
                    <a:pt x="31308" y="60792"/>
                  </a:cubicBezTo>
                  <a:cubicBezTo>
                    <a:pt x="38390" y="62737"/>
                    <a:pt x="43770" y="57296"/>
                    <a:pt x="48998" y="53375"/>
                  </a:cubicBezTo>
                  <a:cubicBezTo>
                    <a:pt x="57813" y="46688"/>
                    <a:pt x="63892" y="42129"/>
                    <a:pt x="74743" y="47023"/>
                  </a:cubicBezTo>
                  <a:cubicBezTo>
                    <a:pt x="82433" y="50488"/>
                    <a:pt x="91248" y="47995"/>
                    <a:pt x="98604" y="50761"/>
                  </a:cubicBezTo>
                  <a:cubicBezTo>
                    <a:pt x="103042" y="52372"/>
                    <a:pt x="103011" y="57266"/>
                    <a:pt x="104014" y="61430"/>
                  </a:cubicBezTo>
                  <a:cubicBezTo>
                    <a:pt x="105382" y="67084"/>
                    <a:pt x="109941" y="74014"/>
                    <a:pt x="115109" y="76445"/>
                  </a:cubicBezTo>
                  <a:cubicBezTo>
                    <a:pt x="123802" y="80579"/>
                    <a:pt x="132100" y="68299"/>
                    <a:pt x="139912" y="68330"/>
                  </a:cubicBezTo>
                  <a:cubicBezTo>
                    <a:pt x="144927" y="68330"/>
                    <a:pt x="153529" y="7331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4"/>
            <p:cNvSpPr/>
            <p:nvPr/>
          </p:nvSpPr>
          <p:spPr>
            <a:xfrm>
              <a:off x="2975000" y="442550"/>
              <a:ext cx="3962850" cy="1991700"/>
            </a:xfrm>
            <a:custGeom>
              <a:rect b="b" l="l" r="r" t="t"/>
              <a:pathLst>
                <a:path extrusionOk="0" fill="none" h="79668" w="158514">
                  <a:moveTo>
                    <a:pt x="0" y="1"/>
                  </a:moveTo>
                  <a:cubicBezTo>
                    <a:pt x="4590" y="3010"/>
                    <a:pt x="9484" y="5897"/>
                    <a:pt x="13769" y="9119"/>
                  </a:cubicBezTo>
                  <a:cubicBezTo>
                    <a:pt x="20122" y="13861"/>
                    <a:pt x="13952" y="23344"/>
                    <a:pt x="19879" y="28360"/>
                  </a:cubicBezTo>
                  <a:cubicBezTo>
                    <a:pt x="24651" y="32402"/>
                    <a:pt x="28055" y="36475"/>
                    <a:pt x="27265" y="43102"/>
                  </a:cubicBezTo>
                  <a:cubicBezTo>
                    <a:pt x="26627" y="48482"/>
                    <a:pt x="24985" y="57600"/>
                    <a:pt x="31946" y="59698"/>
                  </a:cubicBezTo>
                  <a:cubicBezTo>
                    <a:pt x="39028" y="61795"/>
                    <a:pt x="44955" y="56202"/>
                    <a:pt x="50183" y="52251"/>
                  </a:cubicBezTo>
                  <a:cubicBezTo>
                    <a:pt x="59424" y="45260"/>
                    <a:pt x="64561" y="40761"/>
                    <a:pt x="75746" y="46232"/>
                  </a:cubicBezTo>
                  <a:cubicBezTo>
                    <a:pt x="83315" y="49971"/>
                    <a:pt x="91795" y="47813"/>
                    <a:pt x="99273" y="50488"/>
                  </a:cubicBezTo>
                  <a:cubicBezTo>
                    <a:pt x="103832" y="52129"/>
                    <a:pt x="103619" y="56840"/>
                    <a:pt x="104653" y="61035"/>
                  </a:cubicBezTo>
                  <a:cubicBezTo>
                    <a:pt x="106051" y="66749"/>
                    <a:pt x="110124" y="73315"/>
                    <a:pt x="115443" y="75716"/>
                  </a:cubicBezTo>
                  <a:cubicBezTo>
                    <a:pt x="124227" y="79667"/>
                    <a:pt x="132039" y="67995"/>
                    <a:pt x="140246" y="68056"/>
                  </a:cubicBezTo>
                  <a:cubicBezTo>
                    <a:pt x="145535" y="68087"/>
                    <a:pt x="153377" y="7340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4"/>
            <p:cNvSpPr/>
            <p:nvPr/>
          </p:nvSpPr>
          <p:spPr>
            <a:xfrm>
              <a:off x="2975000" y="442550"/>
              <a:ext cx="3963625" cy="1968900"/>
            </a:xfrm>
            <a:custGeom>
              <a:rect b="b" l="l" r="r" t="t"/>
              <a:pathLst>
                <a:path extrusionOk="0" fill="none" h="78756" w="158545">
                  <a:moveTo>
                    <a:pt x="0" y="1"/>
                  </a:moveTo>
                  <a:cubicBezTo>
                    <a:pt x="4651" y="2979"/>
                    <a:pt x="9575" y="5867"/>
                    <a:pt x="14013" y="8876"/>
                  </a:cubicBezTo>
                  <a:cubicBezTo>
                    <a:pt x="20548" y="13283"/>
                    <a:pt x="14985" y="22706"/>
                    <a:pt x="20305" y="27539"/>
                  </a:cubicBezTo>
                  <a:cubicBezTo>
                    <a:pt x="24590" y="31430"/>
                    <a:pt x="28724" y="35715"/>
                    <a:pt x="28147" y="42007"/>
                  </a:cubicBezTo>
                  <a:cubicBezTo>
                    <a:pt x="27630" y="47296"/>
                    <a:pt x="25654" y="56445"/>
                    <a:pt x="32584" y="58664"/>
                  </a:cubicBezTo>
                  <a:cubicBezTo>
                    <a:pt x="39606" y="60913"/>
                    <a:pt x="46354" y="55077"/>
                    <a:pt x="51369" y="51096"/>
                  </a:cubicBezTo>
                  <a:cubicBezTo>
                    <a:pt x="60609" y="43770"/>
                    <a:pt x="65351" y="39576"/>
                    <a:pt x="76749" y="45594"/>
                  </a:cubicBezTo>
                  <a:cubicBezTo>
                    <a:pt x="84166" y="49515"/>
                    <a:pt x="92251" y="47722"/>
                    <a:pt x="99911" y="50275"/>
                  </a:cubicBezTo>
                  <a:cubicBezTo>
                    <a:pt x="104622" y="51855"/>
                    <a:pt x="104318" y="56445"/>
                    <a:pt x="105260" y="60609"/>
                  </a:cubicBezTo>
                  <a:cubicBezTo>
                    <a:pt x="106537" y="66324"/>
                    <a:pt x="110428" y="72676"/>
                    <a:pt x="115808" y="74956"/>
                  </a:cubicBezTo>
                  <a:cubicBezTo>
                    <a:pt x="124714" y="78756"/>
                    <a:pt x="132313" y="67418"/>
                    <a:pt x="140580" y="67813"/>
                  </a:cubicBezTo>
                  <a:cubicBezTo>
                    <a:pt x="145778" y="68056"/>
                    <a:pt x="153438" y="73315"/>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4"/>
            <p:cNvSpPr/>
            <p:nvPr/>
          </p:nvSpPr>
          <p:spPr>
            <a:xfrm>
              <a:off x="2975000" y="442550"/>
              <a:ext cx="3962850" cy="1919500"/>
            </a:xfrm>
            <a:custGeom>
              <a:rect b="b" l="l" r="r" t="t"/>
              <a:pathLst>
                <a:path extrusionOk="0" fill="none" h="76780" w="158514">
                  <a:moveTo>
                    <a:pt x="0" y="1"/>
                  </a:moveTo>
                  <a:cubicBezTo>
                    <a:pt x="4712" y="2949"/>
                    <a:pt x="9666" y="5776"/>
                    <a:pt x="14225" y="8633"/>
                  </a:cubicBezTo>
                  <a:cubicBezTo>
                    <a:pt x="20973" y="12797"/>
                    <a:pt x="16049" y="21977"/>
                    <a:pt x="20760" y="26718"/>
                  </a:cubicBezTo>
                  <a:cubicBezTo>
                    <a:pt x="24438" y="30396"/>
                    <a:pt x="29332" y="35168"/>
                    <a:pt x="28967" y="41004"/>
                  </a:cubicBezTo>
                  <a:cubicBezTo>
                    <a:pt x="28633" y="46202"/>
                    <a:pt x="26444" y="55381"/>
                    <a:pt x="33192" y="57661"/>
                  </a:cubicBezTo>
                  <a:cubicBezTo>
                    <a:pt x="40153" y="60032"/>
                    <a:pt x="47752" y="53953"/>
                    <a:pt x="52494" y="49880"/>
                  </a:cubicBezTo>
                  <a:cubicBezTo>
                    <a:pt x="61703" y="41977"/>
                    <a:pt x="66293" y="38633"/>
                    <a:pt x="77722" y="45016"/>
                  </a:cubicBezTo>
                  <a:cubicBezTo>
                    <a:pt x="84926" y="49059"/>
                    <a:pt x="92707" y="47722"/>
                    <a:pt x="100488" y="50093"/>
                  </a:cubicBezTo>
                  <a:cubicBezTo>
                    <a:pt x="105382" y="51582"/>
                    <a:pt x="104987" y="56080"/>
                    <a:pt x="105838" y="60245"/>
                  </a:cubicBezTo>
                  <a:cubicBezTo>
                    <a:pt x="107023" y="65898"/>
                    <a:pt x="111005" y="72676"/>
                    <a:pt x="116142" y="74227"/>
                  </a:cubicBezTo>
                  <a:cubicBezTo>
                    <a:pt x="124683" y="76780"/>
                    <a:pt x="132191" y="66901"/>
                    <a:pt x="140884" y="67570"/>
                  </a:cubicBezTo>
                  <a:cubicBezTo>
                    <a:pt x="145930" y="67965"/>
                    <a:pt x="153468" y="73224"/>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4"/>
            <p:cNvSpPr/>
            <p:nvPr/>
          </p:nvSpPr>
          <p:spPr>
            <a:xfrm>
              <a:off x="2975000" y="442550"/>
              <a:ext cx="3962100" cy="1896700"/>
            </a:xfrm>
            <a:custGeom>
              <a:rect b="b" l="l" r="r" t="t"/>
              <a:pathLst>
                <a:path extrusionOk="0" fill="none" h="75868" w="158484">
                  <a:moveTo>
                    <a:pt x="0" y="1"/>
                  </a:moveTo>
                  <a:cubicBezTo>
                    <a:pt x="4742" y="2949"/>
                    <a:pt x="9788" y="5441"/>
                    <a:pt x="14438" y="8359"/>
                  </a:cubicBezTo>
                  <a:cubicBezTo>
                    <a:pt x="21520" y="12797"/>
                    <a:pt x="16900" y="20852"/>
                    <a:pt x="21277" y="25837"/>
                  </a:cubicBezTo>
                  <a:cubicBezTo>
                    <a:pt x="24408" y="29424"/>
                    <a:pt x="29758" y="34652"/>
                    <a:pt x="29727" y="40123"/>
                  </a:cubicBezTo>
                  <a:cubicBezTo>
                    <a:pt x="29666" y="45229"/>
                    <a:pt x="27447" y="54014"/>
                    <a:pt x="33770" y="56658"/>
                  </a:cubicBezTo>
                  <a:cubicBezTo>
                    <a:pt x="40396" y="59394"/>
                    <a:pt x="49545" y="52433"/>
                    <a:pt x="53618" y="48542"/>
                  </a:cubicBezTo>
                  <a:cubicBezTo>
                    <a:pt x="62707" y="39788"/>
                    <a:pt x="67448" y="37904"/>
                    <a:pt x="78725" y="44530"/>
                  </a:cubicBezTo>
                  <a:cubicBezTo>
                    <a:pt x="85716" y="48664"/>
                    <a:pt x="93224" y="47722"/>
                    <a:pt x="101066" y="49910"/>
                  </a:cubicBezTo>
                  <a:cubicBezTo>
                    <a:pt x="106142" y="51308"/>
                    <a:pt x="105716" y="55685"/>
                    <a:pt x="106476" y="59849"/>
                  </a:cubicBezTo>
                  <a:cubicBezTo>
                    <a:pt x="107540" y="65503"/>
                    <a:pt x="111279" y="71977"/>
                    <a:pt x="116477" y="73467"/>
                  </a:cubicBezTo>
                  <a:cubicBezTo>
                    <a:pt x="124927" y="75868"/>
                    <a:pt x="132708" y="66354"/>
                    <a:pt x="141188" y="67357"/>
                  </a:cubicBezTo>
                  <a:cubicBezTo>
                    <a:pt x="146143" y="67935"/>
                    <a:pt x="153468" y="7313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4"/>
            <p:cNvSpPr/>
            <p:nvPr/>
          </p:nvSpPr>
          <p:spPr>
            <a:xfrm>
              <a:off x="2975000" y="442550"/>
              <a:ext cx="3962850" cy="1870875"/>
            </a:xfrm>
            <a:custGeom>
              <a:rect b="b" l="l" r="r" t="t"/>
              <a:pathLst>
                <a:path extrusionOk="0" fill="none" h="74835" w="158514">
                  <a:moveTo>
                    <a:pt x="0" y="1"/>
                  </a:moveTo>
                  <a:cubicBezTo>
                    <a:pt x="4803" y="2919"/>
                    <a:pt x="9848" y="5350"/>
                    <a:pt x="14651" y="8116"/>
                  </a:cubicBezTo>
                  <a:cubicBezTo>
                    <a:pt x="21946" y="12311"/>
                    <a:pt x="18086" y="19697"/>
                    <a:pt x="21885" y="24895"/>
                  </a:cubicBezTo>
                  <a:cubicBezTo>
                    <a:pt x="24590" y="28633"/>
                    <a:pt x="30031" y="34013"/>
                    <a:pt x="30396" y="39272"/>
                  </a:cubicBezTo>
                  <a:cubicBezTo>
                    <a:pt x="30791" y="44439"/>
                    <a:pt x="28299" y="52919"/>
                    <a:pt x="34439" y="55625"/>
                  </a:cubicBezTo>
                  <a:cubicBezTo>
                    <a:pt x="41186" y="58603"/>
                    <a:pt x="50670" y="51217"/>
                    <a:pt x="54712" y="47083"/>
                  </a:cubicBezTo>
                  <a:cubicBezTo>
                    <a:pt x="63892" y="37630"/>
                    <a:pt x="68542" y="37266"/>
                    <a:pt x="79789" y="44135"/>
                  </a:cubicBezTo>
                  <a:cubicBezTo>
                    <a:pt x="86476" y="48208"/>
                    <a:pt x="93984" y="47661"/>
                    <a:pt x="101674" y="49728"/>
                  </a:cubicBezTo>
                  <a:cubicBezTo>
                    <a:pt x="106932" y="51126"/>
                    <a:pt x="106416" y="55138"/>
                    <a:pt x="107145" y="59454"/>
                  </a:cubicBezTo>
                  <a:cubicBezTo>
                    <a:pt x="108057" y="64986"/>
                    <a:pt x="111552" y="71339"/>
                    <a:pt x="116872" y="72707"/>
                  </a:cubicBezTo>
                  <a:cubicBezTo>
                    <a:pt x="125322" y="74835"/>
                    <a:pt x="133285" y="65837"/>
                    <a:pt x="141523" y="67114"/>
                  </a:cubicBezTo>
                  <a:cubicBezTo>
                    <a:pt x="146386" y="67874"/>
                    <a:pt x="153559" y="73011"/>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4"/>
            <p:cNvSpPr/>
            <p:nvPr/>
          </p:nvSpPr>
          <p:spPr>
            <a:xfrm>
              <a:off x="2975000" y="442550"/>
              <a:ext cx="3962850" cy="1848075"/>
            </a:xfrm>
            <a:custGeom>
              <a:rect b="b" l="l" r="r" t="t"/>
              <a:pathLst>
                <a:path extrusionOk="0" fill="none" h="73923" w="158514">
                  <a:moveTo>
                    <a:pt x="0" y="1"/>
                  </a:moveTo>
                  <a:cubicBezTo>
                    <a:pt x="4833" y="2888"/>
                    <a:pt x="9909" y="5259"/>
                    <a:pt x="14864" y="7873"/>
                  </a:cubicBezTo>
                  <a:cubicBezTo>
                    <a:pt x="22219" y="11764"/>
                    <a:pt x="19301" y="18390"/>
                    <a:pt x="22584" y="23922"/>
                  </a:cubicBezTo>
                  <a:cubicBezTo>
                    <a:pt x="25046" y="28086"/>
                    <a:pt x="30092" y="33649"/>
                    <a:pt x="31004" y="38542"/>
                  </a:cubicBezTo>
                  <a:cubicBezTo>
                    <a:pt x="31855" y="43284"/>
                    <a:pt x="29150" y="51947"/>
                    <a:pt x="35107" y="54561"/>
                  </a:cubicBezTo>
                  <a:cubicBezTo>
                    <a:pt x="42250" y="57691"/>
                    <a:pt x="51673" y="50032"/>
                    <a:pt x="55746" y="45503"/>
                  </a:cubicBezTo>
                  <a:cubicBezTo>
                    <a:pt x="64834" y="35411"/>
                    <a:pt x="69941" y="36992"/>
                    <a:pt x="80822" y="43770"/>
                  </a:cubicBezTo>
                  <a:cubicBezTo>
                    <a:pt x="87205" y="47782"/>
                    <a:pt x="94683" y="47691"/>
                    <a:pt x="102191" y="49576"/>
                  </a:cubicBezTo>
                  <a:cubicBezTo>
                    <a:pt x="107571" y="50913"/>
                    <a:pt x="107145" y="54682"/>
                    <a:pt x="107783" y="59090"/>
                  </a:cubicBezTo>
                  <a:cubicBezTo>
                    <a:pt x="108604" y="64591"/>
                    <a:pt x="111826" y="70610"/>
                    <a:pt x="117236" y="71917"/>
                  </a:cubicBezTo>
                  <a:cubicBezTo>
                    <a:pt x="125504" y="73923"/>
                    <a:pt x="133863" y="65321"/>
                    <a:pt x="141827" y="66901"/>
                  </a:cubicBezTo>
                  <a:cubicBezTo>
                    <a:pt x="146599" y="67813"/>
                    <a:pt x="153620" y="7292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4"/>
            <p:cNvSpPr/>
            <p:nvPr/>
          </p:nvSpPr>
          <p:spPr>
            <a:xfrm>
              <a:off x="2975000" y="442550"/>
              <a:ext cx="3962100" cy="1826050"/>
            </a:xfrm>
            <a:custGeom>
              <a:rect b="b" l="l" r="r" t="t"/>
              <a:pathLst>
                <a:path extrusionOk="0" fill="none" h="73042" w="158484">
                  <a:moveTo>
                    <a:pt x="0" y="1"/>
                  </a:moveTo>
                  <a:cubicBezTo>
                    <a:pt x="4894" y="2858"/>
                    <a:pt x="10000" y="5168"/>
                    <a:pt x="15076" y="7630"/>
                  </a:cubicBezTo>
                  <a:cubicBezTo>
                    <a:pt x="22402" y="11217"/>
                    <a:pt x="20639" y="16992"/>
                    <a:pt x="23435" y="22980"/>
                  </a:cubicBezTo>
                  <a:cubicBezTo>
                    <a:pt x="25685" y="27813"/>
                    <a:pt x="29910" y="33041"/>
                    <a:pt x="31460" y="37934"/>
                  </a:cubicBezTo>
                  <a:cubicBezTo>
                    <a:pt x="32858" y="42372"/>
                    <a:pt x="29940" y="51096"/>
                    <a:pt x="35867" y="53558"/>
                  </a:cubicBezTo>
                  <a:cubicBezTo>
                    <a:pt x="43618" y="56749"/>
                    <a:pt x="52433" y="48937"/>
                    <a:pt x="56779" y="43831"/>
                  </a:cubicBezTo>
                  <a:cubicBezTo>
                    <a:pt x="65746" y="33314"/>
                    <a:pt x="71552" y="36901"/>
                    <a:pt x="81886" y="43466"/>
                  </a:cubicBezTo>
                  <a:cubicBezTo>
                    <a:pt x="87965" y="47327"/>
                    <a:pt x="95412" y="47752"/>
                    <a:pt x="102707" y="49454"/>
                  </a:cubicBezTo>
                  <a:cubicBezTo>
                    <a:pt x="108148" y="50700"/>
                    <a:pt x="107905" y="54226"/>
                    <a:pt x="108452" y="58725"/>
                  </a:cubicBezTo>
                  <a:cubicBezTo>
                    <a:pt x="109182" y="64226"/>
                    <a:pt x="112130" y="69910"/>
                    <a:pt x="117571" y="71187"/>
                  </a:cubicBezTo>
                  <a:cubicBezTo>
                    <a:pt x="125626" y="73041"/>
                    <a:pt x="134410" y="64895"/>
                    <a:pt x="142100" y="66688"/>
                  </a:cubicBezTo>
                  <a:cubicBezTo>
                    <a:pt x="146751" y="67783"/>
                    <a:pt x="153590" y="72828"/>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4"/>
            <p:cNvSpPr/>
            <p:nvPr/>
          </p:nvSpPr>
          <p:spPr>
            <a:xfrm>
              <a:off x="2975000" y="442550"/>
              <a:ext cx="3962850" cy="1818450"/>
            </a:xfrm>
            <a:custGeom>
              <a:rect b="b" l="l" r="r" t="t"/>
              <a:pathLst>
                <a:path extrusionOk="0" fill="none" h="72738" w="158514">
                  <a:moveTo>
                    <a:pt x="0" y="1"/>
                  </a:moveTo>
                  <a:cubicBezTo>
                    <a:pt x="4924" y="2827"/>
                    <a:pt x="10122" y="5077"/>
                    <a:pt x="15259" y="7387"/>
                  </a:cubicBezTo>
                  <a:cubicBezTo>
                    <a:pt x="22432" y="10609"/>
                    <a:pt x="22159" y="15594"/>
                    <a:pt x="24317" y="22007"/>
                  </a:cubicBezTo>
                  <a:cubicBezTo>
                    <a:pt x="26171" y="27630"/>
                    <a:pt x="29332" y="32402"/>
                    <a:pt x="31733" y="37418"/>
                  </a:cubicBezTo>
                  <a:cubicBezTo>
                    <a:pt x="33831" y="41764"/>
                    <a:pt x="30669" y="50305"/>
                    <a:pt x="36657" y="52615"/>
                  </a:cubicBezTo>
                  <a:cubicBezTo>
                    <a:pt x="44955" y="55868"/>
                    <a:pt x="53162" y="47630"/>
                    <a:pt x="57782" y="42068"/>
                  </a:cubicBezTo>
                  <a:cubicBezTo>
                    <a:pt x="66476" y="31551"/>
                    <a:pt x="73315" y="37022"/>
                    <a:pt x="82950" y="43193"/>
                  </a:cubicBezTo>
                  <a:cubicBezTo>
                    <a:pt x="88695" y="46871"/>
                    <a:pt x="96142" y="47813"/>
                    <a:pt x="103194" y="49333"/>
                  </a:cubicBezTo>
                  <a:cubicBezTo>
                    <a:pt x="108726" y="50488"/>
                    <a:pt x="108634" y="53740"/>
                    <a:pt x="109151" y="58390"/>
                  </a:cubicBezTo>
                  <a:cubicBezTo>
                    <a:pt x="109789" y="63862"/>
                    <a:pt x="112464" y="69211"/>
                    <a:pt x="117996" y="70427"/>
                  </a:cubicBezTo>
                  <a:cubicBezTo>
                    <a:pt x="125778" y="72129"/>
                    <a:pt x="135018" y="64439"/>
                    <a:pt x="142434" y="66506"/>
                  </a:cubicBezTo>
                  <a:cubicBezTo>
                    <a:pt x="146994" y="67752"/>
                    <a:pt x="153650" y="72737"/>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4"/>
            <p:cNvSpPr/>
            <p:nvPr/>
          </p:nvSpPr>
          <p:spPr>
            <a:xfrm>
              <a:off x="2975000" y="442550"/>
              <a:ext cx="3962850" cy="1816175"/>
            </a:xfrm>
            <a:custGeom>
              <a:rect b="b" l="l" r="r" t="t"/>
              <a:pathLst>
                <a:path extrusionOk="0" fill="none" h="72647" w="158514">
                  <a:moveTo>
                    <a:pt x="0" y="1"/>
                  </a:moveTo>
                  <a:cubicBezTo>
                    <a:pt x="4985" y="2797"/>
                    <a:pt x="10244" y="4985"/>
                    <a:pt x="15441" y="7144"/>
                  </a:cubicBezTo>
                  <a:cubicBezTo>
                    <a:pt x="22341" y="10031"/>
                    <a:pt x="23648" y="14621"/>
                    <a:pt x="25259" y="21034"/>
                  </a:cubicBezTo>
                  <a:cubicBezTo>
                    <a:pt x="26688" y="26809"/>
                    <a:pt x="28572" y="31977"/>
                    <a:pt x="31885" y="36992"/>
                  </a:cubicBezTo>
                  <a:cubicBezTo>
                    <a:pt x="34742" y="41278"/>
                    <a:pt x="31429" y="49606"/>
                    <a:pt x="37478" y="51825"/>
                  </a:cubicBezTo>
                  <a:cubicBezTo>
                    <a:pt x="46171" y="55017"/>
                    <a:pt x="54469" y="46202"/>
                    <a:pt x="58755" y="40305"/>
                  </a:cubicBezTo>
                  <a:cubicBezTo>
                    <a:pt x="66232" y="30001"/>
                    <a:pt x="76415" y="38025"/>
                    <a:pt x="84044" y="42889"/>
                  </a:cubicBezTo>
                  <a:cubicBezTo>
                    <a:pt x="89546" y="46384"/>
                    <a:pt x="96841" y="47874"/>
                    <a:pt x="103680" y="49211"/>
                  </a:cubicBezTo>
                  <a:cubicBezTo>
                    <a:pt x="109242" y="50305"/>
                    <a:pt x="109364" y="53254"/>
                    <a:pt x="109850" y="58026"/>
                  </a:cubicBezTo>
                  <a:cubicBezTo>
                    <a:pt x="110397" y="63436"/>
                    <a:pt x="112829" y="68482"/>
                    <a:pt x="118422" y="69667"/>
                  </a:cubicBezTo>
                  <a:cubicBezTo>
                    <a:pt x="125930" y="71278"/>
                    <a:pt x="135626" y="64044"/>
                    <a:pt x="142708" y="66293"/>
                  </a:cubicBezTo>
                  <a:cubicBezTo>
                    <a:pt x="147176" y="67692"/>
                    <a:pt x="153681" y="7264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4"/>
            <p:cNvSpPr/>
            <p:nvPr/>
          </p:nvSpPr>
          <p:spPr>
            <a:xfrm>
              <a:off x="2975000" y="442550"/>
              <a:ext cx="3962850" cy="1813875"/>
            </a:xfrm>
            <a:custGeom>
              <a:rect b="b" l="l" r="r" t="t"/>
              <a:pathLst>
                <a:path extrusionOk="0" fill="none" h="72555" w="158514">
                  <a:moveTo>
                    <a:pt x="0" y="1"/>
                  </a:moveTo>
                  <a:cubicBezTo>
                    <a:pt x="5015" y="2767"/>
                    <a:pt x="10335" y="4894"/>
                    <a:pt x="15624" y="6931"/>
                  </a:cubicBezTo>
                  <a:cubicBezTo>
                    <a:pt x="22189" y="9423"/>
                    <a:pt x="24925" y="13648"/>
                    <a:pt x="26262" y="20031"/>
                  </a:cubicBezTo>
                  <a:cubicBezTo>
                    <a:pt x="27508" y="25958"/>
                    <a:pt x="27843" y="31582"/>
                    <a:pt x="31916" y="36597"/>
                  </a:cubicBezTo>
                  <a:cubicBezTo>
                    <a:pt x="35290" y="40731"/>
                    <a:pt x="32432" y="49150"/>
                    <a:pt x="38299" y="51096"/>
                  </a:cubicBezTo>
                  <a:cubicBezTo>
                    <a:pt x="47326" y="54105"/>
                    <a:pt x="55138" y="44804"/>
                    <a:pt x="59758" y="38512"/>
                  </a:cubicBezTo>
                  <a:cubicBezTo>
                    <a:pt x="66901" y="28816"/>
                    <a:pt x="78512" y="38512"/>
                    <a:pt x="85139" y="42585"/>
                  </a:cubicBezTo>
                  <a:cubicBezTo>
                    <a:pt x="90397" y="45807"/>
                    <a:pt x="97510" y="47995"/>
                    <a:pt x="104105" y="49120"/>
                  </a:cubicBezTo>
                  <a:cubicBezTo>
                    <a:pt x="109698" y="50062"/>
                    <a:pt x="109729" y="52707"/>
                    <a:pt x="110580" y="57691"/>
                  </a:cubicBezTo>
                  <a:cubicBezTo>
                    <a:pt x="111461" y="63071"/>
                    <a:pt x="112829" y="67692"/>
                    <a:pt x="118878" y="68938"/>
                  </a:cubicBezTo>
                  <a:cubicBezTo>
                    <a:pt x="126082" y="70427"/>
                    <a:pt x="136234" y="63649"/>
                    <a:pt x="143012" y="66111"/>
                  </a:cubicBezTo>
                  <a:cubicBezTo>
                    <a:pt x="147359" y="67661"/>
                    <a:pt x="153742" y="7255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4"/>
            <p:cNvSpPr/>
            <p:nvPr/>
          </p:nvSpPr>
          <p:spPr>
            <a:xfrm>
              <a:off x="2975000" y="442550"/>
              <a:ext cx="3962850" cy="1804000"/>
            </a:xfrm>
            <a:custGeom>
              <a:rect b="b" l="l" r="r" t="t"/>
              <a:pathLst>
                <a:path extrusionOk="0" fill="none" h="72160" w="158514">
                  <a:moveTo>
                    <a:pt x="0" y="1"/>
                  </a:moveTo>
                  <a:cubicBezTo>
                    <a:pt x="5076" y="2736"/>
                    <a:pt x="10456" y="4803"/>
                    <a:pt x="15806" y="6688"/>
                  </a:cubicBezTo>
                  <a:cubicBezTo>
                    <a:pt x="22037" y="8876"/>
                    <a:pt x="26049" y="12767"/>
                    <a:pt x="27326" y="18967"/>
                  </a:cubicBezTo>
                  <a:cubicBezTo>
                    <a:pt x="28542" y="24925"/>
                    <a:pt x="27326" y="31126"/>
                    <a:pt x="31855" y="36202"/>
                  </a:cubicBezTo>
                  <a:cubicBezTo>
                    <a:pt x="35381" y="40153"/>
                    <a:pt x="33618" y="48725"/>
                    <a:pt x="39150" y="50457"/>
                  </a:cubicBezTo>
                  <a:cubicBezTo>
                    <a:pt x="48329" y="53314"/>
                    <a:pt x="55746" y="42919"/>
                    <a:pt x="60792" y="36810"/>
                  </a:cubicBezTo>
                  <a:cubicBezTo>
                    <a:pt x="67995" y="28086"/>
                    <a:pt x="80032" y="38360"/>
                    <a:pt x="86263" y="42159"/>
                  </a:cubicBezTo>
                  <a:cubicBezTo>
                    <a:pt x="91430" y="45320"/>
                    <a:pt x="98057" y="48056"/>
                    <a:pt x="104561" y="48998"/>
                  </a:cubicBezTo>
                  <a:cubicBezTo>
                    <a:pt x="115747" y="50700"/>
                    <a:pt x="107692" y="65898"/>
                    <a:pt x="119303" y="68178"/>
                  </a:cubicBezTo>
                  <a:cubicBezTo>
                    <a:pt x="126294" y="69576"/>
                    <a:pt x="136872" y="63254"/>
                    <a:pt x="143316" y="65898"/>
                  </a:cubicBezTo>
                  <a:cubicBezTo>
                    <a:pt x="147784" y="67752"/>
                    <a:pt x="153407" y="7216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4"/>
            <p:cNvSpPr/>
            <p:nvPr/>
          </p:nvSpPr>
          <p:spPr>
            <a:xfrm>
              <a:off x="2975000" y="442550"/>
              <a:ext cx="3962100" cy="1802475"/>
            </a:xfrm>
            <a:custGeom>
              <a:rect b="b" l="l" r="r" t="t"/>
              <a:pathLst>
                <a:path extrusionOk="0" fill="none" h="72099" w="158484">
                  <a:moveTo>
                    <a:pt x="0" y="1"/>
                  </a:moveTo>
                  <a:cubicBezTo>
                    <a:pt x="5107" y="2706"/>
                    <a:pt x="10760" y="4590"/>
                    <a:pt x="15958" y="6444"/>
                  </a:cubicBezTo>
                  <a:cubicBezTo>
                    <a:pt x="21764" y="8511"/>
                    <a:pt x="26931" y="11733"/>
                    <a:pt x="28390" y="17843"/>
                  </a:cubicBezTo>
                  <a:cubicBezTo>
                    <a:pt x="29788" y="23740"/>
                    <a:pt x="26900" y="30579"/>
                    <a:pt x="31672" y="35867"/>
                  </a:cubicBezTo>
                  <a:cubicBezTo>
                    <a:pt x="35107" y="39636"/>
                    <a:pt x="34925" y="48390"/>
                    <a:pt x="40001" y="49849"/>
                  </a:cubicBezTo>
                  <a:cubicBezTo>
                    <a:pt x="49302" y="52494"/>
                    <a:pt x="56415" y="40761"/>
                    <a:pt x="61886" y="35320"/>
                  </a:cubicBezTo>
                  <a:cubicBezTo>
                    <a:pt x="69211" y="28025"/>
                    <a:pt x="81278" y="37873"/>
                    <a:pt x="87327" y="41612"/>
                  </a:cubicBezTo>
                  <a:cubicBezTo>
                    <a:pt x="92585" y="44864"/>
                    <a:pt x="98421" y="48117"/>
                    <a:pt x="104926" y="48968"/>
                  </a:cubicBezTo>
                  <a:cubicBezTo>
                    <a:pt x="116385" y="50457"/>
                    <a:pt x="108239" y="65442"/>
                    <a:pt x="119759" y="67509"/>
                  </a:cubicBezTo>
                  <a:cubicBezTo>
                    <a:pt x="126659" y="68725"/>
                    <a:pt x="137298" y="62980"/>
                    <a:pt x="143559" y="65716"/>
                  </a:cubicBezTo>
                  <a:cubicBezTo>
                    <a:pt x="147936" y="67631"/>
                    <a:pt x="153407" y="72099"/>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4"/>
            <p:cNvSpPr/>
            <p:nvPr/>
          </p:nvSpPr>
          <p:spPr>
            <a:xfrm>
              <a:off x="2975000" y="442550"/>
              <a:ext cx="3962850" cy="1800200"/>
            </a:xfrm>
            <a:custGeom>
              <a:rect b="b" l="l" r="r" t="t"/>
              <a:pathLst>
                <a:path extrusionOk="0" fill="none" h="72008" w="158514">
                  <a:moveTo>
                    <a:pt x="0" y="1"/>
                  </a:moveTo>
                  <a:cubicBezTo>
                    <a:pt x="5167" y="2645"/>
                    <a:pt x="10821" y="4499"/>
                    <a:pt x="16140" y="6201"/>
                  </a:cubicBezTo>
                  <a:cubicBezTo>
                    <a:pt x="21976" y="8055"/>
                    <a:pt x="27630" y="11065"/>
                    <a:pt x="29484" y="16657"/>
                  </a:cubicBezTo>
                  <a:cubicBezTo>
                    <a:pt x="31308" y="22159"/>
                    <a:pt x="26748" y="29940"/>
                    <a:pt x="31521" y="35442"/>
                  </a:cubicBezTo>
                  <a:cubicBezTo>
                    <a:pt x="34621" y="38998"/>
                    <a:pt x="36414" y="48147"/>
                    <a:pt x="40913" y="49211"/>
                  </a:cubicBezTo>
                  <a:cubicBezTo>
                    <a:pt x="50244" y="51430"/>
                    <a:pt x="56749" y="38846"/>
                    <a:pt x="63041" y="34044"/>
                  </a:cubicBezTo>
                  <a:cubicBezTo>
                    <a:pt x="70731" y="28147"/>
                    <a:pt x="82190" y="36992"/>
                    <a:pt x="88391" y="40943"/>
                  </a:cubicBezTo>
                  <a:cubicBezTo>
                    <a:pt x="93862" y="44409"/>
                    <a:pt x="98695" y="48147"/>
                    <a:pt x="105352" y="48907"/>
                  </a:cubicBezTo>
                  <a:cubicBezTo>
                    <a:pt x="117024" y="50184"/>
                    <a:pt x="108786" y="64834"/>
                    <a:pt x="120276" y="66780"/>
                  </a:cubicBezTo>
                  <a:cubicBezTo>
                    <a:pt x="126993" y="67904"/>
                    <a:pt x="137784" y="62585"/>
                    <a:pt x="143863" y="65533"/>
                  </a:cubicBezTo>
                  <a:cubicBezTo>
                    <a:pt x="148149" y="67570"/>
                    <a:pt x="153468" y="72008"/>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4"/>
            <p:cNvSpPr/>
            <p:nvPr/>
          </p:nvSpPr>
          <p:spPr>
            <a:xfrm>
              <a:off x="2975000" y="442550"/>
              <a:ext cx="3963625" cy="1798675"/>
            </a:xfrm>
            <a:custGeom>
              <a:rect b="b" l="l" r="r" t="t"/>
              <a:pathLst>
                <a:path extrusionOk="0" fill="none" h="71947" w="158545">
                  <a:moveTo>
                    <a:pt x="0" y="1"/>
                  </a:moveTo>
                  <a:cubicBezTo>
                    <a:pt x="5198" y="2615"/>
                    <a:pt x="10912" y="4408"/>
                    <a:pt x="16323" y="5958"/>
                  </a:cubicBezTo>
                  <a:cubicBezTo>
                    <a:pt x="22067" y="7630"/>
                    <a:pt x="28147" y="10365"/>
                    <a:pt x="30578" y="15472"/>
                  </a:cubicBezTo>
                  <a:cubicBezTo>
                    <a:pt x="33192" y="20974"/>
                    <a:pt x="26931" y="29059"/>
                    <a:pt x="31369" y="35047"/>
                  </a:cubicBezTo>
                  <a:cubicBezTo>
                    <a:pt x="33831" y="38390"/>
                    <a:pt x="37904" y="47904"/>
                    <a:pt x="41825" y="48542"/>
                  </a:cubicBezTo>
                  <a:cubicBezTo>
                    <a:pt x="50883" y="50062"/>
                    <a:pt x="57296" y="36931"/>
                    <a:pt x="64257" y="33010"/>
                  </a:cubicBezTo>
                  <a:cubicBezTo>
                    <a:pt x="72160" y="28512"/>
                    <a:pt x="83102" y="35928"/>
                    <a:pt x="89424" y="40153"/>
                  </a:cubicBezTo>
                  <a:cubicBezTo>
                    <a:pt x="94804" y="43740"/>
                    <a:pt x="98877" y="48208"/>
                    <a:pt x="105747" y="48846"/>
                  </a:cubicBezTo>
                  <a:cubicBezTo>
                    <a:pt x="117601" y="49971"/>
                    <a:pt x="109425" y="64257"/>
                    <a:pt x="120793" y="66081"/>
                  </a:cubicBezTo>
                  <a:cubicBezTo>
                    <a:pt x="127419" y="67144"/>
                    <a:pt x="138270" y="62281"/>
                    <a:pt x="144167" y="65351"/>
                  </a:cubicBezTo>
                  <a:cubicBezTo>
                    <a:pt x="148362" y="67540"/>
                    <a:pt x="153529" y="71947"/>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4"/>
            <p:cNvSpPr/>
            <p:nvPr/>
          </p:nvSpPr>
          <p:spPr>
            <a:xfrm>
              <a:off x="2975000" y="442550"/>
              <a:ext cx="3962850" cy="1795650"/>
            </a:xfrm>
            <a:custGeom>
              <a:rect b="b" l="l" r="r" t="t"/>
              <a:pathLst>
                <a:path extrusionOk="0" fill="none" h="71826" w="158514">
                  <a:moveTo>
                    <a:pt x="0" y="1"/>
                  </a:moveTo>
                  <a:cubicBezTo>
                    <a:pt x="5259" y="2584"/>
                    <a:pt x="10973" y="4317"/>
                    <a:pt x="16475" y="5745"/>
                  </a:cubicBezTo>
                  <a:cubicBezTo>
                    <a:pt x="22250" y="7235"/>
                    <a:pt x="28542" y="9788"/>
                    <a:pt x="31581" y="14195"/>
                  </a:cubicBezTo>
                  <a:cubicBezTo>
                    <a:pt x="35168" y="19332"/>
                    <a:pt x="27326" y="28238"/>
                    <a:pt x="31247" y="34560"/>
                  </a:cubicBezTo>
                  <a:cubicBezTo>
                    <a:pt x="33253" y="37782"/>
                    <a:pt x="39150" y="47418"/>
                    <a:pt x="42737" y="47722"/>
                  </a:cubicBezTo>
                  <a:cubicBezTo>
                    <a:pt x="51612" y="48482"/>
                    <a:pt x="57752" y="35229"/>
                    <a:pt x="65412" y="32129"/>
                  </a:cubicBezTo>
                  <a:cubicBezTo>
                    <a:pt x="73588" y="28816"/>
                    <a:pt x="84044" y="34804"/>
                    <a:pt x="90275" y="39302"/>
                  </a:cubicBezTo>
                  <a:cubicBezTo>
                    <a:pt x="95351" y="42980"/>
                    <a:pt x="98938" y="48269"/>
                    <a:pt x="106081" y="48816"/>
                  </a:cubicBezTo>
                  <a:cubicBezTo>
                    <a:pt x="111704" y="49241"/>
                    <a:pt x="112981" y="50670"/>
                    <a:pt x="114136" y="56111"/>
                  </a:cubicBezTo>
                  <a:cubicBezTo>
                    <a:pt x="115139" y="60792"/>
                    <a:pt x="115321" y="64470"/>
                    <a:pt x="121279" y="65381"/>
                  </a:cubicBezTo>
                  <a:cubicBezTo>
                    <a:pt x="127784" y="66385"/>
                    <a:pt x="138696" y="61947"/>
                    <a:pt x="144410" y="65169"/>
                  </a:cubicBezTo>
                  <a:cubicBezTo>
                    <a:pt x="148483" y="67448"/>
                    <a:pt x="153529" y="7182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4"/>
            <p:cNvSpPr/>
            <p:nvPr/>
          </p:nvSpPr>
          <p:spPr>
            <a:xfrm>
              <a:off x="2975000" y="442550"/>
              <a:ext cx="3962850" cy="1794125"/>
            </a:xfrm>
            <a:custGeom>
              <a:rect b="b" l="l" r="r" t="t"/>
              <a:pathLst>
                <a:path extrusionOk="0" fill="none" h="71765" w="158514">
                  <a:moveTo>
                    <a:pt x="0" y="1"/>
                  </a:moveTo>
                  <a:cubicBezTo>
                    <a:pt x="5319" y="2554"/>
                    <a:pt x="11064" y="4226"/>
                    <a:pt x="16627" y="5502"/>
                  </a:cubicBezTo>
                  <a:cubicBezTo>
                    <a:pt x="22523" y="6840"/>
                    <a:pt x="28663" y="9302"/>
                    <a:pt x="32554" y="12919"/>
                  </a:cubicBezTo>
                  <a:cubicBezTo>
                    <a:pt x="36931" y="17022"/>
                    <a:pt x="28906" y="28268"/>
                    <a:pt x="31247" y="33983"/>
                  </a:cubicBezTo>
                  <a:cubicBezTo>
                    <a:pt x="32615" y="37326"/>
                    <a:pt x="40031" y="46658"/>
                    <a:pt x="43679" y="46719"/>
                  </a:cubicBezTo>
                  <a:cubicBezTo>
                    <a:pt x="52433" y="46810"/>
                    <a:pt x="58117" y="33861"/>
                    <a:pt x="66628" y="31430"/>
                  </a:cubicBezTo>
                  <a:cubicBezTo>
                    <a:pt x="75108" y="28998"/>
                    <a:pt x="85078" y="33709"/>
                    <a:pt x="91066" y="38451"/>
                  </a:cubicBezTo>
                  <a:cubicBezTo>
                    <a:pt x="95899" y="42250"/>
                    <a:pt x="98847" y="48482"/>
                    <a:pt x="106446" y="48785"/>
                  </a:cubicBezTo>
                  <a:cubicBezTo>
                    <a:pt x="119030" y="49272"/>
                    <a:pt x="110853" y="62950"/>
                    <a:pt x="121826" y="64743"/>
                  </a:cubicBezTo>
                  <a:cubicBezTo>
                    <a:pt x="128088" y="65746"/>
                    <a:pt x="139121" y="61612"/>
                    <a:pt x="144684" y="64986"/>
                  </a:cubicBezTo>
                  <a:cubicBezTo>
                    <a:pt x="148666" y="67388"/>
                    <a:pt x="153559" y="7176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4"/>
            <p:cNvSpPr/>
            <p:nvPr/>
          </p:nvSpPr>
          <p:spPr>
            <a:xfrm>
              <a:off x="2975000" y="442550"/>
              <a:ext cx="3962850" cy="1791075"/>
            </a:xfrm>
            <a:custGeom>
              <a:rect b="b" l="l" r="r" t="t"/>
              <a:pathLst>
                <a:path extrusionOk="0" fill="none" h="71643" w="158514">
                  <a:moveTo>
                    <a:pt x="0" y="1"/>
                  </a:moveTo>
                  <a:cubicBezTo>
                    <a:pt x="5319" y="2523"/>
                    <a:pt x="11155" y="4134"/>
                    <a:pt x="16779" y="5259"/>
                  </a:cubicBezTo>
                  <a:cubicBezTo>
                    <a:pt x="22736" y="6475"/>
                    <a:pt x="29302" y="9058"/>
                    <a:pt x="33405" y="11672"/>
                  </a:cubicBezTo>
                  <a:cubicBezTo>
                    <a:pt x="37660" y="14378"/>
                    <a:pt x="30821" y="28968"/>
                    <a:pt x="31399" y="33314"/>
                  </a:cubicBezTo>
                  <a:cubicBezTo>
                    <a:pt x="31885" y="36931"/>
                    <a:pt x="40578" y="45624"/>
                    <a:pt x="44651" y="45472"/>
                  </a:cubicBezTo>
                  <a:cubicBezTo>
                    <a:pt x="53101" y="45168"/>
                    <a:pt x="58421" y="32828"/>
                    <a:pt x="67874" y="30852"/>
                  </a:cubicBezTo>
                  <a:cubicBezTo>
                    <a:pt x="76658" y="29028"/>
                    <a:pt x="86233" y="32706"/>
                    <a:pt x="91856" y="37509"/>
                  </a:cubicBezTo>
                  <a:cubicBezTo>
                    <a:pt x="96476" y="41491"/>
                    <a:pt x="98908" y="48542"/>
                    <a:pt x="106780" y="48755"/>
                  </a:cubicBezTo>
                  <a:cubicBezTo>
                    <a:pt x="112647" y="48907"/>
                    <a:pt x="114045" y="50184"/>
                    <a:pt x="115565" y="55503"/>
                  </a:cubicBezTo>
                  <a:cubicBezTo>
                    <a:pt x="116841" y="60062"/>
                    <a:pt x="116628" y="63132"/>
                    <a:pt x="122404" y="64044"/>
                  </a:cubicBezTo>
                  <a:cubicBezTo>
                    <a:pt x="128544" y="65047"/>
                    <a:pt x="139486" y="61278"/>
                    <a:pt x="144957" y="64804"/>
                  </a:cubicBezTo>
                  <a:cubicBezTo>
                    <a:pt x="148818" y="67296"/>
                    <a:pt x="153559" y="71643"/>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4"/>
            <p:cNvSpPr/>
            <p:nvPr/>
          </p:nvSpPr>
          <p:spPr>
            <a:xfrm>
              <a:off x="2975000" y="442550"/>
              <a:ext cx="3962100" cy="1789575"/>
            </a:xfrm>
            <a:custGeom>
              <a:rect b="b" l="l" r="r" t="t"/>
              <a:pathLst>
                <a:path extrusionOk="0" fill="none" h="71583" w="158484">
                  <a:moveTo>
                    <a:pt x="0" y="1"/>
                  </a:moveTo>
                  <a:cubicBezTo>
                    <a:pt x="5380" y="2463"/>
                    <a:pt x="11216" y="4043"/>
                    <a:pt x="16900" y="5016"/>
                  </a:cubicBezTo>
                  <a:cubicBezTo>
                    <a:pt x="22797" y="6049"/>
                    <a:pt x="29058" y="8724"/>
                    <a:pt x="34135" y="10457"/>
                  </a:cubicBezTo>
                  <a:cubicBezTo>
                    <a:pt x="39667" y="12372"/>
                    <a:pt x="32037" y="28846"/>
                    <a:pt x="31855" y="32463"/>
                  </a:cubicBezTo>
                  <a:cubicBezTo>
                    <a:pt x="31672" y="36597"/>
                    <a:pt x="40852" y="44712"/>
                    <a:pt x="45503" y="44074"/>
                  </a:cubicBezTo>
                  <a:cubicBezTo>
                    <a:pt x="54165" y="42889"/>
                    <a:pt x="59606" y="32038"/>
                    <a:pt x="69090" y="30335"/>
                  </a:cubicBezTo>
                  <a:cubicBezTo>
                    <a:pt x="77479" y="28846"/>
                    <a:pt x="87388" y="31703"/>
                    <a:pt x="92646" y="36566"/>
                  </a:cubicBezTo>
                  <a:cubicBezTo>
                    <a:pt x="97084" y="40670"/>
                    <a:pt x="98908" y="48634"/>
                    <a:pt x="107084" y="48725"/>
                  </a:cubicBezTo>
                  <a:cubicBezTo>
                    <a:pt x="112890" y="48816"/>
                    <a:pt x="114501" y="49910"/>
                    <a:pt x="116203" y="55229"/>
                  </a:cubicBezTo>
                  <a:cubicBezTo>
                    <a:pt x="117571" y="59606"/>
                    <a:pt x="117297" y="62555"/>
                    <a:pt x="122951" y="63436"/>
                  </a:cubicBezTo>
                  <a:cubicBezTo>
                    <a:pt x="129030" y="64378"/>
                    <a:pt x="139851" y="60944"/>
                    <a:pt x="145200" y="64622"/>
                  </a:cubicBezTo>
                  <a:cubicBezTo>
                    <a:pt x="148939" y="67205"/>
                    <a:pt x="153590" y="7158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4"/>
            <p:cNvSpPr/>
            <p:nvPr/>
          </p:nvSpPr>
          <p:spPr>
            <a:xfrm>
              <a:off x="2975000" y="442550"/>
              <a:ext cx="3962850" cy="1785000"/>
            </a:xfrm>
            <a:custGeom>
              <a:rect b="b" l="l" r="r" t="t"/>
              <a:pathLst>
                <a:path extrusionOk="0" fill="none" h="71400" w="158514">
                  <a:moveTo>
                    <a:pt x="0" y="1"/>
                  </a:moveTo>
                  <a:cubicBezTo>
                    <a:pt x="5411" y="2432"/>
                    <a:pt x="11307" y="3952"/>
                    <a:pt x="17052" y="4803"/>
                  </a:cubicBezTo>
                  <a:cubicBezTo>
                    <a:pt x="22949" y="5685"/>
                    <a:pt x="29028" y="8967"/>
                    <a:pt x="34682" y="9362"/>
                  </a:cubicBezTo>
                  <a:cubicBezTo>
                    <a:pt x="42007" y="9849"/>
                    <a:pt x="33557" y="28360"/>
                    <a:pt x="32858" y="31065"/>
                  </a:cubicBezTo>
                  <a:cubicBezTo>
                    <a:pt x="31308" y="36931"/>
                    <a:pt x="41095" y="43801"/>
                    <a:pt x="46141" y="42676"/>
                  </a:cubicBezTo>
                  <a:cubicBezTo>
                    <a:pt x="54925" y="40761"/>
                    <a:pt x="60731" y="31703"/>
                    <a:pt x="70245" y="29819"/>
                  </a:cubicBezTo>
                  <a:cubicBezTo>
                    <a:pt x="78451" y="28177"/>
                    <a:pt x="88573" y="30731"/>
                    <a:pt x="93497" y="35563"/>
                  </a:cubicBezTo>
                  <a:cubicBezTo>
                    <a:pt x="97753" y="39728"/>
                    <a:pt x="98969" y="48725"/>
                    <a:pt x="107419" y="48755"/>
                  </a:cubicBezTo>
                  <a:cubicBezTo>
                    <a:pt x="113163" y="48755"/>
                    <a:pt x="115018" y="49667"/>
                    <a:pt x="116872" y="54956"/>
                  </a:cubicBezTo>
                  <a:cubicBezTo>
                    <a:pt x="118331" y="59181"/>
                    <a:pt x="118027" y="61977"/>
                    <a:pt x="123559" y="62798"/>
                  </a:cubicBezTo>
                  <a:cubicBezTo>
                    <a:pt x="129638" y="63710"/>
                    <a:pt x="140459" y="60579"/>
                    <a:pt x="145504" y="64470"/>
                  </a:cubicBezTo>
                  <a:cubicBezTo>
                    <a:pt x="148939" y="67144"/>
                    <a:pt x="153802" y="7140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4"/>
            <p:cNvSpPr/>
            <p:nvPr/>
          </p:nvSpPr>
          <p:spPr>
            <a:xfrm>
              <a:off x="2975000" y="442550"/>
              <a:ext cx="3962100" cy="1781975"/>
            </a:xfrm>
            <a:custGeom>
              <a:rect b="b" l="l" r="r" t="t"/>
              <a:pathLst>
                <a:path extrusionOk="0" fill="none" h="71279" w="158484">
                  <a:moveTo>
                    <a:pt x="0" y="1"/>
                  </a:moveTo>
                  <a:cubicBezTo>
                    <a:pt x="5471" y="2402"/>
                    <a:pt x="11247" y="3922"/>
                    <a:pt x="17174" y="4560"/>
                  </a:cubicBezTo>
                  <a:cubicBezTo>
                    <a:pt x="23253" y="5198"/>
                    <a:pt x="29514" y="8420"/>
                    <a:pt x="35107" y="8177"/>
                  </a:cubicBezTo>
                  <a:cubicBezTo>
                    <a:pt x="44044" y="7782"/>
                    <a:pt x="35290" y="26718"/>
                    <a:pt x="34256" y="29089"/>
                  </a:cubicBezTo>
                  <a:cubicBezTo>
                    <a:pt x="31369" y="35959"/>
                    <a:pt x="40578" y="42980"/>
                    <a:pt x="46658" y="41247"/>
                  </a:cubicBezTo>
                  <a:cubicBezTo>
                    <a:pt x="55533" y="38785"/>
                    <a:pt x="61947" y="31490"/>
                    <a:pt x="71369" y="29180"/>
                  </a:cubicBezTo>
                  <a:cubicBezTo>
                    <a:pt x="79424" y="27174"/>
                    <a:pt x="89819" y="29697"/>
                    <a:pt x="94470" y="34439"/>
                  </a:cubicBezTo>
                  <a:cubicBezTo>
                    <a:pt x="98482" y="38573"/>
                    <a:pt x="99090" y="48785"/>
                    <a:pt x="107753" y="48694"/>
                  </a:cubicBezTo>
                  <a:cubicBezTo>
                    <a:pt x="113407" y="48634"/>
                    <a:pt x="115504" y="49424"/>
                    <a:pt x="117510" y="54652"/>
                  </a:cubicBezTo>
                  <a:cubicBezTo>
                    <a:pt x="119060" y="58694"/>
                    <a:pt x="118665" y="61400"/>
                    <a:pt x="124167" y="62160"/>
                  </a:cubicBezTo>
                  <a:cubicBezTo>
                    <a:pt x="130246" y="62980"/>
                    <a:pt x="140793" y="60245"/>
                    <a:pt x="145717" y="64257"/>
                  </a:cubicBezTo>
                  <a:cubicBezTo>
                    <a:pt x="149061" y="66962"/>
                    <a:pt x="153802" y="71278"/>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4"/>
            <p:cNvSpPr/>
            <p:nvPr/>
          </p:nvSpPr>
          <p:spPr>
            <a:xfrm>
              <a:off x="2975000" y="442550"/>
              <a:ext cx="3962850" cy="1781200"/>
            </a:xfrm>
            <a:custGeom>
              <a:rect b="b" l="l" r="r" t="t"/>
              <a:pathLst>
                <a:path extrusionOk="0" fill="none" h="71248" w="158514">
                  <a:moveTo>
                    <a:pt x="0" y="1"/>
                  </a:moveTo>
                  <a:cubicBezTo>
                    <a:pt x="5502" y="2371"/>
                    <a:pt x="11338" y="3830"/>
                    <a:pt x="17326" y="4347"/>
                  </a:cubicBezTo>
                  <a:cubicBezTo>
                    <a:pt x="23405" y="4833"/>
                    <a:pt x="29484" y="7478"/>
                    <a:pt x="35381" y="7083"/>
                  </a:cubicBezTo>
                  <a:cubicBezTo>
                    <a:pt x="46171" y="6384"/>
                    <a:pt x="37660" y="22007"/>
                    <a:pt x="36080" y="26718"/>
                  </a:cubicBezTo>
                  <a:cubicBezTo>
                    <a:pt x="34560" y="31247"/>
                    <a:pt x="33192" y="34591"/>
                    <a:pt x="37387" y="37934"/>
                  </a:cubicBezTo>
                  <a:cubicBezTo>
                    <a:pt x="40062" y="40032"/>
                    <a:pt x="43983" y="40913"/>
                    <a:pt x="47144" y="39940"/>
                  </a:cubicBezTo>
                  <a:cubicBezTo>
                    <a:pt x="52007" y="38421"/>
                    <a:pt x="55959" y="34864"/>
                    <a:pt x="60548" y="32524"/>
                  </a:cubicBezTo>
                  <a:cubicBezTo>
                    <a:pt x="64409" y="30579"/>
                    <a:pt x="68360" y="29758"/>
                    <a:pt x="72403" y="28512"/>
                  </a:cubicBezTo>
                  <a:cubicBezTo>
                    <a:pt x="80275" y="26080"/>
                    <a:pt x="91187" y="28724"/>
                    <a:pt x="95503" y="33314"/>
                  </a:cubicBezTo>
                  <a:cubicBezTo>
                    <a:pt x="99303" y="37296"/>
                    <a:pt x="99212" y="48877"/>
                    <a:pt x="108118" y="48694"/>
                  </a:cubicBezTo>
                  <a:cubicBezTo>
                    <a:pt x="113589" y="48573"/>
                    <a:pt x="115990" y="49302"/>
                    <a:pt x="118148" y="54409"/>
                  </a:cubicBezTo>
                  <a:cubicBezTo>
                    <a:pt x="119820" y="58299"/>
                    <a:pt x="119364" y="60974"/>
                    <a:pt x="124805" y="61612"/>
                  </a:cubicBezTo>
                  <a:cubicBezTo>
                    <a:pt x="130519" y="62281"/>
                    <a:pt x="141249" y="59819"/>
                    <a:pt x="145991" y="64135"/>
                  </a:cubicBezTo>
                  <a:cubicBezTo>
                    <a:pt x="149213" y="67023"/>
                    <a:pt x="153863" y="71248"/>
                    <a:pt x="158514" y="68695"/>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4"/>
            <p:cNvSpPr/>
            <p:nvPr/>
          </p:nvSpPr>
          <p:spPr>
            <a:xfrm>
              <a:off x="2975000" y="442550"/>
              <a:ext cx="3962100" cy="1777400"/>
            </a:xfrm>
            <a:custGeom>
              <a:rect b="b" l="l" r="r" t="t"/>
              <a:pathLst>
                <a:path extrusionOk="0" fill="none" h="71096" w="158484">
                  <a:moveTo>
                    <a:pt x="0" y="1"/>
                  </a:moveTo>
                  <a:cubicBezTo>
                    <a:pt x="5532" y="2341"/>
                    <a:pt x="11429" y="3739"/>
                    <a:pt x="17447" y="4104"/>
                  </a:cubicBezTo>
                  <a:cubicBezTo>
                    <a:pt x="23496" y="4469"/>
                    <a:pt x="29484" y="6596"/>
                    <a:pt x="35533" y="6049"/>
                  </a:cubicBezTo>
                  <a:cubicBezTo>
                    <a:pt x="47357" y="4955"/>
                    <a:pt x="40822" y="16809"/>
                    <a:pt x="38208" y="23983"/>
                  </a:cubicBezTo>
                  <a:cubicBezTo>
                    <a:pt x="36657" y="28329"/>
                    <a:pt x="33557" y="33253"/>
                    <a:pt x="37691" y="36962"/>
                  </a:cubicBezTo>
                  <a:cubicBezTo>
                    <a:pt x="40244" y="39272"/>
                    <a:pt x="44591" y="39636"/>
                    <a:pt x="47661" y="38603"/>
                  </a:cubicBezTo>
                  <a:cubicBezTo>
                    <a:pt x="52646" y="36931"/>
                    <a:pt x="56901" y="33557"/>
                    <a:pt x="61764" y="31460"/>
                  </a:cubicBezTo>
                  <a:cubicBezTo>
                    <a:pt x="65533" y="29819"/>
                    <a:pt x="69576" y="29150"/>
                    <a:pt x="73375" y="27721"/>
                  </a:cubicBezTo>
                  <a:cubicBezTo>
                    <a:pt x="80974" y="24864"/>
                    <a:pt x="92464" y="27721"/>
                    <a:pt x="96659" y="32068"/>
                  </a:cubicBezTo>
                  <a:cubicBezTo>
                    <a:pt x="100884" y="36445"/>
                    <a:pt x="98634" y="48512"/>
                    <a:pt x="108452" y="48664"/>
                  </a:cubicBezTo>
                  <a:cubicBezTo>
                    <a:pt x="114014" y="48755"/>
                    <a:pt x="116416" y="49150"/>
                    <a:pt x="118756" y="54105"/>
                  </a:cubicBezTo>
                  <a:cubicBezTo>
                    <a:pt x="120550" y="57874"/>
                    <a:pt x="120002" y="60488"/>
                    <a:pt x="125413" y="61035"/>
                  </a:cubicBezTo>
                  <a:cubicBezTo>
                    <a:pt x="131158" y="61643"/>
                    <a:pt x="141553" y="59454"/>
                    <a:pt x="146234" y="63922"/>
                  </a:cubicBezTo>
                  <a:cubicBezTo>
                    <a:pt x="149334" y="66871"/>
                    <a:pt x="153894" y="71096"/>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4"/>
            <p:cNvSpPr/>
            <p:nvPr/>
          </p:nvSpPr>
          <p:spPr>
            <a:xfrm>
              <a:off x="2975000" y="442550"/>
              <a:ext cx="3962850" cy="1775125"/>
            </a:xfrm>
            <a:custGeom>
              <a:rect b="b" l="l" r="r" t="t"/>
              <a:pathLst>
                <a:path extrusionOk="0" fill="none" h="71005" w="158514">
                  <a:moveTo>
                    <a:pt x="0" y="1"/>
                  </a:moveTo>
                  <a:cubicBezTo>
                    <a:pt x="5593" y="2311"/>
                    <a:pt x="11520" y="3648"/>
                    <a:pt x="17569" y="3861"/>
                  </a:cubicBezTo>
                  <a:cubicBezTo>
                    <a:pt x="23587" y="4074"/>
                    <a:pt x="29636" y="5837"/>
                    <a:pt x="35594" y="5046"/>
                  </a:cubicBezTo>
                  <a:cubicBezTo>
                    <a:pt x="47569" y="3466"/>
                    <a:pt x="43800" y="12280"/>
                    <a:pt x="40578" y="20974"/>
                  </a:cubicBezTo>
                  <a:cubicBezTo>
                    <a:pt x="39059" y="25107"/>
                    <a:pt x="34773" y="31916"/>
                    <a:pt x="38268" y="35867"/>
                  </a:cubicBezTo>
                  <a:cubicBezTo>
                    <a:pt x="40548" y="38451"/>
                    <a:pt x="45381" y="38208"/>
                    <a:pt x="48238" y="37296"/>
                  </a:cubicBezTo>
                  <a:cubicBezTo>
                    <a:pt x="53405" y="35624"/>
                    <a:pt x="57965" y="32281"/>
                    <a:pt x="63102" y="30366"/>
                  </a:cubicBezTo>
                  <a:cubicBezTo>
                    <a:pt x="66780" y="28968"/>
                    <a:pt x="70701" y="28420"/>
                    <a:pt x="74257" y="26840"/>
                  </a:cubicBezTo>
                  <a:cubicBezTo>
                    <a:pt x="81552" y="23588"/>
                    <a:pt x="94075" y="26779"/>
                    <a:pt x="97935" y="30791"/>
                  </a:cubicBezTo>
                  <a:cubicBezTo>
                    <a:pt x="101887" y="34895"/>
                    <a:pt x="98938" y="48542"/>
                    <a:pt x="108817" y="48664"/>
                  </a:cubicBezTo>
                  <a:cubicBezTo>
                    <a:pt x="114227" y="48694"/>
                    <a:pt x="116872" y="49029"/>
                    <a:pt x="119364" y="53801"/>
                  </a:cubicBezTo>
                  <a:cubicBezTo>
                    <a:pt x="121249" y="57448"/>
                    <a:pt x="120702" y="60032"/>
                    <a:pt x="126021" y="60518"/>
                  </a:cubicBezTo>
                  <a:cubicBezTo>
                    <a:pt x="131826" y="61035"/>
                    <a:pt x="141857" y="59120"/>
                    <a:pt x="146507" y="63771"/>
                  </a:cubicBezTo>
                  <a:cubicBezTo>
                    <a:pt x="149456" y="66719"/>
                    <a:pt x="153924" y="7100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4"/>
            <p:cNvSpPr/>
            <p:nvPr/>
          </p:nvSpPr>
          <p:spPr>
            <a:xfrm>
              <a:off x="2975000" y="442550"/>
              <a:ext cx="3962850" cy="1772850"/>
            </a:xfrm>
            <a:custGeom>
              <a:rect b="b" l="l" r="r" t="t"/>
              <a:pathLst>
                <a:path extrusionOk="0" fill="none" h="70914" w="158514">
                  <a:moveTo>
                    <a:pt x="0" y="1"/>
                  </a:moveTo>
                  <a:cubicBezTo>
                    <a:pt x="5623" y="2280"/>
                    <a:pt x="11611" y="3526"/>
                    <a:pt x="17690" y="3648"/>
                  </a:cubicBezTo>
                  <a:cubicBezTo>
                    <a:pt x="23648" y="3709"/>
                    <a:pt x="29636" y="5016"/>
                    <a:pt x="35563" y="4104"/>
                  </a:cubicBezTo>
                  <a:cubicBezTo>
                    <a:pt x="47022" y="2371"/>
                    <a:pt x="46627" y="7843"/>
                    <a:pt x="43101" y="17812"/>
                  </a:cubicBezTo>
                  <a:cubicBezTo>
                    <a:pt x="41733" y="21612"/>
                    <a:pt x="36232" y="30670"/>
                    <a:pt x="39028" y="34621"/>
                  </a:cubicBezTo>
                  <a:cubicBezTo>
                    <a:pt x="41004" y="37387"/>
                    <a:pt x="46293" y="36901"/>
                    <a:pt x="48968" y="35989"/>
                  </a:cubicBezTo>
                  <a:cubicBezTo>
                    <a:pt x="57235" y="33071"/>
                    <a:pt x="67235" y="29667"/>
                    <a:pt x="75108" y="25867"/>
                  </a:cubicBezTo>
                  <a:cubicBezTo>
                    <a:pt x="82008" y="22524"/>
                    <a:pt x="95655" y="25746"/>
                    <a:pt x="99303" y="29484"/>
                  </a:cubicBezTo>
                  <a:cubicBezTo>
                    <a:pt x="103042" y="33284"/>
                    <a:pt x="99546" y="48573"/>
                    <a:pt x="109242" y="48573"/>
                  </a:cubicBezTo>
                  <a:cubicBezTo>
                    <a:pt x="114379" y="48573"/>
                    <a:pt x="117328" y="48968"/>
                    <a:pt x="119942" y="53527"/>
                  </a:cubicBezTo>
                  <a:cubicBezTo>
                    <a:pt x="121948" y="57023"/>
                    <a:pt x="121340" y="59606"/>
                    <a:pt x="126629" y="60032"/>
                  </a:cubicBezTo>
                  <a:cubicBezTo>
                    <a:pt x="132495" y="60488"/>
                    <a:pt x="142130" y="58725"/>
                    <a:pt x="146751" y="63558"/>
                  </a:cubicBezTo>
                  <a:cubicBezTo>
                    <a:pt x="149608" y="66567"/>
                    <a:pt x="153985" y="70913"/>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4"/>
            <p:cNvSpPr/>
            <p:nvPr/>
          </p:nvSpPr>
          <p:spPr>
            <a:xfrm>
              <a:off x="2975000" y="442550"/>
              <a:ext cx="3962100" cy="1769800"/>
            </a:xfrm>
            <a:custGeom>
              <a:rect b="b" l="l" r="r" t="t"/>
              <a:pathLst>
                <a:path extrusionOk="0" fill="none" h="70792" w="158484">
                  <a:moveTo>
                    <a:pt x="0" y="1"/>
                  </a:moveTo>
                  <a:cubicBezTo>
                    <a:pt x="5654" y="2280"/>
                    <a:pt x="11703" y="3435"/>
                    <a:pt x="17812" y="3405"/>
                  </a:cubicBezTo>
                  <a:cubicBezTo>
                    <a:pt x="23709" y="3344"/>
                    <a:pt x="29606" y="4165"/>
                    <a:pt x="35502" y="3192"/>
                  </a:cubicBezTo>
                  <a:cubicBezTo>
                    <a:pt x="37660" y="2858"/>
                    <a:pt x="42463" y="1976"/>
                    <a:pt x="44621" y="2949"/>
                  </a:cubicBezTo>
                  <a:cubicBezTo>
                    <a:pt x="49545" y="5168"/>
                    <a:pt x="46840" y="10913"/>
                    <a:pt x="45624" y="14742"/>
                  </a:cubicBezTo>
                  <a:cubicBezTo>
                    <a:pt x="43557" y="21369"/>
                    <a:pt x="34135" y="40001"/>
                    <a:pt x="49819" y="34652"/>
                  </a:cubicBezTo>
                  <a:cubicBezTo>
                    <a:pt x="58299" y="31734"/>
                    <a:pt x="67935" y="28177"/>
                    <a:pt x="76050" y="24864"/>
                  </a:cubicBezTo>
                  <a:cubicBezTo>
                    <a:pt x="83072" y="21977"/>
                    <a:pt x="96051" y="24347"/>
                    <a:pt x="100762" y="28117"/>
                  </a:cubicBezTo>
                  <a:cubicBezTo>
                    <a:pt x="105716" y="32098"/>
                    <a:pt x="98908" y="48299"/>
                    <a:pt x="109698" y="48482"/>
                  </a:cubicBezTo>
                  <a:cubicBezTo>
                    <a:pt x="114653" y="48573"/>
                    <a:pt x="117753" y="48846"/>
                    <a:pt x="120458" y="53254"/>
                  </a:cubicBezTo>
                  <a:cubicBezTo>
                    <a:pt x="122586" y="56628"/>
                    <a:pt x="121948" y="59242"/>
                    <a:pt x="127176" y="59576"/>
                  </a:cubicBezTo>
                  <a:cubicBezTo>
                    <a:pt x="133133" y="60001"/>
                    <a:pt x="142404" y="58360"/>
                    <a:pt x="146963" y="63375"/>
                  </a:cubicBezTo>
                  <a:cubicBezTo>
                    <a:pt x="149699" y="66385"/>
                    <a:pt x="153985" y="70792"/>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4"/>
            <p:cNvSpPr/>
            <p:nvPr/>
          </p:nvSpPr>
          <p:spPr>
            <a:xfrm>
              <a:off x="2975000" y="442550"/>
              <a:ext cx="3963625" cy="1767525"/>
            </a:xfrm>
            <a:custGeom>
              <a:rect b="b" l="l" r="r" t="t"/>
              <a:pathLst>
                <a:path extrusionOk="0" fill="none" h="70701" w="158545">
                  <a:moveTo>
                    <a:pt x="0" y="1"/>
                  </a:moveTo>
                  <a:cubicBezTo>
                    <a:pt x="5715" y="2250"/>
                    <a:pt x="11794" y="3314"/>
                    <a:pt x="17934" y="3192"/>
                  </a:cubicBezTo>
                  <a:cubicBezTo>
                    <a:pt x="23770" y="2979"/>
                    <a:pt x="29575" y="3314"/>
                    <a:pt x="35411" y="2341"/>
                  </a:cubicBezTo>
                  <a:cubicBezTo>
                    <a:pt x="44439" y="791"/>
                    <a:pt x="50518" y="2371"/>
                    <a:pt x="48147" y="11916"/>
                  </a:cubicBezTo>
                  <a:cubicBezTo>
                    <a:pt x="46627" y="18086"/>
                    <a:pt x="34894" y="38725"/>
                    <a:pt x="50883" y="33253"/>
                  </a:cubicBezTo>
                  <a:cubicBezTo>
                    <a:pt x="59697" y="30244"/>
                    <a:pt x="68482" y="26688"/>
                    <a:pt x="77418" y="23922"/>
                  </a:cubicBezTo>
                  <a:cubicBezTo>
                    <a:pt x="84227" y="21794"/>
                    <a:pt x="97601" y="22585"/>
                    <a:pt x="102312" y="26779"/>
                  </a:cubicBezTo>
                  <a:cubicBezTo>
                    <a:pt x="107510" y="31399"/>
                    <a:pt x="99394" y="48056"/>
                    <a:pt x="110276" y="48330"/>
                  </a:cubicBezTo>
                  <a:cubicBezTo>
                    <a:pt x="115200" y="48451"/>
                    <a:pt x="117966" y="49181"/>
                    <a:pt x="120945" y="52889"/>
                  </a:cubicBezTo>
                  <a:cubicBezTo>
                    <a:pt x="123376" y="55928"/>
                    <a:pt x="122464" y="58877"/>
                    <a:pt x="127784" y="59150"/>
                  </a:cubicBezTo>
                  <a:cubicBezTo>
                    <a:pt x="133711" y="59454"/>
                    <a:pt x="142769" y="58026"/>
                    <a:pt x="147267" y="63223"/>
                  </a:cubicBezTo>
                  <a:cubicBezTo>
                    <a:pt x="149881" y="66202"/>
                    <a:pt x="154076" y="70701"/>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4"/>
            <p:cNvSpPr/>
            <p:nvPr/>
          </p:nvSpPr>
          <p:spPr>
            <a:xfrm>
              <a:off x="2975000" y="442550"/>
              <a:ext cx="3962850" cy="1765250"/>
            </a:xfrm>
            <a:custGeom>
              <a:rect b="b" l="l" r="r" t="t"/>
              <a:pathLst>
                <a:path extrusionOk="0" fill="none" h="70610" w="158514">
                  <a:moveTo>
                    <a:pt x="0" y="1"/>
                  </a:moveTo>
                  <a:cubicBezTo>
                    <a:pt x="5745" y="2219"/>
                    <a:pt x="11885" y="3223"/>
                    <a:pt x="18025" y="2949"/>
                  </a:cubicBezTo>
                  <a:cubicBezTo>
                    <a:pt x="23800" y="2645"/>
                    <a:pt x="29514" y="2493"/>
                    <a:pt x="35259" y="1490"/>
                  </a:cubicBezTo>
                  <a:cubicBezTo>
                    <a:pt x="38056" y="1004"/>
                    <a:pt x="42189" y="396"/>
                    <a:pt x="44986" y="1064"/>
                  </a:cubicBezTo>
                  <a:cubicBezTo>
                    <a:pt x="50183" y="2280"/>
                    <a:pt x="51065" y="4803"/>
                    <a:pt x="50487" y="9454"/>
                  </a:cubicBezTo>
                  <a:cubicBezTo>
                    <a:pt x="49728" y="14986"/>
                    <a:pt x="36627" y="36870"/>
                    <a:pt x="52068" y="31825"/>
                  </a:cubicBezTo>
                  <a:cubicBezTo>
                    <a:pt x="60944" y="28937"/>
                    <a:pt x="69910" y="25533"/>
                    <a:pt x="79029" y="23010"/>
                  </a:cubicBezTo>
                  <a:cubicBezTo>
                    <a:pt x="86111" y="21095"/>
                    <a:pt x="98969" y="21551"/>
                    <a:pt x="103893" y="25472"/>
                  </a:cubicBezTo>
                  <a:cubicBezTo>
                    <a:pt x="109212" y="29697"/>
                    <a:pt x="100093" y="47661"/>
                    <a:pt x="110823" y="48147"/>
                  </a:cubicBezTo>
                  <a:cubicBezTo>
                    <a:pt x="115595" y="48360"/>
                    <a:pt x="118422" y="49120"/>
                    <a:pt x="121431" y="52646"/>
                  </a:cubicBezTo>
                  <a:cubicBezTo>
                    <a:pt x="123923" y="55594"/>
                    <a:pt x="123103" y="58542"/>
                    <a:pt x="128300" y="58786"/>
                  </a:cubicBezTo>
                  <a:cubicBezTo>
                    <a:pt x="134288" y="59059"/>
                    <a:pt x="143042" y="57783"/>
                    <a:pt x="147480" y="63041"/>
                  </a:cubicBezTo>
                  <a:cubicBezTo>
                    <a:pt x="150003" y="65989"/>
                    <a:pt x="154076" y="7061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4"/>
            <p:cNvSpPr/>
            <p:nvPr/>
          </p:nvSpPr>
          <p:spPr>
            <a:xfrm>
              <a:off x="2975000" y="428125"/>
              <a:ext cx="3962850" cy="1777400"/>
            </a:xfrm>
            <a:custGeom>
              <a:rect b="b" l="l" r="r" t="t"/>
              <a:pathLst>
                <a:path extrusionOk="0" fill="none" h="71096" w="158514">
                  <a:moveTo>
                    <a:pt x="0" y="578"/>
                  </a:moveTo>
                  <a:cubicBezTo>
                    <a:pt x="5715" y="2705"/>
                    <a:pt x="12128" y="3769"/>
                    <a:pt x="18146" y="3313"/>
                  </a:cubicBezTo>
                  <a:cubicBezTo>
                    <a:pt x="23861" y="2888"/>
                    <a:pt x="29484" y="2219"/>
                    <a:pt x="35138" y="1246"/>
                  </a:cubicBezTo>
                  <a:cubicBezTo>
                    <a:pt x="42554" y="0"/>
                    <a:pt x="52281" y="1489"/>
                    <a:pt x="52585" y="7994"/>
                  </a:cubicBezTo>
                  <a:cubicBezTo>
                    <a:pt x="52767" y="12523"/>
                    <a:pt x="39211" y="35350"/>
                    <a:pt x="53436" y="30882"/>
                  </a:cubicBezTo>
                  <a:cubicBezTo>
                    <a:pt x="62372" y="28086"/>
                    <a:pt x="71673" y="25137"/>
                    <a:pt x="80914" y="22736"/>
                  </a:cubicBezTo>
                  <a:cubicBezTo>
                    <a:pt x="88604" y="20760"/>
                    <a:pt x="100032" y="21551"/>
                    <a:pt x="105443" y="24803"/>
                  </a:cubicBezTo>
                  <a:cubicBezTo>
                    <a:pt x="111674" y="28511"/>
                    <a:pt x="99941" y="47508"/>
                    <a:pt x="111431" y="48511"/>
                  </a:cubicBezTo>
                  <a:cubicBezTo>
                    <a:pt x="116081" y="48937"/>
                    <a:pt x="118847" y="49606"/>
                    <a:pt x="121887" y="52980"/>
                  </a:cubicBezTo>
                  <a:cubicBezTo>
                    <a:pt x="124440" y="55837"/>
                    <a:pt x="123741" y="58785"/>
                    <a:pt x="128787" y="58998"/>
                  </a:cubicBezTo>
                  <a:cubicBezTo>
                    <a:pt x="134836" y="59271"/>
                    <a:pt x="143316" y="58147"/>
                    <a:pt x="147723" y="63436"/>
                  </a:cubicBezTo>
                  <a:cubicBezTo>
                    <a:pt x="150125" y="66323"/>
                    <a:pt x="154106" y="71095"/>
                    <a:pt x="158514" y="6924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4"/>
            <p:cNvSpPr/>
            <p:nvPr/>
          </p:nvSpPr>
          <p:spPr>
            <a:xfrm>
              <a:off x="2975000" y="412925"/>
              <a:ext cx="3962850" cy="1789550"/>
            </a:xfrm>
            <a:custGeom>
              <a:rect b="b" l="l" r="r" t="t"/>
              <a:pathLst>
                <a:path extrusionOk="0" fill="none" h="71582" w="158514">
                  <a:moveTo>
                    <a:pt x="0" y="1186"/>
                  </a:moveTo>
                  <a:cubicBezTo>
                    <a:pt x="5745" y="3283"/>
                    <a:pt x="12219" y="4286"/>
                    <a:pt x="18238" y="3678"/>
                  </a:cubicBezTo>
                  <a:cubicBezTo>
                    <a:pt x="23891" y="3131"/>
                    <a:pt x="29454" y="1976"/>
                    <a:pt x="35046" y="1034"/>
                  </a:cubicBezTo>
                  <a:cubicBezTo>
                    <a:pt x="41308" y="0"/>
                    <a:pt x="52980" y="638"/>
                    <a:pt x="54317" y="7082"/>
                  </a:cubicBezTo>
                  <a:cubicBezTo>
                    <a:pt x="55260" y="11672"/>
                    <a:pt x="42159" y="33557"/>
                    <a:pt x="54895" y="29879"/>
                  </a:cubicBezTo>
                  <a:cubicBezTo>
                    <a:pt x="64044" y="27204"/>
                    <a:pt x="73588" y="24864"/>
                    <a:pt x="82950" y="22523"/>
                  </a:cubicBezTo>
                  <a:cubicBezTo>
                    <a:pt x="90488" y="20608"/>
                    <a:pt x="101248" y="21186"/>
                    <a:pt x="106932" y="24256"/>
                  </a:cubicBezTo>
                  <a:cubicBezTo>
                    <a:pt x="113862" y="27964"/>
                    <a:pt x="100762" y="47478"/>
                    <a:pt x="112069" y="48876"/>
                  </a:cubicBezTo>
                  <a:cubicBezTo>
                    <a:pt x="116264" y="49363"/>
                    <a:pt x="119729" y="49879"/>
                    <a:pt x="122343" y="53344"/>
                  </a:cubicBezTo>
                  <a:cubicBezTo>
                    <a:pt x="124562" y="56354"/>
                    <a:pt x="124653" y="59089"/>
                    <a:pt x="129273" y="59272"/>
                  </a:cubicBezTo>
                  <a:cubicBezTo>
                    <a:pt x="135352" y="59545"/>
                    <a:pt x="143620" y="58603"/>
                    <a:pt x="147936" y="63861"/>
                  </a:cubicBezTo>
                  <a:cubicBezTo>
                    <a:pt x="150277" y="66688"/>
                    <a:pt x="154137" y="71582"/>
                    <a:pt x="158514" y="6984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4"/>
            <p:cNvSpPr/>
            <p:nvPr/>
          </p:nvSpPr>
          <p:spPr>
            <a:xfrm>
              <a:off x="2975000" y="386325"/>
              <a:ext cx="3962850" cy="1813875"/>
            </a:xfrm>
            <a:custGeom>
              <a:rect b="b" l="l" r="r" t="t"/>
              <a:pathLst>
                <a:path extrusionOk="0" fill="none" h="72555" w="158514">
                  <a:moveTo>
                    <a:pt x="0" y="2250"/>
                  </a:moveTo>
                  <a:cubicBezTo>
                    <a:pt x="5806" y="4286"/>
                    <a:pt x="12371" y="5259"/>
                    <a:pt x="18390" y="4529"/>
                  </a:cubicBezTo>
                  <a:cubicBezTo>
                    <a:pt x="23982" y="3830"/>
                    <a:pt x="29423" y="2250"/>
                    <a:pt x="35046" y="1307"/>
                  </a:cubicBezTo>
                  <a:cubicBezTo>
                    <a:pt x="42767" y="0"/>
                    <a:pt x="52402" y="2067"/>
                    <a:pt x="55685" y="7174"/>
                  </a:cubicBezTo>
                  <a:cubicBezTo>
                    <a:pt x="57570" y="10183"/>
                    <a:pt x="46658" y="32159"/>
                    <a:pt x="56719" y="29271"/>
                  </a:cubicBezTo>
                  <a:cubicBezTo>
                    <a:pt x="65442" y="26748"/>
                    <a:pt x="75746" y="25077"/>
                    <a:pt x="85139" y="22736"/>
                  </a:cubicBezTo>
                  <a:cubicBezTo>
                    <a:pt x="92494" y="20882"/>
                    <a:pt x="102099" y="21338"/>
                    <a:pt x="108300" y="24317"/>
                  </a:cubicBezTo>
                  <a:cubicBezTo>
                    <a:pt x="116477" y="28207"/>
                    <a:pt x="101765" y="47873"/>
                    <a:pt x="112799" y="49636"/>
                  </a:cubicBezTo>
                  <a:cubicBezTo>
                    <a:pt x="116780" y="50275"/>
                    <a:pt x="120215" y="50852"/>
                    <a:pt x="122768" y="54165"/>
                  </a:cubicBezTo>
                  <a:cubicBezTo>
                    <a:pt x="125048" y="57083"/>
                    <a:pt x="125200" y="59849"/>
                    <a:pt x="129729" y="60032"/>
                  </a:cubicBezTo>
                  <a:cubicBezTo>
                    <a:pt x="135839" y="60336"/>
                    <a:pt x="143893" y="59545"/>
                    <a:pt x="148179" y="64773"/>
                  </a:cubicBezTo>
                  <a:cubicBezTo>
                    <a:pt x="150459" y="67539"/>
                    <a:pt x="154167" y="72555"/>
                    <a:pt x="158514" y="7091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4"/>
            <p:cNvSpPr/>
            <p:nvPr/>
          </p:nvSpPr>
          <p:spPr>
            <a:xfrm>
              <a:off x="2975000" y="367325"/>
              <a:ext cx="3962850" cy="1829825"/>
            </a:xfrm>
            <a:custGeom>
              <a:rect b="b" l="l" r="r" t="t"/>
              <a:pathLst>
                <a:path extrusionOk="0" fill="none" h="73193" w="158514">
                  <a:moveTo>
                    <a:pt x="0" y="3010"/>
                  </a:moveTo>
                  <a:cubicBezTo>
                    <a:pt x="5836" y="5016"/>
                    <a:pt x="12432" y="5897"/>
                    <a:pt x="18481" y="5046"/>
                  </a:cubicBezTo>
                  <a:cubicBezTo>
                    <a:pt x="24104" y="4286"/>
                    <a:pt x="29514" y="2067"/>
                    <a:pt x="35077" y="1216"/>
                  </a:cubicBezTo>
                  <a:cubicBezTo>
                    <a:pt x="43010" y="0"/>
                    <a:pt x="51703" y="2584"/>
                    <a:pt x="56719" y="7447"/>
                  </a:cubicBezTo>
                  <a:cubicBezTo>
                    <a:pt x="60123" y="10791"/>
                    <a:pt x="50335" y="30396"/>
                    <a:pt x="58998" y="28360"/>
                  </a:cubicBezTo>
                  <a:cubicBezTo>
                    <a:pt x="67722" y="26293"/>
                    <a:pt x="78056" y="25016"/>
                    <a:pt x="87357" y="22615"/>
                  </a:cubicBezTo>
                  <a:cubicBezTo>
                    <a:pt x="94531" y="20761"/>
                    <a:pt x="103224" y="21065"/>
                    <a:pt x="109546" y="24104"/>
                  </a:cubicBezTo>
                  <a:cubicBezTo>
                    <a:pt x="118209" y="28268"/>
                    <a:pt x="103376" y="47965"/>
                    <a:pt x="113559" y="50062"/>
                  </a:cubicBezTo>
                  <a:cubicBezTo>
                    <a:pt x="117328" y="50822"/>
                    <a:pt x="120671" y="51551"/>
                    <a:pt x="123194" y="54682"/>
                  </a:cubicBezTo>
                  <a:cubicBezTo>
                    <a:pt x="125474" y="57539"/>
                    <a:pt x="125717" y="60305"/>
                    <a:pt x="130155" y="60518"/>
                  </a:cubicBezTo>
                  <a:cubicBezTo>
                    <a:pt x="136295" y="60852"/>
                    <a:pt x="144137" y="60214"/>
                    <a:pt x="148392" y="65381"/>
                  </a:cubicBezTo>
                  <a:cubicBezTo>
                    <a:pt x="150611" y="68056"/>
                    <a:pt x="154228" y="73193"/>
                    <a:pt x="158514" y="7167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4"/>
            <p:cNvSpPr/>
            <p:nvPr/>
          </p:nvSpPr>
          <p:spPr>
            <a:xfrm>
              <a:off x="2975000" y="347575"/>
              <a:ext cx="3962850" cy="1845775"/>
            </a:xfrm>
            <a:custGeom>
              <a:rect b="b" l="l" r="r" t="t"/>
              <a:pathLst>
                <a:path extrusionOk="0" fill="none" h="73831" w="158514">
                  <a:moveTo>
                    <a:pt x="0" y="3800"/>
                  </a:moveTo>
                  <a:cubicBezTo>
                    <a:pt x="5867" y="5775"/>
                    <a:pt x="12554" y="6566"/>
                    <a:pt x="18602" y="5623"/>
                  </a:cubicBezTo>
                  <a:cubicBezTo>
                    <a:pt x="24256" y="4711"/>
                    <a:pt x="29575" y="1915"/>
                    <a:pt x="35229" y="1125"/>
                  </a:cubicBezTo>
                  <a:cubicBezTo>
                    <a:pt x="43284" y="0"/>
                    <a:pt x="51217" y="3404"/>
                    <a:pt x="57448" y="7903"/>
                  </a:cubicBezTo>
                  <a:cubicBezTo>
                    <a:pt x="62129" y="11247"/>
                    <a:pt x="59454" y="16353"/>
                    <a:pt x="58421" y="20852"/>
                  </a:cubicBezTo>
                  <a:cubicBezTo>
                    <a:pt x="57782" y="23587"/>
                    <a:pt x="56506" y="28420"/>
                    <a:pt x="61582" y="27599"/>
                  </a:cubicBezTo>
                  <a:cubicBezTo>
                    <a:pt x="70305" y="26171"/>
                    <a:pt x="80366" y="24925"/>
                    <a:pt x="89516" y="22493"/>
                  </a:cubicBezTo>
                  <a:cubicBezTo>
                    <a:pt x="96628" y="20639"/>
                    <a:pt x="104501" y="20700"/>
                    <a:pt x="110732" y="23952"/>
                  </a:cubicBezTo>
                  <a:cubicBezTo>
                    <a:pt x="119698" y="28663"/>
                    <a:pt x="104501" y="47600"/>
                    <a:pt x="114379" y="50487"/>
                  </a:cubicBezTo>
                  <a:cubicBezTo>
                    <a:pt x="117996" y="51551"/>
                    <a:pt x="121157" y="52250"/>
                    <a:pt x="123619" y="55229"/>
                  </a:cubicBezTo>
                  <a:cubicBezTo>
                    <a:pt x="125899" y="57995"/>
                    <a:pt x="126203" y="60791"/>
                    <a:pt x="130550" y="61065"/>
                  </a:cubicBezTo>
                  <a:cubicBezTo>
                    <a:pt x="136659" y="61399"/>
                    <a:pt x="144380" y="60913"/>
                    <a:pt x="148605" y="65989"/>
                  </a:cubicBezTo>
                  <a:cubicBezTo>
                    <a:pt x="150793" y="68603"/>
                    <a:pt x="154258" y="73831"/>
                    <a:pt x="158514" y="7246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4"/>
            <p:cNvSpPr/>
            <p:nvPr/>
          </p:nvSpPr>
          <p:spPr>
            <a:xfrm>
              <a:off x="2975000" y="324000"/>
              <a:ext cx="3962850" cy="1867075"/>
            </a:xfrm>
            <a:custGeom>
              <a:rect b="b" l="l" r="r" t="t"/>
              <a:pathLst>
                <a:path extrusionOk="0" fill="none" h="74683" w="158514">
                  <a:moveTo>
                    <a:pt x="0" y="4743"/>
                  </a:moveTo>
                  <a:cubicBezTo>
                    <a:pt x="5897" y="6688"/>
                    <a:pt x="12645" y="7387"/>
                    <a:pt x="18724" y="6323"/>
                  </a:cubicBezTo>
                  <a:cubicBezTo>
                    <a:pt x="24469" y="5290"/>
                    <a:pt x="29758" y="1977"/>
                    <a:pt x="35502" y="1156"/>
                  </a:cubicBezTo>
                  <a:cubicBezTo>
                    <a:pt x="43466" y="1"/>
                    <a:pt x="51460" y="4682"/>
                    <a:pt x="57934" y="8572"/>
                  </a:cubicBezTo>
                  <a:cubicBezTo>
                    <a:pt x="62858" y="11521"/>
                    <a:pt x="62099" y="15411"/>
                    <a:pt x="61339" y="20153"/>
                  </a:cubicBezTo>
                  <a:cubicBezTo>
                    <a:pt x="60883" y="22919"/>
                    <a:pt x="59576" y="27448"/>
                    <a:pt x="64378" y="27144"/>
                  </a:cubicBezTo>
                  <a:cubicBezTo>
                    <a:pt x="73223" y="26597"/>
                    <a:pt x="82737" y="24834"/>
                    <a:pt x="91643" y="22494"/>
                  </a:cubicBezTo>
                  <a:cubicBezTo>
                    <a:pt x="98817" y="20609"/>
                    <a:pt x="105747" y="20366"/>
                    <a:pt x="111856" y="23983"/>
                  </a:cubicBezTo>
                  <a:cubicBezTo>
                    <a:pt x="120519" y="29120"/>
                    <a:pt x="105990" y="47296"/>
                    <a:pt x="115230" y="51035"/>
                  </a:cubicBezTo>
                  <a:cubicBezTo>
                    <a:pt x="118543" y="52372"/>
                    <a:pt x="121705" y="53072"/>
                    <a:pt x="124045" y="55898"/>
                  </a:cubicBezTo>
                  <a:cubicBezTo>
                    <a:pt x="126325" y="58634"/>
                    <a:pt x="126659" y="61461"/>
                    <a:pt x="130914" y="61765"/>
                  </a:cubicBezTo>
                  <a:cubicBezTo>
                    <a:pt x="136994" y="62160"/>
                    <a:pt x="144593" y="61825"/>
                    <a:pt x="148818" y="66810"/>
                  </a:cubicBezTo>
                  <a:cubicBezTo>
                    <a:pt x="150945" y="69364"/>
                    <a:pt x="154289" y="74683"/>
                    <a:pt x="158514" y="73406"/>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4"/>
            <p:cNvSpPr/>
            <p:nvPr/>
          </p:nvSpPr>
          <p:spPr>
            <a:xfrm>
              <a:off x="2975000" y="297425"/>
              <a:ext cx="3962850" cy="1890625"/>
            </a:xfrm>
            <a:custGeom>
              <a:rect b="b" l="l" r="r" t="t"/>
              <a:pathLst>
                <a:path extrusionOk="0" fill="none" h="75625" w="158514">
                  <a:moveTo>
                    <a:pt x="0" y="5806"/>
                  </a:moveTo>
                  <a:cubicBezTo>
                    <a:pt x="5927" y="7690"/>
                    <a:pt x="12918" y="8450"/>
                    <a:pt x="18815" y="7173"/>
                  </a:cubicBezTo>
                  <a:cubicBezTo>
                    <a:pt x="24530" y="5927"/>
                    <a:pt x="30122" y="2128"/>
                    <a:pt x="35928" y="1216"/>
                  </a:cubicBezTo>
                  <a:cubicBezTo>
                    <a:pt x="43648" y="0"/>
                    <a:pt x="52494" y="5593"/>
                    <a:pt x="58178" y="9392"/>
                  </a:cubicBezTo>
                  <a:cubicBezTo>
                    <a:pt x="62585" y="12310"/>
                    <a:pt x="64226" y="14347"/>
                    <a:pt x="64074" y="19940"/>
                  </a:cubicBezTo>
                  <a:cubicBezTo>
                    <a:pt x="64014" y="22797"/>
                    <a:pt x="62828" y="26839"/>
                    <a:pt x="67296" y="27022"/>
                  </a:cubicBezTo>
                  <a:cubicBezTo>
                    <a:pt x="76081" y="27417"/>
                    <a:pt x="85199" y="24560"/>
                    <a:pt x="93589" y="22584"/>
                  </a:cubicBezTo>
                  <a:cubicBezTo>
                    <a:pt x="100975" y="20851"/>
                    <a:pt x="106598" y="19879"/>
                    <a:pt x="112920" y="24165"/>
                  </a:cubicBezTo>
                  <a:cubicBezTo>
                    <a:pt x="121188" y="29788"/>
                    <a:pt x="107753" y="47113"/>
                    <a:pt x="116142" y="51673"/>
                  </a:cubicBezTo>
                  <a:cubicBezTo>
                    <a:pt x="119030" y="53223"/>
                    <a:pt x="122221" y="54013"/>
                    <a:pt x="124501" y="56718"/>
                  </a:cubicBezTo>
                  <a:cubicBezTo>
                    <a:pt x="126781" y="59423"/>
                    <a:pt x="127115" y="62281"/>
                    <a:pt x="131279" y="62615"/>
                  </a:cubicBezTo>
                  <a:cubicBezTo>
                    <a:pt x="137358" y="63101"/>
                    <a:pt x="144836" y="62828"/>
                    <a:pt x="149030" y="67752"/>
                  </a:cubicBezTo>
                  <a:cubicBezTo>
                    <a:pt x="151158" y="70244"/>
                    <a:pt x="154350" y="75624"/>
                    <a:pt x="158514" y="7446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4"/>
            <p:cNvSpPr/>
            <p:nvPr/>
          </p:nvSpPr>
          <p:spPr>
            <a:xfrm>
              <a:off x="2975000" y="270050"/>
              <a:ext cx="3962100" cy="1914200"/>
            </a:xfrm>
            <a:custGeom>
              <a:rect b="b" l="l" r="r" t="t"/>
              <a:pathLst>
                <a:path extrusionOk="0" fill="none" h="76568" w="158484">
                  <a:moveTo>
                    <a:pt x="0" y="6901"/>
                  </a:moveTo>
                  <a:cubicBezTo>
                    <a:pt x="5988" y="8785"/>
                    <a:pt x="13040" y="9484"/>
                    <a:pt x="18937" y="8025"/>
                  </a:cubicBezTo>
                  <a:cubicBezTo>
                    <a:pt x="24803" y="6627"/>
                    <a:pt x="30396" y="2402"/>
                    <a:pt x="36414" y="1338"/>
                  </a:cubicBezTo>
                  <a:cubicBezTo>
                    <a:pt x="44013" y="1"/>
                    <a:pt x="52463" y="6688"/>
                    <a:pt x="58208" y="10244"/>
                  </a:cubicBezTo>
                  <a:cubicBezTo>
                    <a:pt x="62676" y="13010"/>
                    <a:pt x="65138" y="14925"/>
                    <a:pt x="66476" y="20092"/>
                  </a:cubicBezTo>
                  <a:cubicBezTo>
                    <a:pt x="67235" y="22980"/>
                    <a:pt x="65868" y="26536"/>
                    <a:pt x="70214" y="27144"/>
                  </a:cubicBezTo>
                  <a:cubicBezTo>
                    <a:pt x="78695" y="28329"/>
                    <a:pt x="87753" y="24104"/>
                    <a:pt x="95351" y="22646"/>
                  </a:cubicBezTo>
                  <a:cubicBezTo>
                    <a:pt x="102950" y="21187"/>
                    <a:pt x="107327" y="19150"/>
                    <a:pt x="113893" y="24408"/>
                  </a:cubicBezTo>
                  <a:cubicBezTo>
                    <a:pt x="121309" y="30366"/>
                    <a:pt x="109668" y="47023"/>
                    <a:pt x="117084" y="52251"/>
                  </a:cubicBezTo>
                  <a:cubicBezTo>
                    <a:pt x="119577" y="54014"/>
                    <a:pt x="122586" y="54956"/>
                    <a:pt x="125018" y="57418"/>
                  </a:cubicBezTo>
                  <a:cubicBezTo>
                    <a:pt x="127419" y="59880"/>
                    <a:pt x="127145" y="63011"/>
                    <a:pt x="131614" y="63436"/>
                  </a:cubicBezTo>
                  <a:cubicBezTo>
                    <a:pt x="137602" y="64014"/>
                    <a:pt x="144988" y="63832"/>
                    <a:pt x="149213" y="68695"/>
                  </a:cubicBezTo>
                  <a:cubicBezTo>
                    <a:pt x="151310" y="71126"/>
                    <a:pt x="154410" y="76567"/>
                    <a:pt x="158483" y="755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4"/>
            <p:cNvSpPr/>
            <p:nvPr/>
          </p:nvSpPr>
          <p:spPr>
            <a:xfrm>
              <a:off x="2975000" y="244975"/>
              <a:ext cx="3962100" cy="1937000"/>
            </a:xfrm>
            <a:custGeom>
              <a:rect b="b" l="l" r="r" t="t"/>
              <a:pathLst>
                <a:path extrusionOk="0" fill="none" h="77480" w="158484">
                  <a:moveTo>
                    <a:pt x="0" y="7904"/>
                  </a:moveTo>
                  <a:cubicBezTo>
                    <a:pt x="6019" y="9758"/>
                    <a:pt x="13162" y="10366"/>
                    <a:pt x="19058" y="8815"/>
                  </a:cubicBezTo>
                  <a:cubicBezTo>
                    <a:pt x="25077" y="7204"/>
                    <a:pt x="30730" y="2554"/>
                    <a:pt x="36992" y="1429"/>
                  </a:cubicBezTo>
                  <a:cubicBezTo>
                    <a:pt x="44773" y="1"/>
                    <a:pt x="52038" y="7296"/>
                    <a:pt x="58086" y="10974"/>
                  </a:cubicBezTo>
                  <a:cubicBezTo>
                    <a:pt x="62463" y="13618"/>
                    <a:pt x="66111" y="15806"/>
                    <a:pt x="68482" y="20457"/>
                  </a:cubicBezTo>
                  <a:cubicBezTo>
                    <a:pt x="69910" y="23253"/>
                    <a:pt x="69090" y="26475"/>
                    <a:pt x="73041" y="27387"/>
                  </a:cubicBezTo>
                  <a:cubicBezTo>
                    <a:pt x="81005" y="29180"/>
                    <a:pt x="90002" y="23679"/>
                    <a:pt x="96841" y="22615"/>
                  </a:cubicBezTo>
                  <a:cubicBezTo>
                    <a:pt x="104622" y="21399"/>
                    <a:pt x="107692" y="18360"/>
                    <a:pt x="114714" y="24621"/>
                  </a:cubicBezTo>
                  <a:cubicBezTo>
                    <a:pt x="121917" y="31065"/>
                    <a:pt x="111552" y="46780"/>
                    <a:pt x="118087" y="52767"/>
                  </a:cubicBezTo>
                  <a:cubicBezTo>
                    <a:pt x="120124" y="54682"/>
                    <a:pt x="123224" y="55807"/>
                    <a:pt x="125443" y="58178"/>
                  </a:cubicBezTo>
                  <a:cubicBezTo>
                    <a:pt x="127784" y="60640"/>
                    <a:pt x="127632" y="63771"/>
                    <a:pt x="131918" y="64257"/>
                  </a:cubicBezTo>
                  <a:cubicBezTo>
                    <a:pt x="137905" y="64956"/>
                    <a:pt x="145170" y="64804"/>
                    <a:pt x="149425" y="69576"/>
                  </a:cubicBezTo>
                  <a:cubicBezTo>
                    <a:pt x="151523" y="71947"/>
                    <a:pt x="154471" y="77479"/>
                    <a:pt x="158483" y="765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4"/>
            <p:cNvSpPr/>
            <p:nvPr/>
          </p:nvSpPr>
          <p:spPr>
            <a:xfrm>
              <a:off x="2975000" y="222950"/>
              <a:ext cx="3962100" cy="1955225"/>
            </a:xfrm>
            <a:custGeom>
              <a:rect b="b" l="l" r="r" t="t"/>
              <a:pathLst>
                <a:path extrusionOk="0" fill="none" h="78209" w="158484">
                  <a:moveTo>
                    <a:pt x="0" y="8785"/>
                  </a:moveTo>
                  <a:cubicBezTo>
                    <a:pt x="6079" y="10608"/>
                    <a:pt x="13313" y="11155"/>
                    <a:pt x="19180" y="9453"/>
                  </a:cubicBezTo>
                  <a:cubicBezTo>
                    <a:pt x="25289" y="7690"/>
                    <a:pt x="31125" y="2584"/>
                    <a:pt x="37569" y="1459"/>
                  </a:cubicBezTo>
                  <a:cubicBezTo>
                    <a:pt x="45776" y="0"/>
                    <a:pt x="51642" y="7630"/>
                    <a:pt x="57874" y="11520"/>
                  </a:cubicBezTo>
                  <a:cubicBezTo>
                    <a:pt x="62099" y="14134"/>
                    <a:pt x="67175" y="16596"/>
                    <a:pt x="70123" y="20882"/>
                  </a:cubicBezTo>
                  <a:cubicBezTo>
                    <a:pt x="71886" y="23466"/>
                    <a:pt x="72190" y="26688"/>
                    <a:pt x="75625" y="27569"/>
                  </a:cubicBezTo>
                  <a:cubicBezTo>
                    <a:pt x="83193" y="29484"/>
                    <a:pt x="91339" y="23374"/>
                    <a:pt x="97996" y="22371"/>
                  </a:cubicBezTo>
                  <a:cubicBezTo>
                    <a:pt x="106051" y="21186"/>
                    <a:pt x="108391" y="17630"/>
                    <a:pt x="115473" y="24773"/>
                  </a:cubicBezTo>
                  <a:cubicBezTo>
                    <a:pt x="122039" y="31369"/>
                    <a:pt x="113528" y="46475"/>
                    <a:pt x="119060" y="53101"/>
                  </a:cubicBezTo>
                  <a:cubicBezTo>
                    <a:pt x="120732" y="55107"/>
                    <a:pt x="123802" y="56475"/>
                    <a:pt x="125869" y="58785"/>
                  </a:cubicBezTo>
                  <a:cubicBezTo>
                    <a:pt x="128088" y="61247"/>
                    <a:pt x="128057" y="64348"/>
                    <a:pt x="132191" y="64925"/>
                  </a:cubicBezTo>
                  <a:cubicBezTo>
                    <a:pt x="138179" y="65746"/>
                    <a:pt x="145352" y="65594"/>
                    <a:pt x="149608" y="70305"/>
                  </a:cubicBezTo>
                  <a:cubicBezTo>
                    <a:pt x="151705" y="72615"/>
                    <a:pt x="154502" y="78208"/>
                    <a:pt x="158483" y="7744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4"/>
            <p:cNvSpPr/>
            <p:nvPr/>
          </p:nvSpPr>
          <p:spPr>
            <a:xfrm>
              <a:off x="2975000" y="197875"/>
              <a:ext cx="3962850" cy="1976500"/>
            </a:xfrm>
            <a:custGeom>
              <a:rect b="b" l="l" r="r" t="t"/>
              <a:pathLst>
                <a:path extrusionOk="0" fill="none" h="79060" w="158514">
                  <a:moveTo>
                    <a:pt x="0" y="9788"/>
                  </a:moveTo>
                  <a:cubicBezTo>
                    <a:pt x="6110" y="11551"/>
                    <a:pt x="13222" y="11824"/>
                    <a:pt x="19301" y="10244"/>
                  </a:cubicBezTo>
                  <a:cubicBezTo>
                    <a:pt x="26080" y="8450"/>
                    <a:pt x="31369" y="3040"/>
                    <a:pt x="38208" y="1642"/>
                  </a:cubicBezTo>
                  <a:cubicBezTo>
                    <a:pt x="46384" y="0"/>
                    <a:pt x="51855" y="8207"/>
                    <a:pt x="57600" y="12098"/>
                  </a:cubicBezTo>
                  <a:cubicBezTo>
                    <a:pt x="61886" y="14985"/>
                    <a:pt x="67296" y="17478"/>
                    <a:pt x="71065" y="21368"/>
                  </a:cubicBezTo>
                  <a:cubicBezTo>
                    <a:pt x="73315" y="23678"/>
                    <a:pt x="74743" y="27113"/>
                    <a:pt x="77904" y="27903"/>
                  </a:cubicBezTo>
                  <a:cubicBezTo>
                    <a:pt x="84865" y="29575"/>
                    <a:pt x="91978" y="23648"/>
                    <a:pt x="98847" y="22280"/>
                  </a:cubicBezTo>
                  <a:cubicBezTo>
                    <a:pt x="107419" y="20517"/>
                    <a:pt x="109850" y="17903"/>
                    <a:pt x="116233" y="25077"/>
                  </a:cubicBezTo>
                  <a:cubicBezTo>
                    <a:pt x="122069" y="31642"/>
                    <a:pt x="115656" y="46536"/>
                    <a:pt x="120154" y="53557"/>
                  </a:cubicBezTo>
                  <a:cubicBezTo>
                    <a:pt x="121492" y="55624"/>
                    <a:pt x="124471" y="57235"/>
                    <a:pt x="126325" y="59484"/>
                  </a:cubicBezTo>
                  <a:cubicBezTo>
                    <a:pt x="128422" y="61977"/>
                    <a:pt x="128544" y="65047"/>
                    <a:pt x="132495" y="65685"/>
                  </a:cubicBezTo>
                  <a:cubicBezTo>
                    <a:pt x="138392" y="66658"/>
                    <a:pt x="145565" y="66506"/>
                    <a:pt x="149851" y="71187"/>
                  </a:cubicBezTo>
                  <a:cubicBezTo>
                    <a:pt x="151918" y="73466"/>
                    <a:pt x="154593" y="79059"/>
                    <a:pt x="158514" y="7845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4"/>
            <p:cNvSpPr/>
            <p:nvPr/>
          </p:nvSpPr>
          <p:spPr>
            <a:xfrm>
              <a:off x="2975000" y="180400"/>
              <a:ext cx="3962850" cy="1990925"/>
            </a:xfrm>
            <a:custGeom>
              <a:rect b="b" l="l" r="r" t="t"/>
              <a:pathLst>
                <a:path extrusionOk="0" fill="none" h="79637" w="158514">
                  <a:moveTo>
                    <a:pt x="0" y="10487"/>
                  </a:moveTo>
                  <a:cubicBezTo>
                    <a:pt x="6171" y="12219"/>
                    <a:pt x="13374" y="12371"/>
                    <a:pt x="19453" y="10699"/>
                  </a:cubicBezTo>
                  <a:cubicBezTo>
                    <a:pt x="26384" y="8754"/>
                    <a:pt x="31764" y="2979"/>
                    <a:pt x="38876" y="1611"/>
                  </a:cubicBezTo>
                  <a:cubicBezTo>
                    <a:pt x="47265" y="0"/>
                    <a:pt x="51946" y="8025"/>
                    <a:pt x="57418" y="12280"/>
                  </a:cubicBezTo>
                  <a:cubicBezTo>
                    <a:pt x="61582" y="15532"/>
                    <a:pt x="67083" y="17994"/>
                    <a:pt x="71460" y="21490"/>
                  </a:cubicBezTo>
                  <a:cubicBezTo>
                    <a:pt x="74166" y="23678"/>
                    <a:pt x="76597" y="27143"/>
                    <a:pt x="79789" y="27812"/>
                  </a:cubicBezTo>
                  <a:cubicBezTo>
                    <a:pt x="86172" y="29149"/>
                    <a:pt x="92950" y="23374"/>
                    <a:pt x="99364" y="21733"/>
                  </a:cubicBezTo>
                  <a:cubicBezTo>
                    <a:pt x="107723" y="19605"/>
                    <a:pt x="111218" y="17934"/>
                    <a:pt x="117024" y="25137"/>
                  </a:cubicBezTo>
                  <a:cubicBezTo>
                    <a:pt x="122100" y="31460"/>
                    <a:pt x="117784" y="46475"/>
                    <a:pt x="121249" y="53679"/>
                  </a:cubicBezTo>
                  <a:cubicBezTo>
                    <a:pt x="122708" y="56718"/>
                    <a:pt x="129060" y="65472"/>
                    <a:pt x="132769" y="66171"/>
                  </a:cubicBezTo>
                  <a:cubicBezTo>
                    <a:pt x="138605" y="67296"/>
                    <a:pt x="145748" y="67114"/>
                    <a:pt x="150033" y="71764"/>
                  </a:cubicBezTo>
                  <a:cubicBezTo>
                    <a:pt x="152100" y="73983"/>
                    <a:pt x="154684" y="79637"/>
                    <a:pt x="158514" y="7915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4"/>
            <p:cNvSpPr/>
            <p:nvPr/>
          </p:nvSpPr>
          <p:spPr>
            <a:xfrm>
              <a:off x="2975000" y="165200"/>
              <a:ext cx="3962850" cy="2002325"/>
            </a:xfrm>
            <a:custGeom>
              <a:rect b="b" l="l" r="r" t="t"/>
              <a:pathLst>
                <a:path extrusionOk="0" fill="none" h="80093" w="158514">
                  <a:moveTo>
                    <a:pt x="0" y="11095"/>
                  </a:moveTo>
                  <a:cubicBezTo>
                    <a:pt x="6201" y="12797"/>
                    <a:pt x="13496" y="12858"/>
                    <a:pt x="19575" y="11064"/>
                  </a:cubicBezTo>
                  <a:cubicBezTo>
                    <a:pt x="26688" y="8967"/>
                    <a:pt x="32128" y="2857"/>
                    <a:pt x="39545" y="1520"/>
                  </a:cubicBezTo>
                  <a:cubicBezTo>
                    <a:pt x="47965" y="0"/>
                    <a:pt x="52402" y="7599"/>
                    <a:pt x="57326" y="12280"/>
                  </a:cubicBezTo>
                  <a:cubicBezTo>
                    <a:pt x="61096" y="15867"/>
                    <a:pt x="66840" y="18329"/>
                    <a:pt x="71491" y="21490"/>
                  </a:cubicBezTo>
                  <a:cubicBezTo>
                    <a:pt x="74470" y="23496"/>
                    <a:pt x="77600" y="26870"/>
                    <a:pt x="81157" y="27387"/>
                  </a:cubicBezTo>
                  <a:cubicBezTo>
                    <a:pt x="87449" y="28268"/>
                    <a:pt x="93832" y="22827"/>
                    <a:pt x="99607" y="21034"/>
                  </a:cubicBezTo>
                  <a:cubicBezTo>
                    <a:pt x="107814" y="18450"/>
                    <a:pt x="112677" y="17812"/>
                    <a:pt x="117875" y="25137"/>
                  </a:cubicBezTo>
                  <a:cubicBezTo>
                    <a:pt x="120306" y="28602"/>
                    <a:pt x="119364" y="34773"/>
                    <a:pt x="119759" y="39423"/>
                  </a:cubicBezTo>
                  <a:cubicBezTo>
                    <a:pt x="120185" y="44256"/>
                    <a:pt x="120914" y="49697"/>
                    <a:pt x="122343" y="53679"/>
                  </a:cubicBezTo>
                  <a:cubicBezTo>
                    <a:pt x="123498" y="56810"/>
                    <a:pt x="129425" y="65746"/>
                    <a:pt x="133042" y="66536"/>
                  </a:cubicBezTo>
                  <a:cubicBezTo>
                    <a:pt x="138817" y="67782"/>
                    <a:pt x="145930" y="67600"/>
                    <a:pt x="150246" y="72220"/>
                  </a:cubicBezTo>
                  <a:cubicBezTo>
                    <a:pt x="152313" y="74409"/>
                    <a:pt x="154745" y="80093"/>
                    <a:pt x="158514" y="7975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4"/>
            <p:cNvSpPr/>
            <p:nvPr/>
          </p:nvSpPr>
          <p:spPr>
            <a:xfrm>
              <a:off x="2975000" y="150750"/>
              <a:ext cx="3962850" cy="2014500"/>
            </a:xfrm>
            <a:custGeom>
              <a:rect b="b" l="l" r="r" t="t"/>
              <a:pathLst>
                <a:path extrusionOk="0" fill="none" h="80580" w="158514">
                  <a:moveTo>
                    <a:pt x="0" y="11673"/>
                  </a:moveTo>
                  <a:cubicBezTo>
                    <a:pt x="6262" y="13344"/>
                    <a:pt x="13830" y="13588"/>
                    <a:pt x="19727" y="11429"/>
                  </a:cubicBezTo>
                  <a:cubicBezTo>
                    <a:pt x="26566" y="8907"/>
                    <a:pt x="32767" y="2676"/>
                    <a:pt x="40244" y="1399"/>
                  </a:cubicBezTo>
                  <a:cubicBezTo>
                    <a:pt x="48573" y="1"/>
                    <a:pt x="53162" y="6900"/>
                    <a:pt x="57478" y="12159"/>
                  </a:cubicBezTo>
                  <a:cubicBezTo>
                    <a:pt x="61825" y="17417"/>
                    <a:pt x="74318" y="25807"/>
                    <a:pt x="81917" y="26749"/>
                  </a:cubicBezTo>
                  <a:cubicBezTo>
                    <a:pt x="87692" y="27448"/>
                    <a:pt x="94379" y="22159"/>
                    <a:pt x="99637" y="20244"/>
                  </a:cubicBezTo>
                  <a:cubicBezTo>
                    <a:pt x="108178" y="17144"/>
                    <a:pt x="114045" y="17873"/>
                    <a:pt x="118787" y="25199"/>
                  </a:cubicBezTo>
                  <a:cubicBezTo>
                    <a:pt x="121066" y="28694"/>
                    <a:pt x="119607" y="34895"/>
                    <a:pt x="120215" y="39515"/>
                  </a:cubicBezTo>
                  <a:cubicBezTo>
                    <a:pt x="120853" y="44348"/>
                    <a:pt x="122373" y="49394"/>
                    <a:pt x="123498" y="53649"/>
                  </a:cubicBezTo>
                  <a:cubicBezTo>
                    <a:pt x="124349" y="56962"/>
                    <a:pt x="129729" y="65989"/>
                    <a:pt x="133316" y="66871"/>
                  </a:cubicBezTo>
                  <a:cubicBezTo>
                    <a:pt x="139000" y="68300"/>
                    <a:pt x="146112" y="68087"/>
                    <a:pt x="150459" y="72677"/>
                  </a:cubicBezTo>
                  <a:cubicBezTo>
                    <a:pt x="152495" y="74835"/>
                    <a:pt x="154836" y="80579"/>
                    <a:pt x="158514" y="803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4"/>
            <p:cNvSpPr/>
            <p:nvPr/>
          </p:nvSpPr>
          <p:spPr>
            <a:xfrm>
              <a:off x="2975000" y="138600"/>
              <a:ext cx="3962100" cy="2022075"/>
            </a:xfrm>
            <a:custGeom>
              <a:rect b="b" l="l" r="r" t="t"/>
              <a:pathLst>
                <a:path extrusionOk="0" fill="none" h="80883" w="158484">
                  <a:moveTo>
                    <a:pt x="0" y="12159"/>
                  </a:moveTo>
                  <a:cubicBezTo>
                    <a:pt x="6322" y="13800"/>
                    <a:pt x="13952" y="13952"/>
                    <a:pt x="19849" y="11672"/>
                  </a:cubicBezTo>
                  <a:cubicBezTo>
                    <a:pt x="26900" y="8937"/>
                    <a:pt x="33162" y="2462"/>
                    <a:pt x="40974" y="1247"/>
                  </a:cubicBezTo>
                  <a:cubicBezTo>
                    <a:pt x="48876" y="0"/>
                    <a:pt x="54530" y="5806"/>
                    <a:pt x="58026" y="11855"/>
                  </a:cubicBezTo>
                  <a:cubicBezTo>
                    <a:pt x="61521" y="17873"/>
                    <a:pt x="74500" y="25138"/>
                    <a:pt x="82069" y="25928"/>
                  </a:cubicBezTo>
                  <a:cubicBezTo>
                    <a:pt x="87449" y="26505"/>
                    <a:pt x="94774" y="21186"/>
                    <a:pt x="99637" y="19362"/>
                  </a:cubicBezTo>
                  <a:cubicBezTo>
                    <a:pt x="108178" y="16080"/>
                    <a:pt x="115321" y="17782"/>
                    <a:pt x="119759" y="25107"/>
                  </a:cubicBezTo>
                  <a:cubicBezTo>
                    <a:pt x="121948" y="28724"/>
                    <a:pt x="119790" y="34803"/>
                    <a:pt x="120580" y="39545"/>
                  </a:cubicBezTo>
                  <a:cubicBezTo>
                    <a:pt x="121370" y="44348"/>
                    <a:pt x="123771" y="48937"/>
                    <a:pt x="124623" y="53497"/>
                  </a:cubicBezTo>
                  <a:cubicBezTo>
                    <a:pt x="125291" y="56992"/>
                    <a:pt x="130003" y="66050"/>
                    <a:pt x="133559" y="67053"/>
                  </a:cubicBezTo>
                  <a:cubicBezTo>
                    <a:pt x="139152" y="68603"/>
                    <a:pt x="146355" y="68451"/>
                    <a:pt x="150672" y="72980"/>
                  </a:cubicBezTo>
                  <a:cubicBezTo>
                    <a:pt x="152708" y="75108"/>
                    <a:pt x="154897" y="80883"/>
                    <a:pt x="158483" y="80822"/>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4"/>
            <p:cNvSpPr/>
            <p:nvPr/>
          </p:nvSpPr>
          <p:spPr>
            <a:xfrm>
              <a:off x="2975000" y="124150"/>
              <a:ext cx="3962100" cy="2034250"/>
            </a:xfrm>
            <a:custGeom>
              <a:rect b="b" l="l" r="r" t="t"/>
              <a:pathLst>
                <a:path extrusionOk="0" fill="none" h="81370" w="158484">
                  <a:moveTo>
                    <a:pt x="0" y="12737"/>
                  </a:moveTo>
                  <a:cubicBezTo>
                    <a:pt x="6383" y="14348"/>
                    <a:pt x="13861" y="14226"/>
                    <a:pt x="20001" y="12007"/>
                  </a:cubicBezTo>
                  <a:cubicBezTo>
                    <a:pt x="27721" y="9241"/>
                    <a:pt x="33283" y="2432"/>
                    <a:pt x="41673" y="1186"/>
                  </a:cubicBezTo>
                  <a:cubicBezTo>
                    <a:pt x="49515" y="1"/>
                    <a:pt x="55807" y="4530"/>
                    <a:pt x="58877" y="11551"/>
                  </a:cubicBezTo>
                  <a:cubicBezTo>
                    <a:pt x="61886" y="18481"/>
                    <a:pt x="74378" y="24560"/>
                    <a:pt x="81704" y="25199"/>
                  </a:cubicBezTo>
                  <a:cubicBezTo>
                    <a:pt x="87114" y="25624"/>
                    <a:pt x="94774" y="20244"/>
                    <a:pt x="99607" y="18573"/>
                  </a:cubicBezTo>
                  <a:cubicBezTo>
                    <a:pt x="108118" y="15655"/>
                    <a:pt x="116628" y="17721"/>
                    <a:pt x="120853" y="25199"/>
                  </a:cubicBezTo>
                  <a:cubicBezTo>
                    <a:pt x="123012" y="29029"/>
                    <a:pt x="119972" y="34895"/>
                    <a:pt x="120853" y="39758"/>
                  </a:cubicBezTo>
                  <a:cubicBezTo>
                    <a:pt x="121735" y="44561"/>
                    <a:pt x="125139" y="48512"/>
                    <a:pt x="125778" y="53406"/>
                  </a:cubicBezTo>
                  <a:cubicBezTo>
                    <a:pt x="126294" y="57205"/>
                    <a:pt x="130276" y="66172"/>
                    <a:pt x="133863" y="67297"/>
                  </a:cubicBezTo>
                  <a:cubicBezTo>
                    <a:pt x="139334" y="68999"/>
                    <a:pt x="146568" y="68908"/>
                    <a:pt x="150884" y="73406"/>
                  </a:cubicBezTo>
                  <a:cubicBezTo>
                    <a:pt x="153438" y="76051"/>
                    <a:pt x="154684" y="80428"/>
                    <a:pt x="158483" y="8137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4"/>
            <p:cNvSpPr/>
            <p:nvPr/>
          </p:nvSpPr>
          <p:spPr>
            <a:xfrm>
              <a:off x="2975000" y="108200"/>
              <a:ext cx="3962850" cy="2050975"/>
            </a:xfrm>
            <a:custGeom>
              <a:rect b="b" l="l" r="r" t="t"/>
              <a:pathLst>
                <a:path extrusionOk="0" fill="none" h="82039" w="158514">
                  <a:moveTo>
                    <a:pt x="0" y="13375"/>
                  </a:moveTo>
                  <a:cubicBezTo>
                    <a:pt x="6474" y="14986"/>
                    <a:pt x="14013" y="14712"/>
                    <a:pt x="20183" y="12432"/>
                  </a:cubicBezTo>
                  <a:cubicBezTo>
                    <a:pt x="28116" y="9454"/>
                    <a:pt x="33709" y="2493"/>
                    <a:pt x="42402" y="1156"/>
                  </a:cubicBezTo>
                  <a:cubicBezTo>
                    <a:pt x="50092" y="1"/>
                    <a:pt x="57418" y="4043"/>
                    <a:pt x="59819" y="11217"/>
                  </a:cubicBezTo>
                  <a:cubicBezTo>
                    <a:pt x="62190" y="18390"/>
                    <a:pt x="73862" y="24104"/>
                    <a:pt x="81035" y="24439"/>
                  </a:cubicBezTo>
                  <a:cubicBezTo>
                    <a:pt x="86780" y="24743"/>
                    <a:pt x="94318" y="19454"/>
                    <a:pt x="99607" y="17934"/>
                  </a:cubicBezTo>
                  <a:cubicBezTo>
                    <a:pt x="108452" y="15381"/>
                    <a:pt x="117844" y="17873"/>
                    <a:pt x="122009" y="25350"/>
                  </a:cubicBezTo>
                  <a:cubicBezTo>
                    <a:pt x="124227" y="29332"/>
                    <a:pt x="120154" y="35047"/>
                    <a:pt x="121066" y="40092"/>
                  </a:cubicBezTo>
                  <a:cubicBezTo>
                    <a:pt x="121978" y="44925"/>
                    <a:pt x="126507" y="48512"/>
                    <a:pt x="126963" y="53406"/>
                  </a:cubicBezTo>
                  <a:cubicBezTo>
                    <a:pt x="127297" y="57205"/>
                    <a:pt x="130459" y="66172"/>
                    <a:pt x="134167" y="67570"/>
                  </a:cubicBezTo>
                  <a:cubicBezTo>
                    <a:pt x="139304" y="69485"/>
                    <a:pt x="146842" y="69424"/>
                    <a:pt x="151128" y="73862"/>
                  </a:cubicBezTo>
                  <a:cubicBezTo>
                    <a:pt x="153650" y="76537"/>
                    <a:pt x="154805" y="80883"/>
                    <a:pt x="158514" y="8203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4"/>
            <p:cNvSpPr/>
            <p:nvPr/>
          </p:nvSpPr>
          <p:spPr>
            <a:xfrm>
              <a:off x="2975000" y="89975"/>
              <a:ext cx="3962850" cy="2068425"/>
            </a:xfrm>
            <a:custGeom>
              <a:rect b="b" l="l" r="r" t="t"/>
              <a:pathLst>
                <a:path extrusionOk="0" fill="none" h="82737" w="158514">
                  <a:moveTo>
                    <a:pt x="0" y="14104"/>
                  </a:moveTo>
                  <a:cubicBezTo>
                    <a:pt x="6535" y="15684"/>
                    <a:pt x="14347" y="15502"/>
                    <a:pt x="20335" y="12918"/>
                  </a:cubicBezTo>
                  <a:cubicBezTo>
                    <a:pt x="27995" y="9575"/>
                    <a:pt x="34439" y="2644"/>
                    <a:pt x="43101" y="1216"/>
                  </a:cubicBezTo>
                  <a:cubicBezTo>
                    <a:pt x="50639" y="0"/>
                    <a:pt x="58299" y="3435"/>
                    <a:pt x="60822" y="10882"/>
                  </a:cubicBezTo>
                  <a:cubicBezTo>
                    <a:pt x="63436" y="18572"/>
                    <a:pt x="72190" y="23587"/>
                    <a:pt x="80184" y="23769"/>
                  </a:cubicBezTo>
                  <a:cubicBezTo>
                    <a:pt x="86415" y="23921"/>
                    <a:pt x="93862" y="18663"/>
                    <a:pt x="99759" y="17417"/>
                  </a:cubicBezTo>
                  <a:cubicBezTo>
                    <a:pt x="107875" y="15715"/>
                    <a:pt x="119394" y="17234"/>
                    <a:pt x="123224" y="25593"/>
                  </a:cubicBezTo>
                  <a:cubicBezTo>
                    <a:pt x="125413" y="30396"/>
                    <a:pt x="120367" y="35350"/>
                    <a:pt x="121279" y="40578"/>
                  </a:cubicBezTo>
                  <a:cubicBezTo>
                    <a:pt x="122100" y="45381"/>
                    <a:pt x="127723" y="48937"/>
                    <a:pt x="128118" y="53496"/>
                  </a:cubicBezTo>
                  <a:cubicBezTo>
                    <a:pt x="128422" y="57174"/>
                    <a:pt x="130762" y="66262"/>
                    <a:pt x="134501" y="67873"/>
                  </a:cubicBezTo>
                  <a:cubicBezTo>
                    <a:pt x="139456" y="70001"/>
                    <a:pt x="147085" y="69971"/>
                    <a:pt x="151340" y="74408"/>
                  </a:cubicBezTo>
                  <a:cubicBezTo>
                    <a:pt x="153894" y="77083"/>
                    <a:pt x="154897" y="81430"/>
                    <a:pt x="158514" y="8273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4"/>
            <p:cNvSpPr/>
            <p:nvPr/>
          </p:nvSpPr>
          <p:spPr>
            <a:xfrm>
              <a:off x="2975000" y="69450"/>
              <a:ext cx="3962850" cy="2089725"/>
            </a:xfrm>
            <a:custGeom>
              <a:rect b="b" l="l" r="r" t="t"/>
              <a:pathLst>
                <a:path extrusionOk="0" fill="none" h="83589" w="158514">
                  <a:moveTo>
                    <a:pt x="0" y="14925"/>
                  </a:moveTo>
                  <a:cubicBezTo>
                    <a:pt x="6626" y="16475"/>
                    <a:pt x="14529" y="16201"/>
                    <a:pt x="20517" y="13496"/>
                  </a:cubicBezTo>
                  <a:cubicBezTo>
                    <a:pt x="28359" y="9940"/>
                    <a:pt x="34925" y="3010"/>
                    <a:pt x="43800" y="1338"/>
                  </a:cubicBezTo>
                  <a:cubicBezTo>
                    <a:pt x="51126" y="0"/>
                    <a:pt x="59454" y="3010"/>
                    <a:pt x="61916" y="10517"/>
                  </a:cubicBezTo>
                  <a:cubicBezTo>
                    <a:pt x="64500" y="18359"/>
                    <a:pt x="70853" y="23223"/>
                    <a:pt x="79272" y="23131"/>
                  </a:cubicBezTo>
                  <a:cubicBezTo>
                    <a:pt x="86020" y="23071"/>
                    <a:pt x="93254" y="17934"/>
                    <a:pt x="100032" y="17052"/>
                  </a:cubicBezTo>
                  <a:cubicBezTo>
                    <a:pt x="108574" y="15958"/>
                    <a:pt x="120489" y="17630"/>
                    <a:pt x="124471" y="25989"/>
                  </a:cubicBezTo>
                  <a:cubicBezTo>
                    <a:pt x="126902" y="31065"/>
                    <a:pt x="120671" y="35776"/>
                    <a:pt x="121492" y="41186"/>
                  </a:cubicBezTo>
                  <a:cubicBezTo>
                    <a:pt x="122221" y="46050"/>
                    <a:pt x="128878" y="49393"/>
                    <a:pt x="129243" y="53740"/>
                  </a:cubicBezTo>
                  <a:cubicBezTo>
                    <a:pt x="129516" y="57357"/>
                    <a:pt x="131127" y="66445"/>
                    <a:pt x="134896" y="68238"/>
                  </a:cubicBezTo>
                  <a:cubicBezTo>
                    <a:pt x="139699" y="70549"/>
                    <a:pt x="147359" y="70670"/>
                    <a:pt x="151584" y="75077"/>
                  </a:cubicBezTo>
                  <a:cubicBezTo>
                    <a:pt x="154137" y="77752"/>
                    <a:pt x="154988" y="82068"/>
                    <a:pt x="158514" y="8358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4"/>
            <p:cNvSpPr/>
            <p:nvPr/>
          </p:nvSpPr>
          <p:spPr>
            <a:xfrm>
              <a:off x="2975000" y="45125"/>
              <a:ext cx="3962850" cy="2114050"/>
            </a:xfrm>
            <a:custGeom>
              <a:rect b="b" l="l" r="r" t="t"/>
              <a:pathLst>
                <a:path extrusionOk="0" fill="none" h="84562" w="158514">
                  <a:moveTo>
                    <a:pt x="0" y="15898"/>
                  </a:moveTo>
                  <a:cubicBezTo>
                    <a:pt x="6991" y="17478"/>
                    <a:pt x="14651" y="16809"/>
                    <a:pt x="20700" y="14226"/>
                  </a:cubicBezTo>
                  <a:cubicBezTo>
                    <a:pt x="28511" y="10913"/>
                    <a:pt x="35350" y="3527"/>
                    <a:pt x="44439" y="1551"/>
                  </a:cubicBezTo>
                  <a:cubicBezTo>
                    <a:pt x="51612" y="1"/>
                    <a:pt x="60579" y="2736"/>
                    <a:pt x="63041" y="10214"/>
                  </a:cubicBezTo>
                  <a:cubicBezTo>
                    <a:pt x="65564" y="17934"/>
                    <a:pt x="69515" y="22949"/>
                    <a:pt x="78391" y="22645"/>
                  </a:cubicBezTo>
                  <a:cubicBezTo>
                    <a:pt x="85716" y="22372"/>
                    <a:pt x="93072" y="17417"/>
                    <a:pt x="100488" y="16931"/>
                  </a:cubicBezTo>
                  <a:cubicBezTo>
                    <a:pt x="109273" y="16323"/>
                    <a:pt x="121431" y="18208"/>
                    <a:pt x="125717" y="26536"/>
                  </a:cubicBezTo>
                  <a:cubicBezTo>
                    <a:pt x="128544" y="31946"/>
                    <a:pt x="121036" y="36415"/>
                    <a:pt x="121735" y="41916"/>
                  </a:cubicBezTo>
                  <a:cubicBezTo>
                    <a:pt x="122343" y="46871"/>
                    <a:pt x="129881" y="49971"/>
                    <a:pt x="130276" y="54105"/>
                  </a:cubicBezTo>
                  <a:cubicBezTo>
                    <a:pt x="130641" y="57631"/>
                    <a:pt x="131431" y="66628"/>
                    <a:pt x="135322" y="68664"/>
                  </a:cubicBezTo>
                  <a:cubicBezTo>
                    <a:pt x="140124" y="71157"/>
                    <a:pt x="147632" y="71461"/>
                    <a:pt x="151796" y="75868"/>
                  </a:cubicBezTo>
                  <a:cubicBezTo>
                    <a:pt x="154350" y="78573"/>
                    <a:pt x="155109" y="82859"/>
                    <a:pt x="158514" y="8456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4"/>
            <p:cNvSpPr/>
            <p:nvPr/>
          </p:nvSpPr>
          <p:spPr>
            <a:xfrm>
              <a:off x="2975000" y="20825"/>
              <a:ext cx="3962850" cy="2138350"/>
            </a:xfrm>
            <a:custGeom>
              <a:rect b="b" l="l" r="r" t="t"/>
              <a:pathLst>
                <a:path extrusionOk="0" fill="none" h="85534" w="158514">
                  <a:moveTo>
                    <a:pt x="0" y="16870"/>
                  </a:moveTo>
                  <a:cubicBezTo>
                    <a:pt x="7082" y="18420"/>
                    <a:pt x="14833" y="17629"/>
                    <a:pt x="20912" y="14955"/>
                  </a:cubicBezTo>
                  <a:cubicBezTo>
                    <a:pt x="28876" y="11459"/>
                    <a:pt x="35776" y="3951"/>
                    <a:pt x="45047" y="1702"/>
                  </a:cubicBezTo>
                  <a:cubicBezTo>
                    <a:pt x="52068" y="0"/>
                    <a:pt x="61703" y="2371"/>
                    <a:pt x="64166" y="9818"/>
                  </a:cubicBezTo>
                  <a:cubicBezTo>
                    <a:pt x="66567" y="16991"/>
                    <a:pt x="68877" y="22645"/>
                    <a:pt x="77722" y="22128"/>
                  </a:cubicBezTo>
                  <a:cubicBezTo>
                    <a:pt x="85503" y="21672"/>
                    <a:pt x="93133" y="16961"/>
                    <a:pt x="101127" y="16809"/>
                  </a:cubicBezTo>
                  <a:cubicBezTo>
                    <a:pt x="110063" y="16657"/>
                    <a:pt x="122161" y="18693"/>
                    <a:pt x="126963" y="27083"/>
                  </a:cubicBezTo>
                  <a:cubicBezTo>
                    <a:pt x="130276" y="32858"/>
                    <a:pt x="121705" y="37052"/>
                    <a:pt x="122161" y="42615"/>
                  </a:cubicBezTo>
                  <a:cubicBezTo>
                    <a:pt x="122616" y="47782"/>
                    <a:pt x="130762" y="50518"/>
                    <a:pt x="131279" y="54530"/>
                  </a:cubicBezTo>
                  <a:cubicBezTo>
                    <a:pt x="131735" y="57934"/>
                    <a:pt x="131796" y="66931"/>
                    <a:pt x="135778" y="69089"/>
                  </a:cubicBezTo>
                  <a:cubicBezTo>
                    <a:pt x="140550" y="71703"/>
                    <a:pt x="147936" y="72250"/>
                    <a:pt x="152039" y="76658"/>
                  </a:cubicBezTo>
                  <a:cubicBezTo>
                    <a:pt x="154593" y="79393"/>
                    <a:pt x="155231" y="83649"/>
                    <a:pt x="158514" y="8553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 name="Google Shape;513;p4"/>
          <p:cNvGrpSpPr/>
          <p:nvPr/>
        </p:nvGrpSpPr>
        <p:grpSpPr>
          <a:xfrm flipH="1" rot="3892124">
            <a:off x="-3629229" y="2903594"/>
            <a:ext cx="5865732" cy="4328872"/>
            <a:chOff x="2975000" y="20825"/>
            <a:chExt cx="3963625" cy="2500050"/>
          </a:xfrm>
        </p:grpSpPr>
        <p:sp>
          <p:nvSpPr>
            <p:cNvPr id="514" name="Google Shape;514;p4"/>
            <p:cNvSpPr/>
            <p:nvPr/>
          </p:nvSpPr>
          <p:spPr>
            <a:xfrm>
              <a:off x="2975000" y="442550"/>
              <a:ext cx="3962850" cy="2078325"/>
            </a:xfrm>
            <a:custGeom>
              <a:rect b="b" l="l" r="r" t="t"/>
              <a:pathLst>
                <a:path extrusionOk="0" fill="none" h="83133" w="158514">
                  <a:moveTo>
                    <a:pt x="0" y="1"/>
                  </a:moveTo>
                  <a:cubicBezTo>
                    <a:pt x="4347" y="3071"/>
                    <a:pt x="9423" y="6171"/>
                    <a:pt x="12797" y="10122"/>
                  </a:cubicBezTo>
                  <a:cubicBezTo>
                    <a:pt x="18025" y="16232"/>
                    <a:pt x="11095" y="25411"/>
                    <a:pt x="18298" y="31369"/>
                  </a:cubicBezTo>
                  <a:cubicBezTo>
                    <a:pt x="23952" y="36050"/>
                    <a:pt x="23982" y="41612"/>
                    <a:pt x="23283" y="48269"/>
                  </a:cubicBezTo>
                  <a:cubicBezTo>
                    <a:pt x="22706" y="53497"/>
                    <a:pt x="22463" y="62494"/>
                    <a:pt x="29028" y="64044"/>
                  </a:cubicBezTo>
                  <a:cubicBezTo>
                    <a:pt x="35776" y="65655"/>
                    <a:pt x="41186" y="60913"/>
                    <a:pt x="45624" y="56567"/>
                  </a:cubicBezTo>
                  <a:cubicBezTo>
                    <a:pt x="51855" y="50457"/>
                    <a:pt x="63466" y="46202"/>
                    <a:pt x="71825" y="49515"/>
                  </a:cubicBezTo>
                  <a:cubicBezTo>
                    <a:pt x="79211" y="52463"/>
                    <a:pt x="89728" y="48421"/>
                    <a:pt x="96598" y="51430"/>
                  </a:cubicBezTo>
                  <a:cubicBezTo>
                    <a:pt x="100762" y="53284"/>
                    <a:pt x="101035" y="58390"/>
                    <a:pt x="102343" y="62646"/>
                  </a:cubicBezTo>
                  <a:cubicBezTo>
                    <a:pt x="104197" y="68603"/>
                    <a:pt x="108938" y="75564"/>
                    <a:pt x="114106" y="78482"/>
                  </a:cubicBezTo>
                  <a:cubicBezTo>
                    <a:pt x="122343" y="83132"/>
                    <a:pt x="130914" y="70610"/>
                    <a:pt x="138909" y="69151"/>
                  </a:cubicBezTo>
                  <a:cubicBezTo>
                    <a:pt x="145474" y="67935"/>
                    <a:pt x="152435" y="73892"/>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4"/>
            <p:cNvSpPr/>
            <p:nvPr/>
          </p:nvSpPr>
          <p:spPr>
            <a:xfrm>
              <a:off x="2975000" y="442550"/>
              <a:ext cx="3962850" cy="2057800"/>
            </a:xfrm>
            <a:custGeom>
              <a:rect b="b" l="l" r="r" t="t"/>
              <a:pathLst>
                <a:path extrusionOk="0" fill="none" h="82312" w="158514">
                  <a:moveTo>
                    <a:pt x="0" y="1"/>
                  </a:moveTo>
                  <a:cubicBezTo>
                    <a:pt x="4408" y="3040"/>
                    <a:pt x="9392" y="6049"/>
                    <a:pt x="13040" y="9879"/>
                  </a:cubicBezTo>
                  <a:cubicBezTo>
                    <a:pt x="18602" y="15654"/>
                    <a:pt x="11733" y="24955"/>
                    <a:pt x="18694" y="30609"/>
                  </a:cubicBezTo>
                  <a:cubicBezTo>
                    <a:pt x="24408" y="35259"/>
                    <a:pt x="25077" y="40153"/>
                    <a:pt x="24317" y="46901"/>
                  </a:cubicBezTo>
                  <a:cubicBezTo>
                    <a:pt x="23739" y="52129"/>
                    <a:pt x="23131" y="61248"/>
                    <a:pt x="29849" y="62919"/>
                  </a:cubicBezTo>
                  <a:cubicBezTo>
                    <a:pt x="36870" y="64652"/>
                    <a:pt x="41794" y="59606"/>
                    <a:pt x="46627" y="55503"/>
                  </a:cubicBezTo>
                  <a:cubicBezTo>
                    <a:pt x="53557" y="49606"/>
                    <a:pt x="63983" y="44712"/>
                    <a:pt x="72798" y="48634"/>
                  </a:cubicBezTo>
                  <a:cubicBezTo>
                    <a:pt x="80123" y="51886"/>
                    <a:pt x="90245" y="48208"/>
                    <a:pt x="97266" y="51187"/>
                  </a:cubicBezTo>
                  <a:cubicBezTo>
                    <a:pt x="101522" y="52980"/>
                    <a:pt x="101674" y="58026"/>
                    <a:pt x="102890" y="62251"/>
                  </a:cubicBezTo>
                  <a:cubicBezTo>
                    <a:pt x="104561" y="68087"/>
                    <a:pt x="109303" y="75078"/>
                    <a:pt x="114440" y="77844"/>
                  </a:cubicBezTo>
                  <a:cubicBezTo>
                    <a:pt x="122799" y="82312"/>
                    <a:pt x="131097" y="70032"/>
                    <a:pt x="139243" y="68877"/>
                  </a:cubicBezTo>
                  <a:cubicBezTo>
                    <a:pt x="145656" y="67935"/>
                    <a:pt x="152495" y="73771"/>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4"/>
            <p:cNvSpPr/>
            <p:nvPr/>
          </p:nvSpPr>
          <p:spPr>
            <a:xfrm>
              <a:off x="2975000" y="442550"/>
              <a:ext cx="3962850" cy="2035775"/>
            </a:xfrm>
            <a:custGeom>
              <a:rect b="b" l="l" r="r" t="t"/>
              <a:pathLst>
                <a:path extrusionOk="0" fill="none" h="81431" w="158514">
                  <a:moveTo>
                    <a:pt x="0" y="1"/>
                  </a:moveTo>
                  <a:cubicBezTo>
                    <a:pt x="4468" y="3040"/>
                    <a:pt x="9362" y="5958"/>
                    <a:pt x="13313" y="9606"/>
                  </a:cubicBezTo>
                  <a:cubicBezTo>
                    <a:pt x="19210" y="15077"/>
                    <a:pt x="12432" y="24469"/>
                    <a:pt x="19089" y="29849"/>
                  </a:cubicBezTo>
                  <a:cubicBezTo>
                    <a:pt x="24803" y="34469"/>
                    <a:pt x="26019" y="38694"/>
                    <a:pt x="25350" y="45564"/>
                  </a:cubicBezTo>
                  <a:cubicBezTo>
                    <a:pt x="24833" y="50822"/>
                    <a:pt x="23739" y="60001"/>
                    <a:pt x="30609" y="61795"/>
                  </a:cubicBezTo>
                  <a:cubicBezTo>
                    <a:pt x="37691" y="63649"/>
                    <a:pt x="42797" y="58299"/>
                    <a:pt x="47813" y="54378"/>
                  </a:cubicBezTo>
                  <a:cubicBezTo>
                    <a:pt x="55989" y="47995"/>
                    <a:pt x="63345" y="43375"/>
                    <a:pt x="73801" y="47752"/>
                  </a:cubicBezTo>
                  <a:cubicBezTo>
                    <a:pt x="81704" y="51065"/>
                    <a:pt x="90762" y="48026"/>
                    <a:pt x="97966" y="50944"/>
                  </a:cubicBezTo>
                  <a:cubicBezTo>
                    <a:pt x="102282" y="52707"/>
                    <a:pt x="102343" y="57631"/>
                    <a:pt x="103437" y="61825"/>
                  </a:cubicBezTo>
                  <a:cubicBezTo>
                    <a:pt x="104957" y="67570"/>
                    <a:pt x="109637" y="74531"/>
                    <a:pt x="114774" y="77145"/>
                  </a:cubicBezTo>
                  <a:cubicBezTo>
                    <a:pt x="123285" y="81430"/>
                    <a:pt x="131310" y="69454"/>
                    <a:pt x="139577" y="68573"/>
                  </a:cubicBezTo>
                  <a:cubicBezTo>
                    <a:pt x="145869" y="67904"/>
                    <a:pt x="152587" y="73649"/>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4"/>
            <p:cNvSpPr/>
            <p:nvPr/>
          </p:nvSpPr>
          <p:spPr>
            <a:xfrm>
              <a:off x="2975000" y="442550"/>
              <a:ext cx="3962850" cy="2014500"/>
            </a:xfrm>
            <a:custGeom>
              <a:rect b="b" l="l" r="r" t="t"/>
              <a:pathLst>
                <a:path extrusionOk="0" fill="none" h="80580" w="158514">
                  <a:moveTo>
                    <a:pt x="0" y="1"/>
                  </a:moveTo>
                  <a:cubicBezTo>
                    <a:pt x="4560" y="3010"/>
                    <a:pt x="9392" y="5897"/>
                    <a:pt x="13526" y="9393"/>
                  </a:cubicBezTo>
                  <a:cubicBezTo>
                    <a:pt x="19666" y="14469"/>
                    <a:pt x="13162" y="23952"/>
                    <a:pt x="19484" y="29150"/>
                  </a:cubicBezTo>
                  <a:cubicBezTo>
                    <a:pt x="24560" y="33314"/>
                    <a:pt x="27235" y="37509"/>
                    <a:pt x="26323" y="44348"/>
                  </a:cubicBezTo>
                  <a:cubicBezTo>
                    <a:pt x="25563" y="49728"/>
                    <a:pt x="24317" y="58846"/>
                    <a:pt x="31308" y="60792"/>
                  </a:cubicBezTo>
                  <a:cubicBezTo>
                    <a:pt x="38390" y="62737"/>
                    <a:pt x="43770" y="57296"/>
                    <a:pt x="48998" y="53375"/>
                  </a:cubicBezTo>
                  <a:cubicBezTo>
                    <a:pt x="57813" y="46688"/>
                    <a:pt x="63892" y="42129"/>
                    <a:pt x="74743" y="47023"/>
                  </a:cubicBezTo>
                  <a:cubicBezTo>
                    <a:pt x="82433" y="50488"/>
                    <a:pt x="91248" y="47995"/>
                    <a:pt x="98604" y="50761"/>
                  </a:cubicBezTo>
                  <a:cubicBezTo>
                    <a:pt x="103042" y="52372"/>
                    <a:pt x="103011" y="57266"/>
                    <a:pt x="104014" y="61430"/>
                  </a:cubicBezTo>
                  <a:cubicBezTo>
                    <a:pt x="105382" y="67084"/>
                    <a:pt x="109941" y="74014"/>
                    <a:pt x="115109" y="76445"/>
                  </a:cubicBezTo>
                  <a:cubicBezTo>
                    <a:pt x="123802" y="80579"/>
                    <a:pt x="132100" y="68299"/>
                    <a:pt x="139912" y="68330"/>
                  </a:cubicBezTo>
                  <a:cubicBezTo>
                    <a:pt x="144927" y="68330"/>
                    <a:pt x="153529" y="7331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4"/>
            <p:cNvSpPr/>
            <p:nvPr/>
          </p:nvSpPr>
          <p:spPr>
            <a:xfrm>
              <a:off x="2975000" y="442550"/>
              <a:ext cx="3962850" cy="1991700"/>
            </a:xfrm>
            <a:custGeom>
              <a:rect b="b" l="l" r="r" t="t"/>
              <a:pathLst>
                <a:path extrusionOk="0" fill="none" h="79668" w="158514">
                  <a:moveTo>
                    <a:pt x="0" y="1"/>
                  </a:moveTo>
                  <a:cubicBezTo>
                    <a:pt x="4590" y="3010"/>
                    <a:pt x="9484" y="5897"/>
                    <a:pt x="13769" y="9119"/>
                  </a:cubicBezTo>
                  <a:cubicBezTo>
                    <a:pt x="20122" y="13861"/>
                    <a:pt x="13952" y="23344"/>
                    <a:pt x="19879" y="28360"/>
                  </a:cubicBezTo>
                  <a:cubicBezTo>
                    <a:pt x="24651" y="32402"/>
                    <a:pt x="28055" y="36475"/>
                    <a:pt x="27265" y="43102"/>
                  </a:cubicBezTo>
                  <a:cubicBezTo>
                    <a:pt x="26627" y="48482"/>
                    <a:pt x="24985" y="57600"/>
                    <a:pt x="31946" y="59698"/>
                  </a:cubicBezTo>
                  <a:cubicBezTo>
                    <a:pt x="39028" y="61795"/>
                    <a:pt x="44955" y="56202"/>
                    <a:pt x="50183" y="52251"/>
                  </a:cubicBezTo>
                  <a:cubicBezTo>
                    <a:pt x="59424" y="45260"/>
                    <a:pt x="64561" y="40761"/>
                    <a:pt x="75746" y="46232"/>
                  </a:cubicBezTo>
                  <a:cubicBezTo>
                    <a:pt x="83315" y="49971"/>
                    <a:pt x="91795" y="47813"/>
                    <a:pt x="99273" y="50488"/>
                  </a:cubicBezTo>
                  <a:cubicBezTo>
                    <a:pt x="103832" y="52129"/>
                    <a:pt x="103619" y="56840"/>
                    <a:pt x="104653" y="61035"/>
                  </a:cubicBezTo>
                  <a:cubicBezTo>
                    <a:pt x="106051" y="66749"/>
                    <a:pt x="110124" y="73315"/>
                    <a:pt x="115443" y="75716"/>
                  </a:cubicBezTo>
                  <a:cubicBezTo>
                    <a:pt x="124227" y="79667"/>
                    <a:pt x="132039" y="67995"/>
                    <a:pt x="140246" y="68056"/>
                  </a:cubicBezTo>
                  <a:cubicBezTo>
                    <a:pt x="145535" y="68087"/>
                    <a:pt x="153377" y="7340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4"/>
            <p:cNvSpPr/>
            <p:nvPr/>
          </p:nvSpPr>
          <p:spPr>
            <a:xfrm>
              <a:off x="2975000" y="442550"/>
              <a:ext cx="3963625" cy="1968900"/>
            </a:xfrm>
            <a:custGeom>
              <a:rect b="b" l="l" r="r" t="t"/>
              <a:pathLst>
                <a:path extrusionOk="0" fill="none" h="78756" w="158545">
                  <a:moveTo>
                    <a:pt x="0" y="1"/>
                  </a:moveTo>
                  <a:cubicBezTo>
                    <a:pt x="4651" y="2979"/>
                    <a:pt x="9575" y="5867"/>
                    <a:pt x="14013" y="8876"/>
                  </a:cubicBezTo>
                  <a:cubicBezTo>
                    <a:pt x="20548" y="13283"/>
                    <a:pt x="14985" y="22706"/>
                    <a:pt x="20305" y="27539"/>
                  </a:cubicBezTo>
                  <a:cubicBezTo>
                    <a:pt x="24590" y="31430"/>
                    <a:pt x="28724" y="35715"/>
                    <a:pt x="28147" y="42007"/>
                  </a:cubicBezTo>
                  <a:cubicBezTo>
                    <a:pt x="27630" y="47296"/>
                    <a:pt x="25654" y="56445"/>
                    <a:pt x="32584" y="58664"/>
                  </a:cubicBezTo>
                  <a:cubicBezTo>
                    <a:pt x="39606" y="60913"/>
                    <a:pt x="46354" y="55077"/>
                    <a:pt x="51369" y="51096"/>
                  </a:cubicBezTo>
                  <a:cubicBezTo>
                    <a:pt x="60609" y="43770"/>
                    <a:pt x="65351" y="39576"/>
                    <a:pt x="76749" y="45594"/>
                  </a:cubicBezTo>
                  <a:cubicBezTo>
                    <a:pt x="84166" y="49515"/>
                    <a:pt x="92251" y="47722"/>
                    <a:pt x="99911" y="50275"/>
                  </a:cubicBezTo>
                  <a:cubicBezTo>
                    <a:pt x="104622" y="51855"/>
                    <a:pt x="104318" y="56445"/>
                    <a:pt x="105260" y="60609"/>
                  </a:cubicBezTo>
                  <a:cubicBezTo>
                    <a:pt x="106537" y="66324"/>
                    <a:pt x="110428" y="72676"/>
                    <a:pt x="115808" y="74956"/>
                  </a:cubicBezTo>
                  <a:cubicBezTo>
                    <a:pt x="124714" y="78756"/>
                    <a:pt x="132313" y="67418"/>
                    <a:pt x="140580" y="67813"/>
                  </a:cubicBezTo>
                  <a:cubicBezTo>
                    <a:pt x="145778" y="68056"/>
                    <a:pt x="153438" y="73315"/>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4"/>
            <p:cNvSpPr/>
            <p:nvPr/>
          </p:nvSpPr>
          <p:spPr>
            <a:xfrm>
              <a:off x="2975000" y="442550"/>
              <a:ext cx="3962850" cy="1919500"/>
            </a:xfrm>
            <a:custGeom>
              <a:rect b="b" l="l" r="r" t="t"/>
              <a:pathLst>
                <a:path extrusionOk="0" fill="none" h="76780" w="158514">
                  <a:moveTo>
                    <a:pt x="0" y="1"/>
                  </a:moveTo>
                  <a:cubicBezTo>
                    <a:pt x="4712" y="2949"/>
                    <a:pt x="9666" y="5776"/>
                    <a:pt x="14225" y="8633"/>
                  </a:cubicBezTo>
                  <a:cubicBezTo>
                    <a:pt x="20973" y="12797"/>
                    <a:pt x="16049" y="21977"/>
                    <a:pt x="20760" y="26718"/>
                  </a:cubicBezTo>
                  <a:cubicBezTo>
                    <a:pt x="24438" y="30396"/>
                    <a:pt x="29332" y="35168"/>
                    <a:pt x="28967" y="41004"/>
                  </a:cubicBezTo>
                  <a:cubicBezTo>
                    <a:pt x="28633" y="46202"/>
                    <a:pt x="26444" y="55381"/>
                    <a:pt x="33192" y="57661"/>
                  </a:cubicBezTo>
                  <a:cubicBezTo>
                    <a:pt x="40153" y="60032"/>
                    <a:pt x="47752" y="53953"/>
                    <a:pt x="52494" y="49880"/>
                  </a:cubicBezTo>
                  <a:cubicBezTo>
                    <a:pt x="61703" y="41977"/>
                    <a:pt x="66293" y="38633"/>
                    <a:pt x="77722" y="45016"/>
                  </a:cubicBezTo>
                  <a:cubicBezTo>
                    <a:pt x="84926" y="49059"/>
                    <a:pt x="92707" y="47722"/>
                    <a:pt x="100488" y="50093"/>
                  </a:cubicBezTo>
                  <a:cubicBezTo>
                    <a:pt x="105382" y="51582"/>
                    <a:pt x="104987" y="56080"/>
                    <a:pt x="105838" y="60245"/>
                  </a:cubicBezTo>
                  <a:cubicBezTo>
                    <a:pt x="107023" y="65898"/>
                    <a:pt x="111005" y="72676"/>
                    <a:pt x="116142" y="74227"/>
                  </a:cubicBezTo>
                  <a:cubicBezTo>
                    <a:pt x="124683" y="76780"/>
                    <a:pt x="132191" y="66901"/>
                    <a:pt x="140884" y="67570"/>
                  </a:cubicBezTo>
                  <a:cubicBezTo>
                    <a:pt x="145930" y="67965"/>
                    <a:pt x="153468" y="73224"/>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4"/>
            <p:cNvSpPr/>
            <p:nvPr/>
          </p:nvSpPr>
          <p:spPr>
            <a:xfrm>
              <a:off x="2975000" y="442550"/>
              <a:ext cx="3962100" cy="1896700"/>
            </a:xfrm>
            <a:custGeom>
              <a:rect b="b" l="l" r="r" t="t"/>
              <a:pathLst>
                <a:path extrusionOk="0" fill="none" h="75868" w="158484">
                  <a:moveTo>
                    <a:pt x="0" y="1"/>
                  </a:moveTo>
                  <a:cubicBezTo>
                    <a:pt x="4742" y="2949"/>
                    <a:pt x="9788" y="5441"/>
                    <a:pt x="14438" y="8359"/>
                  </a:cubicBezTo>
                  <a:cubicBezTo>
                    <a:pt x="21520" y="12797"/>
                    <a:pt x="16900" y="20852"/>
                    <a:pt x="21277" y="25837"/>
                  </a:cubicBezTo>
                  <a:cubicBezTo>
                    <a:pt x="24408" y="29424"/>
                    <a:pt x="29758" y="34652"/>
                    <a:pt x="29727" y="40123"/>
                  </a:cubicBezTo>
                  <a:cubicBezTo>
                    <a:pt x="29666" y="45229"/>
                    <a:pt x="27447" y="54014"/>
                    <a:pt x="33770" y="56658"/>
                  </a:cubicBezTo>
                  <a:cubicBezTo>
                    <a:pt x="40396" y="59394"/>
                    <a:pt x="49545" y="52433"/>
                    <a:pt x="53618" y="48542"/>
                  </a:cubicBezTo>
                  <a:cubicBezTo>
                    <a:pt x="62707" y="39788"/>
                    <a:pt x="67448" y="37904"/>
                    <a:pt x="78725" y="44530"/>
                  </a:cubicBezTo>
                  <a:cubicBezTo>
                    <a:pt x="85716" y="48664"/>
                    <a:pt x="93224" y="47722"/>
                    <a:pt x="101066" y="49910"/>
                  </a:cubicBezTo>
                  <a:cubicBezTo>
                    <a:pt x="106142" y="51308"/>
                    <a:pt x="105716" y="55685"/>
                    <a:pt x="106476" y="59849"/>
                  </a:cubicBezTo>
                  <a:cubicBezTo>
                    <a:pt x="107540" y="65503"/>
                    <a:pt x="111279" y="71977"/>
                    <a:pt x="116477" y="73467"/>
                  </a:cubicBezTo>
                  <a:cubicBezTo>
                    <a:pt x="124927" y="75868"/>
                    <a:pt x="132708" y="66354"/>
                    <a:pt x="141188" y="67357"/>
                  </a:cubicBezTo>
                  <a:cubicBezTo>
                    <a:pt x="146143" y="67935"/>
                    <a:pt x="153468" y="7313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4"/>
            <p:cNvSpPr/>
            <p:nvPr/>
          </p:nvSpPr>
          <p:spPr>
            <a:xfrm>
              <a:off x="2975000" y="442550"/>
              <a:ext cx="3962850" cy="1870875"/>
            </a:xfrm>
            <a:custGeom>
              <a:rect b="b" l="l" r="r" t="t"/>
              <a:pathLst>
                <a:path extrusionOk="0" fill="none" h="74835" w="158514">
                  <a:moveTo>
                    <a:pt x="0" y="1"/>
                  </a:moveTo>
                  <a:cubicBezTo>
                    <a:pt x="4803" y="2919"/>
                    <a:pt x="9848" y="5350"/>
                    <a:pt x="14651" y="8116"/>
                  </a:cubicBezTo>
                  <a:cubicBezTo>
                    <a:pt x="21946" y="12311"/>
                    <a:pt x="18086" y="19697"/>
                    <a:pt x="21885" y="24895"/>
                  </a:cubicBezTo>
                  <a:cubicBezTo>
                    <a:pt x="24590" y="28633"/>
                    <a:pt x="30031" y="34013"/>
                    <a:pt x="30396" y="39272"/>
                  </a:cubicBezTo>
                  <a:cubicBezTo>
                    <a:pt x="30791" y="44439"/>
                    <a:pt x="28299" y="52919"/>
                    <a:pt x="34439" y="55625"/>
                  </a:cubicBezTo>
                  <a:cubicBezTo>
                    <a:pt x="41186" y="58603"/>
                    <a:pt x="50670" y="51217"/>
                    <a:pt x="54712" y="47083"/>
                  </a:cubicBezTo>
                  <a:cubicBezTo>
                    <a:pt x="63892" y="37630"/>
                    <a:pt x="68542" y="37266"/>
                    <a:pt x="79789" y="44135"/>
                  </a:cubicBezTo>
                  <a:cubicBezTo>
                    <a:pt x="86476" y="48208"/>
                    <a:pt x="93984" y="47661"/>
                    <a:pt x="101674" y="49728"/>
                  </a:cubicBezTo>
                  <a:cubicBezTo>
                    <a:pt x="106932" y="51126"/>
                    <a:pt x="106416" y="55138"/>
                    <a:pt x="107145" y="59454"/>
                  </a:cubicBezTo>
                  <a:cubicBezTo>
                    <a:pt x="108057" y="64986"/>
                    <a:pt x="111552" y="71339"/>
                    <a:pt x="116872" y="72707"/>
                  </a:cubicBezTo>
                  <a:cubicBezTo>
                    <a:pt x="125322" y="74835"/>
                    <a:pt x="133285" y="65837"/>
                    <a:pt x="141523" y="67114"/>
                  </a:cubicBezTo>
                  <a:cubicBezTo>
                    <a:pt x="146386" y="67874"/>
                    <a:pt x="153559" y="73011"/>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4"/>
            <p:cNvSpPr/>
            <p:nvPr/>
          </p:nvSpPr>
          <p:spPr>
            <a:xfrm>
              <a:off x="2975000" y="442550"/>
              <a:ext cx="3962850" cy="1848075"/>
            </a:xfrm>
            <a:custGeom>
              <a:rect b="b" l="l" r="r" t="t"/>
              <a:pathLst>
                <a:path extrusionOk="0" fill="none" h="73923" w="158514">
                  <a:moveTo>
                    <a:pt x="0" y="1"/>
                  </a:moveTo>
                  <a:cubicBezTo>
                    <a:pt x="4833" y="2888"/>
                    <a:pt x="9909" y="5259"/>
                    <a:pt x="14864" y="7873"/>
                  </a:cubicBezTo>
                  <a:cubicBezTo>
                    <a:pt x="22219" y="11764"/>
                    <a:pt x="19301" y="18390"/>
                    <a:pt x="22584" y="23922"/>
                  </a:cubicBezTo>
                  <a:cubicBezTo>
                    <a:pt x="25046" y="28086"/>
                    <a:pt x="30092" y="33649"/>
                    <a:pt x="31004" y="38542"/>
                  </a:cubicBezTo>
                  <a:cubicBezTo>
                    <a:pt x="31855" y="43284"/>
                    <a:pt x="29150" y="51947"/>
                    <a:pt x="35107" y="54561"/>
                  </a:cubicBezTo>
                  <a:cubicBezTo>
                    <a:pt x="42250" y="57691"/>
                    <a:pt x="51673" y="50032"/>
                    <a:pt x="55746" y="45503"/>
                  </a:cubicBezTo>
                  <a:cubicBezTo>
                    <a:pt x="64834" y="35411"/>
                    <a:pt x="69941" y="36992"/>
                    <a:pt x="80822" y="43770"/>
                  </a:cubicBezTo>
                  <a:cubicBezTo>
                    <a:pt x="87205" y="47782"/>
                    <a:pt x="94683" y="47691"/>
                    <a:pt x="102191" y="49576"/>
                  </a:cubicBezTo>
                  <a:cubicBezTo>
                    <a:pt x="107571" y="50913"/>
                    <a:pt x="107145" y="54682"/>
                    <a:pt x="107783" y="59090"/>
                  </a:cubicBezTo>
                  <a:cubicBezTo>
                    <a:pt x="108604" y="64591"/>
                    <a:pt x="111826" y="70610"/>
                    <a:pt x="117236" y="71917"/>
                  </a:cubicBezTo>
                  <a:cubicBezTo>
                    <a:pt x="125504" y="73923"/>
                    <a:pt x="133863" y="65321"/>
                    <a:pt x="141827" y="66901"/>
                  </a:cubicBezTo>
                  <a:cubicBezTo>
                    <a:pt x="146599" y="67813"/>
                    <a:pt x="153620" y="7292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4"/>
            <p:cNvSpPr/>
            <p:nvPr/>
          </p:nvSpPr>
          <p:spPr>
            <a:xfrm>
              <a:off x="2975000" y="442550"/>
              <a:ext cx="3962100" cy="1826050"/>
            </a:xfrm>
            <a:custGeom>
              <a:rect b="b" l="l" r="r" t="t"/>
              <a:pathLst>
                <a:path extrusionOk="0" fill="none" h="73042" w="158484">
                  <a:moveTo>
                    <a:pt x="0" y="1"/>
                  </a:moveTo>
                  <a:cubicBezTo>
                    <a:pt x="4894" y="2858"/>
                    <a:pt x="10000" y="5168"/>
                    <a:pt x="15076" y="7630"/>
                  </a:cubicBezTo>
                  <a:cubicBezTo>
                    <a:pt x="22402" y="11217"/>
                    <a:pt x="20639" y="16992"/>
                    <a:pt x="23435" y="22980"/>
                  </a:cubicBezTo>
                  <a:cubicBezTo>
                    <a:pt x="25685" y="27813"/>
                    <a:pt x="29910" y="33041"/>
                    <a:pt x="31460" y="37934"/>
                  </a:cubicBezTo>
                  <a:cubicBezTo>
                    <a:pt x="32858" y="42372"/>
                    <a:pt x="29940" y="51096"/>
                    <a:pt x="35867" y="53558"/>
                  </a:cubicBezTo>
                  <a:cubicBezTo>
                    <a:pt x="43618" y="56749"/>
                    <a:pt x="52433" y="48937"/>
                    <a:pt x="56779" y="43831"/>
                  </a:cubicBezTo>
                  <a:cubicBezTo>
                    <a:pt x="65746" y="33314"/>
                    <a:pt x="71552" y="36901"/>
                    <a:pt x="81886" y="43466"/>
                  </a:cubicBezTo>
                  <a:cubicBezTo>
                    <a:pt x="87965" y="47327"/>
                    <a:pt x="95412" y="47752"/>
                    <a:pt x="102707" y="49454"/>
                  </a:cubicBezTo>
                  <a:cubicBezTo>
                    <a:pt x="108148" y="50700"/>
                    <a:pt x="107905" y="54226"/>
                    <a:pt x="108452" y="58725"/>
                  </a:cubicBezTo>
                  <a:cubicBezTo>
                    <a:pt x="109182" y="64226"/>
                    <a:pt x="112130" y="69910"/>
                    <a:pt x="117571" y="71187"/>
                  </a:cubicBezTo>
                  <a:cubicBezTo>
                    <a:pt x="125626" y="73041"/>
                    <a:pt x="134410" y="64895"/>
                    <a:pt x="142100" y="66688"/>
                  </a:cubicBezTo>
                  <a:cubicBezTo>
                    <a:pt x="146751" y="67783"/>
                    <a:pt x="153590" y="72828"/>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4"/>
            <p:cNvSpPr/>
            <p:nvPr/>
          </p:nvSpPr>
          <p:spPr>
            <a:xfrm>
              <a:off x="2975000" y="442550"/>
              <a:ext cx="3962850" cy="1818450"/>
            </a:xfrm>
            <a:custGeom>
              <a:rect b="b" l="l" r="r" t="t"/>
              <a:pathLst>
                <a:path extrusionOk="0" fill="none" h="72738" w="158514">
                  <a:moveTo>
                    <a:pt x="0" y="1"/>
                  </a:moveTo>
                  <a:cubicBezTo>
                    <a:pt x="4924" y="2827"/>
                    <a:pt x="10122" y="5077"/>
                    <a:pt x="15259" y="7387"/>
                  </a:cubicBezTo>
                  <a:cubicBezTo>
                    <a:pt x="22432" y="10609"/>
                    <a:pt x="22159" y="15594"/>
                    <a:pt x="24317" y="22007"/>
                  </a:cubicBezTo>
                  <a:cubicBezTo>
                    <a:pt x="26171" y="27630"/>
                    <a:pt x="29332" y="32402"/>
                    <a:pt x="31733" y="37418"/>
                  </a:cubicBezTo>
                  <a:cubicBezTo>
                    <a:pt x="33831" y="41764"/>
                    <a:pt x="30669" y="50305"/>
                    <a:pt x="36657" y="52615"/>
                  </a:cubicBezTo>
                  <a:cubicBezTo>
                    <a:pt x="44955" y="55868"/>
                    <a:pt x="53162" y="47630"/>
                    <a:pt x="57782" y="42068"/>
                  </a:cubicBezTo>
                  <a:cubicBezTo>
                    <a:pt x="66476" y="31551"/>
                    <a:pt x="73315" y="37022"/>
                    <a:pt x="82950" y="43193"/>
                  </a:cubicBezTo>
                  <a:cubicBezTo>
                    <a:pt x="88695" y="46871"/>
                    <a:pt x="96142" y="47813"/>
                    <a:pt x="103194" y="49333"/>
                  </a:cubicBezTo>
                  <a:cubicBezTo>
                    <a:pt x="108726" y="50488"/>
                    <a:pt x="108634" y="53740"/>
                    <a:pt x="109151" y="58390"/>
                  </a:cubicBezTo>
                  <a:cubicBezTo>
                    <a:pt x="109789" y="63862"/>
                    <a:pt x="112464" y="69211"/>
                    <a:pt x="117996" y="70427"/>
                  </a:cubicBezTo>
                  <a:cubicBezTo>
                    <a:pt x="125778" y="72129"/>
                    <a:pt x="135018" y="64439"/>
                    <a:pt x="142434" y="66506"/>
                  </a:cubicBezTo>
                  <a:cubicBezTo>
                    <a:pt x="146994" y="67752"/>
                    <a:pt x="153650" y="72737"/>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4"/>
            <p:cNvSpPr/>
            <p:nvPr/>
          </p:nvSpPr>
          <p:spPr>
            <a:xfrm>
              <a:off x="2975000" y="442550"/>
              <a:ext cx="3962850" cy="1816175"/>
            </a:xfrm>
            <a:custGeom>
              <a:rect b="b" l="l" r="r" t="t"/>
              <a:pathLst>
                <a:path extrusionOk="0" fill="none" h="72647" w="158514">
                  <a:moveTo>
                    <a:pt x="0" y="1"/>
                  </a:moveTo>
                  <a:cubicBezTo>
                    <a:pt x="4985" y="2797"/>
                    <a:pt x="10244" y="4985"/>
                    <a:pt x="15441" y="7144"/>
                  </a:cubicBezTo>
                  <a:cubicBezTo>
                    <a:pt x="22341" y="10031"/>
                    <a:pt x="23648" y="14621"/>
                    <a:pt x="25259" y="21034"/>
                  </a:cubicBezTo>
                  <a:cubicBezTo>
                    <a:pt x="26688" y="26809"/>
                    <a:pt x="28572" y="31977"/>
                    <a:pt x="31885" y="36992"/>
                  </a:cubicBezTo>
                  <a:cubicBezTo>
                    <a:pt x="34742" y="41278"/>
                    <a:pt x="31429" y="49606"/>
                    <a:pt x="37478" y="51825"/>
                  </a:cubicBezTo>
                  <a:cubicBezTo>
                    <a:pt x="46171" y="55017"/>
                    <a:pt x="54469" y="46202"/>
                    <a:pt x="58755" y="40305"/>
                  </a:cubicBezTo>
                  <a:cubicBezTo>
                    <a:pt x="66232" y="30001"/>
                    <a:pt x="76415" y="38025"/>
                    <a:pt x="84044" y="42889"/>
                  </a:cubicBezTo>
                  <a:cubicBezTo>
                    <a:pt x="89546" y="46384"/>
                    <a:pt x="96841" y="47874"/>
                    <a:pt x="103680" y="49211"/>
                  </a:cubicBezTo>
                  <a:cubicBezTo>
                    <a:pt x="109242" y="50305"/>
                    <a:pt x="109364" y="53254"/>
                    <a:pt x="109850" y="58026"/>
                  </a:cubicBezTo>
                  <a:cubicBezTo>
                    <a:pt x="110397" y="63436"/>
                    <a:pt x="112829" y="68482"/>
                    <a:pt x="118422" y="69667"/>
                  </a:cubicBezTo>
                  <a:cubicBezTo>
                    <a:pt x="125930" y="71278"/>
                    <a:pt x="135626" y="64044"/>
                    <a:pt x="142708" y="66293"/>
                  </a:cubicBezTo>
                  <a:cubicBezTo>
                    <a:pt x="147176" y="67692"/>
                    <a:pt x="153681" y="7264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4"/>
            <p:cNvSpPr/>
            <p:nvPr/>
          </p:nvSpPr>
          <p:spPr>
            <a:xfrm>
              <a:off x="2975000" y="442550"/>
              <a:ext cx="3962850" cy="1813875"/>
            </a:xfrm>
            <a:custGeom>
              <a:rect b="b" l="l" r="r" t="t"/>
              <a:pathLst>
                <a:path extrusionOk="0" fill="none" h="72555" w="158514">
                  <a:moveTo>
                    <a:pt x="0" y="1"/>
                  </a:moveTo>
                  <a:cubicBezTo>
                    <a:pt x="5015" y="2767"/>
                    <a:pt x="10335" y="4894"/>
                    <a:pt x="15624" y="6931"/>
                  </a:cubicBezTo>
                  <a:cubicBezTo>
                    <a:pt x="22189" y="9423"/>
                    <a:pt x="24925" y="13648"/>
                    <a:pt x="26262" y="20031"/>
                  </a:cubicBezTo>
                  <a:cubicBezTo>
                    <a:pt x="27508" y="25958"/>
                    <a:pt x="27843" y="31582"/>
                    <a:pt x="31916" y="36597"/>
                  </a:cubicBezTo>
                  <a:cubicBezTo>
                    <a:pt x="35290" y="40731"/>
                    <a:pt x="32432" y="49150"/>
                    <a:pt x="38299" y="51096"/>
                  </a:cubicBezTo>
                  <a:cubicBezTo>
                    <a:pt x="47326" y="54105"/>
                    <a:pt x="55138" y="44804"/>
                    <a:pt x="59758" y="38512"/>
                  </a:cubicBezTo>
                  <a:cubicBezTo>
                    <a:pt x="66901" y="28816"/>
                    <a:pt x="78512" y="38512"/>
                    <a:pt x="85139" y="42585"/>
                  </a:cubicBezTo>
                  <a:cubicBezTo>
                    <a:pt x="90397" y="45807"/>
                    <a:pt x="97510" y="47995"/>
                    <a:pt x="104105" y="49120"/>
                  </a:cubicBezTo>
                  <a:cubicBezTo>
                    <a:pt x="109698" y="50062"/>
                    <a:pt x="109729" y="52707"/>
                    <a:pt x="110580" y="57691"/>
                  </a:cubicBezTo>
                  <a:cubicBezTo>
                    <a:pt x="111461" y="63071"/>
                    <a:pt x="112829" y="67692"/>
                    <a:pt x="118878" y="68938"/>
                  </a:cubicBezTo>
                  <a:cubicBezTo>
                    <a:pt x="126082" y="70427"/>
                    <a:pt x="136234" y="63649"/>
                    <a:pt x="143012" y="66111"/>
                  </a:cubicBezTo>
                  <a:cubicBezTo>
                    <a:pt x="147359" y="67661"/>
                    <a:pt x="153742" y="7255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4"/>
            <p:cNvSpPr/>
            <p:nvPr/>
          </p:nvSpPr>
          <p:spPr>
            <a:xfrm>
              <a:off x="2975000" y="442550"/>
              <a:ext cx="3962850" cy="1804000"/>
            </a:xfrm>
            <a:custGeom>
              <a:rect b="b" l="l" r="r" t="t"/>
              <a:pathLst>
                <a:path extrusionOk="0" fill="none" h="72160" w="158514">
                  <a:moveTo>
                    <a:pt x="0" y="1"/>
                  </a:moveTo>
                  <a:cubicBezTo>
                    <a:pt x="5076" y="2736"/>
                    <a:pt x="10456" y="4803"/>
                    <a:pt x="15806" y="6688"/>
                  </a:cubicBezTo>
                  <a:cubicBezTo>
                    <a:pt x="22037" y="8876"/>
                    <a:pt x="26049" y="12767"/>
                    <a:pt x="27326" y="18967"/>
                  </a:cubicBezTo>
                  <a:cubicBezTo>
                    <a:pt x="28542" y="24925"/>
                    <a:pt x="27326" y="31126"/>
                    <a:pt x="31855" y="36202"/>
                  </a:cubicBezTo>
                  <a:cubicBezTo>
                    <a:pt x="35381" y="40153"/>
                    <a:pt x="33618" y="48725"/>
                    <a:pt x="39150" y="50457"/>
                  </a:cubicBezTo>
                  <a:cubicBezTo>
                    <a:pt x="48329" y="53314"/>
                    <a:pt x="55746" y="42919"/>
                    <a:pt x="60792" y="36810"/>
                  </a:cubicBezTo>
                  <a:cubicBezTo>
                    <a:pt x="67995" y="28086"/>
                    <a:pt x="80032" y="38360"/>
                    <a:pt x="86263" y="42159"/>
                  </a:cubicBezTo>
                  <a:cubicBezTo>
                    <a:pt x="91430" y="45320"/>
                    <a:pt x="98057" y="48056"/>
                    <a:pt x="104561" y="48998"/>
                  </a:cubicBezTo>
                  <a:cubicBezTo>
                    <a:pt x="115747" y="50700"/>
                    <a:pt x="107692" y="65898"/>
                    <a:pt x="119303" y="68178"/>
                  </a:cubicBezTo>
                  <a:cubicBezTo>
                    <a:pt x="126294" y="69576"/>
                    <a:pt x="136872" y="63254"/>
                    <a:pt x="143316" y="65898"/>
                  </a:cubicBezTo>
                  <a:cubicBezTo>
                    <a:pt x="147784" y="67752"/>
                    <a:pt x="153407" y="7216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4"/>
            <p:cNvSpPr/>
            <p:nvPr/>
          </p:nvSpPr>
          <p:spPr>
            <a:xfrm>
              <a:off x="2975000" y="442550"/>
              <a:ext cx="3962100" cy="1802475"/>
            </a:xfrm>
            <a:custGeom>
              <a:rect b="b" l="l" r="r" t="t"/>
              <a:pathLst>
                <a:path extrusionOk="0" fill="none" h="72099" w="158484">
                  <a:moveTo>
                    <a:pt x="0" y="1"/>
                  </a:moveTo>
                  <a:cubicBezTo>
                    <a:pt x="5107" y="2706"/>
                    <a:pt x="10760" y="4590"/>
                    <a:pt x="15958" y="6444"/>
                  </a:cubicBezTo>
                  <a:cubicBezTo>
                    <a:pt x="21764" y="8511"/>
                    <a:pt x="26931" y="11733"/>
                    <a:pt x="28390" y="17843"/>
                  </a:cubicBezTo>
                  <a:cubicBezTo>
                    <a:pt x="29788" y="23740"/>
                    <a:pt x="26900" y="30579"/>
                    <a:pt x="31672" y="35867"/>
                  </a:cubicBezTo>
                  <a:cubicBezTo>
                    <a:pt x="35107" y="39636"/>
                    <a:pt x="34925" y="48390"/>
                    <a:pt x="40001" y="49849"/>
                  </a:cubicBezTo>
                  <a:cubicBezTo>
                    <a:pt x="49302" y="52494"/>
                    <a:pt x="56415" y="40761"/>
                    <a:pt x="61886" y="35320"/>
                  </a:cubicBezTo>
                  <a:cubicBezTo>
                    <a:pt x="69211" y="28025"/>
                    <a:pt x="81278" y="37873"/>
                    <a:pt x="87327" y="41612"/>
                  </a:cubicBezTo>
                  <a:cubicBezTo>
                    <a:pt x="92585" y="44864"/>
                    <a:pt x="98421" y="48117"/>
                    <a:pt x="104926" y="48968"/>
                  </a:cubicBezTo>
                  <a:cubicBezTo>
                    <a:pt x="116385" y="50457"/>
                    <a:pt x="108239" y="65442"/>
                    <a:pt x="119759" y="67509"/>
                  </a:cubicBezTo>
                  <a:cubicBezTo>
                    <a:pt x="126659" y="68725"/>
                    <a:pt x="137298" y="62980"/>
                    <a:pt x="143559" y="65716"/>
                  </a:cubicBezTo>
                  <a:cubicBezTo>
                    <a:pt x="147936" y="67631"/>
                    <a:pt x="153407" y="72099"/>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4"/>
            <p:cNvSpPr/>
            <p:nvPr/>
          </p:nvSpPr>
          <p:spPr>
            <a:xfrm>
              <a:off x="2975000" y="442550"/>
              <a:ext cx="3962850" cy="1800200"/>
            </a:xfrm>
            <a:custGeom>
              <a:rect b="b" l="l" r="r" t="t"/>
              <a:pathLst>
                <a:path extrusionOk="0" fill="none" h="72008" w="158514">
                  <a:moveTo>
                    <a:pt x="0" y="1"/>
                  </a:moveTo>
                  <a:cubicBezTo>
                    <a:pt x="5167" y="2645"/>
                    <a:pt x="10821" y="4499"/>
                    <a:pt x="16140" y="6201"/>
                  </a:cubicBezTo>
                  <a:cubicBezTo>
                    <a:pt x="21976" y="8055"/>
                    <a:pt x="27630" y="11065"/>
                    <a:pt x="29484" y="16657"/>
                  </a:cubicBezTo>
                  <a:cubicBezTo>
                    <a:pt x="31308" y="22159"/>
                    <a:pt x="26748" y="29940"/>
                    <a:pt x="31521" y="35442"/>
                  </a:cubicBezTo>
                  <a:cubicBezTo>
                    <a:pt x="34621" y="38998"/>
                    <a:pt x="36414" y="48147"/>
                    <a:pt x="40913" y="49211"/>
                  </a:cubicBezTo>
                  <a:cubicBezTo>
                    <a:pt x="50244" y="51430"/>
                    <a:pt x="56749" y="38846"/>
                    <a:pt x="63041" y="34044"/>
                  </a:cubicBezTo>
                  <a:cubicBezTo>
                    <a:pt x="70731" y="28147"/>
                    <a:pt x="82190" y="36992"/>
                    <a:pt x="88391" y="40943"/>
                  </a:cubicBezTo>
                  <a:cubicBezTo>
                    <a:pt x="93862" y="44409"/>
                    <a:pt x="98695" y="48147"/>
                    <a:pt x="105352" y="48907"/>
                  </a:cubicBezTo>
                  <a:cubicBezTo>
                    <a:pt x="117024" y="50184"/>
                    <a:pt x="108786" y="64834"/>
                    <a:pt x="120276" y="66780"/>
                  </a:cubicBezTo>
                  <a:cubicBezTo>
                    <a:pt x="126993" y="67904"/>
                    <a:pt x="137784" y="62585"/>
                    <a:pt x="143863" y="65533"/>
                  </a:cubicBezTo>
                  <a:cubicBezTo>
                    <a:pt x="148149" y="67570"/>
                    <a:pt x="153468" y="72008"/>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4"/>
            <p:cNvSpPr/>
            <p:nvPr/>
          </p:nvSpPr>
          <p:spPr>
            <a:xfrm>
              <a:off x="2975000" y="442550"/>
              <a:ext cx="3963625" cy="1798675"/>
            </a:xfrm>
            <a:custGeom>
              <a:rect b="b" l="l" r="r" t="t"/>
              <a:pathLst>
                <a:path extrusionOk="0" fill="none" h="71947" w="158545">
                  <a:moveTo>
                    <a:pt x="0" y="1"/>
                  </a:moveTo>
                  <a:cubicBezTo>
                    <a:pt x="5198" y="2615"/>
                    <a:pt x="10912" y="4408"/>
                    <a:pt x="16323" y="5958"/>
                  </a:cubicBezTo>
                  <a:cubicBezTo>
                    <a:pt x="22067" y="7630"/>
                    <a:pt x="28147" y="10365"/>
                    <a:pt x="30578" y="15472"/>
                  </a:cubicBezTo>
                  <a:cubicBezTo>
                    <a:pt x="33192" y="20974"/>
                    <a:pt x="26931" y="29059"/>
                    <a:pt x="31369" y="35047"/>
                  </a:cubicBezTo>
                  <a:cubicBezTo>
                    <a:pt x="33831" y="38390"/>
                    <a:pt x="37904" y="47904"/>
                    <a:pt x="41825" y="48542"/>
                  </a:cubicBezTo>
                  <a:cubicBezTo>
                    <a:pt x="50883" y="50062"/>
                    <a:pt x="57296" y="36931"/>
                    <a:pt x="64257" y="33010"/>
                  </a:cubicBezTo>
                  <a:cubicBezTo>
                    <a:pt x="72160" y="28512"/>
                    <a:pt x="83102" y="35928"/>
                    <a:pt x="89424" y="40153"/>
                  </a:cubicBezTo>
                  <a:cubicBezTo>
                    <a:pt x="94804" y="43740"/>
                    <a:pt x="98877" y="48208"/>
                    <a:pt x="105747" y="48846"/>
                  </a:cubicBezTo>
                  <a:cubicBezTo>
                    <a:pt x="117601" y="49971"/>
                    <a:pt x="109425" y="64257"/>
                    <a:pt x="120793" y="66081"/>
                  </a:cubicBezTo>
                  <a:cubicBezTo>
                    <a:pt x="127419" y="67144"/>
                    <a:pt x="138270" y="62281"/>
                    <a:pt x="144167" y="65351"/>
                  </a:cubicBezTo>
                  <a:cubicBezTo>
                    <a:pt x="148362" y="67540"/>
                    <a:pt x="153529" y="71947"/>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4"/>
            <p:cNvSpPr/>
            <p:nvPr/>
          </p:nvSpPr>
          <p:spPr>
            <a:xfrm>
              <a:off x="2975000" y="442550"/>
              <a:ext cx="3962850" cy="1795650"/>
            </a:xfrm>
            <a:custGeom>
              <a:rect b="b" l="l" r="r" t="t"/>
              <a:pathLst>
                <a:path extrusionOk="0" fill="none" h="71826" w="158514">
                  <a:moveTo>
                    <a:pt x="0" y="1"/>
                  </a:moveTo>
                  <a:cubicBezTo>
                    <a:pt x="5259" y="2584"/>
                    <a:pt x="10973" y="4317"/>
                    <a:pt x="16475" y="5745"/>
                  </a:cubicBezTo>
                  <a:cubicBezTo>
                    <a:pt x="22250" y="7235"/>
                    <a:pt x="28542" y="9788"/>
                    <a:pt x="31581" y="14195"/>
                  </a:cubicBezTo>
                  <a:cubicBezTo>
                    <a:pt x="35168" y="19332"/>
                    <a:pt x="27326" y="28238"/>
                    <a:pt x="31247" y="34560"/>
                  </a:cubicBezTo>
                  <a:cubicBezTo>
                    <a:pt x="33253" y="37782"/>
                    <a:pt x="39150" y="47418"/>
                    <a:pt x="42737" y="47722"/>
                  </a:cubicBezTo>
                  <a:cubicBezTo>
                    <a:pt x="51612" y="48482"/>
                    <a:pt x="57752" y="35229"/>
                    <a:pt x="65412" y="32129"/>
                  </a:cubicBezTo>
                  <a:cubicBezTo>
                    <a:pt x="73588" y="28816"/>
                    <a:pt x="84044" y="34804"/>
                    <a:pt x="90275" y="39302"/>
                  </a:cubicBezTo>
                  <a:cubicBezTo>
                    <a:pt x="95351" y="42980"/>
                    <a:pt x="98938" y="48269"/>
                    <a:pt x="106081" y="48816"/>
                  </a:cubicBezTo>
                  <a:cubicBezTo>
                    <a:pt x="111704" y="49241"/>
                    <a:pt x="112981" y="50670"/>
                    <a:pt x="114136" y="56111"/>
                  </a:cubicBezTo>
                  <a:cubicBezTo>
                    <a:pt x="115139" y="60792"/>
                    <a:pt x="115321" y="64470"/>
                    <a:pt x="121279" y="65381"/>
                  </a:cubicBezTo>
                  <a:cubicBezTo>
                    <a:pt x="127784" y="66385"/>
                    <a:pt x="138696" y="61947"/>
                    <a:pt x="144410" y="65169"/>
                  </a:cubicBezTo>
                  <a:cubicBezTo>
                    <a:pt x="148483" y="67448"/>
                    <a:pt x="153529" y="7182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4"/>
            <p:cNvSpPr/>
            <p:nvPr/>
          </p:nvSpPr>
          <p:spPr>
            <a:xfrm>
              <a:off x="2975000" y="442550"/>
              <a:ext cx="3962850" cy="1794125"/>
            </a:xfrm>
            <a:custGeom>
              <a:rect b="b" l="l" r="r" t="t"/>
              <a:pathLst>
                <a:path extrusionOk="0" fill="none" h="71765" w="158514">
                  <a:moveTo>
                    <a:pt x="0" y="1"/>
                  </a:moveTo>
                  <a:cubicBezTo>
                    <a:pt x="5319" y="2554"/>
                    <a:pt x="11064" y="4226"/>
                    <a:pt x="16627" y="5502"/>
                  </a:cubicBezTo>
                  <a:cubicBezTo>
                    <a:pt x="22523" y="6840"/>
                    <a:pt x="28663" y="9302"/>
                    <a:pt x="32554" y="12919"/>
                  </a:cubicBezTo>
                  <a:cubicBezTo>
                    <a:pt x="36931" y="17022"/>
                    <a:pt x="28906" y="28268"/>
                    <a:pt x="31247" y="33983"/>
                  </a:cubicBezTo>
                  <a:cubicBezTo>
                    <a:pt x="32615" y="37326"/>
                    <a:pt x="40031" y="46658"/>
                    <a:pt x="43679" y="46719"/>
                  </a:cubicBezTo>
                  <a:cubicBezTo>
                    <a:pt x="52433" y="46810"/>
                    <a:pt x="58117" y="33861"/>
                    <a:pt x="66628" y="31430"/>
                  </a:cubicBezTo>
                  <a:cubicBezTo>
                    <a:pt x="75108" y="28998"/>
                    <a:pt x="85078" y="33709"/>
                    <a:pt x="91066" y="38451"/>
                  </a:cubicBezTo>
                  <a:cubicBezTo>
                    <a:pt x="95899" y="42250"/>
                    <a:pt x="98847" y="48482"/>
                    <a:pt x="106446" y="48785"/>
                  </a:cubicBezTo>
                  <a:cubicBezTo>
                    <a:pt x="119030" y="49272"/>
                    <a:pt x="110853" y="62950"/>
                    <a:pt x="121826" y="64743"/>
                  </a:cubicBezTo>
                  <a:cubicBezTo>
                    <a:pt x="128088" y="65746"/>
                    <a:pt x="139121" y="61612"/>
                    <a:pt x="144684" y="64986"/>
                  </a:cubicBezTo>
                  <a:cubicBezTo>
                    <a:pt x="148666" y="67388"/>
                    <a:pt x="153559" y="7176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4"/>
            <p:cNvSpPr/>
            <p:nvPr/>
          </p:nvSpPr>
          <p:spPr>
            <a:xfrm>
              <a:off x="2975000" y="442550"/>
              <a:ext cx="3962850" cy="1791075"/>
            </a:xfrm>
            <a:custGeom>
              <a:rect b="b" l="l" r="r" t="t"/>
              <a:pathLst>
                <a:path extrusionOk="0" fill="none" h="71643" w="158514">
                  <a:moveTo>
                    <a:pt x="0" y="1"/>
                  </a:moveTo>
                  <a:cubicBezTo>
                    <a:pt x="5319" y="2523"/>
                    <a:pt x="11155" y="4134"/>
                    <a:pt x="16779" y="5259"/>
                  </a:cubicBezTo>
                  <a:cubicBezTo>
                    <a:pt x="22736" y="6475"/>
                    <a:pt x="29302" y="9058"/>
                    <a:pt x="33405" y="11672"/>
                  </a:cubicBezTo>
                  <a:cubicBezTo>
                    <a:pt x="37660" y="14378"/>
                    <a:pt x="30821" y="28968"/>
                    <a:pt x="31399" y="33314"/>
                  </a:cubicBezTo>
                  <a:cubicBezTo>
                    <a:pt x="31885" y="36931"/>
                    <a:pt x="40578" y="45624"/>
                    <a:pt x="44651" y="45472"/>
                  </a:cubicBezTo>
                  <a:cubicBezTo>
                    <a:pt x="53101" y="45168"/>
                    <a:pt x="58421" y="32828"/>
                    <a:pt x="67874" y="30852"/>
                  </a:cubicBezTo>
                  <a:cubicBezTo>
                    <a:pt x="76658" y="29028"/>
                    <a:pt x="86233" y="32706"/>
                    <a:pt x="91856" y="37509"/>
                  </a:cubicBezTo>
                  <a:cubicBezTo>
                    <a:pt x="96476" y="41491"/>
                    <a:pt x="98908" y="48542"/>
                    <a:pt x="106780" y="48755"/>
                  </a:cubicBezTo>
                  <a:cubicBezTo>
                    <a:pt x="112647" y="48907"/>
                    <a:pt x="114045" y="50184"/>
                    <a:pt x="115565" y="55503"/>
                  </a:cubicBezTo>
                  <a:cubicBezTo>
                    <a:pt x="116841" y="60062"/>
                    <a:pt x="116628" y="63132"/>
                    <a:pt x="122404" y="64044"/>
                  </a:cubicBezTo>
                  <a:cubicBezTo>
                    <a:pt x="128544" y="65047"/>
                    <a:pt x="139486" y="61278"/>
                    <a:pt x="144957" y="64804"/>
                  </a:cubicBezTo>
                  <a:cubicBezTo>
                    <a:pt x="148818" y="67296"/>
                    <a:pt x="153559" y="71643"/>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4"/>
            <p:cNvSpPr/>
            <p:nvPr/>
          </p:nvSpPr>
          <p:spPr>
            <a:xfrm>
              <a:off x="2975000" y="442550"/>
              <a:ext cx="3962100" cy="1789575"/>
            </a:xfrm>
            <a:custGeom>
              <a:rect b="b" l="l" r="r" t="t"/>
              <a:pathLst>
                <a:path extrusionOk="0" fill="none" h="71583" w="158484">
                  <a:moveTo>
                    <a:pt x="0" y="1"/>
                  </a:moveTo>
                  <a:cubicBezTo>
                    <a:pt x="5380" y="2463"/>
                    <a:pt x="11216" y="4043"/>
                    <a:pt x="16900" y="5016"/>
                  </a:cubicBezTo>
                  <a:cubicBezTo>
                    <a:pt x="22797" y="6049"/>
                    <a:pt x="29058" y="8724"/>
                    <a:pt x="34135" y="10457"/>
                  </a:cubicBezTo>
                  <a:cubicBezTo>
                    <a:pt x="39667" y="12372"/>
                    <a:pt x="32037" y="28846"/>
                    <a:pt x="31855" y="32463"/>
                  </a:cubicBezTo>
                  <a:cubicBezTo>
                    <a:pt x="31672" y="36597"/>
                    <a:pt x="40852" y="44712"/>
                    <a:pt x="45503" y="44074"/>
                  </a:cubicBezTo>
                  <a:cubicBezTo>
                    <a:pt x="54165" y="42889"/>
                    <a:pt x="59606" y="32038"/>
                    <a:pt x="69090" y="30335"/>
                  </a:cubicBezTo>
                  <a:cubicBezTo>
                    <a:pt x="77479" y="28846"/>
                    <a:pt x="87388" y="31703"/>
                    <a:pt x="92646" y="36566"/>
                  </a:cubicBezTo>
                  <a:cubicBezTo>
                    <a:pt x="97084" y="40670"/>
                    <a:pt x="98908" y="48634"/>
                    <a:pt x="107084" y="48725"/>
                  </a:cubicBezTo>
                  <a:cubicBezTo>
                    <a:pt x="112890" y="48816"/>
                    <a:pt x="114501" y="49910"/>
                    <a:pt x="116203" y="55229"/>
                  </a:cubicBezTo>
                  <a:cubicBezTo>
                    <a:pt x="117571" y="59606"/>
                    <a:pt x="117297" y="62555"/>
                    <a:pt x="122951" y="63436"/>
                  </a:cubicBezTo>
                  <a:cubicBezTo>
                    <a:pt x="129030" y="64378"/>
                    <a:pt x="139851" y="60944"/>
                    <a:pt x="145200" y="64622"/>
                  </a:cubicBezTo>
                  <a:cubicBezTo>
                    <a:pt x="148939" y="67205"/>
                    <a:pt x="153590" y="7158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4"/>
            <p:cNvSpPr/>
            <p:nvPr/>
          </p:nvSpPr>
          <p:spPr>
            <a:xfrm>
              <a:off x="2975000" y="442550"/>
              <a:ext cx="3962850" cy="1785000"/>
            </a:xfrm>
            <a:custGeom>
              <a:rect b="b" l="l" r="r" t="t"/>
              <a:pathLst>
                <a:path extrusionOk="0" fill="none" h="71400" w="158514">
                  <a:moveTo>
                    <a:pt x="0" y="1"/>
                  </a:moveTo>
                  <a:cubicBezTo>
                    <a:pt x="5411" y="2432"/>
                    <a:pt x="11307" y="3952"/>
                    <a:pt x="17052" y="4803"/>
                  </a:cubicBezTo>
                  <a:cubicBezTo>
                    <a:pt x="22949" y="5685"/>
                    <a:pt x="29028" y="8967"/>
                    <a:pt x="34682" y="9362"/>
                  </a:cubicBezTo>
                  <a:cubicBezTo>
                    <a:pt x="42007" y="9849"/>
                    <a:pt x="33557" y="28360"/>
                    <a:pt x="32858" y="31065"/>
                  </a:cubicBezTo>
                  <a:cubicBezTo>
                    <a:pt x="31308" y="36931"/>
                    <a:pt x="41095" y="43801"/>
                    <a:pt x="46141" y="42676"/>
                  </a:cubicBezTo>
                  <a:cubicBezTo>
                    <a:pt x="54925" y="40761"/>
                    <a:pt x="60731" y="31703"/>
                    <a:pt x="70245" y="29819"/>
                  </a:cubicBezTo>
                  <a:cubicBezTo>
                    <a:pt x="78451" y="28177"/>
                    <a:pt x="88573" y="30731"/>
                    <a:pt x="93497" y="35563"/>
                  </a:cubicBezTo>
                  <a:cubicBezTo>
                    <a:pt x="97753" y="39728"/>
                    <a:pt x="98969" y="48725"/>
                    <a:pt x="107419" y="48755"/>
                  </a:cubicBezTo>
                  <a:cubicBezTo>
                    <a:pt x="113163" y="48755"/>
                    <a:pt x="115018" y="49667"/>
                    <a:pt x="116872" y="54956"/>
                  </a:cubicBezTo>
                  <a:cubicBezTo>
                    <a:pt x="118331" y="59181"/>
                    <a:pt x="118027" y="61977"/>
                    <a:pt x="123559" y="62798"/>
                  </a:cubicBezTo>
                  <a:cubicBezTo>
                    <a:pt x="129638" y="63710"/>
                    <a:pt x="140459" y="60579"/>
                    <a:pt x="145504" y="64470"/>
                  </a:cubicBezTo>
                  <a:cubicBezTo>
                    <a:pt x="148939" y="67144"/>
                    <a:pt x="153802" y="7140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4"/>
            <p:cNvSpPr/>
            <p:nvPr/>
          </p:nvSpPr>
          <p:spPr>
            <a:xfrm>
              <a:off x="2975000" y="442550"/>
              <a:ext cx="3962100" cy="1781975"/>
            </a:xfrm>
            <a:custGeom>
              <a:rect b="b" l="l" r="r" t="t"/>
              <a:pathLst>
                <a:path extrusionOk="0" fill="none" h="71279" w="158484">
                  <a:moveTo>
                    <a:pt x="0" y="1"/>
                  </a:moveTo>
                  <a:cubicBezTo>
                    <a:pt x="5471" y="2402"/>
                    <a:pt x="11247" y="3922"/>
                    <a:pt x="17174" y="4560"/>
                  </a:cubicBezTo>
                  <a:cubicBezTo>
                    <a:pt x="23253" y="5198"/>
                    <a:pt x="29514" y="8420"/>
                    <a:pt x="35107" y="8177"/>
                  </a:cubicBezTo>
                  <a:cubicBezTo>
                    <a:pt x="44044" y="7782"/>
                    <a:pt x="35290" y="26718"/>
                    <a:pt x="34256" y="29089"/>
                  </a:cubicBezTo>
                  <a:cubicBezTo>
                    <a:pt x="31369" y="35959"/>
                    <a:pt x="40578" y="42980"/>
                    <a:pt x="46658" y="41247"/>
                  </a:cubicBezTo>
                  <a:cubicBezTo>
                    <a:pt x="55533" y="38785"/>
                    <a:pt x="61947" y="31490"/>
                    <a:pt x="71369" y="29180"/>
                  </a:cubicBezTo>
                  <a:cubicBezTo>
                    <a:pt x="79424" y="27174"/>
                    <a:pt x="89819" y="29697"/>
                    <a:pt x="94470" y="34439"/>
                  </a:cubicBezTo>
                  <a:cubicBezTo>
                    <a:pt x="98482" y="38573"/>
                    <a:pt x="99090" y="48785"/>
                    <a:pt x="107753" y="48694"/>
                  </a:cubicBezTo>
                  <a:cubicBezTo>
                    <a:pt x="113407" y="48634"/>
                    <a:pt x="115504" y="49424"/>
                    <a:pt x="117510" y="54652"/>
                  </a:cubicBezTo>
                  <a:cubicBezTo>
                    <a:pt x="119060" y="58694"/>
                    <a:pt x="118665" y="61400"/>
                    <a:pt x="124167" y="62160"/>
                  </a:cubicBezTo>
                  <a:cubicBezTo>
                    <a:pt x="130246" y="62980"/>
                    <a:pt x="140793" y="60245"/>
                    <a:pt x="145717" y="64257"/>
                  </a:cubicBezTo>
                  <a:cubicBezTo>
                    <a:pt x="149061" y="66962"/>
                    <a:pt x="153802" y="71278"/>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4"/>
            <p:cNvSpPr/>
            <p:nvPr/>
          </p:nvSpPr>
          <p:spPr>
            <a:xfrm>
              <a:off x="2975000" y="442550"/>
              <a:ext cx="3962850" cy="1781200"/>
            </a:xfrm>
            <a:custGeom>
              <a:rect b="b" l="l" r="r" t="t"/>
              <a:pathLst>
                <a:path extrusionOk="0" fill="none" h="71248" w="158514">
                  <a:moveTo>
                    <a:pt x="0" y="1"/>
                  </a:moveTo>
                  <a:cubicBezTo>
                    <a:pt x="5502" y="2371"/>
                    <a:pt x="11338" y="3830"/>
                    <a:pt x="17326" y="4347"/>
                  </a:cubicBezTo>
                  <a:cubicBezTo>
                    <a:pt x="23405" y="4833"/>
                    <a:pt x="29484" y="7478"/>
                    <a:pt x="35381" y="7083"/>
                  </a:cubicBezTo>
                  <a:cubicBezTo>
                    <a:pt x="46171" y="6384"/>
                    <a:pt x="37660" y="22007"/>
                    <a:pt x="36080" y="26718"/>
                  </a:cubicBezTo>
                  <a:cubicBezTo>
                    <a:pt x="34560" y="31247"/>
                    <a:pt x="33192" y="34591"/>
                    <a:pt x="37387" y="37934"/>
                  </a:cubicBezTo>
                  <a:cubicBezTo>
                    <a:pt x="40062" y="40032"/>
                    <a:pt x="43983" y="40913"/>
                    <a:pt x="47144" y="39940"/>
                  </a:cubicBezTo>
                  <a:cubicBezTo>
                    <a:pt x="52007" y="38421"/>
                    <a:pt x="55959" y="34864"/>
                    <a:pt x="60548" y="32524"/>
                  </a:cubicBezTo>
                  <a:cubicBezTo>
                    <a:pt x="64409" y="30579"/>
                    <a:pt x="68360" y="29758"/>
                    <a:pt x="72403" y="28512"/>
                  </a:cubicBezTo>
                  <a:cubicBezTo>
                    <a:pt x="80275" y="26080"/>
                    <a:pt x="91187" y="28724"/>
                    <a:pt x="95503" y="33314"/>
                  </a:cubicBezTo>
                  <a:cubicBezTo>
                    <a:pt x="99303" y="37296"/>
                    <a:pt x="99212" y="48877"/>
                    <a:pt x="108118" y="48694"/>
                  </a:cubicBezTo>
                  <a:cubicBezTo>
                    <a:pt x="113589" y="48573"/>
                    <a:pt x="115990" y="49302"/>
                    <a:pt x="118148" y="54409"/>
                  </a:cubicBezTo>
                  <a:cubicBezTo>
                    <a:pt x="119820" y="58299"/>
                    <a:pt x="119364" y="60974"/>
                    <a:pt x="124805" y="61612"/>
                  </a:cubicBezTo>
                  <a:cubicBezTo>
                    <a:pt x="130519" y="62281"/>
                    <a:pt x="141249" y="59819"/>
                    <a:pt x="145991" y="64135"/>
                  </a:cubicBezTo>
                  <a:cubicBezTo>
                    <a:pt x="149213" y="67023"/>
                    <a:pt x="153863" y="71248"/>
                    <a:pt x="158514" y="68695"/>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4"/>
            <p:cNvSpPr/>
            <p:nvPr/>
          </p:nvSpPr>
          <p:spPr>
            <a:xfrm>
              <a:off x="2975000" y="442550"/>
              <a:ext cx="3962100" cy="1777400"/>
            </a:xfrm>
            <a:custGeom>
              <a:rect b="b" l="l" r="r" t="t"/>
              <a:pathLst>
                <a:path extrusionOk="0" fill="none" h="71096" w="158484">
                  <a:moveTo>
                    <a:pt x="0" y="1"/>
                  </a:moveTo>
                  <a:cubicBezTo>
                    <a:pt x="5532" y="2341"/>
                    <a:pt x="11429" y="3739"/>
                    <a:pt x="17447" y="4104"/>
                  </a:cubicBezTo>
                  <a:cubicBezTo>
                    <a:pt x="23496" y="4469"/>
                    <a:pt x="29484" y="6596"/>
                    <a:pt x="35533" y="6049"/>
                  </a:cubicBezTo>
                  <a:cubicBezTo>
                    <a:pt x="47357" y="4955"/>
                    <a:pt x="40822" y="16809"/>
                    <a:pt x="38208" y="23983"/>
                  </a:cubicBezTo>
                  <a:cubicBezTo>
                    <a:pt x="36657" y="28329"/>
                    <a:pt x="33557" y="33253"/>
                    <a:pt x="37691" y="36962"/>
                  </a:cubicBezTo>
                  <a:cubicBezTo>
                    <a:pt x="40244" y="39272"/>
                    <a:pt x="44591" y="39636"/>
                    <a:pt x="47661" y="38603"/>
                  </a:cubicBezTo>
                  <a:cubicBezTo>
                    <a:pt x="52646" y="36931"/>
                    <a:pt x="56901" y="33557"/>
                    <a:pt x="61764" y="31460"/>
                  </a:cubicBezTo>
                  <a:cubicBezTo>
                    <a:pt x="65533" y="29819"/>
                    <a:pt x="69576" y="29150"/>
                    <a:pt x="73375" y="27721"/>
                  </a:cubicBezTo>
                  <a:cubicBezTo>
                    <a:pt x="80974" y="24864"/>
                    <a:pt x="92464" y="27721"/>
                    <a:pt x="96659" y="32068"/>
                  </a:cubicBezTo>
                  <a:cubicBezTo>
                    <a:pt x="100884" y="36445"/>
                    <a:pt x="98634" y="48512"/>
                    <a:pt x="108452" y="48664"/>
                  </a:cubicBezTo>
                  <a:cubicBezTo>
                    <a:pt x="114014" y="48755"/>
                    <a:pt x="116416" y="49150"/>
                    <a:pt x="118756" y="54105"/>
                  </a:cubicBezTo>
                  <a:cubicBezTo>
                    <a:pt x="120550" y="57874"/>
                    <a:pt x="120002" y="60488"/>
                    <a:pt x="125413" y="61035"/>
                  </a:cubicBezTo>
                  <a:cubicBezTo>
                    <a:pt x="131158" y="61643"/>
                    <a:pt x="141553" y="59454"/>
                    <a:pt x="146234" y="63922"/>
                  </a:cubicBezTo>
                  <a:cubicBezTo>
                    <a:pt x="149334" y="66871"/>
                    <a:pt x="153894" y="71096"/>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4"/>
            <p:cNvSpPr/>
            <p:nvPr/>
          </p:nvSpPr>
          <p:spPr>
            <a:xfrm>
              <a:off x="2975000" y="442550"/>
              <a:ext cx="3962850" cy="1775125"/>
            </a:xfrm>
            <a:custGeom>
              <a:rect b="b" l="l" r="r" t="t"/>
              <a:pathLst>
                <a:path extrusionOk="0" fill="none" h="71005" w="158514">
                  <a:moveTo>
                    <a:pt x="0" y="1"/>
                  </a:moveTo>
                  <a:cubicBezTo>
                    <a:pt x="5593" y="2311"/>
                    <a:pt x="11520" y="3648"/>
                    <a:pt x="17569" y="3861"/>
                  </a:cubicBezTo>
                  <a:cubicBezTo>
                    <a:pt x="23587" y="4074"/>
                    <a:pt x="29636" y="5837"/>
                    <a:pt x="35594" y="5046"/>
                  </a:cubicBezTo>
                  <a:cubicBezTo>
                    <a:pt x="47569" y="3466"/>
                    <a:pt x="43800" y="12280"/>
                    <a:pt x="40578" y="20974"/>
                  </a:cubicBezTo>
                  <a:cubicBezTo>
                    <a:pt x="39059" y="25107"/>
                    <a:pt x="34773" y="31916"/>
                    <a:pt x="38268" y="35867"/>
                  </a:cubicBezTo>
                  <a:cubicBezTo>
                    <a:pt x="40548" y="38451"/>
                    <a:pt x="45381" y="38208"/>
                    <a:pt x="48238" y="37296"/>
                  </a:cubicBezTo>
                  <a:cubicBezTo>
                    <a:pt x="53405" y="35624"/>
                    <a:pt x="57965" y="32281"/>
                    <a:pt x="63102" y="30366"/>
                  </a:cubicBezTo>
                  <a:cubicBezTo>
                    <a:pt x="66780" y="28968"/>
                    <a:pt x="70701" y="28420"/>
                    <a:pt x="74257" y="26840"/>
                  </a:cubicBezTo>
                  <a:cubicBezTo>
                    <a:pt x="81552" y="23588"/>
                    <a:pt x="94075" y="26779"/>
                    <a:pt x="97935" y="30791"/>
                  </a:cubicBezTo>
                  <a:cubicBezTo>
                    <a:pt x="101887" y="34895"/>
                    <a:pt x="98938" y="48542"/>
                    <a:pt x="108817" y="48664"/>
                  </a:cubicBezTo>
                  <a:cubicBezTo>
                    <a:pt x="114227" y="48694"/>
                    <a:pt x="116872" y="49029"/>
                    <a:pt x="119364" y="53801"/>
                  </a:cubicBezTo>
                  <a:cubicBezTo>
                    <a:pt x="121249" y="57448"/>
                    <a:pt x="120702" y="60032"/>
                    <a:pt x="126021" y="60518"/>
                  </a:cubicBezTo>
                  <a:cubicBezTo>
                    <a:pt x="131826" y="61035"/>
                    <a:pt x="141857" y="59120"/>
                    <a:pt x="146507" y="63771"/>
                  </a:cubicBezTo>
                  <a:cubicBezTo>
                    <a:pt x="149456" y="66719"/>
                    <a:pt x="153924" y="7100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4"/>
            <p:cNvSpPr/>
            <p:nvPr/>
          </p:nvSpPr>
          <p:spPr>
            <a:xfrm>
              <a:off x="2975000" y="442550"/>
              <a:ext cx="3962850" cy="1772850"/>
            </a:xfrm>
            <a:custGeom>
              <a:rect b="b" l="l" r="r" t="t"/>
              <a:pathLst>
                <a:path extrusionOk="0" fill="none" h="70914" w="158514">
                  <a:moveTo>
                    <a:pt x="0" y="1"/>
                  </a:moveTo>
                  <a:cubicBezTo>
                    <a:pt x="5623" y="2280"/>
                    <a:pt x="11611" y="3526"/>
                    <a:pt x="17690" y="3648"/>
                  </a:cubicBezTo>
                  <a:cubicBezTo>
                    <a:pt x="23648" y="3709"/>
                    <a:pt x="29636" y="5016"/>
                    <a:pt x="35563" y="4104"/>
                  </a:cubicBezTo>
                  <a:cubicBezTo>
                    <a:pt x="47022" y="2371"/>
                    <a:pt x="46627" y="7843"/>
                    <a:pt x="43101" y="17812"/>
                  </a:cubicBezTo>
                  <a:cubicBezTo>
                    <a:pt x="41733" y="21612"/>
                    <a:pt x="36232" y="30670"/>
                    <a:pt x="39028" y="34621"/>
                  </a:cubicBezTo>
                  <a:cubicBezTo>
                    <a:pt x="41004" y="37387"/>
                    <a:pt x="46293" y="36901"/>
                    <a:pt x="48968" y="35989"/>
                  </a:cubicBezTo>
                  <a:cubicBezTo>
                    <a:pt x="57235" y="33071"/>
                    <a:pt x="67235" y="29667"/>
                    <a:pt x="75108" y="25867"/>
                  </a:cubicBezTo>
                  <a:cubicBezTo>
                    <a:pt x="82008" y="22524"/>
                    <a:pt x="95655" y="25746"/>
                    <a:pt x="99303" y="29484"/>
                  </a:cubicBezTo>
                  <a:cubicBezTo>
                    <a:pt x="103042" y="33284"/>
                    <a:pt x="99546" y="48573"/>
                    <a:pt x="109242" y="48573"/>
                  </a:cubicBezTo>
                  <a:cubicBezTo>
                    <a:pt x="114379" y="48573"/>
                    <a:pt x="117328" y="48968"/>
                    <a:pt x="119942" y="53527"/>
                  </a:cubicBezTo>
                  <a:cubicBezTo>
                    <a:pt x="121948" y="57023"/>
                    <a:pt x="121340" y="59606"/>
                    <a:pt x="126629" y="60032"/>
                  </a:cubicBezTo>
                  <a:cubicBezTo>
                    <a:pt x="132495" y="60488"/>
                    <a:pt x="142130" y="58725"/>
                    <a:pt x="146751" y="63558"/>
                  </a:cubicBezTo>
                  <a:cubicBezTo>
                    <a:pt x="149608" y="66567"/>
                    <a:pt x="153985" y="70913"/>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4"/>
            <p:cNvSpPr/>
            <p:nvPr/>
          </p:nvSpPr>
          <p:spPr>
            <a:xfrm>
              <a:off x="2975000" y="442550"/>
              <a:ext cx="3962100" cy="1769800"/>
            </a:xfrm>
            <a:custGeom>
              <a:rect b="b" l="l" r="r" t="t"/>
              <a:pathLst>
                <a:path extrusionOk="0" fill="none" h="70792" w="158484">
                  <a:moveTo>
                    <a:pt x="0" y="1"/>
                  </a:moveTo>
                  <a:cubicBezTo>
                    <a:pt x="5654" y="2280"/>
                    <a:pt x="11703" y="3435"/>
                    <a:pt x="17812" y="3405"/>
                  </a:cubicBezTo>
                  <a:cubicBezTo>
                    <a:pt x="23709" y="3344"/>
                    <a:pt x="29606" y="4165"/>
                    <a:pt x="35502" y="3192"/>
                  </a:cubicBezTo>
                  <a:cubicBezTo>
                    <a:pt x="37660" y="2858"/>
                    <a:pt x="42463" y="1976"/>
                    <a:pt x="44621" y="2949"/>
                  </a:cubicBezTo>
                  <a:cubicBezTo>
                    <a:pt x="49545" y="5168"/>
                    <a:pt x="46840" y="10913"/>
                    <a:pt x="45624" y="14742"/>
                  </a:cubicBezTo>
                  <a:cubicBezTo>
                    <a:pt x="43557" y="21369"/>
                    <a:pt x="34135" y="40001"/>
                    <a:pt x="49819" y="34652"/>
                  </a:cubicBezTo>
                  <a:cubicBezTo>
                    <a:pt x="58299" y="31734"/>
                    <a:pt x="67935" y="28177"/>
                    <a:pt x="76050" y="24864"/>
                  </a:cubicBezTo>
                  <a:cubicBezTo>
                    <a:pt x="83072" y="21977"/>
                    <a:pt x="96051" y="24347"/>
                    <a:pt x="100762" y="28117"/>
                  </a:cubicBezTo>
                  <a:cubicBezTo>
                    <a:pt x="105716" y="32098"/>
                    <a:pt x="98908" y="48299"/>
                    <a:pt x="109698" y="48482"/>
                  </a:cubicBezTo>
                  <a:cubicBezTo>
                    <a:pt x="114653" y="48573"/>
                    <a:pt x="117753" y="48846"/>
                    <a:pt x="120458" y="53254"/>
                  </a:cubicBezTo>
                  <a:cubicBezTo>
                    <a:pt x="122586" y="56628"/>
                    <a:pt x="121948" y="59242"/>
                    <a:pt x="127176" y="59576"/>
                  </a:cubicBezTo>
                  <a:cubicBezTo>
                    <a:pt x="133133" y="60001"/>
                    <a:pt x="142404" y="58360"/>
                    <a:pt x="146963" y="63375"/>
                  </a:cubicBezTo>
                  <a:cubicBezTo>
                    <a:pt x="149699" y="66385"/>
                    <a:pt x="153985" y="70792"/>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4"/>
            <p:cNvSpPr/>
            <p:nvPr/>
          </p:nvSpPr>
          <p:spPr>
            <a:xfrm>
              <a:off x="2975000" y="442550"/>
              <a:ext cx="3963625" cy="1767525"/>
            </a:xfrm>
            <a:custGeom>
              <a:rect b="b" l="l" r="r" t="t"/>
              <a:pathLst>
                <a:path extrusionOk="0" fill="none" h="70701" w="158545">
                  <a:moveTo>
                    <a:pt x="0" y="1"/>
                  </a:moveTo>
                  <a:cubicBezTo>
                    <a:pt x="5715" y="2250"/>
                    <a:pt x="11794" y="3314"/>
                    <a:pt x="17934" y="3192"/>
                  </a:cubicBezTo>
                  <a:cubicBezTo>
                    <a:pt x="23770" y="2979"/>
                    <a:pt x="29575" y="3314"/>
                    <a:pt x="35411" y="2341"/>
                  </a:cubicBezTo>
                  <a:cubicBezTo>
                    <a:pt x="44439" y="791"/>
                    <a:pt x="50518" y="2371"/>
                    <a:pt x="48147" y="11916"/>
                  </a:cubicBezTo>
                  <a:cubicBezTo>
                    <a:pt x="46627" y="18086"/>
                    <a:pt x="34894" y="38725"/>
                    <a:pt x="50883" y="33253"/>
                  </a:cubicBezTo>
                  <a:cubicBezTo>
                    <a:pt x="59697" y="30244"/>
                    <a:pt x="68482" y="26688"/>
                    <a:pt x="77418" y="23922"/>
                  </a:cubicBezTo>
                  <a:cubicBezTo>
                    <a:pt x="84227" y="21794"/>
                    <a:pt x="97601" y="22585"/>
                    <a:pt x="102312" y="26779"/>
                  </a:cubicBezTo>
                  <a:cubicBezTo>
                    <a:pt x="107510" y="31399"/>
                    <a:pt x="99394" y="48056"/>
                    <a:pt x="110276" y="48330"/>
                  </a:cubicBezTo>
                  <a:cubicBezTo>
                    <a:pt x="115200" y="48451"/>
                    <a:pt x="117966" y="49181"/>
                    <a:pt x="120945" y="52889"/>
                  </a:cubicBezTo>
                  <a:cubicBezTo>
                    <a:pt x="123376" y="55928"/>
                    <a:pt x="122464" y="58877"/>
                    <a:pt x="127784" y="59150"/>
                  </a:cubicBezTo>
                  <a:cubicBezTo>
                    <a:pt x="133711" y="59454"/>
                    <a:pt x="142769" y="58026"/>
                    <a:pt x="147267" y="63223"/>
                  </a:cubicBezTo>
                  <a:cubicBezTo>
                    <a:pt x="149881" y="66202"/>
                    <a:pt x="154076" y="70701"/>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4"/>
            <p:cNvSpPr/>
            <p:nvPr/>
          </p:nvSpPr>
          <p:spPr>
            <a:xfrm>
              <a:off x="2975000" y="442550"/>
              <a:ext cx="3962850" cy="1765250"/>
            </a:xfrm>
            <a:custGeom>
              <a:rect b="b" l="l" r="r" t="t"/>
              <a:pathLst>
                <a:path extrusionOk="0" fill="none" h="70610" w="158514">
                  <a:moveTo>
                    <a:pt x="0" y="1"/>
                  </a:moveTo>
                  <a:cubicBezTo>
                    <a:pt x="5745" y="2219"/>
                    <a:pt x="11885" y="3223"/>
                    <a:pt x="18025" y="2949"/>
                  </a:cubicBezTo>
                  <a:cubicBezTo>
                    <a:pt x="23800" y="2645"/>
                    <a:pt x="29514" y="2493"/>
                    <a:pt x="35259" y="1490"/>
                  </a:cubicBezTo>
                  <a:cubicBezTo>
                    <a:pt x="38056" y="1004"/>
                    <a:pt x="42189" y="396"/>
                    <a:pt x="44986" y="1064"/>
                  </a:cubicBezTo>
                  <a:cubicBezTo>
                    <a:pt x="50183" y="2280"/>
                    <a:pt x="51065" y="4803"/>
                    <a:pt x="50487" y="9454"/>
                  </a:cubicBezTo>
                  <a:cubicBezTo>
                    <a:pt x="49728" y="14986"/>
                    <a:pt x="36627" y="36870"/>
                    <a:pt x="52068" y="31825"/>
                  </a:cubicBezTo>
                  <a:cubicBezTo>
                    <a:pt x="60944" y="28937"/>
                    <a:pt x="69910" y="25533"/>
                    <a:pt x="79029" y="23010"/>
                  </a:cubicBezTo>
                  <a:cubicBezTo>
                    <a:pt x="86111" y="21095"/>
                    <a:pt x="98969" y="21551"/>
                    <a:pt x="103893" y="25472"/>
                  </a:cubicBezTo>
                  <a:cubicBezTo>
                    <a:pt x="109212" y="29697"/>
                    <a:pt x="100093" y="47661"/>
                    <a:pt x="110823" y="48147"/>
                  </a:cubicBezTo>
                  <a:cubicBezTo>
                    <a:pt x="115595" y="48360"/>
                    <a:pt x="118422" y="49120"/>
                    <a:pt x="121431" y="52646"/>
                  </a:cubicBezTo>
                  <a:cubicBezTo>
                    <a:pt x="123923" y="55594"/>
                    <a:pt x="123103" y="58542"/>
                    <a:pt x="128300" y="58786"/>
                  </a:cubicBezTo>
                  <a:cubicBezTo>
                    <a:pt x="134288" y="59059"/>
                    <a:pt x="143042" y="57783"/>
                    <a:pt x="147480" y="63041"/>
                  </a:cubicBezTo>
                  <a:cubicBezTo>
                    <a:pt x="150003" y="65989"/>
                    <a:pt x="154076" y="7061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4"/>
            <p:cNvSpPr/>
            <p:nvPr/>
          </p:nvSpPr>
          <p:spPr>
            <a:xfrm>
              <a:off x="2975000" y="428125"/>
              <a:ext cx="3962850" cy="1777400"/>
            </a:xfrm>
            <a:custGeom>
              <a:rect b="b" l="l" r="r" t="t"/>
              <a:pathLst>
                <a:path extrusionOk="0" fill="none" h="71096" w="158514">
                  <a:moveTo>
                    <a:pt x="0" y="578"/>
                  </a:moveTo>
                  <a:cubicBezTo>
                    <a:pt x="5715" y="2705"/>
                    <a:pt x="12128" y="3769"/>
                    <a:pt x="18146" y="3313"/>
                  </a:cubicBezTo>
                  <a:cubicBezTo>
                    <a:pt x="23861" y="2888"/>
                    <a:pt x="29484" y="2219"/>
                    <a:pt x="35138" y="1246"/>
                  </a:cubicBezTo>
                  <a:cubicBezTo>
                    <a:pt x="42554" y="0"/>
                    <a:pt x="52281" y="1489"/>
                    <a:pt x="52585" y="7994"/>
                  </a:cubicBezTo>
                  <a:cubicBezTo>
                    <a:pt x="52767" y="12523"/>
                    <a:pt x="39211" y="35350"/>
                    <a:pt x="53436" y="30882"/>
                  </a:cubicBezTo>
                  <a:cubicBezTo>
                    <a:pt x="62372" y="28086"/>
                    <a:pt x="71673" y="25137"/>
                    <a:pt x="80914" y="22736"/>
                  </a:cubicBezTo>
                  <a:cubicBezTo>
                    <a:pt x="88604" y="20760"/>
                    <a:pt x="100032" y="21551"/>
                    <a:pt x="105443" y="24803"/>
                  </a:cubicBezTo>
                  <a:cubicBezTo>
                    <a:pt x="111674" y="28511"/>
                    <a:pt x="99941" y="47508"/>
                    <a:pt x="111431" y="48511"/>
                  </a:cubicBezTo>
                  <a:cubicBezTo>
                    <a:pt x="116081" y="48937"/>
                    <a:pt x="118847" y="49606"/>
                    <a:pt x="121887" y="52980"/>
                  </a:cubicBezTo>
                  <a:cubicBezTo>
                    <a:pt x="124440" y="55837"/>
                    <a:pt x="123741" y="58785"/>
                    <a:pt x="128787" y="58998"/>
                  </a:cubicBezTo>
                  <a:cubicBezTo>
                    <a:pt x="134836" y="59271"/>
                    <a:pt x="143316" y="58147"/>
                    <a:pt x="147723" y="63436"/>
                  </a:cubicBezTo>
                  <a:cubicBezTo>
                    <a:pt x="150125" y="66323"/>
                    <a:pt x="154106" y="71095"/>
                    <a:pt x="158514" y="6924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4"/>
            <p:cNvSpPr/>
            <p:nvPr/>
          </p:nvSpPr>
          <p:spPr>
            <a:xfrm>
              <a:off x="2975000" y="412925"/>
              <a:ext cx="3962850" cy="1789550"/>
            </a:xfrm>
            <a:custGeom>
              <a:rect b="b" l="l" r="r" t="t"/>
              <a:pathLst>
                <a:path extrusionOk="0" fill="none" h="71582" w="158514">
                  <a:moveTo>
                    <a:pt x="0" y="1186"/>
                  </a:moveTo>
                  <a:cubicBezTo>
                    <a:pt x="5745" y="3283"/>
                    <a:pt x="12219" y="4286"/>
                    <a:pt x="18238" y="3678"/>
                  </a:cubicBezTo>
                  <a:cubicBezTo>
                    <a:pt x="23891" y="3131"/>
                    <a:pt x="29454" y="1976"/>
                    <a:pt x="35046" y="1034"/>
                  </a:cubicBezTo>
                  <a:cubicBezTo>
                    <a:pt x="41308" y="0"/>
                    <a:pt x="52980" y="638"/>
                    <a:pt x="54317" y="7082"/>
                  </a:cubicBezTo>
                  <a:cubicBezTo>
                    <a:pt x="55260" y="11672"/>
                    <a:pt x="42159" y="33557"/>
                    <a:pt x="54895" y="29879"/>
                  </a:cubicBezTo>
                  <a:cubicBezTo>
                    <a:pt x="64044" y="27204"/>
                    <a:pt x="73588" y="24864"/>
                    <a:pt x="82950" y="22523"/>
                  </a:cubicBezTo>
                  <a:cubicBezTo>
                    <a:pt x="90488" y="20608"/>
                    <a:pt x="101248" y="21186"/>
                    <a:pt x="106932" y="24256"/>
                  </a:cubicBezTo>
                  <a:cubicBezTo>
                    <a:pt x="113862" y="27964"/>
                    <a:pt x="100762" y="47478"/>
                    <a:pt x="112069" y="48876"/>
                  </a:cubicBezTo>
                  <a:cubicBezTo>
                    <a:pt x="116264" y="49363"/>
                    <a:pt x="119729" y="49879"/>
                    <a:pt x="122343" y="53344"/>
                  </a:cubicBezTo>
                  <a:cubicBezTo>
                    <a:pt x="124562" y="56354"/>
                    <a:pt x="124653" y="59089"/>
                    <a:pt x="129273" y="59272"/>
                  </a:cubicBezTo>
                  <a:cubicBezTo>
                    <a:pt x="135352" y="59545"/>
                    <a:pt x="143620" y="58603"/>
                    <a:pt x="147936" y="63861"/>
                  </a:cubicBezTo>
                  <a:cubicBezTo>
                    <a:pt x="150277" y="66688"/>
                    <a:pt x="154137" y="71582"/>
                    <a:pt x="158514" y="6984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4"/>
            <p:cNvSpPr/>
            <p:nvPr/>
          </p:nvSpPr>
          <p:spPr>
            <a:xfrm>
              <a:off x="2975000" y="386325"/>
              <a:ext cx="3962850" cy="1813875"/>
            </a:xfrm>
            <a:custGeom>
              <a:rect b="b" l="l" r="r" t="t"/>
              <a:pathLst>
                <a:path extrusionOk="0" fill="none" h="72555" w="158514">
                  <a:moveTo>
                    <a:pt x="0" y="2250"/>
                  </a:moveTo>
                  <a:cubicBezTo>
                    <a:pt x="5806" y="4286"/>
                    <a:pt x="12371" y="5259"/>
                    <a:pt x="18390" y="4529"/>
                  </a:cubicBezTo>
                  <a:cubicBezTo>
                    <a:pt x="23982" y="3830"/>
                    <a:pt x="29423" y="2250"/>
                    <a:pt x="35046" y="1307"/>
                  </a:cubicBezTo>
                  <a:cubicBezTo>
                    <a:pt x="42767" y="0"/>
                    <a:pt x="52402" y="2067"/>
                    <a:pt x="55685" y="7174"/>
                  </a:cubicBezTo>
                  <a:cubicBezTo>
                    <a:pt x="57570" y="10183"/>
                    <a:pt x="46658" y="32159"/>
                    <a:pt x="56719" y="29271"/>
                  </a:cubicBezTo>
                  <a:cubicBezTo>
                    <a:pt x="65442" y="26748"/>
                    <a:pt x="75746" y="25077"/>
                    <a:pt x="85139" y="22736"/>
                  </a:cubicBezTo>
                  <a:cubicBezTo>
                    <a:pt x="92494" y="20882"/>
                    <a:pt x="102099" y="21338"/>
                    <a:pt x="108300" y="24317"/>
                  </a:cubicBezTo>
                  <a:cubicBezTo>
                    <a:pt x="116477" y="28207"/>
                    <a:pt x="101765" y="47873"/>
                    <a:pt x="112799" y="49636"/>
                  </a:cubicBezTo>
                  <a:cubicBezTo>
                    <a:pt x="116780" y="50275"/>
                    <a:pt x="120215" y="50852"/>
                    <a:pt x="122768" y="54165"/>
                  </a:cubicBezTo>
                  <a:cubicBezTo>
                    <a:pt x="125048" y="57083"/>
                    <a:pt x="125200" y="59849"/>
                    <a:pt x="129729" y="60032"/>
                  </a:cubicBezTo>
                  <a:cubicBezTo>
                    <a:pt x="135839" y="60336"/>
                    <a:pt x="143893" y="59545"/>
                    <a:pt x="148179" y="64773"/>
                  </a:cubicBezTo>
                  <a:cubicBezTo>
                    <a:pt x="150459" y="67539"/>
                    <a:pt x="154167" y="72555"/>
                    <a:pt x="158514" y="7091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4"/>
            <p:cNvSpPr/>
            <p:nvPr/>
          </p:nvSpPr>
          <p:spPr>
            <a:xfrm>
              <a:off x="2975000" y="367325"/>
              <a:ext cx="3962850" cy="1829825"/>
            </a:xfrm>
            <a:custGeom>
              <a:rect b="b" l="l" r="r" t="t"/>
              <a:pathLst>
                <a:path extrusionOk="0" fill="none" h="73193" w="158514">
                  <a:moveTo>
                    <a:pt x="0" y="3010"/>
                  </a:moveTo>
                  <a:cubicBezTo>
                    <a:pt x="5836" y="5016"/>
                    <a:pt x="12432" y="5897"/>
                    <a:pt x="18481" y="5046"/>
                  </a:cubicBezTo>
                  <a:cubicBezTo>
                    <a:pt x="24104" y="4286"/>
                    <a:pt x="29514" y="2067"/>
                    <a:pt x="35077" y="1216"/>
                  </a:cubicBezTo>
                  <a:cubicBezTo>
                    <a:pt x="43010" y="0"/>
                    <a:pt x="51703" y="2584"/>
                    <a:pt x="56719" y="7447"/>
                  </a:cubicBezTo>
                  <a:cubicBezTo>
                    <a:pt x="60123" y="10791"/>
                    <a:pt x="50335" y="30396"/>
                    <a:pt x="58998" y="28360"/>
                  </a:cubicBezTo>
                  <a:cubicBezTo>
                    <a:pt x="67722" y="26293"/>
                    <a:pt x="78056" y="25016"/>
                    <a:pt x="87357" y="22615"/>
                  </a:cubicBezTo>
                  <a:cubicBezTo>
                    <a:pt x="94531" y="20761"/>
                    <a:pt x="103224" y="21065"/>
                    <a:pt x="109546" y="24104"/>
                  </a:cubicBezTo>
                  <a:cubicBezTo>
                    <a:pt x="118209" y="28268"/>
                    <a:pt x="103376" y="47965"/>
                    <a:pt x="113559" y="50062"/>
                  </a:cubicBezTo>
                  <a:cubicBezTo>
                    <a:pt x="117328" y="50822"/>
                    <a:pt x="120671" y="51551"/>
                    <a:pt x="123194" y="54682"/>
                  </a:cubicBezTo>
                  <a:cubicBezTo>
                    <a:pt x="125474" y="57539"/>
                    <a:pt x="125717" y="60305"/>
                    <a:pt x="130155" y="60518"/>
                  </a:cubicBezTo>
                  <a:cubicBezTo>
                    <a:pt x="136295" y="60852"/>
                    <a:pt x="144137" y="60214"/>
                    <a:pt x="148392" y="65381"/>
                  </a:cubicBezTo>
                  <a:cubicBezTo>
                    <a:pt x="150611" y="68056"/>
                    <a:pt x="154228" y="73193"/>
                    <a:pt x="158514" y="7167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4"/>
            <p:cNvSpPr/>
            <p:nvPr/>
          </p:nvSpPr>
          <p:spPr>
            <a:xfrm>
              <a:off x="2975000" y="347575"/>
              <a:ext cx="3962850" cy="1845775"/>
            </a:xfrm>
            <a:custGeom>
              <a:rect b="b" l="l" r="r" t="t"/>
              <a:pathLst>
                <a:path extrusionOk="0" fill="none" h="73831" w="158514">
                  <a:moveTo>
                    <a:pt x="0" y="3800"/>
                  </a:moveTo>
                  <a:cubicBezTo>
                    <a:pt x="5867" y="5775"/>
                    <a:pt x="12554" y="6566"/>
                    <a:pt x="18602" y="5623"/>
                  </a:cubicBezTo>
                  <a:cubicBezTo>
                    <a:pt x="24256" y="4711"/>
                    <a:pt x="29575" y="1915"/>
                    <a:pt x="35229" y="1125"/>
                  </a:cubicBezTo>
                  <a:cubicBezTo>
                    <a:pt x="43284" y="0"/>
                    <a:pt x="51217" y="3404"/>
                    <a:pt x="57448" y="7903"/>
                  </a:cubicBezTo>
                  <a:cubicBezTo>
                    <a:pt x="62129" y="11247"/>
                    <a:pt x="59454" y="16353"/>
                    <a:pt x="58421" y="20852"/>
                  </a:cubicBezTo>
                  <a:cubicBezTo>
                    <a:pt x="57782" y="23587"/>
                    <a:pt x="56506" y="28420"/>
                    <a:pt x="61582" y="27599"/>
                  </a:cubicBezTo>
                  <a:cubicBezTo>
                    <a:pt x="70305" y="26171"/>
                    <a:pt x="80366" y="24925"/>
                    <a:pt x="89516" y="22493"/>
                  </a:cubicBezTo>
                  <a:cubicBezTo>
                    <a:pt x="96628" y="20639"/>
                    <a:pt x="104501" y="20700"/>
                    <a:pt x="110732" y="23952"/>
                  </a:cubicBezTo>
                  <a:cubicBezTo>
                    <a:pt x="119698" y="28663"/>
                    <a:pt x="104501" y="47600"/>
                    <a:pt x="114379" y="50487"/>
                  </a:cubicBezTo>
                  <a:cubicBezTo>
                    <a:pt x="117996" y="51551"/>
                    <a:pt x="121157" y="52250"/>
                    <a:pt x="123619" y="55229"/>
                  </a:cubicBezTo>
                  <a:cubicBezTo>
                    <a:pt x="125899" y="57995"/>
                    <a:pt x="126203" y="60791"/>
                    <a:pt x="130550" y="61065"/>
                  </a:cubicBezTo>
                  <a:cubicBezTo>
                    <a:pt x="136659" y="61399"/>
                    <a:pt x="144380" y="60913"/>
                    <a:pt x="148605" y="65989"/>
                  </a:cubicBezTo>
                  <a:cubicBezTo>
                    <a:pt x="150793" y="68603"/>
                    <a:pt x="154258" y="73831"/>
                    <a:pt x="158514" y="7246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4"/>
            <p:cNvSpPr/>
            <p:nvPr/>
          </p:nvSpPr>
          <p:spPr>
            <a:xfrm>
              <a:off x="2975000" y="324000"/>
              <a:ext cx="3962850" cy="1867075"/>
            </a:xfrm>
            <a:custGeom>
              <a:rect b="b" l="l" r="r" t="t"/>
              <a:pathLst>
                <a:path extrusionOk="0" fill="none" h="74683" w="158514">
                  <a:moveTo>
                    <a:pt x="0" y="4743"/>
                  </a:moveTo>
                  <a:cubicBezTo>
                    <a:pt x="5897" y="6688"/>
                    <a:pt x="12645" y="7387"/>
                    <a:pt x="18724" y="6323"/>
                  </a:cubicBezTo>
                  <a:cubicBezTo>
                    <a:pt x="24469" y="5290"/>
                    <a:pt x="29758" y="1977"/>
                    <a:pt x="35502" y="1156"/>
                  </a:cubicBezTo>
                  <a:cubicBezTo>
                    <a:pt x="43466" y="1"/>
                    <a:pt x="51460" y="4682"/>
                    <a:pt x="57934" y="8572"/>
                  </a:cubicBezTo>
                  <a:cubicBezTo>
                    <a:pt x="62858" y="11521"/>
                    <a:pt x="62099" y="15411"/>
                    <a:pt x="61339" y="20153"/>
                  </a:cubicBezTo>
                  <a:cubicBezTo>
                    <a:pt x="60883" y="22919"/>
                    <a:pt x="59576" y="27448"/>
                    <a:pt x="64378" y="27144"/>
                  </a:cubicBezTo>
                  <a:cubicBezTo>
                    <a:pt x="73223" y="26597"/>
                    <a:pt x="82737" y="24834"/>
                    <a:pt x="91643" y="22494"/>
                  </a:cubicBezTo>
                  <a:cubicBezTo>
                    <a:pt x="98817" y="20609"/>
                    <a:pt x="105747" y="20366"/>
                    <a:pt x="111856" y="23983"/>
                  </a:cubicBezTo>
                  <a:cubicBezTo>
                    <a:pt x="120519" y="29120"/>
                    <a:pt x="105990" y="47296"/>
                    <a:pt x="115230" y="51035"/>
                  </a:cubicBezTo>
                  <a:cubicBezTo>
                    <a:pt x="118543" y="52372"/>
                    <a:pt x="121705" y="53072"/>
                    <a:pt x="124045" y="55898"/>
                  </a:cubicBezTo>
                  <a:cubicBezTo>
                    <a:pt x="126325" y="58634"/>
                    <a:pt x="126659" y="61461"/>
                    <a:pt x="130914" y="61765"/>
                  </a:cubicBezTo>
                  <a:cubicBezTo>
                    <a:pt x="136994" y="62160"/>
                    <a:pt x="144593" y="61825"/>
                    <a:pt x="148818" y="66810"/>
                  </a:cubicBezTo>
                  <a:cubicBezTo>
                    <a:pt x="150945" y="69364"/>
                    <a:pt x="154289" y="74683"/>
                    <a:pt x="158514" y="73406"/>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4"/>
            <p:cNvSpPr/>
            <p:nvPr/>
          </p:nvSpPr>
          <p:spPr>
            <a:xfrm>
              <a:off x="2975000" y="297425"/>
              <a:ext cx="3962850" cy="1890625"/>
            </a:xfrm>
            <a:custGeom>
              <a:rect b="b" l="l" r="r" t="t"/>
              <a:pathLst>
                <a:path extrusionOk="0" fill="none" h="75625" w="158514">
                  <a:moveTo>
                    <a:pt x="0" y="5806"/>
                  </a:moveTo>
                  <a:cubicBezTo>
                    <a:pt x="5927" y="7690"/>
                    <a:pt x="12918" y="8450"/>
                    <a:pt x="18815" y="7173"/>
                  </a:cubicBezTo>
                  <a:cubicBezTo>
                    <a:pt x="24530" y="5927"/>
                    <a:pt x="30122" y="2128"/>
                    <a:pt x="35928" y="1216"/>
                  </a:cubicBezTo>
                  <a:cubicBezTo>
                    <a:pt x="43648" y="0"/>
                    <a:pt x="52494" y="5593"/>
                    <a:pt x="58178" y="9392"/>
                  </a:cubicBezTo>
                  <a:cubicBezTo>
                    <a:pt x="62585" y="12310"/>
                    <a:pt x="64226" y="14347"/>
                    <a:pt x="64074" y="19940"/>
                  </a:cubicBezTo>
                  <a:cubicBezTo>
                    <a:pt x="64014" y="22797"/>
                    <a:pt x="62828" y="26839"/>
                    <a:pt x="67296" y="27022"/>
                  </a:cubicBezTo>
                  <a:cubicBezTo>
                    <a:pt x="76081" y="27417"/>
                    <a:pt x="85199" y="24560"/>
                    <a:pt x="93589" y="22584"/>
                  </a:cubicBezTo>
                  <a:cubicBezTo>
                    <a:pt x="100975" y="20851"/>
                    <a:pt x="106598" y="19879"/>
                    <a:pt x="112920" y="24165"/>
                  </a:cubicBezTo>
                  <a:cubicBezTo>
                    <a:pt x="121188" y="29788"/>
                    <a:pt x="107753" y="47113"/>
                    <a:pt x="116142" y="51673"/>
                  </a:cubicBezTo>
                  <a:cubicBezTo>
                    <a:pt x="119030" y="53223"/>
                    <a:pt x="122221" y="54013"/>
                    <a:pt x="124501" y="56718"/>
                  </a:cubicBezTo>
                  <a:cubicBezTo>
                    <a:pt x="126781" y="59423"/>
                    <a:pt x="127115" y="62281"/>
                    <a:pt x="131279" y="62615"/>
                  </a:cubicBezTo>
                  <a:cubicBezTo>
                    <a:pt x="137358" y="63101"/>
                    <a:pt x="144836" y="62828"/>
                    <a:pt x="149030" y="67752"/>
                  </a:cubicBezTo>
                  <a:cubicBezTo>
                    <a:pt x="151158" y="70244"/>
                    <a:pt x="154350" y="75624"/>
                    <a:pt x="158514" y="7446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4"/>
            <p:cNvSpPr/>
            <p:nvPr/>
          </p:nvSpPr>
          <p:spPr>
            <a:xfrm>
              <a:off x="2975000" y="270050"/>
              <a:ext cx="3962100" cy="1914200"/>
            </a:xfrm>
            <a:custGeom>
              <a:rect b="b" l="l" r="r" t="t"/>
              <a:pathLst>
                <a:path extrusionOk="0" fill="none" h="76568" w="158484">
                  <a:moveTo>
                    <a:pt x="0" y="6901"/>
                  </a:moveTo>
                  <a:cubicBezTo>
                    <a:pt x="5988" y="8785"/>
                    <a:pt x="13040" y="9484"/>
                    <a:pt x="18937" y="8025"/>
                  </a:cubicBezTo>
                  <a:cubicBezTo>
                    <a:pt x="24803" y="6627"/>
                    <a:pt x="30396" y="2402"/>
                    <a:pt x="36414" y="1338"/>
                  </a:cubicBezTo>
                  <a:cubicBezTo>
                    <a:pt x="44013" y="1"/>
                    <a:pt x="52463" y="6688"/>
                    <a:pt x="58208" y="10244"/>
                  </a:cubicBezTo>
                  <a:cubicBezTo>
                    <a:pt x="62676" y="13010"/>
                    <a:pt x="65138" y="14925"/>
                    <a:pt x="66476" y="20092"/>
                  </a:cubicBezTo>
                  <a:cubicBezTo>
                    <a:pt x="67235" y="22980"/>
                    <a:pt x="65868" y="26536"/>
                    <a:pt x="70214" y="27144"/>
                  </a:cubicBezTo>
                  <a:cubicBezTo>
                    <a:pt x="78695" y="28329"/>
                    <a:pt x="87753" y="24104"/>
                    <a:pt x="95351" y="22646"/>
                  </a:cubicBezTo>
                  <a:cubicBezTo>
                    <a:pt x="102950" y="21187"/>
                    <a:pt x="107327" y="19150"/>
                    <a:pt x="113893" y="24408"/>
                  </a:cubicBezTo>
                  <a:cubicBezTo>
                    <a:pt x="121309" y="30366"/>
                    <a:pt x="109668" y="47023"/>
                    <a:pt x="117084" y="52251"/>
                  </a:cubicBezTo>
                  <a:cubicBezTo>
                    <a:pt x="119577" y="54014"/>
                    <a:pt x="122586" y="54956"/>
                    <a:pt x="125018" y="57418"/>
                  </a:cubicBezTo>
                  <a:cubicBezTo>
                    <a:pt x="127419" y="59880"/>
                    <a:pt x="127145" y="63011"/>
                    <a:pt x="131614" y="63436"/>
                  </a:cubicBezTo>
                  <a:cubicBezTo>
                    <a:pt x="137602" y="64014"/>
                    <a:pt x="144988" y="63832"/>
                    <a:pt x="149213" y="68695"/>
                  </a:cubicBezTo>
                  <a:cubicBezTo>
                    <a:pt x="151310" y="71126"/>
                    <a:pt x="154410" y="76567"/>
                    <a:pt x="158483" y="755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4"/>
            <p:cNvSpPr/>
            <p:nvPr/>
          </p:nvSpPr>
          <p:spPr>
            <a:xfrm>
              <a:off x="2975000" y="244975"/>
              <a:ext cx="3962100" cy="1937000"/>
            </a:xfrm>
            <a:custGeom>
              <a:rect b="b" l="l" r="r" t="t"/>
              <a:pathLst>
                <a:path extrusionOk="0" fill="none" h="77480" w="158484">
                  <a:moveTo>
                    <a:pt x="0" y="7904"/>
                  </a:moveTo>
                  <a:cubicBezTo>
                    <a:pt x="6019" y="9758"/>
                    <a:pt x="13162" y="10366"/>
                    <a:pt x="19058" y="8815"/>
                  </a:cubicBezTo>
                  <a:cubicBezTo>
                    <a:pt x="25077" y="7204"/>
                    <a:pt x="30730" y="2554"/>
                    <a:pt x="36992" y="1429"/>
                  </a:cubicBezTo>
                  <a:cubicBezTo>
                    <a:pt x="44773" y="1"/>
                    <a:pt x="52038" y="7296"/>
                    <a:pt x="58086" y="10974"/>
                  </a:cubicBezTo>
                  <a:cubicBezTo>
                    <a:pt x="62463" y="13618"/>
                    <a:pt x="66111" y="15806"/>
                    <a:pt x="68482" y="20457"/>
                  </a:cubicBezTo>
                  <a:cubicBezTo>
                    <a:pt x="69910" y="23253"/>
                    <a:pt x="69090" y="26475"/>
                    <a:pt x="73041" y="27387"/>
                  </a:cubicBezTo>
                  <a:cubicBezTo>
                    <a:pt x="81005" y="29180"/>
                    <a:pt x="90002" y="23679"/>
                    <a:pt x="96841" y="22615"/>
                  </a:cubicBezTo>
                  <a:cubicBezTo>
                    <a:pt x="104622" y="21399"/>
                    <a:pt x="107692" y="18360"/>
                    <a:pt x="114714" y="24621"/>
                  </a:cubicBezTo>
                  <a:cubicBezTo>
                    <a:pt x="121917" y="31065"/>
                    <a:pt x="111552" y="46780"/>
                    <a:pt x="118087" y="52767"/>
                  </a:cubicBezTo>
                  <a:cubicBezTo>
                    <a:pt x="120124" y="54682"/>
                    <a:pt x="123224" y="55807"/>
                    <a:pt x="125443" y="58178"/>
                  </a:cubicBezTo>
                  <a:cubicBezTo>
                    <a:pt x="127784" y="60640"/>
                    <a:pt x="127632" y="63771"/>
                    <a:pt x="131918" y="64257"/>
                  </a:cubicBezTo>
                  <a:cubicBezTo>
                    <a:pt x="137905" y="64956"/>
                    <a:pt x="145170" y="64804"/>
                    <a:pt x="149425" y="69576"/>
                  </a:cubicBezTo>
                  <a:cubicBezTo>
                    <a:pt x="151523" y="71947"/>
                    <a:pt x="154471" y="77479"/>
                    <a:pt x="158483" y="765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4"/>
            <p:cNvSpPr/>
            <p:nvPr/>
          </p:nvSpPr>
          <p:spPr>
            <a:xfrm>
              <a:off x="2975000" y="222950"/>
              <a:ext cx="3962100" cy="1955225"/>
            </a:xfrm>
            <a:custGeom>
              <a:rect b="b" l="l" r="r" t="t"/>
              <a:pathLst>
                <a:path extrusionOk="0" fill="none" h="78209" w="158484">
                  <a:moveTo>
                    <a:pt x="0" y="8785"/>
                  </a:moveTo>
                  <a:cubicBezTo>
                    <a:pt x="6079" y="10608"/>
                    <a:pt x="13313" y="11155"/>
                    <a:pt x="19180" y="9453"/>
                  </a:cubicBezTo>
                  <a:cubicBezTo>
                    <a:pt x="25289" y="7690"/>
                    <a:pt x="31125" y="2584"/>
                    <a:pt x="37569" y="1459"/>
                  </a:cubicBezTo>
                  <a:cubicBezTo>
                    <a:pt x="45776" y="0"/>
                    <a:pt x="51642" y="7630"/>
                    <a:pt x="57874" y="11520"/>
                  </a:cubicBezTo>
                  <a:cubicBezTo>
                    <a:pt x="62099" y="14134"/>
                    <a:pt x="67175" y="16596"/>
                    <a:pt x="70123" y="20882"/>
                  </a:cubicBezTo>
                  <a:cubicBezTo>
                    <a:pt x="71886" y="23466"/>
                    <a:pt x="72190" y="26688"/>
                    <a:pt x="75625" y="27569"/>
                  </a:cubicBezTo>
                  <a:cubicBezTo>
                    <a:pt x="83193" y="29484"/>
                    <a:pt x="91339" y="23374"/>
                    <a:pt x="97996" y="22371"/>
                  </a:cubicBezTo>
                  <a:cubicBezTo>
                    <a:pt x="106051" y="21186"/>
                    <a:pt x="108391" y="17630"/>
                    <a:pt x="115473" y="24773"/>
                  </a:cubicBezTo>
                  <a:cubicBezTo>
                    <a:pt x="122039" y="31369"/>
                    <a:pt x="113528" y="46475"/>
                    <a:pt x="119060" y="53101"/>
                  </a:cubicBezTo>
                  <a:cubicBezTo>
                    <a:pt x="120732" y="55107"/>
                    <a:pt x="123802" y="56475"/>
                    <a:pt x="125869" y="58785"/>
                  </a:cubicBezTo>
                  <a:cubicBezTo>
                    <a:pt x="128088" y="61247"/>
                    <a:pt x="128057" y="64348"/>
                    <a:pt x="132191" y="64925"/>
                  </a:cubicBezTo>
                  <a:cubicBezTo>
                    <a:pt x="138179" y="65746"/>
                    <a:pt x="145352" y="65594"/>
                    <a:pt x="149608" y="70305"/>
                  </a:cubicBezTo>
                  <a:cubicBezTo>
                    <a:pt x="151705" y="72615"/>
                    <a:pt x="154502" y="78208"/>
                    <a:pt x="158483" y="7744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4"/>
            <p:cNvSpPr/>
            <p:nvPr/>
          </p:nvSpPr>
          <p:spPr>
            <a:xfrm>
              <a:off x="2975000" y="197875"/>
              <a:ext cx="3962850" cy="1976500"/>
            </a:xfrm>
            <a:custGeom>
              <a:rect b="b" l="l" r="r" t="t"/>
              <a:pathLst>
                <a:path extrusionOk="0" fill="none" h="79060" w="158514">
                  <a:moveTo>
                    <a:pt x="0" y="9788"/>
                  </a:moveTo>
                  <a:cubicBezTo>
                    <a:pt x="6110" y="11551"/>
                    <a:pt x="13222" y="11824"/>
                    <a:pt x="19301" y="10244"/>
                  </a:cubicBezTo>
                  <a:cubicBezTo>
                    <a:pt x="26080" y="8450"/>
                    <a:pt x="31369" y="3040"/>
                    <a:pt x="38208" y="1642"/>
                  </a:cubicBezTo>
                  <a:cubicBezTo>
                    <a:pt x="46384" y="0"/>
                    <a:pt x="51855" y="8207"/>
                    <a:pt x="57600" y="12098"/>
                  </a:cubicBezTo>
                  <a:cubicBezTo>
                    <a:pt x="61886" y="14985"/>
                    <a:pt x="67296" y="17478"/>
                    <a:pt x="71065" y="21368"/>
                  </a:cubicBezTo>
                  <a:cubicBezTo>
                    <a:pt x="73315" y="23678"/>
                    <a:pt x="74743" y="27113"/>
                    <a:pt x="77904" y="27903"/>
                  </a:cubicBezTo>
                  <a:cubicBezTo>
                    <a:pt x="84865" y="29575"/>
                    <a:pt x="91978" y="23648"/>
                    <a:pt x="98847" y="22280"/>
                  </a:cubicBezTo>
                  <a:cubicBezTo>
                    <a:pt x="107419" y="20517"/>
                    <a:pt x="109850" y="17903"/>
                    <a:pt x="116233" y="25077"/>
                  </a:cubicBezTo>
                  <a:cubicBezTo>
                    <a:pt x="122069" y="31642"/>
                    <a:pt x="115656" y="46536"/>
                    <a:pt x="120154" y="53557"/>
                  </a:cubicBezTo>
                  <a:cubicBezTo>
                    <a:pt x="121492" y="55624"/>
                    <a:pt x="124471" y="57235"/>
                    <a:pt x="126325" y="59484"/>
                  </a:cubicBezTo>
                  <a:cubicBezTo>
                    <a:pt x="128422" y="61977"/>
                    <a:pt x="128544" y="65047"/>
                    <a:pt x="132495" y="65685"/>
                  </a:cubicBezTo>
                  <a:cubicBezTo>
                    <a:pt x="138392" y="66658"/>
                    <a:pt x="145565" y="66506"/>
                    <a:pt x="149851" y="71187"/>
                  </a:cubicBezTo>
                  <a:cubicBezTo>
                    <a:pt x="151918" y="73466"/>
                    <a:pt x="154593" y="79059"/>
                    <a:pt x="158514" y="7845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4"/>
            <p:cNvSpPr/>
            <p:nvPr/>
          </p:nvSpPr>
          <p:spPr>
            <a:xfrm>
              <a:off x="2975000" y="180400"/>
              <a:ext cx="3962850" cy="1990925"/>
            </a:xfrm>
            <a:custGeom>
              <a:rect b="b" l="l" r="r" t="t"/>
              <a:pathLst>
                <a:path extrusionOk="0" fill="none" h="79637" w="158514">
                  <a:moveTo>
                    <a:pt x="0" y="10487"/>
                  </a:moveTo>
                  <a:cubicBezTo>
                    <a:pt x="6171" y="12219"/>
                    <a:pt x="13374" y="12371"/>
                    <a:pt x="19453" y="10699"/>
                  </a:cubicBezTo>
                  <a:cubicBezTo>
                    <a:pt x="26384" y="8754"/>
                    <a:pt x="31764" y="2979"/>
                    <a:pt x="38876" y="1611"/>
                  </a:cubicBezTo>
                  <a:cubicBezTo>
                    <a:pt x="47265" y="0"/>
                    <a:pt x="51946" y="8025"/>
                    <a:pt x="57418" y="12280"/>
                  </a:cubicBezTo>
                  <a:cubicBezTo>
                    <a:pt x="61582" y="15532"/>
                    <a:pt x="67083" y="17994"/>
                    <a:pt x="71460" y="21490"/>
                  </a:cubicBezTo>
                  <a:cubicBezTo>
                    <a:pt x="74166" y="23678"/>
                    <a:pt x="76597" y="27143"/>
                    <a:pt x="79789" y="27812"/>
                  </a:cubicBezTo>
                  <a:cubicBezTo>
                    <a:pt x="86172" y="29149"/>
                    <a:pt x="92950" y="23374"/>
                    <a:pt x="99364" y="21733"/>
                  </a:cubicBezTo>
                  <a:cubicBezTo>
                    <a:pt x="107723" y="19605"/>
                    <a:pt x="111218" y="17934"/>
                    <a:pt x="117024" y="25137"/>
                  </a:cubicBezTo>
                  <a:cubicBezTo>
                    <a:pt x="122100" y="31460"/>
                    <a:pt x="117784" y="46475"/>
                    <a:pt x="121249" y="53679"/>
                  </a:cubicBezTo>
                  <a:cubicBezTo>
                    <a:pt x="122708" y="56718"/>
                    <a:pt x="129060" y="65472"/>
                    <a:pt x="132769" y="66171"/>
                  </a:cubicBezTo>
                  <a:cubicBezTo>
                    <a:pt x="138605" y="67296"/>
                    <a:pt x="145748" y="67114"/>
                    <a:pt x="150033" y="71764"/>
                  </a:cubicBezTo>
                  <a:cubicBezTo>
                    <a:pt x="152100" y="73983"/>
                    <a:pt x="154684" y="79637"/>
                    <a:pt x="158514" y="7915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4"/>
            <p:cNvSpPr/>
            <p:nvPr/>
          </p:nvSpPr>
          <p:spPr>
            <a:xfrm>
              <a:off x="2975000" y="165200"/>
              <a:ext cx="3962850" cy="2002325"/>
            </a:xfrm>
            <a:custGeom>
              <a:rect b="b" l="l" r="r" t="t"/>
              <a:pathLst>
                <a:path extrusionOk="0" fill="none" h="80093" w="158514">
                  <a:moveTo>
                    <a:pt x="0" y="11095"/>
                  </a:moveTo>
                  <a:cubicBezTo>
                    <a:pt x="6201" y="12797"/>
                    <a:pt x="13496" y="12858"/>
                    <a:pt x="19575" y="11064"/>
                  </a:cubicBezTo>
                  <a:cubicBezTo>
                    <a:pt x="26688" y="8967"/>
                    <a:pt x="32128" y="2857"/>
                    <a:pt x="39545" y="1520"/>
                  </a:cubicBezTo>
                  <a:cubicBezTo>
                    <a:pt x="47965" y="0"/>
                    <a:pt x="52402" y="7599"/>
                    <a:pt x="57326" y="12280"/>
                  </a:cubicBezTo>
                  <a:cubicBezTo>
                    <a:pt x="61096" y="15867"/>
                    <a:pt x="66840" y="18329"/>
                    <a:pt x="71491" y="21490"/>
                  </a:cubicBezTo>
                  <a:cubicBezTo>
                    <a:pt x="74470" y="23496"/>
                    <a:pt x="77600" y="26870"/>
                    <a:pt x="81157" y="27387"/>
                  </a:cubicBezTo>
                  <a:cubicBezTo>
                    <a:pt x="87449" y="28268"/>
                    <a:pt x="93832" y="22827"/>
                    <a:pt x="99607" y="21034"/>
                  </a:cubicBezTo>
                  <a:cubicBezTo>
                    <a:pt x="107814" y="18450"/>
                    <a:pt x="112677" y="17812"/>
                    <a:pt x="117875" y="25137"/>
                  </a:cubicBezTo>
                  <a:cubicBezTo>
                    <a:pt x="120306" y="28602"/>
                    <a:pt x="119364" y="34773"/>
                    <a:pt x="119759" y="39423"/>
                  </a:cubicBezTo>
                  <a:cubicBezTo>
                    <a:pt x="120185" y="44256"/>
                    <a:pt x="120914" y="49697"/>
                    <a:pt x="122343" y="53679"/>
                  </a:cubicBezTo>
                  <a:cubicBezTo>
                    <a:pt x="123498" y="56810"/>
                    <a:pt x="129425" y="65746"/>
                    <a:pt x="133042" y="66536"/>
                  </a:cubicBezTo>
                  <a:cubicBezTo>
                    <a:pt x="138817" y="67782"/>
                    <a:pt x="145930" y="67600"/>
                    <a:pt x="150246" y="72220"/>
                  </a:cubicBezTo>
                  <a:cubicBezTo>
                    <a:pt x="152313" y="74409"/>
                    <a:pt x="154745" y="80093"/>
                    <a:pt x="158514" y="7975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4"/>
            <p:cNvSpPr/>
            <p:nvPr/>
          </p:nvSpPr>
          <p:spPr>
            <a:xfrm>
              <a:off x="2975000" y="150750"/>
              <a:ext cx="3962850" cy="2014500"/>
            </a:xfrm>
            <a:custGeom>
              <a:rect b="b" l="l" r="r" t="t"/>
              <a:pathLst>
                <a:path extrusionOk="0" fill="none" h="80580" w="158514">
                  <a:moveTo>
                    <a:pt x="0" y="11673"/>
                  </a:moveTo>
                  <a:cubicBezTo>
                    <a:pt x="6262" y="13344"/>
                    <a:pt x="13830" y="13588"/>
                    <a:pt x="19727" y="11429"/>
                  </a:cubicBezTo>
                  <a:cubicBezTo>
                    <a:pt x="26566" y="8907"/>
                    <a:pt x="32767" y="2676"/>
                    <a:pt x="40244" y="1399"/>
                  </a:cubicBezTo>
                  <a:cubicBezTo>
                    <a:pt x="48573" y="1"/>
                    <a:pt x="53162" y="6900"/>
                    <a:pt x="57478" y="12159"/>
                  </a:cubicBezTo>
                  <a:cubicBezTo>
                    <a:pt x="61825" y="17417"/>
                    <a:pt x="74318" y="25807"/>
                    <a:pt x="81917" y="26749"/>
                  </a:cubicBezTo>
                  <a:cubicBezTo>
                    <a:pt x="87692" y="27448"/>
                    <a:pt x="94379" y="22159"/>
                    <a:pt x="99637" y="20244"/>
                  </a:cubicBezTo>
                  <a:cubicBezTo>
                    <a:pt x="108178" y="17144"/>
                    <a:pt x="114045" y="17873"/>
                    <a:pt x="118787" y="25199"/>
                  </a:cubicBezTo>
                  <a:cubicBezTo>
                    <a:pt x="121066" y="28694"/>
                    <a:pt x="119607" y="34895"/>
                    <a:pt x="120215" y="39515"/>
                  </a:cubicBezTo>
                  <a:cubicBezTo>
                    <a:pt x="120853" y="44348"/>
                    <a:pt x="122373" y="49394"/>
                    <a:pt x="123498" y="53649"/>
                  </a:cubicBezTo>
                  <a:cubicBezTo>
                    <a:pt x="124349" y="56962"/>
                    <a:pt x="129729" y="65989"/>
                    <a:pt x="133316" y="66871"/>
                  </a:cubicBezTo>
                  <a:cubicBezTo>
                    <a:pt x="139000" y="68300"/>
                    <a:pt x="146112" y="68087"/>
                    <a:pt x="150459" y="72677"/>
                  </a:cubicBezTo>
                  <a:cubicBezTo>
                    <a:pt x="152495" y="74835"/>
                    <a:pt x="154836" y="80579"/>
                    <a:pt x="158514" y="803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4"/>
            <p:cNvSpPr/>
            <p:nvPr/>
          </p:nvSpPr>
          <p:spPr>
            <a:xfrm>
              <a:off x="2975000" y="138600"/>
              <a:ext cx="3962100" cy="2022075"/>
            </a:xfrm>
            <a:custGeom>
              <a:rect b="b" l="l" r="r" t="t"/>
              <a:pathLst>
                <a:path extrusionOk="0" fill="none" h="80883" w="158484">
                  <a:moveTo>
                    <a:pt x="0" y="12159"/>
                  </a:moveTo>
                  <a:cubicBezTo>
                    <a:pt x="6322" y="13800"/>
                    <a:pt x="13952" y="13952"/>
                    <a:pt x="19849" y="11672"/>
                  </a:cubicBezTo>
                  <a:cubicBezTo>
                    <a:pt x="26900" y="8937"/>
                    <a:pt x="33162" y="2462"/>
                    <a:pt x="40974" y="1247"/>
                  </a:cubicBezTo>
                  <a:cubicBezTo>
                    <a:pt x="48876" y="0"/>
                    <a:pt x="54530" y="5806"/>
                    <a:pt x="58026" y="11855"/>
                  </a:cubicBezTo>
                  <a:cubicBezTo>
                    <a:pt x="61521" y="17873"/>
                    <a:pt x="74500" y="25138"/>
                    <a:pt x="82069" y="25928"/>
                  </a:cubicBezTo>
                  <a:cubicBezTo>
                    <a:pt x="87449" y="26505"/>
                    <a:pt x="94774" y="21186"/>
                    <a:pt x="99637" y="19362"/>
                  </a:cubicBezTo>
                  <a:cubicBezTo>
                    <a:pt x="108178" y="16080"/>
                    <a:pt x="115321" y="17782"/>
                    <a:pt x="119759" y="25107"/>
                  </a:cubicBezTo>
                  <a:cubicBezTo>
                    <a:pt x="121948" y="28724"/>
                    <a:pt x="119790" y="34803"/>
                    <a:pt x="120580" y="39545"/>
                  </a:cubicBezTo>
                  <a:cubicBezTo>
                    <a:pt x="121370" y="44348"/>
                    <a:pt x="123771" y="48937"/>
                    <a:pt x="124623" y="53497"/>
                  </a:cubicBezTo>
                  <a:cubicBezTo>
                    <a:pt x="125291" y="56992"/>
                    <a:pt x="130003" y="66050"/>
                    <a:pt x="133559" y="67053"/>
                  </a:cubicBezTo>
                  <a:cubicBezTo>
                    <a:pt x="139152" y="68603"/>
                    <a:pt x="146355" y="68451"/>
                    <a:pt x="150672" y="72980"/>
                  </a:cubicBezTo>
                  <a:cubicBezTo>
                    <a:pt x="152708" y="75108"/>
                    <a:pt x="154897" y="80883"/>
                    <a:pt x="158483" y="80822"/>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4"/>
            <p:cNvSpPr/>
            <p:nvPr/>
          </p:nvSpPr>
          <p:spPr>
            <a:xfrm>
              <a:off x="2975000" y="124150"/>
              <a:ext cx="3962100" cy="2034250"/>
            </a:xfrm>
            <a:custGeom>
              <a:rect b="b" l="l" r="r" t="t"/>
              <a:pathLst>
                <a:path extrusionOk="0" fill="none" h="81370" w="158484">
                  <a:moveTo>
                    <a:pt x="0" y="12737"/>
                  </a:moveTo>
                  <a:cubicBezTo>
                    <a:pt x="6383" y="14348"/>
                    <a:pt x="13861" y="14226"/>
                    <a:pt x="20001" y="12007"/>
                  </a:cubicBezTo>
                  <a:cubicBezTo>
                    <a:pt x="27721" y="9241"/>
                    <a:pt x="33283" y="2432"/>
                    <a:pt x="41673" y="1186"/>
                  </a:cubicBezTo>
                  <a:cubicBezTo>
                    <a:pt x="49515" y="1"/>
                    <a:pt x="55807" y="4530"/>
                    <a:pt x="58877" y="11551"/>
                  </a:cubicBezTo>
                  <a:cubicBezTo>
                    <a:pt x="61886" y="18481"/>
                    <a:pt x="74378" y="24560"/>
                    <a:pt x="81704" y="25199"/>
                  </a:cubicBezTo>
                  <a:cubicBezTo>
                    <a:pt x="87114" y="25624"/>
                    <a:pt x="94774" y="20244"/>
                    <a:pt x="99607" y="18573"/>
                  </a:cubicBezTo>
                  <a:cubicBezTo>
                    <a:pt x="108118" y="15655"/>
                    <a:pt x="116628" y="17721"/>
                    <a:pt x="120853" y="25199"/>
                  </a:cubicBezTo>
                  <a:cubicBezTo>
                    <a:pt x="123012" y="29029"/>
                    <a:pt x="119972" y="34895"/>
                    <a:pt x="120853" y="39758"/>
                  </a:cubicBezTo>
                  <a:cubicBezTo>
                    <a:pt x="121735" y="44561"/>
                    <a:pt x="125139" y="48512"/>
                    <a:pt x="125778" y="53406"/>
                  </a:cubicBezTo>
                  <a:cubicBezTo>
                    <a:pt x="126294" y="57205"/>
                    <a:pt x="130276" y="66172"/>
                    <a:pt x="133863" y="67297"/>
                  </a:cubicBezTo>
                  <a:cubicBezTo>
                    <a:pt x="139334" y="68999"/>
                    <a:pt x="146568" y="68908"/>
                    <a:pt x="150884" y="73406"/>
                  </a:cubicBezTo>
                  <a:cubicBezTo>
                    <a:pt x="153438" y="76051"/>
                    <a:pt x="154684" y="80428"/>
                    <a:pt x="158483" y="8137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4"/>
            <p:cNvSpPr/>
            <p:nvPr/>
          </p:nvSpPr>
          <p:spPr>
            <a:xfrm>
              <a:off x="2975000" y="108200"/>
              <a:ext cx="3962850" cy="2050975"/>
            </a:xfrm>
            <a:custGeom>
              <a:rect b="b" l="l" r="r" t="t"/>
              <a:pathLst>
                <a:path extrusionOk="0" fill="none" h="82039" w="158514">
                  <a:moveTo>
                    <a:pt x="0" y="13375"/>
                  </a:moveTo>
                  <a:cubicBezTo>
                    <a:pt x="6474" y="14986"/>
                    <a:pt x="14013" y="14712"/>
                    <a:pt x="20183" y="12432"/>
                  </a:cubicBezTo>
                  <a:cubicBezTo>
                    <a:pt x="28116" y="9454"/>
                    <a:pt x="33709" y="2493"/>
                    <a:pt x="42402" y="1156"/>
                  </a:cubicBezTo>
                  <a:cubicBezTo>
                    <a:pt x="50092" y="1"/>
                    <a:pt x="57418" y="4043"/>
                    <a:pt x="59819" y="11217"/>
                  </a:cubicBezTo>
                  <a:cubicBezTo>
                    <a:pt x="62190" y="18390"/>
                    <a:pt x="73862" y="24104"/>
                    <a:pt x="81035" y="24439"/>
                  </a:cubicBezTo>
                  <a:cubicBezTo>
                    <a:pt x="86780" y="24743"/>
                    <a:pt x="94318" y="19454"/>
                    <a:pt x="99607" y="17934"/>
                  </a:cubicBezTo>
                  <a:cubicBezTo>
                    <a:pt x="108452" y="15381"/>
                    <a:pt x="117844" y="17873"/>
                    <a:pt x="122009" y="25350"/>
                  </a:cubicBezTo>
                  <a:cubicBezTo>
                    <a:pt x="124227" y="29332"/>
                    <a:pt x="120154" y="35047"/>
                    <a:pt x="121066" y="40092"/>
                  </a:cubicBezTo>
                  <a:cubicBezTo>
                    <a:pt x="121978" y="44925"/>
                    <a:pt x="126507" y="48512"/>
                    <a:pt x="126963" y="53406"/>
                  </a:cubicBezTo>
                  <a:cubicBezTo>
                    <a:pt x="127297" y="57205"/>
                    <a:pt x="130459" y="66172"/>
                    <a:pt x="134167" y="67570"/>
                  </a:cubicBezTo>
                  <a:cubicBezTo>
                    <a:pt x="139304" y="69485"/>
                    <a:pt x="146842" y="69424"/>
                    <a:pt x="151128" y="73862"/>
                  </a:cubicBezTo>
                  <a:cubicBezTo>
                    <a:pt x="153650" y="76537"/>
                    <a:pt x="154805" y="80883"/>
                    <a:pt x="158514" y="8203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4"/>
            <p:cNvSpPr/>
            <p:nvPr/>
          </p:nvSpPr>
          <p:spPr>
            <a:xfrm>
              <a:off x="2975000" y="89975"/>
              <a:ext cx="3962850" cy="2068425"/>
            </a:xfrm>
            <a:custGeom>
              <a:rect b="b" l="l" r="r" t="t"/>
              <a:pathLst>
                <a:path extrusionOk="0" fill="none" h="82737" w="158514">
                  <a:moveTo>
                    <a:pt x="0" y="14104"/>
                  </a:moveTo>
                  <a:cubicBezTo>
                    <a:pt x="6535" y="15684"/>
                    <a:pt x="14347" y="15502"/>
                    <a:pt x="20335" y="12918"/>
                  </a:cubicBezTo>
                  <a:cubicBezTo>
                    <a:pt x="27995" y="9575"/>
                    <a:pt x="34439" y="2644"/>
                    <a:pt x="43101" y="1216"/>
                  </a:cubicBezTo>
                  <a:cubicBezTo>
                    <a:pt x="50639" y="0"/>
                    <a:pt x="58299" y="3435"/>
                    <a:pt x="60822" y="10882"/>
                  </a:cubicBezTo>
                  <a:cubicBezTo>
                    <a:pt x="63436" y="18572"/>
                    <a:pt x="72190" y="23587"/>
                    <a:pt x="80184" y="23769"/>
                  </a:cubicBezTo>
                  <a:cubicBezTo>
                    <a:pt x="86415" y="23921"/>
                    <a:pt x="93862" y="18663"/>
                    <a:pt x="99759" y="17417"/>
                  </a:cubicBezTo>
                  <a:cubicBezTo>
                    <a:pt x="107875" y="15715"/>
                    <a:pt x="119394" y="17234"/>
                    <a:pt x="123224" y="25593"/>
                  </a:cubicBezTo>
                  <a:cubicBezTo>
                    <a:pt x="125413" y="30396"/>
                    <a:pt x="120367" y="35350"/>
                    <a:pt x="121279" y="40578"/>
                  </a:cubicBezTo>
                  <a:cubicBezTo>
                    <a:pt x="122100" y="45381"/>
                    <a:pt x="127723" y="48937"/>
                    <a:pt x="128118" y="53496"/>
                  </a:cubicBezTo>
                  <a:cubicBezTo>
                    <a:pt x="128422" y="57174"/>
                    <a:pt x="130762" y="66262"/>
                    <a:pt x="134501" y="67873"/>
                  </a:cubicBezTo>
                  <a:cubicBezTo>
                    <a:pt x="139456" y="70001"/>
                    <a:pt x="147085" y="69971"/>
                    <a:pt x="151340" y="74408"/>
                  </a:cubicBezTo>
                  <a:cubicBezTo>
                    <a:pt x="153894" y="77083"/>
                    <a:pt x="154897" y="81430"/>
                    <a:pt x="158514" y="8273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4"/>
            <p:cNvSpPr/>
            <p:nvPr/>
          </p:nvSpPr>
          <p:spPr>
            <a:xfrm>
              <a:off x="2975000" y="69450"/>
              <a:ext cx="3962850" cy="2089725"/>
            </a:xfrm>
            <a:custGeom>
              <a:rect b="b" l="l" r="r" t="t"/>
              <a:pathLst>
                <a:path extrusionOk="0" fill="none" h="83589" w="158514">
                  <a:moveTo>
                    <a:pt x="0" y="14925"/>
                  </a:moveTo>
                  <a:cubicBezTo>
                    <a:pt x="6626" y="16475"/>
                    <a:pt x="14529" y="16201"/>
                    <a:pt x="20517" y="13496"/>
                  </a:cubicBezTo>
                  <a:cubicBezTo>
                    <a:pt x="28359" y="9940"/>
                    <a:pt x="34925" y="3010"/>
                    <a:pt x="43800" y="1338"/>
                  </a:cubicBezTo>
                  <a:cubicBezTo>
                    <a:pt x="51126" y="0"/>
                    <a:pt x="59454" y="3010"/>
                    <a:pt x="61916" y="10517"/>
                  </a:cubicBezTo>
                  <a:cubicBezTo>
                    <a:pt x="64500" y="18359"/>
                    <a:pt x="70853" y="23223"/>
                    <a:pt x="79272" y="23131"/>
                  </a:cubicBezTo>
                  <a:cubicBezTo>
                    <a:pt x="86020" y="23071"/>
                    <a:pt x="93254" y="17934"/>
                    <a:pt x="100032" y="17052"/>
                  </a:cubicBezTo>
                  <a:cubicBezTo>
                    <a:pt x="108574" y="15958"/>
                    <a:pt x="120489" y="17630"/>
                    <a:pt x="124471" y="25989"/>
                  </a:cubicBezTo>
                  <a:cubicBezTo>
                    <a:pt x="126902" y="31065"/>
                    <a:pt x="120671" y="35776"/>
                    <a:pt x="121492" y="41186"/>
                  </a:cubicBezTo>
                  <a:cubicBezTo>
                    <a:pt x="122221" y="46050"/>
                    <a:pt x="128878" y="49393"/>
                    <a:pt x="129243" y="53740"/>
                  </a:cubicBezTo>
                  <a:cubicBezTo>
                    <a:pt x="129516" y="57357"/>
                    <a:pt x="131127" y="66445"/>
                    <a:pt x="134896" y="68238"/>
                  </a:cubicBezTo>
                  <a:cubicBezTo>
                    <a:pt x="139699" y="70549"/>
                    <a:pt x="147359" y="70670"/>
                    <a:pt x="151584" y="75077"/>
                  </a:cubicBezTo>
                  <a:cubicBezTo>
                    <a:pt x="154137" y="77752"/>
                    <a:pt x="154988" y="82068"/>
                    <a:pt x="158514" y="8358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4"/>
            <p:cNvSpPr/>
            <p:nvPr/>
          </p:nvSpPr>
          <p:spPr>
            <a:xfrm>
              <a:off x="2975000" y="45125"/>
              <a:ext cx="3962850" cy="2114050"/>
            </a:xfrm>
            <a:custGeom>
              <a:rect b="b" l="l" r="r" t="t"/>
              <a:pathLst>
                <a:path extrusionOk="0" fill="none" h="84562" w="158514">
                  <a:moveTo>
                    <a:pt x="0" y="15898"/>
                  </a:moveTo>
                  <a:cubicBezTo>
                    <a:pt x="6991" y="17478"/>
                    <a:pt x="14651" y="16809"/>
                    <a:pt x="20700" y="14226"/>
                  </a:cubicBezTo>
                  <a:cubicBezTo>
                    <a:pt x="28511" y="10913"/>
                    <a:pt x="35350" y="3527"/>
                    <a:pt x="44439" y="1551"/>
                  </a:cubicBezTo>
                  <a:cubicBezTo>
                    <a:pt x="51612" y="1"/>
                    <a:pt x="60579" y="2736"/>
                    <a:pt x="63041" y="10214"/>
                  </a:cubicBezTo>
                  <a:cubicBezTo>
                    <a:pt x="65564" y="17934"/>
                    <a:pt x="69515" y="22949"/>
                    <a:pt x="78391" y="22645"/>
                  </a:cubicBezTo>
                  <a:cubicBezTo>
                    <a:pt x="85716" y="22372"/>
                    <a:pt x="93072" y="17417"/>
                    <a:pt x="100488" y="16931"/>
                  </a:cubicBezTo>
                  <a:cubicBezTo>
                    <a:pt x="109273" y="16323"/>
                    <a:pt x="121431" y="18208"/>
                    <a:pt x="125717" y="26536"/>
                  </a:cubicBezTo>
                  <a:cubicBezTo>
                    <a:pt x="128544" y="31946"/>
                    <a:pt x="121036" y="36415"/>
                    <a:pt x="121735" y="41916"/>
                  </a:cubicBezTo>
                  <a:cubicBezTo>
                    <a:pt x="122343" y="46871"/>
                    <a:pt x="129881" y="49971"/>
                    <a:pt x="130276" y="54105"/>
                  </a:cubicBezTo>
                  <a:cubicBezTo>
                    <a:pt x="130641" y="57631"/>
                    <a:pt x="131431" y="66628"/>
                    <a:pt x="135322" y="68664"/>
                  </a:cubicBezTo>
                  <a:cubicBezTo>
                    <a:pt x="140124" y="71157"/>
                    <a:pt x="147632" y="71461"/>
                    <a:pt x="151796" y="75868"/>
                  </a:cubicBezTo>
                  <a:cubicBezTo>
                    <a:pt x="154350" y="78573"/>
                    <a:pt x="155109" y="82859"/>
                    <a:pt x="158514" y="8456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4"/>
            <p:cNvSpPr/>
            <p:nvPr/>
          </p:nvSpPr>
          <p:spPr>
            <a:xfrm>
              <a:off x="2975000" y="20825"/>
              <a:ext cx="3962850" cy="2138350"/>
            </a:xfrm>
            <a:custGeom>
              <a:rect b="b" l="l" r="r" t="t"/>
              <a:pathLst>
                <a:path extrusionOk="0" fill="none" h="85534" w="158514">
                  <a:moveTo>
                    <a:pt x="0" y="16870"/>
                  </a:moveTo>
                  <a:cubicBezTo>
                    <a:pt x="7082" y="18420"/>
                    <a:pt x="14833" y="17629"/>
                    <a:pt x="20912" y="14955"/>
                  </a:cubicBezTo>
                  <a:cubicBezTo>
                    <a:pt x="28876" y="11459"/>
                    <a:pt x="35776" y="3951"/>
                    <a:pt x="45047" y="1702"/>
                  </a:cubicBezTo>
                  <a:cubicBezTo>
                    <a:pt x="52068" y="0"/>
                    <a:pt x="61703" y="2371"/>
                    <a:pt x="64166" y="9818"/>
                  </a:cubicBezTo>
                  <a:cubicBezTo>
                    <a:pt x="66567" y="16991"/>
                    <a:pt x="68877" y="22645"/>
                    <a:pt x="77722" y="22128"/>
                  </a:cubicBezTo>
                  <a:cubicBezTo>
                    <a:pt x="85503" y="21672"/>
                    <a:pt x="93133" y="16961"/>
                    <a:pt x="101127" y="16809"/>
                  </a:cubicBezTo>
                  <a:cubicBezTo>
                    <a:pt x="110063" y="16657"/>
                    <a:pt x="122161" y="18693"/>
                    <a:pt x="126963" y="27083"/>
                  </a:cubicBezTo>
                  <a:cubicBezTo>
                    <a:pt x="130276" y="32858"/>
                    <a:pt x="121705" y="37052"/>
                    <a:pt x="122161" y="42615"/>
                  </a:cubicBezTo>
                  <a:cubicBezTo>
                    <a:pt x="122616" y="47782"/>
                    <a:pt x="130762" y="50518"/>
                    <a:pt x="131279" y="54530"/>
                  </a:cubicBezTo>
                  <a:cubicBezTo>
                    <a:pt x="131735" y="57934"/>
                    <a:pt x="131796" y="66931"/>
                    <a:pt x="135778" y="69089"/>
                  </a:cubicBezTo>
                  <a:cubicBezTo>
                    <a:pt x="140550" y="71703"/>
                    <a:pt x="147936" y="72250"/>
                    <a:pt x="152039" y="76658"/>
                  </a:cubicBezTo>
                  <a:cubicBezTo>
                    <a:pt x="154593" y="79393"/>
                    <a:pt x="155231" y="83649"/>
                    <a:pt x="158514" y="8553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 name="Google Shape;566;p4"/>
          <p:cNvGrpSpPr/>
          <p:nvPr/>
        </p:nvGrpSpPr>
        <p:grpSpPr>
          <a:xfrm rot="5400000">
            <a:off x="5001698" y="5417730"/>
            <a:ext cx="2781299" cy="1048521"/>
            <a:chOff x="493175" y="2102150"/>
            <a:chExt cx="1201425" cy="452925"/>
          </a:xfrm>
        </p:grpSpPr>
        <p:sp>
          <p:nvSpPr>
            <p:cNvPr id="567" name="Google Shape;567;p4"/>
            <p:cNvSpPr/>
            <p:nvPr/>
          </p:nvSpPr>
          <p:spPr>
            <a:xfrm>
              <a:off x="1675575" y="2536050"/>
              <a:ext cx="19025" cy="19025"/>
            </a:xfrm>
            <a:custGeom>
              <a:rect b="b" l="l" r="r" t="t"/>
              <a:pathLst>
                <a:path extrusionOk="0" h="761" w="761">
                  <a:moveTo>
                    <a:pt x="365" y="1"/>
                  </a:moveTo>
                  <a:cubicBezTo>
                    <a:pt x="153" y="1"/>
                    <a:pt x="1" y="153"/>
                    <a:pt x="1" y="365"/>
                  </a:cubicBezTo>
                  <a:cubicBezTo>
                    <a:pt x="1" y="578"/>
                    <a:pt x="153"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4"/>
            <p:cNvSpPr/>
            <p:nvPr/>
          </p:nvSpPr>
          <p:spPr>
            <a:xfrm>
              <a:off x="1576800" y="2536050"/>
              <a:ext cx="19000" cy="19025"/>
            </a:xfrm>
            <a:custGeom>
              <a:rect b="b" l="l" r="r" t="t"/>
              <a:pathLst>
                <a:path extrusionOk="0" h="761" w="760">
                  <a:moveTo>
                    <a:pt x="365" y="1"/>
                  </a:moveTo>
                  <a:cubicBezTo>
                    <a:pt x="182" y="1"/>
                    <a:pt x="0" y="153"/>
                    <a:pt x="0" y="365"/>
                  </a:cubicBezTo>
                  <a:cubicBezTo>
                    <a:pt x="0" y="578"/>
                    <a:pt x="182"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4"/>
            <p:cNvSpPr/>
            <p:nvPr/>
          </p:nvSpPr>
          <p:spPr>
            <a:xfrm>
              <a:off x="14780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4"/>
            <p:cNvSpPr/>
            <p:nvPr/>
          </p:nvSpPr>
          <p:spPr>
            <a:xfrm>
              <a:off x="1379975" y="2536050"/>
              <a:ext cx="19025" cy="19025"/>
            </a:xfrm>
            <a:custGeom>
              <a:rect b="b" l="l" r="r" t="t"/>
              <a:pathLst>
                <a:path extrusionOk="0" h="761" w="761">
                  <a:moveTo>
                    <a:pt x="365" y="1"/>
                  </a:moveTo>
                  <a:cubicBezTo>
                    <a:pt x="153" y="1"/>
                    <a:pt x="1" y="153"/>
                    <a:pt x="1" y="365"/>
                  </a:cubicBezTo>
                  <a:cubicBezTo>
                    <a:pt x="1" y="578"/>
                    <a:pt x="153"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4"/>
            <p:cNvSpPr/>
            <p:nvPr/>
          </p:nvSpPr>
          <p:spPr>
            <a:xfrm>
              <a:off x="1281200" y="2536050"/>
              <a:ext cx="19025" cy="19025"/>
            </a:xfrm>
            <a:custGeom>
              <a:rect b="b" l="l" r="r" t="t"/>
              <a:pathLst>
                <a:path extrusionOk="0" h="761" w="761">
                  <a:moveTo>
                    <a:pt x="395" y="1"/>
                  </a:moveTo>
                  <a:cubicBezTo>
                    <a:pt x="183" y="1"/>
                    <a:pt x="0" y="153"/>
                    <a:pt x="0" y="365"/>
                  </a:cubicBezTo>
                  <a:cubicBezTo>
                    <a:pt x="0" y="578"/>
                    <a:pt x="183" y="760"/>
                    <a:pt x="395" y="760"/>
                  </a:cubicBezTo>
                  <a:cubicBezTo>
                    <a:pt x="578" y="760"/>
                    <a:pt x="760" y="578"/>
                    <a:pt x="760" y="365"/>
                  </a:cubicBezTo>
                  <a:cubicBezTo>
                    <a:pt x="760" y="15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4"/>
            <p:cNvSpPr/>
            <p:nvPr/>
          </p:nvSpPr>
          <p:spPr>
            <a:xfrm>
              <a:off x="11824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4"/>
            <p:cNvSpPr/>
            <p:nvPr/>
          </p:nvSpPr>
          <p:spPr>
            <a:xfrm>
              <a:off x="1084375" y="2536050"/>
              <a:ext cx="19025" cy="19025"/>
            </a:xfrm>
            <a:custGeom>
              <a:rect b="b" l="l" r="r" t="t"/>
              <a:pathLst>
                <a:path extrusionOk="0" h="761" w="761">
                  <a:moveTo>
                    <a:pt x="365" y="1"/>
                  </a:moveTo>
                  <a:cubicBezTo>
                    <a:pt x="153" y="1"/>
                    <a:pt x="1" y="153"/>
                    <a:pt x="1" y="365"/>
                  </a:cubicBezTo>
                  <a:cubicBezTo>
                    <a:pt x="1" y="578"/>
                    <a:pt x="153" y="760"/>
                    <a:pt x="365" y="760"/>
                  </a:cubicBezTo>
                  <a:cubicBezTo>
                    <a:pt x="578" y="760"/>
                    <a:pt x="761" y="578"/>
                    <a:pt x="761" y="365"/>
                  </a:cubicBezTo>
                  <a:cubicBezTo>
                    <a:pt x="761"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4"/>
            <p:cNvSpPr/>
            <p:nvPr/>
          </p:nvSpPr>
          <p:spPr>
            <a:xfrm>
              <a:off x="985600" y="2536050"/>
              <a:ext cx="19025" cy="19025"/>
            </a:xfrm>
            <a:custGeom>
              <a:rect b="b" l="l" r="r" t="t"/>
              <a:pathLst>
                <a:path extrusionOk="0" h="761" w="761">
                  <a:moveTo>
                    <a:pt x="365" y="1"/>
                  </a:moveTo>
                  <a:cubicBezTo>
                    <a:pt x="152" y="1"/>
                    <a:pt x="0" y="153"/>
                    <a:pt x="0" y="365"/>
                  </a:cubicBezTo>
                  <a:cubicBezTo>
                    <a:pt x="0" y="578"/>
                    <a:pt x="152"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4"/>
            <p:cNvSpPr/>
            <p:nvPr/>
          </p:nvSpPr>
          <p:spPr>
            <a:xfrm>
              <a:off x="8868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4"/>
            <p:cNvSpPr/>
            <p:nvPr/>
          </p:nvSpPr>
          <p:spPr>
            <a:xfrm>
              <a:off x="788025" y="2536050"/>
              <a:ext cx="19025" cy="19025"/>
            </a:xfrm>
            <a:custGeom>
              <a:rect b="b" l="l" r="r" t="t"/>
              <a:pathLst>
                <a:path extrusionOk="0" h="761" w="761">
                  <a:moveTo>
                    <a:pt x="395" y="1"/>
                  </a:moveTo>
                  <a:cubicBezTo>
                    <a:pt x="183" y="1"/>
                    <a:pt x="0" y="153"/>
                    <a:pt x="0" y="365"/>
                  </a:cubicBezTo>
                  <a:cubicBezTo>
                    <a:pt x="0" y="578"/>
                    <a:pt x="183" y="760"/>
                    <a:pt x="395" y="760"/>
                  </a:cubicBezTo>
                  <a:cubicBezTo>
                    <a:pt x="608" y="760"/>
                    <a:pt x="760" y="578"/>
                    <a:pt x="760" y="365"/>
                  </a:cubicBezTo>
                  <a:cubicBezTo>
                    <a:pt x="760" y="15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4"/>
            <p:cNvSpPr/>
            <p:nvPr/>
          </p:nvSpPr>
          <p:spPr>
            <a:xfrm>
              <a:off x="690000" y="2536050"/>
              <a:ext cx="19025" cy="19025"/>
            </a:xfrm>
            <a:custGeom>
              <a:rect b="b" l="l" r="r" t="t"/>
              <a:pathLst>
                <a:path extrusionOk="0" h="761" w="761">
                  <a:moveTo>
                    <a:pt x="365" y="1"/>
                  </a:moveTo>
                  <a:cubicBezTo>
                    <a:pt x="152" y="1"/>
                    <a:pt x="0" y="153"/>
                    <a:pt x="0" y="365"/>
                  </a:cubicBezTo>
                  <a:cubicBezTo>
                    <a:pt x="0" y="578"/>
                    <a:pt x="152"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4"/>
            <p:cNvSpPr/>
            <p:nvPr/>
          </p:nvSpPr>
          <p:spPr>
            <a:xfrm>
              <a:off x="5912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4"/>
            <p:cNvSpPr/>
            <p:nvPr/>
          </p:nvSpPr>
          <p:spPr>
            <a:xfrm>
              <a:off x="493175" y="2536050"/>
              <a:ext cx="19025" cy="19025"/>
            </a:xfrm>
            <a:custGeom>
              <a:rect b="b" l="l" r="r" t="t"/>
              <a:pathLst>
                <a:path extrusionOk="0" h="761" w="761">
                  <a:moveTo>
                    <a:pt x="366" y="1"/>
                  </a:moveTo>
                  <a:cubicBezTo>
                    <a:pt x="153" y="1"/>
                    <a:pt x="1" y="153"/>
                    <a:pt x="1" y="365"/>
                  </a:cubicBezTo>
                  <a:cubicBezTo>
                    <a:pt x="1" y="578"/>
                    <a:pt x="153" y="760"/>
                    <a:pt x="366" y="760"/>
                  </a:cubicBezTo>
                  <a:cubicBezTo>
                    <a:pt x="578" y="760"/>
                    <a:pt x="761" y="578"/>
                    <a:pt x="761" y="365"/>
                  </a:cubicBezTo>
                  <a:cubicBezTo>
                    <a:pt x="761" y="15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4"/>
            <p:cNvSpPr/>
            <p:nvPr/>
          </p:nvSpPr>
          <p:spPr>
            <a:xfrm>
              <a:off x="1675575" y="2449425"/>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4"/>
            <p:cNvSpPr/>
            <p:nvPr/>
          </p:nvSpPr>
          <p:spPr>
            <a:xfrm>
              <a:off x="1576800" y="2449425"/>
              <a:ext cx="19000" cy="19025"/>
            </a:xfrm>
            <a:custGeom>
              <a:rect b="b" l="l" r="r" t="t"/>
              <a:pathLst>
                <a:path extrusionOk="0" h="761" w="760">
                  <a:moveTo>
                    <a:pt x="365" y="0"/>
                  </a:moveTo>
                  <a:cubicBezTo>
                    <a:pt x="182" y="0"/>
                    <a:pt x="0" y="152"/>
                    <a:pt x="0" y="365"/>
                  </a:cubicBezTo>
                  <a:cubicBezTo>
                    <a:pt x="0" y="578"/>
                    <a:pt x="18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4"/>
            <p:cNvSpPr/>
            <p:nvPr/>
          </p:nvSpPr>
          <p:spPr>
            <a:xfrm>
              <a:off x="14780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4"/>
            <p:cNvSpPr/>
            <p:nvPr/>
          </p:nvSpPr>
          <p:spPr>
            <a:xfrm>
              <a:off x="1379975" y="2449425"/>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4"/>
            <p:cNvSpPr/>
            <p:nvPr/>
          </p:nvSpPr>
          <p:spPr>
            <a:xfrm>
              <a:off x="1281200" y="2449425"/>
              <a:ext cx="19025" cy="19025"/>
            </a:xfrm>
            <a:custGeom>
              <a:rect b="b" l="l" r="r" t="t"/>
              <a:pathLst>
                <a:path extrusionOk="0" h="761" w="761">
                  <a:moveTo>
                    <a:pt x="395" y="0"/>
                  </a:moveTo>
                  <a:cubicBezTo>
                    <a:pt x="183" y="0"/>
                    <a:pt x="0" y="152"/>
                    <a:pt x="0" y="365"/>
                  </a:cubicBezTo>
                  <a:cubicBezTo>
                    <a:pt x="0" y="578"/>
                    <a:pt x="183" y="760"/>
                    <a:pt x="395" y="760"/>
                  </a:cubicBezTo>
                  <a:cubicBezTo>
                    <a:pt x="578" y="760"/>
                    <a:pt x="760" y="578"/>
                    <a:pt x="760" y="365"/>
                  </a:cubicBezTo>
                  <a:cubicBezTo>
                    <a:pt x="760" y="152"/>
                    <a:pt x="57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4"/>
            <p:cNvSpPr/>
            <p:nvPr/>
          </p:nvSpPr>
          <p:spPr>
            <a:xfrm>
              <a:off x="11824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4"/>
            <p:cNvSpPr/>
            <p:nvPr/>
          </p:nvSpPr>
          <p:spPr>
            <a:xfrm>
              <a:off x="1084375" y="2449425"/>
              <a:ext cx="19025" cy="19025"/>
            </a:xfrm>
            <a:custGeom>
              <a:rect b="b" l="l" r="r" t="t"/>
              <a:pathLst>
                <a:path extrusionOk="0" h="761" w="761">
                  <a:moveTo>
                    <a:pt x="365" y="0"/>
                  </a:moveTo>
                  <a:cubicBezTo>
                    <a:pt x="153" y="0"/>
                    <a:pt x="1" y="152"/>
                    <a:pt x="1" y="365"/>
                  </a:cubicBezTo>
                  <a:cubicBezTo>
                    <a:pt x="1" y="578"/>
                    <a:pt x="153" y="760"/>
                    <a:pt x="365" y="760"/>
                  </a:cubicBezTo>
                  <a:cubicBezTo>
                    <a:pt x="578" y="760"/>
                    <a:pt x="761" y="578"/>
                    <a:pt x="761" y="365"/>
                  </a:cubicBezTo>
                  <a:cubicBezTo>
                    <a:pt x="761"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4"/>
            <p:cNvSpPr/>
            <p:nvPr/>
          </p:nvSpPr>
          <p:spPr>
            <a:xfrm>
              <a:off x="985600" y="2449425"/>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4"/>
            <p:cNvSpPr/>
            <p:nvPr/>
          </p:nvSpPr>
          <p:spPr>
            <a:xfrm>
              <a:off x="8868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4"/>
            <p:cNvSpPr/>
            <p:nvPr/>
          </p:nvSpPr>
          <p:spPr>
            <a:xfrm>
              <a:off x="788025" y="2449425"/>
              <a:ext cx="19025" cy="19025"/>
            </a:xfrm>
            <a:custGeom>
              <a:rect b="b" l="l" r="r" t="t"/>
              <a:pathLst>
                <a:path extrusionOk="0" h="761" w="761">
                  <a:moveTo>
                    <a:pt x="395" y="0"/>
                  </a:moveTo>
                  <a:cubicBezTo>
                    <a:pt x="183" y="0"/>
                    <a:pt x="0" y="152"/>
                    <a:pt x="0" y="365"/>
                  </a:cubicBezTo>
                  <a:cubicBezTo>
                    <a:pt x="0" y="578"/>
                    <a:pt x="183" y="760"/>
                    <a:pt x="395" y="760"/>
                  </a:cubicBezTo>
                  <a:cubicBezTo>
                    <a:pt x="608" y="760"/>
                    <a:pt x="760" y="578"/>
                    <a:pt x="760" y="365"/>
                  </a:cubicBezTo>
                  <a:cubicBezTo>
                    <a:pt x="760" y="152"/>
                    <a:pt x="60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4"/>
            <p:cNvSpPr/>
            <p:nvPr/>
          </p:nvSpPr>
          <p:spPr>
            <a:xfrm>
              <a:off x="690000" y="2449425"/>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4"/>
            <p:cNvSpPr/>
            <p:nvPr/>
          </p:nvSpPr>
          <p:spPr>
            <a:xfrm>
              <a:off x="5912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4"/>
            <p:cNvSpPr/>
            <p:nvPr/>
          </p:nvSpPr>
          <p:spPr>
            <a:xfrm>
              <a:off x="493175" y="2449425"/>
              <a:ext cx="19025" cy="19025"/>
            </a:xfrm>
            <a:custGeom>
              <a:rect b="b" l="l" r="r" t="t"/>
              <a:pathLst>
                <a:path extrusionOk="0" h="761" w="761">
                  <a:moveTo>
                    <a:pt x="366" y="0"/>
                  </a:moveTo>
                  <a:cubicBezTo>
                    <a:pt x="153" y="0"/>
                    <a:pt x="1" y="152"/>
                    <a:pt x="1" y="365"/>
                  </a:cubicBezTo>
                  <a:cubicBezTo>
                    <a:pt x="1" y="578"/>
                    <a:pt x="153" y="760"/>
                    <a:pt x="366" y="760"/>
                  </a:cubicBezTo>
                  <a:cubicBezTo>
                    <a:pt x="578" y="760"/>
                    <a:pt x="761" y="578"/>
                    <a:pt x="761" y="365"/>
                  </a:cubicBezTo>
                  <a:cubicBezTo>
                    <a:pt x="761" y="152"/>
                    <a:pt x="578" y="0"/>
                    <a:pt x="36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4"/>
            <p:cNvSpPr/>
            <p:nvPr/>
          </p:nvSpPr>
          <p:spPr>
            <a:xfrm>
              <a:off x="1675575" y="2362800"/>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4"/>
            <p:cNvSpPr/>
            <p:nvPr/>
          </p:nvSpPr>
          <p:spPr>
            <a:xfrm>
              <a:off x="1576800" y="2362800"/>
              <a:ext cx="19000" cy="19025"/>
            </a:xfrm>
            <a:custGeom>
              <a:rect b="b" l="l" r="r" t="t"/>
              <a:pathLst>
                <a:path extrusionOk="0" h="761" w="760">
                  <a:moveTo>
                    <a:pt x="365" y="0"/>
                  </a:moveTo>
                  <a:cubicBezTo>
                    <a:pt x="182" y="0"/>
                    <a:pt x="0" y="152"/>
                    <a:pt x="0" y="365"/>
                  </a:cubicBezTo>
                  <a:cubicBezTo>
                    <a:pt x="0" y="578"/>
                    <a:pt x="18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4"/>
            <p:cNvSpPr/>
            <p:nvPr/>
          </p:nvSpPr>
          <p:spPr>
            <a:xfrm>
              <a:off x="14780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4"/>
            <p:cNvSpPr/>
            <p:nvPr/>
          </p:nvSpPr>
          <p:spPr>
            <a:xfrm>
              <a:off x="1379975" y="2362800"/>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4"/>
            <p:cNvSpPr/>
            <p:nvPr/>
          </p:nvSpPr>
          <p:spPr>
            <a:xfrm>
              <a:off x="1281200" y="2362800"/>
              <a:ext cx="19025" cy="19025"/>
            </a:xfrm>
            <a:custGeom>
              <a:rect b="b" l="l" r="r" t="t"/>
              <a:pathLst>
                <a:path extrusionOk="0" h="761" w="761">
                  <a:moveTo>
                    <a:pt x="395" y="0"/>
                  </a:moveTo>
                  <a:cubicBezTo>
                    <a:pt x="183" y="0"/>
                    <a:pt x="0" y="152"/>
                    <a:pt x="0" y="365"/>
                  </a:cubicBezTo>
                  <a:cubicBezTo>
                    <a:pt x="0" y="578"/>
                    <a:pt x="183" y="760"/>
                    <a:pt x="395" y="760"/>
                  </a:cubicBezTo>
                  <a:cubicBezTo>
                    <a:pt x="578" y="760"/>
                    <a:pt x="760" y="578"/>
                    <a:pt x="760" y="365"/>
                  </a:cubicBezTo>
                  <a:cubicBezTo>
                    <a:pt x="760" y="152"/>
                    <a:pt x="57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4"/>
            <p:cNvSpPr/>
            <p:nvPr/>
          </p:nvSpPr>
          <p:spPr>
            <a:xfrm>
              <a:off x="11824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4"/>
            <p:cNvSpPr/>
            <p:nvPr/>
          </p:nvSpPr>
          <p:spPr>
            <a:xfrm>
              <a:off x="1084375" y="2362800"/>
              <a:ext cx="19025" cy="19025"/>
            </a:xfrm>
            <a:custGeom>
              <a:rect b="b" l="l" r="r" t="t"/>
              <a:pathLst>
                <a:path extrusionOk="0" h="761" w="761">
                  <a:moveTo>
                    <a:pt x="365" y="0"/>
                  </a:moveTo>
                  <a:cubicBezTo>
                    <a:pt x="153" y="0"/>
                    <a:pt x="1" y="152"/>
                    <a:pt x="1" y="365"/>
                  </a:cubicBezTo>
                  <a:cubicBezTo>
                    <a:pt x="1" y="578"/>
                    <a:pt x="153" y="760"/>
                    <a:pt x="365" y="760"/>
                  </a:cubicBezTo>
                  <a:cubicBezTo>
                    <a:pt x="578" y="760"/>
                    <a:pt x="761" y="578"/>
                    <a:pt x="761" y="365"/>
                  </a:cubicBezTo>
                  <a:cubicBezTo>
                    <a:pt x="761"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4"/>
            <p:cNvSpPr/>
            <p:nvPr/>
          </p:nvSpPr>
          <p:spPr>
            <a:xfrm>
              <a:off x="985600" y="2362800"/>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4"/>
            <p:cNvSpPr/>
            <p:nvPr/>
          </p:nvSpPr>
          <p:spPr>
            <a:xfrm>
              <a:off x="8868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4"/>
            <p:cNvSpPr/>
            <p:nvPr/>
          </p:nvSpPr>
          <p:spPr>
            <a:xfrm>
              <a:off x="788025" y="2362800"/>
              <a:ext cx="19025" cy="19025"/>
            </a:xfrm>
            <a:custGeom>
              <a:rect b="b" l="l" r="r" t="t"/>
              <a:pathLst>
                <a:path extrusionOk="0" h="761" w="761">
                  <a:moveTo>
                    <a:pt x="395" y="0"/>
                  </a:moveTo>
                  <a:cubicBezTo>
                    <a:pt x="183" y="0"/>
                    <a:pt x="0" y="152"/>
                    <a:pt x="0" y="365"/>
                  </a:cubicBezTo>
                  <a:cubicBezTo>
                    <a:pt x="0" y="578"/>
                    <a:pt x="183" y="760"/>
                    <a:pt x="395" y="760"/>
                  </a:cubicBezTo>
                  <a:cubicBezTo>
                    <a:pt x="608" y="760"/>
                    <a:pt x="760" y="578"/>
                    <a:pt x="760" y="365"/>
                  </a:cubicBezTo>
                  <a:cubicBezTo>
                    <a:pt x="760" y="152"/>
                    <a:pt x="60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4"/>
            <p:cNvSpPr/>
            <p:nvPr/>
          </p:nvSpPr>
          <p:spPr>
            <a:xfrm>
              <a:off x="690000" y="2362800"/>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4"/>
            <p:cNvSpPr/>
            <p:nvPr/>
          </p:nvSpPr>
          <p:spPr>
            <a:xfrm>
              <a:off x="5912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4"/>
            <p:cNvSpPr/>
            <p:nvPr/>
          </p:nvSpPr>
          <p:spPr>
            <a:xfrm>
              <a:off x="493175" y="2362800"/>
              <a:ext cx="19025" cy="19025"/>
            </a:xfrm>
            <a:custGeom>
              <a:rect b="b" l="l" r="r" t="t"/>
              <a:pathLst>
                <a:path extrusionOk="0" h="761" w="761">
                  <a:moveTo>
                    <a:pt x="366" y="0"/>
                  </a:moveTo>
                  <a:cubicBezTo>
                    <a:pt x="153" y="0"/>
                    <a:pt x="1" y="152"/>
                    <a:pt x="1" y="365"/>
                  </a:cubicBezTo>
                  <a:cubicBezTo>
                    <a:pt x="1" y="578"/>
                    <a:pt x="153" y="760"/>
                    <a:pt x="366" y="760"/>
                  </a:cubicBezTo>
                  <a:cubicBezTo>
                    <a:pt x="578" y="760"/>
                    <a:pt x="761" y="578"/>
                    <a:pt x="761" y="365"/>
                  </a:cubicBezTo>
                  <a:cubicBezTo>
                    <a:pt x="761" y="152"/>
                    <a:pt x="578" y="0"/>
                    <a:pt x="36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4"/>
            <p:cNvSpPr/>
            <p:nvPr/>
          </p:nvSpPr>
          <p:spPr>
            <a:xfrm>
              <a:off x="1675575" y="227540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4"/>
            <p:cNvSpPr/>
            <p:nvPr/>
          </p:nvSpPr>
          <p:spPr>
            <a:xfrm>
              <a:off x="1576800" y="2275400"/>
              <a:ext cx="19000" cy="19025"/>
            </a:xfrm>
            <a:custGeom>
              <a:rect b="b" l="l" r="r" t="t"/>
              <a:pathLst>
                <a:path extrusionOk="0" h="761" w="760">
                  <a:moveTo>
                    <a:pt x="365" y="1"/>
                  </a:moveTo>
                  <a:cubicBezTo>
                    <a:pt x="182" y="1"/>
                    <a:pt x="0" y="183"/>
                    <a:pt x="0" y="396"/>
                  </a:cubicBezTo>
                  <a:cubicBezTo>
                    <a:pt x="0" y="609"/>
                    <a:pt x="18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4"/>
            <p:cNvSpPr/>
            <p:nvPr/>
          </p:nvSpPr>
          <p:spPr>
            <a:xfrm>
              <a:off x="14780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4"/>
            <p:cNvSpPr/>
            <p:nvPr/>
          </p:nvSpPr>
          <p:spPr>
            <a:xfrm>
              <a:off x="1379975" y="227540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4"/>
            <p:cNvSpPr/>
            <p:nvPr/>
          </p:nvSpPr>
          <p:spPr>
            <a:xfrm>
              <a:off x="1281200" y="2275400"/>
              <a:ext cx="19025" cy="19025"/>
            </a:xfrm>
            <a:custGeom>
              <a:rect b="b" l="l" r="r" t="t"/>
              <a:pathLst>
                <a:path extrusionOk="0" h="761" w="761">
                  <a:moveTo>
                    <a:pt x="395" y="1"/>
                  </a:moveTo>
                  <a:cubicBezTo>
                    <a:pt x="183" y="1"/>
                    <a:pt x="0" y="183"/>
                    <a:pt x="0" y="396"/>
                  </a:cubicBezTo>
                  <a:cubicBezTo>
                    <a:pt x="0" y="609"/>
                    <a:pt x="183" y="761"/>
                    <a:pt x="395" y="761"/>
                  </a:cubicBezTo>
                  <a:cubicBezTo>
                    <a:pt x="578" y="761"/>
                    <a:pt x="760" y="609"/>
                    <a:pt x="760" y="396"/>
                  </a:cubicBezTo>
                  <a:cubicBezTo>
                    <a:pt x="760" y="18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4"/>
            <p:cNvSpPr/>
            <p:nvPr/>
          </p:nvSpPr>
          <p:spPr>
            <a:xfrm>
              <a:off x="11824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4"/>
            <p:cNvSpPr/>
            <p:nvPr/>
          </p:nvSpPr>
          <p:spPr>
            <a:xfrm>
              <a:off x="1084375" y="227540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1" y="609"/>
                    <a:pt x="761" y="396"/>
                  </a:cubicBezTo>
                  <a:cubicBezTo>
                    <a:pt x="761"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4"/>
            <p:cNvSpPr/>
            <p:nvPr/>
          </p:nvSpPr>
          <p:spPr>
            <a:xfrm>
              <a:off x="985600" y="227540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4"/>
            <p:cNvSpPr/>
            <p:nvPr/>
          </p:nvSpPr>
          <p:spPr>
            <a:xfrm>
              <a:off x="8868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4"/>
            <p:cNvSpPr/>
            <p:nvPr/>
          </p:nvSpPr>
          <p:spPr>
            <a:xfrm>
              <a:off x="788025" y="2275400"/>
              <a:ext cx="19025" cy="19025"/>
            </a:xfrm>
            <a:custGeom>
              <a:rect b="b" l="l" r="r" t="t"/>
              <a:pathLst>
                <a:path extrusionOk="0" h="761" w="761">
                  <a:moveTo>
                    <a:pt x="395" y="1"/>
                  </a:moveTo>
                  <a:cubicBezTo>
                    <a:pt x="183" y="1"/>
                    <a:pt x="0" y="183"/>
                    <a:pt x="0" y="396"/>
                  </a:cubicBezTo>
                  <a:cubicBezTo>
                    <a:pt x="0" y="609"/>
                    <a:pt x="183" y="761"/>
                    <a:pt x="395" y="761"/>
                  </a:cubicBezTo>
                  <a:cubicBezTo>
                    <a:pt x="608" y="761"/>
                    <a:pt x="760" y="609"/>
                    <a:pt x="760" y="396"/>
                  </a:cubicBezTo>
                  <a:cubicBezTo>
                    <a:pt x="760" y="18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4"/>
            <p:cNvSpPr/>
            <p:nvPr/>
          </p:nvSpPr>
          <p:spPr>
            <a:xfrm>
              <a:off x="690000" y="227540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4"/>
            <p:cNvSpPr/>
            <p:nvPr/>
          </p:nvSpPr>
          <p:spPr>
            <a:xfrm>
              <a:off x="5912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4"/>
            <p:cNvSpPr/>
            <p:nvPr/>
          </p:nvSpPr>
          <p:spPr>
            <a:xfrm>
              <a:off x="493175" y="2275400"/>
              <a:ext cx="19025" cy="19025"/>
            </a:xfrm>
            <a:custGeom>
              <a:rect b="b" l="l" r="r" t="t"/>
              <a:pathLst>
                <a:path extrusionOk="0" h="761" w="761">
                  <a:moveTo>
                    <a:pt x="366" y="1"/>
                  </a:moveTo>
                  <a:cubicBezTo>
                    <a:pt x="153" y="1"/>
                    <a:pt x="1" y="183"/>
                    <a:pt x="1" y="396"/>
                  </a:cubicBezTo>
                  <a:cubicBezTo>
                    <a:pt x="1" y="609"/>
                    <a:pt x="153" y="761"/>
                    <a:pt x="366" y="761"/>
                  </a:cubicBezTo>
                  <a:cubicBezTo>
                    <a:pt x="578" y="761"/>
                    <a:pt x="761" y="609"/>
                    <a:pt x="761" y="396"/>
                  </a:cubicBezTo>
                  <a:cubicBezTo>
                    <a:pt x="761" y="18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4"/>
            <p:cNvSpPr/>
            <p:nvPr/>
          </p:nvSpPr>
          <p:spPr>
            <a:xfrm>
              <a:off x="1675575" y="2188775"/>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4"/>
            <p:cNvSpPr/>
            <p:nvPr/>
          </p:nvSpPr>
          <p:spPr>
            <a:xfrm>
              <a:off x="1576800" y="2188775"/>
              <a:ext cx="19000" cy="19025"/>
            </a:xfrm>
            <a:custGeom>
              <a:rect b="b" l="l" r="r" t="t"/>
              <a:pathLst>
                <a:path extrusionOk="0" h="761" w="760">
                  <a:moveTo>
                    <a:pt x="365" y="1"/>
                  </a:moveTo>
                  <a:cubicBezTo>
                    <a:pt x="182" y="1"/>
                    <a:pt x="0" y="183"/>
                    <a:pt x="0" y="396"/>
                  </a:cubicBezTo>
                  <a:cubicBezTo>
                    <a:pt x="0" y="609"/>
                    <a:pt x="18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4"/>
            <p:cNvSpPr/>
            <p:nvPr/>
          </p:nvSpPr>
          <p:spPr>
            <a:xfrm>
              <a:off x="14780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4"/>
            <p:cNvSpPr/>
            <p:nvPr/>
          </p:nvSpPr>
          <p:spPr>
            <a:xfrm>
              <a:off x="1379975" y="2188775"/>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4"/>
            <p:cNvSpPr/>
            <p:nvPr/>
          </p:nvSpPr>
          <p:spPr>
            <a:xfrm>
              <a:off x="1281200" y="2188775"/>
              <a:ext cx="19025" cy="19025"/>
            </a:xfrm>
            <a:custGeom>
              <a:rect b="b" l="l" r="r" t="t"/>
              <a:pathLst>
                <a:path extrusionOk="0" h="761" w="761">
                  <a:moveTo>
                    <a:pt x="395" y="1"/>
                  </a:moveTo>
                  <a:cubicBezTo>
                    <a:pt x="183" y="1"/>
                    <a:pt x="0" y="183"/>
                    <a:pt x="0" y="396"/>
                  </a:cubicBezTo>
                  <a:cubicBezTo>
                    <a:pt x="0" y="609"/>
                    <a:pt x="183" y="761"/>
                    <a:pt x="395" y="761"/>
                  </a:cubicBezTo>
                  <a:cubicBezTo>
                    <a:pt x="578" y="761"/>
                    <a:pt x="760" y="609"/>
                    <a:pt x="760" y="396"/>
                  </a:cubicBezTo>
                  <a:cubicBezTo>
                    <a:pt x="760" y="18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4"/>
            <p:cNvSpPr/>
            <p:nvPr/>
          </p:nvSpPr>
          <p:spPr>
            <a:xfrm>
              <a:off x="11824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4"/>
            <p:cNvSpPr/>
            <p:nvPr/>
          </p:nvSpPr>
          <p:spPr>
            <a:xfrm>
              <a:off x="1084375" y="2188775"/>
              <a:ext cx="19025" cy="19025"/>
            </a:xfrm>
            <a:custGeom>
              <a:rect b="b" l="l" r="r" t="t"/>
              <a:pathLst>
                <a:path extrusionOk="0" h="761" w="761">
                  <a:moveTo>
                    <a:pt x="365" y="1"/>
                  </a:moveTo>
                  <a:cubicBezTo>
                    <a:pt x="153" y="1"/>
                    <a:pt x="1" y="183"/>
                    <a:pt x="1" y="396"/>
                  </a:cubicBezTo>
                  <a:cubicBezTo>
                    <a:pt x="1" y="609"/>
                    <a:pt x="153" y="761"/>
                    <a:pt x="365" y="761"/>
                  </a:cubicBezTo>
                  <a:cubicBezTo>
                    <a:pt x="578" y="761"/>
                    <a:pt x="761" y="609"/>
                    <a:pt x="761" y="396"/>
                  </a:cubicBezTo>
                  <a:cubicBezTo>
                    <a:pt x="761"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4"/>
            <p:cNvSpPr/>
            <p:nvPr/>
          </p:nvSpPr>
          <p:spPr>
            <a:xfrm>
              <a:off x="985600" y="2188775"/>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4"/>
            <p:cNvSpPr/>
            <p:nvPr/>
          </p:nvSpPr>
          <p:spPr>
            <a:xfrm>
              <a:off x="8868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4"/>
            <p:cNvSpPr/>
            <p:nvPr/>
          </p:nvSpPr>
          <p:spPr>
            <a:xfrm>
              <a:off x="788025" y="2188775"/>
              <a:ext cx="19025" cy="19025"/>
            </a:xfrm>
            <a:custGeom>
              <a:rect b="b" l="l" r="r" t="t"/>
              <a:pathLst>
                <a:path extrusionOk="0" h="761" w="761">
                  <a:moveTo>
                    <a:pt x="395" y="1"/>
                  </a:moveTo>
                  <a:cubicBezTo>
                    <a:pt x="183" y="1"/>
                    <a:pt x="0" y="183"/>
                    <a:pt x="0" y="396"/>
                  </a:cubicBezTo>
                  <a:cubicBezTo>
                    <a:pt x="0" y="609"/>
                    <a:pt x="183" y="761"/>
                    <a:pt x="395" y="761"/>
                  </a:cubicBezTo>
                  <a:cubicBezTo>
                    <a:pt x="608" y="761"/>
                    <a:pt x="760" y="609"/>
                    <a:pt x="760" y="396"/>
                  </a:cubicBezTo>
                  <a:cubicBezTo>
                    <a:pt x="760" y="18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4"/>
            <p:cNvSpPr/>
            <p:nvPr/>
          </p:nvSpPr>
          <p:spPr>
            <a:xfrm>
              <a:off x="690000" y="2188775"/>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4"/>
            <p:cNvSpPr/>
            <p:nvPr/>
          </p:nvSpPr>
          <p:spPr>
            <a:xfrm>
              <a:off x="5912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4"/>
            <p:cNvSpPr/>
            <p:nvPr/>
          </p:nvSpPr>
          <p:spPr>
            <a:xfrm>
              <a:off x="493175" y="2188775"/>
              <a:ext cx="19025" cy="19025"/>
            </a:xfrm>
            <a:custGeom>
              <a:rect b="b" l="l" r="r" t="t"/>
              <a:pathLst>
                <a:path extrusionOk="0" h="761" w="761">
                  <a:moveTo>
                    <a:pt x="366" y="1"/>
                  </a:moveTo>
                  <a:cubicBezTo>
                    <a:pt x="153" y="1"/>
                    <a:pt x="1" y="183"/>
                    <a:pt x="1" y="396"/>
                  </a:cubicBezTo>
                  <a:cubicBezTo>
                    <a:pt x="1" y="609"/>
                    <a:pt x="153" y="761"/>
                    <a:pt x="366" y="761"/>
                  </a:cubicBezTo>
                  <a:cubicBezTo>
                    <a:pt x="578" y="761"/>
                    <a:pt x="761" y="609"/>
                    <a:pt x="761" y="396"/>
                  </a:cubicBezTo>
                  <a:cubicBezTo>
                    <a:pt x="761" y="18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4"/>
            <p:cNvSpPr/>
            <p:nvPr/>
          </p:nvSpPr>
          <p:spPr>
            <a:xfrm>
              <a:off x="1675575" y="210215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4"/>
            <p:cNvSpPr/>
            <p:nvPr/>
          </p:nvSpPr>
          <p:spPr>
            <a:xfrm>
              <a:off x="1576800" y="2102150"/>
              <a:ext cx="19000" cy="19025"/>
            </a:xfrm>
            <a:custGeom>
              <a:rect b="b" l="l" r="r" t="t"/>
              <a:pathLst>
                <a:path extrusionOk="0" h="761" w="760">
                  <a:moveTo>
                    <a:pt x="365" y="1"/>
                  </a:moveTo>
                  <a:cubicBezTo>
                    <a:pt x="182" y="1"/>
                    <a:pt x="0" y="183"/>
                    <a:pt x="0" y="396"/>
                  </a:cubicBezTo>
                  <a:cubicBezTo>
                    <a:pt x="0" y="609"/>
                    <a:pt x="18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4"/>
            <p:cNvSpPr/>
            <p:nvPr/>
          </p:nvSpPr>
          <p:spPr>
            <a:xfrm>
              <a:off x="14780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4"/>
            <p:cNvSpPr/>
            <p:nvPr/>
          </p:nvSpPr>
          <p:spPr>
            <a:xfrm>
              <a:off x="1379975" y="210215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4"/>
            <p:cNvSpPr/>
            <p:nvPr/>
          </p:nvSpPr>
          <p:spPr>
            <a:xfrm>
              <a:off x="1281200" y="2102150"/>
              <a:ext cx="19025" cy="19025"/>
            </a:xfrm>
            <a:custGeom>
              <a:rect b="b" l="l" r="r" t="t"/>
              <a:pathLst>
                <a:path extrusionOk="0" h="761" w="761">
                  <a:moveTo>
                    <a:pt x="395" y="1"/>
                  </a:moveTo>
                  <a:cubicBezTo>
                    <a:pt x="183" y="1"/>
                    <a:pt x="0" y="183"/>
                    <a:pt x="0" y="396"/>
                  </a:cubicBezTo>
                  <a:cubicBezTo>
                    <a:pt x="0" y="609"/>
                    <a:pt x="183" y="761"/>
                    <a:pt x="395" y="761"/>
                  </a:cubicBezTo>
                  <a:cubicBezTo>
                    <a:pt x="578" y="761"/>
                    <a:pt x="760" y="609"/>
                    <a:pt x="760" y="396"/>
                  </a:cubicBezTo>
                  <a:cubicBezTo>
                    <a:pt x="760" y="18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4"/>
            <p:cNvSpPr/>
            <p:nvPr/>
          </p:nvSpPr>
          <p:spPr>
            <a:xfrm>
              <a:off x="11824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4"/>
            <p:cNvSpPr/>
            <p:nvPr/>
          </p:nvSpPr>
          <p:spPr>
            <a:xfrm>
              <a:off x="1084375" y="210215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1" y="609"/>
                    <a:pt x="761" y="396"/>
                  </a:cubicBezTo>
                  <a:cubicBezTo>
                    <a:pt x="761"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4"/>
            <p:cNvSpPr/>
            <p:nvPr/>
          </p:nvSpPr>
          <p:spPr>
            <a:xfrm>
              <a:off x="985600" y="210215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4"/>
            <p:cNvSpPr/>
            <p:nvPr/>
          </p:nvSpPr>
          <p:spPr>
            <a:xfrm>
              <a:off x="8868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4"/>
            <p:cNvSpPr/>
            <p:nvPr/>
          </p:nvSpPr>
          <p:spPr>
            <a:xfrm>
              <a:off x="788025" y="2102150"/>
              <a:ext cx="19025" cy="19025"/>
            </a:xfrm>
            <a:custGeom>
              <a:rect b="b" l="l" r="r" t="t"/>
              <a:pathLst>
                <a:path extrusionOk="0" h="761" w="761">
                  <a:moveTo>
                    <a:pt x="395" y="1"/>
                  </a:moveTo>
                  <a:cubicBezTo>
                    <a:pt x="183" y="1"/>
                    <a:pt x="0" y="183"/>
                    <a:pt x="0" y="396"/>
                  </a:cubicBezTo>
                  <a:cubicBezTo>
                    <a:pt x="0" y="609"/>
                    <a:pt x="183" y="761"/>
                    <a:pt x="395" y="761"/>
                  </a:cubicBezTo>
                  <a:cubicBezTo>
                    <a:pt x="608" y="761"/>
                    <a:pt x="760" y="609"/>
                    <a:pt x="760" y="396"/>
                  </a:cubicBezTo>
                  <a:cubicBezTo>
                    <a:pt x="760" y="18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4"/>
            <p:cNvSpPr/>
            <p:nvPr/>
          </p:nvSpPr>
          <p:spPr>
            <a:xfrm>
              <a:off x="690000" y="210215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4"/>
            <p:cNvSpPr/>
            <p:nvPr/>
          </p:nvSpPr>
          <p:spPr>
            <a:xfrm>
              <a:off x="5912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4"/>
            <p:cNvSpPr/>
            <p:nvPr/>
          </p:nvSpPr>
          <p:spPr>
            <a:xfrm>
              <a:off x="493175" y="2102150"/>
              <a:ext cx="19025" cy="19025"/>
            </a:xfrm>
            <a:custGeom>
              <a:rect b="b" l="l" r="r" t="t"/>
              <a:pathLst>
                <a:path extrusionOk="0" h="761" w="761">
                  <a:moveTo>
                    <a:pt x="366" y="1"/>
                  </a:moveTo>
                  <a:cubicBezTo>
                    <a:pt x="153" y="1"/>
                    <a:pt x="1" y="183"/>
                    <a:pt x="1" y="396"/>
                  </a:cubicBezTo>
                  <a:cubicBezTo>
                    <a:pt x="1" y="609"/>
                    <a:pt x="153" y="761"/>
                    <a:pt x="366" y="761"/>
                  </a:cubicBezTo>
                  <a:cubicBezTo>
                    <a:pt x="578" y="761"/>
                    <a:pt x="761" y="609"/>
                    <a:pt x="761" y="396"/>
                  </a:cubicBezTo>
                  <a:cubicBezTo>
                    <a:pt x="761" y="18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5" name="Google Shape;645;p4"/>
          <p:cNvSpPr/>
          <p:nvPr/>
        </p:nvSpPr>
        <p:spPr>
          <a:xfrm flipH="1">
            <a:off x="8428901" y="3662830"/>
            <a:ext cx="1227734" cy="1117449"/>
          </a:xfrm>
          <a:custGeom>
            <a:rect b="b" l="l" r="r" t="t"/>
            <a:pathLst>
              <a:path extrusionOk="0" h="32231" w="35412">
                <a:moveTo>
                  <a:pt x="17702" y="0"/>
                </a:moveTo>
                <a:cubicBezTo>
                  <a:pt x="10394" y="0"/>
                  <a:pt x="3782" y="5013"/>
                  <a:pt x="2037" y="12437"/>
                </a:cubicBezTo>
                <a:cubicBezTo>
                  <a:pt x="0" y="21100"/>
                  <a:pt x="5350" y="29763"/>
                  <a:pt x="14013" y="31799"/>
                </a:cubicBezTo>
                <a:cubicBezTo>
                  <a:pt x="15252" y="32090"/>
                  <a:pt x="16491" y="32230"/>
                  <a:pt x="17711" y="32230"/>
                </a:cubicBezTo>
                <a:cubicBezTo>
                  <a:pt x="25018" y="32230"/>
                  <a:pt x="31630" y="27221"/>
                  <a:pt x="33375" y="19823"/>
                </a:cubicBezTo>
                <a:cubicBezTo>
                  <a:pt x="35411" y="11161"/>
                  <a:pt x="30062" y="2467"/>
                  <a:pt x="21399" y="431"/>
                </a:cubicBezTo>
                <a:cubicBezTo>
                  <a:pt x="20160" y="140"/>
                  <a:pt x="18921" y="0"/>
                  <a:pt x="17702" y="0"/>
                </a:cubicBezTo>
                <a:close/>
              </a:path>
            </a:pathLst>
          </a:custGeom>
          <a:solidFill>
            <a:srgbClr val="E4BE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6" name="Google Shape;646;p4"/>
          <p:cNvGrpSpPr/>
          <p:nvPr/>
        </p:nvGrpSpPr>
        <p:grpSpPr>
          <a:xfrm flipH="1">
            <a:off x="8228060" y="4281706"/>
            <a:ext cx="592199" cy="593411"/>
            <a:chOff x="4811650" y="1895450"/>
            <a:chExt cx="378450" cy="379225"/>
          </a:xfrm>
        </p:grpSpPr>
        <p:sp>
          <p:nvSpPr>
            <p:cNvPr id="647" name="Google Shape;647;p4"/>
            <p:cNvSpPr/>
            <p:nvPr/>
          </p:nvSpPr>
          <p:spPr>
            <a:xfrm>
              <a:off x="4811650" y="1895450"/>
              <a:ext cx="378450" cy="379225"/>
            </a:xfrm>
            <a:custGeom>
              <a:rect b="b" l="l" r="r" t="t"/>
              <a:pathLst>
                <a:path extrusionOk="0" fill="none" h="15169" w="15138">
                  <a:moveTo>
                    <a:pt x="9119" y="882"/>
                  </a:moveTo>
                  <a:cubicBezTo>
                    <a:pt x="12828" y="1733"/>
                    <a:pt x="15138" y="5442"/>
                    <a:pt x="14256" y="9150"/>
                  </a:cubicBezTo>
                  <a:cubicBezTo>
                    <a:pt x="13405" y="12858"/>
                    <a:pt x="9697" y="15168"/>
                    <a:pt x="5989" y="14287"/>
                  </a:cubicBezTo>
                  <a:cubicBezTo>
                    <a:pt x="2280" y="13436"/>
                    <a:pt x="1" y="9728"/>
                    <a:pt x="852" y="6019"/>
                  </a:cubicBezTo>
                  <a:cubicBezTo>
                    <a:pt x="1733" y="2311"/>
                    <a:pt x="5441" y="1"/>
                    <a:pt x="9119" y="882"/>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4"/>
            <p:cNvSpPr/>
            <p:nvPr/>
          </p:nvSpPr>
          <p:spPr>
            <a:xfrm>
              <a:off x="4882325" y="1966125"/>
              <a:ext cx="236350" cy="237125"/>
            </a:xfrm>
            <a:custGeom>
              <a:rect b="b" l="l" r="r" t="t"/>
              <a:pathLst>
                <a:path extrusionOk="0" fill="none" h="9485" w="9454">
                  <a:moveTo>
                    <a:pt x="9453" y="4742"/>
                  </a:moveTo>
                  <a:cubicBezTo>
                    <a:pt x="9453" y="7356"/>
                    <a:pt x="7356" y="9484"/>
                    <a:pt x="4742" y="9484"/>
                  </a:cubicBezTo>
                  <a:cubicBezTo>
                    <a:pt x="2128" y="9484"/>
                    <a:pt x="0" y="7356"/>
                    <a:pt x="0" y="4742"/>
                  </a:cubicBezTo>
                  <a:cubicBezTo>
                    <a:pt x="0" y="2128"/>
                    <a:pt x="2128" y="1"/>
                    <a:pt x="4742" y="1"/>
                  </a:cubicBezTo>
                  <a:cubicBezTo>
                    <a:pt x="7356" y="1"/>
                    <a:pt x="9453" y="2128"/>
                    <a:pt x="9453" y="4742"/>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4"/>
            <p:cNvSpPr/>
            <p:nvPr/>
          </p:nvSpPr>
          <p:spPr>
            <a:xfrm>
              <a:off x="4928675" y="2012475"/>
              <a:ext cx="143650" cy="144425"/>
            </a:xfrm>
            <a:custGeom>
              <a:rect b="b" l="l" r="r" t="t"/>
              <a:pathLst>
                <a:path extrusionOk="0" fill="none" h="5777" w="5746">
                  <a:moveTo>
                    <a:pt x="5745" y="2888"/>
                  </a:moveTo>
                  <a:cubicBezTo>
                    <a:pt x="5745" y="4499"/>
                    <a:pt x="4469" y="5776"/>
                    <a:pt x="2888" y="5776"/>
                  </a:cubicBezTo>
                  <a:cubicBezTo>
                    <a:pt x="1277" y="5776"/>
                    <a:pt x="1" y="4499"/>
                    <a:pt x="1" y="2888"/>
                  </a:cubicBezTo>
                  <a:cubicBezTo>
                    <a:pt x="1" y="1308"/>
                    <a:pt x="1277" y="1"/>
                    <a:pt x="2888" y="1"/>
                  </a:cubicBezTo>
                  <a:cubicBezTo>
                    <a:pt x="4469" y="1"/>
                    <a:pt x="5745" y="1308"/>
                    <a:pt x="5745" y="2888"/>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4"/>
            <p:cNvSpPr/>
            <p:nvPr/>
          </p:nvSpPr>
          <p:spPr>
            <a:xfrm>
              <a:off x="4968950" y="2053525"/>
              <a:ext cx="63100" cy="63100"/>
            </a:xfrm>
            <a:custGeom>
              <a:rect b="b" l="l" r="r" t="t"/>
              <a:pathLst>
                <a:path extrusionOk="0" fill="none" h="2524" w="2524">
                  <a:moveTo>
                    <a:pt x="2523" y="1246"/>
                  </a:moveTo>
                  <a:cubicBezTo>
                    <a:pt x="2523" y="1946"/>
                    <a:pt x="1946" y="2523"/>
                    <a:pt x="1277" y="2523"/>
                  </a:cubicBezTo>
                  <a:cubicBezTo>
                    <a:pt x="578" y="2523"/>
                    <a:pt x="1" y="1946"/>
                    <a:pt x="1" y="1246"/>
                  </a:cubicBezTo>
                  <a:cubicBezTo>
                    <a:pt x="1" y="578"/>
                    <a:pt x="578" y="0"/>
                    <a:pt x="1277" y="0"/>
                  </a:cubicBezTo>
                  <a:cubicBezTo>
                    <a:pt x="1946" y="0"/>
                    <a:pt x="2523" y="578"/>
                    <a:pt x="2523" y="1246"/>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 name="Google Shape;651;p4"/>
          <p:cNvGrpSpPr/>
          <p:nvPr/>
        </p:nvGrpSpPr>
        <p:grpSpPr>
          <a:xfrm>
            <a:off x="-400401" y="1627347"/>
            <a:ext cx="828325" cy="794437"/>
            <a:chOff x="76650" y="3861300"/>
            <a:chExt cx="1531950" cy="1469275"/>
          </a:xfrm>
        </p:grpSpPr>
        <p:sp>
          <p:nvSpPr>
            <p:cNvPr id="652" name="Google Shape;652;p4"/>
            <p:cNvSpPr/>
            <p:nvPr/>
          </p:nvSpPr>
          <p:spPr>
            <a:xfrm>
              <a:off x="76650" y="3861300"/>
              <a:ext cx="1513725" cy="1379225"/>
            </a:xfrm>
            <a:custGeom>
              <a:rect b="b" l="l" r="r" t="t"/>
              <a:pathLst>
                <a:path extrusionOk="0" h="55169" w="60549">
                  <a:moveTo>
                    <a:pt x="30289" y="0"/>
                  </a:moveTo>
                  <a:cubicBezTo>
                    <a:pt x="23230" y="0"/>
                    <a:pt x="16171" y="2690"/>
                    <a:pt x="10791" y="8070"/>
                  </a:cubicBezTo>
                  <a:cubicBezTo>
                    <a:pt x="0" y="18861"/>
                    <a:pt x="0" y="36308"/>
                    <a:pt x="10791" y="47098"/>
                  </a:cubicBezTo>
                  <a:cubicBezTo>
                    <a:pt x="16171" y="52478"/>
                    <a:pt x="23230" y="55168"/>
                    <a:pt x="30289" y="55168"/>
                  </a:cubicBezTo>
                  <a:cubicBezTo>
                    <a:pt x="37349" y="55168"/>
                    <a:pt x="44408" y="52478"/>
                    <a:pt x="49788" y="47098"/>
                  </a:cubicBezTo>
                  <a:cubicBezTo>
                    <a:pt x="60548" y="36308"/>
                    <a:pt x="60548" y="18861"/>
                    <a:pt x="49788" y="8070"/>
                  </a:cubicBezTo>
                  <a:cubicBezTo>
                    <a:pt x="44408" y="2690"/>
                    <a:pt x="37349" y="0"/>
                    <a:pt x="30289" y="0"/>
                  </a:cubicBezTo>
                  <a:close/>
                </a:path>
              </a:pathLst>
            </a:custGeom>
            <a:solidFill>
              <a:srgbClr val="96A8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4"/>
            <p:cNvSpPr/>
            <p:nvPr/>
          </p:nvSpPr>
          <p:spPr>
            <a:xfrm>
              <a:off x="919350" y="4640575"/>
              <a:ext cx="689250" cy="690000"/>
            </a:xfrm>
            <a:custGeom>
              <a:rect b="b" l="l" r="r" t="t"/>
              <a:pathLst>
                <a:path extrusionOk="0" fill="none" h="27600" w="27570">
                  <a:moveTo>
                    <a:pt x="27570" y="0"/>
                  </a:moveTo>
                  <a:cubicBezTo>
                    <a:pt x="27570" y="15228"/>
                    <a:pt x="15229" y="27599"/>
                    <a:pt x="1" y="27599"/>
                  </a:cubicBezTo>
                </a:path>
              </a:pathLst>
            </a:custGeom>
            <a:noFill/>
            <a:ln cap="flat" cmpd="sng" w="66875">
              <a:solidFill>
                <a:srgbClr val="E4BEB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4" name="Google Shape;654;p4"/>
          <p:cNvSpPr/>
          <p:nvPr/>
        </p:nvSpPr>
        <p:spPr>
          <a:xfrm rot="10800000">
            <a:off x="4767231" y="4627860"/>
            <a:ext cx="303975" cy="152025"/>
          </a:xfrm>
          <a:custGeom>
            <a:rect b="b" l="l" r="r" t="t"/>
            <a:pathLst>
              <a:path extrusionOk="0" fill="none" h="6081" w="12159">
                <a:moveTo>
                  <a:pt x="0" y="6080"/>
                </a:moveTo>
                <a:cubicBezTo>
                  <a:pt x="0" y="2737"/>
                  <a:pt x="2736" y="1"/>
                  <a:pt x="6079" y="1"/>
                </a:cubicBezTo>
                <a:cubicBezTo>
                  <a:pt x="9453" y="1"/>
                  <a:pt x="12158" y="2737"/>
                  <a:pt x="12158" y="6080"/>
                </a:cubicBezTo>
              </a:path>
            </a:pathLst>
          </a:custGeom>
          <a:noFill/>
          <a:ln cap="flat" cmpd="sng" w="57000">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4"/>
          <p:cNvSpPr/>
          <p:nvPr/>
        </p:nvSpPr>
        <p:spPr>
          <a:xfrm rot="-5400000">
            <a:off x="487094" y="3088073"/>
            <a:ext cx="303975" cy="152025"/>
          </a:xfrm>
          <a:custGeom>
            <a:rect b="b" l="l" r="r" t="t"/>
            <a:pathLst>
              <a:path extrusionOk="0" fill="none" h="6081" w="12159">
                <a:moveTo>
                  <a:pt x="0" y="6080"/>
                </a:moveTo>
                <a:cubicBezTo>
                  <a:pt x="0" y="2737"/>
                  <a:pt x="2736" y="1"/>
                  <a:pt x="6079" y="1"/>
                </a:cubicBezTo>
                <a:cubicBezTo>
                  <a:pt x="9453" y="1"/>
                  <a:pt x="12158" y="2737"/>
                  <a:pt x="12158" y="6080"/>
                </a:cubicBezTo>
              </a:path>
            </a:pathLst>
          </a:custGeom>
          <a:noFill/>
          <a:ln cap="flat" cmpd="sng" w="57000">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6" name="Google Shape;656;p4"/>
          <p:cNvGrpSpPr/>
          <p:nvPr/>
        </p:nvGrpSpPr>
        <p:grpSpPr>
          <a:xfrm>
            <a:off x="5228175" y="-325200"/>
            <a:ext cx="828300" cy="654275"/>
            <a:chOff x="2024375" y="213075"/>
            <a:chExt cx="828300" cy="654275"/>
          </a:xfrm>
        </p:grpSpPr>
        <p:sp>
          <p:nvSpPr>
            <p:cNvPr id="657" name="Google Shape;657;p4"/>
            <p:cNvSpPr/>
            <p:nvPr/>
          </p:nvSpPr>
          <p:spPr>
            <a:xfrm>
              <a:off x="2024375" y="213075"/>
              <a:ext cx="828300" cy="654275"/>
            </a:xfrm>
            <a:custGeom>
              <a:rect b="b" l="l" r="r" t="t"/>
              <a:pathLst>
                <a:path extrusionOk="0" fill="none" h="26171" w="33132">
                  <a:moveTo>
                    <a:pt x="27417" y="0"/>
                  </a:moveTo>
                  <a:cubicBezTo>
                    <a:pt x="31824" y="4377"/>
                    <a:pt x="33131" y="10973"/>
                    <a:pt x="30761" y="16718"/>
                  </a:cubicBezTo>
                  <a:cubicBezTo>
                    <a:pt x="28390" y="22432"/>
                    <a:pt x="22767" y="26171"/>
                    <a:pt x="16566" y="26171"/>
                  </a:cubicBezTo>
                  <a:cubicBezTo>
                    <a:pt x="10365" y="26171"/>
                    <a:pt x="4772" y="22432"/>
                    <a:pt x="2401" y="16718"/>
                  </a:cubicBezTo>
                  <a:cubicBezTo>
                    <a:pt x="0" y="10973"/>
                    <a:pt x="1338" y="4377"/>
                    <a:pt x="5715" y="0"/>
                  </a:cubicBezTo>
                </a:path>
              </a:pathLst>
            </a:custGeom>
            <a:noFill/>
            <a:ln cap="flat" cmpd="sng" w="66875">
              <a:solidFill>
                <a:srgbClr val="E4BEB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4"/>
            <p:cNvSpPr/>
            <p:nvPr/>
          </p:nvSpPr>
          <p:spPr>
            <a:xfrm>
              <a:off x="2194575" y="241175"/>
              <a:ext cx="488650" cy="488650"/>
            </a:xfrm>
            <a:custGeom>
              <a:rect b="b" l="l" r="r" t="t"/>
              <a:pathLst>
                <a:path extrusionOk="0" fill="none" h="19546" w="19546">
                  <a:moveTo>
                    <a:pt x="19545" y="9758"/>
                  </a:moveTo>
                  <a:cubicBezTo>
                    <a:pt x="19545" y="15168"/>
                    <a:pt x="15168" y="19545"/>
                    <a:pt x="9758" y="19545"/>
                  </a:cubicBezTo>
                  <a:cubicBezTo>
                    <a:pt x="4378" y="19545"/>
                    <a:pt x="1" y="15168"/>
                    <a:pt x="1" y="9758"/>
                  </a:cubicBezTo>
                  <a:cubicBezTo>
                    <a:pt x="1" y="4378"/>
                    <a:pt x="4378" y="1"/>
                    <a:pt x="9758" y="1"/>
                  </a:cubicBezTo>
                  <a:cubicBezTo>
                    <a:pt x="15168" y="1"/>
                    <a:pt x="19545" y="4378"/>
                    <a:pt x="19545" y="9758"/>
                  </a:cubicBezTo>
                  <a:close/>
                </a:path>
              </a:pathLst>
            </a:custGeom>
            <a:solidFill>
              <a:schemeClr val="lt2"/>
            </a:solidFill>
            <a:ln cap="flat" cmpd="sng" w="3810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659" name="Shape 659"/>
        <p:cNvGrpSpPr/>
        <p:nvPr/>
      </p:nvGrpSpPr>
      <p:grpSpPr>
        <a:xfrm>
          <a:off x="0" y="0"/>
          <a:ext cx="0" cy="0"/>
          <a:chOff x="0" y="0"/>
          <a:chExt cx="0" cy="0"/>
        </a:xfrm>
      </p:grpSpPr>
      <p:sp>
        <p:nvSpPr>
          <p:cNvPr id="660" name="Google Shape;660;p5"/>
          <p:cNvSpPr txBox="1"/>
          <p:nvPr>
            <p:ph idx="1" type="subTitle"/>
          </p:nvPr>
        </p:nvSpPr>
        <p:spPr>
          <a:xfrm>
            <a:off x="1685712" y="2373475"/>
            <a:ext cx="22701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2500"/>
              <a:buFont typeface="Bebas Neue"/>
              <a:buNone/>
              <a:defRPr sz="2400">
                <a:latin typeface="Big Shoulders Text"/>
                <a:ea typeface="Big Shoulders Text"/>
                <a:cs typeface="Big Shoulders Text"/>
                <a:sym typeface="Big Shoulders Text"/>
              </a:defRPr>
            </a:lvl1pPr>
            <a:lvl2pPr lvl="1"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p:txBody>
      </p:sp>
      <p:sp>
        <p:nvSpPr>
          <p:cNvPr id="661" name="Google Shape;661;p5"/>
          <p:cNvSpPr txBox="1"/>
          <p:nvPr>
            <p:ph idx="2" type="subTitle"/>
          </p:nvPr>
        </p:nvSpPr>
        <p:spPr>
          <a:xfrm>
            <a:off x="5188180" y="2373475"/>
            <a:ext cx="2270100" cy="572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2500"/>
              <a:buFont typeface="Bebas Neue"/>
              <a:buNone/>
              <a:defRPr sz="2400">
                <a:latin typeface="Big Shoulders Text"/>
                <a:ea typeface="Big Shoulders Text"/>
                <a:cs typeface="Big Shoulders Text"/>
                <a:sym typeface="Big Shoulders Text"/>
              </a:defRPr>
            </a:lvl1pPr>
            <a:lvl2pPr lvl="1" rtl="0"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rtl="0"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rtl="0"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rtl="0"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rtl="0"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rtl="0"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rtl="0"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rtl="0"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p:txBody>
      </p:sp>
      <p:sp>
        <p:nvSpPr>
          <p:cNvPr id="662" name="Google Shape;662;p5"/>
          <p:cNvSpPr txBox="1"/>
          <p:nvPr>
            <p:ph idx="3" type="subTitle"/>
          </p:nvPr>
        </p:nvSpPr>
        <p:spPr>
          <a:xfrm>
            <a:off x="1366963" y="2949499"/>
            <a:ext cx="2907600" cy="713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63" name="Google Shape;663;p5"/>
          <p:cNvSpPr txBox="1"/>
          <p:nvPr>
            <p:ph idx="4" type="subTitle"/>
          </p:nvPr>
        </p:nvSpPr>
        <p:spPr>
          <a:xfrm>
            <a:off x="4869438" y="2949499"/>
            <a:ext cx="2907600" cy="713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64" name="Google Shape;664;p5"/>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665" name="Google Shape;665;p5"/>
          <p:cNvGrpSpPr/>
          <p:nvPr/>
        </p:nvGrpSpPr>
        <p:grpSpPr>
          <a:xfrm rot="2268445">
            <a:off x="-1763033" y="3641054"/>
            <a:ext cx="4568769" cy="2881743"/>
            <a:chOff x="2975000" y="20825"/>
            <a:chExt cx="3963625" cy="2500050"/>
          </a:xfrm>
        </p:grpSpPr>
        <p:sp>
          <p:nvSpPr>
            <p:cNvPr id="666" name="Google Shape;666;p5"/>
            <p:cNvSpPr/>
            <p:nvPr/>
          </p:nvSpPr>
          <p:spPr>
            <a:xfrm>
              <a:off x="2975000" y="442550"/>
              <a:ext cx="3962850" cy="2078325"/>
            </a:xfrm>
            <a:custGeom>
              <a:rect b="b" l="l" r="r" t="t"/>
              <a:pathLst>
                <a:path extrusionOk="0" fill="none" h="83133" w="158514">
                  <a:moveTo>
                    <a:pt x="0" y="1"/>
                  </a:moveTo>
                  <a:cubicBezTo>
                    <a:pt x="4347" y="3071"/>
                    <a:pt x="9423" y="6171"/>
                    <a:pt x="12797" y="10122"/>
                  </a:cubicBezTo>
                  <a:cubicBezTo>
                    <a:pt x="18025" y="16232"/>
                    <a:pt x="11095" y="25411"/>
                    <a:pt x="18298" y="31369"/>
                  </a:cubicBezTo>
                  <a:cubicBezTo>
                    <a:pt x="23952" y="36050"/>
                    <a:pt x="23982" y="41612"/>
                    <a:pt x="23283" y="48269"/>
                  </a:cubicBezTo>
                  <a:cubicBezTo>
                    <a:pt x="22706" y="53497"/>
                    <a:pt x="22463" y="62494"/>
                    <a:pt x="29028" y="64044"/>
                  </a:cubicBezTo>
                  <a:cubicBezTo>
                    <a:pt x="35776" y="65655"/>
                    <a:pt x="41186" y="60913"/>
                    <a:pt x="45624" y="56567"/>
                  </a:cubicBezTo>
                  <a:cubicBezTo>
                    <a:pt x="51855" y="50457"/>
                    <a:pt x="63466" y="46202"/>
                    <a:pt x="71825" y="49515"/>
                  </a:cubicBezTo>
                  <a:cubicBezTo>
                    <a:pt x="79211" y="52463"/>
                    <a:pt x="89728" y="48421"/>
                    <a:pt x="96598" y="51430"/>
                  </a:cubicBezTo>
                  <a:cubicBezTo>
                    <a:pt x="100762" y="53284"/>
                    <a:pt x="101035" y="58390"/>
                    <a:pt x="102343" y="62646"/>
                  </a:cubicBezTo>
                  <a:cubicBezTo>
                    <a:pt x="104197" y="68603"/>
                    <a:pt x="108938" y="75564"/>
                    <a:pt x="114106" y="78482"/>
                  </a:cubicBezTo>
                  <a:cubicBezTo>
                    <a:pt x="122343" y="83132"/>
                    <a:pt x="130914" y="70610"/>
                    <a:pt x="138909" y="69151"/>
                  </a:cubicBezTo>
                  <a:cubicBezTo>
                    <a:pt x="145474" y="67935"/>
                    <a:pt x="152435" y="73892"/>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5"/>
            <p:cNvSpPr/>
            <p:nvPr/>
          </p:nvSpPr>
          <p:spPr>
            <a:xfrm>
              <a:off x="2975000" y="442550"/>
              <a:ext cx="3962850" cy="2057800"/>
            </a:xfrm>
            <a:custGeom>
              <a:rect b="b" l="l" r="r" t="t"/>
              <a:pathLst>
                <a:path extrusionOk="0" fill="none" h="82312" w="158514">
                  <a:moveTo>
                    <a:pt x="0" y="1"/>
                  </a:moveTo>
                  <a:cubicBezTo>
                    <a:pt x="4408" y="3040"/>
                    <a:pt x="9392" y="6049"/>
                    <a:pt x="13040" y="9879"/>
                  </a:cubicBezTo>
                  <a:cubicBezTo>
                    <a:pt x="18602" y="15654"/>
                    <a:pt x="11733" y="24955"/>
                    <a:pt x="18694" y="30609"/>
                  </a:cubicBezTo>
                  <a:cubicBezTo>
                    <a:pt x="24408" y="35259"/>
                    <a:pt x="25077" y="40153"/>
                    <a:pt x="24317" y="46901"/>
                  </a:cubicBezTo>
                  <a:cubicBezTo>
                    <a:pt x="23739" y="52129"/>
                    <a:pt x="23131" y="61248"/>
                    <a:pt x="29849" y="62919"/>
                  </a:cubicBezTo>
                  <a:cubicBezTo>
                    <a:pt x="36870" y="64652"/>
                    <a:pt x="41794" y="59606"/>
                    <a:pt x="46627" y="55503"/>
                  </a:cubicBezTo>
                  <a:cubicBezTo>
                    <a:pt x="53557" y="49606"/>
                    <a:pt x="63983" y="44712"/>
                    <a:pt x="72798" y="48634"/>
                  </a:cubicBezTo>
                  <a:cubicBezTo>
                    <a:pt x="80123" y="51886"/>
                    <a:pt x="90245" y="48208"/>
                    <a:pt x="97266" y="51187"/>
                  </a:cubicBezTo>
                  <a:cubicBezTo>
                    <a:pt x="101522" y="52980"/>
                    <a:pt x="101674" y="58026"/>
                    <a:pt x="102890" y="62251"/>
                  </a:cubicBezTo>
                  <a:cubicBezTo>
                    <a:pt x="104561" y="68087"/>
                    <a:pt x="109303" y="75078"/>
                    <a:pt x="114440" y="77844"/>
                  </a:cubicBezTo>
                  <a:cubicBezTo>
                    <a:pt x="122799" y="82312"/>
                    <a:pt x="131097" y="70032"/>
                    <a:pt x="139243" y="68877"/>
                  </a:cubicBezTo>
                  <a:cubicBezTo>
                    <a:pt x="145656" y="67935"/>
                    <a:pt x="152495" y="73771"/>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5"/>
            <p:cNvSpPr/>
            <p:nvPr/>
          </p:nvSpPr>
          <p:spPr>
            <a:xfrm>
              <a:off x="2975000" y="442550"/>
              <a:ext cx="3962850" cy="2035775"/>
            </a:xfrm>
            <a:custGeom>
              <a:rect b="b" l="l" r="r" t="t"/>
              <a:pathLst>
                <a:path extrusionOk="0" fill="none" h="81431" w="158514">
                  <a:moveTo>
                    <a:pt x="0" y="1"/>
                  </a:moveTo>
                  <a:cubicBezTo>
                    <a:pt x="4468" y="3040"/>
                    <a:pt x="9362" y="5958"/>
                    <a:pt x="13313" y="9606"/>
                  </a:cubicBezTo>
                  <a:cubicBezTo>
                    <a:pt x="19210" y="15077"/>
                    <a:pt x="12432" y="24469"/>
                    <a:pt x="19089" y="29849"/>
                  </a:cubicBezTo>
                  <a:cubicBezTo>
                    <a:pt x="24803" y="34469"/>
                    <a:pt x="26019" y="38694"/>
                    <a:pt x="25350" y="45564"/>
                  </a:cubicBezTo>
                  <a:cubicBezTo>
                    <a:pt x="24833" y="50822"/>
                    <a:pt x="23739" y="60001"/>
                    <a:pt x="30609" y="61795"/>
                  </a:cubicBezTo>
                  <a:cubicBezTo>
                    <a:pt x="37691" y="63649"/>
                    <a:pt x="42797" y="58299"/>
                    <a:pt x="47813" y="54378"/>
                  </a:cubicBezTo>
                  <a:cubicBezTo>
                    <a:pt x="55989" y="47995"/>
                    <a:pt x="63345" y="43375"/>
                    <a:pt x="73801" y="47752"/>
                  </a:cubicBezTo>
                  <a:cubicBezTo>
                    <a:pt x="81704" y="51065"/>
                    <a:pt x="90762" y="48026"/>
                    <a:pt x="97966" y="50944"/>
                  </a:cubicBezTo>
                  <a:cubicBezTo>
                    <a:pt x="102282" y="52707"/>
                    <a:pt x="102343" y="57631"/>
                    <a:pt x="103437" y="61825"/>
                  </a:cubicBezTo>
                  <a:cubicBezTo>
                    <a:pt x="104957" y="67570"/>
                    <a:pt x="109637" y="74531"/>
                    <a:pt x="114774" y="77145"/>
                  </a:cubicBezTo>
                  <a:cubicBezTo>
                    <a:pt x="123285" y="81430"/>
                    <a:pt x="131310" y="69454"/>
                    <a:pt x="139577" y="68573"/>
                  </a:cubicBezTo>
                  <a:cubicBezTo>
                    <a:pt x="145869" y="67904"/>
                    <a:pt x="152587" y="73649"/>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5"/>
            <p:cNvSpPr/>
            <p:nvPr/>
          </p:nvSpPr>
          <p:spPr>
            <a:xfrm>
              <a:off x="2975000" y="442550"/>
              <a:ext cx="3962850" cy="2014500"/>
            </a:xfrm>
            <a:custGeom>
              <a:rect b="b" l="l" r="r" t="t"/>
              <a:pathLst>
                <a:path extrusionOk="0" fill="none" h="80580" w="158514">
                  <a:moveTo>
                    <a:pt x="0" y="1"/>
                  </a:moveTo>
                  <a:cubicBezTo>
                    <a:pt x="4560" y="3010"/>
                    <a:pt x="9392" y="5897"/>
                    <a:pt x="13526" y="9393"/>
                  </a:cubicBezTo>
                  <a:cubicBezTo>
                    <a:pt x="19666" y="14469"/>
                    <a:pt x="13162" y="23952"/>
                    <a:pt x="19484" y="29150"/>
                  </a:cubicBezTo>
                  <a:cubicBezTo>
                    <a:pt x="24560" y="33314"/>
                    <a:pt x="27235" y="37509"/>
                    <a:pt x="26323" y="44348"/>
                  </a:cubicBezTo>
                  <a:cubicBezTo>
                    <a:pt x="25563" y="49728"/>
                    <a:pt x="24317" y="58846"/>
                    <a:pt x="31308" y="60792"/>
                  </a:cubicBezTo>
                  <a:cubicBezTo>
                    <a:pt x="38390" y="62737"/>
                    <a:pt x="43770" y="57296"/>
                    <a:pt x="48998" y="53375"/>
                  </a:cubicBezTo>
                  <a:cubicBezTo>
                    <a:pt x="57813" y="46688"/>
                    <a:pt x="63892" y="42129"/>
                    <a:pt x="74743" y="47023"/>
                  </a:cubicBezTo>
                  <a:cubicBezTo>
                    <a:pt x="82433" y="50488"/>
                    <a:pt x="91248" y="47995"/>
                    <a:pt x="98604" y="50761"/>
                  </a:cubicBezTo>
                  <a:cubicBezTo>
                    <a:pt x="103042" y="52372"/>
                    <a:pt x="103011" y="57266"/>
                    <a:pt x="104014" y="61430"/>
                  </a:cubicBezTo>
                  <a:cubicBezTo>
                    <a:pt x="105382" y="67084"/>
                    <a:pt x="109941" y="74014"/>
                    <a:pt x="115109" y="76445"/>
                  </a:cubicBezTo>
                  <a:cubicBezTo>
                    <a:pt x="123802" y="80579"/>
                    <a:pt x="132100" y="68299"/>
                    <a:pt x="139912" y="68330"/>
                  </a:cubicBezTo>
                  <a:cubicBezTo>
                    <a:pt x="144927" y="68330"/>
                    <a:pt x="153529" y="7331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5"/>
            <p:cNvSpPr/>
            <p:nvPr/>
          </p:nvSpPr>
          <p:spPr>
            <a:xfrm>
              <a:off x="2975000" y="442550"/>
              <a:ext cx="3962850" cy="1991700"/>
            </a:xfrm>
            <a:custGeom>
              <a:rect b="b" l="l" r="r" t="t"/>
              <a:pathLst>
                <a:path extrusionOk="0" fill="none" h="79668" w="158514">
                  <a:moveTo>
                    <a:pt x="0" y="1"/>
                  </a:moveTo>
                  <a:cubicBezTo>
                    <a:pt x="4590" y="3010"/>
                    <a:pt x="9484" y="5897"/>
                    <a:pt x="13769" y="9119"/>
                  </a:cubicBezTo>
                  <a:cubicBezTo>
                    <a:pt x="20122" y="13861"/>
                    <a:pt x="13952" y="23344"/>
                    <a:pt x="19879" y="28360"/>
                  </a:cubicBezTo>
                  <a:cubicBezTo>
                    <a:pt x="24651" y="32402"/>
                    <a:pt x="28055" y="36475"/>
                    <a:pt x="27265" y="43102"/>
                  </a:cubicBezTo>
                  <a:cubicBezTo>
                    <a:pt x="26627" y="48482"/>
                    <a:pt x="24985" y="57600"/>
                    <a:pt x="31946" y="59698"/>
                  </a:cubicBezTo>
                  <a:cubicBezTo>
                    <a:pt x="39028" y="61795"/>
                    <a:pt x="44955" y="56202"/>
                    <a:pt x="50183" y="52251"/>
                  </a:cubicBezTo>
                  <a:cubicBezTo>
                    <a:pt x="59424" y="45260"/>
                    <a:pt x="64561" y="40761"/>
                    <a:pt x="75746" y="46232"/>
                  </a:cubicBezTo>
                  <a:cubicBezTo>
                    <a:pt x="83315" y="49971"/>
                    <a:pt x="91795" y="47813"/>
                    <a:pt x="99273" y="50488"/>
                  </a:cubicBezTo>
                  <a:cubicBezTo>
                    <a:pt x="103832" y="52129"/>
                    <a:pt x="103619" y="56840"/>
                    <a:pt x="104653" y="61035"/>
                  </a:cubicBezTo>
                  <a:cubicBezTo>
                    <a:pt x="106051" y="66749"/>
                    <a:pt x="110124" y="73315"/>
                    <a:pt x="115443" y="75716"/>
                  </a:cubicBezTo>
                  <a:cubicBezTo>
                    <a:pt x="124227" y="79667"/>
                    <a:pt x="132039" y="67995"/>
                    <a:pt x="140246" y="68056"/>
                  </a:cubicBezTo>
                  <a:cubicBezTo>
                    <a:pt x="145535" y="68087"/>
                    <a:pt x="153377" y="7340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5"/>
            <p:cNvSpPr/>
            <p:nvPr/>
          </p:nvSpPr>
          <p:spPr>
            <a:xfrm>
              <a:off x="2975000" y="442550"/>
              <a:ext cx="3963625" cy="1968900"/>
            </a:xfrm>
            <a:custGeom>
              <a:rect b="b" l="l" r="r" t="t"/>
              <a:pathLst>
                <a:path extrusionOk="0" fill="none" h="78756" w="158545">
                  <a:moveTo>
                    <a:pt x="0" y="1"/>
                  </a:moveTo>
                  <a:cubicBezTo>
                    <a:pt x="4651" y="2979"/>
                    <a:pt x="9575" y="5867"/>
                    <a:pt x="14013" y="8876"/>
                  </a:cubicBezTo>
                  <a:cubicBezTo>
                    <a:pt x="20548" y="13283"/>
                    <a:pt x="14985" y="22706"/>
                    <a:pt x="20305" y="27539"/>
                  </a:cubicBezTo>
                  <a:cubicBezTo>
                    <a:pt x="24590" y="31430"/>
                    <a:pt x="28724" y="35715"/>
                    <a:pt x="28147" y="42007"/>
                  </a:cubicBezTo>
                  <a:cubicBezTo>
                    <a:pt x="27630" y="47296"/>
                    <a:pt x="25654" y="56445"/>
                    <a:pt x="32584" y="58664"/>
                  </a:cubicBezTo>
                  <a:cubicBezTo>
                    <a:pt x="39606" y="60913"/>
                    <a:pt x="46354" y="55077"/>
                    <a:pt x="51369" y="51096"/>
                  </a:cubicBezTo>
                  <a:cubicBezTo>
                    <a:pt x="60609" y="43770"/>
                    <a:pt x="65351" y="39576"/>
                    <a:pt x="76749" y="45594"/>
                  </a:cubicBezTo>
                  <a:cubicBezTo>
                    <a:pt x="84166" y="49515"/>
                    <a:pt x="92251" y="47722"/>
                    <a:pt x="99911" y="50275"/>
                  </a:cubicBezTo>
                  <a:cubicBezTo>
                    <a:pt x="104622" y="51855"/>
                    <a:pt x="104318" y="56445"/>
                    <a:pt x="105260" y="60609"/>
                  </a:cubicBezTo>
                  <a:cubicBezTo>
                    <a:pt x="106537" y="66324"/>
                    <a:pt x="110428" y="72676"/>
                    <a:pt x="115808" y="74956"/>
                  </a:cubicBezTo>
                  <a:cubicBezTo>
                    <a:pt x="124714" y="78756"/>
                    <a:pt x="132313" y="67418"/>
                    <a:pt x="140580" y="67813"/>
                  </a:cubicBezTo>
                  <a:cubicBezTo>
                    <a:pt x="145778" y="68056"/>
                    <a:pt x="153438" y="73315"/>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5"/>
            <p:cNvSpPr/>
            <p:nvPr/>
          </p:nvSpPr>
          <p:spPr>
            <a:xfrm>
              <a:off x="2975000" y="442550"/>
              <a:ext cx="3962850" cy="1919500"/>
            </a:xfrm>
            <a:custGeom>
              <a:rect b="b" l="l" r="r" t="t"/>
              <a:pathLst>
                <a:path extrusionOk="0" fill="none" h="76780" w="158514">
                  <a:moveTo>
                    <a:pt x="0" y="1"/>
                  </a:moveTo>
                  <a:cubicBezTo>
                    <a:pt x="4712" y="2949"/>
                    <a:pt x="9666" y="5776"/>
                    <a:pt x="14225" y="8633"/>
                  </a:cubicBezTo>
                  <a:cubicBezTo>
                    <a:pt x="20973" y="12797"/>
                    <a:pt x="16049" y="21977"/>
                    <a:pt x="20760" y="26718"/>
                  </a:cubicBezTo>
                  <a:cubicBezTo>
                    <a:pt x="24438" y="30396"/>
                    <a:pt x="29332" y="35168"/>
                    <a:pt x="28967" y="41004"/>
                  </a:cubicBezTo>
                  <a:cubicBezTo>
                    <a:pt x="28633" y="46202"/>
                    <a:pt x="26444" y="55381"/>
                    <a:pt x="33192" y="57661"/>
                  </a:cubicBezTo>
                  <a:cubicBezTo>
                    <a:pt x="40153" y="60032"/>
                    <a:pt x="47752" y="53953"/>
                    <a:pt x="52494" y="49880"/>
                  </a:cubicBezTo>
                  <a:cubicBezTo>
                    <a:pt x="61703" y="41977"/>
                    <a:pt x="66293" y="38633"/>
                    <a:pt x="77722" y="45016"/>
                  </a:cubicBezTo>
                  <a:cubicBezTo>
                    <a:pt x="84926" y="49059"/>
                    <a:pt x="92707" y="47722"/>
                    <a:pt x="100488" y="50093"/>
                  </a:cubicBezTo>
                  <a:cubicBezTo>
                    <a:pt x="105382" y="51582"/>
                    <a:pt x="104987" y="56080"/>
                    <a:pt x="105838" y="60245"/>
                  </a:cubicBezTo>
                  <a:cubicBezTo>
                    <a:pt x="107023" y="65898"/>
                    <a:pt x="111005" y="72676"/>
                    <a:pt x="116142" y="74227"/>
                  </a:cubicBezTo>
                  <a:cubicBezTo>
                    <a:pt x="124683" y="76780"/>
                    <a:pt x="132191" y="66901"/>
                    <a:pt x="140884" y="67570"/>
                  </a:cubicBezTo>
                  <a:cubicBezTo>
                    <a:pt x="145930" y="67965"/>
                    <a:pt x="153468" y="73224"/>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5"/>
            <p:cNvSpPr/>
            <p:nvPr/>
          </p:nvSpPr>
          <p:spPr>
            <a:xfrm>
              <a:off x="2975000" y="442550"/>
              <a:ext cx="3962100" cy="1896700"/>
            </a:xfrm>
            <a:custGeom>
              <a:rect b="b" l="l" r="r" t="t"/>
              <a:pathLst>
                <a:path extrusionOk="0" fill="none" h="75868" w="158484">
                  <a:moveTo>
                    <a:pt x="0" y="1"/>
                  </a:moveTo>
                  <a:cubicBezTo>
                    <a:pt x="4742" y="2949"/>
                    <a:pt x="9788" y="5441"/>
                    <a:pt x="14438" y="8359"/>
                  </a:cubicBezTo>
                  <a:cubicBezTo>
                    <a:pt x="21520" y="12797"/>
                    <a:pt x="16900" y="20852"/>
                    <a:pt x="21277" y="25837"/>
                  </a:cubicBezTo>
                  <a:cubicBezTo>
                    <a:pt x="24408" y="29424"/>
                    <a:pt x="29758" y="34652"/>
                    <a:pt x="29727" y="40123"/>
                  </a:cubicBezTo>
                  <a:cubicBezTo>
                    <a:pt x="29666" y="45229"/>
                    <a:pt x="27447" y="54014"/>
                    <a:pt x="33770" y="56658"/>
                  </a:cubicBezTo>
                  <a:cubicBezTo>
                    <a:pt x="40396" y="59394"/>
                    <a:pt x="49545" y="52433"/>
                    <a:pt x="53618" y="48542"/>
                  </a:cubicBezTo>
                  <a:cubicBezTo>
                    <a:pt x="62707" y="39788"/>
                    <a:pt x="67448" y="37904"/>
                    <a:pt x="78725" y="44530"/>
                  </a:cubicBezTo>
                  <a:cubicBezTo>
                    <a:pt x="85716" y="48664"/>
                    <a:pt x="93224" y="47722"/>
                    <a:pt x="101066" y="49910"/>
                  </a:cubicBezTo>
                  <a:cubicBezTo>
                    <a:pt x="106142" y="51308"/>
                    <a:pt x="105716" y="55685"/>
                    <a:pt x="106476" y="59849"/>
                  </a:cubicBezTo>
                  <a:cubicBezTo>
                    <a:pt x="107540" y="65503"/>
                    <a:pt x="111279" y="71977"/>
                    <a:pt x="116477" y="73467"/>
                  </a:cubicBezTo>
                  <a:cubicBezTo>
                    <a:pt x="124927" y="75868"/>
                    <a:pt x="132708" y="66354"/>
                    <a:pt x="141188" y="67357"/>
                  </a:cubicBezTo>
                  <a:cubicBezTo>
                    <a:pt x="146143" y="67935"/>
                    <a:pt x="153468" y="7313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5"/>
            <p:cNvSpPr/>
            <p:nvPr/>
          </p:nvSpPr>
          <p:spPr>
            <a:xfrm>
              <a:off x="2975000" y="442550"/>
              <a:ext cx="3962850" cy="1870875"/>
            </a:xfrm>
            <a:custGeom>
              <a:rect b="b" l="l" r="r" t="t"/>
              <a:pathLst>
                <a:path extrusionOk="0" fill="none" h="74835" w="158514">
                  <a:moveTo>
                    <a:pt x="0" y="1"/>
                  </a:moveTo>
                  <a:cubicBezTo>
                    <a:pt x="4803" y="2919"/>
                    <a:pt x="9848" y="5350"/>
                    <a:pt x="14651" y="8116"/>
                  </a:cubicBezTo>
                  <a:cubicBezTo>
                    <a:pt x="21946" y="12311"/>
                    <a:pt x="18086" y="19697"/>
                    <a:pt x="21885" y="24895"/>
                  </a:cubicBezTo>
                  <a:cubicBezTo>
                    <a:pt x="24590" y="28633"/>
                    <a:pt x="30031" y="34013"/>
                    <a:pt x="30396" y="39272"/>
                  </a:cubicBezTo>
                  <a:cubicBezTo>
                    <a:pt x="30791" y="44439"/>
                    <a:pt x="28299" y="52919"/>
                    <a:pt x="34439" y="55625"/>
                  </a:cubicBezTo>
                  <a:cubicBezTo>
                    <a:pt x="41186" y="58603"/>
                    <a:pt x="50670" y="51217"/>
                    <a:pt x="54712" y="47083"/>
                  </a:cubicBezTo>
                  <a:cubicBezTo>
                    <a:pt x="63892" y="37630"/>
                    <a:pt x="68542" y="37266"/>
                    <a:pt x="79789" y="44135"/>
                  </a:cubicBezTo>
                  <a:cubicBezTo>
                    <a:pt x="86476" y="48208"/>
                    <a:pt x="93984" y="47661"/>
                    <a:pt x="101674" y="49728"/>
                  </a:cubicBezTo>
                  <a:cubicBezTo>
                    <a:pt x="106932" y="51126"/>
                    <a:pt x="106416" y="55138"/>
                    <a:pt x="107145" y="59454"/>
                  </a:cubicBezTo>
                  <a:cubicBezTo>
                    <a:pt x="108057" y="64986"/>
                    <a:pt x="111552" y="71339"/>
                    <a:pt x="116872" y="72707"/>
                  </a:cubicBezTo>
                  <a:cubicBezTo>
                    <a:pt x="125322" y="74835"/>
                    <a:pt x="133285" y="65837"/>
                    <a:pt x="141523" y="67114"/>
                  </a:cubicBezTo>
                  <a:cubicBezTo>
                    <a:pt x="146386" y="67874"/>
                    <a:pt x="153559" y="73011"/>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5"/>
            <p:cNvSpPr/>
            <p:nvPr/>
          </p:nvSpPr>
          <p:spPr>
            <a:xfrm>
              <a:off x="2975000" y="442550"/>
              <a:ext cx="3962850" cy="1848075"/>
            </a:xfrm>
            <a:custGeom>
              <a:rect b="b" l="l" r="r" t="t"/>
              <a:pathLst>
                <a:path extrusionOk="0" fill="none" h="73923" w="158514">
                  <a:moveTo>
                    <a:pt x="0" y="1"/>
                  </a:moveTo>
                  <a:cubicBezTo>
                    <a:pt x="4833" y="2888"/>
                    <a:pt x="9909" y="5259"/>
                    <a:pt x="14864" y="7873"/>
                  </a:cubicBezTo>
                  <a:cubicBezTo>
                    <a:pt x="22219" y="11764"/>
                    <a:pt x="19301" y="18390"/>
                    <a:pt x="22584" y="23922"/>
                  </a:cubicBezTo>
                  <a:cubicBezTo>
                    <a:pt x="25046" y="28086"/>
                    <a:pt x="30092" y="33649"/>
                    <a:pt x="31004" y="38542"/>
                  </a:cubicBezTo>
                  <a:cubicBezTo>
                    <a:pt x="31855" y="43284"/>
                    <a:pt x="29150" y="51947"/>
                    <a:pt x="35107" y="54561"/>
                  </a:cubicBezTo>
                  <a:cubicBezTo>
                    <a:pt x="42250" y="57691"/>
                    <a:pt x="51673" y="50032"/>
                    <a:pt x="55746" y="45503"/>
                  </a:cubicBezTo>
                  <a:cubicBezTo>
                    <a:pt x="64834" y="35411"/>
                    <a:pt x="69941" y="36992"/>
                    <a:pt x="80822" y="43770"/>
                  </a:cubicBezTo>
                  <a:cubicBezTo>
                    <a:pt x="87205" y="47782"/>
                    <a:pt x="94683" y="47691"/>
                    <a:pt x="102191" y="49576"/>
                  </a:cubicBezTo>
                  <a:cubicBezTo>
                    <a:pt x="107571" y="50913"/>
                    <a:pt x="107145" y="54682"/>
                    <a:pt x="107783" y="59090"/>
                  </a:cubicBezTo>
                  <a:cubicBezTo>
                    <a:pt x="108604" y="64591"/>
                    <a:pt x="111826" y="70610"/>
                    <a:pt x="117236" y="71917"/>
                  </a:cubicBezTo>
                  <a:cubicBezTo>
                    <a:pt x="125504" y="73923"/>
                    <a:pt x="133863" y="65321"/>
                    <a:pt x="141827" y="66901"/>
                  </a:cubicBezTo>
                  <a:cubicBezTo>
                    <a:pt x="146599" y="67813"/>
                    <a:pt x="153620" y="7292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5"/>
            <p:cNvSpPr/>
            <p:nvPr/>
          </p:nvSpPr>
          <p:spPr>
            <a:xfrm>
              <a:off x="2975000" y="442550"/>
              <a:ext cx="3962100" cy="1826050"/>
            </a:xfrm>
            <a:custGeom>
              <a:rect b="b" l="l" r="r" t="t"/>
              <a:pathLst>
                <a:path extrusionOk="0" fill="none" h="73042" w="158484">
                  <a:moveTo>
                    <a:pt x="0" y="1"/>
                  </a:moveTo>
                  <a:cubicBezTo>
                    <a:pt x="4894" y="2858"/>
                    <a:pt x="10000" y="5168"/>
                    <a:pt x="15076" y="7630"/>
                  </a:cubicBezTo>
                  <a:cubicBezTo>
                    <a:pt x="22402" y="11217"/>
                    <a:pt x="20639" y="16992"/>
                    <a:pt x="23435" y="22980"/>
                  </a:cubicBezTo>
                  <a:cubicBezTo>
                    <a:pt x="25685" y="27813"/>
                    <a:pt x="29910" y="33041"/>
                    <a:pt x="31460" y="37934"/>
                  </a:cubicBezTo>
                  <a:cubicBezTo>
                    <a:pt x="32858" y="42372"/>
                    <a:pt x="29940" y="51096"/>
                    <a:pt x="35867" y="53558"/>
                  </a:cubicBezTo>
                  <a:cubicBezTo>
                    <a:pt x="43618" y="56749"/>
                    <a:pt x="52433" y="48937"/>
                    <a:pt x="56779" y="43831"/>
                  </a:cubicBezTo>
                  <a:cubicBezTo>
                    <a:pt x="65746" y="33314"/>
                    <a:pt x="71552" y="36901"/>
                    <a:pt x="81886" y="43466"/>
                  </a:cubicBezTo>
                  <a:cubicBezTo>
                    <a:pt x="87965" y="47327"/>
                    <a:pt x="95412" y="47752"/>
                    <a:pt x="102707" y="49454"/>
                  </a:cubicBezTo>
                  <a:cubicBezTo>
                    <a:pt x="108148" y="50700"/>
                    <a:pt x="107905" y="54226"/>
                    <a:pt x="108452" y="58725"/>
                  </a:cubicBezTo>
                  <a:cubicBezTo>
                    <a:pt x="109182" y="64226"/>
                    <a:pt x="112130" y="69910"/>
                    <a:pt x="117571" y="71187"/>
                  </a:cubicBezTo>
                  <a:cubicBezTo>
                    <a:pt x="125626" y="73041"/>
                    <a:pt x="134410" y="64895"/>
                    <a:pt x="142100" y="66688"/>
                  </a:cubicBezTo>
                  <a:cubicBezTo>
                    <a:pt x="146751" y="67783"/>
                    <a:pt x="153590" y="72828"/>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5"/>
            <p:cNvSpPr/>
            <p:nvPr/>
          </p:nvSpPr>
          <p:spPr>
            <a:xfrm>
              <a:off x="2975000" y="442550"/>
              <a:ext cx="3962850" cy="1818450"/>
            </a:xfrm>
            <a:custGeom>
              <a:rect b="b" l="l" r="r" t="t"/>
              <a:pathLst>
                <a:path extrusionOk="0" fill="none" h="72738" w="158514">
                  <a:moveTo>
                    <a:pt x="0" y="1"/>
                  </a:moveTo>
                  <a:cubicBezTo>
                    <a:pt x="4924" y="2827"/>
                    <a:pt x="10122" y="5077"/>
                    <a:pt x="15259" y="7387"/>
                  </a:cubicBezTo>
                  <a:cubicBezTo>
                    <a:pt x="22432" y="10609"/>
                    <a:pt x="22159" y="15594"/>
                    <a:pt x="24317" y="22007"/>
                  </a:cubicBezTo>
                  <a:cubicBezTo>
                    <a:pt x="26171" y="27630"/>
                    <a:pt x="29332" y="32402"/>
                    <a:pt x="31733" y="37418"/>
                  </a:cubicBezTo>
                  <a:cubicBezTo>
                    <a:pt x="33831" y="41764"/>
                    <a:pt x="30669" y="50305"/>
                    <a:pt x="36657" y="52615"/>
                  </a:cubicBezTo>
                  <a:cubicBezTo>
                    <a:pt x="44955" y="55868"/>
                    <a:pt x="53162" y="47630"/>
                    <a:pt x="57782" y="42068"/>
                  </a:cubicBezTo>
                  <a:cubicBezTo>
                    <a:pt x="66476" y="31551"/>
                    <a:pt x="73315" y="37022"/>
                    <a:pt x="82950" y="43193"/>
                  </a:cubicBezTo>
                  <a:cubicBezTo>
                    <a:pt x="88695" y="46871"/>
                    <a:pt x="96142" y="47813"/>
                    <a:pt x="103194" y="49333"/>
                  </a:cubicBezTo>
                  <a:cubicBezTo>
                    <a:pt x="108726" y="50488"/>
                    <a:pt x="108634" y="53740"/>
                    <a:pt x="109151" y="58390"/>
                  </a:cubicBezTo>
                  <a:cubicBezTo>
                    <a:pt x="109789" y="63862"/>
                    <a:pt x="112464" y="69211"/>
                    <a:pt x="117996" y="70427"/>
                  </a:cubicBezTo>
                  <a:cubicBezTo>
                    <a:pt x="125778" y="72129"/>
                    <a:pt x="135018" y="64439"/>
                    <a:pt x="142434" y="66506"/>
                  </a:cubicBezTo>
                  <a:cubicBezTo>
                    <a:pt x="146994" y="67752"/>
                    <a:pt x="153650" y="72737"/>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5"/>
            <p:cNvSpPr/>
            <p:nvPr/>
          </p:nvSpPr>
          <p:spPr>
            <a:xfrm>
              <a:off x="2975000" y="442550"/>
              <a:ext cx="3962850" cy="1816175"/>
            </a:xfrm>
            <a:custGeom>
              <a:rect b="b" l="l" r="r" t="t"/>
              <a:pathLst>
                <a:path extrusionOk="0" fill="none" h="72647" w="158514">
                  <a:moveTo>
                    <a:pt x="0" y="1"/>
                  </a:moveTo>
                  <a:cubicBezTo>
                    <a:pt x="4985" y="2797"/>
                    <a:pt x="10244" y="4985"/>
                    <a:pt x="15441" y="7144"/>
                  </a:cubicBezTo>
                  <a:cubicBezTo>
                    <a:pt x="22341" y="10031"/>
                    <a:pt x="23648" y="14621"/>
                    <a:pt x="25259" y="21034"/>
                  </a:cubicBezTo>
                  <a:cubicBezTo>
                    <a:pt x="26688" y="26809"/>
                    <a:pt x="28572" y="31977"/>
                    <a:pt x="31885" y="36992"/>
                  </a:cubicBezTo>
                  <a:cubicBezTo>
                    <a:pt x="34742" y="41278"/>
                    <a:pt x="31429" y="49606"/>
                    <a:pt x="37478" y="51825"/>
                  </a:cubicBezTo>
                  <a:cubicBezTo>
                    <a:pt x="46171" y="55017"/>
                    <a:pt x="54469" y="46202"/>
                    <a:pt x="58755" y="40305"/>
                  </a:cubicBezTo>
                  <a:cubicBezTo>
                    <a:pt x="66232" y="30001"/>
                    <a:pt x="76415" y="38025"/>
                    <a:pt x="84044" y="42889"/>
                  </a:cubicBezTo>
                  <a:cubicBezTo>
                    <a:pt x="89546" y="46384"/>
                    <a:pt x="96841" y="47874"/>
                    <a:pt x="103680" y="49211"/>
                  </a:cubicBezTo>
                  <a:cubicBezTo>
                    <a:pt x="109242" y="50305"/>
                    <a:pt x="109364" y="53254"/>
                    <a:pt x="109850" y="58026"/>
                  </a:cubicBezTo>
                  <a:cubicBezTo>
                    <a:pt x="110397" y="63436"/>
                    <a:pt x="112829" y="68482"/>
                    <a:pt x="118422" y="69667"/>
                  </a:cubicBezTo>
                  <a:cubicBezTo>
                    <a:pt x="125930" y="71278"/>
                    <a:pt x="135626" y="64044"/>
                    <a:pt x="142708" y="66293"/>
                  </a:cubicBezTo>
                  <a:cubicBezTo>
                    <a:pt x="147176" y="67692"/>
                    <a:pt x="153681" y="7264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5"/>
            <p:cNvSpPr/>
            <p:nvPr/>
          </p:nvSpPr>
          <p:spPr>
            <a:xfrm>
              <a:off x="2975000" y="442550"/>
              <a:ext cx="3962850" cy="1813875"/>
            </a:xfrm>
            <a:custGeom>
              <a:rect b="b" l="l" r="r" t="t"/>
              <a:pathLst>
                <a:path extrusionOk="0" fill="none" h="72555" w="158514">
                  <a:moveTo>
                    <a:pt x="0" y="1"/>
                  </a:moveTo>
                  <a:cubicBezTo>
                    <a:pt x="5015" y="2767"/>
                    <a:pt x="10335" y="4894"/>
                    <a:pt x="15624" y="6931"/>
                  </a:cubicBezTo>
                  <a:cubicBezTo>
                    <a:pt x="22189" y="9423"/>
                    <a:pt x="24925" y="13648"/>
                    <a:pt x="26262" y="20031"/>
                  </a:cubicBezTo>
                  <a:cubicBezTo>
                    <a:pt x="27508" y="25958"/>
                    <a:pt x="27843" y="31582"/>
                    <a:pt x="31916" y="36597"/>
                  </a:cubicBezTo>
                  <a:cubicBezTo>
                    <a:pt x="35290" y="40731"/>
                    <a:pt x="32432" y="49150"/>
                    <a:pt x="38299" y="51096"/>
                  </a:cubicBezTo>
                  <a:cubicBezTo>
                    <a:pt x="47326" y="54105"/>
                    <a:pt x="55138" y="44804"/>
                    <a:pt x="59758" y="38512"/>
                  </a:cubicBezTo>
                  <a:cubicBezTo>
                    <a:pt x="66901" y="28816"/>
                    <a:pt x="78512" y="38512"/>
                    <a:pt x="85139" y="42585"/>
                  </a:cubicBezTo>
                  <a:cubicBezTo>
                    <a:pt x="90397" y="45807"/>
                    <a:pt x="97510" y="47995"/>
                    <a:pt x="104105" y="49120"/>
                  </a:cubicBezTo>
                  <a:cubicBezTo>
                    <a:pt x="109698" y="50062"/>
                    <a:pt x="109729" y="52707"/>
                    <a:pt x="110580" y="57691"/>
                  </a:cubicBezTo>
                  <a:cubicBezTo>
                    <a:pt x="111461" y="63071"/>
                    <a:pt x="112829" y="67692"/>
                    <a:pt x="118878" y="68938"/>
                  </a:cubicBezTo>
                  <a:cubicBezTo>
                    <a:pt x="126082" y="70427"/>
                    <a:pt x="136234" y="63649"/>
                    <a:pt x="143012" y="66111"/>
                  </a:cubicBezTo>
                  <a:cubicBezTo>
                    <a:pt x="147359" y="67661"/>
                    <a:pt x="153742" y="7255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5"/>
            <p:cNvSpPr/>
            <p:nvPr/>
          </p:nvSpPr>
          <p:spPr>
            <a:xfrm>
              <a:off x="2975000" y="442550"/>
              <a:ext cx="3962850" cy="1804000"/>
            </a:xfrm>
            <a:custGeom>
              <a:rect b="b" l="l" r="r" t="t"/>
              <a:pathLst>
                <a:path extrusionOk="0" fill="none" h="72160" w="158514">
                  <a:moveTo>
                    <a:pt x="0" y="1"/>
                  </a:moveTo>
                  <a:cubicBezTo>
                    <a:pt x="5076" y="2736"/>
                    <a:pt x="10456" y="4803"/>
                    <a:pt x="15806" y="6688"/>
                  </a:cubicBezTo>
                  <a:cubicBezTo>
                    <a:pt x="22037" y="8876"/>
                    <a:pt x="26049" y="12767"/>
                    <a:pt x="27326" y="18967"/>
                  </a:cubicBezTo>
                  <a:cubicBezTo>
                    <a:pt x="28542" y="24925"/>
                    <a:pt x="27326" y="31126"/>
                    <a:pt x="31855" y="36202"/>
                  </a:cubicBezTo>
                  <a:cubicBezTo>
                    <a:pt x="35381" y="40153"/>
                    <a:pt x="33618" y="48725"/>
                    <a:pt x="39150" y="50457"/>
                  </a:cubicBezTo>
                  <a:cubicBezTo>
                    <a:pt x="48329" y="53314"/>
                    <a:pt x="55746" y="42919"/>
                    <a:pt x="60792" y="36810"/>
                  </a:cubicBezTo>
                  <a:cubicBezTo>
                    <a:pt x="67995" y="28086"/>
                    <a:pt x="80032" y="38360"/>
                    <a:pt x="86263" y="42159"/>
                  </a:cubicBezTo>
                  <a:cubicBezTo>
                    <a:pt x="91430" y="45320"/>
                    <a:pt x="98057" y="48056"/>
                    <a:pt x="104561" y="48998"/>
                  </a:cubicBezTo>
                  <a:cubicBezTo>
                    <a:pt x="115747" y="50700"/>
                    <a:pt x="107692" y="65898"/>
                    <a:pt x="119303" y="68178"/>
                  </a:cubicBezTo>
                  <a:cubicBezTo>
                    <a:pt x="126294" y="69576"/>
                    <a:pt x="136872" y="63254"/>
                    <a:pt x="143316" y="65898"/>
                  </a:cubicBezTo>
                  <a:cubicBezTo>
                    <a:pt x="147784" y="67752"/>
                    <a:pt x="153407" y="7216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5"/>
            <p:cNvSpPr/>
            <p:nvPr/>
          </p:nvSpPr>
          <p:spPr>
            <a:xfrm>
              <a:off x="2975000" y="442550"/>
              <a:ext cx="3962100" cy="1802475"/>
            </a:xfrm>
            <a:custGeom>
              <a:rect b="b" l="l" r="r" t="t"/>
              <a:pathLst>
                <a:path extrusionOk="0" fill="none" h="72099" w="158484">
                  <a:moveTo>
                    <a:pt x="0" y="1"/>
                  </a:moveTo>
                  <a:cubicBezTo>
                    <a:pt x="5107" y="2706"/>
                    <a:pt x="10760" y="4590"/>
                    <a:pt x="15958" y="6444"/>
                  </a:cubicBezTo>
                  <a:cubicBezTo>
                    <a:pt x="21764" y="8511"/>
                    <a:pt x="26931" y="11733"/>
                    <a:pt x="28390" y="17843"/>
                  </a:cubicBezTo>
                  <a:cubicBezTo>
                    <a:pt x="29788" y="23740"/>
                    <a:pt x="26900" y="30579"/>
                    <a:pt x="31672" y="35867"/>
                  </a:cubicBezTo>
                  <a:cubicBezTo>
                    <a:pt x="35107" y="39636"/>
                    <a:pt x="34925" y="48390"/>
                    <a:pt x="40001" y="49849"/>
                  </a:cubicBezTo>
                  <a:cubicBezTo>
                    <a:pt x="49302" y="52494"/>
                    <a:pt x="56415" y="40761"/>
                    <a:pt x="61886" y="35320"/>
                  </a:cubicBezTo>
                  <a:cubicBezTo>
                    <a:pt x="69211" y="28025"/>
                    <a:pt x="81278" y="37873"/>
                    <a:pt x="87327" y="41612"/>
                  </a:cubicBezTo>
                  <a:cubicBezTo>
                    <a:pt x="92585" y="44864"/>
                    <a:pt x="98421" y="48117"/>
                    <a:pt x="104926" y="48968"/>
                  </a:cubicBezTo>
                  <a:cubicBezTo>
                    <a:pt x="116385" y="50457"/>
                    <a:pt x="108239" y="65442"/>
                    <a:pt x="119759" y="67509"/>
                  </a:cubicBezTo>
                  <a:cubicBezTo>
                    <a:pt x="126659" y="68725"/>
                    <a:pt x="137298" y="62980"/>
                    <a:pt x="143559" y="65716"/>
                  </a:cubicBezTo>
                  <a:cubicBezTo>
                    <a:pt x="147936" y="67631"/>
                    <a:pt x="153407" y="72099"/>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5"/>
            <p:cNvSpPr/>
            <p:nvPr/>
          </p:nvSpPr>
          <p:spPr>
            <a:xfrm>
              <a:off x="2975000" y="442550"/>
              <a:ext cx="3962850" cy="1800200"/>
            </a:xfrm>
            <a:custGeom>
              <a:rect b="b" l="l" r="r" t="t"/>
              <a:pathLst>
                <a:path extrusionOk="0" fill="none" h="72008" w="158514">
                  <a:moveTo>
                    <a:pt x="0" y="1"/>
                  </a:moveTo>
                  <a:cubicBezTo>
                    <a:pt x="5167" y="2645"/>
                    <a:pt x="10821" y="4499"/>
                    <a:pt x="16140" y="6201"/>
                  </a:cubicBezTo>
                  <a:cubicBezTo>
                    <a:pt x="21976" y="8055"/>
                    <a:pt x="27630" y="11065"/>
                    <a:pt x="29484" y="16657"/>
                  </a:cubicBezTo>
                  <a:cubicBezTo>
                    <a:pt x="31308" y="22159"/>
                    <a:pt x="26748" y="29940"/>
                    <a:pt x="31521" y="35442"/>
                  </a:cubicBezTo>
                  <a:cubicBezTo>
                    <a:pt x="34621" y="38998"/>
                    <a:pt x="36414" y="48147"/>
                    <a:pt x="40913" y="49211"/>
                  </a:cubicBezTo>
                  <a:cubicBezTo>
                    <a:pt x="50244" y="51430"/>
                    <a:pt x="56749" y="38846"/>
                    <a:pt x="63041" y="34044"/>
                  </a:cubicBezTo>
                  <a:cubicBezTo>
                    <a:pt x="70731" y="28147"/>
                    <a:pt x="82190" y="36992"/>
                    <a:pt x="88391" y="40943"/>
                  </a:cubicBezTo>
                  <a:cubicBezTo>
                    <a:pt x="93862" y="44409"/>
                    <a:pt x="98695" y="48147"/>
                    <a:pt x="105352" y="48907"/>
                  </a:cubicBezTo>
                  <a:cubicBezTo>
                    <a:pt x="117024" y="50184"/>
                    <a:pt x="108786" y="64834"/>
                    <a:pt x="120276" y="66780"/>
                  </a:cubicBezTo>
                  <a:cubicBezTo>
                    <a:pt x="126993" y="67904"/>
                    <a:pt x="137784" y="62585"/>
                    <a:pt x="143863" y="65533"/>
                  </a:cubicBezTo>
                  <a:cubicBezTo>
                    <a:pt x="148149" y="67570"/>
                    <a:pt x="153468" y="72008"/>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5"/>
            <p:cNvSpPr/>
            <p:nvPr/>
          </p:nvSpPr>
          <p:spPr>
            <a:xfrm>
              <a:off x="2975000" y="442550"/>
              <a:ext cx="3963625" cy="1798675"/>
            </a:xfrm>
            <a:custGeom>
              <a:rect b="b" l="l" r="r" t="t"/>
              <a:pathLst>
                <a:path extrusionOk="0" fill="none" h="71947" w="158545">
                  <a:moveTo>
                    <a:pt x="0" y="1"/>
                  </a:moveTo>
                  <a:cubicBezTo>
                    <a:pt x="5198" y="2615"/>
                    <a:pt x="10912" y="4408"/>
                    <a:pt x="16323" y="5958"/>
                  </a:cubicBezTo>
                  <a:cubicBezTo>
                    <a:pt x="22067" y="7630"/>
                    <a:pt x="28147" y="10365"/>
                    <a:pt x="30578" y="15472"/>
                  </a:cubicBezTo>
                  <a:cubicBezTo>
                    <a:pt x="33192" y="20974"/>
                    <a:pt x="26931" y="29059"/>
                    <a:pt x="31369" y="35047"/>
                  </a:cubicBezTo>
                  <a:cubicBezTo>
                    <a:pt x="33831" y="38390"/>
                    <a:pt x="37904" y="47904"/>
                    <a:pt x="41825" y="48542"/>
                  </a:cubicBezTo>
                  <a:cubicBezTo>
                    <a:pt x="50883" y="50062"/>
                    <a:pt x="57296" y="36931"/>
                    <a:pt x="64257" y="33010"/>
                  </a:cubicBezTo>
                  <a:cubicBezTo>
                    <a:pt x="72160" y="28512"/>
                    <a:pt x="83102" y="35928"/>
                    <a:pt x="89424" y="40153"/>
                  </a:cubicBezTo>
                  <a:cubicBezTo>
                    <a:pt x="94804" y="43740"/>
                    <a:pt x="98877" y="48208"/>
                    <a:pt x="105747" y="48846"/>
                  </a:cubicBezTo>
                  <a:cubicBezTo>
                    <a:pt x="117601" y="49971"/>
                    <a:pt x="109425" y="64257"/>
                    <a:pt x="120793" y="66081"/>
                  </a:cubicBezTo>
                  <a:cubicBezTo>
                    <a:pt x="127419" y="67144"/>
                    <a:pt x="138270" y="62281"/>
                    <a:pt x="144167" y="65351"/>
                  </a:cubicBezTo>
                  <a:cubicBezTo>
                    <a:pt x="148362" y="67540"/>
                    <a:pt x="153529" y="71947"/>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5"/>
            <p:cNvSpPr/>
            <p:nvPr/>
          </p:nvSpPr>
          <p:spPr>
            <a:xfrm>
              <a:off x="2975000" y="442550"/>
              <a:ext cx="3962850" cy="1795650"/>
            </a:xfrm>
            <a:custGeom>
              <a:rect b="b" l="l" r="r" t="t"/>
              <a:pathLst>
                <a:path extrusionOk="0" fill="none" h="71826" w="158514">
                  <a:moveTo>
                    <a:pt x="0" y="1"/>
                  </a:moveTo>
                  <a:cubicBezTo>
                    <a:pt x="5259" y="2584"/>
                    <a:pt x="10973" y="4317"/>
                    <a:pt x="16475" y="5745"/>
                  </a:cubicBezTo>
                  <a:cubicBezTo>
                    <a:pt x="22250" y="7235"/>
                    <a:pt x="28542" y="9788"/>
                    <a:pt x="31581" y="14195"/>
                  </a:cubicBezTo>
                  <a:cubicBezTo>
                    <a:pt x="35168" y="19332"/>
                    <a:pt x="27326" y="28238"/>
                    <a:pt x="31247" y="34560"/>
                  </a:cubicBezTo>
                  <a:cubicBezTo>
                    <a:pt x="33253" y="37782"/>
                    <a:pt x="39150" y="47418"/>
                    <a:pt x="42737" y="47722"/>
                  </a:cubicBezTo>
                  <a:cubicBezTo>
                    <a:pt x="51612" y="48482"/>
                    <a:pt x="57752" y="35229"/>
                    <a:pt x="65412" y="32129"/>
                  </a:cubicBezTo>
                  <a:cubicBezTo>
                    <a:pt x="73588" y="28816"/>
                    <a:pt x="84044" y="34804"/>
                    <a:pt x="90275" y="39302"/>
                  </a:cubicBezTo>
                  <a:cubicBezTo>
                    <a:pt x="95351" y="42980"/>
                    <a:pt x="98938" y="48269"/>
                    <a:pt x="106081" y="48816"/>
                  </a:cubicBezTo>
                  <a:cubicBezTo>
                    <a:pt x="111704" y="49241"/>
                    <a:pt x="112981" y="50670"/>
                    <a:pt x="114136" y="56111"/>
                  </a:cubicBezTo>
                  <a:cubicBezTo>
                    <a:pt x="115139" y="60792"/>
                    <a:pt x="115321" y="64470"/>
                    <a:pt x="121279" y="65381"/>
                  </a:cubicBezTo>
                  <a:cubicBezTo>
                    <a:pt x="127784" y="66385"/>
                    <a:pt x="138696" y="61947"/>
                    <a:pt x="144410" y="65169"/>
                  </a:cubicBezTo>
                  <a:cubicBezTo>
                    <a:pt x="148483" y="67448"/>
                    <a:pt x="153529" y="7182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5"/>
            <p:cNvSpPr/>
            <p:nvPr/>
          </p:nvSpPr>
          <p:spPr>
            <a:xfrm>
              <a:off x="2975000" y="442550"/>
              <a:ext cx="3962850" cy="1794125"/>
            </a:xfrm>
            <a:custGeom>
              <a:rect b="b" l="l" r="r" t="t"/>
              <a:pathLst>
                <a:path extrusionOk="0" fill="none" h="71765" w="158514">
                  <a:moveTo>
                    <a:pt x="0" y="1"/>
                  </a:moveTo>
                  <a:cubicBezTo>
                    <a:pt x="5319" y="2554"/>
                    <a:pt x="11064" y="4226"/>
                    <a:pt x="16627" y="5502"/>
                  </a:cubicBezTo>
                  <a:cubicBezTo>
                    <a:pt x="22523" y="6840"/>
                    <a:pt x="28663" y="9302"/>
                    <a:pt x="32554" y="12919"/>
                  </a:cubicBezTo>
                  <a:cubicBezTo>
                    <a:pt x="36931" y="17022"/>
                    <a:pt x="28906" y="28268"/>
                    <a:pt x="31247" y="33983"/>
                  </a:cubicBezTo>
                  <a:cubicBezTo>
                    <a:pt x="32615" y="37326"/>
                    <a:pt x="40031" y="46658"/>
                    <a:pt x="43679" y="46719"/>
                  </a:cubicBezTo>
                  <a:cubicBezTo>
                    <a:pt x="52433" y="46810"/>
                    <a:pt x="58117" y="33861"/>
                    <a:pt x="66628" y="31430"/>
                  </a:cubicBezTo>
                  <a:cubicBezTo>
                    <a:pt x="75108" y="28998"/>
                    <a:pt x="85078" y="33709"/>
                    <a:pt x="91066" y="38451"/>
                  </a:cubicBezTo>
                  <a:cubicBezTo>
                    <a:pt x="95899" y="42250"/>
                    <a:pt x="98847" y="48482"/>
                    <a:pt x="106446" y="48785"/>
                  </a:cubicBezTo>
                  <a:cubicBezTo>
                    <a:pt x="119030" y="49272"/>
                    <a:pt x="110853" y="62950"/>
                    <a:pt x="121826" y="64743"/>
                  </a:cubicBezTo>
                  <a:cubicBezTo>
                    <a:pt x="128088" y="65746"/>
                    <a:pt x="139121" y="61612"/>
                    <a:pt x="144684" y="64986"/>
                  </a:cubicBezTo>
                  <a:cubicBezTo>
                    <a:pt x="148666" y="67388"/>
                    <a:pt x="153559" y="7176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5"/>
            <p:cNvSpPr/>
            <p:nvPr/>
          </p:nvSpPr>
          <p:spPr>
            <a:xfrm>
              <a:off x="2975000" y="442550"/>
              <a:ext cx="3962850" cy="1791075"/>
            </a:xfrm>
            <a:custGeom>
              <a:rect b="b" l="l" r="r" t="t"/>
              <a:pathLst>
                <a:path extrusionOk="0" fill="none" h="71643" w="158514">
                  <a:moveTo>
                    <a:pt x="0" y="1"/>
                  </a:moveTo>
                  <a:cubicBezTo>
                    <a:pt x="5319" y="2523"/>
                    <a:pt x="11155" y="4134"/>
                    <a:pt x="16779" y="5259"/>
                  </a:cubicBezTo>
                  <a:cubicBezTo>
                    <a:pt x="22736" y="6475"/>
                    <a:pt x="29302" y="9058"/>
                    <a:pt x="33405" y="11672"/>
                  </a:cubicBezTo>
                  <a:cubicBezTo>
                    <a:pt x="37660" y="14378"/>
                    <a:pt x="30821" y="28968"/>
                    <a:pt x="31399" y="33314"/>
                  </a:cubicBezTo>
                  <a:cubicBezTo>
                    <a:pt x="31885" y="36931"/>
                    <a:pt x="40578" y="45624"/>
                    <a:pt x="44651" y="45472"/>
                  </a:cubicBezTo>
                  <a:cubicBezTo>
                    <a:pt x="53101" y="45168"/>
                    <a:pt x="58421" y="32828"/>
                    <a:pt x="67874" y="30852"/>
                  </a:cubicBezTo>
                  <a:cubicBezTo>
                    <a:pt x="76658" y="29028"/>
                    <a:pt x="86233" y="32706"/>
                    <a:pt x="91856" y="37509"/>
                  </a:cubicBezTo>
                  <a:cubicBezTo>
                    <a:pt x="96476" y="41491"/>
                    <a:pt x="98908" y="48542"/>
                    <a:pt x="106780" y="48755"/>
                  </a:cubicBezTo>
                  <a:cubicBezTo>
                    <a:pt x="112647" y="48907"/>
                    <a:pt x="114045" y="50184"/>
                    <a:pt x="115565" y="55503"/>
                  </a:cubicBezTo>
                  <a:cubicBezTo>
                    <a:pt x="116841" y="60062"/>
                    <a:pt x="116628" y="63132"/>
                    <a:pt x="122404" y="64044"/>
                  </a:cubicBezTo>
                  <a:cubicBezTo>
                    <a:pt x="128544" y="65047"/>
                    <a:pt x="139486" y="61278"/>
                    <a:pt x="144957" y="64804"/>
                  </a:cubicBezTo>
                  <a:cubicBezTo>
                    <a:pt x="148818" y="67296"/>
                    <a:pt x="153559" y="71643"/>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5"/>
            <p:cNvSpPr/>
            <p:nvPr/>
          </p:nvSpPr>
          <p:spPr>
            <a:xfrm>
              <a:off x="2975000" y="442550"/>
              <a:ext cx="3962100" cy="1789575"/>
            </a:xfrm>
            <a:custGeom>
              <a:rect b="b" l="l" r="r" t="t"/>
              <a:pathLst>
                <a:path extrusionOk="0" fill="none" h="71583" w="158484">
                  <a:moveTo>
                    <a:pt x="0" y="1"/>
                  </a:moveTo>
                  <a:cubicBezTo>
                    <a:pt x="5380" y="2463"/>
                    <a:pt x="11216" y="4043"/>
                    <a:pt x="16900" y="5016"/>
                  </a:cubicBezTo>
                  <a:cubicBezTo>
                    <a:pt x="22797" y="6049"/>
                    <a:pt x="29058" y="8724"/>
                    <a:pt x="34135" y="10457"/>
                  </a:cubicBezTo>
                  <a:cubicBezTo>
                    <a:pt x="39667" y="12372"/>
                    <a:pt x="32037" y="28846"/>
                    <a:pt x="31855" y="32463"/>
                  </a:cubicBezTo>
                  <a:cubicBezTo>
                    <a:pt x="31672" y="36597"/>
                    <a:pt x="40852" y="44712"/>
                    <a:pt x="45503" y="44074"/>
                  </a:cubicBezTo>
                  <a:cubicBezTo>
                    <a:pt x="54165" y="42889"/>
                    <a:pt x="59606" y="32038"/>
                    <a:pt x="69090" y="30335"/>
                  </a:cubicBezTo>
                  <a:cubicBezTo>
                    <a:pt x="77479" y="28846"/>
                    <a:pt x="87388" y="31703"/>
                    <a:pt x="92646" y="36566"/>
                  </a:cubicBezTo>
                  <a:cubicBezTo>
                    <a:pt x="97084" y="40670"/>
                    <a:pt x="98908" y="48634"/>
                    <a:pt x="107084" y="48725"/>
                  </a:cubicBezTo>
                  <a:cubicBezTo>
                    <a:pt x="112890" y="48816"/>
                    <a:pt x="114501" y="49910"/>
                    <a:pt x="116203" y="55229"/>
                  </a:cubicBezTo>
                  <a:cubicBezTo>
                    <a:pt x="117571" y="59606"/>
                    <a:pt x="117297" y="62555"/>
                    <a:pt x="122951" y="63436"/>
                  </a:cubicBezTo>
                  <a:cubicBezTo>
                    <a:pt x="129030" y="64378"/>
                    <a:pt x="139851" y="60944"/>
                    <a:pt x="145200" y="64622"/>
                  </a:cubicBezTo>
                  <a:cubicBezTo>
                    <a:pt x="148939" y="67205"/>
                    <a:pt x="153590" y="7158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5"/>
            <p:cNvSpPr/>
            <p:nvPr/>
          </p:nvSpPr>
          <p:spPr>
            <a:xfrm>
              <a:off x="2975000" y="442550"/>
              <a:ext cx="3962850" cy="1785000"/>
            </a:xfrm>
            <a:custGeom>
              <a:rect b="b" l="l" r="r" t="t"/>
              <a:pathLst>
                <a:path extrusionOk="0" fill="none" h="71400" w="158514">
                  <a:moveTo>
                    <a:pt x="0" y="1"/>
                  </a:moveTo>
                  <a:cubicBezTo>
                    <a:pt x="5411" y="2432"/>
                    <a:pt x="11307" y="3952"/>
                    <a:pt x="17052" y="4803"/>
                  </a:cubicBezTo>
                  <a:cubicBezTo>
                    <a:pt x="22949" y="5685"/>
                    <a:pt x="29028" y="8967"/>
                    <a:pt x="34682" y="9362"/>
                  </a:cubicBezTo>
                  <a:cubicBezTo>
                    <a:pt x="42007" y="9849"/>
                    <a:pt x="33557" y="28360"/>
                    <a:pt x="32858" y="31065"/>
                  </a:cubicBezTo>
                  <a:cubicBezTo>
                    <a:pt x="31308" y="36931"/>
                    <a:pt x="41095" y="43801"/>
                    <a:pt x="46141" y="42676"/>
                  </a:cubicBezTo>
                  <a:cubicBezTo>
                    <a:pt x="54925" y="40761"/>
                    <a:pt x="60731" y="31703"/>
                    <a:pt x="70245" y="29819"/>
                  </a:cubicBezTo>
                  <a:cubicBezTo>
                    <a:pt x="78451" y="28177"/>
                    <a:pt x="88573" y="30731"/>
                    <a:pt x="93497" y="35563"/>
                  </a:cubicBezTo>
                  <a:cubicBezTo>
                    <a:pt x="97753" y="39728"/>
                    <a:pt x="98969" y="48725"/>
                    <a:pt x="107419" y="48755"/>
                  </a:cubicBezTo>
                  <a:cubicBezTo>
                    <a:pt x="113163" y="48755"/>
                    <a:pt x="115018" y="49667"/>
                    <a:pt x="116872" y="54956"/>
                  </a:cubicBezTo>
                  <a:cubicBezTo>
                    <a:pt x="118331" y="59181"/>
                    <a:pt x="118027" y="61977"/>
                    <a:pt x="123559" y="62798"/>
                  </a:cubicBezTo>
                  <a:cubicBezTo>
                    <a:pt x="129638" y="63710"/>
                    <a:pt x="140459" y="60579"/>
                    <a:pt x="145504" y="64470"/>
                  </a:cubicBezTo>
                  <a:cubicBezTo>
                    <a:pt x="148939" y="67144"/>
                    <a:pt x="153802" y="7140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5"/>
            <p:cNvSpPr/>
            <p:nvPr/>
          </p:nvSpPr>
          <p:spPr>
            <a:xfrm>
              <a:off x="2975000" y="442550"/>
              <a:ext cx="3962100" cy="1781975"/>
            </a:xfrm>
            <a:custGeom>
              <a:rect b="b" l="l" r="r" t="t"/>
              <a:pathLst>
                <a:path extrusionOk="0" fill="none" h="71279" w="158484">
                  <a:moveTo>
                    <a:pt x="0" y="1"/>
                  </a:moveTo>
                  <a:cubicBezTo>
                    <a:pt x="5471" y="2402"/>
                    <a:pt x="11247" y="3922"/>
                    <a:pt x="17174" y="4560"/>
                  </a:cubicBezTo>
                  <a:cubicBezTo>
                    <a:pt x="23253" y="5198"/>
                    <a:pt x="29514" y="8420"/>
                    <a:pt x="35107" y="8177"/>
                  </a:cubicBezTo>
                  <a:cubicBezTo>
                    <a:pt x="44044" y="7782"/>
                    <a:pt x="35290" y="26718"/>
                    <a:pt x="34256" y="29089"/>
                  </a:cubicBezTo>
                  <a:cubicBezTo>
                    <a:pt x="31369" y="35959"/>
                    <a:pt x="40578" y="42980"/>
                    <a:pt x="46658" y="41247"/>
                  </a:cubicBezTo>
                  <a:cubicBezTo>
                    <a:pt x="55533" y="38785"/>
                    <a:pt x="61947" y="31490"/>
                    <a:pt x="71369" y="29180"/>
                  </a:cubicBezTo>
                  <a:cubicBezTo>
                    <a:pt x="79424" y="27174"/>
                    <a:pt x="89819" y="29697"/>
                    <a:pt x="94470" y="34439"/>
                  </a:cubicBezTo>
                  <a:cubicBezTo>
                    <a:pt x="98482" y="38573"/>
                    <a:pt x="99090" y="48785"/>
                    <a:pt x="107753" y="48694"/>
                  </a:cubicBezTo>
                  <a:cubicBezTo>
                    <a:pt x="113407" y="48634"/>
                    <a:pt x="115504" y="49424"/>
                    <a:pt x="117510" y="54652"/>
                  </a:cubicBezTo>
                  <a:cubicBezTo>
                    <a:pt x="119060" y="58694"/>
                    <a:pt x="118665" y="61400"/>
                    <a:pt x="124167" y="62160"/>
                  </a:cubicBezTo>
                  <a:cubicBezTo>
                    <a:pt x="130246" y="62980"/>
                    <a:pt x="140793" y="60245"/>
                    <a:pt x="145717" y="64257"/>
                  </a:cubicBezTo>
                  <a:cubicBezTo>
                    <a:pt x="149061" y="66962"/>
                    <a:pt x="153802" y="71278"/>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5"/>
            <p:cNvSpPr/>
            <p:nvPr/>
          </p:nvSpPr>
          <p:spPr>
            <a:xfrm>
              <a:off x="2975000" y="442550"/>
              <a:ext cx="3962850" cy="1781200"/>
            </a:xfrm>
            <a:custGeom>
              <a:rect b="b" l="l" r="r" t="t"/>
              <a:pathLst>
                <a:path extrusionOk="0" fill="none" h="71248" w="158514">
                  <a:moveTo>
                    <a:pt x="0" y="1"/>
                  </a:moveTo>
                  <a:cubicBezTo>
                    <a:pt x="5502" y="2371"/>
                    <a:pt x="11338" y="3830"/>
                    <a:pt x="17326" y="4347"/>
                  </a:cubicBezTo>
                  <a:cubicBezTo>
                    <a:pt x="23405" y="4833"/>
                    <a:pt x="29484" y="7478"/>
                    <a:pt x="35381" y="7083"/>
                  </a:cubicBezTo>
                  <a:cubicBezTo>
                    <a:pt x="46171" y="6384"/>
                    <a:pt x="37660" y="22007"/>
                    <a:pt x="36080" y="26718"/>
                  </a:cubicBezTo>
                  <a:cubicBezTo>
                    <a:pt x="34560" y="31247"/>
                    <a:pt x="33192" y="34591"/>
                    <a:pt x="37387" y="37934"/>
                  </a:cubicBezTo>
                  <a:cubicBezTo>
                    <a:pt x="40062" y="40032"/>
                    <a:pt x="43983" y="40913"/>
                    <a:pt x="47144" y="39940"/>
                  </a:cubicBezTo>
                  <a:cubicBezTo>
                    <a:pt x="52007" y="38421"/>
                    <a:pt x="55959" y="34864"/>
                    <a:pt x="60548" y="32524"/>
                  </a:cubicBezTo>
                  <a:cubicBezTo>
                    <a:pt x="64409" y="30579"/>
                    <a:pt x="68360" y="29758"/>
                    <a:pt x="72403" y="28512"/>
                  </a:cubicBezTo>
                  <a:cubicBezTo>
                    <a:pt x="80275" y="26080"/>
                    <a:pt x="91187" y="28724"/>
                    <a:pt x="95503" y="33314"/>
                  </a:cubicBezTo>
                  <a:cubicBezTo>
                    <a:pt x="99303" y="37296"/>
                    <a:pt x="99212" y="48877"/>
                    <a:pt x="108118" y="48694"/>
                  </a:cubicBezTo>
                  <a:cubicBezTo>
                    <a:pt x="113589" y="48573"/>
                    <a:pt x="115990" y="49302"/>
                    <a:pt x="118148" y="54409"/>
                  </a:cubicBezTo>
                  <a:cubicBezTo>
                    <a:pt x="119820" y="58299"/>
                    <a:pt x="119364" y="60974"/>
                    <a:pt x="124805" y="61612"/>
                  </a:cubicBezTo>
                  <a:cubicBezTo>
                    <a:pt x="130519" y="62281"/>
                    <a:pt x="141249" y="59819"/>
                    <a:pt x="145991" y="64135"/>
                  </a:cubicBezTo>
                  <a:cubicBezTo>
                    <a:pt x="149213" y="67023"/>
                    <a:pt x="153863" y="71248"/>
                    <a:pt x="158514" y="68695"/>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5"/>
            <p:cNvSpPr/>
            <p:nvPr/>
          </p:nvSpPr>
          <p:spPr>
            <a:xfrm>
              <a:off x="2975000" y="442550"/>
              <a:ext cx="3962100" cy="1777400"/>
            </a:xfrm>
            <a:custGeom>
              <a:rect b="b" l="l" r="r" t="t"/>
              <a:pathLst>
                <a:path extrusionOk="0" fill="none" h="71096" w="158484">
                  <a:moveTo>
                    <a:pt x="0" y="1"/>
                  </a:moveTo>
                  <a:cubicBezTo>
                    <a:pt x="5532" y="2341"/>
                    <a:pt x="11429" y="3739"/>
                    <a:pt x="17447" y="4104"/>
                  </a:cubicBezTo>
                  <a:cubicBezTo>
                    <a:pt x="23496" y="4469"/>
                    <a:pt x="29484" y="6596"/>
                    <a:pt x="35533" y="6049"/>
                  </a:cubicBezTo>
                  <a:cubicBezTo>
                    <a:pt x="47357" y="4955"/>
                    <a:pt x="40822" y="16809"/>
                    <a:pt x="38208" y="23983"/>
                  </a:cubicBezTo>
                  <a:cubicBezTo>
                    <a:pt x="36657" y="28329"/>
                    <a:pt x="33557" y="33253"/>
                    <a:pt x="37691" y="36962"/>
                  </a:cubicBezTo>
                  <a:cubicBezTo>
                    <a:pt x="40244" y="39272"/>
                    <a:pt x="44591" y="39636"/>
                    <a:pt x="47661" y="38603"/>
                  </a:cubicBezTo>
                  <a:cubicBezTo>
                    <a:pt x="52646" y="36931"/>
                    <a:pt x="56901" y="33557"/>
                    <a:pt x="61764" y="31460"/>
                  </a:cubicBezTo>
                  <a:cubicBezTo>
                    <a:pt x="65533" y="29819"/>
                    <a:pt x="69576" y="29150"/>
                    <a:pt x="73375" y="27721"/>
                  </a:cubicBezTo>
                  <a:cubicBezTo>
                    <a:pt x="80974" y="24864"/>
                    <a:pt x="92464" y="27721"/>
                    <a:pt x="96659" y="32068"/>
                  </a:cubicBezTo>
                  <a:cubicBezTo>
                    <a:pt x="100884" y="36445"/>
                    <a:pt x="98634" y="48512"/>
                    <a:pt x="108452" y="48664"/>
                  </a:cubicBezTo>
                  <a:cubicBezTo>
                    <a:pt x="114014" y="48755"/>
                    <a:pt x="116416" y="49150"/>
                    <a:pt x="118756" y="54105"/>
                  </a:cubicBezTo>
                  <a:cubicBezTo>
                    <a:pt x="120550" y="57874"/>
                    <a:pt x="120002" y="60488"/>
                    <a:pt x="125413" y="61035"/>
                  </a:cubicBezTo>
                  <a:cubicBezTo>
                    <a:pt x="131158" y="61643"/>
                    <a:pt x="141553" y="59454"/>
                    <a:pt x="146234" y="63922"/>
                  </a:cubicBezTo>
                  <a:cubicBezTo>
                    <a:pt x="149334" y="66871"/>
                    <a:pt x="153894" y="71096"/>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5"/>
            <p:cNvSpPr/>
            <p:nvPr/>
          </p:nvSpPr>
          <p:spPr>
            <a:xfrm>
              <a:off x="2975000" y="442550"/>
              <a:ext cx="3962850" cy="1775125"/>
            </a:xfrm>
            <a:custGeom>
              <a:rect b="b" l="l" r="r" t="t"/>
              <a:pathLst>
                <a:path extrusionOk="0" fill="none" h="71005" w="158514">
                  <a:moveTo>
                    <a:pt x="0" y="1"/>
                  </a:moveTo>
                  <a:cubicBezTo>
                    <a:pt x="5593" y="2311"/>
                    <a:pt x="11520" y="3648"/>
                    <a:pt x="17569" y="3861"/>
                  </a:cubicBezTo>
                  <a:cubicBezTo>
                    <a:pt x="23587" y="4074"/>
                    <a:pt x="29636" y="5837"/>
                    <a:pt x="35594" y="5046"/>
                  </a:cubicBezTo>
                  <a:cubicBezTo>
                    <a:pt x="47569" y="3466"/>
                    <a:pt x="43800" y="12280"/>
                    <a:pt x="40578" y="20974"/>
                  </a:cubicBezTo>
                  <a:cubicBezTo>
                    <a:pt x="39059" y="25107"/>
                    <a:pt x="34773" y="31916"/>
                    <a:pt x="38268" y="35867"/>
                  </a:cubicBezTo>
                  <a:cubicBezTo>
                    <a:pt x="40548" y="38451"/>
                    <a:pt x="45381" y="38208"/>
                    <a:pt x="48238" y="37296"/>
                  </a:cubicBezTo>
                  <a:cubicBezTo>
                    <a:pt x="53405" y="35624"/>
                    <a:pt x="57965" y="32281"/>
                    <a:pt x="63102" y="30366"/>
                  </a:cubicBezTo>
                  <a:cubicBezTo>
                    <a:pt x="66780" y="28968"/>
                    <a:pt x="70701" y="28420"/>
                    <a:pt x="74257" y="26840"/>
                  </a:cubicBezTo>
                  <a:cubicBezTo>
                    <a:pt x="81552" y="23588"/>
                    <a:pt x="94075" y="26779"/>
                    <a:pt x="97935" y="30791"/>
                  </a:cubicBezTo>
                  <a:cubicBezTo>
                    <a:pt x="101887" y="34895"/>
                    <a:pt x="98938" y="48542"/>
                    <a:pt x="108817" y="48664"/>
                  </a:cubicBezTo>
                  <a:cubicBezTo>
                    <a:pt x="114227" y="48694"/>
                    <a:pt x="116872" y="49029"/>
                    <a:pt x="119364" y="53801"/>
                  </a:cubicBezTo>
                  <a:cubicBezTo>
                    <a:pt x="121249" y="57448"/>
                    <a:pt x="120702" y="60032"/>
                    <a:pt x="126021" y="60518"/>
                  </a:cubicBezTo>
                  <a:cubicBezTo>
                    <a:pt x="131826" y="61035"/>
                    <a:pt x="141857" y="59120"/>
                    <a:pt x="146507" y="63771"/>
                  </a:cubicBezTo>
                  <a:cubicBezTo>
                    <a:pt x="149456" y="66719"/>
                    <a:pt x="153924" y="7100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5"/>
            <p:cNvSpPr/>
            <p:nvPr/>
          </p:nvSpPr>
          <p:spPr>
            <a:xfrm>
              <a:off x="2975000" y="442550"/>
              <a:ext cx="3962850" cy="1772850"/>
            </a:xfrm>
            <a:custGeom>
              <a:rect b="b" l="l" r="r" t="t"/>
              <a:pathLst>
                <a:path extrusionOk="0" fill="none" h="70914" w="158514">
                  <a:moveTo>
                    <a:pt x="0" y="1"/>
                  </a:moveTo>
                  <a:cubicBezTo>
                    <a:pt x="5623" y="2280"/>
                    <a:pt x="11611" y="3526"/>
                    <a:pt x="17690" y="3648"/>
                  </a:cubicBezTo>
                  <a:cubicBezTo>
                    <a:pt x="23648" y="3709"/>
                    <a:pt x="29636" y="5016"/>
                    <a:pt x="35563" y="4104"/>
                  </a:cubicBezTo>
                  <a:cubicBezTo>
                    <a:pt x="47022" y="2371"/>
                    <a:pt x="46627" y="7843"/>
                    <a:pt x="43101" y="17812"/>
                  </a:cubicBezTo>
                  <a:cubicBezTo>
                    <a:pt x="41733" y="21612"/>
                    <a:pt x="36232" y="30670"/>
                    <a:pt x="39028" y="34621"/>
                  </a:cubicBezTo>
                  <a:cubicBezTo>
                    <a:pt x="41004" y="37387"/>
                    <a:pt x="46293" y="36901"/>
                    <a:pt x="48968" y="35989"/>
                  </a:cubicBezTo>
                  <a:cubicBezTo>
                    <a:pt x="57235" y="33071"/>
                    <a:pt x="67235" y="29667"/>
                    <a:pt x="75108" y="25867"/>
                  </a:cubicBezTo>
                  <a:cubicBezTo>
                    <a:pt x="82008" y="22524"/>
                    <a:pt x="95655" y="25746"/>
                    <a:pt x="99303" y="29484"/>
                  </a:cubicBezTo>
                  <a:cubicBezTo>
                    <a:pt x="103042" y="33284"/>
                    <a:pt x="99546" y="48573"/>
                    <a:pt x="109242" y="48573"/>
                  </a:cubicBezTo>
                  <a:cubicBezTo>
                    <a:pt x="114379" y="48573"/>
                    <a:pt x="117328" y="48968"/>
                    <a:pt x="119942" y="53527"/>
                  </a:cubicBezTo>
                  <a:cubicBezTo>
                    <a:pt x="121948" y="57023"/>
                    <a:pt x="121340" y="59606"/>
                    <a:pt x="126629" y="60032"/>
                  </a:cubicBezTo>
                  <a:cubicBezTo>
                    <a:pt x="132495" y="60488"/>
                    <a:pt x="142130" y="58725"/>
                    <a:pt x="146751" y="63558"/>
                  </a:cubicBezTo>
                  <a:cubicBezTo>
                    <a:pt x="149608" y="66567"/>
                    <a:pt x="153985" y="70913"/>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5"/>
            <p:cNvSpPr/>
            <p:nvPr/>
          </p:nvSpPr>
          <p:spPr>
            <a:xfrm>
              <a:off x="2975000" y="442550"/>
              <a:ext cx="3962100" cy="1769800"/>
            </a:xfrm>
            <a:custGeom>
              <a:rect b="b" l="l" r="r" t="t"/>
              <a:pathLst>
                <a:path extrusionOk="0" fill="none" h="70792" w="158484">
                  <a:moveTo>
                    <a:pt x="0" y="1"/>
                  </a:moveTo>
                  <a:cubicBezTo>
                    <a:pt x="5654" y="2280"/>
                    <a:pt x="11703" y="3435"/>
                    <a:pt x="17812" y="3405"/>
                  </a:cubicBezTo>
                  <a:cubicBezTo>
                    <a:pt x="23709" y="3344"/>
                    <a:pt x="29606" y="4165"/>
                    <a:pt x="35502" y="3192"/>
                  </a:cubicBezTo>
                  <a:cubicBezTo>
                    <a:pt x="37660" y="2858"/>
                    <a:pt x="42463" y="1976"/>
                    <a:pt x="44621" y="2949"/>
                  </a:cubicBezTo>
                  <a:cubicBezTo>
                    <a:pt x="49545" y="5168"/>
                    <a:pt x="46840" y="10913"/>
                    <a:pt x="45624" y="14742"/>
                  </a:cubicBezTo>
                  <a:cubicBezTo>
                    <a:pt x="43557" y="21369"/>
                    <a:pt x="34135" y="40001"/>
                    <a:pt x="49819" y="34652"/>
                  </a:cubicBezTo>
                  <a:cubicBezTo>
                    <a:pt x="58299" y="31734"/>
                    <a:pt x="67935" y="28177"/>
                    <a:pt x="76050" y="24864"/>
                  </a:cubicBezTo>
                  <a:cubicBezTo>
                    <a:pt x="83072" y="21977"/>
                    <a:pt x="96051" y="24347"/>
                    <a:pt x="100762" y="28117"/>
                  </a:cubicBezTo>
                  <a:cubicBezTo>
                    <a:pt x="105716" y="32098"/>
                    <a:pt x="98908" y="48299"/>
                    <a:pt x="109698" y="48482"/>
                  </a:cubicBezTo>
                  <a:cubicBezTo>
                    <a:pt x="114653" y="48573"/>
                    <a:pt x="117753" y="48846"/>
                    <a:pt x="120458" y="53254"/>
                  </a:cubicBezTo>
                  <a:cubicBezTo>
                    <a:pt x="122586" y="56628"/>
                    <a:pt x="121948" y="59242"/>
                    <a:pt x="127176" y="59576"/>
                  </a:cubicBezTo>
                  <a:cubicBezTo>
                    <a:pt x="133133" y="60001"/>
                    <a:pt x="142404" y="58360"/>
                    <a:pt x="146963" y="63375"/>
                  </a:cubicBezTo>
                  <a:cubicBezTo>
                    <a:pt x="149699" y="66385"/>
                    <a:pt x="153985" y="70792"/>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5"/>
            <p:cNvSpPr/>
            <p:nvPr/>
          </p:nvSpPr>
          <p:spPr>
            <a:xfrm>
              <a:off x="2975000" y="442550"/>
              <a:ext cx="3963625" cy="1767525"/>
            </a:xfrm>
            <a:custGeom>
              <a:rect b="b" l="l" r="r" t="t"/>
              <a:pathLst>
                <a:path extrusionOk="0" fill="none" h="70701" w="158545">
                  <a:moveTo>
                    <a:pt x="0" y="1"/>
                  </a:moveTo>
                  <a:cubicBezTo>
                    <a:pt x="5715" y="2250"/>
                    <a:pt x="11794" y="3314"/>
                    <a:pt x="17934" y="3192"/>
                  </a:cubicBezTo>
                  <a:cubicBezTo>
                    <a:pt x="23770" y="2979"/>
                    <a:pt x="29575" y="3314"/>
                    <a:pt x="35411" y="2341"/>
                  </a:cubicBezTo>
                  <a:cubicBezTo>
                    <a:pt x="44439" y="791"/>
                    <a:pt x="50518" y="2371"/>
                    <a:pt x="48147" y="11916"/>
                  </a:cubicBezTo>
                  <a:cubicBezTo>
                    <a:pt x="46627" y="18086"/>
                    <a:pt x="34894" y="38725"/>
                    <a:pt x="50883" y="33253"/>
                  </a:cubicBezTo>
                  <a:cubicBezTo>
                    <a:pt x="59697" y="30244"/>
                    <a:pt x="68482" y="26688"/>
                    <a:pt x="77418" y="23922"/>
                  </a:cubicBezTo>
                  <a:cubicBezTo>
                    <a:pt x="84227" y="21794"/>
                    <a:pt x="97601" y="22585"/>
                    <a:pt x="102312" y="26779"/>
                  </a:cubicBezTo>
                  <a:cubicBezTo>
                    <a:pt x="107510" y="31399"/>
                    <a:pt x="99394" y="48056"/>
                    <a:pt x="110276" y="48330"/>
                  </a:cubicBezTo>
                  <a:cubicBezTo>
                    <a:pt x="115200" y="48451"/>
                    <a:pt x="117966" y="49181"/>
                    <a:pt x="120945" y="52889"/>
                  </a:cubicBezTo>
                  <a:cubicBezTo>
                    <a:pt x="123376" y="55928"/>
                    <a:pt x="122464" y="58877"/>
                    <a:pt x="127784" y="59150"/>
                  </a:cubicBezTo>
                  <a:cubicBezTo>
                    <a:pt x="133711" y="59454"/>
                    <a:pt x="142769" y="58026"/>
                    <a:pt x="147267" y="63223"/>
                  </a:cubicBezTo>
                  <a:cubicBezTo>
                    <a:pt x="149881" y="66202"/>
                    <a:pt x="154076" y="70701"/>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5"/>
            <p:cNvSpPr/>
            <p:nvPr/>
          </p:nvSpPr>
          <p:spPr>
            <a:xfrm>
              <a:off x="2975000" y="442550"/>
              <a:ext cx="3962850" cy="1765250"/>
            </a:xfrm>
            <a:custGeom>
              <a:rect b="b" l="l" r="r" t="t"/>
              <a:pathLst>
                <a:path extrusionOk="0" fill="none" h="70610" w="158514">
                  <a:moveTo>
                    <a:pt x="0" y="1"/>
                  </a:moveTo>
                  <a:cubicBezTo>
                    <a:pt x="5745" y="2219"/>
                    <a:pt x="11885" y="3223"/>
                    <a:pt x="18025" y="2949"/>
                  </a:cubicBezTo>
                  <a:cubicBezTo>
                    <a:pt x="23800" y="2645"/>
                    <a:pt x="29514" y="2493"/>
                    <a:pt x="35259" y="1490"/>
                  </a:cubicBezTo>
                  <a:cubicBezTo>
                    <a:pt x="38056" y="1004"/>
                    <a:pt x="42189" y="396"/>
                    <a:pt x="44986" y="1064"/>
                  </a:cubicBezTo>
                  <a:cubicBezTo>
                    <a:pt x="50183" y="2280"/>
                    <a:pt x="51065" y="4803"/>
                    <a:pt x="50487" y="9454"/>
                  </a:cubicBezTo>
                  <a:cubicBezTo>
                    <a:pt x="49728" y="14986"/>
                    <a:pt x="36627" y="36870"/>
                    <a:pt x="52068" y="31825"/>
                  </a:cubicBezTo>
                  <a:cubicBezTo>
                    <a:pt x="60944" y="28937"/>
                    <a:pt x="69910" y="25533"/>
                    <a:pt x="79029" y="23010"/>
                  </a:cubicBezTo>
                  <a:cubicBezTo>
                    <a:pt x="86111" y="21095"/>
                    <a:pt x="98969" y="21551"/>
                    <a:pt x="103893" y="25472"/>
                  </a:cubicBezTo>
                  <a:cubicBezTo>
                    <a:pt x="109212" y="29697"/>
                    <a:pt x="100093" y="47661"/>
                    <a:pt x="110823" y="48147"/>
                  </a:cubicBezTo>
                  <a:cubicBezTo>
                    <a:pt x="115595" y="48360"/>
                    <a:pt x="118422" y="49120"/>
                    <a:pt x="121431" y="52646"/>
                  </a:cubicBezTo>
                  <a:cubicBezTo>
                    <a:pt x="123923" y="55594"/>
                    <a:pt x="123103" y="58542"/>
                    <a:pt x="128300" y="58786"/>
                  </a:cubicBezTo>
                  <a:cubicBezTo>
                    <a:pt x="134288" y="59059"/>
                    <a:pt x="143042" y="57783"/>
                    <a:pt x="147480" y="63041"/>
                  </a:cubicBezTo>
                  <a:cubicBezTo>
                    <a:pt x="150003" y="65989"/>
                    <a:pt x="154076" y="7061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5"/>
            <p:cNvSpPr/>
            <p:nvPr/>
          </p:nvSpPr>
          <p:spPr>
            <a:xfrm>
              <a:off x="2975000" y="428125"/>
              <a:ext cx="3962850" cy="1777400"/>
            </a:xfrm>
            <a:custGeom>
              <a:rect b="b" l="l" r="r" t="t"/>
              <a:pathLst>
                <a:path extrusionOk="0" fill="none" h="71096" w="158514">
                  <a:moveTo>
                    <a:pt x="0" y="578"/>
                  </a:moveTo>
                  <a:cubicBezTo>
                    <a:pt x="5715" y="2705"/>
                    <a:pt x="12128" y="3769"/>
                    <a:pt x="18146" y="3313"/>
                  </a:cubicBezTo>
                  <a:cubicBezTo>
                    <a:pt x="23861" y="2888"/>
                    <a:pt x="29484" y="2219"/>
                    <a:pt x="35138" y="1246"/>
                  </a:cubicBezTo>
                  <a:cubicBezTo>
                    <a:pt x="42554" y="0"/>
                    <a:pt x="52281" y="1489"/>
                    <a:pt x="52585" y="7994"/>
                  </a:cubicBezTo>
                  <a:cubicBezTo>
                    <a:pt x="52767" y="12523"/>
                    <a:pt x="39211" y="35350"/>
                    <a:pt x="53436" y="30882"/>
                  </a:cubicBezTo>
                  <a:cubicBezTo>
                    <a:pt x="62372" y="28086"/>
                    <a:pt x="71673" y="25137"/>
                    <a:pt x="80914" y="22736"/>
                  </a:cubicBezTo>
                  <a:cubicBezTo>
                    <a:pt x="88604" y="20760"/>
                    <a:pt x="100032" y="21551"/>
                    <a:pt x="105443" y="24803"/>
                  </a:cubicBezTo>
                  <a:cubicBezTo>
                    <a:pt x="111674" y="28511"/>
                    <a:pt x="99941" y="47508"/>
                    <a:pt x="111431" y="48511"/>
                  </a:cubicBezTo>
                  <a:cubicBezTo>
                    <a:pt x="116081" y="48937"/>
                    <a:pt x="118847" y="49606"/>
                    <a:pt x="121887" y="52980"/>
                  </a:cubicBezTo>
                  <a:cubicBezTo>
                    <a:pt x="124440" y="55837"/>
                    <a:pt x="123741" y="58785"/>
                    <a:pt x="128787" y="58998"/>
                  </a:cubicBezTo>
                  <a:cubicBezTo>
                    <a:pt x="134836" y="59271"/>
                    <a:pt x="143316" y="58147"/>
                    <a:pt x="147723" y="63436"/>
                  </a:cubicBezTo>
                  <a:cubicBezTo>
                    <a:pt x="150125" y="66323"/>
                    <a:pt x="154106" y="71095"/>
                    <a:pt x="158514" y="6924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5"/>
            <p:cNvSpPr/>
            <p:nvPr/>
          </p:nvSpPr>
          <p:spPr>
            <a:xfrm>
              <a:off x="2975000" y="412925"/>
              <a:ext cx="3962850" cy="1789550"/>
            </a:xfrm>
            <a:custGeom>
              <a:rect b="b" l="l" r="r" t="t"/>
              <a:pathLst>
                <a:path extrusionOk="0" fill="none" h="71582" w="158514">
                  <a:moveTo>
                    <a:pt x="0" y="1186"/>
                  </a:moveTo>
                  <a:cubicBezTo>
                    <a:pt x="5745" y="3283"/>
                    <a:pt x="12219" y="4286"/>
                    <a:pt x="18238" y="3678"/>
                  </a:cubicBezTo>
                  <a:cubicBezTo>
                    <a:pt x="23891" y="3131"/>
                    <a:pt x="29454" y="1976"/>
                    <a:pt x="35046" y="1034"/>
                  </a:cubicBezTo>
                  <a:cubicBezTo>
                    <a:pt x="41308" y="0"/>
                    <a:pt x="52980" y="638"/>
                    <a:pt x="54317" y="7082"/>
                  </a:cubicBezTo>
                  <a:cubicBezTo>
                    <a:pt x="55260" y="11672"/>
                    <a:pt x="42159" y="33557"/>
                    <a:pt x="54895" y="29879"/>
                  </a:cubicBezTo>
                  <a:cubicBezTo>
                    <a:pt x="64044" y="27204"/>
                    <a:pt x="73588" y="24864"/>
                    <a:pt x="82950" y="22523"/>
                  </a:cubicBezTo>
                  <a:cubicBezTo>
                    <a:pt x="90488" y="20608"/>
                    <a:pt x="101248" y="21186"/>
                    <a:pt x="106932" y="24256"/>
                  </a:cubicBezTo>
                  <a:cubicBezTo>
                    <a:pt x="113862" y="27964"/>
                    <a:pt x="100762" y="47478"/>
                    <a:pt x="112069" y="48876"/>
                  </a:cubicBezTo>
                  <a:cubicBezTo>
                    <a:pt x="116264" y="49363"/>
                    <a:pt x="119729" y="49879"/>
                    <a:pt x="122343" y="53344"/>
                  </a:cubicBezTo>
                  <a:cubicBezTo>
                    <a:pt x="124562" y="56354"/>
                    <a:pt x="124653" y="59089"/>
                    <a:pt x="129273" y="59272"/>
                  </a:cubicBezTo>
                  <a:cubicBezTo>
                    <a:pt x="135352" y="59545"/>
                    <a:pt x="143620" y="58603"/>
                    <a:pt x="147936" y="63861"/>
                  </a:cubicBezTo>
                  <a:cubicBezTo>
                    <a:pt x="150277" y="66688"/>
                    <a:pt x="154137" y="71582"/>
                    <a:pt x="158514" y="6984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5"/>
            <p:cNvSpPr/>
            <p:nvPr/>
          </p:nvSpPr>
          <p:spPr>
            <a:xfrm>
              <a:off x="2975000" y="386325"/>
              <a:ext cx="3962850" cy="1813875"/>
            </a:xfrm>
            <a:custGeom>
              <a:rect b="b" l="l" r="r" t="t"/>
              <a:pathLst>
                <a:path extrusionOk="0" fill="none" h="72555" w="158514">
                  <a:moveTo>
                    <a:pt x="0" y="2250"/>
                  </a:moveTo>
                  <a:cubicBezTo>
                    <a:pt x="5806" y="4286"/>
                    <a:pt x="12371" y="5259"/>
                    <a:pt x="18390" y="4529"/>
                  </a:cubicBezTo>
                  <a:cubicBezTo>
                    <a:pt x="23982" y="3830"/>
                    <a:pt x="29423" y="2250"/>
                    <a:pt x="35046" y="1307"/>
                  </a:cubicBezTo>
                  <a:cubicBezTo>
                    <a:pt x="42767" y="0"/>
                    <a:pt x="52402" y="2067"/>
                    <a:pt x="55685" y="7174"/>
                  </a:cubicBezTo>
                  <a:cubicBezTo>
                    <a:pt x="57570" y="10183"/>
                    <a:pt x="46658" y="32159"/>
                    <a:pt x="56719" y="29271"/>
                  </a:cubicBezTo>
                  <a:cubicBezTo>
                    <a:pt x="65442" y="26748"/>
                    <a:pt x="75746" y="25077"/>
                    <a:pt x="85139" y="22736"/>
                  </a:cubicBezTo>
                  <a:cubicBezTo>
                    <a:pt x="92494" y="20882"/>
                    <a:pt x="102099" y="21338"/>
                    <a:pt x="108300" y="24317"/>
                  </a:cubicBezTo>
                  <a:cubicBezTo>
                    <a:pt x="116477" y="28207"/>
                    <a:pt x="101765" y="47873"/>
                    <a:pt x="112799" y="49636"/>
                  </a:cubicBezTo>
                  <a:cubicBezTo>
                    <a:pt x="116780" y="50275"/>
                    <a:pt x="120215" y="50852"/>
                    <a:pt x="122768" y="54165"/>
                  </a:cubicBezTo>
                  <a:cubicBezTo>
                    <a:pt x="125048" y="57083"/>
                    <a:pt x="125200" y="59849"/>
                    <a:pt x="129729" y="60032"/>
                  </a:cubicBezTo>
                  <a:cubicBezTo>
                    <a:pt x="135839" y="60336"/>
                    <a:pt x="143893" y="59545"/>
                    <a:pt x="148179" y="64773"/>
                  </a:cubicBezTo>
                  <a:cubicBezTo>
                    <a:pt x="150459" y="67539"/>
                    <a:pt x="154167" y="72555"/>
                    <a:pt x="158514" y="7091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5"/>
            <p:cNvSpPr/>
            <p:nvPr/>
          </p:nvSpPr>
          <p:spPr>
            <a:xfrm>
              <a:off x="2975000" y="367325"/>
              <a:ext cx="3962850" cy="1829825"/>
            </a:xfrm>
            <a:custGeom>
              <a:rect b="b" l="l" r="r" t="t"/>
              <a:pathLst>
                <a:path extrusionOk="0" fill="none" h="73193" w="158514">
                  <a:moveTo>
                    <a:pt x="0" y="3010"/>
                  </a:moveTo>
                  <a:cubicBezTo>
                    <a:pt x="5836" y="5016"/>
                    <a:pt x="12432" y="5897"/>
                    <a:pt x="18481" y="5046"/>
                  </a:cubicBezTo>
                  <a:cubicBezTo>
                    <a:pt x="24104" y="4286"/>
                    <a:pt x="29514" y="2067"/>
                    <a:pt x="35077" y="1216"/>
                  </a:cubicBezTo>
                  <a:cubicBezTo>
                    <a:pt x="43010" y="0"/>
                    <a:pt x="51703" y="2584"/>
                    <a:pt x="56719" y="7447"/>
                  </a:cubicBezTo>
                  <a:cubicBezTo>
                    <a:pt x="60123" y="10791"/>
                    <a:pt x="50335" y="30396"/>
                    <a:pt x="58998" y="28360"/>
                  </a:cubicBezTo>
                  <a:cubicBezTo>
                    <a:pt x="67722" y="26293"/>
                    <a:pt x="78056" y="25016"/>
                    <a:pt x="87357" y="22615"/>
                  </a:cubicBezTo>
                  <a:cubicBezTo>
                    <a:pt x="94531" y="20761"/>
                    <a:pt x="103224" y="21065"/>
                    <a:pt x="109546" y="24104"/>
                  </a:cubicBezTo>
                  <a:cubicBezTo>
                    <a:pt x="118209" y="28268"/>
                    <a:pt x="103376" y="47965"/>
                    <a:pt x="113559" y="50062"/>
                  </a:cubicBezTo>
                  <a:cubicBezTo>
                    <a:pt x="117328" y="50822"/>
                    <a:pt x="120671" y="51551"/>
                    <a:pt x="123194" y="54682"/>
                  </a:cubicBezTo>
                  <a:cubicBezTo>
                    <a:pt x="125474" y="57539"/>
                    <a:pt x="125717" y="60305"/>
                    <a:pt x="130155" y="60518"/>
                  </a:cubicBezTo>
                  <a:cubicBezTo>
                    <a:pt x="136295" y="60852"/>
                    <a:pt x="144137" y="60214"/>
                    <a:pt x="148392" y="65381"/>
                  </a:cubicBezTo>
                  <a:cubicBezTo>
                    <a:pt x="150611" y="68056"/>
                    <a:pt x="154228" y="73193"/>
                    <a:pt x="158514" y="7167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5"/>
            <p:cNvSpPr/>
            <p:nvPr/>
          </p:nvSpPr>
          <p:spPr>
            <a:xfrm>
              <a:off x="2975000" y="347575"/>
              <a:ext cx="3962850" cy="1845775"/>
            </a:xfrm>
            <a:custGeom>
              <a:rect b="b" l="l" r="r" t="t"/>
              <a:pathLst>
                <a:path extrusionOk="0" fill="none" h="73831" w="158514">
                  <a:moveTo>
                    <a:pt x="0" y="3800"/>
                  </a:moveTo>
                  <a:cubicBezTo>
                    <a:pt x="5867" y="5775"/>
                    <a:pt x="12554" y="6566"/>
                    <a:pt x="18602" y="5623"/>
                  </a:cubicBezTo>
                  <a:cubicBezTo>
                    <a:pt x="24256" y="4711"/>
                    <a:pt x="29575" y="1915"/>
                    <a:pt x="35229" y="1125"/>
                  </a:cubicBezTo>
                  <a:cubicBezTo>
                    <a:pt x="43284" y="0"/>
                    <a:pt x="51217" y="3404"/>
                    <a:pt x="57448" y="7903"/>
                  </a:cubicBezTo>
                  <a:cubicBezTo>
                    <a:pt x="62129" y="11247"/>
                    <a:pt x="59454" y="16353"/>
                    <a:pt x="58421" y="20852"/>
                  </a:cubicBezTo>
                  <a:cubicBezTo>
                    <a:pt x="57782" y="23587"/>
                    <a:pt x="56506" y="28420"/>
                    <a:pt x="61582" y="27599"/>
                  </a:cubicBezTo>
                  <a:cubicBezTo>
                    <a:pt x="70305" y="26171"/>
                    <a:pt x="80366" y="24925"/>
                    <a:pt x="89516" y="22493"/>
                  </a:cubicBezTo>
                  <a:cubicBezTo>
                    <a:pt x="96628" y="20639"/>
                    <a:pt x="104501" y="20700"/>
                    <a:pt x="110732" y="23952"/>
                  </a:cubicBezTo>
                  <a:cubicBezTo>
                    <a:pt x="119698" y="28663"/>
                    <a:pt x="104501" y="47600"/>
                    <a:pt x="114379" y="50487"/>
                  </a:cubicBezTo>
                  <a:cubicBezTo>
                    <a:pt x="117996" y="51551"/>
                    <a:pt x="121157" y="52250"/>
                    <a:pt x="123619" y="55229"/>
                  </a:cubicBezTo>
                  <a:cubicBezTo>
                    <a:pt x="125899" y="57995"/>
                    <a:pt x="126203" y="60791"/>
                    <a:pt x="130550" y="61065"/>
                  </a:cubicBezTo>
                  <a:cubicBezTo>
                    <a:pt x="136659" y="61399"/>
                    <a:pt x="144380" y="60913"/>
                    <a:pt x="148605" y="65989"/>
                  </a:cubicBezTo>
                  <a:cubicBezTo>
                    <a:pt x="150793" y="68603"/>
                    <a:pt x="154258" y="73831"/>
                    <a:pt x="158514" y="7246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5"/>
            <p:cNvSpPr/>
            <p:nvPr/>
          </p:nvSpPr>
          <p:spPr>
            <a:xfrm>
              <a:off x="2975000" y="324000"/>
              <a:ext cx="3962850" cy="1867075"/>
            </a:xfrm>
            <a:custGeom>
              <a:rect b="b" l="l" r="r" t="t"/>
              <a:pathLst>
                <a:path extrusionOk="0" fill="none" h="74683" w="158514">
                  <a:moveTo>
                    <a:pt x="0" y="4743"/>
                  </a:moveTo>
                  <a:cubicBezTo>
                    <a:pt x="5897" y="6688"/>
                    <a:pt x="12645" y="7387"/>
                    <a:pt x="18724" y="6323"/>
                  </a:cubicBezTo>
                  <a:cubicBezTo>
                    <a:pt x="24469" y="5290"/>
                    <a:pt x="29758" y="1977"/>
                    <a:pt x="35502" y="1156"/>
                  </a:cubicBezTo>
                  <a:cubicBezTo>
                    <a:pt x="43466" y="1"/>
                    <a:pt x="51460" y="4682"/>
                    <a:pt x="57934" y="8572"/>
                  </a:cubicBezTo>
                  <a:cubicBezTo>
                    <a:pt x="62858" y="11521"/>
                    <a:pt x="62099" y="15411"/>
                    <a:pt x="61339" y="20153"/>
                  </a:cubicBezTo>
                  <a:cubicBezTo>
                    <a:pt x="60883" y="22919"/>
                    <a:pt x="59576" y="27448"/>
                    <a:pt x="64378" y="27144"/>
                  </a:cubicBezTo>
                  <a:cubicBezTo>
                    <a:pt x="73223" y="26597"/>
                    <a:pt x="82737" y="24834"/>
                    <a:pt x="91643" y="22494"/>
                  </a:cubicBezTo>
                  <a:cubicBezTo>
                    <a:pt x="98817" y="20609"/>
                    <a:pt x="105747" y="20366"/>
                    <a:pt x="111856" y="23983"/>
                  </a:cubicBezTo>
                  <a:cubicBezTo>
                    <a:pt x="120519" y="29120"/>
                    <a:pt x="105990" y="47296"/>
                    <a:pt x="115230" y="51035"/>
                  </a:cubicBezTo>
                  <a:cubicBezTo>
                    <a:pt x="118543" y="52372"/>
                    <a:pt x="121705" y="53072"/>
                    <a:pt x="124045" y="55898"/>
                  </a:cubicBezTo>
                  <a:cubicBezTo>
                    <a:pt x="126325" y="58634"/>
                    <a:pt x="126659" y="61461"/>
                    <a:pt x="130914" y="61765"/>
                  </a:cubicBezTo>
                  <a:cubicBezTo>
                    <a:pt x="136994" y="62160"/>
                    <a:pt x="144593" y="61825"/>
                    <a:pt x="148818" y="66810"/>
                  </a:cubicBezTo>
                  <a:cubicBezTo>
                    <a:pt x="150945" y="69364"/>
                    <a:pt x="154289" y="74683"/>
                    <a:pt x="158514" y="73406"/>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5"/>
            <p:cNvSpPr/>
            <p:nvPr/>
          </p:nvSpPr>
          <p:spPr>
            <a:xfrm>
              <a:off x="2975000" y="297425"/>
              <a:ext cx="3962850" cy="1890625"/>
            </a:xfrm>
            <a:custGeom>
              <a:rect b="b" l="l" r="r" t="t"/>
              <a:pathLst>
                <a:path extrusionOk="0" fill="none" h="75625" w="158514">
                  <a:moveTo>
                    <a:pt x="0" y="5806"/>
                  </a:moveTo>
                  <a:cubicBezTo>
                    <a:pt x="5927" y="7690"/>
                    <a:pt x="12918" y="8450"/>
                    <a:pt x="18815" y="7173"/>
                  </a:cubicBezTo>
                  <a:cubicBezTo>
                    <a:pt x="24530" y="5927"/>
                    <a:pt x="30122" y="2128"/>
                    <a:pt x="35928" y="1216"/>
                  </a:cubicBezTo>
                  <a:cubicBezTo>
                    <a:pt x="43648" y="0"/>
                    <a:pt x="52494" y="5593"/>
                    <a:pt x="58178" y="9392"/>
                  </a:cubicBezTo>
                  <a:cubicBezTo>
                    <a:pt x="62585" y="12310"/>
                    <a:pt x="64226" y="14347"/>
                    <a:pt x="64074" y="19940"/>
                  </a:cubicBezTo>
                  <a:cubicBezTo>
                    <a:pt x="64014" y="22797"/>
                    <a:pt x="62828" y="26839"/>
                    <a:pt x="67296" y="27022"/>
                  </a:cubicBezTo>
                  <a:cubicBezTo>
                    <a:pt x="76081" y="27417"/>
                    <a:pt x="85199" y="24560"/>
                    <a:pt x="93589" y="22584"/>
                  </a:cubicBezTo>
                  <a:cubicBezTo>
                    <a:pt x="100975" y="20851"/>
                    <a:pt x="106598" y="19879"/>
                    <a:pt x="112920" y="24165"/>
                  </a:cubicBezTo>
                  <a:cubicBezTo>
                    <a:pt x="121188" y="29788"/>
                    <a:pt x="107753" y="47113"/>
                    <a:pt x="116142" y="51673"/>
                  </a:cubicBezTo>
                  <a:cubicBezTo>
                    <a:pt x="119030" y="53223"/>
                    <a:pt x="122221" y="54013"/>
                    <a:pt x="124501" y="56718"/>
                  </a:cubicBezTo>
                  <a:cubicBezTo>
                    <a:pt x="126781" y="59423"/>
                    <a:pt x="127115" y="62281"/>
                    <a:pt x="131279" y="62615"/>
                  </a:cubicBezTo>
                  <a:cubicBezTo>
                    <a:pt x="137358" y="63101"/>
                    <a:pt x="144836" y="62828"/>
                    <a:pt x="149030" y="67752"/>
                  </a:cubicBezTo>
                  <a:cubicBezTo>
                    <a:pt x="151158" y="70244"/>
                    <a:pt x="154350" y="75624"/>
                    <a:pt x="158514" y="7446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5"/>
            <p:cNvSpPr/>
            <p:nvPr/>
          </p:nvSpPr>
          <p:spPr>
            <a:xfrm>
              <a:off x="2975000" y="270050"/>
              <a:ext cx="3962100" cy="1914200"/>
            </a:xfrm>
            <a:custGeom>
              <a:rect b="b" l="l" r="r" t="t"/>
              <a:pathLst>
                <a:path extrusionOk="0" fill="none" h="76568" w="158484">
                  <a:moveTo>
                    <a:pt x="0" y="6901"/>
                  </a:moveTo>
                  <a:cubicBezTo>
                    <a:pt x="5988" y="8785"/>
                    <a:pt x="13040" y="9484"/>
                    <a:pt x="18937" y="8025"/>
                  </a:cubicBezTo>
                  <a:cubicBezTo>
                    <a:pt x="24803" y="6627"/>
                    <a:pt x="30396" y="2402"/>
                    <a:pt x="36414" y="1338"/>
                  </a:cubicBezTo>
                  <a:cubicBezTo>
                    <a:pt x="44013" y="1"/>
                    <a:pt x="52463" y="6688"/>
                    <a:pt x="58208" y="10244"/>
                  </a:cubicBezTo>
                  <a:cubicBezTo>
                    <a:pt x="62676" y="13010"/>
                    <a:pt x="65138" y="14925"/>
                    <a:pt x="66476" y="20092"/>
                  </a:cubicBezTo>
                  <a:cubicBezTo>
                    <a:pt x="67235" y="22980"/>
                    <a:pt x="65868" y="26536"/>
                    <a:pt x="70214" y="27144"/>
                  </a:cubicBezTo>
                  <a:cubicBezTo>
                    <a:pt x="78695" y="28329"/>
                    <a:pt x="87753" y="24104"/>
                    <a:pt x="95351" y="22646"/>
                  </a:cubicBezTo>
                  <a:cubicBezTo>
                    <a:pt x="102950" y="21187"/>
                    <a:pt x="107327" y="19150"/>
                    <a:pt x="113893" y="24408"/>
                  </a:cubicBezTo>
                  <a:cubicBezTo>
                    <a:pt x="121309" y="30366"/>
                    <a:pt x="109668" y="47023"/>
                    <a:pt x="117084" y="52251"/>
                  </a:cubicBezTo>
                  <a:cubicBezTo>
                    <a:pt x="119577" y="54014"/>
                    <a:pt x="122586" y="54956"/>
                    <a:pt x="125018" y="57418"/>
                  </a:cubicBezTo>
                  <a:cubicBezTo>
                    <a:pt x="127419" y="59880"/>
                    <a:pt x="127145" y="63011"/>
                    <a:pt x="131614" y="63436"/>
                  </a:cubicBezTo>
                  <a:cubicBezTo>
                    <a:pt x="137602" y="64014"/>
                    <a:pt x="144988" y="63832"/>
                    <a:pt x="149213" y="68695"/>
                  </a:cubicBezTo>
                  <a:cubicBezTo>
                    <a:pt x="151310" y="71126"/>
                    <a:pt x="154410" y="76567"/>
                    <a:pt x="158483" y="755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5"/>
            <p:cNvSpPr/>
            <p:nvPr/>
          </p:nvSpPr>
          <p:spPr>
            <a:xfrm>
              <a:off x="2975000" y="244975"/>
              <a:ext cx="3962100" cy="1937000"/>
            </a:xfrm>
            <a:custGeom>
              <a:rect b="b" l="l" r="r" t="t"/>
              <a:pathLst>
                <a:path extrusionOk="0" fill="none" h="77480" w="158484">
                  <a:moveTo>
                    <a:pt x="0" y="7904"/>
                  </a:moveTo>
                  <a:cubicBezTo>
                    <a:pt x="6019" y="9758"/>
                    <a:pt x="13162" y="10366"/>
                    <a:pt x="19058" y="8815"/>
                  </a:cubicBezTo>
                  <a:cubicBezTo>
                    <a:pt x="25077" y="7204"/>
                    <a:pt x="30730" y="2554"/>
                    <a:pt x="36992" y="1429"/>
                  </a:cubicBezTo>
                  <a:cubicBezTo>
                    <a:pt x="44773" y="1"/>
                    <a:pt x="52038" y="7296"/>
                    <a:pt x="58086" y="10974"/>
                  </a:cubicBezTo>
                  <a:cubicBezTo>
                    <a:pt x="62463" y="13618"/>
                    <a:pt x="66111" y="15806"/>
                    <a:pt x="68482" y="20457"/>
                  </a:cubicBezTo>
                  <a:cubicBezTo>
                    <a:pt x="69910" y="23253"/>
                    <a:pt x="69090" y="26475"/>
                    <a:pt x="73041" y="27387"/>
                  </a:cubicBezTo>
                  <a:cubicBezTo>
                    <a:pt x="81005" y="29180"/>
                    <a:pt x="90002" y="23679"/>
                    <a:pt x="96841" y="22615"/>
                  </a:cubicBezTo>
                  <a:cubicBezTo>
                    <a:pt x="104622" y="21399"/>
                    <a:pt x="107692" y="18360"/>
                    <a:pt x="114714" y="24621"/>
                  </a:cubicBezTo>
                  <a:cubicBezTo>
                    <a:pt x="121917" y="31065"/>
                    <a:pt x="111552" y="46780"/>
                    <a:pt x="118087" y="52767"/>
                  </a:cubicBezTo>
                  <a:cubicBezTo>
                    <a:pt x="120124" y="54682"/>
                    <a:pt x="123224" y="55807"/>
                    <a:pt x="125443" y="58178"/>
                  </a:cubicBezTo>
                  <a:cubicBezTo>
                    <a:pt x="127784" y="60640"/>
                    <a:pt x="127632" y="63771"/>
                    <a:pt x="131918" y="64257"/>
                  </a:cubicBezTo>
                  <a:cubicBezTo>
                    <a:pt x="137905" y="64956"/>
                    <a:pt x="145170" y="64804"/>
                    <a:pt x="149425" y="69576"/>
                  </a:cubicBezTo>
                  <a:cubicBezTo>
                    <a:pt x="151523" y="71947"/>
                    <a:pt x="154471" y="77479"/>
                    <a:pt x="158483" y="765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5"/>
            <p:cNvSpPr/>
            <p:nvPr/>
          </p:nvSpPr>
          <p:spPr>
            <a:xfrm>
              <a:off x="2975000" y="222950"/>
              <a:ext cx="3962100" cy="1955225"/>
            </a:xfrm>
            <a:custGeom>
              <a:rect b="b" l="l" r="r" t="t"/>
              <a:pathLst>
                <a:path extrusionOk="0" fill="none" h="78209" w="158484">
                  <a:moveTo>
                    <a:pt x="0" y="8785"/>
                  </a:moveTo>
                  <a:cubicBezTo>
                    <a:pt x="6079" y="10608"/>
                    <a:pt x="13313" y="11155"/>
                    <a:pt x="19180" y="9453"/>
                  </a:cubicBezTo>
                  <a:cubicBezTo>
                    <a:pt x="25289" y="7690"/>
                    <a:pt x="31125" y="2584"/>
                    <a:pt x="37569" y="1459"/>
                  </a:cubicBezTo>
                  <a:cubicBezTo>
                    <a:pt x="45776" y="0"/>
                    <a:pt x="51642" y="7630"/>
                    <a:pt x="57874" y="11520"/>
                  </a:cubicBezTo>
                  <a:cubicBezTo>
                    <a:pt x="62099" y="14134"/>
                    <a:pt x="67175" y="16596"/>
                    <a:pt x="70123" y="20882"/>
                  </a:cubicBezTo>
                  <a:cubicBezTo>
                    <a:pt x="71886" y="23466"/>
                    <a:pt x="72190" y="26688"/>
                    <a:pt x="75625" y="27569"/>
                  </a:cubicBezTo>
                  <a:cubicBezTo>
                    <a:pt x="83193" y="29484"/>
                    <a:pt x="91339" y="23374"/>
                    <a:pt x="97996" y="22371"/>
                  </a:cubicBezTo>
                  <a:cubicBezTo>
                    <a:pt x="106051" y="21186"/>
                    <a:pt x="108391" y="17630"/>
                    <a:pt x="115473" y="24773"/>
                  </a:cubicBezTo>
                  <a:cubicBezTo>
                    <a:pt x="122039" y="31369"/>
                    <a:pt x="113528" y="46475"/>
                    <a:pt x="119060" y="53101"/>
                  </a:cubicBezTo>
                  <a:cubicBezTo>
                    <a:pt x="120732" y="55107"/>
                    <a:pt x="123802" y="56475"/>
                    <a:pt x="125869" y="58785"/>
                  </a:cubicBezTo>
                  <a:cubicBezTo>
                    <a:pt x="128088" y="61247"/>
                    <a:pt x="128057" y="64348"/>
                    <a:pt x="132191" y="64925"/>
                  </a:cubicBezTo>
                  <a:cubicBezTo>
                    <a:pt x="138179" y="65746"/>
                    <a:pt x="145352" y="65594"/>
                    <a:pt x="149608" y="70305"/>
                  </a:cubicBezTo>
                  <a:cubicBezTo>
                    <a:pt x="151705" y="72615"/>
                    <a:pt x="154502" y="78208"/>
                    <a:pt x="158483" y="7744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5"/>
            <p:cNvSpPr/>
            <p:nvPr/>
          </p:nvSpPr>
          <p:spPr>
            <a:xfrm>
              <a:off x="2975000" y="197875"/>
              <a:ext cx="3962850" cy="1976500"/>
            </a:xfrm>
            <a:custGeom>
              <a:rect b="b" l="l" r="r" t="t"/>
              <a:pathLst>
                <a:path extrusionOk="0" fill="none" h="79060" w="158514">
                  <a:moveTo>
                    <a:pt x="0" y="9788"/>
                  </a:moveTo>
                  <a:cubicBezTo>
                    <a:pt x="6110" y="11551"/>
                    <a:pt x="13222" y="11824"/>
                    <a:pt x="19301" y="10244"/>
                  </a:cubicBezTo>
                  <a:cubicBezTo>
                    <a:pt x="26080" y="8450"/>
                    <a:pt x="31369" y="3040"/>
                    <a:pt x="38208" y="1642"/>
                  </a:cubicBezTo>
                  <a:cubicBezTo>
                    <a:pt x="46384" y="0"/>
                    <a:pt x="51855" y="8207"/>
                    <a:pt x="57600" y="12098"/>
                  </a:cubicBezTo>
                  <a:cubicBezTo>
                    <a:pt x="61886" y="14985"/>
                    <a:pt x="67296" y="17478"/>
                    <a:pt x="71065" y="21368"/>
                  </a:cubicBezTo>
                  <a:cubicBezTo>
                    <a:pt x="73315" y="23678"/>
                    <a:pt x="74743" y="27113"/>
                    <a:pt x="77904" y="27903"/>
                  </a:cubicBezTo>
                  <a:cubicBezTo>
                    <a:pt x="84865" y="29575"/>
                    <a:pt x="91978" y="23648"/>
                    <a:pt x="98847" y="22280"/>
                  </a:cubicBezTo>
                  <a:cubicBezTo>
                    <a:pt x="107419" y="20517"/>
                    <a:pt x="109850" y="17903"/>
                    <a:pt x="116233" y="25077"/>
                  </a:cubicBezTo>
                  <a:cubicBezTo>
                    <a:pt x="122069" y="31642"/>
                    <a:pt x="115656" y="46536"/>
                    <a:pt x="120154" y="53557"/>
                  </a:cubicBezTo>
                  <a:cubicBezTo>
                    <a:pt x="121492" y="55624"/>
                    <a:pt x="124471" y="57235"/>
                    <a:pt x="126325" y="59484"/>
                  </a:cubicBezTo>
                  <a:cubicBezTo>
                    <a:pt x="128422" y="61977"/>
                    <a:pt x="128544" y="65047"/>
                    <a:pt x="132495" y="65685"/>
                  </a:cubicBezTo>
                  <a:cubicBezTo>
                    <a:pt x="138392" y="66658"/>
                    <a:pt x="145565" y="66506"/>
                    <a:pt x="149851" y="71187"/>
                  </a:cubicBezTo>
                  <a:cubicBezTo>
                    <a:pt x="151918" y="73466"/>
                    <a:pt x="154593" y="79059"/>
                    <a:pt x="158514" y="7845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5"/>
            <p:cNvSpPr/>
            <p:nvPr/>
          </p:nvSpPr>
          <p:spPr>
            <a:xfrm>
              <a:off x="2975000" y="180400"/>
              <a:ext cx="3962850" cy="1990925"/>
            </a:xfrm>
            <a:custGeom>
              <a:rect b="b" l="l" r="r" t="t"/>
              <a:pathLst>
                <a:path extrusionOk="0" fill="none" h="79637" w="158514">
                  <a:moveTo>
                    <a:pt x="0" y="10487"/>
                  </a:moveTo>
                  <a:cubicBezTo>
                    <a:pt x="6171" y="12219"/>
                    <a:pt x="13374" y="12371"/>
                    <a:pt x="19453" y="10699"/>
                  </a:cubicBezTo>
                  <a:cubicBezTo>
                    <a:pt x="26384" y="8754"/>
                    <a:pt x="31764" y="2979"/>
                    <a:pt x="38876" y="1611"/>
                  </a:cubicBezTo>
                  <a:cubicBezTo>
                    <a:pt x="47265" y="0"/>
                    <a:pt x="51946" y="8025"/>
                    <a:pt x="57418" y="12280"/>
                  </a:cubicBezTo>
                  <a:cubicBezTo>
                    <a:pt x="61582" y="15532"/>
                    <a:pt x="67083" y="17994"/>
                    <a:pt x="71460" y="21490"/>
                  </a:cubicBezTo>
                  <a:cubicBezTo>
                    <a:pt x="74166" y="23678"/>
                    <a:pt x="76597" y="27143"/>
                    <a:pt x="79789" y="27812"/>
                  </a:cubicBezTo>
                  <a:cubicBezTo>
                    <a:pt x="86172" y="29149"/>
                    <a:pt x="92950" y="23374"/>
                    <a:pt x="99364" y="21733"/>
                  </a:cubicBezTo>
                  <a:cubicBezTo>
                    <a:pt x="107723" y="19605"/>
                    <a:pt x="111218" y="17934"/>
                    <a:pt x="117024" y="25137"/>
                  </a:cubicBezTo>
                  <a:cubicBezTo>
                    <a:pt x="122100" y="31460"/>
                    <a:pt x="117784" y="46475"/>
                    <a:pt x="121249" y="53679"/>
                  </a:cubicBezTo>
                  <a:cubicBezTo>
                    <a:pt x="122708" y="56718"/>
                    <a:pt x="129060" y="65472"/>
                    <a:pt x="132769" y="66171"/>
                  </a:cubicBezTo>
                  <a:cubicBezTo>
                    <a:pt x="138605" y="67296"/>
                    <a:pt x="145748" y="67114"/>
                    <a:pt x="150033" y="71764"/>
                  </a:cubicBezTo>
                  <a:cubicBezTo>
                    <a:pt x="152100" y="73983"/>
                    <a:pt x="154684" y="79637"/>
                    <a:pt x="158514" y="7915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5"/>
            <p:cNvSpPr/>
            <p:nvPr/>
          </p:nvSpPr>
          <p:spPr>
            <a:xfrm>
              <a:off x="2975000" y="165200"/>
              <a:ext cx="3962850" cy="2002325"/>
            </a:xfrm>
            <a:custGeom>
              <a:rect b="b" l="l" r="r" t="t"/>
              <a:pathLst>
                <a:path extrusionOk="0" fill="none" h="80093" w="158514">
                  <a:moveTo>
                    <a:pt x="0" y="11095"/>
                  </a:moveTo>
                  <a:cubicBezTo>
                    <a:pt x="6201" y="12797"/>
                    <a:pt x="13496" y="12858"/>
                    <a:pt x="19575" y="11064"/>
                  </a:cubicBezTo>
                  <a:cubicBezTo>
                    <a:pt x="26688" y="8967"/>
                    <a:pt x="32128" y="2857"/>
                    <a:pt x="39545" y="1520"/>
                  </a:cubicBezTo>
                  <a:cubicBezTo>
                    <a:pt x="47965" y="0"/>
                    <a:pt x="52402" y="7599"/>
                    <a:pt x="57326" y="12280"/>
                  </a:cubicBezTo>
                  <a:cubicBezTo>
                    <a:pt x="61096" y="15867"/>
                    <a:pt x="66840" y="18329"/>
                    <a:pt x="71491" y="21490"/>
                  </a:cubicBezTo>
                  <a:cubicBezTo>
                    <a:pt x="74470" y="23496"/>
                    <a:pt x="77600" y="26870"/>
                    <a:pt x="81157" y="27387"/>
                  </a:cubicBezTo>
                  <a:cubicBezTo>
                    <a:pt x="87449" y="28268"/>
                    <a:pt x="93832" y="22827"/>
                    <a:pt x="99607" y="21034"/>
                  </a:cubicBezTo>
                  <a:cubicBezTo>
                    <a:pt x="107814" y="18450"/>
                    <a:pt x="112677" y="17812"/>
                    <a:pt x="117875" y="25137"/>
                  </a:cubicBezTo>
                  <a:cubicBezTo>
                    <a:pt x="120306" y="28602"/>
                    <a:pt x="119364" y="34773"/>
                    <a:pt x="119759" y="39423"/>
                  </a:cubicBezTo>
                  <a:cubicBezTo>
                    <a:pt x="120185" y="44256"/>
                    <a:pt x="120914" y="49697"/>
                    <a:pt x="122343" y="53679"/>
                  </a:cubicBezTo>
                  <a:cubicBezTo>
                    <a:pt x="123498" y="56810"/>
                    <a:pt x="129425" y="65746"/>
                    <a:pt x="133042" y="66536"/>
                  </a:cubicBezTo>
                  <a:cubicBezTo>
                    <a:pt x="138817" y="67782"/>
                    <a:pt x="145930" y="67600"/>
                    <a:pt x="150246" y="72220"/>
                  </a:cubicBezTo>
                  <a:cubicBezTo>
                    <a:pt x="152313" y="74409"/>
                    <a:pt x="154745" y="80093"/>
                    <a:pt x="158514" y="7975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5"/>
            <p:cNvSpPr/>
            <p:nvPr/>
          </p:nvSpPr>
          <p:spPr>
            <a:xfrm>
              <a:off x="2975000" y="150750"/>
              <a:ext cx="3962850" cy="2014500"/>
            </a:xfrm>
            <a:custGeom>
              <a:rect b="b" l="l" r="r" t="t"/>
              <a:pathLst>
                <a:path extrusionOk="0" fill="none" h="80580" w="158514">
                  <a:moveTo>
                    <a:pt x="0" y="11673"/>
                  </a:moveTo>
                  <a:cubicBezTo>
                    <a:pt x="6262" y="13344"/>
                    <a:pt x="13830" y="13588"/>
                    <a:pt x="19727" y="11429"/>
                  </a:cubicBezTo>
                  <a:cubicBezTo>
                    <a:pt x="26566" y="8907"/>
                    <a:pt x="32767" y="2676"/>
                    <a:pt x="40244" y="1399"/>
                  </a:cubicBezTo>
                  <a:cubicBezTo>
                    <a:pt x="48573" y="1"/>
                    <a:pt x="53162" y="6900"/>
                    <a:pt x="57478" y="12159"/>
                  </a:cubicBezTo>
                  <a:cubicBezTo>
                    <a:pt x="61825" y="17417"/>
                    <a:pt x="74318" y="25807"/>
                    <a:pt x="81917" y="26749"/>
                  </a:cubicBezTo>
                  <a:cubicBezTo>
                    <a:pt x="87692" y="27448"/>
                    <a:pt x="94379" y="22159"/>
                    <a:pt x="99637" y="20244"/>
                  </a:cubicBezTo>
                  <a:cubicBezTo>
                    <a:pt x="108178" y="17144"/>
                    <a:pt x="114045" y="17873"/>
                    <a:pt x="118787" y="25199"/>
                  </a:cubicBezTo>
                  <a:cubicBezTo>
                    <a:pt x="121066" y="28694"/>
                    <a:pt x="119607" y="34895"/>
                    <a:pt x="120215" y="39515"/>
                  </a:cubicBezTo>
                  <a:cubicBezTo>
                    <a:pt x="120853" y="44348"/>
                    <a:pt x="122373" y="49394"/>
                    <a:pt x="123498" y="53649"/>
                  </a:cubicBezTo>
                  <a:cubicBezTo>
                    <a:pt x="124349" y="56962"/>
                    <a:pt x="129729" y="65989"/>
                    <a:pt x="133316" y="66871"/>
                  </a:cubicBezTo>
                  <a:cubicBezTo>
                    <a:pt x="139000" y="68300"/>
                    <a:pt x="146112" y="68087"/>
                    <a:pt x="150459" y="72677"/>
                  </a:cubicBezTo>
                  <a:cubicBezTo>
                    <a:pt x="152495" y="74835"/>
                    <a:pt x="154836" y="80579"/>
                    <a:pt x="158514" y="803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5"/>
            <p:cNvSpPr/>
            <p:nvPr/>
          </p:nvSpPr>
          <p:spPr>
            <a:xfrm>
              <a:off x="2975000" y="138600"/>
              <a:ext cx="3962100" cy="2022075"/>
            </a:xfrm>
            <a:custGeom>
              <a:rect b="b" l="l" r="r" t="t"/>
              <a:pathLst>
                <a:path extrusionOk="0" fill="none" h="80883" w="158484">
                  <a:moveTo>
                    <a:pt x="0" y="12159"/>
                  </a:moveTo>
                  <a:cubicBezTo>
                    <a:pt x="6322" y="13800"/>
                    <a:pt x="13952" y="13952"/>
                    <a:pt x="19849" y="11672"/>
                  </a:cubicBezTo>
                  <a:cubicBezTo>
                    <a:pt x="26900" y="8937"/>
                    <a:pt x="33162" y="2462"/>
                    <a:pt x="40974" y="1247"/>
                  </a:cubicBezTo>
                  <a:cubicBezTo>
                    <a:pt x="48876" y="0"/>
                    <a:pt x="54530" y="5806"/>
                    <a:pt x="58026" y="11855"/>
                  </a:cubicBezTo>
                  <a:cubicBezTo>
                    <a:pt x="61521" y="17873"/>
                    <a:pt x="74500" y="25138"/>
                    <a:pt x="82069" y="25928"/>
                  </a:cubicBezTo>
                  <a:cubicBezTo>
                    <a:pt x="87449" y="26505"/>
                    <a:pt x="94774" y="21186"/>
                    <a:pt x="99637" y="19362"/>
                  </a:cubicBezTo>
                  <a:cubicBezTo>
                    <a:pt x="108178" y="16080"/>
                    <a:pt x="115321" y="17782"/>
                    <a:pt x="119759" y="25107"/>
                  </a:cubicBezTo>
                  <a:cubicBezTo>
                    <a:pt x="121948" y="28724"/>
                    <a:pt x="119790" y="34803"/>
                    <a:pt x="120580" y="39545"/>
                  </a:cubicBezTo>
                  <a:cubicBezTo>
                    <a:pt x="121370" y="44348"/>
                    <a:pt x="123771" y="48937"/>
                    <a:pt x="124623" y="53497"/>
                  </a:cubicBezTo>
                  <a:cubicBezTo>
                    <a:pt x="125291" y="56992"/>
                    <a:pt x="130003" y="66050"/>
                    <a:pt x="133559" y="67053"/>
                  </a:cubicBezTo>
                  <a:cubicBezTo>
                    <a:pt x="139152" y="68603"/>
                    <a:pt x="146355" y="68451"/>
                    <a:pt x="150672" y="72980"/>
                  </a:cubicBezTo>
                  <a:cubicBezTo>
                    <a:pt x="152708" y="75108"/>
                    <a:pt x="154897" y="80883"/>
                    <a:pt x="158483" y="80822"/>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5"/>
            <p:cNvSpPr/>
            <p:nvPr/>
          </p:nvSpPr>
          <p:spPr>
            <a:xfrm>
              <a:off x="2975000" y="124150"/>
              <a:ext cx="3962100" cy="2034250"/>
            </a:xfrm>
            <a:custGeom>
              <a:rect b="b" l="l" r="r" t="t"/>
              <a:pathLst>
                <a:path extrusionOk="0" fill="none" h="81370" w="158484">
                  <a:moveTo>
                    <a:pt x="0" y="12737"/>
                  </a:moveTo>
                  <a:cubicBezTo>
                    <a:pt x="6383" y="14348"/>
                    <a:pt x="13861" y="14226"/>
                    <a:pt x="20001" y="12007"/>
                  </a:cubicBezTo>
                  <a:cubicBezTo>
                    <a:pt x="27721" y="9241"/>
                    <a:pt x="33283" y="2432"/>
                    <a:pt x="41673" y="1186"/>
                  </a:cubicBezTo>
                  <a:cubicBezTo>
                    <a:pt x="49515" y="1"/>
                    <a:pt x="55807" y="4530"/>
                    <a:pt x="58877" y="11551"/>
                  </a:cubicBezTo>
                  <a:cubicBezTo>
                    <a:pt x="61886" y="18481"/>
                    <a:pt x="74378" y="24560"/>
                    <a:pt x="81704" y="25199"/>
                  </a:cubicBezTo>
                  <a:cubicBezTo>
                    <a:pt x="87114" y="25624"/>
                    <a:pt x="94774" y="20244"/>
                    <a:pt x="99607" y="18573"/>
                  </a:cubicBezTo>
                  <a:cubicBezTo>
                    <a:pt x="108118" y="15655"/>
                    <a:pt x="116628" y="17721"/>
                    <a:pt x="120853" y="25199"/>
                  </a:cubicBezTo>
                  <a:cubicBezTo>
                    <a:pt x="123012" y="29029"/>
                    <a:pt x="119972" y="34895"/>
                    <a:pt x="120853" y="39758"/>
                  </a:cubicBezTo>
                  <a:cubicBezTo>
                    <a:pt x="121735" y="44561"/>
                    <a:pt x="125139" y="48512"/>
                    <a:pt x="125778" y="53406"/>
                  </a:cubicBezTo>
                  <a:cubicBezTo>
                    <a:pt x="126294" y="57205"/>
                    <a:pt x="130276" y="66172"/>
                    <a:pt x="133863" y="67297"/>
                  </a:cubicBezTo>
                  <a:cubicBezTo>
                    <a:pt x="139334" y="68999"/>
                    <a:pt x="146568" y="68908"/>
                    <a:pt x="150884" y="73406"/>
                  </a:cubicBezTo>
                  <a:cubicBezTo>
                    <a:pt x="153438" y="76051"/>
                    <a:pt x="154684" y="80428"/>
                    <a:pt x="158483" y="8137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5"/>
            <p:cNvSpPr/>
            <p:nvPr/>
          </p:nvSpPr>
          <p:spPr>
            <a:xfrm>
              <a:off x="2975000" y="108200"/>
              <a:ext cx="3962850" cy="2050975"/>
            </a:xfrm>
            <a:custGeom>
              <a:rect b="b" l="l" r="r" t="t"/>
              <a:pathLst>
                <a:path extrusionOk="0" fill="none" h="82039" w="158514">
                  <a:moveTo>
                    <a:pt x="0" y="13375"/>
                  </a:moveTo>
                  <a:cubicBezTo>
                    <a:pt x="6474" y="14986"/>
                    <a:pt x="14013" y="14712"/>
                    <a:pt x="20183" y="12432"/>
                  </a:cubicBezTo>
                  <a:cubicBezTo>
                    <a:pt x="28116" y="9454"/>
                    <a:pt x="33709" y="2493"/>
                    <a:pt x="42402" y="1156"/>
                  </a:cubicBezTo>
                  <a:cubicBezTo>
                    <a:pt x="50092" y="1"/>
                    <a:pt x="57418" y="4043"/>
                    <a:pt x="59819" y="11217"/>
                  </a:cubicBezTo>
                  <a:cubicBezTo>
                    <a:pt x="62190" y="18390"/>
                    <a:pt x="73862" y="24104"/>
                    <a:pt x="81035" y="24439"/>
                  </a:cubicBezTo>
                  <a:cubicBezTo>
                    <a:pt x="86780" y="24743"/>
                    <a:pt x="94318" y="19454"/>
                    <a:pt x="99607" y="17934"/>
                  </a:cubicBezTo>
                  <a:cubicBezTo>
                    <a:pt x="108452" y="15381"/>
                    <a:pt x="117844" y="17873"/>
                    <a:pt x="122009" y="25350"/>
                  </a:cubicBezTo>
                  <a:cubicBezTo>
                    <a:pt x="124227" y="29332"/>
                    <a:pt x="120154" y="35047"/>
                    <a:pt x="121066" y="40092"/>
                  </a:cubicBezTo>
                  <a:cubicBezTo>
                    <a:pt x="121978" y="44925"/>
                    <a:pt x="126507" y="48512"/>
                    <a:pt x="126963" y="53406"/>
                  </a:cubicBezTo>
                  <a:cubicBezTo>
                    <a:pt x="127297" y="57205"/>
                    <a:pt x="130459" y="66172"/>
                    <a:pt x="134167" y="67570"/>
                  </a:cubicBezTo>
                  <a:cubicBezTo>
                    <a:pt x="139304" y="69485"/>
                    <a:pt x="146842" y="69424"/>
                    <a:pt x="151128" y="73862"/>
                  </a:cubicBezTo>
                  <a:cubicBezTo>
                    <a:pt x="153650" y="76537"/>
                    <a:pt x="154805" y="80883"/>
                    <a:pt x="158514" y="8203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5"/>
            <p:cNvSpPr/>
            <p:nvPr/>
          </p:nvSpPr>
          <p:spPr>
            <a:xfrm>
              <a:off x="2975000" y="89975"/>
              <a:ext cx="3962850" cy="2068425"/>
            </a:xfrm>
            <a:custGeom>
              <a:rect b="b" l="l" r="r" t="t"/>
              <a:pathLst>
                <a:path extrusionOk="0" fill="none" h="82737" w="158514">
                  <a:moveTo>
                    <a:pt x="0" y="14104"/>
                  </a:moveTo>
                  <a:cubicBezTo>
                    <a:pt x="6535" y="15684"/>
                    <a:pt x="14347" y="15502"/>
                    <a:pt x="20335" y="12918"/>
                  </a:cubicBezTo>
                  <a:cubicBezTo>
                    <a:pt x="27995" y="9575"/>
                    <a:pt x="34439" y="2644"/>
                    <a:pt x="43101" y="1216"/>
                  </a:cubicBezTo>
                  <a:cubicBezTo>
                    <a:pt x="50639" y="0"/>
                    <a:pt x="58299" y="3435"/>
                    <a:pt x="60822" y="10882"/>
                  </a:cubicBezTo>
                  <a:cubicBezTo>
                    <a:pt x="63436" y="18572"/>
                    <a:pt x="72190" y="23587"/>
                    <a:pt x="80184" y="23769"/>
                  </a:cubicBezTo>
                  <a:cubicBezTo>
                    <a:pt x="86415" y="23921"/>
                    <a:pt x="93862" y="18663"/>
                    <a:pt x="99759" y="17417"/>
                  </a:cubicBezTo>
                  <a:cubicBezTo>
                    <a:pt x="107875" y="15715"/>
                    <a:pt x="119394" y="17234"/>
                    <a:pt x="123224" y="25593"/>
                  </a:cubicBezTo>
                  <a:cubicBezTo>
                    <a:pt x="125413" y="30396"/>
                    <a:pt x="120367" y="35350"/>
                    <a:pt x="121279" y="40578"/>
                  </a:cubicBezTo>
                  <a:cubicBezTo>
                    <a:pt x="122100" y="45381"/>
                    <a:pt x="127723" y="48937"/>
                    <a:pt x="128118" y="53496"/>
                  </a:cubicBezTo>
                  <a:cubicBezTo>
                    <a:pt x="128422" y="57174"/>
                    <a:pt x="130762" y="66262"/>
                    <a:pt x="134501" y="67873"/>
                  </a:cubicBezTo>
                  <a:cubicBezTo>
                    <a:pt x="139456" y="70001"/>
                    <a:pt x="147085" y="69971"/>
                    <a:pt x="151340" y="74408"/>
                  </a:cubicBezTo>
                  <a:cubicBezTo>
                    <a:pt x="153894" y="77083"/>
                    <a:pt x="154897" y="81430"/>
                    <a:pt x="158514" y="8273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5"/>
            <p:cNvSpPr/>
            <p:nvPr/>
          </p:nvSpPr>
          <p:spPr>
            <a:xfrm>
              <a:off x="2975000" y="69450"/>
              <a:ext cx="3962850" cy="2089725"/>
            </a:xfrm>
            <a:custGeom>
              <a:rect b="b" l="l" r="r" t="t"/>
              <a:pathLst>
                <a:path extrusionOk="0" fill="none" h="83589" w="158514">
                  <a:moveTo>
                    <a:pt x="0" y="14925"/>
                  </a:moveTo>
                  <a:cubicBezTo>
                    <a:pt x="6626" y="16475"/>
                    <a:pt x="14529" y="16201"/>
                    <a:pt x="20517" y="13496"/>
                  </a:cubicBezTo>
                  <a:cubicBezTo>
                    <a:pt x="28359" y="9940"/>
                    <a:pt x="34925" y="3010"/>
                    <a:pt x="43800" y="1338"/>
                  </a:cubicBezTo>
                  <a:cubicBezTo>
                    <a:pt x="51126" y="0"/>
                    <a:pt x="59454" y="3010"/>
                    <a:pt x="61916" y="10517"/>
                  </a:cubicBezTo>
                  <a:cubicBezTo>
                    <a:pt x="64500" y="18359"/>
                    <a:pt x="70853" y="23223"/>
                    <a:pt x="79272" y="23131"/>
                  </a:cubicBezTo>
                  <a:cubicBezTo>
                    <a:pt x="86020" y="23071"/>
                    <a:pt x="93254" y="17934"/>
                    <a:pt x="100032" y="17052"/>
                  </a:cubicBezTo>
                  <a:cubicBezTo>
                    <a:pt x="108574" y="15958"/>
                    <a:pt x="120489" y="17630"/>
                    <a:pt x="124471" y="25989"/>
                  </a:cubicBezTo>
                  <a:cubicBezTo>
                    <a:pt x="126902" y="31065"/>
                    <a:pt x="120671" y="35776"/>
                    <a:pt x="121492" y="41186"/>
                  </a:cubicBezTo>
                  <a:cubicBezTo>
                    <a:pt x="122221" y="46050"/>
                    <a:pt x="128878" y="49393"/>
                    <a:pt x="129243" y="53740"/>
                  </a:cubicBezTo>
                  <a:cubicBezTo>
                    <a:pt x="129516" y="57357"/>
                    <a:pt x="131127" y="66445"/>
                    <a:pt x="134896" y="68238"/>
                  </a:cubicBezTo>
                  <a:cubicBezTo>
                    <a:pt x="139699" y="70549"/>
                    <a:pt x="147359" y="70670"/>
                    <a:pt x="151584" y="75077"/>
                  </a:cubicBezTo>
                  <a:cubicBezTo>
                    <a:pt x="154137" y="77752"/>
                    <a:pt x="154988" y="82068"/>
                    <a:pt x="158514" y="8358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5"/>
            <p:cNvSpPr/>
            <p:nvPr/>
          </p:nvSpPr>
          <p:spPr>
            <a:xfrm>
              <a:off x="2975000" y="45125"/>
              <a:ext cx="3962850" cy="2114050"/>
            </a:xfrm>
            <a:custGeom>
              <a:rect b="b" l="l" r="r" t="t"/>
              <a:pathLst>
                <a:path extrusionOk="0" fill="none" h="84562" w="158514">
                  <a:moveTo>
                    <a:pt x="0" y="15898"/>
                  </a:moveTo>
                  <a:cubicBezTo>
                    <a:pt x="6991" y="17478"/>
                    <a:pt x="14651" y="16809"/>
                    <a:pt x="20700" y="14226"/>
                  </a:cubicBezTo>
                  <a:cubicBezTo>
                    <a:pt x="28511" y="10913"/>
                    <a:pt x="35350" y="3527"/>
                    <a:pt x="44439" y="1551"/>
                  </a:cubicBezTo>
                  <a:cubicBezTo>
                    <a:pt x="51612" y="1"/>
                    <a:pt x="60579" y="2736"/>
                    <a:pt x="63041" y="10214"/>
                  </a:cubicBezTo>
                  <a:cubicBezTo>
                    <a:pt x="65564" y="17934"/>
                    <a:pt x="69515" y="22949"/>
                    <a:pt x="78391" y="22645"/>
                  </a:cubicBezTo>
                  <a:cubicBezTo>
                    <a:pt x="85716" y="22372"/>
                    <a:pt x="93072" y="17417"/>
                    <a:pt x="100488" y="16931"/>
                  </a:cubicBezTo>
                  <a:cubicBezTo>
                    <a:pt x="109273" y="16323"/>
                    <a:pt x="121431" y="18208"/>
                    <a:pt x="125717" y="26536"/>
                  </a:cubicBezTo>
                  <a:cubicBezTo>
                    <a:pt x="128544" y="31946"/>
                    <a:pt x="121036" y="36415"/>
                    <a:pt x="121735" y="41916"/>
                  </a:cubicBezTo>
                  <a:cubicBezTo>
                    <a:pt x="122343" y="46871"/>
                    <a:pt x="129881" y="49971"/>
                    <a:pt x="130276" y="54105"/>
                  </a:cubicBezTo>
                  <a:cubicBezTo>
                    <a:pt x="130641" y="57631"/>
                    <a:pt x="131431" y="66628"/>
                    <a:pt x="135322" y="68664"/>
                  </a:cubicBezTo>
                  <a:cubicBezTo>
                    <a:pt x="140124" y="71157"/>
                    <a:pt x="147632" y="71461"/>
                    <a:pt x="151796" y="75868"/>
                  </a:cubicBezTo>
                  <a:cubicBezTo>
                    <a:pt x="154350" y="78573"/>
                    <a:pt x="155109" y="82859"/>
                    <a:pt x="158514" y="8456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5"/>
            <p:cNvSpPr/>
            <p:nvPr/>
          </p:nvSpPr>
          <p:spPr>
            <a:xfrm>
              <a:off x="2975000" y="20825"/>
              <a:ext cx="3962850" cy="2138350"/>
            </a:xfrm>
            <a:custGeom>
              <a:rect b="b" l="l" r="r" t="t"/>
              <a:pathLst>
                <a:path extrusionOk="0" fill="none" h="85534" w="158514">
                  <a:moveTo>
                    <a:pt x="0" y="16870"/>
                  </a:moveTo>
                  <a:cubicBezTo>
                    <a:pt x="7082" y="18420"/>
                    <a:pt x="14833" y="17629"/>
                    <a:pt x="20912" y="14955"/>
                  </a:cubicBezTo>
                  <a:cubicBezTo>
                    <a:pt x="28876" y="11459"/>
                    <a:pt x="35776" y="3951"/>
                    <a:pt x="45047" y="1702"/>
                  </a:cubicBezTo>
                  <a:cubicBezTo>
                    <a:pt x="52068" y="0"/>
                    <a:pt x="61703" y="2371"/>
                    <a:pt x="64166" y="9818"/>
                  </a:cubicBezTo>
                  <a:cubicBezTo>
                    <a:pt x="66567" y="16991"/>
                    <a:pt x="68877" y="22645"/>
                    <a:pt x="77722" y="22128"/>
                  </a:cubicBezTo>
                  <a:cubicBezTo>
                    <a:pt x="85503" y="21672"/>
                    <a:pt x="93133" y="16961"/>
                    <a:pt x="101127" y="16809"/>
                  </a:cubicBezTo>
                  <a:cubicBezTo>
                    <a:pt x="110063" y="16657"/>
                    <a:pt x="122161" y="18693"/>
                    <a:pt x="126963" y="27083"/>
                  </a:cubicBezTo>
                  <a:cubicBezTo>
                    <a:pt x="130276" y="32858"/>
                    <a:pt x="121705" y="37052"/>
                    <a:pt x="122161" y="42615"/>
                  </a:cubicBezTo>
                  <a:cubicBezTo>
                    <a:pt x="122616" y="47782"/>
                    <a:pt x="130762" y="50518"/>
                    <a:pt x="131279" y="54530"/>
                  </a:cubicBezTo>
                  <a:cubicBezTo>
                    <a:pt x="131735" y="57934"/>
                    <a:pt x="131796" y="66931"/>
                    <a:pt x="135778" y="69089"/>
                  </a:cubicBezTo>
                  <a:cubicBezTo>
                    <a:pt x="140550" y="71703"/>
                    <a:pt x="147936" y="72250"/>
                    <a:pt x="152039" y="76658"/>
                  </a:cubicBezTo>
                  <a:cubicBezTo>
                    <a:pt x="154593" y="79393"/>
                    <a:pt x="155231" y="83649"/>
                    <a:pt x="158514" y="8553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 name="Google Shape;718;p5"/>
          <p:cNvGrpSpPr/>
          <p:nvPr/>
        </p:nvGrpSpPr>
        <p:grpSpPr>
          <a:xfrm flipH="1" rot="-6912147">
            <a:off x="7036732" y="-1040573"/>
            <a:ext cx="3667456" cy="3151125"/>
            <a:chOff x="2975000" y="20825"/>
            <a:chExt cx="3963625" cy="2500050"/>
          </a:xfrm>
        </p:grpSpPr>
        <p:sp>
          <p:nvSpPr>
            <p:cNvPr id="719" name="Google Shape;719;p5"/>
            <p:cNvSpPr/>
            <p:nvPr/>
          </p:nvSpPr>
          <p:spPr>
            <a:xfrm>
              <a:off x="2975000" y="442550"/>
              <a:ext cx="3962850" cy="2078325"/>
            </a:xfrm>
            <a:custGeom>
              <a:rect b="b" l="l" r="r" t="t"/>
              <a:pathLst>
                <a:path extrusionOk="0" fill="none" h="83133" w="158514">
                  <a:moveTo>
                    <a:pt x="0" y="1"/>
                  </a:moveTo>
                  <a:cubicBezTo>
                    <a:pt x="4347" y="3071"/>
                    <a:pt x="9423" y="6171"/>
                    <a:pt x="12797" y="10122"/>
                  </a:cubicBezTo>
                  <a:cubicBezTo>
                    <a:pt x="18025" y="16232"/>
                    <a:pt x="11095" y="25411"/>
                    <a:pt x="18298" y="31369"/>
                  </a:cubicBezTo>
                  <a:cubicBezTo>
                    <a:pt x="23952" y="36050"/>
                    <a:pt x="23982" y="41612"/>
                    <a:pt x="23283" y="48269"/>
                  </a:cubicBezTo>
                  <a:cubicBezTo>
                    <a:pt x="22706" y="53497"/>
                    <a:pt x="22463" y="62494"/>
                    <a:pt x="29028" y="64044"/>
                  </a:cubicBezTo>
                  <a:cubicBezTo>
                    <a:pt x="35776" y="65655"/>
                    <a:pt x="41186" y="60913"/>
                    <a:pt x="45624" y="56567"/>
                  </a:cubicBezTo>
                  <a:cubicBezTo>
                    <a:pt x="51855" y="50457"/>
                    <a:pt x="63466" y="46202"/>
                    <a:pt x="71825" y="49515"/>
                  </a:cubicBezTo>
                  <a:cubicBezTo>
                    <a:pt x="79211" y="52463"/>
                    <a:pt x="89728" y="48421"/>
                    <a:pt x="96598" y="51430"/>
                  </a:cubicBezTo>
                  <a:cubicBezTo>
                    <a:pt x="100762" y="53284"/>
                    <a:pt x="101035" y="58390"/>
                    <a:pt x="102343" y="62646"/>
                  </a:cubicBezTo>
                  <a:cubicBezTo>
                    <a:pt x="104197" y="68603"/>
                    <a:pt x="108938" y="75564"/>
                    <a:pt x="114106" y="78482"/>
                  </a:cubicBezTo>
                  <a:cubicBezTo>
                    <a:pt x="122343" y="83132"/>
                    <a:pt x="130914" y="70610"/>
                    <a:pt x="138909" y="69151"/>
                  </a:cubicBezTo>
                  <a:cubicBezTo>
                    <a:pt x="145474" y="67935"/>
                    <a:pt x="152435" y="73892"/>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5"/>
            <p:cNvSpPr/>
            <p:nvPr/>
          </p:nvSpPr>
          <p:spPr>
            <a:xfrm>
              <a:off x="2975000" y="442550"/>
              <a:ext cx="3962850" cy="2057800"/>
            </a:xfrm>
            <a:custGeom>
              <a:rect b="b" l="l" r="r" t="t"/>
              <a:pathLst>
                <a:path extrusionOk="0" fill="none" h="82312" w="158514">
                  <a:moveTo>
                    <a:pt x="0" y="1"/>
                  </a:moveTo>
                  <a:cubicBezTo>
                    <a:pt x="4408" y="3040"/>
                    <a:pt x="9392" y="6049"/>
                    <a:pt x="13040" y="9879"/>
                  </a:cubicBezTo>
                  <a:cubicBezTo>
                    <a:pt x="18602" y="15654"/>
                    <a:pt x="11733" y="24955"/>
                    <a:pt x="18694" y="30609"/>
                  </a:cubicBezTo>
                  <a:cubicBezTo>
                    <a:pt x="24408" y="35259"/>
                    <a:pt x="25077" y="40153"/>
                    <a:pt x="24317" y="46901"/>
                  </a:cubicBezTo>
                  <a:cubicBezTo>
                    <a:pt x="23739" y="52129"/>
                    <a:pt x="23131" y="61248"/>
                    <a:pt x="29849" y="62919"/>
                  </a:cubicBezTo>
                  <a:cubicBezTo>
                    <a:pt x="36870" y="64652"/>
                    <a:pt x="41794" y="59606"/>
                    <a:pt x="46627" y="55503"/>
                  </a:cubicBezTo>
                  <a:cubicBezTo>
                    <a:pt x="53557" y="49606"/>
                    <a:pt x="63983" y="44712"/>
                    <a:pt x="72798" y="48634"/>
                  </a:cubicBezTo>
                  <a:cubicBezTo>
                    <a:pt x="80123" y="51886"/>
                    <a:pt x="90245" y="48208"/>
                    <a:pt x="97266" y="51187"/>
                  </a:cubicBezTo>
                  <a:cubicBezTo>
                    <a:pt x="101522" y="52980"/>
                    <a:pt x="101674" y="58026"/>
                    <a:pt x="102890" y="62251"/>
                  </a:cubicBezTo>
                  <a:cubicBezTo>
                    <a:pt x="104561" y="68087"/>
                    <a:pt x="109303" y="75078"/>
                    <a:pt x="114440" y="77844"/>
                  </a:cubicBezTo>
                  <a:cubicBezTo>
                    <a:pt x="122799" y="82312"/>
                    <a:pt x="131097" y="70032"/>
                    <a:pt x="139243" y="68877"/>
                  </a:cubicBezTo>
                  <a:cubicBezTo>
                    <a:pt x="145656" y="67935"/>
                    <a:pt x="152495" y="73771"/>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5"/>
            <p:cNvSpPr/>
            <p:nvPr/>
          </p:nvSpPr>
          <p:spPr>
            <a:xfrm>
              <a:off x="2975000" y="442550"/>
              <a:ext cx="3962850" cy="2035775"/>
            </a:xfrm>
            <a:custGeom>
              <a:rect b="b" l="l" r="r" t="t"/>
              <a:pathLst>
                <a:path extrusionOk="0" fill="none" h="81431" w="158514">
                  <a:moveTo>
                    <a:pt x="0" y="1"/>
                  </a:moveTo>
                  <a:cubicBezTo>
                    <a:pt x="4468" y="3040"/>
                    <a:pt x="9362" y="5958"/>
                    <a:pt x="13313" y="9606"/>
                  </a:cubicBezTo>
                  <a:cubicBezTo>
                    <a:pt x="19210" y="15077"/>
                    <a:pt x="12432" y="24469"/>
                    <a:pt x="19089" y="29849"/>
                  </a:cubicBezTo>
                  <a:cubicBezTo>
                    <a:pt x="24803" y="34469"/>
                    <a:pt x="26019" y="38694"/>
                    <a:pt x="25350" y="45564"/>
                  </a:cubicBezTo>
                  <a:cubicBezTo>
                    <a:pt x="24833" y="50822"/>
                    <a:pt x="23739" y="60001"/>
                    <a:pt x="30609" y="61795"/>
                  </a:cubicBezTo>
                  <a:cubicBezTo>
                    <a:pt x="37691" y="63649"/>
                    <a:pt x="42797" y="58299"/>
                    <a:pt x="47813" y="54378"/>
                  </a:cubicBezTo>
                  <a:cubicBezTo>
                    <a:pt x="55989" y="47995"/>
                    <a:pt x="63345" y="43375"/>
                    <a:pt x="73801" y="47752"/>
                  </a:cubicBezTo>
                  <a:cubicBezTo>
                    <a:pt x="81704" y="51065"/>
                    <a:pt x="90762" y="48026"/>
                    <a:pt x="97966" y="50944"/>
                  </a:cubicBezTo>
                  <a:cubicBezTo>
                    <a:pt x="102282" y="52707"/>
                    <a:pt x="102343" y="57631"/>
                    <a:pt x="103437" y="61825"/>
                  </a:cubicBezTo>
                  <a:cubicBezTo>
                    <a:pt x="104957" y="67570"/>
                    <a:pt x="109637" y="74531"/>
                    <a:pt x="114774" y="77145"/>
                  </a:cubicBezTo>
                  <a:cubicBezTo>
                    <a:pt x="123285" y="81430"/>
                    <a:pt x="131310" y="69454"/>
                    <a:pt x="139577" y="68573"/>
                  </a:cubicBezTo>
                  <a:cubicBezTo>
                    <a:pt x="145869" y="67904"/>
                    <a:pt x="152587" y="73649"/>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5"/>
            <p:cNvSpPr/>
            <p:nvPr/>
          </p:nvSpPr>
          <p:spPr>
            <a:xfrm>
              <a:off x="2975000" y="442550"/>
              <a:ext cx="3962850" cy="2014500"/>
            </a:xfrm>
            <a:custGeom>
              <a:rect b="b" l="l" r="r" t="t"/>
              <a:pathLst>
                <a:path extrusionOk="0" fill="none" h="80580" w="158514">
                  <a:moveTo>
                    <a:pt x="0" y="1"/>
                  </a:moveTo>
                  <a:cubicBezTo>
                    <a:pt x="4560" y="3010"/>
                    <a:pt x="9392" y="5897"/>
                    <a:pt x="13526" y="9393"/>
                  </a:cubicBezTo>
                  <a:cubicBezTo>
                    <a:pt x="19666" y="14469"/>
                    <a:pt x="13162" y="23952"/>
                    <a:pt x="19484" y="29150"/>
                  </a:cubicBezTo>
                  <a:cubicBezTo>
                    <a:pt x="24560" y="33314"/>
                    <a:pt x="27235" y="37509"/>
                    <a:pt x="26323" y="44348"/>
                  </a:cubicBezTo>
                  <a:cubicBezTo>
                    <a:pt x="25563" y="49728"/>
                    <a:pt x="24317" y="58846"/>
                    <a:pt x="31308" y="60792"/>
                  </a:cubicBezTo>
                  <a:cubicBezTo>
                    <a:pt x="38390" y="62737"/>
                    <a:pt x="43770" y="57296"/>
                    <a:pt x="48998" y="53375"/>
                  </a:cubicBezTo>
                  <a:cubicBezTo>
                    <a:pt x="57813" y="46688"/>
                    <a:pt x="63892" y="42129"/>
                    <a:pt x="74743" y="47023"/>
                  </a:cubicBezTo>
                  <a:cubicBezTo>
                    <a:pt x="82433" y="50488"/>
                    <a:pt x="91248" y="47995"/>
                    <a:pt x="98604" y="50761"/>
                  </a:cubicBezTo>
                  <a:cubicBezTo>
                    <a:pt x="103042" y="52372"/>
                    <a:pt x="103011" y="57266"/>
                    <a:pt x="104014" y="61430"/>
                  </a:cubicBezTo>
                  <a:cubicBezTo>
                    <a:pt x="105382" y="67084"/>
                    <a:pt x="109941" y="74014"/>
                    <a:pt x="115109" y="76445"/>
                  </a:cubicBezTo>
                  <a:cubicBezTo>
                    <a:pt x="123802" y="80579"/>
                    <a:pt x="132100" y="68299"/>
                    <a:pt x="139912" y="68330"/>
                  </a:cubicBezTo>
                  <a:cubicBezTo>
                    <a:pt x="144927" y="68330"/>
                    <a:pt x="153529" y="7331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5"/>
            <p:cNvSpPr/>
            <p:nvPr/>
          </p:nvSpPr>
          <p:spPr>
            <a:xfrm>
              <a:off x="2975000" y="442550"/>
              <a:ext cx="3962850" cy="1991700"/>
            </a:xfrm>
            <a:custGeom>
              <a:rect b="b" l="l" r="r" t="t"/>
              <a:pathLst>
                <a:path extrusionOk="0" fill="none" h="79668" w="158514">
                  <a:moveTo>
                    <a:pt x="0" y="1"/>
                  </a:moveTo>
                  <a:cubicBezTo>
                    <a:pt x="4590" y="3010"/>
                    <a:pt x="9484" y="5897"/>
                    <a:pt x="13769" y="9119"/>
                  </a:cubicBezTo>
                  <a:cubicBezTo>
                    <a:pt x="20122" y="13861"/>
                    <a:pt x="13952" y="23344"/>
                    <a:pt x="19879" y="28360"/>
                  </a:cubicBezTo>
                  <a:cubicBezTo>
                    <a:pt x="24651" y="32402"/>
                    <a:pt x="28055" y="36475"/>
                    <a:pt x="27265" y="43102"/>
                  </a:cubicBezTo>
                  <a:cubicBezTo>
                    <a:pt x="26627" y="48482"/>
                    <a:pt x="24985" y="57600"/>
                    <a:pt x="31946" y="59698"/>
                  </a:cubicBezTo>
                  <a:cubicBezTo>
                    <a:pt x="39028" y="61795"/>
                    <a:pt x="44955" y="56202"/>
                    <a:pt x="50183" y="52251"/>
                  </a:cubicBezTo>
                  <a:cubicBezTo>
                    <a:pt x="59424" y="45260"/>
                    <a:pt x="64561" y="40761"/>
                    <a:pt x="75746" y="46232"/>
                  </a:cubicBezTo>
                  <a:cubicBezTo>
                    <a:pt x="83315" y="49971"/>
                    <a:pt x="91795" y="47813"/>
                    <a:pt x="99273" y="50488"/>
                  </a:cubicBezTo>
                  <a:cubicBezTo>
                    <a:pt x="103832" y="52129"/>
                    <a:pt x="103619" y="56840"/>
                    <a:pt x="104653" y="61035"/>
                  </a:cubicBezTo>
                  <a:cubicBezTo>
                    <a:pt x="106051" y="66749"/>
                    <a:pt x="110124" y="73315"/>
                    <a:pt x="115443" y="75716"/>
                  </a:cubicBezTo>
                  <a:cubicBezTo>
                    <a:pt x="124227" y="79667"/>
                    <a:pt x="132039" y="67995"/>
                    <a:pt x="140246" y="68056"/>
                  </a:cubicBezTo>
                  <a:cubicBezTo>
                    <a:pt x="145535" y="68087"/>
                    <a:pt x="153377" y="7340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5"/>
            <p:cNvSpPr/>
            <p:nvPr/>
          </p:nvSpPr>
          <p:spPr>
            <a:xfrm>
              <a:off x="2975000" y="442550"/>
              <a:ext cx="3963625" cy="1968900"/>
            </a:xfrm>
            <a:custGeom>
              <a:rect b="b" l="l" r="r" t="t"/>
              <a:pathLst>
                <a:path extrusionOk="0" fill="none" h="78756" w="158545">
                  <a:moveTo>
                    <a:pt x="0" y="1"/>
                  </a:moveTo>
                  <a:cubicBezTo>
                    <a:pt x="4651" y="2979"/>
                    <a:pt x="9575" y="5867"/>
                    <a:pt x="14013" y="8876"/>
                  </a:cubicBezTo>
                  <a:cubicBezTo>
                    <a:pt x="20548" y="13283"/>
                    <a:pt x="14985" y="22706"/>
                    <a:pt x="20305" y="27539"/>
                  </a:cubicBezTo>
                  <a:cubicBezTo>
                    <a:pt x="24590" y="31430"/>
                    <a:pt x="28724" y="35715"/>
                    <a:pt x="28147" y="42007"/>
                  </a:cubicBezTo>
                  <a:cubicBezTo>
                    <a:pt x="27630" y="47296"/>
                    <a:pt x="25654" y="56445"/>
                    <a:pt x="32584" y="58664"/>
                  </a:cubicBezTo>
                  <a:cubicBezTo>
                    <a:pt x="39606" y="60913"/>
                    <a:pt x="46354" y="55077"/>
                    <a:pt x="51369" y="51096"/>
                  </a:cubicBezTo>
                  <a:cubicBezTo>
                    <a:pt x="60609" y="43770"/>
                    <a:pt x="65351" y="39576"/>
                    <a:pt x="76749" y="45594"/>
                  </a:cubicBezTo>
                  <a:cubicBezTo>
                    <a:pt x="84166" y="49515"/>
                    <a:pt x="92251" y="47722"/>
                    <a:pt x="99911" y="50275"/>
                  </a:cubicBezTo>
                  <a:cubicBezTo>
                    <a:pt x="104622" y="51855"/>
                    <a:pt x="104318" y="56445"/>
                    <a:pt x="105260" y="60609"/>
                  </a:cubicBezTo>
                  <a:cubicBezTo>
                    <a:pt x="106537" y="66324"/>
                    <a:pt x="110428" y="72676"/>
                    <a:pt x="115808" y="74956"/>
                  </a:cubicBezTo>
                  <a:cubicBezTo>
                    <a:pt x="124714" y="78756"/>
                    <a:pt x="132313" y="67418"/>
                    <a:pt x="140580" y="67813"/>
                  </a:cubicBezTo>
                  <a:cubicBezTo>
                    <a:pt x="145778" y="68056"/>
                    <a:pt x="153438" y="73315"/>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5"/>
            <p:cNvSpPr/>
            <p:nvPr/>
          </p:nvSpPr>
          <p:spPr>
            <a:xfrm>
              <a:off x="2975000" y="442550"/>
              <a:ext cx="3962850" cy="1919500"/>
            </a:xfrm>
            <a:custGeom>
              <a:rect b="b" l="l" r="r" t="t"/>
              <a:pathLst>
                <a:path extrusionOk="0" fill="none" h="76780" w="158514">
                  <a:moveTo>
                    <a:pt x="0" y="1"/>
                  </a:moveTo>
                  <a:cubicBezTo>
                    <a:pt x="4712" y="2949"/>
                    <a:pt x="9666" y="5776"/>
                    <a:pt x="14225" y="8633"/>
                  </a:cubicBezTo>
                  <a:cubicBezTo>
                    <a:pt x="20973" y="12797"/>
                    <a:pt x="16049" y="21977"/>
                    <a:pt x="20760" y="26718"/>
                  </a:cubicBezTo>
                  <a:cubicBezTo>
                    <a:pt x="24438" y="30396"/>
                    <a:pt x="29332" y="35168"/>
                    <a:pt x="28967" y="41004"/>
                  </a:cubicBezTo>
                  <a:cubicBezTo>
                    <a:pt x="28633" y="46202"/>
                    <a:pt x="26444" y="55381"/>
                    <a:pt x="33192" y="57661"/>
                  </a:cubicBezTo>
                  <a:cubicBezTo>
                    <a:pt x="40153" y="60032"/>
                    <a:pt x="47752" y="53953"/>
                    <a:pt x="52494" y="49880"/>
                  </a:cubicBezTo>
                  <a:cubicBezTo>
                    <a:pt x="61703" y="41977"/>
                    <a:pt x="66293" y="38633"/>
                    <a:pt x="77722" y="45016"/>
                  </a:cubicBezTo>
                  <a:cubicBezTo>
                    <a:pt x="84926" y="49059"/>
                    <a:pt x="92707" y="47722"/>
                    <a:pt x="100488" y="50093"/>
                  </a:cubicBezTo>
                  <a:cubicBezTo>
                    <a:pt x="105382" y="51582"/>
                    <a:pt x="104987" y="56080"/>
                    <a:pt x="105838" y="60245"/>
                  </a:cubicBezTo>
                  <a:cubicBezTo>
                    <a:pt x="107023" y="65898"/>
                    <a:pt x="111005" y="72676"/>
                    <a:pt x="116142" y="74227"/>
                  </a:cubicBezTo>
                  <a:cubicBezTo>
                    <a:pt x="124683" y="76780"/>
                    <a:pt x="132191" y="66901"/>
                    <a:pt x="140884" y="67570"/>
                  </a:cubicBezTo>
                  <a:cubicBezTo>
                    <a:pt x="145930" y="67965"/>
                    <a:pt x="153468" y="73224"/>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5"/>
            <p:cNvSpPr/>
            <p:nvPr/>
          </p:nvSpPr>
          <p:spPr>
            <a:xfrm>
              <a:off x="2975000" y="442550"/>
              <a:ext cx="3962100" cy="1896700"/>
            </a:xfrm>
            <a:custGeom>
              <a:rect b="b" l="l" r="r" t="t"/>
              <a:pathLst>
                <a:path extrusionOk="0" fill="none" h="75868" w="158484">
                  <a:moveTo>
                    <a:pt x="0" y="1"/>
                  </a:moveTo>
                  <a:cubicBezTo>
                    <a:pt x="4742" y="2949"/>
                    <a:pt x="9788" y="5441"/>
                    <a:pt x="14438" y="8359"/>
                  </a:cubicBezTo>
                  <a:cubicBezTo>
                    <a:pt x="21520" y="12797"/>
                    <a:pt x="16900" y="20852"/>
                    <a:pt x="21277" y="25837"/>
                  </a:cubicBezTo>
                  <a:cubicBezTo>
                    <a:pt x="24408" y="29424"/>
                    <a:pt x="29758" y="34652"/>
                    <a:pt x="29727" y="40123"/>
                  </a:cubicBezTo>
                  <a:cubicBezTo>
                    <a:pt x="29666" y="45229"/>
                    <a:pt x="27447" y="54014"/>
                    <a:pt x="33770" y="56658"/>
                  </a:cubicBezTo>
                  <a:cubicBezTo>
                    <a:pt x="40396" y="59394"/>
                    <a:pt x="49545" y="52433"/>
                    <a:pt x="53618" y="48542"/>
                  </a:cubicBezTo>
                  <a:cubicBezTo>
                    <a:pt x="62707" y="39788"/>
                    <a:pt x="67448" y="37904"/>
                    <a:pt x="78725" y="44530"/>
                  </a:cubicBezTo>
                  <a:cubicBezTo>
                    <a:pt x="85716" y="48664"/>
                    <a:pt x="93224" y="47722"/>
                    <a:pt x="101066" y="49910"/>
                  </a:cubicBezTo>
                  <a:cubicBezTo>
                    <a:pt x="106142" y="51308"/>
                    <a:pt x="105716" y="55685"/>
                    <a:pt x="106476" y="59849"/>
                  </a:cubicBezTo>
                  <a:cubicBezTo>
                    <a:pt x="107540" y="65503"/>
                    <a:pt x="111279" y="71977"/>
                    <a:pt x="116477" y="73467"/>
                  </a:cubicBezTo>
                  <a:cubicBezTo>
                    <a:pt x="124927" y="75868"/>
                    <a:pt x="132708" y="66354"/>
                    <a:pt x="141188" y="67357"/>
                  </a:cubicBezTo>
                  <a:cubicBezTo>
                    <a:pt x="146143" y="67935"/>
                    <a:pt x="153468" y="7313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5"/>
            <p:cNvSpPr/>
            <p:nvPr/>
          </p:nvSpPr>
          <p:spPr>
            <a:xfrm>
              <a:off x="2975000" y="442550"/>
              <a:ext cx="3962850" cy="1870875"/>
            </a:xfrm>
            <a:custGeom>
              <a:rect b="b" l="l" r="r" t="t"/>
              <a:pathLst>
                <a:path extrusionOk="0" fill="none" h="74835" w="158514">
                  <a:moveTo>
                    <a:pt x="0" y="1"/>
                  </a:moveTo>
                  <a:cubicBezTo>
                    <a:pt x="4803" y="2919"/>
                    <a:pt x="9848" y="5350"/>
                    <a:pt x="14651" y="8116"/>
                  </a:cubicBezTo>
                  <a:cubicBezTo>
                    <a:pt x="21946" y="12311"/>
                    <a:pt x="18086" y="19697"/>
                    <a:pt x="21885" y="24895"/>
                  </a:cubicBezTo>
                  <a:cubicBezTo>
                    <a:pt x="24590" y="28633"/>
                    <a:pt x="30031" y="34013"/>
                    <a:pt x="30396" y="39272"/>
                  </a:cubicBezTo>
                  <a:cubicBezTo>
                    <a:pt x="30791" y="44439"/>
                    <a:pt x="28299" y="52919"/>
                    <a:pt x="34439" y="55625"/>
                  </a:cubicBezTo>
                  <a:cubicBezTo>
                    <a:pt x="41186" y="58603"/>
                    <a:pt x="50670" y="51217"/>
                    <a:pt x="54712" y="47083"/>
                  </a:cubicBezTo>
                  <a:cubicBezTo>
                    <a:pt x="63892" y="37630"/>
                    <a:pt x="68542" y="37266"/>
                    <a:pt x="79789" y="44135"/>
                  </a:cubicBezTo>
                  <a:cubicBezTo>
                    <a:pt x="86476" y="48208"/>
                    <a:pt x="93984" y="47661"/>
                    <a:pt x="101674" y="49728"/>
                  </a:cubicBezTo>
                  <a:cubicBezTo>
                    <a:pt x="106932" y="51126"/>
                    <a:pt x="106416" y="55138"/>
                    <a:pt x="107145" y="59454"/>
                  </a:cubicBezTo>
                  <a:cubicBezTo>
                    <a:pt x="108057" y="64986"/>
                    <a:pt x="111552" y="71339"/>
                    <a:pt x="116872" y="72707"/>
                  </a:cubicBezTo>
                  <a:cubicBezTo>
                    <a:pt x="125322" y="74835"/>
                    <a:pt x="133285" y="65837"/>
                    <a:pt x="141523" y="67114"/>
                  </a:cubicBezTo>
                  <a:cubicBezTo>
                    <a:pt x="146386" y="67874"/>
                    <a:pt x="153559" y="73011"/>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5"/>
            <p:cNvSpPr/>
            <p:nvPr/>
          </p:nvSpPr>
          <p:spPr>
            <a:xfrm>
              <a:off x="2975000" y="442550"/>
              <a:ext cx="3962850" cy="1848075"/>
            </a:xfrm>
            <a:custGeom>
              <a:rect b="b" l="l" r="r" t="t"/>
              <a:pathLst>
                <a:path extrusionOk="0" fill="none" h="73923" w="158514">
                  <a:moveTo>
                    <a:pt x="0" y="1"/>
                  </a:moveTo>
                  <a:cubicBezTo>
                    <a:pt x="4833" y="2888"/>
                    <a:pt x="9909" y="5259"/>
                    <a:pt x="14864" y="7873"/>
                  </a:cubicBezTo>
                  <a:cubicBezTo>
                    <a:pt x="22219" y="11764"/>
                    <a:pt x="19301" y="18390"/>
                    <a:pt x="22584" y="23922"/>
                  </a:cubicBezTo>
                  <a:cubicBezTo>
                    <a:pt x="25046" y="28086"/>
                    <a:pt x="30092" y="33649"/>
                    <a:pt x="31004" y="38542"/>
                  </a:cubicBezTo>
                  <a:cubicBezTo>
                    <a:pt x="31855" y="43284"/>
                    <a:pt x="29150" y="51947"/>
                    <a:pt x="35107" y="54561"/>
                  </a:cubicBezTo>
                  <a:cubicBezTo>
                    <a:pt x="42250" y="57691"/>
                    <a:pt x="51673" y="50032"/>
                    <a:pt x="55746" y="45503"/>
                  </a:cubicBezTo>
                  <a:cubicBezTo>
                    <a:pt x="64834" y="35411"/>
                    <a:pt x="69941" y="36992"/>
                    <a:pt x="80822" y="43770"/>
                  </a:cubicBezTo>
                  <a:cubicBezTo>
                    <a:pt x="87205" y="47782"/>
                    <a:pt x="94683" y="47691"/>
                    <a:pt x="102191" y="49576"/>
                  </a:cubicBezTo>
                  <a:cubicBezTo>
                    <a:pt x="107571" y="50913"/>
                    <a:pt x="107145" y="54682"/>
                    <a:pt x="107783" y="59090"/>
                  </a:cubicBezTo>
                  <a:cubicBezTo>
                    <a:pt x="108604" y="64591"/>
                    <a:pt x="111826" y="70610"/>
                    <a:pt x="117236" y="71917"/>
                  </a:cubicBezTo>
                  <a:cubicBezTo>
                    <a:pt x="125504" y="73923"/>
                    <a:pt x="133863" y="65321"/>
                    <a:pt x="141827" y="66901"/>
                  </a:cubicBezTo>
                  <a:cubicBezTo>
                    <a:pt x="146599" y="67813"/>
                    <a:pt x="153620" y="7292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5"/>
            <p:cNvSpPr/>
            <p:nvPr/>
          </p:nvSpPr>
          <p:spPr>
            <a:xfrm>
              <a:off x="2975000" y="442550"/>
              <a:ext cx="3962100" cy="1826050"/>
            </a:xfrm>
            <a:custGeom>
              <a:rect b="b" l="l" r="r" t="t"/>
              <a:pathLst>
                <a:path extrusionOk="0" fill="none" h="73042" w="158484">
                  <a:moveTo>
                    <a:pt x="0" y="1"/>
                  </a:moveTo>
                  <a:cubicBezTo>
                    <a:pt x="4894" y="2858"/>
                    <a:pt x="10000" y="5168"/>
                    <a:pt x="15076" y="7630"/>
                  </a:cubicBezTo>
                  <a:cubicBezTo>
                    <a:pt x="22402" y="11217"/>
                    <a:pt x="20639" y="16992"/>
                    <a:pt x="23435" y="22980"/>
                  </a:cubicBezTo>
                  <a:cubicBezTo>
                    <a:pt x="25685" y="27813"/>
                    <a:pt x="29910" y="33041"/>
                    <a:pt x="31460" y="37934"/>
                  </a:cubicBezTo>
                  <a:cubicBezTo>
                    <a:pt x="32858" y="42372"/>
                    <a:pt x="29940" y="51096"/>
                    <a:pt x="35867" y="53558"/>
                  </a:cubicBezTo>
                  <a:cubicBezTo>
                    <a:pt x="43618" y="56749"/>
                    <a:pt x="52433" y="48937"/>
                    <a:pt x="56779" y="43831"/>
                  </a:cubicBezTo>
                  <a:cubicBezTo>
                    <a:pt x="65746" y="33314"/>
                    <a:pt x="71552" y="36901"/>
                    <a:pt x="81886" y="43466"/>
                  </a:cubicBezTo>
                  <a:cubicBezTo>
                    <a:pt x="87965" y="47327"/>
                    <a:pt x="95412" y="47752"/>
                    <a:pt x="102707" y="49454"/>
                  </a:cubicBezTo>
                  <a:cubicBezTo>
                    <a:pt x="108148" y="50700"/>
                    <a:pt x="107905" y="54226"/>
                    <a:pt x="108452" y="58725"/>
                  </a:cubicBezTo>
                  <a:cubicBezTo>
                    <a:pt x="109182" y="64226"/>
                    <a:pt x="112130" y="69910"/>
                    <a:pt x="117571" y="71187"/>
                  </a:cubicBezTo>
                  <a:cubicBezTo>
                    <a:pt x="125626" y="73041"/>
                    <a:pt x="134410" y="64895"/>
                    <a:pt x="142100" y="66688"/>
                  </a:cubicBezTo>
                  <a:cubicBezTo>
                    <a:pt x="146751" y="67783"/>
                    <a:pt x="153590" y="72828"/>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5"/>
            <p:cNvSpPr/>
            <p:nvPr/>
          </p:nvSpPr>
          <p:spPr>
            <a:xfrm>
              <a:off x="2975000" y="442550"/>
              <a:ext cx="3962850" cy="1818450"/>
            </a:xfrm>
            <a:custGeom>
              <a:rect b="b" l="l" r="r" t="t"/>
              <a:pathLst>
                <a:path extrusionOk="0" fill="none" h="72738" w="158514">
                  <a:moveTo>
                    <a:pt x="0" y="1"/>
                  </a:moveTo>
                  <a:cubicBezTo>
                    <a:pt x="4924" y="2827"/>
                    <a:pt x="10122" y="5077"/>
                    <a:pt x="15259" y="7387"/>
                  </a:cubicBezTo>
                  <a:cubicBezTo>
                    <a:pt x="22432" y="10609"/>
                    <a:pt x="22159" y="15594"/>
                    <a:pt x="24317" y="22007"/>
                  </a:cubicBezTo>
                  <a:cubicBezTo>
                    <a:pt x="26171" y="27630"/>
                    <a:pt x="29332" y="32402"/>
                    <a:pt x="31733" y="37418"/>
                  </a:cubicBezTo>
                  <a:cubicBezTo>
                    <a:pt x="33831" y="41764"/>
                    <a:pt x="30669" y="50305"/>
                    <a:pt x="36657" y="52615"/>
                  </a:cubicBezTo>
                  <a:cubicBezTo>
                    <a:pt x="44955" y="55868"/>
                    <a:pt x="53162" y="47630"/>
                    <a:pt x="57782" y="42068"/>
                  </a:cubicBezTo>
                  <a:cubicBezTo>
                    <a:pt x="66476" y="31551"/>
                    <a:pt x="73315" y="37022"/>
                    <a:pt x="82950" y="43193"/>
                  </a:cubicBezTo>
                  <a:cubicBezTo>
                    <a:pt x="88695" y="46871"/>
                    <a:pt x="96142" y="47813"/>
                    <a:pt x="103194" y="49333"/>
                  </a:cubicBezTo>
                  <a:cubicBezTo>
                    <a:pt x="108726" y="50488"/>
                    <a:pt x="108634" y="53740"/>
                    <a:pt x="109151" y="58390"/>
                  </a:cubicBezTo>
                  <a:cubicBezTo>
                    <a:pt x="109789" y="63862"/>
                    <a:pt x="112464" y="69211"/>
                    <a:pt x="117996" y="70427"/>
                  </a:cubicBezTo>
                  <a:cubicBezTo>
                    <a:pt x="125778" y="72129"/>
                    <a:pt x="135018" y="64439"/>
                    <a:pt x="142434" y="66506"/>
                  </a:cubicBezTo>
                  <a:cubicBezTo>
                    <a:pt x="146994" y="67752"/>
                    <a:pt x="153650" y="72737"/>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5"/>
            <p:cNvSpPr/>
            <p:nvPr/>
          </p:nvSpPr>
          <p:spPr>
            <a:xfrm>
              <a:off x="2975000" y="442550"/>
              <a:ext cx="3962850" cy="1816175"/>
            </a:xfrm>
            <a:custGeom>
              <a:rect b="b" l="l" r="r" t="t"/>
              <a:pathLst>
                <a:path extrusionOk="0" fill="none" h="72647" w="158514">
                  <a:moveTo>
                    <a:pt x="0" y="1"/>
                  </a:moveTo>
                  <a:cubicBezTo>
                    <a:pt x="4985" y="2797"/>
                    <a:pt x="10244" y="4985"/>
                    <a:pt x="15441" y="7144"/>
                  </a:cubicBezTo>
                  <a:cubicBezTo>
                    <a:pt x="22341" y="10031"/>
                    <a:pt x="23648" y="14621"/>
                    <a:pt x="25259" y="21034"/>
                  </a:cubicBezTo>
                  <a:cubicBezTo>
                    <a:pt x="26688" y="26809"/>
                    <a:pt x="28572" y="31977"/>
                    <a:pt x="31885" y="36992"/>
                  </a:cubicBezTo>
                  <a:cubicBezTo>
                    <a:pt x="34742" y="41278"/>
                    <a:pt x="31429" y="49606"/>
                    <a:pt x="37478" y="51825"/>
                  </a:cubicBezTo>
                  <a:cubicBezTo>
                    <a:pt x="46171" y="55017"/>
                    <a:pt x="54469" y="46202"/>
                    <a:pt x="58755" y="40305"/>
                  </a:cubicBezTo>
                  <a:cubicBezTo>
                    <a:pt x="66232" y="30001"/>
                    <a:pt x="76415" y="38025"/>
                    <a:pt x="84044" y="42889"/>
                  </a:cubicBezTo>
                  <a:cubicBezTo>
                    <a:pt x="89546" y="46384"/>
                    <a:pt x="96841" y="47874"/>
                    <a:pt x="103680" y="49211"/>
                  </a:cubicBezTo>
                  <a:cubicBezTo>
                    <a:pt x="109242" y="50305"/>
                    <a:pt x="109364" y="53254"/>
                    <a:pt x="109850" y="58026"/>
                  </a:cubicBezTo>
                  <a:cubicBezTo>
                    <a:pt x="110397" y="63436"/>
                    <a:pt x="112829" y="68482"/>
                    <a:pt x="118422" y="69667"/>
                  </a:cubicBezTo>
                  <a:cubicBezTo>
                    <a:pt x="125930" y="71278"/>
                    <a:pt x="135626" y="64044"/>
                    <a:pt x="142708" y="66293"/>
                  </a:cubicBezTo>
                  <a:cubicBezTo>
                    <a:pt x="147176" y="67692"/>
                    <a:pt x="153681" y="7264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5"/>
            <p:cNvSpPr/>
            <p:nvPr/>
          </p:nvSpPr>
          <p:spPr>
            <a:xfrm>
              <a:off x="2975000" y="442550"/>
              <a:ext cx="3962850" cy="1813875"/>
            </a:xfrm>
            <a:custGeom>
              <a:rect b="b" l="l" r="r" t="t"/>
              <a:pathLst>
                <a:path extrusionOk="0" fill="none" h="72555" w="158514">
                  <a:moveTo>
                    <a:pt x="0" y="1"/>
                  </a:moveTo>
                  <a:cubicBezTo>
                    <a:pt x="5015" y="2767"/>
                    <a:pt x="10335" y="4894"/>
                    <a:pt x="15624" y="6931"/>
                  </a:cubicBezTo>
                  <a:cubicBezTo>
                    <a:pt x="22189" y="9423"/>
                    <a:pt x="24925" y="13648"/>
                    <a:pt x="26262" y="20031"/>
                  </a:cubicBezTo>
                  <a:cubicBezTo>
                    <a:pt x="27508" y="25958"/>
                    <a:pt x="27843" y="31582"/>
                    <a:pt x="31916" y="36597"/>
                  </a:cubicBezTo>
                  <a:cubicBezTo>
                    <a:pt x="35290" y="40731"/>
                    <a:pt x="32432" y="49150"/>
                    <a:pt x="38299" y="51096"/>
                  </a:cubicBezTo>
                  <a:cubicBezTo>
                    <a:pt x="47326" y="54105"/>
                    <a:pt x="55138" y="44804"/>
                    <a:pt x="59758" y="38512"/>
                  </a:cubicBezTo>
                  <a:cubicBezTo>
                    <a:pt x="66901" y="28816"/>
                    <a:pt x="78512" y="38512"/>
                    <a:pt x="85139" y="42585"/>
                  </a:cubicBezTo>
                  <a:cubicBezTo>
                    <a:pt x="90397" y="45807"/>
                    <a:pt x="97510" y="47995"/>
                    <a:pt x="104105" y="49120"/>
                  </a:cubicBezTo>
                  <a:cubicBezTo>
                    <a:pt x="109698" y="50062"/>
                    <a:pt x="109729" y="52707"/>
                    <a:pt x="110580" y="57691"/>
                  </a:cubicBezTo>
                  <a:cubicBezTo>
                    <a:pt x="111461" y="63071"/>
                    <a:pt x="112829" y="67692"/>
                    <a:pt x="118878" y="68938"/>
                  </a:cubicBezTo>
                  <a:cubicBezTo>
                    <a:pt x="126082" y="70427"/>
                    <a:pt x="136234" y="63649"/>
                    <a:pt x="143012" y="66111"/>
                  </a:cubicBezTo>
                  <a:cubicBezTo>
                    <a:pt x="147359" y="67661"/>
                    <a:pt x="153742" y="7255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5"/>
            <p:cNvSpPr/>
            <p:nvPr/>
          </p:nvSpPr>
          <p:spPr>
            <a:xfrm>
              <a:off x="2975000" y="442550"/>
              <a:ext cx="3962850" cy="1804000"/>
            </a:xfrm>
            <a:custGeom>
              <a:rect b="b" l="l" r="r" t="t"/>
              <a:pathLst>
                <a:path extrusionOk="0" fill="none" h="72160" w="158514">
                  <a:moveTo>
                    <a:pt x="0" y="1"/>
                  </a:moveTo>
                  <a:cubicBezTo>
                    <a:pt x="5076" y="2736"/>
                    <a:pt x="10456" y="4803"/>
                    <a:pt x="15806" y="6688"/>
                  </a:cubicBezTo>
                  <a:cubicBezTo>
                    <a:pt x="22037" y="8876"/>
                    <a:pt x="26049" y="12767"/>
                    <a:pt x="27326" y="18967"/>
                  </a:cubicBezTo>
                  <a:cubicBezTo>
                    <a:pt x="28542" y="24925"/>
                    <a:pt x="27326" y="31126"/>
                    <a:pt x="31855" y="36202"/>
                  </a:cubicBezTo>
                  <a:cubicBezTo>
                    <a:pt x="35381" y="40153"/>
                    <a:pt x="33618" y="48725"/>
                    <a:pt x="39150" y="50457"/>
                  </a:cubicBezTo>
                  <a:cubicBezTo>
                    <a:pt x="48329" y="53314"/>
                    <a:pt x="55746" y="42919"/>
                    <a:pt x="60792" y="36810"/>
                  </a:cubicBezTo>
                  <a:cubicBezTo>
                    <a:pt x="67995" y="28086"/>
                    <a:pt x="80032" y="38360"/>
                    <a:pt x="86263" y="42159"/>
                  </a:cubicBezTo>
                  <a:cubicBezTo>
                    <a:pt x="91430" y="45320"/>
                    <a:pt x="98057" y="48056"/>
                    <a:pt x="104561" y="48998"/>
                  </a:cubicBezTo>
                  <a:cubicBezTo>
                    <a:pt x="115747" y="50700"/>
                    <a:pt x="107692" y="65898"/>
                    <a:pt x="119303" y="68178"/>
                  </a:cubicBezTo>
                  <a:cubicBezTo>
                    <a:pt x="126294" y="69576"/>
                    <a:pt x="136872" y="63254"/>
                    <a:pt x="143316" y="65898"/>
                  </a:cubicBezTo>
                  <a:cubicBezTo>
                    <a:pt x="147784" y="67752"/>
                    <a:pt x="153407" y="7216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5"/>
            <p:cNvSpPr/>
            <p:nvPr/>
          </p:nvSpPr>
          <p:spPr>
            <a:xfrm>
              <a:off x="2975000" y="442550"/>
              <a:ext cx="3962100" cy="1802475"/>
            </a:xfrm>
            <a:custGeom>
              <a:rect b="b" l="l" r="r" t="t"/>
              <a:pathLst>
                <a:path extrusionOk="0" fill="none" h="72099" w="158484">
                  <a:moveTo>
                    <a:pt x="0" y="1"/>
                  </a:moveTo>
                  <a:cubicBezTo>
                    <a:pt x="5107" y="2706"/>
                    <a:pt x="10760" y="4590"/>
                    <a:pt x="15958" y="6444"/>
                  </a:cubicBezTo>
                  <a:cubicBezTo>
                    <a:pt x="21764" y="8511"/>
                    <a:pt x="26931" y="11733"/>
                    <a:pt x="28390" y="17843"/>
                  </a:cubicBezTo>
                  <a:cubicBezTo>
                    <a:pt x="29788" y="23740"/>
                    <a:pt x="26900" y="30579"/>
                    <a:pt x="31672" y="35867"/>
                  </a:cubicBezTo>
                  <a:cubicBezTo>
                    <a:pt x="35107" y="39636"/>
                    <a:pt x="34925" y="48390"/>
                    <a:pt x="40001" y="49849"/>
                  </a:cubicBezTo>
                  <a:cubicBezTo>
                    <a:pt x="49302" y="52494"/>
                    <a:pt x="56415" y="40761"/>
                    <a:pt x="61886" y="35320"/>
                  </a:cubicBezTo>
                  <a:cubicBezTo>
                    <a:pt x="69211" y="28025"/>
                    <a:pt x="81278" y="37873"/>
                    <a:pt x="87327" y="41612"/>
                  </a:cubicBezTo>
                  <a:cubicBezTo>
                    <a:pt x="92585" y="44864"/>
                    <a:pt x="98421" y="48117"/>
                    <a:pt x="104926" y="48968"/>
                  </a:cubicBezTo>
                  <a:cubicBezTo>
                    <a:pt x="116385" y="50457"/>
                    <a:pt x="108239" y="65442"/>
                    <a:pt x="119759" y="67509"/>
                  </a:cubicBezTo>
                  <a:cubicBezTo>
                    <a:pt x="126659" y="68725"/>
                    <a:pt x="137298" y="62980"/>
                    <a:pt x="143559" y="65716"/>
                  </a:cubicBezTo>
                  <a:cubicBezTo>
                    <a:pt x="147936" y="67631"/>
                    <a:pt x="153407" y="72099"/>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5"/>
            <p:cNvSpPr/>
            <p:nvPr/>
          </p:nvSpPr>
          <p:spPr>
            <a:xfrm>
              <a:off x="2975000" y="442550"/>
              <a:ext cx="3962850" cy="1800200"/>
            </a:xfrm>
            <a:custGeom>
              <a:rect b="b" l="l" r="r" t="t"/>
              <a:pathLst>
                <a:path extrusionOk="0" fill="none" h="72008" w="158514">
                  <a:moveTo>
                    <a:pt x="0" y="1"/>
                  </a:moveTo>
                  <a:cubicBezTo>
                    <a:pt x="5167" y="2645"/>
                    <a:pt x="10821" y="4499"/>
                    <a:pt x="16140" y="6201"/>
                  </a:cubicBezTo>
                  <a:cubicBezTo>
                    <a:pt x="21976" y="8055"/>
                    <a:pt x="27630" y="11065"/>
                    <a:pt x="29484" y="16657"/>
                  </a:cubicBezTo>
                  <a:cubicBezTo>
                    <a:pt x="31308" y="22159"/>
                    <a:pt x="26748" y="29940"/>
                    <a:pt x="31521" y="35442"/>
                  </a:cubicBezTo>
                  <a:cubicBezTo>
                    <a:pt x="34621" y="38998"/>
                    <a:pt x="36414" y="48147"/>
                    <a:pt x="40913" y="49211"/>
                  </a:cubicBezTo>
                  <a:cubicBezTo>
                    <a:pt x="50244" y="51430"/>
                    <a:pt x="56749" y="38846"/>
                    <a:pt x="63041" y="34044"/>
                  </a:cubicBezTo>
                  <a:cubicBezTo>
                    <a:pt x="70731" y="28147"/>
                    <a:pt x="82190" y="36992"/>
                    <a:pt x="88391" y="40943"/>
                  </a:cubicBezTo>
                  <a:cubicBezTo>
                    <a:pt x="93862" y="44409"/>
                    <a:pt x="98695" y="48147"/>
                    <a:pt x="105352" y="48907"/>
                  </a:cubicBezTo>
                  <a:cubicBezTo>
                    <a:pt x="117024" y="50184"/>
                    <a:pt x="108786" y="64834"/>
                    <a:pt x="120276" y="66780"/>
                  </a:cubicBezTo>
                  <a:cubicBezTo>
                    <a:pt x="126993" y="67904"/>
                    <a:pt x="137784" y="62585"/>
                    <a:pt x="143863" y="65533"/>
                  </a:cubicBezTo>
                  <a:cubicBezTo>
                    <a:pt x="148149" y="67570"/>
                    <a:pt x="153468" y="72008"/>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5"/>
            <p:cNvSpPr/>
            <p:nvPr/>
          </p:nvSpPr>
          <p:spPr>
            <a:xfrm>
              <a:off x="2975000" y="442550"/>
              <a:ext cx="3963625" cy="1798675"/>
            </a:xfrm>
            <a:custGeom>
              <a:rect b="b" l="l" r="r" t="t"/>
              <a:pathLst>
                <a:path extrusionOk="0" fill="none" h="71947" w="158545">
                  <a:moveTo>
                    <a:pt x="0" y="1"/>
                  </a:moveTo>
                  <a:cubicBezTo>
                    <a:pt x="5198" y="2615"/>
                    <a:pt x="10912" y="4408"/>
                    <a:pt x="16323" y="5958"/>
                  </a:cubicBezTo>
                  <a:cubicBezTo>
                    <a:pt x="22067" y="7630"/>
                    <a:pt x="28147" y="10365"/>
                    <a:pt x="30578" y="15472"/>
                  </a:cubicBezTo>
                  <a:cubicBezTo>
                    <a:pt x="33192" y="20974"/>
                    <a:pt x="26931" y="29059"/>
                    <a:pt x="31369" y="35047"/>
                  </a:cubicBezTo>
                  <a:cubicBezTo>
                    <a:pt x="33831" y="38390"/>
                    <a:pt x="37904" y="47904"/>
                    <a:pt x="41825" y="48542"/>
                  </a:cubicBezTo>
                  <a:cubicBezTo>
                    <a:pt x="50883" y="50062"/>
                    <a:pt x="57296" y="36931"/>
                    <a:pt x="64257" y="33010"/>
                  </a:cubicBezTo>
                  <a:cubicBezTo>
                    <a:pt x="72160" y="28512"/>
                    <a:pt x="83102" y="35928"/>
                    <a:pt x="89424" y="40153"/>
                  </a:cubicBezTo>
                  <a:cubicBezTo>
                    <a:pt x="94804" y="43740"/>
                    <a:pt x="98877" y="48208"/>
                    <a:pt x="105747" y="48846"/>
                  </a:cubicBezTo>
                  <a:cubicBezTo>
                    <a:pt x="117601" y="49971"/>
                    <a:pt x="109425" y="64257"/>
                    <a:pt x="120793" y="66081"/>
                  </a:cubicBezTo>
                  <a:cubicBezTo>
                    <a:pt x="127419" y="67144"/>
                    <a:pt x="138270" y="62281"/>
                    <a:pt x="144167" y="65351"/>
                  </a:cubicBezTo>
                  <a:cubicBezTo>
                    <a:pt x="148362" y="67540"/>
                    <a:pt x="153529" y="71947"/>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5"/>
            <p:cNvSpPr/>
            <p:nvPr/>
          </p:nvSpPr>
          <p:spPr>
            <a:xfrm>
              <a:off x="2975000" y="442550"/>
              <a:ext cx="3962850" cy="1795650"/>
            </a:xfrm>
            <a:custGeom>
              <a:rect b="b" l="l" r="r" t="t"/>
              <a:pathLst>
                <a:path extrusionOk="0" fill="none" h="71826" w="158514">
                  <a:moveTo>
                    <a:pt x="0" y="1"/>
                  </a:moveTo>
                  <a:cubicBezTo>
                    <a:pt x="5259" y="2584"/>
                    <a:pt x="10973" y="4317"/>
                    <a:pt x="16475" y="5745"/>
                  </a:cubicBezTo>
                  <a:cubicBezTo>
                    <a:pt x="22250" y="7235"/>
                    <a:pt x="28542" y="9788"/>
                    <a:pt x="31581" y="14195"/>
                  </a:cubicBezTo>
                  <a:cubicBezTo>
                    <a:pt x="35168" y="19332"/>
                    <a:pt x="27326" y="28238"/>
                    <a:pt x="31247" y="34560"/>
                  </a:cubicBezTo>
                  <a:cubicBezTo>
                    <a:pt x="33253" y="37782"/>
                    <a:pt x="39150" y="47418"/>
                    <a:pt x="42737" y="47722"/>
                  </a:cubicBezTo>
                  <a:cubicBezTo>
                    <a:pt x="51612" y="48482"/>
                    <a:pt x="57752" y="35229"/>
                    <a:pt x="65412" y="32129"/>
                  </a:cubicBezTo>
                  <a:cubicBezTo>
                    <a:pt x="73588" y="28816"/>
                    <a:pt x="84044" y="34804"/>
                    <a:pt x="90275" y="39302"/>
                  </a:cubicBezTo>
                  <a:cubicBezTo>
                    <a:pt x="95351" y="42980"/>
                    <a:pt x="98938" y="48269"/>
                    <a:pt x="106081" y="48816"/>
                  </a:cubicBezTo>
                  <a:cubicBezTo>
                    <a:pt x="111704" y="49241"/>
                    <a:pt x="112981" y="50670"/>
                    <a:pt x="114136" y="56111"/>
                  </a:cubicBezTo>
                  <a:cubicBezTo>
                    <a:pt x="115139" y="60792"/>
                    <a:pt x="115321" y="64470"/>
                    <a:pt x="121279" y="65381"/>
                  </a:cubicBezTo>
                  <a:cubicBezTo>
                    <a:pt x="127784" y="66385"/>
                    <a:pt x="138696" y="61947"/>
                    <a:pt x="144410" y="65169"/>
                  </a:cubicBezTo>
                  <a:cubicBezTo>
                    <a:pt x="148483" y="67448"/>
                    <a:pt x="153529" y="7182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5"/>
            <p:cNvSpPr/>
            <p:nvPr/>
          </p:nvSpPr>
          <p:spPr>
            <a:xfrm>
              <a:off x="2975000" y="442550"/>
              <a:ext cx="3962850" cy="1794125"/>
            </a:xfrm>
            <a:custGeom>
              <a:rect b="b" l="l" r="r" t="t"/>
              <a:pathLst>
                <a:path extrusionOk="0" fill="none" h="71765" w="158514">
                  <a:moveTo>
                    <a:pt x="0" y="1"/>
                  </a:moveTo>
                  <a:cubicBezTo>
                    <a:pt x="5319" y="2554"/>
                    <a:pt x="11064" y="4226"/>
                    <a:pt x="16627" y="5502"/>
                  </a:cubicBezTo>
                  <a:cubicBezTo>
                    <a:pt x="22523" y="6840"/>
                    <a:pt x="28663" y="9302"/>
                    <a:pt x="32554" y="12919"/>
                  </a:cubicBezTo>
                  <a:cubicBezTo>
                    <a:pt x="36931" y="17022"/>
                    <a:pt x="28906" y="28268"/>
                    <a:pt x="31247" y="33983"/>
                  </a:cubicBezTo>
                  <a:cubicBezTo>
                    <a:pt x="32615" y="37326"/>
                    <a:pt x="40031" y="46658"/>
                    <a:pt x="43679" y="46719"/>
                  </a:cubicBezTo>
                  <a:cubicBezTo>
                    <a:pt x="52433" y="46810"/>
                    <a:pt x="58117" y="33861"/>
                    <a:pt x="66628" y="31430"/>
                  </a:cubicBezTo>
                  <a:cubicBezTo>
                    <a:pt x="75108" y="28998"/>
                    <a:pt x="85078" y="33709"/>
                    <a:pt x="91066" y="38451"/>
                  </a:cubicBezTo>
                  <a:cubicBezTo>
                    <a:pt x="95899" y="42250"/>
                    <a:pt x="98847" y="48482"/>
                    <a:pt x="106446" y="48785"/>
                  </a:cubicBezTo>
                  <a:cubicBezTo>
                    <a:pt x="119030" y="49272"/>
                    <a:pt x="110853" y="62950"/>
                    <a:pt x="121826" y="64743"/>
                  </a:cubicBezTo>
                  <a:cubicBezTo>
                    <a:pt x="128088" y="65746"/>
                    <a:pt x="139121" y="61612"/>
                    <a:pt x="144684" y="64986"/>
                  </a:cubicBezTo>
                  <a:cubicBezTo>
                    <a:pt x="148666" y="67388"/>
                    <a:pt x="153559" y="7176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5"/>
            <p:cNvSpPr/>
            <p:nvPr/>
          </p:nvSpPr>
          <p:spPr>
            <a:xfrm>
              <a:off x="2975000" y="442550"/>
              <a:ext cx="3962850" cy="1791075"/>
            </a:xfrm>
            <a:custGeom>
              <a:rect b="b" l="l" r="r" t="t"/>
              <a:pathLst>
                <a:path extrusionOk="0" fill="none" h="71643" w="158514">
                  <a:moveTo>
                    <a:pt x="0" y="1"/>
                  </a:moveTo>
                  <a:cubicBezTo>
                    <a:pt x="5319" y="2523"/>
                    <a:pt x="11155" y="4134"/>
                    <a:pt x="16779" y="5259"/>
                  </a:cubicBezTo>
                  <a:cubicBezTo>
                    <a:pt x="22736" y="6475"/>
                    <a:pt x="29302" y="9058"/>
                    <a:pt x="33405" y="11672"/>
                  </a:cubicBezTo>
                  <a:cubicBezTo>
                    <a:pt x="37660" y="14378"/>
                    <a:pt x="30821" y="28968"/>
                    <a:pt x="31399" y="33314"/>
                  </a:cubicBezTo>
                  <a:cubicBezTo>
                    <a:pt x="31885" y="36931"/>
                    <a:pt x="40578" y="45624"/>
                    <a:pt x="44651" y="45472"/>
                  </a:cubicBezTo>
                  <a:cubicBezTo>
                    <a:pt x="53101" y="45168"/>
                    <a:pt x="58421" y="32828"/>
                    <a:pt x="67874" y="30852"/>
                  </a:cubicBezTo>
                  <a:cubicBezTo>
                    <a:pt x="76658" y="29028"/>
                    <a:pt x="86233" y="32706"/>
                    <a:pt x="91856" y="37509"/>
                  </a:cubicBezTo>
                  <a:cubicBezTo>
                    <a:pt x="96476" y="41491"/>
                    <a:pt x="98908" y="48542"/>
                    <a:pt x="106780" y="48755"/>
                  </a:cubicBezTo>
                  <a:cubicBezTo>
                    <a:pt x="112647" y="48907"/>
                    <a:pt x="114045" y="50184"/>
                    <a:pt x="115565" y="55503"/>
                  </a:cubicBezTo>
                  <a:cubicBezTo>
                    <a:pt x="116841" y="60062"/>
                    <a:pt x="116628" y="63132"/>
                    <a:pt x="122404" y="64044"/>
                  </a:cubicBezTo>
                  <a:cubicBezTo>
                    <a:pt x="128544" y="65047"/>
                    <a:pt x="139486" y="61278"/>
                    <a:pt x="144957" y="64804"/>
                  </a:cubicBezTo>
                  <a:cubicBezTo>
                    <a:pt x="148818" y="67296"/>
                    <a:pt x="153559" y="71643"/>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5"/>
            <p:cNvSpPr/>
            <p:nvPr/>
          </p:nvSpPr>
          <p:spPr>
            <a:xfrm>
              <a:off x="2975000" y="442550"/>
              <a:ext cx="3962100" cy="1789575"/>
            </a:xfrm>
            <a:custGeom>
              <a:rect b="b" l="l" r="r" t="t"/>
              <a:pathLst>
                <a:path extrusionOk="0" fill="none" h="71583" w="158484">
                  <a:moveTo>
                    <a:pt x="0" y="1"/>
                  </a:moveTo>
                  <a:cubicBezTo>
                    <a:pt x="5380" y="2463"/>
                    <a:pt x="11216" y="4043"/>
                    <a:pt x="16900" y="5016"/>
                  </a:cubicBezTo>
                  <a:cubicBezTo>
                    <a:pt x="22797" y="6049"/>
                    <a:pt x="29058" y="8724"/>
                    <a:pt x="34135" y="10457"/>
                  </a:cubicBezTo>
                  <a:cubicBezTo>
                    <a:pt x="39667" y="12372"/>
                    <a:pt x="32037" y="28846"/>
                    <a:pt x="31855" y="32463"/>
                  </a:cubicBezTo>
                  <a:cubicBezTo>
                    <a:pt x="31672" y="36597"/>
                    <a:pt x="40852" y="44712"/>
                    <a:pt x="45503" y="44074"/>
                  </a:cubicBezTo>
                  <a:cubicBezTo>
                    <a:pt x="54165" y="42889"/>
                    <a:pt x="59606" y="32038"/>
                    <a:pt x="69090" y="30335"/>
                  </a:cubicBezTo>
                  <a:cubicBezTo>
                    <a:pt x="77479" y="28846"/>
                    <a:pt x="87388" y="31703"/>
                    <a:pt x="92646" y="36566"/>
                  </a:cubicBezTo>
                  <a:cubicBezTo>
                    <a:pt x="97084" y="40670"/>
                    <a:pt x="98908" y="48634"/>
                    <a:pt x="107084" y="48725"/>
                  </a:cubicBezTo>
                  <a:cubicBezTo>
                    <a:pt x="112890" y="48816"/>
                    <a:pt x="114501" y="49910"/>
                    <a:pt x="116203" y="55229"/>
                  </a:cubicBezTo>
                  <a:cubicBezTo>
                    <a:pt x="117571" y="59606"/>
                    <a:pt x="117297" y="62555"/>
                    <a:pt x="122951" y="63436"/>
                  </a:cubicBezTo>
                  <a:cubicBezTo>
                    <a:pt x="129030" y="64378"/>
                    <a:pt x="139851" y="60944"/>
                    <a:pt x="145200" y="64622"/>
                  </a:cubicBezTo>
                  <a:cubicBezTo>
                    <a:pt x="148939" y="67205"/>
                    <a:pt x="153590" y="7158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5"/>
            <p:cNvSpPr/>
            <p:nvPr/>
          </p:nvSpPr>
          <p:spPr>
            <a:xfrm>
              <a:off x="2975000" y="442550"/>
              <a:ext cx="3962850" cy="1785000"/>
            </a:xfrm>
            <a:custGeom>
              <a:rect b="b" l="l" r="r" t="t"/>
              <a:pathLst>
                <a:path extrusionOk="0" fill="none" h="71400" w="158514">
                  <a:moveTo>
                    <a:pt x="0" y="1"/>
                  </a:moveTo>
                  <a:cubicBezTo>
                    <a:pt x="5411" y="2432"/>
                    <a:pt x="11307" y="3952"/>
                    <a:pt x="17052" y="4803"/>
                  </a:cubicBezTo>
                  <a:cubicBezTo>
                    <a:pt x="22949" y="5685"/>
                    <a:pt x="29028" y="8967"/>
                    <a:pt x="34682" y="9362"/>
                  </a:cubicBezTo>
                  <a:cubicBezTo>
                    <a:pt x="42007" y="9849"/>
                    <a:pt x="33557" y="28360"/>
                    <a:pt x="32858" y="31065"/>
                  </a:cubicBezTo>
                  <a:cubicBezTo>
                    <a:pt x="31308" y="36931"/>
                    <a:pt x="41095" y="43801"/>
                    <a:pt x="46141" y="42676"/>
                  </a:cubicBezTo>
                  <a:cubicBezTo>
                    <a:pt x="54925" y="40761"/>
                    <a:pt x="60731" y="31703"/>
                    <a:pt x="70245" y="29819"/>
                  </a:cubicBezTo>
                  <a:cubicBezTo>
                    <a:pt x="78451" y="28177"/>
                    <a:pt x="88573" y="30731"/>
                    <a:pt x="93497" y="35563"/>
                  </a:cubicBezTo>
                  <a:cubicBezTo>
                    <a:pt x="97753" y="39728"/>
                    <a:pt x="98969" y="48725"/>
                    <a:pt x="107419" y="48755"/>
                  </a:cubicBezTo>
                  <a:cubicBezTo>
                    <a:pt x="113163" y="48755"/>
                    <a:pt x="115018" y="49667"/>
                    <a:pt x="116872" y="54956"/>
                  </a:cubicBezTo>
                  <a:cubicBezTo>
                    <a:pt x="118331" y="59181"/>
                    <a:pt x="118027" y="61977"/>
                    <a:pt x="123559" y="62798"/>
                  </a:cubicBezTo>
                  <a:cubicBezTo>
                    <a:pt x="129638" y="63710"/>
                    <a:pt x="140459" y="60579"/>
                    <a:pt x="145504" y="64470"/>
                  </a:cubicBezTo>
                  <a:cubicBezTo>
                    <a:pt x="148939" y="67144"/>
                    <a:pt x="153802" y="7140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5"/>
            <p:cNvSpPr/>
            <p:nvPr/>
          </p:nvSpPr>
          <p:spPr>
            <a:xfrm>
              <a:off x="2975000" y="442550"/>
              <a:ext cx="3962100" cy="1781975"/>
            </a:xfrm>
            <a:custGeom>
              <a:rect b="b" l="l" r="r" t="t"/>
              <a:pathLst>
                <a:path extrusionOk="0" fill="none" h="71279" w="158484">
                  <a:moveTo>
                    <a:pt x="0" y="1"/>
                  </a:moveTo>
                  <a:cubicBezTo>
                    <a:pt x="5471" y="2402"/>
                    <a:pt x="11247" y="3922"/>
                    <a:pt x="17174" y="4560"/>
                  </a:cubicBezTo>
                  <a:cubicBezTo>
                    <a:pt x="23253" y="5198"/>
                    <a:pt x="29514" y="8420"/>
                    <a:pt x="35107" y="8177"/>
                  </a:cubicBezTo>
                  <a:cubicBezTo>
                    <a:pt x="44044" y="7782"/>
                    <a:pt x="35290" y="26718"/>
                    <a:pt x="34256" y="29089"/>
                  </a:cubicBezTo>
                  <a:cubicBezTo>
                    <a:pt x="31369" y="35959"/>
                    <a:pt x="40578" y="42980"/>
                    <a:pt x="46658" y="41247"/>
                  </a:cubicBezTo>
                  <a:cubicBezTo>
                    <a:pt x="55533" y="38785"/>
                    <a:pt x="61947" y="31490"/>
                    <a:pt x="71369" y="29180"/>
                  </a:cubicBezTo>
                  <a:cubicBezTo>
                    <a:pt x="79424" y="27174"/>
                    <a:pt x="89819" y="29697"/>
                    <a:pt x="94470" y="34439"/>
                  </a:cubicBezTo>
                  <a:cubicBezTo>
                    <a:pt x="98482" y="38573"/>
                    <a:pt x="99090" y="48785"/>
                    <a:pt x="107753" y="48694"/>
                  </a:cubicBezTo>
                  <a:cubicBezTo>
                    <a:pt x="113407" y="48634"/>
                    <a:pt x="115504" y="49424"/>
                    <a:pt x="117510" y="54652"/>
                  </a:cubicBezTo>
                  <a:cubicBezTo>
                    <a:pt x="119060" y="58694"/>
                    <a:pt x="118665" y="61400"/>
                    <a:pt x="124167" y="62160"/>
                  </a:cubicBezTo>
                  <a:cubicBezTo>
                    <a:pt x="130246" y="62980"/>
                    <a:pt x="140793" y="60245"/>
                    <a:pt x="145717" y="64257"/>
                  </a:cubicBezTo>
                  <a:cubicBezTo>
                    <a:pt x="149061" y="66962"/>
                    <a:pt x="153802" y="71278"/>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5"/>
            <p:cNvSpPr/>
            <p:nvPr/>
          </p:nvSpPr>
          <p:spPr>
            <a:xfrm>
              <a:off x="2975000" y="442550"/>
              <a:ext cx="3962850" cy="1781200"/>
            </a:xfrm>
            <a:custGeom>
              <a:rect b="b" l="l" r="r" t="t"/>
              <a:pathLst>
                <a:path extrusionOk="0" fill="none" h="71248" w="158514">
                  <a:moveTo>
                    <a:pt x="0" y="1"/>
                  </a:moveTo>
                  <a:cubicBezTo>
                    <a:pt x="5502" y="2371"/>
                    <a:pt x="11338" y="3830"/>
                    <a:pt x="17326" y="4347"/>
                  </a:cubicBezTo>
                  <a:cubicBezTo>
                    <a:pt x="23405" y="4833"/>
                    <a:pt x="29484" y="7478"/>
                    <a:pt x="35381" y="7083"/>
                  </a:cubicBezTo>
                  <a:cubicBezTo>
                    <a:pt x="46171" y="6384"/>
                    <a:pt x="37660" y="22007"/>
                    <a:pt x="36080" y="26718"/>
                  </a:cubicBezTo>
                  <a:cubicBezTo>
                    <a:pt x="34560" y="31247"/>
                    <a:pt x="33192" y="34591"/>
                    <a:pt x="37387" y="37934"/>
                  </a:cubicBezTo>
                  <a:cubicBezTo>
                    <a:pt x="40062" y="40032"/>
                    <a:pt x="43983" y="40913"/>
                    <a:pt x="47144" y="39940"/>
                  </a:cubicBezTo>
                  <a:cubicBezTo>
                    <a:pt x="52007" y="38421"/>
                    <a:pt x="55959" y="34864"/>
                    <a:pt x="60548" y="32524"/>
                  </a:cubicBezTo>
                  <a:cubicBezTo>
                    <a:pt x="64409" y="30579"/>
                    <a:pt x="68360" y="29758"/>
                    <a:pt x="72403" y="28512"/>
                  </a:cubicBezTo>
                  <a:cubicBezTo>
                    <a:pt x="80275" y="26080"/>
                    <a:pt x="91187" y="28724"/>
                    <a:pt x="95503" y="33314"/>
                  </a:cubicBezTo>
                  <a:cubicBezTo>
                    <a:pt x="99303" y="37296"/>
                    <a:pt x="99212" y="48877"/>
                    <a:pt x="108118" y="48694"/>
                  </a:cubicBezTo>
                  <a:cubicBezTo>
                    <a:pt x="113589" y="48573"/>
                    <a:pt x="115990" y="49302"/>
                    <a:pt x="118148" y="54409"/>
                  </a:cubicBezTo>
                  <a:cubicBezTo>
                    <a:pt x="119820" y="58299"/>
                    <a:pt x="119364" y="60974"/>
                    <a:pt x="124805" y="61612"/>
                  </a:cubicBezTo>
                  <a:cubicBezTo>
                    <a:pt x="130519" y="62281"/>
                    <a:pt x="141249" y="59819"/>
                    <a:pt x="145991" y="64135"/>
                  </a:cubicBezTo>
                  <a:cubicBezTo>
                    <a:pt x="149213" y="67023"/>
                    <a:pt x="153863" y="71248"/>
                    <a:pt x="158514" y="68695"/>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5"/>
            <p:cNvSpPr/>
            <p:nvPr/>
          </p:nvSpPr>
          <p:spPr>
            <a:xfrm>
              <a:off x="2975000" y="442550"/>
              <a:ext cx="3962100" cy="1777400"/>
            </a:xfrm>
            <a:custGeom>
              <a:rect b="b" l="l" r="r" t="t"/>
              <a:pathLst>
                <a:path extrusionOk="0" fill="none" h="71096" w="158484">
                  <a:moveTo>
                    <a:pt x="0" y="1"/>
                  </a:moveTo>
                  <a:cubicBezTo>
                    <a:pt x="5532" y="2341"/>
                    <a:pt x="11429" y="3739"/>
                    <a:pt x="17447" y="4104"/>
                  </a:cubicBezTo>
                  <a:cubicBezTo>
                    <a:pt x="23496" y="4469"/>
                    <a:pt x="29484" y="6596"/>
                    <a:pt x="35533" y="6049"/>
                  </a:cubicBezTo>
                  <a:cubicBezTo>
                    <a:pt x="47357" y="4955"/>
                    <a:pt x="40822" y="16809"/>
                    <a:pt x="38208" y="23983"/>
                  </a:cubicBezTo>
                  <a:cubicBezTo>
                    <a:pt x="36657" y="28329"/>
                    <a:pt x="33557" y="33253"/>
                    <a:pt x="37691" y="36962"/>
                  </a:cubicBezTo>
                  <a:cubicBezTo>
                    <a:pt x="40244" y="39272"/>
                    <a:pt x="44591" y="39636"/>
                    <a:pt x="47661" y="38603"/>
                  </a:cubicBezTo>
                  <a:cubicBezTo>
                    <a:pt x="52646" y="36931"/>
                    <a:pt x="56901" y="33557"/>
                    <a:pt x="61764" y="31460"/>
                  </a:cubicBezTo>
                  <a:cubicBezTo>
                    <a:pt x="65533" y="29819"/>
                    <a:pt x="69576" y="29150"/>
                    <a:pt x="73375" y="27721"/>
                  </a:cubicBezTo>
                  <a:cubicBezTo>
                    <a:pt x="80974" y="24864"/>
                    <a:pt x="92464" y="27721"/>
                    <a:pt x="96659" y="32068"/>
                  </a:cubicBezTo>
                  <a:cubicBezTo>
                    <a:pt x="100884" y="36445"/>
                    <a:pt x="98634" y="48512"/>
                    <a:pt x="108452" y="48664"/>
                  </a:cubicBezTo>
                  <a:cubicBezTo>
                    <a:pt x="114014" y="48755"/>
                    <a:pt x="116416" y="49150"/>
                    <a:pt x="118756" y="54105"/>
                  </a:cubicBezTo>
                  <a:cubicBezTo>
                    <a:pt x="120550" y="57874"/>
                    <a:pt x="120002" y="60488"/>
                    <a:pt x="125413" y="61035"/>
                  </a:cubicBezTo>
                  <a:cubicBezTo>
                    <a:pt x="131158" y="61643"/>
                    <a:pt x="141553" y="59454"/>
                    <a:pt x="146234" y="63922"/>
                  </a:cubicBezTo>
                  <a:cubicBezTo>
                    <a:pt x="149334" y="66871"/>
                    <a:pt x="153894" y="71096"/>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5"/>
            <p:cNvSpPr/>
            <p:nvPr/>
          </p:nvSpPr>
          <p:spPr>
            <a:xfrm>
              <a:off x="2975000" y="442550"/>
              <a:ext cx="3962850" cy="1775125"/>
            </a:xfrm>
            <a:custGeom>
              <a:rect b="b" l="l" r="r" t="t"/>
              <a:pathLst>
                <a:path extrusionOk="0" fill="none" h="71005" w="158514">
                  <a:moveTo>
                    <a:pt x="0" y="1"/>
                  </a:moveTo>
                  <a:cubicBezTo>
                    <a:pt x="5593" y="2311"/>
                    <a:pt x="11520" y="3648"/>
                    <a:pt x="17569" y="3861"/>
                  </a:cubicBezTo>
                  <a:cubicBezTo>
                    <a:pt x="23587" y="4074"/>
                    <a:pt x="29636" y="5837"/>
                    <a:pt x="35594" y="5046"/>
                  </a:cubicBezTo>
                  <a:cubicBezTo>
                    <a:pt x="47569" y="3466"/>
                    <a:pt x="43800" y="12280"/>
                    <a:pt x="40578" y="20974"/>
                  </a:cubicBezTo>
                  <a:cubicBezTo>
                    <a:pt x="39059" y="25107"/>
                    <a:pt x="34773" y="31916"/>
                    <a:pt x="38268" y="35867"/>
                  </a:cubicBezTo>
                  <a:cubicBezTo>
                    <a:pt x="40548" y="38451"/>
                    <a:pt x="45381" y="38208"/>
                    <a:pt x="48238" y="37296"/>
                  </a:cubicBezTo>
                  <a:cubicBezTo>
                    <a:pt x="53405" y="35624"/>
                    <a:pt x="57965" y="32281"/>
                    <a:pt x="63102" y="30366"/>
                  </a:cubicBezTo>
                  <a:cubicBezTo>
                    <a:pt x="66780" y="28968"/>
                    <a:pt x="70701" y="28420"/>
                    <a:pt x="74257" y="26840"/>
                  </a:cubicBezTo>
                  <a:cubicBezTo>
                    <a:pt x="81552" y="23588"/>
                    <a:pt x="94075" y="26779"/>
                    <a:pt x="97935" y="30791"/>
                  </a:cubicBezTo>
                  <a:cubicBezTo>
                    <a:pt x="101887" y="34895"/>
                    <a:pt x="98938" y="48542"/>
                    <a:pt x="108817" y="48664"/>
                  </a:cubicBezTo>
                  <a:cubicBezTo>
                    <a:pt x="114227" y="48694"/>
                    <a:pt x="116872" y="49029"/>
                    <a:pt x="119364" y="53801"/>
                  </a:cubicBezTo>
                  <a:cubicBezTo>
                    <a:pt x="121249" y="57448"/>
                    <a:pt x="120702" y="60032"/>
                    <a:pt x="126021" y="60518"/>
                  </a:cubicBezTo>
                  <a:cubicBezTo>
                    <a:pt x="131826" y="61035"/>
                    <a:pt x="141857" y="59120"/>
                    <a:pt x="146507" y="63771"/>
                  </a:cubicBezTo>
                  <a:cubicBezTo>
                    <a:pt x="149456" y="66719"/>
                    <a:pt x="153924" y="7100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5"/>
            <p:cNvSpPr/>
            <p:nvPr/>
          </p:nvSpPr>
          <p:spPr>
            <a:xfrm>
              <a:off x="2975000" y="442550"/>
              <a:ext cx="3962850" cy="1772850"/>
            </a:xfrm>
            <a:custGeom>
              <a:rect b="b" l="l" r="r" t="t"/>
              <a:pathLst>
                <a:path extrusionOk="0" fill="none" h="70914" w="158514">
                  <a:moveTo>
                    <a:pt x="0" y="1"/>
                  </a:moveTo>
                  <a:cubicBezTo>
                    <a:pt x="5623" y="2280"/>
                    <a:pt x="11611" y="3526"/>
                    <a:pt x="17690" y="3648"/>
                  </a:cubicBezTo>
                  <a:cubicBezTo>
                    <a:pt x="23648" y="3709"/>
                    <a:pt x="29636" y="5016"/>
                    <a:pt x="35563" y="4104"/>
                  </a:cubicBezTo>
                  <a:cubicBezTo>
                    <a:pt x="47022" y="2371"/>
                    <a:pt x="46627" y="7843"/>
                    <a:pt x="43101" y="17812"/>
                  </a:cubicBezTo>
                  <a:cubicBezTo>
                    <a:pt x="41733" y="21612"/>
                    <a:pt x="36232" y="30670"/>
                    <a:pt x="39028" y="34621"/>
                  </a:cubicBezTo>
                  <a:cubicBezTo>
                    <a:pt x="41004" y="37387"/>
                    <a:pt x="46293" y="36901"/>
                    <a:pt x="48968" y="35989"/>
                  </a:cubicBezTo>
                  <a:cubicBezTo>
                    <a:pt x="57235" y="33071"/>
                    <a:pt x="67235" y="29667"/>
                    <a:pt x="75108" y="25867"/>
                  </a:cubicBezTo>
                  <a:cubicBezTo>
                    <a:pt x="82008" y="22524"/>
                    <a:pt x="95655" y="25746"/>
                    <a:pt x="99303" y="29484"/>
                  </a:cubicBezTo>
                  <a:cubicBezTo>
                    <a:pt x="103042" y="33284"/>
                    <a:pt x="99546" y="48573"/>
                    <a:pt x="109242" y="48573"/>
                  </a:cubicBezTo>
                  <a:cubicBezTo>
                    <a:pt x="114379" y="48573"/>
                    <a:pt x="117328" y="48968"/>
                    <a:pt x="119942" y="53527"/>
                  </a:cubicBezTo>
                  <a:cubicBezTo>
                    <a:pt x="121948" y="57023"/>
                    <a:pt x="121340" y="59606"/>
                    <a:pt x="126629" y="60032"/>
                  </a:cubicBezTo>
                  <a:cubicBezTo>
                    <a:pt x="132495" y="60488"/>
                    <a:pt x="142130" y="58725"/>
                    <a:pt x="146751" y="63558"/>
                  </a:cubicBezTo>
                  <a:cubicBezTo>
                    <a:pt x="149608" y="66567"/>
                    <a:pt x="153985" y="70913"/>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5"/>
            <p:cNvSpPr/>
            <p:nvPr/>
          </p:nvSpPr>
          <p:spPr>
            <a:xfrm>
              <a:off x="2975000" y="442550"/>
              <a:ext cx="3962100" cy="1769800"/>
            </a:xfrm>
            <a:custGeom>
              <a:rect b="b" l="l" r="r" t="t"/>
              <a:pathLst>
                <a:path extrusionOk="0" fill="none" h="70792" w="158484">
                  <a:moveTo>
                    <a:pt x="0" y="1"/>
                  </a:moveTo>
                  <a:cubicBezTo>
                    <a:pt x="5654" y="2280"/>
                    <a:pt x="11703" y="3435"/>
                    <a:pt x="17812" y="3405"/>
                  </a:cubicBezTo>
                  <a:cubicBezTo>
                    <a:pt x="23709" y="3344"/>
                    <a:pt x="29606" y="4165"/>
                    <a:pt x="35502" y="3192"/>
                  </a:cubicBezTo>
                  <a:cubicBezTo>
                    <a:pt x="37660" y="2858"/>
                    <a:pt x="42463" y="1976"/>
                    <a:pt x="44621" y="2949"/>
                  </a:cubicBezTo>
                  <a:cubicBezTo>
                    <a:pt x="49545" y="5168"/>
                    <a:pt x="46840" y="10913"/>
                    <a:pt x="45624" y="14742"/>
                  </a:cubicBezTo>
                  <a:cubicBezTo>
                    <a:pt x="43557" y="21369"/>
                    <a:pt x="34135" y="40001"/>
                    <a:pt x="49819" y="34652"/>
                  </a:cubicBezTo>
                  <a:cubicBezTo>
                    <a:pt x="58299" y="31734"/>
                    <a:pt x="67935" y="28177"/>
                    <a:pt x="76050" y="24864"/>
                  </a:cubicBezTo>
                  <a:cubicBezTo>
                    <a:pt x="83072" y="21977"/>
                    <a:pt x="96051" y="24347"/>
                    <a:pt x="100762" y="28117"/>
                  </a:cubicBezTo>
                  <a:cubicBezTo>
                    <a:pt x="105716" y="32098"/>
                    <a:pt x="98908" y="48299"/>
                    <a:pt x="109698" y="48482"/>
                  </a:cubicBezTo>
                  <a:cubicBezTo>
                    <a:pt x="114653" y="48573"/>
                    <a:pt x="117753" y="48846"/>
                    <a:pt x="120458" y="53254"/>
                  </a:cubicBezTo>
                  <a:cubicBezTo>
                    <a:pt x="122586" y="56628"/>
                    <a:pt x="121948" y="59242"/>
                    <a:pt x="127176" y="59576"/>
                  </a:cubicBezTo>
                  <a:cubicBezTo>
                    <a:pt x="133133" y="60001"/>
                    <a:pt x="142404" y="58360"/>
                    <a:pt x="146963" y="63375"/>
                  </a:cubicBezTo>
                  <a:cubicBezTo>
                    <a:pt x="149699" y="66385"/>
                    <a:pt x="153985" y="70792"/>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5"/>
            <p:cNvSpPr/>
            <p:nvPr/>
          </p:nvSpPr>
          <p:spPr>
            <a:xfrm>
              <a:off x="2975000" y="442550"/>
              <a:ext cx="3963625" cy="1767525"/>
            </a:xfrm>
            <a:custGeom>
              <a:rect b="b" l="l" r="r" t="t"/>
              <a:pathLst>
                <a:path extrusionOk="0" fill="none" h="70701" w="158545">
                  <a:moveTo>
                    <a:pt x="0" y="1"/>
                  </a:moveTo>
                  <a:cubicBezTo>
                    <a:pt x="5715" y="2250"/>
                    <a:pt x="11794" y="3314"/>
                    <a:pt x="17934" y="3192"/>
                  </a:cubicBezTo>
                  <a:cubicBezTo>
                    <a:pt x="23770" y="2979"/>
                    <a:pt x="29575" y="3314"/>
                    <a:pt x="35411" y="2341"/>
                  </a:cubicBezTo>
                  <a:cubicBezTo>
                    <a:pt x="44439" y="791"/>
                    <a:pt x="50518" y="2371"/>
                    <a:pt x="48147" y="11916"/>
                  </a:cubicBezTo>
                  <a:cubicBezTo>
                    <a:pt x="46627" y="18086"/>
                    <a:pt x="34894" y="38725"/>
                    <a:pt x="50883" y="33253"/>
                  </a:cubicBezTo>
                  <a:cubicBezTo>
                    <a:pt x="59697" y="30244"/>
                    <a:pt x="68482" y="26688"/>
                    <a:pt x="77418" y="23922"/>
                  </a:cubicBezTo>
                  <a:cubicBezTo>
                    <a:pt x="84227" y="21794"/>
                    <a:pt x="97601" y="22585"/>
                    <a:pt x="102312" y="26779"/>
                  </a:cubicBezTo>
                  <a:cubicBezTo>
                    <a:pt x="107510" y="31399"/>
                    <a:pt x="99394" y="48056"/>
                    <a:pt x="110276" y="48330"/>
                  </a:cubicBezTo>
                  <a:cubicBezTo>
                    <a:pt x="115200" y="48451"/>
                    <a:pt x="117966" y="49181"/>
                    <a:pt x="120945" y="52889"/>
                  </a:cubicBezTo>
                  <a:cubicBezTo>
                    <a:pt x="123376" y="55928"/>
                    <a:pt x="122464" y="58877"/>
                    <a:pt x="127784" y="59150"/>
                  </a:cubicBezTo>
                  <a:cubicBezTo>
                    <a:pt x="133711" y="59454"/>
                    <a:pt x="142769" y="58026"/>
                    <a:pt x="147267" y="63223"/>
                  </a:cubicBezTo>
                  <a:cubicBezTo>
                    <a:pt x="149881" y="66202"/>
                    <a:pt x="154076" y="70701"/>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5"/>
            <p:cNvSpPr/>
            <p:nvPr/>
          </p:nvSpPr>
          <p:spPr>
            <a:xfrm>
              <a:off x="2975000" y="442550"/>
              <a:ext cx="3962850" cy="1765250"/>
            </a:xfrm>
            <a:custGeom>
              <a:rect b="b" l="l" r="r" t="t"/>
              <a:pathLst>
                <a:path extrusionOk="0" fill="none" h="70610" w="158514">
                  <a:moveTo>
                    <a:pt x="0" y="1"/>
                  </a:moveTo>
                  <a:cubicBezTo>
                    <a:pt x="5745" y="2219"/>
                    <a:pt x="11885" y="3223"/>
                    <a:pt x="18025" y="2949"/>
                  </a:cubicBezTo>
                  <a:cubicBezTo>
                    <a:pt x="23800" y="2645"/>
                    <a:pt x="29514" y="2493"/>
                    <a:pt x="35259" y="1490"/>
                  </a:cubicBezTo>
                  <a:cubicBezTo>
                    <a:pt x="38056" y="1004"/>
                    <a:pt x="42189" y="396"/>
                    <a:pt x="44986" y="1064"/>
                  </a:cubicBezTo>
                  <a:cubicBezTo>
                    <a:pt x="50183" y="2280"/>
                    <a:pt x="51065" y="4803"/>
                    <a:pt x="50487" y="9454"/>
                  </a:cubicBezTo>
                  <a:cubicBezTo>
                    <a:pt x="49728" y="14986"/>
                    <a:pt x="36627" y="36870"/>
                    <a:pt x="52068" y="31825"/>
                  </a:cubicBezTo>
                  <a:cubicBezTo>
                    <a:pt x="60944" y="28937"/>
                    <a:pt x="69910" y="25533"/>
                    <a:pt x="79029" y="23010"/>
                  </a:cubicBezTo>
                  <a:cubicBezTo>
                    <a:pt x="86111" y="21095"/>
                    <a:pt x="98969" y="21551"/>
                    <a:pt x="103893" y="25472"/>
                  </a:cubicBezTo>
                  <a:cubicBezTo>
                    <a:pt x="109212" y="29697"/>
                    <a:pt x="100093" y="47661"/>
                    <a:pt x="110823" y="48147"/>
                  </a:cubicBezTo>
                  <a:cubicBezTo>
                    <a:pt x="115595" y="48360"/>
                    <a:pt x="118422" y="49120"/>
                    <a:pt x="121431" y="52646"/>
                  </a:cubicBezTo>
                  <a:cubicBezTo>
                    <a:pt x="123923" y="55594"/>
                    <a:pt x="123103" y="58542"/>
                    <a:pt x="128300" y="58786"/>
                  </a:cubicBezTo>
                  <a:cubicBezTo>
                    <a:pt x="134288" y="59059"/>
                    <a:pt x="143042" y="57783"/>
                    <a:pt x="147480" y="63041"/>
                  </a:cubicBezTo>
                  <a:cubicBezTo>
                    <a:pt x="150003" y="65989"/>
                    <a:pt x="154076" y="7061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5"/>
            <p:cNvSpPr/>
            <p:nvPr/>
          </p:nvSpPr>
          <p:spPr>
            <a:xfrm>
              <a:off x="2975000" y="428125"/>
              <a:ext cx="3962850" cy="1777400"/>
            </a:xfrm>
            <a:custGeom>
              <a:rect b="b" l="l" r="r" t="t"/>
              <a:pathLst>
                <a:path extrusionOk="0" fill="none" h="71096" w="158514">
                  <a:moveTo>
                    <a:pt x="0" y="578"/>
                  </a:moveTo>
                  <a:cubicBezTo>
                    <a:pt x="5715" y="2705"/>
                    <a:pt x="12128" y="3769"/>
                    <a:pt x="18146" y="3313"/>
                  </a:cubicBezTo>
                  <a:cubicBezTo>
                    <a:pt x="23861" y="2888"/>
                    <a:pt x="29484" y="2219"/>
                    <a:pt x="35138" y="1246"/>
                  </a:cubicBezTo>
                  <a:cubicBezTo>
                    <a:pt x="42554" y="0"/>
                    <a:pt x="52281" y="1489"/>
                    <a:pt x="52585" y="7994"/>
                  </a:cubicBezTo>
                  <a:cubicBezTo>
                    <a:pt x="52767" y="12523"/>
                    <a:pt x="39211" y="35350"/>
                    <a:pt x="53436" y="30882"/>
                  </a:cubicBezTo>
                  <a:cubicBezTo>
                    <a:pt x="62372" y="28086"/>
                    <a:pt x="71673" y="25137"/>
                    <a:pt x="80914" y="22736"/>
                  </a:cubicBezTo>
                  <a:cubicBezTo>
                    <a:pt x="88604" y="20760"/>
                    <a:pt x="100032" y="21551"/>
                    <a:pt x="105443" y="24803"/>
                  </a:cubicBezTo>
                  <a:cubicBezTo>
                    <a:pt x="111674" y="28511"/>
                    <a:pt x="99941" y="47508"/>
                    <a:pt x="111431" y="48511"/>
                  </a:cubicBezTo>
                  <a:cubicBezTo>
                    <a:pt x="116081" y="48937"/>
                    <a:pt x="118847" y="49606"/>
                    <a:pt x="121887" y="52980"/>
                  </a:cubicBezTo>
                  <a:cubicBezTo>
                    <a:pt x="124440" y="55837"/>
                    <a:pt x="123741" y="58785"/>
                    <a:pt x="128787" y="58998"/>
                  </a:cubicBezTo>
                  <a:cubicBezTo>
                    <a:pt x="134836" y="59271"/>
                    <a:pt x="143316" y="58147"/>
                    <a:pt x="147723" y="63436"/>
                  </a:cubicBezTo>
                  <a:cubicBezTo>
                    <a:pt x="150125" y="66323"/>
                    <a:pt x="154106" y="71095"/>
                    <a:pt x="158514" y="6924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5"/>
            <p:cNvSpPr/>
            <p:nvPr/>
          </p:nvSpPr>
          <p:spPr>
            <a:xfrm>
              <a:off x="2975000" y="412925"/>
              <a:ext cx="3962850" cy="1789550"/>
            </a:xfrm>
            <a:custGeom>
              <a:rect b="b" l="l" r="r" t="t"/>
              <a:pathLst>
                <a:path extrusionOk="0" fill="none" h="71582" w="158514">
                  <a:moveTo>
                    <a:pt x="0" y="1186"/>
                  </a:moveTo>
                  <a:cubicBezTo>
                    <a:pt x="5745" y="3283"/>
                    <a:pt x="12219" y="4286"/>
                    <a:pt x="18238" y="3678"/>
                  </a:cubicBezTo>
                  <a:cubicBezTo>
                    <a:pt x="23891" y="3131"/>
                    <a:pt x="29454" y="1976"/>
                    <a:pt x="35046" y="1034"/>
                  </a:cubicBezTo>
                  <a:cubicBezTo>
                    <a:pt x="41308" y="0"/>
                    <a:pt x="52980" y="638"/>
                    <a:pt x="54317" y="7082"/>
                  </a:cubicBezTo>
                  <a:cubicBezTo>
                    <a:pt x="55260" y="11672"/>
                    <a:pt x="42159" y="33557"/>
                    <a:pt x="54895" y="29879"/>
                  </a:cubicBezTo>
                  <a:cubicBezTo>
                    <a:pt x="64044" y="27204"/>
                    <a:pt x="73588" y="24864"/>
                    <a:pt x="82950" y="22523"/>
                  </a:cubicBezTo>
                  <a:cubicBezTo>
                    <a:pt x="90488" y="20608"/>
                    <a:pt x="101248" y="21186"/>
                    <a:pt x="106932" y="24256"/>
                  </a:cubicBezTo>
                  <a:cubicBezTo>
                    <a:pt x="113862" y="27964"/>
                    <a:pt x="100762" y="47478"/>
                    <a:pt x="112069" y="48876"/>
                  </a:cubicBezTo>
                  <a:cubicBezTo>
                    <a:pt x="116264" y="49363"/>
                    <a:pt x="119729" y="49879"/>
                    <a:pt x="122343" y="53344"/>
                  </a:cubicBezTo>
                  <a:cubicBezTo>
                    <a:pt x="124562" y="56354"/>
                    <a:pt x="124653" y="59089"/>
                    <a:pt x="129273" y="59272"/>
                  </a:cubicBezTo>
                  <a:cubicBezTo>
                    <a:pt x="135352" y="59545"/>
                    <a:pt x="143620" y="58603"/>
                    <a:pt x="147936" y="63861"/>
                  </a:cubicBezTo>
                  <a:cubicBezTo>
                    <a:pt x="150277" y="66688"/>
                    <a:pt x="154137" y="71582"/>
                    <a:pt x="158514" y="6984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5"/>
            <p:cNvSpPr/>
            <p:nvPr/>
          </p:nvSpPr>
          <p:spPr>
            <a:xfrm>
              <a:off x="2975000" y="386325"/>
              <a:ext cx="3962850" cy="1813875"/>
            </a:xfrm>
            <a:custGeom>
              <a:rect b="b" l="l" r="r" t="t"/>
              <a:pathLst>
                <a:path extrusionOk="0" fill="none" h="72555" w="158514">
                  <a:moveTo>
                    <a:pt x="0" y="2250"/>
                  </a:moveTo>
                  <a:cubicBezTo>
                    <a:pt x="5806" y="4286"/>
                    <a:pt x="12371" y="5259"/>
                    <a:pt x="18390" y="4529"/>
                  </a:cubicBezTo>
                  <a:cubicBezTo>
                    <a:pt x="23982" y="3830"/>
                    <a:pt x="29423" y="2250"/>
                    <a:pt x="35046" y="1307"/>
                  </a:cubicBezTo>
                  <a:cubicBezTo>
                    <a:pt x="42767" y="0"/>
                    <a:pt x="52402" y="2067"/>
                    <a:pt x="55685" y="7174"/>
                  </a:cubicBezTo>
                  <a:cubicBezTo>
                    <a:pt x="57570" y="10183"/>
                    <a:pt x="46658" y="32159"/>
                    <a:pt x="56719" y="29271"/>
                  </a:cubicBezTo>
                  <a:cubicBezTo>
                    <a:pt x="65442" y="26748"/>
                    <a:pt x="75746" y="25077"/>
                    <a:pt x="85139" y="22736"/>
                  </a:cubicBezTo>
                  <a:cubicBezTo>
                    <a:pt x="92494" y="20882"/>
                    <a:pt x="102099" y="21338"/>
                    <a:pt x="108300" y="24317"/>
                  </a:cubicBezTo>
                  <a:cubicBezTo>
                    <a:pt x="116477" y="28207"/>
                    <a:pt x="101765" y="47873"/>
                    <a:pt x="112799" y="49636"/>
                  </a:cubicBezTo>
                  <a:cubicBezTo>
                    <a:pt x="116780" y="50275"/>
                    <a:pt x="120215" y="50852"/>
                    <a:pt x="122768" y="54165"/>
                  </a:cubicBezTo>
                  <a:cubicBezTo>
                    <a:pt x="125048" y="57083"/>
                    <a:pt x="125200" y="59849"/>
                    <a:pt x="129729" y="60032"/>
                  </a:cubicBezTo>
                  <a:cubicBezTo>
                    <a:pt x="135839" y="60336"/>
                    <a:pt x="143893" y="59545"/>
                    <a:pt x="148179" y="64773"/>
                  </a:cubicBezTo>
                  <a:cubicBezTo>
                    <a:pt x="150459" y="67539"/>
                    <a:pt x="154167" y="72555"/>
                    <a:pt x="158514" y="7091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5"/>
            <p:cNvSpPr/>
            <p:nvPr/>
          </p:nvSpPr>
          <p:spPr>
            <a:xfrm>
              <a:off x="2975000" y="367325"/>
              <a:ext cx="3962850" cy="1829825"/>
            </a:xfrm>
            <a:custGeom>
              <a:rect b="b" l="l" r="r" t="t"/>
              <a:pathLst>
                <a:path extrusionOk="0" fill="none" h="73193" w="158514">
                  <a:moveTo>
                    <a:pt x="0" y="3010"/>
                  </a:moveTo>
                  <a:cubicBezTo>
                    <a:pt x="5836" y="5016"/>
                    <a:pt x="12432" y="5897"/>
                    <a:pt x="18481" y="5046"/>
                  </a:cubicBezTo>
                  <a:cubicBezTo>
                    <a:pt x="24104" y="4286"/>
                    <a:pt x="29514" y="2067"/>
                    <a:pt x="35077" y="1216"/>
                  </a:cubicBezTo>
                  <a:cubicBezTo>
                    <a:pt x="43010" y="0"/>
                    <a:pt x="51703" y="2584"/>
                    <a:pt x="56719" y="7447"/>
                  </a:cubicBezTo>
                  <a:cubicBezTo>
                    <a:pt x="60123" y="10791"/>
                    <a:pt x="50335" y="30396"/>
                    <a:pt x="58998" y="28360"/>
                  </a:cubicBezTo>
                  <a:cubicBezTo>
                    <a:pt x="67722" y="26293"/>
                    <a:pt x="78056" y="25016"/>
                    <a:pt x="87357" y="22615"/>
                  </a:cubicBezTo>
                  <a:cubicBezTo>
                    <a:pt x="94531" y="20761"/>
                    <a:pt x="103224" y="21065"/>
                    <a:pt x="109546" y="24104"/>
                  </a:cubicBezTo>
                  <a:cubicBezTo>
                    <a:pt x="118209" y="28268"/>
                    <a:pt x="103376" y="47965"/>
                    <a:pt x="113559" y="50062"/>
                  </a:cubicBezTo>
                  <a:cubicBezTo>
                    <a:pt x="117328" y="50822"/>
                    <a:pt x="120671" y="51551"/>
                    <a:pt x="123194" y="54682"/>
                  </a:cubicBezTo>
                  <a:cubicBezTo>
                    <a:pt x="125474" y="57539"/>
                    <a:pt x="125717" y="60305"/>
                    <a:pt x="130155" y="60518"/>
                  </a:cubicBezTo>
                  <a:cubicBezTo>
                    <a:pt x="136295" y="60852"/>
                    <a:pt x="144137" y="60214"/>
                    <a:pt x="148392" y="65381"/>
                  </a:cubicBezTo>
                  <a:cubicBezTo>
                    <a:pt x="150611" y="68056"/>
                    <a:pt x="154228" y="73193"/>
                    <a:pt x="158514" y="7167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5"/>
            <p:cNvSpPr/>
            <p:nvPr/>
          </p:nvSpPr>
          <p:spPr>
            <a:xfrm>
              <a:off x="2975000" y="347575"/>
              <a:ext cx="3962850" cy="1845775"/>
            </a:xfrm>
            <a:custGeom>
              <a:rect b="b" l="l" r="r" t="t"/>
              <a:pathLst>
                <a:path extrusionOk="0" fill="none" h="73831" w="158514">
                  <a:moveTo>
                    <a:pt x="0" y="3800"/>
                  </a:moveTo>
                  <a:cubicBezTo>
                    <a:pt x="5867" y="5775"/>
                    <a:pt x="12554" y="6566"/>
                    <a:pt x="18602" y="5623"/>
                  </a:cubicBezTo>
                  <a:cubicBezTo>
                    <a:pt x="24256" y="4711"/>
                    <a:pt x="29575" y="1915"/>
                    <a:pt x="35229" y="1125"/>
                  </a:cubicBezTo>
                  <a:cubicBezTo>
                    <a:pt x="43284" y="0"/>
                    <a:pt x="51217" y="3404"/>
                    <a:pt x="57448" y="7903"/>
                  </a:cubicBezTo>
                  <a:cubicBezTo>
                    <a:pt x="62129" y="11247"/>
                    <a:pt x="59454" y="16353"/>
                    <a:pt x="58421" y="20852"/>
                  </a:cubicBezTo>
                  <a:cubicBezTo>
                    <a:pt x="57782" y="23587"/>
                    <a:pt x="56506" y="28420"/>
                    <a:pt x="61582" y="27599"/>
                  </a:cubicBezTo>
                  <a:cubicBezTo>
                    <a:pt x="70305" y="26171"/>
                    <a:pt x="80366" y="24925"/>
                    <a:pt x="89516" y="22493"/>
                  </a:cubicBezTo>
                  <a:cubicBezTo>
                    <a:pt x="96628" y="20639"/>
                    <a:pt x="104501" y="20700"/>
                    <a:pt x="110732" y="23952"/>
                  </a:cubicBezTo>
                  <a:cubicBezTo>
                    <a:pt x="119698" y="28663"/>
                    <a:pt x="104501" y="47600"/>
                    <a:pt x="114379" y="50487"/>
                  </a:cubicBezTo>
                  <a:cubicBezTo>
                    <a:pt x="117996" y="51551"/>
                    <a:pt x="121157" y="52250"/>
                    <a:pt x="123619" y="55229"/>
                  </a:cubicBezTo>
                  <a:cubicBezTo>
                    <a:pt x="125899" y="57995"/>
                    <a:pt x="126203" y="60791"/>
                    <a:pt x="130550" y="61065"/>
                  </a:cubicBezTo>
                  <a:cubicBezTo>
                    <a:pt x="136659" y="61399"/>
                    <a:pt x="144380" y="60913"/>
                    <a:pt x="148605" y="65989"/>
                  </a:cubicBezTo>
                  <a:cubicBezTo>
                    <a:pt x="150793" y="68603"/>
                    <a:pt x="154258" y="73831"/>
                    <a:pt x="158514" y="7246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5"/>
            <p:cNvSpPr/>
            <p:nvPr/>
          </p:nvSpPr>
          <p:spPr>
            <a:xfrm>
              <a:off x="2975000" y="324000"/>
              <a:ext cx="3962850" cy="1867075"/>
            </a:xfrm>
            <a:custGeom>
              <a:rect b="b" l="l" r="r" t="t"/>
              <a:pathLst>
                <a:path extrusionOk="0" fill="none" h="74683" w="158514">
                  <a:moveTo>
                    <a:pt x="0" y="4743"/>
                  </a:moveTo>
                  <a:cubicBezTo>
                    <a:pt x="5897" y="6688"/>
                    <a:pt x="12645" y="7387"/>
                    <a:pt x="18724" y="6323"/>
                  </a:cubicBezTo>
                  <a:cubicBezTo>
                    <a:pt x="24469" y="5290"/>
                    <a:pt x="29758" y="1977"/>
                    <a:pt x="35502" y="1156"/>
                  </a:cubicBezTo>
                  <a:cubicBezTo>
                    <a:pt x="43466" y="1"/>
                    <a:pt x="51460" y="4682"/>
                    <a:pt x="57934" y="8572"/>
                  </a:cubicBezTo>
                  <a:cubicBezTo>
                    <a:pt x="62858" y="11521"/>
                    <a:pt x="62099" y="15411"/>
                    <a:pt x="61339" y="20153"/>
                  </a:cubicBezTo>
                  <a:cubicBezTo>
                    <a:pt x="60883" y="22919"/>
                    <a:pt x="59576" y="27448"/>
                    <a:pt x="64378" y="27144"/>
                  </a:cubicBezTo>
                  <a:cubicBezTo>
                    <a:pt x="73223" y="26597"/>
                    <a:pt x="82737" y="24834"/>
                    <a:pt x="91643" y="22494"/>
                  </a:cubicBezTo>
                  <a:cubicBezTo>
                    <a:pt x="98817" y="20609"/>
                    <a:pt x="105747" y="20366"/>
                    <a:pt x="111856" y="23983"/>
                  </a:cubicBezTo>
                  <a:cubicBezTo>
                    <a:pt x="120519" y="29120"/>
                    <a:pt x="105990" y="47296"/>
                    <a:pt x="115230" y="51035"/>
                  </a:cubicBezTo>
                  <a:cubicBezTo>
                    <a:pt x="118543" y="52372"/>
                    <a:pt x="121705" y="53072"/>
                    <a:pt x="124045" y="55898"/>
                  </a:cubicBezTo>
                  <a:cubicBezTo>
                    <a:pt x="126325" y="58634"/>
                    <a:pt x="126659" y="61461"/>
                    <a:pt x="130914" y="61765"/>
                  </a:cubicBezTo>
                  <a:cubicBezTo>
                    <a:pt x="136994" y="62160"/>
                    <a:pt x="144593" y="61825"/>
                    <a:pt x="148818" y="66810"/>
                  </a:cubicBezTo>
                  <a:cubicBezTo>
                    <a:pt x="150945" y="69364"/>
                    <a:pt x="154289" y="74683"/>
                    <a:pt x="158514" y="73406"/>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5"/>
            <p:cNvSpPr/>
            <p:nvPr/>
          </p:nvSpPr>
          <p:spPr>
            <a:xfrm>
              <a:off x="2975000" y="297425"/>
              <a:ext cx="3962850" cy="1890625"/>
            </a:xfrm>
            <a:custGeom>
              <a:rect b="b" l="l" r="r" t="t"/>
              <a:pathLst>
                <a:path extrusionOk="0" fill="none" h="75625" w="158514">
                  <a:moveTo>
                    <a:pt x="0" y="5806"/>
                  </a:moveTo>
                  <a:cubicBezTo>
                    <a:pt x="5927" y="7690"/>
                    <a:pt x="12918" y="8450"/>
                    <a:pt x="18815" y="7173"/>
                  </a:cubicBezTo>
                  <a:cubicBezTo>
                    <a:pt x="24530" y="5927"/>
                    <a:pt x="30122" y="2128"/>
                    <a:pt x="35928" y="1216"/>
                  </a:cubicBezTo>
                  <a:cubicBezTo>
                    <a:pt x="43648" y="0"/>
                    <a:pt x="52494" y="5593"/>
                    <a:pt x="58178" y="9392"/>
                  </a:cubicBezTo>
                  <a:cubicBezTo>
                    <a:pt x="62585" y="12310"/>
                    <a:pt x="64226" y="14347"/>
                    <a:pt x="64074" y="19940"/>
                  </a:cubicBezTo>
                  <a:cubicBezTo>
                    <a:pt x="64014" y="22797"/>
                    <a:pt x="62828" y="26839"/>
                    <a:pt x="67296" y="27022"/>
                  </a:cubicBezTo>
                  <a:cubicBezTo>
                    <a:pt x="76081" y="27417"/>
                    <a:pt x="85199" y="24560"/>
                    <a:pt x="93589" y="22584"/>
                  </a:cubicBezTo>
                  <a:cubicBezTo>
                    <a:pt x="100975" y="20851"/>
                    <a:pt x="106598" y="19879"/>
                    <a:pt x="112920" y="24165"/>
                  </a:cubicBezTo>
                  <a:cubicBezTo>
                    <a:pt x="121188" y="29788"/>
                    <a:pt x="107753" y="47113"/>
                    <a:pt x="116142" y="51673"/>
                  </a:cubicBezTo>
                  <a:cubicBezTo>
                    <a:pt x="119030" y="53223"/>
                    <a:pt x="122221" y="54013"/>
                    <a:pt x="124501" y="56718"/>
                  </a:cubicBezTo>
                  <a:cubicBezTo>
                    <a:pt x="126781" y="59423"/>
                    <a:pt x="127115" y="62281"/>
                    <a:pt x="131279" y="62615"/>
                  </a:cubicBezTo>
                  <a:cubicBezTo>
                    <a:pt x="137358" y="63101"/>
                    <a:pt x="144836" y="62828"/>
                    <a:pt x="149030" y="67752"/>
                  </a:cubicBezTo>
                  <a:cubicBezTo>
                    <a:pt x="151158" y="70244"/>
                    <a:pt x="154350" y="75624"/>
                    <a:pt x="158514" y="7446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5"/>
            <p:cNvSpPr/>
            <p:nvPr/>
          </p:nvSpPr>
          <p:spPr>
            <a:xfrm>
              <a:off x="2975000" y="270050"/>
              <a:ext cx="3962100" cy="1914200"/>
            </a:xfrm>
            <a:custGeom>
              <a:rect b="b" l="l" r="r" t="t"/>
              <a:pathLst>
                <a:path extrusionOk="0" fill="none" h="76568" w="158484">
                  <a:moveTo>
                    <a:pt x="0" y="6901"/>
                  </a:moveTo>
                  <a:cubicBezTo>
                    <a:pt x="5988" y="8785"/>
                    <a:pt x="13040" y="9484"/>
                    <a:pt x="18937" y="8025"/>
                  </a:cubicBezTo>
                  <a:cubicBezTo>
                    <a:pt x="24803" y="6627"/>
                    <a:pt x="30396" y="2402"/>
                    <a:pt x="36414" y="1338"/>
                  </a:cubicBezTo>
                  <a:cubicBezTo>
                    <a:pt x="44013" y="1"/>
                    <a:pt x="52463" y="6688"/>
                    <a:pt x="58208" y="10244"/>
                  </a:cubicBezTo>
                  <a:cubicBezTo>
                    <a:pt x="62676" y="13010"/>
                    <a:pt x="65138" y="14925"/>
                    <a:pt x="66476" y="20092"/>
                  </a:cubicBezTo>
                  <a:cubicBezTo>
                    <a:pt x="67235" y="22980"/>
                    <a:pt x="65868" y="26536"/>
                    <a:pt x="70214" y="27144"/>
                  </a:cubicBezTo>
                  <a:cubicBezTo>
                    <a:pt x="78695" y="28329"/>
                    <a:pt x="87753" y="24104"/>
                    <a:pt x="95351" y="22646"/>
                  </a:cubicBezTo>
                  <a:cubicBezTo>
                    <a:pt x="102950" y="21187"/>
                    <a:pt x="107327" y="19150"/>
                    <a:pt x="113893" y="24408"/>
                  </a:cubicBezTo>
                  <a:cubicBezTo>
                    <a:pt x="121309" y="30366"/>
                    <a:pt x="109668" y="47023"/>
                    <a:pt x="117084" y="52251"/>
                  </a:cubicBezTo>
                  <a:cubicBezTo>
                    <a:pt x="119577" y="54014"/>
                    <a:pt x="122586" y="54956"/>
                    <a:pt x="125018" y="57418"/>
                  </a:cubicBezTo>
                  <a:cubicBezTo>
                    <a:pt x="127419" y="59880"/>
                    <a:pt x="127145" y="63011"/>
                    <a:pt x="131614" y="63436"/>
                  </a:cubicBezTo>
                  <a:cubicBezTo>
                    <a:pt x="137602" y="64014"/>
                    <a:pt x="144988" y="63832"/>
                    <a:pt x="149213" y="68695"/>
                  </a:cubicBezTo>
                  <a:cubicBezTo>
                    <a:pt x="151310" y="71126"/>
                    <a:pt x="154410" y="76567"/>
                    <a:pt x="158483" y="755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5"/>
            <p:cNvSpPr/>
            <p:nvPr/>
          </p:nvSpPr>
          <p:spPr>
            <a:xfrm>
              <a:off x="2975000" y="244975"/>
              <a:ext cx="3962100" cy="1937000"/>
            </a:xfrm>
            <a:custGeom>
              <a:rect b="b" l="l" r="r" t="t"/>
              <a:pathLst>
                <a:path extrusionOk="0" fill="none" h="77480" w="158484">
                  <a:moveTo>
                    <a:pt x="0" y="7904"/>
                  </a:moveTo>
                  <a:cubicBezTo>
                    <a:pt x="6019" y="9758"/>
                    <a:pt x="13162" y="10366"/>
                    <a:pt x="19058" y="8815"/>
                  </a:cubicBezTo>
                  <a:cubicBezTo>
                    <a:pt x="25077" y="7204"/>
                    <a:pt x="30730" y="2554"/>
                    <a:pt x="36992" y="1429"/>
                  </a:cubicBezTo>
                  <a:cubicBezTo>
                    <a:pt x="44773" y="1"/>
                    <a:pt x="52038" y="7296"/>
                    <a:pt x="58086" y="10974"/>
                  </a:cubicBezTo>
                  <a:cubicBezTo>
                    <a:pt x="62463" y="13618"/>
                    <a:pt x="66111" y="15806"/>
                    <a:pt x="68482" y="20457"/>
                  </a:cubicBezTo>
                  <a:cubicBezTo>
                    <a:pt x="69910" y="23253"/>
                    <a:pt x="69090" y="26475"/>
                    <a:pt x="73041" y="27387"/>
                  </a:cubicBezTo>
                  <a:cubicBezTo>
                    <a:pt x="81005" y="29180"/>
                    <a:pt x="90002" y="23679"/>
                    <a:pt x="96841" y="22615"/>
                  </a:cubicBezTo>
                  <a:cubicBezTo>
                    <a:pt x="104622" y="21399"/>
                    <a:pt x="107692" y="18360"/>
                    <a:pt x="114714" y="24621"/>
                  </a:cubicBezTo>
                  <a:cubicBezTo>
                    <a:pt x="121917" y="31065"/>
                    <a:pt x="111552" y="46780"/>
                    <a:pt x="118087" y="52767"/>
                  </a:cubicBezTo>
                  <a:cubicBezTo>
                    <a:pt x="120124" y="54682"/>
                    <a:pt x="123224" y="55807"/>
                    <a:pt x="125443" y="58178"/>
                  </a:cubicBezTo>
                  <a:cubicBezTo>
                    <a:pt x="127784" y="60640"/>
                    <a:pt x="127632" y="63771"/>
                    <a:pt x="131918" y="64257"/>
                  </a:cubicBezTo>
                  <a:cubicBezTo>
                    <a:pt x="137905" y="64956"/>
                    <a:pt x="145170" y="64804"/>
                    <a:pt x="149425" y="69576"/>
                  </a:cubicBezTo>
                  <a:cubicBezTo>
                    <a:pt x="151523" y="71947"/>
                    <a:pt x="154471" y="77479"/>
                    <a:pt x="158483" y="765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5"/>
            <p:cNvSpPr/>
            <p:nvPr/>
          </p:nvSpPr>
          <p:spPr>
            <a:xfrm>
              <a:off x="2975000" y="222950"/>
              <a:ext cx="3962100" cy="1955225"/>
            </a:xfrm>
            <a:custGeom>
              <a:rect b="b" l="l" r="r" t="t"/>
              <a:pathLst>
                <a:path extrusionOk="0" fill="none" h="78209" w="158484">
                  <a:moveTo>
                    <a:pt x="0" y="8785"/>
                  </a:moveTo>
                  <a:cubicBezTo>
                    <a:pt x="6079" y="10608"/>
                    <a:pt x="13313" y="11155"/>
                    <a:pt x="19180" y="9453"/>
                  </a:cubicBezTo>
                  <a:cubicBezTo>
                    <a:pt x="25289" y="7690"/>
                    <a:pt x="31125" y="2584"/>
                    <a:pt x="37569" y="1459"/>
                  </a:cubicBezTo>
                  <a:cubicBezTo>
                    <a:pt x="45776" y="0"/>
                    <a:pt x="51642" y="7630"/>
                    <a:pt x="57874" y="11520"/>
                  </a:cubicBezTo>
                  <a:cubicBezTo>
                    <a:pt x="62099" y="14134"/>
                    <a:pt x="67175" y="16596"/>
                    <a:pt x="70123" y="20882"/>
                  </a:cubicBezTo>
                  <a:cubicBezTo>
                    <a:pt x="71886" y="23466"/>
                    <a:pt x="72190" y="26688"/>
                    <a:pt x="75625" y="27569"/>
                  </a:cubicBezTo>
                  <a:cubicBezTo>
                    <a:pt x="83193" y="29484"/>
                    <a:pt x="91339" y="23374"/>
                    <a:pt x="97996" y="22371"/>
                  </a:cubicBezTo>
                  <a:cubicBezTo>
                    <a:pt x="106051" y="21186"/>
                    <a:pt x="108391" y="17630"/>
                    <a:pt x="115473" y="24773"/>
                  </a:cubicBezTo>
                  <a:cubicBezTo>
                    <a:pt x="122039" y="31369"/>
                    <a:pt x="113528" y="46475"/>
                    <a:pt x="119060" y="53101"/>
                  </a:cubicBezTo>
                  <a:cubicBezTo>
                    <a:pt x="120732" y="55107"/>
                    <a:pt x="123802" y="56475"/>
                    <a:pt x="125869" y="58785"/>
                  </a:cubicBezTo>
                  <a:cubicBezTo>
                    <a:pt x="128088" y="61247"/>
                    <a:pt x="128057" y="64348"/>
                    <a:pt x="132191" y="64925"/>
                  </a:cubicBezTo>
                  <a:cubicBezTo>
                    <a:pt x="138179" y="65746"/>
                    <a:pt x="145352" y="65594"/>
                    <a:pt x="149608" y="70305"/>
                  </a:cubicBezTo>
                  <a:cubicBezTo>
                    <a:pt x="151705" y="72615"/>
                    <a:pt x="154502" y="78208"/>
                    <a:pt x="158483" y="7744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5"/>
            <p:cNvSpPr/>
            <p:nvPr/>
          </p:nvSpPr>
          <p:spPr>
            <a:xfrm>
              <a:off x="2975000" y="197875"/>
              <a:ext cx="3962850" cy="1976500"/>
            </a:xfrm>
            <a:custGeom>
              <a:rect b="b" l="l" r="r" t="t"/>
              <a:pathLst>
                <a:path extrusionOk="0" fill="none" h="79060" w="158514">
                  <a:moveTo>
                    <a:pt x="0" y="9788"/>
                  </a:moveTo>
                  <a:cubicBezTo>
                    <a:pt x="6110" y="11551"/>
                    <a:pt x="13222" y="11824"/>
                    <a:pt x="19301" y="10244"/>
                  </a:cubicBezTo>
                  <a:cubicBezTo>
                    <a:pt x="26080" y="8450"/>
                    <a:pt x="31369" y="3040"/>
                    <a:pt x="38208" y="1642"/>
                  </a:cubicBezTo>
                  <a:cubicBezTo>
                    <a:pt x="46384" y="0"/>
                    <a:pt x="51855" y="8207"/>
                    <a:pt x="57600" y="12098"/>
                  </a:cubicBezTo>
                  <a:cubicBezTo>
                    <a:pt x="61886" y="14985"/>
                    <a:pt x="67296" y="17478"/>
                    <a:pt x="71065" y="21368"/>
                  </a:cubicBezTo>
                  <a:cubicBezTo>
                    <a:pt x="73315" y="23678"/>
                    <a:pt x="74743" y="27113"/>
                    <a:pt x="77904" y="27903"/>
                  </a:cubicBezTo>
                  <a:cubicBezTo>
                    <a:pt x="84865" y="29575"/>
                    <a:pt x="91978" y="23648"/>
                    <a:pt x="98847" y="22280"/>
                  </a:cubicBezTo>
                  <a:cubicBezTo>
                    <a:pt x="107419" y="20517"/>
                    <a:pt x="109850" y="17903"/>
                    <a:pt x="116233" y="25077"/>
                  </a:cubicBezTo>
                  <a:cubicBezTo>
                    <a:pt x="122069" y="31642"/>
                    <a:pt x="115656" y="46536"/>
                    <a:pt x="120154" y="53557"/>
                  </a:cubicBezTo>
                  <a:cubicBezTo>
                    <a:pt x="121492" y="55624"/>
                    <a:pt x="124471" y="57235"/>
                    <a:pt x="126325" y="59484"/>
                  </a:cubicBezTo>
                  <a:cubicBezTo>
                    <a:pt x="128422" y="61977"/>
                    <a:pt x="128544" y="65047"/>
                    <a:pt x="132495" y="65685"/>
                  </a:cubicBezTo>
                  <a:cubicBezTo>
                    <a:pt x="138392" y="66658"/>
                    <a:pt x="145565" y="66506"/>
                    <a:pt x="149851" y="71187"/>
                  </a:cubicBezTo>
                  <a:cubicBezTo>
                    <a:pt x="151918" y="73466"/>
                    <a:pt x="154593" y="79059"/>
                    <a:pt x="158514" y="7845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5"/>
            <p:cNvSpPr/>
            <p:nvPr/>
          </p:nvSpPr>
          <p:spPr>
            <a:xfrm>
              <a:off x="2975000" y="180400"/>
              <a:ext cx="3962850" cy="1990925"/>
            </a:xfrm>
            <a:custGeom>
              <a:rect b="b" l="l" r="r" t="t"/>
              <a:pathLst>
                <a:path extrusionOk="0" fill="none" h="79637" w="158514">
                  <a:moveTo>
                    <a:pt x="0" y="10487"/>
                  </a:moveTo>
                  <a:cubicBezTo>
                    <a:pt x="6171" y="12219"/>
                    <a:pt x="13374" y="12371"/>
                    <a:pt x="19453" y="10699"/>
                  </a:cubicBezTo>
                  <a:cubicBezTo>
                    <a:pt x="26384" y="8754"/>
                    <a:pt x="31764" y="2979"/>
                    <a:pt x="38876" y="1611"/>
                  </a:cubicBezTo>
                  <a:cubicBezTo>
                    <a:pt x="47265" y="0"/>
                    <a:pt x="51946" y="8025"/>
                    <a:pt x="57418" y="12280"/>
                  </a:cubicBezTo>
                  <a:cubicBezTo>
                    <a:pt x="61582" y="15532"/>
                    <a:pt x="67083" y="17994"/>
                    <a:pt x="71460" y="21490"/>
                  </a:cubicBezTo>
                  <a:cubicBezTo>
                    <a:pt x="74166" y="23678"/>
                    <a:pt x="76597" y="27143"/>
                    <a:pt x="79789" y="27812"/>
                  </a:cubicBezTo>
                  <a:cubicBezTo>
                    <a:pt x="86172" y="29149"/>
                    <a:pt x="92950" y="23374"/>
                    <a:pt x="99364" y="21733"/>
                  </a:cubicBezTo>
                  <a:cubicBezTo>
                    <a:pt x="107723" y="19605"/>
                    <a:pt x="111218" y="17934"/>
                    <a:pt x="117024" y="25137"/>
                  </a:cubicBezTo>
                  <a:cubicBezTo>
                    <a:pt x="122100" y="31460"/>
                    <a:pt x="117784" y="46475"/>
                    <a:pt x="121249" y="53679"/>
                  </a:cubicBezTo>
                  <a:cubicBezTo>
                    <a:pt x="122708" y="56718"/>
                    <a:pt x="129060" y="65472"/>
                    <a:pt x="132769" y="66171"/>
                  </a:cubicBezTo>
                  <a:cubicBezTo>
                    <a:pt x="138605" y="67296"/>
                    <a:pt x="145748" y="67114"/>
                    <a:pt x="150033" y="71764"/>
                  </a:cubicBezTo>
                  <a:cubicBezTo>
                    <a:pt x="152100" y="73983"/>
                    <a:pt x="154684" y="79637"/>
                    <a:pt x="158514" y="7915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5"/>
            <p:cNvSpPr/>
            <p:nvPr/>
          </p:nvSpPr>
          <p:spPr>
            <a:xfrm>
              <a:off x="2975000" y="165200"/>
              <a:ext cx="3962850" cy="2002325"/>
            </a:xfrm>
            <a:custGeom>
              <a:rect b="b" l="l" r="r" t="t"/>
              <a:pathLst>
                <a:path extrusionOk="0" fill="none" h="80093" w="158514">
                  <a:moveTo>
                    <a:pt x="0" y="11095"/>
                  </a:moveTo>
                  <a:cubicBezTo>
                    <a:pt x="6201" y="12797"/>
                    <a:pt x="13496" y="12858"/>
                    <a:pt x="19575" y="11064"/>
                  </a:cubicBezTo>
                  <a:cubicBezTo>
                    <a:pt x="26688" y="8967"/>
                    <a:pt x="32128" y="2857"/>
                    <a:pt x="39545" y="1520"/>
                  </a:cubicBezTo>
                  <a:cubicBezTo>
                    <a:pt x="47965" y="0"/>
                    <a:pt x="52402" y="7599"/>
                    <a:pt x="57326" y="12280"/>
                  </a:cubicBezTo>
                  <a:cubicBezTo>
                    <a:pt x="61096" y="15867"/>
                    <a:pt x="66840" y="18329"/>
                    <a:pt x="71491" y="21490"/>
                  </a:cubicBezTo>
                  <a:cubicBezTo>
                    <a:pt x="74470" y="23496"/>
                    <a:pt x="77600" y="26870"/>
                    <a:pt x="81157" y="27387"/>
                  </a:cubicBezTo>
                  <a:cubicBezTo>
                    <a:pt x="87449" y="28268"/>
                    <a:pt x="93832" y="22827"/>
                    <a:pt x="99607" y="21034"/>
                  </a:cubicBezTo>
                  <a:cubicBezTo>
                    <a:pt x="107814" y="18450"/>
                    <a:pt x="112677" y="17812"/>
                    <a:pt x="117875" y="25137"/>
                  </a:cubicBezTo>
                  <a:cubicBezTo>
                    <a:pt x="120306" y="28602"/>
                    <a:pt x="119364" y="34773"/>
                    <a:pt x="119759" y="39423"/>
                  </a:cubicBezTo>
                  <a:cubicBezTo>
                    <a:pt x="120185" y="44256"/>
                    <a:pt x="120914" y="49697"/>
                    <a:pt x="122343" y="53679"/>
                  </a:cubicBezTo>
                  <a:cubicBezTo>
                    <a:pt x="123498" y="56810"/>
                    <a:pt x="129425" y="65746"/>
                    <a:pt x="133042" y="66536"/>
                  </a:cubicBezTo>
                  <a:cubicBezTo>
                    <a:pt x="138817" y="67782"/>
                    <a:pt x="145930" y="67600"/>
                    <a:pt x="150246" y="72220"/>
                  </a:cubicBezTo>
                  <a:cubicBezTo>
                    <a:pt x="152313" y="74409"/>
                    <a:pt x="154745" y="80093"/>
                    <a:pt x="158514" y="7975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5"/>
            <p:cNvSpPr/>
            <p:nvPr/>
          </p:nvSpPr>
          <p:spPr>
            <a:xfrm>
              <a:off x="2975000" y="150750"/>
              <a:ext cx="3962850" cy="2014500"/>
            </a:xfrm>
            <a:custGeom>
              <a:rect b="b" l="l" r="r" t="t"/>
              <a:pathLst>
                <a:path extrusionOk="0" fill="none" h="80580" w="158514">
                  <a:moveTo>
                    <a:pt x="0" y="11673"/>
                  </a:moveTo>
                  <a:cubicBezTo>
                    <a:pt x="6262" y="13344"/>
                    <a:pt x="13830" y="13588"/>
                    <a:pt x="19727" y="11429"/>
                  </a:cubicBezTo>
                  <a:cubicBezTo>
                    <a:pt x="26566" y="8907"/>
                    <a:pt x="32767" y="2676"/>
                    <a:pt x="40244" y="1399"/>
                  </a:cubicBezTo>
                  <a:cubicBezTo>
                    <a:pt x="48573" y="1"/>
                    <a:pt x="53162" y="6900"/>
                    <a:pt x="57478" y="12159"/>
                  </a:cubicBezTo>
                  <a:cubicBezTo>
                    <a:pt x="61825" y="17417"/>
                    <a:pt x="74318" y="25807"/>
                    <a:pt x="81917" y="26749"/>
                  </a:cubicBezTo>
                  <a:cubicBezTo>
                    <a:pt x="87692" y="27448"/>
                    <a:pt x="94379" y="22159"/>
                    <a:pt x="99637" y="20244"/>
                  </a:cubicBezTo>
                  <a:cubicBezTo>
                    <a:pt x="108178" y="17144"/>
                    <a:pt x="114045" y="17873"/>
                    <a:pt x="118787" y="25199"/>
                  </a:cubicBezTo>
                  <a:cubicBezTo>
                    <a:pt x="121066" y="28694"/>
                    <a:pt x="119607" y="34895"/>
                    <a:pt x="120215" y="39515"/>
                  </a:cubicBezTo>
                  <a:cubicBezTo>
                    <a:pt x="120853" y="44348"/>
                    <a:pt x="122373" y="49394"/>
                    <a:pt x="123498" y="53649"/>
                  </a:cubicBezTo>
                  <a:cubicBezTo>
                    <a:pt x="124349" y="56962"/>
                    <a:pt x="129729" y="65989"/>
                    <a:pt x="133316" y="66871"/>
                  </a:cubicBezTo>
                  <a:cubicBezTo>
                    <a:pt x="139000" y="68300"/>
                    <a:pt x="146112" y="68087"/>
                    <a:pt x="150459" y="72677"/>
                  </a:cubicBezTo>
                  <a:cubicBezTo>
                    <a:pt x="152495" y="74835"/>
                    <a:pt x="154836" y="80579"/>
                    <a:pt x="158514" y="803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5"/>
            <p:cNvSpPr/>
            <p:nvPr/>
          </p:nvSpPr>
          <p:spPr>
            <a:xfrm>
              <a:off x="2975000" y="138600"/>
              <a:ext cx="3962100" cy="2022075"/>
            </a:xfrm>
            <a:custGeom>
              <a:rect b="b" l="l" r="r" t="t"/>
              <a:pathLst>
                <a:path extrusionOk="0" fill="none" h="80883" w="158484">
                  <a:moveTo>
                    <a:pt x="0" y="12159"/>
                  </a:moveTo>
                  <a:cubicBezTo>
                    <a:pt x="6322" y="13800"/>
                    <a:pt x="13952" y="13952"/>
                    <a:pt x="19849" y="11672"/>
                  </a:cubicBezTo>
                  <a:cubicBezTo>
                    <a:pt x="26900" y="8937"/>
                    <a:pt x="33162" y="2462"/>
                    <a:pt x="40974" y="1247"/>
                  </a:cubicBezTo>
                  <a:cubicBezTo>
                    <a:pt x="48876" y="0"/>
                    <a:pt x="54530" y="5806"/>
                    <a:pt x="58026" y="11855"/>
                  </a:cubicBezTo>
                  <a:cubicBezTo>
                    <a:pt x="61521" y="17873"/>
                    <a:pt x="74500" y="25138"/>
                    <a:pt x="82069" y="25928"/>
                  </a:cubicBezTo>
                  <a:cubicBezTo>
                    <a:pt x="87449" y="26505"/>
                    <a:pt x="94774" y="21186"/>
                    <a:pt x="99637" y="19362"/>
                  </a:cubicBezTo>
                  <a:cubicBezTo>
                    <a:pt x="108178" y="16080"/>
                    <a:pt x="115321" y="17782"/>
                    <a:pt x="119759" y="25107"/>
                  </a:cubicBezTo>
                  <a:cubicBezTo>
                    <a:pt x="121948" y="28724"/>
                    <a:pt x="119790" y="34803"/>
                    <a:pt x="120580" y="39545"/>
                  </a:cubicBezTo>
                  <a:cubicBezTo>
                    <a:pt x="121370" y="44348"/>
                    <a:pt x="123771" y="48937"/>
                    <a:pt x="124623" y="53497"/>
                  </a:cubicBezTo>
                  <a:cubicBezTo>
                    <a:pt x="125291" y="56992"/>
                    <a:pt x="130003" y="66050"/>
                    <a:pt x="133559" y="67053"/>
                  </a:cubicBezTo>
                  <a:cubicBezTo>
                    <a:pt x="139152" y="68603"/>
                    <a:pt x="146355" y="68451"/>
                    <a:pt x="150672" y="72980"/>
                  </a:cubicBezTo>
                  <a:cubicBezTo>
                    <a:pt x="152708" y="75108"/>
                    <a:pt x="154897" y="80883"/>
                    <a:pt x="158483" y="80822"/>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5"/>
            <p:cNvSpPr/>
            <p:nvPr/>
          </p:nvSpPr>
          <p:spPr>
            <a:xfrm>
              <a:off x="2975000" y="124150"/>
              <a:ext cx="3962100" cy="2034250"/>
            </a:xfrm>
            <a:custGeom>
              <a:rect b="b" l="l" r="r" t="t"/>
              <a:pathLst>
                <a:path extrusionOk="0" fill="none" h="81370" w="158484">
                  <a:moveTo>
                    <a:pt x="0" y="12737"/>
                  </a:moveTo>
                  <a:cubicBezTo>
                    <a:pt x="6383" y="14348"/>
                    <a:pt x="13861" y="14226"/>
                    <a:pt x="20001" y="12007"/>
                  </a:cubicBezTo>
                  <a:cubicBezTo>
                    <a:pt x="27721" y="9241"/>
                    <a:pt x="33283" y="2432"/>
                    <a:pt x="41673" y="1186"/>
                  </a:cubicBezTo>
                  <a:cubicBezTo>
                    <a:pt x="49515" y="1"/>
                    <a:pt x="55807" y="4530"/>
                    <a:pt x="58877" y="11551"/>
                  </a:cubicBezTo>
                  <a:cubicBezTo>
                    <a:pt x="61886" y="18481"/>
                    <a:pt x="74378" y="24560"/>
                    <a:pt x="81704" y="25199"/>
                  </a:cubicBezTo>
                  <a:cubicBezTo>
                    <a:pt x="87114" y="25624"/>
                    <a:pt x="94774" y="20244"/>
                    <a:pt x="99607" y="18573"/>
                  </a:cubicBezTo>
                  <a:cubicBezTo>
                    <a:pt x="108118" y="15655"/>
                    <a:pt x="116628" y="17721"/>
                    <a:pt x="120853" y="25199"/>
                  </a:cubicBezTo>
                  <a:cubicBezTo>
                    <a:pt x="123012" y="29029"/>
                    <a:pt x="119972" y="34895"/>
                    <a:pt x="120853" y="39758"/>
                  </a:cubicBezTo>
                  <a:cubicBezTo>
                    <a:pt x="121735" y="44561"/>
                    <a:pt x="125139" y="48512"/>
                    <a:pt x="125778" y="53406"/>
                  </a:cubicBezTo>
                  <a:cubicBezTo>
                    <a:pt x="126294" y="57205"/>
                    <a:pt x="130276" y="66172"/>
                    <a:pt x="133863" y="67297"/>
                  </a:cubicBezTo>
                  <a:cubicBezTo>
                    <a:pt x="139334" y="68999"/>
                    <a:pt x="146568" y="68908"/>
                    <a:pt x="150884" y="73406"/>
                  </a:cubicBezTo>
                  <a:cubicBezTo>
                    <a:pt x="153438" y="76051"/>
                    <a:pt x="154684" y="80428"/>
                    <a:pt x="158483" y="8137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5"/>
            <p:cNvSpPr/>
            <p:nvPr/>
          </p:nvSpPr>
          <p:spPr>
            <a:xfrm>
              <a:off x="2975000" y="108200"/>
              <a:ext cx="3962850" cy="2050975"/>
            </a:xfrm>
            <a:custGeom>
              <a:rect b="b" l="l" r="r" t="t"/>
              <a:pathLst>
                <a:path extrusionOk="0" fill="none" h="82039" w="158514">
                  <a:moveTo>
                    <a:pt x="0" y="13375"/>
                  </a:moveTo>
                  <a:cubicBezTo>
                    <a:pt x="6474" y="14986"/>
                    <a:pt x="14013" y="14712"/>
                    <a:pt x="20183" y="12432"/>
                  </a:cubicBezTo>
                  <a:cubicBezTo>
                    <a:pt x="28116" y="9454"/>
                    <a:pt x="33709" y="2493"/>
                    <a:pt x="42402" y="1156"/>
                  </a:cubicBezTo>
                  <a:cubicBezTo>
                    <a:pt x="50092" y="1"/>
                    <a:pt x="57418" y="4043"/>
                    <a:pt x="59819" y="11217"/>
                  </a:cubicBezTo>
                  <a:cubicBezTo>
                    <a:pt x="62190" y="18390"/>
                    <a:pt x="73862" y="24104"/>
                    <a:pt x="81035" y="24439"/>
                  </a:cubicBezTo>
                  <a:cubicBezTo>
                    <a:pt x="86780" y="24743"/>
                    <a:pt x="94318" y="19454"/>
                    <a:pt x="99607" y="17934"/>
                  </a:cubicBezTo>
                  <a:cubicBezTo>
                    <a:pt x="108452" y="15381"/>
                    <a:pt x="117844" y="17873"/>
                    <a:pt x="122009" y="25350"/>
                  </a:cubicBezTo>
                  <a:cubicBezTo>
                    <a:pt x="124227" y="29332"/>
                    <a:pt x="120154" y="35047"/>
                    <a:pt x="121066" y="40092"/>
                  </a:cubicBezTo>
                  <a:cubicBezTo>
                    <a:pt x="121978" y="44925"/>
                    <a:pt x="126507" y="48512"/>
                    <a:pt x="126963" y="53406"/>
                  </a:cubicBezTo>
                  <a:cubicBezTo>
                    <a:pt x="127297" y="57205"/>
                    <a:pt x="130459" y="66172"/>
                    <a:pt x="134167" y="67570"/>
                  </a:cubicBezTo>
                  <a:cubicBezTo>
                    <a:pt x="139304" y="69485"/>
                    <a:pt x="146842" y="69424"/>
                    <a:pt x="151128" y="73862"/>
                  </a:cubicBezTo>
                  <a:cubicBezTo>
                    <a:pt x="153650" y="76537"/>
                    <a:pt x="154805" y="80883"/>
                    <a:pt x="158514" y="8203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5"/>
            <p:cNvSpPr/>
            <p:nvPr/>
          </p:nvSpPr>
          <p:spPr>
            <a:xfrm>
              <a:off x="2975000" y="89975"/>
              <a:ext cx="3962850" cy="2068425"/>
            </a:xfrm>
            <a:custGeom>
              <a:rect b="b" l="l" r="r" t="t"/>
              <a:pathLst>
                <a:path extrusionOk="0" fill="none" h="82737" w="158514">
                  <a:moveTo>
                    <a:pt x="0" y="14104"/>
                  </a:moveTo>
                  <a:cubicBezTo>
                    <a:pt x="6535" y="15684"/>
                    <a:pt x="14347" y="15502"/>
                    <a:pt x="20335" y="12918"/>
                  </a:cubicBezTo>
                  <a:cubicBezTo>
                    <a:pt x="27995" y="9575"/>
                    <a:pt x="34439" y="2644"/>
                    <a:pt x="43101" y="1216"/>
                  </a:cubicBezTo>
                  <a:cubicBezTo>
                    <a:pt x="50639" y="0"/>
                    <a:pt x="58299" y="3435"/>
                    <a:pt x="60822" y="10882"/>
                  </a:cubicBezTo>
                  <a:cubicBezTo>
                    <a:pt x="63436" y="18572"/>
                    <a:pt x="72190" y="23587"/>
                    <a:pt x="80184" y="23769"/>
                  </a:cubicBezTo>
                  <a:cubicBezTo>
                    <a:pt x="86415" y="23921"/>
                    <a:pt x="93862" y="18663"/>
                    <a:pt x="99759" y="17417"/>
                  </a:cubicBezTo>
                  <a:cubicBezTo>
                    <a:pt x="107875" y="15715"/>
                    <a:pt x="119394" y="17234"/>
                    <a:pt x="123224" y="25593"/>
                  </a:cubicBezTo>
                  <a:cubicBezTo>
                    <a:pt x="125413" y="30396"/>
                    <a:pt x="120367" y="35350"/>
                    <a:pt x="121279" y="40578"/>
                  </a:cubicBezTo>
                  <a:cubicBezTo>
                    <a:pt x="122100" y="45381"/>
                    <a:pt x="127723" y="48937"/>
                    <a:pt x="128118" y="53496"/>
                  </a:cubicBezTo>
                  <a:cubicBezTo>
                    <a:pt x="128422" y="57174"/>
                    <a:pt x="130762" y="66262"/>
                    <a:pt x="134501" y="67873"/>
                  </a:cubicBezTo>
                  <a:cubicBezTo>
                    <a:pt x="139456" y="70001"/>
                    <a:pt x="147085" y="69971"/>
                    <a:pt x="151340" y="74408"/>
                  </a:cubicBezTo>
                  <a:cubicBezTo>
                    <a:pt x="153894" y="77083"/>
                    <a:pt x="154897" y="81430"/>
                    <a:pt x="158514" y="8273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5"/>
            <p:cNvSpPr/>
            <p:nvPr/>
          </p:nvSpPr>
          <p:spPr>
            <a:xfrm>
              <a:off x="2975000" y="69450"/>
              <a:ext cx="3962850" cy="2089725"/>
            </a:xfrm>
            <a:custGeom>
              <a:rect b="b" l="l" r="r" t="t"/>
              <a:pathLst>
                <a:path extrusionOk="0" fill="none" h="83589" w="158514">
                  <a:moveTo>
                    <a:pt x="0" y="14925"/>
                  </a:moveTo>
                  <a:cubicBezTo>
                    <a:pt x="6626" y="16475"/>
                    <a:pt x="14529" y="16201"/>
                    <a:pt x="20517" y="13496"/>
                  </a:cubicBezTo>
                  <a:cubicBezTo>
                    <a:pt x="28359" y="9940"/>
                    <a:pt x="34925" y="3010"/>
                    <a:pt x="43800" y="1338"/>
                  </a:cubicBezTo>
                  <a:cubicBezTo>
                    <a:pt x="51126" y="0"/>
                    <a:pt x="59454" y="3010"/>
                    <a:pt x="61916" y="10517"/>
                  </a:cubicBezTo>
                  <a:cubicBezTo>
                    <a:pt x="64500" y="18359"/>
                    <a:pt x="70853" y="23223"/>
                    <a:pt x="79272" y="23131"/>
                  </a:cubicBezTo>
                  <a:cubicBezTo>
                    <a:pt x="86020" y="23071"/>
                    <a:pt x="93254" y="17934"/>
                    <a:pt x="100032" y="17052"/>
                  </a:cubicBezTo>
                  <a:cubicBezTo>
                    <a:pt x="108574" y="15958"/>
                    <a:pt x="120489" y="17630"/>
                    <a:pt x="124471" y="25989"/>
                  </a:cubicBezTo>
                  <a:cubicBezTo>
                    <a:pt x="126902" y="31065"/>
                    <a:pt x="120671" y="35776"/>
                    <a:pt x="121492" y="41186"/>
                  </a:cubicBezTo>
                  <a:cubicBezTo>
                    <a:pt x="122221" y="46050"/>
                    <a:pt x="128878" y="49393"/>
                    <a:pt x="129243" y="53740"/>
                  </a:cubicBezTo>
                  <a:cubicBezTo>
                    <a:pt x="129516" y="57357"/>
                    <a:pt x="131127" y="66445"/>
                    <a:pt x="134896" y="68238"/>
                  </a:cubicBezTo>
                  <a:cubicBezTo>
                    <a:pt x="139699" y="70549"/>
                    <a:pt x="147359" y="70670"/>
                    <a:pt x="151584" y="75077"/>
                  </a:cubicBezTo>
                  <a:cubicBezTo>
                    <a:pt x="154137" y="77752"/>
                    <a:pt x="154988" y="82068"/>
                    <a:pt x="158514" y="8358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5"/>
            <p:cNvSpPr/>
            <p:nvPr/>
          </p:nvSpPr>
          <p:spPr>
            <a:xfrm>
              <a:off x="2975000" y="45125"/>
              <a:ext cx="3962850" cy="2114050"/>
            </a:xfrm>
            <a:custGeom>
              <a:rect b="b" l="l" r="r" t="t"/>
              <a:pathLst>
                <a:path extrusionOk="0" fill="none" h="84562" w="158514">
                  <a:moveTo>
                    <a:pt x="0" y="15898"/>
                  </a:moveTo>
                  <a:cubicBezTo>
                    <a:pt x="6991" y="17478"/>
                    <a:pt x="14651" y="16809"/>
                    <a:pt x="20700" y="14226"/>
                  </a:cubicBezTo>
                  <a:cubicBezTo>
                    <a:pt x="28511" y="10913"/>
                    <a:pt x="35350" y="3527"/>
                    <a:pt x="44439" y="1551"/>
                  </a:cubicBezTo>
                  <a:cubicBezTo>
                    <a:pt x="51612" y="1"/>
                    <a:pt x="60579" y="2736"/>
                    <a:pt x="63041" y="10214"/>
                  </a:cubicBezTo>
                  <a:cubicBezTo>
                    <a:pt x="65564" y="17934"/>
                    <a:pt x="69515" y="22949"/>
                    <a:pt x="78391" y="22645"/>
                  </a:cubicBezTo>
                  <a:cubicBezTo>
                    <a:pt x="85716" y="22372"/>
                    <a:pt x="93072" y="17417"/>
                    <a:pt x="100488" y="16931"/>
                  </a:cubicBezTo>
                  <a:cubicBezTo>
                    <a:pt x="109273" y="16323"/>
                    <a:pt x="121431" y="18208"/>
                    <a:pt x="125717" y="26536"/>
                  </a:cubicBezTo>
                  <a:cubicBezTo>
                    <a:pt x="128544" y="31946"/>
                    <a:pt x="121036" y="36415"/>
                    <a:pt x="121735" y="41916"/>
                  </a:cubicBezTo>
                  <a:cubicBezTo>
                    <a:pt x="122343" y="46871"/>
                    <a:pt x="129881" y="49971"/>
                    <a:pt x="130276" y="54105"/>
                  </a:cubicBezTo>
                  <a:cubicBezTo>
                    <a:pt x="130641" y="57631"/>
                    <a:pt x="131431" y="66628"/>
                    <a:pt x="135322" y="68664"/>
                  </a:cubicBezTo>
                  <a:cubicBezTo>
                    <a:pt x="140124" y="71157"/>
                    <a:pt x="147632" y="71461"/>
                    <a:pt x="151796" y="75868"/>
                  </a:cubicBezTo>
                  <a:cubicBezTo>
                    <a:pt x="154350" y="78573"/>
                    <a:pt x="155109" y="82859"/>
                    <a:pt x="158514" y="8456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5"/>
            <p:cNvSpPr/>
            <p:nvPr/>
          </p:nvSpPr>
          <p:spPr>
            <a:xfrm>
              <a:off x="2975000" y="20825"/>
              <a:ext cx="3962850" cy="2138350"/>
            </a:xfrm>
            <a:custGeom>
              <a:rect b="b" l="l" r="r" t="t"/>
              <a:pathLst>
                <a:path extrusionOk="0" fill="none" h="85534" w="158514">
                  <a:moveTo>
                    <a:pt x="0" y="16870"/>
                  </a:moveTo>
                  <a:cubicBezTo>
                    <a:pt x="7082" y="18420"/>
                    <a:pt x="14833" y="17629"/>
                    <a:pt x="20912" y="14955"/>
                  </a:cubicBezTo>
                  <a:cubicBezTo>
                    <a:pt x="28876" y="11459"/>
                    <a:pt x="35776" y="3951"/>
                    <a:pt x="45047" y="1702"/>
                  </a:cubicBezTo>
                  <a:cubicBezTo>
                    <a:pt x="52068" y="0"/>
                    <a:pt x="61703" y="2371"/>
                    <a:pt x="64166" y="9818"/>
                  </a:cubicBezTo>
                  <a:cubicBezTo>
                    <a:pt x="66567" y="16991"/>
                    <a:pt x="68877" y="22645"/>
                    <a:pt x="77722" y="22128"/>
                  </a:cubicBezTo>
                  <a:cubicBezTo>
                    <a:pt x="85503" y="21672"/>
                    <a:pt x="93133" y="16961"/>
                    <a:pt x="101127" y="16809"/>
                  </a:cubicBezTo>
                  <a:cubicBezTo>
                    <a:pt x="110063" y="16657"/>
                    <a:pt x="122161" y="18693"/>
                    <a:pt x="126963" y="27083"/>
                  </a:cubicBezTo>
                  <a:cubicBezTo>
                    <a:pt x="130276" y="32858"/>
                    <a:pt x="121705" y="37052"/>
                    <a:pt x="122161" y="42615"/>
                  </a:cubicBezTo>
                  <a:cubicBezTo>
                    <a:pt x="122616" y="47782"/>
                    <a:pt x="130762" y="50518"/>
                    <a:pt x="131279" y="54530"/>
                  </a:cubicBezTo>
                  <a:cubicBezTo>
                    <a:pt x="131735" y="57934"/>
                    <a:pt x="131796" y="66931"/>
                    <a:pt x="135778" y="69089"/>
                  </a:cubicBezTo>
                  <a:cubicBezTo>
                    <a:pt x="140550" y="71703"/>
                    <a:pt x="147936" y="72250"/>
                    <a:pt x="152039" y="76658"/>
                  </a:cubicBezTo>
                  <a:cubicBezTo>
                    <a:pt x="154593" y="79393"/>
                    <a:pt x="155231" y="83649"/>
                    <a:pt x="158514" y="8553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 name="Google Shape;771;p5"/>
          <p:cNvGrpSpPr/>
          <p:nvPr/>
        </p:nvGrpSpPr>
        <p:grpSpPr>
          <a:xfrm>
            <a:off x="8169297" y="1505116"/>
            <a:ext cx="673139" cy="645599"/>
            <a:chOff x="76650" y="3861300"/>
            <a:chExt cx="1531950" cy="1469275"/>
          </a:xfrm>
        </p:grpSpPr>
        <p:sp>
          <p:nvSpPr>
            <p:cNvPr id="772" name="Google Shape;772;p5"/>
            <p:cNvSpPr/>
            <p:nvPr/>
          </p:nvSpPr>
          <p:spPr>
            <a:xfrm>
              <a:off x="76650" y="3861300"/>
              <a:ext cx="1513725" cy="1379225"/>
            </a:xfrm>
            <a:custGeom>
              <a:rect b="b" l="l" r="r" t="t"/>
              <a:pathLst>
                <a:path extrusionOk="0" h="55169" w="60549">
                  <a:moveTo>
                    <a:pt x="30289" y="0"/>
                  </a:moveTo>
                  <a:cubicBezTo>
                    <a:pt x="23230" y="0"/>
                    <a:pt x="16171" y="2690"/>
                    <a:pt x="10791" y="8070"/>
                  </a:cubicBezTo>
                  <a:cubicBezTo>
                    <a:pt x="0" y="18861"/>
                    <a:pt x="0" y="36308"/>
                    <a:pt x="10791" y="47098"/>
                  </a:cubicBezTo>
                  <a:cubicBezTo>
                    <a:pt x="16171" y="52478"/>
                    <a:pt x="23230" y="55168"/>
                    <a:pt x="30289" y="55168"/>
                  </a:cubicBezTo>
                  <a:cubicBezTo>
                    <a:pt x="37349" y="55168"/>
                    <a:pt x="44408" y="52478"/>
                    <a:pt x="49788" y="47098"/>
                  </a:cubicBezTo>
                  <a:cubicBezTo>
                    <a:pt x="60548" y="36308"/>
                    <a:pt x="60548" y="18861"/>
                    <a:pt x="49788" y="8070"/>
                  </a:cubicBezTo>
                  <a:cubicBezTo>
                    <a:pt x="44408" y="2690"/>
                    <a:pt x="37349" y="0"/>
                    <a:pt x="30289" y="0"/>
                  </a:cubicBezTo>
                  <a:close/>
                </a:path>
              </a:pathLst>
            </a:custGeom>
            <a:solidFill>
              <a:srgbClr val="96A8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5"/>
            <p:cNvSpPr/>
            <p:nvPr/>
          </p:nvSpPr>
          <p:spPr>
            <a:xfrm>
              <a:off x="919350" y="4640575"/>
              <a:ext cx="689250" cy="690000"/>
            </a:xfrm>
            <a:custGeom>
              <a:rect b="b" l="l" r="r" t="t"/>
              <a:pathLst>
                <a:path extrusionOk="0" fill="none" h="27600" w="27570">
                  <a:moveTo>
                    <a:pt x="27570" y="0"/>
                  </a:moveTo>
                  <a:cubicBezTo>
                    <a:pt x="27570" y="15228"/>
                    <a:pt x="15229" y="27599"/>
                    <a:pt x="1" y="27599"/>
                  </a:cubicBezTo>
                </a:path>
              </a:pathLst>
            </a:custGeom>
            <a:noFill/>
            <a:ln cap="flat" cmpd="sng" w="66875">
              <a:solidFill>
                <a:srgbClr val="E4BEB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 name="Google Shape;774;p5"/>
          <p:cNvGrpSpPr/>
          <p:nvPr/>
        </p:nvGrpSpPr>
        <p:grpSpPr>
          <a:xfrm>
            <a:off x="1241975" y="4379125"/>
            <a:ext cx="828300" cy="654275"/>
            <a:chOff x="2024375" y="213075"/>
            <a:chExt cx="828300" cy="654275"/>
          </a:xfrm>
        </p:grpSpPr>
        <p:sp>
          <p:nvSpPr>
            <p:cNvPr id="775" name="Google Shape;775;p5"/>
            <p:cNvSpPr/>
            <p:nvPr/>
          </p:nvSpPr>
          <p:spPr>
            <a:xfrm>
              <a:off x="2024375" y="213075"/>
              <a:ext cx="828300" cy="654275"/>
            </a:xfrm>
            <a:custGeom>
              <a:rect b="b" l="l" r="r" t="t"/>
              <a:pathLst>
                <a:path extrusionOk="0" fill="none" h="26171" w="33132">
                  <a:moveTo>
                    <a:pt x="27417" y="0"/>
                  </a:moveTo>
                  <a:cubicBezTo>
                    <a:pt x="31824" y="4377"/>
                    <a:pt x="33131" y="10973"/>
                    <a:pt x="30761" y="16718"/>
                  </a:cubicBezTo>
                  <a:cubicBezTo>
                    <a:pt x="28390" y="22432"/>
                    <a:pt x="22767" y="26171"/>
                    <a:pt x="16566" y="26171"/>
                  </a:cubicBezTo>
                  <a:cubicBezTo>
                    <a:pt x="10365" y="26171"/>
                    <a:pt x="4772" y="22432"/>
                    <a:pt x="2401" y="16718"/>
                  </a:cubicBezTo>
                  <a:cubicBezTo>
                    <a:pt x="0" y="10973"/>
                    <a:pt x="1338" y="4377"/>
                    <a:pt x="5715" y="0"/>
                  </a:cubicBezTo>
                </a:path>
              </a:pathLst>
            </a:custGeom>
            <a:noFill/>
            <a:ln cap="flat" cmpd="sng" w="66875">
              <a:solidFill>
                <a:srgbClr val="E4BEB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5"/>
            <p:cNvSpPr/>
            <p:nvPr/>
          </p:nvSpPr>
          <p:spPr>
            <a:xfrm>
              <a:off x="2194575" y="241175"/>
              <a:ext cx="488650" cy="488650"/>
            </a:xfrm>
            <a:custGeom>
              <a:rect b="b" l="l" r="r" t="t"/>
              <a:pathLst>
                <a:path extrusionOk="0" fill="none" h="19546" w="19546">
                  <a:moveTo>
                    <a:pt x="19545" y="9758"/>
                  </a:moveTo>
                  <a:cubicBezTo>
                    <a:pt x="19545" y="15168"/>
                    <a:pt x="15168" y="19545"/>
                    <a:pt x="9758" y="19545"/>
                  </a:cubicBezTo>
                  <a:cubicBezTo>
                    <a:pt x="4378" y="19545"/>
                    <a:pt x="1" y="15168"/>
                    <a:pt x="1" y="9758"/>
                  </a:cubicBezTo>
                  <a:cubicBezTo>
                    <a:pt x="1" y="4378"/>
                    <a:pt x="4378" y="1"/>
                    <a:pt x="9758" y="1"/>
                  </a:cubicBezTo>
                  <a:cubicBezTo>
                    <a:pt x="15168" y="1"/>
                    <a:pt x="19545" y="4378"/>
                    <a:pt x="19545" y="9758"/>
                  </a:cubicBezTo>
                  <a:close/>
                </a:path>
              </a:pathLst>
            </a:custGeom>
            <a:solidFill>
              <a:schemeClr val="lt2"/>
            </a:solidFill>
            <a:ln cap="flat" cmpd="sng" w="3810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 name="Google Shape;777;p5"/>
          <p:cNvGrpSpPr/>
          <p:nvPr/>
        </p:nvGrpSpPr>
        <p:grpSpPr>
          <a:xfrm rot="10800000">
            <a:off x="4046971" y="4552152"/>
            <a:ext cx="1123988" cy="1211934"/>
            <a:chOff x="145150" y="80100"/>
            <a:chExt cx="1699150" cy="1832100"/>
          </a:xfrm>
        </p:grpSpPr>
        <p:sp>
          <p:nvSpPr>
            <p:cNvPr id="778" name="Google Shape;778;p5"/>
            <p:cNvSpPr/>
            <p:nvPr/>
          </p:nvSpPr>
          <p:spPr>
            <a:xfrm>
              <a:off x="145150" y="212300"/>
              <a:ext cx="1566925" cy="1566925"/>
            </a:xfrm>
            <a:custGeom>
              <a:rect b="b" l="l" r="r" t="t"/>
              <a:pathLst>
                <a:path extrusionOk="0" h="62677" w="62677">
                  <a:moveTo>
                    <a:pt x="31339" y="1"/>
                  </a:moveTo>
                  <a:cubicBezTo>
                    <a:pt x="14043" y="1"/>
                    <a:pt x="1" y="14044"/>
                    <a:pt x="1" y="31339"/>
                  </a:cubicBezTo>
                  <a:cubicBezTo>
                    <a:pt x="1" y="48664"/>
                    <a:pt x="14043" y="62677"/>
                    <a:pt x="31339" y="62677"/>
                  </a:cubicBezTo>
                  <a:cubicBezTo>
                    <a:pt x="48664" y="62677"/>
                    <a:pt x="62677" y="48664"/>
                    <a:pt x="62677" y="31339"/>
                  </a:cubicBezTo>
                  <a:cubicBezTo>
                    <a:pt x="62677" y="14044"/>
                    <a:pt x="48664" y="1"/>
                    <a:pt x="313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5"/>
            <p:cNvSpPr/>
            <p:nvPr/>
          </p:nvSpPr>
          <p:spPr>
            <a:xfrm>
              <a:off x="928600" y="80100"/>
              <a:ext cx="915700" cy="1832100"/>
            </a:xfrm>
            <a:custGeom>
              <a:rect b="b" l="l" r="r" t="t"/>
              <a:pathLst>
                <a:path extrusionOk="0" fill="none" h="73284" w="36628">
                  <a:moveTo>
                    <a:pt x="1" y="0"/>
                  </a:moveTo>
                  <a:cubicBezTo>
                    <a:pt x="20244" y="0"/>
                    <a:pt x="36627" y="16414"/>
                    <a:pt x="36627" y="36627"/>
                  </a:cubicBezTo>
                  <a:cubicBezTo>
                    <a:pt x="36627" y="56870"/>
                    <a:pt x="20244" y="73284"/>
                    <a:pt x="1" y="73284"/>
                  </a:cubicBezTo>
                </a:path>
              </a:pathLst>
            </a:custGeom>
            <a:noFill/>
            <a:ln cap="flat" cmpd="sng" w="94975">
              <a:solidFill>
                <a:srgbClr val="96A8AC"/>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0" name="Google Shape;780;p5"/>
          <p:cNvSpPr/>
          <p:nvPr/>
        </p:nvSpPr>
        <p:spPr>
          <a:xfrm>
            <a:off x="5580075" y="4705800"/>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1" name="Google Shape;781;p5"/>
          <p:cNvGrpSpPr/>
          <p:nvPr/>
        </p:nvGrpSpPr>
        <p:grpSpPr>
          <a:xfrm>
            <a:off x="7834197" y="3996071"/>
            <a:ext cx="1669742" cy="1687101"/>
            <a:chOff x="1996250" y="1552000"/>
            <a:chExt cx="1243200" cy="1256125"/>
          </a:xfrm>
        </p:grpSpPr>
        <p:sp>
          <p:nvSpPr>
            <p:cNvPr id="782" name="Google Shape;782;p5"/>
            <p:cNvSpPr/>
            <p:nvPr/>
          </p:nvSpPr>
          <p:spPr>
            <a:xfrm>
              <a:off x="1996250" y="1552000"/>
              <a:ext cx="88925" cy="88925"/>
            </a:xfrm>
            <a:custGeom>
              <a:rect b="b" l="l" r="r" t="t"/>
              <a:pathLst>
                <a:path extrusionOk="0" h="3557" w="3557">
                  <a:moveTo>
                    <a:pt x="1429" y="0"/>
                  </a:moveTo>
                  <a:lnTo>
                    <a:pt x="1429" y="1429"/>
                  </a:lnTo>
                  <a:lnTo>
                    <a:pt x="1" y="1429"/>
                  </a:lnTo>
                  <a:lnTo>
                    <a:pt x="1" y="2128"/>
                  </a:lnTo>
                  <a:lnTo>
                    <a:pt x="1429" y="2128"/>
                  </a:lnTo>
                  <a:lnTo>
                    <a:pt x="1429" y="3557"/>
                  </a:lnTo>
                  <a:lnTo>
                    <a:pt x="2128" y="3557"/>
                  </a:lnTo>
                  <a:lnTo>
                    <a:pt x="2128" y="2128"/>
                  </a:lnTo>
                  <a:lnTo>
                    <a:pt x="3557" y="2128"/>
                  </a:lnTo>
                  <a:lnTo>
                    <a:pt x="355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5"/>
            <p:cNvSpPr/>
            <p:nvPr/>
          </p:nvSpPr>
          <p:spPr>
            <a:xfrm>
              <a:off x="2140625" y="1552000"/>
              <a:ext cx="88925" cy="88925"/>
            </a:xfrm>
            <a:custGeom>
              <a:rect b="b" l="l" r="r" t="t"/>
              <a:pathLst>
                <a:path extrusionOk="0" h="3557" w="3557">
                  <a:moveTo>
                    <a:pt x="1429" y="0"/>
                  </a:moveTo>
                  <a:lnTo>
                    <a:pt x="1429" y="1429"/>
                  </a:lnTo>
                  <a:lnTo>
                    <a:pt x="1" y="1429"/>
                  </a:lnTo>
                  <a:lnTo>
                    <a:pt x="1" y="2128"/>
                  </a:lnTo>
                  <a:lnTo>
                    <a:pt x="1429" y="2128"/>
                  </a:lnTo>
                  <a:lnTo>
                    <a:pt x="1429" y="3557"/>
                  </a:lnTo>
                  <a:lnTo>
                    <a:pt x="2128" y="3557"/>
                  </a:lnTo>
                  <a:lnTo>
                    <a:pt x="2128" y="2128"/>
                  </a:lnTo>
                  <a:lnTo>
                    <a:pt x="3557" y="2128"/>
                  </a:lnTo>
                  <a:lnTo>
                    <a:pt x="355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5"/>
            <p:cNvSpPr/>
            <p:nvPr/>
          </p:nvSpPr>
          <p:spPr>
            <a:xfrm>
              <a:off x="2285000" y="1552000"/>
              <a:ext cx="88950" cy="88925"/>
            </a:xfrm>
            <a:custGeom>
              <a:rect b="b" l="l" r="r" t="t"/>
              <a:pathLst>
                <a:path extrusionOk="0" h="3557" w="3558">
                  <a:moveTo>
                    <a:pt x="1429" y="0"/>
                  </a:moveTo>
                  <a:lnTo>
                    <a:pt x="1429" y="1429"/>
                  </a:lnTo>
                  <a:lnTo>
                    <a:pt x="1" y="1429"/>
                  </a:lnTo>
                  <a:lnTo>
                    <a:pt x="1" y="2128"/>
                  </a:lnTo>
                  <a:lnTo>
                    <a:pt x="1429" y="2128"/>
                  </a:lnTo>
                  <a:lnTo>
                    <a:pt x="1429" y="3557"/>
                  </a:lnTo>
                  <a:lnTo>
                    <a:pt x="2129" y="3557"/>
                  </a:lnTo>
                  <a:lnTo>
                    <a:pt x="2129" y="2128"/>
                  </a:lnTo>
                  <a:lnTo>
                    <a:pt x="3557" y="2128"/>
                  </a:lnTo>
                  <a:lnTo>
                    <a:pt x="3557" y="1429"/>
                  </a:lnTo>
                  <a:lnTo>
                    <a:pt x="2129" y="1429"/>
                  </a:lnTo>
                  <a:lnTo>
                    <a:pt x="212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5"/>
            <p:cNvSpPr/>
            <p:nvPr/>
          </p:nvSpPr>
          <p:spPr>
            <a:xfrm>
              <a:off x="2429400" y="1552000"/>
              <a:ext cx="88925" cy="88925"/>
            </a:xfrm>
            <a:custGeom>
              <a:rect b="b" l="l" r="r" t="t"/>
              <a:pathLst>
                <a:path extrusionOk="0" h="3557" w="3557">
                  <a:moveTo>
                    <a:pt x="1398" y="0"/>
                  </a:moveTo>
                  <a:lnTo>
                    <a:pt x="1398" y="1429"/>
                  </a:lnTo>
                  <a:lnTo>
                    <a:pt x="0" y="1429"/>
                  </a:lnTo>
                  <a:lnTo>
                    <a:pt x="0" y="2128"/>
                  </a:lnTo>
                  <a:lnTo>
                    <a:pt x="1398" y="2128"/>
                  </a:lnTo>
                  <a:lnTo>
                    <a:pt x="1398" y="3557"/>
                  </a:lnTo>
                  <a:lnTo>
                    <a:pt x="2128" y="3557"/>
                  </a:lnTo>
                  <a:lnTo>
                    <a:pt x="2128" y="2128"/>
                  </a:lnTo>
                  <a:lnTo>
                    <a:pt x="3556" y="2128"/>
                  </a:lnTo>
                  <a:lnTo>
                    <a:pt x="3556"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5"/>
            <p:cNvSpPr/>
            <p:nvPr/>
          </p:nvSpPr>
          <p:spPr>
            <a:xfrm>
              <a:off x="2573000" y="1552000"/>
              <a:ext cx="89700" cy="88925"/>
            </a:xfrm>
            <a:custGeom>
              <a:rect b="b" l="l" r="r" t="t"/>
              <a:pathLst>
                <a:path extrusionOk="0" h="3557" w="3588">
                  <a:moveTo>
                    <a:pt x="1429" y="0"/>
                  </a:moveTo>
                  <a:lnTo>
                    <a:pt x="1429" y="1429"/>
                  </a:lnTo>
                  <a:lnTo>
                    <a:pt x="1" y="1429"/>
                  </a:lnTo>
                  <a:lnTo>
                    <a:pt x="1" y="2128"/>
                  </a:lnTo>
                  <a:lnTo>
                    <a:pt x="1429" y="2128"/>
                  </a:lnTo>
                  <a:lnTo>
                    <a:pt x="1429" y="3557"/>
                  </a:lnTo>
                  <a:lnTo>
                    <a:pt x="2159" y="3557"/>
                  </a:lnTo>
                  <a:lnTo>
                    <a:pt x="2159" y="2128"/>
                  </a:lnTo>
                  <a:lnTo>
                    <a:pt x="3588" y="2128"/>
                  </a:lnTo>
                  <a:lnTo>
                    <a:pt x="3588" y="1429"/>
                  </a:lnTo>
                  <a:lnTo>
                    <a:pt x="2159" y="1429"/>
                  </a:lnTo>
                  <a:lnTo>
                    <a:pt x="215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5"/>
            <p:cNvSpPr/>
            <p:nvPr/>
          </p:nvSpPr>
          <p:spPr>
            <a:xfrm>
              <a:off x="2717400" y="1552000"/>
              <a:ext cx="89675" cy="88925"/>
            </a:xfrm>
            <a:custGeom>
              <a:rect b="b" l="l" r="r" t="t"/>
              <a:pathLst>
                <a:path extrusionOk="0" h="3557" w="3587">
                  <a:moveTo>
                    <a:pt x="1429" y="0"/>
                  </a:moveTo>
                  <a:lnTo>
                    <a:pt x="1429" y="1429"/>
                  </a:lnTo>
                  <a:lnTo>
                    <a:pt x="0" y="1429"/>
                  </a:lnTo>
                  <a:lnTo>
                    <a:pt x="0" y="2128"/>
                  </a:lnTo>
                  <a:lnTo>
                    <a:pt x="1429" y="2128"/>
                  </a:lnTo>
                  <a:lnTo>
                    <a:pt x="1429" y="3557"/>
                  </a:lnTo>
                  <a:lnTo>
                    <a:pt x="2158" y="3557"/>
                  </a:lnTo>
                  <a:lnTo>
                    <a:pt x="2158" y="2128"/>
                  </a:lnTo>
                  <a:lnTo>
                    <a:pt x="3587" y="2128"/>
                  </a:lnTo>
                  <a:lnTo>
                    <a:pt x="3587" y="1429"/>
                  </a:lnTo>
                  <a:lnTo>
                    <a:pt x="2158" y="1429"/>
                  </a:lnTo>
                  <a:lnTo>
                    <a:pt x="215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5"/>
            <p:cNvSpPr/>
            <p:nvPr/>
          </p:nvSpPr>
          <p:spPr>
            <a:xfrm>
              <a:off x="2861775" y="1552000"/>
              <a:ext cx="89675" cy="88925"/>
            </a:xfrm>
            <a:custGeom>
              <a:rect b="b" l="l" r="r" t="t"/>
              <a:pathLst>
                <a:path extrusionOk="0" h="3557" w="3587">
                  <a:moveTo>
                    <a:pt x="1429" y="0"/>
                  </a:moveTo>
                  <a:lnTo>
                    <a:pt x="1429" y="1429"/>
                  </a:lnTo>
                  <a:lnTo>
                    <a:pt x="0" y="1429"/>
                  </a:lnTo>
                  <a:lnTo>
                    <a:pt x="0" y="2128"/>
                  </a:lnTo>
                  <a:lnTo>
                    <a:pt x="1429" y="2128"/>
                  </a:lnTo>
                  <a:lnTo>
                    <a:pt x="1429" y="3557"/>
                  </a:lnTo>
                  <a:lnTo>
                    <a:pt x="2158" y="3557"/>
                  </a:lnTo>
                  <a:lnTo>
                    <a:pt x="2158" y="2128"/>
                  </a:lnTo>
                  <a:lnTo>
                    <a:pt x="3587" y="2128"/>
                  </a:lnTo>
                  <a:lnTo>
                    <a:pt x="3587" y="1429"/>
                  </a:lnTo>
                  <a:lnTo>
                    <a:pt x="2158" y="1429"/>
                  </a:lnTo>
                  <a:lnTo>
                    <a:pt x="215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5"/>
            <p:cNvSpPr/>
            <p:nvPr/>
          </p:nvSpPr>
          <p:spPr>
            <a:xfrm>
              <a:off x="3006150" y="1552000"/>
              <a:ext cx="89700" cy="88925"/>
            </a:xfrm>
            <a:custGeom>
              <a:rect b="b" l="l" r="r" t="t"/>
              <a:pathLst>
                <a:path extrusionOk="0" h="3557" w="3588">
                  <a:moveTo>
                    <a:pt x="1429" y="0"/>
                  </a:moveTo>
                  <a:lnTo>
                    <a:pt x="1429" y="1429"/>
                  </a:lnTo>
                  <a:lnTo>
                    <a:pt x="0" y="1429"/>
                  </a:lnTo>
                  <a:lnTo>
                    <a:pt x="0" y="2128"/>
                  </a:lnTo>
                  <a:lnTo>
                    <a:pt x="1429" y="2128"/>
                  </a:lnTo>
                  <a:lnTo>
                    <a:pt x="1429" y="3557"/>
                  </a:lnTo>
                  <a:lnTo>
                    <a:pt x="2128" y="3557"/>
                  </a:lnTo>
                  <a:lnTo>
                    <a:pt x="2128" y="2128"/>
                  </a:lnTo>
                  <a:lnTo>
                    <a:pt x="3587" y="2128"/>
                  </a:lnTo>
                  <a:lnTo>
                    <a:pt x="358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5"/>
            <p:cNvSpPr/>
            <p:nvPr/>
          </p:nvSpPr>
          <p:spPr>
            <a:xfrm>
              <a:off x="3150525" y="1552000"/>
              <a:ext cx="88925" cy="88925"/>
            </a:xfrm>
            <a:custGeom>
              <a:rect b="b" l="l" r="r" t="t"/>
              <a:pathLst>
                <a:path extrusionOk="0" h="3557" w="3557">
                  <a:moveTo>
                    <a:pt x="1429" y="0"/>
                  </a:moveTo>
                  <a:lnTo>
                    <a:pt x="1429" y="1429"/>
                  </a:lnTo>
                  <a:lnTo>
                    <a:pt x="1" y="1429"/>
                  </a:lnTo>
                  <a:lnTo>
                    <a:pt x="1" y="2128"/>
                  </a:lnTo>
                  <a:lnTo>
                    <a:pt x="1429" y="2128"/>
                  </a:lnTo>
                  <a:lnTo>
                    <a:pt x="1429" y="3557"/>
                  </a:lnTo>
                  <a:lnTo>
                    <a:pt x="2159" y="3557"/>
                  </a:lnTo>
                  <a:lnTo>
                    <a:pt x="2159" y="2128"/>
                  </a:lnTo>
                  <a:lnTo>
                    <a:pt x="3557" y="2128"/>
                  </a:lnTo>
                  <a:lnTo>
                    <a:pt x="3557" y="1429"/>
                  </a:lnTo>
                  <a:lnTo>
                    <a:pt x="2159" y="1429"/>
                  </a:lnTo>
                  <a:lnTo>
                    <a:pt x="215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5"/>
            <p:cNvSpPr/>
            <p:nvPr/>
          </p:nvSpPr>
          <p:spPr>
            <a:xfrm>
              <a:off x="1996250" y="1697900"/>
              <a:ext cx="88925" cy="88925"/>
            </a:xfrm>
            <a:custGeom>
              <a:rect b="b" l="l" r="r" t="t"/>
              <a:pathLst>
                <a:path extrusionOk="0" h="3557" w="3557">
                  <a:moveTo>
                    <a:pt x="1429" y="0"/>
                  </a:moveTo>
                  <a:lnTo>
                    <a:pt x="1429" y="1429"/>
                  </a:lnTo>
                  <a:lnTo>
                    <a:pt x="1" y="1429"/>
                  </a:lnTo>
                  <a:lnTo>
                    <a:pt x="1" y="2128"/>
                  </a:lnTo>
                  <a:lnTo>
                    <a:pt x="1429" y="2128"/>
                  </a:lnTo>
                  <a:lnTo>
                    <a:pt x="1429" y="3557"/>
                  </a:lnTo>
                  <a:lnTo>
                    <a:pt x="2128" y="3557"/>
                  </a:lnTo>
                  <a:lnTo>
                    <a:pt x="2128" y="2128"/>
                  </a:lnTo>
                  <a:lnTo>
                    <a:pt x="3557" y="2128"/>
                  </a:lnTo>
                  <a:lnTo>
                    <a:pt x="355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5"/>
            <p:cNvSpPr/>
            <p:nvPr/>
          </p:nvSpPr>
          <p:spPr>
            <a:xfrm>
              <a:off x="2140625" y="1697900"/>
              <a:ext cx="88925" cy="88925"/>
            </a:xfrm>
            <a:custGeom>
              <a:rect b="b" l="l" r="r" t="t"/>
              <a:pathLst>
                <a:path extrusionOk="0" h="3557" w="3557">
                  <a:moveTo>
                    <a:pt x="1429" y="0"/>
                  </a:moveTo>
                  <a:lnTo>
                    <a:pt x="1429" y="1429"/>
                  </a:lnTo>
                  <a:lnTo>
                    <a:pt x="1" y="1429"/>
                  </a:lnTo>
                  <a:lnTo>
                    <a:pt x="1" y="2128"/>
                  </a:lnTo>
                  <a:lnTo>
                    <a:pt x="1429" y="2128"/>
                  </a:lnTo>
                  <a:lnTo>
                    <a:pt x="1429" y="3557"/>
                  </a:lnTo>
                  <a:lnTo>
                    <a:pt x="2128" y="3557"/>
                  </a:lnTo>
                  <a:lnTo>
                    <a:pt x="2128" y="2128"/>
                  </a:lnTo>
                  <a:lnTo>
                    <a:pt x="3557" y="2128"/>
                  </a:lnTo>
                  <a:lnTo>
                    <a:pt x="355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5"/>
            <p:cNvSpPr/>
            <p:nvPr/>
          </p:nvSpPr>
          <p:spPr>
            <a:xfrm>
              <a:off x="2285000" y="1697900"/>
              <a:ext cx="88950" cy="88925"/>
            </a:xfrm>
            <a:custGeom>
              <a:rect b="b" l="l" r="r" t="t"/>
              <a:pathLst>
                <a:path extrusionOk="0" h="3557" w="3558">
                  <a:moveTo>
                    <a:pt x="1429" y="0"/>
                  </a:moveTo>
                  <a:lnTo>
                    <a:pt x="1429" y="1429"/>
                  </a:lnTo>
                  <a:lnTo>
                    <a:pt x="1" y="1429"/>
                  </a:lnTo>
                  <a:lnTo>
                    <a:pt x="1" y="2128"/>
                  </a:lnTo>
                  <a:lnTo>
                    <a:pt x="1429" y="2128"/>
                  </a:lnTo>
                  <a:lnTo>
                    <a:pt x="1429" y="3557"/>
                  </a:lnTo>
                  <a:lnTo>
                    <a:pt x="2129" y="3557"/>
                  </a:lnTo>
                  <a:lnTo>
                    <a:pt x="2129" y="2128"/>
                  </a:lnTo>
                  <a:lnTo>
                    <a:pt x="3557" y="2128"/>
                  </a:lnTo>
                  <a:lnTo>
                    <a:pt x="3557" y="1429"/>
                  </a:lnTo>
                  <a:lnTo>
                    <a:pt x="2129" y="1429"/>
                  </a:lnTo>
                  <a:lnTo>
                    <a:pt x="212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5"/>
            <p:cNvSpPr/>
            <p:nvPr/>
          </p:nvSpPr>
          <p:spPr>
            <a:xfrm>
              <a:off x="2429400" y="1697900"/>
              <a:ext cx="88925" cy="88925"/>
            </a:xfrm>
            <a:custGeom>
              <a:rect b="b" l="l" r="r" t="t"/>
              <a:pathLst>
                <a:path extrusionOk="0" h="3557" w="3557">
                  <a:moveTo>
                    <a:pt x="1398" y="0"/>
                  </a:moveTo>
                  <a:lnTo>
                    <a:pt x="1398" y="1429"/>
                  </a:lnTo>
                  <a:lnTo>
                    <a:pt x="0" y="1429"/>
                  </a:lnTo>
                  <a:lnTo>
                    <a:pt x="0" y="2128"/>
                  </a:lnTo>
                  <a:lnTo>
                    <a:pt x="1398" y="2128"/>
                  </a:lnTo>
                  <a:lnTo>
                    <a:pt x="1398" y="3557"/>
                  </a:lnTo>
                  <a:lnTo>
                    <a:pt x="2128" y="3557"/>
                  </a:lnTo>
                  <a:lnTo>
                    <a:pt x="2128" y="2128"/>
                  </a:lnTo>
                  <a:lnTo>
                    <a:pt x="3556" y="2128"/>
                  </a:lnTo>
                  <a:lnTo>
                    <a:pt x="3556"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5"/>
            <p:cNvSpPr/>
            <p:nvPr/>
          </p:nvSpPr>
          <p:spPr>
            <a:xfrm>
              <a:off x="2573000" y="1697900"/>
              <a:ext cx="89700" cy="88925"/>
            </a:xfrm>
            <a:custGeom>
              <a:rect b="b" l="l" r="r" t="t"/>
              <a:pathLst>
                <a:path extrusionOk="0" h="3557" w="3588">
                  <a:moveTo>
                    <a:pt x="1429" y="0"/>
                  </a:moveTo>
                  <a:lnTo>
                    <a:pt x="1429" y="1429"/>
                  </a:lnTo>
                  <a:lnTo>
                    <a:pt x="1" y="1429"/>
                  </a:lnTo>
                  <a:lnTo>
                    <a:pt x="1" y="2128"/>
                  </a:lnTo>
                  <a:lnTo>
                    <a:pt x="1429" y="2128"/>
                  </a:lnTo>
                  <a:lnTo>
                    <a:pt x="1429" y="3557"/>
                  </a:lnTo>
                  <a:lnTo>
                    <a:pt x="2159" y="3557"/>
                  </a:lnTo>
                  <a:lnTo>
                    <a:pt x="2159" y="2128"/>
                  </a:lnTo>
                  <a:lnTo>
                    <a:pt x="3588" y="2128"/>
                  </a:lnTo>
                  <a:lnTo>
                    <a:pt x="3588" y="1429"/>
                  </a:lnTo>
                  <a:lnTo>
                    <a:pt x="2159" y="1429"/>
                  </a:lnTo>
                  <a:lnTo>
                    <a:pt x="215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5"/>
            <p:cNvSpPr/>
            <p:nvPr/>
          </p:nvSpPr>
          <p:spPr>
            <a:xfrm>
              <a:off x="2717400" y="1697900"/>
              <a:ext cx="89675" cy="88925"/>
            </a:xfrm>
            <a:custGeom>
              <a:rect b="b" l="l" r="r" t="t"/>
              <a:pathLst>
                <a:path extrusionOk="0" h="3557" w="3587">
                  <a:moveTo>
                    <a:pt x="1429" y="0"/>
                  </a:moveTo>
                  <a:lnTo>
                    <a:pt x="1429" y="1429"/>
                  </a:lnTo>
                  <a:lnTo>
                    <a:pt x="0" y="1429"/>
                  </a:lnTo>
                  <a:lnTo>
                    <a:pt x="0" y="2128"/>
                  </a:lnTo>
                  <a:lnTo>
                    <a:pt x="1429" y="2128"/>
                  </a:lnTo>
                  <a:lnTo>
                    <a:pt x="1429" y="3557"/>
                  </a:lnTo>
                  <a:lnTo>
                    <a:pt x="2158" y="3557"/>
                  </a:lnTo>
                  <a:lnTo>
                    <a:pt x="2158" y="2128"/>
                  </a:lnTo>
                  <a:lnTo>
                    <a:pt x="3587" y="2128"/>
                  </a:lnTo>
                  <a:lnTo>
                    <a:pt x="3587" y="1429"/>
                  </a:lnTo>
                  <a:lnTo>
                    <a:pt x="2158" y="1429"/>
                  </a:lnTo>
                  <a:lnTo>
                    <a:pt x="215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5"/>
            <p:cNvSpPr/>
            <p:nvPr/>
          </p:nvSpPr>
          <p:spPr>
            <a:xfrm>
              <a:off x="2861775" y="1697900"/>
              <a:ext cx="89675" cy="88925"/>
            </a:xfrm>
            <a:custGeom>
              <a:rect b="b" l="l" r="r" t="t"/>
              <a:pathLst>
                <a:path extrusionOk="0" h="3557" w="3587">
                  <a:moveTo>
                    <a:pt x="1429" y="0"/>
                  </a:moveTo>
                  <a:lnTo>
                    <a:pt x="1429" y="1429"/>
                  </a:lnTo>
                  <a:lnTo>
                    <a:pt x="0" y="1429"/>
                  </a:lnTo>
                  <a:lnTo>
                    <a:pt x="0" y="2128"/>
                  </a:lnTo>
                  <a:lnTo>
                    <a:pt x="1429" y="2128"/>
                  </a:lnTo>
                  <a:lnTo>
                    <a:pt x="1429" y="3557"/>
                  </a:lnTo>
                  <a:lnTo>
                    <a:pt x="2158" y="3557"/>
                  </a:lnTo>
                  <a:lnTo>
                    <a:pt x="2158" y="2128"/>
                  </a:lnTo>
                  <a:lnTo>
                    <a:pt x="3587" y="2128"/>
                  </a:lnTo>
                  <a:lnTo>
                    <a:pt x="3587" y="1429"/>
                  </a:lnTo>
                  <a:lnTo>
                    <a:pt x="2158" y="1429"/>
                  </a:lnTo>
                  <a:lnTo>
                    <a:pt x="215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5"/>
            <p:cNvSpPr/>
            <p:nvPr/>
          </p:nvSpPr>
          <p:spPr>
            <a:xfrm>
              <a:off x="3006150" y="1697900"/>
              <a:ext cx="89700" cy="88925"/>
            </a:xfrm>
            <a:custGeom>
              <a:rect b="b" l="l" r="r" t="t"/>
              <a:pathLst>
                <a:path extrusionOk="0" h="3557" w="3588">
                  <a:moveTo>
                    <a:pt x="1429" y="0"/>
                  </a:moveTo>
                  <a:lnTo>
                    <a:pt x="1429" y="1429"/>
                  </a:lnTo>
                  <a:lnTo>
                    <a:pt x="0" y="1429"/>
                  </a:lnTo>
                  <a:lnTo>
                    <a:pt x="0" y="2128"/>
                  </a:lnTo>
                  <a:lnTo>
                    <a:pt x="1429" y="2128"/>
                  </a:lnTo>
                  <a:lnTo>
                    <a:pt x="1429" y="3557"/>
                  </a:lnTo>
                  <a:lnTo>
                    <a:pt x="2128" y="3557"/>
                  </a:lnTo>
                  <a:lnTo>
                    <a:pt x="2128" y="2128"/>
                  </a:lnTo>
                  <a:lnTo>
                    <a:pt x="3587" y="2128"/>
                  </a:lnTo>
                  <a:lnTo>
                    <a:pt x="358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5"/>
            <p:cNvSpPr/>
            <p:nvPr/>
          </p:nvSpPr>
          <p:spPr>
            <a:xfrm>
              <a:off x="3150525" y="1697900"/>
              <a:ext cx="88925" cy="88925"/>
            </a:xfrm>
            <a:custGeom>
              <a:rect b="b" l="l" r="r" t="t"/>
              <a:pathLst>
                <a:path extrusionOk="0" h="3557" w="3557">
                  <a:moveTo>
                    <a:pt x="1429" y="0"/>
                  </a:moveTo>
                  <a:lnTo>
                    <a:pt x="1429" y="1429"/>
                  </a:lnTo>
                  <a:lnTo>
                    <a:pt x="1" y="1429"/>
                  </a:lnTo>
                  <a:lnTo>
                    <a:pt x="1" y="2128"/>
                  </a:lnTo>
                  <a:lnTo>
                    <a:pt x="1429" y="2128"/>
                  </a:lnTo>
                  <a:lnTo>
                    <a:pt x="1429" y="3557"/>
                  </a:lnTo>
                  <a:lnTo>
                    <a:pt x="2159" y="3557"/>
                  </a:lnTo>
                  <a:lnTo>
                    <a:pt x="2159" y="2128"/>
                  </a:lnTo>
                  <a:lnTo>
                    <a:pt x="3557" y="2128"/>
                  </a:lnTo>
                  <a:lnTo>
                    <a:pt x="3557" y="1429"/>
                  </a:lnTo>
                  <a:lnTo>
                    <a:pt x="2159" y="1429"/>
                  </a:lnTo>
                  <a:lnTo>
                    <a:pt x="215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5"/>
            <p:cNvSpPr/>
            <p:nvPr/>
          </p:nvSpPr>
          <p:spPr>
            <a:xfrm>
              <a:off x="1996250" y="1843800"/>
              <a:ext cx="88925" cy="88925"/>
            </a:xfrm>
            <a:custGeom>
              <a:rect b="b" l="l" r="r" t="t"/>
              <a:pathLst>
                <a:path extrusionOk="0" h="3557" w="3557">
                  <a:moveTo>
                    <a:pt x="1429" y="0"/>
                  </a:moveTo>
                  <a:lnTo>
                    <a:pt x="1429" y="1429"/>
                  </a:lnTo>
                  <a:lnTo>
                    <a:pt x="1" y="1429"/>
                  </a:lnTo>
                  <a:lnTo>
                    <a:pt x="1" y="2128"/>
                  </a:lnTo>
                  <a:lnTo>
                    <a:pt x="1429" y="2128"/>
                  </a:lnTo>
                  <a:lnTo>
                    <a:pt x="1429" y="3556"/>
                  </a:lnTo>
                  <a:lnTo>
                    <a:pt x="2128" y="3556"/>
                  </a:lnTo>
                  <a:lnTo>
                    <a:pt x="2128" y="2128"/>
                  </a:lnTo>
                  <a:lnTo>
                    <a:pt x="3557" y="2128"/>
                  </a:lnTo>
                  <a:lnTo>
                    <a:pt x="355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5"/>
            <p:cNvSpPr/>
            <p:nvPr/>
          </p:nvSpPr>
          <p:spPr>
            <a:xfrm>
              <a:off x="2140625" y="1843800"/>
              <a:ext cx="88925" cy="88925"/>
            </a:xfrm>
            <a:custGeom>
              <a:rect b="b" l="l" r="r" t="t"/>
              <a:pathLst>
                <a:path extrusionOk="0" h="3557" w="3557">
                  <a:moveTo>
                    <a:pt x="1429" y="0"/>
                  </a:moveTo>
                  <a:lnTo>
                    <a:pt x="1429" y="1429"/>
                  </a:lnTo>
                  <a:lnTo>
                    <a:pt x="1" y="1429"/>
                  </a:lnTo>
                  <a:lnTo>
                    <a:pt x="1" y="2128"/>
                  </a:lnTo>
                  <a:lnTo>
                    <a:pt x="1429" y="2128"/>
                  </a:lnTo>
                  <a:lnTo>
                    <a:pt x="1429" y="3556"/>
                  </a:lnTo>
                  <a:lnTo>
                    <a:pt x="2128" y="3556"/>
                  </a:lnTo>
                  <a:lnTo>
                    <a:pt x="2128" y="2128"/>
                  </a:lnTo>
                  <a:lnTo>
                    <a:pt x="3557" y="2128"/>
                  </a:lnTo>
                  <a:lnTo>
                    <a:pt x="355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5"/>
            <p:cNvSpPr/>
            <p:nvPr/>
          </p:nvSpPr>
          <p:spPr>
            <a:xfrm>
              <a:off x="2285000" y="1843800"/>
              <a:ext cx="88950" cy="88925"/>
            </a:xfrm>
            <a:custGeom>
              <a:rect b="b" l="l" r="r" t="t"/>
              <a:pathLst>
                <a:path extrusionOk="0" h="3557" w="3558">
                  <a:moveTo>
                    <a:pt x="1429" y="0"/>
                  </a:moveTo>
                  <a:lnTo>
                    <a:pt x="1429" y="1429"/>
                  </a:lnTo>
                  <a:lnTo>
                    <a:pt x="1" y="1429"/>
                  </a:lnTo>
                  <a:lnTo>
                    <a:pt x="1" y="2128"/>
                  </a:lnTo>
                  <a:lnTo>
                    <a:pt x="1429" y="2128"/>
                  </a:lnTo>
                  <a:lnTo>
                    <a:pt x="1429" y="3556"/>
                  </a:lnTo>
                  <a:lnTo>
                    <a:pt x="2129" y="3556"/>
                  </a:lnTo>
                  <a:lnTo>
                    <a:pt x="2129" y="2128"/>
                  </a:lnTo>
                  <a:lnTo>
                    <a:pt x="3557" y="2128"/>
                  </a:lnTo>
                  <a:lnTo>
                    <a:pt x="3557" y="1429"/>
                  </a:lnTo>
                  <a:lnTo>
                    <a:pt x="2129" y="1429"/>
                  </a:lnTo>
                  <a:lnTo>
                    <a:pt x="212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5"/>
            <p:cNvSpPr/>
            <p:nvPr/>
          </p:nvSpPr>
          <p:spPr>
            <a:xfrm>
              <a:off x="2429400" y="1843800"/>
              <a:ext cx="88925" cy="88925"/>
            </a:xfrm>
            <a:custGeom>
              <a:rect b="b" l="l" r="r" t="t"/>
              <a:pathLst>
                <a:path extrusionOk="0" h="3557" w="3557">
                  <a:moveTo>
                    <a:pt x="1398" y="0"/>
                  </a:moveTo>
                  <a:lnTo>
                    <a:pt x="1398" y="1429"/>
                  </a:lnTo>
                  <a:lnTo>
                    <a:pt x="0" y="1429"/>
                  </a:lnTo>
                  <a:lnTo>
                    <a:pt x="0" y="2128"/>
                  </a:lnTo>
                  <a:lnTo>
                    <a:pt x="1398" y="2128"/>
                  </a:lnTo>
                  <a:lnTo>
                    <a:pt x="1398" y="3556"/>
                  </a:lnTo>
                  <a:lnTo>
                    <a:pt x="2128" y="3556"/>
                  </a:lnTo>
                  <a:lnTo>
                    <a:pt x="2128" y="2128"/>
                  </a:lnTo>
                  <a:lnTo>
                    <a:pt x="3556" y="2128"/>
                  </a:lnTo>
                  <a:lnTo>
                    <a:pt x="3556"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5"/>
            <p:cNvSpPr/>
            <p:nvPr/>
          </p:nvSpPr>
          <p:spPr>
            <a:xfrm>
              <a:off x="2573000" y="1843800"/>
              <a:ext cx="89700" cy="88925"/>
            </a:xfrm>
            <a:custGeom>
              <a:rect b="b" l="l" r="r" t="t"/>
              <a:pathLst>
                <a:path extrusionOk="0" h="3557" w="3588">
                  <a:moveTo>
                    <a:pt x="1429" y="0"/>
                  </a:moveTo>
                  <a:lnTo>
                    <a:pt x="1429" y="1429"/>
                  </a:lnTo>
                  <a:lnTo>
                    <a:pt x="1" y="1429"/>
                  </a:lnTo>
                  <a:lnTo>
                    <a:pt x="1" y="2128"/>
                  </a:lnTo>
                  <a:lnTo>
                    <a:pt x="1429" y="2128"/>
                  </a:lnTo>
                  <a:lnTo>
                    <a:pt x="1429" y="3556"/>
                  </a:lnTo>
                  <a:lnTo>
                    <a:pt x="2159" y="3556"/>
                  </a:lnTo>
                  <a:lnTo>
                    <a:pt x="2159" y="2128"/>
                  </a:lnTo>
                  <a:lnTo>
                    <a:pt x="3588" y="2128"/>
                  </a:lnTo>
                  <a:lnTo>
                    <a:pt x="3588" y="1429"/>
                  </a:lnTo>
                  <a:lnTo>
                    <a:pt x="2159" y="1429"/>
                  </a:lnTo>
                  <a:lnTo>
                    <a:pt x="215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5"/>
            <p:cNvSpPr/>
            <p:nvPr/>
          </p:nvSpPr>
          <p:spPr>
            <a:xfrm>
              <a:off x="2717400" y="1843800"/>
              <a:ext cx="89675" cy="88925"/>
            </a:xfrm>
            <a:custGeom>
              <a:rect b="b" l="l" r="r" t="t"/>
              <a:pathLst>
                <a:path extrusionOk="0" h="3557" w="3587">
                  <a:moveTo>
                    <a:pt x="1429" y="0"/>
                  </a:moveTo>
                  <a:lnTo>
                    <a:pt x="1429" y="1429"/>
                  </a:lnTo>
                  <a:lnTo>
                    <a:pt x="0" y="1429"/>
                  </a:lnTo>
                  <a:lnTo>
                    <a:pt x="0" y="2128"/>
                  </a:lnTo>
                  <a:lnTo>
                    <a:pt x="1429" y="2128"/>
                  </a:lnTo>
                  <a:lnTo>
                    <a:pt x="1429" y="3556"/>
                  </a:lnTo>
                  <a:lnTo>
                    <a:pt x="2158" y="3556"/>
                  </a:lnTo>
                  <a:lnTo>
                    <a:pt x="2158" y="2128"/>
                  </a:lnTo>
                  <a:lnTo>
                    <a:pt x="3587" y="2128"/>
                  </a:lnTo>
                  <a:lnTo>
                    <a:pt x="3587" y="1429"/>
                  </a:lnTo>
                  <a:lnTo>
                    <a:pt x="2158" y="1429"/>
                  </a:lnTo>
                  <a:lnTo>
                    <a:pt x="215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5"/>
            <p:cNvSpPr/>
            <p:nvPr/>
          </p:nvSpPr>
          <p:spPr>
            <a:xfrm>
              <a:off x="2861775" y="1843800"/>
              <a:ext cx="89675" cy="88925"/>
            </a:xfrm>
            <a:custGeom>
              <a:rect b="b" l="l" r="r" t="t"/>
              <a:pathLst>
                <a:path extrusionOk="0" h="3557" w="3587">
                  <a:moveTo>
                    <a:pt x="1429" y="0"/>
                  </a:moveTo>
                  <a:lnTo>
                    <a:pt x="1429" y="1429"/>
                  </a:lnTo>
                  <a:lnTo>
                    <a:pt x="0" y="1429"/>
                  </a:lnTo>
                  <a:lnTo>
                    <a:pt x="0" y="2128"/>
                  </a:lnTo>
                  <a:lnTo>
                    <a:pt x="1429" y="2128"/>
                  </a:lnTo>
                  <a:lnTo>
                    <a:pt x="1429" y="3556"/>
                  </a:lnTo>
                  <a:lnTo>
                    <a:pt x="2158" y="3556"/>
                  </a:lnTo>
                  <a:lnTo>
                    <a:pt x="2158" y="2128"/>
                  </a:lnTo>
                  <a:lnTo>
                    <a:pt x="3587" y="2128"/>
                  </a:lnTo>
                  <a:lnTo>
                    <a:pt x="3587" y="1429"/>
                  </a:lnTo>
                  <a:lnTo>
                    <a:pt x="2158" y="1429"/>
                  </a:lnTo>
                  <a:lnTo>
                    <a:pt x="215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5"/>
            <p:cNvSpPr/>
            <p:nvPr/>
          </p:nvSpPr>
          <p:spPr>
            <a:xfrm>
              <a:off x="3006150" y="1843800"/>
              <a:ext cx="89700" cy="88925"/>
            </a:xfrm>
            <a:custGeom>
              <a:rect b="b" l="l" r="r" t="t"/>
              <a:pathLst>
                <a:path extrusionOk="0" h="3557" w="3588">
                  <a:moveTo>
                    <a:pt x="1429" y="0"/>
                  </a:moveTo>
                  <a:lnTo>
                    <a:pt x="1429" y="1429"/>
                  </a:lnTo>
                  <a:lnTo>
                    <a:pt x="0" y="1429"/>
                  </a:lnTo>
                  <a:lnTo>
                    <a:pt x="0" y="2128"/>
                  </a:lnTo>
                  <a:lnTo>
                    <a:pt x="1429" y="2128"/>
                  </a:lnTo>
                  <a:lnTo>
                    <a:pt x="1429" y="3556"/>
                  </a:lnTo>
                  <a:lnTo>
                    <a:pt x="2128" y="3556"/>
                  </a:lnTo>
                  <a:lnTo>
                    <a:pt x="2128" y="2128"/>
                  </a:lnTo>
                  <a:lnTo>
                    <a:pt x="3587" y="2128"/>
                  </a:lnTo>
                  <a:lnTo>
                    <a:pt x="358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5"/>
            <p:cNvSpPr/>
            <p:nvPr/>
          </p:nvSpPr>
          <p:spPr>
            <a:xfrm>
              <a:off x="3150525" y="1843800"/>
              <a:ext cx="88925" cy="88925"/>
            </a:xfrm>
            <a:custGeom>
              <a:rect b="b" l="l" r="r" t="t"/>
              <a:pathLst>
                <a:path extrusionOk="0" h="3557" w="3557">
                  <a:moveTo>
                    <a:pt x="1429" y="0"/>
                  </a:moveTo>
                  <a:lnTo>
                    <a:pt x="1429" y="1429"/>
                  </a:lnTo>
                  <a:lnTo>
                    <a:pt x="1" y="1429"/>
                  </a:lnTo>
                  <a:lnTo>
                    <a:pt x="1" y="2128"/>
                  </a:lnTo>
                  <a:lnTo>
                    <a:pt x="1429" y="2128"/>
                  </a:lnTo>
                  <a:lnTo>
                    <a:pt x="1429" y="3556"/>
                  </a:lnTo>
                  <a:lnTo>
                    <a:pt x="2159" y="3556"/>
                  </a:lnTo>
                  <a:lnTo>
                    <a:pt x="2159" y="2128"/>
                  </a:lnTo>
                  <a:lnTo>
                    <a:pt x="3557" y="2128"/>
                  </a:lnTo>
                  <a:lnTo>
                    <a:pt x="3557" y="1429"/>
                  </a:lnTo>
                  <a:lnTo>
                    <a:pt x="2159" y="1429"/>
                  </a:lnTo>
                  <a:lnTo>
                    <a:pt x="215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5"/>
            <p:cNvSpPr/>
            <p:nvPr/>
          </p:nvSpPr>
          <p:spPr>
            <a:xfrm>
              <a:off x="1996250" y="1989700"/>
              <a:ext cx="88925" cy="88925"/>
            </a:xfrm>
            <a:custGeom>
              <a:rect b="b" l="l" r="r" t="t"/>
              <a:pathLst>
                <a:path extrusionOk="0" h="3557" w="3557">
                  <a:moveTo>
                    <a:pt x="1429" y="0"/>
                  </a:moveTo>
                  <a:lnTo>
                    <a:pt x="1429" y="1429"/>
                  </a:lnTo>
                  <a:lnTo>
                    <a:pt x="1" y="1429"/>
                  </a:lnTo>
                  <a:lnTo>
                    <a:pt x="1" y="2128"/>
                  </a:lnTo>
                  <a:lnTo>
                    <a:pt x="1429" y="2128"/>
                  </a:lnTo>
                  <a:lnTo>
                    <a:pt x="1429" y="3556"/>
                  </a:lnTo>
                  <a:lnTo>
                    <a:pt x="2128" y="3556"/>
                  </a:lnTo>
                  <a:lnTo>
                    <a:pt x="2128" y="2128"/>
                  </a:lnTo>
                  <a:lnTo>
                    <a:pt x="3557" y="2128"/>
                  </a:lnTo>
                  <a:lnTo>
                    <a:pt x="355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5"/>
            <p:cNvSpPr/>
            <p:nvPr/>
          </p:nvSpPr>
          <p:spPr>
            <a:xfrm>
              <a:off x="2140625" y="1989700"/>
              <a:ext cx="88925" cy="88925"/>
            </a:xfrm>
            <a:custGeom>
              <a:rect b="b" l="l" r="r" t="t"/>
              <a:pathLst>
                <a:path extrusionOk="0" h="3557" w="3557">
                  <a:moveTo>
                    <a:pt x="1429" y="0"/>
                  </a:moveTo>
                  <a:lnTo>
                    <a:pt x="1429" y="1429"/>
                  </a:lnTo>
                  <a:lnTo>
                    <a:pt x="1" y="1429"/>
                  </a:lnTo>
                  <a:lnTo>
                    <a:pt x="1" y="2128"/>
                  </a:lnTo>
                  <a:lnTo>
                    <a:pt x="1429" y="2128"/>
                  </a:lnTo>
                  <a:lnTo>
                    <a:pt x="1429" y="3556"/>
                  </a:lnTo>
                  <a:lnTo>
                    <a:pt x="2128" y="3556"/>
                  </a:lnTo>
                  <a:lnTo>
                    <a:pt x="2128" y="2128"/>
                  </a:lnTo>
                  <a:lnTo>
                    <a:pt x="3557" y="2128"/>
                  </a:lnTo>
                  <a:lnTo>
                    <a:pt x="355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5"/>
            <p:cNvSpPr/>
            <p:nvPr/>
          </p:nvSpPr>
          <p:spPr>
            <a:xfrm>
              <a:off x="2285000" y="1989700"/>
              <a:ext cx="88950" cy="88925"/>
            </a:xfrm>
            <a:custGeom>
              <a:rect b="b" l="l" r="r" t="t"/>
              <a:pathLst>
                <a:path extrusionOk="0" h="3557" w="3558">
                  <a:moveTo>
                    <a:pt x="1429" y="0"/>
                  </a:moveTo>
                  <a:lnTo>
                    <a:pt x="1429" y="1429"/>
                  </a:lnTo>
                  <a:lnTo>
                    <a:pt x="1" y="1429"/>
                  </a:lnTo>
                  <a:lnTo>
                    <a:pt x="1" y="2128"/>
                  </a:lnTo>
                  <a:lnTo>
                    <a:pt x="1429" y="2128"/>
                  </a:lnTo>
                  <a:lnTo>
                    <a:pt x="1429" y="3556"/>
                  </a:lnTo>
                  <a:lnTo>
                    <a:pt x="2129" y="3556"/>
                  </a:lnTo>
                  <a:lnTo>
                    <a:pt x="2129" y="2128"/>
                  </a:lnTo>
                  <a:lnTo>
                    <a:pt x="3557" y="2128"/>
                  </a:lnTo>
                  <a:lnTo>
                    <a:pt x="3557" y="1429"/>
                  </a:lnTo>
                  <a:lnTo>
                    <a:pt x="2129" y="1429"/>
                  </a:lnTo>
                  <a:lnTo>
                    <a:pt x="212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5"/>
            <p:cNvSpPr/>
            <p:nvPr/>
          </p:nvSpPr>
          <p:spPr>
            <a:xfrm>
              <a:off x="2429400" y="1989700"/>
              <a:ext cx="88925" cy="88925"/>
            </a:xfrm>
            <a:custGeom>
              <a:rect b="b" l="l" r="r" t="t"/>
              <a:pathLst>
                <a:path extrusionOk="0" h="3557" w="3557">
                  <a:moveTo>
                    <a:pt x="1398" y="0"/>
                  </a:moveTo>
                  <a:lnTo>
                    <a:pt x="1398" y="1429"/>
                  </a:lnTo>
                  <a:lnTo>
                    <a:pt x="0" y="1429"/>
                  </a:lnTo>
                  <a:lnTo>
                    <a:pt x="0" y="2128"/>
                  </a:lnTo>
                  <a:lnTo>
                    <a:pt x="1398" y="2128"/>
                  </a:lnTo>
                  <a:lnTo>
                    <a:pt x="1398" y="3556"/>
                  </a:lnTo>
                  <a:lnTo>
                    <a:pt x="2128" y="3556"/>
                  </a:lnTo>
                  <a:lnTo>
                    <a:pt x="2128" y="2128"/>
                  </a:lnTo>
                  <a:lnTo>
                    <a:pt x="3556" y="2128"/>
                  </a:lnTo>
                  <a:lnTo>
                    <a:pt x="3556"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5"/>
            <p:cNvSpPr/>
            <p:nvPr/>
          </p:nvSpPr>
          <p:spPr>
            <a:xfrm>
              <a:off x="2573000" y="1989700"/>
              <a:ext cx="89700" cy="88925"/>
            </a:xfrm>
            <a:custGeom>
              <a:rect b="b" l="l" r="r" t="t"/>
              <a:pathLst>
                <a:path extrusionOk="0" h="3557" w="3588">
                  <a:moveTo>
                    <a:pt x="1429" y="0"/>
                  </a:moveTo>
                  <a:lnTo>
                    <a:pt x="1429" y="1429"/>
                  </a:lnTo>
                  <a:lnTo>
                    <a:pt x="1" y="1429"/>
                  </a:lnTo>
                  <a:lnTo>
                    <a:pt x="1" y="2128"/>
                  </a:lnTo>
                  <a:lnTo>
                    <a:pt x="1429" y="2128"/>
                  </a:lnTo>
                  <a:lnTo>
                    <a:pt x="1429" y="3556"/>
                  </a:lnTo>
                  <a:lnTo>
                    <a:pt x="2159" y="3556"/>
                  </a:lnTo>
                  <a:lnTo>
                    <a:pt x="2159" y="2128"/>
                  </a:lnTo>
                  <a:lnTo>
                    <a:pt x="3588" y="2128"/>
                  </a:lnTo>
                  <a:lnTo>
                    <a:pt x="3588" y="1429"/>
                  </a:lnTo>
                  <a:lnTo>
                    <a:pt x="2159" y="1429"/>
                  </a:lnTo>
                  <a:lnTo>
                    <a:pt x="215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5"/>
            <p:cNvSpPr/>
            <p:nvPr/>
          </p:nvSpPr>
          <p:spPr>
            <a:xfrm>
              <a:off x="2717400" y="1989700"/>
              <a:ext cx="89675" cy="88925"/>
            </a:xfrm>
            <a:custGeom>
              <a:rect b="b" l="l" r="r" t="t"/>
              <a:pathLst>
                <a:path extrusionOk="0" h="3557" w="3587">
                  <a:moveTo>
                    <a:pt x="1429" y="0"/>
                  </a:moveTo>
                  <a:lnTo>
                    <a:pt x="1429" y="1429"/>
                  </a:lnTo>
                  <a:lnTo>
                    <a:pt x="0" y="1429"/>
                  </a:lnTo>
                  <a:lnTo>
                    <a:pt x="0" y="2128"/>
                  </a:lnTo>
                  <a:lnTo>
                    <a:pt x="1429" y="2128"/>
                  </a:lnTo>
                  <a:lnTo>
                    <a:pt x="1429" y="3556"/>
                  </a:lnTo>
                  <a:lnTo>
                    <a:pt x="2158" y="3556"/>
                  </a:lnTo>
                  <a:lnTo>
                    <a:pt x="2158" y="2128"/>
                  </a:lnTo>
                  <a:lnTo>
                    <a:pt x="3587" y="2128"/>
                  </a:lnTo>
                  <a:lnTo>
                    <a:pt x="3587" y="1429"/>
                  </a:lnTo>
                  <a:lnTo>
                    <a:pt x="2158" y="1429"/>
                  </a:lnTo>
                  <a:lnTo>
                    <a:pt x="215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5"/>
            <p:cNvSpPr/>
            <p:nvPr/>
          </p:nvSpPr>
          <p:spPr>
            <a:xfrm>
              <a:off x="2861775" y="1989700"/>
              <a:ext cx="89675" cy="88925"/>
            </a:xfrm>
            <a:custGeom>
              <a:rect b="b" l="l" r="r" t="t"/>
              <a:pathLst>
                <a:path extrusionOk="0" h="3557" w="3587">
                  <a:moveTo>
                    <a:pt x="1429" y="0"/>
                  </a:moveTo>
                  <a:lnTo>
                    <a:pt x="1429" y="1429"/>
                  </a:lnTo>
                  <a:lnTo>
                    <a:pt x="0" y="1429"/>
                  </a:lnTo>
                  <a:lnTo>
                    <a:pt x="0" y="2128"/>
                  </a:lnTo>
                  <a:lnTo>
                    <a:pt x="1429" y="2128"/>
                  </a:lnTo>
                  <a:lnTo>
                    <a:pt x="1429" y="3556"/>
                  </a:lnTo>
                  <a:lnTo>
                    <a:pt x="2158" y="3556"/>
                  </a:lnTo>
                  <a:lnTo>
                    <a:pt x="2158" y="2128"/>
                  </a:lnTo>
                  <a:lnTo>
                    <a:pt x="3587" y="2128"/>
                  </a:lnTo>
                  <a:lnTo>
                    <a:pt x="3587" y="1429"/>
                  </a:lnTo>
                  <a:lnTo>
                    <a:pt x="2158" y="1429"/>
                  </a:lnTo>
                  <a:lnTo>
                    <a:pt x="215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5"/>
            <p:cNvSpPr/>
            <p:nvPr/>
          </p:nvSpPr>
          <p:spPr>
            <a:xfrm>
              <a:off x="3006150" y="1989700"/>
              <a:ext cx="89700" cy="88925"/>
            </a:xfrm>
            <a:custGeom>
              <a:rect b="b" l="l" r="r" t="t"/>
              <a:pathLst>
                <a:path extrusionOk="0" h="3557" w="3588">
                  <a:moveTo>
                    <a:pt x="1429" y="0"/>
                  </a:moveTo>
                  <a:lnTo>
                    <a:pt x="1429" y="1429"/>
                  </a:lnTo>
                  <a:lnTo>
                    <a:pt x="0" y="1429"/>
                  </a:lnTo>
                  <a:lnTo>
                    <a:pt x="0" y="2128"/>
                  </a:lnTo>
                  <a:lnTo>
                    <a:pt x="1429" y="2128"/>
                  </a:lnTo>
                  <a:lnTo>
                    <a:pt x="1429" y="3556"/>
                  </a:lnTo>
                  <a:lnTo>
                    <a:pt x="2128" y="3556"/>
                  </a:lnTo>
                  <a:lnTo>
                    <a:pt x="2128" y="2128"/>
                  </a:lnTo>
                  <a:lnTo>
                    <a:pt x="3587" y="2128"/>
                  </a:lnTo>
                  <a:lnTo>
                    <a:pt x="358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5"/>
            <p:cNvSpPr/>
            <p:nvPr/>
          </p:nvSpPr>
          <p:spPr>
            <a:xfrm>
              <a:off x="3150525" y="1989700"/>
              <a:ext cx="88925" cy="88925"/>
            </a:xfrm>
            <a:custGeom>
              <a:rect b="b" l="l" r="r" t="t"/>
              <a:pathLst>
                <a:path extrusionOk="0" h="3557" w="3557">
                  <a:moveTo>
                    <a:pt x="1429" y="0"/>
                  </a:moveTo>
                  <a:lnTo>
                    <a:pt x="1429" y="1429"/>
                  </a:lnTo>
                  <a:lnTo>
                    <a:pt x="1" y="1429"/>
                  </a:lnTo>
                  <a:lnTo>
                    <a:pt x="1" y="2128"/>
                  </a:lnTo>
                  <a:lnTo>
                    <a:pt x="1429" y="2128"/>
                  </a:lnTo>
                  <a:lnTo>
                    <a:pt x="1429" y="3556"/>
                  </a:lnTo>
                  <a:lnTo>
                    <a:pt x="2159" y="3556"/>
                  </a:lnTo>
                  <a:lnTo>
                    <a:pt x="2159" y="2128"/>
                  </a:lnTo>
                  <a:lnTo>
                    <a:pt x="3557" y="2128"/>
                  </a:lnTo>
                  <a:lnTo>
                    <a:pt x="3557" y="1429"/>
                  </a:lnTo>
                  <a:lnTo>
                    <a:pt x="2159" y="1429"/>
                  </a:lnTo>
                  <a:lnTo>
                    <a:pt x="215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5"/>
            <p:cNvSpPr/>
            <p:nvPr/>
          </p:nvSpPr>
          <p:spPr>
            <a:xfrm>
              <a:off x="1996250" y="2135600"/>
              <a:ext cx="88925" cy="88925"/>
            </a:xfrm>
            <a:custGeom>
              <a:rect b="b" l="l" r="r" t="t"/>
              <a:pathLst>
                <a:path extrusionOk="0" h="3557" w="3557">
                  <a:moveTo>
                    <a:pt x="1429" y="0"/>
                  </a:moveTo>
                  <a:lnTo>
                    <a:pt x="1429" y="1429"/>
                  </a:lnTo>
                  <a:lnTo>
                    <a:pt x="1" y="1429"/>
                  </a:lnTo>
                  <a:lnTo>
                    <a:pt x="1" y="2128"/>
                  </a:lnTo>
                  <a:lnTo>
                    <a:pt x="1429" y="2128"/>
                  </a:lnTo>
                  <a:lnTo>
                    <a:pt x="1429" y="3556"/>
                  </a:lnTo>
                  <a:lnTo>
                    <a:pt x="2128" y="3556"/>
                  </a:lnTo>
                  <a:lnTo>
                    <a:pt x="2128" y="2128"/>
                  </a:lnTo>
                  <a:lnTo>
                    <a:pt x="3557" y="2128"/>
                  </a:lnTo>
                  <a:lnTo>
                    <a:pt x="355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5"/>
            <p:cNvSpPr/>
            <p:nvPr/>
          </p:nvSpPr>
          <p:spPr>
            <a:xfrm>
              <a:off x="2140625" y="2135600"/>
              <a:ext cx="88925" cy="88925"/>
            </a:xfrm>
            <a:custGeom>
              <a:rect b="b" l="l" r="r" t="t"/>
              <a:pathLst>
                <a:path extrusionOk="0" h="3557" w="3557">
                  <a:moveTo>
                    <a:pt x="1429" y="0"/>
                  </a:moveTo>
                  <a:lnTo>
                    <a:pt x="1429" y="1429"/>
                  </a:lnTo>
                  <a:lnTo>
                    <a:pt x="1" y="1429"/>
                  </a:lnTo>
                  <a:lnTo>
                    <a:pt x="1" y="2128"/>
                  </a:lnTo>
                  <a:lnTo>
                    <a:pt x="1429" y="2128"/>
                  </a:lnTo>
                  <a:lnTo>
                    <a:pt x="1429" y="3556"/>
                  </a:lnTo>
                  <a:lnTo>
                    <a:pt x="2128" y="3556"/>
                  </a:lnTo>
                  <a:lnTo>
                    <a:pt x="2128" y="2128"/>
                  </a:lnTo>
                  <a:lnTo>
                    <a:pt x="3557" y="2128"/>
                  </a:lnTo>
                  <a:lnTo>
                    <a:pt x="355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5"/>
            <p:cNvSpPr/>
            <p:nvPr/>
          </p:nvSpPr>
          <p:spPr>
            <a:xfrm>
              <a:off x="2285000" y="2135600"/>
              <a:ext cx="88950" cy="88925"/>
            </a:xfrm>
            <a:custGeom>
              <a:rect b="b" l="l" r="r" t="t"/>
              <a:pathLst>
                <a:path extrusionOk="0" h="3557" w="3558">
                  <a:moveTo>
                    <a:pt x="1429" y="0"/>
                  </a:moveTo>
                  <a:lnTo>
                    <a:pt x="1429" y="1429"/>
                  </a:lnTo>
                  <a:lnTo>
                    <a:pt x="1" y="1429"/>
                  </a:lnTo>
                  <a:lnTo>
                    <a:pt x="1" y="2128"/>
                  </a:lnTo>
                  <a:lnTo>
                    <a:pt x="1429" y="2128"/>
                  </a:lnTo>
                  <a:lnTo>
                    <a:pt x="1429" y="3556"/>
                  </a:lnTo>
                  <a:lnTo>
                    <a:pt x="2129" y="3556"/>
                  </a:lnTo>
                  <a:lnTo>
                    <a:pt x="2129" y="2128"/>
                  </a:lnTo>
                  <a:lnTo>
                    <a:pt x="3557" y="2128"/>
                  </a:lnTo>
                  <a:lnTo>
                    <a:pt x="3557" y="1429"/>
                  </a:lnTo>
                  <a:lnTo>
                    <a:pt x="2129" y="1429"/>
                  </a:lnTo>
                  <a:lnTo>
                    <a:pt x="212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5"/>
            <p:cNvSpPr/>
            <p:nvPr/>
          </p:nvSpPr>
          <p:spPr>
            <a:xfrm>
              <a:off x="2429400" y="2135600"/>
              <a:ext cx="88925" cy="88925"/>
            </a:xfrm>
            <a:custGeom>
              <a:rect b="b" l="l" r="r" t="t"/>
              <a:pathLst>
                <a:path extrusionOk="0" h="3557" w="3557">
                  <a:moveTo>
                    <a:pt x="1398" y="0"/>
                  </a:moveTo>
                  <a:lnTo>
                    <a:pt x="1398" y="1429"/>
                  </a:lnTo>
                  <a:lnTo>
                    <a:pt x="0" y="1429"/>
                  </a:lnTo>
                  <a:lnTo>
                    <a:pt x="0" y="2128"/>
                  </a:lnTo>
                  <a:lnTo>
                    <a:pt x="1398" y="2128"/>
                  </a:lnTo>
                  <a:lnTo>
                    <a:pt x="1398" y="3556"/>
                  </a:lnTo>
                  <a:lnTo>
                    <a:pt x="2128" y="3556"/>
                  </a:lnTo>
                  <a:lnTo>
                    <a:pt x="2128" y="2128"/>
                  </a:lnTo>
                  <a:lnTo>
                    <a:pt x="3556" y="2128"/>
                  </a:lnTo>
                  <a:lnTo>
                    <a:pt x="3556"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5"/>
            <p:cNvSpPr/>
            <p:nvPr/>
          </p:nvSpPr>
          <p:spPr>
            <a:xfrm>
              <a:off x="2573000" y="2135600"/>
              <a:ext cx="89700" cy="88925"/>
            </a:xfrm>
            <a:custGeom>
              <a:rect b="b" l="l" r="r" t="t"/>
              <a:pathLst>
                <a:path extrusionOk="0" h="3557" w="3588">
                  <a:moveTo>
                    <a:pt x="1429" y="0"/>
                  </a:moveTo>
                  <a:lnTo>
                    <a:pt x="1429" y="1429"/>
                  </a:lnTo>
                  <a:lnTo>
                    <a:pt x="1" y="1429"/>
                  </a:lnTo>
                  <a:lnTo>
                    <a:pt x="1" y="2128"/>
                  </a:lnTo>
                  <a:lnTo>
                    <a:pt x="1429" y="2128"/>
                  </a:lnTo>
                  <a:lnTo>
                    <a:pt x="1429" y="3556"/>
                  </a:lnTo>
                  <a:lnTo>
                    <a:pt x="2159" y="3556"/>
                  </a:lnTo>
                  <a:lnTo>
                    <a:pt x="2159" y="2128"/>
                  </a:lnTo>
                  <a:lnTo>
                    <a:pt x="3588" y="2128"/>
                  </a:lnTo>
                  <a:lnTo>
                    <a:pt x="3588" y="1429"/>
                  </a:lnTo>
                  <a:lnTo>
                    <a:pt x="2159" y="1429"/>
                  </a:lnTo>
                  <a:lnTo>
                    <a:pt x="215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5"/>
            <p:cNvSpPr/>
            <p:nvPr/>
          </p:nvSpPr>
          <p:spPr>
            <a:xfrm>
              <a:off x="2717400" y="2135600"/>
              <a:ext cx="89675" cy="88925"/>
            </a:xfrm>
            <a:custGeom>
              <a:rect b="b" l="l" r="r" t="t"/>
              <a:pathLst>
                <a:path extrusionOk="0" h="3557" w="3587">
                  <a:moveTo>
                    <a:pt x="1429" y="0"/>
                  </a:moveTo>
                  <a:lnTo>
                    <a:pt x="1429" y="1429"/>
                  </a:lnTo>
                  <a:lnTo>
                    <a:pt x="0" y="1429"/>
                  </a:lnTo>
                  <a:lnTo>
                    <a:pt x="0" y="2128"/>
                  </a:lnTo>
                  <a:lnTo>
                    <a:pt x="1429" y="2128"/>
                  </a:lnTo>
                  <a:lnTo>
                    <a:pt x="1429" y="3556"/>
                  </a:lnTo>
                  <a:lnTo>
                    <a:pt x="2158" y="3556"/>
                  </a:lnTo>
                  <a:lnTo>
                    <a:pt x="2158" y="2128"/>
                  </a:lnTo>
                  <a:lnTo>
                    <a:pt x="3587" y="2128"/>
                  </a:lnTo>
                  <a:lnTo>
                    <a:pt x="3587" y="1429"/>
                  </a:lnTo>
                  <a:lnTo>
                    <a:pt x="2158" y="1429"/>
                  </a:lnTo>
                  <a:lnTo>
                    <a:pt x="215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5"/>
            <p:cNvSpPr/>
            <p:nvPr/>
          </p:nvSpPr>
          <p:spPr>
            <a:xfrm>
              <a:off x="2861775" y="2135600"/>
              <a:ext cx="89675" cy="88925"/>
            </a:xfrm>
            <a:custGeom>
              <a:rect b="b" l="l" r="r" t="t"/>
              <a:pathLst>
                <a:path extrusionOk="0" h="3557" w="3587">
                  <a:moveTo>
                    <a:pt x="1429" y="0"/>
                  </a:moveTo>
                  <a:lnTo>
                    <a:pt x="1429" y="1429"/>
                  </a:lnTo>
                  <a:lnTo>
                    <a:pt x="0" y="1429"/>
                  </a:lnTo>
                  <a:lnTo>
                    <a:pt x="0" y="2128"/>
                  </a:lnTo>
                  <a:lnTo>
                    <a:pt x="1429" y="2128"/>
                  </a:lnTo>
                  <a:lnTo>
                    <a:pt x="1429" y="3556"/>
                  </a:lnTo>
                  <a:lnTo>
                    <a:pt x="2158" y="3556"/>
                  </a:lnTo>
                  <a:lnTo>
                    <a:pt x="2158" y="2128"/>
                  </a:lnTo>
                  <a:lnTo>
                    <a:pt x="3587" y="2128"/>
                  </a:lnTo>
                  <a:lnTo>
                    <a:pt x="3587" y="1429"/>
                  </a:lnTo>
                  <a:lnTo>
                    <a:pt x="2158" y="1429"/>
                  </a:lnTo>
                  <a:lnTo>
                    <a:pt x="215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5"/>
            <p:cNvSpPr/>
            <p:nvPr/>
          </p:nvSpPr>
          <p:spPr>
            <a:xfrm>
              <a:off x="3006150" y="2135600"/>
              <a:ext cx="89700" cy="88925"/>
            </a:xfrm>
            <a:custGeom>
              <a:rect b="b" l="l" r="r" t="t"/>
              <a:pathLst>
                <a:path extrusionOk="0" h="3557" w="3588">
                  <a:moveTo>
                    <a:pt x="1429" y="0"/>
                  </a:moveTo>
                  <a:lnTo>
                    <a:pt x="1429" y="1429"/>
                  </a:lnTo>
                  <a:lnTo>
                    <a:pt x="0" y="1429"/>
                  </a:lnTo>
                  <a:lnTo>
                    <a:pt x="0" y="2128"/>
                  </a:lnTo>
                  <a:lnTo>
                    <a:pt x="1429" y="2128"/>
                  </a:lnTo>
                  <a:lnTo>
                    <a:pt x="1429" y="3556"/>
                  </a:lnTo>
                  <a:lnTo>
                    <a:pt x="2128" y="3556"/>
                  </a:lnTo>
                  <a:lnTo>
                    <a:pt x="2128" y="2128"/>
                  </a:lnTo>
                  <a:lnTo>
                    <a:pt x="3587" y="2128"/>
                  </a:lnTo>
                  <a:lnTo>
                    <a:pt x="358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5"/>
            <p:cNvSpPr/>
            <p:nvPr/>
          </p:nvSpPr>
          <p:spPr>
            <a:xfrm>
              <a:off x="3150525" y="2135600"/>
              <a:ext cx="88925" cy="88925"/>
            </a:xfrm>
            <a:custGeom>
              <a:rect b="b" l="l" r="r" t="t"/>
              <a:pathLst>
                <a:path extrusionOk="0" h="3557" w="3557">
                  <a:moveTo>
                    <a:pt x="1429" y="0"/>
                  </a:moveTo>
                  <a:lnTo>
                    <a:pt x="1429" y="1429"/>
                  </a:lnTo>
                  <a:lnTo>
                    <a:pt x="1" y="1429"/>
                  </a:lnTo>
                  <a:lnTo>
                    <a:pt x="1" y="2128"/>
                  </a:lnTo>
                  <a:lnTo>
                    <a:pt x="1429" y="2128"/>
                  </a:lnTo>
                  <a:lnTo>
                    <a:pt x="1429" y="3556"/>
                  </a:lnTo>
                  <a:lnTo>
                    <a:pt x="2159" y="3556"/>
                  </a:lnTo>
                  <a:lnTo>
                    <a:pt x="2159" y="2128"/>
                  </a:lnTo>
                  <a:lnTo>
                    <a:pt x="3557" y="2128"/>
                  </a:lnTo>
                  <a:lnTo>
                    <a:pt x="3557" y="1429"/>
                  </a:lnTo>
                  <a:lnTo>
                    <a:pt x="2159" y="1429"/>
                  </a:lnTo>
                  <a:lnTo>
                    <a:pt x="215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5"/>
            <p:cNvSpPr/>
            <p:nvPr/>
          </p:nvSpPr>
          <p:spPr>
            <a:xfrm>
              <a:off x="1996250" y="2281500"/>
              <a:ext cx="88925" cy="88925"/>
            </a:xfrm>
            <a:custGeom>
              <a:rect b="b" l="l" r="r" t="t"/>
              <a:pathLst>
                <a:path extrusionOk="0" h="3557" w="3557">
                  <a:moveTo>
                    <a:pt x="1429" y="0"/>
                  </a:moveTo>
                  <a:lnTo>
                    <a:pt x="1429" y="1429"/>
                  </a:lnTo>
                  <a:lnTo>
                    <a:pt x="1" y="1429"/>
                  </a:lnTo>
                  <a:lnTo>
                    <a:pt x="1" y="2128"/>
                  </a:lnTo>
                  <a:lnTo>
                    <a:pt x="1429" y="2128"/>
                  </a:lnTo>
                  <a:lnTo>
                    <a:pt x="1429" y="3556"/>
                  </a:lnTo>
                  <a:lnTo>
                    <a:pt x="2128" y="3556"/>
                  </a:lnTo>
                  <a:lnTo>
                    <a:pt x="2128" y="2128"/>
                  </a:lnTo>
                  <a:lnTo>
                    <a:pt x="3557" y="2128"/>
                  </a:lnTo>
                  <a:lnTo>
                    <a:pt x="355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5"/>
            <p:cNvSpPr/>
            <p:nvPr/>
          </p:nvSpPr>
          <p:spPr>
            <a:xfrm>
              <a:off x="2140625" y="2281500"/>
              <a:ext cx="88925" cy="88925"/>
            </a:xfrm>
            <a:custGeom>
              <a:rect b="b" l="l" r="r" t="t"/>
              <a:pathLst>
                <a:path extrusionOk="0" h="3557" w="3557">
                  <a:moveTo>
                    <a:pt x="1429" y="0"/>
                  </a:moveTo>
                  <a:lnTo>
                    <a:pt x="1429" y="1429"/>
                  </a:lnTo>
                  <a:lnTo>
                    <a:pt x="1" y="1429"/>
                  </a:lnTo>
                  <a:lnTo>
                    <a:pt x="1" y="2128"/>
                  </a:lnTo>
                  <a:lnTo>
                    <a:pt x="1429" y="2128"/>
                  </a:lnTo>
                  <a:lnTo>
                    <a:pt x="1429" y="3556"/>
                  </a:lnTo>
                  <a:lnTo>
                    <a:pt x="2128" y="3556"/>
                  </a:lnTo>
                  <a:lnTo>
                    <a:pt x="2128" y="2128"/>
                  </a:lnTo>
                  <a:lnTo>
                    <a:pt x="3557" y="2128"/>
                  </a:lnTo>
                  <a:lnTo>
                    <a:pt x="355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5"/>
            <p:cNvSpPr/>
            <p:nvPr/>
          </p:nvSpPr>
          <p:spPr>
            <a:xfrm>
              <a:off x="2285000" y="2281500"/>
              <a:ext cx="88950" cy="88925"/>
            </a:xfrm>
            <a:custGeom>
              <a:rect b="b" l="l" r="r" t="t"/>
              <a:pathLst>
                <a:path extrusionOk="0" h="3557" w="3558">
                  <a:moveTo>
                    <a:pt x="1429" y="0"/>
                  </a:moveTo>
                  <a:lnTo>
                    <a:pt x="1429" y="1429"/>
                  </a:lnTo>
                  <a:lnTo>
                    <a:pt x="1" y="1429"/>
                  </a:lnTo>
                  <a:lnTo>
                    <a:pt x="1" y="2128"/>
                  </a:lnTo>
                  <a:lnTo>
                    <a:pt x="1429" y="2128"/>
                  </a:lnTo>
                  <a:lnTo>
                    <a:pt x="1429" y="3556"/>
                  </a:lnTo>
                  <a:lnTo>
                    <a:pt x="2129" y="3556"/>
                  </a:lnTo>
                  <a:lnTo>
                    <a:pt x="2129" y="2128"/>
                  </a:lnTo>
                  <a:lnTo>
                    <a:pt x="3557" y="2128"/>
                  </a:lnTo>
                  <a:lnTo>
                    <a:pt x="3557" y="1429"/>
                  </a:lnTo>
                  <a:lnTo>
                    <a:pt x="2129" y="1429"/>
                  </a:lnTo>
                  <a:lnTo>
                    <a:pt x="212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5"/>
            <p:cNvSpPr/>
            <p:nvPr/>
          </p:nvSpPr>
          <p:spPr>
            <a:xfrm>
              <a:off x="2429400" y="2281500"/>
              <a:ext cx="88925" cy="88925"/>
            </a:xfrm>
            <a:custGeom>
              <a:rect b="b" l="l" r="r" t="t"/>
              <a:pathLst>
                <a:path extrusionOk="0" h="3557" w="3557">
                  <a:moveTo>
                    <a:pt x="1398" y="0"/>
                  </a:moveTo>
                  <a:lnTo>
                    <a:pt x="1398" y="1429"/>
                  </a:lnTo>
                  <a:lnTo>
                    <a:pt x="0" y="1429"/>
                  </a:lnTo>
                  <a:lnTo>
                    <a:pt x="0" y="2128"/>
                  </a:lnTo>
                  <a:lnTo>
                    <a:pt x="1398" y="2128"/>
                  </a:lnTo>
                  <a:lnTo>
                    <a:pt x="1398" y="3556"/>
                  </a:lnTo>
                  <a:lnTo>
                    <a:pt x="2128" y="3556"/>
                  </a:lnTo>
                  <a:lnTo>
                    <a:pt x="2128" y="2128"/>
                  </a:lnTo>
                  <a:lnTo>
                    <a:pt x="3556" y="2128"/>
                  </a:lnTo>
                  <a:lnTo>
                    <a:pt x="3556"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5"/>
            <p:cNvSpPr/>
            <p:nvPr/>
          </p:nvSpPr>
          <p:spPr>
            <a:xfrm>
              <a:off x="2573000" y="2281500"/>
              <a:ext cx="89700" cy="88925"/>
            </a:xfrm>
            <a:custGeom>
              <a:rect b="b" l="l" r="r" t="t"/>
              <a:pathLst>
                <a:path extrusionOk="0" h="3557" w="3588">
                  <a:moveTo>
                    <a:pt x="1429" y="0"/>
                  </a:moveTo>
                  <a:lnTo>
                    <a:pt x="1429" y="1429"/>
                  </a:lnTo>
                  <a:lnTo>
                    <a:pt x="1" y="1429"/>
                  </a:lnTo>
                  <a:lnTo>
                    <a:pt x="1" y="2128"/>
                  </a:lnTo>
                  <a:lnTo>
                    <a:pt x="1429" y="2128"/>
                  </a:lnTo>
                  <a:lnTo>
                    <a:pt x="1429" y="3556"/>
                  </a:lnTo>
                  <a:lnTo>
                    <a:pt x="2159" y="3556"/>
                  </a:lnTo>
                  <a:lnTo>
                    <a:pt x="2159" y="2128"/>
                  </a:lnTo>
                  <a:lnTo>
                    <a:pt x="3588" y="2128"/>
                  </a:lnTo>
                  <a:lnTo>
                    <a:pt x="3588" y="1429"/>
                  </a:lnTo>
                  <a:lnTo>
                    <a:pt x="2159" y="1429"/>
                  </a:lnTo>
                  <a:lnTo>
                    <a:pt x="215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5"/>
            <p:cNvSpPr/>
            <p:nvPr/>
          </p:nvSpPr>
          <p:spPr>
            <a:xfrm>
              <a:off x="2717400" y="2281500"/>
              <a:ext cx="89675" cy="88925"/>
            </a:xfrm>
            <a:custGeom>
              <a:rect b="b" l="l" r="r" t="t"/>
              <a:pathLst>
                <a:path extrusionOk="0" h="3557" w="3587">
                  <a:moveTo>
                    <a:pt x="1429" y="0"/>
                  </a:moveTo>
                  <a:lnTo>
                    <a:pt x="1429" y="1429"/>
                  </a:lnTo>
                  <a:lnTo>
                    <a:pt x="0" y="1429"/>
                  </a:lnTo>
                  <a:lnTo>
                    <a:pt x="0" y="2128"/>
                  </a:lnTo>
                  <a:lnTo>
                    <a:pt x="1429" y="2128"/>
                  </a:lnTo>
                  <a:lnTo>
                    <a:pt x="1429" y="3556"/>
                  </a:lnTo>
                  <a:lnTo>
                    <a:pt x="2158" y="3556"/>
                  </a:lnTo>
                  <a:lnTo>
                    <a:pt x="2158" y="2128"/>
                  </a:lnTo>
                  <a:lnTo>
                    <a:pt x="3587" y="2128"/>
                  </a:lnTo>
                  <a:lnTo>
                    <a:pt x="3587" y="1429"/>
                  </a:lnTo>
                  <a:lnTo>
                    <a:pt x="2158" y="1429"/>
                  </a:lnTo>
                  <a:lnTo>
                    <a:pt x="215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5"/>
            <p:cNvSpPr/>
            <p:nvPr/>
          </p:nvSpPr>
          <p:spPr>
            <a:xfrm>
              <a:off x="2861775" y="2281500"/>
              <a:ext cx="89675" cy="88925"/>
            </a:xfrm>
            <a:custGeom>
              <a:rect b="b" l="l" r="r" t="t"/>
              <a:pathLst>
                <a:path extrusionOk="0" h="3557" w="3587">
                  <a:moveTo>
                    <a:pt x="1429" y="0"/>
                  </a:moveTo>
                  <a:lnTo>
                    <a:pt x="1429" y="1429"/>
                  </a:lnTo>
                  <a:lnTo>
                    <a:pt x="0" y="1429"/>
                  </a:lnTo>
                  <a:lnTo>
                    <a:pt x="0" y="2128"/>
                  </a:lnTo>
                  <a:lnTo>
                    <a:pt x="1429" y="2128"/>
                  </a:lnTo>
                  <a:lnTo>
                    <a:pt x="1429" y="3556"/>
                  </a:lnTo>
                  <a:lnTo>
                    <a:pt x="2158" y="3556"/>
                  </a:lnTo>
                  <a:lnTo>
                    <a:pt x="2158" y="2128"/>
                  </a:lnTo>
                  <a:lnTo>
                    <a:pt x="3587" y="2128"/>
                  </a:lnTo>
                  <a:lnTo>
                    <a:pt x="3587" y="1429"/>
                  </a:lnTo>
                  <a:lnTo>
                    <a:pt x="2158" y="1429"/>
                  </a:lnTo>
                  <a:lnTo>
                    <a:pt x="215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5"/>
            <p:cNvSpPr/>
            <p:nvPr/>
          </p:nvSpPr>
          <p:spPr>
            <a:xfrm>
              <a:off x="3006150" y="2281500"/>
              <a:ext cx="89700" cy="88925"/>
            </a:xfrm>
            <a:custGeom>
              <a:rect b="b" l="l" r="r" t="t"/>
              <a:pathLst>
                <a:path extrusionOk="0" h="3557" w="3588">
                  <a:moveTo>
                    <a:pt x="1429" y="0"/>
                  </a:moveTo>
                  <a:lnTo>
                    <a:pt x="1429" y="1429"/>
                  </a:lnTo>
                  <a:lnTo>
                    <a:pt x="0" y="1429"/>
                  </a:lnTo>
                  <a:lnTo>
                    <a:pt x="0" y="2128"/>
                  </a:lnTo>
                  <a:lnTo>
                    <a:pt x="1429" y="2128"/>
                  </a:lnTo>
                  <a:lnTo>
                    <a:pt x="1429" y="3556"/>
                  </a:lnTo>
                  <a:lnTo>
                    <a:pt x="2128" y="3556"/>
                  </a:lnTo>
                  <a:lnTo>
                    <a:pt x="2128" y="2128"/>
                  </a:lnTo>
                  <a:lnTo>
                    <a:pt x="3587" y="2128"/>
                  </a:lnTo>
                  <a:lnTo>
                    <a:pt x="358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5"/>
            <p:cNvSpPr/>
            <p:nvPr/>
          </p:nvSpPr>
          <p:spPr>
            <a:xfrm>
              <a:off x="3150525" y="2281500"/>
              <a:ext cx="88925" cy="88925"/>
            </a:xfrm>
            <a:custGeom>
              <a:rect b="b" l="l" r="r" t="t"/>
              <a:pathLst>
                <a:path extrusionOk="0" h="3557" w="3557">
                  <a:moveTo>
                    <a:pt x="1429" y="0"/>
                  </a:moveTo>
                  <a:lnTo>
                    <a:pt x="1429" y="1429"/>
                  </a:lnTo>
                  <a:lnTo>
                    <a:pt x="1" y="1429"/>
                  </a:lnTo>
                  <a:lnTo>
                    <a:pt x="1" y="2128"/>
                  </a:lnTo>
                  <a:lnTo>
                    <a:pt x="1429" y="2128"/>
                  </a:lnTo>
                  <a:lnTo>
                    <a:pt x="1429" y="3556"/>
                  </a:lnTo>
                  <a:lnTo>
                    <a:pt x="2159" y="3556"/>
                  </a:lnTo>
                  <a:lnTo>
                    <a:pt x="2159" y="2128"/>
                  </a:lnTo>
                  <a:lnTo>
                    <a:pt x="3557" y="2128"/>
                  </a:lnTo>
                  <a:lnTo>
                    <a:pt x="3557" y="1429"/>
                  </a:lnTo>
                  <a:lnTo>
                    <a:pt x="2159" y="1429"/>
                  </a:lnTo>
                  <a:lnTo>
                    <a:pt x="215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5"/>
            <p:cNvSpPr/>
            <p:nvPr/>
          </p:nvSpPr>
          <p:spPr>
            <a:xfrm>
              <a:off x="1996250" y="2427375"/>
              <a:ext cx="88925" cy="88950"/>
            </a:xfrm>
            <a:custGeom>
              <a:rect b="b" l="l" r="r" t="t"/>
              <a:pathLst>
                <a:path extrusionOk="0" h="3558" w="3557">
                  <a:moveTo>
                    <a:pt x="1429" y="1"/>
                  </a:moveTo>
                  <a:lnTo>
                    <a:pt x="1429" y="1430"/>
                  </a:lnTo>
                  <a:lnTo>
                    <a:pt x="1" y="1430"/>
                  </a:lnTo>
                  <a:lnTo>
                    <a:pt x="1" y="2129"/>
                  </a:lnTo>
                  <a:lnTo>
                    <a:pt x="1429" y="2129"/>
                  </a:lnTo>
                  <a:lnTo>
                    <a:pt x="1429" y="3557"/>
                  </a:lnTo>
                  <a:lnTo>
                    <a:pt x="2128" y="3557"/>
                  </a:lnTo>
                  <a:lnTo>
                    <a:pt x="2128" y="2129"/>
                  </a:lnTo>
                  <a:lnTo>
                    <a:pt x="3557" y="2129"/>
                  </a:lnTo>
                  <a:lnTo>
                    <a:pt x="3557" y="1430"/>
                  </a:lnTo>
                  <a:lnTo>
                    <a:pt x="2128" y="1430"/>
                  </a:lnTo>
                  <a:lnTo>
                    <a:pt x="21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5"/>
            <p:cNvSpPr/>
            <p:nvPr/>
          </p:nvSpPr>
          <p:spPr>
            <a:xfrm>
              <a:off x="2140625" y="2427375"/>
              <a:ext cx="88925" cy="88950"/>
            </a:xfrm>
            <a:custGeom>
              <a:rect b="b" l="l" r="r" t="t"/>
              <a:pathLst>
                <a:path extrusionOk="0" h="3558" w="3557">
                  <a:moveTo>
                    <a:pt x="1429" y="1"/>
                  </a:moveTo>
                  <a:lnTo>
                    <a:pt x="1429" y="1430"/>
                  </a:lnTo>
                  <a:lnTo>
                    <a:pt x="1" y="1430"/>
                  </a:lnTo>
                  <a:lnTo>
                    <a:pt x="1" y="2129"/>
                  </a:lnTo>
                  <a:lnTo>
                    <a:pt x="1429" y="2129"/>
                  </a:lnTo>
                  <a:lnTo>
                    <a:pt x="1429" y="3557"/>
                  </a:lnTo>
                  <a:lnTo>
                    <a:pt x="2128" y="3557"/>
                  </a:lnTo>
                  <a:lnTo>
                    <a:pt x="2128" y="2129"/>
                  </a:lnTo>
                  <a:lnTo>
                    <a:pt x="3557" y="2129"/>
                  </a:lnTo>
                  <a:lnTo>
                    <a:pt x="3557" y="1430"/>
                  </a:lnTo>
                  <a:lnTo>
                    <a:pt x="2128" y="1430"/>
                  </a:lnTo>
                  <a:lnTo>
                    <a:pt x="21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5"/>
            <p:cNvSpPr/>
            <p:nvPr/>
          </p:nvSpPr>
          <p:spPr>
            <a:xfrm>
              <a:off x="2285000" y="2427375"/>
              <a:ext cx="88950" cy="88950"/>
            </a:xfrm>
            <a:custGeom>
              <a:rect b="b" l="l" r="r" t="t"/>
              <a:pathLst>
                <a:path extrusionOk="0" h="3558" w="3558">
                  <a:moveTo>
                    <a:pt x="1429" y="1"/>
                  </a:moveTo>
                  <a:lnTo>
                    <a:pt x="1429" y="1430"/>
                  </a:lnTo>
                  <a:lnTo>
                    <a:pt x="1" y="1430"/>
                  </a:lnTo>
                  <a:lnTo>
                    <a:pt x="1" y="2129"/>
                  </a:lnTo>
                  <a:lnTo>
                    <a:pt x="1429" y="2129"/>
                  </a:lnTo>
                  <a:lnTo>
                    <a:pt x="1429" y="3557"/>
                  </a:lnTo>
                  <a:lnTo>
                    <a:pt x="2129" y="3557"/>
                  </a:lnTo>
                  <a:lnTo>
                    <a:pt x="2129" y="2129"/>
                  </a:lnTo>
                  <a:lnTo>
                    <a:pt x="3557" y="2129"/>
                  </a:lnTo>
                  <a:lnTo>
                    <a:pt x="3557" y="1430"/>
                  </a:lnTo>
                  <a:lnTo>
                    <a:pt x="2129" y="1430"/>
                  </a:lnTo>
                  <a:lnTo>
                    <a:pt x="2129"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5"/>
            <p:cNvSpPr/>
            <p:nvPr/>
          </p:nvSpPr>
          <p:spPr>
            <a:xfrm>
              <a:off x="2429400" y="2427375"/>
              <a:ext cx="88925" cy="88950"/>
            </a:xfrm>
            <a:custGeom>
              <a:rect b="b" l="l" r="r" t="t"/>
              <a:pathLst>
                <a:path extrusionOk="0" h="3558" w="3557">
                  <a:moveTo>
                    <a:pt x="1398" y="1"/>
                  </a:moveTo>
                  <a:lnTo>
                    <a:pt x="1398" y="1430"/>
                  </a:lnTo>
                  <a:lnTo>
                    <a:pt x="0" y="1430"/>
                  </a:lnTo>
                  <a:lnTo>
                    <a:pt x="0" y="2129"/>
                  </a:lnTo>
                  <a:lnTo>
                    <a:pt x="1398" y="2129"/>
                  </a:lnTo>
                  <a:lnTo>
                    <a:pt x="1398" y="3557"/>
                  </a:lnTo>
                  <a:lnTo>
                    <a:pt x="2128" y="3557"/>
                  </a:lnTo>
                  <a:lnTo>
                    <a:pt x="2128" y="2129"/>
                  </a:lnTo>
                  <a:lnTo>
                    <a:pt x="3556" y="2129"/>
                  </a:lnTo>
                  <a:lnTo>
                    <a:pt x="3556" y="1430"/>
                  </a:lnTo>
                  <a:lnTo>
                    <a:pt x="2128" y="1430"/>
                  </a:lnTo>
                  <a:lnTo>
                    <a:pt x="21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5"/>
            <p:cNvSpPr/>
            <p:nvPr/>
          </p:nvSpPr>
          <p:spPr>
            <a:xfrm>
              <a:off x="2573000" y="2427375"/>
              <a:ext cx="89700" cy="88950"/>
            </a:xfrm>
            <a:custGeom>
              <a:rect b="b" l="l" r="r" t="t"/>
              <a:pathLst>
                <a:path extrusionOk="0" h="3558" w="3588">
                  <a:moveTo>
                    <a:pt x="1429" y="1"/>
                  </a:moveTo>
                  <a:lnTo>
                    <a:pt x="1429" y="1430"/>
                  </a:lnTo>
                  <a:lnTo>
                    <a:pt x="1" y="1430"/>
                  </a:lnTo>
                  <a:lnTo>
                    <a:pt x="1" y="2129"/>
                  </a:lnTo>
                  <a:lnTo>
                    <a:pt x="1429" y="2129"/>
                  </a:lnTo>
                  <a:lnTo>
                    <a:pt x="1429" y="3557"/>
                  </a:lnTo>
                  <a:lnTo>
                    <a:pt x="2159" y="3557"/>
                  </a:lnTo>
                  <a:lnTo>
                    <a:pt x="2159" y="2129"/>
                  </a:lnTo>
                  <a:lnTo>
                    <a:pt x="3588" y="2129"/>
                  </a:lnTo>
                  <a:lnTo>
                    <a:pt x="3588" y="1430"/>
                  </a:lnTo>
                  <a:lnTo>
                    <a:pt x="2159" y="1430"/>
                  </a:lnTo>
                  <a:lnTo>
                    <a:pt x="2159"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5"/>
            <p:cNvSpPr/>
            <p:nvPr/>
          </p:nvSpPr>
          <p:spPr>
            <a:xfrm>
              <a:off x="2717400" y="2427375"/>
              <a:ext cx="89675" cy="88950"/>
            </a:xfrm>
            <a:custGeom>
              <a:rect b="b" l="l" r="r" t="t"/>
              <a:pathLst>
                <a:path extrusionOk="0" h="3558" w="3587">
                  <a:moveTo>
                    <a:pt x="1429" y="1"/>
                  </a:moveTo>
                  <a:lnTo>
                    <a:pt x="1429" y="1430"/>
                  </a:lnTo>
                  <a:lnTo>
                    <a:pt x="0" y="1430"/>
                  </a:lnTo>
                  <a:lnTo>
                    <a:pt x="0" y="2129"/>
                  </a:lnTo>
                  <a:lnTo>
                    <a:pt x="1429" y="2129"/>
                  </a:lnTo>
                  <a:lnTo>
                    <a:pt x="1429" y="3557"/>
                  </a:lnTo>
                  <a:lnTo>
                    <a:pt x="2158" y="3557"/>
                  </a:lnTo>
                  <a:lnTo>
                    <a:pt x="2158" y="2129"/>
                  </a:lnTo>
                  <a:lnTo>
                    <a:pt x="3587" y="2129"/>
                  </a:lnTo>
                  <a:lnTo>
                    <a:pt x="3587" y="1430"/>
                  </a:lnTo>
                  <a:lnTo>
                    <a:pt x="2158" y="1430"/>
                  </a:lnTo>
                  <a:lnTo>
                    <a:pt x="215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5"/>
            <p:cNvSpPr/>
            <p:nvPr/>
          </p:nvSpPr>
          <p:spPr>
            <a:xfrm>
              <a:off x="2861775" y="2427375"/>
              <a:ext cx="89675" cy="88950"/>
            </a:xfrm>
            <a:custGeom>
              <a:rect b="b" l="l" r="r" t="t"/>
              <a:pathLst>
                <a:path extrusionOk="0" h="3558" w="3587">
                  <a:moveTo>
                    <a:pt x="1429" y="1"/>
                  </a:moveTo>
                  <a:lnTo>
                    <a:pt x="1429" y="1430"/>
                  </a:lnTo>
                  <a:lnTo>
                    <a:pt x="0" y="1430"/>
                  </a:lnTo>
                  <a:lnTo>
                    <a:pt x="0" y="2129"/>
                  </a:lnTo>
                  <a:lnTo>
                    <a:pt x="1429" y="2129"/>
                  </a:lnTo>
                  <a:lnTo>
                    <a:pt x="1429" y="3557"/>
                  </a:lnTo>
                  <a:lnTo>
                    <a:pt x="2158" y="3557"/>
                  </a:lnTo>
                  <a:lnTo>
                    <a:pt x="2158" y="2129"/>
                  </a:lnTo>
                  <a:lnTo>
                    <a:pt x="3587" y="2129"/>
                  </a:lnTo>
                  <a:lnTo>
                    <a:pt x="3587" y="1430"/>
                  </a:lnTo>
                  <a:lnTo>
                    <a:pt x="2158" y="1430"/>
                  </a:lnTo>
                  <a:lnTo>
                    <a:pt x="215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5"/>
            <p:cNvSpPr/>
            <p:nvPr/>
          </p:nvSpPr>
          <p:spPr>
            <a:xfrm>
              <a:off x="3006150" y="2427375"/>
              <a:ext cx="89700" cy="88950"/>
            </a:xfrm>
            <a:custGeom>
              <a:rect b="b" l="l" r="r" t="t"/>
              <a:pathLst>
                <a:path extrusionOk="0" h="3558" w="3588">
                  <a:moveTo>
                    <a:pt x="1429" y="1"/>
                  </a:moveTo>
                  <a:lnTo>
                    <a:pt x="1429" y="1430"/>
                  </a:lnTo>
                  <a:lnTo>
                    <a:pt x="0" y="1430"/>
                  </a:lnTo>
                  <a:lnTo>
                    <a:pt x="0" y="2129"/>
                  </a:lnTo>
                  <a:lnTo>
                    <a:pt x="1429" y="2129"/>
                  </a:lnTo>
                  <a:lnTo>
                    <a:pt x="1429" y="3557"/>
                  </a:lnTo>
                  <a:lnTo>
                    <a:pt x="2128" y="3557"/>
                  </a:lnTo>
                  <a:lnTo>
                    <a:pt x="2128" y="2129"/>
                  </a:lnTo>
                  <a:lnTo>
                    <a:pt x="3587" y="2129"/>
                  </a:lnTo>
                  <a:lnTo>
                    <a:pt x="3587" y="1430"/>
                  </a:lnTo>
                  <a:lnTo>
                    <a:pt x="2128" y="1430"/>
                  </a:lnTo>
                  <a:lnTo>
                    <a:pt x="21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5"/>
            <p:cNvSpPr/>
            <p:nvPr/>
          </p:nvSpPr>
          <p:spPr>
            <a:xfrm>
              <a:off x="3150525" y="2427375"/>
              <a:ext cx="88925" cy="88950"/>
            </a:xfrm>
            <a:custGeom>
              <a:rect b="b" l="l" r="r" t="t"/>
              <a:pathLst>
                <a:path extrusionOk="0" h="3558" w="3557">
                  <a:moveTo>
                    <a:pt x="1429" y="1"/>
                  </a:moveTo>
                  <a:lnTo>
                    <a:pt x="1429" y="1430"/>
                  </a:lnTo>
                  <a:lnTo>
                    <a:pt x="1" y="1430"/>
                  </a:lnTo>
                  <a:lnTo>
                    <a:pt x="1" y="2129"/>
                  </a:lnTo>
                  <a:lnTo>
                    <a:pt x="1429" y="2129"/>
                  </a:lnTo>
                  <a:lnTo>
                    <a:pt x="1429" y="3557"/>
                  </a:lnTo>
                  <a:lnTo>
                    <a:pt x="2159" y="3557"/>
                  </a:lnTo>
                  <a:lnTo>
                    <a:pt x="2159" y="2129"/>
                  </a:lnTo>
                  <a:lnTo>
                    <a:pt x="3557" y="2129"/>
                  </a:lnTo>
                  <a:lnTo>
                    <a:pt x="3557" y="1430"/>
                  </a:lnTo>
                  <a:lnTo>
                    <a:pt x="2159" y="1430"/>
                  </a:lnTo>
                  <a:lnTo>
                    <a:pt x="2159"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5"/>
            <p:cNvSpPr/>
            <p:nvPr/>
          </p:nvSpPr>
          <p:spPr>
            <a:xfrm>
              <a:off x="1996250" y="2573275"/>
              <a:ext cx="88925" cy="88950"/>
            </a:xfrm>
            <a:custGeom>
              <a:rect b="b" l="l" r="r" t="t"/>
              <a:pathLst>
                <a:path extrusionOk="0" h="3558" w="3557">
                  <a:moveTo>
                    <a:pt x="1429" y="1"/>
                  </a:moveTo>
                  <a:lnTo>
                    <a:pt x="1429" y="1430"/>
                  </a:lnTo>
                  <a:lnTo>
                    <a:pt x="1" y="1430"/>
                  </a:lnTo>
                  <a:lnTo>
                    <a:pt x="1" y="2129"/>
                  </a:lnTo>
                  <a:lnTo>
                    <a:pt x="1429" y="2129"/>
                  </a:lnTo>
                  <a:lnTo>
                    <a:pt x="1429" y="3557"/>
                  </a:lnTo>
                  <a:lnTo>
                    <a:pt x="2128" y="3557"/>
                  </a:lnTo>
                  <a:lnTo>
                    <a:pt x="2128" y="2129"/>
                  </a:lnTo>
                  <a:lnTo>
                    <a:pt x="3557" y="2129"/>
                  </a:lnTo>
                  <a:lnTo>
                    <a:pt x="3557" y="1430"/>
                  </a:lnTo>
                  <a:lnTo>
                    <a:pt x="2128" y="1430"/>
                  </a:lnTo>
                  <a:lnTo>
                    <a:pt x="21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5"/>
            <p:cNvSpPr/>
            <p:nvPr/>
          </p:nvSpPr>
          <p:spPr>
            <a:xfrm>
              <a:off x="2140625" y="2573275"/>
              <a:ext cx="88925" cy="88950"/>
            </a:xfrm>
            <a:custGeom>
              <a:rect b="b" l="l" r="r" t="t"/>
              <a:pathLst>
                <a:path extrusionOk="0" h="3558" w="3557">
                  <a:moveTo>
                    <a:pt x="1429" y="1"/>
                  </a:moveTo>
                  <a:lnTo>
                    <a:pt x="1429" y="1430"/>
                  </a:lnTo>
                  <a:lnTo>
                    <a:pt x="1" y="1430"/>
                  </a:lnTo>
                  <a:lnTo>
                    <a:pt x="1" y="2129"/>
                  </a:lnTo>
                  <a:lnTo>
                    <a:pt x="1429" y="2129"/>
                  </a:lnTo>
                  <a:lnTo>
                    <a:pt x="1429" y="3557"/>
                  </a:lnTo>
                  <a:lnTo>
                    <a:pt x="2128" y="3557"/>
                  </a:lnTo>
                  <a:lnTo>
                    <a:pt x="2128" y="2129"/>
                  </a:lnTo>
                  <a:lnTo>
                    <a:pt x="3557" y="2129"/>
                  </a:lnTo>
                  <a:lnTo>
                    <a:pt x="3557" y="1430"/>
                  </a:lnTo>
                  <a:lnTo>
                    <a:pt x="2128" y="1430"/>
                  </a:lnTo>
                  <a:lnTo>
                    <a:pt x="21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5"/>
            <p:cNvSpPr/>
            <p:nvPr/>
          </p:nvSpPr>
          <p:spPr>
            <a:xfrm>
              <a:off x="2285000" y="2573275"/>
              <a:ext cx="88950" cy="88950"/>
            </a:xfrm>
            <a:custGeom>
              <a:rect b="b" l="l" r="r" t="t"/>
              <a:pathLst>
                <a:path extrusionOk="0" h="3558" w="3558">
                  <a:moveTo>
                    <a:pt x="1429" y="1"/>
                  </a:moveTo>
                  <a:lnTo>
                    <a:pt x="1429" y="1430"/>
                  </a:lnTo>
                  <a:lnTo>
                    <a:pt x="1" y="1430"/>
                  </a:lnTo>
                  <a:lnTo>
                    <a:pt x="1" y="2129"/>
                  </a:lnTo>
                  <a:lnTo>
                    <a:pt x="1429" y="2129"/>
                  </a:lnTo>
                  <a:lnTo>
                    <a:pt x="1429" y="3557"/>
                  </a:lnTo>
                  <a:lnTo>
                    <a:pt x="2129" y="3557"/>
                  </a:lnTo>
                  <a:lnTo>
                    <a:pt x="2129" y="2129"/>
                  </a:lnTo>
                  <a:lnTo>
                    <a:pt x="3557" y="2129"/>
                  </a:lnTo>
                  <a:lnTo>
                    <a:pt x="3557" y="1430"/>
                  </a:lnTo>
                  <a:lnTo>
                    <a:pt x="2129" y="1430"/>
                  </a:lnTo>
                  <a:lnTo>
                    <a:pt x="2129"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5"/>
            <p:cNvSpPr/>
            <p:nvPr/>
          </p:nvSpPr>
          <p:spPr>
            <a:xfrm>
              <a:off x="2429400" y="2573275"/>
              <a:ext cx="88925" cy="88950"/>
            </a:xfrm>
            <a:custGeom>
              <a:rect b="b" l="l" r="r" t="t"/>
              <a:pathLst>
                <a:path extrusionOk="0" h="3558" w="3557">
                  <a:moveTo>
                    <a:pt x="1398" y="1"/>
                  </a:moveTo>
                  <a:lnTo>
                    <a:pt x="1398" y="1430"/>
                  </a:lnTo>
                  <a:lnTo>
                    <a:pt x="0" y="1430"/>
                  </a:lnTo>
                  <a:lnTo>
                    <a:pt x="0" y="2129"/>
                  </a:lnTo>
                  <a:lnTo>
                    <a:pt x="1398" y="2129"/>
                  </a:lnTo>
                  <a:lnTo>
                    <a:pt x="1398" y="3557"/>
                  </a:lnTo>
                  <a:lnTo>
                    <a:pt x="2128" y="3557"/>
                  </a:lnTo>
                  <a:lnTo>
                    <a:pt x="2128" y="2129"/>
                  </a:lnTo>
                  <a:lnTo>
                    <a:pt x="3556" y="2129"/>
                  </a:lnTo>
                  <a:lnTo>
                    <a:pt x="3556" y="1430"/>
                  </a:lnTo>
                  <a:lnTo>
                    <a:pt x="2128" y="1430"/>
                  </a:lnTo>
                  <a:lnTo>
                    <a:pt x="21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5"/>
            <p:cNvSpPr/>
            <p:nvPr/>
          </p:nvSpPr>
          <p:spPr>
            <a:xfrm>
              <a:off x="2573000" y="2573275"/>
              <a:ext cx="89700" cy="88950"/>
            </a:xfrm>
            <a:custGeom>
              <a:rect b="b" l="l" r="r" t="t"/>
              <a:pathLst>
                <a:path extrusionOk="0" h="3558" w="3588">
                  <a:moveTo>
                    <a:pt x="1429" y="1"/>
                  </a:moveTo>
                  <a:lnTo>
                    <a:pt x="1429" y="1430"/>
                  </a:lnTo>
                  <a:lnTo>
                    <a:pt x="1" y="1430"/>
                  </a:lnTo>
                  <a:lnTo>
                    <a:pt x="1" y="2129"/>
                  </a:lnTo>
                  <a:lnTo>
                    <a:pt x="1429" y="2129"/>
                  </a:lnTo>
                  <a:lnTo>
                    <a:pt x="1429" y="3557"/>
                  </a:lnTo>
                  <a:lnTo>
                    <a:pt x="2159" y="3557"/>
                  </a:lnTo>
                  <a:lnTo>
                    <a:pt x="2159" y="2129"/>
                  </a:lnTo>
                  <a:lnTo>
                    <a:pt x="3588" y="2129"/>
                  </a:lnTo>
                  <a:lnTo>
                    <a:pt x="3588" y="1430"/>
                  </a:lnTo>
                  <a:lnTo>
                    <a:pt x="2159" y="1430"/>
                  </a:lnTo>
                  <a:lnTo>
                    <a:pt x="2159"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5"/>
            <p:cNvSpPr/>
            <p:nvPr/>
          </p:nvSpPr>
          <p:spPr>
            <a:xfrm>
              <a:off x="2717400" y="2573275"/>
              <a:ext cx="89675" cy="88950"/>
            </a:xfrm>
            <a:custGeom>
              <a:rect b="b" l="l" r="r" t="t"/>
              <a:pathLst>
                <a:path extrusionOk="0" h="3558" w="3587">
                  <a:moveTo>
                    <a:pt x="1429" y="1"/>
                  </a:moveTo>
                  <a:lnTo>
                    <a:pt x="1429" y="1430"/>
                  </a:lnTo>
                  <a:lnTo>
                    <a:pt x="0" y="1430"/>
                  </a:lnTo>
                  <a:lnTo>
                    <a:pt x="0" y="2129"/>
                  </a:lnTo>
                  <a:lnTo>
                    <a:pt x="1429" y="2129"/>
                  </a:lnTo>
                  <a:lnTo>
                    <a:pt x="1429" y="3557"/>
                  </a:lnTo>
                  <a:lnTo>
                    <a:pt x="2158" y="3557"/>
                  </a:lnTo>
                  <a:lnTo>
                    <a:pt x="2158" y="2129"/>
                  </a:lnTo>
                  <a:lnTo>
                    <a:pt x="3587" y="2129"/>
                  </a:lnTo>
                  <a:lnTo>
                    <a:pt x="3587" y="1430"/>
                  </a:lnTo>
                  <a:lnTo>
                    <a:pt x="2158" y="1430"/>
                  </a:lnTo>
                  <a:lnTo>
                    <a:pt x="215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5"/>
            <p:cNvSpPr/>
            <p:nvPr/>
          </p:nvSpPr>
          <p:spPr>
            <a:xfrm>
              <a:off x="2861775" y="2573275"/>
              <a:ext cx="89675" cy="88950"/>
            </a:xfrm>
            <a:custGeom>
              <a:rect b="b" l="l" r="r" t="t"/>
              <a:pathLst>
                <a:path extrusionOk="0" h="3558" w="3587">
                  <a:moveTo>
                    <a:pt x="1429" y="1"/>
                  </a:moveTo>
                  <a:lnTo>
                    <a:pt x="1429" y="1430"/>
                  </a:lnTo>
                  <a:lnTo>
                    <a:pt x="0" y="1430"/>
                  </a:lnTo>
                  <a:lnTo>
                    <a:pt x="0" y="2129"/>
                  </a:lnTo>
                  <a:lnTo>
                    <a:pt x="1429" y="2129"/>
                  </a:lnTo>
                  <a:lnTo>
                    <a:pt x="1429" y="3557"/>
                  </a:lnTo>
                  <a:lnTo>
                    <a:pt x="2158" y="3557"/>
                  </a:lnTo>
                  <a:lnTo>
                    <a:pt x="2158" y="2129"/>
                  </a:lnTo>
                  <a:lnTo>
                    <a:pt x="3587" y="2129"/>
                  </a:lnTo>
                  <a:lnTo>
                    <a:pt x="3587" y="1430"/>
                  </a:lnTo>
                  <a:lnTo>
                    <a:pt x="2158" y="1430"/>
                  </a:lnTo>
                  <a:lnTo>
                    <a:pt x="215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5"/>
            <p:cNvSpPr/>
            <p:nvPr/>
          </p:nvSpPr>
          <p:spPr>
            <a:xfrm>
              <a:off x="3006150" y="2573275"/>
              <a:ext cx="89700" cy="88950"/>
            </a:xfrm>
            <a:custGeom>
              <a:rect b="b" l="l" r="r" t="t"/>
              <a:pathLst>
                <a:path extrusionOk="0" h="3558" w="3588">
                  <a:moveTo>
                    <a:pt x="1429" y="1"/>
                  </a:moveTo>
                  <a:lnTo>
                    <a:pt x="1429" y="1430"/>
                  </a:lnTo>
                  <a:lnTo>
                    <a:pt x="0" y="1430"/>
                  </a:lnTo>
                  <a:lnTo>
                    <a:pt x="0" y="2129"/>
                  </a:lnTo>
                  <a:lnTo>
                    <a:pt x="1429" y="2129"/>
                  </a:lnTo>
                  <a:lnTo>
                    <a:pt x="1429" y="3557"/>
                  </a:lnTo>
                  <a:lnTo>
                    <a:pt x="2128" y="3557"/>
                  </a:lnTo>
                  <a:lnTo>
                    <a:pt x="2128" y="2129"/>
                  </a:lnTo>
                  <a:lnTo>
                    <a:pt x="3587" y="2129"/>
                  </a:lnTo>
                  <a:lnTo>
                    <a:pt x="3587" y="1430"/>
                  </a:lnTo>
                  <a:lnTo>
                    <a:pt x="2128" y="1430"/>
                  </a:lnTo>
                  <a:lnTo>
                    <a:pt x="21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5"/>
            <p:cNvSpPr/>
            <p:nvPr/>
          </p:nvSpPr>
          <p:spPr>
            <a:xfrm>
              <a:off x="3150525" y="2573275"/>
              <a:ext cx="88925" cy="88950"/>
            </a:xfrm>
            <a:custGeom>
              <a:rect b="b" l="l" r="r" t="t"/>
              <a:pathLst>
                <a:path extrusionOk="0" h="3558" w="3557">
                  <a:moveTo>
                    <a:pt x="1429" y="1"/>
                  </a:moveTo>
                  <a:lnTo>
                    <a:pt x="1429" y="1430"/>
                  </a:lnTo>
                  <a:lnTo>
                    <a:pt x="1" y="1430"/>
                  </a:lnTo>
                  <a:lnTo>
                    <a:pt x="1" y="2129"/>
                  </a:lnTo>
                  <a:lnTo>
                    <a:pt x="1429" y="2129"/>
                  </a:lnTo>
                  <a:lnTo>
                    <a:pt x="1429" y="3557"/>
                  </a:lnTo>
                  <a:lnTo>
                    <a:pt x="2159" y="3557"/>
                  </a:lnTo>
                  <a:lnTo>
                    <a:pt x="2159" y="2129"/>
                  </a:lnTo>
                  <a:lnTo>
                    <a:pt x="3557" y="2129"/>
                  </a:lnTo>
                  <a:lnTo>
                    <a:pt x="3557" y="1430"/>
                  </a:lnTo>
                  <a:lnTo>
                    <a:pt x="2159" y="1430"/>
                  </a:lnTo>
                  <a:lnTo>
                    <a:pt x="2159"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5"/>
            <p:cNvSpPr/>
            <p:nvPr/>
          </p:nvSpPr>
          <p:spPr>
            <a:xfrm>
              <a:off x="1996250" y="2719175"/>
              <a:ext cx="88925" cy="88950"/>
            </a:xfrm>
            <a:custGeom>
              <a:rect b="b" l="l" r="r" t="t"/>
              <a:pathLst>
                <a:path extrusionOk="0" h="3558" w="3557">
                  <a:moveTo>
                    <a:pt x="1429" y="1"/>
                  </a:moveTo>
                  <a:lnTo>
                    <a:pt x="1429" y="1429"/>
                  </a:lnTo>
                  <a:lnTo>
                    <a:pt x="1" y="1429"/>
                  </a:lnTo>
                  <a:lnTo>
                    <a:pt x="1" y="2129"/>
                  </a:lnTo>
                  <a:lnTo>
                    <a:pt x="1429" y="2129"/>
                  </a:lnTo>
                  <a:lnTo>
                    <a:pt x="1429" y="3557"/>
                  </a:lnTo>
                  <a:lnTo>
                    <a:pt x="2128" y="3557"/>
                  </a:lnTo>
                  <a:lnTo>
                    <a:pt x="2128" y="2129"/>
                  </a:lnTo>
                  <a:lnTo>
                    <a:pt x="3557" y="2129"/>
                  </a:lnTo>
                  <a:lnTo>
                    <a:pt x="3557" y="1429"/>
                  </a:lnTo>
                  <a:lnTo>
                    <a:pt x="2128" y="1429"/>
                  </a:lnTo>
                  <a:lnTo>
                    <a:pt x="21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5"/>
            <p:cNvSpPr/>
            <p:nvPr/>
          </p:nvSpPr>
          <p:spPr>
            <a:xfrm>
              <a:off x="2140625" y="2719175"/>
              <a:ext cx="88925" cy="88950"/>
            </a:xfrm>
            <a:custGeom>
              <a:rect b="b" l="l" r="r" t="t"/>
              <a:pathLst>
                <a:path extrusionOk="0" h="3558" w="3557">
                  <a:moveTo>
                    <a:pt x="1429" y="1"/>
                  </a:moveTo>
                  <a:lnTo>
                    <a:pt x="1429" y="1429"/>
                  </a:lnTo>
                  <a:lnTo>
                    <a:pt x="1" y="1429"/>
                  </a:lnTo>
                  <a:lnTo>
                    <a:pt x="1" y="2129"/>
                  </a:lnTo>
                  <a:lnTo>
                    <a:pt x="1429" y="2129"/>
                  </a:lnTo>
                  <a:lnTo>
                    <a:pt x="1429" y="3557"/>
                  </a:lnTo>
                  <a:lnTo>
                    <a:pt x="2128" y="3557"/>
                  </a:lnTo>
                  <a:lnTo>
                    <a:pt x="2128" y="2129"/>
                  </a:lnTo>
                  <a:lnTo>
                    <a:pt x="3557" y="2129"/>
                  </a:lnTo>
                  <a:lnTo>
                    <a:pt x="3557" y="1429"/>
                  </a:lnTo>
                  <a:lnTo>
                    <a:pt x="2128" y="1429"/>
                  </a:lnTo>
                  <a:lnTo>
                    <a:pt x="21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5"/>
            <p:cNvSpPr/>
            <p:nvPr/>
          </p:nvSpPr>
          <p:spPr>
            <a:xfrm>
              <a:off x="2285000" y="2719175"/>
              <a:ext cx="88950" cy="88950"/>
            </a:xfrm>
            <a:custGeom>
              <a:rect b="b" l="l" r="r" t="t"/>
              <a:pathLst>
                <a:path extrusionOk="0" h="3558" w="3558">
                  <a:moveTo>
                    <a:pt x="1429" y="1"/>
                  </a:moveTo>
                  <a:lnTo>
                    <a:pt x="1429" y="1429"/>
                  </a:lnTo>
                  <a:lnTo>
                    <a:pt x="1" y="1429"/>
                  </a:lnTo>
                  <a:lnTo>
                    <a:pt x="1" y="2129"/>
                  </a:lnTo>
                  <a:lnTo>
                    <a:pt x="1429" y="2129"/>
                  </a:lnTo>
                  <a:lnTo>
                    <a:pt x="1429" y="3557"/>
                  </a:lnTo>
                  <a:lnTo>
                    <a:pt x="2129" y="3557"/>
                  </a:lnTo>
                  <a:lnTo>
                    <a:pt x="2129" y="2129"/>
                  </a:lnTo>
                  <a:lnTo>
                    <a:pt x="3557" y="2129"/>
                  </a:lnTo>
                  <a:lnTo>
                    <a:pt x="3557" y="1429"/>
                  </a:lnTo>
                  <a:lnTo>
                    <a:pt x="2129" y="1429"/>
                  </a:lnTo>
                  <a:lnTo>
                    <a:pt x="2129"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5"/>
            <p:cNvSpPr/>
            <p:nvPr/>
          </p:nvSpPr>
          <p:spPr>
            <a:xfrm>
              <a:off x="2429400" y="2719175"/>
              <a:ext cx="88925" cy="88950"/>
            </a:xfrm>
            <a:custGeom>
              <a:rect b="b" l="l" r="r" t="t"/>
              <a:pathLst>
                <a:path extrusionOk="0" h="3558" w="3557">
                  <a:moveTo>
                    <a:pt x="1398" y="1"/>
                  </a:moveTo>
                  <a:lnTo>
                    <a:pt x="1398" y="1429"/>
                  </a:lnTo>
                  <a:lnTo>
                    <a:pt x="0" y="1429"/>
                  </a:lnTo>
                  <a:lnTo>
                    <a:pt x="0" y="2129"/>
                  </a:lnTo>
                  <a:lnTo>
                    <a:pt x="1398" y="2129"/>
                  </a:lnTo>
                  <a:lnTo>
                    <a:pt x="1398" y="3557"/>
                  </a:lnTo>
                  <a:lnTo>
                    <a:pt x="2128" y="3557"/>
                  </a:lnTo>
                  <a:lnTo>
                    <a:pt x="2128" y="2129"/>
                  </a:lnTo>
                  <a:lnTo>
                    <a:pt x="3556" y="2129"/>
                  </a:lnTo>
                  <a:lnTo>
                    <a:pt x="3556" y="1429"/>
                  </a:lnTo>
                  <a:lnTo>
                    <a:pt x="2128" y="1429"/>
                  </a:lnTo>
                  <a:lnTo>
                    <a:pt x="21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5"/>
            <p:cNvSpPr/>
            <p:nvPr/>
          </p:nvSpPr>
          <p:spPr>
            <a:xfrm>
              <a:off x="2573000" y="2719175"/>
              <a:ext cx="89700" cy="88950"/>
            </a:xfrm>
            <a:custGeom>
              <a:rect b="b" l="l" r="r" t="t"/>
              <a:pathLst>
                <a:path extrusionOk="0" h="3558" w="3588">
                  <a:moveTo>
                    <a:pt x="1429" y="1"/>
                  </a:moveTo>
                  <a:lnTo>
                    <a:pt x="1429" y="1429"/>
                  </a:lnTo>
                  <a:lnTo>
                    <a:pt x="1" y="1429"/>
                  </a:lnTo>
                  <a:lnTo>
                    <a:pt x="1" y="2129"/>
                  </a:lnTo>
                  <a:lnTo>
                    <a:pt x="1429" y="2129"/>
                  </a:lnTo>
                  <a:lnTo>
                    <a:pt x="1429" y="3557"/>
                  </a:lnTo>
                  <a:lnTo>
                    <a:pt x="2159" y="3557"/>
                  </a:lnTo>
                  <a:lnTo>
                    <a:pt x="2159" y="2129"/>
                  </a:lnTo>
                  <a:lnTo>
                    <a:pt x="3588" y="2129"/>
                  </a:lnTo>
                  <a:lnTo>
                    <a:pt x="3588" y="1429"/>
                  </a:lnTo>
                  <a:lnTo>
                    <a:pt x="2159" y="1429"/>
                  </a:lnTo>
                  <a:lnTo>
                    <a:pt x="2159"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5"/>
            <p:cNvSpPr/>
            <p:nvPr/>
          </p:nvSpPr>
          <p:spPr>
            <a:xfrm>
              <a:off x="2717400" y="2719175"/>
              <a:ext cx="89675" cy="88950"/>
            </a:xfrm>
            <a:custGeom>
              <a:rect b="b" l="l" r="r" t="t"/>
              <a:pathLst>
                <a:path extrusionOk="0" h="3558" w="3587">
                  <a:moveTo>
                    <a:pt x="1429" y="1"/>
                  </a:moveTo>
                  <a:lnTo>
                    <a:pt x="1429" y="1429"/>
                  </a:lnTo>
                  <a:lnTo>
                    <a:pt x="0" y="1429"/>
                  </a:lnTo>
                  <a:lnTo>
                    <a:pt x="0" y="2129"/>
                  </a:lnTo>
                  <a:lnTo>
                    <a:pt x="1429" y="2129"/>
                  </a:lnTo>
                  <a:lnTo>
                    <a:pt x="1429" y="3557"/>
                  </a:lnTo>
                  <a:lnTo>
                    <a:pt x="2158" y="3557"/>
                  </a:lnTo>
                  <a:lnTo>
                    <a:pt x="2158" y="2129"/>
                  </a:lnTo>
                  <a:lnTo>
                    <a:pt x="3587" y="2129"/>
                  </a:lnTo>
                  <a:lnTo>
                    <a:pt x="3587" y="1429"/>
                  </a:lnTo>
                  <a:lnTo>
                    <a:pt x="2158" y="1429"/>
                  </a:lnTo>
                  <a:lnTo>
                    <a:pt x="215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5"/>
            <p:cNvSpPr/>
            <p:nvPr/>
          </p:nvSpPr>
          <p:spPr>
            <a:xfrm>
              <a:off x="2861775" y="2719175"/>
              <a:ext cx="89675" cy="88950"/>
            </a:xfrm>
            <a:custGeom>
              <a:rect b="b" l="l" r="r" t="t"/>
              <a:pathLst>
                <a:path extrusionOk="0" h="3558" w="3587">
                  <a:moveTo>
                    <a:pt x="1429" y="1"/>
                  </a:moveTo>
                  <a:lnTo>
                    <a:pt x="1429" y="1429"/>
                  </a:lnTo>
                  <a:lnTo>
                    <a:pt x="0" y="1429"/>
                  </a:lnTo>
                  <a:lnTo>
                    <a:pt x="0" y="2129"/>
                  </a:lnTo>
                  <a:lnTo>
                    <a:pt x="1429" y="2129"/>
                  </a:lnTo>
                  <a:lnTo>
                    <a:pt x="1429" y="3557"/>
                  </a:lnTo>
                  <a:lnTo>
                    <a:pt x="2158" y="3557"/>
                  </a:lnTo>
                  <a:lnTo>
                    <a:pt x="2158" y="2129"/>
                  </a:lnTo>
                  <a:lnTo>
                    <a:pt x="3587" y="2129"/>
                  </a:lnTo>
                  <a:lnTo>
                    <a:pt x="3587" y="1429"/>
                  </a:lnTo>
                  <a:lnTo>
                    <a:pt x="2158" y="1429"/>
                  </a:lnTo>
                  <a:lnTo>
                    <a:pt x="215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5"/>
            <p:cNvSpPr/>
            <p:nvPr/>
          </p:nvSpPr>
          <p:spPr>
            <a:xfrm>
              <a:off x="3006150" y="2719175"/>
              <a:ext cx="89700" cy="88950"/>
            </a:xfrm>
            <a:custGeom>
              <a:rect b="b" l="l" r="r" t="t"/>
              <a:pathLst>
                <a:path extrusionOk="0" h="3558" w="3588">
                  <a:moveTo>
                    <a:pt x="1429" y="1"/>
                  </a:moveTo>
                  <a:lnTo>
                    <a:pt x="1429" y="1429"/>
                  </a:lnTo>
                  <a:lnTo>
                    <a:pt x="0" y="1429"/>
                  </a:lnTo>
                  <a:lnTo>
                    <a:pt x="0" y="2129"/>
                  </a:lnTo>
                  <a:lnTo>
                    <a:pt x="1429" y="2129"/>
                  </a:lnTo>
                  <a:lnTo>
                    <a:pt x="1429" y="3557"/>
                  </a:lnTo>
                  <a:lnTo>
                    <a:pt x="2128" y="3557"/>
                  </a:lnTo>
                  <a:lnTo>
                    <a:pt x="2128" y="2129"/>
                  </a:lnTo>
                  <a:lnTo>
                    <a:pt x="3587" y="2129"/>
                  </a:lnTo>
                  <a:lnTo>
                    <a:pt x="3587" y="1429"/>
                  </a:lnTo>
                  <a:lnTo>
                    <a:pt x="2128" y="1429"/>
                  </a:lnTo>
                  <a:lnTo>
                    <a:pt x="21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5"/>
            <p:cNvSpPr/>
            <p:nvPr/>
          </p:nvSpPr>
          <p:spPr>
            <a:xfrm>
              <a:off x="3150525" y="2719175"/>
              <a:ext cx="88925" cy="88950"/>
            </a:xfrm>
            <a:custGeom>
              <a:rect b="b" l="l" r="r" t="t"/>
              <a:pathLst>
                <a:path extrusionOk="0" h="3558" w="3557">
                  <a:moveTo>
                    <a:pt x="1429" y="1"/>
                  </a:moveTo>
                  <a:lnTo>
                    <a:pt x="1429" y="1429"/>
                  </a:lnTo>
                  <a:lnTo>
                    <a:pt x="1" y="1429"/>
                  </a:lnTo>
                  <a:lnTo>
                    <a:pt x="1" y="2129"/>
                  </a:lnTo>
                  <a:lnTo>
                    <a:pt x="1429" y="2129"/>
                  </a:lnTo>
                  <a:lnTo>
                    <a:pt x="1429" y="3557"/>
                  </a:lnTo>
                  <a:lnTo>
                    <a:pt x="2159" y="3557"/>
                  </a:lnTo>
                  <a:lnTo>
                    <a:pt x="2159" y="2129"/>
                  </a:lnTo>
                  <a:lnTo>
                    <a:pt x="3557" y="2129"/>
                  </a:lnTo>
                  <a:lnTo>
                    <a:pt x="3557" y="1429"/>
                  </a:lnTo>
                  <a:lnTo>
                    <a:pt x="2159" y="1429"/>
                  </a:lnTo>
                  <a:lnTo>
                    <a:pt x="2159"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863" name="Shape 863"/>
        <p:cNvGrpSpPr/>
        <p:nvPr/>
      </p:nvGrpSpPr>
      <p:grpSpPr>
        <a:xfrm>
          <a:off x="0" y="0"/>
          <a:ext cx="0" cy="0"/>
          <a:chOff x="0" y="0"/>
          <a:chExt cx="0" cy="0"/>
        </a:xfrm>
      </p:grpSpPr>
      <p:sp>
        <p:nvSpPr>
          <p:cNvPr id="864" name="Google Shape;864;p6"/>
          <p:cNvSpPr txBox="1"/>
          <p:nvPr>
            <p:ph type="title"/>
          </p:nvPr>
        </p:nvSpPr>
        <p:spPr>
          <a:xfrm>
            <a:off x="2160150" y="445025"/>
            <a:ext cx="48237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865" name="Google Shape;865;p6"/>
          <p:cNvGrpSpPr/>
          <p:nvPr/>
        </p:nvGrpSpPr>
        <p:grpSpPr>
          <a:xfrm rot="6765795">
            <a:off x="-1824983" y="-820283"/>
            <a:ext cx="4568793" cy="2881759"/>
            <a:chOff x="2975000" y="20825"/>
            <a:chExt cx="3963625" cy="2500050"/>
          </a:xfrm>
        </p:grpSpPr>
        <p:sp>
          <p:nvSpPr>
            <p:cNvPr id="866" name="Google Shape;866;p6"/>
            <p:cNvSpPr/>
            <p:nvPr/>
          </p:nvSpPr>
          <p:spPr>
            <a:xfrm>
              <a:off x="2975000" y="442550"/>
              <a:ext cx="3962850" cy="2078325"/>
            </a:xfrm>
            <a:custGeom>
              <a:rect b="b" l="l" r="r" t="t"/>
              <a:pathLst>
                <a:path extrusionOk="0" fill="none" h="83133" w="158514">
                  <a:moveTo>
                    <a:pt x="0" y="1"/>
                  </a:moveTo>
                  <a:cubicBezTo>
                    <a:pt x="4347" y="3071"/>
                    <a:pt x="9423" y="6171"/>
                    <a:pt x="12797" y="10122"/>
                  </a:cubicBezTo>
                  <a:cubicBezTo>
                    <a:pt x="18025" y="16232"/>
                    <a:pt x="11095" y="25411"/>
                    <a:pt x="18298" y="31369"/>
                  </a:cubicBezTo>
                  <a:cubicBezTo>
                    <a:pt x="23952" y="36050"/>
                    <a:pt x="23982" y="41612"/>
                    <a:pt x="23283" y="48269"/>
                  </a:cubicBezTo>
                  <a:cubicBezTo>
                    <a:pt x="22706" y="53497"/>
                    <a:pt x="22463" y="62494"/>
                    <a:pt x="29028" y="64044"/>
                  </a:cubicBezTo>
                  <a:cubicBezTo>
                    <a:pt x="35776" y="65655"/>
                    <a:pt x="41186" y="60913"/>
                    <a:pt x="45624" y="56567"/>
                  </a:cubicBezTo>
                  <a:cubicBezTo>
                    <a:pt x="51855" y="50457"/>
                    <a:pt x="63466" y="46202"/>
                    <a:pt x="71825" y="49515"/>
                  </a:cubicBezTo>
                  <a:cubicBezTo>
                    <a:pt x="79211" y="52463"/>
                    <a:pt x="89728" y="48421"/>
                    <a:pt x="96598" y="51430"/>
                  </a:cubicBezTo>
                  <a:cubicBezTo>
                    <a:pt x="100762" y="53284"/>
                    <a:pt x="101035" y="58390"/>
                    <a:pt x="102343" y="62646"/>
                  </a:cubicBezTo>
                  <a:cubicBezTo>
                    <a:pt x="104197" y="68603"/>
                    <a:pt x="108938" y="75564"/>
                    <a:pt x="114106" y="78482"/>
                  </a:cubicBezTo>
                  <a:cubicBezTo>
                    <a:pt x="122343" y="83132"/>
                    <a:pt x="130914" y="70610"/>
                    <a:pt x="138909" y="69151"/>
                  </a:cubicBezTo>
                  <a:cubicBezTo>
                    <a:pt x="145474" y="67935"/>
                    <a:pt x="152435" y="73892"/>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6"/>
            <p:cNvSpPr/>
            <p:nvPr/>
          </p:nvSpPr>
          <p:spPr>
            <a:xfrm>
              <a:off x="2975000" y="442550"/>
              <a:ext cx="3962850" cy="2057800"/>
            </a:xfrm>
            <a:custGeom>
              <a:rect b="b" l="l" r="r" t="t"/>
              <a:pathLst>
                <a:path extrusionOk="0" fill="none" h="82312" w="158514">
                  <a:moveTo>
                    <a:pt x="0" y="1"/>
                  </a:moveTo>
                  <a:cubicBezTo>
                    <a:pt x="4408" y="3040"/>
                    <a:pt x="9392" y="6049"/>
                    <a:pt x="13040" y="9879"/>
                  </a:cubicBezTo>
                  <a:cubicBezTo>
                    <a:pt x="18602" y="15654"/>
                    <a:pt x="11733" y="24955"/>
                    <a:pt x="18694" y="30609"/>
                  </a:cubicBezTo>
                  <a:cubicBezTo>
                    <a:pt x="24408" y="35259"/>
                    <a:pt x="25077" y="40153"/>
                    <a:pt x="24317" y="46901"/>
                  </a:cubicBezTo>
                  <a:cubicBezTo>
                    <a:pt x="23739" y="52129"/>
                    <a:pt x="23131" y="61248"/>
                    <a:pt x="29849" y="62919"/>
                  </a:cubicBezTo>
                  <a:cubicBezTo>
                    <a:pt x="36870" y="64652"/>
                    <a:pt x="41794" y="59606"/>
                    <a:pt x="46627" y="55503"/>
                  </a:cubicBezTo>
                  <a:cubicBezTo>
                    <a:pt x="53557" y="49606"/>
                    <a:pt x="63983" y="44712"/>
                    <a:pt x="72798" y="48634"/>
                  </a:cubicBezTo>
                  <a:cubicBezTo>
                    <a:pt x="80123" y="51886"/>
                    <a:pt x="90245" y="48208"/>
                    <a:pt x="97266" y="51187"/>
                  </a:cubicBezTo>
                  <a:cubicBezTo>
                    <a:pt x="101522" y="52980"/>
                    <a:pt x="101674" y="58026"/>
                    <a:pt x="102890" y="62251"/>
                  </a:cubicBezTo>
                  <a:cubicBezTo>
                    <a:pt x="104561" y="68087"/>
                    <a:pt x="109303" y="75078"/>
                    <a:pt x="114440" y="77844"/>
                  </a:cubicBezTo>
                  <a:cubicBezTo>
                    <a:pt x="122799" y="82312"/>
                    <a:pt x="131097" y="70032"/>
                    <a:pt x="139243" y="68877"/>
                  </a:cubicBezTo>
                  <a:cubicBezTo>
                    <a:pt x="145656" y="67935"/>
                    <a:pt x="152495" y="73771"/>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6"/>
            <p:cNvSpPr/>
            <p:nvPr/>
          </p:nvSpPr>
          <p:spPr>
            <a:xfrm>
              <a:off x="2975000" y="442550"/>
              <a:ext cx="3962850" cy="2035775"/>
            </a:xfrm>
            <a:custGeom>
              <a:rect b="b" l="l" r="r" t="t"/>
              <a:pathLst>
                <a:path extrusionOk="0" fill="none" h="81431" w="158514">
                  <a:moveTo>
                    <a:pt x="0" y="1"/>
                  </a:moveTo>
                  <a:cubicBezTo>
                    <a:pt x="4468" y="3040"/>
                    <a:pt x="9362" y="5958"/>
                    <a:pt x="13313" y="9606"/>
                  </a:cubicBezTo>
                  <a:cubicBezTo>
                    <a:pt x="19210" y="15077"/>
                    <a:pt x="12432" y="24469"/>
                    <a:pt x="19089" y="29849"/>
                  </a:cubicBezTo>
                  <a:cubicBezTo>
                    <a:pt x="24803" y="34469"/>
                    <a:pt x="26019" y="38694"/>
                    <a:pt x="25350" y="45564"/>
                  </a:cubicBezTo>
                  <a:cubicBezTo>
                    <a:pt x="24833" y="50822"/>
                    <a:pt x="23739" y="60001"/>
                    <a:pt x="30609" y="61795"/>
                  </a:cubicBezTo>
                  <a:cubicBezTo>
                    <a:pt x="37691" y="63649"/>
                    <a:pt x="42797" y="58299"/>
                    <a:pt x="47813" y="54378"/>
                  </a:cubicBezTo>
                  <a:cubicBezTo>
                    <a:pt x="55989" y="47995"/>
                    <a:pt x="63345" y="43375"/>
                    <a:pt x="73801" y="47752"/>
                  </a:cubicBezTo>
                  <a:cubicBezTo>
                    <a:pt x="81704" y="51065"/>
                    <a:pt x="90762" y="48026"/>
                    <a:pt x="97966" y="50944"/>
                  </a:cubicBezTo>
                  <a:cubicBezTo>
                    <a:pt x="102282" y="52707"/>
                    <a:pt x="102343" y="57631"/>
                    <a:pt x="103437" y="61825"/>
                  </a:cubicBezTo>
                  <a:cubicBezTo>
                    <a:pt x="104957" y="67570"/>
                    <a:pt x="109637" y="74531"/>
                    <a:pt x="114774" y="77145"/>
                  </a:cubicBezTo>
                  <a:cubicBezTo>
                    <a:pt x="123285" y="81430"/>
                    <a:pt x="131310" y="69454"/>
                    <a:pt x="139577" y="68573"/>
                  </a:cubicBezTo>
                  <a:cubicBezTo>
                    <a:pt x="145869" y="67904"/>
                    <a:pt x="152587" y="73649"/>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6"/>
            <p:cNvSpPr/>
            <p:nvPr/>
          </p:nvSpPr>
          <p:spPr>
            <a:xfrm>
              <a:off x="2975000" y="442550"/>
              <a:ext cx="3962850" cy="2014500"/>
            </a:xfrm>
            <a:custGeom>
              <a:rect b="b" l="l" r="r" t="t"/>
              <a:pathLst>
                <a:path extrusionOk="0" fill="none" h="80580" w="158514">
                  <a:moveTo>
                    <a:pt x="0" y="1"/>
                  </a:moveTo>
                  <a:cubicBezTo>
                    <a:pt x="4560" y="3010"/>
                    <a:pt x="9392" y="5897"/>
                    <a:pt x="13526" y="9393"/>
                  </a:cubicBezTo>
                  <a:cubicBezTo>
                    <a:pt x="19666" y="14469"/>
                    <a:pt x="13162" y="23952"/>
                    <a:pt x="19484" y="29150"/>
                  </a:cubicBezTo>
                  <a:cubicBezTo>
                    <a:pt x="24560" y="33314"/>
                    <a:pt x="27235" y="37509"/>
                    <a:pt x="26323" y="44348"/>
                  </a:cubicBezTo>
                  <a:cubicBezTo>
                    <a:pt x="25563" y="49728"/>
                    <a:pt x="24317" y="58846"/>
                    <a:pt x="31308" y="60792"/>
                  </a:cubicBezTo>
                  <a:cubicBezTo>
                    <a:pt x="38390" y="62737"/>
                    <a:pt x="43770" y="57296"/>
                    <a:pt x="48998" y="53375"/>
                  </a:cubicBezTo>
                  <a:cubicBezTo>
                    <a:pt x="57813" y="46688"/>
                    <a:pt x="63892" y="42129"/>
                    <a:pt x="74743" y="47023"/>
                  </a:cubicBezTo>
                  <a:cubicBezTo>
                    <a:pt x="82433" y="50488"/>
                    <a:pt x="91248" y="47995"/>
                    <a:pt x="98604" y="50761"/>
                  </a:cubicBezTo>
                  <a:cubicBezTo>
                    <a:pt x="103042" y="52372"/>
                    <a:pt x="103011" y="57266"/>
                    <a:pt x="104014" y="61430"/>
                  </a:cubicBezTo>
                  <a:cubicBezTo>
                    <a:pt x="105382" y="67084"/>
                    <a:pt x="109941" y="74014"/>
                    <a:pt x="115109" y="76445"/>
                  </a:cubicBezTo>
                  <a:cubicBezTo>
                    <a:pt x="123802" y="80579"/>
                    <a:pt x="132100" y="68299"/>
                    <a:pt x="139912" y="68330"/>
                  </a:cubicBezTo>
                  <a:cubicBezTo>
                    <a:pt x="144927" y="68330"/>
                    <a:pt x="153529" y="7331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6"/>
            <p:cNvSpPr/>
            <p:nvPr/>
          </p:nvSpPr>
          <p:spPr>
            <a:xfrm>
              <a:off x="2975000" y="442550"/>
              <a:ext cx="3962850" cy="1991700"/>
            </a:xfrm>
            <a:custGeom>
              <a:rect b="b" l="l" r="r" t="t"/>
              <a:pathLst>
                <a:path extrusionOk="0" fill="none" h="79668" w="158514">
                  <a:moveTo>
                    <a:pt x="0" y="1"/>
                  </a:moveTo>
                  <a:cubicBezTo>
                    <a:pt x="4590" y="3010"/>
                    <a:pt x="9484" y="5897"/>
                    <a:pt x="13769" y="9119"/>
                  </a:cubicBezTo>
                  <a:cubicBezTo>
                    <a:pt x="20122" y="13861"/>
                    <a:pt x="13952" y="23344"/>
                    <a:pt x="19879" y="28360"/>
                  </a:cubicBezTo>
                  <a:cubicBezTo>
                    <a:pt x="24651" y="32402"/>
                    <a:pt x="28055" y="36475"/>
                    <a:pt x="27265" y="43102"/>
                  </a:cubicBezTo>
                  <a:cubicBezTo>
                    <a:pt x="26627" y="48482"/>
                    <a:pt x="24985" y="57600"/>
                    <a:pt x="31946" y="59698"/>
                  </a:cubicBezTo>
                  <a:cubicBezTo>
                    <a:pt x="39028" y="61795"/>
                    <a:pt x="44955" y="56202"/>
                    <a:pt x="50183" y="52251"/>
                  </a:cubicBezTo>
                  <a:cubicBezTo>
                    <a:pt x="59424" y="45260"/>
                    <a:pt x="64561" y="40761"/>
                    <a:pt x="75746" y="46232"/>
                  </a:cubicBezTo>
                  <a:cubicBezTo>
                    <a:pt x="83315" y="49971"/>
                    <a:pt x="91795" y="47813"/>
                    <a:pt x="99273" y="50488"/>
                  </a:cubicBezTo>
                  <a:cubicBezTo>
                    <a:pt x="103832" y="52129"/>
                    <a:pt x="103619" y="56840"/>
                    <a:pt x="104653" y="61035"/>
                  </a:cubicBezTo>
                  <a:cubicBezTo>
                    <a:pt x="106051" y="66749"/>
                    <a:pt x="110124" y="73315"/>
                    <a:pt x="115443" y="75716"/>
                  </a:cubicBezTo>
                  <a:cubicBezTo>
                    <a:pt x="124227" y="79667"/>
                    <a:pt x="132039" y="67995"/>
                    <a:pt x="140246" y="68056"/>
                  </a:cubicBezTo>
                  <a:cubicBezTo>
                    <a:pt x="145535" y="68087"/>
                    <a:pt x="153377" y="7340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6"/>
            <p:cNvSpPr/>
            <p:nvPr/>
          </p:nvSpPr>
          <p:spPr>
            <a:xfrm>
              <a:off x="2975000" y="442550"/>
              <a:ext cx="3963625" cy="1968900"/>
            </a:xfrm>
            <a:custGeom>
              <a:rect b="b" l="l" r="r" t="t"/>
              <a:pathLst>
                <a:path extrusionOk="0" fill="none" h="78756" w="158545">
                  <a:moveTo>
                    <a:pt x="0" y="1"/>
                  </a:moveTo>
                  <a:cubicBezTo>
                    <a:pt x="4651" y="2979"/>
                    <a:pt x="9575" y="5867"/>
                    <a:pt x="14013" y="8876"/>
                  </a:cubicBezTo>
                  <a:cubicBezTo>
                    <a:pt x="20548" y="13283"/>
                    <a:pt x="14985" y="22706"/>
                    <a:pt x="20305" y="27539"/>
                  </a:cubicBezTo>
                  <a:cubicBezTo>
                    <a:pt x="24590" y="31430"/>
                    <a:pt x="28724" y="35715"/>
                    <a:pt x="28147" y="42007"/>
                  </a:cubicBezTo>
                  <a:cubicBezTo>
                    <a:pt x="27630" y="47296"/>
                    <a:pt x="25654" y="56445"/>
                    <a:pt x="32584" y="58664"/>
                  </a:cubicBezTo>
                  <a:cubicBezTo>
                    <a:pt x="39606" y="60913"/>
                    <a:pt x="46354" y="55077"/>
                    <a:pt x="51369" y="51096"/>
                  </a:cubicBezTo>
                  <a:cubicBezTo>
                    <a:pt x="60609" y="43770"/>
                    <a:pt x="65351" y="39576"/>
                    <a:pt x="76749" y="45594"/>
                  </a:cubicBezTo>
                  <a:cubicBezTo>
                    <a:pt x="84166" y="49515"/>
                    <a:pt x="92251" y="47722"/>
                    <a:pt x="99911" y="50275"/>
                  </a:cubicBezTo>
                  <a:cubicBezTo>
                    <a:pt x="104622" y="51855"/>
                    <a:pt x="104318" y="56445"/>
                    <a:pt x="105260" y="60609"/>
                  </a:cubicBezTo>
                  <a:cubicBezTo>
                    <a:pt x="106537" y="66324"/>
                    <a:pt x="110428" y="72676"/>
                    <a:pt x="115808" y="74956"/>
                  </a:cubicBezTo>
                  <a:cubicBezTo>
                    <a:pt x="124714" y="78756"/>
                    <a:pt x="132313" y="67418"/>
                    <a:pt x="140580" y="67813"/>
                  </a:cubicBezTo>
                  <a:cubicBezTo>
                    <a:pt x="145778" y="68056"/>
                    <a:pt x="153438" y="73315"/>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6"/>
            <p:cNvSpPr/>
            <p:nvPr/>
          </p:nvSpPr>
          <p:spPr>
            <a:xfrm>
              <a:off x="2975000" y="442550"/>
              <a:ext cx="3962850" cy="1919500"/>
            </a:xfrm>
            <a:custGeom>
              <a:rect b="b" l="l" r="r" t="t"/>
              <a:pathLst>
                <a:path extrusionOk="0" fill="none" h="76780" w="158514">
                  <a:moveTo>
                    <a:pt x="0" y="1"/>
                  </a:moveTo>
                  <a:cubicBezTo>
                    <a:pt x="4712" y="2949"/>
                    <a:pt x="9666" y="5776"/>
                    <a:pt x="14225" y="8633"/>
                  </a:cubicBezTo>
                  <a:cubicBezTo>
                    <a:pt x="20973" y="12797"/>
                    <a:pt x="16049" y="21977"/>
                    <a:pt x="20760" y="26718"/>
                  </a:cubicBezTo>
                  <a:cubicBezTo>
                    <a:pt x="24438" y="30396"/>
                    <a:pt x="29332" y="35168"/>
                    <a:pt x="28967" y="41004"/>
                  </a:cubicBezTo>
                  <a:cubicBezTo>
                    <a:pt x="28633" y="46202"/>
                    <a:pt x="26444" y="55381"/>
                    <a:pt x="33192" y="57661"/>
                  </a:cubicBezTo>
                  <a:cubicBezTo>
                    <a:pt x="40153" y="60032"/>
                    <a:pt x="47752" y="53953"/>
                    <a:pt x="52494" y="49880"/>
                  </a:cubicBezTo>
                  <a:cubicBezTo>
                    <a:pt x="61703" y="41977"/>
                    <a:pt x="66293" y="38633"/>
                    <a:pt x="77722" y="45016"/>
                  </a:cubicBezTo>
                  <a:cubicBezTo>
                    <a:pt x="84926" y="49059"/>
                    <a:pt x="92707" y="47722"/>
                    <a:pt x="100488" y="50093"/>
                  </a:cubicBezTo>
                  <a:cubicBezTo>
                    <a:pt x="105382" y="51582"/>
                    <a:pt x="104987" y="56080"/>
                    <a:pt x="105838" y="60245"/>
                  </a:cubicBezTo>
                  <a:cubicBezTo>
                    <a:pt x="107023" y="65898"/>
                    <a:pt x="111005" y="72676"/>
                    <a:pt x="116142" y="74227"/>
                  </a:cubicBezTo>
                  <a:cubicBezTo>
                    <a:pt x="124683" y="76780"/>
                    <a:pt x="132191" y="66901"/>
                    <a:pt x="140884" y="67570"/>
                  </a:cubicBezTo>
                  <a:cubicBezTo>
                    <a:pt x="145930" y="67965"/>
                    <a:pt x="153468" y="73224"/>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6"/>
            <p:cNvSpPr/>
            <p:nvPr/>
          </p:nvSpPr>
          <p:spPr>
            <a:xfrm>
              <a:off x="2975000" y="442550"/>
              <a:ext cx="3962100" cy="1896700"/>
            </a:xfrm>
            <a:custGeom>
              <a:rect b="b" l="l" r="r" t="t"/>
              <a:pathLst>
                <a:path extrusionOk="0" fill="none" h="75868" w="158484">
                  <a:moveTo>
                    <a:pt x="0" y="1"/>
                  </a:moveTo>
                  <a:cubicBezTo>
                    <a:pt x="4742" y="2949"/>
                    <a:pt x="9788" y="5441"/>
                    <a:pt x="14438" y="8359"/>
                  </a:cubicBezTo>
                  <a:cubicBezTo>
                    <a:pt x="21520" y="12797"/>
                    <a:pt x="16900" y="20852"/>
                    <a:pt x="21277" y="25837"/>
                  </a:cubicBezTo>
                  <a:cubicBezTo>
                    <a:pt x="24408" y="29424"/>
                    <a:pt x="29758" y="34652"/>
                    <a:pt x="29727" y="40123"/>
                  </a:cubicBezTo>
                  <a:cubicBezTo>
                    <a:pt x="29666" y="45229"/>
                    <a:pt x="27447" y="54014"/>
                    <a:pt x="33770" y="56658"/>
                  </a:cubicBezTo>
                  <a:cubicBezTo>
                    <a:pt x="40396" y="59394"/>
                    <a:pt x="49545" y="52433"/>
                    <a:pt x="53618" y="48542"/>
                  </a:cubicBezTo>
                  <a:cubicBezTo>
                    <a:pt x="62707" y="39788"/>
                    <a:pt x="67448" y="37904"/>
                    <a:pt x="78725" y="44530"/>
                  </a:cubicBezTo>
                  <a:cubicBezTo>
                    <a:pt x="85716" y="48664"/>
                    <a:pt x="93224" y="47722"/>
                    <a:pt x="101066" y="49910"/>
                  </a:cubicBezTo>
                  <a:cubicBezTo>
                    <a:pt x="106142" y="51308"/>
                    <a:pt x="105716" y="55685"/>
                    <a:pt x="106476" y="59849"/>
                  </a:cubicBezTo>
                  <a:cubicBezTo>
                    <a:pt x="107540" y="65503"/>
                    <a:pt x="111279" y="71977"/>
                    <a:pt x="116477" y="73467"/>
                  </a:cubicBezTo>
                  <a:cubicBezTo>
                    <a:pt x="124927" y="75868"/>
                    <a:pt x="132708" y="66354"/>
                    <a:pt x="141188" y="67357"/>
                  </a:cubicBezTo>
                  <a:cubicBezTo>
                    <a:pt x="146143" y="67935"/>
                    <a:pt x="153468" y="7313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6"/>
            <p:cNvSpPr/>
            <p:nvPr/>
          </p:nvSpPr>
          <p:spPr>
            <a:xfrm>
              <a:off x="2975000" y="442550"/>
              <a:ext cx="3962850" cy="1870875"/>
            </a:xfrm>
            <a:custGeom>
              <a:rect b="b" l="l" r="r" t="t"/>
              <a:pathLst>
                <a:path extrusionOk="0" fill="none" h="74835" w="158514">
                  <a:moveTo>
                    <a:pt x="0" y="1"/>
                  </a:moveTo>
                  <a:cubicBezTo>
                    <a:pt x="4803" y="2919"/>
                    <a:pt x="9848" y="5350"/>
                    <a:pt x="14651" y="8116"/>
                  </a:cubicBezTo>
                  <a:cubicBezTo>
                    <a:pt x="21946" y="12311"/>
                    <a:pt x="18086" y="19697"/>
                    <a:pt x="21885" y="24895"/>
                  </a:cubicBezTo>
                  <a:cubicBezTo>
                    <a:pt x="24590" y="28633"/>
                    <a:pt x="30031" y="34013"/>
                    <a:pt x="30396" y="39272"/>
                  </a:cubicBezTo>
                  <a:cubicBezTo>
                    <a:pt x="30791" y="44439"/>
                    <a:pt x="28299" y="52919"/>
                    <a:pt x="34439" y="55625"/>
                  </a:cubicBezTo>
                  <a:cubicBezTo>
                    <a:pt x="41186" y="58603"/>
                    <a:pt x="50670" y="51217"/>
                    <a:pt x="54712" y="47083"/>
                  </a:cubicBezTo>
                  <a:cubicBezTo>
                    <a:pt x="63892" y="37630"/>
                    <a:pt x="68542" y="37266"/>
                    <a:pt x="79789" y="44135"/>
                  </a:cubicBezTo>
                  <a:cubicBezTo>
                    <a:pt x="86476" y="48208"/>
                    <a:pt x="93984" y="47661"/>
                    <a:pt x="101674" y="49728"/>
                  </a:cubicBezTo>
                  <a:cubicBezTo>
                    <a:pt x="106932" y="51126"/>
                    <a:pt x="106416" y="55138"/>
                    <a:pt x="107145" y="59454"/>
                  </a:cubicBezTo>
                  <a:cubicBezTo>
                    <a:pt x="108057" y="64986"/>
                    <a:pt x="111552" y="71339"/>
                    <a:pt x="116872" y="72707"/>
                  </a:cubicBezTo>
                  <a:cubicBezTo>
                    <a:pt x="125322" y="74835"/>
                    <a:pt x="133285" y="65837"/>
                    <a:pt x="141523" y="67114"/>
                  </a:cubicBezTo>
                  <a:cubicBezTo>
                    <a:pt x="146386" y="67874"/>
                    <a:pt x="153559" y="73011"/>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6"/>
            <p:cNvSpPr/>
            <p:nvPr/>
          </p:nvSpPr>
          <p:spPr>
            <a:xfrm>
              <a:off x="2975000" y="442550"/>
              <a:ext cx="3962850" cy="1848075"/>
            </a:xfrm>
            <a:custGeom>
              <a:rect b="b" l="l" r="r" t="t"/>
              <a:pathLst>
                <a:path extrusionOk="0" fill="none" h="73923" w="158514">
                  <a:moveTo>
                    <a:pt x="0" y="1"/>
                  </a:moveTo>
                  <a:cubicBezTo>
                    <a:pt x="4833" y="2888"/>
                    <a:pt x="9909" y="5259"/>
                    <a:pt x="14864" y="7873"/>
                  </a:cubicBezTo>
                  <a:cubicBezTo>
                    <a:pt x="22219" y="11764"/>
                    <a:pt x="19301" y="18390"/>
                    <a:pt x="22584" y="23922"/>
                  </a:cubicBezTo>
                  <a:cubicBezTo>
                    <a:pt x="25046" y="28086"/>
                    <a:pt x="30092" y="33649"/>
                    <a:pt x="31004" y="38542"/>
                  </a:cubicBezTo>
                  <a:cubicBezTo>
                    <a:pt x="31855" y="43284"/>
                    <a:pt x="29150" y="51947"/>
                    <a:pt x="35107" y="54561"/>
                  </a:cubicBezTo>
                  <a:cubicBezTo>
                    <a:pt x="42250" y="57691"/>
                    <a:pt x="51673" y="50032"/>
                    <a:pt x="55746" y="45503"/>
                  </a:cubicBezTo>
                  <a:cubicBezTo>
                    <a:pt x="64834" y="35411"/>
                    <a:pt x="69941" y="36992"/>
                    <a:pt x="80822" y="43770"/>
                  </a:cubicBezTo>
                  <a:cubicBezTo>
                    <a:pt x="87205" y="47782"/>
                    <a:pt x="94683" y="47691"/>
                    <a:pt x="102191" y="49576"/>
                  </a:cubicBezTo>
                  <a:cubicBezTo>
                    <a:pt x="107571" y="50913"/>
                    <a:pt x="107145" y="54682"/>
                    <a:pt x="107783" y="59090"/>
                  </a:cubicBezTo>
                  <a:cubicBezTo>
                    <a:pt x="108604" y="64591"/>
                    <a:pt x="111826" y="70610"/>
                    <a:pt x="117236" y="71917"/>
                  </a:cubicBezTo>
                  <a:cubicBezTo>
                    <a:pt x="125504" y="73923"/>
                    <a:pt x="133863" y="65321"/>
                    <a:pt x="141827" y="66901"/>
                  </a:cubicBezTo>
                  <a:cubicBezTo>
                    <a:pt x="146599" y="67813"/>
                    <a:pt x="153620" y="7292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6"/>
            <p:cNvSpPr/>
            <p:nvPr/>
          </p:nvSpPr>
          <p:spPr>
            <a:xfrm>
              <a:off x="2975000" y="442550"/>
              <a:ext cx="3962100" cy="1826050"/>
            </a:xfrm>
            <a:custGeom>
              <a:rect b="b" l="l" r="r" t="t"/>
              <a:pathLst>
                <a:path extrusionOk="0" fill="none" h="73042" w="158484">
                  <a:moveTo>
                    <a:pt x="0" y="1"/>
                  </a:moveTo>
                  <a:cubicBezTo>
                    <a:pt x="4894" y="2858"/>
                    <a:pt x="10000" y="5168"/>
                    <a:pt x="15076" y="7630"/>
                  </a:cubicBezTo>
                  <a:cubicBezTo>
                    <a:pt x="22402" y="11217"/>
                    <a:pt x="20639" y="16992"/>
                    <a:pt x="23435" y="22980"/>
                  </a:cubicBezTo>
                  <a:cubicBezTo>
                    <a:pt x="25685" y="27813"/>
                    <a:pt x="29910" y="33041"/>
                    <a:pt x="31460" y="37934"/>
                  </a:cubicBezTo>
                  <a:cubicBezTo>
                    <a:pt x="32858" y="42372"/>
                    <a:pt x="29940" y="51096"/>
                    <a:pt x="35867" y="53558"/>
                  </a:cubicBezTo>
                  <a:cubicBezTo>
                    <a:pt x="43618" y="56749"/>
                    <a:pt x="52433" y="48937"/>
                    <a:pt x="56779" y="43831"/>
                  </a:cubicBezTo>
                  <a:cubicBezTo>
                    <a:pt x="65746" y="33314"/>
                    <a:pt x="71552" y="36901"/>
                    <a:pt x="81886" y="43466"/>
                  </a:cubicBezTo>
                  <a:cubicBezTo>
                    <a:pt x="87965" y="47327"/>
                    <a:pt x="95412" y="47752"/>
                    <a:pt x="102707" y="49454"/>
                  </a:cubicBezTo>
                  <a:cubicBezTo>
                    <a:pt x="108148" y="50700"/>
                    <a:pt x="107905" y="54226"/>
                    <a:pt x="108452" y="58725"/>
                  </a:cubicBezTo>
                  <a:cubicBezTo>
                    <a:pt x="109182" y="64226"/>
                    <a:pt x="112130" y="69910"/>
                    <a:pt x="117571" y="71187"/>
                  </a:cubicBezTo>
                  <a:cubicBezTo>
                    <a:pt x="125626" y="73041"/>
                    <a:pt x="134410" y="64895"/>
                    <a:pt x="142100" y="66688"/>
                  </a:cubicBezTo>
                  <a:cubicBezTo>
                    <a:pt x="146751" y="67783"/>
                    <a:pt x="153590" y="72828"/>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6"/>
            <p:cNvSpPr/>
            <p:nvPr/>
          </p:nvSpPr>
          <p:spPr>
            <a:xfrm>
              <a:off x="2975000" y="442550"/>
              <a:ext cx="3962850" cy="1818450"/>
            </a:xfrm>
            <a:custGeom>
              <a:rect b="b" l="l" r="r" t="t"/>
              <a:pathLst>
                <a:path extrusionOk="0" fill="none" h="72738" w="158514">
                  <a:moveTo>
                    <a:pt x="0" y="1"/>
                  </a:moveTo>
                  <a:cubicBezTo>
                    <a:pt x="4924" y="2827"/>
                    <a:pt x="10122" y="5077"/>
                    <a:pt x="15259" y="7387"/>
                  </a:cubicBezTo>
                  <a:cubicBezTo>
                    <a:pt x="22432" y="10609"/>
                    <a:pt x="22159" y="15594"/>
                    <a:pt x="24317" y="22007"/>
                  </a:cubicBezTo>
                  <a:cubicBezTo>
                    <a:pt x="26171" y="27630"/>
                    <a:pt x="29332" y="32402"/>
                    <a:pt x="31733" y="37418"/>
                  </a:cubicBezTo>
                  <a:cubicBezTo>
                    <a:pt x="33831" y="41764"/>
                    <a:pt x="30669" y="50305"/>
                    <a:pt x="36657" y="52615"/>
                  </a:cubicBezTo>
                  <a:cubicBezTo>
                    <a:pt x="44955" y="55868"/>
                    <a:pt x="53162" y="47630"/>
                    <a:pt x="57782" y="42068"/>
                  </a:cubicBezTo>
                  <a:cubicBezTo>
                    <a:pt x="66476" y="31551"/>
                    <a:pt x="73315" y="37022"/>
                    <a:pt x="82950" y="43193"/>
                  </a:cubicBezTo>
                  <a:cubicBezTo>
                    <a:pt x="88695" y="46871"/>
                    <a:pt x="96142" y="47813"/>
                    <a:pt x="103194" y="49333"/>
                  </a:cubicBezTo>
                  <a:cubicBezTo>
                    <a:pt x="108726" y="50488"/>
                    <a:pt x="108634" y="53740"/>
                    <a:pt x="109151" y="58390"/>
                  </a:cubicBezTo>
                  <a:cubicBezTo>
                    <a:pt x="109789" y="63862"/>
                    <a:pt x="112464" y="69211"/>
                    <a:pt x="117996" y="70427"/>
                  </a:cubicBezTo>
                  <a:cubicBezTo>
                    <a:pt x="125778" y="72129"/>
                    <a:pt x="135018" y="64439"/>
                    <a:pt x="142434" y="66506"/>
                  </a:cubicBezTo>
                  <a:cubicBezTo>
                    <a:pt x="146994" y="67752"/>
                    <a:pt x="153650" y="72737"/>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6"/>
            <p:cNvSpPr/>
            <p:nvPr/>
          </p:nvSpPr>
          <p:spPr>
            <a:xfrm>
              <a:off x="2975000" y="442550"/>
              <a:ext cx="3962850" cy="1816175"/>
            </a:xfrm>
            <a:custGeom>
              <a:rect b="b" l="l" r="r" t="t"/>
              <a:pathLst>
                <a:path extrusionOk="0" fill="none" h="72647" w="158514">
                  <a:moveTo>
                    <a:pt x="0" y="1"/>
                  </a:moveTo>
                  <a:cubicBezTo>
                    <a:pt x="4985" y="2797"/>
                    <a:pt x="10244" y="4985"/>
                    <a:pt x="15441" y="7144"/>
                  </a:cubicBezTo>
                  <a:cubicBezTo>
                    <a:pt x="22341" y="10031"/>
                    <a:pt x="23648" y="14621"/>
                    <a:pt x="25259" y="21034"/>
                  </a:cubicBezTo>
                  <a:cubicBezTo>
                    <a:pt x="26688" y="26809"/>
                    <a:pt x="28572" y="31977"/>
                    <a:pt x="31885" y="36992"/>
                  </a:cubicBezTo>
                  <a:cubicBezTo>
                    <a:pt x="34742" y="41278"/>
                    <a:pt x="31429" y="49606"/>
                    <a:pt x="37478" y="51825"/>
                  </a:cubicBezTo>
                  <a:cubicBezTo>
                    <a:pt x="46171" y="55017"/>
                    <a:pt x="54469" y="46202"/>
                    <a:pt x="58755" y="40305"/>
                  </a:cubicBezTo>
                  <a:cubicBezTo>
                    <a:pt x="66232" y="30001"/>
                    <a:pt x="76415" y="38025"/>
                    <a:pt x="84044" y="42889"/>
                  </a:cubicBezTo>
                  <a:cubicBezTo>
                    <a:pt x="89546" y="46384"/>
                    <a:pt x="96841" y="47874"/>
                    <a:pt x="103680" y="49211"/>
                  </a:cubicBezTo>
                  <a:cubicBezTo>
                    <a:pt x="109242" y="50305"/>
                    <a:pt x="109364" y="53254"/>
                    <a:pt x="109850" y="58026"/>
                  </a:cubicBezTo>
                  <a:cubicBezTo>
                    <a:pt x="110397" y="63436"/>
                    <a:pt x="112829" y="68482"/>
                    <a:pt x="118422" y="69667"/>
                  </a:cubicBezTo>
                  <a:cubicBezTo>
                    <a:pt x="125930" y="71278"/>
                    <a:pt x="135626" y="64044"/>
                    <a:pt x="142708" y="66293"/>
                  </a:cubicBezTo>
                  <a:cubicBezTo>
                    <a:pt x="147176" y="67692"/>
                    <a:pt x="153681" y="7264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6"/>
            <p:cNvSpPr/>
            <p:nvPr/>
          </p:nvSpPr>
          <p:spPr>
            <a:xfrm>
              <a:off x="2975000" y="442550"/>
              <a:ext cx="3962850" cy="1813875"/>
            </a:xfrm>
            <a:custGeom>
              <a:rect b="b" l="l" r="r" t="t"/>
              <a:pathLst>
                <a:path extrusionOk="0" fill="none" h="72555" w="158514">
                  <a:moveTo>
                    <a:pt x="0" y="1"/>
                  </a:moveTo>
                  <a:cubicBezTo>
                    <a:pt x="5015" y="2767"/>
                    <a:pt x="10335" y="4894"/>
                    <a:pt x="15624" y="6931"/>
                  </a:cubicBezTo>
                  <a:cubicBezTo>
                    <a:pt x="22189" y="9423"/>
                    <a:pt x="24925" y="13648"/>
                    <a:pt x="26262" y="20031"/>
                  </a:cubicBezTo>
                  <a:cubicBezTo>
                    <a:pt x="27508" y="25958"/>
                    <a:pt x="27843" y="31582"/>
                    <a:pt x="31916" y="36597"/>
                  </a:cubicBezTo>
                  <a:cubicBezTo>
                    <a:pt x="35290" y="40731"/>
                    <a:pt x="32432" y="49150"/>
                    <a:pt x="38299" y="51096"/>
                  </a:cubicBezTo>
                  <a:cubicBezTo>
                    <a:pt x="47326" y="54105"/>
                    <a:pt x="55138" y="44804"/>
                    <a:pt x="59758" y="38512"/>
                  </a:cubicBezTo>
                  <a:cubicBezTo>
                    <a:pt x="66901" y="28816"/>
                    <a:pt x="78512" y="38512"/>
                    <a:pt x="85139" y="42585"/>
                  </a:cubicBezTo>
                  <a:cubicBezTo>
                    <a:pt x="90397" y="45807"/>
                    <a:pt x="97510" y="47995"/>
                    <a:pt x="104105" y="49120"/>
                  </a:cubicBezTo>
                  <a:cubicBezTo>
                    <a:pt x="109698" y="50062"/>
                    <a:pt x="109729" y="52707"/>
                    <a:pt x="110580" y="57691"/>
                  </a:cubicBezTo>
                  <a:cubicBezTo>
                    <a:pt x="111461" y="63071"/>
                    <a:pt x="112829" y="67692"/>
                    <a:pt x="118878" y="68938"/>
                  </a:cubicBezTo>
                  <a:cubicBezTo>
                    <a:pt x="126082" y="70427"/>
                    <a:pt x="136234" y="63649"/>
                    <a:pt x="143012" y="66111"/>
                  </a:cubicBezTo>
                  <a:cubicBezTo>
                    <a:pt x="147359" y="67661"/>
                    <a:pt x="153742" y="7255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6"/>
            <p:cNvSpPr/>
            <p:nvPr/>
          </p:nvSpPr>
          <p:spPr>
            <a:xfrm>
              <a:off x="2975000" y="442550"/>
              <a:ext cx="3962850" cy="1804000"/>
            </a:xfrm>
            <a:custGeom>
              <a:rect b="b" l="l" r="r" t="t"/>
              <a:pathLst>
                <a:path extrusionOk="0" fill="none" h="72160" w="158514">
                  <a:moveTo>
                    <a:pt x="0" y="1"/>
                  </a:moveTo>
                  <a:cubicBezTo>
                    <a:pt x="5076" y="2736"/>
                    <a:pt x="10456" y="4803"/>
                    <a:pt x="15806" y="6688"/>
                  </a:cubicBezTo>
                  <a:cubicBezTo>
                    <a:pt x="22037" y="8876"/>
                    <a:pt x="26049" y="12767"/>
                    <a:pt x="27326" y="18967"/>
                  </a:cubicBezTo>
                  <a:cubicBezTo>
                    <a:pt x="28542" y="24925"/>
                    <a:pt x="27326" y="31126"/>
                    <a:pt x="31855" y="36202"/>
                  </a:cubicBezTo>
                  <a:cubicBezTo>
                    <a:pt x="35381" y="40153"/>
                    <a:pt x="33618" y="48725"/>
                    <a:pt x="39150" y="50457"/>
                  </a:cubicBezTo>
                  <a:cubicBezTo>
                    <a:pt x="48329" y="53314"/>
                    <a:pt x="55746" y="42919"/>
                    <a:pt x="60792" y="36810"/>
                  </a:cubicBezTo>
                  <a:cubicBezTo>
                    <a:pt x="67995" y="28086"/>
                    <a:pt x="80032" y="38360"/>
                    <a:pt x="86263" y="42159"/>
                  </a:cubicBezTo>
                  <a:cubicBezTo>
                    <a:pt x="91430" y="45320"/>
                    <a:pt x="98057" y="48056"/>
                    <a:pt x="104561" y="48998"/>
                  </a:cubicBezTo>
                  <a:cubicBezTo>
                    <a:pt x="115747" y="50700"/>
                    <a:pt x="107692" y="65898"/>
                    <a:pt x="119303" y="68178"/>
                  </a:cubicBezTo>
                  <a:cubicBezTo>
                    <a:pt x="126294" y="69576"/>
                    <a:pt x="136872" y="63254"/>
                    <a:pt x="143316" y="65898"/>
                  </a:cubicBezTo>
                  <a:cubicBezTo>
                    <a:pt x="147784" y="67752"/>
                    <a:pt x="153407" y="7216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6"/>
            <p:cNvSpPr/>
            <p:nvPr/>
          </p:nvSpPr>
          <p:spPr>
            <a:xfrm>
              <a:off x="2975000" y="442550"/>
              <a:ext cx="3962100" cy="1802475"/>
            </a:xfrm>
            <a:custGeom>
              <a:rect b="b" l="l" r="r" t="t"/>
              <a:pathLst>
                <a:path extrusionOk="0" fill="none" h="72099" w="158484">
                  <a:moveTo>
                    <a:pt x="0" y="1"/>
                  </a:moveTo>
                  <a:cubicBezTo>
                    <a:pt x="5107" y="2706"/>
                    <a:pt x="10760" y="4590"/>
                    <a:pt x="15958" y="6444"/>
                  </a:cubicBezTo>
                  <a:cubicBezTo>
                    <a:pt x="21764" y="8511"/>
                    <a:pt x="26931" y="11733"/>
                    <a:pt x="28390" y="17843"/>
                  </a:cubicBezTo>
                  <a:cubicBezTo>
                    <a:pt x="29788" y="23740"/>
                    <a:pt x="26900" y="30579"/>
                    <a:pt x="31672" y="35867"/>
                  </a:cubicBezTo>
                  <a:cubicBezTo>
                    <a:pt x="35107" y="39636"/>
                    <a:pt x="34925" y="48390"/>
                    <a:pt x="40001" y="49849"/>
                  </a:cubicBezTo>
                  <a:cubicBezTo>
                    <a:pt x="49302" y="52494"/>
                    <a:pt x="56415" y="40761"/>
                    <a:pt x="61886" y="35320"/>
                  </a:cubicBezTo>
                  <a:cubicBezTo>
                    <a:pt x="69211" y="28025"/>
                    <a:pt x="81278" y="37873"/>
                    <a:pt x="87327" y="41612"/>
                  </a:cubicBezTo>
                  <a:cubicBezTo>
                    <a:pt x="92585" y="44864"/>
                    <a:pt x="98421" y="48117"/>
                    <a:pt x="104926" y="48968"/>
                  </a:cubicBezTo>
                  <a:cubicBezTo>
                    <a:pt x="116385" y="50457"/>
                    <a:pt x="108239" y="65442"/>
                    <a:pt x="119759" y="67509"/>
                  </a:cubicBezTo>
                  <a:cubicBezTo>
                    <a:pt x="126659" y="68725"/>
                    <a:pt x="137298" y="62980"/>
                    <a:pt x="143559" y="65716"/>
                  </a:cubicBezTo>
                  <a:cubicBezTo>
                    <a:pt x="147936" y="67631"/>
                    <a:pt x="153407" y="72099"/>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6"/>
            <p:cNvSpPr/>
            <p:nvPr/>
          </p:nvSpPr>
          <p:spPr>
            <a:xfrm>
              <a:off x="2975000" y="442550"/>
              <a:ext cx="3962850" cy="1800200"/>
            </a:xfrm>
            <a:custGeom>
              <a:rect b="b" l="l" r="r" t="t"/>
              <a:pathLst>
                <a:path extrusionOk="0" fill="none" h="72008" w="158514">
                  <a:moveTo>
                    <a:pt x="0" y="1"/>
                  </a:moveTo>
                  <a:cubicBezTo>
                    <a:pt x="5167" y="2645"/>
                    <a:pt x="10821" y="4499"/>
                    <a:pt x="16140" y="6201"/>
                  </a:cubicBezTo>
                  <a:cubicBezTo>
                    <a:pt x="21976" y="8055"/>
                    <a:pt x="27630" y="11065"/>
                    <a:pt x="29484" y="16657"/>
                  </a:cubicBezTo>
                  <a:cubicBezTo>
                    <a:pt x="31308" y="22159"/>
                    <a:pt x="26748" y="29940"/>
                    <a:pt x="31521" y="35442"/>
                  </a:cubicBezTo>
                  <a:cubicBezTo>
                    <a:pt x="34621" y="38998"/>
                    <a:pt x="36414" y="48147"/>
                    <a:pt x="40913" y="49211"/>
                  </a:cubicBezTo>
                  <a:cubicBezTo>
                    <a:pt x="50244" y="51430"/>
                    <a:pt x="56749" y="38846"/>
                    <a:pt x="63041" y="34044"/>
                  </a:cubicBezTo>
                  <a:cubicBezTo>
                    <a:pt x="70731" y="28147"/>
                    <a:pt x="82190" y="36992"/>
                    <a:pt x="88391" y="40943"/>
                  </a:cubicBezTo>
                  <a:cubicBezTo>
                    <a:pt x="93862" y="44409"/>
                    <a:pt x="98695" y="48147"/>
                    <a:pt x="105352" y="48907"/>
                  </a:cubicBezTo>
                  <a:cubicBezTo>
                    <a:pt x="117024" y="50184"/>
                    <a:pt x="108786" y="64834"/>
                    <a:pt x="120276" y="66780"/>
                  </a:cubicBezTo>
                  <a:cubicBezTo>
                    <a:pt x="126993" y="67904"/>
                    <a:pt x="137784" y="62585"/>
                    <a:pt x="143863" y="65533"/>
                  </a:cubicBezTo>
                  <a:cubicBezTo>
                    <a:pt x="148149" y="67570"/>
                    <a:pt x="153468" y="72008"/>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6"/>
            <p:cNvSpPr/>
            <p:nvPr/>
          </p:nvSpPr>
          <p:spPr>
            <a:xfrm>
              <a:off x="2975000" y="442550"/>
              <a:ext cx="3963625" cy="1798675"/>
            </a:xfrm>
            <a:custGeom>
              <a:rect b="b" l="l" r="r" t="t"/>
              <a:pathLst>
                <a:path extrusionOk="0" fill="none" h="71947" w="158545">
                  <a:moveTo>
                    <a:pt x="0" y="1"/>
                  </a:moveTo>
                  <a:cubicBezTo>
                    <a:pt x="5198" y="2615"/>
                    <a:pt x="10912" y="4408"/>
                    <a:pt x="16323" y="5958"/>
                  </a:cubicBezTo>
                  <a:cubicBezTo>
                    <a:pt x="22067" y="7630"/>
                    <a:pt x="28147" y="10365"/>
                    <a:pt x="30578" y="15472"/>
                  </a:cubicBezTo>
                  <a:cubicBezTo>
                    <a:pt x="33192" y="20974"/>
                    <a:pt x="26931" y="29059"/>
                    <a:pt x="31369" y="35047"/>
                  </a:cubicBezTo>
                  <a:cubicBezTo>
                    <a:pt x="33831" y="38390"/>
                    <a:pt x="37904" y="47904"/>
                    <a:pt x="41825" y="48542"/>
                  </a:cubicBezTo>
                  <a:cubicBezTo>
                    <a:pt x="50883" y="50062"/>
                    <a:pt x="57296" y="36931"/>
                    <a:pt x="64257" y="33010"/>
                  </a:cubicBezTo>
                  <a:cubicBezTo>
                    <a:pt x="72160" y="28512"/>
                    <a:pt x="83102" y="35928"/>
                    <a:pt x="89424" y="40153"/>
                  </a:cubicBezTo>
                  <a:cubicBezTo>
                    <a:pt x="94804" y="43740"/>
                    <a:pt x="98877" y="48208"/>
                    <a:pt x="105747" y="48846"/>
                  </a:cubicBezTo>
                  <a:cubicBezTo>
                    <a:pt x="117601" y="49971"/>
                    <a:pt x="109425" y="64257"/>
                    <a:pt x="120793" y="66081"/>
                  </a:cubicBezTo>
                  <a:cubicBezTo>
                    <a:pt x="127419" y="67144"/>
                    <a:pt x="138270" y="62281"/>
                    <a:pt x="144167" y="65351"/>
                  </a:cubicBezTo>
                  <a:cubicBezTo>
                    <a:pt x="148362" y="67540"/>
                    <a:pt x="153529" y="71947"/>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6"/>
            <p:cNvSpPr/>
            <p:nvPr/>
          </p:nvSpPr>
          <p:spPr>
            <a:xfrm>
              <a:off x="2975000" y="442550"/>
              <a:ext cx="3962850" cy="1795650"/>
            </a:xfrm>
            <a:custGeom>
              <a:rect b="b" l="l" r="r" t="t"/>
              <a:pathLst>
                <a:path extrusionOk="0" fill="none" h="71826" w="158514">
                  <a:moveTo>
                    <a:pt x="0" y="1"/>
                  </a:moveTo>
                  <a:cubicBezTo>
                    <a:pt x="5259" y="2584"/>
                    <a:pt x="10973" y="4317"/>
                    <a:pt x="16475" y="5745"/>
                  </a:cubicBezTo>
                  <a:cubicBezTo>
                    <a:pt x="22250" y="7235"/>
                    <a:pt x="28542" y="9788"/>
                    <a:pt x="31581" y="14195"/>
                  </a:cubicBezTo>
                  <a:cubicBezTo>
                    <a:pt x="35168" y="19332"/>
                    <a:pt x="27326" y="28238"/>
                    <a:pt x="31247" y="34560"/>
                  </a:cubicBezTo>
                  <a:cubicBezTo>
                    <a:pt x="33253" y="37782"/>
                    <a:pt x="39150" y="47418"/>
                    <a:pt x="42737" y="47722"/>
                  </a:cubicBezTo>
                  <a:cubicBezTo>
                    <a:pt x="51612" y="48482"/>
                    <a:pt x="57752" y="35229"/>
                    <a:pt x="65412" y="32129"/>
                  </a:cubicBezTo>
                  <a:cubicBezTo>
                    <a:pt x="73588" y="28816"/>
                    <a:pt x="84044" y="34804"/>
                    <a:pt x="90275" y="39302"/>
                  </a:cubicBezTo>
                  <a:cubicBezTo>
                    <a:pt x="95351" y="42980"/>
                    <a:pt x="98938" y="48269"/>
                    <a:pt x="106081" y="48816"/>
                  </a:cubicBezTo>
                  <a:cubicBezTo>
                    <a:pt x="111704" y="49241"/>
                    <a:pt x="112981" y="50670"/>
                    <a:pt x="114136" y="56111"/>
                  </a:cubicBezTo>
                  <a:cubicBezTo>
                    <a:pt x="115139" y="60792"/>
                    <a:pt x="115321" y="64470"/>
                    <a:pt x="121279" y="65381"/>
                  </a:cubicBezTo>
                  <a:cubicBezTo>
                    <a:pt x="127784" y="66385"/>
                    <a:pt x="138696" y="61947"/>
                    <a:pt x="144410" y="65169"/>
                  </a:cubicBezTo>
                  <a:cubicBezTo>
                    <a:pt x="148483" y="67448"/>
                    <a:pt x="153529" y="7182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6"/>
            <p:cNvSpPr/>
            <p:nvPr/>
          </p:nvSpPr>
          <p:spPr>
            <a:xfrm>
              <a:off x="2975000" y="442550"/>
              <a:ext cx="3962850" cy="1794125"/>
            </a:xfrm>
            <a:custGeom>
              <a:rect b="b" l="l" r="r" t="t"/>
              <a:pathLst>
                <a:path extrusionOk="0" fill="none" h="71765" w="158514">
                  <a:moveTo>
                    <a:pt x="0" y="1"/>
                  </a:moveTo>
                  <a:cubicBezTo>
                    <a:pt x="5319" y="2554"/>
                    <a:pt x="11064" y="4226"/>
                    <a:pt x="16627" y="5502"/>
                  </a:cubicBezTo>
                  <a:cubicBezTo>
                    <a:pt x="22523" y="6840"/>
                    <a:pt x="28663" y="9302"/>
                    <a:pt x="32554" y="12919"/>
                  </a:cubicBezTo>
                  <a:cubicBezTo>
                    <a:pt x="36931" y="17022"/>
                    <a:pt x="28906" y="28268"/>
                    <a:pt x="31247" y="33983"/>
                  </a:cubicBezTo>
                  <a:cubicBezTo>
                    <a:pt x="32615" y="37326"/>
                    <a:pt x="40031" y="46658"/>
                    <a:pt x="43679" y="46719"/>
                  </a:cubicBezTo>
                  <a:cubicBezTo>
                    <a:pt x="52433" y="46810"/>
                    <a:pt x="58117" y="33861"/>
                    <a:pt x="66628" y="31430"/>
                  </a:cubicBezTo>
                  <a:cubicBezTo>
                    <a:pt x="75108" y="28998"/>
                    <a:pt x="85078" y="33709"/>
                    <a:pt x="91066" y="38451"/>
                  </a:cubicBezTo>
                  <a:cubicBezTo>
                    <a:pt x="95899" y="42250"/>
                    <a:pt x="98847" y="48482"/>
                    <a:pt x="106446" y="48785"/>
                  </a:cubicBezTo>
                  <a:cubicBezTo>
                    <a:pt x="119030" y="49272"/>
                    <a:pt x="110853" y="62950"/>
                    <a:pt x="121826" y="64743"/>
                  </a:cubicBezTo>
                  <a:cubicBezTo>
                    <a:pt x="128088" y="65746"/>
                    <a:pt x="139121" y="61612"/>
                    <a:pt x="144684" y="64986"/>
                  </a:cubicBezTo>
                  <a:cubicBezTo>
                    <a:pt x="148666" y="67388"/>
                    <a:pt x="153559" y="7176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6"/>
            <p:cNvSpPr/>
            <p:nvPr/>
          </p:nvSpPr>
          <p:spPr>
            <a:xfrm>
              <a:off x="2975000" y="442550"/>
              <a:ext cx="3962850" cy="1791075"/>
            </a:xfrm>
            <a:custGeom>
              <a:rect b="b" l="l" r="r" t="t"/>
              <a:pathLst>
                <a:path extrusionOk="0" fill="none" h="71643" w="158514">
                  <a:moveTo>
                    <a:pt x="0" y="1"/>
                  </a:moveTo>
                  <a:cubicBezTo>
                    <a:pt x="5319" y="2523"/>
                    <a:pt x="11155" y="4134"/>
                    <a:pt x="16779" y="5259"/>
                  </a:cubicBezTo>
                  <a:cubicBezTo>
                    <a:pt x="22736" y="6475"/>
                    <a:pt x="29302" y="9058"/>
                    <a:pt x="33405" y="11672"/>
                  </a:cubicBezTo>
                  <a:cubicBezTo>
                    <a:pt x="37660" y="14378"/>
                    <a:pt x="30821" y="28968"/>
                    <a:pt x="31399" y="33314"/>
                  </a:cubicBezTo>
                  <a:cubicBezTo>
                    <a:pt x="31885" y="36931"/>
                    <a:pt x="40578" y="45624"/>
                    <a:pt x="44651" y="45472"/>
                  </a:cubicBezTo>
                  <a:cubicBezTo>
                    <a:pt x="53101" y="45168"/>
                    <a:pt x="58421" y="32828"/>
                    <a:pt x="67874" y="30852"/>
                  </a:cubicBezTo>
                  <a:cubicBezTo>
                    <a:pt x="76658" y="29028"/>
                    <a:pt x="86233" y="32706"/>
                    <a:pt x="91856" y="37509"/>
                  </a:cubicBezTo>
                  <a:cubicBezTo>
                    <a:pt x="96476" y="41491"/>
                    <a:pt x="98908" y="48542"/>
                    <a:pt x="106780" y="48755"/>
                  </a:cubicBezTo>
                  <a:cubicBezTo>
                    <a:pt x="112647" y="48907"/>
                    <a:pt x="114045" y="50184"/>
                    <a:pt x="115565" y="55503"/>
                  </a:cubicBezTo>
                  <a:cubicBezTo>
                    <a:pt x="116841" y="60062"/>
                    <a:pt x="116628" y="63132"/>
                    <a:pt x="122404" y="64044"/>
                  </a:cubicBezTo>
                  <a:cubicBezTo>
                    <a:pt x="128544" y="65047"/>
                    <a:pt x="139486" y="61278"/>
                    <a:pt x="144957" y="64804"/>
                  </a:cubicBezTo>
                  <a:cubicBezTo>
                    <a:pt x="148818" y="67296"/>
                    <a:pt x="153559" y="71643"/>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6"/>
            <p:cNvSpPr/>
            <p:nvPr/>
          </p:nvSpPr>
          <p:spPr>
            <a:xfrm>
              <a:off x="2975000" y="442550"/>
              <a:ext cx="3962100" cy="1789575"/>
            </a:xfrm>
            <a:custGeom>
              <a:rect b="b" l="l" r="r" t="t"/>
              <a:pathLst>
                <a:path extrusionOk="0" fill="none" h="71583" w="158484">
                  <a:moveTo>
                    <a:pt x="0" y="1"/>
                  </a:moveTo>
                  <a:cubicBezTo>
                    <a:pt x="5380" y="2463"/>
                    <a:pt x="11216" y="4043"/>
                    <a:pt x="16900" y="5016"/>
                  </a:cubicBezTo>
                  <a:cubicBezTo>
                    <a:pt x="22797" y="6049"/>
                    <a:pt x="29058" y="8724"/>
                    <a:pt x="34135" y="10457"/>
                  </a:cubicBezTo>
                  <a:cubicBezTo>
                    <a:pt x="39667" y="12372"/>
                    <a:pt x="32037" y="28846"/>
                    <a:pt x="31855" y="32463"/>
                  </a:cubicBezTo>
                  <a:cubicBezTo>
                    <a:pt x="31672" y="36597"/>
                    <a:pt x="40852" y="44712"/>
                    <a:pt x="45503" y="44074"/>
                  </a:cubicBezTo>
                  <a:cubicBezTo>
                    <a:pt x="54165" y="42889"/>
                    <a:pt x="59606" y="32038"/>
                    <a:pt x="69090" y="30335"/>
                  </a:cubicBezTo>
                  <a:cubicBezTo>
                    <a:pt x="77479" y="28846"/>
                    <a:pt x="87388" y="31703"/>
                    <a:pt x="92646" y="36566"/>
                  </a:cubicBezTo>
                  <a:cubicBezTo>
                    <a:pt x="97084" y="40670"/>
                    <a:pt x="98908" y="48634"/>
                    <a:pt x="107084" y="48725"/>
                  </a:cubicBezTo>
                  <a:cubicBezTo>
                    <a:pt x="112890" y="48816"/>
                    <a:pt x="114501" y="49910"/>
                    <a:pt x="116203" y="55229"/>
                  </a:cubicBezTo>
                  <a:cubicBezTo>
                    <a:pt x="117571" y="59606"/>
                    <a:pt x="117297" y="62555"/>
                    <a:pt x="122951" y="63436"/>
                  </a:cubicBezTo>
                  <a:cubicBezTo>
                    <a:pt x="129030" y="64378"/>
                    <a:pt x="139851" y="60944"/>
                    <a:pt x="145200" y="64622"/>
                  </a:cubicBezTo>
                  <a:cubicBezTo>
                    <a:pt x="148939" y="67205"/>
                    <a:pt x="153590" y="7158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6"/>
            <p:cNvSpPr/>
            <p:nvPr/>
          </p:nvSpPr>
          <p:spPr>
            <a:xfrm>
              <a:off x="2975000" y="442550"/>
              <a:ext cx="3962850" cy="1785000"/>
            </a:xfrm>
            <a:custGeom>
              <a:rect b="b" l="l" r="r" t="t"/>
              <a:pathLst>
                <a:path extrusionOk="0" fill="none" h="71400" w="158514">
                  <a:moveTo>
                    <a:pt x="0" y="1"/>
                  </a:moveTo>
                  <a:cubicBezTo>
                    <a:pt x="5411" y="2432"/>
                    <a:pt x="11307" y="3952"/>
                    <a:pt x="17052" y="4803"/>
                  </a:cubicBezTo>
                  <a:cubicBezTo>
                    <a:pt x="22949" y="5685"/>
                    <a:pt x="29028" y="8967"/>
                    <a:pt x="34682" y="9362"/>
                  </a:cubicBezTo>
                  <a:cubicBezTo>
                    <a:pt x="42007" y="9849"/>
                    <a:pt x="33557" y="28360"/>
                    <a:pt x="32858" y="31065"/>
                  </a:cubicBezTo>
                  <a:cubicBezTo>
                    <a:pt x="31308" y="36931"/>
                    <a:pt x="41095" y="43801"/>
                    <a:pt x="46141" y="42676"/>
                  </a:cubicBezTo>
                  <a:cubicBezTo>
                    <a:pt x="54925" y="40761"/>
                    <a:pt x="60731" y="31703"/>
                    <a:pt x="70245" y="29819"/>
                  </a:cubicBezTo>
                  <a:cubicBezTo>
                    <a:pt x="78451" y="28177"/>
                    <a:pt x="88573" y="30731"/>
                    <a:pt x="93497" y="35563"/>
                  </a:cubicBezTo>
                  <a:cubicBezTo>
                    <a:pt x="97753" y="39728"/>
                    <a:pt x="98969" y="48725"/>
                    <a:pt x="107419" y="48755"/>
                  </a:cubicBezTo>
                  <a:cubicBezTo>
                    <a:pt x="113163" y="48755"/>
                    <a:pt x="115018" y="49667"/>
                    <a:pt x="116872" y="54956"/>
                  </a:cubicBezTo>
                  <a:cubicBezTo>
                    <a:pt x="118331" y="59181"/>
                    <a:pt x="118027" y="61977"/>
                    <a:pt x="123559" y="62798"/>
                  </a:cubicBezTo>
                  <a:cubicBezTo>
                    <a:pt x="129638" y="63710"/>
                    <a:pt x="140459" y="60579"/>
                    <a:pt x="145504" y="64470"/>
                  </a:cubicBezTo>
                  <a:cubicBezTo>
                    <a:pt x="148939" y="67144"/>
                    <a:pt x="153802" y="7140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6"/>
            <p:cNvSpPr/>
            <p:nvPr/>
          </p:nvSpPr>
          <p:spPr>
            <a:xfrm>
              <a:off x="2975000" y="442550"/>
              <a:ext cx="3962100" cy="1781975"/>
            </a:xfrm>
            <a:custGeom>
              <a:rect b="b" l="l" r="r" t="t"/>
              <a:pathLst>
                <a:path extrusionOk="0" fill="none" h="71279" w="158484">
                  <a:moveTo>
                    <a:pt x="0" y="1"/>
                  </a:moveTo>
                  <a:cubicBezTo>
                    <a:pt x="5471" y="2402"/>
                    <a:pt x="11247" y="3922"/>
                    <a:pt x="17174" y="4560"/>
                  </a:cubicBezTo>
                  <a:cubicBezTo>
                    <a:pt x="23253" y="5198"/>
                    <a:pt x="29514" y="8420"/>
                    <a:pt x="35107" y="8177"/>
                  </a:cubicBezTo>
                  <a:cubicBezTo>
                    <a:pt x="44044" y="7782"/>
                    <a:pt x="35290" y="26718"/>
                    <a:pt x="34256" y="29089"/>
                  </a:cubicBezTo>
                  <a:cubicBezTo>
                    <a:pt x="31369" y="35959"/>
                    <a:pt x="40578" y="42980"/>
                    <a:pt x="46658" y="41247"/>
                  </a:cubicBezTo>
                  <a:cubicBezTo>
                    <a:pt x="55533" y="38785"/>
                    <a:pt x="61947" y="31490"/>
                    <a:pt x="71369" y="29180"/>
                  </a:cubicBezTo>
                  <a:cubicBezTo>
                    <a:pt x="79424" y="27174"/>
                    <a:pt x="89819" y="29697"/>
                    <a:pt x="94470" y="34439"/>
                  </a:cubicBezTo>
                  <a:cubicBezTo>
                    <a:pt x="98482" y="38573"/>
                    <a:pt x="99090" y="48785"/>
                    <a:pt x="107753" y="48694"/>
                  </a:cubicBezTo>
                  <a:cubicBezTo>
                    <a:pt x="113407" y="48634"/>
                    <a:pt x="115504" y="49424"/>
                    <a:pt x="117510" y="54652"/>
                  </a:cubicBezTo>
                  <a:cubicBezTo>
                    <a:pt x="119060" y="58694"/>
                    <a:pt x="118665" y="61400"/>
                    <a:pt x="124167" y="62160"/>
                  </a:cubicBezTo>
                  <a:cubicBezTo>
                    <a:pt x="130246" y="62980"/>
                    <a:pt x="140793" y="60245"/>
                    <a:pt x="145717" y="64257"/>
                  </a:cubicBezTo>
                  <a:cubicBezTo>
                    <a:pt x="149061" y="66962"/>
                    <a:pt x="153802" y="71278"/>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6"/>
            <p:cNvSpPr/>
            <p:nvPr/>
          </p:nvSpPr>
          <p:spPr>
            <a:xfrm>
              <a:off x="2975000" y="442550"/>
              <a:ext cx="3962850" cy="1781200"/>
            </a:xfrm>
            <a:custGeom>
              <a:rect b="b" l="l" r="r" t="t"/>
              <a:pathLst>
                <a:path extrusionOk="0" fill="none" h="71248" w="158514">
                  <a:moveTo>
                    <a:pt x="0" y="1"/>
                  </a:moveTo>
                  <a:cubicBezTo>
                    <a:pt x="5502" y="2371"/>
                    <a:pt x="11338" y="3830"/>
                    <a:pt x="17326" y="4347"/>
                  </a:cubicBezTo>
                  <a:cubicBezTo>
                    <a:pt x="23405" y="4833"/>
                    <a:pt x="29484" y="7478"/>
                    <a:pt x="35381" y="7083"/>
                  </a:cubicBezTo>
                  <a:cubicBezTo>
                    <a:pt x="46171" y="6384"/>
                    <a:pt x="37660" y="22007"/>
                    <a:pt x="36080" y="26718"/>
                  </a:cubicBezTo>
                  <a:cubicBezTo>
                    <a:pt x="34560" y="31247"/>
                    <a:pt x="33192" y="34591"/>
                    <a:pt x="37387" y="37934"/>
                  </a:cubicBezTo>
                  <a:cubicBezTo>
                    <a:pt x="40062" y="40032"/>
                    <a:pt x="43983" y="40913"/>
                    <a:pt x="47144" y="39940"/>
                  </a:cubicBezTo>
                  <a:cubicBezTo>
                    <a:pt x="52007" y="38421"/>
                    <a:pt x="55959" y="34864"/>
                    <a:pt x="60548" y="32524"/>
                  </a:cubicBezTo>
                  <a:cubicBezTo>
                    <a:pt x="64409" y="30579"/>
                    <a:pt x="68360" y="29758"/>
                    <a:pt x="72403" y="28512"/>
                  </a:cubicBezTo>
                  <a:cubicBezTo>
                    <a:pt x="80275" y="26080"/>
                    <a:pt x="91187" y="28724"/>
                    <a:pt x="95503" y="33314"/>
                  </a:cubicBezTo>
                  <a:cubicBezTo>
                    <a:pt x="99303" y="37296"/>
                    <a:pt x="99212" y="48877"/>
                    <a:pt x="108118" y="48694"/>
                  </a:cubicBezTo>
                  <a:cubicBezTo>
                    <a:pt x="113589" y="48573"/>
                    <a:pt x="115990" y="49302"/>
                    <a:pt x="118148" y="54409"/>
                  </a:cubicBezTo>
                  <a:cubicBezTo>
                    <a:pt x="119820" y="58299"/>
                    <a:pt x="119364" y="60974"/>
                    <a:pt x="124805" y="61612"/>
                  </a:cubicBezTo>
                  <a:cubicBezTo>
                    <a:pt x="130519" y="62281"/>
                    <a:pt x="141249" y="59819"/>
                    <a:pt x="145991" y="64135"/>
                  </a:cubicBezTo>
                  <a:cubicBezTo>
                    <a:pt x="149213" y="67023"/>
                    <a:pt x="153863" y="71248"/>
                    <a:pt x="158514" y="68695"/>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6"/>
            <p:cNvSpPr/>
            <p:nvPr/>
          </p:nvSpPr>
          <p:spPr>
            <a:xfrm>
              <a:off x="2975000" y="442550"/>
              <a:ext cx="3962100" cy="1777400"/>
            </a:xfrm>
            <a:custGeom>
              <a:rect b="b" l="l" r="r" t="t"/>
              <a:pathLst>
                <a:path extrusionOk="0" fill="none" h="71096" w="158484">
                  <a:moveTo>
                    <a:pt x="0" y="1"/>
                  </a:moveTo>
                  <a:cubicBezTo>
                    <a:pt x="5532" y="2341"/>
                    <a:pt x="11429" y="3739"/>
                    <a:pt x="17447" y="4104"/>
                  </a:cubicBezTo>
                  <a:cubicBezTo>
                    <a:pt x="23496" y="4469"/>
                    <a:pt x="29484" y="6596"/>
                    <a:pt x="35533" y="6049"/>
                  </a:cubicBezTo>
                  <a:cubicBezTo>
                    <a:pt x="47357" y="4955"/>
                    <a:pt x="40822" y="16809"/>
                    <a:pt x="38208" y="23983"/>
                  </a:cubicBezTo>
                  <a:cubicBezTo>
                    <a:pt x="36657" y="28329"/>
                    <a:pt x="33557" y="33253"/>
                    <a:pt x="37691" y="36962"/>
                  </a:cubicBezTo>
                  <a:cubicBezTo>
                    <a:pt x="40244" y="39272"/>
                    <a:pt x="44591" y="39636"/>
                    <a:pt x="47661" y="38603"/>
                  </a:cubicBezTo>
                  <a:cubicBezTo>
                    <a:pt x="52646" y="36931"/>
                    <a:pt x="56901" y="33557"/>
                    <a:pt x="61764" y="31460"/>
                  </a:cubicBezTo>
                  <a:cubicBezTo>
                    <a:pt x="65533" y="29819"/>
                    <a:pt x="69576" y="29150"/>
                    <a:pt x="73375" y="27721"/>
                  </a:cubicBezTo>
                  <a:cubicBezTo>
                    <a:pt x="80974" y="24864"/>
                    <a:pt x="92464" y="27721"/>
                    <a:pt x="96659" y="32068"/>
                  </a:cubicBezTo>
                  <a:cubicBezTo>
                    <a:pt x="100884" y="36445"/>
                    <a:pt x="98634" y="48512"/>
                    <a:pt x="108452" y="48664"/>
                  </a:cubicBezTo>
                  <a:cubicBezTo>
                    <a:pt x="114014" y="48755"/>
                    <a:pt x="116416" y="49150"/>
                    <a:pt x="118756" y="54105"/>
                  </a:cubicBezTo>
                  <a:cubicBezTo>
                    <a:pt x="120550" y="57874"/>
                    <a:pt x="120002" y="60488"/>
                    <a:pt x="125413" y="61035"/>
                  </a:cubicBezTo>
                  <a:cubicBezTo>
                    <a:pt x="131158" y="61643"/>
                    <a:pt x="141553" y="59454"/>
                    <a:pt x="146234" y="63922"/>
                  </a:cubicBezTo>
                  <a:cubicBezTo>
                    <a:pt x="149334" y="66871"/>
                    <a:pt x="153894" y="71096"/>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6"/>
            <p:cNvSpPr/>
            <p:nvPr/>
          </p:nvSpPr>
          <p:spPr>
            <a:xfrm>
              <a:off x="2975000" y="442550"/>
              <a:ext cx="3962850" cy="1775125"/>
            </a:xfrm>
            <a:custGeom>
              <a:rect b="b" l="l" r="r" t="t"/>
              <a:pathLst>
                <a:path extrusionOk="0" fill="none" h="71005" w="158514">
                  <a:moveTo>
                    <a:pt x="0" y="1"/>
                  </a:moveTo>
                  <a:cubicBezTo>
                    <a:pt x="5593" y="2311"/>
                    <a:pt x="11520" y="3648"/>
                    <a:pt x="17569" y="3861"/>
                  </a:cubicBezTo>
                  <a:cubicBezTo>
                    <a:pt x="23587" y="4074"/>
                    <a:pt x="29636" y="5837"/>
                    <a:pt x="35594" y="5046"/>
                  </a:cubicBezTo>
                  <a:cubicBezTo>
                    <a:pt x="47569" y="3466"/>
                    <a:pt x="43800" y="12280"/>
                    <a:pt x="40578" y="20974"/>
                  </a:cubicBezTo>
                  <a:cubicBezTo>
                    <a:pt x="39059" y="25107"/>
                    <a:pt x="34773" y="31916"/>
                    <a:pt x="38268" y="35867"/>
                  </a:cubicBezTo>
                  <a:cubicBezTo>
                    <a:pt x="40548" y="38451"/>
                    <a:pt x="45381" y="38208"/>
                    <a:pt x="48238" y="37296"/>
                  </a:cubicBezTo>
                  <a:cubicBezTo>
                    <a:pt x="53405" y="35624"/>
                    <a:pt x="57965" y="32281"/>
                    <a:pt x="63102" y="30366"/>
                  </a:cubicBezTo>
                  <a:cubicBezTo>
                    <a:pt x="66780" y="28968"/>
                    <a:pt x="70701" y="28420"/>
                    <a:pt x="74257" y="26840"/>
                  </a:cubicBezTo>
                  <a:cubicBezTo>
                    <a:pt x="81552" y="23588"/>
                    <a:pt x="94075" y="26779"/>
                    <a:pt x="97935" y="30791"/>
                  </a:cubicBezTo>
                  <a:cubicBezTo>
                    <a:pt x="101887" y="34895"/>
                    <a:pt x="98938" y="48542"/>
                    <a:pt x="108817" y="48664"/>
                  </a:cubicBezTo>
                  <a:cubicBezTo>
                    <a:pt x="114227" y="48694"/>
                    <a:pt x="116872" y="49029"/>
                    <a:pt x="119364" y="53801"/>
                  </a:cubicBezTo>
                  <a:cubicBezTo>
                    <a:pt x="121249" y="57448"/>
                    <a:pt x="120702" y="60032"/>
                    <a:pt x="126021" y="60518"/>
                  </a:cubicBezTo>
                  <a:cubicBezTo>
                    <a:pt x="131826" y="61035"/>
                    <a:pt x="141857" y="59120"/>
                    <a:pt x="146507" y="63771"/>
                  </a:cubicBezTo>
                  <a:cubicBezTo>
                    <a:pt x="149456" y="66719"/>
                    <a:pt x="153924" y="7100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6"/>
            <p:cNvSpPr/>
            <p:nvPr/>
          </p:nvSpPr>
          <p:spPr>
            <a:xfrm>
              <a:off x="2975000" y="442550"/>
              <a:ext cx="3962850" cy="1772850"/>
            </a:xfrm>
            <a:custGeom>
              <a:rect b="b" l="l" r="r" t="t"/>
              <a:pathLst>
                <a:path extrusionOk="0" fill="none" h="70914" w="158514">
                  <a:moveTo>
                    <a:pt x="0" y="1"/>
                  </a:moveTo>
                  <a:cubicBezTo>
                    <a:pt x="5623" y="2280"/>
                    <a:pt x="11611" y="3526"/>
                    <a:pt x="17690" y="3648"/>
                  </a:cubicBezTo>
                  <a:cubicBezTo>
                    <a:pt x="23648" y="3709"/>
                    <a:pt x="29636" y="5016"/>
                    <a:pt x="35563" y="4104"/>
                  </a:cubicBezTo>
                  <a:cubicBezTo>
                    <a:pt x="47022" y="2371"/>
                    <a:pt x="46627" y="7843"/>
                    <a:pt x="43101" y="17812"/>
                  </a:cubicBezTo>
                  <a:cubicBezTo>
                    <a:pt x="41733" y="21612"/>
                    <a:pt x="36232" y="30670"/>
                    <a:pt x="39028" y="34621"/>
                  </a:cubicBezTo>
                  <a:cubicBezTo>
                    <a:pt x="41004" y="37387"/>
                    <a:pt x="46293" y="36901"/>
                    <a:pt x="48968" y="35989"/>
                  </a:cubicBezTo>
                  <a:cubicBezTo>
                    <a:pt x="57235" y="33071"/>
                    <a:pt x="67235" y="29667"/>
                    <a:pt x="75108" y="25867"/>
                  </a:cubicBezTo>
                  <a:cubicBezTo>
                    <a:pt x="82008" y="22524"/>
                    <a:pt x="95655" y="25746"/>
                    <a:pt x="99303" y="29484"/>
                  </a:cubicBezTo>
                  <a:cubicBezTo>
                    <a:pt x="103042" y="33284"/>
                    <a:pt x="99546" y="48573"/>
                    <a:pt x="109242" y="48573"/>
                  </a:cubicBezTo>
                  <a:cubicBezTo>
                    <a:pt x="114379" y="48573"/>
                    <a:pt x="117328" y="48968"/>
                    <a:pt x="119942" y="53527"/>
                  </a:cubicBezTo>
                  <a:cubicBezTo>
                    <a:pt x="121948" y="57023"/>
                    <a:pt x="121340" y="59606"/>
                    <a:pt x="126629" y="60032"/>
                  </a:cubicBezTo>
                  <a:cubicBezTo>
                    <a:pt x="132495" y="60488"/>
                    <a:pt x="142130" y="58725"/>
                    <a:pt x="146751" y="63558"/>
                  </a:cubicBezTo>
                  <a:cubicBezTo>
                    <a:pt x="149608" y="66567"/>
                    <a:pt x="153985" y="70913"/>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6"/>
            <p:cNvSpPr/>
            <p:nvPr/>
          </p:nvSpPr>
          <p:spPr>
            <a:xfrm>
              <a:off x="2975000" y="442550"/>
              <a:ext cx="3962100" cy="1769800"/>
            </a:xfrm>
            <a:custGeom>
              <a:rect b="b" l="l" r="r" t="t"/>
              <a:pathLst>
                <a:path extrusionOk="0" fill="none" h="70792" w="158484">
                  <a:moveTo>
                    <a:pt x="0" y="1"/>
                  </a:moveTo>
                  <a:cubicBezTo>
                    <a:pt x="5654" y="2280"/>
                    <a:pt x="11703" y="3435"/>
                    <a:pt x="17812" y="3405"/>
                  </a:cubicBezTo>
                  <a:cubicBezTo>
                    <a:pt x="23709" y="3344"/>
                    <a:pt x="29606" y="4165"/>
                    <a:pt x="35502" y="3192"/>
                  </a:cubicBezTo>
                  <a:cubicBezTo>
                    <a:pt x="37660" y="2858"/>
                    <a:pt x="42463" y="1976"/>
                    <a:pt x="44621" y="2949"/>
                  </a:cubicBezTo>
                  <a:cubicBezTo>
                    <a:pt x="49545" y="5168"/>
                    <a:pt x="46840" y="10913"/>
                    <a:pt x="45624" y="14742"/>
                  </a:cubicBezTo>
                  <a:cubicBezTo>
                    <a:pt x="43557" y="21369"/>
                    <a:pt x="34135" y="40001"/>
                    <a:pt x="49819" y="34652"/>
                  </a:cubicBezTo>
                  <a:cubicBezTo>
                    <a:pt x="58299" y="31734"/>
                    <a:pt x="67935" y="28177"/>
                    <a:pt x="76050" y="24864"/>
                  </a:cubicBezTo>
                  <a:cubicBezTo>
                    <a:pt x="83072" y="21977"/>
                    <a:pt x="96051" y="24347"/>
                    <a:pt x="100762" y="28117"/>
                  </a:cubicBezTo>
                  <a:cubicBezTo>
                    <a:pt x="105716" y="32098"/>
                    <a:pt x="98908" y="48299"/>
                    <a:pt x="109698" y="48482"/>
                  </a:cubicBezTo>
                  <a:cubicBezTo>
                    <a:pt x="114653" y="48573"/>
                    <a:pt x="117753" y="48846"/>
                    <a:pt x="120458" y="53254"/>
                  </a:cubicBezTo>
                  <a:cubicBezTo>
                    <a:pt x="122586" y="56628"/>
                    <a:pt x="121948" y="59242"/>
                    <a:pt x="127176" y="59576"/>
                  </a:cubicBezTo>
                  <a:cubicBezTo>
                    <a:pt x="133133" y="60001"/>
                    <a:pt x="142404" y="58360"/>
                    <a:pt x="146963" y="63375"/>
                  </a:cubicBezTo>
                  <a:cubicBezTo>
                    <a:pt x="149699" y="66385"/>
                    <a:pt x="153985" y="70792"/>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6"/>
            <p:cNvSpPr/>
            <p:nvPr/>
          </p:nvSpPr>
          <p:spPr>
            <a:xfrm>
              <a:off x="2975000" y="442550"/>
              <a:ext cx="3963625" cy="1767525"/>
            </a:xfrm>
            <a:custGeom>
              <a:rect b="b" l="l" r="r" t="t"/>
              <a:pathLst>
                <a:path extrusionOk="0" fill="none" h="70701" w="158545">
                  <a:moveTo>
                    <a:pt x="0" y="1"/>
                  </a:moveTo>
                  <a:cubicBezTo>
                    <a:pt x="5715" y="2250"/>
                    <a:pt x="11794" y="3314"/>
                    <a:pt x="17934" y="3192"/>
                  </a:cubicBezTo>
                  <a:cubicBezTo>
                    <a:pt x="23770" y="2979"/>
                    <a:pt x="29575" y="3314"/>
                    <a:pt x="35411" y="2341"/>
                  </a:cubicBezTo>
                  <a:cubicBezTo>
                    <a:pt x="44439" y="791"/>
                    <a:pt x="50518" y="2371"/>
                    <a:pt x="48147" y="11916"/>
                  </a:cubicBezTo>
                  <a:cubicBezTo>
                    <a:pt x="46627" y="18086"/>
                    <a:pt x="34894" y="38725"/>
                    <a:pt x="50883" y="33253"/>
                  </a:cubicBezTo>
                  <a:cubicBezTo>
                    <a:pt x="59697" y="30244"/>
                    <a:pt x="68482" y="26688"/>
                    <a:pt x="77418" y="23922"/>
                  </a:cubicBezTo>
                  <a:cubicBezTo>
                    <a:pt x="84227" y="21794"/>
                    <a:pt x="97601" y="22585"/>
                    <a:pt x="102312" y="26779"/>
                  </a:cubicBezTo>
                  <a:cubicBezTo>
                    <a:pt x="107510" y="31399"/>
                    <a:pt x="99394" y="48056"/>
                    <a:pt x="110276" y="48330"/>
                  </a:cubicBezTo>
                  <a:cubicBezTo>
                    <a:pt x="115200" y="48451"/>
                    <a:pt x="117966" y="49181"/>
                    <a:pt x="120945" y="52889"/>
                  </a:cubicBezTo>
                  <a:cubicBezTo>
                    <a:pt x="123376" y="55928"/>
                    <a:pt x="122464" y="58877"/>
                    <a:pt x="127784" y="59150"/>
                  </a:cubicBezTo>
                  <a:cubicBezTo>
                    <a:pt x="133711" y="59454"/>
                    <a:pt x="142769" y="58026"/>
                    <a:pt x="147267" y="63223"/>
                  </a:cubicBezTo>
                  <a:cubicBezTo>
                    <a:pt x="149881" y="66202"/>
                    <a:pt x="154076" y="70701"/>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6"/>
            <p:cNvSpPr/>
            <p:nvPr/>
          </p:nvSpPr>
          <p:spPr>
            <a:xfrm>
              <a:off x="2975000" y="442550"/>
              <a:ext cx="3962850" cy="1765250"/>
            </a:xfrm>
            <a:custGeom>
              <a:rect b="b" l="l" r="r" t="t"/>
              <a:pathLst>
                <a:path extrusionOk="0" fill="none" h="70610" w="158514">
                  <a:moveTo>
                    <a:pt x="0" y="1"/>
                  </a:moveTo>
                  <a:cubicBezTo>
                    <a:pt x="5745" y="2219"/>
                    <a:pt x="11885" y="3223"/>
                    <a:pt x="18025" y="2949"/>
                  </a:cubicBezTo>
                  <a:cubicBezTo>
                    <a:pt x="23800" y="2645"/>
                    <a:pt x="29514" y="2493"/>
                    <a:pt x="35259" y="1490"/>
                  </a:cubicBezTo>
                  <a:cubicBezTo>
                    <a:pt x="38056" y="1004"/>
                    <a:pt x="42189" y="396"/>
                    <a:pt x="44986" y="1064"/>
                  </a:cubicBezTo>
                  <a:cubicBezTo>
                    <a:pt x="50183" y="2280"/>
                    <a:pt x="51065" y="4803"/>
                    <a:pt x="50487" y="9454"/>
                  </a:cubicBezTo>
                  <a:cubicBezTo>
                    <a:pt x="49728" y="14986"/>
                    <a:pt x="36627" y="36870"/>
                    <a:pt x="52068" y="31825"/>
                  </a:cubicBezTo>
                  <a:cubicBezTo>
                    <a:pt x="60944" y="28937"/>
                    <a:pt x="69910" y="25533"/>
                    <a:pt x="79029" y="23010"/>
                  </a:cubicBezTo>
                  <a:cubicBezTo>
                    <a:pt x="86111" y="21095"/>
                    <a:pt x="98969" y="21551"/>
                    <a:pt x="103893" y="25472"/>
                  </a:cubicBezTo>
                  <a:cubicBezTo>
                    <a:pt x="109212" y="29697"/>
                    <a:pt x="100093" y="47661"/>
                    <a:pt x="110823" y="48147"/>
                  </a:cubicBezTo>
                  <a:cubicBezTo>
                    <a:pt x="115595" y="48360"/>
                    <a:pt x="118422" y="49120"/>
                    <a:pt x="121431" y="52646"/>
                  </a:cubicBezTo>
                  <a:cubicBezTo>
                    <a:pt x="123923" y="55594"/>
                    <a:pt x="123103" y="58542"/>
                    <a:pt x="128300" y="58786"/>
                  </a:cubicBezTo>
                  <a:cubicBezTo>
                    <a:pt x="134288" y="59059"/>
                    <a:pt x="143042" y="57783"/>
                    <a:pt x="147480" y="63041"/>
                  </a:cubicBezTo>
                  <a:cubicBezTo>
                    <a:pt x="150003" y="65989"/>
                    <a:pt x="154076" y="7061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6"/>
            <p:cNvSpPr/>
            <p:nvPr/>
          </p:nvSpPr>
          <p:spPr>
            <a:xfrm>
              <a:off x="2975000" y="428125"/>
              <a:ext cx="3962850" cy="1777400"/>
            </a:xfrm>
            <a:custGeom>
              <a:rect b="b" l="l" r="r" t="t"/>
              <a:pathLst>
                <a:path extrusionOk="0" fill="none" h="71096" w="158514">
                  <a:moveTo>
                    <a:pt x="0" y="578"/>
                  </a:moveTo>
                  <a:cubicBezTo>
                    <a:pt x="5715" y="2705"/>
                    <a:pt x="12128" y="3769"/>
                    <a:pt x="18146" y="3313"/>
                  </a:cubicBezTo>
                  <a:cubicBezTo>
                    <a:pt x="23861" y="2888"/>
                    <a:pt x="29484" y="2219"/>
                    <a:pt x="35138" y="1246"/>
                  </a:cubicBezTo>
                  <a:cubicBezTo>
                    <a:pt x="42554" y="0"/>
                    <a:pt x="52281" y="1489"/>
                    <a:pt x="52585" y="7994"/>
                  </a:cubicBezTo>
                  <a:cubicBezTo>
                    <a:pt x="52767" y="12523"/>
                    <a:pt x="39211" y="35350"/>
                    <a:pt x="53436" y="30882"/>
                  </a:cubicBezTo>
                  <a:cubicBezTo>
                    <a:pt x="62372" y="28086"/>
                    <a:pt x="71673" y="25137"/>
                    <a:pt x="80914" y="22736"/>
                  </a:cubicBezTo>
                  <a:cubicBezTo>
                    <a:pt x="88604" y="20760"/>
                    <a:pt x="100032" y="21551"/>
                    <a:pt x="105443" y="24803"/>
                  </a:cubicBezTo>
                  <a:cubicBezTo>
                    <a:pt x="111674" y="28511"/>
                    <a:pt x="99941" y="47508"/>
                    <a:pt x="111431" y="48511"/>
                  </a:cubicBezTo>
                  <a:cubicBezTo>
                    <a:pt x="116081" y="48937"/>
                    <a:pt x="118847" y="49606"/>
                    <a:pt x="121887" y="52980"/>
                  </a:cubicBezTo>
                  <a:cubicBezTo>
                    <a:pt x="124440" y="55837"/>
                    <a:pt x="123741" y="58785"/>
                    <a:pt x="128787" y="58998"/>
                  </a:cubicBezTo>
                  <a:cubicBezTo>
                    <a:pt x="134836" y="59271"/>
                    <a:pt x="143316" y="58147"/>
                    <a:pt x="147723" y="63436"/>
                  </a:cubicBezTo>
                  <a:cubicBezTo>
                    <a:pt x="150125" y="66323"/>
                    <a:pt x="154106" y="71095"/>
                    <a:pt x="158514" y="6924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6"/>
            <p:cNvSpPr/>
            <p:nvPr/>
          </p:nvSpPr>
          <p:spPr>
            <a:xfrm>
              <a:off x="2975000" y="412925"/>
              <a:ext cx="3962850" cy="1789550"/>
            </a:xfrm>
            <a:custGeom>
              <a:rect b="b" l="l" r="r" t="t"/>
              <a:pathLst>
                <a:path extrusionOk="0" fill="none" h="71582" w="158514">
                  <a:moveTo>
                    <a:pt x="0" y="1186"/>
                  </a:moveTo>
                  <a:cubicBezTo>
                    <a:pt x="5745" y="3283"/>
                    <a:pt x="12219" y="4286"/>
                    <a:pt x="18238" y="3678"/>
                  </a:cubicBezTo>
                  <a:cubicBezTo>
                    <a:pt x="23891" y="3131"/>
                    <a:pt x="29454" y="1976"/>
                    <a:pt x="35046" y="1034"/>
                  </a:cubicBezTo>
                  <a:cubicBezTo>
                    <a:pt x="41308" y="0"/>
                    <a:pt x="52980" y="638"/>
                    <a:pt x="54317" y="7082"/>
                  </a:cubicBezTo>
                  <a:cubicBezTo>
                    <a:pt x="55260" y="11672"/>
                    <a:pt x="42159" y="33557"/>
                    <a:pt x="54895" y="29879"/>
                  </a:cubicBezTo>
                  <a:cubicBezTo>
                    <a:pt x="64044" y="27204"/>
                    <a:pt x="73588" y="24864"/>
                    <a:pt x="82950" y="22523"/>
                  </a:cubicBezTo>
                  <a:cubicBezTo>
                    <a:pt x="90488" y="20608"/>
                    <a:pt x="101248" y="21186"/>
                    <a:pt x="106932" y="24256"/>
                  </a:cubicBezTo>
                  <a:cubicBezTo>
                    <a:pt x="113862" y="27964"/>
                    <a:pt x="100762" y="47478"/>
                    <a:pt x="112069" y="48876"/>
                  </a:cubicBezTo>
                  <a:cubicBezTo>
                    <a:pt x="116264" y="49363"/>
                    <a:pt x="119729" y="49879"/>
                    <a:pt x="122343" y="53344"/>
                  </a:cubicBezTo>
                  <a:cubicBezTo>
                    <a:pt x="124562" y="56354"/>
                    <a:pt x="124653" y="59089"/>
                    <a:pt x="129273" y="59272"/>
                  </a:cubicBezTo>
                  <a:cubicBezTo>
                    <a:pt x="135352" y="59545"/>
                    <a:pt x="143620" y="58603"/>
                    <a:pt x="147936" y="63861"/>
                  </a:cubicBezTo>
                  <a:cubicBezTo>
                    <a:pt x="150277" y="66688"/>
                    <a:pt x="154137" y="71582"/>
                    <a:pt x="158514" y="6984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6"/>
            <p:cNvSpPr/>
            <p:nvPr/>
          </p:nvSpPr>
          <p:spPr>
            <a:xfrm>
              <a:off x="2975000" y="386325"/>
              <a:ext cx="3962850" cy="1813875"/>
            </a:xfrm>
            <a:custGeom>
              <a:rect b="b" l="l" r="r" t="t"/>
              <a:pathLst>
                <a:path extrusionOk="0" fill="none" h="72555" w="158514">
                  <a:moveTo>
                    <a:pt x="0" y="2250"/>
                  </a:moveTo>
                  <a:cubicBezTo>
                    <a:pt x="5806" y="4286"/>
                    <a:pt x="12371" y="5259"/>
                    <a:pt x="18390" y="4529"/>
                  </a:cubicBezTo>
                  <a:cubicBezTo>
                    <a:pt x="23982" y="3830"/>
                    <a:pt x="29423" y="2250"/>
                    <a:pt x="35046" y="1307"/>
                  </a:cubicBezTo>
                  <a:cubicBezTo>
                    <a:pt x="42767" y="0"/>
                    <a:pt x="52402" y="2067"/>
                    <a:pt x="55685" y="7174"/>
                  </a:cubicBezTo>
                  <a:cubicBezTo>
                    <a:pt x="57570" y="10183"/>
                    <a:pt x="46658" y="32159"/>
                    <a:pt x="56719" y="29271"/>
                  </a:cubicBezTo>
                  <a:cubicBezTo>
                    <a:pt x="65442" y="26748"/>
                    <a:pt x="75746" y="25077"/>
                    <a:pt x="85139" y="22736"/>
                  </a:cubicBezTo>
                  <a:cubicBezTo>
                    <a:pt x="92494" y="20882"/>
                    <a:pt x="102099" y="21338"/>
                    <a:pt x="108300" y="24317"/>
                  </a:cubicBezTo>
                  <a:cubicBezTo>
                    <a:pt x="116477" y="28207"/>
                    <a:pt x="101765" y="47873"/>
                    <a:pt x="112799" y="49636"/>
                  </a:cubicBezTo>
                  <a:cubicBezTo>
                    <a:pt x="116780" y="50275"/>
                    <a:pt x="120215" y="50852"/>
                    <a:pt x="122768" y="54165"/>
                  </a:cubicBezTo>
                  <a:cubicBezTo>
                    <a:pt x="125048" y="57083"/>
                    <a:pt x="125200" y="59849"/>
                    <a:pt x="129729" y="60032"/>
                  </a:cubicBezTo>
                  <a:cubicBezTo>
                    <a:pt x="135839" y="60336"/>
                    <a:pt x="143893" y="59545"/>
                    <a:pt x="148179" y="64773"/>
                  </a:cubicBezTo>
                  <a:cubicBezTo>
                    <a:pt x="150459" y="67539"/>
                    <a:pt x="154167" y="72555"/>
                    <a:pt x="158514" y="7091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6"/>
            <p:cNvSpPr/>
            <p:nvPr/>
          </p:nvSpPr>
          <p:spPr>
            <a:xfrm>
              <a:off x="2975000" y="367325"/>
              <a:ext cx="3962850" cy="1829825"/>
            </a:xfrm>
            <a:custGeom>
              <a:rect b="b" l="l" r="r" t="t"/>
              <a:pathLst>
                <a:path extrusionOk="0" fill="none" h="73193" w="158514">
                  <a:moveTo>
                    <a:pt x="0" y="3010"/>
                  </a:moveTo>
                  <a:cubicBezTo>
                    <a:pt x="5836" y="5016"/>
                    <a:pt x="12432" y="5897"/>
                    <a:pt x="18481" y="5046"/>
                  </a:cubicBezTo>
                  <a:cubicBezTo>
                    <a:pt x="24104" y="4286"/>
                    <a:pt x="29514" y="2067"/>
                    <a:pt x="35077" y="1216"/>
                  </a:cubicBezTo>
                  <a:cubicBezTo>
                    <a:pt x="43010" y="0"/>
                    <a:pt x="51703" y="2584"/>
                    <a:pt x="56719" y="7447"/>
                  </a:cubicBezTo>
                  <a:cubicBezTo>
                    <a:pt x="60123" y="10791"/>
                    <a:pt x="50335" y="30396"/>
                    <a:pt x="58998" y="28360"/>
                  </a:cubicBezTo>
                  <a:cubicBezTo>
                    <a:pt x="67722" y="26293"/>
                    <a:pt x="78056" y="25016"/>
                    <a:pt x="87357" y="22615"/>
                  </a:cubicBezTo>
                  <a:cubicBezTo>
                    <a:pt x="94531" y="20761"/>
                    <a:pt x="103224" y="21065"/>
                    <a:pt x="109546" y="24104"/>
                  </a:cubicBezTo>
                  <a:cubicBezTo>
                    <a:pt x="118209" y="28268"/>
                    <a:pt x="103376" y="47965"/>
                    <a:pt x="113559" y="50062"/>
                  </a:cubicBezTo>
                  <a:cubicBezTo>
                    <a:pt x="117328" y="50822"/>
                    <a:pt x="120671" y="51551"/>
                    <a:pt x="123194" y="54682"/>
                  </a:cubicBezTo>
                  <a:cubicBezTo>
                    <a:pt x="125474" y="57539"/>
                    <a:pt x="125717" y="60305"/>
                    <a:pt x="130155" y="60518"/>
                  </a:cubicBezTo>
                  <a:cubicBezTo>
                    <a:pt x="136295" y="60852"/>
                    <a:pt x="144137" y="60214"/>
                    <a:pt x="148392" y="65381"/>
                  </a:cubicBezTo>
                  <a:cubicBezTo>
                    <a:pt x="150611" y="68056"/>
                    <a:pt x="154228" y="73193"/>
                    <a:pt x="158514" y="7167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6"/>
            <p:cNvSpPr/>
            <p:nvPr/>
          </p:nvSpPr>
          <p:spPr>
            <a:xfrm>
              <a:off x="2975000" y="347575"/>
              <a:ext cx="3962850" cy="1845775"/>
            </a:xfrm>
            <a:custGeom>
              <a:rect b="b" l="l" r="r" t="t"/>
              <a:pathLst>
                <a:path extrusionOk="0" fill="none" h="73831" w="158514">
                  <a:moveTo>
                    <a:pt x="0" y="3800"/>
                  </a:moveTo>
                  <a:cubicBezTo>
                    <a:pt x="5867" y="5775"/>
                    <a:pt x="12554" y="6566"/>
                    <a:pt x="18602" y="5623"/>
                  </a:cubicBezTo>
                  <a:cubicBezTo>
                    <a:pt x="24256" y="4711"/>
                    <a:pt x="29575" y="1915"/>
                    <a:pt x="35229" y="1125"/>
                  </a:cubicBezTo>
                  <a:cubicBezTo>
                    <a:pt x="43284" y="0"/>
                    <a:pt x="51217" y="3404"/>
                    <a:pt x="57448" y="7903"/>
                  </a:cubicBezTo>
                  <a:cubicBezTo>
                    <a:pt x="62129" y="11247"/>
                    <a:pt x="59454" y="16353"/>
                    <a:pt x="58421" y="20852"/>
                  </a:cubicBezTo>
                  <a:cubicBezTo>
                    <a:pt x="57782" y="23587"/>
                    <a:pt x="56506" y="28420"/>
                    <a:pt x="61582" y="27599"/>
                  </a:cubicBezTo>
                  <a:cubicBezTo>
                    <a:pt x="70305" y="26171"/>
                    <a:pt x="80366" y="24925"/>
                    <a:pt x="89516" y="22493"/>
                  </a:cubicBezTo>
                  <a:cubicBezTo>
                    <a:pt x="96628" y="20639"/>
                    <a:pt x="104501" y="20700"/>
                    <a:pt x="110732" y="23952"/>
                  </a:cubicBezTo>
                  <a:cubicBezTo>
                    <a:pt x="119698" y="28663"/>
                    <a:pt x="104501" y="47600"/>
                    <a:pt x="114379" y="50487"/>
                  </a:cubicBezTo>
                  <a:cubicBezTo>
                    <a:pt x="117996" y="51551"/>
                    <a:pt x="121157" y="52250"/>
                    <a:pt x="123619" y="55229"/>
                  </a:cubicBezTo>
                  <a:cubicBezTo>
                    <a:pt x="125899" y="57995"/>
                    <a:pt x="126203" y="60791"/>
                    <a:pt x="130550" y="61065"/>
                  </a:cubicBezTo>
                  <a:cubicBezTo>
                    <a:pt x="136659" y="61399"/>
                    <a:pt x="144380" y="60913"/>
                    <a:pt x="148605" y="65989"/>
                  </a:cubicBezTo>
                  <a:cubicBezTo>
                    <a:pt x="150793" y="68603"/>
                    <a:pt x="154258" y="73831"/>
                    <a:pt x="158514" y="7246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6"/>
            <p:cNvSpPr/>
            <p:nvPr/>
          </p:nvSpPr>
          <p:spPr>
            <a:xfrm>
              <a:off x="2975000" y="324000"/>
              <a:ext cx="3962850" cy="1867075"/>
            </a:xfrm>
            <a:custGeom>
              <a:rect b="b" l="l" r="r" t="t"/>
              <a:pathLst>
                <a:path extrusionOk="0" fill="none" h="74683" w="158514">
                  <a:moveTo>
                    <a:pt x="0" y="4743"/>
                  </a:moveTo>
                  <a:cubicBezTo>
                    <a:pt x="5897" y="6688"/>
                    <a:pt x="12645" y="7387"/>
                    <a:pt x="18724" y="6323"/>
                  </a:cubicBezTo>
                  <a:cubicBezTo>
                    <a:pt x="24469" y="5290"/>
                    <a:pt x="29758" y="1977"/>
                    <a:pt x="35502" y="1156"/>
                  </a:cubicBezTo>
                  <a:cubicBezTo>
                    <a:pt x="43466" y="1"/>
                    <a:pt x="51460" y="4682"/>
                    <a:pt x="57934" y="8572"/>
                  </a:cubicBezTo>
                  <a:cubicBezTo>
                    <a:pt x="62858" y="11521"/>
                    <a:pt x="62099" y="15411"/>
                    <a:pt x="61339" y="20153"/>
                  </a:cubicBezTo>
                  <a:cubicBezTo>
                    <a:pt x="60883" y="22919"/>
                    <a:pt x="59576" y="27448"/>
                    <a:pt x="64378" y="27144"/>
                  </a:cubicBezTo>
                  <a:cubicBezTo>
                    <a:pt x="73223" y="26597"/>
                    <a:pt x="82737" y="24834"/>
                    <a:pt x="91643" y="22494"/>
                  </a:cubicBezTo>
                  <a:cubicBezTo>
                    <a:pt x="98817" y="20609"/>
                    <a:pt x="105747" y="20366"/>
                    <a:pt x="111856" y="23983"/>
                  </a:cubicBezTo>
                  <a:cubicBezTo>
                    <a:pt x="120519" y="29120"/>
                    <a:pt x="105990" y="47296"/>
                    <a:pt x="115230" y="51035"/>
                  </a:cubicBezTo>
                  <a:cubicBezTo>
                    <a:pt x="118543" y="52372"/>
                    <a:pt x="121705" y="53072"/>
                    <a:pt x="124045" y="55898"/>
                  </a:cubicBezTo>
                  <a:cubicBezTo>
                    <a:pt x="126325" y="58634"/>
                    <a:pt x="126659" y="61461"/>
                    <a:pt x="130914" y="61765"/>
                  </a:cubicBezTo>
                  <a:cubicBezTo>
                    <a:pt x="136994" y="62160"/>
                    <a:pt x="144593" y="61825"/>
                    <a:pt x="148818" y="66810"/>
                  </a:cubicBezTo>
                  <a:cubicBezTo>
                    <a:pt x="150945" y="69364"/>
                    <a:pt x="154289" y="74683"/>
                    <a:pt x="158514" y="73406"/>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6"/>
            <p:cNvSpPr/>
            <p:nvPr/>
          </p:nvSpPr>
          <p:spPr>
            <a:xfrm>
              <a:off x="2975000" y="297425"/>
              <a:ext cx="3962850" cy="1890625"/>
            </a:xfrm>
            <a:custGeom>
              <a:rect b="b" l="l" r="r" t="t"/>
              <a:pathLst>
                <a:path extrusionOk="0" fill="none" h="75625" w="158514">
                  <a:moveTo>
                    <a:pt x="0" y="5806"/>
                  </a:moveTo>
                  <a:cubicBezTo>
                    <a:pt x="5927" y="7690"/>
                    <a:pt x="12918" y="8450"/>
                    <a:pt x="18815" y="7173"/>
                  </a:cubicBezTo>
                  <a:cubicBezTo>
                    <a:pt x="24530" y="5927"/>
                    <a:pt x="30122" y="2128"/>
                    <a:pt x="35928" y="1216"/>
                  </a:cubicBezTo>
                  <a:cubicBezTo>
                    <a:pt x="43648" y="0"/>
                    <a:pt x="52494" y="5593"/>
                    <a:pt x="58178" y="9392"/>
                  </a:cubicBezTo>
                  <a:cubicBezTo>
                    <a:pt x="62585" y="12310"/>
                    <a:pt x="64226" y="14347"/>
                    <a:pt x="64074" y="19940"/>
                  </a:cubicBezTo>
                  <a:cubicBezTo>
                    <a:pt x="64014" y="22797"/>
                    <a:pt x="62828" y="26839"/>
                    <a:pt x="67296" y="27022"/>
                  </a:cubicBezTo>
                  <a:cubicBezTo>
                    <a:pt x="76081" y="27417"/>
                    <a:pt x="85199" y="24560"/>
                    <a:pt x="93589" y="22584"/>
                  </a:cubicBezTo>
                  <a:cubicBezTo>
                    <a:pt x="100975" y="20851"/>
                    <a:pt x="106598" y="19879"/>
                    <a:pt x="112920" y="24165"/>
                  </a:cubicBezTo>
                  <a:cubicBezTo>
                    <a:pt x="121188" y="29788"/>
                    <a:pt x="107753" y="47113"/>
                    <a:pt x="116142" y="51673"/>
                  </a:cubicBezTo>
                  <a:cubicBezTo>
                    <a:pt x="119030" y="53223"/>
                    <a:pt x="122221" y="54013"/>
                    <a:pt x="124501" y="56718"/>
                  </a:cubicBezTo>
                  <a:cubicBezTo>
                    <a:pt x="126781" y="59423"/>
                    <a:pt x="127115" y="62281"/>
                    <a:pt x="131279" y="62615"/>
                  </a:cubicBezTo>
                  <a:cubicBezTo>
                    <a:pt x="137358" y="63101"/>
                    <a:pt x="144836" y="62828"/>
                    <a:pt x="149030" y="67752"/>
                  </a:cubicBezTo>
                  <a:cubicBezTo>
                    <a:pt x="151158" y="70244"/>
                    <a:pt x="154350" y="75624"/>
                    <a:pt x="158514" y="7446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6"/>
            <p:cNvSpPr/>
            <p:nvPr/>
          </p:nvSpPr>
          <p:spPr>
            <a:xfrm>
              <a:off x="2975000" y="270050"/>
              <a:ext cx="3962100" cy="1914200"/>
            </a:xfrm>
            <a:custGeom>
              <a:rect b="b" l="l" r="r" t="t"/>
              <a:pathLst>
                <a:path extrusionOk="0" fill="none" h="76568" w="158484">
                  <a:moveTo>
                    <a:pt x="0" y="6901"/>
                  </a:moveTo>
                  <a:cubicBezTo>
                    <a:pt x="5988" y="8785"/>
                    <a:pt x="13040" y="9484"/>
                    <a:pt x="18937" y="8025"/>
                  </a:cubicBezTo>
                  <a:cubicBezTo>
                    <a:pt x="24803" y="6627"/>
                    <a:pt x="30396" y="2402"/>
                    <a:pt x="36414" y="1338"/>
                  </a:cubicBezTo>
                  <a:cubicBezTo>
                    <a:pt x="44013" y="1"/>
                    <a:pt x="52463" y="6688"/>
                    <a:pt x="58208" y="10244"/>
                  </a:cubicBezTo>
                  <a:cubicBezTo>
                    <a:pt x="62676" y="13010"/>
                    <a:pt x="65138" y="14925"/>
                    <a:pt x="66476" y="20092"/>
                  </a:cubicBezTo>
                  <a:cubicBezTo>
                    <a:pt x="67235" y="22980"/>
                    <a:pt x="65868" y="26536"/>
                    <a:pt x="70214" y="27144"/>
                  </a:cubicBezTo>
                  <a:cubicBezTo>
                    <a:pt x="78695" y="28329"/>
                    <a:pt x="87753" y="24104"/>
                    <a:pt x="95351" y="22646"/>
                  </a:cubicBezTo>
                  <a:cubicBezTo>
                    <a:pt x="102950" y="21187"/>
                    <a:pt x="107327" y="19150"/>
                    <a:pt x="113893" y="24408"/>
                  </a:cubicBezTo>
                  <a:cubicBezTo>
                    <a:pt x="121309" y="30366"/>
                    <a:pt x="109668" y="47023"/>
                    <a:pt x="117084" y="52251"/>
                  </a:cubicBezTo>
                  <a:cubicBezTo>
                    <a:pt x="119577" y="54014"/>
                    <a:pt x="122586" y="54956"/>
                    <a:pt x="125018" y="57418"/>
                  </a:cubicBezTo>
                  <a:cubicBezTo>
                    <a:pt x="127419" y="59880"/>
                    <a:pt x="127145" y="63011"/>
                    <a:pt x="131614" y="63436"/>
                  </a:cubicBezTo>
                  <a:cubicBezTo>
                    <a:pt x="137602" y="64014"/>
                    <a:pt x="144988" y="63832"/>
                    <a:pt x="149213" y="68695"/>
                  </a:cubicBezTo>
                  <a:cubicBezTo>
                    <a:pt x="151310" y="71126"/>
                    <a:pt x="154410" y="76567"/>
                    <a:pt x="158483" y="755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6"/>
            <p:cNvSpPr/>
            <p:nvPr/>
          </p:nvSpPr>
          <p:spPr>
            <a:xfrm>
              <a:off x="2975000" y="244975"/>
              <a:ext cx="3962100" cy="1937000"/>
            </a:xfrm>
            <a:custGeom>
              <a:rect b="b" l="l" r="r" t="t"/>
              <a:pathLst>
                <a:path extrusionOk="0" fill="none" h="77480" w="158484">
                  <a:moveTo>
                    <a:pt x="0" y="7904"/>
                  </a:moveTo>
                  <a:cubicBezTo>
                    <a:pt x="6019" y="9758"/>
                    <a:pt x="13162" y="10366"/>
                    <a:pt x="19058" y="8815"/>
                  </a:cubicBezTo>
                  <a:cubicBezTo>
                    <a:pt x="25077" y="7204"/>
                    <a:pt x="30730" y="2554"/>
                    <a:pt x="36992" y="1429"/>
                  </a:cubicBezTo>
                  <a:cubicBezTo>
                    <a:pt x="44773" y="1"/>
                    <a:pt x="52038" y="7296"/>
                    <a:pt x="58086" y="10974"/>
                  </a:cubicBezTo>
                  <a:cubicBezTo>
                    <a:pt x="62463" y="13618"/>
                    <a:pt x="66111" y="15806"/>
                    <a:pt x="68482" y="20457"/>
                  </a:cubicBezTo>
                  <a:cubicBezTo>
                    <a:pt x="69910" y="23253"/>
                    <a:pt x="69090" y="26475"/>
                    <a:pt x="73041" y="27387"/>
                  </a:cubicBezTo>
                  <a:cubicBezTo>
                    <a:pt x="81005" y="29180"/>
                    <a:pt x="90002" y="23679"/>
                    <a:pt x="96841" y="22615"/>
                  </a:cubicBezTo>
                  <a:cubicBezTo>
                    <a:pt x="104622" y="21399"/>
                    <a:pt x="107692" y="18360"/>
                    <a:pt x="114714" y="24621"/>
                  </a:cubicBezTo>
                  <a:cubicBezTo>
                    <a:pt x="121917" y="31065"/>
                    <a:pt x="111552" y="46780"/>
                    <a:pt x="118087" y="52767"/>
                  </a:cubicBezTo>
                  <a:cubicBezTo>
                    <a:pt x="120124" y="54682"/>
                    <a:pt x="123224" y="55807"/>
                    <a:pt x="125443" y="58178"/>
                  </a:cubicBezTo>
                  <a:cubicBezTo>
                    <a:pt x="127784" y="60640"/>
                    <a:pt x="127632" y="63771"/>
                    <a:pt x="131918" y="64257"/>
                  </a:cubicBezTo>
                  <a:cubicBezTo>
                    <a:pt x="137905" y="64956"/>
                    <a:pt x="145170" y="64804"/>
                    <a:pt x="149425" y="69576"/>
                  </a:cubicBezTo>
                  <a:cubicBezTo>
                    <a:pt x="151523" y="71947"/>
                    <a:pt x="154471" y="77479"/>
                    <a:pt x="158483" y="765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6"/>
            <p:cNvSpPr/>
            <p:nvPr/>
          </p:nvSpPr>
          <p:spPr>
            <a:xfrm>
              <a:off x="2975000" y="222950"/>
              <a:ext cx="3962100" cy="1955225"/>
            </a:xfrm>
            <a:custGeom>
              <a:rect b="b" l="l" r="r" t="t"/>
              <a:pathLst>
                <a:path extrusionOk="0" fill="none" h="78209" w="158484">
                  <a:moveTo>
                    <a:pt x="0" y="8785"/>
                  </a:moveTo>
                  <a:cubicBezTo>
                    <a:pt x="6079" y="10608"/>
                    <a:pt x="13313" y="11155"/>
                    <a:pt x="19180" y="9453"/>
                  </a:cubicBezTo>
                  <a:cubicBezTo>
                    <a:pt x="25289" y="7690"/>
                    <a:pt x="31125" y="2584"/>
                    <a:pt x="37569" y="1459"/>
                  </a:cubicBezTo>
                  <a:cubicBezTo>
                    <a:pt x="45776" y="0"/>
                    <a:pt x="51642" y="7630"/>
                    <a:pt x="57874" y="11520"/>
                  </a:cubicBezTo>
                  <a:cubicBezTo>
                    <a:pt x="62099" y="14134"/>
                    <a:pt x="67175" y="16596"/>
                    <a:pt x="70123" y="20882"/>
                  </a:cubicBezTo>
                  <a:cubicBezTo>
                    <a:pt x="71886" y="23466"/>
                    <a:pt x="72190" y="26688"/>
                    <a:pt x="75625" y="27569"/>
                  </a:cubicBezTo>
                  <a:cubicBezTo>
                    <a:pt x="83193" y="29484"/>
                    <a:pt x="91339" y="23374"/>
                    <a:pt x="97996" y="22371"/>
                  </a:cubicBezTo>
                  <a:cubicBezTo>
                    <a:pt x="106051" y="21186"/>
                    <a:pt x="108391" y="17630"/>
                    <a:pt x="115473" y="24773"/>
                  </a:cubicBezTo>
                  <a:cubicBezTo>
                    <a:pt x="122039" y="31369"/>
                    <a:pt x="113528" y="46475"/>
                    <a:pt x="119060" y="53101"/>
                  </a:cubicBezTo>
                  <a:cubicBezTo>
                    <a:pt x="120732" y="55107"/>
                    <a:pt x="123802" y="56475"/>
                    <a:pt x="125869" y="58785"/>
                  </a:cubicBezTo>
                  <a:cubicBezTo>
                    <a:pt x="128088" y="61247"/>
                    <a:pt x="128057" y="64348"/>
                    <a:pt x="132191" y="64925"/>
                  </a:cubicBezTo>
                  <a:cubicBezTo>
                    <a:pt x="138179" y="65746"/>
                    <a:pt x="145352" y="65594"/>
                    <a:pt x="149608" y="70305"/>
                  </a:cubicBezTo>
                  <a:cubicBezTo>
                    <a:pt x="151705" y="72615"/>
                    <a:pt x="154502" y="78208"/>
                    <a:pt x="158483" y="7744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6"/>
            <p:cNvSpPr/>
            <p:nvPr/>
          </p:nvSpPr>
          <p:spPr>
            <a:xfrm>
              <a:off x="2975000" y="197875"/>
              <a:ext cx="3962850" cy="1976500"/>
            </a:xfrm>
            <a:custGeom>
              <a:rect b="b" l="l" r="r" t="t"/>
              <a:pathLst>
                <a:path extrusionOk="0" fill="none" h="79060" w="158514">
                  <a:moveTo>
                    <a:pt x="0" y="9788"/>
                  </a:moveTo>
                  <a:cubicBezTo>
                    <a:pt x="6110" y="11551"/>
                    <a:pt x="13222" y="11824"/>
                    <a:pt x="19301" y="10244"/>
                  </a:cubicBezTo>
                  <a:cubicBezTo>
                    <a:pt x="26080" y="8450"/>
                    <a:pt x="31369" y="3040"/>
                    <a:pt x="38208" y="1642"/>
                  </a:cubicBezTo>
                  <a:cubicBezTo>
                    <a:pt x="46384" y="0"/>
                    <a:pt x="51855" y="8207"/>
                    <a:pt x="57600" y="12098"/>
                  </a:cubicBezTo>
                  <a:cubicBezTo>
                    <a:pt x="61886" y="14985"/>
                    <a:pt x="67296" y="17478"/>
                    <a:pt x="71065" y="21368"/>
                  </a:cubicBezTo>
                  <a:cubicBezTo>
                    <a:pt x="73315" y="23678"/>
                    <a:pt x="74743" y="27113"/>
                    <a:pt x="77904" y="27903"/>
                  </a:cubicBezTo>
                  <a:cubicBezTo>
                    <a:pt x="84865" y="29575"/>
                    <a:pt x="91978" y="23648"/>
                    <a:pt x="98847" y="22280"/>
                  </a:cubicBezTo>
                  <a:cubicBezTo>
                    <a:pt x="107419" y="20517"/>
                    <a:pt x="109850" y="17903"/>
                    <a:pt x="116233" y="25077"/>
                  </a:cubicBezTo>
                  <a:cubicBezTo>
                    <a:pt x="122069" y="31642"/>
                    <a:pt x="115656" y="46536"/>
                    <a:pt x="120154" y="53557"/>
                  </a:cubicBezTo>
                  <a:cubicBezTo>
                    <a:pt x="121492" y="55624"/>
                    <a:pt x="124471" y="57235"/>
                    <a:pt x="126325" y="59484"/>
                  </a:cubicBezTo>
                  <a:cubicBezTo>
                    <a:pt x="128422" y="61977"/>
                    <a:pt x="128544" y="65047"/>
                    <a:pt x="132495" y="65685"/>
                  </a:cubicBezTo>
                  <a:cubicBezTo>
                    <a:pt x="138392" y="66658"/>
                    <a:pt x="145565" y="66506"/>
                    <a:pt x="149851" y="71187"/>
                  </a:cubicBezTo>
                  <a:cubicBezTo>
                    <a:pt x="151918" y="73466"/>
                    <a:pt x="154593" y="79059"/>
                    <a:pt x="158514" y="7845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6"/>
            <p:cNvSpPr/>
            <p:nvPr/>
          </p:nvSpPr>
          <p:spPr>
            <a:xfrm>
              <a:off x="2975000" y="180400"/>
              <a:ext cx="3962850" cy="1990925"/>
            </a:xfrm>
            <a:custGeom>
              <a:rect b="b" l="l" r="r" t="t"/>
              <a:pathLst>
                <a:path extrusionOk="0" fill="none" h="79637" w="158514">
                  <a:moveTo>
                    <a:pt x="0" y="10487"/>
                  </a:moveTo>
                  <a:cubicBezTo>
                    <a:pt x="6171" y="12219"/>
                    <a:pt x="13374" y="12371"/>
                    <a:pt x="19453" y="10699"/>
                  </a:cubicBezTo>
                  <a:cubicBezTo>
                    <a:pt x="26384" y="8754"/>
                    <a:pt x="31764" y="2979"/>
                    <a:pt x="38876" y="1611"/>
                  </a:cubicBezTo>
                  <a:cubicBezTo>
                    <a:pt x="47265" y="0"/>
                    <a:pt x="51946" y="8025"/>
                    <a:pt x="57418" y="12280"/>
                  </a:cubicBezTo>
                  <a:cubicBezTo>
                    <a:pt x="61582" y="15532"/>
                    <a:pt x="67083" y="17994"/>
                    <a:pt x="71460" y="21490"/>
                  </a:cubicBezTo>
                  <a:cubicBezTo>
                    <a:pt x="74166" y="23678"/>
                    <a:pt x="76597" y="27143"/>
                    <a:pt x="79789" y="27812"/>
                  </a:cubicBezTo>
                  <a:cubicBezTo>
                    <a:pt x="86172" y="29149"/>
                    <a:pt x="92950" y="23374"/>
                    <a:pt x="99364" y="21733"/>
                  </a:cubicBezTo>
                  <a:cubicBezTo>
                    <a:pt x="107723" y="19605"/>
                    <a:pt x="111218" y="17934"/>
                    <a:pt x="117024" y="25137"/>
                  </a:cubicBezTo>
                  <a:cubicBezTo>
                    <a:pt x="122100" y="31460"/>
                    <a:pt x="117784" y="46475"/>
                    <a:pt x="121249" y="53679"/>
                  </a:cubicBezTo>
                  <a:cubicBezTo>
                    <a:pt x="122708" y="56718"/>
                    <a:pt x="129060" y="65472"/>
                    <a:pt x="132769" y="66171"/>
                  </a:cubicBezTo>
                  <a:cubicBezTo>
                    <a:pt x="138605" y="67296"/>
                    <a:pt x="145748" y="67114"/>
                    <a:pt x="150033" y="71764"/>
                  </a:cubicBezTo>
                  <a:cubicBezTo>
                    <a:pt x="152100" y="73983"/>
                    <a:pt x="154684" y="79637"/>
                    <a:pt x="158514" y="7915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6"/>
            <p:cNvSpPr/>
            <p:nvPr/>
          </p:nvSpPr>
          <p:spPr>
            <a:xfrm>
              <a:off x="2975000" y="165200"/>
              <a:ext cx="3962850" cy="2002325"/>
            </a:xfrm>
            <a:custGeom>
              <a:rect b="b" l="l" r="r" t="t"/>
              <a:pathLst>
                <a:path extrusionOk="0" fill="none" h="80093" w="158514">
                  <a:moveTo>
                    <a:pt x="0" y="11095"/>
                  </a:moveTo>
                  <a:cubicBezTo>
                    <a:pt x="6201" y="12797"/>
                    <a:pt x="13496" y="12858"/>
                    <a:pt x="19575" y="11064"/>
                  </a:cubicBezTo>
                  <a:cubicBezTo>
                    <a:pt x="26688" y="8967"/>
                    <a:pt x="32128" y="2857"/>
                    <a:pt x="39545" y="1520"/>
                  </a:cubicBezTo>
                  <a:cubicBezTo>
                    <a:pt x="47965" y="0"/>
                    <a:pt x="52402" y="7599"/>
                    <a:pt x="57326" y="12280"/>
                  </a:cubicBezTo>
                  <a:cubicBezTo>
                    <a:pt x="61096" y="15867"/>
                    <a:pt x="66840" y="18329"/>
                    <a:pt x="71491" y="21490"/>
                  </a:cubicBezTo>
                  <a:cubicBezTo>
                    <a:pt x="74470" y="23496"/>
                    <a:pt x="77600" y="26870"/>
                    <a:pt x="81157" y="27387"/>
                  </a:cubicBezTo>
                  <a:cubicBezTo>
                    <a:pt x="87449" y="28268"/>
                    <a:pt x="93832" y="22827"/>
                    <a:pt x="99607" y="21034"/>
                  </a:cubicBezTo>
                  <a:cubicBezTo>
                    <a:pt x="107814" y="18450"/>
                    <a:pt x="112677" y="17812"/>
                    <a:pt x="117875" y="25137"/>
                  </a:cubicBezTo>
                  <a:cubicBezTo>
                    <a:pt x="120306" y="28602"/>
                    <a:pt x="119364" y="34773"/>
                    <a:pt x="119759" y="39423"/>
                  </a:cubicBezTo>
                  <a:cubicBezTo>
                    <a:pt x="120185" y="44256"/>
                    <a:pt x="120914" y="49697"/>
                    <a:pt x="122343" y="53679"/>
                  </a:cubicBezTo>
                  <a:cubicBezTo>
                    <a:pt x="123498" y="56810"/>
                    <a:pt x="129425" y="65746"/>
                    <a:pt x="133042" y="66536"/>
                  </a:cubicBezTo>
                  <a:cubicBezTo>
                    <a:pt x="138817" y="67782"/>
                    <a:pt x="145930" y="67600"/>
                    <a:pt x="150246" y="72220"/>
                  </a:cubicBezTo>
                  <a:cubicBezTo>
                    <a:pt x="152313" y="74409"/>
                    <a:pt x="154745" y="80093"/>
                    <a:pt x="158514" y="7975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6"/>
            <p:cNvSpPr/>
            <p:nvPr/>
          </p:nvSpPr>
          <p:spPr>
            <a:xfrm>
              <a:off x="2975000" y="150750"/>
              <a:ext cx="3962850" cy="2014500"/>
            </a:xfrm>
            <a:custGeom>
              <a:rect b="b" l="l" r="r" t="t"/>
              <a:pathLst>
                <a:path extrusionOk="0" fill="none" h="80580" w="158514">
                  <a:moveTo>
                    <a:pt x="0" y="11673"/>
                  </a:moveTo>
                  <a:cubicBezTo>
                    <a:pt x="6262" y="13344"/>
                    <a:pt x="13830" y="13588"/>
                    <a:pt x="19727" y="11429"/>
                  </a:cubicBezTo>
                  <a:cubicBezTo>
                    <a:pt x="26566" y="8907"/>
                    <a:pt x="32767" y="2676"/>
                    <a:pt x="40244" y="1399"/>
                  </a:cubicBezTo>
                  <a:cubicBezTo>
                    <a:pt x="48573" y="1"/>
                    <a:pt x="53162" y="6900"/>
                    <a:pt x="57478" y="12159"/>
                  </a:cubicBezTo>
                  <a:cubicBezTo>
                    <a:pt x="61825" y="17417"/>
                    <a:pt x="74318" y="25807"/>
                    <a:pt x="81917" y="26749"/>
                  </a:cubicBezTo>
                  <a:cubicBezTo>
                    <a:pt x="87692" y="27448"/>
                    <a:pt x="94379" y="22159"/>
                    <a:pt x="99637" y="20244"/>
                  </a:cubicBezTo>
                  <a:cubicBezTo>
                    <a:pt x="108178" y="17144"/>
                    <a:pt x="114045" y="17873"/>
                    <a:pt x="118787" y="25199"/>
                  </a:cubicBezTo>
                  <a:cubicBezTo>
                    <a:pt x="121066" y="28694"/>
                    <a:pt x="119607" y="34895"/>
                    <a:pt x="120215" y="39515"/>
                  </a:cubicBezTo>
                  <a:cubicBezTo>
                    <a:pt x="120853" y="44348"/>
                    <a:pt x="122373" y="49394"/>
                    <a:pt x="123498" y="53649"/>
                  </a:cubicBezTo>
                  <a:cubicBezTo>
                    <a:pt x="124349" y="56962"/>
                    <a:pt x="129729" y="65989"/>
                    <a:pt x="133316" y="66871"/>
                  </a:cubicBezTo>
                  <a:cubicBezTo>
                    <a:pt x="139000" y="68300"/>
                    <a:pt x="146112" y="68087"/>
                    <a:pt x="150459" y="72677"/>
                  </a:cubicBezTo>
                  <a:cubicBezTo>
                    <a:pt x="152495" y="74835"/>
                    <a:pt x="154836" y="80579"/>
                    <a:pt x="158514" y="803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6"/>
            <p:cNvSpPr/>
            <p:nvPr/>
          </p:nvSpPr>
          <p:spPr>
            <a:xfrm>
              <a:off x="2975000" y="138600"/>
              <a:ext cx="3962100" cy="2022075"/>
            </a:xfrm>
            <a:custGeom>
              <a:rect b="b" l="l" r="r" t="t"/>
              <a:pathLst>
                <a:path extrusionOk="0" fill="none" h="80883" w="158484">
                  <a:moveTo>
                    <a:pt x="0" y="12159"/>
                  </a:moveTo>
                  <a:cubicBezTo>
                    <a:pt x="6322" y="13800"/>
                    <a:pt x="13952" y="13952"/>
                    <a:pt x="19849" y="11672"/>
                  </a:cubicBezTo>
                  <a:cubicBezTo>
                    <a:pt x="26900" y="8937"/>
                    <a:pt x="33162" y="2462"/>
                    <a:pt x="40974" y="1247"/>
                  </a:cubicBezTo>
                  <a:cubicBezTo>
                    <a:pt x="48876" y="0"/>
                    <a:pt x="54530" y="5806"/>
                    <a:pt x="58026" y="11855"/>
                  </a:cubicBezTo>
                  <a:cubicBezTo>
                    <a:pt x="61521" y="17873"/>
                    <a:pt x="74500" y="25138"/>
                    <a:pt x="82069" y="25928"/>
                  </a:cubicBezTo>
                  <a:cubicBezTo>
                    <a:pt x="87449" y="26505"/>
                    <a:pt x="94774" y="21186"/>
                    <a:pt x="99637" y="19362"/>
                  </a:cubicBezTo>
                  <a:cubicBezTo>
                    <a:pt x="108178" y="16080"/>
                    <a:pt x="115321" y="17782"/>
                    <a:pt x="119759" y="25107"/>
                  </a:cubicBezTo>
                  <a:cubicBezTo>
                    <a:pt x="121948" y="28724"/>
                    <a:pt x="119790" y="34803"/>
                    <a:pt x="120580" y="39545"/>
                  </a:cubicBezTo>
                  <a:cubicBezTo>
                    <a:pt x="121370" y="44348"/>
                    <a:pt x="123771" y="48937"/>
                    <a:pt x="124623" y="53497"/>
                  </a:cubicBezTo>
                  <a:cubicBezTo>
                    <a:pt x="125291" y="56992"/>
                    <a:pt x="130003" y="66050"/>
                    <a:pt x="133559" y="67053"/>
                  </a:cubicBezTo>
                  <a:cubicBezTo>
                    <a:pt x="139152" y="68603"/>
                    <a:pt x="146355" y="68451"/>
                    <a:pt x="150672" y="72980"/>
                  </a:cubicBezTo>
                  <a:cubicBezTo>
                    <a:pt x="152708" y="75108"/>
                    <a:pt x="154897" y="80883"/>
                    <a:pt x="158483" y="80822"/>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6"/>
            <p:cNvSpPr/>
            <p:nvPr/>
          </p:nvSpPr>
          <p:spPr>
            <a:xfrm>
              <a:off x="2975000" y="124150"/>
              <a:ext cx="3962100" cy="2034250"/>
            </a:xfrm>
            <a:custGeom>
              <a:rect b="b" l="l" r="r" t="t"/>
              <a:pathLst>
                <a:path extrusionOk="0" fill="none" h="81370" w="158484">
                  <a:moveTo>
                    <a:pt x="0" y="12737"/>
                  </a:moveTo>
                  <a:cubicBezTo>
                    <a:pt x="6383" y="14348"/>
                    <a:pt x="13861" y="14226"/>
                    <a:pt x="20001" y="12007"/>
                  </a:cubicBezTo>
                  <a:cubicBezTo>
                    <a:pt x="27721" y="9241"/>
                    <a:pt x="33283" y="2432"/>
                    <a:pt x="41673" y="1186"/>
                  </a:cubicBezTo>
                  <a:cubicBezTo>
                    <a:pt x="49515" y="1"/>
                    <a:pt x="55807" y="4530"/>
                    <a:pt x="58877" y="11551"/>
                  </a:cubicBezTo>
                  <a:cubicBezTo>
                    <a:pt x="61886" y="18481"/>
                    <a:pt x="74378" y="24560"/>
                    <a:pt x="81704" y="25199"/>
                  </a:cubicBezTo>
                  <a:cubicBezTo>
                    <a:pt x="87114" y="25624"/>
                    <a:pt x="94774" y="20244"/>
                    <a:pt x="99607" y="18573"/>
                  </a:cubicBezTo>
                  <a:cubicBezTo>
                    <a:pt x="108118" y="15655"/>
                    <a:pt x="116628" y="17721"/>
                    <a:pt x="120853" y="25199"/>
                  </a:cubicBezTo>
                  <a:cubicBezTo>
                    <a:pt x="123012" y="29029"/>
                    <a:pt x="119972" y="34895"/>
                    <a:pt x="120853" y="39758"/>
                  </a:cubicBezTo>
                  <a:cubicBezTo>
                    <a:pt x="121735" y="44561"/>
                    <a:pt x="125139" y="48512"/>
                    <a:pt x="125778" y="53406"/>
                  </a:cubicBezTo>
                  <a:cubicBezTo>
                    <a:pt x="126294" y="57205"/>
                    <a:pt x="130276" y="66172"/>
                    <a:pt x="133863" y="67297"/>
                  </a:cubicBezTo>
                  <a:cubicBezTo>
                    <a:pt x="139334" y="68999"/>
                    <a:pt x="146568" y="68908"/>
                    <a:pt x="150884" y="73406"/>
                  </a:cubicBezTo>
                  <a:cubicBezTo>
                    <a:pt x="153438" y="76051"/>
                    <a:pt x="154684" y="80428"/>
                    <a:pt x="158483" y="8137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6"/>
            <p:cNvSpPr/>
            <p:nvPr/>
          </p:nvSpPr>
          <p:spPr>
            <a:xfrm>
              <a:off x="2975000" y="108200"/>
              <a:ext cx="3962850" cy="2050975"/>
            </a:xfrm>
            <a:custGeom>
              <a:rect b="b" l="l" r="r" t="t"/>
              <a:pathLst>
                <a:path extrusionOk="0" fill="none" h="82039" w="158514">
                  <a:moveTo>
                    <a:pt x="0" y="13375"/>
                  </a:moveTo>
                  <a:cubicBezTo>
                    <a:pt x="6474" y="14986"/>
                    <a:pt x="14013" y="14712"/>
                    <a:pt x="20183" y="12432"/>
                  </a:cubicBezTo>
                  <a:cubicBezTo>
                    <a:pt x="28116" y="9454"/>
                    <a:pt x="33709" y="2493"/>
                    <a:pt x="42402" y="1156"/>
                  </a:cubicBezTo>
                  <a:cubicBezTo>
                    <a:pt x="50092" y="1"/>
                    <a:pt x="57418" y="4043"/>
                    <a:pt x="59819" y="11217"/>
                  </a:cubicBezTo>
                  <a:cubicBezTo>
                    <a:pt x="62190" y="18390"/>
                    <a:pt x="73862" y="24104"/>
                    <a:pt x="81035" y="24439"/>
                  </a:cubicBezTo>
                  <a:cubicBezTo>
                    <a:pt x="86780" y="24743"/>
                    <a:pt x="94318" y="19454"/>
                    <a:pt x="99607" y="17934"/>
                  </a:cubicBezTo>
                  <a:cubicBezTo>
                    <a:pt x="108452" y="15381"/>
                    <a:pt x="117844" y="17873"/>
                    <a:pt x="122009" y="25350"/>
                  </a:cubicBezTo>
                  <a:cubicBezTo>
                    <a:pt x="124227" y="29332"/>
                    <a:pt x="120154" y="35047"/>
                    <a:pt x="121066" y="40092"/>
                  </a:cubicBezTo>
                  <a:cubicBezTo>
                    <a:pt x="121978" y="44925"/>
                    <a:pt x="126507" y="48512"/>
                    <a:pt x="126963" y="53406"/>
                  </a:cubicBezTo>
                  <a:cubicBezTo>
                    <a:pt x="127297" y="57205"/>
                    <a:pt x="130459" y="66172"/>
                    <a:pt x="134167" y="67570"/>
                  </a:cubicBezTo>
                  <a:cubicBezTo>
                    <a:pt x="139304" y="69485"/>
                    <a:pt x="146842" y="69424"/>
                    <a:pt x="151128" y="73862"/>
                  </a:cubicBezTo>
                  <a:cubicBezTo>
                    <a:pt x="153650" y="76537"/>
                    <a:pt x="154805" y="80883"/>
                    <a:pt x="158514" y="8203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6"/>
            <p:cNvSpPr/>
            <p:nvPr/>
          </p:nvSpPr>
          <p:spPr>
            <a:xfrm>
              <a:off x="2975000" y="89975"/>
              <a:ext cx="3962850" cy="2068425"/>
            </a:xfrm>
            <a:custGeom>
              <a:rect b="b" l="l" r="r" t="t"/>
              <a:pathLst>
                <a:path extrusionOk="0" fill="none" h="82737" w="158514">
                  <a:moveTo>
                    <a:pt x="0" y="14104"/>
                  </a:moveTo>
                  <a:cubicBezTo>
                    <a:pt x="6535" y="15684"/>
                    <a:pt x="14347" y="15502"/>
                    <a:pt x="20335" y="12918"/>
                  </a:cubicBezTo>
                  <a:cubicBezTo>
                    <a:pt x="27995" y="9575"/>
                    <a:pt x="34439" y="2644"/>
                    <a:pt x="43101" y="1216"/>
                  </a:cubicBezTo>
                  <a:cubicBezTo>
                    <a:pt x="50639" y="0"/>
                    <a:pt x="58299" y="3435"/>
                    <a:pt x="60822" y="10882"/>
                  </a:cubicBezTo>
                  <a:cubicBezTo>
                    <a:pt x="63436" y="18572"/>
                    <a:pt x="72190" y="23587"/>
                    <a:pt x="80184" y="23769"/>
                  </a:cubicBezTo>
                  <a:cubicBezTo>
                    <a:pt x="86415" y="23921"/>
                    <a:pt x="93862" y="18663"/>
                    <a:pt x="99759" y="17417"/>
                  </a:cubicBezTo>
                  <a:cubicBezTo>
                    <a:pt x="107875" y="15715"/>
                    <a:pt x="119394" y="17234"/>
                    <a:pt x="123224" y="25593"/>
                  </a:cubicBezTo>
                  <a:cubicBezTo>
                    <a:pt x="125413" y="30396"/>
                    <a:pt x="120367" y="35350"/>
                    <a:pt x="121279" y="40578"/>
                  </a:cubicBezTo>
                  <a:cubicBezTo>
                    <a:pt x="122100" y="45381"/>
                    <a:pt x="127723" y="48937"/>
                    <a:pt x="128118" y="53496"/>
                  </a:cubicBezTo>
                  <a:cubicBezTo>
                    <a:pt x="128422" y="57174"/>
                    <a:pt x="130762" y="66262"/>
                    <a:pt x="134501" y="67873"/>
                  </a:cubicBezTo>
                  <a:cubicBezTo>
                    <a:pt x="139456" y="70001"/>
                    <a:pt x="147085" y="69971"/>
                    <a:pt x="151340" y="74408"/>
                  </a:cubicBezTo>
                  <a:cubicBezTo>
                    <a:pt x="153894" y="77083"/>
                    <a:pt x="154897" y="81430"/>
                    <a:pt x="158514" y="8273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6"/>
            <p:cNvSpPr/>
            <p:nvPr/>
          </p:nvSpPr>
          <p:spPr>
            <a:xfrm>
              <a:off x="2975000" y="69450"/>
              <a:ext cx="3962850" cy="2089725"/>
            </a:xfrm>
            <a:custGeom>
              <a:rect b="b" l="l" r="r" t="t"/>
              <a:pathLst>
                <a:path extrusionOk="0" fill="none" h="83589" w="158514">
                  <a:moveTo>
                    <a:pt x="0" y="14925"/>
                  </a:moveTo>
                  <a:cubicBezTo>
                    <a:pt x="6626" y="16475"/>
                    <a:pt x="14529" y="16201"/>
                    <a:pt x="20517" y="13496"/>
                  </a:cubicBezTo>
                  <a:cubicBezTo>
                    <a:pt x="28359" y="9940"/>
                    <a:pt x="34925" y="3010"/>
                    <a:pt x="43800" y="1338"/>
                  </a:cubicBezTo>
                  <a:cubicBezTo>
                    <a:pt x="51126" y="0"/>
                    <a:pt x="59454" y="3010"/>
                    <a:pt x="61916" y="10517"/>
                  </a:cubicBezTo>
                  <a:cubicBezTo>
                    <a:pt x="64500" y="18359"/>
                    <a:pt x="70853" y="23223"/>
                    <a:pt x="79272" y="23131"/>
                  </a:cubicBezTo>
                  <a:cubicBezTo>
                    <a:pt x="86020" y="23071"/>
                    <a:pt x="93254" y="17934"/>
                    <a:pt x="100032" y="17052"/>
                  </a:cubicBezTo>
                  <a:cubicBezTo>
                    <a:pt x="108574" y="15958"/>
                    <a:pt x="120489" y="17630"/>
                    <a:pt x="124471" y="25989"/>
                  </a:cubicBezTo>
                  <a:cubicBezTo>
                    <a:pt x="126902" y="31065"/>
                    <a:pt x="120671" y="35776"/>
                    <a:pt x="121492" y="41186"/>
                  </a:cubicBezTo>
                  <a:cubicBezTo>
                    <a:pt x="122221" y="46050"/>
                    <a:pt x="128878" y="49393"/>
                    <a:pt x="129243" y="53740"/>
                  </a:cubicBezTo>
                  <a:cubicBezTo>
                    <a:pt x="129516" y="57357"/>
                    <a:pt x="131127" y="66445"/>
                    <a:pt x="134896" y="68238"/>
                  </a:cubicBezTo>
                  <a:cubicBezTo>
                    <a:pt x="139699" y="70549"/>
                    <a:pt x="147359" y="70670"/>
                    <a:pt x="151584" y="75077"/>
                  </a:cubicBezTo>
                  <a:cubicBezTo>
                    <a:pt x="154137" y="77752"/>
                    <a:pt x="154988" y="82068"/>
                    <a:pt x="158514" y="8358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6"/>
            <p:cNvSpPr/>
            <p:nvPr/>
          </p:nvSpPr>
          <p:spPr>
            <a:xfrm>
              <a:off x="2975000" y="45125"/>
              <a:ext cx="3962850" cy="2114050"/>
            </a:xfrm>
            <a:custGeom>
              <a:rect b="b" l="l" r="r" t="t"/>
              <a:pathLst>
                <a:path extrusionOk="0" fill="none" h="84562" w="158514">
                  <a:moveTo>
                    <a:pt x="0" y="15898"/>
                  </a:moveTo>
                  <a:cubicBezTo>
                    <a:pt x="6991" y="17478"/>
                    <a:pt x="14651" y="16809"/>
                    <a:pt x="20700" y="14226"/>
                  </a:cubicBezTo>
                  <a:cubicBezTo>
                    <a:pt x="28511" y="10913"/>
                    <a:pt x="35350" y="3527"/>
                    <a:pt x="44439" y="1551"/>
                  </a:cubicBezTo>
                  <a:cubicBezTo>
                    <a:pt x="51612" y="1"/>
                    <a:pt x="60579" y="2736"/>
                    <a:pt x="63041" y="10214"/>
                  </a:cubicBezTo>
                  <a:cubicBezTo>
                    <a:pt x="65564" y="17934"/>
                    <a:pt x="69515" y="22949"/>
                    <a:pt x="78391" y="22645"/>
                  </a:cubicBezTo>
                  <a:cubicBezTo>
                    <a:pt x="85716" y="22372"/>
                    <a:pt x="93072" y="17417"/>
                    <a:pt x="100488" y="16931"/>
                  </a:cubicBezTo>
                  <a:cubicBezTo>
                    <a:pt x="109273" y="16323"/>
                    <a:pt x="121431" y="18208"/>
                    <a:pt x="125717" y="26536"/>
                  </a:cubicBezTo>
                  <a:cubicBezTo>
                    <a:pt x="128544" y="31946"/>
                    <a:pt x="121036" y="36415"/>
                    <a:pt x="121735" y="41916"/>
                  </a:cubicBezTo>
                  <a:cubicBezTo>
                    <a:pt x="122343" y="46871"/>
                    <a:pt x="129881" y="49971"/>
                    <a:pt x="130276" y="54105"/>
                  </a:cubicBezTo>
                  <a:cubicBezTo>
                    <a:pt x="130641" y="57631"/>
                    <a:pt x="131431" y="66628"/>
                    <a:pt x="135322" y="68664"/>
                  </a:cubicBezTo>
                  <a:cubicBezTo>
                    <a:pt x="140124" y="71157"/>
                    <a:pt x="147632" y="71461"/>
                    <a:pt x="151796" y="75868"/>
                  </a:cubicBezTo>
                  <a:cubicBezTo>
                    <a:pt x="154350" y="78573"/>
                    <a:pt x="155109" y="82859"/>
                    <a:pt x="158514" y="8456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6"/>
            <p:cNvSpPr/>
            <p:nvPr/>
          </p:nvSpPr>
          <p:spPr>
            <a:xfrm>
              <a:off x="2975000" y="20825"/>
              <a:ext cx="3962850" cy="2138350"/>
            </a:xfrm>
            <a:custGeom>
              <a:rect b="b" l="l" r="r" t="t"/>
              <a:pathLst>
                <a:path extrusionOk="0" fill="none" h="85534" w="158514">
                  <a:moveTo>
                    <a:pt x="0" y="16870"/>
                  </a:moveTo>
                  <a:cubicBezTo>
                    <a:pt x="7082" y="18420"/>
                    <a:pt x="14833" y="17629"/>
                    <a:pt x="20912" y="14955"/>
                  </a:cubicBezTo>
                  <a:cubicBezTo>
                    <a:pt x="28876" y="11459"/>
                    <a:pt x="35776" y="3951"/>
                    <a:pt x="45047" y="1702"/>
                  </a:cubicBezTo>
                  <a:cubicBezTo>
                    <a:pt x="52068" y="0"/>
                    <a:pt x="61703" y="2371"/>
                    <a:pt x="64166" y="9818"/>
                  </a:cubicBezTo>
                  <a:cubicBezTo>
                    <a:pt x="66567" y="16991"/>
                    <a:pt x="68877" y="22645"/>
                    <a:pt x="77722" y="22128"/>
                  </a:cubicBezTo>
                  <a:cubicBezTo>
                    <a:pt x="85503" y="21672"/>
                    <a:pt x="93133" y="16961"/>
                    <a:pt x="101127" y="16809"/>
                  </a:cubicBezTo>
                  <a:cubicBezTo>
                    <a:pt x="110063" y="16657"/>
                    <a:pt x="122161" y="18693"/>
                    <a:pt x="126963" y="27083"/>
                  </a:cubicBezTo>
                  <a:cubicBezTo>
                    <a:pt x="130276" y="32858"/>
                    <a:pt x="121705" y="37052"/>
                    <a:pt x="122161" y="42615"/>
                  </a:cubicBezTo>
                  <a:cubicBezTo>
                    <a:pt x="122616" y="47782"/>
                    <a:pt x="130762" y="50518"/>
                    <a:pt x="131279" y="54530"/>
                  </a:cubicBezTo>
                  <a:cubicBezTo>
                    <a:pt x="131735" y="57934"/>
                    <a:pt x="131796" y="66931"/>
                    <a:pt x="135778" y="69089"/>
                  </a:cubicBezTo>
                  <a:cubicBezTo>
                    <a:pt x="140550" y="71703"/>
                    <a:pt x="147936" y="72250"/>
                    <a:pt x="152039" y="76658"/>
                  </a:cubicBezTo>
                  <a:cubicBezTo>
                    <a:pt x="154593" y="79393"/>
                    <a:pt x="155231" y="83649"/>
                    <a:pt x="158514" y="8553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 name="Google Shape;918;p6"/>
          <p:cNvGrpSpPr/>
          <p:nvPr/>
        </p:nvGrpSpPr>
        <p:grpSpPr>
          <a:xfrm rot="-10524794">
            <a:off x="7126080" y="-980837"/>
            <a:ext cx="3667794" cy="3643906"/>
            <a:chOff x="2975000" y="20825"/>
            <a:chExt cx="3963625" cy="2500050"/>
          </a:xfrm>
        </p:grpSpPr>
        <p:sp>
          <p:nvSpPr>
            <p:cNvPr id="919" name="Google Shape;919;p6"/>
            <p:cNvSpPr/>
            <p:nvPr/>
          </p:nvSpPr>
          <p:spPr>
            <a:xfrm>
              <a:off x="2975000" y="442550"/>
              <a:ext cx="3962850" cy="2078325"/>
            </a:xfrm>
            <a:custGeom>
              <a:rect b="b" l="l" r="r" t="t"/>
              <a:pathLst>
                <a:path extrusionOk="0" fill="none" h="83133" w="158514">
                  <a:moveTo>
                    <a:pt x="0" y="1"/>
                  </a:moveTo>
                  <a:cubicBezTo>
                    <a:pt x="4347" y="3071"/>
                    <a:pt x="9423" y="6171"/>
                    <a:pt x="12797" y="10122"/>
                  </a:cubicBezTo>
                  <a:cubicBezTo>
                    <a:pt x="18025" y="16232"/>
                    <a:pt x="11095" y="25411"/>
                    <a:pt x="18298" y="31369"/>
                  </a:cubicBezTo>
                  <a:cubicBezTo>
                    <a:pt x="23952" y="36050"/>
                    <a:pt x="23982" y="41612"/>
                    <a:pt x="23283" y="48269"/>
                  </a:cubicBezTo>
                  <a:cubicBezTo>
                    <a:pt x="22706" y="53497"/>
                    <a:pt x="22463" y="62494"/>
                    <a:pt x="29028" y="64044"/>
                  </a:cubicBezTo>
                  <a:cubicBezTo>
                    <a:pt x="35776" y="65655"/>
                    <a:pt x="41186" y="60913"/>
                    <a:pt x="45624" y="56567"/>
                  </a:cubicBezTo>
                  <a:cubicBezTo>
                    <a:pt x="51855" y="50457"/>
                    <a:pt x="63466" y="46202"/>
                    <a:pt x="71825" y="49515"/>
                  </a:cubicBezTo>
                  <a:cubicBezTo>
                    <a:pt x="79211" y="52463"/>
                    <a:pt x="89728" y="48421"/>
                    <a:pt x="96598" y="51430"/>
                  </a:cubicBezTo>
                  <a:cubicBezTo>
                    <a:pt x="100762" y="53284"/>
                    <a:pt x="101035" y="58390"/>
                    <a:pt x="102343" y="62646"/>
                  </a:cubicBezTo>
                  <a:cubicBezTo>
                    <a:pt x="104197" y="68603"/>
                    <a:pt x="108938" y="75564"/>
                    <a:pt x="114106" y="78482"/>
                  </a:cubicBezTo>
                  <a:cubicBezTo>
                    <a:pt x="122343" y="83132"/>
                    <a:pt x="130914" y="70610"/>
                    <a:pt x="138909" y="69151"/>
                  </a:cubicBezTo>
                  <a:cubicBezTo>
                    <a:pt x="145474" y="67935"/>
                    <a:pt x="152435" y="73892"/>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6"/>
            <p:cNvSpPr/>
            <p:nvPr/>
          </p:nvSpPr>
          <p:spPr>
            <a:xfrm>
              <a:off x="2975000" y="442550"/>
              <a:ext cx="3962850" cy="2057800"/>
            </a:xfrm>
            <a:custGeom>
              <a:rect b="b" l="l" r="r" t="t"/>
              <a:pathLst>
                <a:path extrusionOk="0" fill="none" h="82312" w="158514">
                  <a:moveTo>
                    <a:pt x="0" y="1"/>
                  </a:moveTo>
                  <a:cubicBezTo>
                    <a:pt x="4408" y="3040"/>
                    <a:pt x="9392" y="6049"/>
                    <a:pt x="13040" y="9879"/>
                  </a:cubicBezTo>
                  <a:cubicBezTo>
                    <a:pt x="18602" y="15654"/>
                    <a:pt x="11733" y="24955"/>
                    <a:pt x="18694" y="30609"/>
                  </a:cubicBezTo>
                  <a:cubicBezTo>
                    <a:pt x="24408" y="35259"/>
                    <a:pt x="25077" y="40153"/>
                    <a:pt x="24317" y="46901"/>
                  </a:cubicBezTo>
                  <a:cubicBezTo>
                    <a:pt x="23739" y="52129"/>
                    <a:pt x="23131" y="61248"/>
                    <a:pt x="29849" y="62919"/>
                  </a:cubicBezTo>
                  <a:cubicBezTo>
                    <a:pt x="36870" y="64652"/>
                    <a:pt x="41794" y="59606"/>
                    <a:pt x="46627" y="55503"/>
                  </a:cubicBezTo>
                  <a:cubicBezTo>
                    <a:pt x="53557" y="49606"/>
                    <a:pt x="63983" y="44712"/>
                    <a:pt x="72798" y="48634"/>
                  </a:cubicBezTo>
                  <a:cubicBezTo>
                    <a:pt x="80123" y="51886"/>
                    <a:pt x="90245" y="48208"/>
                    <a:pt x="97266" y="51187"/>
                  </a:cubicBezTo>
                  <a:cubicBezTo>
                    <a:pt x="101522" y="52980"/>
                    <a:pt x="101674" y="58026"/>
                    <a:pt x="102890" y="62251"/>
                  </a:cubicBezTo>
                  <a:cubicBezTo>
                    <a:pt x="104561" y="68087"/>
                    <a:pt x="109303" y="75078"/>
                    <a:pt x="114440" y="77844"/>
                  </a:cubicBezTo>
                  <a:cubicBezTo>
                    <a:pt x="122799" y="82312"/>
                    <a:pt x="131097" y="70032"/>
                    <a:pt x="139243" y="68877"/>
                  </a:cubicBezTo>
                  <a:cubicBezTo>
                    <a:pt x="145656" y="67935"/>
                    <a:pt x="152495" y="73771"/>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6"/>
            <p:cNvSpPr/>
            <p:nvPr/>
          </p:nvSpPr>
          <p:spPr>
            <a:xfrm>
              <a:off x="2975000" y="442550"/>
              <a:ext cx="3962850" cy="2035775"/>
            </a:xfrm>
            <a:custGeom>
              <a:rect b="b" l="l" r="r" t="t"/>
              <a:pathLst>
                <a:path extrusionOk="0" fill="none" h="81431" w="158514">
                  <a:moveTo>
                    <a:pt x="0" y="1"/>
                  </a:moveTo>
                  <a:cubicBezTo>
                    <a:pt x="4468" y="3040"/>
                    <a:pt x="9362" y="5958"/>
                    <a:pt x="13313" y="9606"/>
                  </a:cubicBezTo>
                  <a:cubicBezTo>
                    <a:pt x="19210" y="15077"/>
                    <a:pt x="12432" y="24469"/>
                    <a:pt x="19089" y="29849"/>
                  </a:cubicBezTo>
                  <a:cubicBezTo>
                    <a:pt x="24803" y="34469"/>
                    <a:pt x="26019" y="38694"/>
                    <a:pt x="25350" y="45564"/>
                  </a:cubicBezTo>
                  <a:cubicBezTo>
                    <a:pt x="24833" y="50822"/>
                    <a:pt x="23739" y="60001"/>
                    <a:pt x="30609" y="61795"/>
                  </a:cubicBezTo>
                  <a:cubicBezTo>
                    <a:pt x="37691" y="63649"/>
                    <a:pt x="42797" y="58299"/>
                    <a:pt x="47813" y="54378"/>
                  </a:cubicBezTo>
                  <a:cubicBezTo>
                    <a:pt x="55989" y="47995"/>
                    <a:pt x="63345" y="43375"/>
                    <a:pt x="73801" y="47752"/>
                  </a:cubicBezTo>
                  <a:cubicBezTo>
                    <a:pt x="81704" y="51065"/>
                    <a:pt x="90762" y="48026"/>
                    <a:pt x="97966" y="50944"/>
                  </a:cubicBezTo>
                  <a:cubicBezTo>
                    <a:pt x="102282" y="52707"/>
                    <a:pt x="102343" y="57631"/>
                    <a:pt x="103437" y="61825"/>
                  </a:cubicBezTo>
                  <a:cubicBezTo>
                    <a:pt x="104957" y="67570"/>
                    <a:pt x="109637" y="74531"/>
                    <a:pt x="114774" y="77145"/>
                  </a:cubicBezTo>
                  <a:cubicBezTo>
                    <a:pt x="123285" y="81430"/>
                    <a:pt x="131310" y="69454"/>
                    <a:pt x="139577" y="68573"/>
                  </a:cubicBezTo>
                  <a:cubicBezTo>
                    <a:pt x="145869" y="67904"/>
                    <a:pt x="152587" y="73649"/>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6"/>
            <p:cNvSpPr/>
            <p:nvPr/>
          </p:nvSpPr>
          <p:spPr>
            <a:xfrm>
              <a:off x="2975000" y="442550"/>
              <a:ext cx="3962850" cy="2014500"/>
            </a:xfrm>
            <a:custGeom>
              <a:rect b="b" l="l" r="r" t="t"/>
              <a:pathLst>
                <a:path extrusionOk="0" fill="none" h="80580" w="158514">
                  <a:moveTo>
                    <a:pt x="0" y="1"/>
                  </a:moveTo>
                  <a:cubicBezTo>
                    <a:pt x="4560" y="3010"/>
                    <a:pt x="9392" y="5897"/>
                    <a:pt x="13526" y="9393"/>
                  </a:cubicBezTo>
                  <a:cubicBezTo>
                    <a:pt x="19666" y="14469"/>
                    <a:pt x="13162" y="23952"/>
                    <a:pt x="19484" y="29150"/>
                  </a:cubicBezTo>
                  <a:cubicBezTo>
                    <a:pt x="24560" y="33314"/>
                    <a:pt x="27235" y="37509"/>
                    <a:pt x="26323" y="44348"/>
                  </a:cubicBezTo>
                  <a:cubicBezTo>
                    <a:pt x="25563" y="49728"/>
                    <a:pt x="24317" y="58846"/>
                    <a:pt x="31308" y="60792"/>
                  </a:cubicBezTo>
                  <a:cubicBezTo>
                    <a:pt x="38390" y="62737"/>
                    <a:pt x="43770" y="57296"/>
                    <a:pt x="48998" y="53375"/>
                  </a:cubicBezTo>
                  <a:cubicBezTo>
                    <a:pt x="57813" y="46688"/>
                    <a:pt x="63892" y="42129"/>
                    <a:pt x="74743" y="47023"/>
                  </a:cubicBezTo>
                  <a:cubicBezTo>
                    <a:pt x="82433" y="50488"/>
                    <a:pt x="91248" y="47995"/>
                    <a:pt x="98604" y="50761"/>
                  </a:cubicBezTo>
                  <a:cubicBezTo>
                    <a:pt x="103042" y="52372"/>
                    <a:pt x="103011" y="57266"/>
                    <a:pt x="104014" y="61430"/>
                  </a:cubicBezTo>
                  <a:cubicBezTo>
                    <a:pt x="105382" y="67084"/>
                    <a:pt x="109941" y="74014"/>
                    <a:pt x="115109" y="76445"/>
                  </a:cubicBezTo>
                  <a:cubicBezTo>
                    <a:pt x="123802" y="80579"/>
                    <a:pt x="132100" y="68299"/>
                    <a:pt x="139912" y="68330"/>
                  </a:cubicBezTo>
                  <a:cubicBezTo>
                    <a:pt x="144927" y="68330"/>
                    <a:pt x="153529" y="7331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6"/>
            <p:cNvSpPr/>
            <p:nvPr/>
          </p:nvSpPr>
          <p:spPr>
            <a:xfrm>
              <a:off x="2975000" y="442550"/>
              <a:ext cx="3962850" cy="1991700"/>
            </a:xfrm>
            <a:custGeom>
              <a:rect b="b" l="l" r="r" t="t"/>
              <a:pathLst>
                <a:path extrusionOk="0" fill="none" h="79668" w="158514">
                  <a:moveTo>
                    <a:pt x="0" y="1"/>
                  </a:moveTo>
                  <a:cubicBezTo>
                    <a:pt x="4590" y="3010"/>
                    <a:pt x="9484" y="5897"/>
                    <a:pt x="13769" y="9119"/>
                  </a:cubicBezTo>
                  <a:cubicBezTo>
                    <a:pt x="20122" y="13861"/>
                    <a:pt x="13952" y="23344"/>
                    <a:pt x="19879" y="28360"/>
                  </a:cubicBezTo>
                  <a:cubicBezTo>
                    <a:pt x="24651" y="32402"/>
                    <a:pt x="28055" y="36475"/>
                    <a:pt x="27265" y="43102"/>
                  </a:cubicBezTo>
                  <a:cubicBezTo>
                    <a:pt x="26627" y="48482"/>
                    <a:pt x="24985" y="57600"/>
                    <a:pt x="31946" y="59698"/>
                  </a:cubicBezTo>
                  <a:cubicBezTo>
                    <a:pt x="39028" y="61795"/>
                    <a:pt x="44955" y="56202"/>
                    <a:pt x="50183" y="52251"/>
                  </a:cubicBezTo>
                  <a:cubicBezTo>
                    <a:pt x="59424" y="45260"/>
                    <a:pt x="64561" y="40761"/>
                    <a:pt x="75746" y="46232"/>
                  </a:cubicBezTo>
                  <a:cubicBezTo>
                    <a:pt x="83315" y="49971"/>
                    <a:pt x="91795" y="47813"/>
                    <a:pt x="99273" y="50488"/>
                  </a:cubicBezTo>
                  <a:cubicBezTo>
                    <a:pt x="103832" y="52129"/>
                    <a:pt x="103619" y="56840"/>
                    <a:pt x="104653" y="61035"/>
                  </a:cubicBezTo>
                  <a:cubicBezTo>
                    <a:pt x="106051" y="66749"/>
                    <a:pt x="110124" y="73315"/>
                    <a:pt x="115443" y="75716"/>
                  </a:cubicBezTo>
                  <a:cubicBezTo>
                    <a:pt x="124227" y="79667"/>
                    <a:pt x="132039" y="67995"/>
                    <a:pt x="140246" y="68056"/>
                  </a:cubicBezTo>
                  <a:cubicBezTo>
                    <a:pt x="145535" y="68087"/>
                    <a:pt x="153377" y="7340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6"/>
            <p:cNvSpPr/>
            <p:nvPr/>
          </p:nvSpPr>
          <p:spPr>
            <a:xfrm>
              <a:off x="2975000" y="442550"/>
              <a:ext cx="3963625" cy="1968900"/>
            </a:xfrm>
            <a:custGeom>
              <a:rect b="b" l="l" r="r" t="t"/>
              <a:pathLst>
                <a:path extrusionOk="0" fill="none" h="78756" w="158545">
                  <a:moveTo>
                    <a:pt x="0" y="1"/>
                  </a:moveTo>
                  <a:cubicBezTo>
                    <a:pt x="4651" y="2979"/>
                    <a:pt x="9575" y="5867"/>
                    <a:pt x="14013" y="8876"/>
                  </a:cubicBezTo>
                  <a:cubicBezTo>
                    <a:pt x="20548" y="13283"/>
                    <a:pt x="14985" y="22706"/>
                    <a:pt x="20305" y="27539"/>
                  </a:cubicBezTo>
                  <a:cubicBezTo>
                    <a:pt x="24590" y="31430"/>
                    <a:pt x="28724" y="35715"/>
                    <a:pt x="28147" y="42007"/>
                  </a:cubicBezTo>
                  <a:cubicBezTo>
                    <a:pt x="27630" y="47296"/>
                    <a:pt x="25654" y="56445"/>
                    <a:pt x="32584" y="58664"/>
                  </a:cubicBezTo>
                  <a:cubicBezTo>
                    <a:pt x="39606" y="60913"/>
                    <a:pt x="46354" y="55077"/>
                    <a:pt x="51369" y="51096"/>
                  </a:cubicBezTo>
                  <a:cubicBezTo>
                    <a:pt x="60609" y="43770"/>
                    <a:pt x="65351" y="39576"/>
                    <a:pt x="76749" y="45594"/>
                  </a:cubicBezTo>
                  <a:cubicBezTo>
                    <a:pt x="84166" y="49515"/>
                    <a:pt x="92251" y="47722"/>
                    <a:pt x="99911" y="50275"/>
                  </a:cubicBezTo>
                  <a:cubicBezTo>
                    <a:pt x="104622" y="51855"/>
                    <a:pt x="104318" y="56445"/>
                    <a:pt x="105260" y="60609"/>
                  </a:cubicBezTo>
                  <a:cubicBezTo>
                    <a:pt x="106537" y="66324"/>
                    <a:pt x="110428" y="72676"/>
                    <a:pt x="115808" y="74956"/>
                  </a:cubicBezTo>
                  <a:cubicBezTo>
                    <a:pt x="124714" y="78756"/>
                    <a:pt x="132313" y="67418"/>
                    <a:pt x="140580" y="67813"/>
                  </a:cubicBezTo>
                  <a:cubicBezTo>
                    <a:pt x="145778" y="68056"/>
                    <a:pt x="153438" y="73315"/>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6"/>
            <p:cNvSpPr/>
            <p:nvPr/>
          </p:nvSpPr>
          <p:spPr>
            <a:xfrm>
              <a:off x="2975000" y="442550"/>
              <a:ext cx="3962850" cy="1919500"/>
            </a:xfrm>
            <a:custGeom>
              <a:rect b="b" l="l" r="r" t="t"/>
              <a:pathLst>
                <a:path extrusionOk="0" fill="none" h="76780" w="158514">
                  <a:moveTo>
                    <a:pt x="0" y="1"/>
                  </a:moveTo>
                  <a:cubicBezTo>
                    <a:pt x="4712" y="2949"/>
                    <a:pt x="9666" y="5776"/>
                    <a:pt x="14225" y="8633"/>
                  </a:cubicBezTo>
                  <a:cubicBezTo>
                    <a:pt x="20973" y="12797"/>
                    <a:pt x="16049" y="21977"/>
                    <a:pt x="20760" y="26718"/>
                  </a:cubicBezTo>
                  <a:cubicBezTo>
                    <a:pt x="24438" y="30396"/>
                    <a:pt x="29332" y="35168"/>
                    <a:pt x="28967" y="41004"/>
                  </a:cubicBezTo>
                  <a:cubicBezTo>
                    <a:pt x="28633" y="46202"/>
                    <a:pt x="26444" y="55381"/>
                    <a:pt x="33192" y="57661"/>
                  </a:cubicBezTo>
                  <a:cubicBezTo>
                    <a:pt x="40153" y="60032"/>
                    <a:pt x="47752" y="53953"/>
                    <a:pt x="52494" y="49880"/>
                  </a:cubicBezTo>
                  <a:cubicBezTo>
                    <a:pt x="61703" y="41977"/>
                    <a:pt x="66293" y="38633"/>
                    <a:pt x="77722" y="45016"/>
                  </a:cubicBezTo>
                  <a:cubicBezTo>
                    <a:pt x="84926" y="49059"/>
                    <a:pt x="92707" y="47722"/>
                    <a:pt x="100488" y="50093"/>
                  </a:cubicBezTo>
                  <a:cubicBezTo>
                    <a:pt x="105382" y="51582"/>
                    <a:pt x="104987" y="56080"/>
                    <a:pt x="105838" y="60245"/>
                  </a:cubicBezTo>
                  <a:cubicBezTo>
                    <a:pt x="107023" y="65898"/>
                    <a:pt x="111005" y="72676"/>
                    <a:pt x="116142" y="74227"/>
                  </a:cubicBezTo>
                  <a:cubicBezTo>
                    <a:pt x="124683" y="76780"/>
                    <a:pt x="132191" y="66901"/>
                    <a:pt x="140884" y="67570"/>
                  </a:cubicBezTo>
                  <a:cubicBezTo>
                    <a:pt x="145930" y="67965"/>
                    <a:pt x="153468" y="73224"/>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6"/>
            <p:cNvSpPr/>
            <p:nvPr/>
          </p:nvSpPr>
          <p:spPr>
            <a:xfrm>
              <a:off x="2975000" y="442550"/>
              <a:ext cx="3962100" cy="1896700"/>
            </a:xfrm>
            <a:custGeom>
              <a:rect b="b" l="l" r="r" t="t"/>
              <a:pathLst>
                <a:path extrusionOk="0" fill="none" h="75868" w="158484">
                  <a:moveTo>
                    <a:pt x="0" y="1"/>
                  </a:moveTo>
                  <a:cubicBezTo>
                    <a:pt x="4742" y="2949"/>
                    <a:pt x="9788" y="5441"/>
                    <a:pt x="14438" y="8359"/>
                  </a:cubicBezTo>
                  <a:cubicBezTo>
                    <a:pt x="21520" y="12797"/>
                    <a:pt x="16900" y="20852"/>
                    <a:pt x="21277" y="25837"/>
                  </a:cubicBezTo>
                  <a:cubicBezTo>
                    <a:pt x="24408" y="29424"/>
                    <a:pt x="29758" y="34652"/>
                    <a:pt x="29727" y="40123"/>
                  </a:cubicBezTo>
                  <a:cubicBezTo>
                    <a:pt x="29666" y="45229"/>
                    <a:pt x="27447" y="54014"/>
                    <a:pt x="33770" y="56658"/>
                  </a:cubicBezTo>
                  <a:cubicBezTo>
                    <a:pt x="40396" y="59394"/>
                    <a:pt x="49545" y="52433"/>
                    <a:pt x="53618" y="48542"/>
                  </a:cubicBezTo>
                  <a:cubicBezTo>
                    <a:pt x="62707" y="39788"/>
                    <a:pt x="67448" y="37904"/>
                    <a:pt x="78725" y="44530"/>
                  </a:cubicBezTo>
                  <a:cubicBezTo>
                    <a:pt x="85716" y="48664"/>
                    <a:pt x="93224" y="47722"/>
                    <a:pt x="101066" y="49910"/>
                  </a:cubicBezTo>
                  <a:cubicBezTo>
                    <a:pt x="106142" y="51308"/>
                    <a:pt x="105716" y="55685"/>
                    <a:pt x="106476" y="59849"/>
                  </a:cubicBezTo>
                  <a:cubicBezTo>
                    <a:pt x="107540" y="65503"/>
                    <a:pt x="111279" y="71977"/>
                    <a:pt x="116477" y="73467"/>
                  </a:cubicBezTo>
                  <a:cubicBezTo>
                    <a:pt x="124927" y="75868"/>
                    <a:pt x="132708" y="66354"/>
                    <a:pt x="141188" y="67357"/>
                  </a:cubicBezTo>
                  <a:cubicBezTo>
                    <a:pt x="146143" y="67935"/>
                    <a:pt x="153468" y="7313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6"/>
            <p:cNvSpPr/>
            <p:nvPr/>
          </p:nvSpPr>
          <p:spPr>
            <a:xfrm>
              <a:off x="2975000" y="442550"/>
              <a:ext cx="3962850" cy="1870875"/>
            </a:xfrm>
            <a:custGeom>
              <a:rect b="b" l="l" r="r" t="t"/>
              <a:pathLst>
                <a:path extrusionOk="0" fill="none" h="74835" w="158514">
                  <a:moveTo>
                    <a:pt x="0" y="1"/>
                  </a:moveTo>
                  <a:cubicBezTo>
                    <a:pt x="4803" y="2919"/>
                    <a:pt x="9848" y="5350"/>
                    <a:pt x="14651" y="8116"/>
                  </a:cubicBezTo>
                  <a:cubicBezTo>
                    <a:pt x="21946" y="12311"/>
                    <a:pt x="18086" y="19697"/>
                    <a:pt x="21885" y="24895"/>
                  </a:cubicBezTo>
                  <a:cubicBezTo>
                    <a:pt x="24590" y="28633"/>
                    <a:pt x="30031" y="34013"/>
                    <a:pt x="30396" y="39272"/>
                  </a:cubicBezTo>
                  <a:cubicBezTo>
                    <a:pt x="30791" y="44439"/>
                    <a:pt x="28299" y="52919"/>
                    <a:pt x="34439" y="55625"/>
                  </a:cubicBezTo>
                  <a:cubicBezTo>
                    <a:pt x="41186" y="58603"/>
                    <a:pt x="50670" y="51217"/>
                    <a:pt x="54712" y="47083"/>
                  </a:cubicBezTo>
                  <a:cubicBezTo>
                    <a:pt x="63892" y="37630"/>
                    <a:pt x="68542" y="37266"/>
                    <a:pt x="79789" y="44135"/>
                  </a:cubicBezTo>
                  <a:cubicBezTo>
                    <a:pt x="86476" y="48208"/>
                    <a:pt x="93984" y="47661"/>
                    <a:pt x="101674" y="49728"/>
                  </a:cubicBezTo>
                  <a:cubicBezTo>
                    <a:pt x="106932" y="51126"/>
                    <a:pt x="106416" y="55138"/>
                    <a:pt x="107145" y="59454"/>
                  </a:cubicBezTo>
                  <a:cubicBezTo>
                    <a:pt x="108057" y="64986"/>
                    <a:pt x="111552" y="71339"/>
                    <a:pt x="116872" y="72707"/>
                  </a:cubicBezTo>
                  <a:cubicBezTo>
                    <a:pt x="125322" y="74835"/>
                    <a:pt x="133285" y="65837"/>
                    <a:pt x="141523" y="67114"/>
                  </a:cubicBezTo>
                  <a:cubicBezTo>
                    <a:pt x="146386" y="67874"/>
                    <a:pt x="153559" y="73011"/>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6"/>
            <p:cNvSpPr/>
            <p:nvPr/>
          </p:nvSpPr>
          <p:spPr>
            <a:xfrm>
              <a:off x="2975000" y="442550"/>
              <a:ext cx="3962850" cy="1848075"/>
            </a:xfrm>
            <a:custGeom>
              <a:rect b="b" l="l" r="r" t="t"/>
              <a:pathLst>
                <a:path extrusionOk="0" fill="none" h="73923" w="158514">
                  <a:moveTo>
                    <a:pt x="0" y="1"/>
                  </a:moveTo>
                  <a:cubicBezTo>
                    <a:pt x="4833" y="2888"/>
                    <a:pt x="9909" y="5259"/>
                    <a:pt x="14864" y="7873"/>
                  </a:cubicBezTo>
                  <a:cubicBezTo>
                    <a:pt x="22219" y="11764"/>
                    <a:pt x="19301" y="18390"/>
                    <a:pt x="22584" y="23922"/>
                  </a:cubicBezTo>
                  <a:cubicBezTo>
                    <a:pt x="25046" y="28086"/>
                    <a:pt x="30092" y="33649"/>
                    <a:pt x="31004" y="38542"/>
                  </a:cubicBezTo>
                  <a:cubicBezTo>
                    <a:pt x="31855" y="43284"/>
                    <a:pt x="29150" y="51947"/>
                    <a:pt x="35107" y="54561"/>
                  </a:cubicBezTo>
                  <a:cubicBezTo>
                    <a:pt x="42250" y="57691"/>
                    <a:pt x="51673" y="50032"/>
                    <a:pt x="55746" y="45503"/>
                  </a:cubicBezTo>
                  <a:cubicBezTo>
                    <a:pt x="64834" y="35411"/>
                    <a:pt x="69941" y="36992"/>
                    <a:pt x="80822" y="43770"/>
                  </a:cubicBezTo>
                  <a:cubicBezTo>
                    <a:pt x="87205" y="47782"/>
                    <a:pt x="94683" y="47691"/>
                    <a:pt x="102191" y="49576"/>
                  </a:cubicBezTo>
                  <a:cubicBezTo>
                    <a:pt x="107571" y="50913"/>
                    <a:pt x="107145" y="54682"/>
                    <a:pt x="107783" y="59090"/>
                  </a:cubicBezTo>
                  <a:cubicBezTo>
                    <a:pt x="108604" y="64591"/>
                    <a:pt x="111826" y="70610"/>
                    <a:pt x="117236" y="71917"/>
                  </a:cubicBezTo>
                  <a:cubicBezTo>
                    <a:pt x="125504" y="73923"/>
                    <a:pt x="133863" y="65321"/>
                    <a:pt x="141827" y="66901"/>
                  </a:cubicBezTo>
                  <a:cubicBezTo>
                    <a:pt x="146599" y="67813"/>
                    <a:pt x="153620" y="7292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6"/>
            <p:cNvSpPr/>
            <p:nvPr/>
          </p:nvSpPr>
          <p:spPr>
            <a:xfrm>
              <a:off x="2975000" y="442550"/>
              <a:ext cx="3962100" cy="1826050"/>
            </a:xfrm>
            <a:custGeom>
              <a:rect b="b" l="l" r="r" t="t"/>
              <a:pathLst>
                <a:path extrusionOk="0" fill="none" h="73042" w="158484">
                  <a:moveTo>
                    <a:pt x="0" y="1"/>
                  </a:moveTo>
                  <a:cubicBezTo>
                    <a:pt x="4894" y="2858"/>
                    <a:pt x="10000" y="5168"/>
                    <a:pt x="15076" y="7630"/>
                  </a:cubicBezTo>
                  <a:cubicBezTo>
                    <a:pt x="22402" y="11217"/>
                    <a:pt x="20639" y="16992"/>
                    <a:pt x="23435" y="22980"/>
                  </a:cubicBezTo>
                  <a:cubicBezTo>
                    <a:pt x="25685" y="27813"/>
                    <a:pt x="29910" y="33041"/>
                    <a:pt x="31460" y="37934"/>
                  </a:cubicBezTo>
                  <a:cubicBezTo>
                    <a:pt x="32858" y="42372"/>
                    <a:pt x="29940" y="51096"/>
                    <a:pt x="35867" y="53558"/>
                  </a:cubicBezTo>
                  <a:cubicBezTo>
                    <a:pt x="43618" y="56749"/>
                    <a:pt x="52433" y="48937"/>
                    <a:pt x="56779" y="43831"/>
                  </a:cubicBezTo>
                  <a:cubicBezTo>
                    <a:pt x="65746" y="33314"/>
                    <a:pt x="71552" y="36901"/>
                    <a:pt x="81886" y="43466"/>
                  </a:cubicBezTo>
                  <a:cubicBezTo>
                    <a:pt x="87965" y="47327"/>
                    <a:pt x="95412" y="47752"/>
                    <a:pt x="102707" y="49454"/>
                  </a:cubicBezTo>
                  <a:cubicBezTo>
                    <a:pt x="108148" y="50700"/>
                    <a:pt x="107905" y="54226"/>
                    <a:pt x="108452" y="58725"/>
                  </a:cubicBezTo>
                  <a:cubicBezTo>
                    <a:pt x="109182" y="64226"/>
                    <a:pt x="112130" y="69910"/>
                    <a:pt x="117571" y="71187"/>
                  </a:cubicBezTo>
                  <a:cubicBezTo>
                    <a:pt x="125626" y="73041"/>
                    <a:pt x="134410" y="64895"/>
                    <a:pt x="142100" y="66688"/>
                  </a:cubicBezTo>
                  <a:cubicBezTo>
                    <a:pt x="146751" y="67783"/>
                    <a:pt x="153590" y="72828"/>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6"/>
            <p:cNvSpPr/>
            <p:nvPr/>
          </p:nvSpPr>
          <p:spPr>
            <a:xfrm>
              <a:off x="2975000" y="442550"/>
              <a:ext cx="3962850" cy="1818450"/>
            </a:xfrm>
            <a:custGeom>
              <a:rect b="b" l="l" r="r" t="t"/>
              <a:pathLst>
                <a:path extrusionOk="0" fill="none" h="72738" w="158514">
                  <a:moveTo>
                    <a:pt x="0" y="1"/>
                  </a:moveTo>
                  <a:cubicBezTo>
                    <a:pt x="4924" y="2827"/>
                    <a:pt x="10122" y="5077"/>
                    <a:pt x="15259" y="7387"/>
                  </a:cubicBezTo>
                  <a:cubicBezTo>
                    <a:pt x="22432" y="10609"/>
                    <a:pt x="22159" y="15594"/>
                    <a:pt x="24317" y="22007"/>
                  </a:cubicBezTo>
                  <a:cubicBezTo>
                    <a:pt x="26171" y="27630"/>
                    <a:pt x="29332" y="32402"/>
                    <a:pt x="31733" y="37418"/>
                  </a:cubicBezTo>
                  <a:cubicBezTo>
                    <a:pt x="33831" y="41764"/>
                    <a:pt x="30669" y="50305"/>
                    <a:pt x="36657" y="52615"/>
                  </a:cubicBezTo>
                  <a:cubicBezTo>
                    <a:pt x="44955" y="55868"/>
                    <a:pt x="53162" y="47630"/>
                    <a:pt x="57782" y="42068"/>
                  </a:cubicBezTo>
                  <a:cubicBezTo>
                    <a:pt x="66476" y="31551"/>
                    <a:pt x="73315" y="37022"/>
                    <a:pt x="82950" y="43193"/>
                  </a:cubicBezTo>
                  <a:cubicBezTo>
                    <a:pt x="88695" y="46871"/>
                    <a:pt x="96142" y="47813"/>
                    <a:pt x="103194" y="49333"/>
                  </a:cubicBezTo>
                  <a:cubicBezTo>
                    <a:pt x="108726" y="50488"/>
                    <a:pt x="108634" y="53740"/>
                    <a:pt x="109151" y="58390"/>
                  </a:cubicBezTo>
                  <a:cubicBezTo>
                    <a:pt x="109789" y="63862"/>
                    <a:pt x="112464" y="69211"/>
                    <a:pt x="117996" y="70427"/>
                  </a:cubicBezTo>
                  <a:cubicBezTo>
                    <a:pt x="125778" y="72129"/>
                    <a:pt x="135018" y="64439"/>
                    <a:pt x="142434" y="66506"/>
                  </a:cubicBezTo>
                  <a:cubicBezTo>
                    <a:pt x="146994" y="67752"/>
                    <a:pt x="153650" y="72737"/>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6"/>
            <p:cNvSpPr/>
            <p:nvPr/>
          </p:nvSpPr>
          <p:spPr>
            <a:xfrm>
              <a:off x="2975000" y="442550"/>
              <a:ext cx="3962850" cy="1816175"/>
            </a:xfrm>
            <a:custGeom>
              <a:rect b="b" l="l" r="r" t="t"/>
              <a:pathLst>
                <a:path extrusionOk="0" fill="none" h="72647" w="158514">
                  <a:moveTo>
                    <a:pt x="0" y="1"/>
                  </a:moveTo>
                  <a:cubicBezTo>
                    <a:pt x="4985" y="2797"/>
                    <a:pt x="10244" y="4985"/>
                    <a:pt x="15441" y="7144"/>
                  </a:cubicBezTo>
                  <a:cubicBezTo>
                    <a:pt x="22341" y="10031"/>
                    <a:pt x="23648" y="14621"/>
                    <a:pt x="25259" y="21034"/>
                  </a:cubicBezTo>
                  <a:cubicBezTo>
                    <a:pt x="26688" y="26809"/>
                    <a:pt x="28572" y="31977"/>
                    <a:pt x="31885" y="36992"/>
                  </a:cubicBezTo>
                  <a:cubicBezTo>
                    <a:pt x="34742" y="41278"/>
                    <a:pt x="31429" y="49606"/>
                    <a:pt x="37478" y="51825"/>
                  </a:cubicBezTo>
                  <a:cubicBezTo>
                    <a:pt x="46171" y="55017"/>
                    <a:pt x="54469" y="46202"/>
                    <a:pt x="58755" y="40305"/>
                  </a:cubicBezTo>
                  <a:cubicBezTo>
                    <a:pt x="66232" y="30001"/>
                    <a:pt x="76415" y="38025"/>
                    <a:pt x="84044" y="42889"/>
                  </a:cubicBezTo>
                  <a:cubicBezTo>
                    <a:pt x="89546" y="46384"/>
                    <a:pt x="96841" y="47874"/>
                    <a:pt x="103680" y="49211"/>
                  </a:cubicBezTo>
                  <a:cubicBezTo>
                    <a:pt x="109242" y="50305"/>
                    <a:pt x="109364" y="53254"/>
                    <a:pt x="109850" y="58026"/>
                  </a:cubicBezTo>
                  <a:cubicBezTo>
                    <a:pt x="110397" y="63436"/>
                    <a:pt x="112829" y="68482"/>
                    <a:pt x="118422" y="69667"/>
                  </a:cubicBezTo>
                  <a:cubicBezTo>
                    <a:pt x="125930" y="71278"/>
                    <a:pt x="135626" y="64044"/>
                    <a:pt x="142708" y="66293"/>
                  </a:cubicBezTo>
                  <a:cubicBezTo>
                    <a:pt x="147176" y="67692"/>
                    <a:pt x="153681" y="7264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6"/>
            <p:cNvSpPr/>
            <p:nvPr/>
          </p:nvSpPr>
          <p:spPr>
            <a:xfrm>
              <a:off x="2975000" y="442550"/>
              <a:ext cx="3962850" cy="1813875"/>
            </a:xfrm>
            <a:custGeom>
              <a:rect b="b" l="l" r="r" t="t"/>
              <a:pathLst>
                <a:path extrusionOk="0" fill="none" h="72555" w="158514">
                  <a:moveTo>
                    <a:pt x="0" y="1"/>
                  </a:moveTo>
                  <a:cubicBezTo>
                    <a:pt x="5015" y="2767"/>
                    <a:pt x="10335" y="4894"/>
                    <a:pt x="15624" y="6931"/>
                  </a:cubicBezTo>
                  <a:cubicBezTo>
                    <a:pt x="22189" y="9423"/>
                    <a:pt x="24925" y="13648"/>
                    <a:pt x="26262" y="20031"/>
                  </a:cubicBezTo>
                  <a:cubicBezTo>
                    <a:pt x="27508" y="25958"/>
                    <a:pt x="27843" y="31582"/>
                    <a:pt x="31916" y="36597"/>
                  </a:cubicBezTo>
                  <a:cubicBezTo>
                    <a:pt x="35290" y="40731"/>
                    <a:pt x="32432" y="49150"/>
                    <a:pt x="38299" y="51096"/>
                  </a:cubicBezTo>
                  <a:cubicBezTo>
                    <a:pt x="47326" y="54105"/>
                    <a:pt x="55138" y="44804"/>
                    <a:pt x="59758" y="38512"/>
                  </a:cubicBezTo>
                  <a:cubicBezTo>
                    <a:pt x="66901" y="28816"/>
                    <a:pt x="78512" y="38512"/>
                    <a:pt x="85139" y="42585"/>
                  </a:cubicBezTo>
                  <a:cubicBezTo>
                    <a:pt x="90397" y="45807"/>
                    <a:pt x="97510" y="47995"/>
                    <a:pt x="104105" y="49120"/>
                  </a:cubicBezTo>
                  <a:cubicBezTo>
                    <a:pt x="109698" y="50062"/>
                    <a:pt x="109729" y="52707"/>
                    <a:pt x="110580" y="57691"/>
                  </a:cubicBezTo>
                  <a:cubicBezTo>
                    <a:pt x="111461" y="63071"/>
                    <a:pt x="112829" y="67692"/>
                    <a:pt x="118878" y="68938"/>
                  </a:cubicBezTo>
                  <a:cubicBezTo>
                    <a:pt x="126082" y="70427"/>
                    <a:pt x="136234" y="63649"/>
                    <a:pt x="143012" y="66111"/>
                  </a:cubicBezTo>
                  <a:cubicBezTo>
                    <a:pt x="147359" y="67661"/>
                    <a:pt x="153742" y="7255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6"/>
            <p:cNvSpPr/>
            <p:nvPr/>
          </p:nvSpPr>
          <p:spPr>
            <a:xfrm>
              <a:off x="2975000" y="442550"/>
              <a:ext cx="3962850" cy="1804000"/>
            </a:xfrm>
            <a:custGeom>
              <a:rect b="b" l="l" r="r" t="t"/>
              <a:pathLst>
                <a:path extrusionOk="0" fill="none" h="72160" w="158514">
                  <a:moveTo>
                    <a:pt x="0" y="1"/>
                  </a:moveTo>
                  <a:cubicBezTo>
                    <a:pt x="5076" y="2736"/>
                    <a:pt x="10456" y="4803"/>
                    <a:pt x="15806" y="6688"/>
                  </a:cubicBezTo>
                  <a:cubicBezTo>
                    <a:pt x="22037" y="8876"/>
                    <a:pt x="26049" y="12767"/>
                    <a:pt x="27326" y="18967"/>
                  </a:cubicBezTo>
                  <a:cubicBezTo>
                    <a:pt x="28542" y="24925"/>
                    <a:pt x="27326" y="31126"/>
                    <a:pt x="31855" y="36202"/>
                  </a:cubicBezTo>
                  <a:cubicBezTo>
                    <a:pt x="35381" y="40153"/>
                    <a:pt x="33618" y="48725"/>
                    <a:pt x="39150" y="50457"/>
                  </a:cubicBezTo>
                  <a:cubicBezTo>
                    <a:pt x="48329" y="53314"/>
                    <a:pt x="55746" y="42919"/>
                    <a:pt x="60792" y="36810"/>
                  </a:cubicBezTo>
                  <a:cubicBezTo>
                    <a:pt x="67995" y="28086"/>
                    <a:pt x="80032" y="38360"/>
                    <a:pt x="86263" y="42159"/>
                  </a:cubicBezTo>
                  <a:cubicBezTo>
                    <a:pt x="91430" y="45320"/>
                    <a:pt x="98057" y="48056"/>
                    <a:pt x="104561" y="48998"/>
                  </a:cubicBezTo>
                  <a:cubicBezTo>
                    <a:pt x="115747" y="50700"/>
                    <a:pt x="107692" y="65898"/>
                    <a:pt x="119303" y="68178"/>
                  </a:cubicBezTo>
                  <a:cubicBezTo>
                    <a:pt x="126294" y="69576"/>
                    <a:pt x="136872" y="63254"/>
                    <a:pt x="143316" y="65898"/>
                  </a:cubicBezTo>
                  <a:cubicBezTo>
                    <a:pt x="147784" y="67752"/>
                    <a:pt x="153407" y="7216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6"/>
            <p:cNvSpPr/>
            <p:nvPr/>
          </p:nvSpPr>
          <p:spPr>
            <a:xfrm>
              <a:off x="2975000" y="442550"/>
              <a:ext cx="3962100" cy="1802475"/>
            </a:xfrm>
            <a:custGeom>
              <a:rect b="b" l="l" r="r" t="t"/>
              <a:pathLst>
                <a:path extrusionOk="0" fill="none" h="72099" w="158484">
                  <a:moveTo>
                    <a:pt x="0" y="1"/>
                  </a:moveTo>
                  <a:cubicBezTo>
                    <a:pt x="5107" y="2706"/>
                    <a:pt x="10760" y="4590"/>
                    <a:pt x="15958" y="6444"/>
                  </a:cubicBezTo>
                  <a:cubicBezTo>
                    <a:pt x="21764" y="8511"/>
                    <a:pt x="26931" y="11733"/>
                    <a:pt x="28390" y="17843"/>
                  </a:cubicBezTo>
                  <a:cubicBezTo>
                    <a:pt x="29788" y="23740"/>
                    <a:pt x="26900" y="30579"/>
                    <a:pt x="31672" y="35867"/>
                  </a:cubicBezTo>
                  <a:cubicBezTo>
                    <a:pt x="35107" y="39636"/>
                    <a:pt x="34925" y="48390"/>
                    <a:pt x="40001" y="49849"/>
                  </a:cubicBezTo>
                  <a:cubicBezTo>
                    <a:pt x="49302" y="52494"/>
                    <a:pt x="56415" y="40761"/>
                    <a:pt x="61886" y="35320"/>
                  </a:cubicBezTo>
                  <a:cubicBezTo>
                    <a:pt x="69211" y="28025"/>
                    <a:pt x="81278" y="37873"/>
                    <a:pt x="87327" y="41612"/>
                  </a:cubicBezTo>
                  <a:cubicBezTo>
                    <a:pt x="92585" y="44864"/>
                    <a:pt x="98421" y="48117"/>
                    <a:pt x="104926" y="48968"/>
                  </a:cubicBezTo>
                  <a:cubicBezTo>
                    <a:pt x="116385" y="50457"/>
                    <a:pt x="108239" y="65442"/>
                    <a:pt x="119759" y="67509"/>
                  </a:cubicBezTo>
                  <a:cubicBezTo>
                    <a:pt x="126659" y="68725"/>
                    <a:pt x="137298" y="62980"/>
                    <a:pt x="143559" y="65716"/>
                  </a:cubicBezTo>
                  <a:cubicBezTo>
                    <a:pt x="147936" y="67631"/>
                    <a:pt x="153407" y="72099"/>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6"/>
            <p:cNvSpPr/>
            <p:nvPr/>
          </p:nvSpPr>
          <p:spPr>
            <a:xfrm>
              <a:off x="2975000" y="442550"/>
              <a:ext cx="3962850" cy="1800200"/>
            </a:xfrm>
            <a:custGeom>
              <a:rect b="b" l="l" r="r" t="t"/>
              <a:pathLst>
                <a:path extrusionOk="0" fill="none" h="72008" w="158514">
                  <a:moveTo>
                    <a:pt x="0" y="1"/>
                  </a:moveTo>
                  <a:cubicBezTo>
                    <a:pt x="5167" y="2645"/>
                    <a:pt x="10821" y="4499"/>
                    <a:pt x="16140" y="6201"/>
                  </a:cubicBezTo>
                  <a:cubicBezTo>
                    <a:pt x="21976" y="8055"/>
                    <a:pt x="27630" y="11065"/>
                    <a:pt x="29484" y="16657"/>
                  </a:cubicBezTo>
                  <a:cubicBezTo>
                    <a:pt x="31308" y="22159"/>
                    <a:pt x="26748" y="29940"/>
                    <a:pt x="31521" y="35442"/>
                  </a:cubicBezTo>
                  <a:cubicBezTo>
                    <a:pt x="34621" y="38998"/>
                    <a:pt x="36414" y="48147"/>
                    <a:pt x="40913" y="49211"/>
                  </a:cubicBezTo>
                  <a:cubicBezTo>
                    <a:pt x="50244" y="51430"/>
                    <a:pt x="56749" y="38846"/>
                    <a:pt x="63041" y="34044"/>
                  </a:cubicBezTo>
                  <a:cubicBezTo>
                    <a:pt x="70731" y="28147"/>
                    <a:pt x="82190" y="36992"/>
                    <a:pt x="88391" y="40943"/>
                  </a:cubicBezTo>
                  <a:cubicBezTo>
                    <a:pt x="93862" y="44409"/>
                    <a:pt x="98695" y="48147"/>
                    <a:pt x="105352" y="48907"/>
                  </a:cubicBezTo>
                  <a:cubicBezTo>
                    <a:pt x="117024" y="50184"/>
                    <a:pt x="108786" y="64834"/>
                    <a:pt x="120276" y="66780"/>
                  </a:cubicBezTo>
                  <a:cubicBezTo>
                    <a:pt x="126993" y="67904"/>
                    <a:pt x="137784" y="62585"/>
                    <a:pt x="143863" y="65533"/>
                  </a:cubicBezTo>
                  <a:cubicBezTo>
                    <a:pt x="148149" y="67570"/>
                    <a:pt x="153468" y="72008"/>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6"/>
            <p:cNvSpPr/>
            <p:nvPr/>
          </p:nvSpPr>
          <p:spPr>
            <a:xfrm>
              <a:off x="2975000" y="442550"/>
              <a:ext cx="3963625" cy="1798675"/>
            </a:xfrm>
            <a:custGeom>
              <a:rect b="b" l="l" r="r" t="t"/>
              <a:pathLst>
                <a:path extrusionOk="0" fill="none" h="71947" w="158545">
                  <a:moveTo>
                    <a:pt x="0" y="1"/>
                  </a:moveTo>
                  <a:cubicBezTo>
                    <a:pt x="5198" y="2615"/>
                    <a:pt x="10912" y="4408"/>
                    <a:pt x="16323" y="5958"/>
                  </a:cubicBezTo>
                  <a:cubicBezTo>
                    <a:pt x="22067" y="7630"/>
                    <a:pt x="28147" y="10365"/>
                    <a:pt x="30578" y="15472"/>
                  </a:cubicBezTo>
                  <a:cubicBezTo>
                    <a:pt x="33192" y="20974"/>
                    <a:pt x="26931" y="29059"/>
                    <a:pt x="31369" y="35047"/>
                  </a:cubicBezTo>
                  <a:cubicBezTo>
                    <a:pt x="33831" y="38390"/>
                    <a:pt x="37904" y="47904"/>
                    <a:pt x="41825" y="48542"/>
                  </a:cubicBezTo>
                  <a:cubicBezTo>
                    <a:pt x="50883" y="50062"/>
                    <a:pt x="57296" y="36931"/>
                    <a:pt x="64257" y="33010"/>
                  </a:cubicBezTo>
                  <a:cubicBezTo>
                    <a:pt x="72160" y="28512"/>
                    <a:pt x="83102" y="35928"/>
                    <a:pt x="89424" y="40153"/>
                  </a:cubicBezTo>
                  <a:cubicBezTo>
                    <a:pt x="94804" y="43740"/>
                    <a:pt x="98877" y="48208"/>
                    <a:pt x="105747" y="48846"/>
                  </a:cubicBezTo>
                  <a:cubicBezTo>
                    <a:pt x="117601" y="49971"/>
                    <a:pt x="109425" y="64257"/>
                    <a:pt x="120793" y="66081"/>
                  </a:cubicBezTo>
                  <a:cubicBezTo>
                    <a:pt x="127419" y="67144"/>
                    <a:pt x="138270" y="62281"/>
                    <a:pt x="144167" y="65351"/>
                  </a:cubicBezTo>
                  <a:cubicBezTo>
                    <a:pt x="148362" y="67540"/>
                    <a:pt x="153529" y="71947"/>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6"/>
            <p:cNvSpPr/>
            <p:nvPr/>
          </p:nvSpPr>
          <p:spPr>
            <a:xfrm>
              <a:off x="2975000" y="442550"/>
              <a:ext cx="3962850" cy="1795650"/>
            </a:xfrm>
            <a:custGeom>
              <a:rect b="b" l="l" r="r" t="t"/>
              <a:pathLst>
                <a:path extrusionOk="0" fill="none" h="71826" w="158514">
                  <a:moveTo>
                    <a:pt x="0" y="1"/>
                  </a:moveTo>
                  <a:cubicBezTo>
                    <a:pt x="5259" y="2584"/>
                    <a:pt x="10973" y="4317"/>
                    <a:pt x="16475" y="5745"/>
                  </a:cubicBezTo>
                  <a:cubicBezTo>
                    <a:pt x="22250" y="7235"/>
                    <a:pt x="28542" y="9788"/>
                    <a:pt x="31581" y="14195"/>
                  </a:cubicBezTo>
                  <a:cubicBezTo>
                    <a:pt x="35168" y="19332"/>
                    <a:pt x="27326" y="28238"/>
                    <a:pt x="31247" y="34560"/>
                  </a:cubicBezTo>
                  <a:cubicBezTo>
                    <a:pt x="33253" y="37782"/>
                    <a:pt x="39150" y="47418"/>
                    <a:pt x="42737" y="47722"/>
                  </a:cubicBezTo>
                  <a:cubicBezTo>
                    <a:pt x="51612" y="48482"/>
                    <a:pt x="57752" y="35229"/>
                    <a:pt x="65412" y="32129"/>
                  </a:cubicBezTo>
                  <a:cubicBezTo>
                    <a:pt x="73588" y="28816"/>
                    <a:pt x="84044" y="34804"/>
                    <a:pt x="90275" y="39302"/>
                  </a:cubicBezTo>
                  <a:cubicBezTo>
                    <a:pt x="95351" y="42980"/>
                    <a:pt x="98938" y="48269"/>
                    <a:pt x="106081" y="48816"/>
                  </a:cubicBezTo>
                  <a:cubicBezTo>
                    <a:pt x="111704" y="49241"/>
                    <a:pt x="112981" y="50670"/>
                    <a:pt x="114136" y="56111"/>
                  </a:cubicBezTo>
                  <a:cubicBezTo>
                    <a:pt x="115139" y="60792"/>
                    <a:pt x="115321" y="64470"/>
                    <a:pt x="121279" y="65381"/>
                  </a:cubicBezTo>
                  <a:cubicBezTo>
                    <a:pt x="127784" y="66385"/>
                    <a:pt x="138696" y="61947"/>
                    <a:pt x="144410" y="65169"/>
                  </a:cubicBezTo>
                  <a:cubicBezTo>
                    <a:pt x="148483" y="67448"/>
                    <a:pt x="153529" y="7182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6"/>
            <p:cNvSpPr/>
            <p:nvPr/>
          </p:nvSpPr>
          <p:spPr>
            <a:xfrm>
              <a:off x="2975000" y="442550"/>
              <a:ext cx="3962850" cy="1794125"/>
            </a:xfrm>
            <a:custGeom>
              <a:rect b="b" l="l" r="r" t="t"/>
              <a:pathLst>
                <a:path extrusionOk="0" fill="none" h="71765" w="158514">
                  <a:moveTo>
                    <a:pt x="0" y="1"/>
                  </a:moveTo>
                  <a:cubicBezTo>
                    <a:pt x="5319" y="2554"/>
                    <a:pt x="11064" y="4226"/>
                    <a:pt x="16627" y="5502"/>
                  </a:cubicBezTo>
                  <a:cubicBezTo>
                    <a:pt x="22523" y="6840"/>
                    <a:pt x="28663" y="9302"/>
                    <a:pt x="32554" y="12919"/>
                  </a:cubicBezTo>
                  <a:cubicBezTo>
                    <a:pt x="36931" y="17022"/>
                    <a:pt x="28906" y="28268"/>
                    <a:pt x="31247" y="33983"/>
                  </a:cubicBezTo>
                  <a:cubicBezTo>
                    <a:pt x="32615" y="37326"/>
                    <a:pt x="40031" y="46658"/>
                    <a:pt x="43679" y="46719"/>
                  </a:cubicBezTo>
                  <a:cubicBezTo>
                    <a:pt x="52433" y="46810"/>
                    <a:pt x="58117" y="33861"/>
                    <a:pt x="66628" y="31430"/>
                  </a:cubicBezTo>
                  <a:cubicBezTo>
                    <a:pt x="75108" y="28998"/>
                    <a:pt x="85078" y="33709"/>
                    <a:pt x="91066" y="38451"/>
                  </a:cubicBezTo>
                  <a:cubicBezTo>
                    <a:pt x="95899" y="42250"/>
                    <a:pt x="98847" y="48482"/>
                    <a:pt x="106446" y="48785"/>
                  </a:cubicBezTo>
                  <a:cubicBezTo>
                    <a:pt x="119030" y="49272"/>
                    <a:pt x="110853" y="62950"/>
                    <a:pt x="121826" y="64743"/>
                  </a:cubicBezTo>
                  <a:cubicBezTo>
                    <a:pt x="128088" y="65746"/>
                    <a:pt x="139121" y="61612"/>
                    <a:pt x="144684" y="64986"/>
                  </a:cubicBezTo>
                  <a:cubicBezTo>
                    <a:pt x="148666" y="67388"/>
                    <a:pt x="153559" y="7176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6"/>
            <p:cNvSpPr/>
            <p:nvPr/>
          </p:nvSpPr>
          <p:spPr>
            <a:xfrm>
              <a:off x="2975000" y="442550"/>
              <a:ext cx="3962850" cy="1791075"/>
            </a:xfrm>
            <a:custGeom>
              <a:rect b="b" l="l" r="r" t="t"/>
              <a:pathLst>
                <a:path extrusionOk="0" fill="none" h="71643" w="158514">
                  <a:moveTo>
                    <a:pt x="0" y="1"/>
                  </a:moveTo>
                  <a:cubicBezTo>
                    <a:pt x="5319" y="2523"/>
                    <a:pt x="11155" y="4134"/>
                    <a:pt x="16779" y="5259"/>
                  </a:cubicBezTo>
                  <a:cubicBezTo>
                    <a:pt x="22736" y="6475"/>
                    <a:pt x="29302" y="9058"/>
                    <a:pt x="33405" y="11672"/>
                  </a:cubicBezTo>
                  <a:cubicBezTo>
                    <a:pt x="37660" y="14378"/>
                    <a:pt x="30821" y="28968"/>
                    <a:pt x="31399" y="33314"/>
                  </a:cubicBezTo>
                  <a:cubicBezTo>
                    <a:pt x="31885" y="36931"/>
                    <a:pt x="40578" y="45624"/>
                    <a:pt x="44651" y="45472"/>
                  </a:cubicBezTo>
                  <a:cubicBezTo>
                    <a:pt x="53101" y="45168"/>
                    <a:pt x="58421" y="32828"/>
                    <a:pt x="67874" y="30852"/>
                  </a:cubicBezTo>
                  <a:cubicBezTo>
                    <a:pt x="76658" y="29028"/>
                    <a:pt x="86233" y="32706"/>
                    <a:pt x="91856" y="37509"/>
                  </a:cubicBezTo>
                  <a:cubicBezTo>
                    <a:pt x="96476" y="41491"/>
                    <a:pt x="98908" y="48542"/>
                    <a:pt x="106780" y="48755"/>
                  </a:cubicBezTo>
                  <a:cubicBezTo>
                    <a:pt x="112647" y="48907"/>
                    <a:pt x="114045" y="50184"/>
                    <a:pt x="115565" y="55503"/>
                  </a:cubicBezTo>
                  <a:cubicBezTo>
                    <a:pt x="116841" y="60062"/>
                    <a:pt x="116628" y="63132"/>
                    <a:pt x="122404" y="64044"/>
                  </a:cubicBezTo>
                  <a:cubicBezTo>
                    <a:pt x="128544" y="65047"/>
                    <a:pt x="139486" y="61278"/>
                    <a:pt x="144957" y="64804"/>
                  </a:cubicBezTo>
                  <a:cubicBezTo>
                    <a:pt x="148818" y="67296"/>
                    <a:pt x="153559" y="71643"/>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6"/>
            <p:cNvSpPr/>
            <p:nvPr/>
          </p:nvSpPr>
          <p:spPr>
            <a:xfrm>
              <a:off x="2975000" y="442550"/>
              <a:ext cx="3962100" cy="1789575"/>
            </a:xfrm>
            <a:custGeom>
              <a:rect b="b" l="l" r="r" t="t"/>
              <a:pathLst>
                <a:path extrusionOk="0" fill="none" h="71583" w="158484">
                  <a:moveTo>
                    <a:pt x="0" y="1"/>
                  </a:moveTo>
                  <a:cubicBezTo>
                    <a:pt x="5380" y="2463"/>
                    <a:pt x="11216" y="4043"/>
                    <a:pt x="16900" y="5016"/>
                  </a:cubicBezTo>
                  <a:cubicBezTo>
                    <a:pt x="22797" y="6049"/>
                    <a:pt x="29058" y="8724"/>
                    <a:pt x="34135" y="10457"/>
                  </a:cubicBezTo>
                  <a:cubicBezTo>
                    <a:pt x="39667" y="12372"/>
                    <a:pt x="32037" y="28846"/>
                    <a:pt x="31855" y="32463"/>
                  </a:cubicBezTo>
                  <a:cubicBezTo>
                    <a:pt x="31672" y="36597"/>
                    <a:pt x="40852" y="44712"/>
                    <a:pt x="45503" y="44074"/>
                  </a:cubicBezTo>
                  <a:cubicBezTo>
                    <a:pt x="54165" y="42889"/>
                    <a:pt x="59606" y="32038"/>
                    <a:pt x="69090" y="30335"/>
                  </a:cubicBezTo>
                  <a:cubicBezTo>
                    <a:pt x="77479" y="28846"/>
                    <a:pt x="87388" y="31703"/>
                    <a:pt x="92646" y="36566"/>
                  </a:cubicBezTo>
                  <a:cubicBezTo>
                    <a:pt x="97084" y="40670"/>
                    <a:pt x="98908" y="48634"/>
                    <a:pt x="107084" y="48725"/>
                  </a:cubicBezTo>
                  <a:cubicBezTo>
                    <a:pt x="112890" y="48816"/>
                    <a:pt x="114501" y="49910"/>
                    <a:pt x="116203" y="55229"/>
                  </a:cubicBezTo>
                  <a:cubicBezTo>
                    <a:pt x="117571" y="59606"/>
                    <a:pt x="117297" y="62555"/>
                    <a:pt x="122951" y="63436"/>
                  </a:cubicBezTo>
                  <a:cubicBezTo>
                    <a:pt x="129030" y="64378"/>
                    <a:pt x="139851" y="60944"/>
                    <a:pt x="145200" y="64622"/>
                  </a:cubicBezTo>
                  <a:cubicBezTo>
                    <a:pt x="148939" y="67205"/>
                    <a:pt x="153590" y="7158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6"/>
            <p:cNvSpPr/>
            <p:nvPr/>
          </p:nvSpPr>
          <p:spPr>
            <a:xfrm>
              <a:off x="2975000" y="442550"/>
              <a:ext cx="3962850" cy="1785000"/>
            </a:xfrm>
            <a:custGeom>
              <a:rect b="b" l="l" r="r" t="t"/>
              <a:pathLst>
                <a:path extrusionOk="0" fill="none" h="71400" w="158514">
                  <a:moveTo>
                    <a:pt x="0" y="1"/>
                  </a:moveTo>
                  <a:cubicBezTo>
                    <a:pt x="5411" y="2432"/>
                    <a:pt x="11307" y="3952"/>
                    <a:pt x="17052" y="4803"/>
                  </a:cubicBezTo>
                  <a:cubicBezTo>
                    <a:pt x="22949" y="5685"/>
                    <a:pt x="29028" y="8967"/>
                    <a:pt x="34682" y="9362"/>
                  </a:cubicBezTo>
                  <a:cubicBezTo>
                    <a:pt x="42007" y="9849"/>
                    <a:pt x="33557" y="28360"/>
                    <a:pt x="32858" y="31065"/>
                  </a:cubicBezTo>
                  <a:cubicBezTo>
                    <a:pt x="31308" y="36931"/>
                    <a:pt x="41095" y="43801"/>
                    <a:pt x="46141" y="42676"/>
                  </a:cubicBezTo>
                  <a:cubicBezTo>
                    <a:pt x="54925" y="40761"/>
                    <a:pt x="60731" y="31703"/>
                    <a:pt x="70245" y="29819"/>
                  </a:cubicBezTo>
                  <a:cubicBezTo>
                    <a:pt x="78451" y="28177"/>
                    <a:pt x="88573" y="30731"/>
                    <a:pt x="93497" y="35563"/>
                  </a:cubicBezTo>
                  <a:cubicBezTo>
                    <a:pt x="97753" y="39728"/>
                    <a:pt x="98969" y="48725"/>
                    <a:pt x="107419" y="48755"/>
                  </a:cubicBezTo>
                  <a:cubicBezTo>
                    <a:pt x="113163" y="48755"/>
                    <a:pt x="115018" y="49667"/>
                    <a:pt x="116872" y="54956"/>
                  </a:cubicBezTo>
                  <a:cubicBezTo>
                    <a:pt x="118331" y="59181"/>
                    <a:pt x="118027" y="61977"/>
                    <a:pt x="123559" y="62798"/>
                  </a:cubicBezTo>
                  <a:cubicBezTo>
                    <a:pt x="129638" y="63710"/>
                    <a:pt x="140459" y="60579"/>
                    <a:pt x="145504" y="64470"/>
                  </a:cubicBezTo>
                  <a:cubicBezTo>
                    <a:pt x="148939" y="67144"/>
                    <a:pt x="153802" y="7140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6"/>
            <p:cNvSpPr/>
            <p:nvPr/>
          </p:nvSpPr>
          <p:spPr>
            <a:xfrm>
              <a:off x="2975000" y="442550"/>
              <a:ext cx="3962100" cy="1781975"/>
            </a:xfrm>
            <a:custGeom>
              <a:rect b="b" l="l" r="r" t="t"/>
              <a:pathLst>
                <a:path extrusionOk="0" fill="none" h="71279" w="158484">
                  <a:moveTo>
                    <a:pt x="0" y="1"/>
                  </a:moveTo>
                  <a:cubicBezTo>
                    <a:pt x="5471" y="2402"/>
                    <a:pt x="11247" y="3922"/>
                    <a:pt x="17174" y="4560"/>
                  </a:cubicBezTo>
                  <a:cubicBezTo>
                    <a:pt x="23253" y="5198"/>
                    <a:pt x="29514" y="8420"/>
                    <a:pt x="35107" y="8177"/>
                  </a:cubicBezTo>
                  <a:cubicBezTo>
                    <a:pt x="44044" y="7782"/>
                    <a:pt x="35290" y="26718"/>
                    <a:pt x="34256" y="29089"/>
                  </a:cubicBezTo>
                  <a:cubicBezTo>
                    <a:pt x="31369" y="35959"/>
                    <a:pt x="40578" y="42980"/>
                    <a:pt x="46658" y="41247"/>
                  </a:cubicBezTo>
                  <a:cubicBezTo>
                    <a:pt x="55533" y="38785"/>
                    <a:pt x="61947" y="31490"/>
                    <a:pt x="71369" y="29180"/>
                  </a:cubicBezTo>
                  <a:cubicBezTo>
                    <a:pt x="79424" y="27174"/>
                    <a:pt x="89819" y="29697"/>
                    <a:pt x="94470" y="34439"/>
                  </a:cubicBezTo>
                  <a:cubicBezTo>
                    <a:pt x="98482" y="38573"/>
                    <a:pt x="99090" y="48785"/>
                    <a:pt x="107753" y="48694"/>
                  </a:cubicBezTo>
                  <a:cubicBezTo>
                    <a:pt x="113407" y="48634"/>
                    <a:pt x="115504" y="49424"/>
                    <a:pt x="117510" y="54652"/>
                  </a:cubicBezTo>
                  <a:cubicBezTo>
                    <a:pt x="119060" y="58694"/>
                    <a:pt x="118665" y="61400"/>
                    <a:pt x="124167" y="62160"/>
                  </a:cubicBezTo>
                  <a:cubicBezTo>
                    <a:pt x="130246" y="62980"/>
                    <a:pt x="140793" y="60245"/>
                    <a:pt x="145717" y="64257"/>
                  </a:cubicBezTo>
                  <a:cubicBezTo>
                    <a:pt x="149061" y="66962"/>
                    <a:pt x="153802" y="71278"/>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6"/>
            <p:cNvSpPr/>
            <p:nvPr/>
          </p:nvSpPr>
          <p:spPr>
            <a:xfrm>
              <a:off x="2975000" y="442550"/>
              <a:ext cx="3962850" cy="1781200"/>
            </a:xfrm>
            <a:custGeom>
              <a:rect b="b" l="l" r="r" t="t"/>
              <a:pathLst>
                <a:path extrusionOk="0" fill="none" h="71248" w="158514">
                  <a:moveTo>
                    <a:pt x="0" y="1"/>
                  </a:moveTo>
                  <a:cubicBezTo>
                    <a:pt x="5502" y="2371"/>
                    <a:pt x="11338" y="3830"/>
                    <a:pt x="17326" y="4347"/>
                  </a:cubicBezTo>
                  <a:cubicBezTo>
                    <a:pt x="23405" y="4833"/>
                    <a:pt x="29484" y="7478"/>
                    <a:pt x="35381" y="7083"/>
                  </a:cubicBezTo>
                  <a:cubicBezTo>
                    <a:pt x="46171" y="6384"/>
                    <a:pt x="37660" y="22007"/>
                    <a:pt x="36080" y="26718"/>
                  </a:cubicBezTo>
                  <a:cubicBezTo>
                    <a:pt x="34560" y="31247"/>
                    <a:pt x="33192" y="34591"/>
                    <a:pt x="37387" y="37934"/>
                  </a:cubicBezTo>
                  <a:cubicBezTo>
                    <a:pt x="40062" y="40032"/>
                    <a:pt x="43983" y="40913"/>
                    <a:pt x="47144" y="39940"/>
                  </a:cubicBezTo>
                  <a:cubicBezTo>
                    <a:pt x="52007" y="38421"/>
                    <a:pt x="55959" y="34864"/>
                    <a:pt x="60548" y="32524"/>
                  </a:cubicBezTo>
                  <a:cubicBezTo>
                    <a:pt x="64409" y="30579"/>
                    <a:pt x="68360" y="29758"/>
                    <a:pt x="72403" y="28512"/>
                  </a:cubicBezTo>
                  <a:cubicBezTo>
                    <a:pt x="80275" y="26080"/>
                    <a:pt x="91187" y="28724"/>
                    <a:pt x="95503" y="33314"/>
                  </a:cubicBezTo>
                  <a:cubicBezTo>
                    <a:pt x="99303" y="37296"/>
                    <a:pt x="99212" y="48877"/>
                    <a:pt x="108118" y="48694"/>
                  </a:cubicBezTo>
                  <a:cubicBezTo>
                    <a:pt x="113589" y="48573"/>
                    <a:pt x="115990" y="49302"/>
                    <a:pt x="118148" y="54409"/>
                  </a:cubicBezTo>
                  <a:cubicBezTo>
                    <a:pt x="119820" y="58299"/>
                    <a:pt x="119364" y="60974"/>
                    <a:pt x="124805" y="61612"/>
                  </a:cubicBezTo>
                  <a:cubicBezTo>
                    <a:pt x="130519" y="62281"/>
                    <a:pt x="141249" y="59819"/>
                    <a:pt x="145991" y="64135"/>
                  </a:cubicBezTo>
                  <a:cubicBezTo>
                    <a:pt x="149213" y="67023"/>
                    <a:pt x="153863" y="71248"/>
                    <a:pt x="158514" y="68695"/>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6"/>
            <p:cNvSpPr/>
            <p:nvPr/>
          </p:nvSpPr>
          <p:spPr>
            <a:xfrm>
              <a:off x="2975000" y="442550"/>
              <a:ext cx="3962100" cy="1777400"/>
            </a:xfrm>
            <a:custGeom>
              <a:rect b="b" l="l" r="r" t="t"/>
              <a:pathLst>
                <a:path extrusionOk="0" fill="none" h="71096" w="158484">
                  <a:moveTo>
                    <a:pt x="0" y="1"/>
                  </a:moveTo>
                  <a:cubicBezTo>
                    <a:pt x="5532" y="2341"/>
                    <a:pt x="11429" y="3739"/>
                    <a:pt x="17447" y="4104"/>
                  </a:cubicBezTo>
                  <a:cubicBezTo>
                    <a:pt x="23496" y="4469"/>
                    <a:pt x="29484" y="6596"/>
                    <a:pt x="35533" y="6049"/>
                  </a:cubicBezTo>
                  <a:cubicBezTo>
                    <a:pt x="47357" y="4955"/>
                    <a:pt x="40822" y="16809"/>
                    <a:pt x="38208" y="23983"/>
                  </a:cubicBezTo>
                  <a:cubicBezTo>
                    <a:pt x="36657" y="28329"/>
                    <a:pt x="33557" y="33253"/>
                    <a:pt x="37691" y="36962"/>
                  </a:cubicBezTo>
                  <a:cubicBezTo>
                    <a:pt x="40244" y="39272"/>
                    <a:pt x="44591" y="39636"/>
                    <a:pt x="47661" y="38603"/>
                  </a:cubicBezTo>
                  <a:cubicBezTo>
                    <a:pt x="52646" y="36931"/>
                    <a:pt x="56901" y="33557"/>
                    <a:pt x="61764" y="31460"/>
                  </a:cubicBezTo>
                  <a:cubicBezTo>
                    <a:pt x="65533" y="29819"/>
                    <a:pt x="69576" y="29150"/>
                    <a:pt x="73375" y="27721"/>
                  </a:cubicBezTo>
                  <a:cubicBezTo>
                    <a:pt x="80974" y="24864"/>
                    <a:pt x="92464" y="27721"/>
                    <a:pt x="96659" y="32068"/>
                  </a:cubicBezTo>
                  <a:cubicBezTo>
                    <a:pt x="100884" y="36445"/>
                    <a:pt x="98634" y="48512"/>
                    <a:pt x="108452" y="48664"/>
                  </a:cubicBezTo>
                  <a:cubicBezTo>
                    <a:pt x="114014" y="48755"/>
                    <a:pt x="116416" y="49150"/>
                    <a:pt x="118756" y="54105"/>
                  </a:cubicBezTo>
                  <a:cubicBezTo>
                    <a:pt x="120550" y="57874"/>
                    <a:pt x="120002" y="60488"/>
                    <a:pt x="125413" y="61035"/>
                  </a:cubicBezTo>
                  <a:cubicBezTo>
                    <a:pt x="131158" y="61643"/>
                    <a:pt x="141553" y="59454"/>
                    <a:pt x="146234" y="63922"/>
                  </a:cubicBezTo>
                  <a:cubicBezTo>
                    <a:pt x="149334" y="66871"/>
                    <a:pt x="153894" y="71096"/>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6"/>
            <p:cNvSpPr/>
            <p:nvPr/>
          </p:nvSpPr>
          <p:spPr>
            <a:xfrm>
              <a:off x="2975000" y="442550"/>
              <a:ext cx="3962850" cy="1775125"/>
            </a:xfrm>
            <a:custGeom>
              <a:rect b="b" l="l" r="r" t="t"/>
              <a:pathLst>
                <a:path extrusionOk="0" fill="none" h="71005" w="158514">
                  <a:moveTo>
                    <a:pt x="0" y="1"/>
                  </a:moveTo>
                  <a:cubicBezTo>
                    <a:pt x="5593" y="2311"/>
                    <a:pt x="11520" y="3648"/>
                    <a:pt x="17569" y="3861"/>
                  </a:cubicBezTo>
                  <a:cubicBezTo>
                    <a:pt x="23587" y="4074"/>
                    <a:pt x="29636" y="5837"/>
                    <a:pt x="35594" y="5046"/>
                  </a:cubicBezTo>
                  <a:cubicBezTo>
                    <a:pt x="47569" y="3466"/>
                    <a:pt x="43800" y="12280"/>
                    <a:pt x="40578" y="20974"/>
                  </a:cubicBezTo>
                  <a:cubicBezTo>
                    <a:pt x="39059" y="25107"/>
                    <a:pt x="34773" y="31916"/>
                    <a:pt x="38268" y="35867"/>
                  </a:cubicBezTo>
                  <a:cubicBezTo>
                    <a:pt x="40548" y="38451"/>
                    <a:pt x="45381" y="38208"/>
                    <a:pt x="48238" y="37296"/>
                  </a:cubicBezTo>
                  <a:cubicBezTo>
                    <a:pt x="53405" y="35624"/>
                    <a:pt x="57965" y="32281"/>
                    <a:pt x="63102" y="30366"/>
                  </a:cubicBezTo>
                  <a:cubicBezTo>
                    <a:pt x="66780" y="28968"/>
                    <a:pt x="70701" y="28420"/>
                    <a:pt x="74257" y="26840"/>
                  </a:cubicBezTo>
                  <a:cubicBezTo>
                    <a:pt x="81552" y="23588"/>
                    <a:pt x="94075" y="26779"/>
                    <a:pt x="97935" y="30791"/>
                  </a:cubicBezTo>
                  <a:cubicBezTo>
                    <a:pt x="101887" y="34895"/>
                    <a:pt x="98938" y="48542"/>
                    <a:pt x="108817" y="48664"/>
                  </a:cubicBezTo>
                  <a:cubicBezTo>
                    <a:pt x="114227" y="48694"/>
                    <a:pt x="116872" y="49029"/>
                    <a:pt x="119364" y="53801"/>
                  </a:cubicBezTo>
                  <a:cubicBezTo>
                    <a:pt x="121249" y="57448"/>
                    <a:pt x="120702" y="60032"/>
                    <a:pt x="126021" y="60518"/>
                  </a:cubicBezTo>
                  <a:cubicBezTo>
                    <a:pt x="131826" y="61035"/>
                    <a:pt x="141857" y="59120"/>
                    <a:pt x="146507" y="63771"/>
                  </a:cubicBezTo>
                  <a:cubicBezTo>
                    <a:pt x="149456" y="66719"/>
                    <a:pt x="153924" y="7100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6"/>
            <p:cNvSpPr/>
            <p:nvPr/>
          </p:nvSpPr>
          <p:spPr>
            <a:xfrm>
              <a:off x="2975000" y="442550"/>
              <a:ext cx="3962850" cy="1772850"/>
            </a:xfrm>
            <a:custGeom>
              <a:rect b="b" l="l" r="r" t="t"/>
              <a:pathLst>
                <a:path extrusionOk="0" fill="none" h="70914" w="158514">
                  <a:moveTo>
                    <a:pt x="0" y="1"/>
                  </a:moveTo>
                  <a:cubicBezTo>
                    <a:pt x="5623" y="2280"/>
                    <a:pt x="11611" y="3526"/>
                    <a:pt x="17690" y="3648"/>
                  </a:cubicBezTo>
                  <a:cubicBezTo>
                    <a:pt x="23648" y="3709"/>
                    <a:pt x="29636" y="5016"/>
                    <a:pt x="35563" y="4104"/>
                  </a:cubicBezTo>
                  <a:cubicBezTo>
                    <a:pt x="47022" y="2371"/>
                    <a:pt x="46627" y="7843"/>
                    <a:pt x="43101" y="17812"/>
                  </a:cubicBezTo>
                  <a:cubicBezTo>
                    <a:pt x="41733" y="21612"/>
                    <a:pt x="36232" y="30670"/>
                    <a:pt x="39028" y="34621"/>
                  </a:cubicBezTo>
                  <a:cubicBezTo>
                    <a:pt x="41004" y="37387"/>
                    <a:pt x="46293" y="36901"/>
                    <a:pt x="48968" y="35989"/>
                  </a:cubicBezTo>
                  <a:cubicBezTo>
                    <a:pt x="57235" y="33071"/>
                    <a:pt x="67235" y="29667"/>
                    <a:pt x="75108" y="25867"/>
                  </a:cubicBezTo>
                  <a:cubicBezTo>
                    <a:pt x="82008" y="22524"/>
                    <a:pt x="95655" y="25746"/>
                    <a:pt x="99303" y="29484"/>
                  </a:cubicBezTo>
                  <a:cubicBezTo>
                    <a:pt x="103042" y="33284"/>
                    <a:pt x="99546" y="48573"/>
                    <a:pt x="109242" y="48573"/>
                  </a:cubicBezTo>
                  <a:cubicBezTo>
                    <a:pt x="114379" y="48573"/>
                    <a:pt x="117328" y="48968"/>
                    <a:pt x="119942" y="53527"/>
                  </a:cubicBezTo>
                  <a:cubicBezTo>
                    <a:pt x="121948" y="57023"/>
                    <a:pt x="121340" y="59606"/>
                    <a:pt x="126629" y="60032"/>
                  </a:cubicBezTo>
                  <a:cubicBezTo>
                    <a:pt x="132495" y="60488"/>
                    <a:pt x="142130" y="58725"/>
                    <a:pt x="146751" y="63558"/>
                  </a:cubicBezTo>
                  <a:cubicBezTo>
                    <a:pt x="149608" y="66567"/>
                    <a:pt x="153985" y="70913"/>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6"/>
            <p:cNvSpPr/>
            <p:nvPr/>
          </p:nvSpPr>
          <p:spPr>
            <a:xfrm>
              <a:off x="2975000" y="442550"/>
              <a:ext cx="3962100" cy="1769800"/>
            </a:xfrm>
            <a:custGeom>
              <a:rect b="b" l="l" r="r" t="t"/>
              <a:pathLst>
                <a:path extrusionOk="0" fill="none" h="70792" w="158484">
                  <a:moveTo>
                    <a:pt x="0" y="1"/>
                  </a:moveTo>
                  <a:cubicBezTo>
                    <a:pt x="5654" y="2280"/>
                    <a:pt x="11703" y="3435"/>
                    <a:pt x="17812" y="3405"/>
                  </a:cubicBezTo>
                  <a:cubicBezTo>
                    <a:pt x="23709" y="3344"/>
                    <a:pt x="29606" y="4165"/>
                    <a:pt x="35502" y="3192"/>
                  </a:cubicBezTo>
                  <a:cubicBezTo>
                    <a:pt x="37660" y="2858"/>
                    <a:pt x="42463" y="1976"/>
                    <a:pt x="44621" y="2949"/>
                  </a:cubicBezTo>
                  <a:cubicBezTo>
                    <a:pt x="49545" y="5168"/>
                    <a:pt x="46840" y="10913"/>
                    <a:pt x="45624" y="14742"/>
                  </a:cubicBezTo>
                  <a:cubicBezTo>
                    <a:pt x="43557" y="21369"/>
                    <a:pt x="34135" y="40001"/>
                    <a:pt x="49819" y="34652"/>
                  </a:cubicBezTo>
                  <a:cubicBezTo>
                    <a:pt x="58299" y="31734"/>
                    <a:pt x="67935" y="28177"/>
                    <a:pt x="76050" y="24864"/>
                  </a:cubicBezTo>
                  <a:cubicBezTo>
                    <a:pt x="83072" y="21977"/>
                    <a:pt x="96051" y="24347"/>
                    <a:pt x="100762" y="28117"/>
                  </a:cubicBezTo>
                  <a:cubicBezTo>
                    <a:pt x="105716" y="32098"/>
                    <a:pt x="98908" y="48299"/>
                    <a:pt x="109698" y="48482"/>
                  </a:cubicBezTo>
                  <a:cubicBezTo>
                    <a:pt x="114653" y="48573"/>
                    <a:pt x="117753" y="48846"/>
                    <a:pt x="120458" y="53254"/>
                  </a:cubicBezTo>
                  <a:cubicBezTo>
                    <a:pt x="122586" y="56628"/>
                    <a:pt x="121948" y="59242"/>
                    <a:pt x="127176" y="59576"/>
                  </a:cubicBezTo>
                  <a:cubicBezTo>
                    <a:pt x="133133" y="60001"/>
                    <a:pt x="142404" y="58360"/>
                    <a:pt x="146963" y="63375"/>
                  </a:cubicBezTo>
                  <a:cubicBezTo>
                    <a:pt x="149699" y="66385"/>
                    <a:pt x="153985" y="70792"/>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6"/>
            <p:cNvSpPr/>
            <p:nvPr/>
          </p:nvSpPr>
          <p:spPr>
            <a:xfrm>
              <a:off x="2975000" y="442550"/>
              <a:ext cx="3963625" cy="1767525"/>
            </a:xfrm>
            <a:custGeom>
              <a:rect b="b" l="l" r="r" t="t"/>
              <a:pathLst>
                <a:path extrusionOk="0" fill="none" h="70701" w="158545">
                  <a:moveTo>
                    <a:pt x="0" y="1"/>
                  </a:moveTo>
                  <a:cubicBezTo>
                    <a:pt x="5715" y="2250"/>
                    <a:pt x="11794" y="3314"/>
                    <a:pt x="17934" y="3192"/>
                  </a:cubicBezTo>
                  <a:cubicBezTo>
                    <a:pt x="23770" y="2979"/>
                    <a:pt x="29575" y="3314"/>
                    <a:pt x="35411" y="2341"/>
                  </a:cubicBezTo>
                  <a:cubicBezTo>
                    <a:pt x="44439" y="791"/>
                    <a:pt x="50518" y="2371"/>
                    <a:pt x="48147" y="11916"/>
                  </a:cubicBezTo>
                  <a:cubicBezTo>
                    <a:pt x="46627" y="18086"/>
                    <a:pt x="34894" y="38725"/>
                    <a:pt x="50883" y="33253"/>
                  </a:cubicBezTo>
                  <a:cubicBezTo>
                    <a:pt x="59697" y="30244"/>
                    <a:pt x="68482" y="26688"/>
                    <a:pt x="77418" y="23922"/>
                  </a:cubicBezTo>
                  <a:cubicBezTo>
                    <a:pt x="84227" y="21794"/>
                    <a:pt x="97601" y="22585"/>
                    <a:pt x="102312" y="26779"/>
                  </a:cubicBezTo>
                  <a:cubicBezTo>
                    <a:pt x="107510" y="31399"/>
                    <a:pt x="99394" y="48056"/>
                    <a:pt x="110276" y="48330"/>
                  </a:cubicBezTo>
                  <a:cubicBezTo>
                    <a:pt x="115200" y="48451"/>
                    <a:pt x="117966" y="49181"/>
                    <a:pt x="120945" y="52889"/>
                  </a:cubicBezTo>
                  <a:cubicBezTo>
                    <a:pt x="123376" y="55928"/>
                    <a:pt x="122464" y="58877"/>
                    <a:pt x="127784" y="59150"/>
                  </a:cubicBezTo>
                  <a:cubicBezTo>
                    <a:pt x="133711" y="59454"/>
                    <a:pt x="142769" y="58026"/>
                    <a:pt x="147267" y="63223"/>
                  </a:cubicBezTo>
                  <a:cubicBezTo>
                    <a:pt x="149881" y="66202"/>
                    <a:pt x="154076" y="70701"/>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6"/>
            <p:cNvSpPr/>
            <p:nvPr/>
          </p:nvSpPr>
          <p:spPr>
            <a:xfrm>
              <a:off x="2975000" y="442550"/>
              <a:ext cx="3962850" cy="1765250"/>
            </a:xfrm>
            <a:custGeom>
              <a:rect b="b" l="l" r="r" t="t"/>
              <a:pathLst>
                <a:path extrusionOk="0" fill="none" h="70610" w="158514">
                  <a:moveTo>
                    <a:pt x="0" y="1"/>
                  </a:moveTo>
                  <a:cubicBezTo>
                    <a:pt x="5745" y="2219"/>
                    <a:pt x="11885" y="3223"/>
                    <a:pt x="18025" y="2949"/>
                  </a:cubicBezTo>
                  <a:cubicBezTo>
                    <a:pt x="23800" y="2645"/>
                    <a:pt x="29514" y="2493"/>
                    <a:pt x="35259" y="1490"/>
                  </a:cubicBezTo>
                  <a:cubicBezTo>
                    <a:pt x="38056" y="1004"/>
                    <a:pt x="42189" y="396"/>
                    <a:pt x="44986" y="1064"/>
                  </a:cubicBezTo>
                  <a:cubicBezTo>
                    <a:pt x="50183" y="2280"/>
                    <a:pt x="51065" y="4803"/>
                    <a:pt x="50487" y="9454"/>
                  </a:cubicBezTo>
                  <a:cubicBezTo>
                    <a:pt x="49728" y="14986"/>
                    <a:pt x="36627" y="36870"/>
                    <a:pt x="52068" y="31825"/>
                  </a:cubicBezTo>
                  <a:cubicBezTo>
                    <a:pt x="60944" y="28937"/>
                    <a:pt x="69910" y="25533"/>
                    <a:pt x="79029" y="23010"/>
                  </a:cubicBezTo>
                  <a:cubicBezTo>
                    <a:pt x="86111" y="21095"/>
                    <a:pt x="98969" y="21551"/>
                    <a:pt x="103893" y="25472"/>
                  </a:cubicBezTo>
                  <a:cubicBezTo>
                    <a:pt x="109212" y="29697"/>
                    <a:pt x="100093" y="47661"/>
                    <a:pt x="110823" y="48147"/>
                  </a:cubicBezTo>
                  <a:cubicBezTo>
                    <a:pt x="115595" y="48360"/>
                    <a:pt x="118422" y="49120"/>
                    <a:pt x="121431" y="52646"/>
                  </a:cubicBezTo>
                  <a:cubicBezTo>
                    <a:pt x="123923" y="55594"/>
                    <a:pt x="123103" y="58542"/>
                    <a:pt x="128300" y="58786"/>
                  </a:cubicBezTo>
                  <a:cubicBezTo>
                    <a:pt x="134288" y="59059"/>
                    <a:pt x="143042" y="57783"/>
                    <a:pt x="147480" y="63041"/>
                  </a:cubicBezTo>
                  <a:cubicBezTo>
                    <a:pt x="150003" y="65989"/>
                    <a:pt x="154076" y="7061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6"/>
            <p:cNvSpPr/>
            <p:nvPr/>
          </p:nvSpPr>
          <p:spPr>
            <a:xfrm>
              <a:off x="2975000" y="428125"/>
              <a:ext cx="3962850" cy="1777400"/>
            </a:xfrm>
            <a:custGeom>
              <a:rect b="b" l="l" r="r" t="t"/>
              <a:pathLst>
                <a:path extrusionOk="0" fill="none" h="71096" w="158514">
                  <a:moveTo>
                    <a:pt x="0" y="578"/>
                  </a:moveTo>
                  <a:cubicBezTo>
                    <a:pt x="5715" y="2705"/>
                    <a:pt x="12128" y="3769"/>
                    <a:pt x="18146" y="3313"/>
                  </a:cubicBezTo>
                  <a:cubicBezTo>
                    <a:pt x="23861" y="2888"/>
                    <a:pt x="29484" y="2219"/>
                    <a:pt x="35138" y="1246"/>
                  </a:cubicBezTo>
                  <a:cubicBezTo>
                    <a:pt x="42554" y="0"/>
                    <a:pt x="52281" y="1489"/>
                    <a:pt x="52585" y="7994"/>
                  </a:cubicBezTo>
                  <a:cubicBezTo>
                    <a:pt x="52767" y="12523"/>
                    <a:pt x="39211" y="35350"/>
                    <a:pt x="53436" y="30882"/>
                  </a:cubicBezTo>
                  <a:cubicBezTo>
                    <a:pt x="62372" y="28086"/>
                    <a:pt x="71673" y="25137"/>
                    <a:pt x="80914" y="22736"/>
                  </a:cubicBezTo>
                  <a:cubicBezTo>
                    <a:pt x="88604" y="20760"/>
                    <a:pt x="100032" y="21551"/>
                    <a:pt x="105443" y="24803"/>
                  </a:cubicBezTo>
                  <a:cubicBezTo>
                    <a:pt x="111674" y="28511"/>
                    <a:pt x="99941" y="47508"/>
                    <a:pt x="111431" y="48511"/>
                  </a:cubicBezTo>
                  <a:cubicBezTo>
                    <a:pt x="116081" y="48937"/>
                    <a:pt x="118847" y="49606"/>
                    <a:pt x="121887" y="52980"/>
                  </a:cubicBezTo>
                  <a:cubicBezTo>
                    <a:pt x="124440" y="55837"/>
                    <a:pt x="123741" y="58785"/>
                    <a:pt x="128787" y="58998"/>
                  </a:cubicBezTo>
                  <a:cubicBezTo>
                    <a:pt x="134836" y="59271"/>
                    <a:pt x="143316" y="58147"/>
                    <a:pt x="147723" y="63436"/>
                  </a:cubicBezTo>
                  <a:cubicBezTo>
                    <a:pt x="150125" y="66323"/>
                    <a:pt x="154106" y="71095"/>
                    <a:pt x="158514" y="6924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6"/>
            <p:cNvSpPr/>
            <p:nvPr/>
          </p:nvSpPr>
          <p:spPr>
            <a:xfrm>
              <a:off x="2975000" y="412925"/>
              <a:ext cx="3962850" cy="1789550"/>
            </a:xfrm>
            <a:custGeom>
              <a:rect b="b" l="l" r="r" t="t"/>
              <a:pathLst>
                <a:path extrusionOk="0" fill="none" h="71582" w="158514">
                  <a:moveTo>
                    <a:pt x="0" y="1186"/>
                  </a:moveTo>
                  <a:cubicBezTo>
                    <a:pt x="5745" y="3283"/>
                    <a:pt x="12219" y="4286"/>
                    <a:pt x="18238" y="3678"/>
                  </a:cubicBezTo>
                  <a:cubicBezTo>
                    <a:pt x="23891" y="3131"/>
                    <a:pt x="29454" y="1976"/>
                    <a:pt x="35046" y="1034"/>
                  </a:cubicBezTo>
                  <a:cubicBezTo>
                    <a:pt x="41308" y="0"/>
                    <a:pt x="52980" y="638"/>
                    <a:pt x="54317" y="7082"/>
                  </a:cubicBezTo>
                  <a:cubicBezTo>
                    <a:pt x="55260" y="11672"/>
                    <a:pt x="42159" y="33557"/>
                    <a:pt x="54895" y="29879"/>
                  </a:cubicBezTo>
                  <a:cubicBezTo>
                    <a:pt x="64044" y="27204"/>
                    <a:pt x="73588" y="24864"/>
                    <a:pt x="82950" y="22523"/>
                  </a:cubicBezTo>
                  <a:cubicBezTo>
                    <a:pt x="90488" y="20608"/>
                    <a:pt x="101248" y="21186"/>
                    <a:pt x="106932" y="24256"/>
                  </a:cubicBezTo>
                  <a:cubicBezTo>
                    <a:pt x="113862" y="27964"/>
                    <a:pt x="100762" y="47478"/>
                    <a:pt x="112069" y="48876"/>
                  </a:cubicBezTo>
                  <a:cubicBezTo>
                    <a:pt x="116264" y="49363"/>
                    <a:pt x="119729" y="49879"/>
                    <a:pt x="122343" y="53344"/>
                  </a:cubicBezTo>
                  <a:cubicBezTo>
                    <a:pt x="124562" y="56354"/>
                    <a:pt x="124653" y="59089"/>
                    <a:pt x="129273" y="59272"/>
                  </a:cubicBezTo>
                  <a:cubicBezTo>
                    <a:pt x="135352" y="59545"/>
                    <a:pt x="143620" y="58603"/>
                    <a:pt x="147936" y="63861"/>
                  </a:cubicBezTo>
                  <a:cubicBezTo>
                    <a:pt x="150277" y="66688"/>
                    <a:pt x="154137" y="71582"/>
                    <a:pt x="158514" y="6984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6"/>
            <p:cNvSpPr/>
            <p:nvPr/>
          </p:nvSpPr>
          <p:spPr>
            <a:xfrm>
              <a:off x="2975000" y="386325"/>
              <a:ext cx="3962850" cy="1813875"/>
            </a:xfrm>
            <a:custGeom>
              <a:rect b="b" l="l" r="r" t="t"/>
              <a:pathLst>
                <a:path extrusionOk="0" fill="none" h="72555" w="158514">
                  <a:moveTo>
                    <a:pt x="0" y="2250"/>
                  </a:moveTo>
                  <a:cubicBezTo>
                    <a:pt x="5806" y="4286"/>
                    <a:pt x="12371" y="5259"/>
                    <a:pt x="18390" y="4529"/>
                  </a:cubicBezTo>
                  <a:cubicBezTo>
                    <a:pt x="23982" y="3830"/>
                    <a:pt x="29423" y="2250"/>
                    <a:pt x="35046" y="1307"/>
                  </a:cubicBezTo>
                  <a:cubicBezTo>
                    <a:pt x="42767" y="0"/>
                    <a:pt x="52402" y="2067"/>
                    <a:pt x="55685" y="7174"/>
                  </a:cubicBezTo>
                  <a:cubicBezTo>
                    <a:pt x="57570" y="10183"/>
                    <a:pt x="46658" y="32159"/>
                    <a:pt x="56719" y="29271"/>
                  </a:cubicBezTo>
                  <a:cubicBezTo>
                    <a:pt x="65442" y="26748"/>
                    <a:pt x="75746" y="25077"/>
                    <a:pt x="85139" y="22736"/>
                  </a:cubicBezTo>
                  <a:cubicBezTo>
                    <a:pt x="92494" y="20882"/>
                    <a:pt x="102099" y="21338"/>
                    <a:pt x="108300" y="24317"/>
                  </a:cubicBezTo>
                  <a:cubicBezTo>
                    <a:pt x="116477" y="28207"/>
                    <a:pt x="101765" y="47873"/>
                    <a:pt x="112799" y="49636"/>
                  </a:cubicBezTo>
                  <a:cubicBezTo>
                    <a:pt x="116780" y="50275"/>
                    <a:pt x="120215" y="50852"/>
                    <a:pt x="122768" y="54165"/>
                  </a:cubicBezTo>
                  <a:cubicBezTo>
                    <a:pt x="125048" y="57083"/>
                    <a:pt x="125200" y="59849"/>
                    <a:pt x="129729" y="60032"/>
                  </a:cubicBezTo>
                  <a:cubicBezTo>
                    <a:pt x="135839" y="60336"/>
                    <a:pt x="143893" y="59545"/>
                    <a:pt x="148179" y="64773"/>
                  </a:cubicBezTo>
                  <a:cubicBezTo>
                    <a:pt x="150459" y="67539"/>
                    <a:pt x="154167" y="72555"/>
                    <a:pt x="158514" y="7091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6"/>
            <p:cNvSpPr/>
            <p:nvPr/>
          </p:nvSpPr>
          <p:spPr>
            <a:xfrm>
              <a:off x="2975000" y="367325"/>
              <a:ext cx="3962850" cy="1829825"/>
            </a:xfrm>
            <a:custGeom>
              <a:rect b="b" l="l" r="r" t="t"/>
              <a:pathLst>
                <a:path extrusionOk="0" fill="none" h="73193" w="158514">
                  <a:moveTo>
                    <a:pt x="0" y="3010"/>
                  </a:moveTo>
                  <a:cubicBezTo>
                    <a:pt x="5836" y="5016"/>
                    <a:pt x="12432" y="5897"/>
                    <a:pt x="18481" y="5046"/>
                  </a:cubicBezTo>
                  <a:cubicBezTo>
                    <a:pt x="24104" y="4286"/>
                    <a:pt x="29514" y="2067"/>
                    <a:pt x="35077" y="1216"/>
                  </a:cubicBezTo>
                  <a:cubicBezTo>
                    <a:pt x="43010" y="0"/>
                    <a:pt x="51703" y="2584"/>
                    <a:pt x="56719" y="7447"/>
                  </a:cubicBezTo>
                  <a:cubicBezTo>
                    <a:pt x="60123" y="10791"/>
                    <a:pt x="50335" y="30396"/>
                    <a:pt x="58998" y="28360"/>
                  </a:cubicBezTo>
                  <a:cubicBezTo>
                    <a:pt x="67722" y="26293"/>
                    <a:pt x="78056" y="25016"/>
                    <a:pt x="87357" y="22615"/>
                  </a:cubicBezTo>
                  <a:cubicBezTo>
                    <a:pt x="94531" y="20761"/>
                    <a:pt x="103224" y="21065"/>
                    <a:pt x="109546" y="24104"/>
                  </a:cubicBezTo>
                  <a:cubicBezTo>
                    <a:pt x="118209" y="28268"/>
                    <a:pt x="103376" y="47965"/>
                    <a:pt x="113559" y="50062"/>
                  </a:cubicBezTo>
                  <a:cubicBezTo>
                    <a:pt x="117328" y="50822"/>
                    <a:pt x="120671" y="51551"/>
                    <a:pt x="123194" y="54682"/>
                  </a:cubicBezTo>
                  <a:cubicBezTo>
                    <a:pt x="125474" y="57539"/>
                    <a:pt x="125717" y="60305"/>
                    <a:pt x="130155" y="60518"/>
                  </a:cubicBezTo>
                  <a:cubicBezTo>
                    <a:pt x="136295" y="60852"/>
                    <a:pt x="144137" y="60214"/>
                    <a:pt x="148392" y="65381"/>
                  </a:cubicBezTo>
                  <a:cubicBezTo>
                    <a:pt x="150611" y="68056"/>
                    <a:pt x="154228" y="73193"/>
                    <a:pt x="158514" y="7167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6"/>
            <p:cNvSpPr/>
            <p:nvPr/>
          </p:nvSpPr>
          <p:spPr>
            <a:xfrm>
              <a:off x="2975000" y="347575"/>
              <a:ext cx="3962850" cy="1845775"/>
            </a:xfrm>
            <a:custGeom>
              <a:rect b="b" l="l" r="r" t="t"/>
              <a:pathLst>
                <a:path extrusionOk="0" fill="none" h="73831" w="158514">
                  <a:moveTo>
                    <a:pt x="0" y="3800"/>
                  </a:moveTo>
                  <a:cubicBezTo>
                    <a:pt x="5867" y="5775"/>
                    <a:pt x="12554" y="6566"/>
                    <a:pt x="18602" y="5623"/>
                  </a:cubicBezTo>
                  <a:cubicBezTo>
                    <a:pt x="24256" y="4711"/>
                    <a:pt x="29575" y="1915"/>
                    <a:pt x="35229" y="1125"/>
                  </a:cubicBezTo>
                  <a:cubicBezTo>
                    <a:pt x="43284" y="0"/>
                    <a:pt x="51217" y="3404"/>
                    <a:pt x="57448" y="7903"/>
                  </a:cubicBezTo>
                  <a:cubicBezTo>
                    <a:pt x="62129" y="11247"/>
                    <a:pt x="59454" y="16353"/>
                    <a:pt x="58421" y="20852"/>
                  </a:cubicBezTo>
                  <a:cubicBezTo>
                    <a:pt x="57782" y="23587"/>
                    <a:pt x="56506" y="28420"/>
                    <a:pt x="61582" y="27599"/>
                  </a:cubicBezTo>
                  <a:cubicBezTo>
                    <a:pt x="70305" y="26171"/>
                    <a:pt x="80366" y="24925"/>
                    <a:pt x="89516" y="22493"/>
                  </a:cubicBezTo>
                  <a:cubicBezTo>
                    <a:pt x="96628" y="20639"/>
                    <a:pt x="104501" y="20700"/>
                    <a:pt x="110732" y="23952"/>
                  </a:cubicBezTo>
                  <a:cubicBezTo>
                    <a:pt x="119698" y="28663"/>
                    <a:pt x="104501" y="47600"/>
                    <a:pt x="114379" y="50487"/>
                  </a:cubicBezTo>
                  <a:cubicBezTo>
                    <a:pt x="117996" y="51551"/>
                    <a:pt x="121157" y="52250"/>
                    <a:pt x="123619" y="55229"/>
                  </a:cubicBezTo>
                  <a:cubicBezTo>
                    <a:pt x="125899" y="57995"/>
                    <a:pt x="126203" y="60791"/>
                    <a:pt x="130550" y="61065"/>
                  </a:cubicBezTo>
                  <a:cubicBezTo>
                    <a:pt x="136659" y="61399"/>
                    <a:pt x="144380" y="60913"/>
                    <a:pt x="148605" y="65989"/>
                  </a:cubicBezTo>
                  <a:cubicBezTo>
                    <a:pt x="150793" y="68603"/>
                    <a:pt x="154258" y="73831"/>
                    <a:pt x="158514" y="7246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6"/>
            <p:cNvSpPr/>
            <p:nvPr/>
          </p:nvSpPr>
          <p:spPr>
            <a:xfrm>
              <a:off x="2975000" y="324000"/>
              <a:ext cx="3962850" cy="1867075"/>
            </a:xfrm>
            <a:custGeom>
              <a:rect b="b" l="l" r="r" t="t"/>
              <a:pathLst>
                <a:path extrusionOk="0" fill="none" h="74683" w="158514">
                  <a:moveTo>
                    <a:pt x="0" y="4743"/>
                  </a:moveTo>
                  <a:cubicBezTo>
                    <a:pt x="5897" y="6688"/>
                    <a:pt x="12645" y="7387"/>
                    <a:pt x="18724" y="6323"/>
                  </a:cubicBezTo>
                  <a:cubicBezTo>
                    <a:pt x="24469" y="5290"/>
                    <a:pt x="29758" y="1977"/>
                    <a:pt x="35502" y="1156"/>
                  </a:cubicBezTo>
                  <a:cubicBezTo>
                    <a:pt x="43466" y="1"/>
                    <a:pt x="51460" y="4682"/>
                    <a:pt x="57934" y="8572"/>
                  </a:cubicBezTo>
                  <a:cubicBezTo>
                    <a:pt x="62858" y="11521"/>
                    <a:pt x="62099" y="15411"/>
                    <a:pt x="61339" y="20153"/>
                  </a:cubicBezTo>
                  <a:cubicBezTo>
                    <a:pt x="60883" y="22919"/>
                    <a:pt x="59576" y="27448"/>
                    <a:pt x="64378" y="27144"/>
                  </a:cubicBezTo>
                  <a:cubicBezTo>
                    <a:pt x="73223" y="26597"/>
                    <a:pt x="82737" y="24834"/>
                    <a:pt x="91643" y="22494"/>
                  </a:cubicBezTo>
                  <a:cubicBezTo>
                    <a:pt x="98817" y="20609"/>
                    <a:pt x="105747" y="20366"/>
                    <a:pt x="111856" y="23983"/>
                  </a:cubicBezTo>
                  <a:cubicBezTo>
                    <a:pt x="120519" y="29120"/>
                    <a:pt x="105990" y="47296"/>
                    <a:pt x="115230" y="51035"/>
                  </a:cubicBezTo>
                  <a:cubicBezTo>
                    <a:pt x="118543" y="52372"/>
                    <a:pt x="121705" y="53072"/>
                    <a:pt x="124045" y="55898"/>
                  </a:cubicBezTo>
                  <a:cubicBezTo>
                    <a:pt x="126325" y="58634"/>
                    <a:pt x="126659" y="61461"/>
                    <a:pt x="130914" y="61765"/>
                  </a:cubicBezTo>
                  <a:cubicBezTo>
                    <a:pt x="136994" y="62160"/>
                    <a:pt x="144593" y="61825"/>
                    <a:pt x="148818" y="66810"/>
                  </a:cubicBezTo>
                  <a:cubicBezTo>
                    <a:pt x="150945" y="69364"/>
                    <a:pt x="154289" y="74683"/>
                    <a:pt x="158514" y="73406"/>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6"/>
            <p:cNvSpPr/>
            <p:nvPr/>
          </p:nvSpPr>
          <p:spPr>
            <a:xfrm>
              <a:off x="2975000" y="297425"/>
              <a:ext cx="3962850" cy="1890625"/>
            </a:xfrm>
            <a:custGeom>
              <a:rect b="b" l="l" r="r" t="t"/>
              <a:pathLst>
                <a:path extrusionOk="0" fill="none" h="75625" w="158514">
                  <a:moveTo>
                    <a:pt x="0" y="5806"/>
                  </a:moveTo>
                  <a:cubicBezTo>
                    <a:pt x="5927" y="7690"/>
                    <a:pt x="12918" y="8450"/>
                    <a:pt x="18815" y="7173"/>
                  </a:cubicBezTo>
                  <a:cubicBezTo>
                    <a:pt x="24530" y="5927"/>
                    <a:pt x="30122" y="2128"/>
                    <a:pt x="35928" y="1216"/>
                  </a:cubicBezTo>
                  <a:cubicBezTo>
                    <a:pt x="43648" y="0"/>
                    <a:pt x="52494" y="5593"/>
                    <a:pt x="58178" y="9392"/>
                  </a:cubicBezTo>
                  <a:cubicBezTo>
                    <a:pt x="62585" y="12310"/>
                    <a:pt x="64226" y="14347"/>
                    <a:pt x="64074" y="19940"/>
                  </a:cubicBezTo>
                  <a:cubicBezTo>
                    <a:pt x="64014" y="22797"/>
                    <a:pt x="62828" y="26839"/>
                    <a:pt x="67296" y="27022"/>
                  </a:cubicBezTo>
                  <a:cubicBezTo>
                    <a:pt x="76081" y="27417"/>
                    <a:pt x="85199" y="24560"/>
                    <a:pt x="93589" y="22584"/>
                  </a:cubicBezTo>
                  <a:cubicBezTo>
                    <a:pt x="100975" y="20851"/>
                    <a:pt x="106598" y="19879"/>
                    <a:pt x="112920" y="24165"/>
                  </a:cubicBezTo>
                  <a:cubicBezTo>
                    <a:pt x="121188" y="29788"/>
                    <a:pt x="107753" y="47113"/>
                    <a:pt x="116142" y="51673"/>
                  </a:cubicBezTo>
                  <a:cubicBezTo>
                    <a:pt x="119030" y="53223"/>
                    <a:pt x="122221" y="54013"/>
                    <a:pt x="124501" y="56718"/>
                  </a:cubicBezTo>
                  <a:cubicBezTo>
                    <a:pt x="126781" y="59423"/>
                    <a:pt x="127115" y="62281"/>
                    <a:pt x="131279" y="62615"/>
                  </a:cubicBezTo>
                  <a:cubicBezTo>
                    <a:pt x="137358" y="63101"/>
                    <a:pt x="144836" y="62828"/>
                    <a:pt x="149030" y="67752"/>
                  </a:cubicBezTo>
                  <a:cubicBezTo>
                    <a:pt x="151158" y="70244"/>
                    <a:pt x="154350" y="75624"/>
                    <a:pt x="158514" y="7446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6"/>
            <p:cNvSpPr/>
            <p:nvPr/>
          </p:nvSpPr>
          <p:spPr>
            <a:xfrm>
              <a:off x="2975000" y="270050"/>
              <a:ext cx="3962100" cy="1914200"/>
            </a:xfrm>
            <a:custGeom>
              <a:rect b="b" l="l" r="r" t="t"/>
              <a:pathLst>
                <a:path extrusionOk="0" fill="none" h="76568" w="158484">
                  <a:moveTo>
                    <a:pt x="0" y="6901"/>
                  </a:moveTo>
                  <a:cubicBezTo>
                    <a:pt x="5988" y="8785"/>
                    <a:pt x="13040" y="9484"/>
                    <a:pt x="18937" y="8025"/>
                  </a:cubicBezTo>
                  <a:cubicBezTo>
                    <a:pt x="24803" y="6627"/>
                    <a:pt x="30396" y="2402"/>
                    <a:pt x="36414" y="1338"/>
                  </a:cubicBezTo>
                  <a:cubicBezTo>
                    <a:pt x="44013" y="1"/>
                    <a:pt x="52463" y="6688"/>
                    <a:pt x="58208" y="10244"/>
                  </a:cubicBezTo>
                  <a:cubicBezTo>
                    <a:pt x="62676" y="13010"/>
                    <a:pt x="65138" y="14925"/>
                    <a:pt x="66476" y="20092"/>
                  </a:cubicBezTo>
                  <a:cubicBezTo>
                    <a:pt x="67235" y="22980"/>
                    <a:pt x="65868" y="26536"/>
                    <a:pt x="70214" y="27144"/>
                  </a:cubicBezTo>
                  <a:cubicBezTo>
                    <a:pt x="78695" y="28329"/>
                    <a:pt x="87753" y="24104"/>
                    <a:pt x="95351" y="22646"/>
                  </a:cubicBezTo>
                  <a:cubicBezTo>
                    <a:pt x="102950" y="21187"/>
                    <a:pt x="107327" y="19150"/>
                    <a:pt x="113893" y="24408"/>
                  </a:cubicBezTo>
                  <a:cubicBezTo>
                    <a:pt x="121309" y="30366"/>
                    <a:pt x="109668" y="47023"/>
                    <a:pt x="117084" y="52251"/>
                  </a:cubicBezTo>
                  <a:cubicBezTo>
                    <a:pt x="119577" y="54014"/>
                    <a:pt x="122586" y="54956"/>
                    <a:pt x="125018" y="57418"/>
                  </a:cubicBezTo>
                  <a:cubicBezTo>
                    <a:pt x="127419" y="59880"/>
                    <a:pt x="127145" y="63011"/>
                    <a:pt x="131614" y="63436"/>
                  </a:cubicBezTo>
                  <a:cubicBezTo>
                    <a:pt x="137602" y="64014"/>
                    <a:pt x="144988" y="63832"/>
                    <a:pt x="149213" y="68695"/>
                  </a:cubicBezTo>
                  <a:cubicBezTo>
                    <a:pt x="151310" y="71126"/>
                    <a:pt x="154410" y="76567"/>
                    <a:pt x="158483" y="755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6"/>
            <p:cNvSpPr/>
            <p:nvPr/>
          </p:nvSpPr>
          <p:spPr>
            <a:xfrm>
              <a:off x="2975000" y="244975"/>
              <a:ext cx="3962100" cy="1937000"/>
            </a:xfrm>
            <a:custGeom>
              <a:rect b="b" l="l" r="r" t="t"/>
              <a:pathLst>
                <a:path extrusionOk="0" fill="none" h="77480" w="158484">
                  <a:moveTo>
                    <a:pt x="0" y="7904"/>
                  </a:moveTo>
                  <a:cubicBezTo>
                    <a:pt x="6019" y="9758"/>
                    <a:pt x="13162" y="10366"/>
                    <a:pt x="19058" y="8815"/>
                  </a:cubicBezTo>
                  <a:cubicBezTo>
                    <a:pt x="25077" y="7204"/>
                    <a:pt x="30730" y="2554"/>
                    <a:pt x="36992" y="1429"/>
                  </a:cubicBezTo>
                  <a:cubicBezTo>
                    <a:pt x="44773" y="1"/>
                    <a:pt x="52038" y="7296"/>
                    <a:pt x="58086" y="10974"/>
                  </a:cubicBezTo>
                  <a:cubicBezTo>
                    <a:pt x="62463" y="13618"/>
                    <a:pt x="66111" y="15806"/>
                    <a:pt x="68482" y="20457"/>
                  </a:cubicBezTo>
                  <a:cubicBezTo>
                    <a:pt x="69910" y="23253"/>
                    <a:pt x="69090" y="26475"/>
                    <a:pt x="73041" y="27387"/>
                  </a:cubicBezTo>
                  <a:cubicBezTo>
                    <a:pt x="81005" y="29180"/>
                    <a:pt x="90002" y="23679"/>
                    <a:pt x="96841" y="22615"/>
                  </a:cubicBezTo>
                  <a:cubicBezTo>
                    <a:pt x="104622" y="21399"/>
                    <a:pt x="107692" y="18360"/>
                    <a:pt x="114714" y="24621"/>
                  </a:cubicBezTo>
                  <a:cubicBezTo>
                    <a:pt x="121917" y="31065"/>
                    <a:pt x="111552" y="46780"/>
                    <a:pt x="118087" y="52767"/>
                  </a:cubicBezTo>
                  <a:cubicBezTo>
                    <a:pt x="120124" y="54682"/>
                    <a:pt x="123224" y="55807"/>
                    <a:pt x="125443" y="58178"/>
                  </a:cubicBezTo>
                  <a:cubicBezTo>
                    <a:pt x="127784" y="60640"/>
                    <a:pt x="127632" y="63771"/>
                    <a:pt x="131918" y="64257"/>
                  </a:cubicBezTo>
                  <a:cubicBezTo>
                    <a:pt x="137905" y="64956"/>
                    <a:pt x="145170" y="64804"/>
                    <a:pt x="149425" y="69576"/>
                  </a:cubicBezTo>
                  <a:cubicBezTo>
                    <a:pt x="151523" y="71947"/>
                    <a:pt x="154471" y="77479"/>
                    <a:pt x="158483" y="765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6"/>
            <p:cNvSpPr/>
            <p:nvPr/>
          </p:nvSpPr>
          <p:spPr>
            <a:xfrm>
              <a:off x="2975000" y="222950"/>
              <a:ext cx="3962100" cy="1955225"/>
            </a:xfrm>
            <a:custGeom>
              <a:rect b="b" l="l" r="r" t="t"/>
              <a:pathLst>
                <a:path extrusionOk="0" fill="none" h="78209" w="158484">
                  <a:moveTo>
                    <a:pt x="0" y="8785"/>
                  </a:moveTo>
                  <a:cubicBezTo>
                    <a:pt x="6079" y="10608"/>
                    <a:pt x="13313" y="11155"/>
                    <a:pt x="19180" y="9453"/>
                  </a:cubicBezTo>
                  <a:cubicBezTo>
                    <a:pt x="25289" y="7690"/>
                    <a:pt x="31125" y="2584"/>
                    <a:pt x="37569" y="1459"/>
                  </a:cubicBezTo>
                  <a:cubicBezTo>
                    <a:pt x="45776" y="0"/>
                    <a:pt x="51642" y="7630"/>
                    <a:pt x="57874" y="11520"/>
                  </a:cubicBezTo>
                  <a:cubicBezTo>
                    <a:pt x="62099" y="14134"/>
                    <a:pt x="67175" y="16596"/>
                    <a:pt x="70123" y="20882"/>
                  </a:cubicBezTo>
                  <a:cubicBezTo>
                    <a:pt x="71886" y="23466"/>
                    <a:pt x="72190" y="26688"/>
                    <a:pt x="75625" y="27569"/>
                  </a:cubicBezTo>
                  <a:cubicBezTo>
                    <a:pt x="83193" y="29484"/>
                    <a:pt x="91339" y="23374"/>
                    <a:pt x="97996" y="22371"/>
                  </a:cubicBezTo>
                  <a:cubicBezTo>
                    <a:pt x="106051" y="21186"/>
                    <a:pt x="108391" y="17630"/>
                    <a:pt x="115473" y="24773"/>
                  </a:cubicBezTo>
                  <a:cubicBezTo>
                    <a:pt x="122039" y="31369"/>
                    <a:pt x="113528" y="46475"/>
                    <a:pt x="119060" y="53101"/>
                  </a:cubicBezTo>
                  <a:cubicBezTo>
                    <a:pt x="120732" y="55107"/>
                    <a:pt x="123802" y="56475"/>
                    <a:pt x="125869" y="58785"/>
                  </a:cubicBezTo>
                  <a:cubicBezTo>
                    <a:pt x="128088" y="61247"/>
                    <a:pt x="128057" y="64348"/>
                    <a:pt x="132191" y="64925"/>
                  </a:cubicBezTo>
                  <a:cubicBezTo>
                    <a:pt x="138179" y="65746"/>
                    <a:pt x="145352" y="65594"/>
                    <a:pt x="149608" y="70305"/>
                  </a:cubicBezTo>
                  <a:cubicBezTo>
                    <a:pt x="151705" y="72615"/>
                    <a:pt x="154502" y="78208"/>
                    <a:pt x="158483" y="7744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6"/>
            <p:cNvSpPr/>
            <p:nvPr/>
          </p:nvSpPr>
          <p:spPr>
            <a:xfrm>
              <a:off x="2975000" y="197875"/>
              <a:ext cx="3962850" cy="1976500"/>
            </a:xfrm>
            <a:custGeom>
              <a:rect b="b" l="l" r="r" t="t"/>
              <a:pathLst>
                <a:path extrusionOk="0" fill="none" h="79060" w="158514">
                  <a:moveTo>
                    <a:pt x="0" y="9788"/>
                  </a:moveTo>
                  <a:cubicBezTo>
                    <a:pt x="6110" y="11551"/>
                    <a:pt x="13222" y="11824"/>
                    <a:pt x="19301" y="10244"/>
                  </a:cubicBezTo>
                  <a:cubicBezTo>
                    <a:pt x="26080" y="8450"/>
                    <a:pt x="31369" y="3040"/>
                    <a:pt x="38208" y="1642"/>
                  </a:cubicBezTo>
                  <a:cubicBezTo>
                    <a:pt x="46384" y="0"/>
                    <a:pt x="51855" y="8207"/>
                    <a:pt x="57600" y="12098"/>
                  </a:cubicBezTo>
                  <a:cubicBezTo>
                    <a:pt x="61886" y="14985"/>
                    <a:pt x="67296" y="17478"/>
                    <a:pt x="71065" y="21368"/>
                  </a:cubicBezTo>
                  <a:cubicBezTo>
                    <a:pt x="73315" y="23678"/>
                    <a:pt x="74743" y="27113"/>
                    <a:pt x="77904" y="27903"/>
                  </a:cubicBezTo>
                  <a:cubicBezTo>
                    <a:pt x="84865" y="29575"/>
                    <a:pt x="91978" y="23648"/>
                    <a:pt x="98847" y="22280"/>
                  </a:cubicBezTo>
                  <a:cubicBezTo>
                    <a:pt x="107419" y="20517"/>
                    <a:pt x="109850" y="17903"/>
                    <a:pt x="116233" y="25077"/>
                  </a:cubicBezTo>
                  <a:cubicBezTo>
                    <a:pt x="122069" y="31642"/>
                    <a:pt x="115656" y="46536"/>
                    <a:pt x="120154" y="53557"/>
                  </a:cubicBezTo>
                  <a:cubicBezTo>
                    <a:pt x="121492" y="55624"/>
                    <a:pt x="124471" y="57235"/>
                    <a:pt x="126325" y="59484"/>
                  </a:cubicBezTo>
                  <a:cubicBezTo>
                    <a:pt x="128422" y="61977"/>
                    <a:pt x="128544" y="65047"/>
                    <a:pt x="132495" y="65685"/>
                  </a:cubicBezTo>
                  <a:cubicBezTo>
                    <a:pt x="138392" y="66658"/>
                    <a:pt x="145565" y="66506"/>
                    <a:pt x="149851" y="71187"/>
                  </a:cubicBezTo>
                  <a:cubicBezTo>
                    <a:pt x="151918" y="73466"/>
                    <a:pt x="154593" y="79059"/>
                    <a:pt x="158514" y="7845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6"/>
            <p:cNvSpPr/>
            <p:nvPr/>
          </p:nvSpPr>
          <p:spPr>
            <a:xfrm>
              <a:off x="2975000" y="180400"/>
              <a:ext cx="3962850" cy="1990925"/>
            </a:xfrm>
            <a:custGeom>
              <a:rect b="b" l="l" r="r" t="t"/>
              <a:pathLst>
                <a:path extrusionOk="0" fill="none" h="79637" w="158514">
                  <a:moveTo>
                    <a:pt x="0" y="10487"/>
                  </a:moveTo>
                  <a:cubicBezTo>
                    <a:pt x="6171" y="12219"/>
                    <a:pt x="13374" y="12371"/>
                    <a:pt x="19453" y="10699"/>
                  </a:cubicBezTo>
                  <a:cubicBezTo>
                    <a:pt x="26384" y="8754"/>
                    <a:pt x="31764" y="2979"/>
                    <a:pt x="38876" y="1611"/>
                  </a:cubicBezTo>
                  <a:cubicBezTo>
                    <a:pt x="47265" y="0"/>
                    <a:pt x="51946" y="8025"/>
                    <a:pt x="57418" y="12280"/>
                  </a:cubicBezTo>
                  <a:cubicBezTo>
                    <a:pt x="61582" y="15532"/>
                    <a:pt x="67083" y="17994"/>
                    <a:pt x="71460" y="21490"/>
                  </a:cubicBezTo>
                  <a:cubicBezTo>
                    <a:pt x="74166" y="23678"/>
                    <a:pt x="76597" y="27143"/>
                    <a:pt x="79789" y="27812"/>
                  </a:cubicBezTo>
                  <a:cubicBezTo>
                    <a:pt x="86172" y="29149"/>
                    <a:pt x="92950" y="23374"/>
                    <a:pt x="99364" y="21733"/>
                  </a:cubicBezTo>
                  <a:cubicBezTo>
                    <a:pt x="107723" y="19605"/>
                    <a:pt x="111218" y="17934"/>
                    <a:pt x="117024" y="25137"/>
                  </a:cubicBezTo>
                  <a:cubicBezTo>
                    <a:pt x="122100" y="31460"/>
                    <a:pt x="117784" y="46475"/>
                    <a:pt x="121249" y="53679"/>
                  </a:cubicBezTo>
                  <a:cubicBezTo>
                    <a:pt x="122708" y="56718"/>
                    <a:pt x="129060" y="65472"/>
                    <a:pt x="132769" y="66171"/>
                  </a:cubicBezTo>
                  <a:cubicBezTo>
                    <a:pt x="138605" y="67296"/>
                    <a:pt x="145748" y="67114"/>
                    <a:pt x="150033" y="71764"/>
                  </a:cubicBezTo>
                  <a:cubicBezTo>
                    <a:pt x="152100" y="73983"/>
                    <a:pt x="154684" y="79637"/>
                    <a:pt x="158514" y="7915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6"/>
            <p:cNvSpPr/>
            <p:nvPr/>
          </p:nvSpPr>
          <p:spPr>
            <a:xfrm>
              <a:off x="2975000" y="165200"/>
              <a:ext cx="3962850" cy="2002325"/>
            </a:xfrm>
            <a:custGeom>
              <a:rect b="b" l="l" r="r" t="t"/>
              <a:pathLst>
                <a:path extrusionOk="0" fill="none" h="80093" w="158514">
                  <a:moveTo>
                    <a:pt x="0" y="11095"/>
                  </a:moveTo>
                  <a:cubicBezTo>
                    <a:pt x="6201" y="12797"/>
                    <a:pt x="13496" y="12858"/>
                    <a:pt x="19575" y="11064"/>
                  </a:cubicBezTo>
                  <a:cubicBezTo>
                    <a:pt x="26688" y="8967"/>
                    <a:pt x="32128" y="2857"/>
                    <a:pt x="39545" y="1520"/>
                  </a:cubicBezTo>
                  <a:cubicBezTo>
                    <a:pt x="47965" y="0"/>
                    <a:pt x="52402" y="7599"/>
                    <a:pt x="57326" y="12280"/>
                  </a:cubicBezTo>
                  <a:cubicBezTo>
                    <a:pt x="61096" y="15867"/>
                    <a:pt x="66840" y="18329"/>
                    <a:pt x="71491" y="21490"/>
                  </a:cubicBezTo>
                  <a:cubicBezTo>
                    <a:pt x="74470" y="23496"/>
                    <a:pt x="77600" y="26870"/>
                    <a:pt x="81157" y="27387"/>
                  </a:cubicBezTo>
                  <a:cubicBezTo>
                    <a:pt x="87449" y="28268"/>
                    <a:pt x="93832" y="22827"/>
                    <a:pt x="99607" y="21034"/>
                  </a:cubicBezTo>
                  <a:cubicBezTo>
                    <a:pt x="107814" y="18450"/>
                    <a:pt x="112677" y="17812"/>
                    <a:pt x="117875" y="25137"/>
                  </a:cubicBezTo>
                  <a:cubicBezTo>
                    <a:pt x="120306" y="28602"/>
                    <a:pt x="119364" y="34773"/>
                    <a:pt x="119759" y="39423"/>
                  </a:cubicBezTo>
                  <a:cubicBezTo>
                    <a:pt x="120185" y="44256"/>
                    <a:pt x="120914" y="49697"/>
                    <a:pt x="122343" y="53679"/>
                  </a:cubicBezTo>
                  <a:cubicBezTo>
                    <a:pt x="123498" y="56810"/>
                    <a:pt x="129425" y="65746"/>
                    <a:pt x="133042" y="66536"/>
                  </a:cubicBezTo>
                  <a:cubicBezTo>
                    <a:pt x="138817" y="67782"/>
                    <a:pt x="145930" y="67600"/>
                    <a:pt x="150246" y="72220"/>
                  </a:cubicBezTo>
                  <a:cubicBezTo>
                    <a:pt x="152313" y="74409"/>
                    <a:pt x="154745" y="80093"/>
                    <a:pt x="158514" y="7975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6"/>
            <p:cNvSpPr/>
            <p:nvPr/>
          </p:nvSpPr>
          <p:spPr>
            <a:xfrm>
              <a:off x="2975000" y="150750"/>
              <a:ext cx="3962850" cy="2014500"/>
            </a:xfrm>
            <a:custGeom>
              <a:rect b="b" l="l" r="r" t="t"/>
              <a:pathLst>
                <a:path extrusionOk="0" fill="none" h="80580" w="158514">
                  <a:moveTo>
                    <a:pt x="0" y="11673"/>
                  </a:moveTo>
                  <a:cubicBezTo>
                    <a:pt x="6262" y="13344"/>
                    <a:pt x="13830" y="13588"/>
                    <a:pt x="19727" y="11429"/>
                  </a:cubicBezTo>
                  <a:cubicBezTo>
                    <a:pt x="26566" y="8907"/>
                    <a:pt x="32767" y="2676"/>
                    <a:pt x="40244" y="1399"/>
                  </a:cubicBezTo>
                  <a:cubicBezTo>
                    <a:pt x="48573" y="1"/>
                    <a:pt x="53162" y="6900"/>
                    <a:pt x="57478" y="12159"/>
                  </a:cubicBezTo>
                  <a:cubicBezTo>
                    <a:pt x="61825" y="17417"/>
                    <a:pt x="74318" y="25807"/>
                    <a:pt x="81917" y="26749"/>
                  </a:cubicBezTo>
                  <a:cubicBezTo>
                    <a:pt x="87692" y="27448"/>
                    <a:pt x="94379" y="22159"/>
                    <a:pt x="99637" y="20244"/>
                  </a:cubicBezTo>
                  <a:cubicBezTo>
                    <a:pt x="108178" y="17144"/>
                    <a:pt x="114045" y="17873"/>
                    <a:pt x="118787" y="25199"/>
                  </a:cubicBezTo>
                  <a:cubicBezTo>
                    <a:pt x="121066" y="28694"/>
                    <a:pt x="119607" y="34895"/>
                    <a:pt x="120215" y="39515"/>
                  </a:cubicBezTo>
                  <a:cubicBezTo>
                    <a:pt x="120853" y="44348"/>
                    <a:pt x="122373" y="49394"/>
                    <a:pt x="123498" y="53649"/>
                  </a:cubicBezTo>
                  <a:cubicBezTo>
                    <a:pt x="124349" y="56962"/>
                    <a:pt x="129729" y="65989"/>
                    <a:pt x="133316" y="66871"/>
                  </a:cubicBezTo>
                  <a:cubicBezTo>
                    <a:pt x="139000" y="68300"/>
                    <a:pt x="146112" y="68087"/>
                    <a:pt x="150459" y="72677"/>
                  </a:cubicBezTo>
                  <a:cubicBezTo>
                    <a:pt x="152495" y="74835"/>
                    <a:pt x="154836" y="80579"/>
                    <a:pt x="158514" y="803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6"/>
            <p:cNvSpPr/>
            <p:nvPr/>
          </p:nvSpPr>
          <p:spPr>
            <a:xfrm>
              <a:off x="2975000" y="138600"/>
              <a:ext cx="3962100" cy="2022075"/>
            </a:xfrm>
            <a:custGeom>
              <a:rect b="b" l="l" r="r" t="t"/>
              <a:pathLst>
                <a:path extrusionOk="0" fill="none" h="80883" w="158484">
                  <a:moveTo>
                    <a:pt x="0" y="12159"/>
                  </a:moveTo>
                  <a:cubicBezTo>
                    <a:pt x="6322" y="13800"/>
                    <a:pt x="13952" y="13952"/>
                    <a:pt x="19849" y="11672"/>
                  </a:cubicBezTo>
                  <a:cubicBezTo>
                    <a:pt x="26900" y="8937"/>
                    <a:pt x="33162" y="2462"/>
                    <a:pt x="40974" y="1247"/>
                  </a:cubicBezTo>
                  <a:cubicBezTo>
                    <a:pt x="48876" y="0"/>
                    <a:pt x="54530" y="5806"/>
                    <a:pt x="58026" y="11855"/>
                  </a:cubicBezTo>
                  <a:cubicBezTo>
                    <a:pt x="61521" y="17873"/>
                    <a:pt x="74500" y="25138"/>
                    <a:pt x="82069" y="25928"/>
                  </a:cubicBezTo>
                  <a:cubicBezTo>
                    <a:pt x="87449" y="26505"/>
                    <a:pt x="94774" y="21186"/>
                    <a:pt x="99637" y="19362"/>
                  </a:cubicBezTo>
                  <a:cubicBezTo>
                    <a:pt x="108178" y="16080"/>
                    <a:pt x="115321" y="17782"/>
                    <a:pt x="119759" y="25107"/>
                  </a:cubicBezTo>
                  <a:cubicBezTo>
                    <a:pt x="121948" y="28724"/>
                    <a:pt x="119790" y="34803"/>
                    <a:pt x="120580" y="39545"/>
                  </a:cubicBezTo>
                  <a:cubicBezTo>
                    <a:pt x="121370" y="44348"/>
                    <a:pt x="123771" y="48937"/>
                    <a:pt x="124623" y="53497"/>
                  </a:cubicBezTo>
                  <a:cubicBezTo>
                    <a:pt x="125291" y="56992"/>
                    <a:pt x="130003" y="66050"/>
                    <a:pt x="133559" y="67053"/>
                  </a:cubicBezTo>
                  <a:cubicBezTo>
                    <a:pt x="139152" y="68603"/>
                    <a:pt x="146355" y="68451"/>
                    <a:pt x="150672" y="72980"/>
                  </a:cubicBezTo>
                  <a:cubicBezTo>
                    <a:pt x="152708" y="75108"/>
                    <a:pt x="154897" y="80883"/>
                    <a:pt x="158483" y="80822"/>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6"/>
            <p:cNvSpPr/>
            <p:nvPr/>
          </p:nvSpPr>
          <p:spPr>
            <a:xfrm>
              <a:off x="2975000" y="124150"/>
              <a:ext cx="3962100" cy="2034250"/>
            </a:xfrm>
            <a:custGeom>
              <a:rect b="b" l="l" r="r" t="t"/>
              <a:pathLst>
                <a:path extrusionOk="0" fill="none" h="81370" w="158484">
                  <a:moveTo>
                    <a:pt x="0" y="12737"/>
                  </a:moveTo>
                  <a:cubicBezTo>
                    <a:pt x="6383" y="14348"/>
                    <a:pt x="13861" y="14226"/>
                    <a:pt x="20001" y="12007"/>
                  </a:cubicBezTo>
                  <a:cubicBezTo>
                    <a:pt x="27721" y="9241"/>
                    <a:pt x="33283" y="2432"/>
                    <a:pt x="41673" y="1186"/>
                  </a:cubicBezTo>
                  <a:cubicBezTo>
                    <a:pt x="49515" y="1"/>
                    <a:pt x="55807" y="4530"/>
                    <a:pt x="58877" y="11551"/>
                  </a:cubicBezTo>
                  <a:cubicBezTo>
                    <a:pt x="61886" y="18481"/>
                    <a:pt x="74378" y="24560"/>
                    <a:pt x="81704" y="25199"/>
                  </a:cubicBezTo>
                  <a:cubicBezTo>
                    <a:pt x="87114" y="25624"/>
                    <a:pt x="94774" y="20244"/>
                    <a:pt x="99607" y="18573"/>
                  </a:cubicBezTo>
                  <a:cubicBezTo>
                    <a:pt x="108118" y="15655"/>
                    <a:pt x="116628" y="17721"/>
                    <a:pt x="120853" y="25199"/>
                  </a:cubicBezTo>
                  <a:cubicBezTo>
                    <a:pt x="123012" y="29029"/>
                    <a:pt x="119972" y="34895"/>
                    <a:pt x="120853" y="39758"/>
                  </a:cubicBezTo>
                  <a:cubicBezTo>
                    <a:pt x="121735" y="44561"/>
                    <a:pt x="125139" y="48512"/>
                    <a:pt x="125778" y="53406"/>
                  </a:cubicBezTo>
                  <a:cubicBezTo>
                    <a:pt x="126294" y="57205"/>
                    <a:pt x="130276" y="66172"/>
                    <a:pt x="133863" y="67297"/>
                  </a:cubicBezTo>
                  <a:cubicBezTo>
                    <a:pt x="139334" y="68999"/>
                    <a:pt x="146568" y="68908"/>
                    <a:pt x="150884" y="73406"/>
                  </a:cubicBezTo>
                  <a:cubicBezTo>
                    <a:pt x="153438" y="76051"/>
                    <a:pt x="154684" y="80428"/>
                    <a:pt x="158483" y="8137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6"/>
            <p:cNvSpPr/>
            <p:nvPr/>
          </p:nvSpPr>
          <p:spPr>
            <a:xfrm>
              <a:off x="2975000" y="108200"/>
              <a:ext cx="3962850" cy="2050975"/>
            </a:xfrm>
            <a:custGeom>
              <a:rect b="b" l="l" r="r" t="t"/>
              <a:pathLst>
                <a:path extrusionOk="0" fill="none" h="82039" w="158514">
                  <a:moveTo>
                    <a:pt x="0" y="13375"/>
                  </a:moveTo>
                  <a:cubicBezTo>
                    <a:pt x="6474" y="14986"/>
                    <a:pt x="14013" y="14712"/>
                    <a:pt x="20183" y="12432"/>
                  </a:cubicBezTo>
                  <a:cubicBezTo>
                    <a:pt x="28116" y="9454"/>
                    <a:pt x="33709" y="2493"/>
                    <a:pt x="42402" y="1156"/>
                  </a:cubicBezTo>
                  <a:cubicBezTo>
                    <a:pt x="50092" y="1"/>
                    <a:pt x="57418" y="4043"/>
                    <a:pt x="59819" y="11217"/>
                  </a:cubicBezTo>
                  <a:cubicBezTo>
                    <a:pt x="62190" y="18390"/>
                    <a:pt x="73862" y="24104"/>
                    <a:pt x="81035" y="24439"/>
                  </a:cubicBezTo>
                  <a:cubicBezTo>
                    <a:pt x="86780" y="24743"/>
                    <a:pt x="94318" y="19454"/>
                    <a:pt x="99607" y="17934"/>
                  </a:cubicBezTo>
                  <a:cubicBezTo>
                    <a:pt x="108452" y="15381"/>
                    <a:pt x="117844" y="17873"/>
                    <a:pt x="122009" y="25350"/>
                  </a:cubicBezTo>
                  <a:cubicBezTo>
                    <a:pt x="124227" y="29332"/>
                    <a:pt x="120154" y="35047"/>
                    <a:pt x="121066" y="40092"/>
                  </a:cubicBezTo>
                  <a:cubicBezTo>
                    <a:pt x="121978" y="44925"/>
                    <a:pt x="126507" y="48512"/>
                    <a:pt x="126963" y="53406"/>
                  </a:cubicBezTo>
                  <a:cubicBezTo>
                    <a:pt x="127297" y="57205"/>
                    <a:pt x="130459" y="66172"/>
                    <a:pt x="134167" y="67570"/>
                  </a:cubicBezTo>
                  <a:cubicBezTo>
                    <a:pt x="139304" y="69485"/>
                    <a:pt x="146842" y="69424"/>
                    <a:pt x="151128" y="73862"/>
                  </a:cubicBezTo>
                  <a:cubicBezTo>
                    <a:pt x="153650" y="76537"/>
                    <a:pt x="154805" y="80883"/>
                    <a:pt x="158514" y="8203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6"/>
            <p:cNvSpPr/>
            <p:nvPr/>
          </p:nvSpPr>
          <p:spPr>
            <a:xfrm>
              <a:off x="2975000" y="89975"/>
              <a:ext cx="3962850" cy="2068425"/>
            </a:xfrm>
            <a:custGeom>
              <a:rect b="b" l="l" r="r" t="t"/>
              <a:pathLst>
                <a:path extrusionOk="0" fill="none" h="82737" w="158514">
                  <a:moveTo>
                    <a:pt x="0" y="14104"/>
                  </a:moveTo>
                  <a:cubicBezTo>
                    <a:pt x="6535" y="15684"/>
                    <a:pt x="14347" y="15502"/>
                    <a:pt x="20335" y="12918"/>
                  </a:cubicBezTo>
                  <a:cubicBezTo>
                    <a:pt x="27995" y="9575"/>
                    <a:pt x="34439" y="2644"/>
                    <a:pt x="43101" y="1216"/>
                  </a:cubicBezTo>
                  <a:cubicBezTo>
                    <a:pt x="50639" y="0"/>
                    <a:pt x="58299" y="3435"/>
                    <a:pt x="60822" y="10882"/>
                  </a:cubicBezTo>
                  <a:cubicBezTo>
                    <a:pt x="63436" y="18572"/>
                    <a:pt x="72190" y="23587"/>
                    <a:pt x="80184" y="23769"/>
                  </a:cubicBezTo>
                  <a:cubicBezTo>
                    <a:pt x="86415" y="23921"/>
                    <a:pt x="93862" y="18663"/>
                    <a:pt x="99759" y="17417"/>
                  </a:cubicBezTo>
                  <a:cubicBezTo>
                    <a:pt x="107875" y="15715"/>
                    <a:pt x="119394" y="17234"/>
                    <a:pt x="123224" y="25593"/>
                  </a:cubicBezTo>
                  <a:cubicBezTo>
                    <a:pt x="125413" y="30396"/>
                    <a:pt x="120367" y="35350"/>
                    <a:pt x="121279" y="40578"/>
                  </a:cubicBezTo>
                  <a:cubicBezTo>
                    <a:pt x="122100" y="45381"/>
                    <a:pt x="127723" y="48937"/>
                    <a:pt x="128118" y="53496"/>
                  </a:cubicBezTo>
                  <a:cubicBezTo>
                    <a:pt x="128422" y="57174"/>
                    <a:pt x="130762" y="66262"/>
                    <a:pt x="134501" y="67873"/>
                  </a:cubicBezTo>
                  <a:cubicBezTo>
                    <a:pt x="139456" y="70001"/>
                    <a:pt x="147085" y="69971"/>
                    <a:pt x="151340" y="74408"/>
                  </a:cubicBezTo>
                  <a:cubicBezTo>
                    <a:pt x="153894" y="77083"/>
                    <a:pt x="154897" y="81430"/>
                    <a:pt x="158514" y="8273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6"/>
            <p:cNvSpPr/>
            <p:nvPr/>
          </p:nvSpPr>
          <p:spPr>
            <a:xfrm>
              <a:off x="2975000" y="69450"/>
              <a:ext cx="3962850" cy="2089725"/>
            </a:xfrm>
            <a:custGeom>
              <a:rect b="b" l="l" r="r" t="t"/>
              <a:pathLst>
                <a:path extrusionOk="0" fill="none" h="83589" w="158514">
                  <a:moveTo>
                    <a:pt x="0" y="14925"/>
                  </a:moveTo>
                  <a:cubicBezTo>
                    <a:pt x="6626" y="16475"/>
                    <a:pt x="14529" y="16201"/>
                    <a:pt x="20517" y="13496"/>
                  </a:cubicBezTo>
                  <a:cubicBezTo>
                    <a:pt x="28359" y="9940"/>
                    <a:pt x="34925" y="3010"/>
                    <a:pt x="43800" y="1338"/>
                  </a:cubicBezTo>
                  <a:cubicBezTo>
                    <a:pt x="51126" y="0"/>
                    <a:pt x="59454" y="3010"/>
                    <a:pt x="61916" y="10517"/>
                  </a:cubicBezTo>
                  <a:cubicBezTo>
                    <a:pt x="64500" y="18359"/>
                    <a:pt x="70853" y="23223"/>
                    <a:pt x="79272" y="23131"/>
                  </a:cubicBezTo>
                  <a:cubicBezTo>
                    <a:pt x="86020" y="23071"/>
                    <a:pt x="93254" y="17934"/>
                    <a:pt x="100032" y="17052"/>
                  </a:cubicBezTo>
                  <a:cubicBezTo>
                    <a:pt x="108574" y="15958"/>
                    <a:pt x="120489" y="17630"/>
                    <a:pt x="124471" y="25989"/>
                  </a:cubicBezTo>
                  <a:cubicBezTo>
                    <a:pt x="126902" y="31065"/>
                    <a:pt x="120671" y="35776"/>
                    <a:pt x="121492" y="41186"/>
                  </a:cubicBezTo>
                  <a:cubicBezTo>
                    <a:pt x="122221" y="46050"/>
                    <a:pt x="128878" y="49393"/>
                    <a:pt x="129243" y="53740"/>
                  </a:cubicBezTo>
                  <a:cubicBezTo>
                    <a:pt x="129516" y="57357"/>
                    <a:pt x="131127" y="66445"/>
                    <a:pt x="134896" y="68238"/>
                  </a:cubicBezTo>
                  <a:cubicBezTo>
                    <a:pt x="139699" y="70549"/>
                    <a:pt x="147359" y="70670"/>
                    <a:pt x="151584" y="75077"/>
                  </a:cubicBezTo>
                  <a:cubicBezTo>
                    <a:pt x="154137" y="77752"/>
                    <a:pt x="154988" y="82068"/>
                    <a:pt x="158514" y="8358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6"/>
            <p:cNvSpPr/>
            <p:nvPr/>
          </p:nvSpPr>
          <p:spPr>
            <a:xfrm>
              <a:off x="2975000" y="45125"/>
              <a:ext cx="3962850" cy="2114050"/>
            </a:xfrm>
            <a:custGeom>
              <a:rect b="b" l="l" r="r" t="t"/>
              <a:pathLst>
                <a:path extrusionOk="0" fill="none" h="84562" w="158514">
                  <a:moveTo>
                    <a:pt x="0" y="15898"/>
                  </a:moveTo>
                  <a:cubicBezTo>
                    <a:pt x="6991" y="17478"/>
                    <a:pt x="14651" y="16809"/>
                    <a:pt x="20700" y="14226"/>
                  </a:cubicBezTo>
                  <a:cubicBezTo>
                    <a:pt x="28511" y="10913"/>
                    <a:pt x="35350" y="3527"/>
                    <a:pt x="44439" y="1551"/>
                  </a:cubicBezTo>
                  <a:cubicBezTo>
                    <a:pt x="51612" y="1"/>
                    <a:pt x="60579" y="2736"/>
                    <a:pt x="63041" y="10214"/>
                  </a:cubicBezTo>
                  <a:cubicBezTo>
                    <a:pt x="65564" y="17934"/>
                    <a:pt x="69515" y="22949"/>
                    <a:pt x="78391" y="22645"/>
                  </a:cubicBezTo>
                  <a:cubicBezTo>
                    <a:pt x="85716" y="22372"/>
                    <a:pt x="93072" y="17417"/>
                    <a:pt x="100488" y="16931"/>
                  </a:cubicBezTo>
                  <a:cubicBezTo>
                    <a:pt x="109273" y="16323"/>
                    <a:pt x="121431" y="18208"/>
                    <a:pt x="125717" y="26536"/>
                  </a:cubicBezTo>
                  <a:cubicBezTo>
                    <a:pt x="128544" y="31946"/>
                    <a:pt x="121036" y="36415"/>
                    <a:pt x="121735" y="41916"/>
                  </a:cubicBezTo>
                  <a:cubicBezTo>
                    <a:pt x="122343" y="46871"/>
                    <a:pt x="129881" y="49971"/>
                    <a:pt x="130276" y="54105"/>
                  </a:cubicBezTo>
                  <a:cubicBezTo>
                    <a:pt x="130641" y="57631"/>
                    <a:pt x="131431" y="66628"/>
                    <a:pt x="135322" y="68664"/>
                  </a:cubicBezTo>
                  <a:cubicBezTo>
                    <a:pt x="140124" y="71157"/>
                    <a:pt x="147632" y="71461"/>
                    <a:pt x="151796" y="75868"/>
                  </a:cubicBezTo>
                  <a:cubicBezTo>
                    <a:pt x="154350" y="78573"/>
                    <a:pt x="155109" y="82859"/>
                    <a:pt x="158514" y="8456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6"/>
            <p:cNvSpPr/>
            <p:nvPr/>
          </p:nvSpPr>
          <p:spPr>
            <a:xfrm>
              <a:off x="2975000" y="20825"/>
              <a:ext cx="3962850" cy="2138350"/>
            </a:xfrm>
            <a:custGeom>
              <a:rect b="b" l="l" r="r" t="t"/>
              <a:pathLst>
                <a:path extrusionOk="0" fill="none" h="85534" w="158514">
                  <a:moveTo>
                    <a:pt x="0" y="16870"/>
                  </a:moveTo>
                  <a:cubicBezTo>
                    <a:pt x="7082" y="18420"/>
                    <a:pt x="14833" y="17629"/>
                    <a:pt x="20912" y="14955"/>
                  </a:cubicBezTo>
                  <a:cubicBezTo>
                    <a:pt x="28876" y="11459"/>
                    <a:pt x="35776" y="3951"/>
                    <a:pt x="45047" y="1702"/>
                  </a:cubicBezTo>
                  <a:cubicBezTo>
                    <a:pt x="52068" y="0"/>
                    <a:pt x="61703" y="2371"/>
                    <a:pt x="64166" y="9818"/>
                  </a:cubicBezTo>
                  <a:cubicBezTo>
                    <a:pt x="66567" y="16991"/>
                    <a:pt x="68877" y="22645"/>
                    <a:pt x="77722" y="22128"/>
                  </a:cubicBezTo>
                  <a:cubicBezTo>
                    <a:pt x="85503" y="21672"/>
                    <a:pt x="93133" y="16961"/>
                    <a:pt x="101127" y="16809"/>
                  </a:cubicBezTo>
                  <a:cubicBezTo>
                    <a:pt x="110063" y="16657"/>
                    <a:pt x="122161" y="18693"/>
                    <a:pt x="126963" y="27083"/>
                  </a:cubicBezTo>
                  <a:cubicBezTo>
                    <a:pt x="130276" y="32858"/>
                    <a:pt x="121705" y="37052"/>
                    <a:pt x="122161" y="42615"/>
                  </a:cubicBezTo>
                  <a:cubicBezTo>
                    <a:pt x="122616" y="47782"/>
                    <a:pt x="130762" y="50518"/>
                    <a:pt x="131279" y="54530"/>
                  </a:cubicBezTo>
                  <a:cubicBezTo>
                    <a:pt x="131735" y="57934"/>
                    <a:pt x="131796" y="66931"/>
                    <a:pt x="135778" y="69089"/>
                  </a:cubicBezTo>
                  <a:cubicBezTo>
                    <a:pt x="140550" y="71703"/>
                    <a:pt x="147936" y="72250"/>
                    <a:pt x="152039" y="76658"/>
                  </a:cubicBezTo>
                  <a:cubicBezTo>
                    <a:pt x="154593" y="79393"/>
                    <a:pt x="155231" y="83649"/>
                    <a:pt x="158514" y="8553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 name="Google Shape;971;p6"/>
          <p:cNvGrpSpPr/>
          <p:nvPr/>
        </p:nvGrpSpPr>
        <p:grpSpPr>
          <a:xfrm>
            <a:off x="8543631" y="2400363"/>
            <a:ext cx="303975" cy="342773"/>
            <a:chOff x="1628481" y="1903925"/>
            <a:chExt cx="303975" cy="342773"/>
          </a:xfrm>
        </p:grpSpPr>
        <p:sp>
          <p:nvSpPr>
            <p:cNvPr id="972" name="Google Shape;972;p6"/>
            <p:cNvSpPr/>
            <p:nvPr/>
          </p:nvSpPr>
          <p:spPr>
            <a:xfrm rot="10800000">
              <a:off x="1628481" y="2094673"/>
              <a:ext cx="303975" cy="152025"/>
            </a:xfrm>
            <a:custGeom>
              <a:rect b="b" l="l" r="r" t="t"/>
              <a:pathLst>
                <a:path extrusionOk="0" fill="none" h="6081" w="12159">
                  <a:moveTo>
                    <a:pt x="0" y="6080"/>
                  </a:moveTo>
                  <a:cubicBezTo>
                    <a:pt x="0" y="2737"/>
                    <a:pt x="2736" y="1"/>
                    <a:pt x="6079" y="1"/>
                  </a:cubicBezTo>
                  <a:cubicBezTo>
                    <a:pt x="9453" y="1"/>
                    <a:pt x="12158" y="2737"/>
                    <a:pt x="12158" y="6080"/>
                  </a:cubicBezTo>
                </a:path>
              </a:pathLst>
            </a:custGeom>
            <a:noFill/>
            <a:ln cap="flat" cmpd="sng" w="57000">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6"/>
            <p:cNvSpPr/>
            <p:nvPr/>
          </p:nvSpPr>
          <p:spPr>
            <a:xfrm>
              <a:off x="1684700" y="1903925"/>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 name="Google Shape;974;p6"/>
          <p:cNvGrpSpPr/>
          <p:nvPr/>
        </p:nvGrpSpPr>
        <p:grpSpPr>
          <a:xfrm>
            <a:off x="-448900" y="4281363"/>
            <a:ext cx="828300" cy="654275"/>
            <a:chOff x="2024375" y="213075"/>
            <a:chExt cx="828300" cy="654275"/>
          </a:xfrm>
        </p:grpSpPr>
        <p:sp>
          <p:nvSpPr>
            <p:cNvPr id="975" name="Google Shape;975;p6"/>
            <p:cNvSpPr/>
            <p:nvPr/>
          </p:nvSpPr>
          <p:spPr>
            <a:xfrm>
              <a:off x="2024375" y="213075"/>
              <a:ext cx="828300" cy="654275"/>
            </a:xfrm>
            <a:custGeom>
              <a:rect b="b" l="l" r="r" t="t"/>
              <a:pathLst>
                <a:path extrusionOk="0" fill="none" h="26171" w="33132">
                  <a:moveTo>
                    <a:pt x="27417" y="0"/>
                  </a:moveTo>
                  <a:cubicBezTo>
                    <a:pt x="31824" y="4377"/>
                    <a:pt x="33131" y="10973"/>
                    <a:pt x="30761" y="16718"/>
                  </a:cubicBezTo>
                  <a:cubicBezTo>
                    <a:pt x="28390" y="22432"/>
                    <a:pt x="22767" y="26171"/>
                    <a:pt x="16566" y="26171"/>
                  </a:cubicBezTo>
                  <a:cubicBezTo>
                    <a:pt x="10365" y="26171"/>
                    <a:pt x="4772" y="22432"/>
                    <a:pt x="2401" y="16718"/>
                  </a:cubicBezTo>
                  <a:cubicBezTo>
                    <a:pt x="0" y="10973"/>
                    <a:pt x="1338" y="4377"/>
                    <a:pt x="5715" y="0"/>
                  </a:cubicBezTo>
                </a:path>
              </a:pathLst>
            </a:custGeom>
            <a:noFill/>
            <a:ln cap="flat" cmpd="sng" w="66875">
              <a:solidFill>
                <a:srgbClr val="E4BEB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6"/>
            <p:cNvSpPr/>
            <p:nvPr/>
          </p:nvSpPr>
          <p:spPr>
            <a:xfrm>
              <a:off x="2194575" y="241175"/>
              <a:ext cx="488650" cy="488650"/>
            </a:xfrm>
            <a:custGeom>
              <a:rect b="b" l="l" r="r" t="t"/>
              <a:pathLst>
                <a:path extrusionOk="0" fill="none" h="19546" w="19546">
                  <a:moveTo>
                    <a:pt x="19545" y="9758"/>
                  </a:moveTo>
                  <a:cubicBezTo>
                    <a:pt x="19545" y="15168"/>
                    <a:pt x="15168" y="19545"/>
                    <a:pt x="9758" y="19545"/>
                  </a:cubicBezTo>
                  <a:cubicBezTo>
                    <a:pt x="4378" y="19545"/>
                    <a:pt x="1" y="15168"/>
                    <a:pt x="1" y="9758"/>
                  </a:cubicBezTo>
                  <a:cubicBezTo>
                    <a:pt x="1" y="4378"/>
                    <a:pt x="4378" y="1"/>
                    <a:pt x="9758" y="1"/>
                  </a:cubicBezTo>
                  <a:cubicBezTo>
                    <a:pt x="15168" y="1"/>
                    <a:pt x="19545" y="4378"/>
                    <a:pt x="19545" y="9758"/>
                  </a:cubicBezTo>
                  <a:close/>
                </a:path>
              </a:pathLst>
            </a:custGeom>
            <a:solidFill>
              <a:schemeClr val="lt2"/>
            </a:solidFill>
            <a:ln cap="flat" cmpd="sng" w="3810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 name="Google Shape;977;p6"/>
          <p:cNvGrpSpPr/>
          <p:nvPr/>
        </p:nvGrpSpPr>
        <p:grpSpPr>
          <a:xfrm flipH="1">
            <a:off x="8777298" y="517110"/>
            <a:ext cx="828325" cy="794437"/>
            <a:chOff x="76650" y="3861300"/>
            <a:chExt cx="1531950" cy="1469275"/>
          </a:xfrm>
        </p:grpSpPr>
        <p:sp>
          <p:nvSpPr>
            <p:cNvPr id="978" name="Google Shape;978;p6"/>
            <p:cNvSpPr/>
            <p:nvPr/>
          </p:nvSpPr>
          <p:spPr>
            <a:xfrm>
              <a:off x="76650" y="3861300"/>
              <a:ext cx="1513725" cy="1379225"/>
            </a:xfrm>
            <a:custGeom>
              <a:rect b="b" l="l" r="r" t="t"/>
              <a:pathLst>
                <a:path extrusionOk="0" h="55169" w="60549">
                  <a:moveTo>
                    <a:pt x="30289" y="0"/>
                  </a:moveTo>
                  <a:cubicBezTo>
                    <a:pt x="23230" y="0"/>
                    <a:pt x="16171" y="2690"/>
                    <a:pt x="10791" y="8070"/>
                  </a:cubicBezTo>
                  <a:cubicBezTo>
                    <a:pt x="0" y="18861"/>
                    <a:pt x="0" y="36308"/>
                    <a:pt x="10791" y="47098"/>
                  </a:cubicBezTo>
                  <a:cubicBezTo>
                    <a:pt x="16171" y="52478"/>
                    <a:pt x="23230" y="55168"/>
                    <a:pt x="30289" y="55168"/>
                  </a:cubicBezTo>
                  <a:cubicBezTo>
                    <a:pt x="37349" y="55168"/>
                    <a:pt x="44408" y="52478"/>
                    <a:pt x="49788" y="47098"/>
                  </a:cubicBezTo>
                  <a:cubicBezTo>
                    <a:pt x="60548" y="36308"/>
                    <a:pt x="60548" y="18861"/>
                    <a:pt x="49788" y="8070"/>
                  </a:cubicBezTo>
                  <a:cubicBezTo>
                    <a:pt x="44408" y="2690"/>
                    <a:pt x="37349" y="0"/>
                    <a:pt x="30289" y="0"/>
                  </a:cubicBezTo>
                  <a:close/>
                </a:path>
              </a:pathLst>
            </a:custGeom>
            <a:solidFill>
              <a:srgbClr val="96A8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6"/>
            <p:cNvSpPr/>
            <p:nvPr/>
          </p:nvSpPr>
          <p:spPr>
            <a:xfrm>
              <a:off x="919350" y="4640575"/>
              <a:ext cx="689250" cy="690000"/>
            </a:xfrm>
            <a:custGeom>
              <a:rect b="b" l="l" r="r" t="t"/>
              <a:pathLst>
                <a:path extrusionOk="0" fill="none" h="27600" w="27570">
                  <a:moveTo>
                    <a:pt x="27570" y="0"/>
                  </a:moveTo>
                  <a:cubicBezTo>
                    <a:pt x="27570" y="15228"/>
                    <a:pt x="15229" y="27599"/>
                    <a:pt x="1" y="27599"/>
                  </a:cubicBezTo>
                </a:path>
              </a:pathLst>
            </a:custGeom>
            <a:noFill/>
            <a:ln cap="flat" cmpd="sng" w="66875">
              <a:solidFill>
                <a:srgbClr val="E4BEB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980" name="Shape 980"/>
        <p:cNvGrpSpPr/>
        <p:nvPr/>
      </p:nvGrpSpPr>
      <p:grpSpPr>
        <a:xfrm>
          <a:off x="0" y="0"/>
          <a:ext cx="0" cy="0"/>
          <a:chOff x="0" y="0"/>
          <a:chExt cx="0" cy="0"/>
        </a:xfrm>
      </p:grpSpPr>
      <p:sp>
        <p:nvSpPr>
          <p:cNvPr id="981" name="Google Shape;981;p7"/>
          <p:cNvSpPr txBox="1"/>
          <p:nvPr>
            <p:ph type="title"/>
          </p:nvPr>
        </p:nvSpPr>
        <p:spPr>
          <a:xfrm>
            <a:off x="1065763" y="1544500"/>
            <a:ext cx="33222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982" name="Google Shape;982;p7"/>
          <p:cNvSpPr txBox="1"/>
          <p:nvPr>
            <p:ph idx="1" type="body"/>
          </p:nvPr>
        </p:nvSpPr>
        <p:spPr>
          <a:xfrm>
            <a:off x="1065763" y="2169000"/>
            <a:ext cx="3322200" cy="1429800"/>
          </a:xfrm>
          <a:prstGeom prst="rect">
            <a:avLst/>
          </a:prstGeom>
        </p:spPr>
        <p:txBody>
          <a:bodyPr anchorCtr="0" anchor="ctr" bIns="91425" lIns="91425" spcFirstLastPara="1" rIns="91425" wrap="square" tIns="91425">
            <a:noAutofit/>
          </a:bodyPr>
          <a:lstStyle>
            <a:lvl1pPr indent="-317500" lvl="0" marL="457200" rtl="0">
              <a:lnSpc>
                <a:spcPct val="115000"/>
              </a:lnSpc>
              <a:spcBef>
                <a:spcPts val="0"/>
              </a:spcBef>
              <a:spcAft>
                <a:spcPts val="0"/>
              </a:spcAft>
              <a:buClr>
                <a:srgbClr val="434343"/>
              </a:buClr>
              <a:buSzPts val="1400"/>
              <a:buChar char="●"/>
              <a:defRPr sz="1400"/>
            </a:lvl1pPr>
            <a:lvl2pPr indent="-317500" lvl="1" marL="914400" rtl="0">
              <a:lnSpc>
                <a:spcPct val="115000"/>
              </a:lnSpc>
              <a:spcBef>
                <a:spcPts val="0"/>
              </a:spcBef>
              <a:spcAft>
                <a:spcPts val="0"/>
              </a:spcAft>
              <a:buClr>
                <a:srgbClr val="434343"/>
              </a:buClr>
              <a:buSzPts val="1400"/>
              <a:buChar char="○"/>
              <a:defRPr>
                <a:solidFill>
                  <a:srgbClr val="434343"/>
                </a:solidFill>
              </a:defRPr>
            </a:lvl2pPr>
            <a:lvl3pPr indent="-317500" lvl="2" marL="1371600" rtl="0">
              <a:lnSpc>
                <a:spcPct val="115000"/>
              </a:lnSpc>
              <a:spcBef>
                <a:spcPts val="0"/>
              </a:spcBef>
              <a:spcAft>
                <a:spcPts val="0"/>
              </a:spcAft>
              <a:buClr>
                <a:srgbClr val="434343"/>
              </a:buClr>
              <a:buSzPts val="1400"/>
              <a:buChar char="■"/>
              <a:defRPr>
                <a:solidFill>
                  <a:srgbClr val="434343"/>
                </a:solidFill>
              </a:defRPr>
            </a:lvl3pPr>
            <a:lvl4pPr indent="-317500" lvl="3" marL="1828800" rtl="0">
              <a:lnSpc>
                <a:spcPct val="115000"/>
              </a:lnSpc>
              <a:spcBef>
                <a:spcPts val="0"/>
              </a:spcBef>
              <a:spcAft>
                <a:spcPts val="0"/>
              </a:spcAft>
              <a:buClr>
                <a:srgbClr val="434343"/>
              </a:buClr>
              <a:buSzPts val="1400"/>
              <a:buChar char="●"/>
              <a:defRPr>
                <a:solidFill>
                  <a:srgbClr val="434343"/>
                </a:solidFill>
              </a:defRPr>
            </a:lvl4pPr>
            <a:lvl5pPr indent="-317500" lvl="4" marL="2286000" rtl="0">
              <a:lnSpc>
                <a:spcPct val="115000"/>
              </a:lnSpc>
              <a:spcBef>
                <a:spcPts val="0"/>
              </a:spcBef>
              <a:spcAft>
                <a:spcPts val="0"/>
              </a:spcAft>
              <a:buClr>
                <a:srgbClr val="434343"/>
              </a:buClr>
              <a:buSzPts val="1400"/>
              <a:buChar char="○"/>
              <a:defRPr>
                <a:solidFill>
                  <a:srgbClr val="434343"/>
                </a:solidFill>
              </a:defRPr>
            </a:lvl5pPr>
            <a:lvl6pPr indent="-317500" lvl="5" marL="2743200" rtl="0">
              <a:lnSpc>
                <a:spcPct val="115000"/>
              </a:lnSpc>
              <a:spcBef>
                <a:spcPts val="0"/>
              </a:spcBef>
              <a:spcAft>
                <a:spcPts val="0"/>
              </a:spcAft>
              <a:buClr>
                <a:srgbClr val="434343"/>
              </a:buClr>
              <a:buSzPts val="1400"/>
              <a:buChar char="■"/>
              <a:defRPr>
                <a:solidFill>
                  <a:srgbClr val="434343"/>
                </a:solidFill>
              </a:defRPr>
            </a:lvl6pPr>
            <a:lvl7pPr indent="-317500" lvl="6" marL="3200400" rtl="0">
              <a:lnSpc>
                <a:spcPct val="115000"/>
              </a:lnSpc>
              <a:spcBef>
                <a:spcPts val="0"/>
              </a:spcBef>
              <a:spcAft>
                <a:spcPts val="0"/>
              </a:spcAft>
              <a:buClr>
                <a:srgbClr val="434343"/>
              </a:buClr>
              <a:buSzPts val="1400"/>
              <a:buChar char="●"/>
              <a:defRPr>
                <a:solidFill>
                  <a:srgbClr val="434343"/>
                </a:solidFill>
              </a:defRPr>
            </a:lvl7pPr>
            <a:lvl8pPr indent="-317500" lvl="7" marL="3657600" rtl="0">
              <a:lnSpc>
                <a:spcPct val="115000"/>
              </a:lnSpc>
              <a:spcBef>
                <a:spcPts val="0"/>
              </a:spcBef>
              <a:spcAft>
                <a:spcPts val="0"/>
              </a:spcAft>
              <a:buClr>
                <a:srgbClr val="434343"/>
              </a:buClr>
              <a:buSzPts val="1400"/>
              <a:buChar char="○"/>
              <a:defRPr>
                <a:solidFill>
                  <a:srgbClr val="434343"/>
                </a:solidFill>
              </a:defRPr>
            </a:lvl8pPr>
            <a:lvl9pPr indent="-317500" lvl="8" marL="4114800" rtl="0">
              <a:lnSpc>
                <a:spcPct val="115000"/>
              </a:lnSpc>
              <a:spcBef>
                <a:spcPts val="0"/>
              </a:spcBef>
              <a:spcAft>
                <a:spcPts val="0"/>
              </a:spcAft>
              <a:buClr>
                <a:srgbClr val="434343"/>
              </a:buClr>
              <a:buSzPts val="1400"/>
              <a:buChar char="■"/>
              <a:defRPr>
                <a:solidFill>
                  <a:srgbClr val="434343"/>
                </a:solidFill>
              </a:defRPr>
            </a:lvl9pPr>
          </a:lstStyle>
          <a:p/>
        </p:txBody>
      </p:sp>
      <p:grpSp>
        <p:nvGrpSpPr>
          <p:cNvPr id="983" name="Google Shape;983;p7"/>
          <p:cNvGrpSpPr/>
          <p:nvPr/>
        </p:nvGrpSpPr>
        <p:grpSpPr>
          <a:xfrm>
            <a:off x="5210088" y="4460938"/>
            <a:ext cx="378450" cy="379225"/>
            <a:chOff x="4811650" y="1895450"/>
            <a:chExt cx="378450" cy="379225"/>
          </a:xfrm>
        </p:grpSpPr>
        <p:sp>
          <p:nvSpPr>
            <p:cNvPr id="984" name="Google Shape;984;p7"/>
            <p:cNvSpPr/>
            <p:nvPr/>
          </p:nvSpPr>
          <p:spPr>
            <a:xfrm>
              <a:off x="4811650" y="1895450"/>
              <a:ext cx="378450" cy="379225"/>
            </a:xfrm>
            <a:custGeom>
              <a:rect b="b" l="l" r="r" t="t"/>
              <a:pathLst>
                <a:path extrusionOk="0" fill="none" h="15169" w="15138">
                  <a:moveTo>
                    <a:pt x="9119" y="882"/>
                  </a:moveTo>
                  <a:cubicBezTo>
                    <a:pt x="12828" y="1733"/>
                    <a:pt x="15138" y="5442"/>
                    <a:pt x="14256" y="9150"/>
                  </a:cubicBezTo>
                  <a:cubicBezTo>
                    <a:pt x="13405" y="12858"/>
                    <a:pt x="9697" y="15168"/>
                    <a:pt x="5989" y="14287"/>
                  </a:cubicBezTo>
                  <a:cubicBezTo>
                    <a:pt x="2280" y="13436"/>
                    <a:pt x="1" y="9728"/>
                    <a:pt x="852" y="6019"/>
                  </a:cubicBezTo>
                  <a:cubicBezTo>
                    <a:pt x="1733" y="2311"/>
                    <a:pt x="5441" y="1"/>
                    <a:pt x="9119" y="882"/>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7"/>
            <p:cNvSpPr/>
            <p:nvPr/>
          </p:nvSpPr>
          <p:spPr>
            <a:xfrm>
              <a:off x="4882325" y="1966125"/>
              <a:ext cx="236350" cy="237125"/>
            </a:xfrm>
            <a:custGeom>
              <a:rect b="b" l="l" r="r" t="t"/>
              <a:pathLst>
                <a:path extrusionOk="0" fill="none" h="9485" w="9454">
                  <a:moveTo>
                    <a:pt x="9453" y="4742"/>
                  </a:moveTo>
                  <a:cubicBezTo>
                    <a:pt x="9453" y="7356"/>
                    <a:pt x="7356" y="9484"/>
                    <a:pt x="4742" y="9484"/>
                  </a:cubicBezTo>
                  <a:cubicBezTo>
                    <a:pt x="2128" y="9484"/>
                    <a:pt x="0" y="7356"/>
                    <a:pt x="0" y="4742"/>
                  </a:cubicBezTo>
                  <a:cubicBezTo>
                    <a:pt x="0" y="2128"/>
                    <a:pt x="2128" y="1"/>
                    <a:pt x="4742" y="1"/>
                  </a:cubicBezTo>
                  <a:cubicBezTo>
                    <a:pt x="7356" y="1"/>
                    <a:pt x="9453" y="2128"/>
                    <a:pt x="9453" y="4742"/>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7"/>
            <p:cNvSpPr/>
            <p:nvPr/>
          </p:nvSpPr>
          <p:spPr>
            <a:xfrm>
              <a:off x="4928675" y="2012475"/>
              <a:ext cx="143650" cy="144425"/>
            </a:xfrm>
            <a:custGeom>
              <a:rect b="b" l="l" r="r" t="t"/>
              <a:pathLst>
                <a:path extrusionOk="0" fill="none" h="5777" w="5746">
                  <a:moveTo>
                    <a:pt x="5745" y="2888"/>
                  </a:moveTo>
                  <a:cubicBezTo>
                    <a:pt x="5745" y="4499"/>
                    <a:pt x="4469" y="5776"/>
                    <a:pt x="2888" y="5776"/>
                  </a:cubicBezTo>
                  <a:cubicBezTo>
                    <a:pt x="1277" y="5776"/>
                    <a:pt x="1" y="4499"/>
                    <a:pt x="1" y="2888"/>
                  </a:cubicBezTo>
                  <a:cubicBezTo>
                    <a:pt x="1" y="1308"/>
                    <a:pt x="1277" y="1"/>
                    <a:pt x="2888" y="1"/>
                  </a:cubicBezTo>
                  <a:cubicBezTo>
                    <a:pt x="4469" y="1"/>
                    <a:pt x="5745" y="1308"/>
                    <a:pt x="5745" y="2888"/>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7"/>
            <p:cNvSpPr/>
            <p:nvPr/>
          </p:nvSpPr>
          <p:spPr>
            <a:xfrm>
              <a:off x="4968950" y="2053525"/>
              <a:ext cx="63100" cy="63100"/>
            </a:xfrm>
            <a:custGeom>
              <a:rect b="b" l="l" r="r" t="t"/>
              <a:pathLst>
                <a:path extrusionOk="0" fill="none" h="2524" w="2524">
                  <a:moveTo>
                    <a:pt x="2523" y="1246"/>
                  </a:moveTo>
                  <a:cubicBezTo>
                    <a:pt x="2523" y="1946"/>
                    <a:pt x="1946" y="2523"/>
                    <a:pt x="1277" y="2523"/>
                  </a:cubicBezTo>
                  <a:cubicBezTo>
                    <a:pt x="578" y="2523"/>
                    <a:pt x="1" y="1946"/>
                    <a:pt x="1" y="1246"/>
                  </a:cubicBezTo>
                  <a:cubicBezTo>
                    <a:pt x="1" y="578"/>
                    <a:pt x="578" y="0"/>
                    <a:pt x="1277" y="0"/>
                  </a:cubicBezTo>
                  <a:cubicBezTo>
                    <a:pt x="1946" y="0"/>
                    <a:pt x="2523" y="578"/>
                    <a:pt x="2523" y="1246"/>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8" name="Google Shape;988;p7"/>
          <p:cNvSpPr/>
          <p:nvPr/>
        </p:nvSpPr>
        <p:spPr>
          <a:xfrm>
            <a:off x="8428900" y="2075813"/>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9" name="Google Shape;989;p7"/>
          <p:cNvGrpSpPr/>
          <p:nvPr/>
        </p:nvGrpSpPr>
        <p:grpSpPr>
          <a:xfrm flipH="1" rot="10359220">
            <a:off x="-1422899" y="-1439067"/>
            <a:ext cx="4569119" cy="2881964"/>
            <a:chOff x="2975000" y="20825"/>
            <a:chExt cx="3963625" cy="2500050"/>
          </a:xfrm>
        </p:grpSpPr>
        <p:sp>
          <p:nvSpPr>
            <p:cNvPr id="990" name="Google Shape;990;p7"/>
            <p:cNvSpPr/>
            <p:nvPr/>
          </p:nvSpPr>
          <p:spPr>
            <a:xfrm>
              <a:off x="2975000" y="442550"/>
              <a:ext cx="3962850" cy="2078325"/>
            </a:xfrm>
            <a:custGeom>
              <a:rect b="b" l="l" r="r" t="t"/>
              <a:pathLst>
                <a:path extrusionOk="0" fill="none" h="83133" w="158514">
                  <a:moveTo>
                    <a:pt x="0" y="1"/>
                  </a:moveTo>
                  <a:cubicBezTo>
                    <a:pt x="4347" y="3071"/>
                    <a:pt x="9423" y="6171"/>
                    <a:pt x="12797" y="10122"/>
                  </a:cubicBezTo>
                  <a:cubicBezTo>
                    <a:pt x="18025" y="16232"/>
                    <a:pt x="11095" y="25411"/>
                    <a:pt x="18298" y="31369"/>
                  </a:cubicBezTo>
                  <a:cubicBezTo>
                    <a:pt x="23952" y="36050"/>
                    <a:pt x="23982" y="41612"/>
                    <a:pt x="23283" y="48269"/>
                  </a:cubicBezTo>
                  <a:cubicBezTo>
                    <a:pt x="22706" y="53497"/>
                    <a:pt x="22463" y="62494"/>
                    <a:pt x="29028" y="64044"/>
                  </a:cubicBezTo>
                  <a:cubicBezTo>
                    <a:pt x="35776" y="65655"/>
                    <a:pt x="41186" y="60913"/>
                    <a:pt x="45624" y="56567"/>
                  </a:cubicBezTo>
                  <a:cubicBezTo>
                    <a:pt x="51855" y="50457"/>
                    <a:pt x="63466" y="46202"/>
                    <a:pt x="71825" y="49515"/>
                  </a:cubicBezTo>
                  <a:cubicBezTo>
                    <a:pt x="79211" y="52463"/>
                    <a:pt x="89728" y="48421"/>
                    <a:pt x="96598" y="51430"/>
                  </a:cubicBezTo>
                  <a:cubicBezTo>
                    <a:pt x="100762" y="53284"/>
                    <a:pt x="101035" y="58390"/>
                    <a:pt x="102343" y="62646"/>
                  </a:cubicBezTo>
                  <a:cubicBezTo>
                    <a:pt x="104197" y="68603"/>
                    <a:pt x="108938" y="75564"/>
                    <a:pt x="114106" y="78482"/>
                  </a:cubicBezTo>
                  <a:cubicBezTo>
                    <a:pt x="122343" y="83132"/>
                    <a:pt x="130914" y="70610"/>
                    <a:pt x="138909" y="69151"/>
                  </a:cubicBezTo>
                  <a:cubicBezTo>
                    <a:pt x="145474" y="67935"/>
                    <a:pt x="152435" y="73892"/>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7"/>
            <p:cNvSpPr/>
            <p:nvPr/>
          </p:nvSpPr>
          <p:spPr>
            <a:xfrm>
              <a:off x="2975000" y="442550"/>
              <a:ext cx="3962850" cy="2057800"/>
            </a:xfrm>
            <a:custGeom>
              <a:rect b="b" l="l" r="r" t="t"/>
              <a:pathLst>
                <a:path extrusionOk="0" fill="none" h="82312" w="158514">
                  <a:moveTo>
                    <a:pt x="0" y="1"/>
                  </a:moveTo>
                  <a:cubicBezTo>
                    <a:pt x="4408" y="3040"/>
                    <a:pt x="9392" y="6049"/>
                    <a:pt x="13040" y="9879"/>
                  </a:cubicBezTo>
                  <a:cubicBezTo>
                    <a:pt x="18602" y="15654"/>
                    <a:pt x="11733" y="24955"/>
                    <a:pt x="18694" y="30609"/>
                  </a:cubicBezTo>
                  <a:cubicBezTo>
                    <a:pt x="24408" y="35259"/>
                    <a:pt x="25077" y="40153"/>
                    <a:pt x="24317" y="46901"/>
                  </a:cubicBezTo>
                  <a:cubicBezTo>
                    <a:pt x="23739" y="52129"/>
                    <a:pt x="23131" y="61248"/>
                    <a:pt x="29849" y="62919"/>
                  </a:cubicBezTo>
                  <a:cubicBezTo>
                    <a:pt x="36870" y="64652"/>
                    <a:pt x="41794" y="59606"/>
                    <a:pt x="46627" y="55503"/>
                  </a:cubicBezTo>
                  <a:cubicBezTo>
                    <a:pt x="53557" y="49606"/>
                    <a:pt x="63983" y="44712"/>
                    <a:pt x="72798" y="48634"/>
                  </a:cubicBezTo>
                  <a:cubicBezTo>
                    <a:pt x="80123" y="51886"/>
                    <a:pt x="90245" y="48208"/>
                    <a:pt x="97266" y="51187"/>
                  </a:cubicBezTo>
                  <a:cubicBezTo>
                    <a:pt x="101522" y="52980"/>
                    <a:pt x="101674" y="58026"/>
                    <a:pt x="102890" y="62251"/>
                  </a:cubicBezTo>
                  <a:cubicBezTo>
                    <a:pt x="104561" y="68087"/>
                    <a:pt x="109303" y="75078"/>
                    <a:pt x="114440" y="77844"/>
                  </a:cubicBezTo>
                  <a:cubicBezTo>
                    <a:pt x="122799" y="82312"/>
                    <a:pt x="131097" y="70032"/>
                    <a:pt x="139243" y="68877"/>
                  </a:cubicBezTo>
                  <a:cubicBezTo>
                    <a:pt x="145656" y="67935"/>
                    <a:pt x="152495" y="73771"/>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7"/>
            <p:cNvSpPr/>
            <p:nvPr/>
          </p:nvSpPr>
          <p:spPr>
            <a:xfrm>
              <a:off x="2975000" y="442550"/>
              <a:ext cx="3962850" cy="2035775"/>
            </a:xfrm>
            <a:custGeom>
              <a:rect b="b" l="l" r="r" t="t"/>
              <a:pathLst>
                <a:path extrusionOk="0" fill="none" h="81431" w="158514">
                  <a:moveTo>
                    <a:pt x="0" y="1"/>
                  </a:moveTo>
                  <a:cubicBezTo>
                    <a:pt x="4468" y="3040"/>
                    <a:pt x="9362" y="5958"/>
                    <a:pt x="13313" y="9606"/>
                  </a:cubicBezTo>
                  <a:cubicBezTo>
                    <a:pt x="19210" y="15077"/>
                    <a:pt x="12432" y="24469"/>
                    <a:pt x="19089" y="29849"/>
                  </a:cubicBezTo>
                  <a:cubicBezTo>
                    <a:pt x="24803" y="34469"/>
                    <a:pt x="26019" y="38694"/>
                    <a:pt x="25350" y="45564"/>
                  </a:cubicBezTo>
                  <a:cubicBezTo>
                    <a:pt x="24833" y="50822"/>
                    <a:pt x="23739" y="60001"/>
                    <a:pt x="30609" y="61795"/>
                  </a:cubicBezTo>
                  <a:cubicBezTo>
                    <a:pt x="37691" y="63649"/>
                    <a:pt x="42797" y="58299"/>
                    <a:pt x="47813" y="54378"/>
                  </a:cubicBezTo>
                  <a:cubicBezTo>
                    <a:pt x="55989" y="47995"/>
                    <a:pt x="63345" y="43375"/>
                    <a:pt x="73801" y="47752"/>
                  </a:cubicBezTo>
                  <a:cubicBezTo>
                    <a:pt x="81704" y="51065"/>
                    <a:pt x="90762" y="48026"/>
                    <a:pt x="97966" y="50944"/>
                  </a:cubicBezTo>
                  <a:cubicBezTo>
                    <a:pt x="102282" y="52707"/>
                    <a:pt x="102343" y="57631"/>
                    <a:pt x="103437" y="61825"/>
                  </a:cubicBezTo>
                  <a:cubicBezTo>
                    <a:pt x="104957" y="67570"/>
                    <a:pt x="109637" y="74531"/>
                    <a:pt x="114774" y="77145"/>
                  </a:cubicBezTo>
                  <a:cubicBezTo>
                    <a:pt x="123285" y="81430"/>
                    <a:pt x="131310" y="69454"/>
                    <a:pt x="139577" y="68573"/>
                  </a:cubicBezTo>
                  <a:cubicBezTo>
                    <a:pt x="145869" y="67904"/>
                    <a:pt x="152587" y="73649"/>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7"/>
            <p:cNvSpPr/>
            <p:nvPr/>
          </p:nvSpPr>
          <p:spPr>
            <a:xfrm>
              <a:off x="2975000" y="442550"/>
              <a:ext cx="3962850" cy="2014500"/>
            </a:xfrm>
            <a:custGeom>
              <a:rect b="b" l="l" r="r" t="t"/>
              <a:pathLst>
                <a:path extrusionOk="0" fill="none" h="80580" w="158514">
                  <a:moveTo>
                    <a:pt x="0" y="1"/>
                  </a:moveTo>
                  <a:cubicBezTo>
                    <a:pt x="4560" y="3010"/>
                    <a:pt x="9392" y="5897"/>
                    <a:pt x="13526" y="9393"/>
                  </a:cubicBezTo>
                  <a:cubicBezTo>
                    <a:pt x="19666" y="14469"/>
                    <a:pt x="13162" y="23952"/>
                    <a:pt x="19484" y="29150"/>
                  </a:cubicBezTo>
                  <a:cubicBezTo>
                    <a:pt x="24560" y="33314"/>
                    <a:pt x="27235" y="37509"/>
                    <a:pt x="26323" y="44348"/>
                  </a:cubicBezTo>
                  <a:cubicBezTo>
                    <a:pt x="25563" y="49728"/>
                    <a:pt x="24317" y="58846"/>
                    <a:pt x="31308" y="60792"/>
                  </a:cubicBezTo>
                  <a:cubicBezTo>
                    <a:pt x="38390" y="62737"/>
                    <a:pt x="43770" y="57296"/>
                    <a:pt x="48998" y="53375"/>
                  </a:cubicBezTo>
                  <a:cubicBezTo>
                    <a:pt x="57813" y="46688"/>
                    <a:pt x="63892" y="42129"/>
                    <a:pt x="74743" y="47023"/>
                  </a:cubicBezTo>
                  <a:cubicBezTo>
                    <a:pt x="82433" y="50488"/>
                    <a:pt x="91248" y="47995"/>
                    <a:pt x="98604" y="50761"/>
                  </a:cubicBezTo>
                  <a:cubicBezTo>
                    <a:pt x="103042" y="52372"/>
                    <a:pt x="103011" y="57266"/>
                    <a:pt x="104014" y="61430"/>
                  </a:cubicBezTo>
                  <a:cubicBezTo>
                    <a:pt x="105382" y="67084"/>
                    <a:pt x="109941" y="74014"/>
                    <a:pt x="115109" y="76445"/>
                  </a:cubicBezTo>
                  <a:cubicBezTo>
                    <a:pt x="123802" y="80579"/>
                    <a:pt x="132100" y="68299"/>
                    <a:pt x="139912" y="68330"/>
                  </a:cubicBezTo>
                  <a:cubicBezTo>
                    <a:pt x="144927" y="68330"/>
                    <a:pt x="153529" y="7331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7"/>
            <p:cNvSpPr/>
            <p:nvPr/>
          </p:nvSpPr>
          <p:spPr>
            <a:xfrm>
              <a:off x="2975000" y="442550"/>
              <a:ext cx="3962850" cy="1991700"/>
            </a:xfrm>
            <a:custGeom>
              <a:rect b="b" l="l" r="r" t="t"/>
              <a:pathLst>
                <a:path extrusionOk="0" fill="none" h="79668" w="158514">
                  <a:moveTo>
                    <a:pt x="0" y="1"/>
                  </a:moveTo>
                  <a:cubicBezTo>
                    <a:pt x="4590" y="3010"/>
                    <a:pt x="9484" y="5897"/>
                    <a:pt x="13769" y="9119"/>
                  </a:cubicBezTo>
                  <a:cubicBezTo>
                    <a:pt x="20122" y="13861"/>
                    <a:pt x="13952" y="23344"/>
                    <a:pt x="19879" y="28360"/>
                  </a:cubicBezTo>
                  <a:cubicBezTo>
                    <a:pt x="24651" y="32402"/>
                    <a:pt x="28055" y="36475"/>
                    <a:pt x="27265" y="43102"/>
                  </a:cubicBezTo>
                  <a:cubicBezTo>
                    <a:pt x="26627" y="48482"/>
                    <a:pt x="24985" y="57600"/>
                    <a:pt x="31946" y="59698"/>
                  </a:cubicBezTo>
                  <a:cubicBezTo>
                    <a:pt x="39028" y="61795"/>
                    <a:pt x="44955" y="56202"/>
                    <a:pt x="50183" y="52251"/>
                  </a:cubicBezTo>
                  <a:cubicBezTo>
                    <a:pt x="59424" y="45260"/>
                    <a:pt x="64561" y="40761"/>
                    <a:pt x="75746" y="46232"/>
                  </a:cubicBezTo>
                  <a:cubicBezTo>
                    <a:pt x="83315" y="49971"/>
                    <a:pt x="91795" y="47813"/>
                    <a:pt x="99273" y="50488"/>
                  </a:cubicBezTo>
                  <a:cubicBezTo>
                    <a:pt x="103832" y="52129"/>
                    <a:pt x="103619" y="56840"/>
                    <a:pt x="104653" y="61035"/>
                  </a:cubicBezTo>
                  <a:cubicBezTo>
                    <a:pt x="106051" y="66749"/>
                    <a:pt x="110124" y="73315"/>
                    <a:pt x="115443" y="75716"/>
                  </a:cubicBezTo>
                  <a:cubicBezTo>
                    <a:pt x="124227" y="79667"/>
                    <a:pt x="132039" y="67995"/>
                    <a:pt x="140246" y="68056"/>
                  </a:cubicBezTo>
                  <a:cubicBezTo>
                    <a:pt x="145535" y="68087"/>
                    <a:pt x="153377" y="7340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7"/>
            <p:cNvSpPr/>
            <p:nvPr/>
          </p:nvSpPr>
          <p:spPr>
            <a:xfrm>
              <a:off x="2975000" y="442550"/>
              <a:ext cx="3963625" cy="1968900"/>
            </a:xfrm>
            <a:custGeom>
              <a:rect b="b" l="l" r="r" t="t"/>
              <a:pathLst>
                <a:path extrusionOk="0" fill="none" h="78756" w="158545">
                  <a:moveTo>
                    <a:pt x="0" y="1"/>
                  </a:moveTo>
                  <a:cubicBezTo>
                    <a:pt x="4651" y="2979"/>
                    <a:pt x="9575" y="5867"/>
                    <a:pt x="14013" y="8876"/>
                  </a:cubicBezTo>
                  <a:cubicBezTo>
                    <a:pt x="20548" y="13283"/>
                    <a:pt x="14985" y="22706"/>
                    <a:pt x="20305" y="27539"/>
                  </a:cubicBezTo>
                  <a:cubicBezTo>
                    <a:pt x="24590" y="31430"/>
                    <a:pt x="28724" y="35715"/>
                    <a:pt x="28147" y="42007"/>
                  </a:cubicBezTo>
                  <a:cubicBezTo>
                    <a:pt x="27630" y="47296"/>
                    <a:pt x="25654" y="56445"/>
                    <a:pt x="32584" y="58664"/>
                  </a:cubicBezTo>
                  <a:cubicBezTo>
                    <a:pt x="39606" y="60913"/>
                    <a:pt x="46354" y="55077"/>
                    <a:pt x="51369" y="51096"/>
                  </a:cubicBezTo>
                  <a:cubicBezTo>
                    <a:pt x="60609" y="43770"/>
                    <a:pt x="65351" y="39576"/>
                    <a:pt x="76749" y="45594"/>
                  </a:cubicBezTo>
                  <a:cubicBezTo>
                    <a:pt x="84166" y="49515"/>
                    <a:pt x="92251" y="47722"/>
                    <a:pt x="99911" y="50275"/>
                  </a:cubicBezTo>
                  <a:cubicBezTo>
                    <a:pt x="104622" y="51855"/>
                    <a:pt x="104318" y="56445"/>
                    <a:pt x="105260" y="60609"/>
                  </a:cubicBezTo>
                  <a:cubicBezTo>
                    <a:pt x="106537" y="66324"/>
                    <a:pt x="110428" y="72676"/>
                    <a:pt x="115808" y="74956"/>
                  </a:cubicBezTo>
                  <a:cubicBezTo>
                    <a:pt x="124714" y="78756"/>
                    <a:pt x="132313" y="67418"/>
                    <a:pt x="140580" y="67813"/>
                  </a:cubicBezTo>
                  <a:cubicBezTo>
                    <a:pt x="145778" y="68056"/>
                    <a:pt x="153438" y="73315"/>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7"/>
            <p:cNvSpPr/>
            <p:nvPr/>
          </p:nvSpPr>
          <p:spPr>
            <a:xfrm>
              <a:off x="2975000" y="442550"/>
              <a:ext cx="3962850" cy="1919500"/>
            </a:xfrm>
            <a:custGeom>
              <a:rect b="b" l="l" r="r" t="t"/>
              <a:pathLst>
                <a:path extrusionOk="0" fill="none" h="76780" w="158514">
                  <a:moveTo>
                    <a:pt x="0" y="1"/>
                  </a:moveTo>
                  <a:cubicBezTo>
                    <a:pt x="4712" y="2949"/>
                    <a:pt x="9666" y="5776"/>
                    <a:pt x="14225" y="8633"/>
                  </a:cubicBezTo>
                  <a:cubicBezTo>
                    <a:pt x="20973" y="12797"/>
                    <a:pt x="16049" y="21977"/>
                    <a:pt x="20760" y="26718"/>
                  </a:cubicBezTo>
                  <a:cubicBezTo>
                    <a:pt x="24438" y="30396"/>
                    <a:pt x="29332" y="35168"/>
                    <a:pt x="28967" y="41004"/>
                  </a:cubicBezTo>
                  <a:cubicBezTo>
                    <a:pt x="28633" y="46202"/>
                    <a:pt x="26444" y="55381"/>
                    <a:pt x="33192" y="57661"/>
                  </a:cubicBezTo>
                  <a:cubicBezTo>
                    <a:pt x="40153" y="60032"/>
                    <a:pt x="47752" y="53953"/>
                    <a:pt x="52494" y="49880"/>
                  </a:cubicBezTo>
                  <a:cubicBezTo>
                    <a:pt x="61703" y="41977"/>
                    <a:pt x="66293" y="38633"/>
                    <a:pt x="77722" y="45016"/>
                  </a:cubicBezTo>
                  <a:cubicBezTo>
                    <a:pt x="84926" y="49059"/>
                    <a:pt x="92707" y="47722"/>
                    <a:pt x="100488" y="50093"/>
                  </a:cubicBezTo>
                  <a:cubicBezTo>
                    <a:pt x="105382" y="51582"/>
                    <a:pt x="104987" y="56080"/>
                    <a:pt x="105838" y="60245"/>
                  </a:cubicBezTo>
                  <a:cubicBezTo>
                    <a:pt x="107023" y="65898"/>
                    <a:pt x="111005" y="72676"/>
                    <a:pt x="116142" y="74227"/>
                  </a:cubicBezTo>
                  <a:cubicBezTo>
                    <a:pt x="124683" y="76780"/>
                    <a:pt x="132191" y="66901"/>
                    <a:pt x="140884" y="67570"/>
                  </a:cubicBezTo>
                  <a:cubicBezTo>
                    <a:pt x="145930" y="67965"/>
                    <a:pt x="153468" y="73224"/>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7"/>
            <p:cNvSpPr/>
            <p:nvPr/>
          </p:nvSpPr>
          <p:spPr>
            <a:xfrm>
              <a:off x="2975000" y="442550"/>
              <a:ext cx="3962100" cy="1896700"/>
            </a:xfrm>
            <a:custGeom>
              <a:rect b="b" l="l" r="r" t="t"/>
              <a:pathLst>
                <a:path extrusionOk="0" fill="none" h="75868" w="158484">
                  <a:moveTo>
                    <a:pt x="0" y="1"/>
                  </a:moveTo>
                  <a:cubicBezTo>
                    <a:pt x="4742" y="2949"/>
                    <a:pt x="9788" y="5441"/>
                    <a:pt x="14438" y="8359"/>
                  </a:cubicBezTo>
                  <a:cubicBezTo>
                    <a:pt x="21520" y="12797"/>
                    <a:pt x="16900" y="20852"/>
                    <a:pt x="21277" y="25837"/>
                  </a:cubicBezTo>
                  <a:cubicBezTo>
                    <a:pt x="24408" y="29424"/>
                    <a:pt x="29758" y="34652"/>
                    <a:pt x="29727" y="40123"/>
                  </a:cubicBezTo>
                  <a:cubicBezTo>
                    <a:pt x="29666" y="45229"/>
                    <a:pt x="27447" y="54014"/>
                    <a:pt x="33770" y="56658"/>
                  </a:cubicBezTo>
                  <a:cubicBezTo>
                    <a:pt x="40396" y="59394"/>
                    <a:pt x="49545" y="52433"/>
                    <a:pt x="53618" y="48542"/>
                  </a:cubicBezTo>
                  <a:cubicBezTo>
                    <a:pt x="62707" y="39788"/>
                    <a:pt x="67448" y="37904"/>
                    <a:pt x="78725" y="44530"/>
                  </a:cubicBezTo>
                  <a:cubicBezTo>
                    <a:pt x="85716" y="48664"/>
                    <a:pt x="93224" y="47722"/>
                    <a:pt x="101066" y="49910"/>
                  </a:cubicBezTo>
                  <a:cubicBezTo>
                    <a:pt x="106142" y="51308"/>
                    <a:pt x="105716" y="55685"/>
                    <a:pt x="106476" y="59849"/>
                  </a:cubicBezTo>
                  <a:cubicBezTo>
                    <a:pt x="107540" y="65503"/>
                    <a:pt x="111279" y="71977"/>
                    <a:pt x="116477" y="73467"/>
                  </a:cubicBezTo>
                  <a:cubicBezTo>
                    <a:pt x="124927" y="75868"/>
                    <a:pt x="132708" y="66354"/>
                    <a:pt x="141188" y="67357"/>
                  </a:cubicBezTo>
                  <a:cubicBezTo>
                    <a:pt x="146143" y="67935"/>
                    <a:pt x="153468" y="7313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7"/>
            <p:cNvSpPr/>
            <p:nvPr/>
          </p:nvSpPr>
          <p:spPr>
            <a:xfrm>
              <a:off x="2975000" y="442550"/>
              <a:ext cx="3962850" cy="1870875"/>
            </a:xfrm>
            <a:custGeom>
              <a:rect b="b" l="l" r="r" t="t"/>
              <a:pathLst>
                <a:path extrusionOk="0" fill="none" h="74835" w="158514">
                  <a:moveTo>
                    <a:pt x="0" y="1"/>
                  </a:moveTo>
                  <a:cubicBezTo>
                    <a:pt x="4803" y="2919"/>
                    <a:pt x="9848" y="5350"/>
                    <a:pt x="14651" y="8116"/>
                  </a:cubicBezTo>
                  <a:cubicBezTo>
                    <a:pt x="21946" y="12311"/>
                    <a:pt x="18086" y="19697"/>
                    <a:pt x="21885" y="24895"/>
                  </a:cubicBezTo>
                  <a:cubicBezTo>
                    <a:pt x="24590" y="28633"/>
                    <a:pt x="30031" y="34013"/>
                    <a:pt x="30396" y="39272"/>
                  </a:cubicBezTo>
                  <a:cubicBezTo>
                    <a:pt x="30791" y="44439"/>
                    <a:pt x="28299" y="52919"/>
                    <a:pt x="34439" y="55625"/>
                  </a:cubicBezTo>
                  <a:cubicBezTo>
                    <a:pt x="41186" y="58603"/>
                    <a:pt x="50670" y="51217"/>
                    <a:pt x="54712" y="47083"/>
                  </a:cubicBezTo>
                  <a:cubicBezTo>
                    <a:pt x="63892" y="37630"/>
                    <a:pt x="68542" y="37266"/>
                    <a:pt x="79789" y="44135"/>
                  </a:cubicBezTo>
                  <a:cubicBezTo>
                    <a:pt x="86476" y="48208"/>
                    <a:pt x="93984" y="47661"/>
                    <a:pt x="101674" y="49728"/>
                  </a:cubicBezTo>
                  <a:cubicBezTo>
                    <a:pt x="106932" y="51126"/>
                    <a:pt x="106416" y="55138"/>
                    <a:pt x="107145" y="59454"/>
                  </a:cubicBezTo>
                  <a:cubicBezTo>
                    <a:pt x="108057" y="64986"/>
                    <a:pt x="111552" y="71339"/>
                    <a:pt x="116872" y="72707"/>
                  </a:cubicBezTo>
                  <a:cubicBezTo>
                    <a:pt x="125322" y="74835"/>
                    <a:pt x="133285" y="65837"/>
                    <a:pt x="141523" y="67114"/>
                  </a:cubicBezTo>
                  <a:cubicBezTo>
                    <a:pt x="146386" y="67874"/>
                    <a:pt x="153559" y="73011"/>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7"/>
            <p:cNvSpPr/>
            <p:nvPr/>
          </p:nvSpPr>
          <p:spPr>
            <a:xfrm>
              <a:off x="2975000" y="442550"/>
              <a:ext cx="3962850" cy="1848075"/>
            </a:xfrm>
            <a:custGeom>
              <a:rect b="b" l="l" r="r" t="t"/>
              <a:pathLst>
                <a:path extrusionOk="0" fill="none" h="73923" w="158514">
                  <a:moveTo>
                    <a:pt x="0" y="1"/>
                  </a:moveTo>
                  <a:cubicBezTo>
                    <a:pt x="4833" y="2888"/>
                    <a:pt x="9909" y="5259"/>
                    <a:pt x="14864" y="7873"/>
                  </a:cubicBezTo>
                  <a:cubicBezTo>
                    <a:pt x="22219" y="11764"/>
                    <a:pt x="19301" y="18390"/>
                    <a:pt x="22584" y="23922"/>
                  </a:cubicBezTo>
                  <a:cubicBezTo>
                    <a:pt x="25046" y="28086"/>
                    <a:pt x="30092" y="33649"/>
                    <a:pt x="31004" y="38542"/>
                  </a:cubicBezTo>
                  <a:cubicBezTo>
                    <a:pt x="31855" y="43284"/>
                    <a:pt x="29150" y="51947"/>
                    <a:pt x="35107" y="54561"/>
                  </a:cubicBezTo>
                  <a:cubicBezTo>
                    <a:pt x="42250" y="57691"/>
                    <a:pt x="51673" y="50032"/>
                    <a:pt x="55746" y="45503"/>
                  </a:cubicBezTo>
                  <a:cubicBezTo>
                    <a:pt x="64834" y="35411"/>
                    <a:pt x="69941" y="36992"/>
                    <a:pt x="80822" y="43770"/>
                  </a:cubicBezTo>
                  <a:cubicBezTo>
                    <a:pt x="87205" y="47782"/>
                    <a:pt x="94683" y="47691"/>
                    <a:pt x="102191" y="49576"/>
                  </a:cubicBezTo>
                  <a:cubicBezTo>
                    <a:pt x="107571" y="50913"/>
                    <a:pt x="107145" y="54682"/>
                    <a:pt x="107783" y="59090"/>
                  </a:cubicBezTo>
                  <a:cubicBezTo>
                    <a:pt x="108604" y="64591"/>
                    <a:pt x="111826" y="70610"/>
                    <a:pt x="117236" y="71917"/>
                  </a:cubicBezTo>
                  <a:cubicBezTo>
                    <a:pt x="125504" y="73923"/>
                    <a:pt x="133863" y="65321"/>
                    <a:pt x="141827" y="66901"/>
                  </a:cubicBezTo>
                  <a:cubicBezTo>
                    <a:pt x="146599" y="67813"/>
                    <a:pt x="153620" y="7292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7"/>
            <p:cNvSpPr/>
            <p:nvPr/>
          </p:nvSpPr>
          <p:spPr>
            <a:xfrm>
              <a:off x="2975000" y="442550"/>
              <a:ext cx="3962100" cy="1826050"/>
            </a:xfrm>
            <a:custGeom>
              <a:rect b="b" l="l" r="r" t="t"/>
              <a:pathLst>
                <a:path extrusionOk="0" fill="none" h="73042" w="158484">
                  <a:moveTo>
                    <a:pt x="0" y="1"/>
                  </a:moveTo>
                  <a:cubicBezTo>
                    <a:pt x="4894" y="2858"/>
                    <a:pt x="10000" y="5168"/>
                    <a:pt x="15076" y="7630"/>
                  </a:cubicBezTo>
                  <a:cubicBezTo>
                    <a:pt x="22402" y="11217"/>
                    <a:pt x="20639" y="16992"/>
                    <a:pt x="23435" y="22980"/>
                  </a:cubicBezTo>
                  <a:cubicBezTo>
                    <a:pt x="25685" y="27813"/>
                    <a:pt x="29910" y="33041"/>
                    <a:pt x="31460" y="37934"/>
                  </a:cubicBezTo>
                  <a:cubicBezTo>
                    <a:pt x="32858" y="42372"/>
                    <a:pt x="29940" y="51096"/>
                    <a:pt x="35867" y="53558"/>
                  </a:cubicBezTo>
                  <a:cubicBezTo>
                    <a:pt x="43618" y="56749"/>
                    <a:pt x="52433" y="48937"/>
                    <a:pt x="56779" y="43831"/>
                  </a:cubicBezTo>
                  <a:cubicBezTo>
                    <a:pt x="65746" y="33314"/>
                    <a:pt x="71552" y="36901"/>
                    <a:pt x="81886" y="43466"/>
                  </a:cubicBezTo>
                  <a:cubicBezTo>
                    <a:pt x="87965" y="47327"/>
                    <a:pt x="95412" y="47752"/>
                    <a:pt x="102707" y="49454"/>
                  </a:cubicBezTo>
                  <a:cubicBezTo>
                    <a:pt x="108148" y="50700"/>
                    <a:pt x="107905" y="54226"/>
                    <a:pt x="108452" y="58725"/>
                  </a:cubicBezTo>
                  <a:cubicBezTo>
                    <a:pt x="109182" y="64226"/>
                    <a:pt x="112130" y="69910"/>
                    <a:pt x="117571" y="71187"/>
                  </a:cubicBezTo>
                  <a:cubicBezTo>
                    <a:pt x="125626" y="73041"/>
                    <a:pt x="134410" y="64895"/>
                    <a:pt x="142100" y="66688"/>
                  </a:cubicBezTo>
                  <a:cubicBezTo>
                    <a:pt x="146751" y="67783"/>
                    <a:pt x="153590" y="72828"/>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7"/>
            <p:cNvSpPr/>
            <p:nvPr/>
          </p:nvSpPr>
          <p:spPr>
            <a:xfrm>
              <a:off x="2975000" y="442550"/>
              <a:ext cx="3962850" cy="1818450"/>
            </a:xfrm>
            <a:custGeom>
              <a:rect b="b" l="l" r="r" t="t"/>
              <a:pathLst>
                <a:path extrusionOk="0" fill="none" h="72738" w="158514">
                  <a:moveTo>
                    <a:pt x="0" y="1"/>
                  </a:moveTo>
                  <a:cubicBezTo>
                    <a:pt x="4924" y="2827"/>
                    <a:pt x="10122" y="5077"/>
                    <a:pt x="15259" y="7387"/>
                  </a:cubicBezTo>
                  <a:cubicBezTo>
                    <a:pt x="22432" y="10609"/>
                    <a:pt x="22159" y="15594"/>
                    <a:pt x="24317" y="22007"/>
                  </a:cubicBezTo>
                  <a:cubicBezTo>
                    <a:pt x="26171" y="27630"/>
                    <a:pt x="29332" y="32402"/>
                    <a:pt x="31733" y="37418"/>
                  </a:cubicBezTo>
                  <a:cubicBezTo>
                    <a:pt x="33831" y="41764"/>
                    <a:pt x="30669" y="50305"/>
                    <a:pt x="36657" y="52615"/>
                  </a:cubicBezTo>
                  <a:cubicBezTo>
                    <a:pt x="44955" y="55868"/>
                    <a:pt x="53162" y="47630"/>
                    <a:pt x="57782" y="42068"/>
                  </a:cubicBezTo>
                  <a:cubicBezTo>
                    <a:pt x="66476" y="31551"/>
                    <a:pt x="73315" y="37022"/>
                    <a:pt x="82950" y="43193"/>
                  </a:cubicBezTo>
                  <a:cubicBezTo>
                    <a:pt x="88695" y="46871"/>
                    <a:pt x="96142" y="47813"/>
                    <a:pt x="103194" y="49333"/>
                  </a:cubicBezTo>
                  <a:cubicBezTo>
                    <a:pt x="108726" y="50488"/>
                    <a:pt x="108634" y="53740"/>
                    <a:pt x="109151" y="58390"/>
                  </a:cubicBezTo>
                  <a:cubicBezTo>
                    <a:pt x="109789" y="63862"/>
                    <a:pt x="112464" y="69211"/>
                    <a:pt x="117996" y="70427"/>
                  </a:cubicBezTo>
                  <a:cubicBezTo>
                    <a:pt x="125778" y="72129"/>
                    <a:pt x="135018" y="64439"/>
                    <a:pt x="142434" y="66506"/>
                  </a:cubicBezTo>
                  <a:cubicBezTo>
                    <a:pt x="146994" y="67752"/>
                    <a:pt x="153650" y="72737"/>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7"/>
            <p:cNvSpPr/>
            <p:nvPr/>
          </p:nvSpPr>
          <p:spPr>
            <a:xfrm>
              <a:off x="2975000" y="442550"/>
              <a:ext cx="3962850" cy="1816175"/>
            </a:xfrm>
            <a:custGeom>
              <a:rect b="b" l="l" r="r" t="t"/>
              <a:pathLst>
                <a:path extrusionOk="0" fill="none" h="72647" w="158514">
                  <a:moveTo>
                    <a:pt x="0" y="1"/>
                  </a:moveTo>
                  <a:cubicBezTo>
                    <a:pt x="4985" y="2797"/>
                    <a:pt x="10244" y="4985"/>
                    <a:pt x="15441" y="7144"/>
                  </a:cubicBezTo>
                  <a:cubicBezTo>
                    <a:pt x="22341" y="10031"/>
                    <a:pt x="23648" y="14621"/>
                    <a:pt x="25259" y="21034"/>
                  </a:cubicBezTo>
                  <a:cubicBezTo>
                    <a:pt x="26688" y="26809"/>
                    <a:pt x="28572" y="31977"/>
                    <a:pt x="31885" y="36992"/>
                  </a:cubicBezTo>
                  <a:cubicBezTo>
                    <a:pt x="34742" y="41278"/>
                    <a:pt x="31429" y="49606"/>
                    <a:pt x="37478" y="51825"/>
                  </a:cubicBezTo>
                  <a:cubicBezTo>
                    <a:pt x="46171" y="55017"/>
                    <a:pt x="54469" y="46202"/>
                    <a:pt x="58755" y="40305"/>
                  </a:cubicBezTo>
                  <a:cubicBezTo>
                    <a:pt x="66232" y="30001"/>
                    <a:pt x="76415" y="38025"/>
                    <a:pt x="84044" y="42889"/>
                  </a:cubicBezTo>
                  <a:cubicBezTo>
                    <a:pt x="89546" y="46384"/>
                    <a:pt x="96841" y="47874"/>
                    <a:pt x="103680" y="49211"/>
                  </a:cubicBezTo>
                  <a:cubicBezTo>
                    <a:pt x="109242" y="50305"/>
                    <a:pt x="109364" y="53254"/>
                    <a:pt x="109850" y="58026"/>
                  </a:cubicBezTo>
                  <a:cubicBezTo>
                    <a:pt x="110397" y="63436"/>
                    <a:pt x="112829" y="68482"/>
                    <a:pt x="118422" y="69667"/>
                  </a:cubicBezTo>
                  <a:cubicBezTo>
                    <a:pt x="125930" y="71278"/>
                    <a:pt x="135626" y="64044"/>
                    <a:pt x="142708" y="66293"/>
                  </a:cubicBezTo>
                  <a:cubicBezTo>
                    <a:pt x="147176" y="67692"/>
                    <a:pt x="153681" y="7264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7"/>
            <p:cNvSpPr/>
            <p:nvPr/>
          </p:nvSpPr>
          <p:spPr>
            <a:xfrm>
              <a:off x="2975000" y="442550"/>
              <a:ext cx="3962850" cy="1813875"/>
            </a:xfrm>
            <a:custGeom>
              <a:rect b="b" l="l" r="r" t="t"/>
              <a:pathLst>
                <a:path extrusionOk="0" fill="none" h="72555" w="158514">
                  <a:moveTo>
                    <a:pt x="0" y="1"/>
                  </a:moveTo>
                  <a:cubicBezTo>
                    <a:pt x="5015" y="2767"/>
                    <a:pt x="10335" y="4894"/>
                    <a:pt x="15624" y="6931"/>
                  </a:cubicBezTo>
                  <a:cubicBezTo>
                    <a:pt x="22189" y="9423"/>
                    <a:pt x="24925" y="13648"/>
                    <a:pt x="26262" y="20031"/>
                  </a:cubicBezTo>
                  <a:cubicBezTo>
                    <a:pt x="27508" y="25958"/>
                    <a:pt x="27843" y="31582"/>
                    <a:pt x="31916" y="36597"/>
                  </a:cubicBezTo>
                  <a:cubicBezTo>
                    <a:pt x="35290" y="40731"/>
                    <a:pt x="32432" y="49150"/>
                    <a:pt x="38299" y="51096"/>
                  </a:cubicBezTo>
                  <a:cubicBezTo>
                    <a:pt x="47326" y="54105"/>
                    <a:pt x="55138" y="44804"/>
                    <a:pt x="59758" y="38512"/>
                  </a:cubicBezTo>
                  <a:cubicBezTo>
                    <a:pt x="66901" y="28816"/>
                    <a:pt x="78512" y="38512"/>
                    <a:pt x="85139" y="42585"/>
                  </a:cubicBezTo>
                  <a:cubicBezTo>
                    <a:pt x="90397" y="45807"/>
                    <a:pt x="97510" y="47995"/>
                    <a:pt x="104105" y="49120"/>
                  </a:cubicBezTo>
                  <a:cubicBezTo>
                    <a:pt x="109698" y="50062"/>
                    <a:pt x="109729" y="52707"/>
                    <a:pt x="110580" y="57691"/>
                  </a:cubicBezTo>
                  <a:cubicBezTo>
                    <a:pt x="111461" y="63071"/>
                    <a:pt x="112829" y="67692"/>
                    <a:pt x="118878" y="68938"/>
                  </a:cubicBezTo>
                  <a:cubicBezTo>
                    <a:pt x="126082" y="70427"/>
                    <a:pt x="136234" y="63649"/>
                    <a:pt x="143012" y="66111"/>
                  </a:cubicBezTo>
                  <a:cubicBezTo>
                    <a:pt x="147359" y="67661"/>
                    <a:pt x="153742" y="7255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7"/>
            <p:cNvSpPr/>
            <p:nvPr/>
          </p:nvSpPr>
          <p:spPr>
            <a:xfrm>
              <a:off x="2975000" y="442550"/>
              <a:ext cx="3962850" cy="1804000"/>
            </a:xfrm>
            <a:custGeom>
              <a:rect b="b" l="l" r="r" t="t"/>
              <a:pathLst>
                <a:path extrusionOk="0" fill="none" h="72160" w="158514">
                  <a:moveTo>
                    <a:pt x="0" y="1"/>
                  </a:moveTo>
                  <a:cubicBezTo>
                    <a:pt x="5076" y="2736"/>
                    <a:pt x="10456" y="4803"/>
                    <a:pt x="15806" y="6688"/>
                  </a:cubicBezTo>
                  <a:cubicBezTo>
                    <a:pt x="22037" y="8876"/>
                    <a:pt x="26049" y="12767"/>
                    <a:pt x="27326" y="18967"/>
                  </a:cubicBezTo>
                  <a:cubicBezTo>
                    <a:pt x="28542" y="24925"/>
                    <a:pt x="27326" y="31126"/>
                    <a:pt x="31855" y="36202"/>
                  </a:cubicBezTo>
                  <a:cubicBezTo>
                    <a:pt x="35381" y="40153"/>
                    <a:pt x="33618" y="48725"/>
                    <a:pt x="39150" y="50457"/>
                  </a:cubicBezTo>
                  <a:cubicBezTo>
                    <a:pt x="48329" y="53314"/>
                    <a:pt x="55746" y="42919"/>
                    <a:pt x="60792" y="36810"/>
                  </a:cubicBezTo>
                  <a:cubicBezTo>
                    <a:pt x="67995" y="28086"/>
                    <a:pt x="80032" y="38360"/>
                    <a:pt x="86263" y="42159"/>
                  </a:cubicBezTo>
                  <a:cubicBezTo>
                    <a:pt x="91430" y="45320"/>
                    <a:pt x="98057" y="48056"/>
                    <a:pt x="104561" y="48998"/>
                  </a:cubicBezTo>
                  <a:cubicBezTo>
                    <a:pt x="115747" y="50700"/>
                    <a:pt x="107692" y="65898"/>
                    <a:pt x="119303" y="68178"/>
                  </a:cubicBezTo>
                  <a:cubicBezTo>
                    <a:pt x="126294" y="69576"/>
                    <a:pt x="136872" y="63254"/>
                    <a:pt x="143316" y="65898"/>
                  </a:cubicBezTo>
                  <a:cubicBezTo>
                    <a:pt x="147784" y="67752"/>
                    <a:pt x="153407" y="7216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7"/>
            <p:cNvSpPr/>
            <p:nvPr/>
          </p:nvSpPr>
          <p:spPr>
            <a:xfrm>
              <a:off x="2975000" y="442550"/>
              <a:ext cx="3962100" cy="1802475"/>
            </a:xfrm>
            <a:custGeom>
              <a:rect b="b" l="l" r="r" t="t"/>
              <a:pathLst>
                <a:path extrusionOk="0" fill="none" h="72099" w="158484">
                  <a:moveTo>
                    <a:pt x="0" y="1"/>
                  </a:moveTo>
                  <a:cubicBezTo>
                    <a:pt x="5107" y="2706"/>
                    <a:pt x="10760" y="4590"/>
                    <a:pt x="15958" y="6444"/>
                  </a:cubicBezTo>
                  <a:cubicBezTo>
                    <a:pt x="21764" y="8511"/>
                    <a:pt x="26931" y="11733"/>
                    <a:pt x="28390" y="17843"/>
                  </a:cubicBezTo>
                  <a:cubicBezTo>
                    <a:pt x="29788" y="23740"/>
                    <a:pt x="26900" y="30579"/>
                    <a:pt x="31672" y="35867"/>
                  </a:cubicBezTo>
                  <a:cubicBezTo>
                    <a:pt x="35107" y="39636"/>
                    <a:pt x="34925" y="48390"/>
                    <a:pt x="40001" y="49849"/>
                  </a:cubicBezTo>
                  <a:cubicBezTo>
                    <a:pt x="49302" y="52494"/>
                    <a:pt x="56415" y="40761"/>
                    <a:pt x="61886" y="35320"/>
                  </a:cubicBezTo>
                  <a:cubicBezTo>
                    <a:pt x="69211" y="28025"/>
                    <a:pt x="81278" y="37873"/>
                    <a:pt x="87327" y="41612"/>
                  </a:cubicBezTo>
                  <a:cubicBezTo>
                    <a:pt x="92585" y="44864"/>
                    <a:pt x="98421" y="48117"/>
                    <a:pt x="104926" y="48968"/>
                  </a:cubicBezTo>
                  <a:cubicBezTo>
                    <a:pt x="116385" y="50457"/>
                    <a:pt x="108239" y="65442"/>
                    <a:pt x="119759" y="67509"/>
                  </a:cubicBezTo>
                  <a:cubicBezTo>
                    <a:pt x="126659" y="68725"/>
                    <a:pt x="137298" y="62980"/>
                    <a:pt x="143559" y="65716"/>
                  </a:cubicBezTo>
                  <a:cubicBezTo>
                    <a:pt x="147936" y="67631"/>
                    <a:pt x="153407" y="72099"/>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7"/>
            <p:cNvSpPr/>
            <p:nvPr/>
          </p:nvSpPr>
          <p:spPr>
            <a:xfrm>
              <a:off x="2975000" y="442550"/>
              <a:ext cx="3962850" cy="1800200"/>
            </a:xfrm>
            <a:custGeom>
              <a:rect b="b" l="l" r="r" t="t"/>
              <a:pathLst>
                <a:path extrusionOk="0" fill="none" h="72008" w="158514">
                  <a:moveTo>
                    <a:pt x="0" y="1"/>
                  </a:moveTo>
                  <a:cubicBezTo>
                    <a:pt x="5167" y="2645"/>
                    <a:pt x="10821" y="4499"/>
                    <a:pt x="16140" y="6201"/>
                  </a:cubicBezTo>
                  <a:cubicBezTo>
                    <a:pt x="21976" y="8055"/>
                    <a:pt x="27630" y="11065"/>
                    <a:pt x="29484" y="16657"/>
                  </a:cubicBezTo>
                  <a:cubicBezTo>
                    <a:pt x="31308" y="22159"/>
                    <a:pt x="26748" y="29940"/>
                    <a:pt x="31521" y="35442"/>
                  </a:cubicBezTo>
                  <a:cubicBezTo>
                    <a:pt x="34621" y="38998"/>
                    <a:pt x="36414" y="48147"/>
                    <a:pt x="40913" y="49211"/>
                  </a:cubicBezTo>
                  <a:cubicBezTo>
                    <a:pt x="50244" y="51430"/>
                    <a:pt x="56749" y="38846"/>
                    <a:pt x="63041" y="34044"/>
                  </a:cubicBezTo>
                  <a:cubicBezTo>
                    <a:pt x="70731" y="28147"/>
                    <a:pt x="82190" y="36992"/>
                    <a:pt x="88391" y="40943"/>
                  </a:cubicBezTo>
                  <a:cubicBezTo>
                    <a:pt x="93862" y="44409"/>
                    <a:pt x="98695" y="48147"/>
                    <a:pt x="105352" y="48907"/>
                  </a:cubicBezTo>
                  <a:cubicBezTo>
                    <a:pt x="117024" y="50184"/>
                    <a:pt x="108786" y="64834"/>
                    <a:pt x="120276" y="66780"/>
                  </a:cubicBezTo>
                  <a:cubicBezTo>
                    <a:pt x="126993" y="67904"/>
                    <a:pt x="137784" y="62585"/>
                    <a:pt x="143863" y="65533"/>
                  </a:cubicBezTo>
                  <a:cubicBezTo>
                    <a:pt x="148149" y="67570"/>
                    <a:pt x="153468" y="72008"/>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7"/>
            <p:cNvSpPr/>
            <p:nvPr/>
          </p:nvSpPr>
          <p:spPr>
            <a:xfrm>
              <a:off x="2975000" y="442550"/>
              <a:ext cx="3963625" cy="1798675"/>
            </a:xfrm>
            <a:custGeom>
              <a:rect b="b" l="l" r="r" t="t"/>
              <a:pathLst>
                <a:path extrusionOk="0" fill="none" h="71947" w="158545">
                  <a:moveTo>
                    <a:pt x="0" y="1"/>
                  </a:moveTo>
                  <a:cubicBezTo>
                    <a:pt x="5198" y="2615"/>
                    <a:pt x="10912" y="4408"/>
                    <a:pt x="16323" y="5958"/>
                  </a:cubicBezTo>
                  <a:cubicBezTo>
                    <a:pt x="22067" y="7630"/>
                    <a:pt x="28147" y="10365"/>
                    <a:pt x="30578" y="15472"/>
                  </a:cubicBezTo>
                  <a:cubicBezTo>
                    <a:pt x="33192" y="20974"/>
                    <a:pt x="26931" y="29059"/>
                    <a:pt x="31369" y="35047"/>
                  </a:cubicBezTo>
                  <a:cubicBezTo>
                    <a:pt x="33831" y="38390"/>
                    <a:pt x="37904" y="47904"/>
                    <a:pt x="41825" y="48542"/>
                  </a:cubicBezTo>
                  <a:cubicBezTo>
                    <a:pt x="50883" y="50062"/>
                    <a:pt x="57296" y="36931"/>
                    <a:pt x="64257" y="33010"/>
                  </a:cubicBezTo>
                  <a:cubicBezTo>
                    <a:pt x="72160" y="28512"/>
                    <a:pt x="83102" y="35928"/>
                    <a:pt x="89424" y="40153"/>
                  </a:cubicBezTo>
                  <a:cubicBezTo>
                    <a:pt x="94804" y="43740"/>
                    <a:pt x="98877" y="48208"/>
                    <a:pt x="105747" y="48846"/>
                  </a:cubicBezTo>
                  <a:cubicBezTo>
                    <a:pt x="117601" y="49971"/>
                    <a:pt x="109425" y="64257"/>
                    <a:pt x="120793" y="66081"/>
                  </a:cubicBezTo>
                  <a:cubicBezTo>
                    <a:pt x="127419" y="67144"/>
                    <a:pt x="138270" y="62281"/>
                    <a:pt x="144167" y="65351"/>
                  </a:cubicBezTo>
                  <a:cubicBezTo>
                    <a:pt x="148362" y="67540"/>
                    <a:pt x="153529" y="71947"/>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7"/>
            <p:cNvSpPr/>
            <p:nvPr/>
          </p:nvSpPr>
          <p:spPr>
            <a:xfrm>
              <a:off x="2975000" y="442550"/>
              <a:ext cx="3962850" cy="1795650"/>
            </a:xfrm>
            <a:custGeom>
              <a:rect b="b" l="l" r="r" t="t"/>
              <a:pathLst>
                <a:path extrusionOk="0" fill="none" h="71826" w="158514">
                  <a:moveTo>
                    <a:pt x="0" y="1"/>
                  </a:moveTo>
                  <a:cubicBezTo>
                    <a:pt x="5259" y="2584"/>
                    <a:pt x="10973" y="4317"/>
                    <a:pt x="16475" y="5745"/>
                  </a:cubicBezTo>
                  <a:cubicBezTo>
                    <a:pt x="22250" y="7235"/>
                    <a:pt x="28542" y="9788"/>
                    <a:pt x="31581" y="14195"/>
                  </a:cubicBezTo>
                  <a:cubicBezTo>
                    <a:pt x="35168" y="19332"/>
                    <a:pt x="27326" y="28238"/>
                    <a:pt x="31247" y="34560"/>
                  </a:cubicBezTo>
                  <a:cubicBezTo>
                    <a:pt x="33253" y="37782"/>
                    <a:pt x="39150" y="47418"/>
                    <a:pt x="42737" y="47722"/>
                  </a:cubicBezTo>
                  <a:cubicBezTo>
                    <a:pt x="51612" y="48482"/>
                    <a:pt x="57752" y="35229"/>
                    <a:pt x="65412" y="32129"/>
                  </a:cubicBezTo>
                  <a:cubicBezTo>
                    <a:pt x="73588" y="28816"/>
                    <a:pt x="84044" y="34804"/>
                    <a:pt x="90275" y="39302"/>
                  </a:cubicBezTo>
                  <a:cubicBezTo>
                    <a:pt x="95351" y="42980"/>
                    <a:pt x="98938" y="48269"/>
                    <a:pt x="106081" y="48816"/>
                  </a:cubicBezTo>
                  <a:cubicBezTo>
                    <a:pt x="111704" y="49241"/>
                    <a:pt x="112981" y="50670"/>
                    <a:pt x="114136" y="56111"/>
                  </a:cubicBezTo>
                  <a:cubicBezTo>
                    <a:pt x="115139" y="60792"/>
                    <a:pt x="115321" y="64470"/>
                    <a:pt x="121279" y="65381"/>
                  </a:cubicBezTo>
                  <a:cubicBezTo>
                    <a:pt x="127784" y="66385"/>
                    <a:pt x="138696" y="61947"/>
                    <a:pt x="144410" y="65169"/>
                  </a:cubicBezTo>
                  <a:cubicBezTo>
                    <a:pt x="148483" y="67448"/>
                    <a:pt x="153529" y="7182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7"/>
            <p:cNvSpPr/>
            <p:nvPr/>
          </p:nvSpPr>
          <p:spPr>
            <a:xfrm>
              <a:off x="2975000" y="442550"/>
              <a:ext cx="3962850" cy="1794125"/>
            </a:xfrm>
            <a:custGeom>
              <a:rect b="b" l="l" r="r" t="t"/>
              <a:pathLst>
                <a:path extrusionOk="0" fill="none" h="71765" w="158514">
                  <a:moveTo>
                    <a:pt x="0" y="1"/>
                  </a:moveTo>
                  <a:cubicBezTo>
                    <a:pt x="5319" y="2554"/>
                    <a:pt x="11064" y="4226"/>
                    <a:pt x="16627" y="5502"/>
                  </a:cubicBezTo>
                  <a:cubicBezTo>
                    <a:pt x="22523" y="6840"/>
                    <a:pt x="28663" y="9302"/>
                    <a:pt x="32554" y="12919"/>
                  </a:cubicBezTo>
                  <a:cubicBezTo>
                    <a:pt x="36931" y="17022"/>
                    <a:pt x="28906" y="28268"/>
                    <a:pt x="31247" y="33983"/>
                  </a:cubicBezTo>
                  <a:cubicBezTo>
                    <a:pt x="32615" y="37326"/>
                    <a:pt x="40031" y="46658"/>
                    <a:pt x="43679" y="46719"/>
                  </a:cubicBezTo>
                  <a:cubicBezTo>
                    <a:pt x="52433" y="46810"/>
                    <a:pt x="58117" y="33861"/>
                    <a:pt x="66628" y="31430"/>
                  </a:cubicBezTo>
                  <a:cubicBezTo>
                    <a:pt x="75108" y="28998"/>
                    <a:pt x="85078" y="33709"/>
                    <a:pt x="91066" y="38451"/>
                  </a:cubicBezTo>
                  <a:cubicBezTo>
                    <a:pt x="95899" y="42250"/>
                    <a:pt x="98847" y="48482"/>
                    <a:pt x="106446" y="48785"/>
                  </a:cubicBezTo>
                  <a:cubicBezTo>
                    <a:pt x="119030" y="49272"/>
                    <a:pt x="110853" y="62950"/>
                    <a:pt x="121826" y="64743"/>
                  </a:cubicBezTo>
                  <a:cubicBezTo>
                    <a:pt x="128088" y="65746"/>
                    <a:pt x="139121" y="61612"/>
                    <a:pt x="144684" y="64986"/>
                  </a:cubicBezTo>
                  <a:cubicBezTo>
                    <a:pt x="148666" y="67388"/>
                    <a:pt x="153559" y="7176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7"/>
            <p:cNvSpPr/>
            <p:nvPr/>
          </p:nvSpPr>
          <p:spPr>
            <a:xfrm>
              <a:off x="2975000" y="442550"/>
              <a:ext cx="3962850" cy="1791075"/>
            </a:xfrm>
            <a:custGeom>
              <a:rect b="b" l="l" r="r" t="t"/>
              <a:pathLst>
                <a:path extrusionOk="0" fill="none" h="71643" w="158514">
                  <a:moveTo>
                    <a:pt x="0" y="1"/>
                  </a:moveTo>
                  <a:cubicBezTo>
                    <a:pt x="5319" y="2523"/>
                    <a:pt x="11155" y="4134"/>
                    <a:pt x="16779" y="5259"/>
                  </a:cubicBezTo>
                  <a:cubicBezTo>
                    <a:pt x="22736" y="6475"/>
                    <a:pt x="29302" y="9058"/>
                    <a:pt x="33405" y="11672"/>
                  </a:cubicBezTo>
                  <a:cubicBezTo>
                    <a:pt x="37660" y="14378"/>
                    <a:pt x="30821" y="28968"/>
                    <a:pt x="31399" y="33314"/>
                  </a:cubicBezTo>
                  <a:cubicBezTo>
                    <a:pt x="31885" y="36931"/>
                    <a:pt x="40578" y="45624"/>
                    <a:pt x="44651" y="45472"/>
                  </a:cubicBezTo>
                  <a:cubicBezTo>
                    <a:pt x="53101" y="45168"/>
                    <a:pt x="58421" y="32828"/>
                    <a:pt x="67874" y="30852"/>
                  </a:cubicBezTo>
                  <a:cubicBezTo>
                    <a:pt x="76658" y="29028"/>
                    <a:pt x="86233" y="32706"/>
                    <a:pt x="91856" y="37509"/>
                  </a:cubicBezTo>
                  <a:cubicBezTo>
                    <a:pt x="96476" y="41491"/>
                    <a:pt x="98908" y="48542"/>
                    <a:pt x="106780" y="48755"/>
                  </a:cubicBezTo>
                  <a:cubicBezTo>
                    <a:pt x="112647" y="48907"/>
                    <a:pt x="114045" y="50184"/>
                    <a:pt x="115565" y="55503"/>
                  </a:cubicBezTo>
                  <a:cubicBezTo>
                    <a:pt x="116841" y="60062"/>
                    <a:pt x="116628" y="63132"/>
                    <a:pt x="122404" y="64044"/>
                  </a:cubicBezTo>
                  <a:cubicBezTo>
                    <a:pt x="128544" y="65047"/>
                    <a:pt x="139486" y="61278"/>
                    <a:pt x="144957" y="64804"/>
                  </a:cubicBezTo>
                  <a:cubicBezTo>
                    <a:pt x="148818" y="67296"/>
                    <a:pt x="153559" y="71643"/>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7"/>
            <p:cNvSpPr/>
            <p:nvPr/>
          </p:nvSpPr>
          <p:spPr>
            <a:xfrm>
              <a:off x="2975000" y="442550"/>
              <a:ext cx="3962100" cy="1789575"/>
            </a:xfrm>
            <a:custGeom>
              <a:rect b="b" l="l" r="r" t="t"/>
              <a:pathLst>
                <a:path extrusionOk="0" fill="none" h="71583" w="158484">
                  <a:moveTo>
                    <a:pt x="0" y="1"/>
                  </a:moveTo>
                  <a:cubicBezTo>
                    <a:pt x="5380" y="2463"/>
                    <a:pt x="11216" y="4043"/>
                    <a:pt x="16900" y="5016"/>
                  </a:cubicBezTo>
                  <a:cubicBezTo>
                    <a:pt x="22797" y="6049"/>
                    <a:pt x="29058" y="8724"/>
                    <a:pt x="34135" y="10457"/>
                  </a:cubicBezTo>
                  <a:cubicBezTo>
                    <a:pt x="39667" y="12372"/>
                    <a:pt x="32037" y="28846"/>
                    <a:pt x="31855" y="32463"/>
                  </a:cubicBezTo>
                  <a:cubicBezTo>
                    <a:pt x="31672" y="36597"/>
                    <a:pt x="40852" y="44712"/>
                    <a:pt x="45503" y="44074"/>
                  </a:cubicBezTo>
                  <a:cubicBezTo>
                    <a:pt x="54165" y="42889"/>
                    <a:pt x="59606" y="32038"/>
                    <a:pt x="69090" y="30335"/>
                  </a:cubicBezTo>
                  <a:cubicBezTo>
                    <a:pt x="77479" y="28846"/>
                    <a:pt x="87388" y="31703"/>
                    <a:pt x="92646" y="36566"/>
                  </a:cubicBezTo>
                  <a:cubicBezTo>
                    <a:pt x="97084" y="40670"/>
                    <a:pt x="98908" y="48634"/>
                    <a:pt x="107084" y="48725"/>
                  </a:cubicBezTo>
                  <a:cubicBezTo>
                    <a:pt x="112890" y="48816"/>
                    <a:pt x="114501" y="49910"/>
                    <a:pt x="116203" y="55229"/>
                  </a:cubicBezTo>
                  <a:cubicBezTo>
                    <a:pt x="117571" y="59606"/>
                    <a:pt x="117297" y="62555"/>
                    <a:pt x="122951" y="63436"/>
                  </a:cubicBezTo>
                  <a:cubicBezTo>
                    <a:pt x="129030" y="64378"/>
                    <a:pt x="139851" y="60944"/>
                    <a:pt x="145200" y="64622"/>
                  </a:cubicBezTo>
                  <a:cubicBezTo>
                    <a:pt x="148939" y="67205"/>
                    <a:pt x="153590" y="7158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7"/>
            <p:cNvSpPr/>
            <p:nvPr/>
          </p:nvSpPr>
          <p:spPr>
            <a:xfrm>
              <a:off x="2975000" y="442550"/>
              <a:ext cx="3962850" cy="1785000"/>
            </a:xfrm>
            <a:custGeom>
              <a:rect b="b" l="l" r="r" t="t"/>
              <a:pathLst>
                <a:path extrusionOk="0" fill="none" h="71400" w="158514">
                  <a:moveTo>
                    <a:pt x="0" y="1"/>
                  </a:moveTo>
                  <a:cubicBezTo>
                    <a:pt x="5411" y="2432"/>
                    <a:pt x="11307" y="3952"/>
                    <a:pt x="17052" y="4803"/>
                  </a:cubicBezTo>
                  <a:cubicBezTo>
                    <a:pt x="22949" y="5685"/>
                    <a:pt x="29028" y="8967"/>
                    <a:pt x="34682" y="9362"/>
                  </a:cubicBezTo>
                  <a:cubicBezTo>
                    <a:pt x="42007" y="9849"/>
                    <a:pt x="33557" y="28360"/>
                    <a:pt x="32858" y="31065"/>
                  </a:cubicBezTo>
                  <a:cubicBezTo>
                    <a:pt x="31308" y="36931"/>
                    <a:pt x="41095" y="43801"/>
                    <a:pt x="46141" y="42676"/>
                  </a:cubicBezTo>
                  <a:cubicBezTo>
                    <a:pt x="54925" y="40761"/>
                    <a:pt x="60731" y="31703"/>
                    <a:pt x="70245" y="29819"/>
                  </a:cubicBezTo>
                  <a:cubicBezTo>
                    <a:pt x="78451" y="28177"/>
                    <a:pt x="88573" y="30731"/>
                    <a:pt x="93497" y="35563"/>
                  </a:cubicBezTo>
                  <a:cubicBezTo>
                    <a:pt x="97753" y="39728"/>
                    <a:pt x="98969" y="48725"/>
                    <a:pt x="107419" y="48755"/>
                  </a:cubicBezTo>
                  <a:cubicBezTo>
                    <a:pt x="113163" y="48755"/>
                    <a:pt x="115018" y="49667"/>
                    <a:pt x="116872" y="54956"/>
                  </a:cubicBezTo>
                  <a:cubicBezTo>
                    <a:pt x="118331" y="59181"/>
                    <a:pt x="118027" y="61977"/>
                    <a:pt x="123559" y="62798"/>
                  </a:cubicBezTo>
                  <a:cubicBezTo>
                    <a:pt x="129638" y="63710"/>
                    <a:pt x="140459" y="60579"/>
                    <a:pt x="145504" y="64470"/>
                  </a:cubicBezTo>
                  <a:cubicBezTo>
                    <a:pt x="148939" y="67144"/>
                    <a:pt x="153802" y="7140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7"/>
            <p:cNvSpPr/>
            <p:nvPr/>
          </p:nvSpPr>
          <p:spPr>
            <a:xfrm>
              <a:off x="2975000" y="442550"/>
              <a:ext cx="3962100" cy="1781975"/>
            </a:xfrm>
            <a:custGeom>
              <a:rect b="b" l="l" r="r" t="t"/>
              <a:pathLst>
                <a:path extrusionOk="0" fill="none" h="71279" w="158484">
                  <a:moveTo>
                    <a:pt x="0" y="1"/>
                  </a:moveTo>
                  <a:cubicBezTo>
                    <a:pt x="5471" y="2402"/>
                    <a:pt x="11247" y="3922"/>
                    <a:pt x="17174" y="4560"/>
                  </a:cubicBezTo>
                  <a:cubicBezTo>
                    <a:pt x="23253" y="5198"/>
                    <a:pt x="29514" y="8420"/>
                    <a:pt x="35107" y="8177"/>
                  </a:cubicBezTo>
                  <a:cubicBezTo>
                    <a:pt x="44044" y="7782"/>
                    <a:pt x="35290" y="26718"/>
                    <a:pt x="34256" y="29089"/>
                  </a:cubicBezTo>
                  <a:cubicBezTo>
                    <a:pt x="31369" y="35959"/>
                    <a:pt x="40578" y="42980"/>
                    <a:pt x="46658" y="41247"/>
                  </a:cubicBezTo>
                  <a:cubicBezTo>
                    <a:pt x="55533" y="38785"/>
                    <a:pt x="61947" y="31490"/>
                    <a:pt x="71369" y="29180"/>
                  </a:cubicBezTo>
                  <a:cubicBezTo>
                    <a:pt x="79424" y="27174"/>
                    <a:pt x="89819" y="29697"/>
                    <a:pt x="94470" y="34439"/>
                  </a:cubicBezTo>
                  <a:cubicBezTo>
                    <a:pt x="98482" y="38573"/>
                    <a:pt x="99090" y="48785"/>
                    <a:pt x="107753" y="48694"/>
                  </a:cubicBezTo>
                  <a:cubicBezTo>
                    <a:pt x="113407" y="48634"/>
                    <a:pt x="115504" y="49424"/>
                    <a:pt x="117510" y="54652"/>
                  </a:cubicBezTo>
                  <a:cubicBezTo>
                    <a:pt x="119060" y="58694"/>
                    <a:pt x="118665" y="61400"/>
                    <a:pt x="124167" y="62160"/>
                  </a:cubicBezTo>
                  <a:cubicBezTo>
                    <a:pt x="130246" y="62980"/>
                    <a:pt x="140793" y="60245"/>
                    <a:pt x="145717" y="64257"/>
                  </a:cubicBezTo>
                  <a:cubicBezTo>
                    <a:pt x="149061" y="66962"/>
                    <a:pt x="153802" y="71278"/>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7"/>
            <p:cNvSpPr/>
            <p:nvPr/>
          </p:nvSpPr>
          <p:spPr>
            <a:xfrm>
              <a:off x="2975000" y="442550"/>
              <a:ext cx="3962850" cy="1781200"/>
            </a:xfrm>
            <a:custGeom>
              <a:rect b="b" l="l" r="r" t="t"/>
              <a:pathLst>
                <a:path extrusionOk="0" fill="none" h="71248" w="158514">
                  <a:moveTo>
                    <a:pt x="0" y="1"/>
                  </a:moveTo>
                  <a:cubicBezTo>
                    <a:pt x="5502" y="2371"/>
                    <a:pt x="11338" y="3830"/>
                    <a:pt x="17326" y="4347"/>
                  </a:cubicBezTo>
                  <a:cubicBezTo>
                    <a:pt x="23405" y="4833"/>
                    <a:pt x="29484" y="7478"/>
                    <a:pt x="35381" y="7083"/>
                  </a:cubicBezTo>
                  <a:cubicBezTo>
                    <a:pt x="46171" y="6384"/>
                    <a:pt x="37660" y="22007"/>
                    <a:pt x="36080" y="26718"/>
                  </a:cubicBezTo>
                  <a:cubicBezTo>
                    <a:pt x="34560" y="31247"/>
                    <a:pt x="33192" y="34591"/>
                    <a:pt x="37387" y="37934"/>
                  </a:cubicBezTo>
                  <a:cubicBezTo>
                    <a:pt x="40062" y="40032"/>
                    <a:pt x="43983" y="40913"/>
                    <a:pt x="47144" y="39940"/>
                  </a:cubicBezTo>
                  <a:cubicBezTo>
                    <a:pt x="52007" y="38421"/>
                    <a:pt x="55959" y="34864"/>
                    <a:pt x="60548" y="32524"/>
                  </a:cubicBezTo>
                  <a:cubicBezTo>
                    <a:pt x="64409" y="30579"/>
                    <a:pt x="68360" y="29758"/>
                    <a:pt x="72403" y="28512"/>
                  </a:cubicBezTo>
                  <a:cubicBezTo>
                    <a:pt x="80275" y="26080"/>
                    <a:pt x="91187" y="28724"/>
                    <a:pt x="95503" y="33314"/>
                  </a:cubicBezTo>
                  <a:cubicBezTo>
                    <a:pt x="99303" y="37296"/>
                    <a:pt x="99212" y="48877"/>
                    <a:pt x="108118" y="48694"/>
                  </a:cubicBezTo>
                  <a:cubicBezTo>
                    <a:pt x="113589" y="48573"/>
                    <a:pt x="115990" y="49302"/>
                    <a:pt x="118148" y="54409"/>
                  </a:cubicBezTo>
                  <a:cubicBezTo>
                    <a:pt x="119820" y="58299"/>
                    <a:pt x="119364" y="60974"/>
                    <a:pt x="124805" y="61612"/>
                  </a:cubicBezTo>
                  <a:cubicBezTo>
                    <a:pt x="130519" y="62281"/>
                    <a:pt x="141249" y="59819"/>
                    <a:pt x="145991" y="64135"/>
                  </a:cubicBezTo>
                  <a:cubicBezTo>
                    <a:pt x="149213" y="67023"/>
                    <a:pt x="153863" y="71248"/>
                    <a:pt x="158514" y="68695"/>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7"/>
            <p:cNvSpPr/>
            <p:nvPr/>
          </p:nvSpPr>
          <p:spPr>
            <a:xfrm>
              <a:off x="2975000" y="442550"/>
              <a:ext cx="3962100" cy="1777400"/>
            </a:xfrm>
            <a:custGeom>
              <a:rect b="b" l="l" r="r" t="t"/>
              <a:pathLst>
                <a:path extrusionOk="0" fill="none" h="71096" w="158484">
                  <a:moveTo>
                    <a:pt x="0" y="1"/>
                  </a:moveTo>
                  <a:cubicBezTo>
                    <a:pt x="5532" y="2341"/>
                    <a:pt x="11429" y="3739"/>
                    <a:pt x="17447" y="4104"/>
                  </a:cubicBezTo>
                  <a:cubicBezTo>
                    <a:pt x="23496" y="4469"/>
                    <a:pt x="29484" y="6596"/>
                    <a:pt x="35533" y="6049"/>
                  </a:cubicBezTo>
                  <a:cubicBezTo>
                    <a:pt x="47357" y="4955"/>
                    <a:pt x="40822" y="16809"/>
                    <a:pt x="38208" y="23983"/>
                  </a:cubicBezTo>
                  <a:cubicBezTo>
                    <a:pt x="36657" y="28329"/>
                    <a:pt x="33557" y="33253"/>
                    <a:pt x="37691" y="36962"/>
                  </a:cubicBezTo>
                  <a:cubicBezTo>
                    <a:pt x="40244" y="39272"/>
                    <a:pt x="44591" y="39636"/>
                    <a:pt x="47661" y="38603"/>
                  </a:cubicBezTo>
                  <a:cubicBezTo>
                    <a:pt x="52646" y="36931"/>
                    <a:pt x="56901" y="33557"/>
                    <a:pt x="61764" y="31460"/>
                  </a:cubicBezTo>
                  <a:cubicBezTo>
                    <a:pt x="65533" y="29819"/>
                    <a:pt x="69576" y="29150"/>
                    <a:pt x="73375" y="27721"/>
                  </a:cubicBezTo>
                  <a:cubicBezTo>
                    <a:pt x="80974" y="24864"/>
                    <a:pt x="92464" y="27721"/>
                    <a:pt x="96659" y="32068"/>
                  </a:cubicBezTo>
                  <a:cubicBezTo>
                    <a:pt x="100884" y="36445"/>
                    <a:pt x="98634" y="48512"/>
                    <a:pt x="108452" y="48664"/>
                  </a:cubicBezTo>
                  <a:cubicBezTo>
                    <a:pt x="114014" y="48755"/>
                    <a:pt x="116416" y="49150"/>
                    <a:pt x="118756" y="54105"/>
                  </a:cubicBezTo>
                  <a:cubicBezTo>
                    <a:pt x="120550" y="57874"/>
                    <a:pt x="120002" y="60488"/>
                    <a:pt x="125413" y="61035"/>
                  </a:cubicBezTo>
                  <a:cubicBezTo>
                    <a:pt x="131158" y="61643"/>
                    <a:pt x="141553" y="59454"/>
                    <a:pt x="146234" y="63922"/>
                  </a:cubicBezTo>
                  <a:cubicBezTo>
                    <a:pt x="149334" y="66871"/>
                    <a:pt x="153894" y="71096"/>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7"/>
            <p:cNvSpPr/>
            <p:nvPr/>
          </p:nvSpPr>
          <p:spPr>
            <a:xfrm>
              <a:off x="2975000" y="442550"/>
              <a:ext cx="3962850" cy="1775125"/>
            </a:xfrm>
            <a:custGeom>
              <a:rect b="b" l="l" r="r" t="t"/>
              <a:pathLst>
                <a:path extrusionOk="0" fill="none" h="71005" w="158514">
                  <a:moveTo>
                    <a:pt x="0" y="1"/>
                  </a:moveTo>
                  <a:cubicBezTo>
                    <a:pt x="5593" y="2311"/>
                    <a:pt x="11520" y="3648"/>
                    <a:pt x="17569" y="3861"/>
                  </a:cubicBezTo>
                  <a:cubicBezTo>
                    <a:pt x="23587" y="4074"/>
                    <a:pt x="29636" y="5837"/>
                    <a:pt x="35594" y="5046"/>
                  </a:cubicBezTo>
                  <a:cubicBezTo>
                    <a:pt x="47569" y="3466"/>
                    <a:pt x="43800" y="12280"/>
                    <a:pt x="40578" y="20974"/>
                  </a:cubicBezTo>
                  <a:cubicBezTo>
                    <a:pt x="39059" y="25107"/>
                    <a:pt x="34773" y="31916"/>
                    <a:pt x="38268" y="35867"/>
                  </a:cubicBezTo>
                  <a:cubicBezTo>
                    <a:pt x="40548" y="38451"/>
                    <a:pt x="45381" y="38208"/>
                    <a:pt x="48238" y="37296"/>
                  </a:cubicBezTo>
                  <a:cubicBezTo>
                    <a:pt x="53405" y="35624"/>
                    <a:pt x="57965" y="32281"/>
                    <a:pt x="63102" y="30366"/>
                  </a:cubicBezTo>
                  <a:cubicBezTo>
                    <a:pt x="66780" y="28968"/>
                    <a:pt x="70701" y="28420"/>
                    <a:pt x="74257" y="26840"/>
                  </a:cubicBezTo>
                  <a:cubicBezTo>
                    <a:pt x="81552" y="23588"/>
                    <a:pt x="94075" y="26779"/>
                    <a:pt x="97935" y="30791"/>
                  </a:cubicBezTo>
                  <a:cubicBezTo>
                    <a:pt x="101887" y="34895"/>
                    <a:pt x="98938" y="48542"/>
                    <a:pt x="108817" y="48664"/>
                  </a:cubicBezTo>
                  <a:cubicBezTo>
                    <a:pt x="114227" y="48694"/>
                    <a:pt x="116872" y="49029"/>
                    <a:pt x="119364" y="53801"/>
                  </a:cubicBezTo>
                  <a:cubicBezTo>
                    <a:pt x="121249" y="57448"/>
                    <a:pt x="120702" y="60032"/>
                    <a:pt x="126021" y="60518"/>
                  </a:cubicBezTo>
                  <a:cubicBezTo>
                    <a:pt x="131826" y="61035"/>
                    <a:pt x="141857" y="59120"/>
                    <a:pt x="146507" y="63771"/>
                  </a:cubicBezTo>
                  <a:cubicBezTo>
                    <a:pt x="149456" y="66719"/>
                    <a:pt x="153924" y="7100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7"/>
            <p:cNvSpPr/>
            <p:nvPr/>
          </p:nvSpPr>
          <p:spPr>
            <a:xfrm>
              <a:off x="2975000" y="442550"/>
              <a:ext cx="3962850" cy="1772850"/>
            </a:xfrm>
            <a:custGeom>
              <a:rect b="b" l="l" r="r" t="t"/>
              <a:pathLst>
                <a:path extrusionOk="0" fill="none" h="70914" w="158514">
                  <a:moveTo>
                    <a:pt x="0" y="1"/>
                  </a:moveTo>
                  <a:cubicBezTo>
                    <a:pt x="5623" y="2280"/>
                    <a:pt x="11611" y="3526"/>
                    <a:pt x="17690" y="3648"/>
                  </a:cubicBezTo>
                  <a:cubicBezTo>
                    <a:pt x="23648" y="3709"/>
                    <a:pt x="29636" y="5016"/>
                    <a:pt x="35563" y="4104"/>
                  </a:cubicBezTo>
                  <a:cubicBezTo>
                    <a:pt x="47022" y="2371"/>
                    <a:pt x="46627" y="7843"/>
                    <a:pt x="43101" y="17812"/>
                  </a:cubicBezTo>
                  <a:cubicBezTo>
                    <a:pt x="41733" y="21612"/>
                    <a:pt x="36232" y="30670"/>
                    <a:pt x="39028" y="34621"/>
                  </a:cubicBezTo>
                  <a:cubicBezTo>
                    <a:pt x="41004" y="37387"/>
                    <a:pt x="46293" y="36901"/>
                    <a:pt x="48968" y="35989"/>
                  </a:cubicBezTo>
                  <a:cubicBezTo>
                    <a:pt x="57235" y="33071"/>
                    <a:pt x="67235" y="29667"/>
                    <a:pt x="75108" y="25867"/>
                  </a:cubicBezTo>
                  <a:cubicBezTo>
                    <a:pt x="82008" y="22524"/>
                    <a:pt x="95655" y="25746"/>
                    <a:pt x="99303" y="29484"/>
                  </a:cubicBezTo>
                  <a:cubicBezTo>
                    <a:pt x="103042" y="33284"/>
                    <a:pt x="99546" y="48573"/>
                    <a:pt x="109242" y="48573"/>
                  </a:cubicBezTo>
                  <a:cubicBezTo>
                    <a:pt x="114379" y="48573"/>
                    <a:pt x="117328" y="48968"/>
                    <a:pt x="119942" y="53527"/>
                  </a:cubicBezTo>
                  <a:cubicBezTo>
                    <a:pt x="121948" y="57023"/>
                    <a:pt x="121340" y="59606"/>
                    <a:pt x="126629" y="60032"/>
                  </a:cubicBezTo>
                  <a:cubicBezTo>
                    <a:pt x="132495" y="60488"/>
                    <a:pt x="142130" y="58725"/>
                    <a:pt x="146751" y="63558"/>
                  </a:cubicBezTo>
                  <a:cubicBezTo>
                    <a:pt x="149608" y="66567"/>
                    <a:pt x="153985" y="70913"/>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7"/>
            <p:cNvSpPr/>
            <p:nvPr/>
          </p:nvSpPr>
          <p:spPr>
            <a:xfrm>
              <a:off x="2975000" y="442550"/>
              <a:ext cx="3962100" cy="1769800"/>
            </a:xfrm>
            <a:custGeom>
              <a:rect b="b" l="l" r="r" t="t"/>
              <a:pathLst>
                <a:path extrusionOk="0" fill="none" h="70792" w="158484">
                  <a:moveTo>
                    <a:pt x="0" y="1"/>
                  </a:moveTo>
                  <a:cubicBezTo>
                    <a:pt x="5654" y="2280"/>
                    <a:pt x="11703" y="3435"/>
                    <a:pt x="17812" y="3405"/>
                  </a:cubicBezTo>
                  <a:cubicBezTo>
                    <a:pt x="23709" y="3344"/>
                    <a:pt x="29606" y="4165"/>
                    <a:pt x="35502" y="3192"/>
                  </a:cubicBezTo>
                  <a:cubicBezTo>
                    <a:pt x="37660" y="2858"/>
                    <a:pt x="42463" y="1976"/>
                    <a:pt x="44621" y="2949"/>
                  </a:cubicBezTo>
                  <a:cubicBezTo>
                    <a:pt x="49545" y="5168"/>
                    <a:pt x="46840" y="10913"/>
                    <a:pt x="45624" y="14742"/>
                  </a:cubicBezTo>
                  <a:cubicBezTo>
                    <a:pt x="43557" y="21369"/>
                    <a:pt x="34135" y="40001"/>
                    <a:pt x="49819" y="34652"/>
                  </a:cubicBezTo>
                  <a:cubicBezTo>
                    <a:pt x="58299" y="31734"/>
                    <a:pt x="67935" y="28177"/>
                    <a:pt x="76050" y="24864"/>
                  </a:cubicBezTo>
                  <a:cubicBezTo>
                    <a:pt x="83072" y="21977"/>
                    <a:pt x="96051" y="24347"/>
                    <a:pt x="100762" y="28117"/>
                  </a:cubicBezTo>
                  <a:cubicBezTo>
                    <a:pt x="105716" y="32098"/>
                    <a:pt x="98908" y="48299"/>
                    <a:pt x="109698" y="48482"/>
                  </a:cubicBezTo>
                  <a:cubicBezTo>
                    <a:pt x="114653" y="48573"/>
                    <a:pt x="117753" y="48846"/>
                    <a:pt x="120458" y="53254"/>
                  </a:cubicBezTo>
                  <a:cubicBezTo>
                    <a:pt x="122586" y="56628"/>
                    <a:pt x="121948" y="59242"/>
                    <a:pt x="127176" y="59576"/>
                  </a:cubicBezTo>
                  <a:cubicBezTo>
                    <a:pt x="133133" y="60001"/>
                    <a:pt x="142404" y="58360"/>
                    <a:pt x="146963" y="63375"/>
                  </a:cubicBezTo>
                  <a:cubicBezTo>
                    <a:pt x="149699" y="66385"/>
                    <a:pt x="153985" y="70792"/>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7"/>
            <p:cNvSpPr/>
            <p:nvPr/>
          </p:nvSpPr>
          <p:spPr>
            <a:xfrm>
              <a:off x="2975000" y="442550"/>
              <a:ext cx="3963625" cy="1767525"/>
            </a:xfrm>
            <a:custGeom>
              <a:rect b="b" l="l" r="r" t="t"/>
              <a:pathLst>
                <a:path extrusionOk="0" fill="none" h="70701" w="158545">
                  <a:moveTo>
                    <a:pt x="0" y="1"/>
                  </a:moveTo>
                  <a:cubicBezTo>
                    <a:pt x="5715" y="2250"/>
                    <a:pt x="11794" y="3314"/>
                    <a:pt x="17934" y="3192"/>
                  </a:cubicBezTo>
                  <a:cubicBezTo>
                    <a:pt x="23770" y="2979"/>
                    <a:pt x="29575" y="3314"/>
                    <a:pt x="35411" y="2341"/>
                  </a:cubicBezTo>
                  <a:cubicBezTo>
                    <a:pt x="44439" y="791"/>
                    <a:pt x="50518" y="2371"/>
                    <a:pt x="48147" y="11916"/>
                  </a:cubicBezTo>
                  <a:cubicBezTo>
                    <a:pt x="46627" y="18086"/>
                    <a:pt x="34894" y="38725"/>
                    <a:pt x="50883" y="33253"/>
                  </a:cubicBezTo>
                  <a:cubicBezTo>
                    <a:pt x="59697" y="30244"/>
                    <a:pt x="68482" y="26688"/>
                    <a:pt x="77418" y="23922"/>
                  </a:cubicBezTo>
                  <a:cubicBezTo>
                    <a:pt x="84227" y="21794"/>
                    <a:pt x="97601" y="22585"/>
                    <a:pt x="102312" y="26779"/>
                  </a:cubicBezTo>
                  <a:cubicBezTo>
                    <a:pt x="107510" y="31399"/>
                    <a:pt x="99394" y="48056"/>
                    <a:pt x="110276" y="48330"/>
                  </a:cubicBezTo>
                  <a:cubicBezTo>
                    <a:pt x="115200" y="48451"/>
                    <a:pt x="117966" y="49181"/>
                    <a:pt x="120945" y="52889"/>
                  </a:cubicBezTo>
                  <a:cubicBezTo>
                    <a:pt x="123376" y="55928"/>
                    <a:pt x="122464" y="58877"/>
                    <a:pt x="127784" y="59150"/>
                  </a:cubicBezTo>
                  <a:cubicBezTo>
                    <a:pt x="133711" y="59454"/>
                    <a:pt x="142769" y="58026"/>
                    <a:pt x="147267" y="63223"/>
                  </a:cubicBezTo>
                  <a:cubicBezTo>
                    <a:pt x="149881" y="66202"/>
                    <a:pt x="154076" y="70701"/>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7"/>
            <p:cNvSpPr/>
            <p:nvPr/>
          </p:nvSpPr>
          <p:spPr>
            <a:xfrm>
              <a:off x="2975000" y="442550"/>
              <a:ext cx="3962850" cy="1765250"/>
            </a:xfrm>
            <a:custGeom>
              <a:rect b="b" l="l" r="r" t="t"/>
              <a:pathLst>
                <a:path extrusionOk="0" fill="none" h="70610" w="158514">
                  <a:moveTo>
                    <a:pt x="0" y="1"/>
                  </a:moveTo>
                  <a:cubicBezTo>
                    <a:pt x="5745" y="2219"/>
                    <a:pt x="11885" y="3223"/>
                    <a:pt x="18025" y="2949"/>
                  </a:cubicBezTo>
                  <a:cubicBezTo>
                    <a:pt x="23800" y="2645"/>
                    <a:pt x="29514" y="2493"/>
                    <a:pt x="35259" y="1490"/>
                  </a:cubicBezTo>
                  <a:cubicBezTo>
                    <a:pt x="38056" y="1004"/>
                    <a:pt x="42189" y="396"/>
                    <a:pt x="44986" y="1064"/>
                  </a:cubicBezTo>
                  <a:cubicBezTo>
                    <a:pt x="50183" y="2280"/>
                    <a:pt x="51065" y="4803"/>
                    <a:pt x="50487" y="9454"/>
                  </a:cubicBezTo>
                  <a:cubicBezTo>
                    <a:pt x="49728" y="14986"/>
                    <a:pt x="36627" y="36870"/>
                    <a:pt x="52068" y="31825"/>
                  </a:cubicBezTo>
                  <a:cubicBezTo>
                    <a:pt x="60944" y="28937"/>
                    <a:pt x="69910" y="25533"/>
                    <a:pt x="79029" y="23010"/>
                  </a:cubicBezTo>
                  <a:cubicBezTo>
                    <a:pt x="86111" y="21095"/>
                    <a:pt x="98969" y="21551"/>
                    <a:pt x="103893" y="25472"/>
                  </a:cubicBezTo>
                  <a:cubicBezTo>
                    <a:pt x="109212" y="29697"/>
                    <a:pt x="100093" y="47661"/>
                    <a:pt x="110823" y="48147"/>
                  </a:cubicBezTo>
                  <a:cubicBezTo>
                    <a:pt x="115595" y="48360"/>
                    <a:pt x="118422" y="49120"/>
                    <a:pt x="121431" y="52646"/>
                  </a:cubicBezTo>
                  <a:cubicBezTo>
                    <a:pt x="123923" y="55594"/>
                    <a:pt x="123103" y="58542"/>
                    <a:pt x="128300" y="58786"/>
                  </a:cubicBezTo>
                  <a:cubicBezTo>
                    <a:pt x="134288" y="59059"/>
                    <a:pt x="143042" y="57783"/>
                    <a:pt x="147480" y="63041"/>
                  </a:cubicBezTo>
                  <a:cubicBezTo>
                    <a:pt x="150003" y="65989"/>
                    <a:pt x="154076" y="7061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7"/>
            <p:cNvSpPr/>
            <p:nvPr/>
          </p:nvSpPr>
          <p:spPr>
            <a:xfrm>
              <a:off x="2975000" y="428125"/>
              <a:ext cx="3962850" cy="1777400"/>
            </a:xfrm>
            <a:custGeom>
              <a:rect b="b" l="l" r="r" t="t"/>
              <a:pathLst>
                <a:path extrusionOk="0" fill="none" h="71096" w="158514">
                  <a:moveTo>
                    <a:pt x="0" y="578"/>
                  </a:moveTo>
                  <a:cubicBezTo>
                    <a:pt x="5715" y="2705"/>
                    <a:pt x="12128" y="3769"/>
                    <a:pt x="18146" y="3313"/>
                  </a:cubicBezTo>
                  <a:cubicBezTo>
                    <a:pt x="23861" y="2888"/>
                    <a:pt x="29484" y="2219"/>
                    <a:pt x="35138" y="1246"/>
                  </a:cubicBezTo>
                  <a:cubicBezTo>
                    <a:pt x="42554" y="0"/>
                    <a:pt x="52281" y="1489"/>
                    <a:pt x="52585" y="7994"/>
                  </a:cubicBezTo>
                  <a:cubicBezTo>
                    <a:pt x="52767" y="12523"/>
                    <a:pt x="39211" y="35350"/>
                    <a:pt x="53436" y="30882"/>
                  </a:cubicBezTo>
                  <a:cubicBezTo>
                    <a:pt x="62372" y="28086"/>
                    <a:pt x="71673" y="25137"/>
                    <a:pt x="80914" y="22736"/>
                  </a:cubicBezTo>
                  <a:cubicBezTo>
                    <a:pt x="88604" y="20760"/>
                    <a:pt x="100032" y="21551"/>
                    <a:pt x="105443" y="24803"/>
                  </a:cubicBezTo>
                  <a:cubicBezTo>
                    <a:pt x="111674" y="28511"/>
                    <a:pt x="99941" y="47508"/>
                    <a:pt x="111431" y="48511"/>
                  </a:cubicBezTo>
                  <a:cubicBezTo>
                    <a:pt x="116081" y="48937"/>
                    <a:pt x="118847" y="49606"/>
                    <a:pt x="121887" y="52980"/>
                  </a:cubicBezTo>
                  <a:cubicBezTo>
                    <a:pt x="124440" y="55837"/>
                    <a:pt x="123741" y="58785"/>
                    <a:pt x="128787" y="58998"/>
                  </a:cubicBezTo>
                  <a:cubicBezTo>
                    <a:pt x="134836" y="59271"/>
                    <a:pt x="143316" y="58147"/>
                    <a:pt x="147723" y="63436"/>
                  </a:cubicBezTo>
                  <a:cubicBezTo>
                    <a:pt x="150125" y="66323"/>
                    <a:pt x="154106" y="71095"/>
                    <a:pt x="158514" y="6924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7"/>
            <p:cNvSpPr/>
            <p:nvPr/>
          </p:nvSpPr>
          <p:spPr>
            <a:xfrm>
              <a:off x="2975000" y="412925"/>
              <a:ext cx="3962850" cy="1789550"/>
            </a:xfrm>
            <a:custGeom>
              <a:rect b="b" l="l" r="r" t="t"/>
              <a:pathLst>
                <a:path extrusionOk="0" fill="none" h="71582" w="158514">
                  <a:moveTo>
                    <a:pt x="0" y="1186"/>
                  </a:moveTo>
                  <a:cubicBezTo>
                    <a:pt x="5745" y="3283"/>
                    <a:pt x="12219" y="4286"/>
                    <a:pt x="18238" y="3678"/>
                  </a:cubicBezTo>
                  <a:cubicBezTo>
                    <a:pt x="23891" y="3131"/>
                    <a:pt x="29454" y="1976"/>
                    <a:pt x="35046" y="1034"/>
                  </a:cubicBezTo>
                  <a:cubicBezTo>
                    <a:pt x="41308" y="0"/>
                    <a:pt x="52980" y="638"/>
                    <a:pt x="54317" y="7082"/>
                  </a:cubicBezTo>
                  <a:cubicBezTo>
                    <a:pt x="55260" y="11672"/>
                    <a:pt x="42159" y="33557"/>
                    <a:pt x="54895" y="29879"/>
                  </a:cubicBezTo>
                  <a:cubicBezTo>
                    <a:pt x="64044" y="27204"/>
                    <a:pt x="73588" y="24864"/>
                    <a:pt x="82950" y="22523"/>
                  </a:cubicBezTo>
                  <a:cubicBezTo>
                    <a:pt x="90488" y="20608"/>
                    <a:pt x="101248" y="21186"/>
                    <a:pt x="106932" y="24256"/>
                  </a:cubicBezTo>
                  <a:cubicBezTo>
                    <a:pt x="113862" y="27964"/>
                    <a:pt x="100762" y="47478"/>
                    <a:pt x="112069" y="48876"/>
                  </a:cubicBezTo>
                  <a:cubicBezTo>
                    <a:pt x="116264" y="49363"/>
                    <a:pt x="119729" y="49879"/>
                    <a:pt x="122343" y="53344"/>
                  </a:cubicBezTo>
                  <a:cubicBezTo>
                    <a:pt x="124562" y="56354"/>
                    <a:pt x="124653" y="59089"/>
                    <a:pt x="129273" y="59272"/>
                  </a:cubicBezTo>
                  <a:cubicBezTo>
                    <a:pt x="135352" y="59545"/>
                    <a:pt x="143620" y="58603"/>
                    <a:pt x="147936" y="63861"/>
                  </a:cubicBezTo>
                  <a:cubicBezTo>
                    <a:pt x="150277" y="66688"/>
                    <a:pt x="154137" y="71582"/>
                    <a:pt x="158514" y="6984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7"/>
            <p:cNvSpPr/>
            <p:nvPr/>
          </p:nvSpPr>
          <p:spPr>
            <a:xfrm>
              <a:off x="2975000" y="386325"/>
              <a:ext cx="3962850" cy="1813875"/>
            </a:xfrm>
            <a:custGeom>
              <a:rect b="b" l="l" r="r" t="t"/>
              <a:pathLst>
                <a:path extrusionOk="0" fill="none" h="72555" w="158514">
                  <a:moveTo>
                    <a:pt x="0" y="2250"/>
                  </a:moveTo>
                  <a:cubicBezTo>
                    <a:pt x="5806" y="4286"/>
                    <a:pt x="12371" y="5259"/>
                    <a:pt x="18390" y="4529"/>
                  </a:cubicBezTo>
                  <a:cubicBezTo>
                    <a:pt x="23982" y="3830"/>
                    <a:pt x="29423" y="2250"/>
                    <a:pt x="35046" y="1307"/>
                  </a:cubicBezTo>
                  <a:cubicBezTo>
                    <a:pt x="42767" y="0"/>
                    <a:pt x="52402" y="2067"/>
                    <a:pt x="55685" y="7174"/>
                  </a:cubicBezTo>
                  <a:cubicBezTo>
                    <a:pt x="57570" y="10183"/>
                    <a:pt x="46658" y="32159"/>
                    <a:pt x="56719" y="29271"/>
                  </a:cubicBezTo>
                  <a:cubicBezTo>
                    <a:pt x="65442" y="26748"/>
                    <a:pt x="75746" y="25077"/>
                    <a:pt x="85139" y="22736"/>
                  </a:cubicBezTo>
                  <a:cubicBezTo>
                    <a:pt x="92494" y="20882"/>
                    <a:pt x="102099" y="21338"/>
                    <a:pt x="108300" y="24317"/>
                  </a:cubicBezTo>
                  <a:cubicBezTo>
                    <a:pt x="116477" y="28207"/>
                    <a:pt x="101765" y="47873"/>
                    <a:pt x="112799" y="49636"/>
                  </a:cubicBezTo>
                  <a:cubicBezTo>
                    <a:pt x="116780" y="50275"/>
                    <a:pt x="120215" y="50852"/>
                    <a:pt x="122768" y="54165"/>
                  </a:cubicBezTo>
                  <a:cubicBezTo>
                    <a:pt x="125048" y="57083"/>
                    <a:pt x="125200" y="59849"/>
                    <a:pt x="129729" y="60032"/>
                  </a:cubicBezTo>
                  <a:cubicBezTo>
                    <a:pt x="135839" y="60336"/>
                    <a:pt x="143893" y="59545"/>
                    <a:pt x="148179" y="64773"/>
                  </a:cubicBezTo>
                  <a:cubicBezTo>
                    <a:pt x="150459" y="67539"/>
                    <a:pt x="154167" y="72555"/>
                    <a:pt x="158514" y="7091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7"/>
            <p:cNvSpPr/>
            <p:nvPr/>
          </p:nvSpPr>
          <p:spPr>
            <a:xfrm>
              <a:off x="2975000" y="367325"/>
              <a:ext cx="3962850" cy="1829825"/>
            </a:xfrm>
            <a:custGeom>
              <a:rect b="b" l="l" r="r" t="t"/>
              <a:pathLst>
                <a:path extrusionOk="0" fill="none" h="73193" w="158514">
                  <a:moveTo>
                    <a:pt x="0" y="3010"/>
                  </a:moveTo>
                  <a:cubicBezTo>
                    <a:pt x="5836" y="5016"/>
                    <a:pt x="12432" y="5897"/>
                    <a:pt x="18481" y="5046"/>
                  </a:cubicBezTo>
                  <a:cubicBezTo>
                    <a:pt x="24104" y="4286"/>
                    <a:pt x="29514" y="2067"/>
                    <a:pt x="35077" y="1216"/>
                  </a:cubicBezTo>
                  <a:cubicBezTo>
                    <a:pt x="43010" y="0"/>
                    <a:pt x="51703" y="2584"/>
                    <a:pt x="56719" y="7447"/>
                  </a:cubicBezTo>
                  <a:cubicBezTo>
                    <a:pt x="60123" y="10791"/>
                    <a:pt x="50335" y="30396"/>
                    <a:pt x="58998" y="28360"/>
                  </a:cubicBezTo>
                  <a:cubicBezTo>
                    <a:pt x="67722" y="26293"/>
                    <a:pt x="78056" y="25016"/>
                    <a:pt x="87357" y="22615"/>
                  </a:cubicBezTo>
                  <a:cubicBezTo>
                    <a:pt x="94531" y="20761"/>
                    <a:pt x="103224" y="21065"/>
                    <a:pt x="109546" y="24104"/>
                  </a:cubicBezTo>
                  <a:cubicBezTo>
                    <a:pt x="118209" y="28268"/>
                    <a:pt x="103376" y="47965"/>
                    <a:pt x="113559" y="50062"/>
                  </a:cubicBezTo>
                  <a:cubicBezTo>
                    <a:pt x="117328" y="50822"/>
                    <a:pt x="120671" y="51551"/>
                    <a:pt x="123194" y="54682"/>
                  </a:cubicBezTo>
                  <a:cubicBezTo>
                    <a:pt x="125474" y="57539"/>
                    <a:pt x="125717" y="60305"/>
                    <a:pt x="130155" y="60518"/>
                  </a:cubicBezTo>
                  <a:cubicBezTo>
                    <a:pt x="136295" y="60852"/>
                    <a:pt x="144137" y="60214"/>
                    <a:pt x="148392" y="65381"/>
                  </a:cubicBezTo>
                  <a:cubicBezTo>
                    <a:pt x="150611" y="68056"/>
                    <a:pt x="154228" y="73193"/>
                    <a:pt x="158514" y="7167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7"/>
            <p:cNvSpPr/>
            <p:nvPr/>
          </p:nvSpPr>
          <p:spPr>
            <a:xfrm>
              <a:off x="2975000" y="347575"/>
              <a:ext cx="3962850" cy="1845775"/>
            </a:xfrm>
            <a:custGeom>
              <a:rect b="b" l="l" r="r" t="t"/>
              <a:pathLst>
                <a:path extrusionOk="0" fill="none" h="73831" w="158514">
                  <a:moveTo>
                    <a:pt x="0" y="3800"/>
                  </a:moveTo>
                  <a:cubicBezTo>
                    <a:pt x="5867" y="5775"/>
                    <a:pt x="12554" y="6566"/>
                    <a:pt x="18602" y="5623"/>
                  </a:cubicBezTo>
                  <a:cubicBezTo>
                    <a:pt x="24256" y="4711"/>
                    <a:pt x="29575" y="1915"/>
                    <a:pt x="35229" y="1125"/>
                  </a:cubicBezTo>
                  <a:cubicBezTo>
                    <a:pt x="43284" y="0"/>
                    <a:pt x="51217" y="3404"/>
                    <a:pt x="57448" y="7903"/>
                  </a:cubicBezTo>
                  <a:cubicBezTo>
                    <a:pt x="62129" y="11247"/>
                    <a:pt x="59454" y="16353"/>
                    <a:pt x="58421" y="20852"/>
                  </a:cubicBezTo>
                  <a:cubicBezTo>
                    <a:pt x="57782" y="23587"/>
                    <a:pt x="56506" y="28420"/>
                    <a:pt x="61582" y="27599"/>
                  </a:cubicBezTo>
                  <a:cubicBezTo>
                    <a:pt x="70305" y="26171"/>
                    <a:pt x="80366" y="24925"/>
                    <a:pt x="89516" y="22493"/>
                  </a:cubicBezTo>
                  <a:cubicBezTo>
                    <a:pt x="96628" y="20639"/>
                    <a:pt x="104501" y="20700"/>
                    <a:pt x="110732" y="23952"/>
                  </a:cubicBezTo>
                  <a:cubicBezTo>
                    <a:pt x="119698" y="28663"/>
                    <a:pt x="104501" y="47600"/>
                    <a:pt x="114379" y="50487"/>
                  </a:cubicBezTo>
                  <a:cubicBezTo>
                    <a:pt x="117996" y="51551"/>
                    <a:pt x="121157" y="52250"/>
                    <a:pt x="123619" y="55229"/>
                  </a:cubicBezTo>
                  <a:cubicBezTo>
                    <a:pt x="125899" y="57995"/>
                    <a:pt x="126203" y="60791"/>
                    <a:pt x="130550" y="61065"/>
                  </a:cubicBezTo>
                  <a:cubicBezTo>
                    <a:pt x="136659" y="61399"/>
                    <a:pt x="144380" y="60913"/>
                    <a:pt x="148605" y="65989"/>
                  </a:cubicBezTo>
                  <a:cubicBezTo>
                    <a:pt x="150793" y="68603"/>
                    <a:pt x="154258" y="73831"/>
                    <a:pt x="158514" y="7246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7"/>
            <p:cNvSpPr/>
            <p:nvPr/>
          </p:nvSpPr>
          <p:spPr>
            <a:xfrm>
              <a:off x="2975000" y="324000"/>
              <a:ext cx="3962850" cy="1867075"/>
            </a:xfrm>
            <a:custGeom>
              <a:rect b="b" l="l" r="r" t="t"/>
              <a:pathLst>
                <a:path extrusionOk="0" fill="none" h="74683" w="158514">
                  <a:moveTo>
                    <a:pt x="0" y="4743"/>
                  </a:moveTo>
                  <a:cubicBezTo>
                    <a:pt x="5897" y="6688"/>
                    <a:pt x="12645" y="7387"/>
                    <a:pt x="18724" y="6323"/>
                  </a:cubicBezTo>
                  <a:cubicBezTo>
                    <a:pt x="24469" y="5290"/>
                    <a:pt x="29758" y="1977"/>
                    <a:pt x="35502" y="1156"/>
                  </a:cubicBezTo>
                  <a:cubicBezTo>
                    <a:pt x="43466" y="1"/>
                    <a:pt x="51460" y="4682"/>
                    <a:pt x="57934" y="8572"/>
                  </a:cubicBezTo>
                  <a:cubicBezTo>
                    <a:pt x="62858" y="11521"/>
                    <a:pt x="62099" y="15411"/>
                    <a:pt x="61339" y="20153"/>
                  </a:cubicBezTo>
                  <a:cubicBezTo>
                    <a:pt x="60883" y="22919"/>
                    <a:pt x="59576" y="27448"/>
                    <a:pt x="64378" y="27144"/>
                  </a:cubicBezTo>
                  <a:cubicBezTo>
                    <a:pt x="73223" y="26597"/>
                    <a:pt x="82737" y="24834"/>
                    <a:pt x="91643" y="22494"/>
                  </a:cubicBezTo>
                  <a:cubicBezTo>
                    <a:pt x="98817" y="20609"/>
                    <a:pt x="105747" y="20366"/>
                    <a:pt x="111856" y="23983"/>
                  </a:cubicBezTo>
                  <a:cubicBezTo>
                    <a:pt x="120519" y="29120"/>
                    <a:pt x="105990" y="47296"/>
                    <a:pt x="115230" y="51035"/>
                  </a:cubicBezTo>
                  <a:cubicBezTo>
                    <a:pt x="118543" y="52372"/>
                    <a:pt x="121705" y="53072"/>
                    <a:pt x="124045" y="55898"/>
                  </a:cubicBezTo>
                  <a:cubicBezTo>
                    <a:pt x="126325" y="58634"/>
                    <a:pt x="126659" y="61461"/>
                    <a:pt x="130914" y="61765"/>
                  </a:cubicBezTo>
                  <a:cubicBezTo>
                    <a:pt x="136994" y="62160"/>
                    <a:pt x="144593" y="61825"/>
                    <a:pt x="148818" y="66810"/>
                  </a:cubicBezTo>
                  <a:cubicBezTo>
                    <a:pt x="150945" y="69364"/>
                    <a:pt x="154289" y="74683"/>
                    <a:pt x="158514" y="73406"/>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7"/>
            <p:cNvSpPr/>
            <p:nvPr/>
          </p:nvSpPr>
          <p:spPr>
            <a:xfrm>
              <a:off x="2975000" y="297425"/>
              <a:ext cx="3962850" cy="1890625"/>
            </a:xfrm>
            <a:custGeom>
              <a:rect b="b" l="l" r="r" t="t"/>
              <a:pathLst>
                <a:path extrusionOk="0" fill="none" h="75625" w="158514">
                  <a:moveTo>
                    <a:pt x="0" y="5806"/>
                  </a:moveTo>
                  <a:cubicBezTo>
                    <a:pt x="5927" y="7690"/>
                    <a:pt x="12918" y="8450"/>
                    <a:pt x="18815" y="7173"/>
                  </a:cubicBezTo>
                  <a:cubicBezTo>
                    <a:pt x="24530" y="5927"/>
                    <a:pt x="30122" y="2128"/>
                    <a:pt x="35928" y="1216"/>
                  </a:cubicBezTo>
                  <a:cubicBezTo>
                    <a:pt x="43648" y="0"/>
                    <a:pt x="52494" y="5593"/>
                    <a:pt x="58178" y="9392"/>
                  </a:cubicBezTo>
                  <a:cubicBezTo>
                    <a:pt x="62585" y="12310"/>
                    <a:pt x="64226" y="14347"/>
                    <a:pt x="64074" y="19940"/>
                  </a:cubicBezTo>
                  <a:cubicBezTo>
                    <a:pt x="64014" y="22797"/>
                    <a:pt x="62828" y="26839"/>
                    <a:pt x="67296" y="27022"/>
                  </a:cubicBezTo>
                  <a:cubicBezTo>
                    <a:pt x="76081" y="27417"/>
                    <a:pt x="85199" y="24560"/>
                    <a:pt x="93589" y="22584"/>
                  </a:cubicBezTo>
                  <a:cubicBezTo>
                    <a:pt x="100975" y="20851"/>
                    <a:pt x="106598" y="19879"/>
                    <a:pt x="112920" y="24165"/>
                  </a:cubicBezTo>
                  <a:cubicBezTo>
                    <a:pt x="121188" y="29788"/>
                    <a:pt x="107753" y="47113"/>
                    <a:pt x="116142" y="51673"/>
                  </a:cubicBezTo>
                  <a:cubicBezTo>
                    <a:pt x="119030" y="53223"/>
                    <a:pt x="122221" y="54013"/>
                    <a:pt x="124501" y="56718"/>
                  </a:cubicBezTo>
                  <a:cubicBezTo>
                    <a:pt x="126781" y="59423"/>
                    <a:pt x="127115" y="62281"/>
                    <a:pt x="131279" y="62615"/>
                  </a:cubicBezTo>
                  <a:cubicBezTo>
                    <a:pt x="137358" y="63101"/>
                    <a:pt x="144836" y="62828"/>
                    <a:pt x="149030" y="67752"/>
                  </a:cubicBezTo>
                  <a:cubicBezTo>
                    <a:pt x="151158" y="70244"/>
                    <a:pt x="154350" y="75624"/>
                    <a:pt x="158514" y="7446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7"/>
            <p:cNvSpPr/>
            <p:nvPr/>
          </p:nvSpPr>
          <p:spPr>
            <a:xfrm>
              <a:off x="2975000" y="270050"/>
              <a:ext cx="3962100" cy="1914200"/>
            </a:xfrm>
            <a:custGeom>
              <a:rect b="b" l="l" r="r" t="t"/>
              <a:pathLst>
                <a:path extrusionOk="0" fill="none" h="76568" w="158484">
                  <a:moveTo>
                    <a:pt x="0" y="6901"/>
                  </a:moveTo>
                  <a:cubicBezTo>
                    <a:pt x="5988" y="8785"/>
                    <a:pt x="13040" y="9484"/>
                    <a:pt x="18937" y="8025"/>
                  </a:cubicBezTo>
                  <a:cubicBezTo>
                    <a:pt x="24803" y="6627"/>
                    <a:pt x="30396" y="2402"/>
                    <a:pt x="36414" y="1338"/>
                  </a:cubicBezTo>
                  <a:cubicBezTo>
                    <a:pt x="44013" y="1"/>
                    <a:pt x="52463" y="6688"/>
                    <a:pt x="58208" y="10244"/>
                  </a:cubicBezTo>
                  <a:cubicBezTo>
                    <a:pt x="62676" y="13010"/>
                    <a:pt x="65138" y="14925"/>
                    <a:pt x="66476" y="20092"/>
                  </a:cubicBezTo>
                  <a:cubicBezTo>
                    <a:pt x="67235" y="22980"/>
                    <a:pt x="65868" y="26536"/>
                    <a:pt x="70214" y="27144"/>
                  </a:cubicBezTo>
                  <a:cubicBezTo>
                    <a:pt x="78695" y="28329"/>
                    <a:pt x="87753" y="24104"/>
                    <a:pt x="95351" y="22646"/>
                  </a:cubicBezTo>
                  <a:cubicBezTo>
                    <a:pt x="102950" y="21187"/>
                    <a:pt x="107327" y="19150"/>
                    <a:pt x="113893" y="24408"/>
                  </a:cubicBezTo>
                  <a:cubicBezTo>
                    <a:pt x="121309" y="30366"/>
                    <a:pt x="109668" y="47023"/>
                    <a:pt x="117084" y="52251"/>
                  </a:cubicBezTo>
                  <a:cubicBezTo>
                    <a:pt x="119577" y="54014"/>
                    <a:pt x="122586" y="54956"/>
                    <a:pt x="125018" y="57418"/>
                  </a:cubicBezTo>
                  <a:cubicBezTo>
                    <a:pt x="127419" y="59880"/>
                    <a:pt x="127145" y="63011"/>
                    <a:pt x="131614" y="63436"/>
                  </a:cubicBezTo>
                  <a:cubicBezTo>
                    <a:pt x="137602" y="64014"/>
                    <a:pt x="144988" y="63832"/>
                    <a:pt x="149213" y="68695"/>
                  </a:cubicBezTo>
                  <a:cubicBezTo>
                    <a:pt x="151310" y="71126"/>
                    <a:pt x="154410" y="76567"/>
                    <a:pt x="158483" y="755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7"/>
            <p:cNvSpPr/>
            <p:nvPr/>
          </p:nvSpPr>
          <p:spPr>
            <a:xfrm>
              <a:off x="2975000" y="244975"/>
              <a:ext cx="3962100" cy="1937000"/>
            </a:xfrm>
            <a:custGeom>
              <a:rect b="b" l="l" r="r" t="t"/>
              <a:pathLst>
                <a:path extrusionOk="0" fill="none" h="77480" w="158484">
                  <a:moveTo>
                    <a:pt x="0" y="7904"/>
                  </a:moveTo>
                  <a:cubicBezTo>
                    <a:pt x="6019" y="9758"/>
                    <a:pt x="13162" y="10366"/>
                    <a:pt x="19058" y="8815"/>
                  </a:cubicBezTo>
                  <a:cubicBezTo>
                    <a:pt x="25077" y="7204"/>
                    <a:pt x="30730" y="2554"/>
                    <a:pt x="36992" y="1429"/>
                  </a:cubicBezTo>
                  <a:cubicBezTo>
                    <a:pt x="44773" y="1"/>
                    <a:pt x="52038" y="7296"/>
                    <a:pt x="58086" y="10974"/>
                  </a:cubicBezTo>
                  <a:cubicBezTo>
                    <a:pt x="62463" y="13618"/>
                    <a:pt x="66111" y="15806"/>
                    <a:pt x="68482" y="20457"/>
                  </a:cubicBezTo>
                  <a:cubicBezTo>
                    <a:pt x="69910" y="23253"/>
                    <a:pt x="69090" y="26475"/>
                    <a:pt x="73041" y="27387"/>
                  </a:cubicBezTo>
                  <a:cubicBezTo>
                    <a:pt x="81005" y="29180"/>
                    <a:pt x="90002" y="23679"/>
                    <a:pt x="96841" y="22615"/>
                  </a:cubicBezTo>
                  <a:cubicBezTo>
                    <a:pt x="104622" y="21399"/>
                    <a:pt x="107692" y="18360"/>
                    <a:pt x="114714" y="24621"/>
                  </a:cubicBezTo>
                  <a:cubicBezTo>
                    <a:pt x="121917" y="31065"/>
                    <a:pt x="111552" y="46780"/>
                    <a:pt x="118087" y="52767"/>
                  </a:cubicBezTo>
                  <a:cubicBezTo>
                    <a:pt x="120124" y="54682"/>
                    <a:pt x="123224" y="55807"/>
                    <a:pt x="125443" y="58178"/>
                  </a:cubicBezTo>
                  <a:cubicBezTo>
                    <a:pt x="127784" y="60640"/>
                    <a:pt x="127632" y="63771"/>
                    <a:pt x="131918" y="64257"/>
                  </a:cubicBezTo>
                  <a:cubicBezTo>
                    <a:pt x="137905" y="64956"/>
                    <a:pt x="145170" y="64804"/>
                    <a:pt x="149425" y="69576"/>
                  </a:cubicBezTo>
                  <a:cubicBezTo>
                    <a:pt x="151523" y="71947"/>
                    <a:pt x="154471" y="77479"/>
                    <a:pt x="158483" y="765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7"/>
            <p:cNvSpPr/>
            <p:nvPr/>
          </p:nvSpPr>
          <p:spPr>
            <a:xfrm>
              <a:off x="2975000" y="222950"/>
              <a:ext cx="3962100" cy="1955225"/>
            </a:xfrm>
            <a:custGeom>
              <a:rect b="b" l="l" r="r" t="t"/>
              <a:pathLst>
                <a:path extrusionOk="0" fill="none" h="78209" w="158484">
                  <a:moveTo>
                    <a:pt x="0" y="8785"/>
                  </a:moveTo>
                  <a:cubicBezTo>
                    <a:pt x="6079" y="10608"/>
                    <a:pt x="13313" y="11155"/>
                    <a:pt x="19180" y="9453"/>
                  </a:cubicBezTo>
                  <a:cubicBezTo>
                    <a:pt x="25289" y="7690"/>
                    <a:pt x="31125" y="2584"/>
                    <a:pt x="37569" y="1459"/>
                  </a:cubicBezTo>
                  <a:cubicBezTo>
                    <a:pt x="45776" y="0"/>
                    <a:pt x="51642" y="7630"/>
                    <a:pt x="57874" y="11520"/>
                  </a:cubicBezTo>
                  <a:cubicBezTo>
                    <a:pt x="62099" y="14134"/>
                    <a:pt x="67175" y="16596"/>
                    <a:pt x="70123" y="20882"/>
                  </a:cubicBezTo>
                  <a:cubicBezTo>
                    <a:pt x="71886" y="23466"/>
                    <a:pt x="72190" y="26688"/>
                    <a:pt x="75625" y="27569"/>
                  </a:cubicBezTo>
                  <a:cubicBezTo>
                    <a:pt x="83193" y="29484"/>
                    <a:pt x="91339" y="23374"/>
                    <a:pt x="97996" y="22371"/>
                  </a:cubicBezTo>
                  <a:cubicBezTo>
                    <a:pt x="106051" y="21186"/>
                    <a:pt x="108391" y="17630"/>
                    <a:pt x="115473" y="24773"/>
                  </a:cubicBezTo>
                  <a:cubicBezTo>
                    <a:pt x="122039" y="31369"/>
                    <a:pt x="113528" y="46475"/>
                    <a:pt x="119060" y="53101"/>
                  </a:cubicBezTo>
                  <a:cubicBezTo>
                    <a:pt x="120732" y="55107"/>
                    <a:pt x="123802" y="56475"/>
                    <a:pt x="125869" y="58785"/>
                  </a:cubicBezTo>
                  <a:cubicBezTo>
                    <a:pt x="128088" y="61247"/>
                    <a:pt x="128057" y="64348"/>
                    <a:pt x="132191" y="64925"/>
                  </a:cubicBezTo>
                  <a:cubicBezTo>
                    <a:pt x="138179" y="65746"/>
                    <a:pt x="145352" y="65594"/>
                    <a:pt x="149608" y="70305"/>
                  </a:cubicBezTo>
                  <a:cubicBezTo>
                    <a:pt x="151705" y="72615"/>
                    <a:pt x="154502" y="78208"/>
                    <a:pt x="158483" y="7744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7"/>
            <p:cNvSpPr/>
            <p:nvPr/>
          </p:nvSpPr>
          <p:spPr>
            <a:xfrm>
              <a:off x="2975000" y="197875"/>
              <a:ext cx="3962850" cy="1976500"/>
            </a:xfrm>
            <a:custGeom>
              <a:rect b="b" l="l" r="r" t="t"/>
              <a:pathLst>
                <a:path extrusionOk="0" fill="none" h="79060" w="158514">
                  <a:moveTo>
                    <a:pt x="0" y="9788"/>
                  </a:moveTo>
                  <a:cubicBezTo>
                    <a:pt x="6110" y="11551"/>
                    <a:pt x="13222" y="11824"/>
                    <a:pt x="19301" y="10244"/>
                  </a:cubicBezTo>
                  <a:cubicBezTo>
                    <a:pt x="26080" y="8450"/>
                    <a:pt x="31369" y="3040"/>
                    <a:pt x="38208" y="1642"/>
                  </a:cubicBezTo>
                  <a:cubicBezTo>
                    <a:pt x="46384" y="0"/>
                    <a:pt x="51855" y="8207"/>
                    <a:pt x="57600" y="12098"/>
                  </a:cubicBezTo>
                  <a:cubicBezTo>
                    <a:pt x="61886" y="14985"/>
                    <a:pt x="67296" y="17478"/>
                    <a:pt x="71065" y="21368"/>
                  </a:cubicBezTo>
                  <a:cubicBezTo>
                    <a:pt x="73315" y="23678"/>
                    <a:pt x="74743" y="27113"/>
                    <a:pt x="77904" y="27903"/>
                  </a:cubicBezTo>
                  <a:cubicBezTo>
                    <a:pt x="84865" y="29575"/>
                    <a:pt x="91978" y="23648"/>
                    <a:pt x="98847" y="22280"/>
                  </a:cubicBezTo>
                  <a:cubicBezTo>
                    <a:pt x="107419" y="20517"/>
                    <a:pt x="109850" y="17903"/>
                    <a:pt x="116233" y="25077"/>
                  </a:cubicBezTo>
                  <a:cubicBezTo>
                    <a:pt x="122069" y="31642"/>
                    <a:pt x="115656" y="46536"/>
                    <a:pt x="120154" y="53557"/>
                  </a:cubicBezTo>
                  <a:cubicBezTo>
                    <a:pt x="121492" y="55624"/>
                    <a:pt x="124471" y="57235"/>
                    <a:pt x="126325" y="59484"/>
                  </a:cubicBezTo>
                  <a:cubicBezTo>
                    <a:pt x="128422" y="61977"/>
                    <a:pt x="128544" y="65047"/>
                    <a:pt x="132495" y="65685"/>
                  </a:cubicBezTo>
                  <a:cubicBezTo>
                    <a:pt x="138392" y="66658"/>
                    <a:pt x="145565" y="66506"/>
                    <a:pt x="149851" y="71187"/>
                  </a:cubicBezTo>
                  <a:cubicBezTo>
                    <a:pt x="151918" y="73466"/>
                    <a:pt x="154593" y="79059"/>
                    <a:pt x="158514" y="7845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7"/>
            <p:cNvSpPr/>
            <p:nvPr/>
          </p:nvSpPr>
          <p:spPr>
            <a:xfrm>
              <a:off x="2975000" y="180400"/>
              <a:ext cx="3962850" cy="1990925"/>
            </a:xfrm>
            <a:custGeom>
              <a:rect b="b" l="l" r="r" t="t"/>
              <a:pathLst>
                <a:path extrusionOk="0" fill="none" h="79637" w="158514">
                  <a:moveTo>
                    <a:pt x="0" y="10487"/>
                  </a:moveTo>
                  <a:cubicBezTo>
                    <a:pt x="6171" y="12219"/>
                    <a:pt x="13374" y="12371"/>
                    <a:pt x="19453" y="10699"/>
                  </a:cubicBezTo>
                  <a:cubicBezTo>
                    <a:pt x="26384" y="8754"/>
                    <a:pt x="31764" y="2979"/>
                    <a:pt x="38876" y="1611"/>
                  </a:cubicBezTo>
                  <a:cubicBezTo>
                    <a:pt x="47265" y="0"/>
                    <a:pt x="51946" y="8025"/>
                    <a:pt x="57418" y="12280"/>
                  </a:cubicBezTo>
                  <a:cubicBezTo>
                    <a:pt x="61582" y="15532"/>
                    <a:pt x="67083" y="17994"/>
                    <a:pt x="71460" y="21490"/>
                  </a:cubicBezTo>
                  <a:cubicBezTo>
                    <a:pt x="74166" y="23678"/>
                    <a:pt x="76597" y="27143"/>
                    <a:pt x="79789" y="27812"/>
                  </a:cubicBezTo>
                  <a:cubicBezTo>
                    <a:pt x="86172" y="29149"/>
                    <a:pt x="92950" y="23374"/>
                    <a:pt x="99364" y="21733"/>
                  </a:cubicBezTo>
                  <a:cubicBezTo>
                    <a:pt x="107723" y="19605"/>
                    <a:pt x="111218" y="17934"/>
                    <a:pt x="117024" y="25137"/>
                  </a:cubicBezTo>
                  <a:cubicBezTo>
                    <a:pt x="122100" y="31460"/>
                    <a:pt x="117784" y="46475"/>
                    <a:pt x="121249" y="53679"/>
                  </a:cubicBezTo>
                  <a:cubicBezTo>
                    <a:pt x="122708" y="56718"/>
                    <a:pt x="129060" y="65472"/>
                    <a:pt x="132769" y="66171"/>
                  </a:cubicBezTo>
                  <a:cubicBezTo>
                    <a:pt x="138605" y="67296"/>
                    <a:pt x="145748" y="67114"/>
                    <a:pt x="150033" y="71764"/>
                  </a:cubicBezTo>
                  <a:cubicBezTo>
                    <a:pt x="152100" y="73983"/>
                    <a:pt x="154684" y="79637"/>
                    <a:pt x="158514" y="7915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7"/>
            <p:cNvSpPr/>
            <p:nvPr/>
          </p:nvSpPr>
          <p:spPr>
            <a:xfrm>
              <a:off x="2975000" y="165200"/>
              <a:ext cx="3962850" cy="2002325"/>
            </a:xfrm>
            <a:custGeom>
              <a:rect b="b" l="l" r="r" t="t"/>
              <a:pathLst>
                <a:path extrusionOk="0" fill="none" h="80093" w="158514">
                  <a:moveTo>
                    <a:pt x="0" y="11095"/>
                  </a:moveTo>
                  <a:cubicBezTo>
                    <a:pt x="6201" y="12797"/>
                    <a:pt x="13496" y="12858"/>
                    <a:pt x="19575" y="11064"/>
                  </a:cubicBezTo>
                  <a:cubicBezTo>
                    <a:pt x="26688" y="8967"/>
                    <a:pt x="32128" y="2857"/>
                    <a:pt x="39545" y="1520"/>
                  </a:cubicBezTo>
                  <a:cubicBezTo>
                    <a:pt x="47965" y="0"/>
                    <a:pt x="52402" y="7599"/>
                    <a:pt x="57326" y="12280"/>
                  </a:cubicBezTo>
                  <a:cubicBezTo>
                    <a:pt x="61096" y="15867"/>
                    <a:pt x="66840" y="18329"/>
                    <a:pt x="71491" y="21490"/>
                  </a:cubicBezTo>
                  <a:cubicBezTo>
                    <a:pt x="74470" y="23496"/>
                    <a:pt x="77600" y="26870"/>
                    <a:pt x="81157" y="27387"/>
                  </a:cubicBezTo>
                  <a:cubicBezTo>
                    <a:pt x="87449" y="28268"/>
                    <a:pt x="93832" y="22827"/>
                    <a:pt x="99607" y="21034"/>
                  </a:cubicBezTo>
                  <a:cubicBezTo>
                    <a:pt x="107814" y="18450"/>
                    <a:pt x="112677" y="17812"/>
                    <a:pt x="117875" y="25137"/>
                  </a:cubicBezTo>
                  <a:cubicBezTo>
                    <a:pt x="120306" y="28602"/>
                    <a:pt x="119364" y="34773"/>
                    <a:pt x="119759" y="39423"/>
                  </a:cubicBezTo>
                  <a:cubicBezTo>
                    <a:pt x="120185" y="44256"/>
                    <a:pt x="120914" y="49697"/>
                    <a:pt x="122343" y="53679"/>
                  </a:cubicBezTo>
                  <a:cubicBezTo>
                    <a:pt x="123498" y="56810"/>
                    <a:pt x="129425" y="65746"/>
                    <a:pt x="133042" y="66536"/>
                  </a:cubicBezTo>
                  <a:cubicBezTo>
                    <a:pt x="138817" y="67782"/>
                    <a:pt x="145930" y="67600"/>
                    <a:pt x="150246" y="72220"/>
                  </a:cubicBezTo>
                  <a:cubicBezTo>
                    <a:pt x="152313" y="74409"/>
                    <a:pt x="154745" y="80093"/>
                    <a:pt x="158514" y="7975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7"/>
            <p:cNvSpPr/>
            <p:nvPr/>
          </p:nvSpPr>
          <p:spPr>
            <a:xfrm>
              <a:off x="2975000" y="150750"/>
              <a:ext cx="3962850" cy="2014500"/>
            </a:xfrm>
            <a:custGeom>
              <a:rect b="b" l="l" r="r" t="t"/>
              <a:pathLst>
                <a:path extrusionOk="0" fill="none" h="80580" w="158514">
                  <a:moveTo>
                    <a:pt x="0" y="11673"/>
                  </a:moveTo>
                  <a:cubicBezTo>
                    <a:pt x="6262" y="13344"/>
                    <a:pt x="13830" y="13588"/>
                    <a:pt x="19727" y="11429"/>
                  </a:cubicBezTo>
                  <a:cubicBezTo>
                    <a:pt x="26566" y="8907"/>
                    <a:pt x="32767" y="2676"/>
                    <a:pt x="40244" y="1399"/>
                  </a:cubicBezTo>
                  <a:cubicBezTo>
                    <a:pt x="48573" y="1"/>
                    <a:pt x="53162" y="6900"/>
                    <a:pt x="57478" y="12159"/>
                  </a:cubicBezTo>
                  <a:cubicBezTo>
                    <a:pt x="61825" y="17417"/>
                    <a:pt x="74318" y="25807"/>
                    <a:pt x="81917" y="26749"/>
                  </a:cubicBezTo>
                  <a:cubicBezTo>
                    <a:pt x="87692" y="27448"/>
                    <a:pt x="94379" y="22159"/>
                    <a:pt x="99637" y="20244"/>
                  </a:cubicBezTo>
                  <a:cubicBezTo>
                    <a:pt x="108178" y="17144"/>
                    <a:pt x="114045" y="17873"/>
                    <a:pt x="118787" y="25199"/>
                  </a:cubicBezTo>
                  <a:cubicBezTo>
                    <a:pt x="121066" y="28694"/>
                    <a:pt x="119607" y="34895"/>
                    <a:pt x="120215" y="39515"/>
                  </a:cubicBezTo>
                  <a:cubicBezTo>
                    <a:pt x="120853" y="44348"/>
                    <a:pt x="122373" y="49394"/>
                    <a:pt x="123498" y="53649"/>
                  </a:cubicBezTo>
                  <a:cubicBezTo>
                    <a:pt x="124349" y="56962"/>
                    <a:pt x="129729" y="65989"/>
                    <a:pt x="133316" y="66871"/>
                  </a:cubicBezTo>
                  <a:cubicBezTo>
                    <a:pt x="139000" y="68300"/>
                    <a:pt x="146112" y="68087"/>
                    <a:pt x="150459" y="72677"/>
                  </a:cubicBezTo>
                  <a:cubicBezTo>
                    <a:pt x="152495" y="74835"/>
                    <a:pt x="154836" y="80579"/>
                    <a:pt x="158514" y="803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7"/>
            <p:cNvSpPr/>
            <p:nvPr/>
          </p:nvSpPr>
          <p:spPr>
            <a:xfrm>
              <a:off x="2975000" y="138600"/>
              <a:ext cx="3962100" cy="2022075"/>
            </a:xfrm>
            <a:custGeom>
              <a:rect b="b" l="l" r="r" t="t"/>
              <a:pathLst>
                <a:path extrusionOk="0" fill="none" h="80883" w="158484">
                  <a:moveTo>
                    <a:pt x="0" y="12159"/>
                  </a:moveTo>
                  <a:cubicBezTo>
                    <a:pt x="6322" y="13800"/>
                    <a:pt x="13952" y="13952"/>
                    <a:pt x="19849" y="11672"/>
                  </a:cubicBezTo>
                  <a:cubicBezTo>
                    <a:pt x="26900" y="8937"/>
                    <a:pt x="33162" y="2462"/>
                    <a:pt x="40974" y="1247"/>
                  </a:cubicBezTo>
                  <a:cubicBezTo>
                    <a:pt x="48876" y="0"/>
                    <a:pt x="54530" y="5806"/>
                    <a:pt x="58026" y="11855"/>
                  </a:cubicBezTo>
                  <a:cubicBezTo>
                    <a:pt x="61521" y="17873"/>
                    <a:pt x="74500" y="25138"/>
                    <a:pt x="82069" y="25928"/>
                  </a:cubicBezTo>
                  <a:cubicBezTo>
                    <a:pt x="87449" y="26505"/>
                    <a:pt x="94774" y="21186"/>
                    <a:pt x="99637" y="19362"/>
                  </a:cubicBezTo>
                  <a:cubicBezTo>
                    <a:pt x="108178" y="16080"/>
                    <a:pt x="115321" y="17782"/>
                    <a:pt x="119759" y="25107"/>
                  </a:cubicBezTo>
                  <a:cubicBezTo>
                    <a:pt x="121948" y="28724"/>
                    <a:pt x="119790" y="34803"/>
                    <a:pt x="120580" y="39545"/>
                  </a:cubicBezTo>
                  <a:cubicBezTo>
                    <a:pt x="121370" y="44348"/>
                    <a:pt x="123771" y="48937"/>
                    <a:pt x="124623" y="53497"/>
                  </a:cubicBezTo>
                  <a:cubicBezTo>
                    <a:pt x="125291" y="56992"/>
                    <a:pt x="130003" y="66050"/>
                    <a:pt x="133559" y="67053"/>
                  </a:cubicBezTo>
                  <a:cubicBezTo>
                    <a:pt x="139152" y="68603"/>
                    <a:pt x="146355" y="68451"/>
                    <a:pt x="150672" y="72980"/>
                  </a:cubicBezTo>
                  <a:cubicBezTo>
                    <a:pt x="152708" y="75108"/>
                    <a:pt x="154897" y="80883"/>
                    <a:pt x="158483" y="80822"/>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7"/>
            <p:cNvSpPr/>
            <p:nvPr/>
          </p:nvSpPr>
          <p:spPr>
            <a:xfrm>
              <a:off x="2975000" y="124150"/>
              <a:ext cx="3962100" cy="2034250"/>
            </a:xfrm>
            <a:custGeom>
              <a:rect b="b" l="l" r="r" t="t"/>
              <a:pathLst>
                <a:path extrusionOk="0" fill="none" h="81370" w="158484">
                  <a:moveTo>
                    <a:pt x="0" y="12737"/>
                  </a:moveTo>
                  <a:cubicBezTo>
                    <a:pt x="6383" y="14348"/>
                    <a:pt x="13861" y="14226"/>
                    <a:pt x="20001" y="12007"/>
                  </a:cubicBezTo>
                  <a:cubicBezTo>
                    <a:pt x="27721" y="9241"/>
                    <a:pt x="33283" y="2432"/>
                    <a:pt x="41673" y="1186"/>
                  </a:cubicBezTo>
                  <a:cubicBezTo>
                    <a:pt x="49515" y="1"/>
                    <a:pt x="55807" y="4530"/>
                    <a:pt x="58877" y="11551"/>
                  </a:cubicBezTo>
                  <a:cubicBezTo>
                    <a:pt x="61886" y="18481"/>
                    <a:pt x="74378" y="24560"/>
                    <a:pt x="81704" y="25199"/>
                  </a:cubicBezTo>
                  <a:cubicBezTo>
                    <a:pt x="87114" y="25624"/>
                    <a:pt x="94774" y="20244"/>
                    <a:pt x="99607" y="18573"/>
                  </a:cubicBezTo>
                  <a:cubicBezTo>
                    <a:pt x="108118" y="15655"/>
                    <a:pt x="116628" y="17721"/>
                    <a:pt x="120853" y="25199"/>
                  </a:cubicBezTo>
                  <a:cubicBezTo>
                    <a:pt x="123012" y="29029"/>
                    <a:pt x="119972" y="34895"/>
                    <a:pt x="120853" y="39758"/>
                  </a:cubicBezTo>
                  <a:cubicBezTo>
                    <a:pt x="121735" y="44561"/>
                    <a:pt x="125139" y="48512"/>
                    <a:pt x="125778" y="53406"/>
                  </a:cubicBezTo>
                  <a:cubicBezTo>
                    <a:pt x="126294" y="57205"/>
                    <a:pt x="130276" y="66172"/>
                    <a:pt x="133863" y="67297"/>
                  </a:cubicBezTo>
                  <a:cubicBezTo>
                    <a:pt x="139334" y="68999"/>
                    <a:pt x="146568" y="68908"/>
                    <a:pt x="150884" y="73406"/>
                  </a:cubicBezTo>
                  <a:cubicBezTo>
                    <a:pt x="153438" y="76051"/>
                    <a:pt x="154684" y="80428"/>
                    <a:pt x="158483" y="8137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7"/>
            <p:cNvSpPr/>
            <p:nvPr/>
          </p:nvSpPr>
          <p:spPr>
            <a:xfrm>
              <a:off x="2975000" y="108200"/>
              <a:ext cx="3962850" cy="2050975"/>
            </a:xfrm>
            <a:custGeom>
              <a:rect b="b" l="l" r="r" t="t"/>
              <a:pathLst>
                <a:path extrusionOk="0" fill="none" h="82039" w="158514">
                  <a:moveTo>
                    <a:pt x="0" y="13375"/>
                  </a:moveTo>
                  <a:cubicBezTo>
                    <a:pt x="6474" y="14986"/>
                    <a:pt x="14013" y="14712"/>
                    <a:pt x="20183" y="12432"/>
                  </a:cubicBezTo>
                  <a:cubicBezTo>
                    <a:pt x="28116" y="9454"/>
                    <a:pt x="33709" y="2493"/>
                    <a:pt x="42402" y="1156"/>
                  </a:cubicBezTo>
                  <a:cubicBezTo>
                    <a:pt x="50092" y="1"/>
                    <a:pt x="57418" y="4043"/>
                    <a:pt x="59819" y="11217"/>
                  </a:cubicBezTo>
                  <a:cubicBezTo>
                    <a:pt x="62190" y="18390"/>
                    <a:pt x="73862" y="24104"/>
                    <a:pt x="81035" y="24439"/>
                  </a:cubicBezTo>
                  <a:cubicBezTo>
                    <a:pt x="86780" y="24743"/>
                    <a:pt x="94318" y="19454"/>
                    <a:pt x="99607" y="17934"/>
                  </a:cubicBezTo>
                  <a:cubicBezTo>
                    <a:pt x="108452" y="15381"/>
                    <a:pt x="117844" y="17873"/>
                    <a:pt x="122009" y="25350"/>
                  </a:cubicBezTo>
                  <a:cubicBezTo>
                    <a:pt x="124227" y="29332"/>
                    <a:pt x="120154" y="35047"/>
                    <a:pt x="121066" y="40092"/>
                  </a:cubicBezTo>
                  <a:cubicBezTo>
                    <a:pt x="121978" y="44925"/>
                    <a:pt x="126507" y="48512"/>
                    <a:pt x="126963" y="53406"/>
                  </a:cubicBezTo>
                  <a:cubicBezTo>
                    <a:pt x="127297" y="57205"/>
                    <a:pt x="130459" y="66172"/>
                    <a:pt x="134167" y="67570"/>
                  </a:cubicBezTo>
                  <a:cubicBezTo>
                    <a:pt x="139304" y="69485"/>
                    <a:pt x="146842" y="69424"/>
                    <a:pt x="151128" y="73862"/>
                  </a:cubicBezTo>
                  <a:cubicBezTo>
                    <a:pt x="153650" y="76537"/>
                    <a:pt x="154805" y="80883"/>
                    <a:pt x="158514" y="8203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7"/>
            <p:cNvSpPr/>
            <p:nvPr/>
          </p:nvSpPr>
          <p:spPr>
            <a:xfrm>
              <a:off x="2975000" y="89975"/>
              <a:ext cx="3962850" cy="2068425"/>
            </a:xfrm>
            <a:custGeom>
              <a:rect b="b" l="l" r="r" t="t"/>
              <a:pathLst>
                <a:path extrusionOk="0" fill="none" h="82737" w="158514">
                  <a:moveTo>
                    <a:pt x="0" y="14104"/>
                  </a:moveTo>
                  <a:cubicBezTo>
                    <a:pt x="6535" y="15684"/>
                    <a:pt x="14347" y="15502"/>
                    <a:pt x="20335" y="12918"/>
                  </a:cubicBezTo>
                  <a:cubicBezTo>
                    <a:pt x="27995" y="9575"/>
                    <a:pt x="34439" y="2644"/>
                    <a:pt x="43101" y="1216"/>
                  </a:cubicBezTo>
                  <a:cubicBezTo>
                    <a:pt x="50639" y="0"/>
                    <a:pt x="58299" y="3435"/>
                    <a:pt x="60822" y="10882"/>
                  </a:cubicBezTo>
                  <a:cubicBezTo>
                    <a:pt x="63436" y="18572"/>
                    <a:pt x="72190" y="23587"/>
                    <a:pt x="80184" y="23769"/>
                  </a:cubicBezTo>
                  <a:cubicBezTo>
                    <a:pt x="86415" y="23921"/>
                    <a:pt x="93862" y="18663"/>
                    <a:pt x="99759" y="17417"/>
                  </a:cubicBezTo>
                  <a:cubicBezTo>
                    <a:pt x="107875" y="15715"/>
                    <a:pt x="119394" y="17234"/>
                    <a:pt x="123224" y="25593"/>
                  </a:cubicBezTo>
                  <a:cubicBezTo>
                    <a:pt x="125413" y="30396"/>
                    <a:pt x="120367" y="35350"/>
                    <a:pt x="121279" y="40578"/>
                  </a:cubicBezTo>
                  <a:cubicBezTo>
                    <a:pt x="122100" y="45381"/>
                    <a:pt x="127723" y="48937"/>
                    <a:pt x="128118" y="53496"/>
                  </a:cubicBezTo>
                  <a:cubicBezTo>
                    <a:pt x="128422" y="57174"/>
                    <a:pt x="130762" y="66262"/>
                    <a:pt x="134501" y="67873"/>
                  </a:cubicBezTo>
                  <a:cubicBezTo>
                    <a:pt x="139456" y="70001"/>
                    <a:pt x="147085" y="69971"/>
                    <a:pt x="151340" y="74408"/>
                  </a:cubicBezTo>
                  <a:cubicBezTo>
                    <a:pt x="153894" y="77083"/>
                    <a:pt x="154897" y="81430"/>
                    <a:pt x="158514" y="8273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7"/>
            <p:cNvSpPr/>
            <p:nvPr/>
          </p:nvSpPr>
          <p:spPr>
            <a:xfrm>
              <a:off x="2975000" y="69450"/>
              <a:ext cx="3962850" cy="2089725"/>
            </a:xfrm>
            <a:custGeom>
              <a:rect b="b" l="l" r="r" t="t"/>
              <a:pathLst>
                <a:path extrusionOk="0" fill="none" h="83589" w="158514">
                  <a:moveTo>
                    <a:pt x="0" y="14925"/>
                  </a:moveTo>
                  <a:cubicBezTo>
                    <a:pt x="6626" y="16475"/>
                    <a:pt x="14529" y="16201"/>
                    <a:pt x="20517" y="13496"/>
                  </a:cubicBezTo>
                  <a:cubicBezTo>
                    <a:pt x="28359" y="9940"/>
                    <a:pt x="34925" y="3010"/>
                    <a:pt x="43800" y="1338"/>
                  </a:cubicBezTo>
                  <a:cubicBezTo>
                    <a:pt x="51126" y="0"/>
                    <a:pt x="59454" y="3010"/>
                    <a:pt x="61916" y="10517"/>
                  </a:cubicBezTo>
                  <a:cubicBezTo>
                    <a:pt x="64500" y="18359"/>
                    <a:pt x="70853" y="23223"/>
                    <a:pt x="79272" y="23131"/>
                  </a:cubicBezTo>
                  <a:cubicBezTo>
                    <a:pt x="86020" y="23071"/>
                    <a:pt x="93254" y="17934"/>
                    <a:pt x="100032" y="17052"/>
                  </a:cubicBezTo>
                  <a:cubicBezTo>
                    <a:pt x="108574" y="15958"/>
                    <a:pt x="120489" y="17630"/>
                    <a:pt x="124471" y="25989"/>
                  </a:cubicBezTo>
                  <a:cubicBezTo>
                    <a:pt x="126902" y="31065"/>
                    <a:pt x="120671" y="35776"/>
                    <a:pt x="121492" y="41186"/>
                  </a:cubicBezTo>
                  <a:cubicBezTo>
                    <a:pt x="122221" y="46050"/>
                    <a:pt x="128878" y="49393"/>
                    <a:pt x="129243" y="53740"/>
                  </a:cubicBezTo>
                  <a:cubicBezTo>
                    <a:pt x="129516" y="57357"/>
                    <a:pt x="131127" y="66445"/>
                    <a:pt x="134896" y="68238"/>
                  </a:cubicBezTo>
                  <a:cubicBezTo>
                    <a:pt x="139699" y="70549"/>
                    <a:pt x="147359" y="70670"/>
                    <a:pt x="151584" y="75077"/>
                  </a:cubicBezTo>
                  <a:cubicBezTo>
                    <a:pt x="154137" y="77752"/>
                    <a:pt x="154988" y="82068"/>
                    <a:pt x="158514" y="8358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7"/>
            <p:cNvSpPr/>
            <p:nvPr/>
          </p:nvSpPr>
          <p:spPr>
            <a:xfrm>
              <a:off x="2975000" y="45125"/>
              <a:ext cx="3962850" cy="2114050"/>
            </a:xfrm>
            <a:custGeom>
              <a:rect b="b" l="l" r="r" t="t"/>
              <a:pathLst>
                <a:path extrusionOk="0" fill="none" h="84562" w="158514">
                  <a:moveTo>
                    <a:pt x="0" y="15898"/>
                  </a:moveTo>
                  <a:cubicBezTo>
                    <a:pt x="6991" y="17478"/>
                    <a:pt x="14651" y="16809"/>
                    <a:pt x="20700" y="14226"/>
                  </a:cubicBezTo>
                  <a:cubicBezTo>
                    <a:pt x="28511" y="10913"/>
                    <a:pt x="35350" y="3527"/>
                    <a:pt x="44439" y="1551"/>
                  </a:cubicBezTo>
                  <a:cubicBezTo>
                    <a:pt x="51612" y="1"/>
                    <a:pt x="60579" y="2736"/>
                    <a:pt x="63041" y="10214"/>
                  </a:cubicBezTo>
                  <a:cubicBezTo>
                    <a:pt x="65564" y="17934"/>
                    <a:pt x="69515" y="22949"/>
                    <a:pt x="78391" y="22645"/>
                  </a:cubicBezTo>
                  <a:cubicBezTo>
                    <a:pt x="85716" y="22372"/>
                    <a:pt x="93072" y="17417"/>
                    <a:pt x="100488" y="16931"/>
                  </a:cubicBezTo>
                  <a:cubicBezTo>
                    <a:pt x="109273" y="16323"/>
                    <a:pt x="121431" y="18208"/>
                    <a:pt x="125717" y="26536"/>
                  </a:cubicBezTo>
                  <a:cubicBezTo>
                    <a:pt x="128544" y="31946"/>
                    <a:pt x="121036" y="36415"/>
                    <a:pt x="121735" y="41916"/>
                  </a:cubicBezTo>
                  <a:cubicBezTo>
                    <a:pt x="122343" y="46871"/>
                    <a:pt x="129881" y="49971"/>
                    <a:pt x="130276" y="54105"/>
                  </a:cubicBezTo>
                  <a:cubicBezTo>
                    <a:pt x="130641" y="57631"/>
                    <a:pt x="131431" y="66628"/>
                    <a:pt x="135322" y="68664"/>
                  </a:cubicBezTo>
                  <a:cubicBezTo>
                    <a:pt x="140124" y="71157"/>
                    <a:pt x="147632" y="71461"/>
                    <a:pt x="151796" y="75868"/>
                  </a:cubicBezTo>
                  <a:cubicBezTo>
                    <a:pt x="154350" y="78573"/>
                    <a:pt x="155109" y="82859"/>
                    <a:pt x="158514" y="8456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7"/>
            <p:cNvSpPr/>
            <p:nvPr/>
          </p:nvSpPr>
          <p:spPr>
            <a:xfrm>
              <a:off x="2975000" y="20825"/>
              <a:ext cx="3962850" cy="2138350"/>
            </a:xfrm>
            <a:custGeom>
              <a:rect b="b" l="l" r="r" t="t"/>
              <a:pathLst>
                <a:path extrusionOk="0" fill="none" h="85534" w="158514">
                  <a:moveTo>
                    <a:pt x="0" y="16870"/>
                  </a:moveTo>
                  <a:cubicBezTo>
                    <a:pt x="7082" y="18420"/>
                    <a:pt x="14833" y="17629"/>
                    <a:pt x="20912" y="14955"/>
                  </a:cubicBezTo>
                  <a:cubicBezTo>
                    <a:pt x="28876" y="11459"/>
                    <a:pt x="35776" y="3951"/>
                    <a:pt x="45047" y="1702"/>
                  </a:cubicBezTo>
                  <a:cubicBezTo>
                    <a:pt x="52068" y="0"/>
                    <a:pt x="61703" y="2371"/>
                    <a:pt x="64166" y="9818"/>
                  </a:cubicBezTo>
                  <a:cubicBezTo>
                    <a:pt x="66567" y="16991"/>
                    <a:pt x="68877" y="22645"/>
                    <a:pt x="77722" y="22128"/>
                  </a:cubicBezTo>
                  <a:cubicBezTo>
                    <a:pt x="85503" y="21672"/>
                    <a:pt x="93133" y="16961"/>
                    <a:pt x="101127" y="16809"/>
                  </a:cubicBezTo>
                  <a:cubicBezTo>
                    <a:pt x="110063" y="16657"/>
                    <a:pt x="122161" y="18693"/>
                    <a:pt x="126963" y="27083"/>
                  </a:cubicBezTo>
                  <a:cubicBezTo>
                    <a:pt x="130276" y="32858"/>
                    <a:pt x="121705" y="37052"/>
                    <a:pt x="122161" y="42615"/>
                  </a:cubicBezTo>
                  <a:cubicBezTo>
                    <a:pt x="122616" y="47782"/>
                    <a:pt x="130762" y="50518"/>
                    <a:pt x="131279" y="54530"/>
                  </a:cubicBezTo>
                  <a:cubicBezTo>
                    <a:pt x="131735" y="57934"/>
                    <a:pt x="131796" y="66931"/>
                    <a:pt x="135778" y="69089"/>
                  </a:cubicBezTo>
                  <a:cubicBezTo>
                    <a:pt x="140550" y="71703"/>
                    <a:pt x="147936" y="72250"/>
                    <a:pt x="152039" y="76658"/>
                  </a:cubicBezTo>
                  <a:cubicBezTo>
                    <a:pt x="154593" y="79393"/>
                    <a:pt x="155231" y="83649"/>
                    <a:pt x="158514" y="8553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 name="Google Shape;1042;p7"/>
          <p:cNvGrpSpPr/>
          <p:nvPr/>
        </p:nvGrpSpPr>
        <p:grpSpPr>
          <a:xfrm flipH="1" rot="8264778">
            <a:off x="7033380" y="2916634"/>
            <a:ext cx="3667630" cy="3644011"/>
            <a:chOff x="2975000" y="20825"/>
            <a:chExt cx="3963625" cy="2500050"/>
          </a:xfrm>
        </p:grpSpPr>
        <p:sp>
          <p:nvSpPr>
            <p:cNvPr id="1043" name="Google Shape;1043;p7"/>
            <p:cNvSpPr/>
            <p:nvPr/>
          </p:nvSpPr>
          <p:spPr>
            <a:xfrm>
              <a:off x="2975000" y="442550"/>
              <a:ext cx="3962850" cy="2078325"/>
            </a:xfrm>
            <a:custGeom>
              <a:rect b="b" l="l" r="r" t="t"/>
              <a:pathLst>
                <a:path extrusionOk="0" fill="none" h="83133" w="158514">
                  <a:moveTo>
                    <a:pt x="0" y="1"/>
                  </a:moveTo>
                  <a:cubicBezTo>
                    <a:pt x="4347" y="3071"/>
                    <a:pt x="9423" y="6171"/>
                    <a:pt x="12797" y="10122"/>
                  </a:cubicBezTo>
                  <a:cubicBezTo>
                    <a:pt x="18025" y="16232"/>
                    <a:pt x="11095" y="25411"/>
                    <a:pt x="18298" y="31369"/>
                  </a:cubicBezTo>
                  <a:cubicBezTo>
                    <a:pt x="23952" y="36050"/>
                    <a:pt x="23982" y="41612"/>
                    <a:pt x="23283" y="48269"/>
                  </a:cubicBezTo>
                  <a:cubicBezTo>
                    <a:pt x="22706" y="53497"/>
                    <a:pt x="22463" y="62494"/>
                    <a:pt x="29028" y="64044"/>
                  </a:cubicBezTo>
                  <a:cubicBezTo>
                    <a:pt x="35776" y="65655"/>
                    <a:pt x="41186" y="60913"/>
                    <a:pt x="45624" y="56567"/>
                  </a:cubicBezTo>
                  <a:cubicBezTo>
                    <a:pt x="51855" y="50457"/>
                    <a:pt x="63466" y="46202"/>
                    <a:pt x="71825" y="49515"/>
                  </a:cubicBezTo>
                  <a:cubicBezTo>
                    <a:pt x="79211" y="52463"/>
                    <a:pt x="89728" y="48421"/>
                    <a:pt x="96598" y="51430"/>
                  </a:cubicBezTo>
                  <a:cubicBezTo>
                    <a:pt x="100762" y="53284"/>
                    <a:pt x="101035" y="58390"/>
                    <a:pt x="102343" y="62646"/>
                  </a:cubicBezTo>
                  <a:cubicBezTo>
                    <a:pt x="104197" y="68603"/>
                    <a:pt x="108938" y="75564"/>
                    <a:pt x="114106" y="78482"/>
                  </a:cubicBezTo>
                  <a:cubicBezTo>
                    <a:pt x="122343" y="83132"/>
                    <a:pt x="130914" y="70610"/>
                    <a:pt x="138909" y="69151"/>
                  </a:cubicBezTo>
                  <a:cubicBezTo>
                    <a:pt x="145474" y="67935"/>
                    <a:pt x="152435" y="73892"/>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7"/>
            <p:cNvSpPr/>
            <p:nvPr/>
          </p:nvSpPr>
          <p:spPr>
            <a:xfrm>
              <a:off x="2975000" y="442550"/>
              <a:ext cx="3962850" cy="2057800"/>
            </a:xfrm>
            <a:custGeom>
              <a:rect b="b" l="l" r="r" t="t"/>
              <a:pathLst>
                <a:path extrusionOk="0" fill="none" h="82312" w="158514">
                  <a:moveTo>
                    <a:pt x="0" y="1"/>
                  </a:moveTo>
                  <a:cubicBezTo>
                    <a:pt x="4408" y="3040"/>
                    <a:pt x="9392" y="6049"/>
                    <a:pt x="13040" y="9879"/>
                  </a:cubicBezTo>
                  <a:cubicBezTo>
                    <a:pt x="18602" y="15654"/>
                    <a:pt x="11733" y="24955"/>
                    <a:pt x="18694" y="30609"/>
                  </a:cubicBezTo>
                  <a:cubicBezTo>
                    <a:pt x="24408" y="35259"/>
                    <a:pt x="25077" y="40153"/>
                    <a:pt x="24317" y="46901"/>
                  </a:cubicBezTo>
                  <a:cubicBezTo>
                    <a:pt x="23739" y="52129"/>
                    <a:pt x="23131" y="61248"/>
                    <a:pt x="29849" y="62919"/>
                  </a:cubicBezTo>
                  <a:cubicBezTo>
                    <a:pt x="36870" y="64652"/>
                    <a:pt x="41794" y="59606"/>
                    <a:pt x="46627" y="55503"/>
                  </a:cubicBezTo>
                  <a:cubicBezTo>
                    <a:pt x="53557" y="49606"/>
                    <a:pt x="63983" y="44712"/>
                    <a:pt x="72798" y="48634"/>
                  </a:cubicBezTo>
                  <a:cubicBezTo>
                    <a:pt x="80123" y="51886"/>
                    <a:pt x="90245" y="48208"/>
                    <a:pt x="97266" y="51187"/>
                  </a:cubicBezTo>
                  <a:cubicBezTo>
                    <a:pt x="101522" y="52980"/>
                    <a:pt x="101674" y="58026"/>
                    <a:pt x="102890" y="62251"/>
                  </a:cubicBezTo>
                  <a:cubicBezTo>
                    <a:pt x="104561" y="68087"/>
                    <a:pt x="109303" y="75078"/>
                    <a:pt x="114440" y="77844"/>
                  </a:cubicBezTo>
                  <a:cubicBezTo>
                    <a:pt x="122799" y="82312"/>
                    <a:pt x="131097" y="70032"/>
                    <a:pt x="139243" y="68877"/>
                  </a:cubicBezTo>
                  <a:cubicBezTo>
                    <a:pt x="145656" y="67935"/>
                    <a:pt x="152495" y="73771"/>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7"/>
            <p:cNvSpPr/>
            <p:nvPr/>
          </p:nvSpPr>
          <p:spPr>
            <a:xfrm>
              <a:off x="2975000" y="442550"/>
              <a:ext cx="3962850" cy="2035775"/>
            </a:xfrm>
            <a:custGeom>
              <a:rect b="b" l="l" r="r" t="t"/>
              <a:pathLst>
                <a:path extrusionOk="0" fill="none" h="81431" w="158514">
                  <a:moveTo>
                    <a:pt x="0" y="1"/>
                  </a:moveTo>
                  <a:cubicBezTo>
                    <a:pt x="4468" y="3040"/>
                    <a:pt x="9362" y="5958"/>
                    <a:pt x="13313" y="9606"/>
                  </a:cubicBezTo>
                  <a:cubicBezTo>
                    <a:pt x="19210" y="15077"/>
                    <a:pt x="12432" y="24469"/>
                    <a:pt x="19089" y="29849"/>
                  </a:cubicBezTo>
                  <a:cubicBezTo>
                    <a:pt x="24803" y="34469"/>
                    <a:pt x="26019" y="38694"/>
                    <a:pt x="25350" y="45564"/>
                  </a:cubicBezTo>
                  <a:cubicBezTo>
                    <a:pt x="24833" y="50822"/>
                    <a:pt x="23739" y="60001"/>
                    <a:pt x="30609" y="61795"/>
                  </a:cubicBezTo>
                  <a:cubicBezTo>
                    <a:pt x="37691" y="63649"/>
                    <a:pt x="42797" y="58299"/>
                    <a:pt x="47813" y="54378"/>
                  </a:cubicBezTo>
                  <a:cubicBezTo>
                    <a:pt x="55989" y="47995"/>
                    <a:pt x="63345" y="43375"/>
                    <a:pt x="73801" y="47752"/>
                  </a:cubicBezTo>
                  <a:cubicBezTo>
                    <a:pt x="81704" y="51065"/>
                    <a:pt x="90762" y="48026"/>
                    <a:pt x="97966" y="50944"/>
                  </a:cubicBezTo>
                  <a:cubicBezTo>
                    <a:pt x="102282" y="52707"/>
                    <a:pt x="102343" y="57631"/>
                    <a:pt x="103437" y="61825"/>
                  </a:cubicBezTo>
                  <a:cubicBezTo>
                    <a:pt x="104957" y="67570"/>
                    <a:pt x="109637" y="74531"/>
                    <a:pt x="114774" y="77145"/>
                  </a:cubicBezTo>
                  <a:cubicBezTo>
                    <a:pt x="123285" y="81430"/>
                    <a:pt x="131310" y="69454"/>
                    <a:pt x="139577" y="68573"/>
                  </a:cubicBezTo>
                  <a:cubicBezTo>
                    <a:pt x="145869" y="67904"/>
                    <a:pt x="152587" y="73649"/>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7"/>
            <p:cNvSpPr/>
            <p:nvPr/>
          </p:nvSpPr>
          <p:spPr>
            <a:xfrm>
              <a:off x="2975000" y="442550"/>
              <a:ext cx="3962850" cy="2014500"/>
            </a:xfrm>
            <a:custGeom>
              <a:rect b="b" l="l" r="r" t="t"/>
              <a:pathLst>
                <a:path extrusionOk="0" fill="none" h="80580" w="158514">
                  <a:moveTo>
                    <a:pt x="0" y="1"/>
                  </a:moveTo>
                  <a:cubicBezTo>
                    <a:pt x="4560" y="3010"/>
                    <a:pt x="9392" y="5897"/>
                    <a:pt x="13526" y="9393"/>
                  </a:cubicBezTo>
                  <a:cubicBezTo>
                    <a:pt x="19666" y="14469"/>
                    <a:pt x="13162" y="23952"/>
                    <a:pt x="19484" y="29150"/>
                  </a:cubicBezTo>
                  <a:cubicBezTo>
                    <a:pt x="24560" y="33314"/>
                    <a:pt x="27235" y="37509"/>
                    <a:pt x="26323" y="44348"/>
                  </a:cubicBezTo>
                  <a:cubicBezTo>
                    <a:pt x="25563" y="49728"/>
                    <a:pt x="24317" y="58846"/>
                    <a:pt x="31308" y="60792"/>
                  </a:cubicBezTo>
                  <a:cubicBezTo>
                    <a:pt x="38390" y="62737"/>
                    <a:pt x="43770" y="57296"/>
                    <a:pt x="48998" y="53375"/>
                  </a:cubicBezTo>
                  <a:cubicBezTo>
                    <a:pt x="57813" y="46688"/>
                    <a:pt x="63892" y="42129"/>
                    <a:pt x="74743" y="47023"/>
                  </a:cubicBezTo>
                  <a:cubicBezTo>
                    <a:pt x="82433" y="50488"/>
                    <a:pt x="91248" y="47995"/>
                    <a:pt x="98604" y="50761"/>
                  </a:cubicBezTo>
                  <a:cubicBezTo>
                    <a:pt x="103042" y="52372"/>
                    <a:pt x="103011" y="57266"/>
                    <a:pt x="104014" y="61430"/>
                  </a:cubicBezTo>
                  <a:cubicBezTo>
                    <a:pt x="105382" y="67084"/>
                    <a:pt x="109941" y="74014"/>
                    <a:pt x="115109" y="76445"/>
                  </a:cubicBezTo>
                  <a:cubicBezTo>
                    <a:pt x="123802" y="80579"/>
                    <a:pt x="132100" y="68299"/>
                    <a:pt x="139912" y="68330"/>
                  </a:cubicBezTo>
                  <a:cubicBezTo>
                    <a:pt x="144927" y="68330"/>
                    <a:pt x="153529" y="7331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7"/>
            <p:cNvSpPr/>
            <p:nvPr/>
          </p:nvSpPr>
          <p:spPr>
            <a:xfrm>
              <a:off x="2975000" y="442550"/>
              <a:ext cx="3962850" cy="1991700"/>
            </a:xfrm>
            <a:custGeom>
              <a:rect b="b" l="l" r="r" t="t"/>
              <a:pathLst>
                <a:path extrusionOk="0" fill="none" h="79668" w="158514">
                  <a:moveTo>
                    <a:pt x="0" y="1"/>
                  </a:moveTo>
                  <a:cubicBezTo>
                    <a:pt x="4590" y="3010"/>
                    <a:pt x="9484" y="5897"/>
                    <a:pt x="13769" y="9119"/>
                  </a:cubicBezTo>
                  <a:cubicBezTo>
                    <a:pt x="20122" y="13861"/>
                    <a:pt x="13952" y="23344"/>
                    <a:pt x="19879" y="28360"/>
                  </a:cubicBezTo>
                  <a:cubicBezTo>
                    <a:pt x="24651" y="32402"/>
                    <a:pt x="28055" y="36475"/>
                    <a:pt x="27265" y="43102"/>
                  </a:cubicBezTo>
                  <a:cubicBezTo>
                    <a:pt x="26627" y="48482"/>
                    <a:pt x="24985" y="57600"/>
                    <a:pt x="31946" y="59698"/>
                  </a:cubicBezTo>
                  <a:cubicBezTo>
                    <a:pt x="39028" y="61795"/>
                    <a:pt x="44955" y="56202"/>
                    <a:pt x="50183" y="52251"/>
                  </a:cubicBezTo>
                  <a:cubicBezTo>
                    <a:pt x="59424" y="45260"/>
                    <a:pt x="64561" y="40761"/>
                    <a:pt x="75746" y="46232"/>
                  </a:cubicBezTo>
                  <a:cubicBezTo>
                    <a:pt x="83315" y="49971"/>
                    <a:pt x="91795" y="47813"/>
                    <a:pt x="99273" y="50488"/>
                  </a:cubicBezTo>
                  <a:cubicBezTo>
                    <a:pt x="103832" y="52129"/>
                    <a:pt x="103619" y="56840"/>
                    <a:pt x="104653" y="61035"/>
                  </a:cubicBezTo>
                  <a:cubicBezTo>
                    <a:pt x="106051" y="66749"/>
                    <a:pt x="110124" y="73315"/>
                    <a:pt x="115443" y="75716"/>
                  </a:cubicBezTo>
                  <a:cubicBezTo>
                    <a:pt x="124227" y="79667"/>
                    <a:pt x="132039" y="67995"/>
                    <a:pt x="140246" y="68056"/>
                  </a:cubicBezTo>
                  <a:cubicBezTo>
                    <a:pt x="145535" y="68087"/>
                    <a:pt x="153377" y="7340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7"/>
            <p:cNvSpPr/>
            <p:nvPr/>
          </p:nvSpPr>
          <p:spPr>
            <a:xfrm>
              <a:off x="2975000" y="442550"/>
              <a:ext cx="3963625" cy="1968900"/>
            </a:xfrm>
            <a:custGeom>
              <a:rect b="b" l="l" r="r" t="t"/>
              <a:pathLst>
                <a:path extrusionOk="0" fill="none" h="78756" w="158545">
                  <a:moveTo>
                    <a:pt x="0" y="1"/>
                  </a:moveTo>
                  <a:cubicBezTo>
                    <a:pt x="4651" y="2979"/>
                    <a:pt x="9575" y="5867"/>
                    <a:pt x="14013" y="8876"/>
                  </a:cubicBezTo>
                  <a:cubicBezTo>
                    <a:pt x="20548" y="13283"/>
                    <a:pt x="14985" y="22706"/>
                    <a:pt x="20305" y="27539"/>
                  </a:cubicBezTo>
                  <a:cubicBezTo>
                    <a:pt x="24590" y="31430"/>
                    <a:pt x="28724" y="35715"/>
                    <a:pt x="28147" y="42007"/>
                  </a:cubicBezTo>
                  <a:cubicBezTo>
                    <a:pt x="27630" y="47296"/>
                    <a:pt x="25654" y="56445"/>
                    <a:pt x="32584" y="58664"/>
                  </a:cubicBezTo>
                  <a:cubicBezTo>
                    <a:pt x="39606" y="60913"/>
                    <a:pt x="46354" y="55077"/>
                    <a:pt x="51369" y="51096"/>
                  </a:cubicBezTo>
                  <a:cubicBezTo>
                    <a:pt x="60609" y="43770"/>
                    <a:pt x="65351" y="39576"/>
                    <a:pt x="76749" y="45594"/>
                  </a:cubicBezTo>
                  <a:cubicBezTo>
                    <a:pt x="84166" y="49515"/>
                    <a:pt x="92251" y="47722"/>
                    <a:pt x="99911" y="50275"/>
                  </a:cubicBezTo>
                  <a:cubicBezTo>
                    <a:pt x="104622" y="51855"/>
                    <a:pt x="104318" y="56445"/>
                    <a:pt x="105260" y="60609"/>
                  </a:cubicBezTo>
                  <a:cubicBezTo>
                    <a:pt x="106537" y="66324"/>
                    <a:pt x="110428" y="72676"/>
                    <a:pt x="115808" y="74956"/>
                  </a:cubicBezTo>
                  <a:cubicBezTo>
                    <a:pt x="124714" y="78756"/>
                    <a:pt x="132313" y="67418"/>
                    <a:pt x="140580" y="67813"/>
                  </a:cubicBezTo>
                  <a:cubicBezTo>
                    <a:pt x="145778" y="68056"/>
                    <a:pt x="153438" y="73315"/>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7"/>
            <p:cNvSpPr/>
            <p:nvPr/>
          </p:nvSpPr>
          <p:spPr>
            <a:xfrm>
              <a:off x="2975000" y="442550"/>
              <a:ext cx="3962850" cy="1919500"/>
            </a:xfrm>
            <a:custGeom>
              <a:rect b="b" l="l" r="r" t="t"/>
              <a:pathLst>
                <a:path extrusionOk="0" fill="none" h="76780" w="158514">
                  <a:moveTo>
                    <a:pt x="0" y="1"/>
                  </a:moveTo>
                  <a:cubicBezTo>
                    <a:pt x="4712" y="2949"/>
                    <a:pt x="9666" y="5776"/>
                    <a:pt x="14225" y="8633"/>
                  </a:cubicBezTo>
                  <a:cubicBezTo>
                    <a:pt x="20973" y="12797"/>
                    <a:pt x="16049" y="21977"/>
                    <a:pt x="20760" y="26718"/>
                  </a:cubicBezTo>
                  <a:cubicBezTo>
                    <a:pt x="24438" y="30396"/>
                    <a:pt x="29332" y="35168"/>
                    <a:pt x="28967" y="41004"/>
                  </a:cubicBezTo>
                  <a:cubicBezTo>
                    <a:pt x="28633" y="46202"/>
                    <a:pt x="26444" y="55381"/>
                    <a:pt x="33192" y="57661"/>
                  </a:cubicBezTo>
                  <a:cubicBezTo>
                    <a:pt x="40153" y="60032"/>
                    <a:pt x="47752" y="53953"/>
                    <a:pt x="52494" y="49880"/>
                  </a:cubicBezTo>
                  <a:cubicBezTo>
                    <a:pt x="61703" y="41977"/>
                    <a:pt x="66293" y="38633"/>
                    <a:pt x="77722" y="45016"/>
                  </a:cubicBezTo>
                  <a:cubicBezTo>
                    <a:pt x="84926" y="49059"/>
                    <a:pt x="92707" y="47722"/>
                    <a:pt x="100488" y="50093"/>
                  </a:cubicBezTo>
                  <a:cubicBezTo>
                    <a:pt x="105382" y="51582"/>
                    <a:pt x="104987" y="56080"/>
                    <a:pt x="105838" y="60245"/>
                  </a:cubicBezTo>
                  <a:cubicBezTo>
                    <a:pt x="107023" y="65898"/>
                    <a:pt x="111005" y="72676"/>
                    <a:pt x="116142" y="74227"/>
                  </a:cubicBezTo>
                  <a:cubicBezTo>
                    <a:pt x="124683" y="76780"/>
                    <a:pt x="132191" y="66901"/>
                    <a:pt x="140884" y="67570"/>
                  </a:cubicBezTo>
                  <a:cubicBezTo>
                    <a:pt x="145930" y="67965"/>
                    <a:pt x="153468" y="73224"/>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7"/>
            <p:cNvSpPr/>
            <p:nvPr/>
          </p:nvSpPr>
          <p:spPr>
            <a:xfrm>
              <a:off x="2975000" y="442550"/>
              <a:ext cx="3962100" cy="1896700"/>
            </a:xfrm>
            <a:custGeom>
              <a:rect b="b" l="l" r="r" t="t"/>
              <a:pathLst>
                <a:path extrusionOk="0" fill="none" h="75868" w="158484">
                  <a:moveTo>
                    <a:pt x="0" y="1"/>
                  </a:moveTo>
                  <a:cubicBezTo>
                    <a:pt x="4742" y="2949"/>
                    <a:pt x="9788" y="5441"/>
                    <a:pt x="14438" y="8359"/>
                  </a:cubicBezTo>
                  <a:cubicBezTo>
                    <a:pt x="21520" y="12797"/>
                    <a:pt x="16900" y="20852"/>
                    <a:pt x="21277" y="25837"/>
                  </a:cubicBezTo>
                  <a:cubicBezTo>
                    <a:pt x="24408" y="29424"/>
                    <a:pt x="29758" y="34652"/>
                    <a:pt x="29727" y="40123"/>
                  </a:cubicBezTo>
                  <a:cubicBezTo>
                    <a:pt x="29666" y="45229"/>
                    <a:pt x="27447" y="54014"/>
                    <a:pt x="33770" y="56658"/>
                  </a:cubicBezTo>
                  <a:cubicBezTo>
                    <a:pt x="40396" y="59394"/>
                    <a:pt x="49545" y="52433"/>
                    <a:pt x="53618" y="48542"/>
                  </a:cubicBezTo>
                  <a:cubicBezTo>
                    <a:pt x="62707" y="39788"/>
                    <a:pt x="67448" y="37904"/>
                    <a:pt x="78725" y="44530"/>
                  </a:cubicBezTo>
                  <a:cubicBezTo>
                    <a:pt x="85716" y="48664"/>
                    <a:pt x="93224" y="47722"/>
                    <a:pt x="101066" y="49910"/>
                  </a:cubicBezTo>
                  <a:cubicBezTo>
                    <a:pt x="106142" y="51308"/>
                    <a:pt x="105716" y="55685"/>
                    <a:pt x="106476" y="59849"/>
                  </a:cubicBezTo>
                  <a:cubicBezTo>
                    <a:pt x="107540" y="65503"/>
                    <a:pt x="111279" y="71977"/>
                    <a:pt x="116477" y="73467"/>
                  </a:cubicBezTo>
                  <a:cubicBezTo>
                    <a:pt x="124927" y="75868"/>
                    <a:pt x="132708" y="66354"/>
                    <a:pt x="141188" y="67357"/>
                  </a:cubicBezTo>
                  <a:cubicBezTo>
                    <a:pt x="146143" y="67935"/>
                    <a:pt x="153468" y="7313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7"/>
            <p:cNvSpPr/>
            <p:nvPr/>
          </p:nvSpPr>
          <p:spPr>
            <a:xfrm>
              <a:off x="2975000" y="442550"/>
              <a:ext cx="3962850" cy="1870875"/>
            </a:xfrm>
            <a:custGeom>
              <a:rect b="b" l="l" r="r" t="t"/>
              <a:pathLst>
                <a:path extrusionOk="0" fill="none" h="74835" w="158514">
                  <a:moveTo>
                    <a:pt x="0" y="1"/>
                  </a:moveTo>
                  <a:cubicBezTo>
                    <a:pt x="4803" y="2919"/>
                    <a:pt x="9848" y="5350"/>
                    <a:pt x="14651" y="8116"/>
                  </a:cubicBezTo>
                  <a:cubicBezTo>
                    <a:pt x="21946" y="12311"/>
                    <a:pt x="18086" y="19697"/>
                    <a:pt x="21885" y="24895"/>
                  </a:cubicBezTo>
                  <a:cubicBezTo>
                    <a:pt x="24590" y="28633"/>
                    <a:pt x="30031" y="34013"/>
                    <a:pt x="30396" y="39272"/>
                  </a:cubicBezTo>
                  <a:cubicBezTo>
                    <a:pt x="30791" y="44439"/>
                    <a:pt x="28299" y="52919"/>
                    <a:pt x="34439" y="55625"/>
                  </a:cubicBezTo>
                  <a:cubicBezTo>
                    <a:pt x="41186" y="58603"/>
                    <a:pt x="50670" y="51217"/>
                    <a:pt x="54712" y="47083"/>
                  </a:cubicBezTo>
                  <a:cubicBezTo>
                    <a:pt x="63892" y="37630"/>
                    <a:pt x="68542" y="37266"/>
                    <a:pt x="79789" y="44135"/>
                  </a:cubicBezTo>
                  <a:cubicBezTo>
                    <a:pt x="86476" y="48208"/>
                    <a:pt x="93984" y="47661"/>
                    <a:pt x="101674" y="49728"/>
                  </a:cubicBezTo>
                  <a:cubicBezTo>
                    <a:pt x="106932" y="51126"/>
                    <a:pt x="106416" y="55138"/>
                    <a:pt x="107145" y="59454"/>
                  </a:cubicBezTo>
                  <a:cubicBezTo>
                    <a:pt x="108057" y="64986"/>
                    <a:pt x="111552" y="71339"/>
                    <a:pt x="116872" y="72707"/>
                  </a:cubicBezTo>
                  <a:cubicBezTo>
                    <a:pt x="125322" y="74835"/>
                    <a:pt x="133285" y="65837"/>
                    <a:pt x="141523" y="67114"/>
                  </a:cubicBezTo>
                  <a:cubicBezTo>
                    <a:pt x="146386" y="67874"/>
                    <a:pt x="153559" y="73011"/>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7"/>
            <p:cNvSpPr/>
            <p:nvPr/>
          </p:nvSpPr>
          <p:spPr>
            <a:xfrm>
              <a:off x="2975000" y="442550"/>
              <a:ext cx="3962850" cy="1848075"/>
            </a:xfrm>
            <a:custGeom>
              <a:rect b="b" l="l" r="r" t="t"/>
              <a:pathLst>
                <a:path extrusionOk="0" fill="none" h="73923" w="158514">
                  <a:moveTo>
                    <a:pt x="0" y="1"/>
                  </a:moveTo>
                  <a:cubicBezTo>
                    <a:pt x="4833" y="2888"/>
                    <a:pt x="9909" y="5259"/>
                    <a:pt x="14864" y="7873"/>
                  </a:cubicBezTo>
                  <a:cubicBezTo>
                    <a:pt x="22219" y="11764"/>
                    <a:pt x="19301" y="18390"/>
                    <a:pt x="22584" y="23922"/>
                  </a:cubicBezTo>
                  <a:cubicBezTo>
                    <a:pt x="25046" y="28086"/>
                    <a:pt x="30092" y="33649"/>
                    <a:pt x="31004" y="38542"/>
                  </a:cubicBezTo>
                  <a:cubicBezTo>
                    <a:pt x="31855" y="43284"/>
                    <a:pt x="29150" y="51947"/>
                    <a:pt x="35107" y="54561"/>
                  </a:cubicBezTo>
                  <a:cubicBezTo>
                    <a:pt x="42250" y="57691"/>
                    <a:pt x="51673" y="50032"/>
                    <a:pt x="55746" y="45503"/>
                  </a:cubicBezTo>
                  <a:cubicBezTo>
                    <a:pt x="64834" y="35411"/>
                    <a:pt x="69941" y="36992"/>
                    <a:pt x="80822" y="43770"/>
                  </a:cubicBezTo>
                  <a:cubicBezTo>
                    <a:pt x="87205" y="47782"/>
                    <a:pt x="94683" y="47691"/>
                    <a:pt x="102191" y="49576"/>
                  </a:cubicBezTo>
                  <a:cubicBezTo>
                    <a:pt x="107571" y="50913"/>
                    <a:pt x="107145" y="54682"/>
                    <a:pt x="107783" y="59090"/>
                  </a:cubicBezTo>
                  <a:cubicBezTo>
                    <a:pt x="108604" y="64591"/>
                    <a:pt x="111826" y="70610"/>
                    <a:pt x="117236" y="71917"/>
                  </a:cubicBezTo>
                  <a:cubicBezTo>
                    <a:pt x="125504" y="73923"/>
                    <a:pt x="133863" y="65321"/>
                    <a:pt x="141827" y="66901"/>
                  </a:cubicBezTo>
                  <a:cubicBezTo>
                    <a:pt x="146599" y="67813"/>
                    <a:pt x="153620" y="7292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7"/>
            <p:cNvSpPr/>
            <p:nvPr/>
          </p:nvSpPr>
          <p:spPr>
            <a:xfrm>
              <a:off x="2975000" y="442550"/>
              <a:ext cx="3962100" cy="1826050"/>
            </a:xfrm>
            <a:custGeom>
              <a:rect b="b" l="l" r="r" t="t"/>
              <a:pathLst>
                <a:path extrusionOk="0" fill="none" h="73042" w="158484">
                  <a:moveTo>
                    <a:pt x="0" y="1"/>
                  </a:moveTo>
                  <a:cubicBezTo>
                    <a:pt x="4894" y="2858"/>
                    <a:pt x="10000" y="5168"/>
                    <a:pt x="15076" y="7630"/>
                  </a:cubicBezTo>
                  <a:cubicBezTo>
                    <a:pt x="22402" y="11217"/>
                    <a:pt x="20639" y="16992"/>
                    <a:pt x="23435" y="22980"/>
                  </a:cubicBezTo>
                  <a:cubicBezTo>
                    <a:pt x="25685" y="27813"/>
                    <a:pt x="29910" y="33041"/>
                    <a:pt x="31460" y="37934"/>
                  </a:cubicBezTo>
                  <a:cubicBezTo>
                    <a:pt x="32858" y="42372"/>
                    <a:pt x="29940" y="51096"/>
                    <a:pt x="35867" y="53558"/>
                  </a:cubicBezTo>
                  <a:cubicBezTo>
                    <a:pt x="43618" y="56749"/>
                    <a:pt x="52433" y="48937"/>
                    <a:pt x="56779" y="43831"/>
                  </a:cubicBezTo>
                  <a:cubicBezTo>
                    <a:pt x="65746" y="33314"/>
                    <a:pt x="71552" y="36901"/>
                    <a:pt x="81886" y="43466"/>
                  </a:cubicBezTo>
                  <a:cubicBezTo>
                    <a:pt x="87965" y="47327"/>
                    <a:pt x="95412" y="47752"/>
                    <a:pt x="102707" y="49454"/>
                  </a:cubicBezTo>
                  <a:cubicBezTo>
                    <a:pt x="108148" y="50700"/>
                    <a:pt x="107905" y="54226"/>
                    <a:pt x="108452" y="58725"/>
                  </a:cubicBezTo>
                  <a:cubicBezTo>
                    <a:pt x="109182" y="64226"/>
                    <a:pt x="112130" y="69910"/>
                    <a:pt x="117571" y="71187"/>
                  </a:cubicBezTo>
                  <a:cubicBezTo>
                    <a:pt x="125626" y="73041"/>
                    <a:pt x="134410" y="64895"/>
                    <a:pt x="142100" y="66688"/>
                  </a:cubicBezTo>
                  <a:cubicBezTo>
                    <a:pt x="146751" y="67783"/>
                    <a:pt x="153590" y="72828"/>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7"/>
            <p:cNvSpPr/>
            <p:nvPr/>
          </p:nvSpPr>
          <p:spPr>
            <a:xfrm>
              <a:off x="2975000" y="442550"/>
              <a:ext cx="3962850" cy="1818450"/>
            </a:xfrm>
            <a:custGeom>
              <a:rect b="b" l="l" r="r" t="t"/>
              <a:pathLst>
                <a:path extrusionOk="0" fill="none" h="72738" w="158514">
                  <a:moveTo>
                    <a:pt x="0" y="1"/>
                  </a:moveTo>
                  <a:cubicBezTo>
                    <a:pt x="4924" y="2827"/>
                    <a:pt x="10122" y="5077"/>
                    <a:pt x="15259" y="7387"/>
                  </a:cubicBezTo>
                  <a:cubicBezTo>
                    <a:pt x="22432" y="10609"/>
                    <a:pt x="22159" y="15594"/>
                    <a:pt x="24317" y="22007"/>
                  </a:cubicBezTo>
                  <a:cubicBezTo>
                    <a:pt x="26171" y="27630"/>
                    <a:pt x="29332" y="32402"/>
                    <a:pt x="31733" y="37418"/>
                  </a:cubicBezTo>
                  <a:cubicBezTo>
                    <a:pt x="33831" y="41764"/>
                    <a:pt x="30669" y="50305"/>
                    <a:pt x="36657" y="52615"/>
                  </a:cubicBezTo>
                  <a:cubicBezTo>
                    <a:pt x="44955" y="55868"/>
                    <a:pt x="53162" y="47630"/>
                    <a:pt x="57782" y="42068"/>
                  </a:cubicBezTo>
                  <a:cubicBezTo>
                    <a:pt x="66476" y="31551"/>
                    <a:pt x="73315" y="37022"/>
                    <a:pt x="82950" y="43193"/>
                  </a:cubicBezTo>
                  <a:cubicBezTo>
                    <a:pt x="88695" y="46871"/>
                    <a:pt x="96142" y="47813"/>
                    <a:pt x="103194" y="49333"/>
                  </a:cubicBezTo>
                  <a:cubicBezTo>
                    <a:pt x="108726" y="50488"/>
                    <a:pt x="108634" y="53740"/>
                    <a:pt x="109151" y="58390"/>
                  </a:cubicBezTo>
                  <a:cubicBezTo>
                    <a:pt x="109789" y="63862"/>
                    <a:pt x="112464" y="69211"/>
                    <a:pt x="117996" y="70427"/>
                  </a:cubicBezTo>
                  <a:cubicBezTo>
                    <a:pt x="125778" y="72129"/>
                    <a:pt x="135018" y="64439"/>
                    <a:pt x="142434" y="66506"/>
                  </a:cubicBezTo>
                  <a:cubicBezTo>
                    <a:pt x="146994" y="67752"/>
                    <a:pt x="153650" y="72737"/>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7"/>
            <p:cNvSpPr/>
            <p:nvPr/>
          </p:nvSpPr>
          <p:spPr>
            <a:xfrm>
              <a:off x="2975000" y="442550"/>
              <a:ext cx="3962850" cy="1816175"/>
            </a:xfrm>
            <a:custGeom>
              <a:rect b="b" l="l" r="r" t="t"/>
              <a:pathLst>
                <a:path extrusionOk="0" fill="none" h="72647" w="158514">
                  <a:moveTo>
                    <a:pt x="0" y="1"/>
                  </a:moveTo>
                  <a:cubicBezTo>
                    <a:pt x="4985" y="2797"/>
                    <a:pt x="10244" y="4985"/>
                    <a:pt x="15441" y="7144"/>
                  </a:cubicBezTo>
                  <a:cubicBezTo>
                    <a:pt x="22341" y="10031"/>
                    <a:pt x="23648" y="14621"/>
                    <a:pt x="25259" y="21034"/>
                  </a:cubicBezTo>
                  <a:cubicBezTo>
                    <a:pt x="26688" y="26809"/>
                    <a:pt x="28572" y="31977"/>
                    <a:pt x="31885" y="36992"/>
                  </a:cubicBezTo>
                  <a:cubicBezTo>
                    <a:pt x="34742" y="41278"/>
                    <a:pt x="31429" y="49606"/>
                    <a:pt x="37478" y="51825"/>
                  </a:cubicBezTo>
                  <a:cubicBezTo>
                    <a:pt x="46171" y="55017"/>
                    <a:pt x="54469" y="46202"/>
                    <a:pt x="58755" y="40305"/>
                  </a:cubicBezTo>
                  <a:cubicBezTo>
                    <a:pt x="66232" y="30001"/>
                    <a:pt x="76415" y="38025"/>
                    <a:pt x="84044" y="42889"/>
                  </a:cubicBezTo>
                  <a:cubicBezTo>
                    <a:pt x="89546" y="46384"/>
                    <a:pt x="96841" y="47874"/>
                    <a:pt x="103680" y="49211"/>
                  </a:cubicBezTo>
                  <a:cubicBezTo>
                    <a:pt x="109242" y="50305"/>
                    <a:pt x="109364" y="53254"/>
                    <a:pt x="109850" y="58026"/>
                  </a:cubicBezTo>
                  <a:cubicBezTo>
                    <a:pt x="110397" y="63436"/>
                    <a:pt x="112829" y="68482"/>
                    <a:pt x="118422" y="69667"/>
                  </a:cubicBezTo>
                  <a:cubicBezTo>
                    <a:pt x="125930" y="71278"/>
                    <a:pt x="135626" y="64044"/>
                    <a:pt x="142708" y="66293"/>
                  </a:cubicBezTo>
                  <a:cubicBezTo>
                    <a:pt x="147176" y="67692"/>
                    <a:pt x="153681" y="7264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7"/>
            <p:cNvSpPr/>
            <p:nvPr/>
          </p:nvSpPr>
          <p:spPr>
            <a:xfrm>
              <a:off x="2975000" y="442550"/>
              <a:ext cx="3962850" cy="1813875"/>
            </a:xfrm>
            <a:custGeom>
              <a:rect b="b" l="l" r="r" t="t"/>
              <a:pathLst>
                <a:path extrusionOk="0" fill="none" h="72555" w="158514">
                  <a:moveTo>
                    <a:pt x="0" y="1"/>
                  </a:moveTo>
                  <a:cubicBezTo>
                    <a:pt x="5015" y="2767"/>
                    <a:pt x="10335" y="4894"/>
                    <a:pt x="15624" y="6931"/>
                  </a:cubicBezTo>
                  <a:cubicBezTo>
                    <a:pt x="22189" y="9423"/>
                    <a:pt x="24925" y="13648"/>
                    <a:pt x="26262" y="20031"/>
                  </a:cubicBezTo>
                  <a:cubicBezTo>
                    <a:pt x="27508" y="25958"/>
                    <a:pt x="27843" y="31582"/>
                    <a:pt x="31916" y="36597"/>
                  </a:cubicBezTo>
                  <a:cubicBezTo>
                    <a:pt x="35290" y="40731"/>
                    <a:pt x="32432" y="49150"/>
                    <a:pt x="38299" y="51096"/>
                  </a:cubicBezTo>
                  <a:cubicBezTo>
                    <a:pt x="47326" y="54105"/>
                    <a:pt x="55138" y="44804"/>
                    <a:pt x="59758" y="38512"/>
                  </a:cubicBezTo>
                  <a:cubicBezTo>
                    <a:pt x="66901" y="28816"/>
                    <a:pt x="78512" y="38512"/>
                    <a:pt x="85139" y="42585"/>
                  </a:cubicBezTo>
                  <a:cubicBezTo>
                    <a:pt x="90397" y="45807"/>
                    <a:pt x="97510" y="47995"/>
                    <a:pt x="104105" y="49120"/>
                  </a:cubicBezTo>
                  <a:cubicBezTo>
                    <a:pt x="109698" y="50062"/>
                    <a:pt x="109729" y="52707"/>
                    <a:pt x="110580" y="57691"/>
                  </a:cubicBezTo>
                  <a:cubicBezTo>
                    <a:pt x="111461" y="63071"/>
                    <a:pt x="112829" y="67692"/>
                    <a:pt x="118878" y="68938"/>
                  </a:cubicBezTo>
                  <a:cubicBezTo>
                    <a:pt x="126082" y="70427"/>
                    <a:pt x="136234" y="63649"/>
                    <a:pt x="143012" y="66111"/>
                  </a:cubicBezTo>
                  <a:cubicBezTo>
                    <a:pt x="147359" y="67661"/>
                    <a:pt x="153742" y="7255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7"/>
            <p:cNvSpPr/>
            <p:nvPr/>
          </p:nvSpPr>
          <p:spPr>
            <a:xfrm>
              <a:off x="2975000" y="442550"/>
              <a:ext cx="3962850" cy="1804000"/>
            </a:xfrm>
            <a:custGeom>
              <a:rect b="b" l="l" r="r" t="t"/>
              <a:pathLst>
                <a:path extrusionOk="0" fill="none" h="72160" w="158514">
                  <a:moveTo>
                    <a:pt x="0" y="1"/>
                  </a:moveTo>
                  <a:cubicBezTo>
                    <a:pt x="5076" y="2736"/>
                    <a:pt x="10456" y="4803"/>
                    <a:pt x="15806" y="6688"/>
                  </a:cubicBezTo>
                  <a:cubicBezTo>
                    <a:pt x="22037" y="8876"/>
                    <a:pt x="26049" y="12767"/>
                    <a:pt x="27326" y="18967"/>
                  </a:cubicBezTo>
                  <a:cubicBezTo>
                    <a:pt x="28542" y="24925"/>
                    <a:pt x="27326" y="31126"/>
                    <a:pt x="31855" y="36202"/>
                  </a:cubicBezTo>
                  <a:cubicBezTo>
                    <a:pt x="35381" y="40153"/>
                    <a:pt x="33618" y="48725"/>
                    <a:pt x="39150" y="50457"/>
                  </a:cubicBezTo>
                  <a:cubicBezTo>
                    <a:pt x="48329" y="53314"/>
                    <a:pt x="55746" y="42919"/>
                    <a:pt x="60792" y="36810"/>
                  </a:cubicBezTo>
                  <a:cubicBezTo>
                    <a:pt x="67995" y="28086"/>
                    <a:pt x="80032" y="38360"/>
                    <a:pt x="86263" y="42159"/>
                  </a:cubicBezTo>
                  <a:cubicBezTo>
                    <a:pt x="91430" y="45320"/>
                    <a:pt x="98057" y="48056"/>
                    <a:pt x="104561" y="48998"/>
                  </a:cubicBezTo>
                  <a:cubicBezTo>
                    <a:pt x="115747" y="50700"/>
                    <a:pt x="107692" y="65898"/>
                    <a:pt x="119303" y="68178"/>
                  </a:cubicBezTo>
                  <a:cubicBezTo>
                    <a:pt x="126294" y="69576"/>
                    <a:pt x="136872" y="63254"/>
                    <a:pt x="143316" y="65898"/>
                  </a:cubicBezTo>
                  <a:cubicBezTo>
                    <a:pt x="147784" y="67752"/>
                    <a:pt x="153407" y="7216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7"/>
            <p:cNvSpPr/>
            <p:nvPr/>
          </p:nvSpPr>
          <p:spPr>
            <a:xfrm>
              <a:off x="2975000" y="442550"/>
              <a:ext cx="3962100" cy="1802475"/>
            </a:xfrm>
            <a:custGeom>
              <a:rect b="b" l="l" r="r" t="t"/>
              <a:pathLst>
                <a:path extrusionOk="0" fill="none" h="72099" w="158484">
                  <a:moveTo>
                    <a:pt x="0" y="1"/>
                  </a:moveTo>
                  <a:cubicBezTo>
                    <a:pt x="5107" y="2706"/>
                    <a:pt x="10760" y="4590"/>
                    <a:pt x="15958" y="6444"/>
                  </a:cubicBezTo>
                  <a:cubicBezTo>
                    <a:pt x="21764" y="8511"/>
                    <a:pt x="26931" y="11733"/>
                    <a:pt x="28390" y="17843"/>
                  </a:cubicBezTo>
                  <a:cubicBezTo>
                    <a:pt x="29788" y="23740"/>
                    <a:pt x="26900" y="30579"/>
                    <a:pt x="31672" y="35867"/>
                  </a:cubicBezTo>
                  <a:cubicBezTo>
                    <a:pt x="35107" y="39636"/>
                    <a:pt x="34925" y="48390"/>
                    <a:pt x="40001" y="49849"/>
                  </a:cubicBezTo>
                  <a:cubicBezTo>
                    <a:pt x="49302" y="52494"/>
                    <a:pt x="56415" y="40761"/>
                    <a:pt x="61886" y="35320"/>
                  </a:cubicBezTo>
                  <a:cubicBezTo>
                    <a:pt x="69211" y="28025"/>
                    <a:pt x="81278" y="37873"/>
                    <a:pt x="87327" y="41612"/>
                  </a:cubicBezTo>
                  <a:cubicBezTo>
                    <a:pt x="92585" y="44864"/>
                    <a:pt x="98421" y="48117"/>
                    <a:pt x="104926" y="48968"/>
                  </a:cubicBezTo>
                  <a:cubicBezTo>
                    <a:pt x="116385" y="50457"/>
                    <a:pt x="108239" y="65442"/>
                    <a:pt x="119759" y="67509"/>
                  </a:cubicBezTo>
                  <a:cubicBezTo>
                    <a:pt x="126659" y="68725"/>
                    <a:pt x="137298" y="62980"/>
                    <a:pt x="143559" y="65716"/>
                  </a:cubicBezTo>
                  <a:cubicBezTo>
                    <a:pt x="147936" y="67631"/>
                    <a:pt x="153407" y="72099"/>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7"/>
            <p:cNvSpPr/>
            <p:nvPr/>
          </p:nvSpPr>
          <p:spPr>
            <a:xfrm>
              <a:off x="2975000" y="442550"/>
              <a:ext cx="3962850" cy="1800200"/>
            </a:xfrm>
            <a:custGeom>
              <a:rect b="b" l="l" r="r" t="t"/>
              <a:pathLst>
                <a:path extrusionOk="0" fill="none" h="72008" w="158514">
                  <a:moveTo>
                    <a:pt x="0" y="1"/>
                  </a:moveTo>
                  <a:cubicBezTo>
                    <a:pt x="5167" y="2645"/>
                    <a:pt x="10821" y="4499"/>
                    <a:pt x="16140" y="6201"/>
                  </a:cubicBezTo>
                  <a:cubicBezTo>
                    <a:pt x="21976" y="8055"/>
                    <a:pt x="27630" y="11065"/>
                    <a:pt x="29484" y="16657"/>
                  </a:cubicBezTo>
                  <a:cubicBezTo>
                    <a:pt x="31308" y="22159"/>
                    <a:pt x="26748" y="29940"/>
                    <a:pt x="31521" y="35442"/>
                  </a:cubicBezTo>
                  <a:cubicBezTo>
                    <a:pt x="34621" y="38998"/>
                    <a:pt x="36414" y="48147"/>
                    <a:pt x="40913" y="49211"/>
                  </a:cubicBezTo>
                  <a:cubicBezTo>
                    <a:pt x="50244" y="51430"/>
                    <a:pt x="56749" y="38846"/>
                    <a:pt x="63041" y="34044"/>
                  </a:cubicBezTo>
                  <a:cubicBezTo>
                    <a:pt x="70731" y="28147"/>
                    <a:pt x="82190" y="36992"/>
                    <a:pt x="88391" y="40943"/>
                  </a:cubicBezTo>
                  <a:cubicBezTo>
                    <a:pt x="93862" y="44409"/>
                    <a:pt x="98695" y="48147"/>
                    <a:pt x="105352" y="48907"/>
                  </a:cubicBezTo>
                  <a:cubicBezTo>
                    <a:pt x="117024" y="50184"/>
                    <a:pt x="108786" y="64834"/>
                    <a:pt x="120276" y="66780"/>
                  </a:cubicBezTo>
                  <a:cubicBezTo>
                    <a:pt x="126993" y="67904"/>
                    <a:pt x="137784" y="62585"/>
                    <a:pt x="143863" y="65533"/>
                  </a:cubicBezTo>
                  <a:cubicBezTo>
                    <a:pt x="148149" y="67570"/>
                    <a:pt x="153468" y="72008"/>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7"/>
            <p:cNvSpPr/>
            <p:nvPr/>
          </p:nvSpPr>
          <p:spPr>
            <a:xfrm>
              <a:off x="2975000" y="442550"/>
              <a:ext cx="3963625" cy="1798675"/>
            </a:xfrm>
            <a:custGeom>
              <a:rect b="b" l="l" r="r" t="t"/>
              <a:pathLst>
                <a:path extrusionOk="0" fill="none" h="71947" w="158545">
                  <a:moveTo>
                    <a:pt x="0" y="1"/>
                  </a:moveTo>
                  <a:cubicBezTo>
                    <a:pt x="5198" y="2615"/>
                    <a:pt x="10912" y="4408"/>
                    <a:pt x="16323" y="5958"/>
                  </a:cubicBezTo>
                  <a:cubicBezTo>
                    <a:pt x="22067" y="7630"/>
                    <a:pt x="28147" y="10365"/>
                    <a:pt x="30578" y="15472"/>
                  </a:cubicBezTo>
                  <a:cubicBezTo>
                    <a:pt x="33192" y="20974"/>
                    <a:pt x="26931" y="29059"/>
                    <a:pt x="31369" y="35047"/>
                  </a:cubicBezTo>
                  <a:cubicBezTo>
                    <a:pt x="33831" y="38390"/>
                    <a:pt x="37904" y="47904"/>
                    <a:pt x="41825" y="48542"/>
                  </a:cubicBezTo>
                  <a:cubicBezTo>
                    <a:pt x="50883" y="50062"/>
                    <a:pt x="57296" y="36931"/>
                    <a:pt x="64257" y="33010"/>
                  </a:cubicBezTo>
                  <a:cubicBezTo>
                    <a:pt x="72160" y="28512"/>
                    <a:pt x="83102" y="35928"/>
                    <a:pt x="89424" y="40153"/>
                  </a:cubicBezTo>
                  <a:cubicBezTo>
                    <a:pt x="94804" y="43740"/>
                    <a:pt x="98877" y="48208"/>
                    <a:pt x="105747" y="48846"/>
                  </a:cubicBezTo>
                  <a:cubicBezTo>
                    <a:pt x="117601" y="49971"/>
                    <a:pt x="109425" y="64257"/>
                    <a:pt x="120793" y="66081"/>
                  </a:cubicBezTo>
                  <a:cubicBezTo>
                    <a:pt x="127419" y="67144"/>
                    <a:pt x="138270" y="62281"/>
                    <a:pt x="144167" y="65351"/>
                  </a:cubicBezTo>
                  <a:cubicBezTo>
                    <a:pt x="148362" y="67540"/>
                    <a:pt x="153529" y="71947"/>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7"/>
            <p:cNvSpPr/>
            <p:nvPr/>
          </p:nvSpPr>
          <p:spPr>
            <a:xfrm>
              <a:off x="2975000" y="442550"/>
              <a:ext cx="3962850" cy="1795650"/>
            </a:xfrm>
            <a:custGeom>
              <a:rect b="b" l="l" r="r" t="t"/>
              <a:pathLst>
                <a:path extrusionOk="0" fill="none" h="71826" w="158514">
                  <a:moveTo>
                    <a:pt x="0" y="1"/>
                  </a:moveTo>
                  <a:cubicBezTo>
                    <a:pt x="5259" y="2584"/>
                    <a:pt x="10973" y="4317"/>
                    <a:pt x="16475" y="5745"/>
                  </a:cubicBezTo>
                  <a:cubicBezTo>
                    <a:pt x="22250" y="7235"/>
                    <a:pt x="28542" y="9788"/>
                    <a:pt x="31581" y="14195"/>
                  </a:cubicBezTo>
                  <a:cubicBezTo>
                    <a:pt x="35168" y="19332"/>
                    <a:pt x="27326" y="28238"/>
                    <a:pt x="31247" y="34560"/>
                  </a:cubicBezTo>
                  <a:cubicBezTo>
                    <a:pt x="33253" y="37782"/>
                    <a:pt x="39150" y="47418"/>
                    <a:pt x="42737" y="47722"/>
                  </a:cubicBezTo>
                  <a:cubicBezTo>
                    <a:pt x="51612" y="48482"/>
                    <a:pt x="57752" y="35229"/>
                    <a:pt x="65412" y="32129"/>
                  </a:cubicBezTo>
                  <a:cubicBezTo>
                    <a:pt x="73588" y="28816"/>
                    <a:pt x="84044" y="34804"/>
                    <a:pt x="90275" y="39302"/>
                  </a:cubicBezTo>
                  <a:cubicBezTo>
                    <a:pt x="95351" y="42980"/>
                    <a:pt x="98938" y="48269"/>
                    <a:pt x="106081" y="48816"/>
                  </a:cubicBezTo>
                  <a:cubicBezTo>
                    <a:pt x="111704" y="49241"/>
                    <a:pt x="112981" y="50670"/>
                    <a:pt x="114136" y="56111"/>
                  </a:cubicBezTo>
                  <a:cubicBezTo>
                    <a:pt x="115139" y="60792"/>
                    <a:pt x="115321" y="64470"/>
                    <a:pt x="121279" y="65381"/>
                  </a:cubicBezTo>
                  <a:cubicBezTo>
                    <a:pt x="127784" y="66385"/>
                    <a:pt x="138696" y="61947"/>
                    <a:pt x="144410" y="65169"/>
                  </a:cubicBezTo>
                  <a:cubicBezTo>
                    <a:pt x="148483" y="67448"/>
                    <a:pt x="153529" y="7182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7"/>
            <p:cNvSpPr/>
            <p:nvPr/>
          </p:nvSpPr>
          <p:spPr>
            <a:xfrm>
              <a:off x="2975000" y="442550"/>
              <a:ext cx="3962850" cy="1794125"/>
            </a:xfrm>
            <a:custGeom>
              <a:rect b="b" l="l" r="r" t="t"/>
              <a:pathLst>
                <a:path extrusionOk="0" fill="none" h="71765" w="158514">
                  <a:moveTo>
                    <a:pt x="0" y="1"/>
                  </a:moveTo>
                  <a:cubicBezTo>
                    <a:pt x="5319" y="2554"/>
                    <a:pt x="11064" y="4226"/>
                    <a:pt x="16627" y="5502"/>
                  </a:cubicBezTo>
                  <a:cubicBezTo>
                    <a:pt x="22523" y="6840"/>
                    <a:pt x="28663" y="9302"/>
                    <a:pt x="32554" y="12919"/>
                  </a:cubicBezTo>
                  <a:cubicBezTo>
                    <a:pt x="36931" y="17022"/>
                    <a:pt x="28906" y="28268"/>
                    <a:pt x="31247" y="33983"/>
                  </a:cubicBezTo>
                  <a:cubicBezTo>
                    <a:pt x="32615" y="37326"/>
                    <a:pt x="40031" y="46658"/>
                    <a:pt x="43679" y="46719"/>
                  </a:cubicBezTo>
                  <a:cubicBezTo>
                    <a:pt x="52433" y="46810"/>
                    <a:pt x="58117" y="33861"/>
                    <a:pt x="66628" y="31430"/>
                  </a:cubicBezTo>
                  <a:cubicBezTo>
                    <a:pt x="75108" y="28998"/>
                    <a:pt x="85078" y="33709"/>
                    <a:pt x="91066" y="38451"/>
                  </a:cubicBezTo>
                  <a:cubicBezTo>
                    <a:pt x="95899" y="42250"/>
                    <a:pt x="98847" y="48482"/>
                    <a:pt x="106446" y="48785"/>
                  </a:cubicBezTo>
                  <a:cubicBezTo>
                    <a:pt x="119030" y="49272"/>
                    <a:pt x="110853" y="62950"/>
                    <a:pt x="121826" y="64743"/>
                  </a:cubicBezTo>
                  <a:cubicBezTo>
                    <a:pt x="128088" y="65746"/>
                    <a:pt x="139121" y="61612"/>
                    <a:pt x="144684" y="64986"/>
                  </a:cubicBezTo>
                  <a:cubicBezTo>
                    <a:pt x="148666" y="67388"/>
                    <a:pt x="153559" y="7176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7"/>
            <p:cNvSpPr/>
            <p:nvPr/>
          </p:nvSpPr>
          <p:spPr>
            <a:xfrm>
              <a:off x="2975000" y="442550"/>
              <a:ext cx="3962850" cy="1791075"/>
            </a:xfrm>
            <a:custGeom>
              <a:rect b="b" l="l" r="r" t="t"/>
              <a:pathLst>
                <a:path extrusionOk="0" fill="none" h="71643" w="158514">
                  <a:moveTo>
                    <a:pt x="0" y="1"/>
                  </a:moveTo>
                  <a:cubicBezTo>
                    <a:pt x="5319" y="2523"/>
                    <a:pt x="11155" y="4134"/>
                    <a:pt x="16779" y="5259"/>
                  </a:cubicBezTo>
                  <a:cubicBezTo>
                    <a:pt x="22736" y="6475"/>
                    <a:pt x="29302" y="9058"/>
                    <a:pt x="33405" y="11672"/>
                  </a:cubicBezTo>
                  <a:cubicBezTo>
                    <a:pt x="37660" y="14378"/>
                    <a:pt x="30821" y="28968"/>
                    <a:pt x="31399" y="33314"/>
                  </a:cubicBezTo>
                  <a:cubicBezTo>
                    <a:pt x="31885" y="36931"/>
                    <a:pt x="40578" y="45624"/>
                    <a:pt x="44651" y="45472"/>
                  </a:cubicBezTo>
                  <a:cubicBezTo>
                    <a:pt x="53101" y="45168"/>
                    <a:pt x="58421" y="32828"/>
                    <a:pt x="67874" y="30852"/>
                  </a:cubicBezTo>
                  <a:cubicBezTo>
                    <a:pt x="76658" y="29028"/>
                    <a:pt x="86233" y="32706"/>
                    <a:pt x="91856" y="37509"/>
                  </a:cubicBezTo>
                  <a:cubicBezTo>
                    <a:pt x="96476" y="41491"/>
                    <a:pt x="98908" y="48542"/>
                    <a:pt x="106780" y="48755"/>
                  </a:cubicBezTo>
                  <a:cubicBezTo>
                    <a:pt x="112647" y="48907"/>
                    <a:pt x="114045" y="50184"/>
                    <a:pt x="115565" y="55503"/>
                  </a:cubicBezTo>
                  <a:cubicBezTo>
                    <a:pt x="116841" y="60062"/>
                    <a:pt x="116628" y="63132"/>
                    <a:pt x="122404" y="64044"/>
                  </a:cubicBezTo>
                  <a:cubicBezTo>
                    <a:pt x="128544" y="65047"/>
                    <a:pt x="139486" y="61278"/>
                    <a:pt x="144957" y="64804"/>
                  </a:cubicBezTo>
                  <a:cubicBezTo>
                    <a:pt x="148818" y="67296"/>
                    <a:pt x="153559" y="71643"/>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7"/>
            <p:cNvSpPr/>
            <p:nvPr/>
          </p:nvSpPr>
          <p:spPr>
            <a:xfrm>
              <a:off x="2975000" y="442550"/>
              <a:ext cx="3962100" cy="1789575"/>
            </a:xfrm>
            <a:custGeom>
              <a:rect b="b" l="l" r="r" t="t"/>
              <a:pathLst>
                <a:path extrusionOk="0" fill="none" h="71583" w="158484">
                  <a:moveTo>
                    <a:pt x="0" y="1"/>
                  </a:moveTo>
                  <a:cubicBezTo>
                    <a:pt x="5380" y="2463"/>
                    <a:pt x="11216" y="4043"/>
                    <a:pt x="16900" y="5016"/>
                  </a:cubicBezTo>
                  <a:cubicBezTo>
                    <a:pt x="22797" y="6049"/>
                    <a:pt x="29058" y="8724"/>
                    <a:pt x="34135" y="10457"/>
                  </a:cubicBezTo>
                  <a:cubicBezTo>
                    <a:pt x="39667" y="12372"/>
                    <a:pt x="32037" y="28846"/>
                    <a:pt x="31855" y="32463"/>
                  </a:cubicBezTo>
                  <a:cubicBezTo>
                    <a:pt x="31672" y="36597"/>
                    <a:pt x="40852" y="44712"/>
                    <a:pt x="45503" y="44074"/>
                  </a:cubicBezTo>
                  <a:cubicBezTo>
                    <a:pt x="54165" y="42889"/>
                    <a:pt x="59606" y="32038"/>
                    <a:pt x="69090" y="30335"/>
                  </a:cubicBezTo>
                  <a:cubicBezTo>
                    <a:pt x="77479" y="28846"/>
                    <a:pt x="87388" y="31703"/>
                    <a:pt x="92646" y="36566"/>
                  </a:cubicBezTo>
                  <a:cubicBezTo>
                    <a:pt x="97084" y="40670"/>
                    <a:pt x="98908" y="48634"/>
                    <a:pt x="107084" y="48725"/>
                  </a:cubicBezTo>
                  <a:cubicBezTo>
                    <a:pt x="112890" y="48816"/>
                    <a:pt x="114501" y="49910"/>
                    <a:pt x="116203" y="55229"/>
                  </a:cubicBezTo>
                  <a:cubicBezTo>
                    <a:pt x="117571" y="59606"/>
                    <a:pt x="117297" y="62555"/>
                    <a:pt x="122951" y="63436"/>
                  </a:cubicBezTo>
                  <a:cubicBezTo>
                    <a:pt x="129030" y="64378"/>
                    <a:pt x="139851" y="60944"/>
                    <a:pt x="145200" y="64622"/>
                  </a:cubicBezTo>
                  <a:cubicBezTo>
                    <a:pt x="148939" y="67205"/>
                    <a:pt x="153590" y="7158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7"/>
            <p:cNvSpPr/>
            <p:nvPr/>
          </p:nvSpPr>
          <p:spPr>
            <a:xfrm>
              <a:off x="2975000" y="442550"/>
              <a:ext cx="3962850" cy="1785000"/>
            </a:xfrm>
            <a:custGeom>
              <a:rect b="b" l="l" r="r" t="t"/>
              <a:pathLst>
                <a:path extrusionOk="0" fill="none" h="71400" w="158514">
                  <a:moveTo>
                    <a:pt x="0" y="1"/>
                  </a:moveTo>
                  <a:cubicBezTo>
                    <a:pt x="5411" y="2432"/>
                    <a:pt x="11307" y="3952"/>
                    <a:pt x="17052" y="4803"/>
                  </a:cubicBezTo>
                  <a:cubicBezTo>
                    <a:pt x="22949" y="5685"/>
                    <a:pt x="29028" y="8967"/>
                    <a:pt x="34682" y="9362"/>
                  </a:cubicBezTo>
                  <a:cubicBezTo>
                    <a:pt x="42007" y="9849"/>
                    <a:pt x="33557" y="28360"/>
                    <a:pt x="32858" y="31065"/>
                  </a:cubicBezTo>
                  <a:cubicBezTo>
                    <a:pt x="31308" y="36931"/>
                    <a:pt x="41095" y="43801"/>
                    <a:pt x="46141" y="42676"/>
                  </a:cubicBezTo>
                  <a:cubicBezTo>
                    <a:pt x="54925" y="40761"/>
                    <a:pt x="60731" y="31703"/>
                    <a:pt x="70245" y="29819"/>
                  </a:cubicBezTo>
                  <a:cubicBezTo>
                    <a:pt x="78451" y="28177"/>
                    <a:pt x="88573" y="30731"/>
                    <a:pt x="93497" y="35563"/>
                  </a:cubicBezTo>
                  <a:cubicBezTo>
                    <a:pt x="97753" y="39728"/>
                    <a:pt x="98969" y="48725"/>
                    <a:pt x="107419" y="48755"/>
                  </a:cubicBezTo>
                  <a:cubicBezTo>
                    <a:pt x="113163" y="48755"/>
                    <a:pt x="115018" y="49667"/>
                    <a:pt x="116872" y="54956"/>
                  </a:cubicBezTo>
                  <a:cubicBezTo>
                    <a:pt x="118331" y="59181"/>
                    <a:pt x="118027" y="61977"/>
                    <a:pt x="123559" y="62798"/>
                  </a:cubicBezTo>
                  <a:cubicBezTo>
                    <a:pt x="129638" y="63710"/>
                    <a:pt x="140459" y="60579"/>
                    <a:pt x="145504" y="64470"/>
                  </a:cubicBezTo>
                  <a:cubicBezTo>
                    <a:pt x="148939" y="67144"/>
                    <a:pt x="153802" y="7140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7"/>
            <p:cNvSpPr/>
            <p:nvPr/>
          </p:nvSpPr>
          <p:spPr>
            <a:xfrm>
              <a:off x="2975000" y="442550"/>
              <a:ext cx="3962100" cy="1781975"/>
            </a:xfrm>
            <a:custGeom>
              <a:rect b="b" l="l" r="r" t="t"/>
              <a:pathLst>
                <a:path extrusionOk="0" fill="none" h="71279" w="158484">
                  <a:moveTo>
                    <a:pt x="0" y="1"/>
                  </a:moveTo>
                  <a:cubicBezTo>
                    <a:pt x="5471" y="2402"/>
                    <a:pt x="11247" y="3922"/>
                    <a:pt x="17174" y="4560"/>
                  </a:cubicBezTo>
                  <a:cubicBezTo>
                    <a:pt x="23253" y="5198"/>
                    <a:pt x="29514" y="8420"/>
                    <a:pt x="35107" y="8177"/>
                  </a:cubicBezTo>
                  <a:cubicBezTo>
                    <a:pt x="44044" y="7782"/>
                    <a:pt x="35290" y="26718"/>
                    <a:pt x="34256" y="29089"/>
                  </a:cubicBezTo>
                  <a:cubicBezTo>
                    <a:pt x="31369" y="35959"/>
                    <a:pt x="40578" y="42980"/>
                    <a:pt x="46658" y="41247"/>
                  </a:cubicBezTo>
                  <a:cubicBezTo>
                    <a:pt x="55533" y="38785"/>
                    <a:pt x="61947" y="31490"/>
                    <a:pt x="71369" y="29180"/>
                  </a:cubicBezTo>
                  <a:cubicBezTo>
                    <a:pt x="79424" y="27174"/>
                    <a:pt x="89819" y="29697"/>
                    <a:pt x="94470" y="34439"/>
                  </a:cubicBezTo>
                  <a:cubicBezTo>
                    <a:pt x="98482" y="38573"/>
                    <a:pt x="99090" y="48785"/>
                    <a:pt x="107753" y="48694"/>
                  </a:cubicBezTo>
                  <a:cubicBezTo>
                    <a:pt x="113407" y="48634"/>
                    <a:pt x="115504" y="49424"/>
                    <a:pt x="117510" y="54652"/>
                  </a:cubicBezTo>
                  <a:cubicBezTo>
                    <a:pt x="119060" y="58694"/>
                    <a:pt x="118665" y="61400"/>
                    <a:pt x="124167" y="62160"/>
                  </a:cubicBezTo>
                  <a:cubicBezTo>
                    <a:pt x="130246" y="62980"/>
                    <a:pt x="140793" y="60245"/>
                    <a:pt x="145717" y="64257"/>
                  </a:cubicBezTo>
                  <a:cubicBezTo>
                    <a:pt x="149061" y="66962"/>
                    <a:pt x="153802" y="71278"/>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7"/>
            <p:cNvSpPr/>
            <p:nvPr/>
          </p:nvSpPr>
          <p:spPr>
            <a:xfrm>
              <a:off x="2975000" y="442550"/>
              <a:ext cx="3962850" cy="1781200"/>
            </a:xfrm>
            <a:custGeom>
              <a:rect b="b" l="l" r="r" t="t"/>
              <a:pathLst>
                <a:path extrusionOk="0" fill="none" h="71248" w="158514">
                  <a:moveTo>
                    <a:pt x="0" y="1"/>
                  </a:moveTo>
                  <a:cubicBezTo>
                    <a:pt x="5502" y="2371"/>
                    <a:pt x="11338" y="3830"/>
                    <a:pt x="17326" y="4347"/>
                  </a:cubicBezTo>
                  <a:cubicBezTo>
                    <a:pt x="23405" y="4833"/>
                    <a:pt x="29484" y="7478"/>
                    <a:pt x="35381" y="7083"/>
                  </a:cubicBezTo>
                  <a:cubicBezTo>
                    <a:pt x="46171" y="6384"/>
                    <a:pt x="37660" y="22007"/>
                    <a:pt x="36080" y="26718"/>
                  </a:cubicBezTo>
                  <a:cubicBezTo>
                    <a:pt x="34560" y="31247"/>
                    <a:pt x="33192" y="34591"/>
                    <a:pt x="37387" y="37934"/>
                  </a:cubicBezTo>
                  <a:cubicBezTo>
                    <a:pt x="40062" y="40032"/>
                    <a:pt x="43983" y="40913"/>
                    <a:pt x="47144" y="39940"/>
                  </a:cubicBezTo>
                  <a:cubicBezTo>
                    <a:pt x="52007" y="38421"/>
                    <a:pt x="55959" y="34864"/>
                    <a:pt x="60548" y="32524"/>
                  </a:cubicBezTo>
                  <a:cubicBezTo>
                    <a:pt x="64409" y="30579"/>
                    <a:pt x="68360" y="29758"/>
                    <a:pt x="72403" y="28512"/>
                  </a:cubicBezTo>
                  <a:cubicBezTo>
                    <a:pt x="80275" y="26080"/>
                    <a:pt x="91187" y="28724"/>
                    <a:pt x="95503" y="33314"/>
                  </a:cubicBezTo>
                  <a:cubicBezTo>
                    <a:pt x="99303" y="37296"/>
                    <a:pt x="99212" y="48877"/>
                    <a:pt x="108118" y="48694"/>
                  </a:cubicBezTo>
                  <a:cubicBezTo>
                    <a:pt x="113589" y="48573"/>
                    <a:pt x="115990" y="49302"/>
                    <a:pt x="118148" y="54409"/>
                  </a:cubicBezTo>
                  <a:cubicBezTo>
                    <a:pt x="119820" y="58299"/>
                    <a:pt x="119364" y="60974"/>
                    <a:pt x="124805" y="61612"/>
                  </a:cubicBezTo>
                  <a:cubicBezTo>
                    <a:pt x="130519" y="62281"/>
                    <a:pt x="141249" y="59819"/>
                    <a:pt x="145991" y="64135"/>
                  </a:cubicBezTo>
                  <a:cubicBezTo>
                    <a:pt x="149213" y="67023"/>
                    <a:pt x="153863" y="71248"/>
                    <a:pt x="158514" y="68695"/>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7"/>
            <p:cNvSpPr/>
            <p:nvPr/>
          </p:nvSpPr>
          <p:spPr>
            <a:xfrm>
              <a:off x="2975000" y="442550"/>
              <a:ext cx="3962100" cy="1777400"/>
            </a:xfrm>
            <a:custGeom>
              <a:rect b="b" l="l" r="r" t="t"/>
              <a:pathLst>
                <a:path extrusionOk="0" fill="none" h="71096" w="158484">
                  <a:moveTo>
                    <a:pt x="0" y="1"/>
                  </a:moveTo>
                  <a:cubicBezTo>
                    <a:pt x="5532" y="2341"/>
                    <a:pt x="11429" y="3739"/>
                    <a:pt x="17447" y="4104"/>
                  </a:cubicBezTo>
                  <a:cubicBezTo>
                    <a:pt x="23496" y="4469"/>
                    <a:pt x="29484" y="6596"/>
                    <a:pt x="35533" y="6049"/>
                  </a:cubicBezTo>
                  <a:cubicBezTo>
                    <a:pt x="47357" y="4955"/>
                    <a:pt x="40822" y="16809"/>
                    <a:pt x="38208" y="23983"/>
                  </a:cubicBezTo>
                  <a:cubicBezTo>
                    <a:pt x="36657" y="28329"/>
                    <a:pt x="33557" y="33253"/>
                    <a:pt x="37691" y="36962"/>
                  </a:cubicBezTo>
                  <a:cubicBezTo>
                    <a:pt x="40244" y="39272"/>
                    <a:pt x="44591" y="39636"/>
                    <a:pt x="47661" y="38603"/>
                  </a:cubicBezTo>
                  <a:cubicBezTo>
                    <a:pt x="52646" y="36931"/>
                    <a:pt x="56901" y="33557"/>
                    <a:pt x="61764" y="31460"/>
                  </a:cubicBezTo>
                  <a:cubicBezTo>
                    <a:pt x="65533" y="29819"/>
                    <a:pt x="69576" y="29150"/>
                    <a:pt x="73375" y="27721"/>
                  </a:cubicBezTo>
                  <a:cubicBezTo>
                    <a:pt x="80974" y="24864"/>
                    <a:pt x="92464" y="27721"/>
                    <a:pt x="96659" y="32068"/>
                  </a:cubicBezTo>
                  <a:cubicBezTo>
                    <a:pt x="100884" y="36445"/>
                    <a:pt x="98634" y="48512"/>
                    <a:pt x="108452" y="48664"/>
                  </a:cubicBezTo>
                  <a:cubicBezTo>
                    <a:pt x="114014" y="48755"/>
                    <a:pt x="116416" y="49150"/>
                    <a:pt x="118756" y="54105"/>
                  </a:cubicBezTo>
                  <a:cubicBezTo>
                    <a:pt x="120550" y="57874"/>
                    <a:pt x="120002" y="60488"/>
                    <a:pt x="125413" y="61035"/>
                  </a:cubicBezTo>
                  <a:cubicBezTo>
                    <a:pt x="131158" y="61643"/>
                    <a:pt x="141553" y="59454"/>
                    <a:pt x="146234" y="63922"/>
                  </a:cubicBezTo>
                  <a:cubicBezTo>
                    <a:pt x="149334" y="66871"/>
                    <a:pt x="153894" y="71096"/>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7"/>
            <p:cNvSpPr/>
            <p:nvPr/>
          </p:nvSpPr>
          <p:spPr>
            <a:xfrm>
              <a:off x="2975000" y="442550"/>
              <a:ext cx="3962850" cy="1775125"/>
            </a:xfrm>
            <a:custGeom>
              <a:rect b="b" l="l" r="r" t="t"/>
              <a:pathLst>
                <a:path extrusionOk="0" fill="none" h="71005" w="158514">
                  <a:moveTo>
                    <a:pt x="0" y="1"/>
                  </a:moveTo>
                  <a:cubicBezTo>
                    <a:pt x="5593" y="2311"/>
                    <a:pt x="11520" y="3648"/>
                    <a:pt x="17569" y="3861"/>
                  </a:cubicBezTo>
                  <a:cubicBezTo>
                    <a:pt x="23587" y="4074"/>
                    <a:pt x="29636" y="5837"/>
                    <a:pt x="35594" y="5046"/>
                  </a:cubicBezTo>
                  <a:cubicBezTo>
                    <a:pt x="47569" y="3466"/>
                    <a:pt x="43800" y="12280"/>
                    <a:pt x="40578" y="20974"/>
                  </a:cubicBezTo>
                  <a:cubicBezTo>
                    <a:pt x="39059" y="25107"/>
                    <a:pt x="34773" y="31916"/>
                    <a:pt x="38268" y="35867"/>
                  </a:cubicBezTo>
                  <a:cubicBezTo>
                    <a:pt x="40548" y="38451"/>
                    <a:pt x="45381" y="38208"/>
                    <a:pt x="48238" y="37296"/>
                  </a:cubicBezTo>
                  <a:cubicBezTo>
                    <a:pt x="53405" y="35624"/>
                    <a:pt x="57965" y="32281"/>
                    <a:pt x="63102" y="30366"/>
                  </a:cubicBezTo>
                  <a:cubicBezTo>
                    <a:pt x="66780" y="28968"/>
                    <a:pt x="70701" y="28420"/>
                    <a:pt x="74257" y="26840"/>
                  </a:cubicBezTo>
                  <a:cubicBezTo>
                    <a:pt x="81552" y="23588"/>
                    <a:pt x="94075" y="26779"/>
                    <a:pt x="97935" y="30791"/>
                  </a:cubicBezTo>
                  <a:cubicBezTo>
                    <a:pt x="101887" y="34895"/>
                    <a:pt x="98938" y="48542"/>
                    <a:pt x="108817" y="48664"/>
                  </a:cubicBezTo>
                  <a:cubicBezTo>
                    <a:pt x="114227" y="48694"/>
                    <a:pt x="116872" y="49029"/>
                    <a:pt x="119364" y="53801"/>
                  </a:cubicBezTo>
                  <a:cubicBezTo>
                    <a:pt x="121249" y="57448"/>
                    <a:pt x="120702" y="60032"/>
                    <a:pt x="126021" y="60518"/>
                  </a:cubicBezTo>
                  <a:cubicBezTo>
                    <a:pt x="131826" y="61035"/>
                    <a:pt x="141857" y="59120"/>
                    <a:pt x="146507" y="63771"/>
                  </a:cubicBezTo>
                  <a:cubicBezTo>
                    <a:pt x="149456" y="66719"/>
                    <a:pt x="153924" y="7100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7"/>
            <p:cNvSpPr/>
            <p:nvPr/>
          </p:nvSpPr>
          <p:spPr>
            <a:xfrm>
              <a:off x="2975000" y="442550"/>
              <a:ext cx="3962850" cy="1772850"/>
            </a:xfrm>
            <a:custGeom>
              <a:rect b="b" l="l" r="r" t="t"/>
              <a:pathLst>
                <a:path extrusionOk="0" fill="none" h="70914" w="158514">
                  <a:moveTo>
                    <a:pt x="0" y="1"/>
                  </a:moveTo>
                  <a:cubicBezTo>
                    <a:pt x="5623" y="2280"/>
                    <a:pt x="11611" y="3526"/>
                    <a:pt x="17690" y="3648"/>
                  </a:cubicBezTo>
                  <a:cubicBezTo>
                    <a:pt x="23648" y="3709"/>
                    <a:pt x="29636" y="5016"/>
                    <a:pt x="35563" y="4104"/>
                  </a:cubicBezTo>
                  <a:cubicBezTo>
                    <a:pt x="47022" y="2371"/>
                    <a:pt x="46627" y="7843"/>
                    <a:pt x="43101" y="17812"/>
                  </a:cubicBezTo>
                  <a:cubicBezTo>
                    <a:pt x="41733" y="21612"/>
                    <a:pt x="36232" y="30670"/>
                    <a:pt x="39028" y="34621"/>
                  </a:cubicBezTo>
                  <a:cubicBezTo>
                    <a:pt x="41004" y="37387"/>
                    <a:pt x="46293" y="36901"/>
                    <a:pt x="48968" y="35989"/>
                  </a:cubicBezTo>
                  <a:cubicBezTo>
                    <a:pt x="57235" y="33071"/>
                    <a:pt x="67235" y="29667"/>
                    <a:pt x="75108" y="25867"/>
                  </a:cubicBezTo>
                  <a:cubicBezTo>
                    <a:pt x="82008" y="22524"/>
                    <a:pt x="95655" y="25746"/>
                    <a:pt x="99303" y="29484"/>
                  </a:cubicBezTo>
                  <a:cubicBezTo>
                    <a:pt x="103042" y="33284"/>
                    <a:pt x="99546" y="48573"/>
                    <a:pt x="109242" y="48573"/>
                  </a:cubicBezTo>
                  <a:cubicBezTo>
                    <a:pt x="114379" y="48573"/>
                    <a:pt x="117328" y="48968"/>
                    <a:pt x="119942" y="53527"/>
                  </a:cubicBezTo>
                  <a:cubicBezTo>
                    <a:pt x="121948" y="57023"/>
                    <a:pt x="121340" y="59606"/>
                    <a:pt x="126629" y="60032"/>
                  </a:cubicBezTo>
                  <a:cubicBezTo>
                    <a:pt x="132495" y="60488"/>
                    <a:pt x="142130" y="58725"/>
                    <a:pt x="146751" y="63558"/>
                  </a:cubicBezTo>
                  <a:cubicBezTo>
                    <a:pt x="149608" y="66567"/>
                    <a:pt x="153985" y="70913"/>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7"/>
            <p:cNvSpPr/>
            <p:nvPr/>
          </p:nvSpPr>
          <p:spPr>
            <a:xfrm>
              <a:off x="2975000" y="442550"/>
              <a:ext cx="3962100" cy="1769800"/>
            </a:xfrm>
            <a:custGeom>
              <a:rect b="b" l="l" r="r" t="t"/>
              <a:pathLst>
                <a:path extrusionOk="0" fill="none" h="70792" w="158484">
                  <a:moveTo>
                    <a:pt x="0" y="1"/>
                  </a:moveTo>
                  <a:cubicBezTo>
                    <a:pt x="5654" y="2280"/>
                    <a:pt x="11703" y="3435"/>
                    <a:pt x="17812" y="3405"/>
                  </a:cubicBezTo>
                  <a:cubicBezTo>
                    <a:pt x="23709" y="3344"/>
                    <a:pt x="29606" y="4165"/>
                    <a:pt x="35502" y="3192"/>
                  </a:cubicBezTo>
                  <a:cubicBezTo>
                    <a:pt x="37660" y="2858"/>
                    <a:pt x="42463" y="1976"/>
                    <a:pt x="44621" y="2949"/>
                  </a:cubicBezTo>
                  <a:cubicBezTo>
                    <a:pt x="49545" y="5168"/>
                    <a:pt x="46840" y="10913"/>
                    <a:pt x="45624" y="14742"/>
                  </a:cubicBezTo>
                  <a:cubicBezTo>
                    <a:pt x="43557" y="21369"/>
                    <a:pt x="34135" y="40001"/>
                    <a:pt x="49819" y="34652"/>
                  </a:cubicBezTo>
                  <a:cubicBezTo>
                    <a:pt x="58299" y="31734"/>
                    <a:pt x="67935" y="28177"/>
                    <a:pt x="76050" y="24864"/>
                  </a:cubicBezTo>
                  <a:cubicBezTo>
                    <a:pt x="83072" y="21977"/>
                    <a:pt x="96051" y="24347"/>
                    <a:pt x="100762" y="28117"/>
                  </a:cubicBezTo>
                  <a:cubicBezTo>
                    <a:pt x="105716" y="32098"/>
                    <a:pt x="98908" y="48299"/>
                    <a:pt x="109698" y="48482"/>
                  </a:cubicBezTo>
                  <a:cubicBezTo>
                    <a:pt x="114653" y="48573"/>
                    <a:pt x="117753" y="48846"/>
                    <a:pt x="120458" y="53254"/>
                  </a:cubicBezTo>
                  <a:cubicBezTo>
                    <a:pt x="122586" y="56628"/>
                    <a:pt x="121948" y="59242"/>
                    <a:pt x="127176" y="59576"/>
                  </a:cubicBezTo>
                  <a:cubicBezTo>
                    <a:pt x="133133" y="60001"/>
                    <a:pt x="142404" y="58360"/>
                    <a:pt x="146963" y="63375"/>
                  </a:cubicBezTo>
                  <a:cubicBezTo>
                    <a:pt x="149699" y="66385"/>
                    <a:pt x="153985" y="70792"/>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7"/>
            <p:cNvSpPr/>
            <p:nvPr/>
          </p:nvSpPr>
          <p:spPr>
            <a:xfrm>
              <a:off x="2975000" y="442550"/>
              <a:ext cx="3963625" cy="1767525"/>
            </a:xfrm>
            <a:custGeom>
              <a:rect b="b" l="l" r="r" t="t"/>
              <a:pathLst>
                <a:path extrusionOk="0" fill="none" h="70701" w="158545">
                  <a:moveTo>
                    <a:pt x="0" y="1"/>
                  </a:moveTo>
                  <a:cubicBezTo>
                    <a:pt x="5715" y="2250"/>
                    <a:pt x="11794" y="3314"/>
                    <a:pt x="17934" y="3192"/>
                  </a:cubicBezTo>
                  <a:cubicBezTo>
                    <a:pt x="23770" y="2979"/>
                    <a:pt x="29575" y="3314"/>
                    <a:pt x="35411" y="2341"/>
                  </a:cubicBezTo>
                  <a:cubicBezTo>
                    <a:pt x="44439" y="791"/>
                    <a:pt x="50518" y="2371"/>
                    <a:pt x="48147" y="11916"/>
                  </a:cubicBezTo>
                  <a:cubicBezTo>
                    <a:pt x="46627" y="18086"/>
                    <a:pt x="34894" y="38725"/>
                    <a:pt x="50883" y="33253"/>
                  </a:cubicBezTo>
                  <a:cubicBezTo>
                    <a:pt x="59697" y="30244"/>
                    <a:pt x="68482" y="26688"/>
                    <a:pt x="77418" y="23922"/>
                  </a:cubicBezTo>
                  <a:cubicBezTo>
                    <a:pt x="84227" y="21794"/>
                    <a:pt x="97601" y="22585"/>
                    <a:pt x="102312" y="26779"/>
                  </a:cubicBezTo>
                  <a:cubicBezTo>
                    <a:pt x="107510" y="31399"/>
                    <a:pt x="99394" y="48056"/>
                    <a:pt x="110276" y="48330"/>
                  </a:cubicBezTo>
                  <a:cubicBezTo>
                    <a:pt x="115200" y="48451"/>
                    <a:pt x="117966" y="49181"/>
                    <a:pt x="120945" y="52889"/>
                  </a:cubicBezTo>
                  <a:cubicBezTo>
                    <a:pt x="123376" y="55928"/>
                    <a:pt x="122464" y="58877"/>
                    <a:pt x="127784" y="59150"/>
                  </a:cubicBezTo>
                  <a:cubicBezTo>
                    <a:pt x="133711" y="59454"/>
                    <a:pt x="142769" y="58026"/>
                    <a:pt x="147267" y="63223"/>
                  </a:cubicBezTo>
                  <a:cubicBezTo>
                    <a:pt x="149881" y="66202"/>
                    <a:pt x="154076" y="70701"/>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7"/>
            <p:cNvSpPr/>
            <p:nvPr/>
          </p:nvSpPr>
          <p:spPr>
            <a:xfrm>
              <a:off x="2975000" y="442550"/>
              <a:ext cx="3962850" cy="1765250"/>
            </a:xfrm>
            <a:custGeom>
              <a:rect b="b" l="l" r="r" t="t"/>
              <a:pathLst>
                <a:path extrusionOk="0" fill="none" h="70610" w="158514">
                  <a:moveTo>
                    <a:pt x="0" y="1"/>
                  </a:moveTo>
                  <a:cubicBezTo>
                    <a:pt x="5745" y="2219"/>
                    <a:pt x="11885" y="3223"/>
                    <a:pt x="18025" y="2949"/>
                  </a:cubicBezTo>
                  <a:cubicBezTo>
                    <a:pt x="23800" y="2645"/>
                    <a:pt x="29514" y="2493"/>
                    <a:pt x="35259" y="1490"/>
                  </a:cubicBezTo>
                  <a:cubicBezTo>
                    <a:pt x="38056" y="1004"/>
                    <a:pt x="42189" y="396"/>
                    <a:pt x="44986" y="1064"/>
                  </a:cubicBezTo>
                  <a:cubicBezTo>
                    <a:pt x="50183" y="2280"/>
                    <a:pt x="51065" y="4803"/>
                    <a:pt x="50487" y="9454"/>
                  </a:cubicBezTo>
                  <a:cubicBezTo>
                    <a:pt x="49728" y="14986"/>
                    <a:pt x="36627" y="36870"/>
                    <a:pt x="52068" y="31825"/>
                  </a:cubicBezTo>
                  <a:cubicBezTo>
                    <a:pt x="60944" y="28937"/>
                    <a:pt x="69910" y="25533"/>
                    <a:pt x="79029" y="23010"/>
                  </a:cubicBezTo>
                  <a:cubicBezTo>
                    <a:pt x="86111" y="21095"/>
                    <a:pt x="98969" y="21551"/>
                    <a:pt x="103893" y="25472"/>
                  </a:cubicBezTo>
                  <a:cubicBezTo>
                    <a:pt x="109212" y="29697"/>
                    <a:pt x="100093" y="47661"/>
                    <a:pt x="110823" y="48147"/>
                  </a:cubicBezTo>
                  <a:cubicBezTo>
                    <a:pt x="115595" y="48360"/>
                    <a:pt x="118422" y="49120"/>
                    <a:pt x="121431" y="52646"/>
                  </a:cubicBezTo>
                  <a:cubicBezTo>
                    <a:pt x="123923" y="55594"/>
                    <a:pt x="123103" y="58542"/>
                    <a:pt x="128300" y="58786"/>
                  </a:cubicBezTo>
                  <a:cubicBezTo>
                    <a:pt x="134288" y="59059"/>
                    <a:pt x="143042" y="57783"/>
                    <a:pt x="147480" y="63041"/>
                  </a:cubicBezTo>
                  <a:cubicBezTo>
                    <a:pt x="150003" y="65989"/>
                    <a:pt x="154076" y="7061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7"/>
            <p:cNvSpPr/>
            <p:nvPr/>
          </p:nvSpPr>
          <p:spPr>
            <a:xfrm>
              <a:off x="2975000" y="428125"/>
              <a:ext cx="3962850" cy="1777400"/>
            </a:xfrm>
            <a:custGeom>
              <a:rect b="b" l="l" r="r" t="t"/>
              <a:pathLst>
                <a:path extrusionOk="0" fill="none" h="71096" w="158514">
                  <a:moveTo>
                    <a:pt x="0" y="578"/>
                  </a:moveTo>
                  <a:cubicBezTo>
                    <a:pt x="5715" y="2705"/>
                    <a:pt x="12128" y="3769"/>
                    <a:pt x="18146" y="3313"/>
                  </a:cubicBezTo>
                  <a:cubicBezTo>
                    <a:pt x="23861" y="2888"/>
                    <a:pt x="29484" y="2219"/>
                    <a:pt x="35138" y="1246"/>
                  </a:cubicBezTo>
                  <a:cubicBezTo>
                    <a:pt x="42554" y="0"/>
                    <a:pt x="52281" y="1489"/>
                    <a:pt x="52585" y="7994"/>
                  </a:cubicBezTo>
                  <a:cubicBezTo>
                    <a:pt x="52767" y="12523"/>
                    <a:pt x="39211" y="35350"/>
                    <a:pt x="53436" y="30882"/>
                  </a:cubicBezTo>
                  <a:cubicBezTo>
                    <a:pt x="62372" y="28086"/>
                    <a:pt x="71673" y="25137"/>
                    <a:pt x="80914" y="22736"/>
                  </a:cubicBezTo>
                  <a:cubicBezTo>
                    <a:pt x="88604" y="20760"/>
                    <a:pt x="100032" y="21551"/>
                    <a:pt x="105443" y="24803"/>
                  </a:cubicBezTo>
                  <a:cubicBezTo>
                    <a:pt x="111674" y="28511"/>
                    <a:pt x="99941" y="47508"/>
                    <a:pt x="111431" y="48511"/>
                  </a:cubicBezTo>
                  <a:cubicBezTo>
                    <a:pt x="116081" y="48937"/>
                    <a:pt x="118847" y="49606"/>
                    <a:pt x="121887" y="52980"/>
                  </a:cubicBezTo>
                  <a:cubicBezTo>
                    <a:pt x="124440" y="55837"/>
                    <a:pt x="123741" y="58785"/>
                    <a:pt x="128787" y="58998"/>
                  </a:cubicBezTo>
                  <a:cubicBezTo>
                    <a:pt x="134836" y="59271"/>
                    <a:pt x="143316" y="58147"/>
                    <a:pt x="147723" y="63436"/>
                  </a:cubicBezTo>
                  <a:cubicBezTo>
                    <a:pt x="150125" y="66323"/>
                    <a:pt x="154106" y="71095"/>
                    <a:pt x="158514" y="6924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7"/>
            <p:cNvSpPr/>
            <p:nvPr/>
          </p:nvSpPr>
          <p:spPr>
            <a:xfrm>
              <a:off x="2975000" y="412925"/>
              <a:ext cx="3962850" cy="1789550"/>
            </a:xfrm>
            <a:custGeom>
              <a:rect b="b" l="l" r="r" t="t"/>
              <a:pathLst>
                <a:path extrusionOk="0" fill="none" h="71582" w="158514">
                  <a:moveTo>
                    <a:pt x="0" y="1186"/>
                  </a:moveTo>
                  <a:cubicBezTo>
                    <a:pt x="5745" y="3283"/>
                    <a:pt x="12219" y="4286"/>
                    <a:pt x="18238" y="3678"/>
                  </a:cubicBezTo>
                  <a:cubicBezTo>
                    <a:pt x="23891" y="3131"/>
                    <a:pt x="29454" y="1976"/>
                    <a:pt x="35046" y="1034"/>
                  </a:cubicBezTo>
                  <a:cubicBezTo>
                    <a:pt x="41308" y="0"/>
                    <a:pt x="52980" y="638"/>
                    <a:pt x="54317" y="7082"/>
                  </a:cubicBezTo>
                  <a:cubicBezTo>
                    <a:pt x="55260" y="11672"/>
                    <a:pt x="42159" y="33557"/>
                    <a:pt x="54895" y="29879"/>
                  </a:cubicBezTo>
                  <a:cubicBezTo>
                    <a:pt x="64044" y="27204"/>
                    <a:pt x="73588" y="24864"/>
                    <a:pt x="82950" y="22523"/>
                  </a:cubicBezTo>
                  <a:cubicBezTo>
                    <a:pt x="90488" y="20608"/>
                    <a:pt x="101248" y="21186"/>
                    <a:pt x="106932" y="24256"/>
                  </a:cubicBezTo>
                  <a:cubicBezTo>
                    <a:pt x="113862" y="27964"/>
                    <a:pt x="100762" y="47478"/>
                    <a:pt x="112069" y="48876"/>
                  </a:cubicBezTo>
                  <a:cubicBezTo>
                    <a:pt x="116264" y="49363"/>
                    <a:pt x="119729" y="49879"/>
                    <a:pt x="122343" y="53344"/>
                  </a:cubicBezTo>
                  <a:cubicBezTo>
                    <a:pt x="124562" y="56354"/>
                    <a:pt x="124653" y="59089"/>
                    <a:pt x="129273" y="59272"/>
                  </a:cubicBezTo>
                  <a:cubicBezTo>
                    <a:pt x="135352" y="59545"/>
                    <a:pt x="143620" y="58603"/>
                    <a:pt x="147936" y="63861"/>
                  </a:cubicBezTo>
                  <a:cubicBezTo>
                    <a:pt x="150277" y="66688"/>
                    <a:pt x="154137" y="71582"/>
                    <a:pt x="158514" y="6984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7"/>
            <p:cNvSpPr/>
            <p:nvPr/>
          </p:nvSpPr>
          <p:spPr>
            <a:xfrm>
              <a:off x="2975000" y="386325"/>
              <a:ext cx="3962850" cy="1813875"/>
            </a:xfrm>
            <a:custGeom>
              <a:rect b="b" l="l" r="r" t="t"/>
              <a:pathLst>
                <a:path extrusionOk="0" fill="none" h="72555" w="158514">
                  <a:moveTo>
                    <a:pt x="0" y="2250"/>
                  </a:moveTo>
                  <a:cubicBezTo>
                    <a:pt x="5806" y="4286"/>
                    <a:pt x="12371" y="5259"/>
                    <a:pt x="18390" y="4529"/>
                  </a:cubicBezTo>
                  <a:cubicBezTo>
                    <a:pt x="23982" y="3830"/>
                    <a:pt x="29423" y="2250"/>
                    <a:pt x="35046" y="1307"/>
                  </a:cubicBezTo>
                  <a:cubicBezTo>
                    <a:pt x="42767" y="0"/>
                    <a:pt x="52402" y="2067"/>
                    <a:pt x="55685" y="7174"/>
                  </a:cubicBezTo>
                  <a:cubicBezTo>
                    <a:pt x="57570" y="10183"/>
                    <a:pt x="46658" y="32159"/>
                    <a:pt x="56719" y="29271"/>
                  </a:cubicBezTo>
                  <a:cubicBezTo>
                    <a:pt x="65442" y="26748"/>
                    <a:pt x="75746" y="25077"/>
                    <a:pt x="85139" y="22736"/>
                  </a:cubicBezTo>
                  <a:cubicBezTo>
                    <a:pt x="92494" y="20882"/>
                    <a:pt x="102099" y="21338"/>
                    <a:pt x="108300" y="24317"/>
                  </a:cubicBezTo>
                  <a:cubicBezTo>
                    <a:pt x="116477" y="28207"/>
                    <a:pt x="101765" y="47873"/>
                    <a:pt x="112799" y="49636"/>
                  </a:cubicBezTo>
                  <a:cubicBezTo>
                    <a:pt x="116780" y="50275"/>
                    <a:pt x="120215" y="50852"/>
                    <a:pt x="122768" y="54165"/>
                  </a:cubicBezTo>
                  <a:cubicBezTo>
                    <a:pt x="125048" y="57083"/>
                    <a:pt x="125200" y="59849"/>
                    <a:pt x="129729" y="60032"/>
                  </a:cubicBezTo>
                  <a:cubicBezTo>
                    <a:pt x="135839" y="60336"/>
                    <a:pt x="143893" y="59545"/>
                    <a:pt x="148179" y="64773"/>
                  </a:cubicBezTo>
                  <a:cubicBezTo>
                    <a:pt x="150459" y="67539"/>
                    <a:pt x="154167" y="72555"/>
                    <a:pt x="158514" y="7091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7"/>
            <p:cNvSpPr/>
            <p:nvPr/>
          </p:nvSpPr>
          <p:spPr>
            <a:xfrm>
              <a:off x="2975000" y="367325"/>
              <a:ext cx="3962850" cy="1829825"/>
            </a:xfrm>
            <a:custGeom>
              <a:rect b="b" l="l" r="r" t="t"/>
              <a:pathLst>
                <a:path extrusionOk="0" fill="none" h="73193" w="158514">
                  <a:moveTo>
                    <a:pt x="0" y="3010"/>
                  </a:moveTo>
                  <a:cubicBezTo>
                    <a:pt x="5836" y="5016"/>
                    <a:pt x="12432" y="5897"/>
                    <a:pt x="18481" y="5046"/>
                  </a:cubicBezTo>
                  <a:cubicBezTo>
                    <a:pt x="24104" y="4286"/>
                    <a:pt x="29514" y="2067"/>
                    <a:pt x="35077" y="1216"/>
                  </a:cubicBezTo>
                  <a:cubicBezTo>
                    <a:pt x="43010" y="0"/>
                    <a:pt x="51703" y="2584"/>
                    <a:pt x="56719" y="7447"/>
                  </a:cubicBezTo>
                  <a:cubicBezTo>
                    <a:pt x="60123" y="10791"/>
                    <a:pt x="50335" y="30396"/>
                    <a:pt x="58998" y="28360"/>
                  </a:cubicBezTo>
                  <a:cubicBezTo>
                    <a:pt x="67722" y="26293"/>
                    <a:pt x="78056" y="25016"/>
                    <a:pt x="87357" y="22615"/>
                  </a:cubicBezTo>
                  <a:cubicBezTo>
                    <a:pt x="94531" y="20761"/>
                    <a:pt x="103224" y="21065"/>
                    <a:pt x="109546" y="24104"/>
                  </a:cubicBezTo>
                  <a:cubicBezTo>
                    <a:pt x="118209" y="28268"/>
                    <a:pt x="103376" y="47965"/>
                    <a:pt x="113559" y="50062"/>
                  </a:cubicBezTo>
                  <a:cubicBezTo>
                    <a:pt x="117328" y="50822"/>
                    <a:pt x="120671" y="51551"/>
                    <a:pt x="123194" y="54682"/>
                  </a:cubicBezTo>
                  <a:cubicBezTo>
                    <a:pt x="125474" y="57539"/>
                    <a:pt x="125717" y="60305"/>
                    <a:pt x="130155" y="60518"/>
                  </a:cubicBezTo>
                  <a:cubicBezTo>
                    <a:pt x="136295" y="60852"/>
                    <a:pt x="144137" y="60214"/>
                    <a:pt x="148392" y="65381"/>
                  </a:cubicBezTo>
                  <a:cubicBezTo>
                    <a:pt x="150611" y="68056"/>
                    <a:pt x="154228" y="73193"/>
                    <a:pt x="158514" y="7167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7"/>
            <p:cNvSpPr/>
            <p:nvPr/>
          </p:nvSpPr>
          <p:spPr>
            <a:xfrm>
              <a:off x="2975000" y="347575"/>
              <a:ext cx="3962850" cy="1845775"/>
            </a:xfrm>
            <a:custGeom>
              <a:rect b="b" l="l" r="r" t="t"/>
              <a:pathLst>
                <a:path extrusionOk="0" fill="none" h="73831" w="158514">
                  <a:moveTo>
                    <a:pt x="0" y="3800"/>
                  </a:moveTo>
                  <a:cubicBezTo>
                    <a:pt x="5867" y="5775"/>
                    <a:pt x="12554" y="6566"/>
                    <a:pt x="18602" y="5623"/>
                  </a:cubicBezTo>
                  <a:cubicBezTo>
                    <a:pt x="24256" y="4711"/>
                    <a:pt x="29575" y="1915"/>
                    <a:pt x="35229" y="1125"/>
                  </a:cubicBezTo>
                  <a:cubicBezTo>
                    <a:pt x="43284" y="0"/>
                    <a:pt x="51217" y="3404"/>
                    <a:pt x="57448" y="7903"/>
                  </a:cubicBezTo>
                  <a:cubicBezTo>
                    <a:pt x="62129" y="11247"/>
                    <a:pt x="59454" y="16353"/>
                    <a:pt x="58421" y="20852"/>
                  </a:cubicBezTo>
                  <a:cubicBezTo>
                    <a:pt x="57782" y="23587"/>
                    <a:pt x="56506" y="28420"/>
                    <a:pt x="61582" y="27599"/>
                  </a:cubicBezTo>
                  <a:cubicBezTo>
                    <a:pt x="70305" y="26171"/>
                    <a:pt x="80366" y="24925"/>
                    <a:pt x="89516" y="22493"/>
                  </a:cubicBezTo>
                  <a:cubicBezTo>
                    <a:pt x="96628" y="20639"/>
                    <a:pt x="104501" y="20700"/>
                    <a:pt x="110732" y="23952"/>
                  </a:cubicBezTo>
                  <a:cubicBezTo>
                    <a:pt x="119698" y="28663"/>
                    <a:pt x="104501" y="47600"/>
                    <a:pt x="114379" y="50487"/>
                  </a:cubicBezTo>
                  <a:cubicBezTo>
                    <a:pt x="117996" y="51551"/>
                    <a:pt x="121157" y="52250"/>
                    <a:pt x="123619" y="55229"/>
                  </a:cubicBezTo>
                  <a:cubicBezTo>
                    <a:pt x="125899" y="57995"/>
                    <a:pt x="126203" y="60791"/>
                    <a:pt x="130550" y="61065"/>
                  </a:cubicBezTo>
                  <a:cubicBezTo>
                    <a:pt x="136659" y="61399"/>
                    <a:pt x="144380" y="60913"/>
                    <a:pt x="148605" y="65989"/>
                  </a:cubicBezTo>
                  <a:cubicBezTo>
                    <a:pt x="150793" y="68603"/>
                    <a:pt x="154258" y="73831"/>
                    <a:pt x="158514" y="7246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7"/>
            <p:cNvSpPr/>
            <p:nvPr/>
          </p:nvSpPr>
          <p:spPr>
            <a:xfrm>
              <a:off x="2975000" y="324000"/>
              <a:ext cx="3962850" cy="1867075"/>
            </a:xfrm>
            <a:custGeom>
              <a:rect b="b" l="l" r="r" t="t"/>
              <a:pathLst>
                <a:path extrusionOk="0" fill="none" h="74683" w="158514">
                  <a:moveTo>
                    <a:pt x="0" y="4743"/>
                  </a:moveTo>
                  <a:cubicBezTo>
                    <a:pt x="5897" y="6688"/>
                    <a:pt x="12645" y="7387"/>
                    <a:pt x="18724" y="6323"/>
                  </a:cubicBezTo>
                  <a:cubicBezTo>
                    <a:pt x="24469" y="5290"/>
                    <a:pt x="29758" y="1977"/>
                    <a:pt x="35502" y="1156"/>
                  </a:cubicBezTo>
                  <a:cubicBezTo>
                    <a:pt x="43466" y="1"/>
                    <a:pt x="51460" y="4682"/>
                    <a:pt x="57934" y="8572"/>
                  </a:cubicBezTo>
                  <a:cubicBezTo>
                    <a:pt x="62858" y="11521"/>
                    <a:pt x="62099" y="15411"/>
                    <a:pt x="61339" y="20153"/>
                  </a:cubicBezTo>
                  <a:cubicBezTo>
                    <a:pt x="60883" y="22919"/>
                    <a:pt x="59576" y="27448"/>
                    <a:pt x="64378" y="27144"/>
                  </a:cubicBezTo>
                  <a:cubicBezTo>
                    <a:pt x="73223" y="26597"/>
                    <a:pt x="82737" y="24834"/>
                    <a:pt x="91643" y="22494"/>
                  </a:cubicBezTo>
                  <a:cubicBezTo>
                    <a:pt x="98817" y="20609"/>
                    <a:pt x="105747" y="20366"/>
                    <a:pt x="111856" y="23983"/>
                  </a:cubicBezTo>
                  <a:cubicBezTo>
                    <a:pt x="120519" y="29120"/>
                    <a:pt x="105990" y="47296"/>
                    <a:pt x="115230" y="51035"/>
                  </a:cubicBezTo>
                  <a:cubicBezTo>
                    <a:pt x="118543" y="52372"/>
                    <a:pt x="121705" y="53072"/>
                    <a:pt x="124045" y="55898"/>
                  </a:cubicBezTo>
                  <a:cubicBezTo>
                    <a:pt x="126325" y="58634"/>
                    <a:pt x="126659" y="61461"/>
                    <a:pt x="130914" y="61765"/>
                  </a:cubicBezTo>
                  <a:cubicBezTo>
                    <a:pt x="136994" y="62160"/>
                    <a:pt x="144593" y="61825"/>
                    <a:pt x="148818" y="66810"/>
                  </a:cubicBezTo>
                  <a:cubicBezTo>
                    <a:pt x="150945" y="69364"/>
                    <a:pt x="154289" y="74683"/>
                    <a:pt x="158514" y="73406"/>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7"/>
            <p:cNvSpPr/>
            <p:nvPr/>
          </p:nvSpPr>
          <p:spPr>
            <a:xfrm>
              <a:off x="2975000" y="297425"/>
              <a:ext cx="3962850" cy="1890625"/>
            </a:xfrm>
            <a:custGeom>
              <a:rect b="b" l="l" r="r" t="t"/>
              <a:pathLst>
                <a:path extrusionOk="0" fill="none" h="75625" w="158514">
                  <a:moveTo>
                    <a:pt x="0" y="5806"/>
                  </a:moveTo>
                  <a:cubicBezTo>
                    <a:pt x="5927" y="7690"/>
                    <a:pt x="12918" y="8450"/>
                    <a:pt x="18815" y="7173"/>
                  </a:cubicBezTo>
                  <a:cubicBezTo>
                    <a:pt x="24530" y="5927"/>
                    <a:pt x="30122" y="2128"/>
                    <a:pt x="35928" y="1216"/>
                  </a:cubicBezTo>
                  <a:cubicBezTo>
                    <a:pt x="43648" y="0"/>
                    <a:pt x="52494" y="5593"/>
                    <a:pt x="58178" y="9392"/>
                  </a:cubicBezTo>
                  <a:cubicBezTo>
                    <a:pt x="62585" y="12310"/>
                    <a:pt x="64226" y="14347"/>
                    <a:pt x="64074" y="19940"/>
                  </a:cubicBezTo>
                  <a:cubicBezTo>
                    <a:pt x="64014" y="22797"/>
                    <a:pt x="62828" y="26839"/>
                    <a:pt x="67296" y="27022"/>
                  </a:cubicBezTo>
                  <a:cubicBezTo>
                    <a:pt x="76081" y="27417"/>
                    <a:pt x="85199" y="24560"/>
                    <a:pt x="93589" y="22584"/>
                  </a:cubicBezTo>
                  <a:cubicBezTo>
                    <a:pt x="100975" y="20851"/>
                    <a:pt x="106598" y="19879"/>
                    <a:pt x="112920" y="24165"/>
                  </a:cubicBezTo>
                  <a:cubicBezTo>
                    <a:pt x="121188" y="29788"/>
                    <a:pt x="107753" y="47113"/>
                    <a:pt x="116142" y="51673"/>
                  </a:cubicBezTo>
                  <a:cubicBezTo>
                    <a:pt x="119030" y="53223"/>
                    <a:pt x="122221" y="54013"/>
                    <a:pt x="124501" y="56718"/>
                  </a:cubicBezTo>
                  <a:cubicBezTo>
                    <a:pt x="126781" y="59423"/>
                    <a:pt x="127115" y="62281"/>
                    <a:pt x="131279" y="62615"/>
                  </a:cubicBezTo>
                  <a:cubicBezTo>
                    <a:pt x="137358" y="63101"/>
                    <a:pt x="144836" y="62828"/>
                    <a:pt x="149030" y="67752"/>
                  </a:cubicBezTo>
                  <a:cubicBezTo>
                    <a:pt x="151158" y="70244"/>
                    <a:pt x="154350" y="75624"/>
                    <a:pt x="158514" y="7446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7"/>
            <p:cNvSpPr/>
            <p:nvPr/>
          </p:nvSpPr>
          <p:spPr>
            <a:xfrm>
              <a:off x="2975000" y="270050"/>
              <a:ext cx="3962100" cy="1914200"/>
            </a:xfrm>
            <a:custGeom>
              <a:rect b="b" l="l" r="r" t="t"/>
              <a:pathLst>
                <a:path extrusionOk="0" fill="none" h="76568" w="158484">
                  <a:moveTo>
                    <a:pt x="0" y="6901"/>
                  </a:moveTo>
                  <a:cubicBezTo>
                    <a:pt x="5988" y="8785"/>
                    <a:pt x="13040" y="9484"/>
                    <a:pt x="18937" y="8025"/>
                  </a:cubicBezTo>
                  <a:cubicBezTo>
                    <a:pt x="24803" y="6627"/>
                    <a:pt x="30396" y="2402"/>
                    <a:pt x="36414" y="1338"/>
                  </a:cubicBezTo>
                  <a:cubicBezTo>
                    <a:pt x="44013" y="1"/>
                    <a:pt x="52463" y="6688"/>
                    <a:pt x="58208" y="10244"/>
                  </a:cubicBezTo>
                  <a:cubicBezTo>
                    <a:pt x="62676" y="13010"/>
                    <a:pt x="65138" y="14925"/>
                    <a:pt x="66476" y="20092"/>
                  </a:cubicBezTo>
                  <a:cubicBezTo>
                    <a:pt x="67235" y="22980"/>
                    <a:pt x="65868" y="26536"/>
                    <a:pt x="70214" y="27144"/>
                  </a:cubicBezTo>
                  <a:cubicBezTo>
                    <a:pt x="78695" y="28329"/>
                    <a:pt x="87753" y="24104"/>
                    <a:pt x="95351" y="22646"/>
                  </a:cubicBezTo>
                  <a:cubicBezTo>
                    <a:pt x="102950" y="21187"/>
                    <a:pt x="107327" y="19150"/>
                    <a:pt x="113893" y="24408"/>
                  </a:cubicBezTo>
                  <a:cubicBezTo>
                    <a:pt x="121309" y="30366"/>
                    <a:pt x="109668" y="47023"/>
                    <a:pt x="117084" y="52251"/>
                  </a:cubicBezTo>
                  <a:cubicBezTo>
                    <a:pt x="119577" y="54014"/>
                    <a:pt x="122586" y="54956"/>
                    <a:pt x="125018" y="57418"/>
                  </a:cubicBezTo>
                  <a:cubicBezTo>
                    <a:pt x="127419" y="59880"/>
                    <a:pt x="127145" y="63011"/>
                    <a:pt x="131614" y="63436"/>
                  </a:cubicBezTo>
                  <a:cubicBezTo>
                    <a:pt x="137602" y="64014"/>
                    <a:pt x="144988" y="63832"/>
                    <a:pt x="149213" y="68695"/>
                  </a:cubicBezTo>
                  <a:cubicBezTo>
                    <a:pt x="151310" y="71126"/>
                    <a:pt x="154410" y="76567"/>
                    <a:pt x="158483" y="755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7"/>
            <p:cNvSpPr/>
            <p:nvPr/>
          </p:nvSpPr>
          <p:spPr>
            <a:xfrm>
              <a:off x="2975000" y="244975"/>
              <a:ext cx="3962100" cy="1937000"/>
            </a:xfrm>
            <a:custGeom>
              <a:rect b="b" l="l" r="r" t="t"/>
              <a:pathLst>
                <a:path extrusionOk="0" fill="none" h="77480" w="158484">
                  <a:moveTo>
                    <a:pt x="0" y="7904"/>
                  </a:moveTo>
                  <a:cubicBezTo>
                    <a:pt x="6019" y="9758"/>
                    <a:pt x="13162" y="10366"/>
                    <a:pt x="19058" y="8815"/>
                  </a:cubicBezTo>
                  <a:cubicBezTo>
                    <a:pt x="25077" y="7204"/>
                    <a:pt x="30730" y="2554"/>
                    <a:pt x="36992" y="1429"/>
                  </a:cubicBezTo>
                  <a:cubicBezTo>
                    <a:pt x="44773" y="1"/>
                    <a:pt x="52038" y="7296"/>
                    <a:pt x="58086" y="10974"/>
                  </a:cubicBezTo>
                  <a:cubicBezTo>
                    <a:pt x="62463" y="13618"/>
                    <a:pt x="66111" y="15806"/>
                    <a:pt x="68482" y="20457"/>
                  </a:cubicBezTo>
                  <a:cubicBezTo>
                    <a:pt x="69910" y="23253"/>
                    <a:pt x="69090" y="26475"/>
                    <a:pt x="73041" y="27387"/>
                  </a:cubicBezTo>
                  <a:cubicBezTo>
                    <a:pt x="81005" y="29180"/>
                    <a:pt x="90002" y="23679"/>
                    <a:pt x="96841" y="22615"/>
                  </a:cubicBezTo>
                  <a:cubicBezTo>
                    <a:pt x="104622" y="21399"/>
                    <a:pt x="107692" y="18360"/>
                    <a:pt x="114714" y="24621"/>
                  </a:cubicBezTo>
                  <a:cubicBezTo>
                    <a:pt x="121917" y="31065"/>
                    <a:pt x="111552" y="46780"/>
                    <a:pt x="118087" y="52767"/>
                  </a:cubicBezTo>
                  <a:cubicBezTo>
                    <a:pt x="120124" y="54682"/>
                    <a:pt x="123224" y="55807"/>
                    <a:pt x="125443" y="58178"/>
                  </a:cubicBezTo>
                  <a:cubicBezTo>
                    <a:pt x="127784" y="60640"/>
                    <a:pt x="127632" y="63771"/>
                    <a:pt x="131918" y="64257"/>
                  </a:cubicBezTo>
                  <a:cubicBezTo>
                    <a:pt x="137905" y="64956"/>
                    <a:pt x="145170" y="64804"/>
                    <a:pt x="149425" y="69576"/>
                  </a:cubicBezTo>
                  <a:cubicBezTo>
                    <a:pt x="151523" y="71947"/>
                    <a:pt x="154471" y="77479"/>
                    <a:pt x="158483" y="765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7"/>
            <p:cNvSpPr/>
            <p:nvPr/>
          </p:nvSpPr>
          <p:spPr>
            <a:xfrm>
              <a:off x="2975000" y="222950"/>
              <a:ext cx="3962100" cy="1955225"/>
            </a:xfrm>
            <a:custGeom>
              <a:rect b="b" l="l" r="r" t="t"/>
              <a:pathLst>
                <a:path extrusionOk="0" fill="none" h="78209" w="158484">
                  <a:moveTo>
                    <a:pt x="0" y="8785"/>
                  </a:moveTo>
                  <a:cubicBezTo>
                    <a:pt x="6079" y="10608"/>
                    <a:pt x="13313" y="11155"/>
                    <a:pt x="19180" y="9453"/>
                  </a:cubicBezTo>
                  <a:cubicBezTo>
                    <a:pt x="25289" y="7690"/>
                    <a:pt x="31125" y="2584"/>
                    <a:pt x="37569" y="1459"/>
                  </a:cubicBezTo>
                  <a:cubicBezTo>
                    <a:pt x="45776" y="0"/>
                    <a:pt x="51642" y="7630"/>
                    <a:pt x="57874" y="11520"/>
                  </a:cubicBezTo>
                  <a:cubicBezTo>
                    <a:pt x="62099" y="14134"/>
                    <a:pt x="67175" y="16596"/>
                    <a:pt x="70123" y="20882"/>
                  </a:cubicBezTo>
                  <a:cubicBezTo>
                    <a:pt x="71886" y="23466"/>
                    <a:pt x="72190" y="26688"/>
                    <a:pt x="75625" y="27569"/>
                  </a:cubicBezTo>
                  <a:cubicBezTo>
                    <a:pt x="83193" y="29484"/>
                    <a:pt x="91339" y="23374"/>
                    <a:pt x="97996" y="22371"/>
                  </a:cubicBezTo>
                  <a:cubicBezTo>
                    <a:pt x="106051" y="21186"/>
                    <a:pt x="108391" y="17630"/>
                    <a:pt x="115473" y="24773"/>
                  </a:cubicBezTo>
                  <a:cubicBezTo>
                    <a:pt x="122039" y="31369"/>
                    <a:pt x="113528" y="46475"/>
                    <a:pt x="119060" y="53101"/>
                  </a:cubicBezTo>
                  <a:cubicBezTo>
                    <a:pt x="120732" y="55107"/>
                    <a:pt x="123802" y="56475"/>
                    <a:pt x="125869" y="58785"/>
                  </a:cubicBezTo>
                  <a:cubicBezTo>
                    <a:pt x="128088" y="61247"/>
                    <a:pt x="128057" y="64348"/>
                    <a:pt x="132191" y="64925"/>
                  </a:cubicBezTo>
                  <a:cubicBezTo>
                    <a:pt x="138179" y="65746"/>
                    <a:pt x="145352" y="65594"/>
                    <a:pt x="149608" y="70305"/>
                  </a:cubicBezTo>
                  <a:cubicBezTo>
                    <a:pt x="151705" y="72615"/>
                    <a:pt x="154502" y="78208"/>
                    <a:pt x="158483" y="7744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7"/>
            <p:cNvSpPr/>
            <p:nvPr/>
          </p:nvSpPr>
          <p:spPr>
            <a:xfrm>
              <a:off x="2975000" y="197875"/>
              <a:ext cx="3962850" cy="1976500"/>
            </a:xfrm>
            <a:custGeom>
              <a:rect b="b" l="l" r="r" t="t"/>
              <a:pathLst>
                <a:path extrusionOk="0" fill="none" h="79060" w="158514">
                  <a:moveTo>
                    <a:pt x="0" y="9788"/>
                  </a:moveTo>
                  <a:cubicBezTo>
                    <a:pt x="6110" y="11551"/>
                    <a:pt x="13222" y="11824"/>
                    <a:pt x="19301" y="10244"/>
                  </a:cubicBezTo>
                  <a:cubicBezTo>
                    <a:pt x="26080" y="8450"/>
                    <a:pt x="31369" y="3040"/>
                    <a:pt x="38208" y="1642"/>
                  </a:cubicBezTo>
                  <a:cubicBezTo>
                    <a:pt x="46384" y="0"/>
                    <a:pt x="51855" y="8207"/>
                    <a:pt x="57600" y="12098"/>
                  </a:cubicBezTo>
                  <a:cubicBezTo>
                    <a:pt x="61886" y="14985"/>
                    <a:pt x="67296" y="17478"/>
                    <a:pt x="71065" y="21368"/>
                  </a:cubicBezTo>
                  <a:cubicBezTo>
                    <a:pt x="73315" y="23678"/>
                    <a:pt x="74743" y="27113"/>
                    <a:pt x="77904" y="27903"/>
                  </a:cubicBezTo>
                  <a:cubicBezTo>
                    <a:pt x="84865" y="29575"/>
                    <a:pt x="91978" y="23648"/>
                    <a:pt x="98847" y="22280"/>
                  </a:cubicBezTo>
                  <a:cubicBezTo>
                    <a:pt x="107419" y="20517"/>
                    <a:pt x="109850" y="17903"/>
                    <a:pt x="116233" y="25077"/>
                  </a:cubicBezTo>
                  <a:cubicBezTo>
                    <a:pt x="122069" y="31642"/>
                    <a:pt x="115656" y="46536"/>
                    <a:pt x="120154" y="53557"/>
                  </a:cubicBezTo>
                  <a:cubicBezTo>
                    <a:pt x="121492" y="55624"/>
                    <a:pt x="124471" y="57235"/>
                    <a:pt x="126325" y="59484"/>
                  </a:cubicBezTo>
                  <a:cubicBezTo>
                    <a:pt x="128422" y="61977"/>
                    <a:pt x="128544" y="65047"/>
                    <a:pt x="132495" y="65685"/>
                  </a:cubicBezTo>
                  <a:cubicBezTo>
                    <a:pt x="138392" y="66658"/>
                    <a:pt x="145565" y="66506"/>
                    <a:pt x="149851" y="71187"/>
                  </a:cubicBezTo>
                  <a:cubicBezTo>
                    <a:pt x="151918" y="73466"/>
                    <a:pt x="154593" y="79059"/>
                    <a:pt x="158514" y="7845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7"/>
            <p:cNvSpPr/>
            <p:nvPr/>
          </p:nvSpPr>
          <p:spPr>
            <a:xfrm>
              <a:off x="2975000" y="180400"/>
              <a:ext cx="3962850" cy="1990925"/>
            </a:xfrm>
            <a:custGeom>
              <a:rect b="b" l="l" r="r" t="t"/>
              <a:pathLst>
                <a:path extrusionOk="0" fill="none" h="79637" w="158514">
                  <a:moveTo>
                    <a:pt x="0" y="10487"/>
                  </a:moveTo>
                  <a:cubicBezTo>
                    <a:pt x="6171" y="12219"/>
                    <a:pt x="13374" y="12371"/>
                    <a:pt x="19453" y="10699"/>
                  </a:cubicBezTo>
                  <a:cubicBezTo>
                    <a:pt x="26384" y="8754"/>
                    <a:pt x="31764" y="2979"/>
                    <a:pt x="38876" y="1611"/>
                  </a:cubicBezTo>
                  <a:cubicBezTo>
                    <a:pt x="47265" y="0"/>
                    <a:pt x="51946" y="8025"/>
                    <a:pt x="57418" y="12280"/>
                  </a:cubicBezTo>
                  <a:cubicBezTo>
                    <a:pt x="61582" y="15532"/>
                    <a:pt x="67083" y="17994"/>
                    <a:pt x="71460" y="21490"/>
                  </a:cubicBezTo>
                  <a:cubicBezTo>
                    <a:pt x="74166" y="23678"/>
                    <a:pt x="76597" y="27143"/>
                    <a:pt x="79789" y="27812"/>
                  </a:cubicBezTo>
                  <a:cubicBezTo>
                    <a:pt x="86172" y="29149"/>
                    <a:pt x="92950" y="23374"/>
                    <a:pt x="99364" y="21733"/>
                  </a:cubicBezTo>
                  <a:cubicBezTo>
                    <a:pt x="107723" y="19605"/>
                    <a:pt x="111218" y="17934"/>
                    <a:pt x="117024" y="25137"/>
                  </a:cubicBezTo>
                  <a:cubicBezTo>
                    <a:pt x="122100" y="31460"/>
                    <a:pt x="117784" y="46475"/>
                    <a:pt x="121249" y="53679"/>
                  </a:cubicBezTo>
                  <a:cubicBezTo>
                    <a:pt x="122708" y="56718"/>
                    <a:pt x="129060" y="65472"/>
                    <a:pt x="132769" y="66171"/>
                  </a:cubicBezTo>
                  <a:cubicBezTo>
                    <a:pt x="138605" y="67296"/>
                    <a:pt x="145748" y="67114"/>
                    <a:pt x="150033" y="71764"/>
                  </a:cubicBezTo>
                  <a:cubicBezTo>
                    <a:pt x="152100" y="73983"/>
                    <a:pt x="154684" y="79637"/>
                    <a:pt x="158514" y="7915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7"/>
            <p:cNvSpPr/>
            <p:nvPr/>
          </p:nvSpPr>
          <p:spPr>
            <a:xfrm>
              <a:off x="2975000" y="165200"/>
              <a:ext cx="3962850" cy="2002325"/>
            </a:xfrm>
            <a:custGeom>
              <a:rect b="b" l="l" r="r" t="t"/>
              <a:pathLst>
                <a:path extrusionOk="0" fill="none" h="80093" w="158514">
                  <a:moveTo>
                    <a:pt x="0" y="11095"/>
                  </a:moveTo>
                  <a:cubicBezTo>
                    <a:pt x="6201" y="12797"/>
                    <a:pt x="13496" y="12858"/>
                    <a:pt x="19575" y="11064"/>
                  </a:cubicBezTo>
                  <a:cubicBezTo>
                    <a:pt x="26688" y="8967"/>
                    <a:pt x="32128" y="2857"/>
                    <a:pt x="39545" y="1520"/>
                  </a:cubicBezTo>
                  <a:cubicBezTo>
                    <a:pt x="47965" y="0"/>
                    <a:pt x="52402" y="7599"/>
                    <a:pt x="57326" y="12280"/>
                  </a:cubicBezTo>
                  <a:cubicBezTo>
                    <a:pt x="61096" y="15867"/>
                    <a:pt x="66840" y="18329"/>
                    <a:pt x="71491" y="21490"/>
                  </a:cubicBezTo>
                  <a:cubicBezTo>
                    <a:pt x="74470" y="23496"/>
                    <a:pt x="77600" y="26870"/>
                    <a:pt x="81157" y="27387"/>
                  </a:cubicBezTo>
                  <a:cubicBezTo>
                    <a:pt x="87449" y="28268"/>
                    <a:pt x="93832" y="22827"/>
                    <a:pt x="99607" y="21034"/>
                  </a:cubicBezTo>
                  <a:cubicBezTo>
                    <a:pt x="107814" y="18450"/>
                    <a:pt x="112677" y="17812"/>
                    <a:pt x="117875" y="25137"/>
                  </a:cubicBezTo>
                  <a:cubicBezTo>
                    <a:pt x="120306" y="28602"/>
                    <a:pt x="119364" y="34773"/>
                    <a:pt x="119759" y="39423"/>
                  </a:cubicBezTo>
                  <a:cubicBezTo>
                    <a:pt x="120185" y="44256"/>
                    <a:pt x="120914" y="49697"/>
                    <a:pt x="122343" y="53679"/>
                  </a:cubicBezTo>
                  <a:cubicBezTo>
                    <a:pt x="123498" y="56810"/>
                    <a:pt x="129425" y="65746"/>
                    <a:pt x="133042" y="66536"/>
                  </a:cubicBezTo>
                  <a:cubicBezTo>
                    <a:pt x="138817" y="67782"/>
                    <a:pt x="145930" y="67600"/>
                    <a:pt x="150246" y="72220"/>
                  </a:cubicBezTo>
                  <a:cubicBezTo>
                    <a:pt x="152313" y="74409"/>
                    <a:pt x="154745" y="80093"/>
                    <a:pt x="158514" y="7975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7"/>
            <p:cNvSpPr/>
            <p:nvPr/>
          </p:nvSpPr>
          <p:spPr>
            <a:xfrm>
              <a:off x="2975000" y="150750"/>
              <a:ext cx="3962850" cy="2014500"/>
            </a:xfrm>
            <a:custGeom>
              <a:rect b="b" l="l" r="r" t="t"/>
              <a:pathLst>
                <a:path extrusionOk="0" fill="none" h="80580" w="158514">
                  <a:moveTo>
                    <a:pt x="0" y="11673"/>
                  </a:moveTo>
                  <a:cubicBezTo>
                    <a:pt x="6262" y="13344"/>
                    <a:pt x="13830" y="13588"/>
                    <a:pt x="19727" y="11429"/>
                  </a:cubicBezTo>
                  <a:cubicBezTo>
                    <a:pt x="26566" y="8907"/>
                    <a:pt x="32767" y="2676"/>
                    <a:pt x="40244" y="1399"/>
                  </a:cubicBezTo>
                  <a:cubicBezTo>
                    <a:pt x="48573" y="1"/>
                    <a:pt x="53162" y="6900"/>
                    <a:pt x="57478" y="12159"/>
                  </a:cubicBezTo>
                  <a:cubicBezTo>
                    <a:pt x="61825" y="17417"/>
                    <a:pt x="74318" y="25807"/>
                    <a:pt x="81917" y="26749"/>
                  </a:cubicBezTo>
                  <a:cubicBezTo>
                    <a:pt x="87692" y="27448"/>
                    <a:pt x="94379" y="22159"/>
                    <a:pt x="99637" y="20244"/>
                  </a:cubicBezTo>
                  <a:cubicBezTo>
                    <a:pt x="108178" y="17144"/>
                    <a:pt x="114045" y="17873"/>
                    <a:pt x="118787" y="25199"/>
                  </a:cubicBezTo>
                  <a:cubicBezTo>
                    <a:pt x="121066" y="28694"/>
                    <a:pt x="119607" y="34895"/>
                    <a:pt x="120215" y="39515"/>
                  </a:cubicBezTo>
                  <a:cubicBezTo>
                    <a:pt x="120853" y="44348"/>
                    <a:pt x="122373" y="49394"/>
                    <a:pt x="123498" y="53649"/>
                  </a:cubicBezTo>
                  <a:cubicBezTo>
                    <a:pt x="124349" y="56962"/>
                    <a:pt x="129729" y="65989"/>
                    <a:pt x="133316" y="66871"/>
                  </a:cubicBezTo>
                  <a:cubicBezTo>
                    <a:pt x="139000" y="68300"/>
                    <a:pt x="146112" y="68087"/>
                    <a:pt x="150459" y="72677"/>
                  </a:cubicBezTo>
                  <a:cubicBezTo>
                    <a:pt x="152495" y="74835"/>
                    <a:pt x="154836" y="80579"/>
                    <a:pt x="158514" y="803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7"/>
            <p:cNvSpPr/>
            <p:nvPr/>
          </p:nvSpPr>
          <p:spPr>
            <a:xfrm>
              <a:off x="2975000" y="138600"/>
              <a:ext cx="3962100" cy="2022075"/>
            </a:xfrm>
            <a:custGeom>
              <a:rect b="b" l="l" r="r" t="t"/>
              <a:pathLst>
                <a:path extrusionOk="0" fill="none" h="80883" w="158484">
                  <a:moveTo>
                    <a:pt x="0" y="12159"/>
                  </a:moveTo>
                  <a:cubicBezTo>
                    <a:pt x="6322" y="13800"/>
                    <a:pt x="13952" y="13952"/>
                    <a:pt x="19849" y="11672"/>
                  </a:cubicBezTo>
                  <a:cubicBezTo>
                    <a:pt x="26900" y="8937"/>
                    <a:pt x="33162" y="2462"/>
                    <a:pt x="40974" y="1247"/>
                  </a:cubicBezTo>
                  <a:cubicBezTo>
                    <a:pt x="48876" y="0"/>
                    <a:pt x="54530" y="5806"/>
                    <a:pt x="58026" y="11855"/>
                  </a:cubicBezTo>
                  <a:cubicBezTo>
                    <a:pt x="61521" y="17873"/>
                    <a:pt x="74500" y="25138"/>
                    <a:pt x="82069" y="25928"/>
                  </a:cubicBezTo>
                  <a:cubicBezTo>
                    <a:pt x="87449" y="26505"/>
                    <a:pt x="94774" y="21186"/>
                    <a:pt x="99637" y="19362"/>
                  </a:cubicBezTo>
                  <a:cubicBezTo>
                    <a:pt x="108178" y="16080"/>
                    <a:pt x="115321" y="17782"/>
                    <a:pt x="119759" y="25107"/>
                  </a:cubicBezTo>
                  <a:cubicBezTo>
                    <a:pt x="121948" y="28724"/>
                    <a:pt x="119790" y="34803"/>
                    <a:pt x="120580" y="39545"/>
                  </a:cubicBezTo>
                  <a:cubicBezTo>
                    <a:pt x="121370" y="44348"/>
                    <a:pt x="123771" y="48937"/>
                    <a:pt x="124623" y="53497"/>
                  </a:cubicBezTo>
                  <a:cubicBezTo>
                    <a:pt x="125291" y="56992"/>
                    <a:pt x="130003" y="66050"/>
                    <a:pt x="133559" y="67053"/>
                  </a:cubicBezTo>
                  <a:cubicBezTo>
                    <a:pt x="139152" y="68603"/>
                    <a:pt x="146355" y="68451"/>
                    <a:pt x="150672" y="72980"/>
                  </a:cubicBezTo>
                  <a:cubicBezTo>
                    <a:pt x="152708" y="75108"/>
                    <a:pt x="154897" y="80883"/>
                    <a:pt x="158483" y="80822"/>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7"/>
            <p:cNvSpPr/>
            <p:nvPr/>
          </p:nvSpPr>
          <p:spPr>
            <a:xfrm>
              <a:off x="2975000" y="124150"/>
              <a:ext cx="3962100" cy="2034250"/>
            </a:xfrm>
            <a:custGeom>
              <a:rect b="b" l="l" r="r" t="t"/>
              <a:pathLst>
                <a:path extrusionOk="0" fill="none" h="81370" w="158484">
                  <a:moveTo>
                    <a:pt x="0" y="12737"/>
                  </a:moveTo>
                  <a:cubicBezTo>
                    <a:pt x="6383" y="14348"/>
                    <a:pt x="13861" y="14226"/>
                    <a:pt x="20001" y="12007"/>
                  </a:cubicBezTo>
                  <a:cubicBezTo>
                    <a:pt x="27721" y="9241"/>
                    <a:pt x="33283" y="2432"/>
                    <a:pt x="41673" y="1186"/>
                  </a:cubicBezTo>
                  <a:cubicBezTo>
                    <a:pt x="49515" y="1"/>
                    <a:pt x="55807" y="4530"/>
                    <a:pt x="58877" y="11551"/>
                  </a:cubicBezTo>
                  <a:cubicBezTo>
                    <a:pt x="61886" y="18481"/>
                    <a:pt x="74378" y="24560"/>
                    <a:pt x="81704" y="25199"/>
                  </a:cubicBezTo>
                  <a:cubicBezTo>
                    <a:pt x="87114" y="25624"/>
                    <a:pt x="94774" y="20244"/>
                    <a:pt x="99607" y="18573"/>
                  </a:cubicBezTo>
                  <a:cubicBezTo>
                    <a:pt x="108118" y="15655"/>
                    <a:pt x="116628" y="17721"/>
                    <a:pt x="120853" y="25199"/>
                  </a:cubicBezTo>
                  <a:cubicBezTo>
                    <a:pt x="123012" y="29029"/>
                    <a:pt x="119972" y="34895"/>
                    <a:pt x="120853" y="39758"/>
                  </a:cubicBezTo>
                  <a:cubicBezTo>
                    <a:pt x="121735" y="44561"/>
                    <a:pt x="125139" y="48512"/>
                    <a:pt x="125778" y="53406"/>
                  </a:cubicBezTo>
                  <a:cubicBezTo>
                    <a:pt x="126294" y="57205"/>
                    <a:pt x="130276" y="66172"/>
                    <a:pt x="133863" y="67297"/>
                  </a:cubicBezTo>
                  <a:cubicBezTo>
                    <a:pt x="139334" y="68999"/>
                    <a:pt x="146568" y="68908"/>
                    <a:pt x="150884" y="73406"/>
                  </a:cubicBezTo>
                  <a:cubicBezTo>
                    <a:pt x="153438" y="76051"/>
                    <a:pt x="154684" y="80428"/>
                    <a:pt x="158483" y="8137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7"/>
            <p:cNvSpPr/>
            <p:nvPr/>
          </p:nvSpPr>
          <p:spPr>
            <a:xfrm>
              <a:off x="2975000" y="108200"/>
              <a:ext cx="3962850" cy="2050975"/>
            </a:xfrm>
            <a:custGeom>
              <a:rect b="b" l="l" r="r" t="t"/>
              <a:pathLst>
                <a:path extrusionOk="0" fill="none" h="82039" w="158514">
                  <a:moveTo>
                    <a:pt x="0" y="13375"/>
                  </a:moveTo>
                  <a:cubicBezTo>
                    <a:pt x="6474" y="14986"/>
                    <a:pt x="14013" y="14712"/>
                    <a:pt x="20183" y="12432"/>
                  </a:cubicBezTo>
                  <a:cubicBezTo>
                    <a:pt x="28116" y="9454"/>
                    <a:pt x="33709" y="2493"/>
                    <a:pt x="42402" y="1156"/>
                  </a:cubicBezTo>
                  <a:cubicBezTo>
                    <a:pt x="50092" y="1"/>
                    <a:pt x="57418" y="4043"/>
                    <a:pt x="59819" y="11217"/>
                  </a:cubicBezTo>
                  <a:cubicBezTo>
                    <a:pt x="62190" y="18390"/>
                    <a:pt x="73862" y="24104"/>
                    <a:pt x="81035" y="24439"/>
                  </a:cubicBezTo>
                  <a:cubicBezTo>
                    <a:pt x="86780" y="24743"/>
                    <a:pt x="94318" y="19454"/>
                    <a:pt x="99607" y="17934"/>
                  </a:cubicBezTo>
                  <a:cubicBezTo>
                    <a:pt x="108452" y="15381"/>
                    <a:pt x="117844" y="17873"/>
                    <a:pt x="122009" y="25350"/>
                  </a:cubicBezTo>
                  <a:cubicBezTo>
                    <a:pt x="124227" y="29332"/>
                    <a:pt x="120154" y="35047"/>
                    <a:pt x="121066" y="40092"/>
                  </a:cubicBezTo>
                  <a:cubicBezTo>
                    <a:pt x="121978" y="44925"/>
                    <a:pt x="126507" y="48512"/>
                    <a:pt x="126963" y="53406"/>
                  </a:cubicBezTo>
                  <a:cubicBezTo>
                    <a:pt x="127297" y="57205"/>
                    <a:pt x="130459" y="66172"/>
                    <a:pt x="134167" y="67570"/>
                  </a:cubicBezTo>
                  <a:cubicBezTo>
                    <a:pt x="139304" y="69485"/>
                    <a:pt x="146842" y="69424"/>
                    <a:pt x="151128" y="73862"/>
                  </a:cubicBezTo>
                  <a:cubicBezTo>
                    <a:pt x="153650" y="76537"/>
                    <a:pt x="154805" y="80883"/>
                    <a:pt x="158514" y="8203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7"/>
            <p:cNvSpPr/>
            <p:nvPr/>
          </p:nvSpPr>
          <p:spPr>
            <a:xfrm>
              <a:off x="2975000" y="89975"/>
              <a:ext cx="3962850" cy="2068425"/>
            </a:xfrm>
            <a:custGeom>
              <a:rect b="b" l="l" r="r" t="t"/>
              <a:pathLst>
                <a:path extrusionOk="0" fill="none" h="82737" w="158514">
                  <a:moveTo>
                    <a:pt x="0" y="14104"/>
                  </a:moveTo>
                  <a:cubicBezTo>
                    <a:pt x="6535" y="15684"/>
                    <a:pt x="14347" y="15502"/>
                    <a:pt x="20335" y="12918"/>
                  </a:cubicBezTo>
                  <a:cubicBezTo>
                    <a:pt x="27995" y="9575"/>
                    <a:pt x="34439" y="2644"/>
                    <a:pt x="43101" y="1216"/>
                  </a:cubicBezTo>
                  <a:cubicBezTo>
                    <a:pt x="50639" y="0"/>
                    <a:pt x="58299" y="3435"/>
                    <a:pt x="60822" y="10882"/>
                  </a:cubicBezTo>
                  <a:cubicBezTo>
                    <a:pt x="63436" y="18572"/>
                    <a:pt x="72190" y="23587"/>
                    <a:pt x="80184" y="23769"/>
                  </a:cubicBezTo>
                  <a:cubicBezTo>
                    <a:pt x="86415" y="23921"/>
                    <a:pt x="93862" y="18663"/>
                    <a:pt x="99759" y="17417"/>
                  </a:cubicBezTo>
                  <a:cubicBezTo>
                    <a:pt x="107875" y="15715"/>
                    <a:pt x="119394" y="17234"/>
                    <a:pt x="123224" y="25593"/>
                  </a:cubicBezTo>
                  <a:cubicBezTo>
                    <a:pt x="125413" y="30396"/>
                    <a:pt x="120367" y="35350"/>
                    <a:pt x="121279" y="40578"/>
                  </a:cubicBezTo>
                  <a:cubicBezTo>
                    <a:pt x="122100" y="45381"/>
                    <a:pt x="127723" y="48937"/>
                    <a:pt x="128118" y="53496"/>
                  </a:cubicBezTo>
                  <a:cubicBezTo>
                    <a:pt x="128422" y="57174"/>
                    <a:pt x="130762" y="66262"/>
                    <a:pt x="134501" y="67873"/>
                  </a:cubicBezTo>
                  <a:cubicBezTo>
                    <a:pt x="139456" y="70001"/>
                    <a:pt x="147085" y="69971"/>
                    <a:pt x="151340" y="74408"/>
                  </a:cubicBezTo>
                  <a:cubicBezTo>
                    <a:pt x="153894" y="77083"/>
                    <a:pt x="154897" y="81430"/>
                    <a:pt x="158514" y="8273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7"/>
            <p:cNvSpPr/>
            <p:nvPr/>
          </p:nvSpPr>
          <p:spPr>
            <a:xfrm>
              <a:off x="2975000" y="69450"/>
              <a:ext cx="3962850" cy="2089725"/>
            </a:xfrm>
            <a:custGeom>
              <a:rect b="b" l="l" r="r" t="t"/>
              <a:pathLst>
                <a:path extrusionOk="0" fill="none" h="83589" w="158514">
                  <a:moveTo>
                    <a:pt x="0" y="14925"/>
                  </a:moveTo>
                  <a:cubicBezTo>
                    <a:pt x="6626" y="16475"/>
                    <a:pt x="14529" y="16201"/>
                    <a:pt x="20517" y="13496"/>
                  </a:cubicBezTo>
                  <a:cubicBezTo>
                    <a:pt x="28359" y="9940"/>
                    <a:pt x="34925" y="3010"/>
                    <a:pt x="43800" y="1338"/>
                  </a:cubicBezTo>
                  <a:cubicBezTo>
                    <a:pt x="51126" y="0"/>
                    <a:pt x="59454" y="3010"/>
                    <a:pt x="61916" y="10517"/>
                  </a:cubicBezTo>
                  <a:cubicBezTo>
                    <a:pt x="64500" y="18359"/>
                    <a:pt x="70853" y="23223"/>
                    <a:pt x="79272" y="23131"/>
                  </a:cubicBezTo>
                  <a:cubicBezTo>
                    <a:pt x="86020" y="23071"/>
                    <a:pt x="93254" y="17934"/>
                    <a:pt x="100032" y="17052"/>
                  </a:cubicBezTo>
                  <a:cubicBezTo>
                    <a:pt x="108574" y="15958"/>
                    <a:pt x="120489" y="17630"/>
                    <a:pt x="124471" y="25989"/>
                  </a:cubicBezTo>
                  <a:cubicBezTo>
                    <a:pt x="126902" y="31065"/>
                    <a:pt x="120671" y="35776"/>
                    <a:pt x="121492" y="41186"/>
                  </a:cubicBezTo>
                  <a:cubicBezTo>
                    <a:pt x="122221" y="46050"/>
                    <a:pt x="128878" y="49393"/>
                    <a:pt x="129243" y="53740"/>
                  </a:cubicBezTo>
                  <a:cubicBezTo>
                    <a:pt x="129516" y="57357"/>
                    <a:pt x="131127" y="66445"/>
                    <a:pt x="134896" y="68238"/>
                  </a:cubicBezTo>
                  <a:cubicBezTo>
                    <a:pt x="139699" y="70549"/>
                    <a:pt x="147359" y="70670"/>
                    <a:pt x="151584" y="75077"/>
                  </a:cubicBezTo>
                  <a:cubicBezTo>
                    <a:pt x="154137" y="77752"/>
                    <a:pt x="154988" y="82068"/>
                    <a:pt x="158514" y="8358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7"/>
            <p:cNvSpPr/>
            <p:nvPr/>
          </p:nvSpPr>
          <p:spPr>
            <a:xfrm>
              <a:off x="2975000" y="45125"/>
              <a:ext cx="3962850" cy="2114050"/>
            </a:xfrm>
            <a:custGeom>
              <a:rect b="b" l="l" r="r" t="t"/>
              <a:pathLst>
                <a:path extrusionOk="0" fill="none" h="84562" w="158514">
                  <a:moveTo>
                    <a:pt x="0" y="15898"/>
                  </a:moveTo>
                  <a:cubicBezTo>
                    <a:pt x="6991" y="17478"/>
                    <a:pt x="14651" y="16809"/>
                    <a:pt x="20700" y="14226"/>
                  </a:cubicBezTo>
                  <a:cubicBezTo>
                    <a:pt x="28511" y="10913"/>
                    <a:pt x="35350" y="3527"/>
                    <a:pt x="44439" y="1551"/>
                  </a:cubicBezTo>
                  <a:cubicBezTo>
                    <a:pt x="51612" y="1"/>
                    <a:pt x="60579" y="2736"/>
                    <a:pt x="63041" y="10214"/>
                  </a:cubicBezTo>
                  <a:cubicBezTo>
                    <a:pt x="65564" y="17934"/>
                    <a:pt x="69515" y="22949"/>
                    <a:pt x="78391" y="22645"/>
                  </a:cubicBezTo>
                  <a:cubicBezTo>
                    <a:pt x="85716" y="22372"/>
                    <a:pt x="93072" y="17417"/>
                    <a:pt x="100488" y="16931"/>
                  </a:cubicBezTo>
                  <a:cubicBezTo>
                    <a:pt x="109273" y="16323"/>
                    <a:pt x="121431" y="18208"/>
                    <a:pt x="125717" y="26536"/>
                  </a:cubicBezTo>
                  <a:cubicBezTo>
                    <a:pt x="128544" y="31946"/>
                    <a:pt x="121036" y="36415"/>
                    <a:pt x="121735" y="41916"/>
                  </a:cubicBezTo>
                  <a:cubicBezTo>
                    <a:pt x="122343" y="46871"/>
                    <a:pt x="129881" y="49971"/>
                    <a:pt x="130276" y="54105"/>
                  </a:cubicBezTo>
                  <a:cubicBezTo>
                    <a:pt x="130641" y="57631"/>
                    <a:pt x="131431" y="66628"/>
                    <a:pt x="135322" y="68664"/>
                  </a:cubicBezTo>
                  <a:cubicBezTo>
                    <a:pt x="140124" y="71157"/>
                    <a:pt x="147632" y="71461"/>
                    <a:pt x="151796" y="75868"/>
                  </a:cubicBezTo>
                  <a:cubicBezTo>
                    <a:pt x="154350" y="78573"/>
                    <a:pt x="155109" y="82859"/>
                    <a:pt x="158514" y="8456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7"/>
            <p:cNvSpPr/>
            <p:nvPr/>
          </p:nvSpPr>
          <p:spPr>
            <a:xfrm>
              <a:off x="2975000" y="20825"/>
              <a:ext cx="3962850" cy="2138350"/>
            </a:xfrm>
            <a:custGeom>
              <a:rect b="b" l="l" r="r" t="t"/>
              <a:pathLst>
                <a:path extrusionOk="0" fill="none" h="85534" w="158514">
                  <a:moveTo>
                    <a:pt x="0" y="16870"/>
                  </a:moveTo>
                  <a:cubicBezTo>
                    <a:pt x="7082" y="18420"/>
                    <a:pt x="14833" y="17629"/>
                    <a:pt x="20912" y="14955"/>
                  </a:cubicBezTo>
                  <a:cubicBezTo>
                    <a:pt x="28876" y="11459"/>
                    <a:pt x="35776" y="3951"/>
                    <a:pt x="45047" y="1702"/>
                  </a:cubicBezTo>
                  <a:cubicBezTo>
                    <a:pt x="52068" y="0"/>
                    <a:pt x="61703" y="2371"/>
                    <a:pt x="64166" y="9818"/>
                  </a:cubicBezTo>
                  <a:cubicBezTo>
                    <a:pt x="66567" y="16991"/>
                    <a:pt x="68877" y="22645"/>
                    <a:pt x="77722" y="22128"/>
                  </a:cubicBezTo>
                  <a:cubicBezTo>
                    <a:pt x="85503" y="21672"/>
                    <a:pt x="93133" y="16961"/>
                    <a:pt x="101127" y="16809"/>
                  </a:cubicBezTo>
                  <a:cubicBezTo>
                    <a:pt x="110063" y="16657"/>
                    <a:pt x="122161" y="18693"/>
                    <a:pt x="126963" y="27083"/>
                  </a:cubicBezTo>
                  <a:cubicBezTo>
                    <a:pt x="130276" y="32858"/>
                    <a:pt x="121705" y="37052"/>
                    <a:pt x="122161" y="42615"/>
                  </a:cubicBezTo>
                  <a:cubicBezTo>
                    <a:pt x="122616" y="47782"/>
                    <a:pt x="130762" y="50518"/>
                    <a:pt x="131279" y="54530"/>
                  </a:cubicBezTo>
                  <a:cubicBezTo>
                    <a:pt x="131735" y="57934"/>
                    <a:pt x="131796" y="66931"/>
                    <a:pt x="135778" y="69089"/>
                  </a:cubicBezTo>
                  <a:cubicBezTo>
                    <a:pt x="140550" y="71703"/>
                    <a:pt x="147936" y="72250"/>
                    <a:pt x="152039" y="76658"/>
                  </a:cubicBezTo>
                  <a:cubicBezTo>
                    <a:pt x="154593" y="79393"/>
                    <a:pt x="155231" y="83649"/>
                    <a:pt x="158514" y="8553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 name="Google Shape;1095;p7"/>
          <p:cNvGrpSpPr/>
          <p:nvPr/>
        </p:nvGrpSpPr>
        <p:grpSpPr>
          <a:xfrm rot="-5400000">
            <a:off x="4036911" y="-1341820"/>
            <a:ext cx="2781299" cy="1048521"/>
            <a:chOff x="493175" y="2102150"/>
            <a:chExt cx="1201425" cy="452925"/>
          </a:xfrm>
        </p:grpSpPr>
        <p:sp>
          <p:nvSpPr>
            <p:cNvPr id="1096" name="Google Shape;1096;p7"/>
            <p:cNvSpPr/>
            <p:nvPr/>
          </p:nvSpPr>
          <p:spPr>
            <a:xfrm>
              <a:off x="1675575" y="2536050"/>
              <a:ext cx="19025" cy="19025"/>
            </a:xfrm>
            <a:custGeom>
              <a:rect b="b" l="l" r="r" t="t"/>
              <a:pathLst>
                <a:path extrusionOk="0" h="761" w="761">
                  <a:moveTo>
                    <a:pt x="365" y="1"/>
                  </a:moveTo>
                  <a:cubicBezTo>
                    <a:pt x="153" y="1"/>
                    <a:pt x="1" y="153"/>
                    <a:pt x="1" y="365"/>
                  </a:cubicBezTo>
                  <a:cubicBezTo>
                    <a:pt x="1" y="578"/>
                    <a:pt x="153"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7"/>
            <p:cNvSpPr/>
            <p:nvPr/>
          </p:nvSpPr>
          <p:spPr>
            <a:xfrm>
              <a:off x="1576800" y="2536050"/>
              <a:ext cx="19000" cy="19025"/>
            </a:xfrm>
            <a:custGeom>
              <a:rect b="b" l="l" r="r" t="t"/>
              <a:pathLst>
                <a:path extrusionOk="0" h="761" w="760">
                  <a:moveTo>
                    <a:pt x="365" y="1"/>
                  </a:moveTo>
                  <a:cubicBezTo>
                    <a:pt x="182" y="1"/>
                    <a:pt x="0" y="153"/>
                    <a:pt x="0" y="365"/>
                  </a:cubicBezTo>
                  <a:cubicBezTo>
                    <a:pt x="0" y="578"/>
                    <a:pt x="182"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7"/>
            <p:cNvSpPr/>
            <p:nvPr/>
          </p:nvSpPr>
          <p:spPr>
            <a:xfrm>
              <a:off x="14780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7"/>
            <p:cNvSpPr/>
            <p:nvPr/>
          </p:nvSpPr>
          <p:spPr>
            <a:xfrm>
              <a:off x="1379975" y="2536050"/>
              <a:ext cx="19025" cy="19025"/>
            </a:xfrm>
            <a:custGeom>
              <a:rect b="b" l="l" r="r" t="t"/>
              <a:pathLst>
                <a:path extrusionOk="0" h="761" w="761">
                  <a:moveTo>
                    <a:pt x="365" y="1"/>
                  </a:moveTo>
                  <a:cubicBezTo>
                    <a:pt x="153" y="1"/>
                    <a:pt x="1" y="153"/>
                    <a:pt x="1" y="365"/>
                  </a:cubicBezTo>
                  <a:cubicBezTo>
                    <a:pt x="1" y="578"/>
                    <a:pt x="153"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7"/>
            <p:cNvSpPr/>
            <p:nvPr/>
          </p:nvSpPr>
          <p:spPr>
            <a:xfrm>
              <a:off x="1281200" y="2536050"/>
              <a:ext cx="19025" cy="19025"/>
            </a:xfrm>
            <a:custGeom>
              <a:rect b="b" l="l" r="r" t="t"/>
              <a:pathLst>
                <a:path extrusionOk="0" h="761" w="761">
                  <a:moveTo>
                    <a:pt x="395" y="1"/>
                  </a:moveTo>
                  <a:cubicBezTo>
                    <a:pt x="183" y="1"/>
                    <a:pt x="0" y="153"/>
                    <a:pt x="0" y="365"/>
                  </a:cubicBezTo>
                  <a:cubicBezTo>
                    <a:pt x="0" y="578"/>
                    <a:pt x="183" y="760"/>
                    <a:pt x="395" y="760"/>
                  </a:cubicBezTo>
                  <a:cubicBezTo>
                    <a:pt x="578" y="760"/>
                    <a:pt x="760" y="578"/>
                    <a:pt x="760" y="365"/>
                  </a:cubicBezTo>
                  <a:cubicBezTo>
                    <a:pt x="760" y="15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7"/>
            <p:cNvSpPr/>
            <p:nvPr/>
          </p:nvSpPr>
          <p:spPr>
            <a:xfrm>
              <a:off x="11824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7"/>
            <p:cNvSpPr/>
            <p:nvPr/>
          </p:nvSpPr>
          <p:spPr>
            <a:xfrm>
              <a:off x="1084375" y="2536050"/>
              <a:ext cx="19025" cy="19025"/>
            </a:xfrm>
            <a:custGeom>
              <a:rect b="b" l="l" r="r" t="t"/>
              <a:pathLst>
                <a:path extrusionOk="0" h="761" w="761">
                  <a:moveTo>
                    <a:pt x="365" y="1"/>
                  </a:moveTo>
                  <a:cubicBezTo>
                    <a:pt x="153" y="1"/>
                    <a:pt x="1" y="153"/>
                    <a:pt x="1" y="365"/>
                  </a:cubicBezTo>
                  <a:cubicBezTo>
                    <a:pt x="1" y="578"/>
                    <a:pt x="153" y="760"/>
                    <a:pt x="365" y="760"/>
                  </a:cubicBezTo>
                  <a:cubicBezTo>
                    <a:pt x="578" y="760"/>
                    <a:pt x="761" y="578"/>
                    <a:pt x="761" y="365"/>
                  </a:cubicBezTo>
                  <a:cubicBezTo>
                    <a:pt x="761"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7"/>
            <p:cNvSpPr/>
            <p:nvPr/>
          </p:nvSpPr>
          <p:spPr>
            <a:xfrm>
              <a:off x="985600" y="2536050"/>
              <a:ext cx="19025" cy="19025"/>
            </a:xfrm>
            <a:custGeom>
              <a:rect b="b" l="l" r="r" t="t"/>
              <a:pathLst>
                <a:path extrusionOk="0" h="761" w="761">
                  <a:moveTo>
                    <a:pt x="365" y="1"/>
                  </a:moveTo>
                  <a:cubicBezTo>
                    <a:pt x="152" y="1"/>
                    <a:pt x="0" y="153"/>
                    <a:pt x="0" y="365"/>
                  </a:cubicBezTo>
                  <a:cubicBezTo>
                    <a:pt x="0" y="578"/>
                    <a:pt x="152"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7"/>
            <p:cNvSpPr/>
            <p:nvPr/>
          </p:nvSpPr>
          <p:spPr>
            <a:xfrm>
              <a:off x="8868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7"/>
            <p:cNvSpPr/>
            <p:nvPr/>
          </p:nvSpPr>
          <p:spPr>
            <a:xfrm>
              <a:off x="788025" y="2536050"/>
              <a:ext cx="19025" cy="19025"/>
            </a:xfrm>
            <a:custGeom>
              <a:rect b="b" l="l" r="r" t="t"/>
              <a:pathLst>
                <a:path extrusionOk="0" h="761" w="761">
                  <a:moveTo>
                    <a:pt x="395" y="1"/>
                  </a:moveTo>
                  <a:cubicBezTo>
                    <a:pt x="183" y="1"/>
                    <a:pt x="0" y="153"/>
                    <a:pt x="0" y="365"/>
                  </a:cubicBezTo>
                  <a:cubicBezTo>
                    <a:pt x="0" y="578"/>
                    <a:pt x="183" y="760"/>
                    <a:pt x="395" y="760"/>
                  </a:cubicBezTo>
                  <a:cubicBezTo>
                    <a:pt x="608" y="760"/>
                    <a:pt x="760" y="578"/>
                    <a:pt x="760" y="365"/>
                  </a:cubicBezTo>
                  <a:cubicBezTo>
                    <a:pt x="760" y="15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7"/>
            <p:cNvSpPr/>
            <p:nvPr/>
          </p:nvSpPr>
          <p:spPr>
            <a:xfrm>
              <a:off x="690000" y="2536050"/>
              <a:ext cx="19025" cy="19025"/>
            </a:xfrm>
            <a:custGeom>
              <a:rect b="b" l="l" r="r" t="t"/>
              <a:pathLst>
                <a:path extrusionOk="0" h="761" w="761">
                  <a:moveTo>
                    <a:pt x="365" y="1"/>
                  </a:moveTo>
                  <a:cubicBezTo>
                    <a:pt x="152" y="1"/>
                    <a:pt x="0" y="153"/>
                    <a:pt x="0" y="365"/>
                  </a:cubicBezTo>
                  <a:cubicBezTo>
                    <a:pt x="0" y="578"/>
                    <a:pt x="152"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7"/>
            <p:cNvSpPr/>
            <p:nvPr/>
          </p:nvSpPr>
          <p:spPr>
            <a:xfrm>
              <a:off x="5912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7"/>
            <p:cNvSpPr/>
            <p:nvPr/>
          </p:nvSpPr>
          <p:spPr>
            <a:xfrm>
              <a:off x="493175" y="2536050"/>
              <a:ext cx="19025" cy="19025"/>
            </a:xfrm>
            <a:custGeom>
              <a:rect b="b" l="l" r="r" t="t"/>
              <a:pathLst>
                <a:path extrusionOk="0" h="761" w="761">
                  <a:moveTo>
                    <a:pt x="366" y="1"/>
                  </a:moveTo>
                  <a:cubicBezTo>
                    <a:pt x="153" y="1"/>
                    <a:pt x="1" y="153"/>
                    <a:pt x="1" y="365"/>
                  </a:cubicBezTo>
                  <a:cubicBezTo>
                    <a:pt x="1" y="578"/>
                    <a:pt x="153" y="760"/>
                    <a:pt x="366" y="760"/>
                  </a:cubicBezTo>
                  <a:cubicBezTo>
                    <a:pt x="578" y="760"/>
                    <a:pt x="761" y="578"/>
                    <a:pt x="761" y="365"/>
                  </a:cubicBezTo>
                  <a:cubicBezTo>
                    <a:pt x="761" y="15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7"/>
            <p:cNvSpPr/>
            <p:nvPr/>
          </p:nvSpPr>
          <p:spPr>
            <a:xfrm>
              <a:off x="1675575" y="2449425"/>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7"/>
            <p:cNvSpPr/>
            <p:nvPr/>
          </p:nvSpPr>
          <p:spPr>
            <a:xfrm>
              <a:off x="1576800" y="2449425"/>
              <a:ext cx="19000" cy="19025"/>
            </a:xfrm>
            <a:custGeom>
              <a:rect b="b" l="l" r="r" t="t"/>
              <a:pathLst>
                <a:path extrusionOk="0" h="761" w="760">
                  <a:moveTo>
                    <a:pt x="365" y="0"/>
                  </a:moveTo>
                  <a:cubicBezTo>
                    <a:pt x="182" y="0"/>
                    <a:pt x="0" y="152"/>
                    <a:pt x="0" y="365"/>
                  </a:cubicBezTo>
                  <a:cubicBezTo>
                    <a:pt x="0" y="578"/>
                    <a:pt x="18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7"/>
            <p:cNvSpPr/>
            <p:nvPr/>
          </p:nvSpPr>
          <p:spPr>
            <a:xfrm>
              <a:off x="14780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7"/>
            <p:cNvSpPr/>
            <p:nvPr/>
          </p:nvSpPr>
          <p:spPr>
            <a:xfrm>
              <a:off x="1379975" y="2449425"/>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7"/>
            <p:cNvSpPr/>
            <p:nvPr/>
          </p:nvSpPr>
          <p:spPr>
            <a:xfrm>
              <a:off x="1281200" y="2449425"/>
              <a:ext cx="19025" cy="19025"/>
            </a:xfrm>
            <a:custGeom>
              <a:rect b="b" l="l" r="r" t="t"/>
              <a:pathLst>
                <a:path extrusionOk="0" h="761" w="761">
                  <a:moveTo>
                    <a:pt x="395" y="0"/>
                  </a:moveTo>
                  <a:cubicBezTo>
                    <a:pt x="183" y="0"/>
                    <a:pt x="0" y="152"/>
                    <a:pt x="0" y="365"/>
                  </a:cubicBezTo>
                  <a:cubicBezTo>
                    <a:pt x="0" y="578"/>
                    <a:pt x="183" y="760"/>
                    <a:pt x="395" y="760"/>
                  </a:cubicBezTo>
                  <a:cubicBezTo>
                    <a:pt x="578" y="760"/>
                    <a:pt x="760" y="578"/>
                    <a:pt x="760" y="365"/>
                  </a:cubicBezTo>
                  <a:cubicBezTo>
                    <a:pt x="760" y="152"/>
                    <a:pt x="57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7"/>
            <p:cNvSpPr/>
            <p:nvPr/>
          </p:nvSpPr>
          <p:spPr>
            <a:xfrm>
              <a:off x="11824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7"/>
            <p:cNvSpPr/>
            <p:nvPr/>
          </p:nvSpPr>
          <p:spPr>
            <a:xfrm>
              <a:off x="1084375" y="2449425"/>
              <a:ext cx="19025" cy="19025"/>
            </a:xfrm>
            <a:custGeom>
              <a:rect b="b" l="l" r="r" t="t"/>
              <a:pathLst>
                <a:path extrusionOk="0" h="761" w="761">
                  <a:moveTo>
                    <a:pt x="365" y="0"/>
                  </a:moveTo>
                  <a:cubicBezTo>
                    <a:pt x="153" y="0"/>
                    <a:pt x="1" y="152"/>
                    <a:pt x="1" y="365"/>
                  </a:cubicBezTo>
                  <a:cubicBezTo>
                    <a:pt x="1" y="578"/>
                    <a:pt x="153" y="760"/>
                    <a:pt x="365" y="760"/>
                  </a:cubicBezTo>
                  <a:cubicBezTo>
                    <a:pt x="578" y="760"/>
                    <a:pt x="761" y="578"/>
                    <a:pt x="761" y="365"/>
                  </a:cubicBezTo>
                  <a:cubicBezTo>
                    <a:pt x="761"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7"/>
            <p:cNvSpPr/>
            <p:nvPr/>
          </p:nvSpPr>
          <p:spPr>
            <a:xfrm>
              <a:off x="985600" y="2449425"/>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7"/>
            <p:cNvSpPr/>
            <p:nvPr/>
          </p:nvSpPr>
          <p:spPr>
            <a:xfrm>
              <a:off x="8868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7"/>
            <p:cNvSpPr/>
            <p:nvPr/>
          </p:nvSpPr>
          <p:spPr>
            <a:xfrm>
              <a:off x="788025" y="2449425"/>
              <a:ext cx="19025" cy="19025"/>
            </a:xfrm>
            <a:custGeom>
              <a:rect b="b" l="l" r="r" t="t"/>
              <a:pathLst>
                <a:path extrusionOk="0" h="761" w="761">
                  <a:moveTo>
                    <a:pt x="395" y="0"/>
                  </a:moveTo>
                  <a:cubicBezTo>
                    <a:pt x="183" y="0"/>
                    <a:pt x="0" y="152"/>
                    <a:pt x="0" y="365"/>
                  </a:cubicBezTo>
                  <a:cubicBezTo>
                    <a:pt x="0" y="578"/>
                    <a:pt x="183" y="760"/>
                    <a:pt x="395" y="760"/>
                  </a:cubicBezTo>
                  <a:cubicBezTo>
                    <a:pt x="608" y="760"/>
                    <a:pt x="760" y="578"/>
                    <a:pt x="760" y="365"/>
                  </a:cubicBezTo>
                  <a:cubicBezTo>
                    <a:pt x="760" y="152"/>
                    <a:pt x="60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7"/>
            <p:cNvSpPr/>
            <p:nvPr/>
          </p:nvSpPr>
          <p:spPr>
            <a:xfrm>
              <a:off x="690000" y="2449425"/>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7"/>
            <p:cNvSpPr/>
            <p:nvPr/>
          </p:nvSpPr>
          <p:spPr>
            <a:xfrm>
              <a:off x="5912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7"/>
            <p:cNvSpPr/>
            <p:nvPr/>
          </p:nvSpPr>
          <p:spPr>
            <a:xfrm>
              <a:off x="493175" y="2449425"/>
              <a:ext cx="19025" cy="19025"/>
            </a:xfrm>
            <a:custGeom>
              <a:rect b="b" l="l" r="r" t="t"/>
              <a:pathLst>
                <a:path extrusionOk="0" h="761" w="761">
                  <a:moveTo>
                    <a:pt x="366" y="0"/>
                  </a:moveTo>
                  <a:cubicBezTo>
                    <a:pt x="153" y="0"/>
                    <a:pt x="1" y="152"/>
                    <a:pt x="1" y="365"/>
                  </a:cubicBezTo>
                  <a:cubicBezTo>
                    <a:pt x="1" y="578"/>
                    <a:pt x="153" y="760"/>
                    <a:pt x="366" y="760"/>
                  </a:cubicBezTo>
                  <a:cubicBezTo>
                    <a:pt x="578" y="760"/>
                    <a:pt x="761" y="578"/>
                    <a:pt x="761" y="365"/>
                  </a:cubicBezTo>
                  <a:cubicBezTo>
                    <a:pt x="761" y="152"/>
                    <a:pt x="578" y="0"/>
                    <a:pt x="36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7"/>
            <p:cNvSpPr/>
            <p:nvPr/>
          </p:nvSpPr>
          <p:spPr>
            <a:xfrm>
              <a:off x="1675575" y="2362800"/>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7"/>
            <p:cNvSpPr/>
            <p:nvPr/>
          </p:nvSpPr>
          <p:spPr>
            <a:xfrm>
              <a:off x="1576800" y="2362800"/>
              <a:ext cx="19000" cy="19025"/>
            </a:xfrm>
            <a:custGeom>
              <a:rect b="b" l="l" r="r" t="t"/>
              <a:pathLst>
                <a:path extrusionOk="0" h="761" w="760">
                  <a:moveTo>
                    <a:pt x="365" y="0"/>
                  </a:moveTo>
                  <a:cubicBezTo>
                    <a:pt x="182" y="0"/>
                    <a:pt x="0" y="152"/>
                    <a:pt x="0" y="365"/>
                  </a:cubicBezTo>
                  <a:cubicBezTo>
                    <a:pt x="0" y="578"/>
                    <a:pt x="18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7"/>
            <p:cNvSpPr/>
            <p:nvPr/>
          </p:nvSpPr>
          <p:spPr>
            <a:xfrm>
              <a:off x="14780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7"/>
            <p:cNvSpPr/>
            <p:nvPr/>
          </p:nvSpPr>
          <p:spPr>
            <a:xfrm>
              <a:off x="1379975" y="2362800"/>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7"/>
            <p:cNvSpPr/>
            <p:nvPr/>
          </p:nvSpPr>
          <p:spPr>
            <a:xfrm>
              <a:off x="1281200" y="2362800"/>
              <a:ext cx="19025" cy="19025"/>
            </a:xfrm>
            <a:custGeom>
              <a:rect b="b" l="l" r="r" t="t"/>
              <a:pathLst>
                <a:path extrusionOk="0" h="761" w="761">
                  <a:moveTo>
                    <a:pt x="395" y="0"/>
                  </a:moveTo>
                  <a:cubicBezTo>
                    <a:pt x="183" y="0"/>
                    <a:pt x="0" y="152"/>
                    <a:pt x="0" y="365"/>
                  </a:cubicBezTo>
                  <a:cubicBezTo>
                    <a:pt x="0" y="578"/>
                    <a:pt x="183" y="760"/>
                    <a:pt x="395" y="760"/>
                  </a:cubicBezTo>
                  <a:cubicBezTo>
                    <a:pt x="578" y="760"/>
                    <a:pt x="760" y="578"/>
                    <a:pt x="760" y="365"/>
                  </a:cubicBezTo>
                  <a:cubicBezTo>
                    <a:pt x="760" y="152"/>
                    <a:pt x="57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7"/>
            <p:cNvSpPr/>
            <p:nvPr/>
          </p:nvSpPr>
          <p:spPr>
            <a:xfrm>
              <a:off x="11824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7"/>
            <p:cNvSpPr/>
            <p:nvPr/>
          </p:nvSpPr>
          <p:spPr>
            <a:xfrm>
              <a:off x="1084375" y="2362800"/>
              <a:ext cx="19025" cy="19025"/>
            </a:xfrm>
            <a:custGeom>
              <a:rect b="b" l="l" r="r" t="t"/>
              <a:pathLst>
                <a:path extrusionOk="0" h="761" w="761">
                  <a:moveTo>
                    <a:pt x="365" y="0"/>
                  </a:moveTo>
                  <a:cubicBezTo>
                    <a:pt x="153" y="0"/>
                    <a:pt x="1" y="152"/>
                    <a:pt x="1" y="365"/>
                  </a:cubicBezTo>
                  <a:cubicBezTo>
                    <a:pt x="1" y="578"/>
                    <a:pt x="153" y="760"/>
                    <a:pt x="365" y="760"/>
                  </a:cubicBezTo>
                  <a:cubicBezTo>
                    <a:pt x="578" y="760"/>
                    <a:pt x="761" y="578"/>
                    <a:pt x="761" y="365"/>
                  </a:cubicBezTo>
                  <a:cubicBezTo>
                    <a:pt x="761"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7"/>
            <p:cNvSpPr/>
            <p:nvPr/>
          </p:nvSpPr>
          <p:spPr>
            <a:xfrm>
              <a:off x="985600" y="2362800"/>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7"/>
            <p:cNvSpPr/>
            <p:nvPr/>
          </p:nvSpPr>
          <p:spPr>
            <a:xfrm>
              <a:off x="8868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7"/>
            <p:cNvSpPr/>
            <p:nvPr/>
          </p:nvSpPr>
          <p:spPr>
            <a:xfrm>
              <a:off x="788025" y="2362800"/>
              <a:ext cx="19025" cy="19025"/>
            </a:xfrm>
            <a:custGeom>
              <a:rect b="b" l="l" r="r" t="t"/>
              <a:pathLst>
                <a:path extrusionOk="0" h="761" w="761">
                  <a:moveTo>
                    <a:pt x="395" y="0"/>
                  </a:moveTo>
                  <a:cubicBezTo>
                    <a:pt x="183" y="0"/>
                    <a:pt x="0" y="152"/>
                    <a:pt x="0" y="365"/>
                  </a:cubicBezTo>
                  <a:cubicBezTo>
                    <a:pt x="0" y="578"/>
                    <a:pt x="183" y="760"/>
                    <a:pt x="395" y="760"/>
                  </a:cubicBezTo>
                  <a:cubicBezTo>
                    <a:pt x="608" y="760"/>
                    <a:pt x="760" y="578"/>
                    <a:pt x="760" y="365"/>
                  </a:cubicBezTo>
                  <a:cubicBezTo>
                    <a:pt x="760" y="152"/>
                    <a:pt x="60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7"/>
            <p:cNvSpPr/>
            <p:nvPr/>
          </p:nvSpPr>
          <p:spPr>
            <a:xfrm>
              <a:off x="690000" y="2362800"/>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7"/>
            <p:cNvSpPr/>
            <p:nvPr/>
          </p:nvSpPr>
          <p:spPr>
            <a:xfrm>
              <a:off x="5912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7"/>
            <p:cNvSpPr/>
            <p:nvPr/>
          </p:nvSpPr>
          <p:spPr>
            <a:xfrm>
              <a:off x="493175" y="2362800"/>
              <a:ext cx="19025" cy="19025"/>
            </a:xfrm>
            <a:custGeom>
              <a:rect b="b" l="l" r="r" t="t"/>
              <a:pathLst>
                <a:path extrusionOk="0" h="761" w="761">
                  <a:moveTo>
                    <a:pt x="366" y="0"/>
                  </a:moveTo>
                  <a:cubicBezTo>
                    <a:pt x="153" y="0"/>
                    <a:pt x="1" y="152"/>
                    <a:pt x="1" y="365"/>
                  </a:cubicBezTo>
                  <a:cubicBezTo>
                    <a:pt x="1" y="578"/>
                    <a:pt x="153" y="760"/>
                    <a:pt x="366" y="760"/>
                  </a:cubicBezTo>
                  <a:cubicBezTo>
                    <a:pt x="578" y="760"/>
                    <a:pt x="761" y="578"/>
                    <a:pt x="761" y="365"/>
                  </a:cubicBezTo>
                  <a:cubicBezTo>
                    <a:pt x="761" y="152"/>
                    <a:pt x="578" y="0"/>
                    <a:pt x="36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7"/>
            <p:cNvSpPr/>
            <p:nvPr/>
          </p:nvSpPr>
          <p:spPr>
            <a:xfrm>
              <a:off x="1675575" y="227540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7"/>
            <p:cNvSpPr/>
            <p:nvPr/>
          </p:nvSpPr>
          <p:spPr>
            <a:xfrm>
              <a:off x="1576800" y="2275400"/>
              <a:ext cx="19000" cy="19025"/>
            </a:xfrm>
            <a:custGeom>
              <a:rect b="b" l="l" r="r" t="t"/>
              <a:pathLst>
                <a:path extrusionOk="0" h="761" w="760">
                  <a:moveTo>
                    <a:pt x="365" y="1"/>
                  </a:moveTo>
                  <a:cubicBezTo>
                    <a:pt x="182" y="1"/>
                    <a:pt x="0" y="183"/>
                    <a:pt x="0" y="396"/>
                  </a:cubicBezTo>
                  <a:cubicBezTo>
                    <a:pt x="0" y="609"/>
                    <a:pt x="18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7"/>
            <p:cNvSpPr/>
            <p:nvPr/>
          </p:nvSpPr>
          <p:spPr>
            <a:xfrm>
              <a:off x="14780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7"/>
            <p:cNvSpPr/>
            <p:nvPr/>
          </p:nvSpPr>
          <p:spPr>
            <a:xfrm>
              <a:off x="1379975" y="227540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7"/>
            <p:cNvSpPr/>
            <p:nvPr/>
          </p:nvSpPr>
          <p:spPr>
            <a:xfrm>
              <a:off x="1281200" y="2275400"/>
              <a:ext cx="19025" cy="19025"/>
            </a:xfrm>
            <a:custGeom>
              <a:rect b="b" l="l" r="r" t="t"/>
              <a:pathLst>
                <a:path extrusionOk="0" h="761" w="761">
                  <a:moveTo>
                    <a:pt x="395" y="1"/>
                  </a:moveTo>
                  <a:cubicBezTo>
                    <a:pt x="183" y="1"/>
                    <a:pt x="0" y="183"/>
                    <a:pt x="0" y="396"/>
                  </a:cubicBezTo>
                  <a:cubicBezTo>
                    <a:pt x="0" y="609"/>
                    <a:pt x="183" y="761"/>
                    <a:pt x="395" y="761"/>
                  </a:cubicBezTo>
                  <a:cubicBezTo>
                    <a:pt x="578" y="761"/>
                    <a:pt x="760" y="609"/>
                    <a:pt x="760" y="396"/>
                  </a:cubicBezTo>
                  <a:cubicBezTo>
                    <a:pt x="760" y="18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7"/>
            <p:cNvSpPr/>
            <p:nvPr/>
          </p:nvSpPr>
          <p:spPr>
            <a:xfrm>
              <a:off x="11824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7"/>
            <p:cNvSpPr/>
            <p:nvPr/>
          </p:nvSpPr>
          <p:spPr>
            <a:xfrm>
              <a:off x="1084375" y="227540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1" y="609"/>
                    <a:pt x="761" y="396"/>
                  </a:cubicBezTo>
                  <a:cubicBezTo>
                    <a:pt x="761"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7"/>
            <p:cNvSpPr/>
            <p:nvPr/>
          </p:nvSpPr>
          <p:spPr>
            <a:xfrm>
              <a:off x="985600" y="227540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7"/>
            <p:cNvSpPr/>
            <p:nvPr/>
          </p:nvSpPr>
          <p:spPr>
            <a:xfrm>
              <a:off x="8868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7"/>
            <p:cNvSpPr/>
            <p:nvPr/>
          </p:nvSpPr>
          <p:spPr>
            <a:xfrm>
              <a:off x="788025" y="2275400"/>
              <a:ext cx="19025" cy="19025"/>
            </a:xfrm>
            <a:custGeom>
              <a:rect b="b" l="l" r="r" t="t"/>
              <a:pathLst>
                <a:path extrusionOk="0" h="761" w="761">
                  <a:moveTo>
                    <a:pt x="395" y="1"/>
                  </a:moveTo>
                  <a:cubicBezTo>
                    <a:pt x="183" y="1"/>
                    <a:pt x="0" y="183"/>
                    <a:pt x="0" y="396"/>
                  </a:cubicBezTo>
                  <a:cubicBezTo>
                    <a:pt x="0" y="609"/>
                    <a:pt x="183" y="761"/>
                    <a:pt x="395" y="761"/>
                  </a:cubicBezTo>
                  <a:cubicBezTo>
                    <a:pt x="608" y="761"/>
                    <a:pt x="760" y="609"/>
                    <a:pt x="760" y="396"/>
                  </a:cubicBezTo>
                  <a:cubicBezTo>
                    <a:pt x="760" y="18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7"/>
            <p:cNvSpPr/>
            <p:nvPr/>
          </p:nvSpPr>
          <p:spPr>
            <a:xfrm>
              <a:off x="690000" y="227540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7"/>
            <p:cNvSpPr/>
            <p:nvPr/>
          </p:nvSpPr>
          <p:spPr>
            <a:xfrm>
              <a:off x="5912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7"/>
            <p:cNvSpPr/>
            <p:nvPr/>
          </p:nvSpPr>
          <p:spPr>
            <a:xfrm>
              <a:off x="493175" y="2275400"/>
              <a:ext cx="19025" cy="19025"/>
            </a:xfrm>
            <a:custGeom>
              <a:rect b="b" l="l" r="r" t="t"/>
              <a:pathLst>
                <a:path extrusionOk="0" h="761" w="761">
                  <a:moveTo>
                    <a:pt x="366" y="1"/>
                  </a:moveTo>
                  <a:cubicBezTo>
                    <a:pt x="153" y="1"/>
                    <a:pt x="1" y="183"/>
                    <a:pt x="1" y="396"/>
                  </a:cubicBezTo>
                  <a:cubicBezTo>
                    <a:pt x="1" y="609"/>
                    <a:pt x="153" y="761"/>
                    <a:pt x="366" y="761"/>
                  </a:cubicBezTo>
                  <a:cubicBezTo>
                    <a:pt x="578" y="761"/>
                    <a:pt x="761" y="609"/>
                    <a:pt x="761" y="396"/>
                  </a:cubicBezTo>
                  <a:cubicBezTo>
                    <a:pt x="761" y="18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7"/>
            <p:cNvSpPr/>
            <p:nvPr/>
          </p:nvSpPr>
          <p:spPr>
            <a:xfrm>
              <a:off x="1675575" y="2188775"/>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7"/>
            <p:cNvSpPr/>
            <p:nvPr/>
          </p:nvSpPr>
          <p:spPr>
            <a:xfrm>
              <a:off x="1576800" y="2188775"/>
              <a:ext cx="19000" cy="19025"/>
            </a:xfrm>
            <a:custGeom>
              <a:rect b="b" l="l" r="r" t="t"/>
              <a:pathLst>
                <a:path extrusionOk="0" h="761" w="760">
                  <a:moveTo>
                    <a:pt x="365" y="1"/>
                  </a:moveTo>
                  <a:cubicBezTo>
                    <a:pt x="182" y="1"/>
                    <a:pt x="0" y="183"/>
                    <a:pt x="0" y="396"/>
                  </a:cubicBezTo>
                  <a:cubicBezTo>
                    <a:pt x="0" y="609"/>
                    <a:pt x="18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7"/>
            <p:cNvSpPr/>
            <p:nvPr/>
          </p:nvSpPr>
          <p:spPr>
            <a:xfrm>
              <a:off x="14780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7"/>
            <p:cNvSpPr/>
            <p:nvPr/>
          </p:nvSpPr>
          <p:spPr>
            <a:xfrm>
              <a:off x="1379975" y="2188775"/>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7"/>
            <p:cNvSpPr/>
            <p:nvPr/>
          </p:nvSpPr>
          <p:spPr>
            <a:xfrm>
              <a:off x="1281200" y="2188775"/>
              <a:ext cx="19025" cy="19025"/>
            </a:xfrm>
            <a:custGeom>
              <a:rect b="b" l="l" r="r" t="t"/>
              <a:pathLst>
                <a:path extrusionOk="0" h="761" w="761">
                  <a:moveTo>
                    <a:pt x="395" y="1"/>
                  </a:moveTo>
                  <a:cubicBezTo>
                    <a:pt x="183" y="1"/>
                    <a:pt x="0" y="183"/>
                    <a:pt x="0" y="396"/>
                  </a:cubicBezTo>
                  <a:cubicBezTo>
                    <a:pt x="0" y="609"/>
                    <a:pt x="183" y="761"/>
                    <a:pt x="395" y="761"/>
                  </a:cubicBezTo>
                  <a:cubicBezTo>
                    <a:pt x="578" y="761"/>
                    <a:pt x="760" y="609"/>
                    <a:pt x="760" y="396"/>
                  </a:cubicBezTo>
                  <a:cubicBezTo>
                    <a:pt x="760" y="18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7"/>
            <p:cNvSpPr/>
            <p:nvPr/>
          </p:nvSpPr>
          <p:spPr>
            <a:xfrm>
              <a:off x="11824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7"/>
            <p:cNvSpPr/>
            <p:nvPr/>
          </p:nvSpPr>
          <p:spPr>
            <a:xfrm>
              <a:off x="1084375" y="2188775"/>
              <a:ext cx="19025" cy="19025"/>
            </a:xfrm>
            <a:custGeom>
              <a:rect b="b" l="l" r="r" t="t"/>
              <a:pathLst>
                <a:path extrusionOk="0" h="761" w="761">
                  <a:moveTo>
                    <a:pt x="365" y="1"/>
                  </a:moveTo>
                  <a:cubicBezTo>
                    <a:pt x="153" y="1"/>
                    <a:pt x="1" y="183"/>
                    <a:pt x="1" y="396"/>
                  </a:cubicBezTo>
                  <a:cubicBezTo>
                    <a:pt x="1" y="609"/>
                    <a:pt x="153" y="761"/>
                    <a:pt x="365" y="761"/>
                  </a:cubicBezTo>
                  <a:cubicBezTo>
                    <a:pt x="578" y="761"/>
                    <a:pt x="761" y="609"/>
                    <a:pt x="761" y="396"/>
                  </a:cubicBezTo>
                  <a:cubicBezTo>
                    <a:pt x="761"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7"/>
            <p:cNvSpPr/>
            <p:nvPr/>
          </p:nvSpPr>
          <p:spPr>
            <a:xfrm>
              <a:off x="985600" y="2188775"/>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7"/>
            <p:cNvSpPr/>
            <p:nvPr/>
          </p:nvSpPr>
          <p:spPr>
            <a:xfrm>
              <a:off x="8868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7"/>
            <p:cNvSpPr/>
            <p:nvPr/>
          </p:nvSpPr>
          <p:spPr>
            <a:xfrm>
              <a:off x="788025" y="2188775"/>
              <a:ext cx="19025" cy="19025"/>
            </a:xfrm>
            <a:custGeom>
              <a:rect b="b" l="l" r="r" t="t"/>
              <a:pathLst>
                <a:path extrusionOk="0" h="761" w="761">
                  <a:moveTo>
                    <a:pt x="395" y="1"/>
                  </a:moveTo>
                  <a:cubicBezTo>
                    <a:pt x="183" y="1"/>
                    <a:pt x="0" y="183"/>
                    <a:pt x="0" y="396"/>
                  </a:cubicBezTo>
                  <a:cubicBezTo>
                    <a:pt x="0" y="609"/>
                    <a:pt x="183" y="761"/>
                    <a:pt x="395" y="761"/>
                  </a:cubicBezTo>
                  <a:cubicBezTo>
                    <a:pt x="608" y="761"/>
                    <a:pt x="760" y="609"/>
                    <a:pt x="760" y="396"/>
                  </a:cubicBezTo>
                  <a:cubicBezTo>
                    <a:pt x="760" y="18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7"/>
            <p:cNvSpPr/>
            <p:nvPr/>
          </p:nvSpPr>
          <p:spPr>
            <a:xfrm>
              <a:off x="690000" y="2188775"/>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7"/>
            <p:cNvSpPr/>
            <p:nvPr/>
          </p:nvSpPr>
          <p:spPr>
            <a:xfrm>
              <a:off x="5912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7"/>
            <p:cNvSpPr/>
            <p:nvPr/>
          </p:nvSpPr>
          <p:spPr>
            <a:xfrm>
              <a:off x="493175" y="2188775"/>
              <a:ext cx="19025" cy="19025"/>
            </a:xfrm>
            <a:custGeom>
              <a:rect b="b" l="l" r="r" t="t"/>
              <a:pathLst>
                <a:path extrusionOk="0" h="761" w="761">
                  <a:moveTo>
                    <a:pt x="366" y="1"/>
                  </a:moveTo>
                  <a:cubicBezTo>
                    <a:pt x="153" y="1"/>
                    <a:pt x="1" y="183"/>
                    <a:pt x="1" y="396"/>
                  </a:cubicBezTo>
                  <a:cubicBezTo>
                    <a:pt x="1" y="609"/>
                    <a:pt x="153" y="761"/>
                    <a:pt x="366" y="761"/>
                  </a:cubicBezTo>
                  <a:cubicBezTo>
                    <a:pt x="578" y="761"/>
                    <a:pt x="761" y="609"/>
                    <a:pt x="761" y="396"/>
                  </a:cubicBezTo>
                  <a:cubicBezTo>
                    <a:pt x="761" y="18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7"/>
            <p:cNvSpPr/>
            <p:nvPr/>
          </p:nvSpPr>
          <p:spPr>
            <a:xfrm>
              <a:off x="1675575" y="210215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7"/>
            <p:cNvSpPr/>
            <p:nvPr/>
          </p:nvSpPr>
          <p:spPr>
            <a:xfrm>
              <a:off x="1576800" y="2102150"/>
              <a:ext cx="19000" cy="19025"/>
            </a:xfrm>
            <a:custGeom>
              <a:rect b="b" l="l" r="r" t="t"/>
              <a:pathLst>
                <a:path extrusionOk="0" h="761" w="760">
                  <a:moveTo>
                    <a:pt x="365" y="1"/>
                  </a:moveTo>
                  <a:cubicBezTo>
                    <a:pt x="182" y="1"/>
                    <a:pt x="0" y="183"/>
                    <a:pt x="0" y="396"/>
                  </a:cubicBezTo>
                  <a:cubicBezTo>
                    <a:pt x="0" y="609"/>
                    <a:pt x="18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7"/>
            <p:cNvSpPr/>
            <p:nvPr/>
          </p:nvSpPr>
          <p:spPr>
            <a:xfrm>
              <a:off x="14780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7"/>
            <p:cNvSpPr/>
            <p:nvPr/>
          </p:nvSpPr>
          <p:spPr>
            <a:xfrm>
              <a:off x="1379975" y="210215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7"/>
            <p:cNvSpPr/>
            <p:nvPr/>
          </p:nvSpPr>
          <p:spPr>
            <a:xfrm>
              <a:off x="1281200" y="2102150"/>
              <a:ext cx="19025" cy="19025"/>
            </a:xfrm>
            <a:custGeom>
              <a:rect b="b" l="l" r="r" t="t"/>
              <a:pathLst>
                <a:path extrusionOk="0" h="761" w="761">
                  <a:moveTo>
                    <a:pt x="395" y="1"/>
                  </a:moveTo>
                  <a:cubicBezTo>
                    <a:pt x="183" y="1"/>
                    <a:pt x="0" y="183"/>
                    <a:pt x="0" y="396"/>
                  </a:cubicBezTo>
                  <a:cubicBezTo>
                    <a:pt x="0" y="609"/>
                    <a:pt x="183" y="761"/>
                    <a:pt x="395" y="761"/>
                  </a:cubicBezTo>
                  <a:cubicBezTo>
                    <a:pt x="578" y="761"/>
                    <a:pt x="760" y="609"/>
                    <a:pt x="760" y="396"/>
                  </a:cubicBezTo>
                  <a:cubicBezTo>
                    <a:pt x="760" y="18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7"/>
            <p:cNvSpPr/>
            <p:nvPr/>
          </p:nvSpPr>
          <p:spPr>
            <a:xfrm>
              <a:off x="11824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7"/>
            <p:cNvSpPr/>
            <p:nvPr/>
          </p:nvSpPr>
          <p:spPr>
            <a:xfrm>
              <a:off x="1084375" y="210215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1" y="609"/>
                    <a:pt x="761" y="396"/>
                  </a:cubicBezTo>
                  <a:cubicBezTo>
                    <a:pt x="761"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7"/>
            <p:cNvSpPr/>
            <p:nvPr/>
          </p:nvSpPr>
          <p:spPr>
            <a:xfrm>
              <a:off x="985600" y="210215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7"/>
            <p:cNvSpPr/>
            <p:nvPr/>
          </p:nvSpPr>
          <p:spPr>
            <a:xfrm>
              <a:off x="8868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7"/>
            <p:cNvSpPr/>
            <p:nvPr/>
          </p:nvSpPr>
          <p:spPr>
            <a:xfrm>
              <a:off x="788025" y="2102150"/>
              <a:ext cx="19025" cy="19025"/>
            </a:xfrm>
            <a:custGeom>
              <a:rect b="b" l="l" r="r" t="t"/>
              <a:pathLst>
                <a:path extrusionOk="0" h="761" w="761">
                  <a:moveTo>
                    <a:pt x="395" y="1"/>
                  </a:moveTo>
                  <a:cubicBezTo>
                    <a:pt x="183" y="1"/>
                    <a:pt x="0" y="183"/>
                    <a:pt x="0" y="396"/>
                  </a:cubicBezTo>
                  <a:cubicBezTo>
                    <a:pt x="0" y="609"/>
                    <a:pt x="183" y="761"/>
                    <a:pt x="395" y="761"/>
                  </a:cubicBezTo>
                  <a:cubicBezTo>
                    <a:pt x="608" y="761"/>
                    <a:pt x="760" y="609"/>
                    <a:pt x="760" y="396"/>
                  </a:cubicBezTo>
                  <a:cubicBezTo>
                    <a:pt x="760" y="18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7"/>
            <p:cNvSpPr/>
            <p:nvPr/>
          </p:nvSpPr>
          <p:spPr>
            <a:xfrm>
              <a:off x="690000" y="210215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7"/>
            <p:cNvSpPr/>
            <p:nvPr/>
          </p:nvSpPr>
          <p:spPr>
            <a:xfrm>
              <a:off x="5912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7"/>
            <p:cNvSpPr/>
            <p:nvPr/>
          </p:nvSpPr>
          <p:spPr>
            <a:xfrm>
              <a:off x="493175" y="2102150"/>
              <a:ext cx="19025" cy="19025"/>
            </a:xfrm>
            <a:custGeom>
              <a:rect b="b" l="l" r="r" t="t"/>
              <a:pathLst>
                <a:path extrusionOk="0" h="761" w="761">
                  <a:moveTo>
                    <a:pt x="366" y="1"/>
                  </a:moveTo>
                  <a:cubicBezTo>
                    <a:pt x="153" y="1"/>
                    <a:pt x="1" y="183"/>
                    <a:pt x="1" y="396"/>
                  </a:cubicBezTo>
                  <a:cubicBezTo>
                    <a:pt x="1" y="609"/>
                    <a:pt x="153" y="761"/>
                    <a:pt x="366" y="761"/>
                  </a:cubicBezTo>
                  <a:cubicBezTo>
                    <a:pt x="578" y="761"/>
                    <a:pt x="761" y="609"/>
                    <a:pt x="761" y="396"/>
                  </a:cubicBezTo>
                  <a:cubicBezTo>
                    <a:pt x="761" y="18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 name="Google Shape;1174;p7"/>
          <p:cNvGrpSpPr/>
          <p:nvPr/>
        </p:nvGrpSpPr>
        <p:grpSpPr>
          <a:xfrm>
            <a:off x="3429700" y="383023"/>
            <a:ext cx="343544" cy="303975"/>
            <a:chOff x="4190100" y="580273"/>
            <a:chExt cx="343544" cy="303975"/>
          </a:xfrm>
        </p:grpSpPr>
        <p:sp>
          <p:nvSpPr>
            <p:cNvPr id="1175" name="Google Shape;1175;p7"/>
            <p:cNvSpPr/>
            <p:nvPr/>
          </p:nvSpPr>
          <p:spPr>
            <a:xfrm>
              <a:off x="4190100" y="636888"/>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7"/>
            <p:cNvSpPr/>
            <p:nvPr/>
          </p:nvSpPr>
          <p:spPr>
            <a:xfrm flipH="1" rot="5400000">
              <a:off x="4305644" y="656248"/>
              <a:ext cx="303975" cy="152025"/>
            </a:xfrm>
            <a:custGeom>
              <a:rect b="b" l="l" r="r" t="t"/>
              <a:pathLst>
                <a:path extrusionOk="0" fill="none" h="6081" w="12159">
                  <a:moveTo>
                    <a:pt x="0" y="6080"/>
                  </a:moveTo>
                  <a:cubicBezTo>
                    <a:pt x="0" y="2737"/>
                    <a:pt x="2736" y="1"/>
                    <a:pt x="6079" y="1"/>
                  </a:cubicBezTo>
                  <a:cubicBezTo>
                    <a:pt x="9453" y="1"/>
                    <a:pt x="12158" y="2737"/>
                    <a:pt x="12158" y="6080"/>
                  </a:cubicBezTo>
                </a:path>
              </a:pathLst>
            </a:custGeom>
            <a:noFill/>
            <a:ln cap="flat" cmpd="sng" w="57000">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 name="Google Shape;1177;p7"/>
          <p:cNvGrpSpPr/>
          <p:nvPr/>
        </p:nvGrpSpPr>
        <p:grpSpPr>
          <a:xfrm rot="10800000">
            <a:off x="2328441" y="4017502"/>
            <a:ext cx="702175" cy="1850350"/>
            <a:chOff x="6601575" y="3455900"/>
            <a:chExt cx="702175" cy="1850350"/>
          </a:xfrm>
        </p:grpSpPr>
        <p:sp>
          <p:nvSpPr>
            <p:cNvPr id="1178" name="Google Shape;1178;p7"/>
            <p:cNvSpPr/>
            <p:nvPr/>
          </p:nvSpPr>
          <p:spPr>
            <a:xfrm>
              <a:off x="6601575" y="5187675"/>
              <a:ext cx="118575" cy="118575"/>
            </a:xfrm>
            <a:custGeom>
              <a:rect b="b" l="l" r="r" t="t"/>
              <a:pathLst>
                <a:path extrusionOk="0" h="4743" w="4743">
                  <a:moveTo>
                    <a:pt x="1885" y="1"/>
                  </a:moveTo>
                  <a:lnTo>
                    <a:pt x="1885" y="1885"/>
                  </a:lnTo>
                  <a:lnTo>
                    <a:pt x="1" y="1885"/>
                  </a:lnTo>
                  <a:lnTo>
                    <a:pt x="1"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7"/>
            <p:cNvSpPr/>
            <p:nvPr/>
          </p:nvSpPr>
          <p:spPr>
            <a:xfrm>
              <a:off x="6601575" y="4994675"/>
              <a:ext cx="118575" cy="119325"/>
            </a:xfrm>
            <a:custGeom>
              <a:rect b="b" l="l" r="r" t="t"/>
              <a:pathLst>
                <a:path extrusionOk="0" h="4773" w="4743">
                  <a:moveTo>
                    <a:pt x="1885" y="0"/>
                  </a:moveTo>
                  <a:lnTo>
                    <a:pt x="1885" y="1915"/>
                  </a:lnTo>
                  <a:lnTo>
                    <a:pt x="1" y="1915"/>
                  </a:lnTo>
                  <a:lnTo>
                    <a:pt x="1" y="2858"/>
                  </a:lnTo>
                  <a:lnTo>
                    <a:pt x="1885" y="2858"/>
                  </a:lnTo>
                  <a:lnTo>
                    <a:pt x="1885" y="4772"/>
                  </a:lnTo>
                  <a:lnTo>
                    <a:pt x="2827" y="4772"/>
                  </a:lnTo>
                  <a:lnTo>
                    <a:pt x="2827" y="2858"/>
                  </a:lnTo>
                  <a:lnTo>
                    <a:pt x="4742" y="2858"/>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7"/>
            <p:cNvSpPr/>
            <p:nvPr/>
          </p:nvSpPr>
          <p:spPr>
            <a:xfrm>
              <a:off x="6601575" y="4802425"/>
              <a:ext cx="118575" cy="119325"/>
            </a:xfrm>
            <a:custGeom>
              <a:rect b="b" l="l" r="r" t="t"/>
              <a:pathLst>
                <a:path extrusionOk="0" h="4773" w="4743">
                  <a:moveTo>
                    <a:pt x="1885" y="0"/>
                  </a:moveTo>
                  <a:lnTo>
                    <a:pt x="1885" y="1915"/>
                  </a:lnTo>
                  <a:lnTo>
                    <a:pt x="1" y="1915"/>
                  </a:lnTo>
                  <a:lnTo>
                    <a:pt x="1" y="2857"/>
                  </a:lnTo>
                  <a:lnTo>
                    <a:pt x="1885" y="2857"/>
                  </a:lnTo>
                  <a:lnTo>
                    <a:pt x="1885" y="4772"/>
                  </a:lnTo>
                  <a:lnTo>
                    <a:pt x="2827" y="477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7"/>
            <p:cNvSpPr/>
            <p:nvPr/>
          </p:nvSpPr>
          <p:spPr>
            <a:xfrm>
              <a:off x="6601575" y="4610175"/>
              <a:ext cx="118575" cy="118550"/>
            </a:xfrm>
            <a:custGeom>
              <a:rect b="b" l="l" r="r" t="t"/>
              <a:pathLst>
                <a:path extrusionOk="0" h="4742" w="4743">
                  <a:moveTo>
                    <a:pt x="1885" y="0"/>
                  </a:moveTo>
                  <a:lnTo>
                    <a:pt x="1885" y="1915"/>
                  </a:lnTo>
                  <a:lnTo>
                    <a:pt x="1" y="1915"/>
                  </a:lnTo>
                  <a:lnTo>
                    <a:pt x="1" y="2857"/>
                  </a:lnTo>
                  <a:lnTo>
                    <a:pt x="1885" y="2857"/>
                  </a:lnTo>
                  <a:lnTo>
                    <a:pt x="1885" y="4742"/>
                  </a:lnTo>
                  <a:lnTo>
                    <a:pt x="2827" y="474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7"/>
            <p:cNvSpPr/>
            <p:nvPr/>
          </p:nvSpPr>
          <p:spPr>
            <a:xfrm>
              <a:off x="6601575" y="4417925"/>
              <a:ext cx="118575" cy="118550"/>
            </a:xfrm>
            <a:custGeom>
              <a:rect b="b" l="l" r="r" t="t"/>
              <a:pathLst>
                <a:path extrusionOk="0" h="4742" w="4743">
                  <a:moveTo>
                    <a:pt x="1885" y="0"/>
                  </a:moveTo>
                  <a:lnTo>
                    <a:pt x="1885" y="1915"/>
                  </a:lnTo>
                  <a:lnTo>
                    <a:pt x="1" y="1915"/>
                  </a:lnTo>
                  <a:lnTo>
                    <a:pt x="1" y="2857"/>
                  </a:lnTo>
                  <a:lnTo>
                    <a:pt x="1885" y="2857"/>
                  </a:lnTo>
                  <a:lnTo>
                    <a:pt x="1885" y="4742"/>
                  </a:lnTo>
                  <a:lnTo>
                    <a:pt x="2827" y="474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7"/>
            <p:cNvSpPr/>
            <p:nvPr/>
          </p:nvSpPr>
          <p:spPr>
            <a:xfrm>
              <a:off x="6601575" y="4225675"/>
              <a:ext cx="118575" cy="118550"/>
            </a:xfrm>
            <a:custGeom>
              <a:rect b="b" l="l" r="r" t="t"/>
              <a:pathLst>
                <a:path extrusionOk="0" h="4742" w="4743">
                  <a:moveTo>
                    <a:pt x="1885" y="0"/>
                  </a:moveTo>
                  <a:lnTo>
                    <a:pt x="1885" y="1885"/>
                  </a:lnTo>
                  <a:lnTo>
                    <a:pt x="1" y="1885"/>
                  </a:lnTo>
                  <a:lnTo>
                    <a:pt x="1" y="2857"/>
                  </a:lnTo>
                  <a:lnTo>
                    <a:pt x="1885" y="2857"/>
                  </a:lnTo>
                  <a:lnTo>
                    <a:pt x="1885" y="4742"/>
                  </a:lnTo>
                  <a:lnTo>
                    <a:pt x="2827" y="4742"/>
                  </a:lnTo>
                  <a:lnTo>
                    <a:pt x="2827" y="2857"/>
                  </a:lnTo>
                  <a:lnTo>
                    <a:pt x="4742" y="2857"/>
                  </a:lnTo>
                  <a:lnTo>
                    <a:pt x="4742" y="1885"/>
                  </a:lnTo>
                  <a:lnTo>
                    <a:pt x="2827" y="188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7"/>
            <p:cNvSpPr/>
            <p:nvPr/>
          </p:nvSpPr>
          <p:spPr>
            <a:xfrm>
              <a:off x="6601575" y="4033400"/>
              <a:ext cx="118575" cy="118575"/>
            </a:xfrm>
            <a:custGeom>
              <a:rect b="b" l="l" r="r" t="t"/>
              <a:pathLst>
                <a:path extrusionOk="0" h="4743" w="4743">
                  <a:moveTo>
                    <a:pt x="1885" y="1"/>
                  </a:moveTo>
                  <a:lnTo>
                    <a:pt x="1885" y="1885"/>
                  </a:lnTo>
                  <a:lnTo>
                    <a:pt x="1" y="1885"/>
                  </a:lnTo>
                  <a:lnTo>
                    <a:pt x="1"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7"/>
            <p:cNvSpPr/>
            <p:nvPr/>
          </p:nvSpPr>
          <p:spPr>
            <a:xfrm>
              <a:off x="6601575" y="3841150"/>
              <a:ext cx="118575" cy="118575"/>
            </a:xfrm>
            <a:custGeom>
              <a:rect b="b" l="l" r="r" t="t"/>
              <a:pathLst>
                <a:path extrusionOk="0" h="4743" w="4743">
                  <a:moveTo>
                    <a:pt x="1885" y="1"/>
                  </a:moveTo>
                  <a:lnTo>
                    <a:pt x="1885" y="1885"/>
                  </a:lnTo>
                  <a:lnTo>
                    <a:pt x="1" y="1885"/>
                  </a:lnTo>
                  <a:lnTo>
                    <a:pt x="1"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7"/>
            <p:cNvSpPr/>
            <p:nvPr/>
          </p:nvSpPr>
          <p:spPr>
            <a:xfrm>
              <a:off x="6601575" y="3648900"/>
              <a:ext cx="118575" cy="118575"/>
            </a:xfrm>
            <a:custGeom>
              <a:rect b="b" l="l" r="r" t="t"/>
              <a:pathLst>
                <a:path extrusionOk="0" h="4743" w="4743">
                  <a:moveTo>
                    <a:pt x="1885" y="1"/>
                  </a:moveTo>
                  <a:lnTo>
                    <a:pt x="1885" y="1885"/>
                  </a:lnTo>
                  <a:lnTo>
                    <a:pt x="1" y="1885"/>
                  </a:lnTo>
                  <a:lnTo>
                    <a:pt x="1" y="2828"/>
                  </a:lnTo>
                  <a:lnTo>
                    <a:pt x="1885" y="2828"/>
                  </a:lnTo>
                  <a:lnTo>
                    <a:pt x="1885" y="4742"/>
                  </a:lnTo>
                  <a:lnTo>
                    <a:pt x="2827" y="4742"/>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7"/>
            <p:cNvSpPr/>
            <p:nvPr/>
          </p:nvSpPr>
          <p:spPr>
            <a:xfrm>
              <a:off x="6796100" y="5187675"/>
              <a:ext cx="118575" cy="118575"/>
            </a:xfrm>
            <a:custGeom>
              <a:rect b="b" l="l" r="r" t="t"/>
              <a:pathLst>
                <a:path extrusionOk="0" h="4743" w="4743">
                  <a:moveTo>
                    <a:pt x="1885" y="1"/>
                  </a:moveTo>
                  <a:lnTo>
                    <a:pt x="1885" y="1885"/>
                  </a:lnTo>
                  <a:lnTo>
                    <a:pt x="1" y="1885"/>
                  </a:lnTo>
                  <a:lnTo>
                    <a:pt x="1" y="2828"/>
                  </a:lnTo>
                  <a:lnTo>
                    <a:pt x="1885" y="2828"/>
                  </a:lnTo>
                  <a:lnTo>
                    <a:pt x="1885" y="4743"/>
                  </a:lnTo>
                  <a:lnTo>
                    <a:pt x="2828" y="4743"/>
                  </a:lnTo>
                  <a:lnTo>
                    <a:pt x="2828" y="2828"/>
                  </a:lnTo>
                  <a:lnTo>
                    <a:pt x="4743" y="2828"/>
                  </a:lnTo>
                  <a:lnTo>
                    <a:pt x="4743" y="1885"/>
                  </a:lnTo>
                  <a:lnTo>
                    <a:pt x="2828" y="1885"/>
                  </a:lnTo>
                  <a:lnTo>
                    <a:pt x="28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7"/>
            <p:cNvSpPr/>
            <p:nvPr/>
          </p:nvSpPr>
          <p:spPr>
            <a:xfrm>
              <a:off x="6796100" y="4994675"/>
              <a:ext cx="118575" cy="119325"/>
            </a:xfrm>
            <a:custGeom>
              <a:rect b="b" l="l" r="r" t="t"/>
              <a:pathLst>
                <a:path extrusionOk="0" h="4773" w="4743">
                  <a:moveTo>
                    <a:pt x="1885" y="0"/>
                  </a:moveTo>
                  <a:lnTo>
                    <a:pt x="1885" y="1915"/>
                  </a:lnTo>
                  <a:lnTo>
                    <a:pt x="1" y="1915"/>
                  </a:lnTo>
                  <a:lnTo>
                    <a:pt x="1" y="2858"/>
                  </a:lnTo>
                  <a:lnTo>
                    <a:pt x="1885" y="2858"/>
                  </a:lnTo>
                  <a:lnTo>
                    <a:pt x="1885" y="4772"/>
                  </a:lnTo>
                  <a:lnTo>
                    <a:pt x="2828" y="4772"/>
                  </a:lnTo>
                  <a:lnTo>
                    <a:pt x="2828" y="2858"/>
                  </a:lnTo>
                  <a:lnTo>
                    <a:pt x="4743" y="2858"/>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7"/>
            <p:cNvSpPr/>
            <p:nvPr/>
          </p:nvSpPr>
          <p:spPr>
            <a:xfrm>
              <a:off x="6796100" y="4802425"/>
              <a:ext cx="118575" cy="119325"/>
            </a:xfrm>
            <a:custGeom>
              <a:rect b="b" l="l" r="r" t="t"/>
              <a:pathLst>
                <a:path extrusionOk="0" h="4773" w="4743">
                  <a:moveTo>
                    <a:pt x="1885" y="0"/>
                  </a:moveTo>
                  <a:lnTo>
                    <a:pt x="1885" y="1915"/>
                  </a:lnTo>
                  <a:lnTo>
                    <a:pt x="1" y="1915"/>
                  </a:lnTo>
                  <a:lnTo>
                    <a:pt x="1" y="2857"/>
                  </a:lnTo>
                  <a:lnTo>
                    <a:pt x="1885" y="2857"/>
                  </a:lnTo>
                  <a:lnTo>
                    <a:pt x="1885" y="4772"/>
                  </a:lnTo>
                  <a:lnTo>
                    <a:pt x="2828" y="4772"/>
                  </a:lnTo>
                  <a:lnTo>
                    <a:pt x="2828" y="2857"/>
                  </a:lnTo>
                  <a:lnTo>
                    <a:pt x="4743" y="2857"/>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7"/>
            <p:cNvSpPr/>
            <p:nvPr/>
          </p:nvSpPr>
          <p:spPr>
            <a:xfrm>
              <a:off x="6796100" y="4610175"/>
              <a:ext cx="118575" cy="118550"/>
            </a:xfrm>
            <a:custGeom>
              <a:rect b="b" l="l" r="r" t="t"/>
              <a:pathLst>
                <a:path extrusionOk="0" h="4742" w="4743">
                  <a:moveTo>
                    <a:pt x="1885" y="0"/>
                  </a:moveTo>
                  <a:lnTo>
                    <a:pt x="1885" y="1915"/>
                  </a:lnTo>
                  <a:lnTo>
                    <a:pt x="1" y="1915"/>
                  </a:lnTo>
                  <a:lnTo>
                    <a:pt x="1" y="2857"/>
                  </a:lnTo>
                  <a:lnTo>
                    <a:pt x="1885" y="2857"/>
                  </a:lnTo>
                  <a:lnTo>
                    <a:pt x="1885" y="4742"/>
                  </a:lnTo>
                  <a:lnTo>
                    <a:pt x="2828" y="4742"/>
                  </a:lnTo>
                  <a:lnTo>
                    <a:pt x="2828" y="2857"/>
                  </a:lnTo>
                  <a:lnTo>
                    <a:pt x="4743" y="2857"/>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7"/>
            <p:cNvSpPr/>
            <p:nvPr/>
          </p:nvSpPr>
          <p:spPr>
            <a:xfrm>
              <a:off x="6796100" y="4417925"/>
              <a:ext cx="118575" cy="118550"/>
            </a:xfrm>
            <a:custGeom>
              <a:rect b="b" l="l" r="r" t="t"/>
              <a:pathLst>
                <a:path extrusionOk="0" h="4742" w="4743">
                  <a:moveTo>
                    <a:pt x="1885" y="0"/>
                  </a:moveTo>
                  <a:lnTo>
                    <a:pt x="1885" y="1915"/>
                  </a:lnTo>
                  <a:lnTo>
                    <a:pt x="1" y="1915"/>
                  </a:lnTo>
                  <a:lnTo>
                    <a:pt x="1" y="2857"/>
                  </a:lnTo>
                  <a:lnTo>
                    <a:pt x="1885" y="2857"/>
                  </a:lnTo>
                  <a:lnTo>
                    <a:pt x="1885" y="4742"/>
                  </a:lnTo>
                  <a:lnTo>
                    <a:pt x="2828" y="4742"/>
                  </a:lnTo>
                  <a:lnTo>
                    <a:pt x="2828" y="2857"/>
                  </a:lnTo>
                  <a:lnTo>
                    <a:pt x="4743" y="2857"/>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7"/>
            <p:cNvSpPr/>
            <p:nvPr/>
          </p:nvSpPr>
          <p:spPr>
            <a:xfrm>
              <a:off x="6796100" y="4225675"/>
              <a:ext cx="118575" cy="118550"/>
            </a:xfrm>
            <a:custGeom>
              <a:rect b="b" l="l" r="r" t="t"/>
              <a:pathLst>
                <a:path extrusionOk="0" h="4742" w="4743">
                  <a:moveTo>
                    <a:pt x="1885" y="0"/>
                  </a:moveTo>
                  <a:lnTo>
                    <a:pt x="1885" y="1885"/>
                  </a:lnTo>
                  <a:lnTo>
                    <a:pt x="1" y="1885"/>
                  </a:lnTo>
                  <a:lnTo>
                    <a:pt x="1" y="2857"/>
                  </a:lnTo>
                  <a:lnTo>
                    <a:pt x="1885" y="2857"/>
                  </a:lnTo>
                  <a:lnTo>
                    <a:pt x="1885" y="4742"/>
                  </a:lnTo>
                  <a:lnTo>
                    <a:pt x="2828" y="4742"/>
                  </a:lnTo>
                  <a:lnTo>
                    <a:pt x="2828" y="2857"/>
                  </a:lnTo>
                  <a:lnTo>
                    <a:pt x="4743" y="2857"/>
                  </a:lnTo>
                  <a:lnTo>
                    <a:pt x="4743" y="1885"/>
                  </a:lnTo>
                  <a:lnTo>
                    <a:pt x="2828" y="188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7"/>
            <p:cNvSpPr/>
            <p:nvPr/>
          </p:nvSpPr>
          <p:spPr>
            <a:xfrm>
              <a:off x="6796100" y="4033400"/>
              <a:ext cx="118575" cy="118575"/>
            </a:xfrm>
            <a:custGeom>
              <a:rect b="b" l="l" r="r" t="t"/>
              <a:pathLst>
                <a:path extrusionOk="0" h="4743" w="4743">
                  <a:moveTo>
                    <a:pt x="1885" y="1"/>
                  </a:moveTo>
                  <a:lnTo>
                    <a:pt x="1885" y="1885"/>
                  </a:lnTo>
                  <a:lnTo>
                    <a:pt x="1" y="1885"/>
                  </a:lnTo>
                  <a:lnTo>
                    <a:pt x="1" y="2828"/>
                  </a:lnTo>
                  <a:lnTo>
                    <a:pt x="1885" y="2828"/>
                  </a:lnTo>
                  <a:lnTo>
                    <a:pt x="1885" y="4743"/>
                  </a:lnTo>
                  <a:lnTo>
                    <a:pt x="2828" y="4743"/>
                  </a:lnTo>
                  <a:lnTo>
                    <a:pt x="2828" y="2828"/>
                  </a:lnTo>
                  <a:lnTo>
                    <a:pt x="4743" y="2828"/>
                  </a:lnTo>
                  <a:lnTo>
                    <a:pt x="4743" y="1885"/>
                  </a:lnTo>
                  <a:lnTo>
                    <a:pt x="2828" y="1885"/>
                  </a:lnTo>
                  <a:lnTo>
                    <a:pt x="28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7"/>
            <p:cNvSpPr/>
            <p:nvPr/>
          </p:nvSpPr>
          <p:spPr>
            <a:xfrm>
              <a:off x="6796100" y="3841150"/>
              <a:ext cx="118575" cy="118575"/>
            </a:xfrm>
            <a:custGeom>
              <a:rect b="b" l="l" r="r" t="t"/>
              <a:pathLst>
                <a:path extrusionOk="0" h="4743" w="4743">
                  <a:moveTo>
                    <a:pt x="1885" y="1"/>
                  </a:moveTo>
                  <a:lnTo>
                    <a:pt x="1885" y="1885"/>
                  </a:lnTo>
                  <a:lnTo>
                    <a:pt x="1" y="1885"/>
                  </a:lnTo>
                  <a:lnTo>
                    <a:pt x="1" y="2828"/>
                  </a:lnTo>
                  <a:lnTo>
                    <a:pt x="1885" y="2828"/>
                  </a:lnTo>
                  <a:lnTo>
                    <a:pt x="1885" y="4743"/>
                  </a:lnTo>
                  <a:lnTo>
                    <a:pt x="2828" y="4743"/>
                  </a:lnTo>
                  <a:lnTo>
                    <a:pt x="2828" y="2828"/>
                  </a:lnTo>
                  <a:lnTo>
                    <a:pt x="4743" y="2828"/>
                  </a:lnTo>
                  <a:lnTo>
                    <a:pt x="4743" y="1885"/>
                  </a:lnTo>
                  <a:lnTo>
                    <a:pt x="2828" y="1885"/>
                  </a:lnTo>
                  <a:lnTo>
                    <a:pt x="28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7"/>
            <p:cNvSpPr/>
            <p:nvPr/>
          </p:nvSpPr>
          <p:spPr>
            <a:xfrm>
              <a:off x="6796100" y="3648900"/>
              <a:ext cx="118575" cy="118575"/>
            </a:xfrm>
            <a:custGeom>
              <a:rect b="b" l="l" r="r" t="t"/>
              <a:pathLst>
                <a:path extrusionOk="0" h="4743" w="4743">
                  <a:moveTo>
                    <a:pt x="1885" y="1"/>
                  </a:moveTo>
                  <a:lnTo>
                    <a:pt x="1885" y="1885"/>
                  </a:lnTo>
                  <a:lnTo>
                    <a:pt x="1" y="1885"/>
                  </a:lnTo>
                  <a:lnTo>
                    <a:pt x="1" y="2828"/>
                  </a:lnTo>
                  <a:lnTo>
                    <a:pt x="1885" y="2828"/>
                  </a:lnTo>
                  <a:lnTo>
                    <a:pt x="1885" y="4742"/>
                  </a:lnTo>
                  <a:lnTo>
                    <a:pt x="2828" y="4742"/>
                  </a:lnTo>
                  <a:lnTo>
                    <a:pt x="2828" y="2828"/>
                  </a:lnTo>
                  <a:lnTo>
                    <a:pt x="4743" y="2828"/>
                  </a:lnTo>
                  <a:lnTo>
                    <a:pt x="4743" y="1885"/>
                  </a:lnTo>
                  <a:lnTo>
                    <a:pt x="2828" y="1885"/>
                  </a:lnTo>
                  <a:lnTo>
                    <a:pt x="28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7"/>
            <p:cNvSpPr/>
            <p:nvPr/>
          </p:nvSpPr>
          <p:spPr>
            <a:xfrm>
              <a:off x="6990650" y="5187675"/>
              <a:ext cx="118550" cy="118575"/>
            </a:xfrm>
            <a:custGeom>
              <a:rect b="b" l="l" r="r" t="t"/>
              <a:pathLst>
                <a:path extrusionOk="0" h="4743" w="4742">
                  <a:moveTo>
                    <a:pt x="1885" y="1"/>
                  </a:moveTo>
                  <a:lnTo>
                    <a:pt x="1885" y="1885"/>
                  </a:lnTo>
                  <a:lnTo>
                    <a:pt x="0" y="1885"/>
                  </a:lnTo>
                  <a:lnTo>
                    <a:pt x="0"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7"/>
            <p:cNvSpPr/>
            <p:nvPr/>
          </p:nvSpPr>
          <p:spPr>
            <a:xfrm>
              <a:off x="6990650" y="4994675"/>
              <a:ext cx="118550" cy="119325"/>
            </a:xfrm>
            <a:custGeom>
              <a:rect b="b" l="l" r="r" t="t"/>
              <a:pathLst>
                <a:path extrusionOk="0" h="4773" w="4742">
                  <a:moveTo>
                    <a:pt x="1885" y="0"/>
                  </a:moveTo>
                  <a:lnTo>
                    <a:pt x="1885" y="1915"/>
                  </a:lnTo>
                  <a:lnTo>
                    <a:pt x="0" y="1915"/>
                  </a:lnTo>
                  <a:lnTo>
                    <a:pt x="0" y="2858"/>
                  </a:lnTo>
                  <a:lnTo>
                    <a:pt x="1885" y="2858"/>
                  </a:lnTo>
                  <a:lnTo>
                    <a:pt x="1885" y="4772"/>
                  </a:lnTo>
                  <a:lnTo>
                    <a:pt x="2827" y="4772"/>
                  </a:lnTo>
                  <a:lnTo>
                    <a:pt x="2827" y="2858"/>
                  </a:lnTo>
                  <a:lnTo>
                    <a:pt x="4742" y="2858"/>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7"/>
            <p:cNvSpPr/>
            <p:nvPr/>
          </p:nvSpPr>
          <p:spPr>
            <a:xfrm>
              <a:off x="6990650" y="4802425"/>
              <a:ext cx="118550" cy="119325"/>
            </a:xfrm>
            <a:custGeom>
              <a:rect b="b" l="l" r="r" t="t"/>
              <a:pathLst>
                <a:path extrusionOk="0" h="4773" w="4742">
                  <a:moveTo>
                    <a:pt x="1885" y="0"/>
                  </a:moveTo>
                  <a:lnTo>
                    <a:pt x="1885" y="1915"/>
                  </a:lnTo>
                  <a:lnTo>
                    <a:pt x="0" y="1915"/>
                  </a:lnTo>
                  <a:lnTo>
                    <a:pt x="0" y="2857"/>
                  </a:lnTo>
                  <a:lnTo>
                    <a:pt x="1885" y="2857"/>
                  </a:lnTo>
                  <a:lnTo>
                    <a:pt x="1885" y="4772"/>
                  </a:lnTo>
                  <a:lnTo>
                    <a:pt x="2827" y="477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7"/>
            <p:cNvSpPr/>
            <p:nvPr/>
          </p:nvSpPr>
          <p:spPr>
            <a:xfrm>
              <a:off x="6990650" y="4610175"/>
              <a:ext cx="118550" cy="118550"/>
            </a:xfrm>
            <a:custGeom>
              <a:rect b="b" l="l" r="r" t="t"/>
              <a:pathLst>
                <a:path extrusionOk="0" h="4742" w="4742">
                  <a:moveTo>
                    <a:pt x="1885" y="0"/>
                  </a:moveTo>
                  <a:lnTo>
                    <a:pt x="1885" y="1915"/>
                  </a:lnTo>
                  <a:lnTo>
                    <a:pt x="0" y="1915"/>
                  </a:lnTo>
                  <a:lnTo>
                    <a:pt x="0" y="2857"/>
                  </a:lnTo>
                  <a:lnTo>
                    <a:pt x="1885" y="2857"/>
                  </a:lnTo>
                  <a:lnTo>
                    <a:pt x="1885" y="4742"/>
                  </a:lnTo>
                  <a:lnTo>
                    <a:pt x="2827" y="474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7"/>
            <p:cNvSpPr/>
            <p:nvPr/>
          </p:nvSpPr>
          <p:spPr>
            <a:xfrm>
              <a:off x="6990650" y="4417925"/>
              <a:ext cx="118550" cy="118550"/>
            </a:xfrm>
            <a:custGeom>
              <a:rect b="b" l="l" r="r" t="t"/>
              <a:pathLst>
                <a:path extrusionOk="0" h="4742" w="4742">
                  <a:moveTo>
                    <a:pt x="1885" y="0"/>
                  </a:moveTo>
                  <a:lnTo>
                    <a:pt x="1885" y="1915"/>
                  </a:lnTo>
                  <a:lnTo>
                    <a:pt x="0" y="1915"/>
                  </a:lnTo>
                  <a:lnTo>
                    <a:pt x="0" y="2857"/>
                  </a:lnTo>
                  <a:lnTo>
                    <a:pt x="1885" y="2857"/>
                  </a:lnTo>
                  <a:lnTo>
                    <a:pt x="1885" y="4742"/>
                  </a:lnTo>
                  <a:lnTo>
                    <a:pt x="2827" y="474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7"/>
            <p:cNvSpPr/>
            <p:nvPr/>
          </p:nvSpPr>
          <p:spPr>
            <a:xfrm>
              <a:off x="6990650" y="4225675"/>
              <a:ext cx="118550" cy="118550"/>
            </a:xfrm>
            <a:custGeom>
              <a:rect b="b" l="l" r="r" t="t"/>
              <a:pathLst>
                <a:path extrusionOk="0" h="4742" w="4742">
                  <a:moveTo>
                    <a:pt x="1885" y="0"/>
                  </a:moveTo>
                  <a:lnTo>
                    <a:pt x="1885" y="1885"/>
                  </a:lnTo>
                  <a:lnTo>
                    <a:pt x="0" y="1885"/>
                  </a:lnTo>
                  <a:lnTo>
                    <a:pt x="0" y="2857"/>
                  </a:lnTo>
                  <a:lnTo>
                    <a:pt x="1885" y="2857"/>
                  </a:lnTo>
                  <a:lnTo>
                    <a:pt x="1885" y="4742"/>
                  </a:lnTo>
                  <a:lnTo>
                    <a:pt x="2827" y="4742"/>
                  </a:lnTo>
                  <a:lnTo>
                    <a:pt x="2827" y="2857"/>
                  </a:lnTo>
                  <a:lnTo>
                    <a:pt x="4742" y="2857"/>
                  </a:lnTo>
                  <a:lnTo>
                    <a:pt x="4742" y="1885"/>
                  </a:lnTo>
                  <a:lnTo>
                    <a:pt x="2827" y="188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7"/>
            <p:cNvSpPr/>
            <p:nvPr/>
          </p:nvSpPr>
          <p:spPr>
            <a:xfrm>
              <a:off x="6990650" y="4033400"/>
              <a:ext cx="118550" cy="118575"/>
            </a:xfrm>
            <a:custGeom>
              <a:rect b="b" l="l" r="r" t="t"/>
              <a:pathLst>
                <a:path extrusionOk="0" h="4743" w="4742">
                  <a:moveTo>
                    <a:pt x="1885" y="1"/>
                  </a:moveTo>
                  <a:lnTo>
                    <a:pt x="1885" y="1885"/>
                  </a:lnTo>
                  <a:lnTo>
                    <a:pt x="0" y="1885"/>
                  </a:lnTo>
                  <a:lnTo>
                    <a:pt x="0"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7"/>
            <p:cNvSpPr/>
            <p:nvPr/>
          </p:nvSpPr>
          <p:spPr>
            <a:xfrm>
              <a:off x="6990650" y="3841150"/>
              <a:ext cx="118550" cy="118575"/>
            </a:xfrm>
            <a:custGeom>
              <a:rect b="b" l="l" r="r" t="t"/>
              <a:pathLst>
                <a:path extrusionOk="0" h="4743" w="4742">
                  <a:moveTo>
                    <a:pt x="1885" y="1"/>
                  </a:moveTo>
                  <a:lnTo>
                    <a:pt x="1885" y="1885"/>
                  </a:lnTo>
                  <a:lnTo>
                    <a:pt x="0" y="1885"/>
                  </a:lnTo>
                  <a:lnTo>
                    <a:pt x="0"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7"/>
            <p:cNvSpPr/>
            <p:nvPr/>
          </p:nvSpPr>
          <p:spPr>
            <a:xfrm>
              <a:off x="6990650" y="3648900"/>
              <a:ext cx="118550" cy="118575"/>
            </a:xfrm>
            <a:custGeom>
              <a:rect b="b" l="l" r="r" t="t"/>
              <a:pathLst>
                <a:path extrusionOk="0" h="4743" w="4742">
                  <a:moveTo>
                    <a:pt x="1885" y="1"/>
                  </a:moveTo>
                  <a:lnTo>
                    <a:pt x="1885" y="1885"/>
                  </a:lnTo>
                  <a:lnTo>
                    <a:pt x="0" y="1885"/>
                  </a:lnTo>
                  <a:lnTo>
                    <a:pt x="0" y="2828"/>
                  </a:lnTo>
                  <a:lnTo>
                    <a:pt x="1885" y="2828"/>
                  </a:lnTo>
                  <a:lnTo>
                    <a:pt x="1885" y="4742"/>
                  </a:lnTo>
                  <a:lnTo>
                    <a:pt x="2827" y="4742"/>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7"/>
            <p:cNvSpPr/>
            <p:nvPr/>
          </p:nvSpPr>
          <p:spPr>
            <a:xfrm>
              <a:off x="7184425" y="5187675"/>
              <a:ext cx="119325" cy="118575"/>
            </a:xfrm>
            <a:custGeom>
              <a:rect b="b" l="l" r="r" t="t"/>
              <a:pathLst>
                <a:path extrusionOk="0" h="4743" w="4773">
                  <a:moveTo>
                    <a:pt x="1915" y="1"/>
                  </a:moveTo>
                  <a:lnTo>
                    <a:pt x="1915" y="1885"/>
                  </a:lnTo>
                  <a:lnTo>
                    <a:pt x="0" y="1885"/>
                  </a:lnTo>
                  <a:lnTo>
                    <a:pt x="0" y="2828"/>
                  </a:lnTo>
                  <a:lnTo>
                    <a:pt x="1915" y="2828"/>
                  </a:lnTo>
                  <a:lnTo>
                    <a:pt x="1915" y="4743"/>
                  </a:lnTo>
                  <a:lnTo>
                    <a:pt x="2857" y="4743"/>
                  </a:lnTo>
                  <a:lnTo>
                    <a:pt x="2857" y="2828"/>
                  </a:lnTo>
                  <a:lnTo>
                    <a:pt x="4772" y="2828"/>
                  </a:lnTo>
                  <a:lnTo>
                    <a:pt x="4772" y="1885"/>
                  </a:lnTo>
                  <a:lnTo>
                    <a:pt x="2857" y="1885"/>
                  </a:lnTo>
                  <a:lnTo>
                    <a:pt x="285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7"/>
            <p:cNvSpPr/>
            <p:nvPr/>
          </p:nvSpPr>
          <p:spPr>
            <a:xfrm>
              <a:off x="7184425" y="4994675"/>
              <a:ext cx="119325" cy="119325"/>
            </a:xfrm>
            <a:custGeom>
              <a:rect b="b" l="l" r="r" t="t"/>
              <a:pathLst>
                <a:path extrusionOk="0" h="4773" w="4773">
                  <a:moveTo>
                    <a:pt x="1915" y="0"/>
                  </a:moveTo>
                  <a:lnTo>
                    <a:pt x="1915" y="1915"/>
                  </a:lnTo>
                  <a:lnTo>
                    <a:pt x="0" y="1915"/>
                  </a:lnTo>
                  <a:lnTo>
                    <a:pt x="0" y="2858"/>
                  </a:lnTo>
                  <a:lnTo>
                    <a:pt x="1915" y="2858"/>
                  </a:lnTo>
                  <a:lnTo>
                    <a:pt x="1915" y="4772"/>
                  </a:lnTo>
                  <a:lnTo>
                    <a:pt x="2857" y="4772"/>
                  </a:lnTo>
                  <a:lnTo>
                    <a:pt x="2857" y="2858"/>
                  </a:lnTo>
                  <a:lnTo>
                    <a:pt x="4772" y="2858"/>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7"/>
            <p:cNvSpPr/>
            <p:nvPr/>
          </p:nvSpPr>
          <p:spPr>
            <a:xfrm>
              <a:off x="7184425" y="4802425"/>
              <a:ext cx="119325" cy="119325"/>
            </a:xfrm>
            <a:custGeom>
              <a:rect b="b" l="l" r="r" t="t"/>
              <a:pathLst>
                <a:path extrusionOk="0" h="4773" w="4773">
                  <a:moveTo>
                    <a:pt x="1915" y="0"/>
                  </a:moveTo>
                  <a:lnTo>
                    <a:pt x="1915" y="1915"/>
                  </a:lnTo>
                  <a:lnTo>
                    <a:pt x="0" y="1915"/>
                  </a:lnTo>
                  <a:lnTo>
                    <a:pt x="0" y="2857"/>
                  </a:lnTo>
                  <a:lnTo>
                    <a:pt x="1915" y="2857"/>
                  </a:lnTo>
                  <a:lnTo>
                    <a:pt x="1915" y="4772"/>
                  </a:lnTo>
                  <a:lnTo>
                    <a:pt x="2857" y="4772"/>
                  </a:lnTo>
                  <a:lnTo>
                    <a:pt x="2857" y="2857"/>
                  </a:lnTo>
                  <a:lnTo>
                    <a:pt x="4772" y="2857"/>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7"/>
            <p:cNvSpPr/>
            <p:nvPr/>
          </p:nvSpPr>
          <p:spPr>
            <a:xfrm>
              <a:off x="7184425" y="4610175"/>
              <a:ext cx="119325" cy="118550"/>
            </a:xfrm>
            <a:custGeom>
              <a:rect b="b" l="l" r="r" t="t"/>
              <a:pathLst>
                <a:path extrusionOk="0" h="4742" w="4773">
                  <a:moveTo>
                    <a:pt x="1915" y="0"/>
                  </a:moveTo>
                  <a:lnTo>
                    <a:pt x="1915" y="1915"/>
                  </a:lnTo>
                  <a:lnTo>
                    <a:pt x="0" y="1915"/>
                  </a:lnTo>
                  <a:lnTo>
                    <a:pt x="0" y="2857"/>
                  </a:lnTo>
                  <a:lnTo>
                    <a:pt x="1915" y="2857"/>
                  </a:lnTo>
                  <a:lnTo>
                    <a:pt x="1915" y="4742"/>
                  </a:lnTo>
                  <a:lnTo>
                    <a:pt x="2857" y="4742"/>
                  </a:lnTo>
                  <a:lnTo>
                    <a:pt x="2857" y="2857"/>
                  </a:lnTo>
                  <a:lnTo>
                    <a:pt x="4772" y="2857"/>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7"/>
            <p:cNvSpPr/>
            <p:nvPr/>
          </p:nvSpPr>
          <p:spPr>
            <a:xfrm>
              <a:off x="7184425" y="4417925"/>
              <a:ext cx="119325" cy="118550"/>
            </a:xfrm>
            <a:custGeom>
              <a:rect b="b" l="l" r="r" t="t"/>
              <a:pathLst>
                <a:path extrusionOk="0" h="4742" w="4773">
                  <a:moveTo>
                    <a:pt x="1915" y="0"/>
                  </a:moveTo>
                  <a:lnTo>
                    <a:pt x="1915" y="1915"/>
                  </a:lnTo>
                  <a:lnTo>
                    <a:pt x="0" y="1915"/>
                  </a:lnTo>
                  <a:lnTo>
                    <a:pt x="0" y="2857"/>
                  </a:lnTo>
                  <a:lnTo>
                    <a:pt x="1915" y="2857"/>
                  </a:lnTo>
                  <a:lnTo>
                    <a:pt x="1915" y="4742"/>
                  </a:lnTo>
                  <a:lnTo>
                    <a:pt x="2857" y="4742"/>
                  </a:lnTo>
                  <a:lnTo>
                    <a:pt x="2857" y="2857"/>
                  </a:lnTo>
                  <a:lnTo>
                    <a:pt x="4772" y="2857"/>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7"/>
            <p:cNvSpPr/>
            <p:nvPr/>
          </p:nvSpPr>
          <p:spPr>
            <a:xfrm>
              <a:off x="7184425" y="4225675"/>
              <a:ext cx="119325" cy="118550"/>
            </a:xfrm>
            <a:custGeom>
              <a:rect b="b" l="l" r="r" t="t"/>
              <a:pathLst>
                <a:path extrusionOk="0" h="4742" w="4773">
                  <a:moveTo>
                    <a:pt x="1915" y="0"/>
                  </a:moveTo>
                  <a:lnTo>
                    <a:pt x="1915" y="1885"/>
                  </a:lnTo>
                  <a:lnTo>
                    <a:pt x="0" y="1885"/>
                  </a:lnTo>
                  <a:lnTo>
                    <a:pt x="0" y="2857"/>
                  </a:lnTo>
                  <a:lnTo>
                    <a:pt x="1915" y="2857"/>
                  </a:lnTo>
                  <a:lnTo>
                    <a:pt x="1915" y="4742"/>
                  </a:lnTo>
                  <a:lnTo>
                    <a:pt x="2857" y="4742"/>
                  </a:lnTo>
                  <a:lnTo>
                    <a:pt x="2857" y="2857"/>
                  </a:lnTo>
                  <a:lnTo>
                    <a:pt x="4772" y="2857"/>
                  </a:lnTo>
                  <a:lnTo>
                    <a:pt x="4772" y="1885"/>
                  </a:lnTo>
                  <a:lnTo>
                    <a:pt x="2857" y="188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7"/>
            <p:cNvSpPr/>
            <p:nvPr/>
          </p:nvSpPr>
          <p:spPr>
            <a:xfrm>
              <a:off x="7184425" y="4033400"/>
              <a:ext cx="119325" cy="118575"/>
            </a:xfrm>
            <a:custGeom>
              <a:rect b="b" l="l" r="r" t="t"/>
              <a:pathLst>
                <a:path extrusionOk="0" h="4743" w="4773">
                  <a:moveTo>
                    <a:pt x="1915" y="1"/>
                  </a:moveTo>
                  <a:lnTo>
                    <a:pt x="1915" y="1885"/>
                  </a:lnTo>
                  <a:lnTo>
                    <a:pt x="0" y="1885"/>
                  </a:lnTo>
                  <a:lnTo>
                    <a:pt x="0" y="2828"/>
                  </a:lnTo>
                  <a:lnTo>
                    <a:pt x="1915" y="2828"/>
                  </a:lnTo>
                  <a:lnTo>
                    <a:pt x="1915" y="4743"/>
                  </a:lnTo>
                  <a:lnTo>
                    <a:pt x="2857" y="4743"/>
                  </a:lnTo>
                  <a:lnTo>
                    <a:pt x="2857" y="2828"/>
                  </a:lnTo>
                  <a:lnTo>
                    <a:pt x="4772" y="2828"/>
                  </a:lnTo>
                  <a:lnTo>
                    <a:pt x="4772" y="1885"/>
                  </a:lnTo>
                  <a:lnTo>
                    <a:pt x="2857" y="1885"/>
                  </a:lnTo>
                  <a:lnTo>
                    <a:pt x="285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7"/>
            <p:cNvSpPr/>
            <p:nvPr/>
          </p:nvSpPr>
          <p:spPr>
            <a:xfrm>
              <a:off x="7184425" y="3841150"/>
              <a:ext cx="119325" cy="118575"/>
            </a:xfrm>
            <a:custGeom>
              <a:rect b="b" l="l" r="r" t="t"/>
              <a:pathLst>
                <a:path extrusionOk="0" h="4743" w="4773">
                  <a:moveTo>
                    <a:pt x="1915" y="1"/>
                  </a:moveTo>
                  <a:lnTo>
                    <a:pt x="1915" y="1885"/>
                  </a:lnTo>
                  <a:lnTo>
                    <a:pt x="0" y="1885"/>
                  </a:lnTo>
                  <a:lnTo>
                    <a:pt x="0" y="2828"/>
                  </a:lnTo>
                  <a:lnTo>
                    <a:pt x="1915" y="2828"/>
                  </a:lnTo>
                  <a:lnTo>
                    <a:pt x="1915" y="4743"/>
                  </a:lnTo>
                  <a:lnTo>
                    <a:pt x="2857" y="4743"/>
                  </a:lnTo>
                  <a:lnTo>
                    <a:pt x="2857" y="2828"/>
                  </a:lnTo>
                  <a:lnTo>
                    <a:pt x="4772" y="2828"/>
                  </a:lnTo>
                  <a:lnTo>
                    <a:pt x="4772" y="1885"/>
                  </a:lnTo>
                  <a:lnTo>
                    <a:pt x="2857" y="1885"/>
                  </a:lnTo>
                  <a:lnTo>
                    <a:pt x="285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7"/>
            <p:cNvSpPr/>
            <p:nvPr/>
          </p:nvSpPr>
          <p:spPr>
            <a:xfrm>
              <a:off x="7184425" y="3648900"/>
              <a:ext cx="119325" cy="118575"/>
            </a:xfrm>
            <a:custGeom>
              <a:rect b="b" l="l" r="r" t="t"/>
              <a:pathLst>
                <a:path extrusionOk="0" h="4743" w="4773">
                  <a:moveTo>
                    <a:pt x="1915" y="1"/>
                  </a:moveTo>
                  <a:lnTo>
                    <a:pt x="1915" y="1885"/>
                  </a:lnTo>
                  <a:lnTo>
                    <a:pt x="0" y="1885"/>
                  </a:lnTo>
                  <a:lnTo>
                    <a:pt x="0" y="2828"/>
                  </a:lnTo>
                  <a:lnTo>
                    <a:pt x="1915" y="2828"/>
                  </a:lnTo>
                  <a:lnTo>
                    <a:pt x="1915" y="4742"/>
                  </a:lnTo>
                  <a:lnTo>
                    <a:pt x="2857" y="4742"/>
                  </a:lnTo>
                  <a:lnTo>
                    <a:pt x="2857" y="2828"/>
                  </a:lnTo>
                  <a:lnTo>
                    <a:pt x="4772" y="2828"/>
                  </a:lnTo>
                  <a:lnTo>
                    <a:pt x="4772" y="1885"/>
                  </a:lnTo>
                  <a:lnTo>
                    <a:pt x="2857" y="1885"/>
                  </a:lnTo>
                  <a:lnTo>
                    <a:pt x="285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7"/>
            <p:cNvSpPr/>
            <p:nvPr/>
          </p:nvSpPr>
          <p:spPr>
            <a:xfrm>
              <a:off x="6601575" y="3455900"/>
              <a:ext cx="118575" cy="119325"/>
            </a:xfrm>
            <a:custGeom>
              <a:rect b="b" l="l" r="r" t="t"/>
              <a:pathLst>
                <a:path extrusionOk="0" h="4773" w="4743">
                  <a:moveTo>
                    <a:pt x="1885" y="0"/>
                  </a:moveTo>
                  <a:lnTo>
                    <a:pt x="1885" y="1915"/>
                  </a:lnTo>
                  <a:lnTo>
                    <a:pt x="1" y="1915"/>
                  </a:lnTo>
                  <a:lnTo>
                    <a:pt x="1" y="2857"/>
                  </a:lnTo>
                  <a:lnTo>
                    <a:pt x="1885" y="2857"/>
                  </a:lnTo>
                  <a:lnTo>
                    <a:pt x="1885" y="4772"/>
                  </a:lnTo>
                  <a:lnTo>
                    <a:pt x="2827" y="477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7"/>
            <p:cNvSpPr/>
            <p:nvPr/>
          </p:nvSpPr>
          <p:spPr>
            <a:xfrm>
              <a:off x="6796100" y="3455900"/>
              <a:ext cx="118575" cy="119325"/>
            </a:xfrm>
            <a:custGeom>
              <a:rect b="b" l="l" r="r" t="t"/>
              <a:pathLst>
                <a:path extrusionOk="0" h="4773" w="4743">
                  <a:moveTo>
                    <a:pt x="1885" y="0"/>
                  </a:moveTo>
                  <a:lnTo>
                    <a:pt x="1885" y="1915"/>
                  </a:lnTo>
                  <a:lnTo>
                    <a:pt x="1" y="1915"/>
                  </a:lnTo>
                  <a:lnTo>
                    <a:pt x="1" y="2857"/>
                  </a:lnTo>
                  <a:lnTo>
                    <a:pt x="1885" y="2857"/>
                  </a:lnTo>
                  <a:lnTo>
                    <a:pt x="1885" y="4772"/>
                  </a:lnTo>
                  <a:lnTo>
                    <a:pt x="2828" y="4772"/>
                  </a:lnTo>
                  <a:lnTo>
                    <a:pt x="2828" y="2857"/>
                  </a:lnTo>
                  <a:lnTo>
                    <a:pt x="4743" y="2857"/>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7"/>
            <p:cNvSpPr/>
            <p:nvPr/>
          </p:nvSpPr>
          <p:spPr>
            <a:xfrm>
              <a:off x="6990650" y="3455900"/>
              <a:ext cx="118550" cy="119325"/>
            </a:xfrm>
            <a:custGeom>
              <a:rect b="b" l="l" r="r" t="t"/>
              <a:pathLst>
                <a:path extrusionOk="0" h="4773" w="4742">
                  <a:moveTo>
                    <a:pt x="1885" y="0"/>
                  </a:moveTo>
                  <a:lnTo>
                    <a:pt x="1885" y="1915"/>
                  </a:lnTo>
                  <a:lnTo>
                    <a:pt x="0" y="1915"/>
                  </a:lnTo>
                  <a:lnTo>
                    <a:pt x="0" y="2857"/>
                  </a:lnTo>
                  <a:lnTo>
                    <a:pt x="1885" y="2857"/>
                  </a:lnTo>
                  <a:lnTo>
                    <a:pt x="1885" y="4772"/>
                  </a:lnTo>
                  <a:lnTo>
                    <a:pt x="2827" y="477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7"/>
            <p:cNvSpPr/>
            <p:nvPr/>
          </p:nvSpPr>
          <p:spPr>
            <a:xfrm>
              <a:off x="7184425" y="3455900"/>
              <a:ext cx="119325" cy="119325"/>
            </a:xfrm>
            <a:custGeom>
              <a:rect b="b" l="l" r="r" t="t"/>
              <a:pathLst>
                <a:path extrusionOk="0" h="4773" w="4773">
                  <a:moveTo>
                    <a:pt x="1915" y="0"/>
                  </a:moveTo>
                  <a:lnTo>
                    <a:pt x="1915" y="1915"/>
                  </a:lnTo>
                  <a:lnTo>
                    <a:pt x="0" y="1915"/>
                  </a:lnTo>
                  <a:lnTo>
                    <a:pt x="0" y="2857"/>
                  </a:lnTo>
                  <a:lnTo>
                    <a:pt x="1915" y="2857"/>
                  </a:lnTo>
                  <a:lnTo>
                    <a:pt x="1915" y="4772"/>
                  </a:lnTo>
                  <a:lnTo>
                    <a:pt x="2857" y="4772"/>
                  </a:lnTo>
                  <a:lnTo>
                    <a:pt x="2857" y="2857"/>
                  </a:lnTo>
                  <a:lnTo>
                    <a:pt x="4772" y="2857"/>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8" name="Google Shape;1218;p7"/>
          <p:cNvSpPr/>
          <p:nvPr/>
        </p:nvSpPr>
        <p:spPr>
          <a:xfrm>
            <a:off x="619338" y="4038425"/>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1219" name="Shape 1219"/>
        <p:cNvGrpSpPr/>
        <p:nvPr/>
      </p:nvGrpSpPr>
      <p:grpSpPr>
        <a:xfrm>
          <a:off x="0" y="0"/>
          <a:ext cx="0" cy="0"/>
          <a:chOff x="0" y="0"/>
          <a:chExt cx="0" cy="0"/>
        </a:xfrm>
      </p:grpSpPr>
      <p:sp>
        <p:nvSpPr>
          <p:cNvPr id="1220" name="Google Shape;1220;p8"/>
          <p:cNvSpPr txBox="1"/>
          <p:nvPr>
            <p:ph type="title"/>
          </p:nvPr>
        </p:nvSpPr>
        <p:spPr>
          <a:xfrm>
            <a:off x="715100" y="1307100"/>
            <a:ext cx="4517400" cy="2529300"/>
          </a:xfrm>
          <a:prstGeom prst="rect">
            <a:avLst/>
          </a:prstGeom>
        </p:spPr>
        <p:txBody>
          <a:bodyPr anchorCtr="0" anchor="ctr" bIns="91425" lIns="91425" spcFirstLastPara="1" rIns="91425" wrap="square" tIns="91425">
            <a:noAutofit/>
          </a:bodyPr>
          <a:lstStyle>
            <a:lvl1pPr lvl="0">
              <a:spcBef>
                <a:spcPts val="0"/>
              </a:spcBef>
              <a:spcAft>
                <a:spcPts val="0"/>
              </a:spcAft>
              <a:buSzPts val="6000"/>
              <a:buNone/>
              <a:defRPr sz="82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grpSp>
        <p:nvGrpSpPr>
          <p:cNvPr id="1221" name="Google Shape;1221;p8"/>
          <p:cNvGrpSpPr/>
          <p:nvPr/>
        </p:nvGrpSpPr>
        <p:grpSpPr>
          <a:xfrm rot="-9354491">
            <a:off x="3041185" y="-229586"/>
            <a:ext cx="6864001" cy="5602676"/>
            <a:chOff x="2975000" y="20825"/>
            <a:chExt cx="3963625" cy="2500050"/>
          </a:xfrm>
        </p:grpSpPr>
        <p:sp>
          <p:nvSpPr>
            <p:cNvPr id="1222" name="Google Shape;1222;p8"/>
            <p:cNvSpPr/>
            <p:nvPr/>
          </p:nvSpPr>
          <p:spPr>
            <a:xfrm>
              <a:off x="2975000" y="442550"/>
              <a:ext cx="3962850" cy="2078325"/>
            </a:xfrm>
            <a:custGeom>
              <a:rect b="b" l="l" r="r" t="t"/>
              <a:pathLst>
                <a:path extrusionOk="0" fill="none" h="83133" w="158514">
                  <a:moveTo>
                    <a:pt x="0" y="1"/>
                  </a:moveTo>
                  <a:cubicBezTo>
                    <a:pt x="4347" y="3071"/>
                    <a:pt x="9423" y="6171"/>
                    <a:pt x="12797" y="10122"/>
                  </a:cubicBezTo>
                  <a:cubicBezTo>
                    <a:pt x="18025" y="16232"/>
                    <a:pt x="11095" y="25411"/>
                    <a:pt x="18298" y="31369"/>
                  </a:cubicBezTo>
                  <a:cubicBezTo>
                    <a:pt x="23952" y="36050"/>
                    <a:pt x="23982" y="41612"/>
                    <a:pt x="23283" y="48269"/>
                  </a:cubicBezTo>
                  <a:cubicBezTo>
                    <a:pt x="22706" y="53497"/>
                    <a:pt x="22463" y="62494"/>
                    <a:pt x="29028" y="64044"/>
                  </a:cubicBezTo>
                  <a:cubicBezTo>
                    <a:pt x="35776" y="65655"/>
                    <a:pt x="41186" y="60913"/>
                    <a:pt x="45624" y="56567"/>
                  </a:cubicBezTo>
                  <a:cubicBezTo>
                    <a:pt x="51855" y="50457"/>
                    <a:pt x="63466" y="46202"/>
                    <a:pt x="71825" y="49515"/>
                  </a:cubicBezTo>
                  <a:cubicBezTo>
                    <a:pt x="79211" y="52463"/>
                    <a:pt x="89728" y="48421"/>
                    <a:pt x="96598" y="51430"/>
                  </a:cubicBezTo>
                  <a:cubicBezTo>
                    <a:pt x="100762" y="53284"/>
                    <a:pt x="101035" y="58390"/>
                    <a:pt x="102343" y="62646"/>
                  </a:cubicBezTo>
                  <a:cubicBezTo>
                    <a:pt x="104197" y="68603"/>
                    <a:pt x="108938" y="75564"/>
                    <a:pt x="114106" y="78482"/>
                  </a:cubicBezTo>
                  <a:cubicBezTo>
                    <a:pt x="122343" y="83132"/>
                    <a:pt x="130914" y="70610"/>
                    <a:pt x="138909" y="69151"/>
                  </a:cubicBezTo>
                  <a:cubicBezTo>
                    <a:pt x="145474" y="67935"/>
                    <a:pt x="152435" y="73892"/>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8"/>
            <p:cNvSpPr/>
            <p:nvPr/>
          </p:nvSpPr>
          <p:spPr>
            <a:xfrm>
              <a:off x="2975000" y="442550"/>
              <a:ext cx="3962850" cy="2057800"/>
            </a:xfrm>
            <a:custGeom>
              <a:rect b="b" l="l" r="r" t="t"/>
              <a:pathLst>
                <a:path extrusionOk="0" fill="none" h="82312" w="158514">
                  <a:moveTo>
                    <a:pt x="0" y="1"/>
                  </a:moveTo>
                  <a:cubicBezTo>
                    <a:pt x="4408" y="3040"/>
                    <a:pt x="9392" y="6049"/>
                    <a:pt x="13040" y="9879"/>
                  </a:cubicBezTo>
                  <a:cubicBezTo>
                    <a:pt x="18602" y="15654"/>
                    <a:pt x="11733" y="24955"/>
                    <a:pt x="18694" y="30609"/>
                  </a:cubicBezTo>
                  <a:cubicBezTo>
                    <a:pt x="24408" y="35259"/>
                    <a:pt x="25077" y="40153"/>
                    <a:pt x="24317" y="46901"/>
                  </a:cubicBezTo>
                  <a:cubicBezTo>
                    <a:pt x="23739" y="52129"/>
                    <a:pt x="23131" y="61248"/>
                    <a:pt x="29849" y="62919"/>
                  </a:cubicBezTo>
                  <a:cubicBezTo>
                    <a:pt x="36870" y="64652"/>
                    <a:pt x="41794" y="59606"/>
                    <a:pt x="46627" y="55503"/>
                  </a:cubicBezTo>
                  <a:cubicBezTo>
                    <a:pt x="53557" y="49606"/>
                    <a:pt x="63983" y="44712"/>
                    <a:pt x="72798" y="48634"/>
                  </a:cubicBezTo>
                  <a:cubicBezTo>
                    <a:pt x="80123" y="51886"/>
                    <a:pt x="90245" y="48208"/>
                    <a:pt x="97266" y="51187"/>
                  </a:cubicBezTo>
                  <a:cubicBezTo>
                    <a:pt x="101522" y="52980"/>
                    <a:pt x="101674" y="58026"/>
                    <a:pt x="102890" y="62251"/>
                  </a:cubicBezTo>
                  <a:cubicBezTo>
                    <a:pt x="104561" y="68087"/>
                    <a:pt x="109303" y="75078"/>
                    <a:pt x="114440" y="77844"/>
                  </a:cubicBezTo>
                  <a:cubicBezTo>
                    <a:pt x="122799" y="82312"/>
                    <a:pt x="131097" y="70032"/>
                    <a:pt x="139243" y="68877"/>
                  </a:cubicBezTo>
                  <a:cubicBezTo>
                    <a:pt x="145656" y="67935"/>
                    <a:pt x="152495" y="73771"/>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8"/>
            <p:cNvSpPr/>
            <p:nvPr/>
          </p:nvSpPr>
          <p:spPr>
            <a:xfrm>
              <a:off x="2975000" y="442550"/>
              <a:ext cx="3962850" cy="2035775"/>
            </a:xfrm>
            <a:custGeom>
              <a:rect b="b" l="l" r="r" t="t"/>
              <a:pathLst>
                <a:path extrusionOk="0" fill="none" h="81431" w="158514">
                  <a:moveTo>
                    <a:pt x="0" y="1"/>
                  </a:moveTo>
                  <a:cubicBezTo>
                    <a:pt x="4468" y="3040"/>
                    <a:pt x="9362" y="5958"/>
                    <a:pt x="13313" y="9606"/>
                  </a:cubicBezTo>
                  <a:cubicBezTo>
                    <a:pt x="19210" y="15077"/>
                    <a:pt x="12432" y="24469"/>
                    <a:pt x="19089" y="29849"/>
                  </a:cubicBezTo>
                  <a:cubicBezTo>
                    <a:pt x="24803" y="34469"/>
                    <a:pt x="26019" y="38694"/>
                    <a:pt x="25350" y="45564"/>
                  </a:cubicBezTo>
                  <a:cubicBezTo>
                    <a:pt x="24833" y="50822"/>
                    <a:pt x="23739" y="60001"/>
                    <a:pt x="30609" y="61795"/>
                  </a:cubicBezTo>
                  <a:cubicBezTo>
                    <a:pt x="37691" y="63649"/>
                    <a:pt x="42797" y="58299"/>
                    <a:pt x="47813" y="54378"/>
                  </a:cubicBezTo>
                  <a:cubicBezTo>
                    <a:pt x="55989" y="47995"/>
                    <a:pt x="63345" y="43375"/>
                    <a:pt x="73801" y="47752"/>
                  </a:cubicBezTo>
                  <a:cubicBezTo>
                    <a:pt x="81704" y="51065"/>
                    <a:pt x="90762" y="48026"/>
                    <a:pt x="97966" y="50944"/>
                  </a:cubicBezTo>
                  <a:cubicBezTo>
                    <a:pt x="102282" y="52707"/>
                    <a:pt x="102343" y="57631"/>
                    <a:pt x="103437" y="61825"/>
                  </a:cubicBezTo>
                  <a:cubicBezTo>
                    <a:pt x="104957" y="67570"/>
                    <a:pt x="109637" y="74531"/>
                    <a:pt x="114774" y="77145"/>
                  </a:cubicBezTo>
                  <a:cubicBezTo>
                    <a:pt x="123285" y="81430"/>
                    <a:pt x="131310" y="69454"/>
                    <a:pt x="139577" y="68573"/>
                  </a:cubicBezTo>
                  <a:cubicBezTo>
                    <a:pt x="145869" y="67904"/>
                    <a:pt x="152587" y="73649"/>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8"/>
            <p:cNvSpPr/>
            <p:nvPr/>
          </p:nvSpPr>
          <p:spPr>
            <a:xfrm>
              <a:off x="2975000" y="442550"/>
              <a:ext cx="3962850" cy="2014500"/>
            </a:xfrm>
            <a:custGeom>
              <a:rect b="b" l="l" r="r" t="t"/>
              <a:pathLst>
                <a:path extrusionOk="0" fill="none" h="80580" w="158514">
                  <a:moveTo>
                    <a:pt x="0" y="1"/>
                  </a:moveTo>
                  <a:cubicBezTo>
                    <a:pt x="4560" y="3010"/>
                    <a:pt x="9392" y="5897"/>
                    <a:pt x="13526" y="9393"/>
                  </a:cubicBezTo>
                  <a:cubicBezTo>
                    <a:pt x="19666" y="14469"/>
                    <a:pt x="13162" y="23952"/>
                    <a:pt x="19484" y="29150"/>
                  </a:cubicBezTo>
                  <a:cubicBezTo>
                    <a:pt x="24560" y="33314"/>
                    <a:pt x="27235" y="37509"/>
                    <a:pt x="26323" y="44348"/>
                  </a:cubicBezTo>
                  <a:cubicBezTo>
                    <a:pt x="25563" y="49728"/>
                    <a:pt x="24317" y="58846"/>
                    <a:pt x="31308" y="60792"/>
                  </a:cubicBezTo>
                  <a:cubicBezTo>
                    <a:pt x="38390" y="62737"/>
                    <a:pt x="43770" y="57296"/>
                    <a:pt x="48998" y="53375"/>
                  </a:cubicBezTo>
                  <a:cubicBezTo>
                    <a:pt x="57813" y="46688"/>
                    <a:pt x="63892" y="42129"/>
                    <a:pt x="74743" y="47023"/>
                  </a:cubicBezTo>
                  <a:cubicBezTo>
                    <a:pt x="82433" y="50488"/>
                    <a:pt x="91248" y="47995"/>
                    <a:pt x="98604" y="50761"/>
                  </a:cubicBezTo>
                  <a:cubicBezTo>
                    <a:pt x="103042" y="52372"/>
                    <a:pt x="103011" y="57266"/>
                    <a:pt x="104014" y="61430"/>
                  </a:cubicBezTo>
                  <a:cubicBezTo>
                    <a:pt x="105382" y="67084"/>
                    <a:pt x="109941" y="74014"/>
                    <a:pt x="115109" y="76445"/>
                  </a:cubicBezTo>
                  <a:cubicBezTo>
                    <a:pt x="123802" y="80579"/>
                    <a:pt x="132100" y="68299"/>
                    <a:pt x="139912" y="68330"/>
                  </a:cubicBezTo>
                  <a:cubicBezTo>
                    <a:pt x="144927" y="68330"/>
                    <a:pt x="153529" y="7331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8"/>
            <p:cNvSpPr/>
            <p:nvPr/>
          </p:nvSpPr>
          <p:spPr>
            <a:xfrm>
              <a:off x="2975000" y="442550"/>
              <a:ext cx="3962850" cy="1991700"/>
            </a:xfrm>
            <a:custGeom>
              <a:rect b="b" l="l" r="r" t="t"/>
              <a:pathLst>
                <a:path extrusionOk="0" fill="none" h="79668" w="158514">
                  <a:moveTo>
                    <a:pt x="0" y="1"/>
                  </a:moveTo>
                  <a:cubicBezTo>
                    <a:pt x="4590" y="3010"/>
                    <a:pt x="9484" y="5897"/>
                    <a:pt x="13769" y="9119"/>
                  </a:cubicBezTo>
                  <a:cubicBezTo>
                    <a:pt x="20122" y="13861"/>
                    <a:pt x="13952" y="23344"/>
                    <a:pt x="19879" y="28360"/>
                  </a:cubicBezTo>
                  <a:cubicBezTo>
                    <a:pt x="24651" y="32402"/>
                    <a:pt x="28055" y="36475"/>
                    <a:pt x="27265" y="43102"/>
                  </a:cubicBezTo>
                  <a:cubicBezTo>
                    <a:pt x="26627" y="48482"/>
                    <a:pt x="24985" y="57600"/>
                    <a:pt x="31946" y="59698"/>
                  </a:cubicBezTo>
                  <a:cubicBezTo>
                    <a:pt x="39028" y="61795"/>
                    <a:pt x="44955" y="56202"/>
                    <a:pt x="50183" y="52251"/>
                  </a:cubicBezTo>
                  <a:cubicBezTo>
                    <a:pt x="59424" y="45260"/>
                    <a:pt x="64561" y="40761"/>
                    <a:pt x="75746" y="46232"/>
                  </a:cubicBezTo>
                  <a:cubicBezTo>
                    <a:pt x="83315" y="49971"/>
                    <a:pt x="91795" y="47813"/>
                    <a:pt x="99273" y="50488"/>
                  </a:cubicBezTo>
                  <a:cubicBezTo>
                    <a:pt x="103832" y="52129"/>
                    <a:pt x="103619" y="56840"/>
                    <a:pt x="104653" y="61035"/>
                  </a:cubicBezTo>
                  <a:cubicBezTo>
                    <a:pt x="106051" y="66749"/>
                    <a:pt x="110124" y="73315"/>
                    <a:pt x="115443" y="75716"/>
                  </a:cubicBezTo>
                  <a:cubicBezTo>
                    <a:pt x="124227" y="79667"/>
                    <a:pt x="132039" y="67995"/>
                    <a:pt x="140246" y="68056"/>
                  </a:cubicBezTo>
                  <a:cubicBezTo>
                    <a:pt x="145535" y="68087"/>
                    <a:pt x="153377" y="7340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8"/>
            <p:cNvSpPr/>
            <p:nvPr/>
          </p:nvSpPr>
          <p:spPr>
            <a:xfrm>
              <a:off x="2975000" y="442550"/>
              <a:ext cx="3963625" cy="1968900"/>
            </a:xfrm>
            <a:custGeom>
              <a:rect b="b" l="l" r="r" t="t"/>
              <a:pathLst>
                <a:path extrusionOk="0" fill="none" h="78756" w="158545">
                  <a:moveTo>
                    <a:pt x="0" y="1"/>
                  </a:moveTo>
                  <a:cubicBezTo>
                    <a:pt x="4651" y="2979"/>
                    <a:pt x="9575" y="5867"/>
                    <a:pt x="14013" y="8876"/>
                  </a:cubicBezTo>
                  <a:cubicBezTo>
                    <a:pt x="20548" y="13283"/>
                    <a:pt x="14985" y="22706"/>
                    <a:pt x="20305" y="27539"/>
                  </a:cubicBezTo>
                  <a:cubicBezTo>
                    <a:pt x="24590" y="31430"/>
                    <a:pt x="28724" y="35715"/>
                    <a:pt x="28147" y="42007"/>
                  </a:cubicBezTo>
                  <a:cubicBezTo>
                    <a:pt x="27630" y="47296"/>
                    <a:pt x="25654" y="56445"/>
                    <a:pt x="32584" y="58664"/>
                  </a:cubicBezTo>
                  <a:cubicBezTo>
                    <a:pt x="39606" y="60913"/>
                    <a:pt x="46354" y="55077"/>
                    <a:pt x="51369" y="51096"/>
                  </a:cubicBezTo>
                  <a:cubicBezTo>
                    <a:pt x="60609" y="43770"/>
                    <a:pt x="65351" y="39576"/>
                    <a:pt x="76749" y="45594"/>
                  </a:cubicBezTo>
                  <a:cubicBezTo>
                    <a:pt x="84166" y="49515"/>
                    <a:pt x="92251" y="47722"/>
                    <a:pt x="99911" y="50275"/>
                  </a:cubicBezTo>
                  <a:cubicBezTo>
                    <a:pt x="104622" y="51855"/>
                    <a:pt x="104318" y="56445"/>
                    <a:pt x="105260" y="60609"/>
                  </a:cubicBezTo>
                  <a:cubicBezTo>
                    <a:pt x="106537" y="66324"/>
                    <a:pt x="110428" y="72676"/>
                    <a:pt x="115808" y="74956"/>
                  </a:cubicBezTo>
                  <a:cubicBezTo>
                    <a:pt x="124714" y="78756"/>
                    <a:pt x="132313" y="67418"/>
                    <a:pt x="140580" y="67813"/>
                  </a:cubicBezTo>
                  <a:cubicBezTo>
                    <a:pt x="145778" y="68056"/>
                    <a:pt x="153438" y="73315"/>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8"/>
            <p:cNvSpPr/>
            <p:nvPr/>
          </p:nvSpPr>
          <p:spPr>
            <a:xfrm>
              <a:off x="2975000" y="442550"/>
              <a:ext cx="3962850" cy="1919500"/>
            </a:xfrm>
            <a:custGeom>
              <a:rect b="b" l="l" r="r" t="t"/>
              <a:pathLst>
                <a:path extrusionOk="0" fill="none" h="76780" w="158514">
                  <a:moveTo>
                    <a:pt x="0" y="1"/>
                  </a:moveTo>
                  <a:cubicBezTo>
                    <a:pt x="4712" y="2949"/>
                    <a:pt x="9666" y="5776"/>
                    <a:pt x="14225" y="8633"/>
                  </a:cubicBezTo>
                  <a:cubicBezTo>
                    <a:pt x="20973" y="12797"/>
                    <a:pt x="16049" y="21977"/>
                    <a:pt x="20760" y="26718"/>
                  </a:cubicBezTo>
                  <a:cubicBezTo>
                    <a:pt x="24438" y="30396"/>
                    <a:pt x="29332" y="35168"/>
                    <a:pt x="28967" y="41004"/>
                  </a:cubicBezTo>
                  <a:cubicBezTo>
                    <a:pt x="28633" y="46202"/>
                    <a:pt x="26444" y="55381"/>
                    <a:pt x="33192" y="57661"/>
                  </a:cubicBezTo>
                  <a:cubicBezTo>
                    <a:pt x="40153" y="60032"/>
                    <a:pt x="47752" y="53953"/>
                    <a:pt x="52494" y="49880"/>
                  </a:cubicBezTo>
                  <a:cubicBezTo>
                    <a:pt x="61703" y="41977"/>
                    <a:pt x="66293" y="38633"/>
                    <a:pt x="77722" y="45016"/>
                  </a:cubicBezTo>
                  <a:cubicBezTo>
                    <a:pt x="84926" y="49059"/>
                    <a:pt x="92707" y="47722"/>
                    <a:pt x="100488" y="50093"/>
                  </a:cubicBezTo>
                  <a:cubicBezTo>
                    <a:pt x="105382" y="51582"/>
                    <a:pt x="104987" y="56080"/>
                    <a:pt x="105838" y="60245"/>
                  </a:cubicBezTo>
                  <a:cubicBezTo>
                    <a:pt x="107023" y="65898"/>
                    <a:pt x="111005" y="72676"/>
                    <a:pt x="116142" y="74227"/>
                  </a:cubicBezTo>
                  <a:cubicBezTo>
                    <a:pt x="124683" y="76780"/>
                    <a:pt x="132191" y="66901"/>
                    <a:pt x="140884" y="67570"/>
                  </a:cubicBezTo>
                  <a:cubicBezTo>
                    <a:pt x="145930" y="67965"/>
                    <a:pt x="153468" y="73224"/>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8"/>
            <p:cNvSpPr/>
            <p:nvPr/>
          </p:nvSpPr>
          <p:spPr>
            <a:xfrm>
              <a:off x="2975000" y="442550"/>
              <a:ext cx="3962100" cy="1896700"/>
            </a:xfrm>
            <a:custGeom>
              <a:rect b="b" l="l" r="r" t="t"/>
              <a:pathLst>
                <a:path extrusionOk="0" fill="none" h="75868" w="158484">
                  <a:moveTo>
                    <a:pt x="0" y="1"/>
                  </a:moveTo>
                  <a:cubicBezTo>
                    <a:pt x="4742" y="2949"/>
                    <a:pt x="9788" y="5441"/>
                    <a:pt x="14438" y="8359"/>
                  </a:cubicBezTo>
                  <a:cubicBezTo>
                    <a:pt x="21520" y="12797"/>
                    <a:pt x="16900" y="20852"/>
                    <a:pt x="21277" y="25837"/>
                  </a:cubicBezTo>
                  <a:cubicBezTo>
                    <a:pt x="24408" y="29424"/>
                    <a:pt x="29758" y="34652"/>
                    <a:pt x="29727" y="40123"/>
                  </a:cubicBezTo>
                  <a:cubicBezTo>
                    <a:pt x="29666" y="45229"/>
                    <a:pt x="27447" y="54014"/>
                    <a:pt x="33770" y="56658"/>
                  </a:cubicBezTo>
                  <a:cubicBezTo>
                    <a:pt x="40396" y="59394"/>
                    <a:pt x="49545" y="52433"/>
                    <a:pt x="53618" y="48542"/>
                  </a:cubicBezTo>
                  <a:cubicBezTo>
                    <a:pt x="62707" y="39788"/>
                    <a:pt x="67448" y="37904"/>
                    <a:pt x="78725" y="44530"/>
                  </a:cubicBezTo>
                  <a:cubicBezTo>
                    <a:pt x="85716" y="48664"/>
                    <a:pt x="93224" y="47722"/>
                    <a:pt x="101066" y="49910"/>
                  </a:cubicBezTo>
                  <a:cubicBezTo>
                    <a:pt x="106142" y="51308"/>
                    <a:pt x="105716" y="55685"/>
                    <a:pt x="106476" y="59849"/>
                  </a:cubicBezTo>
                  <a:cubicBezTo>
                    <a:pt x="107540" y="65503"/>
                    <a:pt x="111279" y="71977"/>
                    <a:pt x="116477" y="73467"/>
                  </a:cubicBezTo>
                  <a:cubicBezTo>
                    <a:pt x="124927" y="75868"/>
                    <a:pt x="132708" y="66354"/>
                    <a:pt x="141188" y="67357"/>
                  </a:cubicBezTo>
                  <a:cubicBezTo>
                    <a:pt x="146143" y="67935"/>
                    <a:pt x="153468" y="7313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8"/>
            <p:cNvSpPr/>
            <p:nvPr/>
          </p:nvSpPr>
          <p:spPr>
            <a:xfrm>
              <a:off x="2975000" y="442550"/>
              <a:ext cx="3962850" cy="1870875"/>
            </a:xfrm>
            <a:custGeom>
              <a:rect b="b" l="l" r="r" t="t"/>
              <a:pathLst>
                <a:path extrusionOk="0" fill="none" h="74835" w="158514">
                  <a:moveTo>
                    <a:pt x="0" y="1"/>
                  </a:moveTo>
                  <a:cubicBezTo>
                    <a:pt x="4803" y="2919"/>
                    <a:pt x="9848" y="5350"/>
                    <a:pt x="14651" y="8116"/>
                  </a:cubicBezTo>
                  <a:cubicBezTo>
                    <a:pt x="21946" y="12311"/>
                    <a:pt x="18086" y="19697"/>
                    <a:pt x="21885" y="24895"/>
                  </a:cubicBezTo>
                  <a:cubicBezTo>
                    <a:pt x="24590" y="28633"/>
                    <a:pt x="30031" y="34013"/>
                    <a:pt x="30396" y="39272"/>
                  </a:cubicBezTo>
                  <a:cubicBezTo>
                    <a:pt x="30791" y="44439"/>
                    <a:pt x="28299" y="52919"/>
                    <a:pt x="34439" y="55625"/>
                  </a:cubicBezTo>
                  <a:cubicBezTo>
                    <a:pt x="41186" y="58603"/>
                    <a:pt x="50670" y="51217"/>
                    <a:pt x="54712" y="47083"/>
                  </a:cubicBezTo>
                  <a:cubicBezTo>
                    <a:pt x="63892" y="37630"/>
                    <a:pt x="68542" y="37266"/>
                    <a:pt x="79789" y="44135"/>
                  </a:cubicBezTo>
                  <a:cubicBezTo>
                    <a:pt x="86476" y="48208"/>
                    <a:pt x="93984" y="47661"/>
                    <a:pt x="101674" y="49728"/>
                  </a:cubicBezTo>
                  <a:cubicBezTo>
                    <a:pt x="106932" y="51126"/>
                    <a:pt x="106416" y="55138"/>
                    <a:pt x="107145" y="59454"/>
                  </a:cubicBezTo>
                  <a:cubicBezTo>
                    <a:pt x="108057" y="64986"/>
                    <a:pt x="111552" y="71339"/>
                    <a:pt x="116872" y="72707"/>
                  </a:cubicBezTo>
                  <a:cubicBezTo>
                    <a:pt x="125322" y="74835"/>
                    <a:pt x="133285" y="65837"/>
                    <a:pt x="141523" y="67114"/>
                  </a:cubicBezTo>
                  <a:cubicBezTo>
                    <a:pt x="146386" y="67874"/>
                    <a:pt x="153559" y="73011"/>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8"/>
            <p:cNvSpPr/>
            <p:nvPr/>
          </p:nvSpPr>
          <p:spPr>
            <a:xfrm>
              <a:off x="2975000" y="442550"/>
              <a:ext cx="3962850" cy="1848075"/>
            </a:xfrm>
            <a:custGeom>
              <a:rect b="b" l="l" r="r" t="t"/>
              <a:pathLst>
                <a:path extrusionOk="0" fill="none" h="73923" w="158514">
                  <a:moveTo>
                    <a:pt x="0" y="1"/>
                  </a:moveTo>
                  <a:cubicBezTo>
                    <a:pt x="4833" y="2888"/>
                    <a:pt x="9909" y="5259"/>
                    <a:pt x="14864" y="7873"/>
                  </a:cubicBezTo>
                  <a:cubicBezTo>
                    <a:pt x="22219" y="11764"/>
                    <a:pt x="19301" y="18390"/>
                    <a:pt x="22584" y="23922"/>
                  </a:cubicBezTo>
                  <a:cubicBezTo>
                    <a:pt x="25046" y="28086"/>
                    <a:pt x="30092" y="33649"/>
                    <a:pt x="31004" y="38542"/>
                  </a:cubicBezTo>
                  <a:cubicBezTo>
                    <a:pt x="31855" y="43284"/>
                    <a:pt x="29150" y="51947"/>
                    <a:pt x="35107" y="54561"/>
                  </a:cubicBezTo>
                  <a:cubicBezTo>
                    <a:pt x="42250" y="57691"/>
                    <a:pt x="51673" y="50032"/>
                    <a:pt x="55746" y="45503"/>
                  </a:cubicBezTo>
                  <a:cubicBezTo>
                    <a:pt x="64834" y="35411"/>
                    <a:pt x="69941" y="36992"/>
                    <a:pt x="80822" y="43770"/>
                  </a:cubicBezTo>
                  <a:cubicBezTo>
                    <a:pt x="87205" y="47782"/>
                    <a:pt x="94683" y="47691"/>
                    <a:pt x="102191" y="49576"/>
                  </a:cubicBezTo>
                  <a:cubicBezTo>
                    <a:pt x="107571" y="50913"/>
                    <a:pt x="107145" y="54682"/>
                    <a:pt x="107783" y="59090"/>
                  </a:cubicBezTo>
                  <a:cubicBezTo>
                    <a:pt x="108604" y="64591"/>
                    <a:pt x="111826" y="70610"/>
                    <a:pt x="117236" y="71917"/>
                  </a:cubicBezTo>
                  <a:cubicBezTo>
                    <a:pt x="125504" y="73923"/>
                    <a:pt x="133863" y="65321"/>
                    <a:pt x="141827" y="66901"/>
                  </a:cubicBezTo>
                  <a:cubicBezTo>
                    <a:pt x="146599" y="67813"/>
                    <a:pt x="153620" y="7292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8"/>
            <p:cNvSpPr/>
            <p:nvPr/>
          </p:nvSpPr>
          <p:spPr>
            <a:xfrm>
              <a:off x="2975000" y="442550"/>
              <a:ext cx="3962100" cy="1826050"/>
            </a:xfrm>
            <a:custGeom>
              <a:rect b="b" l="l" r="r" t="t"/>
              <a:pathLst>
                <a:path extrusionOk="0" fill="none" h="73042" w="158484">
                  <a:moveTo>
                    <a:pt x="0" y="1"/>
                  </a:moveTo>
                  <a:cubicBezTo>
                    <a:pt x="4894" y="2858"/>
                    <a:pt x="10000" y="5168"/>
                    <a:pt x="15076" y="7630"/>
                  </a:cubicBezTo>
                  <a:cubicBezTo>
                    <a:pt x="22402" y="11217"/>
                    <a:pt x="20639" y="16992"/>
                    <a:pt x="23435" y="22980"/>
                  </a:cubicBezTo>
                  <a:cubicBezTo>
                    <a:pt x="25685" y="27813"/>
                    <a:pt x="29910" y="33041"/>
                    <a:pt x="31460" y="37934"/>
                  </a:cubicBezTo>
                  <a:cubicBezTo>
                    <a:pt x="32858" y="42372"/>
                    <a:pt x="29940" y="51096"/>
                    <a:pt x="35867" y="53558"/>
                  </a:cubicBezTo>
                  <a:cubicBezTo>
                    <a:pt x="43618" y="56749"/>
                    <a:pt x="52433" y="48937"/>
                    <a:pt x="56779" y="43831"/>
                  </a:cubicBezTo>
                  <a:cubicBezTo>
                    <a:pt x="65746" y="33314"/>
                    <a:pt x="71552" y="36901"/>
                    <a:pt x="81886" y="43466"/>
                  </a:cubicBezTo>
                  <a:cubicBezTo>
                    <a:pt x="87965" y="47327"/>
                    <a:pt x="95412" y="47752"/>
                    <a:pt x="102707" y="49454"/>
                  </a:cubicBezTo>
                  <a:cubicBezTo>
                    <a:pt x="108148" y="50700"/>
                    <a:pt x="107905" y="54226"/>
                    <a:pt x="108452" y="58725"/>
                  </a:cubicBezTo>
                  <a:cubicBezTo>
                    <a:pt x="109182" y="64226"/>
                    <a:pt x="112130" y="69910"/>
                    <a:pt x="117571" y="71187"/>
                  </a:cubicBezTo>
                  <a:cubicBezTo>
                    <a:pt x="125626" y="73041"/>
                    <a:pt x="134410" y="64895"/>
                    <a:pt x="142100" y="66688"/>
                  </a:cubicBezTo>
                  <a:cubicBezTo>
                    <a:pt x="146751" y="67783"/>
                    <a:pt x="153590" y="72828"/>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8"/>
            <p:cNvSpPr/>
            <p:nvPr/>
          </p:nvSpPr>
          <p:spPr>
            <a:xfrm>
              <a:off x="2975000" y="442550"/>
              <a:ext cx="3962850" cy="1818450"/>
            </a:xfrm>
            <a:custGeom>
              <a:rect b="b" l="l" r="r" t="t"/>
              <a:pathLst>
                <a:path extrusionOk="0" fill="none" h="72738" w="158514">
                  <a:moveTo>
                    <a:pt x="0" y="1"/>
                  </a:moveTo>
                  <a:cubicBezTo>
                    <a:pt x="4924" y="2827"/>
                    <a:pt x="10122" y="5077"/>
                    <a:pt x="15259" y="7387"/>
                  </a:cubicBezTo>
                  <a:cubicBezTo>
                    <a:pt x="22432" y="10609"/>
                    <a:pt x="22159" y="15594"/>
                    <a:pt x="24317" y="22007"/>
                  </a:cubicBezTo>
                  <a:cubicBezTo>
                    <a:pt x="26171" y="27630"/>
                    <a:pt x="29332" y="32402"/>
                    <a:pt x="31733" y="37418"/>
                  </a:cubicBezTo>
                  <a:cubicBezTo>
                    <a:pt x="33831" y="41764"/>
                    <a:pt x="30669" y="50305"/>
                    <a:pt x="36657" y="52615"/>
                  </a:cubicBezTo>
                  <a:cubicBezTo>
                    <a:pt x="44955" y="55868"/>
                    <a:pt x="53162" y="47630"/>
                    <a:pt x="57782" y="42068"/>
                  </a:cubicBezTo>
                  <a:cubicBezTo>
                    <a:pt x="66476" y="31551"/>
                    <a:pt x="73315" y="37022"/>
                    <a:pt x="82950" y="43193"/>
                  </a:cubicBezTo>
                  <a:cubicBezTo>
                    <a:pt x="88695" y="46871"/>
                    <a:pt x="96142" y="47813"/>
                    <a:pt x="103194" y="49333"/>
                  </a:cubicBezTo>
                  <a:cubicBezTo>
                    <a:pt x="108726" y="50488"/>
                    <a:pt x="108634" y="53740"/>
                    <a:pt x="109151" y="58390"/>
                  </a:cubicBezTo>
                  <a:cubicBezTo>
                    <a:pt x="109789" y="63862"/>
                    <a:pt x="112464" y="69211"/>
                    <a:pt x="117996" y="70427"/>
                  </a:cubicBezTo>
                  <a:cubicBezTo>
                    <a:pt x="125778" y="72129"/>
                    <a:pt x="135018" y="64439"/>
                    <a:pt x="142434" y="66506"/>
                  </a:cubicBezTo>
                  <a:cubicBezTo>
                    <a:pt x="146994" y="67752"/>
                    <a:pt x="153650" y="72737"/>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8"/>
            <p:cNvSpPr/>
            <p:nvPr/>
          </p:nvSpPr>
          <p:spPr>
            <a:xfrm>
              <a:off x="2975000" y="442550"/>
              <a:ext cx="3962850" cy="1816175"/>
            </a:xfrm>
            <a:custGeom>
              <a:rect b="b" l="l" r="r" t="t"/>
              <a:pathLst>
                <a:path extrusionOk="0" fill="none" h="72647" w="158514">
                  <a:moveTo>
                    <a:pt x="0" y="1"/>
                  </a:moveTo>
                  <a:cubicBezTo>
                    <a:pt x="4985" y="2797"/>
                    <a:pt x="10244" y="4985"/>
                    <a:pt x="15441" y="7144"/>
                  </a:cubicBezTo>
                  <a:cubicBezTo>
                    <a:pt x="22341" y="10031"/>
                    <a:pt x="23648" y="14621"/>
                    <a:pt x="25259" y="21034"/>
                  </a:cubicBezTo>
                  <a:cubicBezTo>
                    <a:pt x="26688" y="26809"/>
                    <a:pt x="28572" y="31977"/>
                    <a:pt x="31885" y="36992"/>
                  </a:cubicBezTo>
                  <a:cubicBezTo>
                    <a:pt x="34742" y="41278"/>
                    <a:pt x="31429" y="49606"/>
                    <a:pt x="37478" y="51825"/>
                  </a:cubicBezTo>
                  <a:cubicBezTo>
                    <a:pt x="46171" y="55017"/>
                    <a:pt x="54469" y="46202"/>
                    <a:pt x="58755" y="40305"/>
                  </a:cubicBezTo>
                  <a:cubicBezTo>
                    <a:pt x="66232" y="30001"/>
                    <a:pt x="76415" y="38025"/>
                    <a:pt x="84044" y="42889"/>
                  </a:cubicBezTo>
                  <a:cubicBezTo>
                    <a:pt x="89546" y="46384"/>
                    <a:pt x="96841" y="47874"/>
                    <a:pt x="103680" y="49211"/>
                  </a:cubicBezTo>
                  <a:cubicBezTo>
                    <a:pt x="109242" y="50305"/>
                    <a:pt x="109364" y="53254"/>
                    <a:pt x="109850" y="58026"/>
                  </a:cubicBezTo>
                  <a:cubicBezTo>
                    <a:pt x="110397" y="63436"/>
                    <a:pt x="112829" y="68482"/>
                    <a:pt x="118422" y="69667"/>
                  </a:cubicBezTo>
                  <a:cubicBezTo>
                    <a:pt x="125930" y="71278"/>
                    <a:pt x="135626" y="64044"/>
                    <a:pt x="142708" y="66293"/>
                  </a:cubicBezTo>
                  <a:cubicBezTo>
                    <a:pt x="147176" y="67692"/>
                    <a:pt x="153681" y="7264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8"/>
            <p:cNvSpPr/>
            <p:nvPr/>
          </p:nvSpPr>
          <p:spPr>
            <a:xfrm>
              <a:off x="2975000" y="442550"/>
              <a:ext cx="3962850" cy="1813875"/>
            </a:xfrm>
            <a:custGeom>
              <a:rect b="b" l="l" r="r" t="t"/>
              <a:pathLst>
                <a:path extrusionOk="0" fill="none" h="72555" w="158514">
                  <a:moveTo>
                    <a:pt x="0" y="1"/>
                  </a:moveTo>
                  <a:cubicBezTo>
                    <a:pt x="5015" y="2767"/>
                    <a:pt x="10335" y="4894"/>
                    <a:pt x="15624" y="6931"/>
                  </a:cubicBezTo>
                  <a:cubicBezTo>
                    <a:pt x="22189" y="9423"/>
                    <a:pt x="24925" y="13648"/>
                    <a:pt x="26262" y="20031"/>
                  </a:cubicBezTo>
                  <a:cubicBezTo>
                    <a:pt x="27508" y="25958"/>
                    <a:pt x="27843" y="31582"/>
                    <a:pt x="31916" y="36597"/>
                  </a:cubicBezTo>
                  <a:cubicBezTo>
                    <a:pt x="35290" y="40731"/>
                    <a:pt x="32432" y="49150"/>
                    <a:pt x="38299" y="51096"/>
                  </a:cubicBezTo>
                  <a:cubicBezTo>
                    <a:pt x="47326" y="54105"/>
                    <a:pt x="55138" y="44804"/>
                    <a:pt x="59758" y="38512"/>
                  </a:cubicBezTo>
                  <a:cubicBezTo>
                    <a:pt x="66901" y="28816"/>
                    <a:pt x="78512" y="38512"/>
                    <a:pt x="85139" y="42585"/>
                  </a:cubicBezTo>
                  <a:cubicBezTo>
                    <a:pt x="90397" y="45807"/>
                    <a:pt x="97510" y="47995"/>
                    <a:pt x="104105" y="49120"/>
                  </a:cubicBezTo>
                  <a:cubicBezTo>
                    <a:pt x="109698" y="50062"/>
                    <a:pt x="109729" y="52707"/>
                    <a:pt x="110580" y="57691"/>
                  </a:cubicBezTo>
                  <a:cubicBezTo>
                    <a:pt x="111461" y="63071"/>
                    <a:pt x="112829" y="67692"/>
                    <a:pt x="118878" y="68938"/>
                  </a:cubicBezTo>
                  <a:cubicBezTo>
                    <a:pt x="126082" y="70427"/>
                    <a:pt x="136234" y="63649"/>
                    <a:pt x="143012" y="66111"/>
                  </a:cubicBezTo>
                  <a:cubicBezTo>
                    <a:pt x="147359" y="67661"/>
                    <a:pt x="153742" y="7255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8"/>
            <p:cNvSpPr/>
            <p:nvPr/>
          </p:nvSpPr>
          <p:spPr>
            <a:xfrm>
              <a:off x="2975000" y="442550"/>
              <a:ext cx="3962850" cy="1804000"/>
            </a:xfrm>
            <a:custGeom>
              <a:rect b="b" l="l" r="r" t="t"/>
              <a:pathLst>
                <a:path extrusionOk="0" fill="none" h="72160" w="158514">
                  <a:moveTo>
                    <a:pt x="0" y="1"/>
                  </a:moveTo>
                  <a:cubicBezTo>
                    <a:pt x="5076" y="2736"/>
                    <a:pt x="10456" y="4803"/>
                    <a:pt x="15806" y="6688"/>
                  </a:cubicBezTo>
                  <a:cubicBezTo>
                    <a:pt x="22037" y="8876"/>
                    <a:pt x="26049" y="12767"/>
                    <a:pt x="27326" y="18967"/>
                  </a:cubicBezTo>
                  <a:cubicBezTo>
                    <a:pt x="28542" y="24925"/>
                    <a:pt x="27326" y="31126"/>
                    <a:pt x="31855" y="36202"/>
                  </a:cubicBezTo>
                  <a:cubicBezTo>
                    <a:pt x="35381" y="40153"/>
                    <a:pt x="33618" y="48725"/>
                    <a:pt x="39150" y="50457"/>
                  </a:cubicBezTo>
                  <a:cubicBezTo>
                    <a:pt x="48329" y="53314"/>
                    <a:pt x="55746" y="42919"/>
                    <a:pt x="60792" y="36810"/>
                  </a:cubicBezTo>
                  <a:cubicBezTo>
                    <a:pt x="67995" y="28086"/>
                    <a:pt x="80032" y="38360"/>
                    <a:pt x="86263" y="42159"/>
                  </a:cubicBezTo>
                  <a:cubicBezTo>
                    <a:pt x="91430" y="45320"/>
                    <a:pt x="98057" y="48056"/>
                    <a:pt x="104561" y="48998"/>
                  </a:cubicBezTo>
                  <a:cubicBezTo>
                    <a:pt x="115747" y="50700"/>
                    <a:pt x="107692" y="65898"/>
                    <a:pt x="119303" y="68178"/>
                  </a:cubicBezTo>
                  <a:cubicBezTo>
                    <a:pt x="126294" y="69576"/>
                    <a:pt x="136872" y="63254"/>
                    <a:pt x="143316" y="65898"/>
                  </a:cubicBezTo>
                  <a:cubicBezTo>
                    <a:pt x="147784" y="67752"/>
                    <a:pt x="153407" y="7216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8"/>
            <p:cNvSpPr/>
            <p:nvPr/>
          </p:nvSpPr>
          <p:spPr>
            <a:xfrm>
              <a:off x="2975000" y="442550"/>
              <a:ext cx="3962100" cy="1802475"/>
            </a:xfrm>
            <a:custGeom>
              <a:rect b="b" l="l" r="r" t="t"/>
              <a:pathLst>
                <a:path extrusionOk="0" fill="none" h="72099" w="158484">
                  <a:moveTo>
                    <a:pt x="0" y="1"/>
                  </a:moveTo>
                  <a:cubicBezTo>
                    <a:pt x="5107" y="2706"/>
                    <a:pt x="10760" y="4590"/>
                    <a:pt x="15958" y="6444"/>
                  </a:cubicBezTo>
                  <a:cubicBezTo>
                    <a:pt x="21764" y="8511"/>
                    <a:pt x="26931" y="11733"/>
                    <a:pt x="28390" y="17843"/>
                  </a:cubicBezTo>
                  <a:cubicBezTo>
                    <a:pt x="29788" y="23740"/>
                    <a:pt x="26900" y="30579"/>
                    <a:pt x="31672" y="35867"/>
                  </a:cubicBezTo>
                  <a:cubicBezTo>
                    <a:pt x="35107" y="39636"/>
                    <a:pt x="34925" y="48390"/>
                    <a:pt x="40001" y="49849"/>
                  </a:cubicBezTo>
                  <a:cubicBezTo>
                    <a:pt x="49302" y="52494"/>
                    <a:pt x="56415" y="40761"/>
                    <a:pt x="61886" y="35320"/>
                  </a:cubicBezTo>
                  <a:cubicBezTo>
                    <a:pt x="69211" y="28025"/>
                    <a:pt x="81278" y="37873"/>
                    <a:pt x="87327" y="41612"/>
                  </a:cubicBezTo>
                  <a:cubicBezTo>
                    <a:pt x="92585" y="44864"/>
                    <a:pt x="98421" y="48117"/>
                    <a:pt x="104926" y="48968"/>
                  </a:cubicBezTo>
                  <a:cubicBezTo>
                    <a:pt x="116385" y="50457"/>
                    <a:pt x="108239" y="65442"/>
                    <a:pt x="119759" y="67509"/>
                  </a:cubicBezTo>
                  <a:cubicBezTo>
                    <a:pt x="126659" y="68725"/>
                    <a:pt x="137298" y="62980"/>
                    <a:pt x="143559" y="65716"/>
                  </a:cubicBezTo>
                  <a:cubicBezTo>
                    <a:pt x="147936" y="67631"/>
                    <a:pt x="153407" y="72099"/>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8"/>
            <p:cNvSpPr/>
            <p:nvPr/>
          </p:nvSpPr>
          <p:spPr>
            <a:xfrm>
              <a:off x="2975000" y="442550"/>
              <a:ext cx="3962850" cy="1800200"/>
            </a:xfrm>
            <a:custGeom>
              <a:rect b="b" l="l" r="r" t="t"/>
              <a:pathLst>
                <a:path extrusionOk="0" fill="none" h="72008" w="158514">
                  <a:moveTo>
                    <a:pt x="0" y="1"/>
                  </a:moveTo>
                  <a:cubicBezTo>
                    <a:pt x="5167" y="2645"/>
                    <a:pt x="10821" y="4499"/>
                    <a:pt x="16140" y="6201"/>
                  </a:cubicBezTo>
                  <a:cubicBezTo>
                    <a:pt x="21976" y="8055"/>
                    <a:pt x="27630" y="11065"/>
                    <a:pt x="29484" y="16657"/>
                  </a:cubicBezTo>
                  <a:cubicBezTo>
                    <a:pt x="31308" y="22159"/>
                    <a:pt x="26748" y="29940"/>
                    <a:pt x="31521" y="35442"/>
                  </a:cubicBezTo>
                  <a:cubicBezTo>
                    <a:pt x="34621" y="38998"/>
                    <a:pt x="36414" y="48147"/>
                    <a:pt x="40913" y="49211"/>
                  </a:cubicBezTo>
                  <a:cubicBezTo>
                    <a:pt x="50244" y="51430"/>
                    <a:pt x="56749" y="38846"/>
                    <a:pt x="63041" y="34044"/>
                  </a:cubicBezTo>
                  <a:cubicBezTo>
                    <a:pt x="70731" y="28147"/>
                    <a:pt x="82190" y="36992"/>
                    <a:pt x="88391" y="40943"/>
                  </a:cubicBezTo>
                  <a:cubicBezTo>
                    <a:pt x="93862" y="44409"/>
                    <a:pt x="98695" y="48147"/>
                    <a:pt x="105352" y="48907"/>
                  </a:cubicBezTo>
                  <a:cubicBezTo>
                    <a:pt x="117024" y="50184"/>
                    <a:pt x="108786" y="64834"/>
                    <a:pt x="120276" y="66780"/>
                  </a:cubicBezTo>
                  <a:cubicBezTo>
                    <a:pt x="126993" y="67904"/>
                    <a:pt x="137784" y="62585"/>
                    <a:pt x="143863" y="65533"/>
                  </a:cubicBezTo>
                  <a:cubicBezTo>
                    <a:pt x="148149" y="67570"/>
                    <a:pt x="153468" y="72008"/>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8"/>
            <p:cNvSpPr/>
            <p:nvPr/>
          </p:nvSpPr>
          <p:spPr>
            <a:xfrm>
              <a:off x="2975000" y="442550"/>
              <a:ext cx="3963625" cy="1798675"/>
            </a:xfrm>
            <a:custGeom>
              <a:rect b="b" l="l" r="r" t="t"/>
              <a:pathLst>
                <a:path extrusionOk="0" fill="none" h="71947" w="158545">
                  <a:moveTo>
                    <a:pt x="0" y="1"/>
                  </a:moveTo>
                  <a:cubicBezTo>
                    <a:pt x="5198" y="2615"/>
                    <a:pt x="10912" y="4408"/>
                    <a:pt x="16323" y="5958"/>
                  </a:cubicBezTo>
                  <a:cubicBezTo>
                    <a:pt x="22067" y="7630"/>
                    <a:pt x="28147" y="10365"/>
                    <a:pt x="30578" y="15472"/>
                  </a:cubicBezTo>
                  <a:cubicBezTo>
                    <a:pt x="33192" y="20974"/>
                    <a:pt x="26931" y="29059"/>
                    <a:pt x="31369" y="35047"/>
                  </a:cubicBezTo>
                  <a:cubicBezTo>
                    <a:pt x="33831" y="38390"/>
                    <a:pt x="37904" y="47904"/>
                    <a:pt x="41825" y="48542"/>
                  </a:cubicBezTo>
                  <a:cubicBezTo>
                    <a:pt x="50883" y="50062"/>
                    <a:pt x="57296" y="36931"/>
                    <a:pt x="64257" y="33010"/>
                  </a:cubicBezTo>
                  <a:cubicBezTo>
                    <a:pt x="72160" y="28512"/>
                    <a:pt x="83102" y="35928"/>
                    <a:pt x="89424" y="40153"/>
                  </a:cubicBezTo>
                  <a:cubicBezTo>
                    <a:pt x="94804" y="43740"/>
                    <a:pt x="98877" y="48208"/>
                    <a:pt x="105747" y="48846"/>
                  </a:cubicBezTo>
                  <a:cubicBezTo>
                    <a:pt x="117601" y="49971"/>
                    <a:pt x="109425" y="64257"/>
                    <a:pt x="120793" y="66081"/>
                  </a:cubicBezTo>
                  <a:cubicBezTo>
                    <a:pt x="127419" y="67144"/>
                    <a:pt x="138270" y="62281"/>
                    <a:pt x="144167" y="65351"/>
                  </a:cubicBezTo>
                  <a:cubicBezTo>
                    <a:pt x="148362" y="67540"/>
                    <a:pt x="153529" y="71947"/>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8"/>
            <p:cNvSpPr/>
            <p:nvPr/>
          </p:nvSpPr>
          <p:spPr>
            <a:xfrm>
              <a:off x="2975000" y="442550"/>
              <a:ext cx="3962850" cy="1795650"/>
            </a:xfrm>
            <a:custGeom>
              <a:rect b="b" l="l" r="r" t="t"/>
              <a:pathLst>
                <a:path extrusionOk="0" fill="none" h="71826" w="158514">
                  <a:moveTo>
                    <a:pt x="0" y="1"/>
                  </a:moveTo>
                  <a:cubicBezTo>
                    <a:pt x="5259" y="2584"/>
                    <a:pt x="10973" y="4317"/>
                    <a:pt x="16475" y="5745"/>
                  </a:cubicBezTo>
                  <a:cubicBezTo>
                    <a:pt x="22250" y="7235"/>
                    <a:pt x="28542" y="9788"/>
                    <a:pt x="31581" y="14195"/>
                  </a:cubicBezTo>
                  <a:cubicBezTo>
                    <a:pt x="35168" y="19332"/>
                    <a:pt x="27326" y="28238"/>
                    <a:pt x="31247" y="34560"/>
                  </a:cubicBezTo>
                  <a:cubicBezTo>
                    <a:pt x="33253" y="37782"/>
                    <a:pt x="39150" y="47418"/>
                    <a:pt x="42737" y="47722"/>
                  </a:cubicBezTo>
                  <a:cubicBezTo>
                    <a:pt x="51612" y="48482"/>
                    <a:pt x="57752" y="35229"/>
                    <a:pt x="65412" y="32129"/>
                  </a:cubicBezTo>
                  <a:cubicBezTo>
                    <a:pt x="73588" y="28816"/>
                    <a:pt x="84044" y="34804"/>
                    <a:pt x="90275" y="39302"/>
                  </a:cubicBezTo>
                  <a:cubicBezTo>
                    <a:pt x="95351" y="42980"/>
                    <a:pt x="98938" y="48269"/>
                    <a:pt x="106081" y="48816"/>
                  </a:cubicBezTo>
                  <a:cubicBezTo>
                    <a:pt x="111704" y="49241"/>
                    <a:pt x="112981" y="50670"/>
                    <a:pt x="114136" y="56111"/>
                  </a:cubicBezTo>
                  <a:cubicBezTo>
                    <a:pt x="115139" y="60792"/>
                    <a:pt x="115321" y="64470"/>
                    <a:pt x="121279" y="65381"/>
                  </a:cubicBezTo>
                  <a:cubicBezTo>
                    <a:pt x="127784" y="66385"/>
                    <a:pt x="138696" y="61947"/>
                    <a:pt x="144410" y="65169"/>
                  </a:cubicBezTo>
                  <a:cubicBezTo>
                    <a:pt x="148483" y="67448"/>
                    <a:pt x="153529" y="7182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8"/>
            <p:cNvSpPr/>
            <p:nvPr/>
          </p:nvSpPr>
          <p:spPr>
            <a:xfrm>
              <a:off x="2975000" y="442550"/>
              <a:ext cx="3962850" cy="1794125"/>
            </a:xfrm>
            <a:custGeom>
              <a:rect b="b" l="l" r="r" t="t"/>
              <a:pathLst>
                <a:path extrusionOk="0" fill="none" h="71765" w="158514">
                  <a:moveTo>
                    <a:pt x="0" y="1"/>
                  </a:moveTo>
                  <a:cubicBezTo>
                    <a:pt x="5319" y="2554"/>
                    <a:pt x="11064" y="4226"/>
                    <a:pt x="16627" y="5502"/>
                  </a:cubicBezTo>
                  <a:cubicBezTo>
                    <a:pt x="22523" y="6840"/>
                    <a:pt x="28663" y="9302"/>
                    <a:pt x="32554" y="12919"/>
                  </a:cubicBezTo>
                  <a:cubicBezTo>
                    <a:pt x="36931" y="17022"/>
                    <a:pt x="28906" y="28268"/>
                    <a:pt x="31247" y="33983"/>
                  </a:cubicBezTo>
                  <a:cubicBezTo>
                    <a:pt x="32615" y="37326"/>
                    <a:pt x="40031" y="46658"/>
                    <a:pt x="43679" y="46719"/>
                  </a:cubicBezTo>
                  <a:cubicBezTo>
                    <a:pt x="52433" y="46810"/>
                    <a:pt x="58117" y="33861"/>
                    <a:pt x="66628" y="31430"/>
                  </a:cubicBezTo>
                  <a:cubicBezTo>
                    <a:pt x="75108" y="28998"/>
                    <a:pt x="85078" y="33709"/>
                    <a:pt x="91066" y="38451"/>
                  </a:cubicBezTo>
                  <a:cubicBezTo>
                    <a:pt x="95899" y="42250"/>
                    <a:pt x="98847" y="48482"/>
                    <a:pt x="106446" y="48785"/>
                  </a:cubicBezTo>
                  <a:cubicBezTo>
                    <a:pt x="119030" y="49272"/>
                    <a:pt x="110853" y="62950"/>
                    <a:pt x="121826" y="64743"/>
                  </a:cubicBezTo>
                  <a:cubicBezTo>
                    <a:pt x="128088" y="65746"/>
                    <a:pt x="139121" y="61612"/>
                    <a:pt x="144684" y="64986"/>
                  </a:cubicBezTo>
                  <a:cubicBezTo>
                    <a:pt x="148666" y="67388"/>
                    <a:pt x="153559" y="7176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8"/>
            <p:cNvSpPr/>
            <p:nvPr/>
          </p:nvSpPr>
          <p:spPr>
            <a:xfrm>
              <a:off x="2975000" y="442550"/>
              <a:ext cx="3962850" cy="1791075"/>
            </a:xfrm>
            <a:custGeom>
              <a:rect b="b" l="l" r="r" t="t"/>
              <a:pathLst>
                <a:path extrusionOk="0" fill="none" h="71643" w="158514">
                  <a:moveTo>
                    <a:pt x="0" y="1"/>
                  </a:moveTo>
                  <a:cubicBezTo>
                    <a:pt x="5319" y="2523"/>
                    <a:pt x="11155" y="4134"/>
                    <a:pt x="16779" y="5259"/>
                  </a:cubicBezTo>
                  <a:cubicBezTo>
                    <a:pt x="22736" y="6475"/>
                    <a:pt x="29302" y="9058"/>
                    <a:pt x="33405" y="11672"/>
                  </a:cubicBezTo>
                  <a:cubicBezTo>
                    <a:pt x="37660" y="14378"/>
                    <a:pt x="30821" y="28968"/>
                    <a:pt x="31399" y="33314"/>
                  </a:cubicBezTo>
                  <a:cubicBezTo>
                    <a:pt x="31885" y="36931"/>
                    <a:pt x="40578" y="45624"/>
                    <a:pt x="44651" y="45472"/>
                  </a:cubicBezTo>
                  <a:cubicBezTo>
                    <a:pt x="53101" y="45168"/>
                    <a:pt x="58421" y="32828"/>
                    <a:pt x="67874" y="30852"/>
                  </a:cubicBezTo>
                  <a:cubicBezTo>
                    <a:pt x="76658" y="29028"/>
                    <a:pt x="86233" y="32706"/>
                    <a:pt x="91856" y="37509"/>
                  </a:cubicBezTo>
                  <a:cubicBezTo>
                    <a:pt x="96476" y="41491"/>
                    <a:pt x="98908" y="48542"/>
                    <a:pt x="106780" y="48755"/>
                  </a:cubicBezTo>
                  <a:cubicBezTo>
                    <a:pt x="112647" y="48907"/>
                    <a:pt x="114045" y="50184"/>
                    <a:pt x="115565" y="55503"/>
                  </a:cubicBezTo>
                  <a:cubicBezTo>
                    <a:pt x="116841" y="60062"/>
                    <a:pt x="116628" y="63132"/>
                    <a:pt x="122404" y="64044"/>
                  </a:cubicBezTo>
                  <a:cubicBezTo>
                    <a:pt x="128544" y="65047"/>
                    <a:pt x="139486" y="61278"/>
                    <a:pt x="144957" y="64804"/>
                  </a:cubicBezTo>
                  <a:cubicBezTo>
                    <a:pt x="148818" y="67296"/>
                    <a:pt x="153559" y="71643"/>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8"/>
            <p:cNvSpPr/>
            <p:nvPr/>
          </p:nvSpPr>
          <p:spPr>
            <a:xfrm>
              <a:off x="2975000" y="442550"/>
              <a:ext cx="3962100" cy="1789575"/>
            </a:xfrm>
            <a:custGeom>
              <a:rect b="b" l="l" r="r" t="t"/>
              <a:pathLst>
                <a:path extrusionOk="0" fill="none" h="71583" w="158484">
                  <a:moveTo>
                    <a:pt x="0" y="1"/>
                  </a:moveTo>
                  <a:cubicBezTo>
                    <a:pt x="5380" y="2463"/>
                    <a:pt x="11216" y="4043"/>
                    <a:pt x="16900" y="5016"/>
                  </a:cubicBezTo>
                  <a:cubicBezTo>
                    <a:pt x="22797" y="6049"/>
                    <a:pt x="29058" y="8724"/>
                    <a:pt x="34135" y="10457"/>
                  </a:cubicBezTo>
                  <a:cubicBezTo>
                    <a:pt x="39667" y="12372"/>
                    <a:pt x="32037" y="28846"/>
                    <a:pt x="31855" y="32463"/>
                  </a:cubicBezTo>
                  <a:cubicBezTo>
                    <a:pt x="31672" y="36597"/>
                    <a:pt x="40852" y="44712"/>
                    <a:pt x="45503" y="44074"/>
                  </a:cubicBezTo>
                  <a:cubicBezTo>
                    <a:pt x="54165" y="42889"/>
                    <a:pt x="59606" y="32038"/>
                    <a:pt x="69090" y="30335"/>
                  </a:cubicBezTo>
                  <a:cubicBezTo>
                    <a:pt x="77479" y="28846"/>
                    <a:pt x="87388" y="31703"/>
                    <a:pt x="92646" y="36566"/>
                  </a:cubicBezTo>
                  <a:cubicBezTo>
                    <a:pt x="97084" y="40670"/>
                    <a:pt x="98908" y="48634"/>
                    <a:pt x="107084" y="48725"/>
                  </a:cubicBezTo>
                  <a:cubicBezTo>
                    <a:pt x="112890" y="48816"/>
                    <a:pt x="114501" y="49910"/>
                    <a:pt x="116203" y="55229"/>
                  </a:cubicBezTo>
                  <a:cubicBezTo>
                    <a:pt x="117571" y="59606"/>
                    <a:pt x="117297" y="62555"/>
                    <a:pt x="122951" y="63436"/>
                  </a:cubicBezTo>
                  <a:cubicBezTo>
                    <a:pt x="129030" y="64378"/>
                    <a:pt x="139851" y="60944"/>
                    <a:pt x="145200" y="64622"/>
                  </a:cubicBezTo>
                  <a:cubicBezTo>
                    <a:pt x="148939" y="67205"/>
                    <a:pt x="153590" y="7158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8"/>
            <p:cNvSpPr/>
            <p:nvPr/>
          </p:nvSpPr>
          <p:spPr>
            <a:xfrm>
              <a:off x="2975000" y="442550"/>
              <a:ext cx="3962850" cy="1785000"/>
            </a:xfrm>
            <a:custGeom>
              <a:rect b="b" l="l" r="r" t="t"/>
              <a:pathLst>
                <a:path extrusionOk="0" fill="none" h="71400" w="158514">
                  <a:moveTo>
                    <a:pt x="0" y="1"/>
                  </a:moveTo>
                  <a:cubicBezTo>
                    <a:pt x="5411" y="2432"/>
                    <a:pt x="11307" y="3952"/>
                    <a:pt x="17052" y="4803"/>
                  </a:cubicBezTo>
                  <a:cubicBezTo>
                    <a:pt x="22949" y="5685"/>
                    <a:pt x="29028" y="8967"/>
                    <a:pt x="34682" y="9362"/>
                  </a:cubicBezTo>
                  <a:cubicBezTo>
                    <a:pt x="42007" y="9849"/>
                    <a:pt x="33557" y="28360"/>
                    <a:pt x="32858" y="31065"/>
                  </a:cubicBezTo>
                  <a:cubicBezTo>
                    <a:pt x="31308" y="36931"/>
                    <a:pt x="41095" y="43801"/>
                    <a:pt x="46141" y="42676"/>
                  </a:cubicBezTo>
                  <a:cubicBezTo>
                    <a:pt x="54925" y="40761"/>
                    <a:pt x="60731" y="31703"/>
                    <a:pt x="70245" y="29819"/>
                  </a:cubicBezTo>
                  <a:cubicBezTo>
                    <a:pt x="78451" y="28177"/>
                    <a:pt x="88573" y="30731"/>
                    <a:pt x="93497" y="35563"/>
                  </a:cubicBezTo>
                  <a:cubicBezTo>
                    <a:pt x="97753" y="39728"/>
                    <a:pt x="98969" y="48725"/>
                    <a:pt x="107419" y="48755"/>
                  </a:cubicBezTo>
                  <a:cubicBezTo>
                    <a:pt x="113163" y="48755"/>
                    <a:pt x="115018" y="49667"/>
                    <a:pt x="116872" y="54956"/>
                  </a:cubicBezTo>
                  <a:cubicBezTo>
                    <a:pt x="118331" y="59181"/>
                    <a:pt x="118027" y="61977"/>
                    <a:pt x="123559" y="62798"/>
                  </a:cubicBezTo>
                  <a:cubicBezTo>
                    <a:pt x="129638" y="63710"/>
                    <a:pt x="140459" y="60579"/>
                    <a:pt x="145504" y="64470"/>
                  </a:cubicBezTo>
                  <a:cubicBezTo>
                    <a:pt x="148939" y="67144"/>
                    <a:pt x="153802" y="7140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8"/>
            <p:cNvSpPr/>
            <p:nvPr/>
          </p:nvSpPr>
          <p:spPr>
            <a:xfrm>
              <a:off x="2975000" y="442550"/>
              <a:ext cx="3962100" cy="1781975"/>
            </a:xfrm>
            <a:custGeom>
              <a:rect b="b" l="l" r="r" t="t"/>
              <a:pathLst>
                <a:path extrusionOk="0" fill="none" h="71279" w="158484">
                  <a:moveTo>
                    <a:pt x="0" y="1"/>
                  </a:moveTo>
                  <a:cubicBezTo>
                    <a:pt x="5471" y="2402"/>
                    <a:pt x="11247" y="3922"/>
                    <a:pt x="17174" y="4560"/>
                  </a:cubicBezTo>
                  <a:cubicBezTo>
                    <a:pt x="23253" y="5198"/>
                    <a:pt x="29514" y="8420"/>
                    <a:pt x="35107" y="8177"/>
                  </a:cubicBezTo>
                  <a:cubicBezTo>
                    <a:pt x="44044" y="7782"/>
                    <a:pt x="35290" y="26718"/>
                    <a:pt x="34256" y="29089"/>
                  </a:cubicBezTo>
                  <a:cubicBezTo>
                    <a:pt x="31369" y="35959"/>
                    <a:pt x="40578" y="42980"/>
                    <a:pt x="46658" y="41247"/>
                  </a:cubicBezTo>
                  <a:cubicBezTo>
                    <a:pt x="55533" y="38785"/>
                    <a:pt x="61947" y="31490"/>
                    <a:pt x="71369" y="29180"/>
                  </a:cubicBezTo>
                  <a:cubicBezTo>
                    <a:pt x="79424" y="27174"/>
                    <a:pt x="89819" y="29697"/>
                    <a:pt x="94470" y="34439"/>
                  </a:cubicBezTo>
                  <a:cubicBezTo>
                    <a:pt x="98482" y="38573"/>
                    <a:pt x="99090" y="48785"/>
                    <a:pt x="107753" y="48694"/>
                  </a:cubicBezTo>
                  <a:cubicBezTo>
                    <a:pt x="113407" y="48634"/>
                    <a:pt x="115504" y="49424"/>
                    <a:pt x="117510" y="54652"/>
                  </a:cubicBezTo>
                  <a:cubicBezTo>
                    <a:pt x="119060" y="58694"/>
                    <a:pt x="118665" y="61400"/>
                    <a:pt x="124167" y="62160"/>
                  </a:cubicBezTo>
                  <a:cubicBezTo>
                    <a:pt x="130246" y="62980"/>
                    <a:pt x="140793" y="60245"/>
                    <a:pt x="145717" y="64257"/>
                  </a:cubicBezTo>
                  <a:cubicBezTo>
                    <a:pt x="149061" y="66962"/>
                    <a:pt x="153802" y="71278"/>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8"/>
            <p:cNvSpPr/>
            <p:nvPr/>
          </p:nvSpPr>
          <p:spPr>
            <a:xfrm>
              <a:off x="2975000" y="442550"/>
              <a:ext cx="3962850" cy="1781200"/>
            </a:xfrm>
            <a:custGeom>
              <a:rect b="b" l="l" r="r" t="t"/>
              <a:pathLst>
                <a:path extrusionOk="0" fill="none" h="71248" w="158514">
                  <a:moveTo>
                    <a:pt x="0" y="1"/>
                  </a:moveTo>
                  <a:cubicBezTo>
                    <a:pt x="5502" y="2371"/>
                    <a:pt x="11338" y="3830"/>
                    <a:pt x="17326" y="4347"/>
                  </a:cubicBezTo>
                  <a:cubicBezTo>
                    <a:pt x="23405" y="4833"/>
                    <a:pt x="29484" y="7478"/>
                    <a:pt x="35381" y="7083"/>
                  </a:cubicBezTo>
                  <a:cubicBezTo>
                    <a:pt x="46171" y="6384"/>
                    <a:pt x="37660" y="22007"/>
                    <a:pt x="36080" y="26718"/>
                  </a:cubicBezTo>
                  <a:cubicBezTo>
                    <a:pt x="34560" y="31247"/>
                    <a:pt x="33192" y="34591"/>
                    <a:pt x="37387" y="37934"/>
                  </a:cubicBezTo>
                  <a:cubicBezTo>
                    <a:pt x="40062" y="40032"/>
                    <a:pt x="43983" y="40913"/>
                    <a:pt x="47144" y="39940"/>
                  </a:cubicBezTo>
                  <a:cubicBezTo>
                    <a:pt x="52007" y="38421"/>
                    <a:pt x="55959" y="34864"/>
                    <a:pt x="60548" y="32524"/>
                  </a:cubicBezTo>
                  <a:cubicBezTo>
                    <a:pt x="64409" y="30579"/>
                    <a:pt x="68360" y="29758"/>
                    <a:pt x="72403" y="28512"/>
                  </a:cubicBezTo>
                  <a:cubicBezTo>
                    <a:pt x="80275" y="26080"/>
                    <a:pt x="91187" y="28724"/>
                    <a:pt x="95503" y="33314"/>
                  </a:cubicBezTo>
                  <a:cubicBezTo>
                    <a:pt x="99303" y="37296"/>
                    <a:pt x="99212" y="48877"/>
                    <a:pt x="108118" y="48694"/>
                  </a:cubicBezTo>
                  <a:cubicBezTo>
                    <a:pt x="113589" y="48573"/>
                    <a:pt x="115990" y="49302"/>
                    <a:pt x="118148" y="54409"/>
                  </a:cubicBezTo>
                  <a:cubicBezTo>
                    <a:pt x="119820" y="58299"/>
                    <a:pt x="119364" y="60974"/>
                    <a:pt x="124805" y="61612"/>
                  </a:cubicBezTo>
                  <a:cubicBezTo>
                    <a:pt x="130519" y="62281"/>
                    <a:pt x="141249" y="59819"/>
                    <a:pt x="145991" y="64135"/>
                  </a:cubicBezTo>
                  <a:cubicBezTo>
                    <a:pt x="149213" y="67023"/>
                    <a:pt x="153863" y="71248"/>
                    <a:pt x="158514" y="68695"/>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8"/>
            <p:cNvSpPr/>
            <p:nvPr/>
          </p:nvSpPr>
          <p:spPr>
            <a:xfrm>
              <a:off x="2975000" y="442550"/>
              <a:ext cx="3962100" cy="1777400"/>
            </a:xfrm>
            <a:custGeom>
              <a:rect b="b" l="l" r="r" t="t"/>
              <a:pathLst>
                <a:path extrusionOk="0" fill="none" h="71096" w="158484">
                  <a:moveTo>
                    <a:pt x="0" y="1"/>
                  </a:moveTo>
                  <a:cubicBezTo>
                    <a:pt x="5532" y="2341"/>
                    <a:pt x="11429" y="3739"/>
                    <a:pt x="17447" y="4104"/>
                  </a:cubicBezTo>
                  <a:cubicBezTo>
                    <a:pt x="23496" y="4469"/>
                    <a:pt x="29484" y="6596"/>
                    <a:pt x="35533" y="6049"/>
                  </a:cubicBezTo>
                  <a:cubicBezTo>
                    <a:pt x="47357" y="4955"/>
                    <a:pt x="40822" y="16809"/>
                    <a:pt x="38208" y="23983"/>
                  </a:cubicBezTo>
                  <a:cubicBezTo>
                    <a:pt x="36657" y="28329"/>
                    <a:pt x="33557" y="33253"/>
                    <a:pt x="37691" y="36962"/>
                  </a:cubicBezTo>
                  <a:cubicBezTo>
                    <a:pt x="40244" y="39272"/>
                    <a:pt x="44591" y="39636"/>
                    <a:pt x="47661" y="38603"/>
                  </a:cubicBezTo>
                  <a:cubicBezTo>
                    <a:pt x="52646" y="36931"/>
                    <a:pt x="56901" y="33557"/>
                    <a:pt x="61764" y="31460"/>
                  </a:cubicBezTo>
                  <a:cubicBezTo>
                    <a:pt x="65533" y="29819"/>
                    <a:pt x="69576" y="29150"/>
                    <a:pt x="73375" y="27721"/>
                  </a:cubicBezTo>
                  <a:cubicBezTo>
                    <a:pt x="80974" y="24864"/>
                    <a:pt x="92464" y="27721"/>
                    <a:pt x="96659" y="32068"/>
                  </a:cubicBezTo>
                  <a:cubicBezTo>
                    <a:pt x="100884" y="36445"/>
                    <a:pt x="98634" y="48512"/>
                    <a:pt x="108452" y="48664"/>
                  </a:cubicBezTo>
                  <a:cubicBezTo>
                    <a:pt x="114014" y="48755"/>
                    <a:pt x="116416" y="49150"/>
                    <a:pt x="118756" y="54105"/>
                  </a:cubicBezTo>
                  <a:cubicBezTo>
                    <a:pt x="120550" y="57874"/>
                    <a:pt x="120002" y="60488"/>
                    <a:pt x="125413" y="61035"/>
                  </a:cubicBezTo>
                  <a:cubicBezTo>
                    <a:pt x="131158" y="61643"/>
                    <a:pt x="141553" y="59454"/>
                    <a:pt x="146234" y="63922"/>
                  </a:cubicBezTo>
                  <a:cubicBezTo>
                    <a:pt x="149334" y="66871"/>
                    <a:pt x="153894" y="71096"/>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8"/>
            <p:cNvSpPr/>
            <p:nvPr/>
          </p:nvSpPr>
          <p:spPr>
            <a:xfrm>
              <a:off x="2975000" y="442550"/>
              <a:ext cx="3962850" cy="1775125"/>
            </a:xfrm>
            <a:custGeom>
              <a:rect b="b" l="l" r="r" t="t"/>
              <a:pathLst>
                <a:path extrusionOk="0" fill="none" h="71005" w="158514">
                  <a:moveTo>
                    <a:pt x="0" y="1"/>
                  </a:moveTo>
                  <a:cubicBezTo>
                    <a:pt x="5593" y="2311"/>
                    <a:pt x="11520" y="3648"/>
                    <a:pt x="17569" y="3861"/>
                  </a:cubicBezTo>
                  <a:cubicBezTo>
                    <a:pt x="23587" y="4074"/>
                    <a:pt x="29636" y="5837"/>
                    <a:pt x="35594" y="5046"/>
                  </a:cubicBezTo>
                  <a:cubicBezTo>
                    <a:pt x="47569" y="3466"/>
                    <a:pt x="43800" y="12280"/>
                    <a:pt x="40578" y="20974"/>
                  </a:cubicBezTo>
                  <a:cubicBezTo>
                    <a:pt x="39059" y="25107"/>
                    <a:pt x="34773" y="31916"/>
                    <a:pt x="38268" y="35867"/>
                  </a:cubicBezTo>
                  <a:cubicBezTo>
                    <a:pt x="40548" y="38451"/>
                    <a:pt x="45381" y="38208"/>
                    <a:pt x="48238" y="37296"/>
                  </a:cubicBezTo>
                  <a:cubicBezTo>
                    <a:pt x="53405" y="35624"/>
                    <a:pt x="57965" y="32281"/>
                    <a:pt x="63102" y="30366"/>
                  </a:cubicBezTo>
                  <a:cubicBezTo>
                    <a:pt x="66780" y="28968"/>
                    <a:pt x="70701" y="28420"/>
                    <a:pt x="74257" y="26840"/>
                  </a:cubicBezTo>
                  <a:cubicBezTo>
                    <a:pt x="81552" y="23588"/>
                    <a:pt x="94075" y="26779"/>
                    <a:pt x="97935" y="30791"/>
                  </a:cubicBezTo>
                  <a:cubicBezTo>
                    <a:pt x="101887" y="34895"/>
                    <a:pt x="98938" y="48542"/>
                    <a:pt x="108817" y="48664"/>
                  </a:cubicBezTo>
                  <a:cubicBezTo>
                    <a:pt x="114227" y="48694"/>
                    <a:pt x="116872" y="49029"/>
                    <a:pt x="119364" y="53801"/>
                  </a:cubicBezTo>
                  <a:cubicBezTo>
                    <a:pt x="121249" y="57448"/>
                    <a:pt x="120702" y="60032"/>
                    <a:pt x="126021" y="60518"/>
                  </a:cubicBezTo>
                  <a:cubicBezTo>
                    <a:pt x="131826" y="61035"/>
                    <a:pt x="141857" y="59120"/>
                    <a:pt x="146507" y="63771"/>
                  </a:cubicBezTo>
                  <a:cubicBezTo>
                    <a:pt x="149456" y="66719"/>
                    <a:pt x="153924" y="7100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8"/>
            <p:cNvSpPr/>
            <p:nvPr/>
          </p:nvSpPr>
          <p:spPr>
            <a:xfrm>
              <a:off x="2975000" y="442550"/>
              <a:ext cx="3962850" cy="1772850"/>
            </a:xfrm>
            <a:custGeom>
              <a:rect b="b" l="l" r="r" t="t"/>
              <a:pathLst>
                <a:path extrusionOk="0" fill="none" h="70914" w="158514">
                  <a:moveTo>
                    <a:pt x="0" y="1"/>
                  </a:moveTo>
                  <a:cubicBezTo>
                    <a:pt x="5623" y="2280"/>
                    <a:pt x="11611" y="3526"/>
                    <a:pt x="17690" y="3648"/>
                  </a:cubicBezTo>
                  <a:cubicBezTo>
                    <a:pt x="23648" y="3709"/>
                    <a:pt x="29636" y="5016"/>
                    <a:pt x="35563" y="4104"/>
                  </a:cubicBezTo>
                  <a:cubicBezTo>
                    <a:pt x="47022" y="2371"/>
                    <a:pt x="46627" y="7843"/>
                    <a:pt x="43101" y="17812"/>
                  </a:cubicBezTo>
                  <a:cubicBezTo>
                    <a:pt x="41733" y="21612"/>
                    <a:pt x="36232" y="30670"/>
                    <a:pt x="39028" y="34621"/>
                  </a:cubicBezTo>
                  <a:cubicBezTo>
                    <a:pt x="41004" y="37387"/>
                    <a:pt x="46293" y="36901"/>
                    <a:pt x="48968" y="35989"/>
                  </a:cubicBezTo>
                  <a:cubicBezTo>
                    <a:pt x="57235" y="33071"/>
                    <a:pt x="67235" y="29667"/>
                    <a:pt x="75108" y="25867"/>
                  </a:cubicBezTo>
                  <a:cubicBezTo>
                    <a:pt x="82008" y="22524"/>
                    <a:pt x="95655" y="25746"/>
                    <a:pt x="99303" y="29484"/>
                  </a:cubicBezTo>
                  <a:cubicBezTo>
                    <a:pt x="103042" y="33284"/>
                    <a:pt x="99546" y="48573"/>
                    <a:pt x="109242" y="48573"/>
                  </a:cubicBezTo>
                  <a:cubicBezTo>
                    <a:pt x="114379" y="48573"/>
                    <a:pt x="117328" y="48968"/>
                    <a:pt x="119942" y="53527"/>
                  </a:cubicBezTo>
                  <a:cubicBezTo>
                    <a:pt x="121948" y="57023"/>
                    <a:pt x="121340" y="59606"/>
                    <a:pt x="126629" y="60032"/>
                  </a:cubicBezTo>
                  <a:cubicBezTo>
                    <a:pt x="132495" y="60488"/>
                    <a:pt x="142130" y="58725"/>
                    <a:pt x="146751" y="63558"/>
                  </a:cubicBezTo>
                  <a:cubicBezTo>
                    <a:pt x="149608" y="66567"/>
                    <a:pt x="153985" y="70913"/>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8"/>
            <p:cNvSpPr/>
            <p:nvPr/>
          </p:nvSpPr>
          <p:spPr>
            <a:xfrm>
              <a:off x="2975000" y="442550"/>
              <a:ext cx="3962100" cy="1769800"/>
            </a:xfrm>
            <a:custGeom>
              <a:rect b="b" l="l" r="r" t="t"/>
              <a:pathLst>
                <a:path extrusionOk="0" fill="none" h="70792" w="158484">
                  <a:moveTo>
                    <a:pt x="0" y="1"/>
                  </a:moveTo>
                  <a:cubicBezTo>
                    <a:pt x="5654" y="2280"/>
                    <a:pt x="11703" y="3435"/>
                    <a:pt x="17812" y="3405"/>
                  </a:cubicBezTo>
                  <a:cubicBezTo>
                    <a:pt x="23709" y="3344"/>
                    <a:pt x="29606" y="4165"/>
                    <a:pt x="35502" y="3192"/>
                  </a:cubicBezTo>
                  <a:cubicBezTo>
                    <a:pt x="37660" y="2858"/>
                    <a:pt x="42463" y="1976"/>
                    <a:pt x="44621" y="2949"/>
                  </a:cubicBezTo>
                  <a:cubicBezTo>
                    <a:pt x="49545" y="5168"/>
                    <a:pt x="46840" y="10913"/>
                    <a:pt x="45624" y="14742"/>
                  </a:cubicBezTo>
                  <a:cubicBezTo>
                    <a:pt x="43557" y="21369"/>
                    <a:pt x="34135" y="40001"/>
                    <a:pt x="49819" y="34652"/>
                  </a:cubicBezTo>
                  <a:cubicBezTo>
                    <a:pt x="58299" y="31734"/>
                    <a:pt x="67935" y="28177"/>
                    <a:pt x="76050" y="24864"/>
                  </a:cubicBezTo>
                  <a:cubicBezTo>
                    <a:pt x="83072" y="21977"/>
                    <a:pt x="96051" y="24347"/>
                    <a:pt x="100762" y="28117"/>
                  </a:cubicBezTo>
                  <a:cubicBezTo>
                    <a:pt x="105716" y="32098"/>
                    <a:pt x="98908" y="48299"/>
                    <a:pt x="109698" y="48482"/>
                  </a:cubicBezTo>
                  <a:cubicBezTo>
                    <a:pt x="114653" y="48573"/>
                    <a:pt x="117753" y="48846"/>
                    <a:pt x="120458" y="53254"/>
                  </a:cubicBezTo>
                  <a:cubicBezTo>
                    <a:pt x="122586" y="56628"/>
                    <a:pt x="121948" y="59242"/>
                    <a:pt x="127176" y="59576"/>
                  </a:cubicBezTo>
                  <a:cubicBezTo>
                    <a:pt x="133133" y="60001"/>
                    <a:pt x="142404" y="58360"/>
                    <a:pt x="146963" y="63375"/>
                  </a:cubicBezTo>
                  <a:cubicBezTo>
                    <a:pt x="149699" y="66385"/>
                    <a:pt x="153985" y="70792"/>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8"/>
            <p:cNvSpPr/>
            <p:nvPr/>
          </p:nvSpPr>
          <p:spPr>
            <a:xfrm>
              <a:off x="2975000" y="442550"/>
              <a:ext cx="3963625" cy="1767525"/>
            </a:xfrm>
            <a:custGeom>
              <a:rect b="b" l="l" r="r" t="t"/>
              <a:pathLst>
                <a:path extrusionOk="0" fill="none" h="70701" w="158545">
                  <a:moveTo>
                    <a:pt x="0" y="1"/>
                  </a:moveTo>
                  <a:cubicBezTo>
                    <a:pt x="5715" y="2250"/>
                    <a:pt x="11794" y="3314"/>
                    <a:pt x="17934" y="3192"/>
                  </a:cubicBezTo>
                  <a:cubicBezTo>
                    <a:pt x="23770" y="2979"/>
                    <a:pt x="29575" y="3314"/>
                    <a:pt x="35411" y="2341"/>
                  </a:cubicBezTo>
                  <a:cubicBezTo>
                    <a:pt x="44439" y="791"/>
                    <a:pt x="50518" y="2371"/>
                    <a:pt x="48147" y="11916"/>
                  </a:cubicBezTo>
                  <a:cubicBezTo>
                    <a:pt x="46627" y="18086"/>
                    <a:pt x="34894" y="38725"/>
                    <a:pt x="50883" y="33253"/>
                  </a:cubicBezTo>
                  <a:cubicBezTo>
                    <a:pt x="59697" y="30244"/>
                    <a:pt x="68482" y="26688"/>
                    <a:pt x="77418" y="23922"/>
                  </a:cubicBezTo>
                  <a:cubicBezTo>
                    <a:pt x="84227" y="21794"/>
                    <a:pt x="97601" y="22585"/>
                    <a:pt x="102312" y="26779"/>
                  </a:cubicBezTo>
                  <a:cubicBezTo>
                    <a:pt x="107510" y="31399"/>
                    <a:pt x="99394" y="48056"/>
                    <a:pt x="110276" y="48330"/>
                  </a:cubicBezTo>
                  <a:cubicBezTo>
                    <a:pt x="115200" y="48451"/>
                    <a:pt x="117966" y="49181"/>
                    <a:pt x="120945" y="52889"/>
                  </a:cubicBezTo>
                  <a:cubicBezTo>
                    <a:pt x="123376" y="55928"/>
                    <a:pt x="122464" y="58877"/>
                    <a:pt x="127784" y="59150"/>
                  </a:cubicBezTo>
                  <a:cubicBezTo>
                    <a:pt x="133711" y="59454"/>
                    <a:pt x="142769" y="58026"/>
                    <a:pt x="147267" y="63223"/>
                  </a:cubicBezTo>
                  <a:cubicBezTo>
                    <a:pt x="149881" y="66202"/>
                    <a:pt x="154076" y="70701"/>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8"/>
            <p:cNvSpPr/>
            <p:nvPr/>
          </p:nvSpPr>
          <p:spPr>
            <a:xfrm>
              <a:off x="2975000" y="442550"/>
              <a:ext cx="3962850" cy="1765250"/>
            </a:xfrm>
            <a:custGeom>
              <a:rect b="b" l="l" r="r" t="t"/>
              <a:pathLst>
                <a:path extrusionOk="0" fill="none" h="70610" w="158514">
                  <a:moveTo>
                    <a:pt x="0" y="1"/>
                  </a:moveTo>
                  <a:cubicBezTo>
                    <a:pt x="5745" y="2219"/>
                    <a:pt x="11885" y="3223"/>
                    <a:pt x="18025" y="2949"/>
                  </a:cubicBezTo>
                  <a:cubicBezTo>
                    <a:pt x="23800" y="2645"/>
                    <a:pt x="29514" y="2493"/>
                    <a:pt x="35259" y="1490"/>
                  </a:cubicBezTo>
                  <a:cubicBezTo>
                    <a:pt x="38056" y="1004"/>
                    <a:pt x="42189" y="396"/>
                    <a:pt x="44986" y="1064"/>
                  </a:cubicBezTo>
                  <a:cubicBezTo>
                    <a:pt x="50183" y="2280"/>
                    <a:pt x="51065" y="4803"/>
                    <a:pt x="50487" y="9454"/>
                  </a:cubicBezTo>
                  <a:cubicBezTo>
                    <a:pt x="49728" y="14986"/>
                    <a:pt x="36627" y="36870"/>
                    <a:pt x="52068" y="31825"/>
                  </a:cubicBezTo>
                  <a:cubicBezTo>
                    <a:pt x="60944" y="28937"/>
                    <a:pt x="69910" y="25533"/>
                    <a:pt x="79029" y="23010"/>
                  </a:cubicBezTo>
                  <a:cubicBezTo>
                    <a:pt x="86111" y="21095"/>
                    <a:pt x="98969" y="21551"/>
                    <a:pt x="103893" y="25472"/>
                  </a:cubicBezTo>
                  <a:cubicBezTo>
                    <a:pt x="109212" y="29697"/>
                    <a:pt x="100093" y="47661"/>
                    <a:pt x="110823" y="48147"/>
                  </a:cubicBezTo>
                  <a:cubicBezTo>
                    <a:pt x="115595" y="48360"/>
                    <a:pt x="118422" y="49120"/>
                    <a:pt x="121431" y="52646"/>
                  </a:cubicBezTo>
                  <a:cubicBezTo>
                    <a:pt x="123923" y="55594"/>
                    <a:pt x="123103" y="58542"/>
                    <a:pt x="128300" y="58786"/>
                  </a:cubicBezTo>
                  <a:cubicBezTo>
                    <a:pt x="134288" y="59059"/>
                    <a:pt x="143042" y="57783"/>
                    <a:pt x="147480" y="63041"/>
                  </a:cubicBezTo>
                  <a:cubicBezTo>
                    <a:pt x="150003" y="65989"/>
                    <a:pt x="154076" y="7061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8"/>
            <p:cNvSpPr/>
            <p:nvPr/>
          </p:nvSpPr>
          <p:spPr>
            <a:xfrm>
              <a:off x="2975000" y="428125"/>
              <a:ext cx="3962850" cy="1777400"/>
            </a:xfrm>
            <a:custGeom>
              <a:rect b="b" l="l" r="r" t="t"/>
              <a:pathLst>
                <a:path extrusionOk="0" fill="none" h="71096" w="158514">
                  <a:moveTo>
                    <a:pt x="0" y="578"/>
                  </a:moveTo>
                  <a:cubicBezTo>
                    <a:pt x="5715" y="2705"/>
                    <a:pt x="12128" y="3769"/>
                    <a:pt x="18146" y="3313"/>
                  </a:cubicBezTo>
                  <a:cubicBezTo>
                    <a:pt x="23861" y="2888"/>
                    <a:pt x="29484" y="2219"/>
                    <a:pt x="35138" y="1246"/>
                  </a:cubicBezTo>
                  <a:cubicBezTo>
                    <a:pt x="42554" y="0"/>
                    <a:pt x="52281" y="1489"/>
                    <a:pt x="52585" y="7994"/>
                  </a:cubicBezTo>
                  <a:cubicBezTo>
                    <a:pt x="52767" y="12523"/>
                    <a:pt x="39211" y="35350"/>
                    <a:pt x="53436" y="30882"/>
                  </a:cubicBezTo>
                  <a:cubicBezTo>
                    <a:pt x="62372" y="28086"/>
                    <a:pt x="71673" y="25137"/>
                    <a:pt x="80914" y="22736"/>
                  </a:cubicBezTo>
                  <a:cubicBezTo>
                    <a:pt x="88604" y="20760"/>
                    <a:pt x="100032" y="21551"/>
                    <a:pt x="105443" y="24803"/>
                  </a:cubicBezTo>
                  <a:cubicBezTo>
                    <a:pt x="111674" y="28511"/>
                    <a:pt x="99941" y="47508"/>
                    <a:pt x="111431" y="48511"/>
                  </a:cubicBezTo>
                  <a:cubicBezTo>
                    <a:pt x="116081" y="48937"/>
                    <a:pt x="118847" y="49606"/>
                    <a:pt x="121887" y="52980"/>
                  </a:cubicBezTo>
                  <a:cubicBezTo>
                    <a:pt x="124440" y="55837"/>
                    <a:pt x="123741" y="58785"/>
                    <a:pt x="128787" y="58998"/>
                  </a:cubicBezTo>
                  <a:cubicBezTo>
                    <a:pt x="134836" y="59271"/>
                    <a:pt x="143316" y="58147"/>
                    <a:pt x="147723" y="63436"/>
                  </a:cubicBezTo>
                  <a:cubicBezTo>
                    <a:pt x="150125" y="66323"/>
                    <a:pt x="154106" y="71095"/>
                    <a:pt x="158514" y="6924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8"/>
            <p:cNvSpPr/>
            <p:nvPr/>
          </p:nvSpPr>
          <p:spPr>
            <a:xfrm>
              <a:off x="2975000" y="412925"/>
              <a:ext cx="3962850" cy="1789550"/>
            </a:xfrm>
            <a:custGeom>
              <a:rect b="b" l="l" r="r" t="t"/>
              <a:pathLst>
                <a:path extrusionOk="0" fill="none" h="71582" w="158514">
                  <a:moveTo>
                    <a:pt x="0" y="1186"/>
                  </a:moveTo>
                  <a:cubicBezTo>
                    <a:pt x="5745" y="3283"/>
                    <a:pt x="12219" y="4286"/>
                    <a:pt x="18238" y="3678"/>
                  </a:cubicBezTo>
                  <a:cubicBezTo>
                    <a:pt x="23891" y="3131"/>
                    <a:pt x="29454" y="1976"/>
                    <a:pt x="35046" y="1034"/>
                  </a:cubicBezTo>
                  <a:cubicBezTo>
                    <a:pt x="41308" y="0"/>
                    <a:pt x="52980" y="638"/>
                    <a:pt x="54317" y="7082"/>
                  </a:cubicBezTo>
                  <a:cubicBezTo>
                    <a:pt x="55260" y="11672"/>
                    <a:pt x="42159" y="33557"/>
                    <a:pt x="54895" y="29879"/>
                  </a:cubicBezTo>
                  <a:cubicBezTo>
                    <a:pt x="64044" y="27204"/>
                    <a:pt x="73588" y="24864"/>
                    <a:pt x="82950" y="22523"/>
                  </a:cubicBezTo>
                  <a:cubicBezTo>
                    <a:pt x="90488" y="20608"/>
                    <a:pt x="101248" y="21186"/>
                    <a:pt x="106932" y="24256"/>
                  </a:cubicBezTo>
                  <a:cubicBezTo>
                    <a:pt x="113862" y="27964"/>
                    <a:pt x="100762" y="47478"/>
                    <a:pt x="112069" y="48876"/>
                  </a:cubicBezTo>
                  <a:cubicBezTo>
                    <a:pt x="116264" y="49363"/>
                    <a:pt x="119729" y="49879"/>
                    <a:pt x="122343" y="53344"/>
                  </a:cubicBezTo>
                  <a:cubicBezTo>
                    <a:pt x="124562" y="56354"/>
                    <a:pt x="124653" y="59089"/>
                    <a:pt x="129273" y="59272"/>
                  </a:cubicBezTo>
                  <a:cubicBezTo>
                    <a:pt x="135352" y="59545"/>
                    <a:pt x="143620" y="58603"/>
                    <a:pt x="147936" y="63861"/>
                  </a:cubicBezTo>
                  <a:cubicBezTo>
                    <a:pt x="150277" y="66688"/>
                    <a:pt x="154137" y="71582"/>
                    <a:pt x="158514" y="6984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8"/>
            <p:cNvSpPr/>
            <p:nvPr/>
          </p:nvSpPr>
          <p:spPr>
            <a:xfrm>
              <a:off x="2975000" y="386325"/>
              <a:ext cx="3962850" cy="1813875"/>
            </a:xfrm>
            <a:custGeom>
              <a:rect b="b" l="l" r="r" t="t"/>
              <a:pathLst>
                <a:path extrusionOk="0" fill="none" h="72555" w="158514">
                  <a:moveTo>
                    <a:pt x="0" y="2250"/>
                  </a:moveTo>
                  <a:cubicBezTo>
                    <a:pt x="5806" y="4286"/>
                    <a:pt x="12371" y="5259"/>
                    <a:pt x="18390" y="4529"/>
                  </a:cubicBezTo>
                  <a:cubicBezTo>
                    <a:pt x="23982" y="3830"/>
                    <a:pt x="29423" y="2250"/>
                    <a:pt x="35046" y="1307"/>
                  </a:cubicBezTo>
                  <a:cubicBezTo>
                    <a:pt x="42767" y="0"/>
                    <a:pt x="52402" y="2067"/>
                    <a:pt x="55685" y="7174"/>
                  </a:cubicBezTo>
                  <a:cubicBezTo>
                    <a:pt x="57570" y="10183"/>
                    <a:pt x="46658" y="32159"/>
                    <a:pt x="56719" y="29271"/>
                  </a:cubicBezTo>
                  <a:cubicBezTo>
                    <a:pt x="65442" y="26748"/>
                    <a:pt x="75746" y="25077"/>
                    <a:pt x="85139" y="22736"/>
                  </a:cubicBezTo>
                  <a:cubicBezTo>
                    <a:pt x="92494" y="20882"/>
                    <a:pt x="102099" y="21338"/>
                    <a:pt x="108300" y="24317"/>
                  </a:cubicBezTo>
                  <a:cubicBezTo>
                    <a:pt x="116477" y="28207"/>
                    <a:pt x="101765" y="47873"/>
                    <a:pt x="112799" y="49636"/>
                  </a:cubicBezTo>
                  <a:cubicBezTo>
                    <a:pt x="116780" y="50275"/>
                    <a:pt x="120215" y="50852"/>
                    <a:pt x="122768" y="54165"/>
                  </a:cubicBezTo>
                  <a:cubicBezTo>
                    <a:pt x="125048" y="57083"/>
                    <a:pt x="125200" y="59849"/>
                    <a:pt x="129729" y="60032"/>
                  </a:cubicBezTo>
                  <a:cubicBezTo>
                    <a:pt x="135839" y="60336"/>
                    <a:pt x="143893" y="59545"/>
                    <a:pt x="148179" y="64773"/>
                  </a:cubicBezTo>
                  <a:cubicBezTo>
                    <a:pt x="150459" y="67539"/>
                    <a:pt x="154167" y="72555"/>
                    <a:pt x="158514" y="7091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8"/>
            <p:cNvSpPr/>
            <p:nvPr/>
          </p:nvSpPr>
          <p:spPr>
            <a:xfrm>
              <a:off x="2975000" y="367325"/>
              <a:ext cx="3962850" cy="1829825"/>
            </a:xfrm>
            <a:custGeom>
              <a:rect b="b" l="l" r="r" t="t"/>
              <a:pathLst>
                <a:path extrusionOk="0" fill="none" h="73193" w="158514">
                  <a:moveTo>
                    <a:pt x="0" y="3010"/>
                  </a:moveTo>
                  <a:cubicBezTo>
                    <a:pt x="5836" y="5016"/>
                    <a:pt x="12432" y="5897"/>
                    <a:pt x="18481" y="5046"/>
                  </a:cubicBezTo>
                  <a:cubicBezTo>
                    <a:pt x="24104" y="4286"/>
                    <a:pt x="29514" y="2067"/>
                    <a:pt x="35077" y="1216"/>
                  </a:cubicBezTo>
                  <a:cubicBezTo>
                    <a:pt x="43010" y="0"/>
                    <a:pt x="51703" y="2584"/>
                    <a:pt x="56719" y="7447"/>
                  </a:cubicBezTo>
                  <a:cubicBezTo>
                    <a:pt x="60123" y="10791"/>
                    <a:pt x="50335" y="30396"/>
                    <a:pt x="58998" y="28360"/>
                  </a:cubicBezTo>
                  <a:cubicBezTo>
                    <a:pt x="67722" y="26293"/>
                    <a:pt x="78056" y="25016"/>
                    <a:pt x="87357" y="22615"/>
                  </a:cubicBezTo>
                  <a:cubicBezTo>
                    <a:pt x="94531" y="20761"/>
                    <a:pt x="103224" y="21065"/>
                    <a:pt x="109546" y="24104"/>
                  </a:cubicBezTo>
                  <a:cubicBezTo>
                    <a:pt x="118209" y="28268"/>
                    <a:pt x="103376" y="47965"/>
                    <a:pt x="113559" y="50062"/>
                  </a:cubicBezTo>
                  <a:cubicBezTo>
                    <a:pt x="117328" y="50822"/>
                    <a:pt x="120671" y="51551"/>
                    <a:pt x="123194" y="54682"/>
                  </a:cubicBezTo>
                  <a:cubicBezTo>
                    <a:pt x="125474" y="57539"/>
                    <a:pt x="125717" y="60305"/>
                    <a:pt x="130155" y="60518"/>
                  </a:cubicBezTo>
                  <a:cubicBezTo>
                    <a:pt x="136295" y="60852"/>
                    <a:pt x="144137" y="60214"/>
                    <a:pt x="148392" y="65381"/>
                  </a:cubicBezTo>
                  <a:cubicBezTo>
                    <a:pt x="150611" y="68056"/>
                    <a:pt x="154228" y="73193"/>
                    <a:pt x="158514" y="7167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8"/>
            <p:cNvSpPr/>
            <p:nvPr/>
          </p:nvSpPr>
          <p:spPr>
            <a:xfrm>
              <a:off x="2975000" y="347575"/>
              <a:ext cx="3962850" cy="1845775"/>
            </a:xfrm>
            <a:custGeom>
              <a:rect b="b" l="l" r="r" t="t"/>
              <a:pathLst>
                <a:path extrusionOk="0" fill="none" h="73831" w="158514">
                  <a:moveTo>
                    <a:pt x="0" y="3800"/>
                  </a:moveTo>
                  <a:cubicBezTo>
                    <a:pt x="5867" y="5775"/>
                    <a:pt x="12554" y="6566"/>
                    <a:pt x="18602" y="5623"/>
                  </a:cubicBezTo>
                  <a:cubicBezTo>
                    <a:pt x="24256" y="4711"/>
                    <a:pt x="29575" y="1915"/>
                    <a:pt x="35229" y="1125"/>
                  </a:cubicBezTo>
                  <a:cubicBezTo>
                    <a:pt x="43284" y="0"/>
                    <a:pt x="51217" y="3404"/>
                    <a:pt x="57448" y="7903"/>
                  </a:cubicBezTo>
                  <a:cubicBezTo>
                    <a:pt x="62129" y="11247"/>
                    <a:pt x="59454" y="16353"/>
                    <a:pt x="58421" y="20852"/>
                  </a:cubicBezTo>
                  <a:cubicBezTo>
                    <a:pt x="57782" y="23587"/>
                    <a:pt x="56506" y="28420"/>
                    <a:pt x="61582" y="27599"/>
                  </a:cubicBezTo>
                  <a:cubicBezTo>
                    <a:pt x="70305" y="26171"/>
                    <a:pt x="80366" y="24925"/>
                    <a:pt x="89516" y="22493"/>
                  </a:cubicBezTo>
                  <a:cubicBezTo>
                    <a:pt x="96628" y="20639"/>
                    <a:pt x="104501" y="20700"/>
                    <a:pt x="110732" y="23952"/>
                  </a:cubicBezTo>
                  <a:cubicBezTo>
                    <a:pt x="119698" y="28663"/>
                    <a:pt x="104501" y="47600"/>
                    <a:pt x="114379" y="50487"/>
                  </a:cubicBezTo>
                  <a:cubicBezTo>
                    <a:pt x="117996" y="51551"/>
                    <a:pt x="121157" y="52250"/>
                    <a:pt x="123619" y="55229"/>
                  </a:cubicBezTo>
                  <a:cubicBezTo>
                    <a:pt x="125899" y="57995"/>
                    <a:pt x="126203" y="60791"/>
                    <a:pt x="130550" y="61065"/>
                  </a:cubicBezTo>
                  <a:cubicBezTo>
                    <a:pt x="136659" y="61399"/>
                    <a:pt x="144380" y="60913"/>
                    <a:pt x="148605" y="65989"/>
                  </a:cubicBezTo>
                  <a:cubicBezTo>
                    <a:pt x="150793" y="68603"/>
                    <a:pt x="154258" y="73831"/>
                    <a:pt x="158514" y="7246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8"/>
            <p:cNvSpPr/>
            <p:nvPr/>
          </p:nvSpPr>
          <p:spPr>
            <a:xfrm>
              <a:off x="2975000" y="324000"/>
              <a:ext cx="3962850" cy="1867075"/>
            </a:xfrm>
            <a:custGeom>
              <a:rect b="b" l="l" r="r" t="t"/>
              <a:pathLst>
                <a:path extrusionOk="0" fill="none" h="74683" w="158514">
                  <a:moveTo>
                    <a:pt x="0" y="4743"/>
                  </a:moveTo>
                  <a:cubicBezTo>
                    <a:pt x="5897" y="6688"/>
                    <a:pt x="12645" y="7387"/>
                    <a:pt x="18724" y="6323"/>
                  </a:cubicBezTo>
                  <a:cubicBezTo>
                    <a:pt x="24469" y="5290"/>
                    <a:pt x="29758" y="1977"/>
                    <a:pt x="35502" y="1156"/>
                  </a:cubicBezTo>
                  <a:cubicBezTo>
                    <a:pt x="43466" y="1"/>
                    <a:pt x="51460" y="4682"/>
                    <a:pt x="57934" y="8572"/>
                  </a:cubicBezTo>
                  <a:cubicBezTo>
                    <a:pt x="62858" y="11521"/>
                    <a:pt x="62099" y="15411"/>
                    <a:pt x="61339" y="20153"/>
                  </a:cubicBezTo>
                  <a:cubicBezTo>
                    <a:pt x="60883" y="22919"/>
                    <a:pt x="59576" y="27448"/>
                    <a:pt x="64378" y="27144"/>
                  </a:cubicBezTo>
                  <a:cubicBezTo>
                    <a:pt x="73223" y="26597"/>
                    <a:pt x="82737" y="24834"/>
                    <a:pt x="91643" y="22494"/>
                  </a:cubicBezTo>
                  <a:cubicBezTo>
                    <a:pt x="98817" y="20609"/>
                    <a:pt x="105747" y="20366"/>
                    <a:pt x="111856" y="23983"/>
                  </a:cubicBezTo>
                  <a:cubicBezTo>
                    <a:pt x="120519" y="29120"/>
                    <a:pt x="105990" y="47296"/>
                    <a:pt x="115230" y="51035"/>
                  </a:cubicBezTo>
                  <a:cubicBezTo>
                    <a:pt x="118543" y="52372"/>
                    <a:pt x="121705" y="53072"/>
                    <a:pt x="124045" y="55898"/>
                  </a:cubicBezTo>
                  <a:cubicBezTo>
                    <a:pt x="126325" y="58634"/>
                    <a:pt x="126659" y="61461"/>
                    <a:pt x="130914" y="61765"/>
                  </a:cubicBezTo>
                  <a:cubicBezTo>
                    <a:pt x="136994" y="62160"/>
                    <a:pt x="144593" y="61825"/>
                    <a:pt x="148818" y="66810"/>
                  </a:cubicBezTo>
                  <a:cubicBezTo>
                    <a:pt x="150945" y="69364"/>
                    <a:pt x="154289" y="74683"/>
                    <a:pt x="158514" y="73406"/>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8"/>
            <p:cNvSpPr/>
            <p:nvPr/>
          </p:nvSpPr>
          <p:spPr>
            <a:xfrm>
              <a:off x="2975000" y="297425"/>
              <a:ext cx="3962850" cy="1890625"/>
            </a:xfrm>
            <a:custGeom>
              <a:rect b="b" l="l" r="r" t="t"/>
              <a:pathLst>
                <a:path extrusionOk="0" fill="none" h="75625" w="158514">
                  <a:moveTo>
                    <a:pt x="0" y="5806"/>
                  </a:moveTo>
                  <a:cubicBezTo>
                    <a:pt x="5927" y="7690"/>
                    <a:pt x="12918" y="8450"/>
                    <a:pt x="18815" y="7173"/>
                  </a:cubicBezTo>
                  <a:cubicBezTo>
                    <a:pt x="24530" y="5927"/>
                    <a:pt x="30122" y="2128"/>
                    <a:pt x="35928" y="1216"/>
                  </a:cubicBezTo>
                  <a:cubicBezTo>
                    <a:pt x="43648" y="0"/>
                    <a:pt x="52494" y="5593"/>
                    <a:pt x="58178" y="9392"/>
                  </a:cubicBezTo>
                  <a:cubicBezTo>
                    <a:pt x="62585" y="12310"/>
                    <a:pt x="64226" y="14347"/>
                    <a:pt x="64074" y="19940"/>
                  </a:cubicBezTo>
                  <a:cubicBezTo>
                    <a:pt x="64014" y="22797"/>
                    <a:pt x="62828" y="26839"/>
                    <a:pt x="67296" y="27022"/>
                  </a:cubicBezTo>
                  <a:cubicBezTo>
                    <a:pt x="76081" y="27417"/>
                    <a:pt x="85199" y="24560"/>
                    <a:pt x="93589" y="22584"/>
                  </a:cubicBezTo>
                  <a:cubicBezTo>
                    <a:pt x="100975" y="20851"/>
                    <a:pt x="106598" y="19879"/>
                    <a:pt x="112920" y="24165"/>
                  </a:cubicBezTo>
                  <a:cubicBezTo>
                    <a:pt x="121188" y="29788"/>
                    <a:pt x="107753" y="47113"/>
                    <a:pt x="116142" y="51673"/>
                  </a:cubicBezTo>
                  <a:cubicBezTo>
                    <a:pt x="119030" y="53223"/>
                    <a:pt x="122221" y="54013"/>
                    <a:pt x="124501" y="56718"/>
                  </a:cubicBezTo>
                  <a:cubicBezTo>
                    <a:pt x="126781" y="59423"/>
                    <a:pt x="127115" y="62281"/>
                    <a:pt x="131279" y="62615"/>
                  </a:cubicBezTo>
                  <a:cubicBezTo>
                    <a:pt x="137358" y="63101"/>
                    <a:pt x="144836" y="62828"/>
                    <a:pt x="149030" y="67752"/>
                  </a:cubicBezTo>
                  <a:cubicBezTo>
                    <a:pt x="151158" y="70244"/>
                    <a:pt x="154350" y="75624"/>
                    <a:pt x="158514" y="7446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8"/>
            <p:cNvSpPr/>
            <p:nvPr/>
          </p:nvSpPr>
          <p:spPr>
            <a:xfrm>
              <a:off x="2975000" y="270050"/>
              <a:ext cx="3962100" cy="1914200"/>
            </a:xfrm>
            <a:custGeom>
              <a:rect b="b" l="l" r="r" t="t"/>
              <a:pathLst>
                <a:path extrusionOk="0" fill="none" h="76568" w="158484">
                  <a:moveTo>
                    <a:pt x="0" y="6901"/>
                  </a:moveTo>
                  <a:cubicBezTo>
                    <a:pt x="5988" y="8785"/>
                    <a:pt x="13040" y="9484"/>
                    <a:pt x="18937" y="8025"/>
                  </a:cubicBezTo>
                  <a:cubicBezTo>
                    <a:pt x="24803" y="6627"/>
                    <a:pt x="30396" y="2402"/>
                    <a:pt x="36414" y="1338"/>
                  </a:cubicBezTo>
                  <a:cubicBezTo>
                    <a:pt x="44013" y="1"/>
                    <a:pt x="52463" y="6688"/>
                    <a:pt x="58208" y="10244"/>
                  </a:cubicBezTo>
                  <a:cubicBezTo>
                    <a:pt x="62676" y="13010"/>
                    <a:pt x="65138" y="14925"/>
                    <a:pt x="66476" y="20092"/>
                  </a:cubicBezTo>
                  <a:cubicBezTo>
                    <a:pt x="67235" y="22980"/>
                    <a:pt x="65868" y="26536"/>
                    <a:pt x="70214" y="27144"/>
                  </a:cubicBezTo>
                  <a:cubicBezTo>
                    <a:pt x="78695" y="28329"/>
                    <a:pt x="87753" y="24104"/>
                    <a:pt x="95351" y="22646"/>
                  </a:cubicBezTo>
                  <a:cubicBezTo>
                    <a:pt x="102950" y="21187"/>
                    <a:pt x="107327" y="19150"/>
                    <a:pt x="113893" y="24408"/>
                  </a:cubicBezTo>
                  <a:cubicBezTo>
                    <a:pt x="121309" y="30366"/>
                    <a:pt x="109668" y="47023"/>
                    <a:pt x="117084" y="52251"/>
                  </a:cubicBezTo>
                  <a:cubicBezTo>
                    <a:pt x="119577" y="54014"/>
                    <a:pt x="122586" y="54956"/>
                    <a:pt x="125018" y="57418"/>
                  </a:cubicBezTo>
                  <a:cubicBezTo>
                    <a:pt x="127419" y="59880"/>
                    <a:pt x="127145" y="63011"/>
                    <a:pt x="131614" y="63436"/>
                  </a:cubicBezTo>
                  <a:cubicBezTo>
                    <a:pt x="137602" y="64014"/>
                    <a:pt x="144988" y="63832"/>
                    <a:pt x="149213" y="68695"/>
                  </a:cubicBezTo>
                  <a:cubicBezTo>
                    <a:pt x="151310" y="71126"/>
                    <a:pt x="154410" y="76567"/>
                    <a:pt x="158483" y="755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8"/>
            <p:cNvSpPr/>
            <p:nvPr/>
          </p:nvSpPr>
          <p:spPr>
            <a:xfrm>
              <a:off x="2975000" y="244975"/>
              <a:ext cx="3962100" cy="1937000"/>
            </a:xfrm>
            <a:custGeom>
              <a:rect b="b" l="l" r="r" t="t"/>
              <a:pathLst>
                <a:path extrusionOk="0" fill="none" h="77480" w="158484">
                  <a:moveTo>
                    <a:pt x="0" y="7904"/>
                  </a:moveTo>
                  <a:cubicBezTo>
                    <a:pt x="6019" y="9758"/>
                    <a:pt x="13162" y="10366"/>
                    <a:pt x="19058" y="8815"/>
                  </a:cubicBezTo>
                  <a:cubicBezTo>
                    <a:pt x="25077" y="7204"/>
                    <a:pt x="30730" y="2554"/>
                    <a:pt x="36992" y="1429"/>
                  </a:cubicBezTo>
                  <a:cubicBezTo>
                    <a:pt x="44773" y="1"/>
                    <a:pt x="52038" y="7296"/>
                    <a:pt x="58086" y="10974"/>
                  </a:cubicBezTo>
                  <a:cubicBezTo>
                    <a:pt x="62463" y="13618"/>
                    <a:pt x="66111" y="15806"/>
                    <a:pt x="68482" y="20457"/>
                  </a:cubicBezTo>
                  <a:cubicBezTo>
                    <a:pt x="69910" y="23253"/>
                    <a:pt x="69090" y="26475"/>
                    <a:pt x="73041" y="27387"/>
                  </a:cubicBezTo>
                  <a:cubicBezTo>
                    <a:pt x="81005" y="29180"/>
                    <a:pt x="90002" y="23679"/>
                    <a:pt x="96841" y="22615"/>
                  </a:cubicBezTo>
                  <a:cubicBezTo>
                    <a:pt x="104622" y="21399"/>
                    <a:pt x="107692" y="18360"/>
                    <a:pt x="114714" y="24621"/>
                  </a:cubicBezTo>
                  <a:cubicBezTo>
                    <a:pt x="121917" y="31065"/>
                    <a:pt x="111552" y="46780"/>
                    <a:pt x="118087" y="52767"/>
                  </a:cubicBezTo>
                  <a:cubicBezTo>
                    <a:pt x="120124" y="54682"/>
                    <a:pt x="123224" y="55807"/>
                    <a:pt x="125443" y="58178"/>
                  </a:cubicBezTo>
                  <a:cubicBezTo>
                    <a:pt x="127784" y="60640"/>
                    <a:pt x="127632" y="63771"/>
                    <a:pt x="131918" y="64257"/>
                  </a:cubicBezTo>
                  <a:cubicBezTo>
                    <a:pt x="137905" y="64956"/>
                    <a:pt x="145170" y="64804"/>
                    <a:pt x="149425" y="69576"/>
                  </a:cubicBezTo>
                  <a:cubicBezTo>
                    <a:pt x="151523" y="71947"/>
                    <a:pt x="154471" y="77479"/>
                    <a:pt x="158483" y="765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8"/>
            <p:cNvSpPr/>
            <p:nvPr/>
          </p:nvSpPr>
          <p:spPr>
            <a:xfrm>
              <a:off x="2975000" y="222950"/>
              <a:ext cx="3962100" cy="1955225"/>
            </a:xfrm>
            <a:custGeom>
              <a:rect b="b" l="l" r="r" t="t"/>
              <a:pathLst>
                <a:path extrusionOk="0" fill="none" h="78209" w="158484">
                  <a:moveTo>
                    <a:pt x="0" y="8785"/>
                  </a:moveTo>
                  <a:cubicBezTo>
                    <a:pt x="6079" y="10608"/>
                    <a:pt x="13313" y="11155"/>
                    <a:pt x="19180" y="9453"/>
                  </a:cubicBezTo>
                  <a:cubicBezTo>
                    <a:pt x="25289" y="7690"/>
                    <a:pt x="31125" y="2584"/>
                    <a:pt x="37569" y="1459"/>
                  </a:cubicBezTo>
                  <a:cubicBezTo>
                    <a:pt x="45776" y="0"/>
                    <a:pt x="51642" y="7630"/>
                    <a:pt x="57874" y="11520"/>
                  </a:cubicBezTo>
                  <a:cubicBezTo>
                    <a:pt x="62099" y="14134"/>
                    <a:pt x="67175" y="16596"/>
                    <a:pt x="70123" y="20882"/>
                  </a:cubicBezTo>
                  <a:cubicBezTo>
                    <a:pt x="71886" y="23466"/>
                    <a:pt x="72190" y="26688"/>
                    <a:pt x="75625" y="27569"/>
                  </a:cubicBezTo>
                  <a:cubicBezTo>
                    <a:pt x="83193" y="29484"/>
                    <a:pt x="91339" y="23374"/>
                    <a:pt x="97996" y="22371"/>
                  </a:cubicBezTo>
                  <a:cubicBezTo>
                    <a:pt x="106051" y="21186"/>
                    <a:pt x="108391" y="17630"/>
                    <a:pt x="115473" y="24773"/>
                  </a:cubicBezTo>
                  <a:cubicBezTo>
                    <a:pt x="122039" y="31369"/>
                    <a:pt x="113528" y="46475"/>
                    <a:pt x="119060" y="53101"/>
                  </a:cubicBezTo>
                  <a:cubicBezTo>
                    <a:pt x="120732" y="55107"/>
                    <a:pt x="123802" y="56475"/>
                    <a:pt x="125869" y="58785"/>
                  </a:cubicBezTo>
                  <a:cubicBezTo>
                    <a:pt x="128088" y="61247"/>
                    <a:pt x="128057" y="64348"/>
                    <a:pt x="132191" y="64925"/>
                  </a:cubicBezTo>
                  <a:cubicBezTo>
                    <a:pt x="138179" y="65746"/>
                    <a:pt x="145352" y="65594"/>
                    <a:pt x="149608" y="70305"/>
                  </a:cubicBezTo>
                  <a:cubicBezTo>
                    <a:pt x="151705" y="72615"/>
                    <a:pt x="154502" y="78208"/>
                    <a:pt x="158483" y="7744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8"/>
            <p:cNvSpPr/>
            <p:nvPr/>
          </p:nvSpPr>
          <p:spPr>
            <a:xfrm>
              <a:off x="2975000" y="197875"/>
              <a:ext cx="3962850" cy="1976500"/>
            </a:xfrm>
            <a:custGeom>
              <a:rect b="b" l="l" r="r" t="t"/>
              <a:pathLst>
                <a:path extrusionOk="0" fill="none" h="79060" w="158514">
                  <a:moveTo>
                    <a:pt x="0" y="9788"/>
                  </a:moveTo>
                  <a:cubicBezTo>
                    <a:pt x="6110" y="11551"/>
                    <a:pt x="13222" y="11824"/>
                    <a:pt x="19301" y="10244"/>
                  </a:cubicBezTo>
                  <a:cubicBezTo>
                    <a:pt x="26080" y="8450"/>
                    <a:pt x="31369" y="3040"/>
                    <a:pt x="38208" y="1642"/>
                  </a:cubicBezTo>
                  <a:cubicBezTo>
                    <a:pt x="46384" y="0"/>
                    <a:pt x="51855" y="8207"/>
                    <a:pt x="57600" y="12098"/>
                  </a:cubicBezTo>
                  <a:cubicBezTo>
                    <a:pt x="61886" y="14985"/>
                    <a:pt x="67296" y="17478"/>
                    <a:pt x="71065" y="21368"/>
                  </a:cubicBezTo>
                  <a:cubicBezTo>
                    <a:pt x="73315" y="23678"/>
                    <a:pt x="74743" y="27113"/>
                    <a:pt x="77904" y="27903"/>
                  </a:cubicBezTo>
                  <a:cubicBezTo>
                    <a:pt x="84865" y="29575"/>
                    <a:pt x="91978" y="23648"/>
                    <a:pt x="98847" y="22280"/>
                  </a:cubicBezTo>
                  <a:cubicBezTo>
                    <a:pt x="107419" y="20517"/>
                    <a:pt x="109850" y="17903"/>
                    <a:pt x="116233" y="25077"/>
                  </a:cubicBezTo>
                  <a:cubicBezTo>
                    <a:pt x="122069" y="31642"/>
                    <a:pt x="115656" y="46536"/>
                    <a:pt x="120154" y="53557"/>
                  </a:cubicBezTo>
                  <a:cubicBezTo>
                    <a:pt x="121492" y="55624"/>
                    <a:pt x="124471" y="57235"/>
                    <a:pt x="126325" y="59484"/>
                  </a:cubicBezTo>
                  <a:cubicBezTo>
                    <a:pt x="128422" y="61977"/>
                    <a:pt x="128544" y="65047"/>
                    <a:pt x="132495" y="65685"/>
                  </a:cubicBezTo>
                  <a:cubicBezTo>
                    <a:pt x="138392" y="66658"/>
                    <a:pt x="145565" y="66506"/>
                    <a:pt x="149851" y="71187"/>
                  </a:cubicBezTo>
                  <a:cubicBezTo>
                    <a:pt x="151918" y="73466"/>
                    <a:pt x="154593" y="79059"/>
                    <a:pt x="158514" y="7845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8"/>
            <p:cNvSpPr/>
            <p:nvPr/>
          </p:nvSpPr>
          <p:spPr>
            <a:xfrm>
              <a:off x="2975000" y="180400"/>
              <a:ext cx="3962850" cy="1990925"/>
            </a:xfrm>
            <a:custGeom>
              <a:rect b="b" l="l" r="r" t="t"/>
              <a:pathLst>
                <a:path extrusionOk="0" fill="none" h="79637" w="158514">
                  <a:moveTo>
                    <a:pt x="0" y="10487"/>
                  </a:moveTo>
                  <a:cubicBezTo>
                    <a:pt x="6171" y="12219"/>
                    <a:pt x="13374" y="12371"/>
                    <a:pt x="19453" y="10699"/>
                  </a:cubicBezTo>
                  <a:cubicBezTo>
                    <a:pt x="26384" y="8754"/>
                    <a:pt x="31764" y="2979"/>
                    <a:pt x="38876" y="1611"/>
                  </a:cubicBezTo>
                  <a:cubicBezTo>
                    <a:pt x="47265" y="0"/>
                    <a:pt x="51946" y="8025"/>
                    <a:pt x="57418" y="12280"/>
                  </a:cubicBezTo>
                  <a:cubicBezTo>
                    <a:pt x="61582" y="15532"/>
                    <a:pt x="67083" y="17994"/>
                    <a:pt x="71460" y="21490"/>
                  </a:cubicBezTo>
                  <a:cubicBezTo>
                    <a:pt x="74166" y="23678"/>
                    <a:pt x="76597" y="27143"/>
                    <a:pt x="79789" y="27812"/>
                  </a:cubicBezTo>
                  <a:cubicBezTo>
                    <a:pt x="86172" y="29149"/>
                    <a:pt x="92950" y="23374"/>
                    <a:pt x="99364" y="21733"/>
                  </a:cubicBezTo>
                  <a:cubicBezTo>
                    <a:pt x="107723" y="19605"/>
                    <a:pt x="111218" y="17934"/>
                    <a:pt x="117024" y="25137"/>
                  </a:cubicBezTo>
                  <a:cubicBezTo>
                    <a:pt x="122100" y="31460"/>
                    <a:pt x="117784" y="46475"/>
                    <a:pt x="121249" y="53679"/>
                  </a:cubicBezTo>
                  <a:cubicBezTo>
                    <a:pt x="122708" y="56718"/>
                    <a:pt x="129060" y="65472"/>
                    <a:pt x="132769" y="66171"/>
                  </a:cubicBezTo>
                  <a:cubicBezTo>
                    <a:pt x="138605" y="67296"/>
                    <a:pt x="145748" y="67114"/>
                    <a:pt x="150033" y="71764"/>
                  </a:cubicBezTo>
                  <a:cubicBezTo>
                    <a:pt x="152100" y="73983"/>
                    <a:pt x="154684" y="79637"/>
                    <a:pt x="158514" y="7915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8"/>
            <p:cNvSpPr/>
            <p:nvPr/>
          </p:nvSpPr>
          <p:spPr>
            <a:xfrm>
              <a:off x="2975000" y="165200"/>
              <a:ext cx="3962850" cy="2002325"/>
            </a:xfrm>
            <a:custGeom>
              <a:rect b="b" l="l" r="r" t="t"/>
              <a:pathLst>
                <a:path extrusionOk="0" fill="none" h="80093" w="158514">
                  <a:moveTo>
                    <a:pt x="0" y="11095"/>
                  </a:moveTo>
                  <a:cubicBezTo>
                    <a:pt x="6201" y="12797"/>
                    <a:pt x="13496" y="12858"/>
                    <a:pt x="19575" y="11064"/>
                  </a:cubicBezTo>
                  <a:cubicBezTo>
                    <a:pt x="26688" y="8967"/>
                    <a:pt x="32128" y="2857"/>
                    <a:pt x="39545" y="1520"/>
                  </a:cubicBezTo>
                  <a:cubicBezTo>
                    <a:pt x="47965" y="0"/>
                    <a:pt x="52402" y="7599"/>
                    <a:pt x="57326" y="12280"/>
                  </a:cubicBezTo>
                  <a:cubicBezTo>
                    <a:pt x="61096" y="15867"/>
                    <a:pt x="66840" y="18329"/>
                    <a:pt x="71491" y="21490"/>
                  </a:cubicBezTo>
                  <a:cubicBezTo>
                    <a:pt x="74470" y="23496"/>
                    <a:pt x="77600" y="26870"/>
                    <a:pt x="81157" y="27387"/>
                  </a:cubicBezTo>
                  <a:cubicBezTo>
                    <a:pt x="87449" y="28268"/>
                    <a:pt x="93832" y="22827"/>
                    <a:pt x="99607" y="21034"/>
                  </a:cubicBezTo>
                  <a:cubicBezTo>
                    <a:pt x="107814" y="18450"/>
                    <a:pt x="112677" y="17812"/>
                    <a:pt x="117875" y="25137"/>
                  </a:cubicBezTo>
                  <a:cubicBezTo>
                    <a:pt x="120306" y="28602"/>
                    <a:pt x="119364" y="34773"/>
                    <a:pt x="119759" y="39423"/>
                  </a:cubicBezTo>
                  <a:cubicBezTo>
                    <a:pt x="120185" y="44256"/>
                    <a:pt x="120914" y="49697"/>
                    <a:pt x="122343" y="53679"/>
                  </a:cubicBezTo>
                  <a:cubicBezTo>
                    <a:pt x="123498" y="56810"/>
                    <a:pt x="129425" y="65746"/>
                    <a:pt x="133042" y="66536"/>
                  </a:cubicBezTo>
                  <a:cubicBezTo>
                    <a:pt x="138817" y="67782"/>
                    <a:pt x="145930" y="67600"/>
                    <a:pt x="150246" y="72220"/>
                  </a:cubicBezTo>
                  <a:cubicBezTo>
                    <a:pt x="152313" y="74409"/>
                    <a:pt x="154745" y="80093"/>
                    <a:pt x="158514" y="7975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8"/>
            <p:cNvSpPr/>
            <p:nvPr/>
          </p:nvSpPr>
          <p:spPr>
            <a:xfrm>
              <a:off x="2975000" y="150750"/>
              <a:ext cx="3962850" cy="2014500"/>
            </a:xfrm>
            <a:custGeom>
              <a:rect b="b" l="l" r="r" t="t"/>
              <a:pathLst>
                <a:path extrusionOk="0" fill="none" h="80580" w="158514">
                  <a:moveTo>
                    <a:pt x="0" y="11673"/>
                  </a:moveTo>
                  <a:cubicBezTo>
                    <a:pt x="6262" y="13344"/>
                    <a:pt x="13830" y="13588"/>
                    <a:pt x="19727" y="11429"/>
                  </a:cubicBezTo>
                  <a:cubicBezTo>
                    <a:pt x="26566" y="8907"/>
                    <a:pt x="32767" y="2676"/>
                    <a:pt x="40244" y="1399"/>
                  </a:cubicBezTo>
                  <a:cubicBezTo>
                    <a:pt x="48573" y="1"/>
                    <a:pt x="53162" y="6900"/>
                    <a:pt x="57478" y="12159"/>
                  </a:cubicBezTo>
                  <a:cubicBezTo>
                    <a:pt x="61825" y="17417"/>
                    <a:pt x="74318" y="25807"/>
                    <a:pt x="81917" y="26749"/>
                  </a:cubicBezTo>
                  <a:cubicBezTo>
                    <a:pt x="87692" y="27448"/>
                    <a:pt x="94379" y="22159"/>
                    <a:pt x="99637" y="20244"/>
                  </a:cubicBezTo>
                  <a:cubicBezTo>
                    <a:pt x="108178" y="17144"/>
                    <a:pt x="114045" y="17873"/>
                    <a:pt x="118787" y="25199"/>
                  </a:cubicBezTo>
                  <a:cubicBezTo>
                    <a:pt x="121066" y="28694"/>
                    <a:pt x="119607" y="34895"/>
                    <a:pt x="120215" y="39515"/>
                  </a:cubicBezTo>
                  <a:cubicBezTo>
                    <a:pt x="120853" y="44348"/>
                    <a:pt x="122373" y="49394"/>
                    <a:pt x="123498" y="53649"/>
                  </a:cubicBezTo>
                  <a:cubicBezTo>
                    <a:pt x="124349" y="56962"/>
                    <a:pt x="129729" y="65989"/>
                    <a:pt x="133316" y="66871"/>
                  </a:cubicBezTo>
                  <a:cubicBezTo>
                    <a:pt x="139000" y="68300"/>
                    <a:pt x="146112" y="68087"/>
                    <a:pt x="150459" y="72677"/>
                  </a:cubicBezTo>
                  <a:cubicBezTo>
                    <a:pt x="152495" y="74835"/>
                    <a:pt x="154836" y="80579"/>
                    <a:pt x="158514" y="803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8"/>
            <p:cNvSpPr/>
            <p:nvPr/>
          </p:nvSpPr>
          <p:spPr>
            <a:xfrm>
              <a:off x="2975000" y="138600"/>
              <a:ext cx="3962100" cy="2022075"/>
            </a:xfrm>
            <a:custGeom>
              <a:rect b="b" l="l" r="r" t="t"/>
              <a:pathLst>
                <a:path extrusionOk="0" fill="none" h="80883" w="158484">
                  <a:moveTo>
                    <a:pt x="0" y="12159"/>
                  </a:moveTo>
                  <a:cubicBezTo>
                    <a:pt x="6322" y="13800"/>
                    <a:pt x="13952" y="13952"/>
                    <a:pt x="19849" y="11672"/>
                  </a:cubicBezTo>
                  <a:cubicBezTo>
                    <a:pt x="26900" y="8937"/>
                    <a:pt x="33162" y="2462"/>
                    <a:pt x="40974" y="1247"/>
                  </a:cubicBezTo>
                  <a:cubicBezTo>
                    <a:pt x="48876" y="0"/>
                    <a:pt x="54530" y="5806"/>
                    <a:pt x="58026" y="11855"/>
                  </a:cubicBezTo>
                  <a:cubicBezTo>
                    <a:pt x="61521" y="17873"/>
                    <a:pt x="74500" y="25138"/>
                    <a:pt x="82069" y="25928"/>
                  </a:cubicBezTo>
                  <a:cubicBezTo>
                    <a:pt x="87449" y="26505"/>
                    <a:pt x="94774" y="21186"/>
                    <a:pt x="99637" y="19362"/>
                  </a:cubicBezTo>
                  <a:cubicBezTo>
                    <a:pt x="108178" y="16080"/>
                    <a:pt x="115321" y="17782"/>
                    <a:pt x="119759" y="25107"/>
                  </a:cubicBezTo>
                  <a:cubicBezTo>
                    <a:pt x="121948" y="28724"/>
                    <a:pt x="119790" y="34803"/>
                    <a:pt x="120580" y="39545"/>
                  </a:cubicBezTo>
                  <a:cubicBezTo>
                    <a:pt x="121370" y="44348"/>
                    <a:pt x="123771" y="48937"/>
                    <a:pt x="124623" y="53497"/>
                  </a:cubicBezTo>
                  <a:cubicBezTo>
                    <a:pt x="125291" y="56992"/>
                    <a:pt x="130003" y="66050"/>
                    <a:pt x="133559" y="67053"/>
                  </a:cubicBezTo>
                  <a:cubicBezTo>
                    <a:pt x="139152" y="68603"/>
                    <a:pt x="146355" y="68451"/>
                    <a:pt x="150672" y="72980"/>
                  </a:cubicBezTo>
                  <a:cubicBezTo>
                    <a:pt x="152708" y="75108"/>
                    <a:pt x="154897" y="80883"/>
                    <a:pt x="158483" y="80822"/>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8"/>
            <p:cNvSpPr/>
            <p:nvPr/>
          </p:nvSpPr>
          <p:spPr>
            <a:xfrm>
              <a:off x="2975000" y="124150"/>
              <a:ext cx="3962100" cy="2034250"/>
            </a:xfrm>
            <a:custGeom>
              <a:rect b="b" l="l" r="r" t="t"/>
              <a:pathLst>
                <a:path extrusionOk="0" fill="none" h="81370" w="158484">
                  <a:moveTo>
                    <a:pt x="0" y="12737"/>
                  </a:moveTo>
                  <a:cubicBezTo>
                    <a:pt x="6383" y="14348"/>
                    <a:pt x="13861" y="14226"/>
                    <a:pt x="20001" y="12007"/>
                  </a:cubicBezTo>
                  <a:cubicBezTo>
                    <a:pt x="27721" y="9241"/>
                    <a:pt x="33283" y="2432"/>
                    <a:pt x="41673" y="1186"/>
                  </a:cubicBezTo>
                  <a:cubicBezTo>
                    <a:pt x="49515" y="1"/>
                    <a:pt x="55807" y="4530"/>
                    <a:pt x="58877" y="11551"/>
                  </a:cubicBezTo>
                  <a:cubicBezTo>
                    <a:pt x="61886" y="18481"/>
                    <a:pt x="74378" y="24560"/>
                    <a:pt x="81704" y="25199"/>
                  </a:cubicBezTo>
                  <a:cubicBezTo>
                    <a:pt x="87114" y="25624"/>
                    <a:pt x="94774" y="20244"/>
                    <a:pt x="99607" y="18573"/>
                  </a:cubicBezTo>
                  <a:cubicBezTo>
                    <a:pt x="108118" y="15655"/>
                    <a:pt x="116628" y="17721"/>
                    <a:pt x="120853" y="25199"/>
                  </a:cubicBezTo>
                  <a:cubicBezTo>
                    <a:pt x="123012" y="29029"/>
                    <a:pt x="119972" y="34895"/>
                    <a:pt x="120853" y="39758"/>
                  </a:cubicBezTo>
                  <a:cubicBezTo>
                    <a:pt x="121735" y="44561"/>
                    <a:pt x="125139" y="48512"/>
                    <a:pt x="125778" y="53406"/>
                  </a:cubicBezTo>
                  <a:cubicBezTo>
                    <a:pt x="126294" y="57205"/>
                    <a:pt x="130276" y="66172"/>
                    <a:pt x="133863" y="67297"/>
                  </a:cubicBezTo>
                  <a:cubicBezTo>
                    <a:pt x="139334" y="68999"/>
                    <a:pt x="146568" y="68908"/>
                    <a:pt x="150884" y="73406"/>
                  </a:cubicBezTo>
                  <a:cubicBezTo>
                    <a:pt x="153438" y="76051"/>
                    <a:pt x="154684" y="80428"/>
                    <a:pt x="158483" y="8137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8"/>
            <p:cNvSpPr/>
            <p:nvPr/>
          </p:nvSpPr>
          <p:spPr>
            <a:xfrm>
              <a:off x="2975000" y="108200"/>
              <a:ext cx="3962850" cy="2050975"/>
            </a:xfrm>
            <a:custGeom>
              <a:rect b="b" l="l" r="r" t="t"/>
              <a:pathLst>
                <a:path extrusionOk="0" fill="none" h="82039" w="158514">
                  <a:moveTo>
                    <a:pt x="0" y="13375"/>
                  </a:moveTo>
                  <a:cubicBezTo>
                    <a:pt x="6474" y="14986"/>
                    <a:pt x="14013" y="14712"/>
                    <a:pt x="20183" y="12432"/>
                  </a:cubicBezTo>
                  <a:cubicBezTo>
                    <a:pt x="28116" y="9454"/>
                    <a:pt x="33709" y="2493"/>
                    <a:pt x="42402" y="1156"/>
                  </a:cubicBezTo>
                  <a:cubicBezTo>
                    <a:pt x="50092" y="1"/>
                    <a:pt x="57418" y="4043"/>
                    <a:pt x="59819" y="11217"/>
                  </a:cubicBezTo>
                  <a:cubicBezTo>
                    <a:pt x="62190" y="18390"/>
                    <a:pt x="73862" y="24104"/>
                    <a:pt x="81035" y="24439"/>
                  </a:cubicBezTo>
                  <a:cubicBezTo>
                    <a:pt x="86780" y="24743"/>
                    <a:pt x="94318" y="19454"/>
                    <a:pt x="99607" y="17934"/>
                  </a:cubicBezTo>
                  <a:cubicBezTo>
                    <a:pt x="108452" y="15381"/>
                    <a:pt x="117844" y="17873"/>
                    <a:pt x="122009" y="25350"/>
                  </a:cubicBezTo>
                  <a:cubicBezTo>
                    <a:pt x="124227" y="29332"/>
                    <a:pt x="120154" y="35047"/>
                    <a:pt x="121066" y="40092"/>
                  </a:cubicBezTo>
                  <a:cubicBezTo>
                    <a:pt x="121978" y="44925"/>
                    <a:pt x="126507" y="48512"/>
                    <a:pt x="126963" y="53406"/>
                  </a:cubicBezTo>
                  <a:cubicBezTo>
                    <a:pt x="127297" y="57205"/>
                    <a:pt x="130459" y="66172"/>
                    <a:pt x="134167" y="67570"/>
                  </a:cubicBezTo>
                  <a:cubicBezTo>
                    <a:pt x="139304" y="69485"/>
                    <a:pt x="146842" y="69424"/>
                    <a:pt x="151128" y="73862"/>
                  </a:cubicBezTo>
                  <a:cubicBezTo>
                    <a:pt x="153650" y="76537"/>
                    <a:pt x="154805" y="80883"/>
                    <a:pt x="158514" y="8203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8"/>
            <p:cNvSpPr/>
            <p:nvPr/>
          </p:nvSpPr>
          <p:spPr>
            <a:xfrm>
              <a:off x="2975000" y="89975"/>
              <a:ext cx="3962850" cy="2068425"/>
            </a:xfrm>
            <a:custGeom>
              <a:rect b="b" l="l" r="r" t="t"/>
              <a:pathLst>
                <a:path extrusionOk="0" fill="none" h="82737" w="158514">
                  <a:moveTo>
                    <a:pt x="0" y="14104"/>
                  </a:moveTo>
                  <a:cubicBezTo>
                    <a:pt x="6535" y="15684"/>
                    <a:pt x="14347" y="15502"/>
                    <a:pt x="20335" y="12918"/>
                  </a:cubicBezTo>
                  <a:cubicBezTo>
                    <a:pt x="27995" y="9575"/>
                    <a:pt x="34439" y="2644"/>
                    <a:pt x="43101" y="1216"/>
                  </a:cubicBezTo>
                  <a:cubicBezTo>
                    <a:pt x="50639" y="0"/>
                    <a:pt x="58299" y="3435"/>
                    <a:pt x="60822" y="10882"/>
                  </a:cubicBezTo>
                  <a:cubicBezTo>
                    <a:pt x="63436" y="18572"/>
                    <a:pt x="72190" y="23587"/>
                    <a:pt x="80184" y="23769"/>
                  </a:cubicBezTo>
                  <a:cubicBezTo>
                    <a:pt x="86415" y="23921"/>
                    <a:pt x="93862" y="18663"/>
                    <a:pt x="99759" y="17417"/>
                  </a:cubicBezTo>
                  <a:cubicBezTo>
                    <a:pt x="107875" y="15715"/>
                    <a:pt x="119394" y="17234"/>
                    <a:pt x="123224" y="25593"/>
                  </a:cubicBezTo>
                  <a:cubicBezTo>
                    <a:pt x="125413" y="30396"/>
                    <a:pt x="120367" y="35350"/>
                    <a:pt x="121279" y="40578"/>
                  </a:cubicBezTo>
                  <a:cubicBezTo>
                    <a:pt x="122100" y="45381"/>
                    <a:pt x="127723" y="48937"/>
                    <a:pt x="128118" y="53496"/>
                  </a:cubicBezTo>
                  <a:cubicBezTo>
                    <a:pt x="128422" y="57174"/>
                    <a:pt x="130762" y="66262"/>
                    <a:pt x="134501" y="67873"/>
                  </a:cubicBezTo>
                  <a:cubicBezTo>
                    <a:pt x="139456" y="70001"/>
                    <a:pt x="147085" y="69971"/>
                    <a:pt x="151340" y="74408"/>
                  </a:cubicBezTo>
                  <a:cubicBezTo>
                    <a:pt x="153894" y="77083"/>
                    <a:pt x="154897" y="81430"/>
                    <a:pt x="158514" y="8273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8"/>
            <p:cNvSpPr/>
            <p:nvPr/>
          </p:nvSpPr>
          <p:spPr>
            <a:xfrm>
              <a:off x="2975000" y="69450"/>
              <a:ext cx="3962850" cy="2089725"/>
            </a:xfrm>
            <a:custGeom>
              <a:rect b="b" l="l" r="r" t="t"/>
              <a:pathLst>
                <a:path extrusionOk="0" fill="none" h="83589" w="158514">
                  <a:moveTo>
                    <a:pt x="0" y="14925"/>
                  </a:moveTo>
                  <a:cubicBezTo>
                    <a:pt x="6626" y="16475"/>
                    <a:pt x="14529" y="16201"/>
                    <a:pt x="20517" y="13496"/>
                  </a:cubicBezTo>
                  <a:cubicBezTo>
                    <a:pt x="28359" y="9940"/>
                    <a:pt x="34925" y="3010"/>
                    <a:pt x="43800" y="1338"/>
                  </a:cubicBezTo>
                  <a:cubicBezTo>
                    <a:pt x="51126" y="0"/>
                    <a:pt x="59454" y="3010"/>
                    <a:pt x="61916" y="10517"/>
                  </a:cubicBezTo>
                  <a:cubicBezTo>
                    <a:pt x="64500" y="18359"/>
                    <a:pt x="70853" y="23223"/>
                    <a:pt x="79272" y="23131"/>
                  </a:cubicBezTo>
                  <a:cubicBezTo>
                    <a:pt x="86020" y="23071"/>
                    <a:pt x="93254" y="17934"/>
                    <a:pt x="100032" y="17052"/>
                  </a:cubicBezTo>
                  <a:cubicBezTo>
                    <a:pt x="108574" y="15958"/>
                    <a:pt x="120489" y="17630"/>
                    <a:pt x="124471" y="25989"/>
                  </a:cubicBezTo>
                  <a:cubicBezTo>
                    <a:pt x="126902" y="31065"/>
                    <a:pt x="120671" y="35776"/>
                    <a:pt x="121492" y="41186"/>
                  </a:cubicBezTo>
                  <a:cubicBezTo>
                    <a:pt x="122221" y="46050"/>
                    <a:pt x="128878" y="49393"/>
                    <a:pt x="129243" y="53740"/>
                  </a:cubicBezTo>
                  <a:cubicBezTo>
                    <a:pt x="129516" y="57357"/>
                    <a:pt x="131127" y="66445"/>
                    <a:pt x="134896" y="68238"/>
                  </a:cubicBezTo>
                  <a:cubicBezTo>
                    <a:pt x="139699" y="70549"/>
                    <a:pt x="147359" y="70670"/>
                    <a:pt x="151584" y="75077"/>
                  </a:cubicBezTo>
                  <a:cubicBezTo>
                    <a:pt x="154137" y="77752"/>
                    <a:pt x="154988" y="82068"/>
                    <a:pt x="158514" y="8358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8"/>
            <p:cNvSpPr/>
            <p:nvPr/>
          </p:nvSpPr>
          <p:spPr>
            <a:xfrm>
              <a:off x="2975000" y="45125"/>
              <a:ext cx="3962850" cy="2114050"/>
            </a:xfrm>
            <a:custGeom>
              <a:rect b="b" l="l" r="r" t="t"/>
              <a:pathLst>
                <a:path extrusionOk="0" fill="none" h="84562" w="158514">
                  <a:moveTo>
                    <a:pt x="0" y="15898"/>
                  </a:moveTo>
                  <a:cubicBezTo>
                    <a:pt x="6991" y="17478"/>
                    <a:pt x="14651" y="16809"/>
                    <a:pt x="20700" y="14226"/>
                  </a:cubicBezTo>
                  <a:cubicBezTo>
                    <a:pt x="28511" y="10913"/>
                    <a:pt x="35350" y="3527"/>
                    <a:pt x="44439" y="1551"/>
                  </a:cubicBezTo>
                  <a:cubicBezTo>
                    <a:pt x="51612" y="1"/>
                    <a:pt x="60579" y="2736"/>
                    <a:pt x="63041" y="10214"/>
                  </a:cubicBezTo>
                  <a:cubicBezTo>
                    <a:pt x="65564" y="17934"/>
                    <a:pt x="69515" y="22949"/>
                    <a:pt x="78391" y="22645"/>
                  </a:cubicBezTo>
                  <a:cubicBezTo>
                    <a:pt x="85716" y="22372"/>
                    <a:pt x="93072" y="17417"/>
                    <a:pt x="100488" y="16931"/>
                  </a:cubicBezTo>
                  <a:cubicBezTo>
                    <a:pt x="109273" y="16323"/>
                    <a:pt x="121431" y="18208"/>
                    <a:pt x="125717" y="26536"/>
                  </a:cubicBezTo>
                  <a:cubicBezTo>
                    <a:pt x="128544" y="31946"/>
                    <a:pt x="121036" y="36415"/>
                    <a:pt x="121735" y="41916"/>
                  </a:cubicBezTo>
                  <a:cubicBezTo>
                    <a:pt x="122343" y="46871"/>
                    <a:pt x="129881" y="49971"/>
                    <a:pt x="130276" y="54105"/>
                  </a:cubicBezTo>
                  <a:cubicBezTo>
                    <a:pt x="130641" y="57631"/>
                    <a:pt x="131431" y="66628"/>
                    <a:pt x="135322" y="68664"/>
                  </a:cubicBezTo>
                  <a:cubicBezTo>
                    <a:pt x="140124" y="71157"/>
                    <a:pt x="147632" y="71461"/>
                    <a:pt x="151796" y="75868"/>
                  </a:cubicBezTo>
                  <a:cubicBezTo>
                    <a:pt x="154350" y="78573"/>
                    <a:pt x="155109" y="82859"/>
                    <a:pt x="158514" y="8456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8"/>
            <p:cNvSpPr/>
            <p:nvPr/>
          </p:nvSpPr>
          <p:spPr>
            <a:xfrm>
              <a:off x="2975000" y="20825"/>
              <a:ext cx="3962850" cy="2138350"/>
            </a:xfrm>
            <a:custGeom>
              <a:rect b="b" l="l" r="r" t="t"/>
              <a:pathLst>
                <a:path extrusionOk="0" fill="none" h="85534" w="158514">
                  <a:moveTo>
                    <a:pt x="0" y="16870"/>
                  </a:moveTo>
                  <a:cubicBezTo>
                    <a:pt x="7082" y="18420"/>
                    <a:pt x="14833" y="17629"/>
                    <a:pt x="20912" y="14955"/>
                  </a:cubicBezTo>
                  <a:cubicBezTo>
                    <a:pt x="28876" y="11459"/>
                    <a:pt x="35776" y="3951"/>
                    <a:pt x="45047" y="1702"/>
                  </a:cubicBezTo>
                  <a:cubicBezTo>
                    <a:pt x="52068" y="0"/>
                    <a:pt x="61703" y="2371"/>
                    <a:pt x="64166" y="9818"/>
                  </a:cubicBezTo>
                  <a:cubicBezTo>
                    <a:pt x="66567" y="16991"/>
                    <a:pt x="68877" y="22645"/>
                    <a:pt x="77722" y="22128"/>
                  </a:cubicBezTo>
                  <a:cubicBezTo>
                    <a:pt x="85503" y="21672"/>
                    <a:pt x="93133" y="16961"/>
                    <a:pt x="101127" y="16809"/>
                  </a:cubicBezTo>
                  <a:cubicBezTo>
                    <a:pt x="110063" y="16657"/>
                    <a:pt x="122161" y="18693"/>
                    <a:pt x="126963" y="27083"/>
                  </a:cubicBezTo>
                  <a:cubicBezTo>
                    <a:pt x="130276" y="32858"/>
                    <a:pt x="121705" y="37052"/>
                    <a:pt x="122161" y="42615"/>
                  </a:cubicBezTo>
                  <a:cubicBezTo>
                    <a:pt x="122616" y="47782"/>
                    <a:pt x="130762" y="50518"/>
                    <a:pt x="131279" y="54530"/>
                  </a:cubicBezTo>
                  <a:cubicBezTo>
                    <a:pt x="131735" y="57934"/>
                    <a:pt x="131796" y="66931"/>
                    <a:pt x="135778" y="69089"/>
                  </a:cubicBezTo>
                  <a:cubicBezTo>
                    <a:pt x="140550" y="71703"/>
                    <a:pt x="147936" y="72250"/>
                    <a:pt x="152039" y="76658"/>
                  </a:cubicBezTo>
                  <a:cubicBezTo>
                    <a:pt x="154593" y="79393"/>
                    <a:pt x="155231" y="83649"/>
                    <a:pt x="158514" y="8553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 name="Google Shape;1274;p8"/>
          <p:cNvGrpSpPr/>
          <p:nvPr/>
        </p:nvGrpSpPr>
        <p:grpSpPr>
          <a:xfrm rot="5400000">
            <a:off x="696048" y="-1100245"/>
            <a:ext cx="2781299" cy="1048521"/>
            <a:chOff x="493175" y="2102150"/>
            <a:chExt cx="1201425" cy="452925"/>
          </a:xfrm>
        </p:grpSpPr>
        <p:sp>
          <p:nvSpPr>
            <p:cNvPr id="1275" name="Google Shape;1275;p8"/>
            <p:cNvSpPr/>
            <p:nvPr/>
          </p:nvSpPr>
          <p:spPr>
            <a:xfrm>
              <a:off x="1675575" y="2536050"/>
              <a:ext cx="19025" cy="19025"/>
            </a:xfrm>
            <a:custGeom>
              <a:rect b="b" l="l" r="r" t="t"/>
              <a:pathLst>
                <a:path extrusionOk="0" h="761" w="761">
                  <a:moveTo>
                    <a:pt x="365" y="1"/>
                  </a:moveTo>
                  <a:cubicBezTo>
                    <a:pt x="153" y="1"/>
                    <a:pt x="1" y="153"/>
                    <a:pt x="1" y="365"/>
                  </a:cubicBezTo>
                  <a:cubicBezTo>
                    <a:pt x="1" y="578"/>
                    <a:pt x="153"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8"/>
            <p:cNvSpPr/>
            <p:nvPr/>
          </p:nvSpPr>
          <p:spPr>
            <a:xfrm>
              <a:off x="1576800" y="2536050"/>
              <a:ext cx="19000" cy="19025"/>
            </a:xfrm>
            <a:custGeom>
              <a:rect b="b" l="l" r="r" t="t"/>
              <a:pathLst>
                <a:path extrusionOk="0" h="761" w="760">
                  <a:moveTo>
                    <a:pt x="365" y="1"/>
                  </a:moveTo>
                  <a:cubicBezTo>
                    <a:pt x="182" y="1"/>
                    <a:pt x="0" y="153"/>
                    <a:pt x="0" y="365"/>
                  </a:cubicBezTo>
                  <a:cubicBezTo>
                    <a:pt x="0" y="578"/>
                    <a:pt x="182"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8"/>
            <p:cNvSpPr/>
            <p:nvPr/>
          </p:nvSpPr>
          <p:spPr>
            <a:xfrm>
              <a:off x="14780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8"/>
            <p:cNvSpPr/>
            <p:nvPr/>
          </p:nvSpPr>
          <p:spPr>
            <a:xfrm>
              <a:off x="1379975" y="2536050"/>
              <a:ext cx="19025" cy="19025"/>
            </a:xfrm>
            <a:custGeom>
              <a:rect b="b" l="l" r="r" t="t"/>
              <a:pathLst>
                <a:path extrusionOk="0" h="761" w="761">
                  <a:moveTo>
                    <a:pt x="365" y="1"/>
                  </a:moveTo>
                  <a:cubicBezTo>
                    <a:pt x="153" y="1"/>
                    <a:pt x="1" y="153"/>
                    <a:pt x="1" y="365"/>
                  </a:cubicBezTo>
                  <a:cubicBezTo>
                    <a:pt x="1" y="578"/>
                    <a:pt x="153"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8"/>
            <p:cNvSpPr/>
            <p:nvPr/>
          </p:nvSpPr>
          <p:spPr>
            <a:xfrm>
              <a:off x="1281200" y="2536050"/>
              <a:ext cx="19025" cy="19025"/>
            </a:xfrm>
            <a:custGeom>
              <a:rect b="b" l="l" r="r" t="t"/>
              <a:pathLst>
                <a:path extrusionOk="0" h="761" w="761">
                  <a:moveTo>
                    <a:pt x="395" y="1"/>
                  </a:moveTo>
                  <a:cubicBezTo>
                    <a:pt x="183" y="1"/>
                    <a:pt x="0" y="153"/>
                    <a:pt x="0" y="365"/>
                  </a:cubicBezTo>
                  <a:cubicBezTo>
                    <a:pt x="0" y="578"/>
                    <a:pt x="183" y="760"/>
                    <a:pt x="395" y="760"/>
                  </a:cubicBezTo>
                  <a:cubicBezTo>
                    <a:pt x="578" y="760"/>
                    <a:pt x="760" y="578"/>
                    <a:pt x="760" y="365"/>
                  </a:cubicBezTo>
                  <a:cubicBezTo>
                    <a:pt x="760" y="15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8"/>
            <p:cNvSpPr/>
            <p:nvPr/>
          </p:nvSpPr>
          <p:spPr>
            <a:xfrm>
              <a:off x="11824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8"/>
            <p:cNvSpPr/>
            <p:nvPr/>
          </p:nvSpPr>
          <p:spPr>
            <a:xfrm>
              <a:off x="1084375" y="2536050"/>
              <a:ext cx="19025" cy="19025"/>
            </a:xfrm>
            <a:custGeom>
              <a:rect b="b" l="l" r="r" t="t"/>
              <a:pathLst>
                <a:path extrusionOk="0" h="761" w="761">
                  <a:moveTo>
                    <a:pt x="365" y="1"/>
                  </a:moveTo>
                  <a:cubicBezTo>
                    <a:pt x="153" y="1"/>
                    <a:pt x="1" y="153"/>
                    <a:pt x="1" y="365"/>
                  </a:cubicBezTo>
                  <a:cubicBezTo>
                    <a:pt x="1" y="578"/>
                    <a:pt x="153" y="760"/>
                    <a:pt x="365" y="760"/>
                  </a:cubicBezTo>
                  <a:cubicBezTo>
                    <a:pt x="578" y="760"/>
                    <a:pt x="761" y="578"/>
                    <a:pt x="761" y="365"/>
                  </a:cubicBezTo>
                  <a:cubicBezTo>
                    <a:pt x="761"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8"/>
            <p:cNvSpPr/>
            <p:nvPr/>
          </p:nvSpPr>
          <p:spPr>
            <a:xfrm>
              <a:off x="985600" y="2536050"/>
              <a:ext cx="19025" cy="19025"/>
            </a:xfrm>
            <a:custGeom>
              <a:rect b="b" l="l" r="r" t="t"/>
              <a:pathLst>
                <a:path extrusionOk="0" h="761" w="761">
                  <a:moveTo>
                    <a:pt x="365" y="1"/>
                  </a:moveTo>
                  <a:cubicBezTo>
                    <a:pt x="152" y="1"/>
                    <a:pt x="0" y="153"/>
                    <a:pt x="0" y="365"/>
                  </a:cubicBezTo>
                  <a:cubicBezTo>
                    <a:pt x="0" y="578"/>
                    <a:pt x="152"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8"/>
            <p:cNvSpPr/>
            <p:nvPr/>
          </p:nvSpPr>
          <p:spPr>
            <a:xfrm>
              <a:off x="8868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8"/>
            <p:cNvSpPr/>
            <p:nvPr/>
          </p:nvSpPr>
          <p:spPr>
            <a:xfrm>
              <a:off x="788025" y="2536050"/>
              <a:ext cx="19025" cy="19025"/>
            </a:xfrm>
            <a:custGeom>
              <a:rect b="b" l="l" r="r" t="t"/>
              <a:pathLst>
                <a:path extrusionOk="0" h="761" w="761">
                  <a:moveTo>
                    <a:pt x="395" y="1"/>
                  </a:moveTo>
                  <a:cubicBezTo>
                    <a:pt x="183" y="1"/>
                    <a:pt x="0" y="153"/>
                    <a:pt x="0" y="365"/>
                  </a:cubicBezTo>
                  <a:cubicBezTo>
                    <a:pt x="0" y="578"/>
                    <a:pt x="183" y="760"/>
                    <a:pt x="395" y="760"/>
                  </a:cubicBezTo>
                  <a:cubicBezTo>
                    <a:pt x="608" y="760"/>
                    <a:pt x="760" y="578"/>
                    <a:pt x="760" y="365"/>
                  </a:cubicBezTo>
                  <a:cubicBezTo>
                    <a:pt x="760" y="15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8"/>
            <p:cNvSpPr/>
            <p:nvPr/>
          </p:nvSpPr>
          <p:spPr>
            <a:xfrm>
              <a:off x="690000" y="2536050"/>
              <a:ext cx="19025" cy="19025"/>
            </a:xfrm>
            <a:custGeom>
              <a:rect b="b" l="l" r="r" t="t"/>
              <a:pathLst>
                <a:path extrusionOk="0" h="761" w="761">
                  <a:moveTo>
                    <a:pt x="365" y="1"/>
                  </a:moveTo>
                  <a:cubicBezTo>
                    <a:pt x="152" y="1"/>
                    <a:pt x="0" y="153"/>
                    <a:pt x="0" y="365"/>
                  </a:cubicBezTo>
                  <a:cubicBezTo>
                    <a:pt x="0" y="578"/>
                    <a:pt x="152"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8"/>
            <p:cNvSpPr/>
            <p:nvPr/>
          </p:nvSpPr>
          <p:spPr>
            <a:xfrm>
              <a:off x="5912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8"/>
            <p:cNvSpPr/>
            <p:nvPr/>
          </p:nvSpPr>
          <p:spPr>
            <a:xfrm>
              <a:off x="493175" y="2536050"/>
              <a:ext cx="19025" cy="19025"/>
            </a:xfrm>
            <a:custGeom>
              <a:rect b="b" l="l" r="r" t="t"/>
              <a:pathLst>
                <a:path extrusionOk="0" h="761" w="761">
                  <a:moveTo>
                    <a:pt x="366" y="1"/>
                  </a:moveTo>
                  <a:cubicBezTo>
                    <a:pt x="153" y="1"/>
                    <a:pt x="1" y="153"/>
                    <a:pt x="1" y="365"/>
                  </a:cubicBezTo>
                  <a:cubicBezTo>
                    <a:pt x="1" y="578"/>
                    <a:pt x="153" y="760"/>
                    <a:pt x="366" y="760"/>
                  </a:cubicBezTo>
                  <a:cubicBezTo>
                    <a:pt x="578" y="760"/>
                    <a:pt x="761" y="578"/>
                    <a:pt x="761" y="365"/>
                  </a:cubicBezTo>
                  <a:cubicBezTo>
                    <a:pt x="761" y="15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8"/>
            <p:cNvSpPr/>
            <p:nvPr/>
          </p:nvSpPr>
          <p:spPr>
            <a:xfrm>
              <a:off x="1675575" y="2449425"/>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8"/>
            <p:cNvSpPr/>
            <p:nvPr/>
          </p:nvSpPr>
          <p:spPr>
            <a:xfrm>
              <a:off x="1576800" y="2449425"/>
              <a:ext cx="19000" cy="19025"/>
            </a:xfrm>
            <a:custGeom>
              <a:rect b="b" l="l" r="r" t="t"/>
              <a:pathLst>
                <a:path extrusionOk="0" h="761" w="760">
                  <a:moveTo>
                    <a:pt x="365" y="0"/>
                  </a:moveTo>
                  <a:cubicBezTo>
                    <a:pt x="182" y="0"/>
                    <a:pt x="0" y="152"/>
                    <a:pt x="0" y="365"/>
                  </a:cubicBezTo>
                  <a:cubicBezTo>
                    <a:pt x="0" y="578"/>
                    <a:pt x="18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8"/>
            <p:cNvSpPr/>
            <p:nvPr/>
          </p:nvSpPr>
          <p:spPr>
            <a:xfrm>
              <a:off x="14780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8"/>
            <p:cNvSpPr/>
            <p:nvPr/>
          </p:nvSpPr>
          <p:spPr>
            <a:xfrm>
              <a:off x="1379975" y="2449425"/>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8"/>
            <p:cNvSpPr/>
            <p:nvPr/>
          </p:nvSpPr>
          <p:spPr>
            <a:xfrm>
              <a:off x="1281200" y="2449425"/>
              <a:ext cx="19025" cy="19025"/>
            </a:xfrm>
            <a:custGeom>
              <a:rect b="b" l="l" r="r" t="t"/>
              <a:pathLst>
                <a:path extrusionOk="0" h="761" w="761">
                  <a:moveTo>
                    <a:pt x="395" y="0"/>
                  </a:moveTo>
                  <a:cubicBezTo>
                    <a:pt x="183" y="0"/>
                    <a:pt x="0" y="152"/>
                    <a:pt x="0" y="365"/>
                  </a:cubicBezTo>
                  <a:cubicBezTo>
                    <a:pt x="0" y="578"/>
                    <a:pt x="183" y="760"/>
                    <a:pt x="395" y="760"/>
                  </a:cubicBezTo>
                  <a:cubicBezTo>
                    <a:pt x="578" y="760"/>
                    <a:pt x="760" y="578"/>
                    <a:pt x="760" y="365"/>
                  </a:cubicBezTo>
                  <a:cubicBezTo>
                    <a:pt x="760" y="152"/>
                    <a:pt x="57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8"/>
            <p:cNvSpPr/>
            <p:nvPr/>
          </p:nvSpPr>
          <p:spPr>
            <a:xfrm>
              <a:off x="11824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8"/>
            <p:cNvSpPr/>
            <p:nvPr/>
          </p:nvSpPr>
          <p:spPr>
            <a:xfrm>
              <a:off x="1084375" y="2449425"/>
              <a:ext cx="19025" cy="19025"/>
            </a:xfrm>
            <a:custGeom>
              <a:rect b="b" l="l" r="r" t="t"/>
              <a:pathLst>
                <a:path extrusionOk="0" h="761" w="761">
                  <a:moveTo>
                    <a:pt x="365" y="0"/>
                  </a:moveTo>
                  <a:cubicBezTo>
                    <a:pt x="153" y="0"/>
                    <a:pt x="1" y="152"/>
                    <a:pt x="1" y="365"/>
                  </a:cubicBezTo>
                  <a:cubicBezTo>
                    <a:pt x="1" y="578"/>
                    <a:pt x="153" y="760"/>
                    <a:pt x="365" y="760"/>
                  </a:cubicBezTo>
                  <a:cubicBezTo>
                    <a:pt x="578" y="760"/>
                    <a:pt x="761" y="578"/>
                    <a:pt x="761" y="365"/>
                  </a:cubicBezTo>
                  <a:cubicBezTo>
                    <a:pt x="761"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8"/>
            <p:cNvSpPr/>
            <p:nvPr/>
          </p:nvSpPr>
          <p:spPr>
            <a:xfrm>
              <a:off x="985600" y="2449425"/>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8"/>
            <p:cNvSpPr/>
            <p:nvPr/>
          </p:nvSpPr>
          <p:spPr>
            <a:xfrm>
              <a:off x="8868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8"/>
            <p:cNvSpPr/>
            <p:nvPr/>
          </p:nvSpPr>
          <p:spPr>
            <a:xfrm>
              <a:off x="788025" y="2449425"/>
              <a:ext cx="19025" cy="19025"/>
            </a:xfrm>
            <a:custGeom>
              <a:rect b="b" l="l" r="r" t="t"/>
              <a:pathLst>
                <a:path extrusionOk="0" h="761" w="761">
                  <a:moveTo>
                    <a:pt x="395" y="0"/>
                  </a:moveTo>
                  <a:cubicBezTo>
                    <a:pt x="183" y="0"/>
                    <a:pt x="0" y="152"/>
                    <a:pt x="0" y="365"/>
                  </a:cubicBezTo>
                  <a:cubicBezTo>
                    <a:pt x="0" y="578"/>
                    <a:pt x="183" y="760"/>
                    <a:pt x="395" y="760"/>
                  </a:cubicBezTo>
                  <a:cubicBezTo>
                    <a:pt x="608" y="760"/>
                    <a:pt x="760" y="578"/>
                    <a:pt x="760" y="365"/>
                  </a:cubicBezTo>
                  <a:cubicBezTo>
                    <a:pt x="760" y="152"/>
                    <a:pt x="60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8"/>
            <p:cNvSpPr/>
            <p:nvPr/>
          </p:nvSpPr>
          <p:spPr>
            <a:xfrm>
              <a:off x="690000" y="2449425"/>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8"/>
            <p:cNvSpPr/>
            <p:nvPr/>
          </p:nvSpPr>
          <p:spPr>
            <a:xfrm>
              <a:off x="5912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8"/>
            <p:cNvSpPr/>
            <p:nvPr/>
          </p:nvSpPr>
          <p:spPr>
            <a:xfrm>
              <a:off x="493175" y="2449425"/>
              <a:ext cx="19025" cy="19025"/>
            </a:xfrm>
            <a:custGeom>
              <a:rect b="b" l="l" r="r" t="t"/>
              <a:pathLst>
                <a:path extrusionOk="0" h="761" w="761">
                  <a:moveTo>
                    <a:pt x="366" y="0"/>
                  </a:moveTo>
                  <a:cubicBezTo>
                    <a:pt x="153" y="0"/>
                    <a:pt x="1" y="152"/>
                    <a:pt x="1" y="365"/>
                  </a:cubicBezTo>
                  <a:cubicBezTo>
                    <a:pt x="1" y="578"/>
                    <a:pt x="153" y="760"/>
                    <a:pt x="366" y="760"/>
                  </a:cubicBezTo>
                  <a:cubicBezTo>
                    <a:pt x="578" y="760"/>
                    <a:pt x="761" y="578"/>
                    <a:pt x="761" y="365"/>
                  </a:cubicBezTo>
                  <a:cubicBezTo>
                    <a:pt x="761" y="152"/>
                    <a:pt x="578" y="0"/>
                    <a:pt x="36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8"/>
            <p:cNvSpPr/>
            <p:nvPr/>
          </p:nvSpPr>
          <p:spPr>
            <a:xfrm>
              <a:off x="1675575" y="2362800"/>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8"/>
            <p:cNvSpPr/>
            <p:nvPr/>
          </p:nvSpPr>
          <p:spPr>
            <a:xfrm>
              <a:off x="1576800" y="2362800"/>
              <a:ext cx="19000" cy="19025"/>
            </a:xfrm>
            <a:custGeom>
              <a:rect b="b" l="l" r="r" t="t"/>
              <a:pathLst>
                <a:path extrusionOk="0" h="761" w="760">
                  <a:moveTo>
                    <a:pt x="365" y="0"/>
                  </a:moveTo>
                  <a:cubicBezTo>
                    <a:pt x="182" y="0"/>
                    <a:pt x="0" y="152"/>
                    <a:pt x="0" y="365"/>
                  </a:cubicBezTo>
                  <a:cubicBezTo>
                    <a:pt x="0" y="578"/>
                    <a:pt x="18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8"/>
            <p:cNvSpPr/>
            <p:nvPr/>
          </p:nvSpPr>
          <p:spPr>
            <a:xfrm>
              <a:off x="14780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8"/>
            <p:cNvSpPr/>
            <p:nvPr/>
          </p:nvSpPr>
          <p:spPr>
            <a:xfrm>
              <a:off x="1379975" y="2362800"/>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8"/>
            <p:cNvSpPr/>
            <p:nvPr/>
          </p:nvSpPr>
          <p:spPr>
            <a:xfrm>
              <a:off x="1281200" y="2362800"/>
              <a:ext cx="19025" cy="19025"/>
            </a:xfrm>
            <a:custGeom>
              <a:rect b="b" l="l" r="r" t="t"/>
              <a:pathLst>
                <a:path extrusionOk="0" h="761" w="761">
                  <a:moveTo>
                    <a:pt x="395" y="0"/>
                  </a:moveTo>
                  <a:cubicBezTo>
                    <a:pt x="183" y="0"/>
                    <a:pt x="0" y="152"/>
                    <a:pt x="0" y="365"/>
                  </a:cubicBezTo>
                  <a:cubicBezTo>
                    <a:pt x="0" y="578"/>
                    <a:pt x="183" y="760"/>
                    <a:pt x="395" y="760"/>
                  </a:cubicBezTo>
                  <a:cubicBezTo>
                    <a:pt x="578" y="760"/>
                    <a:pt x="760" y="578"/>
                    <a:pt x="760" y="365"/>
                  </a:cubicBezTo>
                  <a:cubicBezTo>
                    <a:pt x="760" y="152"/>
                    <a:pt x="57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8"/>
            <p:cNvSpPr/>
            <p:nvPr/>
          </p:nvSpPr>
          <p:spPr>
            <a:xfrm>
              <a:off x="11824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8"/>
            <p:cNvSpPr/>
            <p:nvPr/>
          </p:nvSpPr>
          <p:spPr>
            <a:xfrm>
              <a:off x="1084375" y="2362800"/>
              <a:ext cx="19025" cy="19025"/>
            </a:xfrm>
            <a:custGeom>
              <a:rect b="b" l="l" r="r" t="t"/>
              <a:pathLst>
                <a:path extrusionOk="0" h="761" w="761">
                  <a:moveTo>
                    <a:pt x="365" y="0"/>
                  </a:moveTo>
                  <a:cubicBezTo>
                    <a:pt x="153" y="0"/>
                    <a:pt x="1" y="152"/>
                    <a:pt x="1" y="365"/>
                  </a:cubicBezTo>
                  <a:cubicBezTo>
                    <a:pt x="1" y="578"/>
                    <a:pt x="153" y="760"/>
                    <a:pt x="365" y="760"/>
                  </a:cubicBezTo>
                  <a:cubicBezTo>
                    <a:pt x="578" y="760"/>
                    <a:pt x="761" y="578"/>
                    <a:pt x="761" y="365"/>
                  </a:cubicBezTo>
                  <a:cubicBezTo>
                    <a:pt x="761"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8"/>
            <p:cNvSpPr/>
            <p:nvPr/>
          </p:nvSpPr>
          <p:spPr>
            <a:xfrm>
              <a:off x="985600" y="2362800"/>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8"/>
            <p:cNvSpPr/>
            <p:nvPr/>
          </p:nvSpPr>
          <p:spPr>
            <a:xfrm>
              <a:off x="8868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8"/>
            <p:cNvSpPr/>
            <p:nvPr/>
          </p:nvSpPr>
          <p:spPr>
            <a:xfrm>
              <a:off x="788025" y="2362800"/>
              <a:ext cx="19025" cy="19025"/>
            </a:xfrm>
            <a:custGeom>
              <a:rect b="b" l="l" r="r" t="t"/>
              <a:pathLst>
                <a:path extrusionOk="0" h="761" w="761">
                  <a:moveTo>
                    <a:pt x="395" y="0"/>
                  </a:moveTo>
                  <a:cubicBezTo>
                    <a:pt x="183" y="0"/>
                    <a:pt x="0" y="152"/>
                    <a:pt x="0" y="365"/>
                  </a:cubicBezTo>
                  <a:cubicBezTo>
                    <a:pt x="0" y="578"/>
                    <a:pt x="183" y="760"/>
                    <a:pt x="395" y="760"/>
                  </a:cubicBezTo>
                  <a:cubicBezTo>
                    <a:pt x="608" y="760"/>
                    <a:pt x="760" y="578"/>
                    <a:pt x="760" y="365"/>
                  </a:cubicBezTo>
                  <a:cubicBezTo>
                    <a:pt x="760" y="152"/>
                    <a:pt x="60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8"/>
            <p:cNvSpPr/>
            <p:nvPr/>
          </p:nvSpPr>
          <p:spPr>
            <a:xfrm>
              <a:off x="690000" y="2362800"/>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8"/>
            <p:cNvSpPr/>
            <p:nvPr/>
          </p:nvSpPr>
          <p:spPr>
            <a:xfrm>
              <a:off x="5912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8"/>
            <p:cNvSpPr/>
            <p:nvPr/>
          </p:nvSpPr>
          <p:spPr>
            <a:xfrm>
              <a:off x="493175" y="2362800"/>
              <a:ext cx="19025" cy="19025"/>
            </a:xfrm>
            <a:custGeom>
              <a:rect b="b" l="l" r="r" t="t"/>
              <a:pathLst>
                <a:path extrusionOk="0" h="761" w="761">
                  <a:moveTo>
                    <a:pt x="366" y="0"/>
                  </a:moveTo>
                  <a:cubicBezTo>
                    <a:pt x="153" y="0"/>
                    <a:pt x="1" y="152"/>
                    <a:pt x="1" y="365"/>
                  </a:cubicBezTo>
                  <a:cubicBezTo>
                    <a:pt x="1" y="578"/>
                    <a:pt x="153" y="760"/>
                    <a:pt x="366" y="760"/>
                  </a:cubicBezTo>
                  <a:cubicBezTo>
                    <a:pt x="578" y="760"/>
                    <a:pt x="761" y="578"/>
                    <a:pt x="761" y="365"/>
                  </a:cubicBezTo>
                  <a:cubicBezTo>
                    <a:pt x="761" y="152"/>
                    <a:pt x="578" y="0"/>
                    <a:pt x="36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8"/>
            <p:cNvSpPr/>
            <p:nvPr/>
          </p:nvSpPr>
          <p:spPr>
            <a:xfrm>
              <a:off x="1675575" y="227540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8"/>
            <p:cNvSpPr/>
            <p:nvPr/>
          </p:nvSpPr>
          <p:spPr>
            <a:xfrm>
              <a:off x="1576800" y="2275400"/>
              <a:ext cx="19000" cy="19025"/>
            </a:xfrm>
            <a:custGeom>
              <a:rect b="b" l="l" r="r" t="t"/>
              <a:pathLst>
                <a:path extrusionOk="0" h="761" w="760">
                  <a:moveTo>
                    <a:pt x="365" y="1"/>
                  </a:moveTo>
                  <a:cubicBezTo>
                    <a:pt x="182" y="1"/>
                    <a:pt x="0" y="183"/>
                    <a:pt x="0" y="396"/>
                  </a:cubicBezTo>
                  <a:cubicBezTo>
                    <a:pt x="0" y="609"/>
                    <a:pt x="18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8"/>
            <p:cNvSpPr/>
            <p:nvPr/>
          </p:nvSpPr>
          <p:spPr>
            <a:xfrm>
              <a:off x="14780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8"/>
            <p:cNvSpPr/>
            <p:nvPr/>
          </p:nvSpPr>
          <p:spPr>
            <a:xfrm>
              <a:off x="1379975" y="227540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8"/>
            <p:cNvSpPr/>
            <p:nvPr/>
          </p:nvSpPr>
          <p:spPr>
            <a:xfrm>
              <a:off x="1281200" y="2275400"/>
              <a:ext cx="19025" cy="19025"/>
            </a:xfrm>
            <a:custGeom>
              <a:rect b="b" l="l" r="r" t="t"/>
              <a:pathLst>
                <a:path extrusionOk="0" h="761" w="761">
                  <a:moveTo>
                    <a:pt x="395" y="1"/>
                  </a:moveTo>
                  <a:cubicBezTo>
                    <a:pt x="183" y="1"/>
                    <a:pt x="0" y="183"/>
                    <a:pt x="0" y="396"/>
                  </a:cubicBezTo>
                  <a:cubicBezTo>
                    <a:pt x="0" y="609"/>
                    <a:pt x="183" y="761"/>
                    <a:pt x="395" y="761"/>
                  </a:cubicBezTo>
                  <a:cubicBezTo>
                    <a:pt x="578" y="761"/>
                    <a:pt x="760" y="609"/>
                    <a:pt x="760" y="396"/>
                  </a:cubicBezTo>
                  <a:cubicBezTo>
                    <a:pt x="760" y="18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8"/>
            <p:cNvSpPr/>
            <p:nvPr/>
          </p:nvSpPr>
          <p:spPr>
            <a:xfrm>
              <a:off x="11824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8"/>
            <p:cNvSpPr/>
            <p:nvPr/>
          </p:nvSpPr>
          <p:spPr>
            <a:xfrm>
              <a:off x="1084375" y="227540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1" y="609"/>
                    <a:pt x="761" y="396"/>
                  </a:cubicBezTo>
                  <a:cubicBezTo>
                    <a:pt x="761"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8"/>
            <p:cNvSpPr/>
            <p:nvPr/>
          </p:nvSpPr>
          <p:spPr>
            <a:xfrm>
              <a:off x="985600" y="227540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8"/>
            <p:cNvSpPr/>
            <p:nvPr/>
          </p:nvSpPr>
          <p:spPr>
            <a:xfrm>
              <a:off x="8868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8"/>
            <p:cNvSpPr/>
            <p:nvPr/>
          </p:nvSpPr>
          <p:spPr>
            <a:xfrm>
              <a:off x="788025" y="2275400"/>
              <a:ext cx="19025" cy="19025"/>
            </a:xfrm>
            <a:custGeom>
              <a:rect b="b" l="l" r="r" t="t"/>
              <a:pathLst>
                <a:path extrusionOk="0" h="761" w="761">
                  <a:moveTo>
                    <a:pt x="395" y="1"/>
                  </a:moveTo>
                  <a:cubicBezTo>
                    <a:pt x="183" y="1"/>
                    <a:pt x="0" y="183"/>
                    <a:pt x="0" y="396"/>
                  </a:cubicBezTo>
                  <a:cubicBezTo>
                    <a:pt x="0" y="609"/>
                    <a:pt x="183" y="761"/>
                    <a:pt x="395" y="761"/>
                  </a:cubicBezTo>
                  <a:cubicBezTo>
                    <a:pt x="608" y="761"/>
                    <a:pt x="760" y="609"/>
                    <a:pt x="760" y="396"/>
                  </a:cubicBezTo>
                  <a:cubicBezTo>
                    <a:pt x="760" y="18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8"/>
            <p:cNvSpPr/>
            <p:nvPr/>
          </p:nvSpPr>
          <p:spPr>
            <a:xfrm>
              <a:off x="690000" y="227540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8"/>
            <p:cNvSpPr/>
            <p:nvPr/>
          </p:nvSpPr>
          <p:spPr>
            <a:xfrm>
              <a:off x="5912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8"/>
            <p:cNvSpPr/>
            <p:nvPr/>
          </p:nvSpPr>
          <p:spPr>
            <a:xfrm>
              <a:off x="493175" y="2275400"/>
              <a:ext cx="19025" cy="19025"/>
            </a:xfrm>
            <a:custGeom>
              <a:rect b="b" l="l" r="r" t="t"/>
              <a:pathLst>
                <a:path extrusionOk="0" h="761" w="761">
                  <a:moveTo>
                    <a:pt x="366" y="1"/>
                  </a:moveTo>
                  <a:cubicBezTo>
                    <a:pt x="153" y="1"/>
                    <a:pt x="1" y="183"/>
                    <a:pt x="1" y="396"/>
                  </a:cubicBezTo>
                  <a:cubicBezTo>
                    <a:pt x="1" y="609"/>
                    <a:pt x="153" y="761"/>
                    <a:pt x="366" y="761"/>
                  </a:cubicBezTo>
                  <a:cubicBezTo>
                    <a:pt x="578" y="761"/>
                    <a:pt x="761" y="609"/>
                    <a:pt x="761" y="396"/>
                  </a:cubicBezTo>
                  <a:cubicBezTo>
                    <a:pt x="761" y="18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8"/>
            <p:cNvSpPr/>
            <p:nvPr/>
          </p:nvSpPr>
          <p:spPr>
            <a:xfrm>
              <a:off x="1675575" y="2188775"/>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8"/>
            <p:cNvSpPr/>
            <p:nvPr/>
          </p:nvSpPr>
          <p:spPr>
            <a:xfrm>
              <a:off x="1576800" y="2188775"/>
              <a:ext cx="19000" cy="19025"/>
            </a:xfrm>
            <a:custGeom>
              <a:rect b="b" l="l" r="r" t="t"/>
              <a:pathLst>
                <a:path extrusionOk="0" h="761" w="760">
                  <a:moveTo>
                    <a:pt x="365" y="1"/>
                  </a:moveTo>
                  <a:cubicBezTo>
                    <a:pt x="182" y="1"/>
                    <a:pt x="0" y="183"/>
                    <a:pt x="0" y="396"/>
                  </a:cubicBezTo>
                  <a:cubicBezTo>
                    <a:pt x="0" y="609"/>
                    <a:pt x="18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8"/>
            <p:cNvSpPr/>
            <p:nvPr/>
          </p:nvSpPr>
          <p:spPr>
            <a:xfrm>
              <a:off x="14780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8"/>
            <p:cNvSpPr/>
            <p:nvPr/>
          </p:nvSpPr>
          <p:spPr>
            <a:xfrm>
              <a:off x="1379975" y="2188775"/>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8"/>
            <p:cNvSpPr/>
            <p:nvPr/>
          </p:nvSpPr>
          <p:spPr>
            <a:xfrm>
              <a:off x="1281200" y="2188775"/>
              <a:ext cx="19025" cy="19025"/>
            </a:xfrm>
            <a:custGeom>
              <a:rect b="b" l="l" r="r" t="t"/>
              <a:pathLst>
                <a:path extrusionOk="0" h="761" w="761">
                  <a:moveTo>
                    <a:pt x="395" y="1"/>
                  </a:moveTo>
                  <a:cubicBezTo>
                    <a:pt x="183" y="1"/>
                    <a:pt x="0" y="183"/>
                    <a:pt x="0" y="396"/>
                  </a:cubicBezTo>
                  <a:cubicBezTo>
                    <a:pt x="0" y="609"/>
                    <a:pt x="183" y="761"/>
                    <a:pt x="395" y="761"/>
                  </a:cubicBezTo>
                  <a:cubicBezTo>
                    <a:pt x="578" y="761"/>
                    <a:pt x="760" y="609"/>
                    <a:pt x="760" y="396"/>
                  </a:cubicBezTo>
                  <a:cubicBezTo>
                    <a:pt x="760" y="18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8"/>
            <p:cNvSpPr/>
            <p:nvPr/>
          </p:nvSpPr>
          <p:spPr>
            <a:xfrm>
              <a:off x="11824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8"/>
            <p:cNvSpPr/>
            <p:nvPr/>
          </p:nvSpPr>
          <p:spPr>
            <a:xfrm>
              <a:off x="1084375" y="2188775"/>
              <a:ext cx="19025" cy="19025"/>
            </a:xfrm>
            <a:custGeom>
              <a:rect b="b" l="l" r="r" t="t"/>
              <a:pathLst>
                <a:path extrusionOk="0" h="761" w="761">
                  <a:moveTo>
                    <a:pt x="365" y="1"/>
                  </a:moveTo>
                  <a:cubicBezTo>
                    <a:pt x="153" y="1"/>
                    <a:pt x="1" y="183"/>
                    <a:pt x="1" y="396"/>
                  </a:cubicBezTo>
                  <a:cubicBezTo>
                    <a:pt x="1" y="609"/>
                    <a:pt x="153" y="761"/>
                    <a:pt x="365" y="761"/>
                  </a:cubicBezTo>
                  <a:cubicBezTo>
                    <a:pt x="578" y="761"/>
                    <a:pt x="761" y="609"/>
                    <a:pt x="761" y="396"/>
                  </a:cubicBezTo>
                  <a:cubicBezTo>
                    <a:pt x="761"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8"/>
            <p:cNvSpPr/>
            <p:nvPr/>
          </p:nvSpPr>
          <p:spPr>
            <a:xfrm>
              <a:off x="985600" y="2188775"/>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8"/>
            <p:cNvSpPr/>
            <p:nvPr/>
          </p:nvSpPr>
          <p:spPr>
            <a:xfrm>
              <a:off x="8868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8"/>
            <p:cNvSpPr/>
            <p:nvPr/>
          </p:nvSpPr>
          <p:spPr>
            <a:xfrm>
              <a:off x="788025" y="2188775"/>
              <a:ext cx="19025" cy="19025"/>
            </a:xfrm>
            <a:custGeom>
              <a:rect b="b" l="l" r="r" t="t"/>
              <a:pathLst>
                <a:path extrusionOk="0" h="761" w="761">
                  <a:moveTo>
                    <a:pt x="395" y="1"/>
                  </a:moveTo>
                  <a:cubicBezTo>
                    <a:pt x="183" y="1"/>
                    <a:pt x="0" y="183"/>
                    <a:pt x="0" y="396"/>
                  </a:cubicBezTo>
                  <a:cubicBezTo>
                    <a:pt x="0" y="609"/>
                    <a:pt x="183" y="761"/>
                    <a:pt x="395" y="761"/>
                  </a:cubicBezTo>
                  <a:cubicBezTo>
                    <a:pt x="608" y="761"/>
                    <a:pt x="760" y="609"/>
                    <a:pt x="760" y="396"/>
                  </a:cubicBezTo>
                  <a:cubicBezTo>
                    <a:pt x="760" y="18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8"/>
            <p:cNvSpPr/>
            <p:nvPr/>
          </p:nvSpPr>
          <p:spPr>
            <a:xfrm>
              <a:off x="690000" y="2188775"/>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8"/>
            <p:cNvSpPr/>
            <p:nvPr/>
          </p:nvSpPr>
          <p:spPr>
            <a:xfrm>
              <a:off x="5912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8"/>
            <p:cNvSpPr/>
            <p:nvPr/>
          </p:nvSpPr>
          <p:spPr>
            <a:xfrm>
              <a:off x="493175" y="2188775"/>
              <a:ext cx="19025" cy="19025"/>
            </a:xfrm>
            <a:custGeom>
              <a:rect b="b" l="l" r="r" t="t"/>
              <a:pathLst>
                <a:path extrusionOk="0" h="761" w="761">
                  <a:moveTo>
                    <a:pt x="366" y="1"/>
                  </a:moveTo>
                  <a:cubicBezTo>
                    <a:pt x="153" y="1"/>
                    <a:pt x="1" y="183"/>
                    <a:pt x="1" y="396"/>
                  </a:cubicBezTo>
                  <a:cubicBezTo>
                    <a:pt x="1" y="609"/>
                    <a:pt x="153" y="761"/>
                    <a:pt x="366" y="761"/>
                  </a:cubicBezTo>
                  <a:cubicBezTo>
                    <a:pt x="578" y="761"/>
                    <a:pt x="761" y="609"/>
                    <a:pt x="761" y="396"/>
                  </a:cubicBezTo>
                  <a:cubicBezTo>
                    <a:pt x="761" y="18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8"/>
            <p:cNvSpPr/>
            <p:nvPr/>
          </p:nvSpPr>
          <p:spPr>
            <a:xfrm>
              <a:off x="1675575" y="210215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8"/>
            <p:cNvSpPr/>
            <p:nvPr/>
          </p:nvSpPr>
          <p:spPr>
            <a:xfrm>
              <a:off x="1576800" y="2102150"/>
              <a:ext cx="19000" cy="19025"/>
            </a:xfrm>
            <a:custGeom>
              <a:rect b="b" l="l" r="r" t="t"/>
              <a:pathLst>
                <a:path extrusionOk="0" h="761" w="760">
                  <a:moveTo>
                    <a:pt x="365" y="1"/>
                  </a:moveTo>
                  <a:cubicBezTo>
                    <a:pt x="182" y="1"/>
                    <a:pt x="0" y="183"/>
                    <a:pt x="0" y="396"/>
                  </a:cubicBezTo>
                  <a:cubicBezTo>
                    <a:pt x="0" y="609"/>
                    <a:pt x="18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8"/>
            <p:cNvSpPr/>
            <p:nvPr/>
          </p:nvSpPr>
          <p:spPr>
            <a:xfrm>
              <a:off x="14780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8"/>
            <p:cNvSpPr/>
            <p:nvPr/>
          </p:nvSpPr>
          <p:spPr>
            <a:xfrm>
              <a:off x="1379975" y="210215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8"/>
            <p:cNvSpPr/>
            <p:nvPr/>
          </p:nvSpPr>
          <p:spPr>
            <a:xfrm>
              <a:off x="1281200" y="2102150"/>
              <a:ext cx="19025" cy="19025"/>
            </a:xfrm>
            <a:custGeom>
              <a:rect b="b" l="l" r="r" t="t"/>
              <a:pathLst>
                <a:path extrusionOk="0" h="761" w="761">
                  <a:moveTo>
                    <a:pt x="395" y="1"/>
                  </a:moveTo>
                  <a:cubicBezTo>
                    <a:pt x="183" y="1"/>
                    <a:pt x="0" y="183"/>
                    <a:pt x="0" y="396"/>
                  </a:cubicBezTo>
                  <a:cubicBezTo>
                    <a:pt x="0" y="609"/>
                    <a:pt x="183" y="761"/>
                    <a:pt x="395" y="761"/>
                  </a:cubicBezTo>
                  <a:cubicBezTo>
                    <a:pt x="578" y="761"/>
                    <a:pt x="760" y="609"/>
                    <a:pt x="760" y="396"/>
                  </a:cubicBezTo>
                  <a:cubicBezTo>
                    <a:pt x="760" y="18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8"/>
            <p:cNvSpPr/>
            <p:nvPr/>
          </p:nvSpPr>
          <p:spPr>
            <a:xfrm>
              <a:off x="11824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8"/>
            <p:cNvSpPr/>
            <p:nvPr/>
          </p:nvSpPr>
          <p:spPr>
            <a:xfrm>
              <a:off x="1084375" y="210215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1" y="609"/>
                    <a:pt x="761" y="396"/>
                  </a:cubicBezTo>
                  <a:cubicBezTo>
                    <a:pt x="761"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8"/>
            <p:cNvSpPr/>
            <p:nvPr/>
          </p:nvSpPr>
          <p:spPr>
            <a:xfrm>
              <a:off x="985600" y="210215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8"/>
            <p:cNvSpPr/>
            <p:nvPr/>
          </p:nvSpPr>
          <p:spPr>
            <a:xfrm>
              <a:off x="8868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8"/>
            <p:cNvSpPr/>
            <p:nvPr/>
          </p:nvSpPr>
          <p:spPr>
            <a:xfrm>
              <a:off x="788025" y="2102150"/>
              <a:ext cx="19025" cy="19025"/>
            </a:xfrm>
            <a:custGeom>
              <a:rect b="b" l="l" r="r" t="t"/>
              <a:pathLst>
                <a:path extrusionOk="0" h="761" w="761">
                  <a:moveTo>
                    <a:pt x="395" y="1"/>
                  </a:moveTo>
                  <a:cubicBezTo>
                    <a:pt x="183" y="1"/>
                    <a:pt x="0" y="183"/>
                    <a:pt x="0" y="396"/>
                  </a:cubicBezTo>
                  <a:cubicBezTo>
                    <a:pt x="0" y="609"/>
                    <a:pt x="183" y="761"/>
                    <a:pt x="395" y="761"/>
                  </a:cubicBezTo>
                  <a:cubicBezTo>
                    <a:pt x="608" y="761"/>
                    <a:pt x="760" y="609"/>
                    <a:pt x="760" y="396"/>
                  </a:cubicBezTo>
                  <a:cubicBezTo>
                    <a:pt x="760" y="18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8"/>
            <p:cNvSpPr/>
            <p:nvPr/>
          </p:nvSpPr>
          <p:spPr>
            <a:xfrm>
              <a:off x="690000" y="210215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8"/>
            <p:cNvSpPr/>
            <p:nvPr/>
          </p:nvSpPr>
          <p:spPr>
            <a:xfrm>
              <a:off x="5912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8"/>
            <p:cNvSpPr/>
            <p:nvPr/>
          </p:nvSpPr>
          <p:spPr>
            <a:xfrm>
              <a:off x="493175" y="2102150"/>
              <a:ext cx="19025" cy="19025"/>
            </a:xfrm>
            <a:custGeom>
              <a:rect b="b" l="l" r="r" t="t"/>
              <a:pathLst>
                <a:path extrusionOk="0" h="761" w="761">
                  <a:moveTo>
                    <a:pt x="366" y="1"/>
                  </a:moveTo>
                  <a:cubicBezTo>
                    <a:pt x="153" y="1"/>
                    <a:pt x="1" y="183"/>
                    <a:pt x="1" y="396"/>
                  </a:cubicBezTo>
                  <a:cubicBezTo>
                    <a:pt x="1" y="609"/>
                    <a:pt x="153" y="761"/>
                    <a:pt x="366" y="761"/>
                  </a:cubicBezTo>
                  <a:cubicBezTo>
                    <a:pt x="578" y="761"/>
                    <a:pt x="761" y="609"/>
                    <a:pt x="761" y="396"/>
                  </a:cubicBezTo>
                  <a:cubicBezTo>
                    <a:pt x="761" y="18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 name="Google Shape;1353;p8"/>
          <p:cNvGrpSpPr/>
          <p:nvPr/>
        </p:nvGrpSpPr>
        <p:grpSpPr>
          <a:xfrm rot="5400000">
            <a:off x="696048" y="5176155"/>
            <a:ext cx="2781299" cy="1048521"/>
            <a:chOff x="493175" y="2102150"/>
            <a:chExt cx="1201425" cy="452925"/>
          </a:xfrm>
        </p:grpSpPr>
        <p:sp>
          <p:nvSpPr>
            <p:cNvPr id="1354" name="Google Shape;1354;p8"/>
            <p:cNvSpPr/>
            <p:nvPr/>
          </p:nvSpPr>
          <p:spPr>
            <a:xfrm>
              <a:off x="1675575" y="2536050"/>
              <a:ext cx="19025" cy="19025"/>
            </a:xfrm>
            <a:custGeom>
              <a:rect b="b" l="l" r="r" t="t"/>
              <a:pathLst>
                <a:path extrusionOk="0" h="761" w="761">
                  <a:moveTo>
                    <a:pt x="365" y="1"/>
                  </a:moveTo>
                  <a:cubicBezTo>
                    <a:pt x="153" y="1"/>
                    <a:pt x="1" y="153"/>
                    <a:pt x="1" y="365"/>
                  </a:cubicBezTo>
                  <a:cubicBezTo>
                    <a:pt x="1" y="578"/>
                    <a:pt x="153"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8"/>
            <p:cNvSpPr/>
            <p:nvPr/>
          </p:nvSpPr>
          <p:spPr>
            <a:xfrm>
              <a:off x="1576800" y="2536050"/>
              <a:ext cx="19000" cy="19025"/>
            </a:xfrm>
            <a:custGeom>
              <a:rect b="b" l="l" r="r" t="t"/>
              <a:pathLst>
                <a:path extrusionOk="0" h="761" w="760">
                  <a:moveTo>
                    <a:pt x="365" y="1"/>
                  </a:moveTo>
                  <a:cubicBezTo>
                    <a:pt x="182" y="1"/>
                    <a:pt x="0" y="153"/>
                    <a:pt x="0" y="365"/>
                  </a:cubicBezTo>
                  <a:cubicBezTo>
                    <a:pt x="0" y="578"/>
                    <a:pt x="182"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8"/>
            <p:cNvSpPr/>
            <p:nvPr/>
          </p:nvSpPr>
          <p:spPr>
            <a:xfrm>
              <a:off x="14780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8"/>
            <p:cNvSpPr/>
            <p:nvPr/>
          </p:nvSpPr>
          <p:spPr>
            <a:xfrm>
              <a:off x="1379975" y="2536050"/>
              <a:ext cx="19025" cy="19025"/>
            </a:xfrm>
            <a:custGeom>
              <a:rect b="b" l="l" r="r" t="t"/>
              <a:pathLst>
                <a:path extrusionOk="0" h="761" w="761">
                  <a:moveTo>
                    <a:pt x="365" y="1"/>
                  </a:moveTo>
                  <a:cubicBezTo>
                    <a:pt x="153" y="1"/>
                    <a:pt x="1" y="153"/>
                    <a:pt x="1" y="365"/>
                  </a:cubicBezTo>
                  <a:cubicBezTo>
                    <a:pt x="1" y="578"/>
                    <a:pt x="153"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8"/>
            <p:cNvSpPr/>
            <p:nvPr/>
          </p:nvSpPr>
          <p:spPr>
            <a:xfrm>
              <a:off x="1281200" y="2536050"/>
              <a:ext cx="19025" cy="19025"/>
            </a:xfrm>
            <a:custGeom>
              <a:rect b="b" l="l" r="r" t="t"/>
              <a:pathLst>
                <a:path extrusionOk="0" h="761" w="761">
                  <a:moveTo>
                    <a:pt x="395" y="1"/>
                  </a:moveTo>
                  <a:cubicBezTo>
                    <a:pt x="183" y="1"/>
                    <a:pt x="0" y="153"/>
                    <a:pt x="0" y="365"/>
                  </a:cubicBezTo>
                  <a:cubicBezTo>
                    <a:pt x="0" y="578"/>
                    <a:pt x="183" y="760"/>
                    <a:pt x="395" y="760"/>
                  </a:cubicBezTo>
                  <a:cubicBezTo>
                    <a:pt x="578" y="760"/>
                    <a:pt x="760" y="578"/>
                    <a:pt x="760" y="365"/>
                  </a:cubicBezTo>
                  <a:cubicBezTo>
                    <a:pt x="760" y="15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8"/>
            <p:cNvSpPr/>
            <p:nvPr/>
          </p:nvSpPr>
          <p:spPr>
            <a:xfrm>
              <a:off x="11824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8"/>
            <p:cNvSpPr/>
            <p:nvPr/>
          </p:nvSpPr>
          <p:spPr>
            <a:xfrm>
              <a:off x="1084375" y="2536050"/>
              <a:ext cx="19025" cy="19025"/>
            </a:xfrm>
            <a:custGeom>
              <a:rect b="b" l="l" r="r" t="t"/>
              <a:pathLst>
                <a:path extrusionOk="0" h="761" w="761">
                  <a:moveTo>
                    <a:pt x="365" y="1"/>
                  </a:moveTo>
                  <a:cubicBezTo>
                    <a:pt x="153" y="1"/>
                    <a:pt x="1" y="153"/>
                    <a:pt x="1" y="365"/>
                  </a:cubicBezTo>
                  <a:cubicBezTo>
                    <a:pt x="1" y="578"/>
                    <a:pt x="153" y="760"/>
                    <a:pt x="365" y="760"/>
                  </a:cubicBezTo>
                  <a:cubicBezTo>
                    <a:pt x="578" y="760"/>
                    <a:pt x="761" y="578"/>
                    <a:pt x="761" y="365"/>
                  </a:cubicBezTo>
                  <a:cubicBezTo>
                    <a:pt x="761"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8"/>
            <p:cNvSpPr/>
            <p:nvPr/>
          </p:nvSpPr>
          <p:spPr>
            <a:xfrm>
              <a:off x="985600" y="2536050"/>
              <a:ext cx="19025" cy="19025"/>
            </a:xfrm>
            <a:custGeom>
              <a:rect b="b" l="l" r="r" t="t"/>
              <a:pathLst>
                <a:path extrusionOk="0" h="761" w="761">
                  <a:moveTo>
                    <a:pt x="365" y="1"/>
                  </a:moveTo>
                  <a:cubicBezTo>
                    <a:pt x="152" y="1"/>
                    <a:pt x="0" y="153"/>
                    <a:pt x="0" y="365"/>
                  </a:cubicBezTo>
                  <a:cubicBezTo>
                    <a:pt x="0" y="578"/>
                    <a:pt x="152"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8"/>
            <p:cNvSpPr/>
            <p:nvPr/>
          </p:nvSpPr>
          <p:spPr>
            <a:xfrm>
              <a:off x="8868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8"/>
            <p:cNvSpPr/>
            <p:nvPr/>
          </p:nvSpPr>
          <p:spPr>
            <a:xfrm>
              <a:off x="788025" y="2536050"/>
              <a:ext cx="19025" cy="19025"/>
            </a:xfrm>
            <a:custGeom>
              <a:rect b="b" l="l" r="r" t="t"/>
              <a:pathLst>
                <a:path extrusionOk="0" h="761" w="761">
                  <a:moveTo>
                    <a:pt x="395" y="1"/>
                  </a:moveTo>
                  <a:cubicBezTo>
                    <a:pt x="183" y="1"/>
                    <a:pt x="0" y="153"/>
                    <a:pt x="0" y="365"/>
                  </a:cubicBezTo>
                  <a:cubicBezTo>
                    <a:pt x="0" y="578"/>
                    <a:pt x="183" y="760"/>
                    <a:pt x="395" y="760"/>
                  </a:cubicBezTo>
                  <a:cubicBezTo>
                    <a:pt x="608" y="760"/>
                    <a:pt x="760" y="578"/>
                    <a:pt x="760" y="365"/>
                  </a:cubicBezTo>
                  <a:cubicBezTo>
                    <a:pt x="760" y="15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8"/>
            <p:cNvSpPr/>
            <p:nvPr/>
          </p:nvSpPr>
          <p:spPr>
            <a:xfrm>
              <a:off x="690000" y="2536050"/>
              <a:ext cx="19025" cy="19025"/>
            </a:xfrm>
            <a:custGeom>
              <a:rect b="b" l="l" r="r" t="t"/>
              <a:pathLst>
                <a:path extrusionOk="0" h="761" w="761">
                  <a:moveTo>
                    <a:pt x="365" y="1"/>
                  </a:moveTo>
                  <a:cubicBezTo>
                    <a:pt x="152" y="1"/>
                    <a:pt x="0" y="153"/>
                    <a:pt x="0" y="365"/>
                  </a:cubicBezTo>
                  <a:cubicBezTo>
                    <a:pt x="0" y="578"/>
                    <a:pt x="152"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8"/>
            <p:cNvSpPr/>
            <p:nvPr/>
          </p:nvSpPr>
          <p:spPr>
            <a:xfrm>
              <a:off x="5912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8"/>
            <p:cNvSpPr/>
            <p:nvPr/>
          </p:nvSpPr>
          <p:spPr>
            <a:xfrm>
              <a:off x="493175" y="2536050"/>
              <a:ext cx="19025" cy="19025"/>
            </a:xfrm>
            <a:custGeom>
              <a:rect b="b" l="l" r="r" t="t"/>
              <a:pathLst>
                <a:path extrusionOk="0" h="761" w="761">
                  <a:moveTo>
                    <a:pt x="366" y="1"/>
                  </a:moveTo>
                  <a:cubicBezTo>
                    <a:pt x="153" y="1"/>
                    <a:pt x="1" y="153"/>
                    <a:pt x="1" y="365"/>
                  </a:cubicBezTo>
                  <a:cubicBezTo>
                    <a:pt x="1" y="578"/>
                    <a:pt x="153" y="760"/>
                    <a:pt x="366" y="760"/>
                  </a:cubicBezTo>
                  <a:cubicBezTo>
                    <a:pt x="578" y="760"/>
                    <a:pt x="761" y="578"/>
                    <a:pt x="761" y="365"/>
                  </a:cubicBezTo>
                  <a:cubicBezTo>
                    <a:pt x="761" y="15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8"/>
            <p:cNvSpPr/>
            <p:nvPr/>
          </p:nvSpPr>
          <p:spPr>
            <a:xfrm>
              <a:off x="1675575" y="2449425"/>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8"/>
            <p:cNvSpPr/>
            <p:nvPr/>
          </p:nvSpPr>
          <p:spPr>
            <a:xfrm>
              <a:off x="1576800" y="2449425"/>
              <a:ext cx="19000" cy="19025"/>
            </a:xfrm>
            <a:custGeom>
              <a:rect b="b" l="l" r="r" t="t"/>
              <a:pathLst>
                <a:path extrusionOk="0" h="761" w="760">
                  <a:moveTo>
                    <a:pt x="365" y="0"/>
                  </a:moveTo>
                  <a:cubicBezTo>
                    <a:pt x="182" y="0"/>
                    <a:pt x="0" y="152"/>
                    <a:pt x="0" y="365"/>
                  </a:cubicBezTo>
                  <a:cubicBezTo>
                    <a:pt x="0" y="578"/>
                    <a:pt x="18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8"/>
            <p:cNvSpPr/>
            <p:nvPr/>
          </p:nvSpPr>
          <p:spPr>
            <a:xfrm>
              <a:off x="14780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8"/>
            <p:cNvSpPr/>
            <p:nvPr/>
          </p:nvSpPr>
          <p:spPr>
            <a:xfrm>
              <a:off x="1379975" y="2449425"/>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8"/>
            <p:cNvSpPr/>
            <p:nvPr/>
          </p:nvSpPr>
          <p:spPr>
            <a:xfrm>
              <a:off x="1281200" y="2449425"/>
              <a:ext cx="19025" cy="19025"/>
            </a:xfrm>
            <a:custGeom>
              <a:rect b="b" l="l" r="r" t="t"/>
              <a:pathLst>
                <a:path extrusionOk="0" h="761" w="761">
                  <a:moveTo>
                    <a:pt x="395" y="0"/>
                  </a:moveTo>
                  <a:cubicBezTo>
                    <a:pt x="183" y="0"/>
                    <a:pt x="0" y="152"/>
                    <a:pt x="0" y="365"/>
                  </a:cubicBezTo>
                  <a:cubicBezTo>
                    <a:pt x="0" y="578"/>
                    <a:pt x="183" y="760"/>
                    <a:pt x="395" y="760"/>
                  </a:cubicBezTo>
                  <a:cubicBezTo>
                    <a:pt x="578" y="760"/>
                    <a:pt x="760" y="578"/>
                    <a:pt x="760" y="365"/>
                  </a:cubicBezTo>
                  <a:cubicBezTo>
                    <a:pt x="760" y="152"/>
                    <a:pt x="57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8"/>
            <p:cNvSpPr/>
            <p:nvPr/>
          </p:nvSpPr>
          <p:spPr>
            <a:xfrm>
              <a:off x="11824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8"/>
            <p:cNvSpPr/>
            <p:nvPr/>
          </p:nvSpPr>
          <p:spPr>
            <a:xfrm>
              <a:off x="1084375" y="2449425"/>
              <a:ext cx="19025" cy="19025"/>
            </a:xfrm>
            <a:custGeom>
              <a:rect b="b" l="l" r="r" t="t"/>
              <a:pathLst>
                <a:path extrusionOk="0" h="761" w="761">
                  <a:moveTo>
                    <a:pt x="365" y="0"/>
                  </a:moveTo>
                  <a:cubicBezTo>
                    <a:pt x="153" y="0"/>
                    <a:pt x="1" y="152"/>
                    <a:pt x="1" y="365"/>
                  </a:cubicBezTo>
                  <a:cubicBezTo>
                    <a:pt x="1" y="578"/>
                    <a:pt x="153" y="760"/>
                    <a:pt x="365" y="760"/>
                  </a:cubicBezTo>
                  <a:cubicBezTo>
                    <a:pt x="578" y="760"/>
                    <a:pt x="761" y="578"/>
                    <a:pt x="761" y="365"/>
                  </a:cubicBezTo>
                  <a:cubicBezTo>
                    <a:pt x="761"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8"/>
            <p:cNvSpPr/>
            <p:nvPr/>
          </p:nvSpPr>
          <p:spPr>
            <a:xfrm>
              <a:off x="985600" y="2449425"/>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8"/>
            <p:cNvSpPr/>
            <p:nvPr/>
          </p:nvSpPr>
          <p:spPr>
            <a:xfrm>
              <a:off x="8868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8"/>
            <p:cNvSpPr/>
            <p:nvPr/>
          </p:nvSpPr>
          <p:spPr>
            <a:xfrm>
              <a:off x="788025" y="2449425"/>
              <a:ext cx="19025" cy="19025"/>
            </a:xfrm>
            <a:custGeom>
              <a:rect b="b" l="l" r="r" t="t"/>
              <a:pathLst>
                <a:path extrusionOk="0" h="761" w="761">
                  <a:moveTo>
                    <a:pt x="395" y="0"/>
                  </a:moveTo>
                  <a:cubicBezTo>
                    <a:pt x="183" y="0"/>
                    <a:pt x="0" y="152"/>
                    <a:pt x="0" y="365"/>
                  </a:cubicBezTo>
                  <a:cubicBezTo>
                    <a:pt x="0" y="578"/>
                    <a:pt x="183" y="760"/>
                    <a:pt x="395" y="760"/>
                  </a:cubicBezTo>
                  <a:cubicBezTo>
                    <a:pt x="608" y="760"/>
                    <a:pt x="760" y="578"/>
                    <a:pt x="760" y="365"/>
                  </a:cubicBezTo>
                  <a:cubicBezTo>
                    <a:pt x="760" y="152"/>
                    <a:pt x="60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8"/>
            <p:cNvSpPr/>
            <p:nvPr/>
          </p:nvSpPr>
          <p:spPr>
            <a:xfrm>
              <a:off x="690000" y="2449425"/>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8"/>
            <p:cNvSpPr/>
            <p:nvPr/>
          </p:nvSpPr>
          <p:spPr>
            <a:xfrm>
              <a:off x="5912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8"/>
            <p:cNvSpPr/>
            <p:nvPr/>
          </p:nvSpPr>
          <p:spPr>
            <a:xfrm>
              <a:off x="493175" y="2449425"/>
              <a:ext cx="19025" cy="19025"/>
            </a:xfrm>
            <a:custGeom>
              <a:rect b="b" l="l" r="r" t="t"/>
              <a:pathLst>
                <a:path extrusionOk="0" h="761" w="761">
                  <a:moveTo>
                    <a:pt x="366" y="0"/>
                  </a:moveTo>
                  <a:cubicBezTo>
                    <a:pt x="153" y="0"/>
                    <a:pt x="1" y="152"/>
                    <a:pt x="1" y="365"/>
                  </a:cubicBezTo>
                  <a:cubicBezTo>
                    <a:pt x="1" y="578"/>
                    <a:pt x="153" y="760"/>
                    <a:pt x="366" y="760"/>
                  </a:cubicBezTo>
                  <a:cubicBezTo>
                    <a:pt x="578" y="760"/>
                    <a:pt x="761" y="578"/>
                    <a:pt x="761" y="365"/>
                  </a:cubicBezTo>
                  <a:cubicBezTo>
                    <a:pt x="761" y="152"/>
                    <a:pt x="578" y="0"/>
                    <a:pt x="36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8"/>
            <p:cNvSpPr/>
            <p:nvPr/>
          </p:nvSpPr>
          <p:spPr>
            <a:xfrm>
              <a:off x="1675575" y="2362800"/>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8"/>
            <p:cNvSpPr/>
            <p:nvPr/>
          </p:nvSpPr>
          <p:spPr>
            <a:xfrm>
              <a:off x="1576800" y="2362800"/>
              <a:ext cx="19000" cy="19025"/>
            </a:xfrm>
            <a:custGeom>
              <a:rect b="b" l="l" r="r" t="t"/>
              <a:pathLst>
                <a:path extrusionOk="0" h="761" w="760">
                  <a:moveTo>
                    <a:pt x="365" y="0"/>
                  </a:moveTo>
                  <a:cubicBezTo>
                    <a:pt x="182" y="0"/>
                    <a:pt x="0" y="152"/>
                    <a:pt x="0" y="365"/>
                  </a:cubicBezTo>
                  <a:cubicBezTo>
                    <a:pt x="0" y="578"/>
                    <a:pt x="18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8"/>
            <p:cNvSpPr/>
            <p:nvPr/>
          </p:nvSpPr>
          <p:spPr>
            <a:xfrm>
              <a:off x="14780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8"/>
            <p:cNvSpPr/>
            <p:nvPr/>
          </p:nvSpPr>
          <p:spPr>
            <a:xfrm>
              <a:off x="1379975" y="2362800"/>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8"/>
            <p:cNvSpPr/>
            <p:nvPr/>
          </p:nvSpPr>
          <p:spPr>
            <a:xfrm>
              <a:off x="1281200" y="2362800"/>
              <a:ext cx="19025" cy="19025"/>
            </a:xfrm>
            <a:custGeom>
              <a:rect b="b" l="l" r="r" t="t"/>
              <a:pathLst>
                <a:path extrusionOk="0" h="761" w="761">
                  <a:moveTo>
                    <a:pt x="395" y="0"/>
                  </a:moveTo>
                  <a:cubicBezTo>
                    <a:pt x="183" y="0"/>
                    <a:pt x="0" y="152"/>
                    <a:pt x="0" y="365"/>
                  </a:cubicBezTo>
                  <a:cubicBezTo>
                    <a:pt x="0" y="578"/>
                    <a:pt x="183" y="760"/>
                    <a:pt x="395" y="760"/>
                  </a:cubicBezTo>
                  <a:cubicBezTo>
                    <a:pt x="578" y="760"/>
                    <a:pt x="760" y="578"/>
                    <a:pt x="760" y="365"/>
                  </a:cubicBezTo>
                  <a:cubicBezTo>
                    <a:pt x="760" y="152"/>
                    <a:pt x="57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8"/>
            <p:cNvSpPr/>
            <p:nvPr/>
          </p:nvSpPr>
          <p:spPr>
            <a:xfrm>
              <a:off x="11824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8"/>
            <p:cNvSpPr/>
            <p:nvPr/>
          </p:nvSpPr>
          <p:spPr>
            <a:xfrm>
              <a:off x="1084375" y="2362800"/>
              <a:ext cx="19025" cy="19025"/>
            </a:xfrm>
            <a:custGeom>
              <a:rect b="b" l="l" r="r" t="t"/>
              <a:pathLst>
                <a:path extrusionOk="0" h="761" w="761">
                  <a:moveTo>
                    <a:pt x="365" y="0"/>
                  </a:moveTo>
                  <a:cubicBezTo>
                    <a:pt x="153" y="0"/>
                    <a:pt x="1" y="152"/>
                    <a:pt x="1" y="365"/>
                  </a:cubicBezTo>
                  <a:cubicBezTo>
                    <a:pt x="1" y="578"/>
                    <a:pt x="153" y="760"/>
                    <a:pt x="365" y="760"/>
                  </a:cubicBezTo>
                  <a:cubicBezTo>
                    <a:pt x="578" y="760"/>
                    <a:pt x="761" y="578"/>
                    <a:pt x="761" y="365"/>
                  </a:cubicBezTo>
                  <a:cubicBezTo>
                    <a:pt x="761"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8"/>
            <p:cNvSpPr/>
            <p:nvPr/>
          </p:nvSpPr>
          <p:spPr>
            <a:xfrm>
              <a:off x="985600" y="2362800"/>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8"/>
            <p:cNvSpPr/>
            <p:nvPr/>
          </p:nvSpPr>
          <p:spPr>
            <a:xfrm>
              <a:off x="8868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8"/>
            <p:cNvSpPr/>
            <p:nvPr/>
          </p:nvSpPr>
          <p:spPr>
            <a:xfrm>
              <a:off x="788025" y="2362800"/>
              <a:ext cx="19025" cy="19025"/>
            </a:xfrm>
            <a:custGeom>
              <a:rect b="b" l="l" r="r" t="t"/>
              <a:pathLst>
                <a:path extrusionOk="0" h="761" w="761">
                  <a:moveTo>
                    <a:pt x="395" y="0"/>
                  </a:moveTo>
                  <a:cubicBezTo>
                    <a:pt x="183" y="0"/>
                    <a:pt x="0" y="152"/>
                    <a:pt x="0" y="365"/>
                  </a:cubicBezTo>
                  <a:cubicBezTo>
                    <a:pt x="0" y="578"/>
                    <a:pt x="183" y="760"/>
                    <a:pt x="395" y="760"/>
                  </a:cubicBezTo>
                  <a:cubicBezTo>
                    <a:pt x="608" y="760"/>
                    <a:pt x="760" y="578"/>
                    <a:pt x="760" y="365"/>
                  </a:cubicBezTo>
                  <a:cubicBezTo>
                    <a:pt x="760" y="152"/>
                    <a:pt x="60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8"/>
            <p:cNvSpPr/>
            <p:nvPr/>
          </p:nvSpPr>
          <p:spPr>
            <a:xfrm>
              <a:off x="690000" y="2362800"/>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8"/>
            <p:cNvSpPr/>
            <p:nvPr/>
          </p:nvSpPr>
          <p:spPr>
            <a:xfrm>
              <a:off x="5912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8"/>
            <p:cNvSpPr/>
            <p:nvPr/>
          </p:nvSpPr>
          <p:spPr>
            <a:xfrm>
              <a:off x="493175" y="2362800"/>
              <a:ext cx="19025" cy="19025"/>
            </a:xfrm>
            <a:custGeom>
              <a:rect b="b" l="l" r="r" t="t"/>
              <a:pathLst>
                <a:path extrusionOk="0" h="761" w="761">
                  <a:moveTo>
                    <a:pt x="366" y="0"/>
                  </a:moveTo>
                  <a:cubicBezTo>
                    <a:pt x="153" y="0"/>
                    <a:pt x="1" y="152"/>
                    <a:pt x="1" y="365"/>
                  </a:cubicBezTo>
                  <a:cubicBezTo>
                    <a:pt x="1" y="578"/>
                    <a:pt x="153" y="760"/>
                    <a:pt x="366" y="760"/>
                  </a:cubicBezTo>
                  <a:cubicBezTo>
                    <a:pt x="578" y="760"/>
                    <a:pt x="761" y="578"/>
                    <a:pt x="761" y="365"/>
                  </a:cubicBezTo>
                  <a:cubicBezTo>
                    <a:pt x="761" y="152"/>
                    <a:pt x="578" y="0"/>
                    <a:pt x="36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8"/>
            <p:cNvSpPr/>
            <p:nvPr/>
          </p:nvSpPr>
          <p:spPr>
            <a:xfrm>
              <a:off x="1675575" y="227540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8"/>
            <p:cNvSpPr/>
            <p:nvPr/>
          </p:nvSpPr>
          <p:spPr>
            <a:xfrm>
              <a:off x="1576800" y="2275400"/>
              <a:ext cx="19000" cy="19025"/>
            </a:xfrm>
            <a:custGeom>
              <a:rect b="b" l="l" r="r" t="t"/>
              <a:pathLst>
                <a:path extrusionOk="0" h="761" w="760">
                  <a:moveTo>
                    <a:pt x="365" y="1"/>
                  </a:moveTo>
                  <a:cubicBezTo>
                    <a:pt x="182" y="1"/>
                    <a:pt x="0" y="183"/>
                    <a:pt x="0" y="396"/>
                  </a:cubicBezTo>
                  <a:cubicBezTo>
                    <a:pt x="0" y="609"/>
                    <a:pt x="18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8"/>
            <p:cNvSpPr/>
            <p:nvPr/>
          </p:nvSpPr>
          <p:spPr>
            <a:xfrm>
              <a:off x="14780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8"/>
            <p:cNvSpPr/>
            <p:nvPr/>
          </p:nvSpPr>
          <p:spPr>
            <a:xfrm>
              <a:off x="1379975" y="227540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8"/>
            <p:cNvSpPr/>
            <p:nvPr/>
          </p:nvSpPr>
          <p:spPr>
            <a:xfrm>
              <a:off x="1281200" y="2275400"/>
              <a:ext cx="19025" cy="19025"/>
            </a:xfrm>
            <a:custGeom>
              <a:rect b="b" l="l" r="r" t="t"/>
              <a:pathLst>
                <a:path extrusionOk="0" h="761" w="761">
                  <a:moveTo>
                    <a:pt x="395" y="1"/>
                  </a:moveTo>
                  <a:cubicBezTo>
                    <a:pt x="183" y="1"/>
                    <a:pt x="0" y="183"/>
                    <a:pt x="0" y="396"/>
                  </a:cubicBezTo>
                  <a:cubicBezTo>
                    <a:pt x="0" y="609"/>
                    <a:pt x="183" y="761"/>
                    <a:pt x="395" y="761"/>
                  </a:cubicBezTo>
                  <a:cubicBezTo>
                    <a:pt x="578" y="761"/>
                    <a:pt x="760" y="609"/>
                    <a:pt x="760" y="396"/>
                  </a:cubicBezTo>
                  <a:cubicBezTo>
                    <a:pt x="760" y="18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8"/>
            <p:cNvSpPr/>
            <p:nvPr/>
          </p:nvSpPr>
          <p:spPr>
            <a:xfrm>
              <a:off x="11824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8"/>
            <p:cNvSpPr/>
            <p:nvPr/>
          </p:nvSpPr>
          <p:spPr>
            <a:xfrm>
              <a:off x="1084375" y="227540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1" y="609"/>
                    <a:pt x="761" y="396"/>
                  </a:cubicBezTo>
                  <a:cubicBezTo>
                    <a:pt x="761"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8"/>
            <p:cNvSpPr/>
            <p:nvPr/>
          </p:nvSpPr>
          <p:spPr>
            <a:xfrm>
              <a:off x="985600" y="227540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8"/>
            <p:cNvSpPr/>
            <p:nvPr/>
          </p:nvSpPr>
          <p:spPr>
            <a:xfrm>
              <a:off x="8868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8"/>
            <p:cNvSpPr/>
            <p:nvPr/>
          </p:nvSpPr>
          <p:spPr>
            <a:xfrm>
              <a:off x="788025" y="2275400"/>
              <a:ext cx="19025" cy="19025"/>
            </a:xfrm>
            <a:custGeom>
              <a:rect b="b" l="l" r="r" t="t"/>
              <a:pathLst>
                <a:path extrusionOk="0" h="761" w="761">
                  <a:moveTo>
                    <a:pt x="395" y="1"/>
                  </a:moveTo>
                  <a:cubicBezTo>
                    <a:pt x="183" y="1"/>
                    <a:pt x="0" y="183"/>
                    <a:pt x="0" y="396"/>
                  </a:cubicBezTo>
                  <a:cubicBezTo>
                    <a:pt x="0" y="609"/>
                    <a:pt x="183" y="761"/>
                    <a:pt x="395" y="761"/>
                  </a:cubicBezTo>
                  <a:cubicBezTo>
                    <a:pt x="608" y="761"/>
                    <a:pt x="760" y="609"/>
                    <a:pt x="760" y="396"/>
                  </a:cubicBezTo>
                  <a:cubicBezTo>
                    <a:pt x="760" y="18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8"/>
            <p:cNvSpPr/>
            <p:nvPr/>
          </p:nvSpPr>
          <p:spPr>
            <a:xfrm>
              <a:off x="690000" y="227540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8"/>
            <p:cNvSpPr/>
            <p:nvPr/>
          </p:nvSpPr>
          <p:spPr>
            <a:xfrm>
              <a:off x="5912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8"/>
            <p:cNvSpPr/>
            <p:nvPr/>
          </p:nvSpPr>
          <p:spPr>
            <a:xfrm>
              <a:off x="493175" y="2275400"/>
              <a:ext cx="19025" cy="19025"/>
            </a:xfrm>
            <a:custGeom>
              <a:rect b="b" l="l" r="r" t="t"/>
              <a:pathLst>
                <a:path extrusionOk="0" h="761" w="761">
                  <a:moveTo>
                    <a:pt x="366" y="1"/>
                  </a:moveTo>
                  <a:cubicBezTo>
                    <a:pt x="153" y="1"/>
                    <a:pt x="1" y="183"/>
                    <a:pt x="1" y="396"/>
                  </a:cubicBezTo>
                  <a:cubicBezTo>
                    <a:pt x="1" y="609"/>
                    <a:pt x="153" y="761"/>
                    <a:pt x="366" y="761"/>
                  </a:cubicBezTo>
                  <a:cubicBezTo>
                    <a:pt x="578" y="761"/>
                    <a:pt x="761" y="609"/>
                    <a:pt x="761" y="396"/>
                  </a:cubicBezTo>
                  <a:cubicBezTo>
                    <a:pt x="761" y="18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8"/>
            <p:cNvSpPr/>
            <p:nvPr/>
          </p:nvSpPr>
          <p:spPr>
            <a:xfrm>
              <a:off x="1675575" y="2188775"/>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8"/>
            <p:cNvSpPr/>
            <p:nvPr/>
          </p:nvSpPr>
          <p:spPr>
            <a:xfrm>
              <a:off x="1576800" y="2188775"/>
              <a:ext cx="19000" cy="19025"/>
            </a:xfrm>
            <a:custGeom>
              <a:rect b="b" l="l" r="r" t="t"/>
              <a:pathLst>
                <a:path extrusionOk="0" h="761" w="760">
                  <a:moveTo>
                    <a:pt x="365" y="1"/>
                  </a:moveTo>
                  <a:cubicBezTo>
                    <a:pt x="182" y="1"/>
                    <a:pt x="0" y="183"/>
                    <a:pt x="0" y="396"/>
                  </a:cubicBezTo>
                  <a:cubicBezTo>
                    <a:pt x="0" y="609"/>
                    <a:pt x="18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8"/>
            <p:cNvSpPr/>
            <p:nvPr/>
          </p:nvSpPr>
          <p:spPr>
            <a:xfrm>
              <a:off x="14780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8"/>
            <p:cNvSpPr/>
            <p:nvPr/>
          </p:nvSpPr>
          <p:spPr>
            <a:xfrm>
              <a:off x="1379975" y="2188775"/>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8"/>
            <p:cNvSpPr/>
            <p:nvPr/>
          </p:nvSpPr>
          <p:spPr>
            <a:xfrm>
              <a:off x="1281200" y="2188775"/>
              <a:ext cx="19025" cy="19025"/>
            </a:xfrm>
            <a:custGeom>
              <a:rect b="b" l="l" r="r" t="t"/>
              <a:pathLst>
                <a:path extrusionOk="0" h="761" w="761">
                  <a:moveTo>
                    <a:pt x="395" y="1"/>
                  </a:moveTo>
                  <a:cubicBezTo>
                    <a:pt x="183" y="1"/>
                    <a:pt x="0" y="183"/>
                    <a:pt x="0" y="396"/>
                  </a:cubicBezTo>
                  <a:cubicBezTo>
                    <a:pt x="0" y="609"/>
                    <a:pt x="183" y="761"/>
                    <a:pt x="395" y="761"/>
                  </a:cubicBezTo>
                  <a:cubicBezTo>
                    <a:pt x="578" y="761"/>
                    <a:pt x="760" y="609"/>
                    <a:pt x="760" y="396"/>
                  </a:cubicBezTo>
                  <a:cubicBezTo>
                    <a:pt x="760" y="18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8"/>
            <p:cNvSpPr/>
            <p:nvPr/>
          </p:nvSpPr>
          <p:spPr>
            <a:xfrm>
              <a:off x="11824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8"/>
            <p:cNvSpPr/>
            <p:nvPr/>
          </p:nvSpPr>
          <p:spPr>
            <a:xfrm>
              <a:off x="1084375" y="2188775"/>
              <a:ext cx="19025" cy="19025"/>
            </a:xfrm>
            <a:custGeom>
              <a:rect b="b" l="l" r="r" t="t"/>
              <a:pathLst>
                <a:path extrusionOk="0" h="761" w="761">
                  <a:moveTo>
                    <a:pt x="365" y="1"/>
                  </a:moveTo>
                  <a:cubicBezTo>
                    <a:pt x="153" y="1"/>
                    <a:pt x="1" y="183"/>
                    <a:pt x="1" y="396"/>
                  </a:cubicBezTo>
                  <a:cubicBezTo>
                    <a:pt x="1" y="609"/>
                    <a:pt x="153" y="761"/>
                    <a:pt x="365" y="761"/>
                  </a:cubicBezTo>
                  <a:cubicBezTo>
                    <a:pt x="578" y="761"/>
                    <a:pt x="761" y="609"/>
                    <a:pt x="761" y="396"/>
                  </a:cubicBezTo>
                  <a:cubicBezTo>
                    <a:pt x="761"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8"/>
            <p:cNvSpPr/>
            <p:nvPr/>
          </p:nvSpPr>
          <p:spPr>
            <a:xfrm>
              <a:off x="985600" y="2188775"/>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8"/>
            <p:cNvSpPr/>
            <p:nvPr/>
          </p:nvSpPr>
          <p:spPr>
            <a:xfrm>
              <a:off x="8868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8"/>
            <p:cNvSpPr/>
            <p:nvPr/>
          </p:nvSpPr>
          <p:spPr>
            <a:xfrm>
              <a:off x="788025" y="2188775"/>
              <a:ext cx="19025" cy="19025"/>
            </a:xfrm>
            <a:custGeom>
              <a:rect b="b" l="l" r="r" t="t"/>
              <a:pathLst>
                <a:path extrusionOk="0" h="761" w="761">
                  <a:moveTo>
                    <a:pt x="395" y="1"/>
                  </a:moveTo>
                  <a:cubicBezTo>
                    <a:pt x="183" y="1"/>
                    <a:pt x="0" y="183"/>
                    <a:pt x="0" y="396"/>
                  </a:cubicBezTo>
                  <a:cubicBezTo>
                    <a:pt x="0" y="609"/>
                    <a:pt x="183" y="761"/>
                    <a:pt x="395" y="761"/>
                  </a:cubicBezTo>
                  <a:cubicBezTo>
                    <a:pt x="608" y="761"/>
                    <a:pt x="760" y="609"/>
                    <a:pt x="760" y="396"/>
                  </a:cubicBezTo>
                  <a:cubicBezTo>
                    <a:pt x="760" y="18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8"/>
            <p:cNvSpPr/>
            <p:nvPr/>
          </p:nvSpPr>
          <p:spPr>
            <a:xfrm>
              <a:off x="690000" y="2188775"/>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8"/>
            <p:cNvSpPr/>
            <p:nvPr/>
          </p:nvSpPr>
          <p:spPr>
            <a:xfrm>
              <a:off x="5912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8"/>
            <p:cNvSpPr/>
            <p:nvPr/>
          </p:nvSpPr>
          <p:spPr>
            <a:xfrm>
              <a:off x="493175" y="2188775"/>
              <a:ext cx="19025" cy="19025"/>
            </a:xfrm>
            <a:custGeom>
              <a:rect b="b" l="l" r="r" t="t"/>
              <a:pathLst>
                <a:path extrusionOk="0" h="761" w="761">
                  <a:moveTo>
                    <a:pt x="366" y="1"/>
                  </a:moveTo>
                  <a:cubicBezTo>
                    <a:pt x="153" y="1"/>
                    <a:pt x="1" y="183"/>
                    <a:pt x="1" y="396"/>
                  </a:cubicBezTo>
                  <a:cubicBezTo>
                    <a:pt x="1" y="609"/>
                    <a:pt x="153" y="761"/>
                    <a:pt x="366" y="761"/>
                  </a:cubicBezTo>
                  <a:cubicBezTo>
                    <a:pt x="578" y="761"/>
                    <a:pt x="761" y="609"/>
                    <a:pt x="761" y="396"/>
                  </a:cubicBezTo>
                  <a:cubicBezTo>
                    <a:pt x="761" y="18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8"/>
            <p:cNvSpPr/>
            <p:nvPr/>
          </p:nvSpPr>
          <p:spPr>
            <a:xfrm>
              <a:off x="1675575" y="210215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8"/>
            <p:cNvSpPr/>
            <p:nvPr/>
          </p:nvSpPr>
          <p:spPr>
            <a:xfrm>
              <a:off x="1576800" y="2102150"/>
              <a:ext cx="19000" cy="19025"/>
            </a:xfrm>
            <a:custGeom>
              <a:rect b="b" l="l" r="r" t="t"/>
              <a:pathLst>
                <a:path extrusionOk="0" h="761" w="760">
                  <a:moveTo>
                    <a:pt x="365" y="1"/>
                  </a:moveTo>
                  <a:cubicBezTo>
                    <a:pt x="182" y="1"/>
                    <a:pt x="0" y="183"/>
                    <a:pt x="0" y="396"/>
                  </a:cubicBezTo>
                  <a:cubicBezTo>
                    <a:pt x="0" y="609"/>
                    <a:pt x="18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8"/>
            <p:cNvSpPr/>
            <p:nvPr/>
          </p:nvSpPr>
          <p:spPr>
            <a:xfrm>
              <a:off x="14780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8"/>
            <p:cNvSpPr/>
            <p:nvPr/>
          </p:nvSpPr>
          <p:spPr>
            <a:xfrm>
              <a:off x="1379975" y="210215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8"/>
            <p:cNvSpPr/>
            <p:nvPr/>
          </p:nvSpPr>
          <p:spPr>
            <a:xfrm>
              <a:off x="1281200" y="2102150"/>
              <a:ext cx="19025" cy="19025"/>
            </a:xfrm>
            <a:custGeom>
              <a:rect b="b" l="l" r="r" t="t"/>
              <a:pathLst>
                <a:path extrusionOk="0" h="761" w="761">
                  <a:moveTo>
                    <a:pt x="395" y="1"/>
                  </a:moveTo>
                  <a:cubicBezTo>
                    <a:pt x="183" y="1"/>
                    <a:pt x="0" y="183"/>
                    <a:pt x="0" y="396"/>
                  </a:cubicBezTo>
                  <a:cubicBezTo>
                    <a:pt x="0" y="609"/>
                    <a:pt x="183" y="761"/>
                    <a:pt x="395" y="761"/>
                  </a:cubicBezTo>
                  <a:cubicBezTo>
                    <a:pt x="578" y="761"/>
                    <a:pt x="760" y="609"/>
                    <a:pt x="760" y="396"/>
                  </a:cubicBezTo>
                  <a:cubicBezTo>
                    <a:pt x="760" y="18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8"/>
            <p:cNvSpPr/>
            <p:nvPr/>
          </p:nvSpPr>
          <p:spPr>
            <a:xfrm>
              <a:off x="11824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8"/>
            <p:cNvSpPr/>
            <p:nvPr/>
          </p:nvSpPr>
          <p:spPr>
            <a:xfrm>
              <a:off x="1084375" y="210215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1" y="609"/>
                    <a:pt x="761" y="396"/>
                  </a:cubicBezTo>
                  <a:cubicBezTo>
                    <a:pt x="761"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8"/>
            <p:cNvSpPr/>
            <p:nvPr/>
          </p:nvSpPr>
          <p:spPr>
            <a:xfrm>
              <a:off x="985600" y="210215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8"/>
            <p:cNvSpPr/>
            <p:nvPr/>
          </p:nvSpPr>
          <p:spPr>
            <a:xfrm>
              <a:off x="8868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8"/>
            <p:cNvSpPr/>
            <p:nvPr/>
          </p:nvSpPr>
          <p:spPr>
            <a:xfrm>
              <a:off x="788025" y="2102150"/>
              <a:ext cx="19025" cy="19025"/>
            </a:xfrm>
            <a:custGeom>
              <a:rect b="b" l="l" r="r" t="t"/>
              <a:pathLst>
                <a:path extrusionOk="0" h="761" w="761">
                  <a:moveTo>
                    <a:pt x="395" y="1"/>
                  </a:moveTo>
                  <a:cubicBezTo>
                    <a:pt x="183" y="1"/>
                    <a:pt x="0" y="183"/>
                    <a:pt x="0" y="396"/>
                  </a:cubicBezTo>
                  <a:cubicBezTo>
                    <a:pt x="0" y="609"/>
                    <a:pt x="183" y="761"/>
                    <a:pt x="395" y="761"/>
                  </a:cubicBezTo>
                  <a:cubicBezTo>
                    <a:pt x="608" y="761"/>
                    <a:pt x="760" y="609"/>
                    <a:pt x="760" y="396"/>
                  </a:cubicBezTo>
                  <a:cubicBezTo>
                    <a:pt x="760" y="18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8"/>
            <p:cNvSpPr/>
            <p:nvPr/>
          </p:nvSpPr>
          <p:spPr>
            <a:xfrm>
              <a:off x="690000" y="210215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8"/>
            <p:cNvSpPr/>
            <p:nvPr/>
          </p:nvSpPr>
          <p:spPr>
            <a:xfrm>
              <a:off x="5912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8"/>
            <p:cNvSpPr/>
            <p:nvPr/>
          </p:nvSpPr>
          <p:spPr>
            <a:xfrm>
              <a:off x="493175" y="2102150"/>
              <a:ext cx="19025" cy="19025"/>
            </a:xfrm>
            <a:custGeom>
              <a:rect b="b" l="l" r="r" t="t"/>
              <a:pathLst>
                <a:path extrusionOk="0" h="761" w="761">
                  <a:moveTo>
                    <a:pt x="366" y="1"/>
                  </a:moveTo>
                  <a:cubicBezTo>
                    <a:pt x="153" y="1"/>
                    <a:pt x="1" y="183"/>
                    <a:pt x="1" y="396"/>
                  </a:cubicBezTo>
                  <a:cubicBezTo>
                    <a:pt x="1" y="609"/>
                    <a:pt x="153" y="761"/>
                    <a:pt x="366" y="761"/>
                  </a:cubicBezTo>
                  <a:cubicBezTo>
                    <a:pt x="578" y="761"/>
                    <a:pt x="761" y="609"/>
                    <a:pt x="761" y="396"/>
                  </a:cubicBezTo>
                  <a:cubicBezTo>
                    <a:pt x="761" y="18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432" name="Shape 1432"/>
        <p:cNvGrpSpPr/>
        <p:nvPr/>
      </p:nvGrpSpPr>
      <p:grpSpPr>
        <a:xfrm>
          <a:off x="0" y="0"/>
          <a:ext cx="0" cy="0"/>
          <a:chOff x="0" y="0"/>
          <a:chExt cx="0" cy="0"/>
        </a:xfrm>
      </p:grpSpPr>
      <p:sp>
        <p:nvSpPr>
          <p:cNvPr id="1433" name="Google Shape;1433;p9"/>
          <p:cNvSpPr txBox="1"/>
          <p:nvPr>
            <p:ph type="title"/>
          </p:nvPr>
        </p:nvSpPr>
        <p:spPr>
          <a:xfrm>
            <a:off x="2508825" y="1513225"/>
            <a:ext cx="41262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45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434" name="Google Shape;1434;p9"/>
          <p:cNvSpPr txBox="1"/>
          <p:nvPr>
            <p:ph idx="1" type="subTitle"/>
          </p:nvPr>
        </p:nvSpPr>
        <p:spPr>
          <a:xfrm>
            <a:off x="2241450" y="2355025"/>
            <a:ext cx="4661100" cy="132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grpSp>
        <p:nvGrpSpPr>
          <p:cNvPr id="1435" name="Google Shape;1435;p9"/>
          <p:cNvGrpSpPr/>
          <p:nvPr/>
        </p:nvGrpSpPr>
        <p:grpSpPr>
          <a:xfrm rot="1980707">
            <a:off x="-2152594" y="1428175"/>
            <a:ext cx="4568840" cy="2881788"/>
            <a:chOff x="2975000" y="20825"/>
            <a:chExt cx="3963625" cy="2500050"/>
          </a:xfrm>
        </p:grpSpPr>
        <p:sp>
          <p:nvSpPr>
            <p:cNvPr id="1436" name="Google Shape;1436;p9"/>
            <p:cNvSpPr/>
            <p:nvPr/>
          </p:nvSpPr>
          <p:spPr>
            <a:xfrm>
              <a:off x="2975000" y="442550"/>
              <a:ext cx="3962850" cy="2078325"/>
            </a:xfrm>
            <a:custGeom>
              <a:rect b="b" l="l" r="r" t="t"/>
              <a:pathLst>
                <a:path extrusionOk="0" fill="none" h="83133" w="158514">
                  <a:moveTo>
                    <a:pt x="0" y="1"/>
                  </a:moveTo>
                  <a:cubicBezTo>
                    <a:pt x="4347" y="3071"/>
                    <a:pt x="9423" y="6171"/>
                    <a:pt x="12797" y="10122"/>
                  </a:cubicBezTo>
                  <a:cubicBezTo>
                    <a:pt x="18025" y="16232"/>
                    <a:pt x="11095" y="25411"/>
                    <a:pt x="18298" y="31369"/>
                  </a:cubicBezTo>
                  <a:cubicBezTo>
                    <a:pt x="23952" y="36050"/>
                    <a:pt x="23982" y="41612"/>
                    <a:pt x="23283" y="48269"/>
                  </a:cubicBezTo>
                  <a:cubicBezTo>
                    <a:pt x="22706" y="53497"/>
                    <a:pt x="22463" y="62494"/>
                    <a:pt x="29028" y="64044"/>
                  </a:cubicBezTo>
                  <a:cubicBezTo>
                    <a:pt x="35776" y="65655"/>
                    <a:pt x="41186" y="60913"/>
                    <a:pt x="45624" y="56567"/>
                  </a:cubicBezTo>
                  <a:cubicBezTo>
                    <a:pt x="51855" y="50457"/>
                    <a:pt x="63466" y="46202"/>
                    <a:pt x="71825" y="49515"/>
                  </a:cubicBezTo>
                  <a:cubicBezTo>
                    <a:pt x="79211" y="52463"/>
                    <a:pt x="89728" y="48421"/>
                    <a:pt x="96598" y="51430"/>
                  </a:cubicBezTo>
                  <a:cubicBezTo>
                    <a:pt x="100762" y="53284"/>
                    <a:pt x="101035" y="58390"/>
                    <a:pt x="102343" y="62646"/>
                  </a:cubicBezTo>
                  <a:cubicBezTo>
                    <a:pt x="104197" y="68603"/>
                    <a:pt x="108938" y="75564"/>
                    <a:pt x="114106" y="78482"/>
                  </a:cubicBezTo>
                  <a:cubicBezTo>
                    <a:pt x="122343" y="83132"/>
                    <a:pt x="130914" y="70610"/>
                    <a:pt x="138909" y="69151"/>
                  </a:cubicBezTo>
                  <a:cubicBezTo>
                    <a:pt x="145474" y="67935"/>
                    <a:pt x="152435" y="73892"/>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9"/>
            <p:cNvSpPr/>
            <p:nvPr/>
          </p:nvSpPr>
          <p:spPr>
            <a:xfrm>
              <a:off x="2975000" y="442550"/>
              <a:ext cx="3962850" cy="2057800"/>
            </a:xfrm>
            <a:custGeom>
              <a:rect b="b" l="l" r="r" t="t"/>
              <a:pathLst>
                <a:path extrusionOk="0" fill="none" h="82312" w="158514">
                  <a:moveTo>
                    <a:pt x="0" y="1"/>
                  </a:moveTo>
                  <a:cubicBezTo>
                    <a:pt x="4408" y="3040"/>
                    <a:pt x="9392" y="6049"/>
                    <a:pt x="13040" y="9879"/>
                  </a:cubicBezTo>
                  <a:cubicBezTo>
                    <a:pt x="18602" y="15654"/>
                    <a:pt x="11733" y="24955"/>
                    <a:pt x="18694" y="30609"/>
                  </a:cubicBezTo>
                  <a:cubicBezTo>
                    <a:pt x="24408" y="35259"/>
                    <a:pt x="25077" y="40153"/>
                    <a:pt x="24317" y="46901"/>
                  </a:cubicBezTo>
                  <a:cubicBezTo>
                    <a:pt x="23739" y="52129"/>
                    <a:pt x="23131" y="61248"/>
                    <a:pt x="29849" y="62919"/>
                  </a:cubicBezTo>
                  <a:cubicBezTo>
                    <a:pt x="36870" y="64652"/>
                    <a:pt x="41794" y="59606"/>
                    <a:pt x="46627" y="55503"/>
                  </a:cubicBezTo>
                  <a:cubicBezTo>
                    <a:pt x="53557" y="49606"/>
                    <a:pt x="63983" y="44712"/>
                    <a:pt x="72798" y="48634"/>
                  </a:cubicBezTo>
                  <a:cubicBezTo>
                    <a:pt x="80123" y="51886"/>
                    <a:pt x="90245" y="48208"/>
                    <a:pt x="97266" y="51187"/>
                  </a:cubicBezTo>
                  <a:cubicBezTo>
                    <a:pt x="101522" y="52980"/>
                    <a:pt x="101674" y="58026"/>
                    <a:pt x="102890" y="62251"/>
                  </a:cubicBezTo>
                  <a:cubicBezTo>
                    <a:pt x="104561" y="68087"/>
                    <a:pt x="109303" y="75078"/>
                    <a:pt x="114440" y="77844"/>
                  </a:cubicBezTo>
                  <a:cubicBezTo>
                    <a:pt x="122799" y="82312"/>
                    <a:pt x="131097" y="70032"/>
                    <a:pt x="139243" y="68877"/>
                  </a:cubicBezTo>
                  <a:cubicBezTo>
                    <a:pt x="145656" y="67935"/>
                    <a:pt x="152495" y="73771"/>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9"/>
            <p:cNvSpPr/>
            <p:nvPr/>
          </p:nvSpPr>
          <p:spPr>
            <a:xfrm>
              <a:off x="2975000" y="442550"/>
              <a:ext cx="3962850" cy="2035775"/>
            </a:xfrm>
            <a:custGeom>
              <a:rect b="b" l="l" r="r" t="t"/>
              <a:pathLst>
                <a:path extrusionOk="0" fill="none" h="81431" w="158514">
                  <a:moveTo>
                    <a:pt x="0" y="1"/>
                  </a:moveTo>
                  <a:cubicBezTo>
                    <a:pt x="4468" y="3040"/>
                    <a:pt x="9362" y="5958"/>
                    <a:pt x="13313" y="9606"/>
                  </a:cubicBezTo>
                  <a:cubicBezTo>
                    <a:pt x="19210" y="15077"/>
                    <a:pt x="12432" y="24469"/>
                    <a:pt x="19089" y="29849"/>
                  </a:cubicBezTo>
                  <a:cubicBezTo>
                    <a:pt x="24803" y="34469"/>
                    <a:pt x="26019" y="38694"/>
                    <a:pt x="25350" y="45564"/>
                  </a:cubicBezTo>
                  <a:cubicBezTo>
                    <a:pt x="24833" y="50822"/>
                    <a:pt x="23739" y="60001"/>
                    <a:pt x="30609" y="61795"/>
                  </a:cubicBezTo>
                  <a:cubicBezTo>
                    <a:pt x="37691" y="63649"/>
                    <a:pt x="42797" y="58299"/>
                    <a:pt x="47813" y="54378"/>
                  </a:cubicBezTo>
                  <a:cubicBezTo>
                    <a:pt x="55989" y="47995"/>
                    <a:pt x="63345" y="43375"/>
                    <a:pt x="73801" y="47752"/>
                  </a:cubicBezTo>
                  <a:cubicBezTo>
                    <a:pt x="81704" y="51065"/>
                    <a:pt x="90762" y="48026"/>
                    <a:pt x="97966" y="50944"/>
                  </a:cubicBezTo>
                  <a:cubicBezTo>
                    <a:pt x="102282" y="52707"/>
                    <a:pt x="102343" y="57631"/>
                    <a:pt x="103437" y="61825"/>
                  </a:cubicBezTo>
                  <a:cubicBezTo>
                    <a:pt x="104957" y="67570"/>
                    <a:pt x="109637" y="74531"/>
                    <a:pt x="114774" y="77145"/>
                  </a:cubicBezTo>
                  <a:cubicBezTo>
                    <a:pt x="123285" y="81430"/>
                    <a:pt x="131310" y="69454"/>
                    <a:pt x="139577" y="68573"/>
                  </a:cubicBezTo>
                  <a:cubicBezTo>
                    <a:pt x="145869" y="67904"/>
                    <a:pt x="152587" y="73649"/>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9"/>
            <p:cNvSpPr/>
            <p:nvPr/>
          </p:nvSpPr>
          <p:spPr>
            <a:xfrm>
              <a:off x="2975000" y="442550"/>
              <a:ext cx="3962850" cy="2014500"/>
            </a:xfrm>
            <a:custGeom>
              <a:rect b="b" l="l" r="r" t="t"/>
              <a:pathLst>
                <a:path extrusionOk="0" fill="none" h="80580" w="158514">
                  <a:moveTo>
                    <a:pt x="0" y="1"/>
                  </a:moveTo>
                  <a:cubicBezTo>
                    <a:pt x="4560" y="3010"/>
                    <a:pt x="9392" y="5897"/>
                    <a:pt x="13526" y="9393"/>
                  </a:cubicBezTo>
                  <a:cubicBezTo>
                    <a:pt x="19666" y="14469"/>
                    <a:pt x="13162" y="23952"/>
                    <a:pt x="19484" y="29150"/>
                  </a:cubicBezTo>
                  <a:cubicBezTo>
                    <a:pt x="24560" y="33314"/>
                    <a:pt x="27235" y="37509"/>
                    <a:pt x="26323" y="44348"/>
                  </a:cubicBezTo>
                  <a:cubicBezTo>
                    <a:pt x="25563" y="49728"/>
                    <a:pt x="24317" y="58846"/>
                    <a:pt x="31308" y="60792"/>
                  </a:cubicBezTo>
                  <a:cubicBezTo>
                    <a:pt x="38390" y="62737"/>
                    <a:pt x="43770" y="57296"/>
                    <a:pt x="48998" y="53375"/>
                  </a:cubicBezTo>
                  <a:cubicBezTo>
                    <a:pt x="57813" y="46688"/>
                    <a:pt x="63892" y="42129"/>
                    <a:pt x="74743" y="47023"/>
                  </a:cubicBezTo>
                  <a:cubicBezTo>
                    <a:pt x="82433" y="50488"/>
                    <a:pt x="91248" y="47995"/>
                    <a:pt x="98604" y="50761"/>
                  </a:cubicBezTo>
                  <a:cubicBezTo>
                    <a:pt x="103042" y="52372"/>
                    <a:pt x="103011" y="57266"/>
                    <a:pt x="104014" y="61430"/>
                  </a:cubicBezTo>
                  <a:cubicBezTo>
                    <a:pt x="105382" y="67084"/>
                    <a:pt x="109941" y="74014"/>
                    <a:pt x="115109" y="76445"/>
                  </a:cubicBezTo>
                  <a:cubicBezTo>
                    <a:pt x="123802" y="80579"/>
                    <a:pt x="132100" y="68299"/>
                    <a:pt x="139912" y="68330"/>
                  </a:cubicBezTo>
                  <a:cubicBezTo>
                    <a:pt x="144927" y="68330"/>
                    <a:pt x="153529" y="7331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9"/>
            <p:cNvSpPr/>
            <p:nvPr/>
          </p:nvSpPr>
          <p:spPr>
            <a:xfrm>
              <a:off x="2975000" y="442550"/>
              <a:ext cx="3962850" cy="1991700"/>
            </a:xfrm>
            <a:custGeom>
              <a:rect b="b" l="l" r="r" t="t"/>
              <a:pathLst>
                <a:path extrusionOk="0" fill="none" h="79668" w="158514">
                  <a:moveTo>
                    <a:pt x="0" y="1"/>
                  </a:moveTo>
                  <a:cubicBezTo>
                    <a:pt x="4590" y="3010"/>
                    <a:pt x="9484" y="5897"/>
                    <a:pt x="13769" y="9119"/>
                  </a:cubicBezTo>
                  <a:cubicBezTo>
                    <a:pt x="20122" y="13861"/>
                    <a:pt x="13952" y="23344"/>
                    <a:pt x="19879" y="28360"/>
                  </a:cubicBezTo>
                  <a:cubicBezTo>
                    <a:pt x="24651" y="32402"/>
                    <a:pt x="28055" y="36475"/>
                    <a:pt x="27265" y="43102"/>
                  </a:cubicBezTo>
                  <a:cubicBezTo>
                    <a:pt x="26627" y="48482"/>
                    <a:pt x="24985" y="57600"/>
                    <a:pt x="31946" y="59698"/>
                  </a:cubicBezTo>
                  <a:cubicBezTo>
                    <a:pt x="39028" y="61795"/>
                    <a:pt x="44955" y="56202"/>
                    <a:pt x="50183" y="52251"/>
                  </a:cubicBezTo>
                  <a:cubicBezTo>
                    <a:pt x="59424" y="45260"/>
                    <a:pt x="64561" y="40761"/>
                    <a:pt x="75746" y="46232"/>
                  </a:cubicBezTo>
                  <a:cubicBezTo>
                    <a:pt x="83315" y="49971"/>
                    <a:pt x="91795" y="47813"/>
                    <a:pt x="99273" y="50488"/>
                  </a:cubicBezTo>
                  <a:cubicBezTo>
                    <a:pt x="103832" y="52129"/>
                    <a:pt x="103619" y="56840"/>
                    <a:pt x="104653" y="61035"/>
                  </a:cubicBezTo>
                  <a:cubicBezTo>
                    <a:pt x="106051" y="66749"/>
                    <a:pt x="110124" y="73315"/>
                    <a:pt x="115443" y="75716"/>
                  </a:cubicBezTo>
                  <a:cubicBezTo>
                    <a:pt x="124227" y="79667"/>
                    <a:pt x="132039" y="67995"/>
                    <a:pt x="140246" y="68056"/>
                  </a:cubicBezTo>
                  <a:cubicBezTo>
                    <a:pt x="145535" y="68087"/>
                    <a:pt x="153377" y="7340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9"/>
            <p:cNvSpPr/>
            <p:nvPr/>
          </p:nvSpPr>
          <p:spPr>
            <a:xfrm>
              <a:off x="2975000" y="442550"/>
              <a:ext cx="3963625" cy="1968900"/>
            </a:xfrm>
            <a:custGeom>
              <a:rect b="b" l="l" r="r" t="t"/>
              <a:pathLst>
                <a:path extrusionOk="0" fill="none" h="78756" w="158545">
                  <a:moveTo>
                    <a:pt x="0" y="1"/>
                  </a:moveTo>
                  <a:cubicBezTo>
                    <a:pt x="4651" y="2979"/>
                    <a:pt x="9575" y="5867"/>
                    <a:pt x="14013" y="8876"/>
                  </a:cubicBezTo>
                  <a:cubicBezTo>
                    <a:pt x="20548" y="13283"/>
                    <a:pt x="14985" y="22706"/>
                    <a:pt x="20305" y="27539"/>
                  </a:cubicBezTo>
                  <a:cubicBezTo>
                    <a:pt x="24590" y="31430"/>
                    <a:pt x="28724" y="35715"/>
                    <a:pt x="28147" y="42007"/>
                  </a:cubicBezTo>
                  <a:cubicBezTo>
                    <a:pt x="27630" y="47296"/>
                    <a:pt x="25654" y="56445"/>
                    <a:pt x="32584" y="58664"/>
                  </a:cubicBezTo>
                  <a:cubicBezTo>
                    <a:pt x="39606" y="60913"/>
                    <a:pt x="46354" y="55077"/>
                    <a:pt x="51369" y="51096"/>
                  </a:cubicBezTo>
                  <a:cubicBezTo>
                    <a:pt x="60609" y="43770"/>
                    <a:pt x="65351" y="39576"/>
                    <a:pt x="76749" y="45594"/>
                  </a:cubicBezTo>
                  <a:cubicBezTo>
                    <a:pt x="84166" y="49515"/>
                    <a:pt x="92251" y="47722"/>
                    <a:pt x="99911" y="50275"/>
                  </a:cubicBezTo>
                  <a:cubicBezTo>
                    <a:pt x="104622" y="51855"/>
                    <a:pt x="104318" y="56445"/>
                    <a:pt x="105260" y="60609"/>
                  </a:cubicBezTo>
                  <a:cubicBezTo>
                    <a:pt x="106537" y="66324"/>
                    <a:pt x="110428" y="72676"/>
                    <a:pt x="115808" y="74956"/>
                  </a:cubicBezTo>
                  <a:cubicBezTo>
                    <a:pt x="124714" y="78756"/>
                    <a:pt x="132313" y="67418"/>
                    <a:pt x="140580" y="67813"/>
                  </a:cubicBezTo>
                  <a:cubicBezTo>
                    <a:pt x="145778" y="68056"/>
                    <a:pt x="153438" y="73315"/>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9"/>
            <p:cNvSpPr/>
            <p:nvPr/>
          </p:nvSpPr>
          <p:spPr>
            <a:xfrm>
              <a:off x="2975000" y="442550"/>
              <a:ext cx="3962850" cy="1919500"/>
            </a:xfrm>
            <a:custGeom>
              <a:rect b="b" l="l" r="r" t="t"/>
              <a:pathLst>
                <a:path extrusionOk="0" fill="none" h="76780" w="158514">
                  <a:moveTo>
                    <a:pt x="0" y="1"/>
                  </a:moveTo>
                  <a:cubicBezTo>
                    <a:pt x="4712" y="2949"/>
                    <a:pt x="9666" y="5776"/>
                    <a:pt x="14225" y="8633"/>
                  </a:cubicBezTo>
                  <a:cubicBezTo>
                    <a:pt x="20973" y="12797"/>
                    <a:pt x="16049" y="21977"/>
                    <a:pt x="20760" y="26718"/>
                  </a:cubicBezTo>
                  <a:cubicBezTo>
                    <a:pt x="24438" y="30396"/>
                    <a:pt x="29332" y="35168"/>
                    <a:pt x="28967" y="41004"/>
                  </a:cubicBezTo>
                  <a:cubicBezTo>
                    <a:pt x="28633" y="46202"/>
                    <a:pt x="26444" y="55381"/>
                    <a:pt x="33192" y="57661"/>
                  </a:cubicBezTo>
                  <a:cubicBezTo>
                    <a:pt x="40153" y="60032"/>
                    <a:pt x="47752" y="53953"/>
                    <a:pt x="52494" y="49880"/>
                  </a:cubicBezTo>
                  <a:cubicBezTo>
                    <a:pt x="61703" y="41977"/>
                    <a:pt x="66293" y="38633"/>
                    <a:pt x="77722" y="45016"/>
                  </a:cubicBezTo>
                  <a:cubicBezTo>
                    <a:pt x="84926" y="49059"/>
                    <a:pt x="92707" y="47722"/>
                    <a:pt x="100488" y="50093"/>
                  </a:cubicBezTo>
                  <a:cubicBezTo>
                    <a:pt x="105382" y="51582"/>
                    <a:pt x="104987" y="56080"/>
                    <a:pt x="105838" y="60245"/>
                  </a:cubicBezTo>
                  <a:cubicBezTo>
                    <a:pt x="107023" y="65898"/>
                    <a:pt x="111005" y="72676"/>
                    <a:pt x="116142" y="74227"/>
                  </a:cubicBezTo>
                  <a:cubicBezTo>
                    <a:pt x="124683" y="76780"/>
                    <a:pt x="132191" y="66901"/>
                    <a:pt x="140884" y="67570"/>
                  </a:cubicBezTo>
                  <a:cubicBezTo>
                    <a:pt x="145930" y="67965"/>
                    <a:pt x="153468" y="73224"/>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9"/>
            <p:cNvSpPr/>
            <p:nvPr/>
          </p:nvSpPr>
          <p:spPr>
            <a:xfrm>
              <a:off x="2975000" y="442550"/>
              <a:ext cx="3962100" cy="1896700"/>
            </a:xfrm>
            <a:custGeom>
              <a:rect b="b" l="l" r="r" t="t"/>
              <a:pathLst>
                <a:path extrusionOk="0" fill="none" h="75868" w="158484">
                  <a:moveTo>
                    <a:pt x="0" y="1"/>
                  </a:moveTo>
                  <a:cubicBezTo>
                    <a:pt x="4742" y="2949"/>
                    <a:pt x="9788" y="5441"/>
                    <a:pt x="14438" y="8359"/>
                  </a:cubicBezTo>
                  <a:cubicBezTo>
                    <a:pt x="21520" y="12797"/>
                    <a:pt x="16900" y="20852"/>
                    <a:pt x="21277" y="25837"/>
                  </a:cubicBezTo>
                  <a:cubicBezTo>
                    <a:pt x="24408" y="29424"/>
                    <a:pt x="29758" y="34652"/>
                    <a:pt x="29727" y="40123"/>
                  </a:cubicBezTo>
                  <a:cubicBezTo>
                    <a:pt x="29666" y="45229"/>
                    <a:pt x="27447" y="54014"/>
                    <a:pt x="33770" y="56658"/>
                  </a:cubicBezTo>
                  <a:cubicBezTo>
                    <a:pt x="40396" y="59394"/>
                    <a:pt x="49545" y="52433"/>
                    <a:pt x="53618" y="48542"/>
                  </a:cubicBezTo>
                  <a:cubicBezTo>
                    <a:pt x="62707" y="39788"/>
                    <a:pt x="67448" y="37904"/>
                    <a:pt x="78725" y="44530"/>
                  </a:cubicBezTo>
                  <a:cubicBezTo>
                    <a:pt x="85716" y="48664"/>
                    <a:pt x="93224" y="47722"/>
                    <a:pt x="101066" y="49910"/>
                  </a:cubicBezTo>
                  <a:cubicBezTo>
                    <a:pt x="106142" y="51308"/>
                    <a:pt x="105716" y="55685"/>
                    <a:pt x="106476" y="59849"/>
                  </a:cubicBezTo>
                  <a:cubicBezTo>
                    <a:pt x="107540" y="65503"/>
                    <a:pt x="111279" y="71977"/>
                    <a:pt x="116477" y="73467"/>
                  </a:cubicBezTo>
                  <a:cubicBezTo>
                    <a:pt x="124927" y="75868"/>
                    <a:pt x="132708" y="66354"/>
                    <a:pt x="141188" y="67357"/>
                  </a:cubicBezTo>
                  <a:cubicBezTo>
                    <a:pt x="146143" y="67935"/>
                    <a:pt x="153468" y="7313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9"/>
            <p:cNvSpPr/>
            <p:nvPr/>
          </p:nvSpPr>
          <p:spPr>
            <a:xfrm>
              <a:off x="2975000" y="442550"/>
              <a:ext cx="3962850" cy="1870875"/>
            </a:xfrm>
            <a:custGeom>
              <a:rect b="b" l="l" r="r" t="t"/>
              <a:pathLst>
                <a:path extrusionOk="0" fill="none" h="74835" w="158514">
                  <a:moveTo>
                    <a:pt x="0" y="1"/>
                  </a:moveTo>
                  <a:cubicBezTo>
                    <a:pt x="4803" y="2919"/>
                    <a:pt x="9848" y="5350"/>
                    <a:pt x="14651" y="8116"/>
                  </a:cubicBezTo>
                  <a:cubicBezTo>
                    <a:pt x="21946" y="12311"/>
                    <a:pt x="18086" y="19697"/>
                    <a:pt x="21885" y="24895"/>
                  </a:cubicBezTo>
                  <a:cubicBezTo>
                    <a:pt x="24590" y="28633"/>
                    <a:pt x="30031" y="34013"/>
                    <a:pt x="30396" y="39272"/>
                  </a:cubicBezTo>
                  <a:cubicBezTo>
                    <a:pt x="30791" y="44439"/>
                    <a:pt x="28299" y="52919"/>
                    <a:pt x="34439" y="55625"/>
                  </a:cubicBezTo>
                  <a:cubicBezTo>
                    <a:pt x="41186" y="58603"/>
                    <a:pt x="50670" y="51217"/>
                    <a:pt x="54712" y="47083"/>
                  </a:cubicBezTo>
                  <a:cubicBezTo>
                    <a:pt x="63892" y="37630"/>
                    <a:pt x="68542" y="37266"/>
                    <a:pt x="79789" y="44135"/>
                  </a:cubicBezTo>
                  <a:cubicBezTo>
                    <a:pt x="86476" y="48208"/>
                    <a:pt x="93984" y="47661"/>
                    <a:pt x="101674" y="49728"/>
                  </a:cubicBezTo>
                  <a:cubicBezTo>
                    <a:pt x="106932" y="51126"/>
                    <a:pt x="106416" y="55138"/>
                    <a:pt x="107145" y="59454"/>
                  </a:cubicBezTo>
                  <a:cubicBezTo>
                    <a:pt x="108057" y="64986"/>
                    <a:pt x="111552" y="71339"/>
                    <a:pt x="116872" y="72707"/>
                  </a:cubicBezTo>
                  <a:cubicBezTo>
                    <a:pt x="125322" y="74835"/>
                    <a:pt x="133285" y="65837"/>
                    <a:pt x="141523" y="67114"/>
                  </a:cubicBezTo>
                  <a:cubicBezTo>
                    <a:pt x="146386" y="67874"/>
                    <a:pt x="153559" y="73011"/>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9"/>
            <p:cNvSpPr/>
            <p:nvPr/>
          </p:nvSpPr>
          <p:spPr>
            <a:xfrm>
              <a:off x="2975000" y="442550"/>
              <a:ext cx="3962850" cy="1848075"/>
            </a:xfrm>
            <a:custGeom>
              <a:rect b="b" l="l" r="r" t="t"/>
              <a:pathLst>
                <a:path extrusionOk="0" fill="none" h="73923" w="158514">
                  <a:moveTo>
                    <a:pt x="0" y="1"/>
                  </a:moveTo>
                  <a:cubicBezTo>
                    <a:pt x="4833" y="2888"/>
                    <a:pt x="9909" y="5259"/>
                    <a:pt x="14864" y="7873"/>
                  </a:cubicBezTo>
                  <a:cubicBezTo>
                    <a:pt x="22219" y="11764"/>
                    <a:pt x="19301" y="18390"/>
                    <a:pt x="22584" y="23922"/>
                  </a:cubicBezTo>
                  <a:cubicBezTo>
                    <a:pt x="25046" y="28086"/>
                    <a:pt x="30092" y="33649"/>
                    <a:pt x="31004" y="38542"/>
                  </a:cubicBezTo>
                  <a:cubicBezTo>
                    <a:pt x="31855" y="43284"/>
                    <a:pt x="29150" y="51947"/>
                    <a:pt x="35107" y="54561"/>
                  </a:cubicBezTo>
                  <a:cubicBezTo>
                    <a:pt x="42250" y="57691"/>
                    <a:pt x="51673" y="50032"/>
                    <a:pt x="55746" y="45503"/>
                  </a:cubicBezTo>
                  <a:cubicBezTo>
                    <a:pt x="64834" y="35411"/>
                    <a:pt x="69941" y="36992"/>
                    <a:pt x="80822" y="43770"/>
                  </a:cubicBezTo>
                  <a:cubicBezTo>
                    <a:pt x="87205" y="47782"/>
                    <a:pt x="94683" y="47691"/>
                    <a:pt x="102191" y="49576"/>
                  </a:cubicBezTo>
                  <a:cubicBezTo>
                    <a:pt x="107571" y="50913"/>
                    <a:pt x="107145" y="54682"/>
                    <a:pt x="107783" y="59090"/>
                  </a:cubicBezTo>
                  <a:cubicBezTo>
                    <a:pt x="108604" y="64591"/>
                    <a:pt x="111826" y="70610"/>
                    <a:pt x="117236" y="71917"/>
                  </a:cubicBezTo>
                  <a:cubicBezTo>
                    <a:pt x="125504" y="73923"/>
                    <a:pt x="133863" y="65321"/>
                    <a:pt x="141827" y="66901"/>
                  </a:cubicBezTo>
                  <a:cubicBezTo>
                    <a:pt x="146599" y="67813"/>
                    <a:pt x="153620" y="7292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9"/>
            <p:cNvSpPr/>
            <p:nvPr/>
          </p:nvSpPr>
          <p:spPr>
            <a:xfrm>
              <a:off x="2975000" y="442550"/>
              <a:ext cx="3962100" cy="1826050"/>
            </a:xfrm>
            <a:custGeom>
              <a:rect b="b" l="l" r="r" t="t"/>
              <a:pathLst>
                <a:path extrusionOk="0" fill="none" h="73042" w="158484">
                  <a:moveTo>
                    <a:pt x="0" y="1"/>
                  </a:moveTo>
                  <a:cubicBezTo>
                    <a:pt x="4894" y="2858"/>
                    <a:pt x="10000" y="5168"/>
                    <a:pt x="15076" y="7630"/>
                  </a:cubicBezTo>
                  <a:cubicBezTo>
                    <a:pt x="22402" y="11217"/>
                    <a:pt x="20639" y="16992"/>
                    <a:pt x="23435" y="22980"/>
                  </a:cubicBezTo>
                  <a:cubicBezTo>
                    <a:pt x="25685" y="27813"/>
                    <a:pt x="29910" y="33041"/>
                    <a:pt x="31460" y="37934"/>
                  </a:cubicBezTo>
                  <a:cubicBezTo>
                    <a:pt x="32858" y="42372"/>
                    <a:pt x="29940" y="51096"/>
                    <a:pt x="35867" y="53558"/>
                  </a:cubicBezTo>
                  <a:cubicBezTo>
                    <a:pt x="43618" y="56749"/>
                    <a:pt x="52433" y="48937"/>
                    <a:pt x="56779" y="43831"/>
                  </a:cubicBezTo>
                  <a:cubicBezTo>
                    <a:pt x="65746" y="33314"/>
                    <a:pt x="71552" y="36901"/>
                    <a:pt x="81886" y="43466"/>
                  </a:cubicBezTo>
                  <a:cubicBezTo>
                    <a:pt x="87965" y="47327"/>
                    <a:pt x="95412" y="47752"/>
                    <a:pt x="102707" y="49454"/>
                  </a:cubicBezTo>
                  <a:cubicBezTo>
                    <a:pt x="108148" y="50700"/>
                    <a:pt x="107905" y="54226"/>
                    <a:pt x="108452" y="58725"/>
                  </a:cubicBezTo>
                  <a:cubicBezTo>
                    <a:pt x="109182" y="64226"/>
                    <a:pt x="112130" y="69910"/>
                    <a:pt x="117571" y="71187"/>
                  </a:cubicBezTo>
                  <a:cubicBezTo>
                    <a:pt x="125626" y="73041"/>
                    <a:pt x="134410" y="64895"/>
                    <a:pt x="142100" y="66688"/>
                  </a:cubicBezTo>
                  <a:cubicBezTo>
                    <a:pt x="146751" y="67783"/>
                    <a:pt x="153590" y="72828"/>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9"/>
            <p:cNvSpPr/>
            <p:nvPr/>
          </p:nvSpPr>
          <p:spPr>
            <a:xfrm>
              <a:off x="2975000" y="442550"/>
              <a:ext cx="3962850" cy="1818450"/>
            </a:xfrm>
            <a:custGeom>
              <a:rect b="b" l="l" r="r" t="t"/>
              <a:pathLst>
                <a:path extrusionOk="0" fill="none" h="72738" w="158514">
                  <a:moveTo>
                    <a:pt x="0" y="1"/>
                  </a:moveTo>
                  <a:cubicBezTo>
                    <a:pt x="4924" y="2827"/>
                    <a:pt x="10122" y="5077"/>
                    <a:pt x="15259" y="7387"/>
                  </a:cubicBezTo>
                  <a:cubicBezTo>
                    <a:pt x="22432" y="10609"/>
                    <a:pt x="22159" y="15594"/>
                    <a:pt x="24317" y="22007"/>
                  </a:cubicBezTo>
                  <a:cubicBezTo>
                    <a:pt x="26171" y="27630"/>
                    <a:pt x="29332" y="32402"/>
                    <a:pt x="31733" y="37418"/>
                  </a:cubicBezTo>
                  <a:cubicBezTo>
                    <a:pt x="33831" y="41764"/>
                    <a:pt x="30669" y="50305"/>
                    <a:pt x="36657" y="52615"/>
                  </a:cubicBezTo>
                  <a:cubicBezTo>
                    <a:pt x="44955" y="55868"/>
                    <a:pt x="53162" y="47630"/>
                    <a:pt x="57782" y="42068"/>
                  </a:cubicBezTo>
                  <a:cubicBezTo>
                    <a:pt x="66476" y="31551"/>
                    <a:pt x="73315" y="37022"/>
                    <a:pt x="82950" y="43193"/>
                  </a:cubicBezTo>
                  <a:cubicBezTo>
                    <a:pt x="88695" y="46871"/>
                    <a:pt x="96142" y="47813"/>
                    <a:pt x="103194" y="49333"/>
                  </a:cubicBezTo>
                  <a:cubicBezTo>
                    <a:pt x="108726" y="50488"/>
                    <a:pt x="108634" y="53740"/>
                    <a:pt x="109151" y="58390"/>
                  </a:cubicBezTo>
                  <a:cubicBezTo>
                    <a:pt x="109789" y="63862"/>
                    <a:pt x="112464" y="69211"/>
                    <a:pt x="117996" y="70427"/>
                  </a:cubicBezTo>
                  <a:cubicBezTo>
                    <a:pt x="125778" y="72129"/>
                    <a:pt x="135018" y="64439"/>
                    <a:pt x="142434" y="66506"/>
                  </a:cubicBezTo>
                  <a:cubicBezTo>
                    <a:pt x="146994" y="67752"/>
                    <a:pt x="153650" y="72737"/>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9"/>
            <p:cNvSpPr/>
            <p:nvPr/>
          </p:nvSpPr>
          <p:spPr>
            <a:xfrm>
              <a:off x="2975000" y="442550"/>
              <a:ext cx="3962850" cy="1816175"/>
            </a:xfrm>
            <a:custGeom>
              <a:rect b="b" l="l" r="r" t="t"/>
              <a:pathLst>
                <a:path extrusionOk="0" fill="none" h="72647" w="158514">
                  <a:moveTo>
                    <a:pt x="0" y="1"/>
                  </a:moveTo>
                  <a:cubicBezTo>
                    <a:pt x="4985" y="2797"/>
                    <a:pt x="10244" y="4985"/>
                    <a:pt x="15441" y="7144"/>
                  </a:cubicBezTo>
                  <a:cubicBezTo>
                    <a:pt x="22341" y="10031"/>
                    <a:pt x="23648" y="14621"/>
                    <a:pt x="25259" y="21034"/>
                  </a:cubicBezTo>
                  <a:cubicBezTo>
                    <a:pt x="26688" y="26809"/>
                    <a:pt x="28572" y="31977"/>
                    <a:pt x="31885" y="36992"/>
                  </a:cubicBezTo>
                  <a:cubicBezTo>
                    <a:pt x="34742" y="41278"/>
                    <a:pt x="31429" y="49606"/>
                    <a:pt x="37478" y="51825"/>
                  </a:cubicBezTo>
                  <a:cubicBezTo>
                    <a:pt x="46171" y="55017"/>
                    <a:pt x="54469" y="46202"/>
                    <a:pt x="58755" y="40305"/>
                  </a:cubicBezTo>
                  <a:cubicBezTo>
                    <a:pt x="66232" y="30001"/>
                    <a:pt x="76415" y="38025"/>
                    <a:pt x="84044" y="42889"/>
                  </a:cubicBezTo>
                  <a:cubicBezTo>
                    <a:pt x="89546" y="46384"/>
                    <a:pt x="96841" y="47874"/>
                    <a:pt x="103680" y="49211"/>
                  </a:cubicBezTo>
                  <a:cubicBezTo>
                    <a:pt x="109242" y="50305"/>
                    <a:pt x="109364" y="53254"/>
                    <a:pt x="109850" y="58026"/>
                  </a:cubicBezTo>
                  <a:cubicBezTo>
                    <a:pt x="110397" y="63436"/>
                    <a:pt x="112829" y="68482"/>
                    <a:pt x="118422" y="69667"/>
                  </a:cubicBezTo>
                  <a:cubicBezTo>
                    <a:pt x="125930" y="71278"/>
                    <a:pt x="135626" y="64044"/>
                    <a:pt x="142708" y="66293"/>
                  </a:cubicBezTo>
                  <a:cubicBezTo>
                    <a:pt x="147176" y="67692"/>
                    <a:pt x="153681" y="7264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9"/>
            <p:cNvSpPr/>
            <p:nvPr/>
          </p:nvSpPr>
          <p:spPr>
            <a:xfrm>
              <a:off x="2975000" y="442550"/>
              <a:ext cx="3962850" cy="1813875"/>
            </a:xfrm>
            <a:custGeom>
              <a:rect b="b" l="l" r="r" t="t"/>
              <a:pathLst>
                <a:path extrusionOk="0" fill="none" h="72555" w="158514">
                  <a:moveTo>
                    <a:pt x="0" y="1"/>
                  </a:moveTo>
                  <a:cubicBezTo>
                    <a:pt x="5015" y="2767"/>
                    <a:pt x="10335" y="4894"/>
                    <a:pt x="15624" y="6931"/>
                  </a:cubicBezTo>
                  <a:cubicBezTo>
                    <a:pt x="22189" y="9423"/>
                    <a:pt x="24925" y="13648"/>
                    <a:pt x="26262" y="20031"/>
                  </a:cubicBezTo>
                  <a:cubicBezTo>
                    <a:pt x="27508" y="25958"/>
                    <a:pt x="27843" y="31582"/>
                    <a:pt x="31916" y="36597"/>
                  </a:cubicBezTo>
                  <a:cubicBezTo>
                    <a:pt x="35290" y="40731"/>
                    <a:pt x="32432" y="49150"/>
                    <a:pt x="38299" y="51096"/>
                  </a:cubicBezTo>
                  <a:cubicBezTo>
                    <a:pt x="47326" y="54105"/>
                    <a:pt x="55138" y="44804"/>
                    <a:pt x="59758" y="38512"/>
                  </a:cubicBezTo>
                  <a:cubicBezTo>
                    <a:pt x="66901" y="28816"/>
                    <a:pt x="78512" y="38512"/>
                    <a:pt x="85139" y="42585"/>
                  </a:cubicBezTo>
                  <a:cubicBezTo>
                    <a:pt x="90397" y="45807"/>
                    <a:pt x="97510" y="47995"/>
                    <a:pt x="104105" y="49120"/>
                  </a:cubicBezTo>
                  <a:cubicBezTo>
                    <a:pt x="109698" y="50062"/>
                    <a:pt x="109729" y="52707"/>
                    <a:pt x="110580" y="57691"/>
                  </a:cubicBezTo>
                  <a:cubicBezTo>
                    <a:pt x="111461" y="63071"/>
                    <a:pt x="112829" y="67692"/>
                    <a:pt x="118878" y="68938"/>
                  </a:cubicBezTo>
                  <a:cubicBezTo>
                    <a:pt x="126082" y="70427"/>
                    <a:pt x="136234" y="63649"/>
                    <a:pt x="143012" y="66111"/>
                  </a:cubicBezTo>
                  <a:cubicBezTo>
                    <a:pt x="147359" y="67661"/>
                    <a:pt x="153742" y="7255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9"/>
            <p:cNvSpPr/>
            <p:nvPr/>
          </p:nvSpPr>
          <p:spPr>
            <a:xfrm>
              <a:off x="2975000" y="442550"/>
              <a:ext cx="3962850" cy="1804000"/>
            </a:xfrm>
            <a:custGeom>
              <a:rect b="b" l="l" r="r" t="t"/>
              <a:pathLst>
                <a:path extrusionOk="0" fill="none" h="72160" w="158514">
                  <a:moveTo>
                    <a:pt x="0" y="1"/>
                  </a:moveTo>
                  <a:cubicBezTo>
                    <a:pt x="5076" y="2736"/>
                    <a:pt x="10456" y="4803"/>
                    <a:pt x="15806" y="6688"/>
                  </a:cubicBezTo>
                  <a:cubicBezTo>
                    <a:pt x="22037" y="8876"/>
                    <a:pt x="26049" y="12767"/>
                    <a:pt x="27326" y="18967"/>
                  </a:cubicBezTo>
                  <a:cubicBezTo>
                    <a:pt x="28542" y="24925"/>
                    <a:pt x="27326" y="31126"/>
                    <a:pt x="31855" y="36202"/>
                  </a:cubicBezTo>
                  <a:cubicBezTo>
                    <a:pt x="35381" y="40153"/>
                    <a:pt x="33618" y="48725"/>
                    <a:pt x="39150" y="50457"/>
                  </a:cubicBezTo>
                  <a:cubicBezTo>
                    <a:pt x="48329" y="53314"/>
                    <a:pt x="55746" y="42919"/>
                    <a:pt x="60792" y="36810"/>
                  </a:cubicBezTo>
                  <a:cubicBezTo>
                    <a:pt x="67995" y="28086"/>
                    <a:pt x="80032" y="38360"/>
                    <a:pt x="86263" y="42159"/>
                  </a:cubicBezTo>
                  <a:cubicBezTo>
                    <a:pt x="91430" y="45320"/>
                    <a:pt x="98057" y="48056"/>
                    <a:pt x="104561" y="48998"/>
                  </a:cubicBezTo>
                  <a:cubicBezTo>
                    <a:pt x="115747" y="50700"/>
                    <a:pt x="107692" y="65898"/>
                    <a:pt x="119303" y="68178"/>
                  </a:cubicBezTo>
                  <a:cubicBezTo>
                    <a:pt x="126294" y="69576"/>
                    <a:pt x="136872" y="63254"/>
                    <a:pt x="143316" y="65898"/>
                  </a:cubicBezTo>
                  <a:cubicBezTo>
                    <a:pt x="147784" y="67752"/>
                    <a:pt x="153407" y="7216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9"/>
            <p:cNvSpPr/>
            <p:nvPr/>
          </p:nvSpPr>
          <p:spPr>
            <a:xfrm>
              <a:off x="2975000" y="442550"/>
              <a:ext cx="3962100" cy="1802475"/>
            </a:xfrm>
            <a:custGeom>
              <a:rect b="b" l="l" r="r" t="t"/>
              <a:pathLst>
                <a:path extrusionOk="0" fill="none" h="72099" w="158484">
                  <a:moveTo>
                    <a:pt x="0" y="1"/>
                  </a:moveTo>
                  <a:cubicBezTo>
                    <a:pt x="5107" y="2706"/>
                    <a:pt x="10760" y="4590"/>
                    <a:pt x="15958" y="6444"/>
                  </a:cubicBezTo>
                  <a:cubicBezTo>
                    <a:pt x="21764" y="8511"/>
                    <a:pt x="26931" y="11733"/>
                    <a:pt x="28390" y="17843"/>
                  </a:cubicBezTo>
                  <a:cubicBezTo>
                    <a:pt x="29788" y="23740"/>
                    <a:pt x="26900" y="30579"/>
                    <a:pt x="31672" y="35867"/>
                  </a:cubicBezTo>
                  <a:cubicBezTo>
                    <a:pt x="35107" y="39636"/>
                    <a:pt x="34925" y="48390"/>
                    <a:pt x="40001" y="49849"/>
                  </a:cubicBezTo>
                  <a:cubicBezTo>
                    <a:pt x="49302" y="52494"/>
                    <a:pt x="56415" y="40761"/>
                    <a:pt x="61886" y="35320"/>
                  </a:cubicBezTo>
                  <a:cubicBezTo>
                    <a:pt x="69211" y="28025"/>
                    <a:pt x="81278" y="37873"/>
                    <a:pt x="87327" y="41612"/>
                  </a:cubicBezTo>
                  <a:cubicBezTo>
                    <a:pt x="92585" y="44864"/>
                    <a:pt x="98421" y="48117"/>
                    <a:pt x="104926" y="48968"/>
                  </a:cubicBezTo>
                  <a:cubicBezTo>
                    <a:pt x="116385" y="50457"/>
                    <a:pt x="108239" y="65442"/>
                    <a:pt x="119759" y="67509"/>
                  </a:cubicBezTo>
                  <a:cubicBezTo>
                    <a:pt x="126659" y="68725"/>
                    <a:pt x="137298" y="62980"/>
                    <a:pt x="143559" y="65716"/>
                  </a:cubicBezTo>
                  <a:cubicBezTo>
                    <a:pt x="147936" y="67631"/>
                    <a:pt x="153407" y="72099"/>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9"/>
            <p:cNvSpPr/>
            <p:nvPr/>
          </p:nvSpPr>
          <p:spPr>
            <a:xfrm>
              <a:off x="2975000" y="442550"/>
              <a:ext cx="3962850" cy="1800200"/>
            </a:xfrm>
            <a:custGeom>
              <a:rect b="b" l="l" r="r" t="t"/>
              <a:pathLst>
                <a:path extrusionOk="0" fill="none" h="72008" w="158514">
                  <a:moveTo>
                    <a:pt x="0" y="1"/>
                  </a:moveTo>
                  <a:cubicBezTo>
                    <a:pt x="5167" y="2645"/>
                    <a:pt x="10821" y="4499"/>
                    <a:pt x="16140" y="6201"/>
                  </a:cubicBezTo>
                  <a:cubicBezTo>
                    <a:pt x="21976" y="8055"/>
                    <a:pt x="27630" y="11065"/>
                    <a:pt x="29484" y="16657"/>
                  </a:cubicBezTo>
                  <a:cubicBezTo>
                    <a:pt x="31308" y="22159"/>
                    <a:pt x="26748" y="29940"/>
                    <a:pt x="31521" y="35442"/>
                  </a:cubicBezTo>
                  <a:cubicBezTo>
                    <a:pt x="34621" y="38998"/>
                    <a:pt x="36414" y="48147"/>
                    <a:pt x="40913" y="49211"/>
                  </a:cubicBezTo>
                  <a:cubicBezTo>
                    <a:pt x="50244" y="51430"/>
                    <a:pt x="56749" y="38846"/>
                    <a:pt x="63041" y="34044"/>
                  </a:cubicBezTo>
                  <a:cubicBezTo>
                    <a:pt x="70731" y="28147"/>
                    <a:pt x="82190" y="36992"/>
                    <a:pt x="88391" y="40943"/>
                  </a:cubicBezTo>
                  <a:cubicBezTo>
                    <a:pt x="93862" y="44409"/>
                    <a:pt x="98695" y="48147"/>
                    <a:pt x="105352" y="48907"/>
                  </a:cubicBezTo>
                  <a:cubicBezTo>
                    <a:pt x="117024" y="50184"/>
                    <a:pt x="108786" y="64834"/>
                    <a:pt x="120276" y="66780"/>
                  </a:cubicBezTo>
                  <a:cubicBezTo>
                    <a:pt x="126993" y="67904"/>
                    <a:pt x="137784" y="62585"/>
                    <a:pt x="143863" y="65533"/>
                  </a:cubicBezTo>
                  <a:cubicBezTo>
                    <a:pt x="148149" y="67570"/>
                    <a:pt x="153468" y="72008"/>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9"/>
            <p:cNvSpPr/>
            <p:nvPr/>
          </p:nvSpPr>
          <p:spPr>
            <a:xfrm>
              <a:off x="2975000" y="442550"/>
              <a:ext cx="3963625" cy="1798675"/>
            </a:xfrm>
            <a:custGeom>
              <a:rect b="b" l="l" r="r" t="t"/>
              <a:pathLst>
                <a:path extrusionOk="0" fill="none" h="71947" w="158545">
                  <a:moveTo>
                    <a:pt x="0" y="1"/>
                  </a:moveTo>
                  <a:cubicBezTo>
                    <a:pt x="5198" y="2615"/>
                    <a:pt x="10912" y="4408"/>
                    <a:pt x="16323" y="5958"/>
                  </a:cubicBezTo>
                  <a:cubicBezTo>
                    <a:pt x="22067" y="7630"/>
                    <a:pt x="28147" y="10365"/>
                    <a:pt x="30578" y="15472"/>
                  </a:cubicBezTo>
                  <a:cubicBezTo>
                    <a:pt x="33192" y="20974"/>
                    <a:pt x="26931" y="29059"/>
                    <a:pt x="31369" y="35047"/>
                  </a:cubicBezTo>
                  <a:cubicBezTo>
                    <a:pt x="33831" y="38390"/>
                    <a:pt x="37904" y="47904"/>
                    <a:pt x="41825" y="48542"/>
                  </a:cubicBezTo>
                  <a:cubicBezTo>
                    <a:pt x="50883" y="50062"/>
                    <a:pt x="57296" y="36931"/>
                    <a:pt x="64257" y="33010"/>
                  </a:cubicBezTo>
                  <a:cubicBezTo>
                    <a:pt x="72160" y="28512"/>
                    <a:pt x="83102" y="35928"/>
                    <a:pt x="89424" y="40153"/>
                  </a:cubicBezTo>
                  <a:cubicBezTo>
                    <a:pt x="94804" y="43740"/>
                    <a:pt x="98877" y="48208"/>
                    <a:pt x="105747" y="48846"/>
                  </a:cubicBezTo>
                  <a:cubicBezTo>
                    <a:pt x="117601" y="49971"/>
                    <a:pt x="109425" y="64257"/>
                    <a:pt x="120793" y="66081"/>
                  </a:cubicBezTo>
                  <a:cubicBezTo>
                    <a:pt x="127419" y="67144"/>
                    <a:pt x="138270" y="62281"/>
                    <a:pt x="144167" y="65351"/>
                  </a:cubicBezTo>
                  <a:cubicBezTo>
                    <a:pt x="148362" y="67540"/>
                    <a:pt x="153529" y="71947"/>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9"/>
            <p:cNvSpPr/>
            <p:nvPr/>
          </p:nvSpPr>
          <p:spPr>
            <a:xfrm>
              <a:off x="2975000" y="442550"/>
              <a:ext cx="3962850" cy="1795650"/>
            </a:xfrm>
            <a:custGeom>
              <a:rect b="b" l="l" r="r" t="t"/>
              <a:pathLst>
                <a:path extrusionOk="0" fill="none" h="71826" w="158514">
                  <a:moveTo>
                    <a:pt x="0" y="1"/>
                  </a:moveTo>
                  <a:cubicBezTo>
                    <a:pt x="5259" y="2584"/>
                    <a:pt x="10973" y="4317"/>
                    <a:pt x="16475" y="5745"/>
                  </a:cubicBezTo>
                  <a:cubicBezTo>
                    <a:pt x="22250" y="7235"/>
                    <a:pt x="28542" y="9788"/>
                    <a:pt x="31581" y="14195"/>
                  </a:cubicBezTo>
                  <a:cubicBezTo>
                    <a:pt x="35168" y="19332"/>
                    <a:pt x="27326" y="28238"/>
                    <a:pt x="31247" y="34560"/>
                  </a:cubicBezTo>
                  <a:cubicBezTo>
                    <a:pt x="33253" y="37782"/>
                    <a:pt x="39150" y="47418"/>
                    <a:pt x="42737" y="47722"/>
                  </a:cubicBezTo>
                  <a:cubicBezTo>
                    <a:pt x="51612" y="48482"/>
                    <a:pt x="57752" y="35229"/>
                    <a:pt x="65412" y="32129"/>
                  </a:cubicBezTo>
                  <a:cubicBezTo>
                    <a:pt x="73588" y="28816"/>
                    <a:pt x="84044" y="34804"/>
                    <a:pt x="90275" y="39302"/>
                  </a:cubicBezTo>
                  <a:cubicBezTo>
                    <a:pt x="95351" y="42980"/>
                    <a:pt x="98938" y="48269"/>
                    <a:pt x="106081" y="48816"/>
                  </a:cubicBezTo>
                  <a:cubicBezTo>
                    <a:pt x="111704" y="49241"/>
                    <a:pt x="112981" y="50670"/>
                    <a:pt x="114136" y="56111"/>
                  </a:cubicBezTo>
                  <a:cubicBezTo>
                    <a:pt x="115139" y="60792"/>
                    <a:pt x="115321" y="64470"/>
                    <a:pt x="121279" y="65381"/>
                  </a:cubicBezTo>
                  <a:cubicBezTo>
                    <a:pt x="127784" y="66385"/>
                    <a:pt x="138696" y="61947"/>
                    <a:pt x="144410" y="65169"/>
                  </a:cubicBezTo>
                  <a:cubicBezTo>
                    <a:pt x="148483" y="67448"/>
                    <a:pt x="153529" y="7182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9"/>
            <p:cNvSpPr/>
            <p:nvPr/>
          </p:nvSpPr>
          <p:spPr>
            <a:xfrm>
              <a:off x="2975000" y="442550"/>
              <a:ext cx="3962850" cy="1794125"/>
            </a:xfrm>
            <a:custGeom>
              <a:rect b="b" l="l" r="r" t="t"/>
              <a:pathLst>
                <a:path extrusionOk="0" fill="none" h="71765" w="158514">
                  <a:moveTo>
                    <a:pt x="0" y="1"/>
                  </a:moveTo>
                  <a:cubicBezTo>
                    <a:pt x="5319" y="2554"/>
                    <a:pt x="11064" y="4226"/>
                    <a:pt x="16627" y="5502"/>
                  </a:cubicBezTo>
                  <a:cubicBezTo>
                    <a:pt x="22523" y="6840"/>
                    <a:pt x="28663" y="9302"/>
                    <a:pt x="32554" y="12919"/>
                  </a:cubicBezTo>
                  <a:cubicBezTo>
                    <a:pt x="36931" y="17022"/>
                    <a:pt x="28906" y="28268"/>
                    <a:pt x="31247" y="33983"/>
                  </a:cubicBezTo>
                  <a:cubicBezTo>
                    <a:pt x="32615" y="37326"/>
                    <a:pt x="40031" y="46658"/>
                    <a:pt x="43679" y="46719"/>
                  </a:cubicBezTo>
                  <a:cubicBezTo>
                    <a:pt x="52433" y="46810"/>
                    <a:pt x="58117" y="33861"/>
                    <a:pt x="66628" y="31430"/>
                  </a:cubicBezTo>
                  <a:cubicBezTo>
                    <a:pt x="75108" y="28998"/>
                    <a:pt x="85078" y="33709"/>
                    <a:pt x="91066" y="38451"/>
                  </a:cubicBezTo>
                  <a:cubicBezTo>
                    <a:pt x="95899" y="42250"/>
                    <a:pt x="98847" y="48482"/>
                    <a:pt x="106446" y="48785"/>
                  </a:cubicBezTo>
                  <a:cubicBezTo>
                    <a:pt x="119030" y="49272"/>
                    <a:pt x="110853" y="62950"/>
                    <a:pt x="121826" y="64743"/>
                  </a:cubicBezTo>
                  <a:cubicBezTo>
                    <a:pt x="128088" y="65746"/>
                    <a:pt x="139121" y="61612"/>
                    <a:pt x="144684" y="64986"/>
                  </a:cubicBezTo>
                  <a:cubicBezTo>
                    <a:pt x="148666" y="67388"/>
                    <a:pt x="153559" y="7176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9"/>
            <p:cNvSpPr/>
            <p:nvPr/>
          </p:nvSpPr>
          <p:spPr>
            <a:xfrm>
              <a:off x="2975000" y="442550"/>
              <a:ext cx="3962850" cy="1791075"/>
            </a:xfrm>
            <a:custGeom>
              <a:rect b="b" l="l" r="r" t="t"/>
              <a:pathLst>
                <a:path extrusionOk="0" fill="none" h="71643" w="158514">
                  <a:moveTo>
                    <a:pt x="0" y="1"/>
                  </a:moveTo>
                  <a:cubicBezTo>
                    <a:pt x="5319" y="2523"/>
                    <a:pt x="11155" y="4134"/>
                    <a:pt x="16779" y="5259"/>
                  </a:cubicBezTo>
                  <a:cubicBezTo>
                    <a:pt x="22736" y="6475"/>
                    <a:pt x="29302" y="9058"/>
                    <a:pt x="33405" y="11672"/>
                  </a:cubicBezTo>
                  <a:cubicBezTo>
                    <a:pt x="37660" y="14378"/>
                    <a:pt x="30821" y="28968"/>
                    <a:pt x="31399" y="33314"/>
                  </a:cubicBezTo>
                  <a:cubicBezTo>
                    <a:pt x="31885" y="36931"/>
                    <a:pt x="40578" y="45624"/>
                    <a:pt x="44651" y="45472"/>
                  </a:cubicBezTo>
                  <a:cubicBezTo>
                    <a:pt x="53101" y="45168"/>
                    <a:pt x="58421" y="32828"/>
                    <a:pt x="67874" y="30852"/>
                  </a:cubicBezTo>
                  <a:cubicBezTo>
                    <a:pt x="76658" y="29028"/>
                    <a:pt x="86233" y="32706"/>
                    <a:pt x="91856" y="37509"/>
                  </a:cubicBezTo>
                  <a:cubicBezTo>
                    <a:pt x="96476" y="41491"/>
                    <a:pt x="98908" y="48542"/>
                    <a:pt x="106780" y="48755"/>
                  </a:cubicBezTo>
                  <a:cubicBezTo>
                    <a:pt x="112647" y="48907"/>
                    <a:pt x="114045" y="50184"/>
                    <a:pt x="115565" y="55503"/>
                  </a:cubicBezTo>
                  <a:cubicBezTo>
                    <a:pt x="116841" y="60062"/>
                    <a:pt x="116628" y="63132"/>
                    <a:pt x="122404" y="64044"/>
                  </a:cubicBezTo>
                  <a:cubicBezTo>
                    <a:pt x="128544" y="65047"/>
                    <a:pt x="139486" y="61278"/>
                    <a:pt x="144957" y="64804"/>
                  </a:cubicBezTo>
                  <a:cubicBezTo>
                    <a:pt x="148818" y="67296"/>
                    <a:pt x="153559" y="71643"/>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9"/>
            <p:cNvSpPr/>
            <p:nvPr/>
          </p:nvSpPr>
          <p:spPr>
            <a:xfrm>
              <a:off x="2975000" y="442550"/>
              <a:ext cx="3962100" cy="1789575"/>
            </a:xfrm>
            <a:custGeom>
              <a:rect b="b" l="l" r="r" t="t"/>
              <a:pathLst>
                <a:path extrusionOk="0" fill="none" h="71583" w="158484">
                  <a:moveTo>
                    <a:pt x="0" y="1"/>
                  </a:moveTo>
                  <a:cubicBezTo>
                    <a:pt x="5380" y="2463"/>
                    <a:pt x="11216" y="4043"/>
                    <a:pt x="16900" y="5016"/>
                  </a:cubicBezTo>
                  <a:cubicBezTo>
                    <a:pt x="22797" y="6049"/>
                    <a:pt x="29058" y="8724"/>
                    <a:pt x="34135" y="10457"/>
                  </a:cubicBezTo>
                  <a:cubicBezTo>
                    <a:pt x="39667" y="12372"/>
                    <a:pt x="32037" y="28846"/>
                    <a:pt x="31855" y="32463"/>
                  </a:cubicBezTo>
                  <a:cubicBezTo>
                    <a:pt x="31672" y="36597"/>
                    <a:pt x="40852" y="44712"/>
                    <a:pt x="45503" y="44074"/>
                  </a:cubicBezTo>
                  <a:cubicBezTo>
                    <a:pt x="54165" y="42889"/>
                    <a:pt x="59606" y="32038"/>
                    <a:pt x="69090" y="30335"/>
                  </a:cubicBezTo>
                  <a:cubicBezTo>
                    <a:pt x="77479" y="28846"/>
                    <a:pt x="87388" y="31703"/>
                    <a:pt x="92646" y="36566"/>
                  </a:cubicBezTo>
                  <a:cubicBezTo>
                    <a:pt x="97084" y="40670"/>
                    <a:pt x="98908" y="48634"/>
                    <a:pt x="107084" y="48725"/>
                  </a:cubicBezTo>
                  <a:cubicBezTo>
                    <a:pt x="112890" y="48816"/>
                    <a:pt x="114501" y="49910"/>
                    <a:pt x="116203" y="55229"/>
                  </a:cubicBezTo>
                  <a:cubicBezTo>
                    <a:pt x="117571" y="59606"/>
                    <a:pt x="117297" y="62555"/>
                    <a:pt x="122951" y="63436"/>
                  </a:cubicBezTo>
                  <a:cubicBezTo>
                    <a:pt x="129030" y="64378"/>
                    <a:pt x="139851" y="60944"/>
                    <a:pt x="145200" y="64622"/>
                  </a:cubicBezTo>
                  <a:cubicBezTo>
                    <a:pt x="148939" y="67205"/>
                    <a:pt x="153590" y="7158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9"/>
            <p:cNvSpPr/>
            <p:nvPr/>
          </p:nvSpPr>
          <p:spPr>
            <a:xfrm>
              <a:off x="2975000" y="442550"/>
              <a:ext cx="3962850" cy="1785000"/>
            </a:xfrm>
            <a:custGeom>
              <a:rect b="b" l="l" r="r" t="t"/>
              <a:pathLst>
                <a:path extrusionOk="0" fill="none" h="71400" w="158514">
                  <a:moveTo>
                    <a:pt x="0" y="1"/>
                  </a:moveTo>
                  <a:cubicBezTo>
                    <a:pt x="5411" y="2432"/>
                    <a:pt x="11307" y="3952"/>
                    <a:pt x="17052" y="4803"/>
                  </a:cubicBezTo>
                  <a:cubicBezTo>
                    <a:pt x="22949" y="5685"/>
                    <a:pt x="29028" y="8967"/>
                    <a:pt x="34682" y="9362"/>
                  </a:cubicBezTo>
                  <a:cubicBezTo>
                    <a:pt x="42007" y="9849"/>
                    <a:pt x="33557" y="28360"/>
                    <a:pt x="32858" y="31065"/>
                  </a:cubicBezTo>
                  <a:cubicBezTo>
                    <a:pt x="31308" y="36931"/>
                    <a:pt x="41095" y="43801"/>
                    <a:pt x="46141" y="42676"/>
                  </a:cubicBezTo>
                  <a:cubicBezTo>
                    <a:pt x="54925" y="40761"/>
                    <a:pt x="60731" y="31703"/>
                    <a:pt x="70245" y="29819"/>
                  </a:cubicBezTo>
                  <a:cubicBezTo>
                    <a:pt x="78451" y="28177"/>
                    <a:pt x="88573" y="30731"/>
                    <a:pt x="93497" y="35563"/>
                  </a:cubicBezTo>
                  <a:cubicBezTo>
                    <a:pt x="97753" y="39728"/>
                    <a:pt x="98969" y="48725"/>
                    <a:pt x="107419" y="48755"/>
                  </a:cubicBezTo>
                  <a:cubicBezTo>
                    <a:pt x="113163" y="48755"/>
                    <a:pt x="115018" y="49667"/>
                    <a:pt x="116872" y="54956"/>
                  </a:cubicBezTo>
                  <a:cubicBezTo>
                    <a:pt x="118331" y="59181"/>
                    <a:pt x="118027" y="61977"/>
                    <a:pt x="123559" y="62798"/>
                  </a:cubicBezTo>
                  <a:cubicBezTo>
                    <a:pt x="129638" y="63710"/>
                    <a:pt x="140459" y="60579"/>
                    <a:pt x="145504" y="64470"/>
                  </a:cubicBezTo>
                  <a:cubicBezTo>
                    <a:pt x="148939" y="67144"/>
                    <a:pt x="153802" y="7140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9"/>
            <p:cNvSpPr/>
            <p:nvPr/>
          </p:nvSpPr>
          <p:spPr>
            <a:xfrm>
              <a:off x="2975000" y="442550"/>
              <a:ext cx="3962100" cy="1781975"/>
            </a:xfrm>
            <a:custGeom>
              <a:rect b="b" l="l" r="r" t="t"/>
              <a:pathLst>
                <a:path extrusionOk="0" fill="none" h="71279" w="158484">
                  <a:moveTo>
                    <a:pt x="0" y="1"/>
                  </a:moveTo>
                  <a:cubicBezTo>
                    <a:pt x="5471" y="2402"/>
                    <a:pt x="11247" y="3922"/>
                    <a:pt x="17174" y="4560"/>
                  </a:cubicBezTo>
                  <a:cubicBezTo>
                    <a:pt x="23253" y="5198"/>
                    <a:pt x="29514" y="8420"/>
                    <a:pt x="35107" y="8177"/>
                  </a:cubicBezTo>
                  <a:cubicBezTo>
                    <a:pt x="44044" y="7782"/>
                    <a:pt x="35290" y="26718"/>
                    <a:pt x="34256" y="29089"/>
                  </a:cubicBezTo>
                  <a:cubicBezTo>
                    <a:pt x="31369" y="35959"/>
                    <a:pt x="40578" y="42980"/>
                    <a:pt x="46658" y="41247"/>
                  </a:cubicBezTo>
                  <a:cubicBezTo>
                    <a:pt x="55533" y="38785"/>
                    <a:pt x="61947" y="31490"/>
                    <a:pt x="71369" y="29180"/>
                  </a:cubicBezTo>
                  <a:cubicBezTo>
                    <a:pt x="79424" y="27174"/>
                    <a:pt x="89819" y="29697"/>
                    <a:pt x="94470" y="34439"/>
                  </a:cubicBezTo>
                  <a:cubicBezTo>
                    <a:pt x="98482" y="38573"/>
                    <a:pt x="99090" y="48785"/>
                    <a:pt x="107753" y="48694"/>
                  </a:cubicBezTo>
                  <a:cubicBezTo>
                    <a:pt x="113407" y="48634"/>
                    <a:pt x="115504" y="49424"/>
                    <a:pt x="117510" y="54652"/>
                  </a:cubicBezTo>
                  <a:cubicBezTo>
                    <a:pt x="119060" y="58694"/>
                    <a:pt x="118665" y="61400"/>
                    <a:pt x="124167" y="62160"/>
                  </a:cubicBezTo>
                  <a:cubicBezTo>
                    <a:pt x="130246" y="62980"/>
                    <a:pt x="140793" y="60245"/>
                    <a:pt x="145717" y="64257"/>
                  </a:cubicBezTo>
                  <a:cubicBezTo>
                    <a:pt x="149061" y="66962"/>
                    <a:pt x="153802" y="71278"/>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9"/>
            <p:cNvSpPr/>
            <p:nvPr/>
          </p:nvSpPr>
          <p:spPr>
            <a:xfrm>
              <a:off x="2975000" y="442550"/>
              <a:ext cx="3962850" cy="1781200"/>
            </a:xfrm>
            <a:custGeom>
              <a:rect b="b" l="l" r="r" t="t"/>
              <a:pathLst>
                <a:path extrusionOk="0" fill="none" h="71248" w="158514">
                  <a:moveTo>
                    <a:pt x="0" y="1"/>
                  </a:moveTo>
                  <a:cubicBezTo>
                    <a:pt x="5502" y="2371"/>
                    <a:pt x="11338" y="3830"/>
                    <a:pt x="17326" y="4347"/>
                  </a:cubicBezTo>
                  <a:cubicBezTo>
                    <a:pt x="23405" y="4833"/>
                    <a:pt x="29484" y="7478"/>
                    <a:pt x="35381" y="7083"/>
                  </a:cubicBezTo>
                  <a:cubicBezTo>
                    <a:pt x="46171" y="6384"/>
                    <a:pt x="37660" y="22007"/>
                    <a:pt x="36080" y="26718"/>
                  </a:cubicBezTo>
                  <a:cubicBezTo>
                    <a:pt x="34560" y="31247"/>
                    <a:pt x="33192" y="34591"/>
                    <a:pt x="37387" y="37934"/>
                  </a:cubicBezTo>
                  <a:cubicBezTo>
                    <a:pt x="40062" y="40032"/>
                    <a:pt x="43983" y="40913"/>
                    <a:pt x="47144" y="39940"/>
                  </a:cubicBezTo>
                  <a:cubicBezTo>
                    <a:pt x="52007" y="38421"/>
                    <a:pt x="55959" y="34864"/>
                    <a:pt x="60548" y="32524"/>
                  </a:cubicBezTo>
                  <a:cubicBezTo>
                    <a:pt x="64409" y="30579"/>
                    <a:pt x="68360" y="29758"/>
                    <a:pt x="72403" y="28512"/>
                  </a:cubicBezTo>
                  <a:cubicBezTo>
                    <a:pt x="80275" y="26080"/>
                    <a:pt x="91187" y="28724"/>
                    <a:pt x="95503" y="33314"/>
                  </a:cubicBezTo>
                  <a:cubicBezTo>
                    <a:pt x="99303" y="37296"/>
                    <a:pt x="99212" y="48877"/>
                    <a:pt x="108118" y="48694"/>
                  </a:cubicBezTo>
                  <a:cubicBezTo>
                    <a:pt x="113589" y="48573"/>
                    <a:pt x="115990" y="49302"/>
                    <a:pt x="118148" y="54409"/>
                  </a:cubicBezTo>
                  <a:cubicBezTo>
                    <a:pt x="119820" y="58299"/>
                    <a:pt x="119364" y="60974"/>
                    <a:pt x="124805" y="61612"/>
                  </a:cubicBezTo>
                  <a:cubicBezTo>
                    <a:pt x="130519" y="62281"/>
                    <a:pt x="141249" y="59819"/>
                    <a:pt x="145991" y="64135"/>
                  </a:cubicBezTo>
                  <a:cubicBezTo>
                    <a:pt x="149213" y="67023"/>
                    <a:pt x="153863" y="71248"/>
                    <a:pt x="158514" y="68695"/>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9"/>
            <p:cNvSpPr/>
            <p:nvPr/>
          </p:nvSpPr>
          <p:spPr>
            <a:xfrm>
              <a:off x="2975000" y="442550"/>
              <a:ext cx="3962100" cy="1777400"/>
            </a:xfrm>
            <a:custGeom>
              <a:rect b="b" l="l" r="r" t="t"/>
              <a:pathLst>
                <a:path extrusionOk="0" fill="none" h="71096" w="158484">
                  <a:moveTo>
                    <a:pt x="0" y="1"/>
                  </a:moveTo>
                  <a:cubicBezTo>
                    <a:pt x="5532" y="2341"/>
                    <a:pt x="11429" y="3739"/>
                    <a:pt x="17447" y="4104"/>
                  </a:cubicBezTo>
                  <a:cubicBezTo>
                    <a:pt x="23496" y="4469"/>
                    <a:pt x="29484" y="6596"/>
                    <a:pt x="35533" y="6049"/>
                  </a:cubicBezTo>
                  <a:cubicBezTo>
                    <a:pt x="47357" y="4955"/>
                    <a:pt x="40822" y="16809"/>
                    <a:pt x="38208" y="23983"/>
                  </a:cubicBezTo>
                  <a:cubicBezTo>
                    <a:pt x="36657" y="28329"/>
                    <a:pt x="33557" y="33253"/>
                    <a:pt x="37691" y="36962"/>
                  </a:cubicBezTo>
                  <a:cubicBezTo>
                    <a:pt x="40244" y="39272"/>
                    <a:pt x="44591" y="39636"/>
                    <a:pt x="47661" y="38603"/>
                  </a:cubicBezTo>
                  <a:cubicBezTo>
                    <a:pt x="52646" y="36931"/>
                    <a:pt x="56901" y="33557"/>
                    <a:pt x="61764" y="31460"/>
                  </a:cubicBezTo>
                  <a:cubicBezTo>
                    <a:pt x="65533" y="29819"/>
                    <a:pt x="69576" y="29150"/>
                    <a:pt x="73375" y="27721"/>
                  </a:cubicBezTo>
                  <a:cubicBezTo>
                    <a:pt x="80974" y="24864"/>
                    <a:pt x="92464" y="27721"/>
                    <a:pt x="96659" y="32068"/>
                  </a:cubicBezTo>
                  <a:cubicBezTo>
                    <a:pt x="100884" y="36445"/>
                    <a:pt x="98634" y="48512"/>
                    <a:pt x="108452" y="48664"/>
                  </a:cubicBezTo>
                  <a:cubicBezTo>
                    <a:pt x="114014" y="48755"/>
                    <a:pt x="116416" y="49150"/>
                    <a:pt x="118756" y="54105"/>
                  </a:cubicBezTo>
                  <a:cubicBezTo>
                    <a:pt x="120550" y="57874"/>
                    <a:pt x="120002" y="60488"/>
                    <a:pt x="125413" y="61035"/>
                  </a:cubicBezTo>
                  <a:cubicBezTo>
                    <a:pt x="131158" y="61643"/>
                    <a:pt x="141553" y="59454"/>
                    <a:pt x="146234" y="63922"/>
                  </a:cubicBezTo>
                  <a:cubicBezTo>
                    <a:pt x="149334" y="66871"/>
                    <a:pt x="153894" y="71096"/>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9"/>
            <p:cNvSpPr/>
            <p:nvPr/>
          </p:nvSpPr>
          <p:spPr>
            <a:xfrm>
              <a:off x="2975000" y="442550"/>
              <a:ext cx="3962850" cy="1775125"/>
            </a:xfrm>
            <a:custGeom>
              <a:rect b="b" l="l" r="r" t="t"/>
              <a:pathLst>
                <a:path extrusionOk="0" fill="none" h="71005" w="158514">
                  <a:moveTo>
                    <a:pt x="0" y="1"/>
                  </a:moveTo>
                  <a:cubicBezTo>
                    <a:pt x="5593" y="2311"/>
                    <a:pt x="11520" y="3648"/>
                    <a:pt x="17569" y="3861"/>
                  </a:cubicBezTo>
                  <a:cubicBezTo>
                    <a:pt x="23587" y="4074"/>
                    <a:pt x="29636" y="5837"/>
                    <a:pt x="35594" y="5046"/>
                  </a:cubicBezTo>
                  <a:cubicBezTo>
                    <a:pt x="47569" y="3466"/>
                    <a:pt x="43800" y="12280"/>
                    <a:pt x="40578" y="20974"/>
                  </a:cubicBezTo>
                  <a:cubicBezTo>
                    <a:pt x="39059" y="25107"/>
                    <a:pt x="34773" y="31916"/>
                    <a:pt x="38268" y="35867"/>
                  </a:cubicBezTo>
                  <a:cubicBezTo>
                    <a:pt x="40548" y="38451"/>
                    <a:pt x="45381" y="38208"/>
                    <a:pt x="48238" y="37296"/>
                  </a:cubicBezTo>
                  <a:cubicBezTo>
                    <a:pt x="53405" y="35624"/>
                    <a:pt x="57965" y="32281"/>
                    <a:pt x="63102" y="30366"/>
                  </a:cubicBezTo>
                  <a:cubicBezTo>
                    <a:pt x="66780" y="28968"/>
                    <a:pt x="70701" y="28420"/>
                    <a:pt x="74257" y="26840"/>
                  </a:cubicBezTo>
                  <a:cubicBezTo>
                    <a:pt x="81552" y="23588"/>
                    <a:pt x="94075" y="26779"/>
                    <a:pt x="97935" y="30791"/>
                  </a:cubicBezTo>
                  <a:cubicBezTo>
                    <a:pt x="101887" y="34895"/>
                    <a:pt x="98938" y="48542"/>
                    <a:pt x="108817" y="48664"/>
                  </a:cubicBezTo>
                  <a:cubicBezTo>
                    <a:pt x="114227" y="48694"/>
                    <a:pt x="116872" y="49029"/>
                    <a:pt x="119364" y="53801"/>
                  </a:cubicBezTo>
                  <a:cubicBezTo>
                    <a:pt x="121249" y="57448"/>
                    <a:pt x="120702" y="60032"/>
                    <a:pt x="126021" y="60518"/>
                  </a:cubicBezTo>
                  <a:cubicBezTo>
                    <a:pt x="131826" y="61035"/>
                    <a:pt x="141857" y="59120"/>
                    <a:pt x="146507" y="63771"/>
                  </a:cubicBezTo>
                  <a:cubicBezTo>
                    <a:pt x="149456" y="66719"/>
                    <a:pt x="153924" y="7100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9"/>
            <p:cNvSpPr/>
            <p:nvPr/>
          </p:nvSpPr>
          <p:spPr>
            <a:xfrm>
              <a:off x="2975000" y="442550"/>
              <a:ext cx="3962850" cy="1772850"/>
            </a:xfrm>
            <a:custGeom>
              <a:rect b="b" l="l" r="r" t="t"/>
              <a:pathLst>
                <a:path extrusionOk="0" fill="none" h="70914" w="158514">
                  <a:moveTo>
                    <a:pt x="0" y="1"/>
                  </a:moveTo>
                  <a:cubicBezTo>
                    <a:pt x="5623" y="2280"/>
                    <a:pt x="11611" y="3526"/>
                    <a:pt x="17690" y="3648"/>
                  </a:cubicBezTo>
                  <a:cubicBezTo>
                    <a:pt x="23648" y="3709"/>
                    <a:pt x="29636" y="5016"/>
                    <a:pt x="35563" y="4104"/>
                  </a:cubicBezTo>
                  <a:cubicBezTo>
                    <a:pt x="47022" y="2371"/>
                    <a:pt x="46627" y="7843"/>
                    <a:pt x="43101" y="17812"/>
                  </a:cubicBezTo>
                  <a:cubicBezTo>
                    <a:pt x="41733" y="21612"/>
                    <a:pt x="36232" y="30670"/>
                    <a:pt x="39028" y="34621"/>
                  </a:cubicBezTo>
                  <a:cubicBezTo>
                    <a:pt x="41004" y="37387"/>
                    <a:pt x="46293" y="36901"/>
                    <a:pt x="48968" y="35989"/>
                  </a:cubicBezTo>
                  <a:cubicBezTo>
                    <a:pt x="57235" y="33071"/>
                    <a:pt x="67235" y="29667"/>
                    <a:pt x="75108" y="25867"/>
                  </a:cubicBezTo>
                  <a:cubicBezTo>
                    <a:pt x="82008" y="22524"/>
                    <a:pt x="95655" y="25746"/>
                    <a:pt x="99303" y="29484"/>
                  </a:cubicBezTo>
                  <a:cubicBezTo>
                    <a:pt x="103042" y="33284"/>
                    <a:pt x="99546" y="48573"/>
                    <a:pt x="109242" y="48573"/>
                  </a:cubicBezTo>
                  <a:cubicBezTo>
                    <a:pt x="114379" y="48573"/>
                    <a:pt x="117328" y="48968"/>
                    <a:pt x="119942" y="53527"/>
                  </a:cubicBezTo>
                  <a:cubicBezTo>
                    <a:pt x="121948" y="57023"/>
                    <a:pt x="121340" y="59606"/>
                    <a:pt x="126629" y="60032"/>
                  </a:cubicBezTo>
                  <a:cubicBezTo>
                    <a:pt x="132495" y="60488"/>
                    <a:pt x="142130" y="58725"/>
                    <a:pt x="146751" y="63558"/>
                  </a:cubicBezTo>
                  <a:cubicBezTo>
                    <a:pt x="149608" y="66567"/>
                    <a:pt x="153985" y="70913"/>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9"/>
            <p:cNvSpPr/>
            <p:nvPr/>
          </p:nvSpPr>
          <p:spPr>
            <a:xfrm>
              <a:off x="2975000" y="442550"/>
              <a:ext cx="3962100" cy="1769800"/>
            </a:xfrm>
            <a:custGeom>
              <a:rect b="b" l="l" r="r" t="t"/>
              <a:pathLst>
                <a:path extrusionOk="0" fill="none" h="70792" w="158484">
                  <a:moveTo>
                    <a:pt x="0" y="1"/>
                  </a:moveTo>
                  <a:cubicBezTo>
                    <a:pt x="5654" y="2280"/>
                    <a:pt x="11703" y="3435"/>
                    <a:pt x="17812" y="3405"/>
                  </a:cubicBezTo>
                  <a:cubicBezTo>
                    <a:pt x="23709" y="3344"/>
                    <a:pt x="29606" y="4165"/>
                    <a:pt x="35502" y="3192"/>
                  </a:cubicBezTo>
                  <a:cubicBezTo>
                    <a:pt x="37660" y="2858"/>
                    <a:pt x="42463" y="1976"/>
                    <a:pt x="44621" y="2949"/>
                  </a:cubicBezTo>
                  <a:cubicBezTo>
                    <a:pt x="49545" y="5168"/>
                    <a:pt x="46840" y="10913"/>
                    <a:pt x="45624" y="14742"/>
                  </a:cubicBezTo>
                  <a:cubicBezTo>
                    <a:pt x="43557" y="21369"/>
                    <a:pt x="34135" y="40001"/>
                    <a:pt x="49819" y="34652"/>
                  </a:cubicBezTo>
                  <a:cubicBezTo>
                    <a:pt x="58299" y="31734"/>
                    <a:pt x="67935" y="28177"/>
                    <a:pt x="76050" y="24864"/>
                  </a:cubicBezTo>
                  <a:cubicBezTo>
                    <a:pt x="83072" y="21977"/>
                    <a:pt x="96051" y="24347"/>
                    <a:pt x="100762" y="28117"/>
                  </a:cubicBezTo>
                  <a:cubicBezTo>
                    <a:pt x="105716" y="32098"/>
                    <a:pt x="98908" y="48299"/>
                    <a:pt x="109698" y="48482"/>
                  </a:cubicBezTo>
                  <a:cubicBezTo>
                    <a:pt x="114653" y="48573"/>
                    <a:pt x="117753" y="48846"/>
                    <a:pt x="120458" y="53254"/>
                  </a:cubicBezTo>
                  <a:cubicBezTo>
                    <a:pt x="122586" y="56628"/>
                    <a:pt x="121948" y="59242"/>
                    <a:pt x="127176" y="59576"/>
                  </a:cubicBezTo>
                  <a:cubicBezTo>
                    <a:pt x="133133" y="60001"/>
                    <a:pt x="142404" y="58360"/>
                    <a:pt x="146963" y="63375"/>
                  </a:cubicBezTo>
                  <a:cubicBezTo>
                    <a:pt x="149699" y="66385"/>
                    <a:pt x="153985" y="70792"/>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9"/>
            <p:cNvSpPr/>
            <p:nvPr/>
          </p:nvSpPr>
          <p:spPr>
            <a:xfrm>
              <a:off x="2975000" y="442550"/>
              <a:ext cx="3963625" cy="1767525"/>
            </a:xfrm>
            <a:custGeom>
              <a:rect b="b" l="l" r="r" t="t"/>
              <a:pathLst>
                <a:path extrusionOk="0" fill="none" h="70701" w="158545">
                  <a:moveTo>
                    <a:pt x="0" y="1"/>
                  </a:moveTo>
                  <a:cubicBezTo>
                    <a:pt x="5715" y="2250"/>
                    <a:pt x="11794" y="3314"/>
                    <a:pt x="17934" y="3192"/>
                  </a:cubicBezTo>
                  <a:cubicBezTo>
                    <a:pt x="23770" y="2979"/>
                    <a:pt x="29575" y="3314"/>
                    <a:pt x="35411" y="2341"/>
                  </a:cubicBezTo>
                  <a:cubicBezTo>
                    <a:pt x="44439" y="791"/>
                    <a:pt x="50518" y="2371"/>
                    <a:pt x="48147" y="11916"/>
                  </a:cubicBezTo>
                  <a:cubicBezTo>
                    <a:pt x="46627" y="18086"/>
                    <a:pt x="34894" y="38725"/>
                    <a:pt x="50883" y="33253"/>
                  </a:cubicBezTo>
                  <a:cubicBezTo>
                    <a:pt x="59697" y="30244"/>
                    <a:pt x="68482" y="26688"/>
                    <a:pt x="77418" y="23922"/>
                  </a:cubicBezTo>
                  <a:cubicBezTo>
                    <a:pt x="84227" y="21794"/>
                    <a:pt x="97601" y="22585"/>
                    <a:pt x="102312" y="26779"/>
                  </a:cubicBezTo>
                  <a:cubicBezTo>
                    <a:pt x="107510" y="31399"/>
                    <a:pt x="99394" y="48056"/>
                    <a:pt x="110276" y="48330"/>
                  </a:cubicBezTo>
                  <a:cubicBezTo>
                    <a:pt x="115200" y="48451"/>
                    <a:pt x="117966" y="49181"/>
                    <a:pt x="120945" y="52889"/>
                  </a:cubicBezTo>
                  <a:cubicBezTo>
                    <a:pt x="123376" y="55928"/>
                    <a:pt x="122464" y="58877"/>
                    <a:pt x="127784" y="59150"/>
                  </a:cubicBezTo>
                  <a:cubicBezTo>
                    <a:pt x="133711" y="59454"/>
                    <a:pt x="142769" y="58026"/>
                    <a:pt x="147267" y="63223"/>
                  </a:cubicBezTo>
                  <a:cubicBezTo>
                    <a:pt x="149881" y="66202"/>
                    <a:pt x="154076" y="70701"/>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9"/>
            <p:cNvSpPr/>
            <p:nvPr/>
          </p:nvSpPr>
          <p:spPr>
            <a:xfrm>
              <a:off x="2975000" y="442550"/>
              <a:ext cx="3962850" cy="1765250"/>
            </a:xfrm>
            <a:custGeom>
              <a:rect b="b" l="l" r="r" t="t"/>
              <a:pathLst>
                <a:path extrusionOk="0" fill="none" h="70610" w="158514">
                  <a:moveTo>
                    <a:pt x="0" y="1"/>
                  </a:moveTo>
                  <a:cubicBezTo>
                    <a:pt x="5745" y="2219"/>
                    <a:pt x="11885" y="3223"/>
                    <a:pt x="18025" y="2949"/>
                  </a:cubicBezTo>
                  <a:cubicBezTo>
                    <a:pt x="23800" y="2645"/>
                    <a:pt x="29514" y="2493"/>
                    <a:pt x="35259" y="1490"/>
                  </a:cubicBezTo>
                  <a:cubicBezTo>
                    <a:pt x="38056" y="1004"/>
                    <a:pt x="42189" y="396"/>
                    <a:pt x="44986" y="1064"/>
                  </a:cubicBezTo>
                  <a:cubicBezTo>
                    <a:pt x="50183" y="2280"/>
                    <a:pt x="51065" y="4803"/>
                    <a:pt x="50487" y="9454"/>
                  </a:cubicBezTo>
                  <a:cubicBezTo>
                    <a:pt x="49728" y="14986"/>
                    <a:pt x="36627" y="36870"/>
                    <a:pt x="52068" y="31825"/>
                  </a:cubicBezTo>
                  <a:cubicBezTo>
                    <a:pt x="60944" y="28937"/>
                    <a:pt x="69910" y="25533"/>
                    <a:pt x="79029" y="23010"/>
                  </a:cubicBezTo>
                  <a:cubicBezTo>
                    <a:pt x="86111" y="21095"/>
                    <a:pt x="98969" y="21551"/>
                    <a:pt x="103893" y="25472"/>
                  </a:cubicBezTo>
                  <a:cubicBezTo>
                    <a:pt x="109212" y="29697"/>
                    <a:pt x="100093" y="47661"/>
                    <a:pt x="110823" y="48147"/>
                  </a:cubicBezTo>
                  <a:cubicBezTo>
                    <a:pt x="115595" y="48360"/>
                    <a:pt x="118422" y="49120"/>
                    <a:pt x="121431" y="52646"/>
                  </a:cubicBezTo>
                  <a:cubicBezTo>
                    <a:pt x="123923" y="55594"/>
                    <a:pt x="123103" y="58542"/>
                    <a:pt x="128300" y="58786"/>
                  </a:cubicBezTo>
                  <a:cubicBezTo>
                    <a:pt x="134288" y="59059"/>
                    <a:pt x="143042" y="57783"/>
                    <a:pt x="147480" y="63041"/>
                  </a:cubicBezTo>
                  <a:cubicBezTo>
                    <a:pt x="150003" y="65989"/>
                    <a:pt x="154076" y="7061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9"/>
            <p:cNvSpPr/>
            <p:nvPr/>
          </p:nvSpPr>
          <p:spPr>
            <a:xfrm>
              <a:off x="2975000" y="428125"/>
              <a:ext cx="3962850" cy="1777400"/>
            </a:xfrm>
            <a:custGeom>
              <a:rect b="b" l="l" r="r" t="t"/>
              <a:pathLst>
                <a:path extrusionOk="0" fill="none" h="71096" w="158514">
                  <a:moveTo>
                    <a:pt x="0" y="578"/>
                  </a:moveTo>
                  <a:cubicBezTo>
                    <a:pt x="5715" y="2705"/>
                    <a:pt x="12128" y="3769"/>
                    <a:pt x="18146" y="3313"/>
                  </a:cubicBezTo>
                  <a:cubicBezTo>
                    <a:pt x="23861" y="2888"/>
                    <a:pt x="29484" y="2219"/>
                    <a:pt x="35138" y="1246"/>
                  </a:cubicBezTo>
                  <a:cubicBezTo>
                    <a:pt x="42554" y="0"/>
                    <a:pt x="52281" y="1489"/>
                    <a:pt x="52585" y="7994"/>
                  </a:cubicBezTo>
                  <a:cubicBezTo>
                    <a:pt x="52767" y="12523"/>
                    <a:pt x="39211" y="35350"/>
                    <a:pt x="53436" y="30882"/>
                  </a:cubicBezTo>
                  <a:cubicBezTo>
                    <a:pt x="62372" y="28086"/>
                    <a:pt x="71673" y="25137"/>
                    <a:pt x="80914" y="22736"/>
                  </a:cubicBezTo>
                  <a:cubicBezTo>
                    <a:pt x="88604" y="20760"/>
                    <a:pt x="100032" y="21551"/>
                    <a:pt x="105443" y="24803"/>
                  </a:cubicBezTo>
                  <a:cubicBezTo>
                    <a:pt x="111674" y="28511"/>
                    <a:pt x="99941" y="47508"/>
                    <a:pt x="111431" y="48511"/>
                  </a:cubicBezTo>
                  <a:cubicBezTo>
                    <a:pt x="116081" y="48937"/>
                    <a:pt x="118847" y="49606"/>
                    <a:pt x="121887" y="52980"/>
                  </a:cubicBezTo>
                  <a:cubicBezTo>
                    <a:pt x="124440" y="55837"/>
                    <a:pt x="123741" y="58785"/>
                    <a:pt x="128787" y="58998"/>
                  </a:cubicBezTo>
                  <a:cubicBezTo>
                    <a:pt x="134836" y="59271"/>
                    <a:pt x="143316" y="58147"/>
                    <a:pt x="147723" y="63436"/>
                  </a:cubicBezTo>
                  <a:cubicBezTo>
                    <a:pt x="150125" y="66323"/>
                    <a:pt x="154106" y="71095"/>
                    <a:pt x="158514" y="6924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9"/>
            <p:cNvSpPr/>
            <p:nvPr/>
          </p:nvSpPr>
          <p:spPr>
            <a:xfrm>
              <a:off x="2975000" y="412925"/>
              <a:ext cx="3962850" cy="1789550"/>
            </a:xfrm>
            <a:custGeom>
              <a:rect b="b" l="l" r="r" t="t"/>
              <a:pathLst>
                <a:path extrusionOk="0" fill="none" h="71582" w="158514">
                  <a:moveTo>
                    <a:pt x="0" y="1186"/>
                  </a:moveTo>
                  <a:cubicBezTo>
                    <a:pt x="5745" y="3283"/>
                    <a:pt x="12219" y="4286"/>
                    <a:pt x="18238" y="3678"/>
                  </a:cubicBezTo>
                  <a:cubicBezTo>
                    <a:pt x="23891" y="3131"/>
                    <a:pt x="29454" y="1976"/>
                    <a:pt x="35046" y="1034"/>
                  </a:cubicBezTo>
                  <a:cubicBezTo>
                    <a:pt x="41308" y="0"/>
                    <a:pt x="52980" y="638"/>
                    <a:pt x="54317" y="7082"/>
                  </a:cubicBezTo>
                  <a:cubicBezTo>
                    <a:pt x="55260" y="11672"/>
                    <a:pt x="42159" y="33557"/>
                    <a:pt x="54895" y="29879"/>
                  </a:cubicBezTo>
                  <a:cubicBezTo>
                    <a:pt x="64044" y="27204"/>
                    <a:pt x="73588" y="24864"/>
                    <a:pt x="82950" y="22523"/>
                  </a:cubicBezTo>
                  <a:cubicBezTo>
                    <a:pt x="90488" y="20608"/>
                    <a:pt x="101248" y="21186"/>
                    <a:pt x="106932" y="24256"/>
                  </a:cubicBezTo>
                  <a:cubicBezTo>
                    <a:pt x="113862" y="27964"/>
                    <a:pt x="100762" y="47478"/>
                    <a:pt x="112069" y="48876"/>
                  </a:cubicBezTo>
                  <a:cubicBezTo>
                    <a:pt x="116264" y="49363"/>
                    <a:pt x="119729" y="49879"/>
                    <a:pt x="122343" y="53344"/>
                  </a:cubicBezTo>
                  <a:cubicBezTo>
                    <a:pt x="124562" y="56354"/>
                    <a:pt x="124653" y="59089"/>
                    <a:pt x="129273" y="59272"/>
                  </a:cubicBezTo>
                  <a:cubicBezTo>
                    <a:pt x="135352" y="59545"/>
                    <a:pt x="143620" y="58603"/>
                    <a:pt x="147936" y="63861"/>
                  </a:cubicBezTo>
                  <a:cubicBezTo>
                    <a:pt x="150277" y="66688"/>
                    <a:pt x="154137" y="71582"/>
                    <a:pt x="158514" y="6984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9"/>
            <p:cNvSpPr/>
            <p:nvPr/>
          </p:nvSpPr>
          <p:spPr>
            <a:xfrm>
              <a:off x="2975000" y="386325"/>
              <a:ext cx="3962850" cy="1813875"/>
            </a:xfrm>
            <a:custGeom>
              <a:rect b="b" l="l" r="r" t="t"/>
              <a:pathLst>
                <a:path extrusionOk="0" fill="none" h="72555" w="158514">
                  <a:moveTo>
                    <a:pt x="0" y="2250"/>
                  </a:moveTo>
                  <a:cubicBezTo>
                    <a:pt x="5806" y="4286"/>
                    <a:pt x="12371" y="5259"/>
                    <a:pt x="18390" y="4529"/>
                  </a:cubicBezTo>
                  <a:cubicBezTo>
                    <a:pt x="23982" y="3830"/>
                    <a:pt x="29423" y="2250"/>
                    <a:pt x="35046" y="1307"/>
                  </a:cubicBezTo>
                  <a:cubicBezTo>
                    <a:pt x="42767" y="0"/>
                    <a:pt x="52402" y="2067"/>
                    <a:pt x="55685" y="7174"/>
                  </a:cubicBezTo>
                  <a:cubicBezTo>
                    <a:pt x="57570" y="10183"/>
                    <a:pt x="46658" y="32159"/>
                    <a:pt x="56719" y="29271"/>
                  </a:cubicBezTo>
                  <a:cubicBezTo>
                    <a:pt x="65442" y="26748"/>
                    <a:pt x="75746" y="25077"/>
                    <a:pt x="85139" y="22736"/>
                  </a:cubicBezTo>
                  <a:cubicBezTo>
                    <a:pt x="92494" y="20882"/>
                    <a:pt x="102099" y="21338"/>
                    <a:pt x="108300" y="24317"/>
                  </a:cubicBezTo>
                  <a:cubicBezTo>
                    <a:pt x="116477" y="28207"/>
                    <a:pt x="101765" y="47873"/>
                    <a:pt x="112799" y="49636"/>
                  </a:cubicBezTo>
                  <a:cubicBezTo>
                    <a:pt x="116780" y="50275"/>
                    <a:pt x="120215" y="50852"/>
                    <a:pt x="122768" y="54165"/>
                  </a:cubicBezTo>
                  <a:cubicBezTo>
                    <a:pt x="125048" y="57083"/>
                    <a:pt x="125200" y="59849"/>
                    <a:pt x="129729" y="60032"/>
                  </a:cubicBezTo>
                  <a:cubicBezTo>
                    <a:pt x="135839" y="60336"/>
                    <a:pt x="143893" y="59545"/>
                    <a:pt x="148179" y="64773"/>
                  </a:cubicBezTo>
                  <a:cubicBezTo>
                    <a:pt x="150459" y="67539"/>
                    <a:pt x="154167" y="72555"/>
                    <a:pt x="158514" y="7091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9"/>
            <p:cNvSpPr/>
            <p:nvPr/>
          </p:nvSpPr>
          <p:spPr>
            <a:xfrm>
              <a:off x="2975000" y="367325"/>
              <a:ext cx="3962850" cy="1829825"/>
            </a:xfrm>
            <a:custGeom>
              <a:rect b="b" l="l" r="r" t="t"/>
              <a:pathLst>
                <a:path extrusionOk="0" fill="none" h="73193" w="158514">
                  <a:moveTo>
                    <a:pt x="0" y="3010"/>
                  </a:moveTo>
                  <a:cubicBezTo>
                    <a:pt x="5836" y="5016"/>
                    <a:pt x="12432" y="5897"/>
                    <a:pt x="18481" y="5046"/>
                  </a:cubicBezTo>
                  <a:cubicBezTo>
                    <a:pt x="24104" y="4286"/>
                    <a:pt x="29514" y="2067"/>
                    <a:pt x="35077" y="1216"/>
                  </a:cubicBezTo>
                  <a:cubicBezTo>
                    <a:pt x="43010" y="0"/>
                    <a:pt x="51703" y="2584"/>
                    <a:pt x="56719" y="7447"/>
                  </a:cubicBezTo>
                  <a:cubicBezTo>
                    <a:pt x="60123" y="10791"/>
                    <a:pt x="50335" y="30396"/>
                    <a:pt x="58998" y="28360"/>
                  </a:cubicBezTo>
                  <a:cubicBezTo>
                    <a:pt x="67722" y="26293"/>
                    <a:pt x="78056" y="25016"/>
                    <a:pt x="87357" y="22615"/>
                  </a:cubicBezTo>
                  <a:cubicBezTo>
                    <a:pt x="94531" y="20761"/>
                    <a:pt x="103224" y="21065"/>
                    <a:pt x="109546" y="24104"/>
                  </a:cubicBezTo>
                  <a:cubicBezTo>
                    <a:pt x="118209" y="28268"/>
                    <a:pt x="103376" y="47965"/>
                    <a:pt x="113559" y="50062"/>
                  </a:cubicBezTo>
                  <a:cubicBezTo>
                    <a:pt x="117328" y="50822"/>
                    <a:pt x="120671" y="51551"/>
                    <a:pt x="123194" y="54682"/>
                  </a:cubicBezTo>
                  <a:cubicBezTo>
                    <a:pt x="125474" y="57539"/>
                    <a:pt x="125717" y="60305"/>
                    <a:pt x="130155" y="60518"/>
                  </a:cubicBezTo>
                  <a:cubicBezTo>
                    <a:pt x="136295" y="60852"/>
                    <a:pt x="144137" y="60214"/>
                    <a:pt x="148392" y="65381"/>
                  </a:cubicBezTo>
                  <a:cubicBezTo>
                    <a:pt x="150611" y="68056"/>
                    <a:pt x="154228" y="73193"/>
                    <a:pt x="158514" y="7167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9"/>
            <p:cNvSpPr/>
            <p:nvPr/>
          </p:nvSpPr>
          <p:spPr>
            <a:xfrm>
              <a:off x="2975000" y="347575"/>
              <a:ext cx="3962850" cy="1845775"/>
            </a:xfrm>
            <a:custGeom>
              <a:rect b="b" l="l" r="r" t="t"/>
              <a:pathLst>
                <a:path extrusionOk="0" fill="none" h="73831" w="158514">
                  <a:moveTo>
                    <a:pt x="0" y="3800"/>
                  </a:moveTo>
                  <a:cubicBezTo>
                    <a:pt x="5867" y="5775"/>
                    <a:pt x="12554" y="6566"/>
                    <a:pt x="18602" y="5623"/>
                  </a:cubicBezTo>
                  <a:cubicBezTo>
                    <a:pt x="24256" y="4711"/>
                    <a:pt x="29575" y="1915"/>
                    <a:pt x="35229" y="1125"/>
                  </a:cubicBezTo>
                  <a:cubicBezTo>
                    <a:pt x="43284" y="0"/>
                    <a:pt x="51217" y="3404"/>
                    <a:pt x="57448" y="7903"/>
                  </a:cubicBezTo>
                  <a:cubicBezTo>
                    <a:pt x="62129" y="11247"/>
                    <a:pt x="59454" y="16353"/>
                    <a:pt x="58421" y="20852"/>
                  </a:cubicBezTo>
                  <a:cubicBezTo>
                    <a:pt x="57782" y="23587"/>
                    <a:pt x="56506" y="28420"/>
                    <a:pt x="61582" y="27599"/>
                  </a:cubicBezTo>
                  <a:cubicBezTo>
                    <a:pt x="70305" y="26171"/>
                    <a:pt x="80366" y="24925"/>
                    <a:pt x="89516" y="22493"/>
                  </a:cubicBezTo>
                  <a:cubicBezTo>
                    <a:pt x="96628" y="20639"/>
                    <a:pt x="104501" y="20700"/>
                    <a:pt x="110732" y="23952"/>
                  </a:cubicBezTo>
                  <a:cubicBezTo>
                    <a:pt x="119698" y="28663"/>
                    <a:pt x="104501" y="47600"/>
                    <a:pt x="114379" y="50487"/>
                  </a:cubicBezTo>
                  <a:cubicBezTo>
                    <a:pt x="117996" y="51551"/>
                    <a:pt x="121157" y="52250"/>
                    <a:pt x="123619" y="55229"/>
                  </a:cubicBezTo>
                  <a:cubicBezTo>
                    <a:pt x="125899" y="57995"/>
                    <a:pt x="126203" y="60791"/>
                    <a:pt x="130550" y="61065"/>
                  </a:cubicBezTo>
                  <a:cubicBezTo>
                    <a:pt x="136659" y="61399"/>
                    <a:pt x="144380" y="60913"/>
                    <a:pt x="148605" y="65989"/>
                  </a:cubicBezTo>
                  <a:cubicBezTo>
                    <a:pt x="150793" y="68603"/>
                    <a:pt x="154258" y="73831"/>
                    <a:pt x="158514" y="7246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9"/>
            <p:cNvSpPr/>
            <p:nvPr/>
          </p:nvSpPr>
          <p:spPr>
            <a:xfrm>
              <a:off x="2975000" y="324000"/>
              <a:ext cx="3962850" cy="1867075"/>
            </a:xfrm>
            <a:custGeom>
              <a:rect b="b" l="l" r="r" t="t"/>
              <a:pathLst>
                <a:path extrusionOk="0" fill="none" h="74683" w="158514">
                  <a:moveTo>
                    <a:pt x="0" y="4743"/>
                  </a:moveTo>
                  <a:cubicBezTo>
                    <a:pt x="5897" y="6688"/>
                    <a:pt x="12645" y="7387"/>
                    <a:pt x="18724" y="6323"/>
                  </a:cubicBezTo>
                  <a:cubicBezTo>
                    <a:pt x="24469" y="5290"/>
                    <a:pt x="29758" y="1977"/>
                    <a:pt x="35502" y="1156"/>
                  </a:cubicBezTo>
                  <a:cubicBezTo>
                    <a:pt x="43466" y="1"/>
                    <a:pt x="51460" y="4682"/>
                    <a:pt x="57934" y="8572"/>
                  </a:cubicBezTo>
                  <a:cubicBezTo>
                    <a:pt x="62858" y="11521"/>
                    <a:pt x="62099" y="15411"/>
                    <a:pt x="61339" y="20153"/>
                  </a:cubicBezTo>
                  <a:cubicBezTo>
                    <a:pt x="60883" y="22919"/>
                    <a:pt x="59576" y="27448"/>
                    <a:pt x="64378" y="27144"/>
                  </a:cubicBezTo>
                  <a:cubicBezTo>
                    <a:pt x="73223" y="26597"/>
                    <a:pt x="82737" y="24834"/>
                    <a:pt x="91643" y="22494"/>
                  </a:cubicBezTo>
                  <a:cubicBezTo>
                    <a:pt x="98817" y="20609"/>
                    <a:pt x="105747" y="20366"/>
                    <a:pt x="111856" y="23983"/>
                  </a:cubicBezTo>
                  <a:cubicBezTo>
                    <a:pt x="120519" y="29120"/>
                    <a:pt x="105990" y="47296"/>
                    <a:pt x="115230" y="51035"/>
                  </a:cubicBezTo>
                  <a:cubicBezTo>
                    <a:pt x="118543" y="52372"/>
                    <a:pt x="121705" y="53072"/>
                    <a:pt x="124045" y="55898"/>
                  </a:cubicBezTo>
                  <a:cubicBezTo>
                    <a:pt x="126325" y="58634"/>
                    <a:pt x="126659" y="61461"/>
                    <a:pt x="130914" y="61765"/>
                  </a:cubicBezTo>
                  <a:cubicBezTo>
                    <a:pt x="136994" y="62160"/>
                    <a:pt x="144593" y="61825"/>
                    <a:pt x="148818" y="66810"/>
                  </a:cubicBezTo>
                  <a:cubicBezTo>
                    <a:pt x="150945" y="69364"/>
                    <a:pt x="154289" y="74683"/>
                    <a:pt x="158514" y="73406"/>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9"/>
            <p:cNvSpPr/>
            <p:nvPr/>
          </p:nvSpPr>
          <p:spPr>
            <a:xfrm>
              <a:off x="2975000" y="297425"/>
              <a:ext cx="3962850" cy="1890625"/>
            </a:xfrm>
            <a:custGeom>
              <a:rect b="b" l="l" r="r" t="t"/>
              <a:pathLst>
                <a:path extrusionOk="0" fill="none" h="75625" w="158514">
                  <a:moveTo>
                    <a:pt x="0" y="5806"/>
                  </a:moveTo>
                  <a:cubicBezTo>
                    <a:pt x="5927" y="7690"/>
                    <a:pt x="12918" y="8450"/>
                    <a:pt x="18815" y="7173"/>
                  </a:cubicBezTo>
                  <a:cubicBezTo>
                    <a:pt x="24530" y="5927"/>
                    <a:pt x="30122" y="2128"/>
                    <a:pt x="35928" y="1216"/>
                  </a:cubicBezTo>
                  <a:cubicBezTo>
                    <a:pt x="43648" y="0"/>
                    <a:pt x="52494" y="5593"/>
                    <a:pt x="58178" y="9392"/>
                  </a:cubicBezTo>
                  <a:cubicBezTo>
                    <a:pt x="62585" y="12310"/>
                    <a:pt x="64226" y="14347"/>
                    <a:pt x="64074" y="19940"/>
                  </a:cubicBezTo>
                  <a:cubicBezTo>
                    <a:pt x="64014" y="22797"/>
                    <a:pt x="62828" y="26839"/>
                    <a:pt x="67296" y="27022"/>
                  </a:cubicBezTo>
                  <a:cubicBezTo>
                    <a:pt x="76081" y="27417"/>
                    <a:pt x="85199" y="24560"/>
                    <a:pt x="93589" y="22584"/>
                  </a:cubicBezTo>
                  <a:cubicBezTo>
                    <a:pt x="100975" y="20851"/>
                    <a:pt x="106598" y="19879"/>
                    <a:pt x="112920" y="24165"/>
                  </a:cubicBezTo>
                  <a:cubicBezTo>
                    <a:pt x="121188" y="29788"/>
                    <a:pt x="107753" y="47113"/>
                    <a:pt x="116142" y="51673"/>
                  </a:cubicBezTo>
                  <a:cubicBezTo>
                    <a:pt x="119030" y="53223"/>
                    <a:pt x="122221" y="54013"/>
                    <a:pt x="124501" y="56718"/>
                  </a:cubicBezTo>
                  <a:cubicBezTo>
                    <a:pt x="126781" y="59423"/>
                    <a:pt x="127115" y="62281"/>
                    <a:pt x="131279" y="62615"/>
                  </a:cubicBezTo>
                  <a:cubicBezTo>
                    <a:pt x="137358" y="63101"/>
                    <a:pt x="144836" y="62828"/>
                    <a:pt x="149030" y="67752"/>
                  </a:cubicBezTo>
                  <a:cubicBezTo>
                    <a:pt x="151158" y="70244"/>
                    <a:pt x="154350" y="75624"/>
                    <a:pt x="158514" y="7446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9"/>
            <p:cNvSpPr/>
            <p:nvPr/>
          </p:nvSpPr>
          <p:spPr>
            <a:xfrm>
              <a:off x="2975000" y="270050"/>
              <a:ext cx="3962100" cy="1914200"/>
            </a:xfrm>
            <a:custGeom>
              <a:rect b="b" l="l" r="r" t="t"/>
              <a:pathLst>
                <a:path extrusionOk="0" fill="none" h="76568" w="158484">
                  <a:moveTo>
                    <a:pt x="0" y="6901"/>
                  </a:moveTo>
                  <a:cubicBezTo>
                    <a:pt x="5988" y="8785"/>
                    <a:pt x="13040" y="9484"/>
                    <a:pt x="18937" y="8025"/>
                  </a:cubicBezTo>
                  <a:cubicBezTo>
                    <a:pt x="24803" y="6627"/>
                    <a:pt x="30396" y="2402"/>
                    <a:pt x="36414" y="1338"/>
                  </a:cubicBezTo>
                  <a:cubicBezTo>
                    <a:pt x="44013" y="1"/>
                    <a:pt x="52463" y="6688"/>
                    <a:pt x="58208" y="10244"/>
                  </a:cubicBezTo>
                  <a:cubicBezTo>
                    <a:pt x="62676" y="13010"/>
                    <a:pt x="65138" y="14925"/>
                    <a:pt x="66476" y="20092"/>
                  </a:cubicBezTo>
                  <a:cubicBezTo>
                    <a:pt x="67235" y="22980"/>
                    <a:pt x="65868" y="26536"/>
                    <a:pt x="70214" y="27144"/>
                  </a:cubicBezTo>
                  <a:cubicBezTo>
                    <a:pt x="78695" y="28329"/>
                    <a:pt x="87753" y="24104"/>
                    <a:pt x="95351" y="22646"/>
                  </a:cubicBezTo>
                  <a:cubicBezTo>
                    <a:pt x="102950" y="21187"/>
                    <a:pt x="107327" y="19150"/>
                    <a:pt x="113893" y="24408"/>
                  </a:cubicBezTo>
                  <a:cubicBezTo>
                    <a:pt x="121309" y="30366"/>
                    <a:pt x="109668" y="47023"/>
                    <a:pt x="117084" y="52251"/>
                  </a:cubicBezTo>
                  <a:cubicBezTo>
                    <a:pt x="119577" y="54014"/>
                    <a:pt x="122586" y="54956"/>
                    <a:pt x="125018" y="57418"/>
                  </a:cubicBezTo>
                  <a:cubicBezTo>
                    <a:pt x="127419" y="59880"/>
                    <a:pt x="127145" y="63011"/>
                    <a:pt x="131614" y="63436"/>
                  </a:cubicBezTo>
                  <a:cubicBezTo>
                    <a:pt x="137602" y="64014"/>
                    <a:pt x="144988" y="63832"/>
                    <a:pt x="149213" y="68695"/>
                  </a:cubicBezTo>
                  <a:cubicBezTo>
                    <a:pt x="151310" y="71126"/>
                    <a:pt x="154410" y="76567"/>
                    <a:pt x="158483" y="755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9"/>
            <p:cNvSpPr/>
            <p:nvPr/>
          </p:nvSpPr>
          <p:spPr>
            <a:xfrm>
              <a:off x="2975000" y="244975"/>
              <a:ext cx="3962100" cy="1937000"/>
            </a:xfrm>
            <a:custGeom>
              <a:rect b="b" l="l" r="r" t="t"/>
              <a:pathLst>
                <a:path extrusionOk="0" fill="none" h="77480" w="158484">
                  <a:moveTo>
                    <a:pt x="0" y="7904"/>
                  </a:moveTo>
                  <a:cubicBezTo>
                    <a:pt x="6019" y="9758"/>
                    <a:pt x="13162" y="10366"/>
                    <a:pt x="19058" y="8815"/>
                  </a:cubicBezTo>
                  <a:cubicBezTo>
                    <a:pt x="25077" y="7204"/>
                    <a:pt x="30730" y="2554"/>
                    <a:pt x="36992" y="1429"/>
                  </a:cubicBezTo>
                  <a:cubicBezTo>
                    <a:pt x="44773" y="1"/>
                    <a:pt x="52038" y="7296"/>
                    <a:pt x="58086" y="10974"/>
                  </a:cubicBezTo>
                  <a:cubicBezTo>
                    <a:pt x="62463" y="13618"/>
                    <a:pt x="66111" y="15806"/>
                    <a:pt x="68482" y="20457"/>
                  </a:cubicBezTo>
                  <a:cubicBezTo>
                    <a:pt x="69910" y="23253"/>
                    <a:pt x="69090" y="26475"/>
                    <a:pt x="73041" y="27387"/>
                  </a:cubicBezTo>
                  <a:cubicBezTo>
                    <a:pt x="81005" y="29180"/>
                    <a:pt x="90002" y="23679"/>
                    <a:pt x="96841" y="22615"/>
                  </a:cubicBezTo>
                  <a:cubicBezTo>
                    <a:pt x="104622" y="21399"/>
                    <a:pt x="107692" y="18360"/>
                    <a:pt x="114714" y="24621"/>
                  </a:cubicBezTo>
                  <a:cubicBezTo>
                    <a:pt x="121917" y="31065"/>
                    <a:pt x="111552" y="46780"/>
                    <a:pt x="118087" y="52767"/>
                  </a:cubicBezTo>
                  <a:cubicBezTo>
                    <a:pt x="120124" y="54682"/>
                    <a:pt x="123224" y="55807"/>
                    <a:pt x="125443" y="58178"/>
                  </a:cubicBezTo>
                  <a:cubicBezTo>
                    <a:pt x="127784" y="60640"/>
                    <a:pt x="127632" y="63771"/>
                    <a:pt x="131918" y="64257"/>
                  </a:cubicBezTo>
                  <a:cubicBezTo>
                    <a:pt x="137905" y="64956"/>
                    <a:pt x="145170" y="64804"/>
                    <a:pt x="149425" y="69576"/>
                  </a:cubicBezTo>
                  <a:cubicBezTo>
                    <a:pt x="151523" y="71947"/>
                    <a:pt x="154471" y="77479"/>
                    <a:pt x="158483" y="765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9"/>
            <p:cNvSpPr/>
            <p:nvPr/>
          </p:nvSpPr>
          <p:spPr>
            <a:xfrm>
              <a:off x="2975000" y="222950"/>
              <a:ext cx="3962100" cy="1955225"/>
            </a:xfrm>
            <a:custGeom>
              <a:rect b="b" l="l" r="r" t="t"/>
              <a:pathLst>
                <a:path extrusionOk="0" fill="none" h="78209" w="158484">
                  <a:moveTo>
                    <a:pt x="0" y="8785"/>
                  </a:moveTo>
                  <a:cubicBezTo>
                    <a:pt x="6079" y="10608"/>
                    <a:pt x="13313" y="11155"/>
                    <a:pt x="19180" y="9453"/>
                  </a:cubicBezTo>
                  <a:cubicBezTo>
                    <a:pt x="25289" y="7690"/>
                    <a:pt x="31125" y="2584"/>
                    <a:pt x="37569" y="1459"/>
                  </a:cubicBezTo>
                  <a:cubicBezTo>
                    <a:pt x="45776" y="0"/>
                    <a:pt x="51642" y="7630"/>
                    <a:pt x="57874" y="11520"/>
                  </a:cubicBezTo>
                  <a:cubicBezTo>
                    <a:pt x="62099" y="14134"/>
                    <a:pt x="67175" y="16596"/>
                    <a:pt x="70123" y="20882"/>
                  </a:cubicBezTo>
                  <a:cubicBezTo>
                    <a:pt x="71886" y="23466"/>
                    <a:pt x="72190" y="26688"/>
                    <a:pt x="75625" y="27569"/>
                  </a:cubicBezTo>
                  <a:cubicBezTo>
                    <a:pt x="83193" y="29484"/>
                    <a:pt x="91339" y="23374"/>
                    <a:pt x="97996" y="22371"/>
                  </a:cubicBezTo>
                  <a:cubicBezTo>
                    <a:pt x="106051" y="21186"/>
                    <a:pt x="108391" y="17630"/>
                    <a:pt x="115473" y="24773"/>
                  </a:cubicBezTo>
                  <a:cubicBezTo>
                    <a:pt x="122039" y="31369"/>
                    <a:pt x="113528" y="46475"/>
                    <a:pt x="119060" y="53101"/>
                  </a:cubicBezTo>
                  <a:cubicBezTo>
                    <a:pt x="120732" y="55107"/>
                    <a:pt x="123802" y="56475"/>
                    <a:pt x="125869" y="58785"/>
                  </a:cubicBezTo>
                  <a:cubicBezTo>
                    <a:pt x="128088" y="61247"/>
                    <a:pt x="128057" y="64348"/>
                    <a:pt x="132191" y="64925"/>
                  </a:cubicBezTo>
                  <a:cubicBezTo>
                    <a:pt x="138179" y="65746"/>
                    <a:pt x="145352" y="65594"/>
                    <a:pt x="149608" y="70305"/>
                  </a:cubicBezTo>
                  <a:cubicBezTo>
                    <a:pt x="151705" y="72615"/>
                    <a:pt x="154502" y="78208"/>
                    <a:pt x="158483" y="7744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9"/>
            <p:cNvSpPr/>
            <p:nvPr/>
          </p:nvSpPr>
          <p:spPr>
            <a:xfrm>
              <a:off x="2975000" y="197875"/>
              <a:ext cx="3962850" cy="1976500"/>
            </a:xfrm>
            <a:custGeom>
              <a:rect b="b" l="l" r="r" t="t"/>
              <a:pathLst>
                <a:path extrusionOk="0" fill="none" h="79060" w="158514">
                  <a:moveTo>
                    <a:pt x="0" y="9788"/>
                  </a:moveTo>
                  <a:cubicBezTo>
                    <a:pt x="6110" y="11551"/>
                    <a:pt x="13222" y="11824"/>
                    <a:pt x="19301" y="10244"/>
                  </a:cubicBezTo>
                  <a:cubicBezTo>
                    <a:pt x="26080" y="8450"/>
                    <a:pt x="31369" y="3040"/>
                    <a:pt x="38208" y="1642"/>
                  </a:cubicBezTo>
                  <a:cubicBezTo>
                    <a:pt x="46384" y="0"/>
                    <a:pt x="51855" y="8207"/>
                    <a:pt x="57600" y="12098"/>
                  </a:cubicBezTo>
                  <a:cubicBezTo>
                    <a:pt x="61886" y="14985"/>
                    <a:pt x="67296" y="17478"/>
                    <a:pt x="71065" y="21368"/>
                  </a:cubicBezTo>
                  <a:cubicBezTo>
                    <a:pt x="73315" y="23678"/>
                    <a:pt x="74743" y="27113"/>
                    <a:pt x="77904" y="27903"/>
                  </a:cubicBezTo>
                  <a:cubicBezTo>
                    <a:pt x="84865" y="29575"/>
                    <a:pt x="91978" y="23648"/>
                    <a:pt x="98847" y="22280"/>
                  </a:cubicBezTo>
                  <a:cubicBezTo>
                    <a:pt x="107419" y="20517"/>
                    <a:pt x="109850" y="17903"/>
                    <a:pt x="116233" y="25077"/>
                  </a:cubicBezTo>
                  <a:cubicBezTo>
                    <a:pt x="122069" y="31642"/>
                    <a:pt x="115656" y="46536"/>
                    <a:pt x="120154" y="53557"/>
                  </a:cubicBezTo>
                  <a:cubicBezTo>
                    <a:pt x="121492" y="55624"/>
                    <a:pt x="124471" y="57235"/>
                    <a:pt x="126325" y="59484"/>
                  </a:cubicBezTo>
                  <a:cubicBezTo>
                    <a:pt x="128422" y="61977"/>
                    <a:pt x="128544" y="65047"/>
                    <a:pt x="132495" y="65685"/>
                  </a:cubicBezTo>
                  <a:cubicBezTo>
                    <a:pt x="138392" y="66658"/>
                    <a:pt x="145565" y="66506"/>
                    <a:pt x="149851" y="71187"/>
                  </a:cubicBezTo>
                  <a:cubicBezTo>
                    <a:pt x="151918" y="73466"/>
                    <a:pt x="154593" y="79059"/>
                    <a:pt x="158514" y="7845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9"/>
            <p:cNvSpPr/>
            <p:nvPr/>
          </p:nvSpPr>
          <p:spPr>
            <a:xfrm>
              <a:off x="2975000" y="180400"/>
              <a:ext cx="3962850" cy="1990925"/>
            </a:xfrm>
            <a:custGeom>
              <a:rect b="b" l="l" r="r" t="t"/>
              <a:pathLst>
                <a:path extrusionOk="0" fill="none" h="79637" w="158514">
                  <a:moveTo>
                    <a:pt x="0" y="10487"/>
                  </a:moveTo>
                  <a:cubicBezTo>
                    <a:pt x="6171" y="12219"/>
                    <a:pt x="13374" y="12371"/>
                    <a:pt x="19453" y="10699"/>
                  </a:cubicBezTo>
                  <a:cubicBezTo>
                    <a:pt x="26384" y="8754"/>
                    <a:pt x="31764" y="2979"/>
                    <a:pt x="38876" y="1611"/>
                  </a:cubicBezTo>
                  <a:cubicBezTo>
                    <a:pt x="47265" y="0"/>
                    <a:pt x="51946" y="8025"/>
                    <a:pt x="57418" y="12280"/>
                  </a:cubicBezTo>
                  <a:cubicBezTo>
                    <a:pt x="61582" y="15532"/>
                    <a:pt x="67083" y="17994"/>
                    <a:pt x="71460" y="21490"/>
                  </a:cubicBezTo>
                  <a:cubicBezTo>
                    <a:pt x="74166" y="23678"/>
                    <a:pt x="76597" y="27143"/>
                    <a:pt x="79789" y="27812"/>
                  </a:cubicBezTo>
                  <a:cubicBezTo>
                    <a:pt x="86172" y="29149"/>
                    <a:pt x="92950" y="23374"/>
                    <a:pt x="99364" y="21733"/>
                  </a:cubicBezTo>
                  <a:cubicBezTo>
                    <a:pt x="107723" y="19605"/>
                    <a:pt x="111218" y="17934"/>
                    <a:pt x="117024" y="25137"/>
                  </a:cubicBezTo>
                  <a:cubicBezTo>
                    <a:pt x="122100" y="31460"/>
                    <a:pt x="117784" y="46475"/>
                    <a:pt x="121249" y="53679"/>
                  </a:cubicBezTo>
                  <a:cubicBezTo>
                    <a:pt x="122708" y="56718"/>
                    <a:pt x="129060" y="65472"/>
                    <a:pt x="132769" y="66171"/>
                  </a:cubicBezTo>
                  <a:cubicBezTo>
                    <a:pt x="138605" y="67296"/>
                    <a:pt x="145748" y="67114"/>
                    <a:pt x="150033" y="71764"/>
                  </a:cubicBezTo>
                  <a:cubicBezTo>
                    <a:pt x="152100" y="73983"/>
                    <a:pt x="154684" y="79637"/>
                    <a:pt x="158514" y="7915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9"/>
            <p:cNvSpPr/>
            <p:nvPr/>
          </p:nvSpPr>
          <p:spPr>
            <a:xfrm>
              <a:off x="2975000" y="165200"/>
              <a:ext cx="3962850" cy="2002325"/>
            </a:xfrm>
            <a:custGeom>
              <a:rect b="b" l="l" r="r" t="t"/>
              <a:pathLst>
                <a:path extrusionOk="0" fill="none" h="80093" w="158514">
                  <a:moveTo>
                    <a:pt x="0" y="11095"/>
                  </a:moveTo>
                  <a:cubicBezTo>
                    <a:pt x="6201" y="12797"/>
                    <a:pt x="13496" y="12858"/>
                    <a:pt x="19575" y="11064"/>
                  </a:cubicBezTo>
                  <a:cubicBezTo>
                    <a:pt x="26688" y="8967"/>
                    <a:pt x="32128" y="2857"/>
                    <a:pt x="39545" y="1520"/>
                  </a:cubicBezTo>
                  <a:cubicBezTo>
                    <a:pt x="47965" y="0"/>
                    <a:pt x="52402" y="7599"/>
                    <a:pt x="57326" y="12280"/>
                  </a:cubicBezTo>
                  <a:cubicBezTo>
                    <a:pt x="61096" y="15867"/>
                    <a:pt x="66840" y="18329"/>
                    <a:pt x="71491" y="21490"/>
                  </a:cubicBezTo>
                  <a:cubicBezTo>
                    <a:pt x="74470" y="23496"/>
                    <a:pt x="77600" y="26870"/>
                    <a:pt x="81157" y="27387"/>
                  </a:cubicBezTo>
                  <a:cubicBezTo>
                    <a:pt x="87449" y="28268"/>
                    <a:pt x="93832" y="22827"/>
                    <a:pt x="99607" y="21034"/>
                  </a:cubicBezTo>
                  <a:cubicBezTo>
                    <a:pt x="107814" y="18450"/>
                    <a:pt x="112677" y="17812"/>
                    <a:pt x="117875" y="25137"/>
                  </a:cubicBezTo>
                  <a:cubicBezTo>
                    <a:pt x="120306" y="28602"/>
                    <a:pt x="119364" y="34773"/>
                    <a:pt x="119759" y="39423"/>
                  </a:cubicBezTo>
                  <a:cubicBezTo>
                    <a:pt x="120185" y="44256"/>
                    <a:pt x="120914" y="49697"/>
                    <a:pt x="122343" y="53679"/>
                  </a:cubicBezTo>
                  <a:cubicBezTo>
                    <a:pt x="123498" y="56810"/>
                    <a:pt x="129425" y="65746"/>
                    <a:pt x="133042" y="66536"/>
                  </a:cubicBezTo>
                  <a:cubicBezTo>
                    <a:pt x="138817" y="67782"/>
                    <a:pt x="145930" y="67600"/>
                    <a:pt x="150246" y="72220"/>
                  </a:cubicBezTo>
                  <a:cubicBezTo>
                    <a:pt x="152313" y="74409"/>
                    <a:pt x="154745" y="80093"/>
                    <a:pt x="158514" y="7975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9"/>
            <p:cNvSpPr/>
            <p:nvPr/>
          </p:nvSpPr>
          <p:spPr>
            <a:xfrm>
              <a:off x="2975000" y="150750"/>
              <a:ext cx="3962850" cy="2014500"/>
            </a:xfrm>
            <a:custGeom>
              <a:rect b="b" l="l" r="r" t="t"/>
              <a:pathLst>
                <a:path extrusionOk="0" fill="none" h="80580" w="158514">
                  <a:moveTo>
                    <a:pt x="0" y="11673"/>
                  </a:moveTo>
                  <a:cubicBezTo>
                    <a:pt x="6262" y="13344"/>
                    <a:pt x="13830" y="13588"/>
                    <a:pt x="19727" y="11429"/>
                  </a:cubicBezTo>
                  <a:cubicBezTo>
                    <a:pt x="26566" y="8907"/>
                    <a:pt x="32767" y="2676"/>
                    <a:pt x="40244" y="1399"/>
                  </a:cubicBezTo>
                  <a:cubicBezTo>
                    <a:pt x="48573" y="1"/>
                    <a:pt x="53162" y="6900"/>
                    <a:pt x="57478" y="12159"/>
                  </a:cubicBezTo>
                  <a:cubicBezTo>
                    <a:pt x="61825" y="17417"/>
                    <a:pt x="74318" y="25807"/>
                    <a:pt x="81917" y="26749"/>
                  </a:cubicBezTo>
                  <a:cubicBezTo>
                    <a:pt x="87692" y="27448"/>
                    <a:pt x="94379" y="22159"/>
                    <a:pt x="99637" y="20244"/>
                  </a:cubicBezTo>
                  <a:cubicBezTo>
                    <a:pt x="108178" y="17144"/>
                    <a:pt x="114045" y="17873"/>
                    <a:pt x="118787" y="25199"/>
                  </a:cubicBezTo>
                  <a:cubicBezTo>
                    <a:pt x="121066" y="28694"/>
                    <a:pt x="119607" y="34895"/>
                    <a:pt x="120215" y="39515"/>
                  </a:cubicBezTo>
                  <a:cubicBezTo>
                    <a:pt x="120853" y="44348"/>
                    <a:pt x="122373" y="49394"/>
                    <a:pt x="123498" y="53649"/>
                  </a:cubicBezTo>
                  <a:cubicBezTo>
                    <a:pt x="124349" y="56962"/>
                    <a:pt x="129729" y="65989"/>
                    <a:pt x="133316" y="66871"/>
                  </a:cubicBezTo>
                  <a:cubicBezTo>
                    <a:pt x="139000" y="68300"/>
                    <a:pt x="146112" y="68087"/>
                    <a:pt x="150459" y="72677"/>
                  </a:cubicBezTo>
                  <a:cubicBezTo>
                    <a:pt x="152495" y="74835"/>
                    <a:pt x="154836" y="80579"/>
                    <a:pt x="158514" y="803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9"/>
            <p:cNvSpPr/>
            <p:nvPr/>
          </p:nvSpPr>
          <p:spPr>
            <a:xfrm>
              <a:off x="2975000" y="138600"/>
              <a:ext cx="3962100" cy="2022075"/>
            </a:xfrm>
            <a:custGeom>
              <a:rect b="b" l="l" r="r" t="t"/>
              <a:pathLst>
                <a:path extrusionOk="0" fill="none" h="80883" w="158484">
                  <a:moveTo>
                    <a:pt x="0" y="12159"/>
                  </a:moveTo>
                  <a:cubicBezTo>
                    <a:pt x="6322" y="13800"/>
                    <a:pt x="13952" y="13952"/>
                    <a:pt x="19849" y="11672"/>
                  </a:cubicBezTo>
                  <a:cubicBezTo>
                    <a:pt x="26900" y="8937"/>
                    <a:pt x="33162" y="2462"/>
                    <a:pt x="40974" y="1247"/>
                  </a:cubicBezTo>
                  <a:cubicBezTo>
                    <a:pt x="48876" y="0"/>
                    <a:pt x="54530" y="5806"/>
                    <a:pt x="58026" y="11855"/>
                  </a:cubicBezTo>
                  <a:cubicBezTo>
                    <a:pt x="61521" y="17873"/>
                    <a:pt x="74500" y="25138"/>
                    <a:pt x="82069" y="25928"/>
                  </a:cubicBezTo>
                  <a:cubicBezTo>
                    <a:pt x="87449" y="26505"/>
                    <a:pt x="94774" y="21186"/>
                    <a:pt x="99637" y="19362"/>
                  </a:cubicBezTo>
                  <a:cubicBezTo>
                    <a:pt x="108178" y="16080"/>
                    <a:pt x="115321" y="17782"/>
                    <a:pt x="119759" y="25107"/>
                  </a:cubicBezTo>
                  <a:cubicBezTo>
                    <a:pt x="121948" y="28724"/>
                    <a:pt x="119790" y="34803"/>
                    <a:pt x="120580" y="39545"/>
                  </a:cubicBezTo>
                  <a:cubicBezTo>
                    <a:pt x="121370" y="44348"/>
                    <a:pt x="123771" y="48937"/>
                    <a:pt x="124623" y="53497"/>
                  </a:cubicBezTo>
                  <a:cubicBezTo>
                    <a:pt x="125291" y="56992"/>
                    <a:pt x="130003" y="66050"/>
                    <a:pt x="133559" y="67053"/>
                  </a:cubicBezTo>
                  <a:cubicBezTo>
                    <a:pt x="139152" y="68603"/>
                    <a:pt x="146355" y="68451"/>
                    <a:pt x="150672" y="72980"/>
                  </a:cubicBezTo>
                  <a:cubicBezTo>
                    <a:pt x="152708" y="75108"/>
                    <a:pt x="154897" y="80883"/>
                    <a:pt x="158483" y="80822"/>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9"/>
            <p:cNvSpPr/>
            <p:nvPr/>
          </p:nvSpPr>
          <p:spPr>
            <a:xfrm>
              <a:off x="2975000" y="124150"/>
              <a:ext cx="3962100" cy="2034250"/>
            </a:xfrm>
            <a:custGeom>
              <a:rect b="b" l="l" r="r" t="t"/>
              <a:pathLst>
                <a:path extrusionOk="0" fill="none" h="81370" w="158484">
                  <a:moveTo>
                    <a:pt x="0" y="12737"/>
                  </a:moveTo>
                  <a:cubicBezTo>
                    <a:pt x="6383" y="14348"/>
                    <a:pt x="13861" y="14226"/>
                    <a:pt x="20001" y="12007"/>
                  </a:cubicBezTo>
                  <a:cubicBezTo>
                    <a:pt x="27721" y="9241"/>
                    <a:pt x="33283" y="2432"/>
                    <a:pt x="41673" y="1186"/>
                  </a:cubicBezTo>
                  <a:cubicBezTo>
                    <a:pt x="49515" y="1"/>
                    <a:pt x="55807" y="4530"/>
                    <a:pt x="58877" y="11551"/>
                  </a:cubicBezTo>
                  <a:cubicBezTo>
                    <a:pt x="61886" y="18481"/>
                    <a:pt x="74378" y="24560"/>
                    <a:pt x="81704" y="25199"/>
                  </a:cubicBezTo>
                  <a:cubicBezTo>
                    <a:pt x="87114" y="25624"/>
                    <a:pt x="94774" y="20244"/>
                    <a:pt x="99607" y="18573"/>
                  </a:cubicBezTo>
                  <a:cubicBezTo>
                    <a:pt x="108118" y="15655"/>
                    <a:pt x="116628" y="17721"/>
                    <a:pt x="120853" y="25199"/>
                  </a:cubicBezTo>
                  <a:cubicBezTo>
                    <a:pt x="123012" y="29029"/>
                    <a:pt x="119972" y="34895"/>
                    <a:pt x="120853" y="39758"/>
                  </a:cubicBezTo>
                  <a:cubicBezTo>
                    <a:pt x="121735" y="44561"/>
                    <a:pt x="125139" y="48512"/>
                    <a:pt x="125778" y="53406"/>
                  </a:cubicBezTo>
                  <a:cubicBezTo>
                    <a:pt x="126294" y="57205"/>
                    <a:pt x="130276" y="66172"/>
                    <a:pt x="133863" y="67297"/>
                  </a:cubicBezTo>
                  <a:cubicBezTo>
                    <a:pt x="139334" y="68999"/>
                    <a:pt x="146568" y="68908"/>
                    <a:pt x="150884" y="73406"/>
                  </a:cubicBezTo>
                  <a:cubicBezTo>
                    <a:pt x="153438" y="76051"/>
                    <a:pt x="154684" y="80428"/>
                    <a:pt x="158483" y="8137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9"/>
            <p:cNvSpPr/>
            <p:nvPr/>
          </p:nvSpPr>
          <p:spPr>
            <a:xfrm>
              <a:off x="2975000" y="108200"/>
              <a:ext cx="3962850" cy="2050975"/>
            </a:xfrm>
            <a:custGeom>
              <a:rect b="b" l="l" r="r" t="t"/>
              <a:pathLst>
                <a:path extrusionOk="0" fill="none" h="82039" w="158514">
                  <a:moveTo>
                    <a:pt x="0" y="13375"/>
                  </a:moveTo>
                  <a:cubicBezTo>
                    <a:pt x="6474" y="14986"/>
                    <a:pt x="14013" y="14712"/>
                    <a:pt x="20183" y="12432"/>
                  </a:cubicBezTo>
                  <a:cubicBezTo>
                    <a:pt x="28116" y="9454"/>
                    <a:pt x="33709" y="2493"/>
                    <a:pt x="42402" y="1156"/>
                  </a:cubicBezTo>
                  <a:cubicBezTo>
                    <a:pt x="50092" y="1"/>
                    <a:pt x="57418" y="4043"/>
                    <a:pt x="59819" y="11217"/>
                  </a:cubicBezTo>
                  <a:cubicBezTo>
                    <a:pt x="62190" y="18390"/>
                    <a:pt x="73862" y="24104"/>
                    <a:pt x="81035" y="24439"/>
                  </a:cubicBezTo>
                  <a:cubicBezTo>
                    <a:pt x="86780" y="24743"/>
                    <a:pt x="94318" y="19454"/>
                    <a:pt x="99607" y="17934"/>
                  </a:cubicBezTo>
                  <a:cubicBezTo>
                    <a:pt x="108452" y="15381"/>
                    <a:pt x="117844" y="17873"/>
                    <a:pt x="122009" y="25350"/>
                  </a:cubicBezTo>
                  <a:cubicBezTo>
                    <a:pt x="124227" y="29332"/>
                    <a:pt x="120154" y="35047"/>
                    <a:pt x="121066" y="40092"/>
                  </a:cubicBezTo>
                  <a:cubicBezTo>
                    <a:pt x="121978" y="44925"/>
                    <a:pt x="126507" y="48512"/>
                    <a:pt x="126963" y="53406"/>
                  </a:cubicBezTo>
                  <a:cubicBezTo>
                    <a:pt x="127297" y="57205"/>
                    <a:pt x="130459" y="66172"/>
                    <a:pt x="134167" y="67570"/>
                  </a:cubicBezTo>
                  <a:cubicBezTo>
                    <a:pt x="139304" y="69485"/>
                    <a:pt x="146842" y="69424"/>
                    <a:pt x="151128" y="73862"/>
                  </a:cubicBezTo>
                  <a:cubicBezTo>
                    <a:pt x="153650" y="76537"/>
                    <a:pt x="154805" y="80883"/>
                    <a:pt x="158514" y="8203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9"/>
            <p:cNvSpPr/>
            <p:nvPr/>
          </p:nvSpPr>
          <p:spPr>
            <a:xfrm>
              <a:off x="2975000" y="89975"/>
              <a:ext cx="3962850" cy="2068425"/>
            </a:xfrm>
            <a:custGeom>
              <a:rect b="b" l="l" r="r" t="t"/>
              <a:pathLst>
                <a:path extrusionOk="0" fill="none" h="82737" w="158514">
                  <a:moveTo>
                    <a:pt x="0" y="14104"/>
                  </a:moveTo>
                  <a:cubicBezTo>
                    <a:pt x="6535" y="15684"/>
                    <a:pt x="14347" y="15502"/>
                    <a:pt x="20335" y="12918"/>
                  </a:cubicBezTo>
                  <a:cubicBezTo>
                    <a:pt x="27995" y="9575"/>
                    <a:pt x="34439" y="2644"/>
                    <a:pt x="43101" y="1216"/>
                  </a:cubicBezTo>
                  <a:cubicBezTo>
                    <a:pt x="50639" y="0"/>
                    <a:pt x="58299" y="3435"/>
                    <a:pt x="60822" y="10882"/>
                  </a:cubicBezTo>
                  <a:cubicBezTo>
                    <a:pt x="63436" y="18572"/>
                    <a:pt x="72190" y="23587"/>
                    <a:pt x="80184" y="23769"/>
                  </a:cubicBezTo>
                  <a:cubicBezTo>
                    <a:pt x="86415" y="23921"/>
                    <a:pt x="93862" y="18663"/>
                    <a:pt x="99759" y="17417"/>
                  </a:cubicBezTo>
                  <a:cubicBezTo>
                    <a:pt x="107875" y="15715"/>
                    <a:pt x="119394" y="17234"/>
                    <a:pt x="123224" y="25593"/>
                  </a:cubicBezTo>
                  <a:cubicBezTo>
                    <a:pt x="125413" y="30396"/>
                    <a:pt x="120367" y="35350"/>
                    <a:pt x="121279" y="40578"/>
                  </a:cubicBezTo>
                  <a:cubicBezTo>
                    <a:pt x="122100" y="45381"/>
                    <a:pt x="127723" y="48937"/>
                    <a:pt x="128118" y="53496"/>
                  </a:cubicBezTo>
                  <a:cubicBezTo>
                    <a:pt x="128422" y="57174"/>
                    <a:pt x="130762" y="66262"/>
                    <a:pt x="134501" y="67873"/>
                  </a:cubicBezTo>
                  <a:cubicBezTo>
                    <a:pt x="139456" y="70001"/>
                    <a:pt x="147085" y="69971"/>
                    <a:pt x="151340" y="74408"/>
                  </a:cubicBezTo>
                  <a:cubicBezTo>
                    <a:pt x="153894" y="77083"/>
                    <a:pt x="154897" y="81430"/>
                    <a:pt x="158514" y="8273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9"/>
            <p:cNvSpPr/>
            <p:nvPr/>
          </p:nvSpPr>
          <p:spPr>
            <a:xfrm>
              <a:off x="2975000" y="69450"/>
              <a:ext cx="3962850" cy="2089725"/>
            </a:xfrm>
            <a:custGeom>
              <a:rect b="b" l="l" r="r" t="t"/>
              <a:pathLst>
                <a:path extrusionOk="0" fill="none" h="83589" w="158514">
                  <a:moveTo>
                    <a:pt x="0" y="14925"/>
                  </a:moveTo>
                  <a:cubicBezTo>
                    <a:pt x="6626" y="16475"/>
                    <a:pt x="14529" y="16201"/>
                    <a:pt x="20517" y="13496"/>
                  </a:cubicBezTo>
                  <a:cubicBezTo>
                    <a:pt x="28359" y="9940"/>
                    <a:pt x="34925" y="3010"/>
                    <a:pt x="43800" y="1338"/>
                  </a:cubicBezTo>
                  <a:cubicBezTo>
                    <a:pt x="51126" y="0"/>
                    <a:pt x="59454" y="3010"/>
                    <a:pt x="61916" y="10517"/>
                  </a:cubicBezTo>
                  <a:cubicBezTo>
                    <a:pt x="64500" y="18359"/>
                    <a:pt x="70853" y="23223"/>
                    <a:pt x="79272" y="23131"/>
                  </a:cubicBezTo>
                  <a:cubicBezTo>
                    <a:pt x="86020" y="23071"/>
                    <a:pt x="93254" y="17934"/>
                    <a:pt x="100032" y="17052"/>
                  </a:cubicBezTo>
                  <a:cubicBezTo>
                    <a:pt x="108574" y="15958"/>
                    <a:pt x="120489" y="17630"/>
                    <a:pt x="124471" y="25989"/>
                  </a:cubicBezTo>
                  <a:cubicBezTo>
                    <a:pt x="126902" y="31065"/>
                    <a:pt x="120671" y="35776"/>
                    <a:pt x="121492" y="41186"/>
                  </a:cubicBezTo>
                  <a:cubicBezTo>
                    <a:pt x="122221" y="46050"/>
                    <a:pt x="128878" y="49393"/>
                    <a:pt x="129243" y="53740"/>
                  </a:cubicBezTo>
                  <a:cubicBezTo>
                    <a:pt x="129516" y="57357"/>
                    <a:pt x="131127" y="66445"/>
                    <a:pt x="134896" y="68238"/>
                  </a:cubicBezTo>
                  <a:cubicBezTo>
                    <a:pt x="139699" y="70549"/>
                    <a:pt x="147359" y="70670"/>
                    <a:pt x="151584" y="75077"/>
                  </a:cubicBezTo>
                  <a:cubicBezTo>
                    <a:pt x="154137" y="77752"/>
                    <a:pt x="154988" y="82068"/>
                    <a:pt x="158514" y="8358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9"/>
            <p:cNvSpPr/>
            <p:nvPr/>
          </p:nvSpPr>
          <p:spPr>
            <a:xfrm>
              <a:off x="2975000" y="45125"/>
              <a:ext cx="3962850" cy="2114050"/>
            </a:xfrm>
            <a:custGeom>
              <a:rect b="b" l="l" r="r" t="t"/>
              <a:pathLst>
                <a:path extrusionOk="0" fill="none" h="84562" w="158514">
                  <a:moveTo>
                    <a:pt x="0" y="15898"/>
                  </a:moveTo>
                  <a:cubicBezTo>
                    <a:pt x="6991" y="17478"/>
                    <a:pt x="14651" y="16809"/>
                    <a:pt x="20700" y="14226"/>
                  </a:cubicBezTo>
                  <a:cubicBezTo>
                    <a:pt x="28511" y="10913"/>
                    <a:pt x="35350" y="3527"/>
                    <a:pt x="44439" y="1551"/>
                  </a:cubicBezTo>
                  <a:cubicBezTo>
                    <a:pt x="51612" y="1"/>
                    <a:pt x="60579" y="2736"/>
                    <a:pt x="63041" y="10214"/>
                  </a:cubicBezTo>
                  <a:cubicBezTo>
                    <a:pt x="65564" y="17934"/>
                    <a:pt x="69515" y="22949"/>
                    <a:pt x="78391" y="22645"/>
                  </a:cubicBezTo>
                  <a:cubicBezTo>
                    <a:pt x="85716" y="22372"/>
                    <a:pt x="93072" y="17417"/>
                    <a:pt x="100488" y="16931"/>
                  </a:cubicBezTo>
                  <a:cubicBezTo>
                    <a:pt x="109273" y="16323"/>
                    <a:pt x="121431" y="18208"/>
                    <a:pt x="125717" y="26536"/>
                  </a:cubicBezTo>
                  <a:cubicBezTo>
                    <a:pt x="128544" y="31946"/>
                    <a:pt x="121036" y="36415"/>
                    <a:pt x="121735" y="41916"/>
                  </a:cubicBezTo>
                  <a:cubicBezTo>
                    <a:pt x="122343" y="46871"/>
                    <a:pt x="129881" y="49971"/>
                    <a:pt x="130276" y="54105"/>
                  </a:cubicBezTo>
                  <a:cubicBezTo>
                    <a:pt x="130641" y="57631"/>
                    <a:pt x="131431" y="66628"/>
                    <a:pt x="135322" y="68664"/>
                  </a:cubicBezTo>
                  <a:cubicBezTo>
                    <a:pt x="140124" y="71157"/>
                    <a:pt x="147632" y="71461"/>
                    <a:pt x="151796" y="75868"/>
                  </a:cubicBezTo>
                  <a:cubicBezTo>
                    <a:pt x="154350" y="78573"/>
                    <a:pt x="155109" y="82859"/>
                    <a:pt x="158514" y="8456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9"/>
            <p:cNvSpPr/>
            <p:nvPr/>
          </p:nvSpPr>
          <p:spPr>
            <a:xfrm>
              <a:off x="2975000" y="20825"/>
              <a:ext cx="3962850" cy="2138350"/>
            </a:xfrm>
            <a:custGeom>
              <a:rect b="b" l="l" r="r" t="t"/>
              <a:pathLst>
                <a:path extrusionOk="0" fill="none" h="85534" w="158514">
                  <a:moveTo>
                    <a:pt x="0" y="16870"/>
                  </a:moveTo>
                  <a:cubicBezTo>
                    <a:pt x="7082" y="18420"/>
                    <a:pt x="14833" y="17629"/>
                    <a:pt x="20912" y="14955"/>
                  </a:cubicBezTo>
                  <a:cubicBezTo>
                    <a:pt x="28876" y="11459"/>
                    <a:pt x="35776" y="3951"/>
                    <a:pt x="45047" y="1702"/>
                  </a:cubicBezTo>
                  <a:cubicBezTo>
                    <a:pt x="52068" y="0"/>
                    <a:pt x="61703" y="2371"/>
                    <a:pt x="64166" y="9818"/>
                  </a:cubicBezTo>
                  <a:cubicBezTo>
                    <a:pt x="66567" y="16991"/>
                    <a:pt x="68877" y="22645"/>
                    <a:pt x="77722" y="22128"/>
                  </a:cubicBezTo>
                  <a:cubicBezTo>
                    <a:pt x="85503" y="21672"/>
                    <a:pt x="93133" y="16961"/>
                    <a:pt x="101127" y="16809"/>
                  </a:cubicBezTo>
                  <a:cubicBezTo>
                    <a:pt x="110063" y="16657"/>
                    <a:pt x="122161" y="18693"/>
                    <a:pt x="126963" y="27083"/>
                  </a:cubicBezTo>
                  <a:cubicBezTo>
                    <a:pt x="130276" y="32858"/>
                    <a:pt x="121705" y="37052"/>
                    <a:pt x="122161" y="42615"/>
                  </a:cubicBezTo>
                  <a:cubicBezTo>
                    <a:pt x="122616" y="47782"/>
                    <a:pt x="130762" y="50518"/>
                    <a:pt x="131279" y="54530"/>
                  </a:cubicBezTo>
                  <a:cubicBezTo>
                    <a:pt x="131735" y="57934"/>
                    <a:pt x="131796" y="66931"/>
                    <a:pt x="135778" y="69089"/>
                  </a:cubicBezTo>
                  <a:cubicBezTo>
                    <a:pt x="140550" y="71703"/>
                    <a:pt x="147936" y="72250"/>
                    <a:pt x="152039" y="76658"/>
                  </a:cubicBezTo>
                  <a:cubicBezTo>
                    <a:pt x="154593" y="79393"/>
                    <a:pt x="155231" y="83649"/>
                    <a:pt x="158514" y="8553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 name="Google Shape;1488;p9"/>
          <p:cNvGrpSpPr/>
          <p:nvPr/>
        </p:nvGrpSpPr>
        <p:grpSpPr>
          <a:xfrm flipH="1" rot="4533140">
            <a:off x="6594797" y="-62298"/>
            <a:ext cx="3668204" cy="3644241"/>
            <a:chOff x="2975000" y="20825"/>
            <a:chExt cx="3963625" cy="2500050"/>
          </a:xfrm>
        </p:grpSpPr>
        <p:sp>
          <p:nvSpPr>
            <p:cNvPr id="1489" name="Google Shape;1489;p9"/>
            <p:cNvSpPr/>
            <p:nvPr/>
          </p:nvSpPr>
          <p:spPr>
            <a:xfrm>
              <a:off x="2975000" y="442550"/>
              <a:ext cx="3962850" cy="2078325"/>
            </a:xfrm>
            <a:custGeom>
              <a:rect b="b" l="l" r="r" t="t"/>
              <a:pathLst>
                <a:path extrusionOk="0" fill="none" h="83133" w="158514">
                  <a:moveTo>
                    <a:pt x="0" y="1"/>
                  </a:moveTo>
                  <a:cubicBezTo>
                    <a:pt x="4347" y="3071"/>
                    <a:pt x="9423" y="6171"/>
                    <a:pt x="12797" y="10122"/>
                  </a:cubicBezTo>
                  <a:cubicBezTo>
                    <a:pt x="18025" y="16232"/>
                    <a:pt x="11095" y="25411"/>
                    <a:pt x="18298" y="31369"/>
                  </a:cubicBezTo>
                  <a:cubicBezTo>
                    <a:pt x="23952" y="36050"/>
                    <a:pt x="23982" y="41612"/>
                    <a:pt x="23283" y="48269"/>
                  </a:cubicBezTo>
                  <a:cubicBezTo>
                    <a:pt x="22706" y="53497"/>
                    <a:pt x="22463" y="62494"/>
                    <a:pt x="29028" y="64044"/>
                  </a:cubicBezTo>
                  <a:cubicBezTo>
                    <a:pt x="35776" y="65655"/>
                    <a:pt x="41186" y="60913"/>
                    <a:pt x="45624" y="56567"/>
                  </a:cubicBezTo>
                  <a:cubicBezTo>
                    <a:pt x="51855" y="50457"/>
                    <a:pt x="63466" y="46202"/>
                    <a:pt x="71825" y="49515"/>
                  </a:cubicBezTo>
                  <a:cubicBezTo>
                    <a:pt x="79211" y="52463"/>
                    <a:pt x="89728" y="48421"/>
                    <a:pt x="96598" y="51430"/>
                  </a:cubicBezTo>
                  <a:cubicBezTo>
                    <a:pt x="100762" y="53284"/>
                    <a:pt x="101035" y="58390"/>
                    <a:pt x="102343" y="62646"/>
                  </a:cubicBezTo>
                  <a:cubicBezTo>
                    <a:pt x="104197" y="68603"/>
                    <a:pt x="108938" y="75564"/>
                    <a:pt x="114106" y="78482"/>
                  </a:cubicBezTo>
                  <a:cubicBezTo>
                    <a:pt x="122343" y="83132"/>
                    <a:pt x="130914" y="70610"/>
                    <a:pt x="138909" y="69151"/>
                  </a:cubicBezTo>
                  <a:cubicBezTo>
                    <a:pt x="145474" y="67935"/>
                    <a:pt x="152435" y="73892"/>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9"/>
            <p:cNvSpPr/>
            <p:nvPr/>
          </p:nvSpPr>
          <p:spPr>
            <a:xfrm>
              <a:off x="2975000" y="442550"/>
              <a:ext cx="3962850" cy="2057800"/>
            </a:xfrm>
            <a:custGeom>
              <a:rect b="b" l="l" r="r" t="t"/>
              <a:pathLst>
                <a:path extrusionOk="0" fill="none" h="82312" w="158514">
                  <a:moveTo>
                    <a:pt x="0" y="1"/>
                  </a:moveTo>
                  <a:cubicBezTo>
                    <a:pt x="4408" y="3040"/>
                    <a:pt x="9392" y="6049"/>
                    <a:pt x="13040" y="9879"/>
                  </a:cubicBezTo>
                  <a:cubicBezTo>
                    <a:pt x="18602" y="15654"/>
                    <a:pt x="11733" y="24955"/>
                    <a:pt x="18694" y="30609"/>
                  </a:cubicBezTo>
                  <a:cubicBezTo>
                    <a:pt x="24408" y="35259"/>
                    <a:pt x="25077" y="40153"/>
                    <a:pt x="24317" y="46901"/>
                  </a:cubicBezTo>
                  <a:cubicBezTo>
                    <a:pt x="23739" y="52129"/>
                    <a:pt x="23131" y="61248"/>
                    <a:pt x="29849" y="62919"/>
                  </a:cubicBezTo>
                  <a:cubicBezTo>
                    <a:pt x="36870" y="64652"/>
                    <a:pt x="41794" y="59606"/>
                    <a:pt x="46627" y="55503"/>
                  </a:cubicBezTo>
                  <a:cubicBezTo>
                    <a:pt x="53557" y="49606"/>
                    <a:pt x="63983" y="44712"/>
                    <a:pt x="72798" y="48634"/>
                  </a:cubicBezTo>
                  <a:cubicBezTo>
                    <a:pt x="80123" y="51886"/>
                    <a:pt x="90245" y="48208"/>
                    <a:pt x="97266" y="51187"/>
                  </a:cubicBezTo>
                  <a:cubicBezTo>
                    <a:pt x="101522" y="52980"/>
                    <a:pt x="101674" y="58026"/>
                    <a:pt x="102890" y="62251"/>
                  </a:cubicBezTo>
                  <a:cubicBezTo>
                    <a:pt x="104561" y="68087"/>
                    <a:pt x="109303" y="75078"/>
                    <a:pt x="114440" y="77844"/>
                  </a:cubicBezTo>
                  <a:cubicBezTo>
                    <a:pt x="122799" y="82312"/>
                    <a:pt x="131097" y="70032"/>
                    <a:pt x="139243" y="68877"/>
                  </a:cubicBezTo>
                  <a:cubicBezTo>
                    <a:pt x="145656" y="67935"/>
                    <a:pt x="152495" y="73771"/>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9"/>
            <p:cNvSpPr/>
            <p:nvPr/>
          </p:nvSpPr>
          <p:spPr>
            <a:xfrm>
              <a:off x="2975000" y="442550"/>
              <a:ext cx="3962850" cy="2035775"/>
            </a:xfrm>
            <a:custGeom>
              <a:rect b="b" l="l" r="r" t="t"/>
              <a:pathLst>
                <a:path extrusionOk="0" fill="none" h="81431" w="158514">
                  <a:moveTo>
                    <a:pt x="0" y="1"/>
                  </a:moveTo>
                  <a:cubicBezTo>
                    <a:pt x="4468" y="3040"/>
                    <a:pt x="9362" y="5958"/>
                    <a:pt x="13313" y="9606"/>
                  </a:cubicBezTo>
                  <a:cubicBezTo>
                    <a:pt x="19210" y="15077"/>
                    <a:pt x="12432" y="24469"/>
                    <a:pt x="19089" y="29849"/>
                  </a:cubicBezTo>
                  <a:cubicBezTo>
                    <a:pt x="24803" y="34469"/>
                    <a:pt x="26019" y="38694"/>
                    <a:pt x="25350" y="45564"/>
                  </a:cubicBezTo>
                  <a:cubicBezTo>
                    <a:pt x="24833" y="50822"/>
                    <a:pt x="23739" y="60001"/>
                    <a:pt x="30609" y="61795"/>
                  </a:cubicBezTo>
                  <a:cubicBezTo>
                    <a:pt x="37691" y="63649"/>
                    <a:pt x="42797" y="58299"/>
                    <a:pt x="47813" y="54378"/>
                  </a:cubicBezTo>
                  <a:cubicBezTo>
                    <a:pt x="55989" y="47995"/>
                    <a:pt x="63345" y="43375"/>
                    <a:pt x="73801" y="47752"/>
                  </a:cubicBezTo>
                  <a:cubicBezTo>
                    <a:pt x="81704" y="51065"/>
                    <a:pt x="90762" y="48026"/>
                    <a:pt x="97966" y="50944"/>
                  </a:cubicBezTo>
                  <a:cubicBezTo>
                    <a:pt x="102282" y="52707"/>
                    <a:pt x="102343" y="57631"/>
                    <a:pt x="103437" y="61825"/>
                  </a:cubicBezTo>
                  <a:cubicBezTo>
                    <a:pt x="104957" y="67570"/>
                    <a:pt x="109637" y="74531"/>
                    <a:pt x="114774" y="77145"/>
                  </a:cubicBezTo>
                  <a:cubicBezTo>
                    <a:pt x="123285" y="81430"/>
                    <a:pt x="131310" y="69454"/>
                    <a:pt x="139577" y="68573"/>
                  </a:cubicBezTo>
                  <a:cubicBezTo>
                    <a:pt x="145869" y="67904"/>
                    <a:pt x="152587" y="73649"/>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9"/>
            <p:cNvSpPr/>
            <p:nvPr/>
          </p:nvSpPr>
          <p:spPr>
            <a:xfrm>
              <a:off x="2975000" y="442550"/>
              <a:ext cx="3962850" cy="2014500"/>
            </a:xfrm>
            <a:custGeom>
              <a:rect b="b" l="l" r="r" t="t"/>
              <a:pathLst>
                <a:path extrusionOk="0" fill="none" h="80580" w="158514">
                  <a:moveTo>
                    <a:pt x="0" y="1"/>
                  </a:moveTo>
                  <a:cubicBezTo>
                    <a:pt x="4560" y="3010"/>
                    <a:pt x="9392" y="5897"/>
                    <a:pt x="13526" y="9393"/>
                  </a:cubicBezTo>
                  <a:cubicBezTo>
                    <a:pt x="19666" y="14469"/>
                    <a:pt x="13162" y="23952"/>
                    <a:pt x="19484" y="29150"/>
                  </a:cubicBezTo>
                  <a:cubicBezTo>
                    <a:pt x="24560" y="33314"/>
                    <a:pt x="27235" y="37509"/>
                    <a:pt x="26323" y="44348"/>
                  </a:cubicBezTo>
                  <a:cubicBezTo>
                    <a:pt x="25563" y="49728"/>
                    <a:pt x="24317" y="58846"/>
                    <a:pt x="31308" y="60792"/>
                  </a:cubicBezTo>
                  <a:cubicBezTo>
                    <a:pt x="38390" y="62737"/>
                    <a:pt x="43770" y="57296"/>
                    <a:pt x="48998" y="53375"/>
                  </a:cubicBezTo>
                  <a:cubicBezTo>
                    <a:pt x="57813" y="46688"/>
                    <a:pt x="63892" y="42129"/>
                    <a:pt x="74743" y="47023"/>
                  </a:cubicBezTo>
                  <a:cubicBezTo>
                    <a:pt x="82433" y="50488"/>
                    <a:pt x="91248" y="47995"/>
                    <a:pt x="98604" y="50761"/>
                  </a:cubicBezTo>
                  <a:cubicBezTo>
                    <a:pt x="103042" y="52372"/>
                    <a:pt x="103011" y="57266"/>
                    <a:pt x="104014" y="61430"/>
                  </a:cubicBezTo>
                  <a:cubicBezTo>
                    <a:pt x="105382" y="67084"/>
                    <a:pt x="109941" y="74014"/>
                    <a:pt x="115109" y="76445"/>
                  </a:cubicBezTo>
                  <a:cubicBezTo>
                    <a:pt x="123802" y="80579"/>
                    <a:pt x="132100" y="68299"/>
                    <a:pt x="139912" y="68330"/>
                  </a:cubicBezTo>
                  <a:cubicBezTo>
                    <a:pt x="144927" y="68330"/>
                    <a:pt x="153529" y="7331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9"/>
            <p:cNvSpPr/>
            <p:nvPr/>
          </p:nvSpPr>
          <p:spPr>
            <a:xfrm>
              <a:off x="2975000" y="442550"/>
              <a:ext cx="3962850" cy="1991700"/>
            </a:xfrm>
            <a:custGeom>
              <a:rect b="b" l="l" r="r" t="t"/>
              <a:pathLst>
                <a:path extrusionOk="0" fill="none" h="79668" w="158514">
                  <a:moveTo>
                    <a:pt x="0" y="1"/>
                  </a:moveTo>
                  <a:cubicBezTo>
                    <a:pt x="4590" y="3010"/>
                    <a:pt x="9484" y="5897"/>
                    <a:pt x="13769" y="9119"/>
                  </a:cubicBezTo>
                  <a:cubicBezTo>
                    <a:pt x="20122" y="13861"/>
                    <a:pt x="13952" y="23344"/>
                    <a:pt x="19879" y="28360"/>
                  </a:cubicBezTo>
                  <a:cubicBezTo>
                    <a:pt x="24651" y="32402"/>
                    <a:pt x="28055" y="36475"/>
                    <a:pt x="27265" y="43102"/>
                  </a:cubicBezTo>
                  <a:cubicBezTo>
                    <a:pt x="26627" y="48482"/>
                    <a:pt x="24985" y="57600"/>
                    <a:pt x="31946" y="59698"/>
                  </a:cubicBezTo>
                  <a:cubicBezTo>
                    <a:pt x="39028" y="61795"/>
                    <a:pt x="44955" y="56202"/>
                    <a:pt x="50183" y="52251"/>
                  </a:cubicBezTo>
                  <a:cubicBezTo>
                    <a:pt x="59424" y="45260"/>
                    <a:pt x="64561" y="40761"/>
                    <a:pt x="75746" y="46232"/>
                  </a:cubicBezTo>
                  <a:cubicBezTo>
                    <a:pt x="83315" y="49971"/>
                    <a:pt x="91795" y="47813"/>
                    <a:pt x="99273" y="50488"/>
                  </a:cubicBezTo>
                  <a:cubicBezTo>
                    <a:pt x="103832" y="52129"/>
                    <a:pt x="103619" y="56840"/>
                    <a:pt x="104653" y="61035"/>
                  </a:cubicBezTo>
                  <a:cubicBezTo>
                    <a:pt x="106051" y="66749"/>
                    <a:pt x="110124" y="73315"/>
                    <a:pt x="115443" y="75716"/>
                  </a:cubicBezTo>
                  <a:cubicBezTo>
                    <a:pt x="124227" y="79667"/>
                    <a:pt x="132039" y="67995"/>
                    <a:pt x="140246" y="68056"/>
                  </a:cubicBezTo>
                  <a:cubicBezTo>
                    <a:pt x="145535" y="68087"/>
                    <a:pt x="153377" y="7340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9"/>
            <p:cNvSpPr/>
            <p:nvPr/>
          </p:nvSpPr>
          <p:spPr>
            <a:xfrm>
              <a:off x="2975000" y="442550"/>
              <a:ext cx="3963625" cy="1968900"/>
            </a:xfrm>
            <a:custGeom>
              <a:rect b="b" l="l" r="r" t="t"/>
              <a:pathLst>
                <a:path extrusionOk="0" fill="none" h="78756" w="158545">
                  <a:moveTo>
                    <a:pt x="0" y="1"/>
                  </a:moveTo>
                  <a:cubicBezTo>
                    <a:pt x="4651" y="2979"/>
                    <a:pt x="9575" y="5867"/>
                    <a:pt x="14013" y="8876"/>
                  </a:cubicBezTo>
                  <a:cubicBezTo>
                    <a:pt x="20548" y="13283"/>
                    <a:pt x="14985" y="22706"/>
                    <a:pt x="20305" y="27539"/>
                  </a:cubicBezTo>
                  <a:cubicBezTo>
                    <a:pt x="24590" y="31430"/>
                    <a:pt x="28724" y="35715"/>
                    <a:pt x="28147" y="42007"/>
                  </a:cubicBezTo>
                  <a:cubicBezTo>
                    <a:pt x="27630" y="47296"/>
                    <a:pt x="25654" y="56445"/>
                    <a:pt x="32584" y="58664"/>
                  </a:cubicBezTo>
                  <a:cubicBezTo>
                    <a:pt x="39606" y="60913"/>
                    <a:pt x="46354" y="55077"/>
                    <a:pt x="51369" y="51096"/>
                  </a:cubicBezTo>
                  <a:cubicBezTo>
                    <a:pt x="60609" y="43770"/>
                    <a:pt x="65351" y="39576"/>
                    <a:pt x="76749" y="45594"/>
                  </a:cubicBezTo>
                  <a:cubicBezTo>
                    <a:pt x="84166" y="49515"/>
                    <a:pt x="92251" y="47722"/>
                    <a:pt x="99911" y="50275"/>
                  </a:cubicBezTo>
                  <a:cubicBezTo>
                    <a:pt x="104622" y="51855"/>
                    <a:pt x="104318" y="56445"/>
                    <a:pt x="105260" y="60609"/>
                  </a:cubicBezTo>
                  <a:cubicBezTo>
                    <a:pt x="106537" y="66324"/>
                    <a:pt x="110428" y="72676"/>
                    <a:pt x="115808" y="74956"/>
                  </a:cubicBezTo>
                  <a:cubicBezTo>
                    <a:pt x="124714" y="78756"/>
                    <a:pt x="132313" y="67418"/>
                    <a:pt x="140580" y="67813"/>
                  </a:cubicBezTo>
                  <a:cubicBezTo>
                    <a:pt x="145778" y="68056"/>
                    <a:pt x="153438" y="73315"/>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9"/>
            <p:cNvSpPr/>
            <p:nvPr/>
          </p:nvSpPr>
          <p:spPr>
            <a:xfrm>
              <a:off x="2975000" y="442550"/>
              <a:ext cx="3962850" cy="1919500"/>
            </a:xfrm>
            <a:custGeom>
              <a:rect b="b" l="l" r="r" t="t"/>
              <a:pathLst>
                <a:path extrusionOk="0" fill="none" h="76780" w="158514">
                  <a:moveTo>
                    <a:pt x="0" y="1"/>
                  </a:moveTo>
                  <a:cubicBezTo>
                    <a:pt x="4712" y="2949"/>
                    <a:pt x="9666" y="5776"/>
                    <a:pt x="14225" y="8633"/>
                  </a:cubicBezTo>
                  <a:cubicBezTo>
                    <a:pt x="20973" y="12797"/>
                    <a:pt x="16049" y="21977"/>
                    <a:pt x="20760" y="26718"/>
                  </a:cubicBezTo>
                  <a:cubicBezTo>
                    <a:pt x="24438" y="30396"/>
                    <a:pt x="29332" y="35168"/>
                    <a:pt x="28967" y="41004"/>
                  </a:cubicBezTo>
                  <a:cubicBezTo>
                    <a:pt x="28633" y="46202"/>
                    <a:pt x="26444" y="55381"/>
                    <a:pt x="33192" y="57661"/>
                  </a:cubicBezTo>
                  <a:cubicBezTo>
                    <a:pt x="40153" y="60032"/>
                    <a:pt x="47752" y="53953"/>
                    <a:pt x="52494" y="49880"/>
                  </a:cubicBezTo>
                  <a:cubicBezTo>
                    <a:pt x="61703" y="41977"/>
                    <a:pt x="66293" y="38633"/>
                    <a:pt x="77722" y="45016"/>
                  </a:cubicBezTo>
                  <a:cubicBezTo>
                    <a:pt x="84926" y="49059"/>
                    <a:pt x="92707" y="47722"/>
                    <a:pt x="100488" y="50093"/>
                  </a:cubicBezTo>
                  <a:cubicBezTo>
                    <a:pt x="105382" y="51582"/>
                    <a:pt x="104987" y="56080"/>
                    <a:pt x="105838" y="60245"/>
                  </a:cubicBezTo>
                  <a:cubicBezTo>
                    <a:pt x="107023" y="65898"/>
                    <a:pt x="111005" y="72676"/>
                    <a:pt x="116142" y="74227"/>
                  </a:cubicBezTo>
                  <a:cubicBezTo>
                    <a:pt x="124683" y="76780"/>
                    <a:pt x="132191" y="66901"/>
                    <a:pt x="140884" y="67570"/>
                  </a:cubicBezTo>
                  <a:cubicBezTo>
                    <a:pt x="145930" y="67965"/>
                    <a:pt x="153468" y="73224"/>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9"/>
            <p:cNvSpPr/>
            <p:nvPr/>
          </p:nvSpPr>
          <p:spPr>
            <a:xfrm>
              <a:off x="2975000" y="442550"/>
              <a:ext cx="3962100" cy="1896700"/>
            </a:xfrm>
            <a:custGeom>
              <a:rect b="b" l="l" r="r" t="t"/>
              <a:pathLst>
                <a:path extrusionOk="0" fill="none" h="75868" w="158484">
                  <a:moveTo>
                    <a:pt x="0" y="1"/>
                  </a:moveTo>
                  <a:cubicBezTo>
                    <a:pt x="4742" y="2949"/>
                    <a:pt x="9788" y="5441"/>
                    <a:pt x="14438" y="8359"/>
                  </a:cubicBezTo>
                  <a:cubicBezTo>
                    <a:pt x="21520" y="12797"/>
                    <a:pt x="16900" y="20852"/>
                    <a:pt x="21277" y="25837"/>
                  </a:cubicBezTo>
                  <a:cubicBezTo>
                    <a:pt x="24408" y="29424"/>
                    <a:pt x="29758" y="34652"/>
                    <a:pt x="29727" y="40123"/>
                  </a:cubicBezTo>
                  <a:cubicBezTo>
                    <a:pt x="29666" y="45229"/>
                    <a:pt x="27447" y="54014"/>
                    <a:pt x="33770" y="56658"/>
                  </a:cubicBezTo>
                  <a:cubicBezTo>
                    <a:pt x="40396" y="59394"/>
                    <a:pt x="49545" y="52433"/>
                    <a:pt x="53618" y="48542"/>
                  </a:cubicBezTo>
                  <a:cubicBezTo>
                    <a:pt x="62707" y="39788"/>
                    <a:pt x="67448" y="37904"/>
                    <a:pt x="78725" y="44530"/>
                  </a:cubicBezTo>
                  <a:cubicBezTo>
                    <a:pt x="85716" y="48664"/>
                    <a:pt x="93224" y="47722"/>
                    <a:pt x="101066" y="49910"/>
                  </a:cubicBezTo>
                  <a:cubicBezTo>
                    <a:pt x="106142" y="51308"/>
                    <a:pt x="105716" y="55685"/>
                    <a:pt x="106476" y="59849"/>
                  </a:cubicBezTo>
                  <a:cubicBezTo>
                    <a:pt x="107540" y="65503"/>
                    <a:pt x="111279" y="71977"/>
                    <a:pt x="116477" y="73467"/>
                  </a:cubicBezTo>
                  <a:cubicBezTo>
                    <a:pt x="124927" y="75868"/>
                    <a:pt x="132708" y="66354"/>
                    <a:pt x="141188" y="67357"/>
                  </a:cubicBezTo>
                  <a:cubicBezTo>
                    <a:pt x="146143" y="67935"/>
                    <a:pt x="153468" y="7313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9"/>
            <p:cNvSpPr/>
            <p:nvPr/>
          </p:nvSpPr>
          <p:spPr>
            <a:xfrm>
              <a:off x="2975000" y="442550"/>
              <a:ext cx="3962850" cy="1870875"/>
            </a:xfrm>
            <a:custGeom>
              <a:rect b="b" l="l" r="r" t="t"/>
              <a:pathLst>
                <a:path extrusionOk="0" fill="none" h="74835" w="158514">
                  <a:moveTo>
                    <a:pt x="0" y="1"/>
                  </a:moveTo>
                  <a:cubicBezTo>
                    <a:pt x="4803" y="2919"/>
                    <a:pt x="9848" y="5350"/>
                    <a:pt x="14651" y="8116"/>
                  </a:cubicBezTo>
                  <a:cubicBezTo>
                    <a:pt x="21946" y="12311"/>
                    <a:pt x="18086" y="19697"/>
                    <a:pt x="21885" y="24895"/>
                  </a:cubicBezTo>
                  <a:cubicBezTo>
                    <a:pt x="24590" y="28633"/>
                    <a:pt x="30031" y="34013"/>
                    <a:pt x="30396" y="39272"/>
                  </a:cubicBezTo>
                  <a:cubicBezTo>
                    <a:pt x="30791" y="44439"/>
                    <a:pt x="28299" y="52919"/>
                    <a:pt x="34439" y="55625"/>
                  </a:cubicBezTo>
                  <a:cubicBezTo>
                    <a:pt x="41186" y="58603"/>
                    <a:pt x="50670" y="51217"/>
                    <a:pt x="54712" y="47083"/>
                  </a:cubicBezTo>
                  <a:cubicBezTo>
                    <a:pt x="63892" y="37630"/>
                    <a:pt x="68542" y="37266"/>
                    <a:pt x="79789" y="44135"/>
                  </a:cubicBezTo>
                  <a:cubicBezTo>
                    <a:pt x="86476" y="48208"/>
                    <a:pt x="93984" y="47661"/>
                    <a:pt x="101674" y="49728"/>
                  </a:cubicBezTo>
                  <a:cubicBezTo>
                    <a:pt x="106932" y="51126"/>
                    <a:pt x="106416" y="55138"/>
                    <a:pt x="107145" y="59454"/>
                  </a:cubicBezTo>
                  <a:cubicBezTo>
                    <a:pt x="108057" y="64986"/>
                    <a:pt x="111552" y="71339"/>
                    <a:pt x="116872" y="72707"/>
                  </a:cubicBezTo>
                  <a:cubicBezTo>
                    <a:pt x="125322" y="74835"/>
                    <a:pt x="133285" y="65837"/>
                    <a:pt x="141523" y="67114"/>
                  </a:cubicBezTo>
                  <a:cubicBezTo>
                    <a:pt x="146386" y="67874"/>
                    <a:pt x="153559" y="73011"/>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9"/>
            <p:cNvSpPr/>
            <p:nvPr/>
          </p:nvSpPr>
          <p:spPr>
            <a:xfrm>
              <a:off x="2975000" y="442550"/>
              <a:ext cx="3962850" cy="1848075"/>
            </a:xfrm>
            <a:custGeom>
              <a:rect b="b" l="l" r="r" t="t"/>
              <a:pathLst>
                <a:path extrusionOk="0" fill="none" h="73923" w="158514">
                  <a:moveTo>
                    <a:pt x="0" y="1"/>
                  </a:moveTo>
                  <a:cubicBezTo>
                    <a:pt x="4833" y="2888"/>
                    <a:pt x="9909" y="5259"/>
                    <a:pt x="14864" y="7873"/>
                  </a:cubicBezTo>
                  <a:cubicBezTo>
                    <a:pt x="22219" y="11764"/>
                    <a:pt x="19301" y="18390"/>
                    <a:pt x="22584" y="23922"/>
                  </a:cubicBezTo>
                  <a:cubicBezTo>
                    <a:pt x="25046" y="28086"/>
                    <a:pt x="30092" y="33649"/>
                    <a:pt x="31004" y="38542"/>
                  </a:cubicBezTo>
                  <a:cubicBezTo>
                    <a:pt x="31855" y="43284"/>
                    <a:pt x="29150" y="51947"/>
                    <a:pt x="35107" y="54561"/>
                  </a:cubicBezTo>
                  <a:cubicBezTo>
                    <a:pt x="42250" y="57691"/>
                    <a:pt x="51673" y="50032"/>
                    <a:pt x="55746" y="45503"/>
                  </a:cubicBezTo>
                  <a:cubicBezTo>
                    <a:pt x="64834" y="35411"/>
                    <a:pt x="69941" y="36992"/>
                    <a:pt x="80822" y="43770"/>
                  </a:cubicBezTo>
                  <a:cubicBezTo>
                    <a:pt x="87205" y="47782"/>
                    <a:pt x="94683" y="47691"/>
                    <a:pt x="102191" y="49576"/>
                  </a:cubicBezTo>
                  <a:cubicBezTo>
                    <a:pt x="107571" y="50913"/>
                    <a:pt x="107145" y="54682"/>
                    <a:pt x="107783" y="59090"/>
                  </a:cubicBezTo>
                  <a:cubicBezTo>
                    <a:pt x="108604" y="64591"/>
                    <a:pt x="111826" y="70610"/>
                    <a:pt x="117236" y="71917"/>
                  </a:cubicBezTo>
                  <a:cubicBezTo>
                    <a:pt x="125504" y="73923"/>
                    <a:pt x="133863" y="65321"/>
                    <a:pt x="141827" y="66901"/>
                  </a:cubicBezTo>
                  <a:cubicBezTo>
                    <a:pt x="146599" y="67813"/>
                    <a:pt x="153620" y="7292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9"/>
            <p:cNvSpPr/>
            <p:nvPr/>
          </p:nvSpPr>
          <p:spPr>
            <a:xfrm>
              <a:off x="2975000" y="442550"/>
              <a:ext cx="3962100" cy="1826050"/>
            </a:xfrm>
            <a:custGeom>
              <a:rect b="b" l="l" r="r" t="t"/>
              <a:pathLst>
                <a:path extrusionOk="0" fill="none" h="73042" w="158484">
                  <a:moveTo>
                    <a:pt x="0" y="1"/>
                  </a:moveTo>
                  <a:cubicBezTo>
                    <a:pt x="4894" y="2858"/>
                    <a:pt x="10000" y="5168"/>
                    <a:pt x="15076" y="7630"/>
                  </a:cubicBezTo>
                  <a:cubicBezTo>
                    <a:pt x="22402" y="11217"/>
                    <a:pt x="20639" y="16992"/>
                    <a:pt x="23435" y="22980"/>
                  </a:cubicBezTo>
                  <a:cubicBezTo>
                    <a:pt x="25685" y="27813"/>
                    <a:pt x="29910" y="33041"/>
                    <a:pt x="31460" y="37934"/>
                  </a:cubicBezTo>
                  <a:cubicBezTo>
                    <a:pt x="32858" y="42372"/>
                    <a:pt x="29940" y="51096"/>
                    <a:pt x="35867" y="53558"/>
                  </a:cubicBezTo>
                  <a:cubicBezTo>
                    <a:pt x="43618" y="56749"/>
                    <a:pt x="52433" y="48937"/>
                    <a:pt x="56779" y="43831"/>
                  </a:cubicBezTo>
                  <a:cubicBezTo>
                    <a:pt x="65746" y="33314"/>
                    <a:pt x="71552" y="36901"/>
                    <a:pt x="81886" y="43466"/>
                  </a:cubicBezTo>
                  <a:cubicBezTo>
                    <a:pt x="87965" y="47327"/>
                    <a:pt x="95412" y="47752"/>
                    <a:pt x="102707" y="49454"/>
                  </a:cubicBezTo>
                  <a:cubicBezTo>
                    <a:pt x="108148" y="50700"/>
                    <a:pt x="107905" y="54226"/>
                    <a:pt x="108452" y="58725"/>
                  </a:cubicBezTo>
                  <a:cubicBezTo>
                    <a:pt x="109182" y="64226"/>
                    <a:pt x="112130" y="69910"/>
                    <a:pt x="117571" y="71187"/>
                  </a:cubicBezTo>
                  <a:cubicBezTo>
                    <a:pt x="125626" y="73041"/>
                    <a:pt x="134410" y="64895"/>
                    <a:pt x="142100" y="66688"/>
                  </a:cubicBezTo>
                  <a:cubicBezTo>
                    <a:pt x="146751" y="67783"/>
                    <a:pt x="153590" y="72828"/>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9"/>
            <p:cNvSpPr/>
            <p:nvPr/>
          </p:nvSpPr>
          <p:spPr>
            <a:xfrm>
              <a:off x="2975000" y="442550"/>
              <a:ext cx="3962850" cy="1818450"/>
            </a:xfrm>
            <a:custGeom>
              <a:rect b="b" l="l" r="r" t="t"/>
              <a:pathLst>
                <a:path extrusionOk="0" fill="none" h="72738" w="158514">
                  <a:moveTo>
                    <a:pt x="0" y="1"/>
                  </a:moveTo>
                  <a:cubicBezTo>
                    <a:pt x="4924" y="2827"/>
                    <a:pt x="10122" y="5077"/>
                    <a:pt x="15259" y="7387"/>
                  </a:cubicBezTo>
                  <a:cubicBezTo>
                    <a:pt x="22432" y="10609"/>
                    <a:pt x="22159" y="15594"/>
                    <a:pt x="24317" y="22007"/>
                  </a:cubicBezTo>
                  <a:cubicBezTo>
                    <a:pt x="26171" y="27630"/>
                    <a:pt x="29332" y="32402"/>
                    <a:pt x="31733" y="37418"/>
                  </a:cubicBezTo>
                  <a:cubicBezTo>
                    <a:pt x="33831" y="41764"/>
                    <a:pt x="30669" y="50305"/>
                    <a:pt x="36657" y="52615"/>
                  </a:cubicBezTo>
                  <a:cubicBezTo>
                    <a:pt x="44955" y="55868"/>
                    <a:pt x="53162" y="47630"/>
                    <a:pt x="57782" y="42068"/>
                  </a:cubicBezTo>
                  <a:cubicBezTo>
                    <a:pt x="66476" y="31551"/>
                    <a:pt x="73315" y="37022"/>
                    <a:pt x="82950" y="43193"/>
                  </a:cubicBezTo>
                  <a:cubicBezTo>
                    <a:pt x="88695" y="46871"/>
                    <a:pt x="96142" y="47813"/>
                    <a:pt x="103194" y="49333"/>
                  </a:cubicBezTo>
                  <a:cubicBezTo>
                    <a:pt x="108726" y="50488"/>
                    <a:pt x="108634" y="53740"/>
                    <a:pt x="109151" y="58390"/>
                  </a:cubicBezTo>
                  <a:cubicBezTo>
                    <a:pt x="109789" y="63862"/>
                    <a:pt x="112464" y="69211"/>
                    <a:pt x="117996" y="70427"/>
                  </a:cubicBezTo>
                  <a:cubicBezTo>
                    <a:pt x="125778" y="72129"/>
                    <a:pt x="135018" y="64439"/>
                    <a:pt x="142434" y="66506"/>
                  </a:cubicBezTo>
                  <a:cubicBezTo>
                    <a:pt x="146994" y="67752"/>
                    <a:pt x="153650" y="72737"/>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9"/>
            <p:cNvSpPr/>
            <p:nvPr/>
          </p:nvSpPr>
          <p:spPr>
            <a:xfrm>
              <a:off x="2975000" y="442550"/>
              <a:ext cx="3962850" cy="1816175"/>
            </a:xfrm>
            <a:custGeom>
              <a:rect b="b" l="l" r="r" t="t"/>
              <a:pathLst>
                <a:path extrusionOk="0" fill="none" h="72647" w="158514">
                  <a:moveTo>
                    <a:pt x="0" y="1"/>
                  </a:moveTo>
                  <a:cubicBezTo>
                    <a:pt x="4985" y="2797"/>
                    <a:pt x="10244" y="4985"/>
                    <a:pt x="15441" y="7144"/>
                  </a:cubicBezTo>
                  <a:cubicBezTo>
                    <a:pt x="22341" y="10031"/>
                    <a:pt x="23648" y="14621"/>
                    <a:pt x="25259" y="21034"/>
                  </a:cubicBezTo>
                  <a:cubicBezTo>
                    <a:pt x="26688" y="26809"/>
                    <a:pt x="28572" y="31977"/>
                    <a:pt x="31885" y="36992"/>
                  </a:cubicBezTo>
                  <a:cubicBezTo>
                    <a:pt x="34742" y="41278"/>
                    <a:pt x="31429" y="49606"/>
                    <a:pt x="37478" y="51825"/>
                  </a:cubicBezTo>
                  <a:cubicBezTo>
                    <a:pt x="46171" y="55017"/>
                    <a:pt x="54469" y="46202"/>
                    <a:pt x="58755" y="40305"/>
                  </a:cubicBezTo>
                  <a:cubicBezTo>
                    <a:pt x="66232" y="30001"/>
                    <a:pt x="76415" y="38025"/>
                    <a:pt x="84044" y="42889"/>
                  </a:cubicBezTo>
                  <a:cubicBezTo>
                    <a:pt x="89546" y="46384"/>
                    <a:pt x="96841" y="47874"/>
                    <a:pt x="103680" y="49211"/>
                  </a:cubicBezTo>
                  <a:cubicBezTo>
                    <a:pt x="109242" y="50305"/>
                    <a:pt x="109364" y="53254"/>
                    <a:pt x="109850" y="58026"/>
                  </a:cubicBezTo>
                  <a:cubicBezTo>
                    <a:pt x="110397" y="63436"/>
                    <a:pt x="112829" y="68482"/>
                    <a:pt x="118422" y="69667"/>
                  </a:cubicBezTo>
                  <a:cubicBezTo>
                    <a:pt x="125930" y="71278"/>
                    <a:pt x="135626" y="64044"/>
                    <a:pt x="142708" y="66293"/>
                  </a:cubicBezTo>
                  <a:cubicBezTo>
                    <a:pt x="147176" y="67692"/>
                    <a:pt x="153681" y="7264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9"/>
            <p:cNvSpPr/>
            <p:nvPr/>
          </p:nvSpPr>
          <p:spPr>
            <a:xfrm>
              <a:off x="2975000" y="442550"/>
              <a:ext cx="3962850" cy="1813875"/>
            </a:xfrm>
            <a:custGeom>
              <a:rect b="b" l="l" r="r" t="t"/>
              <a:pathLst>
                <a:path extrusionOk="0" fill="none" h="72555" w="158514">
                  <a:moveTo>
                    <a:pt x="0" y="1"/>
                  </a:moveTo>
                  <a:cubicBezTo>
                    <a:pt x="5015" y="2767"/>
                    <a:pt x="10335" y="4894"/>
                    <a:pt x="15624" y="6931"/>
                  </a:cubicBezTo>
                  <a:cubicBezTo>
                    <a:pt x="22189" y="9423"/>
                    <a:pt x="24925" y="13648"/>
                    <a:pt x="26262" y="20031"/>
                  </a:cubicBezTo>
                  <a:cubicBezTo>
                    <a:pt x="27508" y="25958"/>
                    <a:pt x="27843" y="31582"/>
                    <a:pt x="31916" y="36597"/>
                  </a:cubicBezTo>
                  <a:cubicBezTo>
                    <a:pt x="35290" y="40731"/>
                    <a:pt x="32432" y="49150"/>
                    <a:pt x="38299" y="51096"/>
                  </a:cubicBezTo>
                  <a:cubicBezTo>
                    <a:pt x="47326" y="54105"/>
                    <a:pt x="55138" y="44804"/>
                    <a:pt x="59758" y="38512"/>
                  </a:cubicBezTo>
                  <a:cubicBezTo>
                    <a:pt x="66901" y="28816"/>
                    <a:pt x="78512" y="38512"/>
                    <a:pt x="85139" y="42585"/>
                  </a:cubicBezTo>
                  <a:cubicBezTo>
                    <a:pt x="90397" y="45807"/>
                    <a:pt x="97510" y="47995"/>
                    <a:pt x="104105" y="49120"/>
                  </a:cubicBezTo>
                  <a:cubicBezTo>
                    <a:pt x="109698" y="50062"/>
                    <a:pt x="109729" y="52707"/>
                    <a:pt x="110580" y="57691"/>
                  </a:cubicBezTo>
                  <a:cubicBezTo>
                    <a:pt x="111461" y="63071"/>
                    <a:pt x="112829" y="67692"/>
                    <a:pt x="118878" y="68938"/>
                  </a:cubicBezTo>
                  <a:cubicBezTo>
                    <a:pt x="126082" y="70427"/>
                    <a:pt x="136234" y="63649"/>
                    <a:pt x="143012" y="66111"/>
                  </a:cubicBezTo>
                  <a:cubicBezTo>
                    <a:pt x="147359" y="67661"/>
                    <a:pt x="153742" y="7255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9"/>
            <p:cNvSpPr/>
            <p:nvPr/>
          </p:nvSpPr>
          <p:spPr>
            <a:xfrm>
              <a:off x="2975000" y="442550"/>
              <a:ext cx="3962850" cy="1804000"/>
            </a:xfrm>
            <a:custGeom>
              <a:rect b="b" l="l" r="r" t="t"/>
              <a:pathLst>
                <a:path extrusionOk="0" fill="none" h="72160" w="158514">
                  <a:moveTo>
                    <a:pt x="0" y="1"/>
                  </a:moveTo>
                  <a:cubicBezTo>
                    <a:pt x="5076" y="2736"/>
                    <a:pt x="10456" y="4803"/>
                    <a:pt x="15806" y="6688"/>
                  </a:cubicBezTo>
                  <a:cubicBezTo>
                    <a:pt x="22037" y="8876"/>
                    <a:pt x="26049" y="12767"/>
                    <a:pt x="27326" y="18967"/>
                  </a:cubicBezTo>
                  <a:cubicBezTo>
                    <a:pt x="28542" y="24925"/>
                    <a:pt x="27326" y="31126"/>
                    <a:pt x="31855" y="36202"/>
                  </a:cubicBezTo>
                  <a:cubicBezTo>
                    <a:pt x="35381" y="40153"/>
                    <a:pt x="33618" y="48725"/>
                    <a:pt x="39150" y="50457"/>
                  </a:cubicBezTo>
                  <a:cubicBezTo>
                    <a:pt x="48329" y="53314"/>
                    <a:pt x="55746" y="42919"/>
                    <a:pt x="60792" y="36810"/>
                  </a:cubicBezTo>
                  <a:cubicBezTo>
                    <a:pt x="67995" y="28086"/>
                    <a:pt x="80032" y="38360"/>
                    <a:pt x="86263" y="42159"/>
                  </a:cubicBezTo>
                  <a:cubicBezTo>
                    <a:pt x="91430" y="45320"/>
                    <a:pt x="98057" y="48056"/>
                    <a:pt x="104561" y="48998"/>
                  </a:cubicBezTo>
                  <a:cubicBezTo>
                    <a:pt x="115747" y="50700"/>
                    <a:pt x="107692" y="65898"/>
                    <a:pt x="119303" y="68178"/>
                  </a:cubicBezTo>
                  <a:cubicBezTo>
                    <a:pt x="126294" y="69576"/>
                    <a:pt x="136872" y="63254"/>
                    <a:pt x="143316" y="65898"/>
                  </a:cubicBezTo>
                  <a:cubicBezTo>
                    <a:pt x="147784" y="67752"/>
                    <a:pt x="153407" y="7216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9"/>
            <p:cNvSpPr/>
            <p:nvPr/>
          </p:nvSpPr>
          <p:spPr>
            <a:xfrm>
              <a:off x="2975000" y="442550"/>
              <a:ext cx="3962100" cy="1802475"/>
            </a:xfrm>
            <a:custGeom>
              <a:rect b="b" l="l" r="r" t="t"/>
              <a:pathLst>
                <a:path extrusionOk="0" fill="none" h="72099" w="158484">
                  <a:moveTo>
                    <a:pt x="0" y="1"/>
                  </a:moveTo>
                  <a:cubicBezTo>
                    <a:pt x="5107" y="2706"/>
                    <a:pt x="10760" y="4590"/>
                    <a:pt x="15958" y="6444"/>
                  </a:cubicBezTo>
                  <a:cubicBezTo>
                    <a:pt x="21764" y="8511"/>
                    <a:pt x="26931" y="11733"/>
                    <a:pt x="28390" y="17843"/>
                  </a:cubicBezTo>
                  <a:cubicBezTo>
                    <a:pt x="29788" y="23740"/>
                    <a:pt x="26900" y="30579"/>
                    <a:pt x="31672" y="35867"/>
                  </a:cubicBezTo>
                  <a:cubicBezTo>
                    <a:pt x="35107" y="39636"/>
                    <a:pt x="34925" y="48390"/>
                    <a:pt x="40001" y="49849"/>
                  </a:cubicBezTo>
                  <a:cubicBezTo>
                    <a:pt x="49302" y="52494"/>
                    <a:pt x="56415" y="40761"/>
                    <a:pt x="61886" y="35320"/>
                  </a:cubicBezTo>
                  <a:cubicBezTo>
                    <a:pt x="69211" y="28025"/>
                    <a:pt x="81278" y="37873"/>
                    <a:pt x="87327" y="41612"/>
                  </a:cubicBezTo>
                  <a:cubicBezTo>
                    <a:pt x="92585" y="44864"/>
                    <a:pt x="98421" y="48117"/>
                    <a:pt x="104926" y="48968"/>
                  </a:cubicBezTo>
                  <a:cubicBezTo>
                    <a:pt x="116385" y="50457"/>
                    <a:pt x="108239" y="65442"/>
                    <a:pt x="119759" y="67509"/>
                  </a:cubicBezTo>
                  <a:cubicBezTo>
                    <a:pt x="126659" y="68725"/>
                    <a:pt x="137298" y="62980"/>
                    <a:pt x="143559" y="65716"/>
                  </a:cubicBezTo>
                  <a:cubicBezTo>
                    <a:pt x="147936" y="67631"/>
                    <a:pt x="153407" y="72099"/>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9"/>
            <p:cNvSpPr/>
            <p:nvPr/>
          </p:nvSpPr>
          <p:spPr>
            <a:xfrm>
              <a:off x="2975000" y="442550"/>
              <a:ext cx="3962850" cy="1800200"/>
            </a:xfrm>
            <a:custGeom>
              <a:rect b="b" l="l" r="r" t="t"/>
              <a:pathLst>
                <a:path extrusionOk="0" fill="none" h="72008" w="158514">
                  <a:moveTo>
                    <a:pt x="0" y="1"/>
                  </a:moveTo>
                  <a:cubicBezTo>
                    <a:pt x="5167" y="2645"/>
                    <a:pt x="10821" y="4499"/>
                    <a:pt x="16140" y="6201"/>
                  </a:cubicBezTo>
                  <a:cubicBezTo>
                    <a:pt x="21976" y="8055"/>
                    <a:pt x="27630" y="11065"/>
                    <a:pt x="29484" y="16657"/>
                  </a:cubicBezTo>
                  <a:cubicBezTo>
                    <a:pt x="31308" y="22159"/>
                    <a:pt x="26748" y="29940"/>
                    <a:pt x="31521" y="35442"/>
                  </a:cubicBezTo>
                  <a:cubicBezTo>
                    <a:pt x="34621" y="38998"/>
                    <a:pt x="36414" y="48147"/>
                    <a:pt x="40913" y="49211"/>
                  </a:cubicBezTo>
                  <a:cubicBezTo>
                    <a:pt x="50244" y="51430"/>
                    <a:pt x="56749" y="38846"/>
                    <a:pt x="63041" y="34044"/>
                  </a:cubicBezTo>
                  <a:cubicBezTo>
                    <a:pt x="70731" y="28147"/>
                    <a:pt x="82190" y="36992"/>
                    <a:pt x="88391" y="40943"/>
                  </a:cubicBezTo>
                  <a:cubicBezTo>
                    <a:pt x="93862" y="44409"/>
                    <a:pt x="98695" y="48147"/>
                    <a:pt x="105352" y="48907"/>
                  </a:cubicBezTo>
                  <a:cubicBezTo>
                    <a:pt x="117024" y="50184"/>
                    <a:pt x="108786" y="64834"/>
                    <a:pt x="120276" y="66780"/>
                  </a:cubicBezTo>
                  <a:cubicBezTo>
                    <a:pt x="126993" y="67904"/>
                    <a:pt x="137784" y="62585"/>
                    <a:pt x="143863" y="65533"/>
                  </a:cubicBezTo>
                  <a:cubicBezTo>
                    <a:pt x="148149" y="67570"/>
                    <a:pt x="153468" y="72008"/>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9"/>
            <p:cNvSpPr/>
            <p:nvPr/>
          </p:nvSpPr>
          <p:spPr>
            <a:xfrm>
              <a:off x="2975000" y="442550"/>
              <a:ext cx="3963625" cy="1798675"/>
            </a:xfrm>
            <a:custGeom>
              <a:rect b="b" l="l" r="r" t="t"/>
              <a:pathLst>
                <a:path extrusionOk="0" fill="none" h="71947" w="158545">
                  <a:moveTo>
                    <a:pt x="0" y="1"/>
                  </a:moveTo>
                  <a:cubicBezTo>
                    <a:pt x="5198" y="2615"/>
                    <a:pt x="10912" y="4408"/>
                    <a:pt x="16323" y="5958"/>
                  </a:cubicBezTo>
                  <a:cubicBezTo>
                    <a:pt x="22067" y="7630"/>
                    <a:pt x="28147" y="10365"/>
                    <a:pt x="30578" y="15472"/>
                  </a:cubicBezTo>
                  <a:cubicBezTo>
                    <a:pt x="33192" y="20974"/>
                    <a:pt x="26931" y="29059"/>
                    <a:pt x="31369" y="35047"/>
                  </a:cubicBezTo>
                  <a:cubicBezTo>
                    <a:pt x="33831" y="38390"/>
                    <a:pt x="37904" y="47904"/>
                    <a:pt x="41825" y="48542"/>
                  </a:cubicBezTo>
                  <a:cubicBezTo>
                    <a:pt x="50883" y="50062"/>
                    <a:pt x="57296" y="36931"/>
                    <a:pt x="64257" y="33010"/>
                  </a:cubicBezTo>
                  <a:cubicBezTo>
                    <a:pt x="72160" y="28512"/>
                    <a:pt x="83102" y="35928"/>
                    <a:pt x="89424" y="40153"/>
                  </a:cubicBezTo>
                  <a:cubicBezTo>
                    <a:pt x="94804" y="43740"/>
                    <a:pt x="98877" y="48208"/>
                    <a:pt x="105747" y="48846"/>
                  </a:cubicBezTo>
                  <a:cubicBezTo>
                    <a:pt x="117601" y="49971"/>
                    <a:pt x="109425" y="64257"/>
                    <a:pt x="120793" y="66081"/>
                  </a:cubicBezTo>
                  <a:cubicBezTo>
                    <a:pt x="127419" y="67144"/>
                    <a:pt x="138270" y="62281"/>
                    <a:pt x="144167" y="65351"/>
                  </a:cubicBezTo>
                  <a:cubicBezTo>
                    <a:pt x="148362" y="67540"/>
                    <a:pt x="153529" y="71947"/>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9"/>
            <p:cNvSpPr/>
            <p:nvPr/>
          </p:nvSpPr>
          <p:spPr>
            <a:xfrm>
              <a:off x="2975000" y="442550"/>
              <a:ext cx="3962850" cy="1795650"/>
            </a:xfrm>
            <a:custGeom>
              <a:rect b="b" l="l" r="r" t="t"/>
              <a:pathLst>
                <a:path extrusionOk="0" fill="none" h="71826" w="158514">
                  <a:moveTo>
                    <a:pt x="0" y="1"/>
                  </a:moveTo>
                  <a:cubicBezTo>
                    <a:pt x="5259" y="2584"/>
                    <a:pt x="10973" y="4317"/>
                    <a:pt x="16475" y="5745"/>
                  </a:cubicBezTo>
                  <a:cubicBezTo>
                    <a:pt x="22250" y="7235"/>
                    <a:pt x="28542" y="9788"/>
                    <a:pt x="31581" y="14195"/>
                  </a:cubicBezTo>
                  <a:cubicBezTo>
                    <a:pt x="35168" y="19332"/>
                    <a:pt x="27326" y="28238"/>
                    <a:pt x="31247" y="34560"/>
                  </a:cubicBezTo>
                  <a:cubicBezTo>
                    <a:pt x="33253" y="37782"/>
                    <a:pt x="39150" y="47418"/>
                    <a:pt x="42737" y="47722"/>
                  </a:cubicBezTo>
                  <a:cubicBezTo>
                    <a:pt x="51612" y="48482"/>
                    <a:pt x="57752" y="35229"/>
                    <a:pt x="65412" y="32129"/>
                  </a:cubicBezTo>
                  <a:cubicBezTo>
                    <a:pt x="73588" y="28816"/>
                    <a:pt x="84044" y="34804"/>
                    <a:pt x="90275" y="39302"/>
                  </a:cubicBezTo>
                  <a:cubicBezTo>
                    <a:pt x="95351" y="42980"/>
                    <a:pt x="98938" y="48269"/>
                    <a:pt x="106081" y="48816"/>
                  </a:cubicBezTo>
                  <a:cubicBezTo>
                    <a:pt x="111704" y="49241"/>
                    <a:pt x="112981" y="50670"/>
                    <a:pt x="114136" y="56111"/>
                  </a:cubicBezTo>
                  <a:cubicBezTo>
                    <a:pt x="115139" y="60792"/>
                    <a:pt x="115321" y="64470"/>
                    <a:pt x="121279" y="65381"/>
                  </a:cubicBezTo>
                  <a:cubicBezTo>
                    <a:pt x="127784" y="66385"/>
                    <a:pt x="138696" y="61947"/>
                    <a:pt x="144410" y="65169"/>
                  </a:cubicBezTo>
                  <a:cubicBezTo>
                    <a:pt x="148483" y="67448"/>
                    <a:pt x="153529" y="7182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9"/>
            <p:cNvSpPr/>
            <p:nvPr/>
          </p:nvSpPr>
          <p:spPr>
            <a:xfrm>
              <a:off x="2975000" y="442550"/>
              <a:ext cx="3962850" cy="1794125"/>
            </a:xfrm>
            <a:custGeom>
              <a:rect b="b" l="l" r="r" t="t"/>
              <a:pathLst>
                <a:path extrusionOk="0" fill="none" h="71765" w="158514">
                  <a:moveTo>
                    <a:pt x="0" y="1"/>
                  </a:moveTo>
                  <a:cubicBezTo>
                    <a:pt x="5319" y="2554"/>
                    <a:pt x="11064" y="4226"/>
                    <a:pt x="16627" y="5502"/>
                  </a:cubicBezTo>
                  <a:cubicBezTo>
                    <a:pt x="22523" y="6840"/>
                    <a:pt x="28663" y="9302"/>
                    <a:pt x="32554" y="12919"/>
                  </a:cubicBezTo>
                  <a:cubicBezTo>
                    <a:pt x="36931" y="17022"/>
                    <a:pt x="28906" y="28268"/>
                    <a:pt x="31247" y="33983"/>
                  </a:cubicBezTo>
                  <a:cubicBezTo>
                    <a:pt x="32615" y="37326"/>
                    <a:pt x="40031" y="46658"/>
                    <a:pt x="43679" y="46719"/>
                  </a:cubicBezTo>
                  <a:cubicBezTo>
                    <a:pt x="52433" y="46810"/>
                    <a:pt x="58117" y="33861"/>
                    <a:pt x="66628" y="31430"/>
                  </a:cubicBezTo>
                  <a:cubicBezTo>
                    <a:pt x="75108" y="28998"/>
                    <a:pt x="85078" y="33709"/>
                    <a:pt x="91066" y="38451"/>
                  </a:cubicBezTo>
                  <a:cubicBezTo>
                    <a:pt x="95899" y="42250"/>
                    <a:pt x="98847" y="48482"/>
                    <a:pt x="106446" y="48785"/>
                  </a:cubicBezTo>
                  <a:cubicBezTo>
                    <a:pt x="119030" y="49272"/>
                    <a:pt x="110853" y="62950"/>
                    <a:pt x="121826" y="64743"/>
                  </a:cubicBezTo>
                  <a:cubicBezTo>
                    <a:pt x="128088" y="65746"/>
                    <a:pt x="139121" y="61612"/>
                    <a:pt x="144684" y="64986"/>
                  </a:cubicBezTo>
                  <a:cubicBezTo>
                    <a:pt x="148666" y="67388"/>
                    <a:pt x="153559" y="7176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9"/>
            <p:cNvSpPr/>
            <p:nvPr/>
          </p:nvSpPr>
          <p:spPr>
            <a:xfrm>
              <a:off x="2975000" y="442550"/>
              <a:ext cx="3962850" cy="1791075"/>
            </a:xfrm>
            <a:custGeom>
              <a:rect b="b" l="l" r="r" t="t"/>
              <a:pathLst>
                <a:path extrusionOk="0" fill="none" h="71643" w="158514">
                  <a:moveTo>
                    <a:pt x="0" y="1"/>
                  </a:moveTo>
                  <a:cubicBezTo>
                    <a:pt x="5319" y="2523"/>
                    <a:pt x="11155" y="4134"/>
                    <a:pt x="16779" y="5259"/>
                  </a:cubicBezTo>
                  <a:cubicBezTo>
                    <a:pt x="22736" y="6475"/>
                    <a:pt x="29302" y="9058"/>
                    <a:pt x="33405" y="11672"/>
                  </a:cubicBezTo>
                  <a:cubicBezTo>
                    <a:pt x="37660" y="14378"/>
                    <a:pt x="30821" y="28968"/>
                    <a:pt x="31399" y="33314"/>
                  </a:cubicBezTo>
                  <a:cubicBezTo>
                    <a:pt x="31885" y="36931"/>
                    <a:pt x="40578" y="45624"/>
                    <a:pt x="44651" y="45472"/>
                  </a:cubicBezTo>
                  <a:cubicBezTo>
                    <a:pt x="53101" y="45168"/>
                    <a:pt x="58421" y="32828"/>
                    <a:pt x="67874" y="30852"/>
                  </a:cubicBezTo>
                  <a:cubicBezTo>
                    <a:pt x="76658" y="29028"/>
                    <a:pt x="86233" y="32706"/>
                    <a:pt x="91856" y="37509"/>
                  </a:cubicBezTo>
                  <a:cubicBezTo>
                    <a:pt x="96476" y="41491"/>
                    <a:pt x="98908" y="48542"/>
                    <a:pt x="106780" y="48755"/>
                  </a:cubicBezTo>
                  <a:cubicBezTo>
                    <a:pt x="112647" y="48907"/>
                    <a:pt x="114045" y="50184"/>
                    <a:pt x="115565" y="55503"/>
                  </a:cubicBezTo>
                  <a:cubicBezTo>
                    <a:pt x="116841" y="60062"/>
                    <a:pt x="116628" y="63132"/>
                    <a:pt x="122404" y="64044"/>
                  </a:cubicBezTo>
                  <a:cubicBezTo>
                    <a:pt x="128544" y="65047"/>
                    <a:pt x="139486" y="61278"/>
                    <a:pt x="144957" y="64804"/>
                  </a:cubicBezTo>
                  <a:cubicBezTo>
                    <a:pt x="148818" y="67296"/>
                    <a:pt x="153559" y="71643"/>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9"/>
            <p:cNvSpPr/>
            <p:nvPr/>
          </p:nvSpPr>
          <p:spPr>
            <a:xfrm>
              <a:off x="2975000" y="442550"/>
              <a:ext cx="3962100" cy="1789575"/>
            </a:xfrm>
            <a:custGeom>
              <a:rect b="b" l="l" r="r" t="t"/>
              <a:pathLst>
                <a:path extrusionOk="0" fill="none" h="71583" w="158484">
                  <a:moveTo>
                    <a:pt x="0" y="1"/>
                  </a:moveTo>
                  <a:cubicBezTo>
                    <a:pt x="5380" y="2463"/>
                    <a:pt x="11216" y="4043"/>
                    <a:pt x="16900" y="5016"/>
                  </a:cubicBezTo>
                  <a:cubicBezTo>
                    <a:pt x="22797" y="6049"/>
                    <a:pt x="29058" y="8724"/>
                    <a:pt x="34135" y="10457"/>
                  </a:cubicBezTo>
                  <a:cubicBezTo>
                    <a:pt x="39667" y="12372"/>
                    <a:pt x="32037" y="28846"/>
                    <a:pt x="31855" y="32463"/>
                  </a:cubicBezTo>
                  <a:cubicBezTo>
                    <a:pt x="31672" y="36597"/>
                    <a:pt x="40852" y="44712"/>
                    <a:pt x="45503" y="44074"/>
                  </a:cubicBezTo>
                  <a:cubicBezTo>
                    <a:pt x="54165" y="42889"/>
                    <a:pt x="59606" y="32038"/>
                    <a:pt x="69090" y="30335"/>
                  </a:cubicBezTo>
                  <a:cubicBezTo>
                    <a:pt x="77479" y="28846"/>
                    <a:pt x="87388" y="31703"/>
                    <a:pt x="92646" y="36566"/>
                  </a:cubicBezTo>
                  <a:cubicBezTo>
                    <a:pt x="97084" y="40670"/>
                    <a:pt x="98908" y="48634"/>
                    <a:pt x="107084" y="48725"/>
                  </a:cubicBezTo>
                  <a:cubicBezTo>
                    <a:pt x="112890" y="48816"/>
                    <a:pt x="114501" y="49910"/>
                    <a:pt x="116203" y="55229"/>
                  </a:cubicBezTo>
                  <a:cubicBezTo>
                    <a:pt x="117571" y="59606"/>
                    <a:pt x="117297" y="62555"/>
                    <a:pt x="122951" y="63436"/>
                  </a:cubicBezTo>
                  <a:cubicBezTo>
                    <a:pt x="129030" y="64378"/>
                    <a:pt x="139851" y="60944"/>
                    <a:pt x="145200" y="64622"/>
                  </a:cubicBezTo>
                  <a:cubicBezTo>
                    <a:pt x="148939" y="67205"/>
                    <a:pt x="153590" y="7158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9"/>
            <p:cNvSpPr/>
            <p:nvPr/>
          </p:nvSpPr>
          <p:spPr>
            <a:xfrm>
              <a:off x="2975000" y="442550"/>
              <a:ext cx="3962850" cy="1785000"/>
            </a:xfrm>
            <a:custGeom>
              <a:rect b="b" l="l" r="r" t="t"/>
              <a:pathLst>
                <a:path extrusionOk="0" fill="none" h="71400" w="158514">
                  <a:moveTo>
                    <a:pt x="0" y="1"/>
                  </a:moveTo>
                  <a:cubicBezTo>
                    <a:pt x="5411" y="2432"/>
                    <a:pt x="11307" y="3952"/>
                    <a:pt x="17052" y="4803"/>
                  </a:cubicBezTo>
                  <a:cubicBezTo>
                    <a:pt x="22949" y="5685"/>
                    <a:pt x="29028" y="8967"/>
                    <a:pt x="34682" y="9362"/>
                  </a:cubicBezTo>
                  <a:cubicBezTo>
                    <a:pt x="42007" y="9849"/>
                    <a:pt x="33557" y="28360"/>
                    <a:pt x="32858" y="31065"/>
                  </a:cubicBezTo>
                  <a:cubicBezTo>
                    <a:pt x="31308" y="36931"/>
                    <a:pt x="41095" y="43801"/>
                    <a:pt x="46141" y="42676"/>
                  </a:cubicBezTo>
                  <a:cubicBezTo>
                    <a:pt x="54925" y="40761"/>
                    <a:pt x="60731" y="31703"/>
                    <a:pt x="70245" y="29819"/>
                  </a:cubicBezTo>
                  <a:cubicBezTo>
                    <a:pt x="78451" y="28177"/>
                    <a:pt x="88573" y="30731"/>
                    <a:pt x="93497" y="35563"/>
                  </a:cubicBezTo>
                  <a:cubicBezTo>
                    <a:pt x="97753" y="39728"/>
                    <a:pt x="98969" y="48725"/>
                    <a:pt x="107419" y="48755"/>
                  </a:cubicBezTo>
                  <a:cubicBezTo>
                    <a:pt x="113163" y="48755"/>
                    <a:pt x="115018" y="49667"/>
                    <a:pt x="116872" y="54956"/>
                  </a:cubicBezTo>
                  <a:cubicBezTo>
                    <a:pt x="118331" y="59181"/>
                    <a:pt x="118027" y="61977"/>
                    <a:pt x="123559" y="62798"/>
                  </a:cubicBezTo>
                  <a:cubicBezTo>
                    <a:pt x="129638" y="63710"/>
                    <a:pt x="140459" y="60579"/>
                    <a:pt x="145504" y="64470"/>
                  </a:cubicBezTo>
                  <a:cubicBezTo>
                    <a:pt x="148939" y="67144"/>
                    <a:pt x="153802" y="7140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9"/>
            <p:cNvSpPr/>
            <p:nvPr/>
          </p:nvSpPr>
          <p:spPr>
            <a:xfrm>
              <a:off x="2975000" y="442550"/>
              <a:ext cx="3962100" cy="1781975"/>
            </a:xfrm>
            <a:custGeom>
              <a:rect b="b" l="l" r="r" t="t"/>
              <a:pathLst>
                <a:path extrusionOk="0" fill="none" h="71279" w="158484">
                  <a:moveTo>
                    <a:pt x="0" y="1"/>
                  </a:moveTo>
                  <a:cubicBezTo>
                    <a:pt x="5471" y="2402"/>
                    <a:pt x="11247" y="3922"/>
                    <a:pt x="17174" y="4560"/>
                  </a:cubicBezTo>
                  <a:cubicBezTo>
                    <a:pt x="23253" y="5198"/>
                    <a:pt x="29514" y="8420"/>
                    <a:pt x="35107" y="8177"/>
                  </a:cubicBezTo>
                  <a:cubicBezTo>
                    <a:pt x="44044" y="7782"/>
                    <a:pt x="35290" y="26718"/>
                    <a:pt x="34256" y="29089"/>
                  </a:cubicBezTo>
                  <a:cubicBezTo>
                    <a:pt x="31369" y="35959"/>
                    <a:pt x="40578" y="42980"/>
                    <a:pt x="46658" y="41247"/>
                  </a:cubicBezTo>
                  <a:cubicBezTo>
                    <a:pt x="55533" y="38785"/>
                    <a:pt x="61947" y="31490"/>
                    <a:pt x="71369" y="29180"/>
                  </a:cubicBezTo>
                  <a:cubicBezTo>
                    <a:pt x="79424" y="27174"/>
                    <a:pt x="89819" y="29697"/>
                    <a:pt x="94470" y="34439"/>
                  </a:cubicBezTo>
                  <a:cubicBezTo>
                    <a:pt x="98482" y="38573"/>
                    <a:pt x="99090" y="48785"/>
                    <a:pt x="107753" y="48694"/>
                  </a:cubicBezTo>
                  <a:cubicBezTo>
                    <a:pt x="113407" y="48634"/>
                    <a:pt x="115504" y="49424"/>
                    <a:pt x="117510" y="54652"/>
                  </a:cubicBezTo>
                  <a:cubicBezTo>
                    <a:pt x="119060" y="58694"/>
                    <a:pt x="118665" y="61400"/>
                    <a:pt x="124167" y="62160"/>
                  </a:cubicBezTo>
                  <a:cubicBezTo>
                    <a:pt x="130246" y="62980"/>
                    <a:pt x="140793" y="60245"/>
                    <a:pt x="145717" y="64257"/>
                  </a:cubicBezTo>
                  <a:cubicBezTo>
                    <a:pt x="149061" y="66962"/>
                    <a:pt x="153802" y="71278"/>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9"/>
            <p:cNvSpPr/>
            <p:nvPr/>
          </p:nvSpPr>
          <p:spPr>
            <a:xfrm>
              <a:off x="2975000" y="442550"/>
              <a:ext cx="3962850" cy="1781200"/>
            </a:xfrm>
            <a:custGeom>
              <a:rect b="b" l="l" r="r" t="t"/>
              <a:pathLst>
                <a:path extrusionOk="0" fill="none" h="71248" w="158514">
                  <a:moveTo>
                    <a:pt x="0" y="1"/>
                  </a:moveTo>
                  <a:cubicBezTo>
                    <a:pt x="5502" y="2371"/>
                    <a:pt x="11338" y="3830"/>
                    <a:pt x="17326" y="4347"/>
                  </a:cubicBezTo>
                  <a:cubicBezTo>
                    <a:pt x="23405" y="4833"/>
                    <a:pt x="29484" y="7478"/>
                    <a:pt x="35381" y="7083"/>
                  </a:cubicBezTo>
                  <a:cubicBezTo>
                    <a:pt x="46171" y="6384"/>
                    <a:pt x="37660" y="22007"/>
                    <a:pt x="36080" y="26718"/>
                  </a:cubicBezTo>
                  <a:cubicBezTo>
                    <a:pt x="34560" y="31247"/>
                    <a:pt x="33192" y="34591"/>
                    <a:pt x="37387" y="37934"/>
                  </a:cubicBezTo>
                  <a:cubicBezTo>
                    <a:pt x="40062" y="40032"/>
                    <a:pt x="43983" y="40913"/>
                    <a:pt x="47144" y="39940"/>
                  </a:cubicBezTo>
                  <a:cubicBezTo>
                    <a:pt x="52007" y="38421"/>
                    <a:pt x="55959" y="34864"/>
                    <a:pt x="60548" y="32524"/>
                  </a:cubicBezTo>
                  <a:cubicBezTo>
                    <a:pt x="64409" y="30579"/>
                    <a:pt x="68360" y="29758"/>
                    <a:pt x="72403" y="28512"/>
                  </a:cubicBezTo>
                  <a:cubicBezTo>
                    <a:pt x="80275" y="26080"/>
                    <a:pt x="91187" y="28724"/>
                    <a:pt x="95503" y="33314"/>
                  </a:cubicBezTo>
                  <a:cubicBezTo>
                    <a:pt x="99303" y="37296"/>
                    <a:pt x="99212" y="48877"/>
                    <a:pt x="108118" y="48694"/>
                  </a:cubicBezTo>
                  <a:cubicBezTo>
                    <a:pt x="113589" y="48573"/>
                    <a:pt x="115990" y="49302"/>
                    <a:pt x="118148" y="54409"/>
                  </a:cubicBezTo>
                  <a:cubicBezTo>
                    <a:pt x="119820" y="58299"/>
                    <a:pt x="119364" y="60974"/>
                    <a:pt x="124805" y="61612"/>
                  </a:cubicBezTo>
                  <a:cubicBezTo>
                    <a:pt x="130519" y="62281"/>
                    <a:pt x="141249" y="59819"/>
                    <a:pt x="145991" y="64135"/>
                  </a:cubicBezTo>
                  <a:cubicBezTo>
                    <a:pt x="149213" y="67023"/>
                    <a:pt x="153863" y="71248"/>
                    <a:pt x="158514" y="68695"/>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9"/>
            <p:cNvSpPr/>
            <p:nvPr/>
          </p:nvSpPr>
          <p:spPr>
            <a:xfrm>
              <a:off x="2975000" y="442550"/>
              <a:ext cx="3962100" cy="1777400"/>
            </a:xfrm>
            <a:custGeom>
              <a:rect b="b" l="l" r="r" t="t"/>
              <a:pathLst>
                <a:path extrusionOk="0" fill="none" h="71096" w="158484">
                  <a:moveTo>
                    <a:pt x="0" y="1"/>
                  </a:moveTo>
                  <a:cubicBezTo>
                    <a:pt x="5532" y="2341"/>
                    <a:pt x="11429" y="3739"/>
                    <a:pt x="17447" y="4104"/>
                  </a:cubicBezTo>
                  <a:cubicBezTo>
                    <a:pt x="23496" y="4469"/>
                    <a:pt x="29484" y="6596"/>
                    <a:pt x="35533" y="6049"/>
                  </a:cubicBezTo>
                  <a:cubicBezTo>
                    <a:pt x="47357" y="4955"/>
                    <a:pt x="40822" y="16809"/>
                    <a:pt x="38208" y="23983"/>
                  </a:cubicBezTo>
                  <a:cubicBezTo>
                    <a:pt x="36657" y="28329"/>
                    <a:pt x="33557" y="33253"/>
                    <a:pt x="37691" y="36962"/>
                  </a:cubicBezTo>
                  <a:cubicBezTo>
                    <a:pt x="40244" y="39272"/>
                    <a:pt x="44591" y="39636"/>
                    <a:pt x="47661" y="38603"/>
                  </a:cubicBezTo>
                  <a:cubicBezTo>
                    <a:pt x="52646" y="36931"/>
                    <a:pt x="56901" y="33557"/>
                    <a:pt x="61764" y="31460"/>
                  </a:cubicBezTo>
                  <a:cubicBezTo>
                    <a:pt x="65533" y="29819"/>
                    <a:pt x="69576" y="29150"/>
                    <a:pt x="73375" y="27721"/>
                  </a:cubicBezTo>
                  <a:cubicBezTo>
                    <a:pt x="80974" y="24864"/>
                    <a:pt x="92464" y="27721"/>
                    <a:pt x="96659" y="32068"/>
                  </a:cubicBezTo>
                  <a:cubicBezTo>
                    <a:pt x="100884" y="36445"/>
                    <a:pt x="98634" y="48512"/>
                    <a:pt x="108452" y="48664"/>
                  </a:cubicBezTo>
                  <a:cubicBezTo>
                    <a:pt x="114014" y="48755"/>
                    <a:pt x="116416" y="49150"/>
                    <a:pt x="118756" y="54105"/>
                  </a:cubicBezTo>
                  <a:cubicBezTo>
                    <a:pt x="120550" y="57874"/>
                    <a:pt x="120002" y="60488"/>
                    <a:pt x="125413" y="61035"/>
                  </a:cubicBezTo>
                  <a:cubicBezTo>
                    <a:pt x="131158" y="61643"/>
                    <a:pt x="141553" y="59454"/>
                    <a:pt x="146234" y="63922"/>
                  </a:cubicBezTo>
                  <a:cubicBezTo>
                    <a:pt x="149334" y="66871"/>
                    <a:pt x="153894" y="71096"/>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9"/>
            <p:cNvSpPr/>
            <p:nvPr/>
          </p:nvSpPr>
          <p:spPr>
            <a:xfrm>
              <a:off x="2975000" y="442550"/>
              <a:ext cx="3962850" cy="1775125"/>
            </a:xfrm>
            <a:custGeom>
              <a:rect b="b" l="l" r="r" t="t"/>
              <a:pathLst>
                <a:path extrusionOk="0" fill="none" h="71005" w="158514">
                  <a:moveTo>
                    <a:pt x="0" y="1"/>
                  </a:moveTo>
                  <a:cubicBezTo>
                    <a:pt x="5593" y="2311"/>
                    <a:pt x="11520" y="3648"/>
                    <a:pt x="17569" y="3861"/>
                  </a:cubicBezTo>
                  <a:cubicBezTo>
                    <a:pt x="23587" y="4074"/>
                    <a:pt x="29636" y="5837"/>
                    <a:pt x="35594" y="5046"/>
                  </a:cubicBezTo>
                  <a:cubicBezTo>
                    <a:pt x="47569" y="3466"/>
                    <a:pt x="43800" y="12280"/>
                    <a:pt x="40578" y="20974"/>
                  </a:cubicBezTo>
                  <a:cubicBezTo>
                    <a:pt x="39059" y="25107"/>
                    <a:pt x="34773" y="31916"/>
                    <a:pt x="38268" y="35867"/>
                  </a:cubicBezTo>
                  <a:cubicBezTo>
                    <a:pt x="40548" y="38451"/>
                    <a:pt x="45381" y="38208"/>
                    <a:pt x="48238" y="37296"/>
                  </a:cubicBezTo>
                  <a:cubicBezTo>
                    <a:pt x="53405" y="35624"/>
                    <a:pt x="57965" y="32281"/>
                    <a:pt x="63102" y="30366"/>
                  </a:cubicBezTo>
                  <a:cubicBezTo>
                    <a:pt x="66780" y="28968"/>
                    <a:pt x="70701" y="28420"/>
                    <a:pt x="74257" y="26840"/>
                  </a:cubicBezTo>
                  <a:cubicBezTo>
                    <a:pt x="81552" y="23588"/>
                    <a:pt x="94075" y="26779"/>
                    <a:pt x="97935" y="30791"/>
                  </a:cubicBezTo>
                  <a:cubicBezTo>
                    <a:pt x="101887" y="34895"/>
                    <a:pt x="98938" y="48542"/>
                    <a:pt x="108817" y="48664"/>
                  </a:cubicBezTo>
                  <a:cubicBezTo>
                    <a:pt x="114227" y="48694"/>
                    <a:pt x="116872" y="49029"/>
                    <a:pt x="119364" y="53801"/>
                  </a:cubicBezTo>
                  <a:cubicBezTo>
                    <a:pt x="121249" y="57448"/>
                    <a:pt x="120702" y="60032"/>
                    <a:pt x="126021" y="60518"/>
                  </a:cubicBezTo>
                  <a:cubicBezTo>
                    <a:pt x="131826" y="61035"/>
                    <a:pt x="141857" y="59120"/>
                    <a:pt x="146507" y="63771"/>
                  </a:cubicBezTo>
                  <a:cubicBezTo>
                    <a:pt x="149456" y="66719"/>
                    <a:pt x="153924" y="7100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9"/>
            <p:cNvSpPr/>
            <p:nvPr/>
          </p:nvSpPr>
          <p:spPr>
            <a:xfrm>
              <a:off x="2975000" y="442550"/>
              <a:ext cx="3962850" cy="1772850"/>
            </a:xfrm>
            <a:custGeom>
              <a:rect b="b" l="l" r="r" t="t"/>
              <a:pathLst>
                <a:path extrusionOk="0" fill="none" h="70914" w="158514">
                  <a:moveTo>
                    <a:pt x="0" y="1"/>
                  </a:moveTo>
                  <a:cubicBezTo>
                    <a:pt x="5623" y="2280"/>
                    <a:pt x="11611" y="3526"/>
                    <a:pt x="17690" y="3648"/>
                  </a:cubicBezTo>
                  <a:cubicBezTo>
                    <a:pt x="23648" y="3709"/>
                    <a:pt x="29636" y="5016"/>
                    <a:pt x="35563" y="4104"/>
                  </a:cubicBezTo>
                  <a:cubicBezTo>
                    <a:pt x="47022" y="2371"/>
                    <a:pt x="46627" y="7843"/>
                    <a:pt x="43101" y="17812"/>
                  </a:cubicBezTo>
                  <a:cubicBezTo>
                    <a:pt x="41733" y="21612"/>
                    <a:pt x="36232" y="30670"/>
                    <a:pt x="39028" y="34621"/>
                  </a:cubicBezTo>
                  <a:cubicBezTo>
                    <a:pt x="41004" y="37387"/>
                    <a:pt x="46293" y="36901"/>
                    <a:pt x="48968" y="35989"/>
                  </a:cubicBezTo>
                  <a:cubicBezTo>
                    <a:pt x="57235" y="33071"/>
                    <a:pt x="67235" y="29667"/>
                    <a:pt x="75108" y="25867"/>
                  </a:cubicBezTo>
                  <a:cubicBezTo>
                    <a:pt x="82008" y="22524"/>
                    <a:pt x="95655" y="25746"/>
                    <a:pt x="99303" y="29484"/>
                  </a:cubicBezTo>
                  <a:cubicBezTo>
                    <a:pt x="103042" y="33284"/>
                    <a:pt x="99546" y="48573"/>
                    <a:pt x="109242" y="48573"/>
                  </a:cubicBezTo>
                  <a:cubicBezTo>
                    <a:pt x="114379" y="48573"/>
                    <a:pt x="117328" y="48968"/>
                    <a:pt x="119942" y="53527"/>
                  </a:cubicBezTo>
                  <a:cubicBezTo>
                    <a:pt x="121948" y="57023"/>
                    <a:pt x="121340" y="59606"/>
                    <a:pt x="126629" y="60032"/>
                  </a:cubicBezTo>
                  <a:cubicBezTo>
                    <a:pt x="132495" y="60488"/>
                    <a:pt x="142130" y="58725"/>
                    <a:pt x="146751" y="63558"/>
                  </a:cubicBezTo>
                  <a:cubicBezTo>
                    <a:pt x="149608" y="66567"/>
                    <a:pt x="153985" y="70913"/>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9"/>
            <p:cNvSpPr/>
            <p:nvPr/>
          </p:nvSpPr>
          <p:spPr>
            <a:xfrm>
              <a:off x="2975000" y="442550"/>
              <a:ext cx="3962100" cy="1769800"/>
            </a:xfrm>
            <a:custGeom>
              <a:rect b="b" l="l" r="r" t="t"/>
              <a:pathLst>
                <a:path extrusionOk="0" fill="none" h="70792" w="158484">
                  <a:moveTo>
                    <a:pt x="0" y="1"/>
                  </a:moveTo>
                  <a:cubicBezTo>
                    <a:pt x="5654" y="2280"/>
                    <a:pt x="11703" y="3435"/>
                    <a:pt x="17812" y="3405"/>
                  </a:cubicBezTo>
                  <a:cubicBezTo>
                    <a:pt x="23709" y="3344"/>
                    <a:pt x="29606" y="4165"/>
                    <a:pt x="35502" y="3192"/>
                  </a:cubicBezTo>
                  <a:cubicBezTo>
                    <a:pt x="37660" y="2858"/>
                    <a:pt x="42463" y="1976"/>
                    <a:pt x="44621" y="2949"/>
                  </a:cubicBezTo>
                  <a:cubicBezTo>
                    <a:pt x="49545" y="5168"/>
                    <a:pt x="46840" y="10913"/>
                    <a:pt x="45624" y="14742"/>
                  </a:cubicBezTo>
                  <a:cubicBezTo>
                    <a:pt x="43557" y="21369"/>
                    <a:pt x="34135" y="40001"/>
                    <a:pt x="49819" y="34652"/>
                  </a:cubicBezTo>
                  <a:cubicBezTo>
                    <a:pt x="58299" y="31734"/>
                    <a:pt x="67935" y="28177"/>
                    <a:pt x="76050" y="24864"/>
                  </a:cubicBezTo>
                  <a:cubicBezTo>
                    <a:pt x="83072" y="21977"/>
                    <a:pt x="96051" y="24347"/>
                    <a:pt x="100762" y="28117"/>
                  </a:cubicBezTo>
                  <a:cubicBezTo>
                    <a:pt x="105716" y="32098"/>
                    <a:pt x="98908" y="48299"/>
                    <a:pt x="109698" y="48482"/>
                  </a:cubicBezTo>
                  <a:cubicBezTo>
                    <a:pt x="114653" y="48573"/>
                    <a:pt x="117753" y="48846"/>
                    <a:pt x="120458" y="53254"/>
                  </a:cubicBezTo>
                  <a:cubicBezTo>
                    <a:pt x="122586" y="56628"/>
                    <a:pt x="121948" y="59242"/>
                    <a:pt x="127176" y="59576"/>
                  </a:cubicBezTo>
                  <a:cubicBezTo>
                    <a:pt x="133133" y="60001"/>
                    <a:pt x="142404" y="58360"/>
                    <a:pt x="146963" y="63375"/>
                  </a:cubicBezTo>
                  <a:cubicBezTo>
                    <a:pt x="149699" y="66385"/>
                    <a:pt x="153985" y="70792"/>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9"/>
            <p:cNvSpPr/>
            <p:nvPr/>
          </p:nvSpPr>
          <p:spPr>
            <a:xfrm>
              <a:off x="2975000" y="442550"/>
              <a:ext cx="3963625" cy="1767525"/>
            </a:xfrm>
            <a:custGeom>
              <a:rect b="b" l="l" r="r" t="t"/>
              <a:pathLst>
                <a:path extrusionOk="0" fill="none" h="70701" w="158545">
                  <a:moveTo>
                    <a:pt x="0" y="1"/>
                  </a:moveTo>
                  <a:cubicBezTo>
                    <a:pt x="5715" y="2250"/>
                    <a:pt x="11794" y="3314"/>
                    <a:pt x="17934" y="3192"/>
                  </a:cubicBezTo>
                  <a:cubicBezTo>
                    <a:pt x="23770" y="2979"/>
                    <a:pt x="29575" y="3314"/>
                    <a:pt x="35411" y="2341"/>
                  </a:cubicBezTo>
                  <a:cubicBezTo>
                    <a:pt x="44439" y="791"/>
                    <a:pt x="50518" y="2371"/>
                    <a:pt x="48147" y="11916"/>
                  </a:cubicBezTo>
                  <a:cubicBezTo>
                    <a:pt x="46627" y="18086"/>
                    <a:pt x="34894" y="38725"/>
                    <a:pt x="50883" y="33253"/>
                  </a:cubicBezTo>
                  <a:cubicBezTo>
                    <a:pt x="59697" y="30244"/>
                    <a:pt x="68482" y="26688"/>
                    <a:pt x="77418" y="23922"/>
                  </a:cubicBezTo>
                  <a:cubicBezTo>
                    <a:pt x="84227" y="21794"/>
                    <a:pt x="97601" y="22585"/>
                    <a:pt x="102312" y="26779"/>
                  </a:cubicBezTo>
                  <a:cubicBezTo>
                    <a:pt x="107510" y="31399"/>
                    <a:pt x="99394" y="48056"/>
                    <a:pt x="110276" y="48330"/>
                  </a:cubicBezTo>
                  <a:cubicBezTo>
                    <a:pt x="115200" y="48451"/>
                    <a:pt x="117966" y="49181"/>
                    <a:pt x="120945" y="52889"/>
                  </a:cubicBezTo>
                  <a:cubicBezTo>
                    <a:pt x="123376" y="55928"/>
                    <a:pt x="122464" y="58877"/>
                    <a:pt x="127784" y="59150"/>
                  </a:cubicBezTo>
                  <a:cubicBezTo>
                    <a:pt x="133711" y="59454"/>
                    <a:pt x="142769" y="58026"/>
                    <a:pt x="147267" y="63223"/>
                  </a:cubicBezTo>
                  <a:cubicBezTo>
                    <a:pt x="149881" y="66202"/>
                    <a:pt x="154076" y="70701"/>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9"/>
            <p:cNvSpPr/>
            <p:nvPr/>
          </p:nvSpPr>
          <p:spPr>
            <a:xfrm>
              <a:off x="2975000" y="442550"/>
              <a:ext cx="3962850" cy="1765250"/>
            </a:xfrm>
            <a:custGeom>
              <a:rect b="b" l="l" r="r" t="t"/>
              <a:pathLst>
                <a:path extrusionOk="0" fill="none" h="70610" w="158514">
                  <a:moveTo>
                    <a:pt x="0" y="1"/>
                  </a:moveTo>
                  <a:cubicBezTo>
                    <a:pt x="5745" y="2219"/>
                    <a:pt x="11885" y="3223"/>
                    <a:pt x="18025" y="2949"/>
                  </a:cubicBezTo>
                  <a:cubicBezTo>
                    <a:pt x="23800" y="2645"/>
                    <a:pt x="29514" y="2493"/>
                    <a:pt x="35259" y="1490"/>
                  </a:cubicBezTo>
                  <a:cubicBezTo>
                    <a:pt x="38056" y="1004"/>
                    <a:pt x="42189" y="396"/>
                    <a:pt x="44986" y="1064"/>
                  </a:cubicBezTo>
                  <a:cubicBezTo>
                    <a:pt x="50183" y="2280"/>
                    <a:pt x="51065" y="4803"/>
                    <a:pt x="50487" y="9454"/>
                  </a:cubicBezTo>
                  <a:cubicBezTo>
                    <a:pt x="49728" y="14986"/>
                    <a:pt x="36627" y="36870"/>
                    <a:pt x="52068" y="31825"/>
                  </a:cubicBezTo>
                  <a:cubicBezTo>
                    <a:pt x="60944" y="28937"/>
                    <a:pt x="69910" y="25533"/>
                    <a:pt x="79029" y="23010"/>
                  </a:cubicBezTo>
                  <a:cubicBezTo>
                    <a:pt x="86111" y="21095"/>
                    <a:pt x="98969" y="21551"/>
                    <a:pt x="103893" y="25472"/>
                  </a:cubicBezTo>
                  <a:cubicBezTo>
                    <a:pt x="109212" y="29697"/>
                    <a:pt x="100093" y="47661"/>
                    <a:pt x="110823" y="48147"/>
                  </a:cubicBezTo>
                  <a:cubicBezTo>
                    <a:pt x="115595" y="48360"/>
                    <a:pt x="118422" y="49120"/>
                    <a:pt x="121431" y="52646"/>
                  </a:cubicBezTo>
                  <a:cubicBezTo>
                    <a:pt x="123923" y="55594"/>
                    <a:pt x="123103" y="58542"/>
                    <a:pt x="128300" y="58786"/>
                  </a:cubicBezTo>
                  <a:cubicBezTo>
                    <a:pt x="134288" y="59059"/>
                    <a:pt x="143042" y="57783"/>
                    <a:pt x="147480" y="63041"/>
                  </a:cubicBezTo>
                  <a:cubicBezTo>
                    <a:pt x="150003" y="65989"/>
                    <a:pt x="154076" y="7061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9"/>
            <p:cNvSpPr/>
            <p:nvPr/>
          </p:nvSpPr>
          <p:spPr>
            <a:xfrm>
              <a:off x="2975000" y="428125"/>
              <a:ext cx="3962850" cy="1777400"/>
            </a:xfrm>
            <a:custGeom>
              <a:rect b="b" l="l" r="r" t="t"/>
              <a:pathLst>
                <a:path extrusionOk="0" fill="none" h="71096" w="158514">
                  <a:moveTo>
                    <a:pt x="0" y="578"/>
                  </a:moveTo>
                  <a:cubicBezTo>
                    <a:pt x="5715" y="2705"/>
                    <a:pt x="12128" y="3769"/>
                    <a:pt x="18146" y="3313"/>
                  </a:cubicBezTo>
                  <a:cubicBezTo>
                    <a:pt x="23861" y="2888"/>
                    <a:pt x="29484" y="2219"/>
                    <a:pt x="35138" y="1246"/>
                  </a:cubicBezTo>
                  <a:cubicBezTo>
                    <a:pt x="42554" y="0"/>
                    <a:pt x="52281" y="1489"/>
                    <a:pt x="52585" y="7994"/>
                  </a:cubicBezTo>
                  <a:cubicBezTo>
                    <a:pt x="52767" y="12523"/>
                    <a:pt x="39211" y="35350"/>
                    <a:pt x="53436" y="30882"/>
                  </a:cubicBezTo>
                  <a:cubicBezTo>
                    <a:pt x="62372" y="28086"/>
                    <a:pt x="71673" y="25137"/>
                    <a:pt x="80914" y="22736"/>
                  </a:cubicBezTo>
                  <a:cubicBezTo>
                    <a:pt x="88604" y="20760"/>
                    <a:pt x="100032" y="21551"/>
                    <a:pt x="105443" y="24803"/>
                  </a:cubicBezTo>
                  <a:cubicBezTo>
                    <a:pt x="111674" y="28511"/>
                    <a:pt x="99941" y="47508"/>
                    <a:pt x="111431" y="48511"/>
                  </a:cubicBezTo>
                  <a:cubicBezTo>
                    <a:pt x="116081" y="48937"/>
                    <a:pt x="118847" y="49606"/>
                    <a:pt x="121887" y="52980"/>
                  </a:cubicBezTo>
                  <a:cubicBezTo>
                    <a:pt x="124440" y="55837"/>
                    <a:pt x="123741" y="58785"/>
                    <a:pt x="128787" y="58998"/>
                  </a:cubicBezTo>
                  <a:cubicBezTo>
                    <a:pt x="134836" y="59271"/>
                    <a:pt x="143316" y="58147"/>
                    <a:pt x="147723" y="63436"/>
                  </a:cubicBezTo>
                  <a:cubicBezTo>
                    <a:pt x="150125" y="66323"/>
                    <a:pt x="154106" y="71095"/>
                    <a:pt x="158514" y="6924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9"/>
            <p:cNvSpPr/>
            <p:nvPr/>
          </p:nvSpPr>
          <p:spPr>
            <a:xfrm>
              <a:off x="2975000" y="412925"/>
              <a:ext cx="3962850" cy="1789550"/>
            </a:xfrm>
            <a:custGeom>
              <a:rect b="b" l="l" r="r" t="t"/>
              <a:pathLst>
                <a:path extrusionOk="0" fill="none" h="71582" w="158514">
                  <a:moveTo>
                    <a:pt x="0" y="1186"/>
                  </a:moveTo>
                  <a:cubicBezTo>
                    <a:pt x="5745" y="3283"/>
                    <a:pt x="12219" y="4286"/>
                    <a:pt x="18238" y="3678"/>
                  </a:cubicBezTo>
                  <a:cubicBezTo>
                    <a:pt x="23891" y="3131"/>
                    <a:pt x="29454" y="1976"/>
                    <a:pt x="35046" y="1034"/>
                  </a:cubicBezTo>
                  <a:cubicBezTo>
                    <a:pt x="41308" y="0"/>
                    <a:pt x="52980" y="638"/>
                    <a:pt x="54317" y="7082"/>
                  </a:cubicBezTo>
                  <a:cubicBezTo>
                    <a:pt x="55260" y="11672"/>
                    <a:pt x="42159" y="33557"/>
                    <a:pt x="54895" y="29879"/>
                  </a:cubicBezTo>
                  <a:cubicBezTo>
                    <a:pt x="64044" y="27204"/>
                    <a:pt x="73588" y="24864"/>
                    <a:pt x="82950" y="22523"/>
                  </a:cubicBezTo>
                  <a:cubicBezTo>
                    <a:pt x="90488" y="20608"/>
                    <a:pt x="101248" y="21186"/>
                    <a:pt x="106932" y="24256"/>
                  </a:cubicBezTo>
                  <a:cubicBezTo>
                    <a:pt x="113862" y="27964"/>
                    <a:pt x="100762" y="47478"/>
                    <a:pt x="112069" y="48876"/>
                  </a:cubicBezTo>
                  <a:cubicBezTo>
                    <a:pt x="116264" y="49363"/>
                    <a:pt x="119729" y="49879"/>
                    <a:pt x="122343" y="53344"/>
                  </a:cubicBezTo>
                  <a:cubicBezTo>
                    <a:pt x="124562" y="56354"/>
                    <a:pt x="124653" y="59089"/>
                    <a:pt x="129273" y="59272"/>
                  </a:cubicBezTo>
                  <a:cubicBezTo>
                    <a:pt x="135352" y="59545"/>
                    <a:pt x="143620" y="58603"/>
                    <a:pt x="147936" y="63861"/>
                  </a:cubicBezTo>
                  <a:cubicBezTo>
                    <a:pt x="150277" y="66688"/>
                    <a:pt x="154137" y="71582"/>
                    <a:pt x="158514" y="6984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9"/>
            <p:cNvSpPr/>
            <p:nvPr/>
          </p:nvSpPr>
          <p:spPr>
            <a:xfrm>
              <a:off x="2975000" y="386325"/>
              <a:ext cx="3962850" cy="1813875"/>
            </a:xfrm>
            <a:custGeom>
              <a:rect b="b" l="l" r="r" t="t"/>
              <a:pathLst>
                <a:path extrusionOk="0" fill="none" h="72555" w="158514">
                  <a:moveTo>
                    <a:pt x="0" y="2250"/>
                  </a:moveTo>
                  <a:cubicBezTo>
                    <a:pt x="5806" y="4286"/>
                    <a:pt x="12371" y="5259"/>
                    <a:pt x="18390" y="4529"/>
                  </a:cubicBezTo>
                  <a:cubicBezTo>
                    <a:pt x="23982" y="3830"/>
                    <a:pt x="29423" y="2250"/>
                    <a:pt x="35046" y="1307"/>
                  </a:cubicBezTo>
                  <a:cubicBezTo>
                    <a:pt x="42767" y="0"/>
                    <a:pt x="52402" y="2067"/>
                    <a:pt x="55685" y="7174"/>
                  </a:cubicBezTo>
                  <a:cubicBezTo>
                    <a:pt x="57570" y="10183"/>
                    <a:pt x="46658" y="32159"/>
                    <a:pt x="56719" y="29271"/>
                  </a:cubicBezTo>
                  <a:cubicBezTo>
                    <a:pt x="65442" y="26748"/>
                    <a:pt x="75746" y="25077"/>
                    <a:pt x="85139" y="22736"/>
                  </a:cubicBezTo>
                  <a:cubicBezTo>
                    <a:pt x="92494" y="20882"/>
                    <a:pt x="102099" y="21338"/>
                    <a:pt x="108300" y="24317"/>
                  </a:cubicBezTo>
                  <a:cubicBezTo>
                    <a:pt x="116477" y="28207"/>
                    <a:pt x="101765" y="47873"/>
                    <a:pt x="112799" y="49636"/>
                  </a:cubicBezTo>
                  <a:cubicBezTo>
                    <a:pt x="116780" y="50275"/>
                    <a:pt x="120215" y="50852"/>
                    <a:pt x="122768" y="54165"/>
                  </a:cubicBezTo>
                  <a:cubicBezTo>
                    <a:pt x="125048" y="57083"/>
                    <a:pt x="125200" y="59849"/>
                    <a:pt x="129729" y="60032"/>
                  </a:cubicBezTo>
                  <a:cubicBezTo>
                    <a:pt x="135839" y="60336"/>
                    <a:pt x="143893" y="59545"/>
                    <a:pt x="148179" y="64773"/>
                  </a:cubicBezTo>
                  <a:cubicBezTo>
                    <a:pt x="150459" y="67539"/>
                    <a:pt x="154167" y="72555"/>
                    <a:pt x="158514" y="7091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9"/>
            <p:cNvSpPr/>
            <p:nvPr/>
          </p:nvSpPr>
          <p:spPr>
            <a:xfrm>
              <a:off x="2975000" y="367325"/>
              <a:ext cx="3962850" cy="1829825"/>
            </a:xfrm>
            <a:custGeom>
              <a:rect b="b" l="l" r="r" t="t"/>
              <a:pathLst>
                <a:path extrusionOk="0" fill="none" h="73193" w="158514">
                  <a:moveTo>
                    <a:pt x="0" y="3010"/>
                  </a:moveTo>
                  <a:cubicBezTo>
                    <a:pt x="5836" y="5016"/>
                    <a:pt x="12432" y="5897"/>
                    <a:pt x="18481" y="5046"/>
                  </a:cubicBezTo>
                  <a:cubicBezTo>
                    <a:pt x="24104" y="4286"/>
                    <a:pt x="29514" y="2067"/>
                    <a:pt x="35077" y="1216"/>
                  </a:cubicBezTo>
                  <a:cubicBezTo>
                    <a:pt x="43010" y="0"/>
                    <a:pt x="51703" y="2584"/>
                    <a:pt x="56719" y="7447"/>
                  </a:cubicBezTo>
                  <a:cubicBezTo>
                    <a:pt x="60123" y="10791"/>
                    <a:pt x="50335" y="30396"/>
                    <a:pt x="58998" y="28360"/>
                  </a:cubicBezTo>
                  <a:cubicBezTo>
                    <a:pt x="67722" y="26293"/>
                    <a:pt x="78056" y="25016"/>
                    <a:pt x="87357" y="22615"/>
                  </a:cubicBezTo>
                  <a:cubicBezTo>
                    <a:pt x="94531" y="20761"/>
                    <a:pt x="103224" y="21065"/>
                    <a:pt x="109546" y="24104"/>
                  </a:cubicBezTo>
                  <a:cubicBezTo>
                    <a:pt x="118209" y="28268"/>
                    <a:pt x="103376" y="47965"/>
                    <a:pt x="113559" y="50062"/>
                  </a:cubicBezTo>
                  <a:cubicBezTo>
                    <a:pt x="117328" y="50822"/>
                    <a:pt x="120671" y="51551"/>
                    <a:pt x="123194" y="54682"/>
                  </a:cubicBezTo>
                  <a:cubicBezTo>
                    <a:pt x="125474" y="57539"/>
                    <a:pt x="125717" y="60305"/>
                    <a:pt x="130155" y="60518"/>
                  </a:cubicBezTo>
                  <a:cubicBezTo>
                    <a:pt x="136295" y="60852"/>
                    <a:pt x="144137" y="60214"/>
                    <a:pt x="148392" y="65381"/>
                  </a:cubicBezTo>
                  <a:cubicBezTo>
                    <a:pt x="150611" y="68056"/>
                    <a:pt x="154228" y="73193"/>
                    <a:pt x="158514" y="7167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9"/>
            <p:cNvSpPr/>
            <p:nvPr/>
          </p:nvSpPr>
          <p:spPr>
            <a:xfrm>
              <a:off x="2975000" y="347575"/>
              <a:ext cx="3962850" cy="1845775"/>
            </a:xfrm>
            <a:custGeom>
              <a:rect b="b" l="l" r="r" t="t"/>
              <a:pathLst>
                <a:path extrusionOk="0" fill="none" h="73831" w="158514">
                  <a:moveTo>
                    <a:pt x="0" y="3800"/>
                  </a:moveTo>
                  <a:cubicBezTo>
                    <a:pt x="5867" y="5775"/>
                    <a:pt x="12554" y="6566"/>
                    <a:pt x="18602" y="5623"/>
                  </a:cubicBezTo>
                  <a:cubicBezTo>
                    <a:pt x="24256" y="4711"/>
                    <a:pt x="29575" y="1915"/>
                    <a:pt x="35229" y="1125"/>
                  </a:cubicBezTo>
                  <a:cubicBezTo>
                    <a:pt x="43284" y="0"/>
                    <a:pt x="51217" y="3404"/>
                    <a:pt x="57448" y="7903"/>
                  </a:cubicBezTo>
                  <a:cubicBezTo>
                    <a:pt x="62129" y="11247"/>
                    <a:pt x="59454" y="16353"/>
                    <a:pt x="58421" y="20852"/>
                  </a:cubicBezTo>
                  <a:cubicBezTo>
                    <a:pt x="57782" y="23587"/>
                    <a:pt x="56506" y="28420"/>
                    <a:pt x="61582" y="27599"/>
                  </a:cubicBezTo>
                  <a:cubicBezTo>
                    <a:pt x="70305" y="26171"/>
                    <a:pt x="80366" y="24925"/>
                    <a:pt x="89516" y="22493"/>
                  </a:cubicBezTo>
                  <a:cubicBezTo>
                    <a:pt x="96628" y="20639"/>
                    <a:pt x="104501" y="20700"/>
                    <a:pt x="110732" y="23952"/>
                  </a:cubicBezTo>
                  <a:cubicBezTo>
                    <a:pt x="119698" y="28663"/>
                    <a:pt x="104501" y="47600"/>
                    <a:pt x="114379" y="50487"/>
                  </a:cubicBezTo>
                  <a:cubicBezTo>
                    <a:pt x="117996" y="51551"/>
                    <a:pt x="121157" y="52250"/>
                    <a:pt x="123619" y="55229"/>
                  </a:cubicBezTo>
                  <a:cubicBezTo>
                    <a:pt x="125899" y="57995"/>
                    <a:pt x="126203" y="60791"/>
                    <a:pt x="130550" y="61065"/>
                  </a:cubicBezTo>
                  <a:cubicBezTo>
                    <a:pt x="136659" y="61399"/>
                    <a:pt x="144380" y="60913"/>
                    <a:pt x="148605" y="65989"/>
                  </a:cubicBezTo>
                  <a:cubicBezTo>
                    <a:pt x="150793" y="68603"/>
                    <a:pt x="154258" y="73831"/>
                    <a:pt x="158514" y="7246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9"/>
            <p:cNvSpPr/>
            <p:nvPr/>
          </p:nvSpPr>
          <p:spPr>
            <a:xfrm>
              <a:off x="2975000" y="324000"/>
              <a:ext cx="3962850" cy="1867075"/>
            </a:xfrm>
            <a:custGeom>
              <a:rect b="b" l="l" r="r" t="t"/>
              <a:pathLst>
                <a:path extrusionOk="0" fill="none" h="74683" w="158514">
                  <a:moveTo>
                    <a:pt x="0" y="4743"/>
                  </a:moveTo>
                  <a:cubicBezTo>
                    <a:pt x="5897" y="6688"/>
                    <a:pt x="12645" y="7387"/>
                    <a:pt x="18724" y="6323"/>
                  </a:cubicBezTo>
                  <a:cubicBezTo>
                    <a:pt x="24469" y="5290"/>
                    <a:pt x="29758" y="1977"/>
                    <a:pt x="35502" y="1156"/>
                  </a:cubicBezTo>
                  <a:cubicBezTo>
                    <a:pt x="43466" y="1"/>
                    <a:pt x="51460" y="4682"/>
                    <a:pt x="57934" y="8572"/>
                  </a:cubicBezTo>
                  <a:cubicBezTo>
                    <a:pt x="62858" y="11521"/>
                    <a:pt x="62099" y="15411"/>
                    <a:pt x="61339" y="20153"/>
                  </a:cubicBezTo>
                  <a:cubicBezTo>
                    <a:pt x="60883" y="22919"/>
                    <a:pt x="59576" y="27448"/>
                    <a:pt x="64378" y="27144"/>
                  </a:cubicBezTo>
                  <a:cubicBezTo>
                    <a:pt x="73223" y="26597"/>
                    <a:pt x="82737" y="24834"/>
                    <a:pt x="91643" y="22494"/>
                  </a:cubicBezTo>
                  <a:cubicBezTo>
                    <a:pt x="98817" y="20609"/>
                    <a:pt x="105747" y="20366"/>
                    <a:pt x="111856" y="23983"/>
                  </a:cubicBezTo>
                  <a:cubicBezTo>
                    <a:pt x="120519" y="29120"/>
                    <a:pt x="105990" y="47296"/>
                    <a:pt x="115230" y="51035"/>
                  </a:cubicBezTo>
                  <a:cubicBezTo>
                    <a:pt x="118543" y="52372"/>
                    <a:pt x="121705" y="53072"/>
                    <a:pt x="124045" y="55898"/>
                  </a:cubicBezTo>
                  <a:cubicBezTo>
                    <a:pt x="126325" y="58634"/>
                    <a:pt x="126659" y="61461"/>
                    <a:pt x="130914" y="61765"/>
                  </a:cubicBezTo>
                  <a:cubicBezTo>
                    <a:pt x="136994" y="62160"/>
                    <a:pt x="144593" y="61825"/>
                    <a:pt x="148818" y="66810"/>
                  </a:cubicBezTo>
                  <a:cubicBezTo>
                    <a:pt x="150945" y="69364"/>
                    <a:pt x="154289" y="74683"/>
                    <a:pt x="158514" y="73406"/>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9"/>
            <p:cNvSpPr/>
            <p:nvPr/>
          </p:nvSpPr>
          <p:spPr>
            <a:xfrm>
              <a:off x="2975000" y="297425"/>
              <a:ext cx="3962850" cy="1890625"/>
            </a:xfrm>
            <a:custGeom>
              <a:rect b="b" l="l" r="r" t="t"/>
              <a:pathLst>
                <a:path extrusionOk="0" fill="none" h="75625" w="158514">
                  <a:moveTo>
                    <a:pt x="0" y="5806"/>
                  </a:moveTo>
                  <a:cubicBezTo>
                    <a:pt x="5927" y="7690"/>
                    <a:pt x="12918" y="8450"/>
                    <a:pt x="18815" y="7173"/>
                  </a:cubicBezTo>
                  <a:cubicBezTo>
                    <a:pt x="24530" y="5927"/>
                    <a:pt x="30122" y="2128"/>
                    <a:pt x="35928" y="1216"/>
                  </a:cubicBezTo>
                  <a:cubicBezTo>
                    <a:pt x="43648" y="0"/>
                    <a:pt x="52494" y="5593"/>
                    <a:pt x="58178" y="9392"/>
                  </a:cubicBezTo>
                  <a:cubicBezTo>
                    <a:pt x="62585" y="12310"/>
                    <a:pt x="64226" y="14347"/>
                    <a:pt x="64074" y="19940"/>
                  </a:cubicBezTo>
                  <a:cubicBezTo>
                    <a:pt x="64014" y="22797"/>
                    <a:pt x="62828" y="26839"/>
                    <a:pt x="67296" y="27022"/>
                  </a:cubicBezTo>
                  <a:cubicBezTo>
                    <a:pt x="76081" y="27417"/>
                    <a:pt x="85199" y="24560"/>
                    <a:pt x="93589" y="22584"/>
                  </a:cubicBezTo>
                  <a:cubicBezTo>
                    <a:pt x="100975" y="20851"/>
                    <a:pt x="106598" y="19879"/>
                    <a:pt x="112920" y="24165"/>
                  </a:cubicBezTo>
                  <a:cubicBezTo>
                    <a:pt x="121188" y="29788"/>
                    <a:pt x="107753" y="47113"/>
                    <a:pt x="116142" y="51673"/>
                  </a:cubicBezTo>
                  <a:cubicBezTo>
                    <a:pt x="119030" y="53223"/>
                    <a:pt x="122221" y="54013"/>
                    <a:pt x="124501" y="56718"/>
                  </a:cubicBezTo>
                  <a:cubicBezTo>
                    <a:pt x="126781" y="59423"/>
                    <a:pt x="127115" y="62281"/>
                    <a:pt x="131279" y="62615"/>
                  </a:cubicBezTo>
                  <a:cubicBezTo>
                    <a:pt x="137358" y="63101"/>
                    <a:pt x="144836" y="62828"/>
                    <a:pt x="149030" y="67752"/>
                  </a:cubicBezTo>
                  <a:cubicBezTo>
                    <a:pt x="151158" y="70244"/>
                    <a:pt x="154350" y="75624"/>
                    <a:pt x="158514" y="7446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9"/>
            <p:cNvSpPr/>
            <p:nvPr/>
          </p:nvSpPr>
          <p:spPr>
            <a:xfrm>
              <a:off x="2975000" y="270050"/>
              <a:ext cx="3962100" cy="1914200"/>
            </a:xfrm>
            <a:custGeom>
              <a:rect b="b" l="l" r="r" t="t"/>
              <a:pathLst>
                <a:path extrusionOk="0" fill="none" h="76568" w="158484">
                  <a:moveTo>
                    <a:pt x="0" y="6901"/>
                  </a:moveTo>
                  <a:cubicBezTo>
                    <a:pt x="5988" y="8785"/>
                    <a:pt x="13040" y="9484"/>
                    <a:pt x="18937" y="8025"/>
                  </a:cubicBezTo>
                  <a:cubicBezTo>
                    <a:pt x="24803" y="6627"/>
                    <a:pt x="30396" y="2402"/>
                    <a:pt x="36414" y="1338"/>
                  </a:cubicBezTo>
                  <a:cubicBezTo>
                    <a:pt x="44013" y="1"/>
                    <a:pt x="52463" y="6688"/>
                    <a:pt x="58208" y="10244"/>
                  </a:cubicBezTo>
                  <a:cubicBezTo>
                    <a:pt x="62676" y="13010"/>
                    <a:pt x="65138" y="14925"/>
                    <a:pt x="66476" y="20092"/>
                  </a:cubicBezTo>
                  <a:cubicBezTo>
                    <a:pt x="67235" y="22980"/>
                    <a:pt x="65868" y="26536"/>
                    <a:pt x="70214" y="27144"/>
                  </a:cubicBezTo>
                  <a:cubicBezTo>
                    <a:pt x="78695" y="28329"/>
                    <a:pt x="87753" y="24104"/>
                    <a:pt x="95351" y="22646"/>
                  </a:cubicBezTo>
                  <a:cubicBezTo>
                    <a:pt x="102950" y="21187"/>
                    <a:pt x="107327" y="19150"/>
                    <a:pt x="113893" y="24408"/>
                  </a:cubicBezTo>
                  <a:cubicBezTo>
                    <a:pt x="121309" y="30366"/>
                    <a:pt x="109668" y="47023"/>
                    <a:pt x="117084" y="52251"/>
                  </a:cubicBezTo>
                  <a:cubicBezTo>
                    <a:pt x="119577" y="54014"/>
                    <a:pt x="122586" y="54956"/>
                    <a:pt x="125018" y="57418"/>
                  </a:cubicBezTo>
                  <a:cubicBezTo>
                    <a:pt x="127419" y="59880"/>
                    <a:pt x="127145" y="63011"/>
                    <a:pt x="131614" y="63436"/>
                  </a:cubicBezTo>
                  <a:cubicBezTo>
                    <a:pt x="137602" y="64014"/>
                    <a:pt x="144988" y="63832"/>
                    <a:pt x="149213" y="68695"/>
                  </a:cubicBezTo>
                  <a:cubicBezTo>
                    <a:pt x="151310" y="71126"/>
                    <a:pt x="154410" y="76567"/>
                    <a:pt x="158483" y="755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9"/>
            <p:cNvSpPr/>
            <p:nvPr/>
          </p:nvSpPr>
          <p:spPr>
            <a:xfrm>
              <a:off x="2975000" y="244975"/>
              <a:ext cx="3962100" cy="1937000"/>
            </a:xfrm>
            <a:custGeom>
              <a:rect b="b" l="l" r="r" t="t"/>
              <a:pathLst>
                <a:path extrusionOk="0" fill="none" h="77480" w="158484">
                  <a:moveTo>
                    <a:pt x="0" y="7904"/>
                  </a:moveTo>
                  <a:cubicBezTo>
                    <a:pt x="6019" y="9758"/>
                    <a:pt x="13162" y="10366"/>
                    <a:pt x="19058" y="8815"/>
                  </a:cubicBezTo>
                  <a:cubicBezTo>
                    <a:pt x="25077" y="7204"/>
                    <a:pt x="30730" y="2554"/>
                    <a:pt x="36992" y="1429"/>
                  </a:cubicBezTo>
                  <a:cubicBezTo>
                    <a:pt x="44773" y="1"/>
                    <a:pt x="52038" y="7296"/>
                    <a:pt x="58086" y="10974"/>
                  </a:cubicBezTo>
                  <a:cubicBezTo>
                    <a:pt x="62463" y="13618"/>
                    <a:pt x="66111" y="15806"/>
                    <a:pt x="68482" y="20457"/>
                  </a:cubicBezTo>
                  <a:cubicBezTo>
                    <a:pt x="69910" y="23253"/>
                    <a:pt x="69090" y="26475"/>
                    <a:pt x="73041" y="27387"/>
                  </a:cubicBezTo>
                  <a:cubicBezTo>
                    <a:pt x="81005" y="29180"/>
                    <a:pt x="90002" y="23679"/>
                    <a:pt x="96841" y="22615"/>
                  </a:cubicBezTo>
                  <a:cubicBezTo>
                    <a:pt x="104622" y="21399"/>
                    <a:pt x="107692" y="18360"/>
                    <a:pt x="114714" y="24621"/>
                  </a:cubicBezTo>
                  <a:cubicBezTo>
                    <a:pt x="121917" y="31065"/>
                    <a:pt x="111552" y="46780"/>
                    <a:pt x="118087" y="52767"/>
                  </a:cubicBezTo>
                  <a:cubicBezTo>
                    <a:pt x="120124" y="54682"/>
                    <a:pt x="123224" y="55807"/>
                    <a:pt x="125443" y="58178"/>
                  </a:cubicBezTo>
                  <a:cubicBezTo>
                    <a:pt x="127784" y="60640"/>
                    <a:pt x="127632" y="63771"/>
                    <a:pt x="131918" y="64257"/>
                  </a:cubicBezTo>
                  <a:cubicBezTo>
                    <a:pt x="137905" y="64956"/>
                    <a:pt x="145170" y="64804"/>
                    <a:pt x="149425" y="69576"/>
                  </a:cubicBezTo>
                  <a:cubicBezTo>
                    <a:pt x="151523" y="71947"/>
                    <a:pt x="154471" y="77479"/>
                    <a:pt x="158483" y="765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9"/>
            <p:cNvSpPr/>
            <p:nvPr/>
          </p:nvSpPr>
          <p:spPr>
            <a:xfrm>
              <a:off x="2975000" y="222950"/>
              <a:ext cx="3962100" cy="1955225"/>
            </a:xfrm>
            <a:custGeom>
              <a:rect b="b" l="l" r="r" t="t"/>
              <a:pathLst>
                <a:path extrusionOk="0" fill="none" h="78209" w="158484">
                  <a:moveTo>
                    <a:pt x="0" y="8785"/>
                  </a:moveTo>
                  <a:cubicBezTo>
                    <a:pt x="6079" y="10608"/>
                    <a:pt x="13313" y="11155"/>
                    <a:pt x="19180" y="9453"/>
                  </a:cubicBezTo>
                  <a:cubicBezTo>
                    <a:pt x="25289" y="7690"/>
                    <a:pt x="31125" y="2584"/>
                    <a:pt x="37569" y="1459"/>
                  </a:cubicBezTo>
                  <a:cubicBezTo>
                    <a:pt x="45776" y="0"/>
                    <a:pt x="51642" y="7630"/>
                    <a:pt x="57874" y="11520"/>
                  </a:cubicBezTo>
                  <a:cubicBezTo>
                    <a:pt x="62099" y="14134"/>
                    <a:pt x="67175" y="16596"/>
                    <a:pt x="70123" y="20882"/>
                  </a:cubicBezTo>
                  <a:cubicBezTo>
                    <a:pt x="71886" y="23466"/>
                    <a:pt x="72190" y="26688"/>
                    <a:pt x="75625" y="27569"/>
                  </a:cubicBezTo>
                  <a:cubicBezTo>
                    <a:pt x="83193" y="29484"/>
                    <a:pt x="91339" y="23374"/>
                    <a:pt x="97996" y="22371"/>
                  </a:cubicBezTo>
                  <a:cubicBezTo>
                    <a:pt x="106051" y="21186"/>
                    <a:pt x="108391" y="17630"/>
                    <a:pt x="115473" y="24773"/>
                  </a:cubicBezTo>
                  <a:cubicBezTo>
                    <a:pt x="122039" y="31369"/>
                    <a:pt x="113528" y="46475"/>
                    <a:pt x="119060" y="53101"/>
                  </a:cubicBezTo>
                  <a:cubicBezTo>
                    <a:pt x="120732" y="55107"/>
                    <a:pt x="123802" y="56475"/>
                    <a:pt x="125869" y="58785"/>
                  </a:cubicBezTo>
                  <a:cubicBezTo>
                    <a:pt x="128088" y="61247"/>
                    <a:pt x="128057" y="64348"/>
                    <a:pt x="132191" y="64925"/>
                  </a:cubicBezTo>
                  <a:cubicBezTo>
                    <a:pt x="138179" y="65746"/>
                    <a:pt x="145352" y="65594"/>
                    <a:pt x="149608" y="70305"/>
                  </a:cubicBezTo>
                  <a:cubicBezTo>
                    <a:pt x="151705" y="72615"/>
                    <a:pt x="154502" y="78208"/>
                    <a:pt x="158483" y="7744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9"/>
            <p:cNvSpPr/>
            <p:nvPr/>
          </p:nvSpPr>
          <p:spPr>
            <a:xfrm>
              <a:off x="2975000" y="197875"/>
              <a:ext cx="3962850" cy="1976500"/>
            </a:xfrm>
            <a:custGeom>
              <a:rect b="b" l="l" r="r" t="t"/>
              <a:pathLst>
                <a:path extrusionOk="0" fill="none" h="79060" w="158514">
                  <a:moveTo>
                    <a:pt x="0" y="9788"/>
                  </a:moveTo>
                  <a:cubicBezTo>
                    <a:pt x="6110" y="11551"/>
                    <a:pt x="13222" y="11824"/>
                    <a:pt x="19301" y="10244"/>
                  </a:cubicBezTo>
                  <a:cubicBezTo>
                    <a:pt x="26080" y="8450"/>
                    <a:pt x="31369" y="3040"/>
                    <a:pt x="38208" y="1642"/>
                  </a:cubicBezTo>
                  <a:cubicBezTo>
                    <a:pt x="46384" y="0"/>
                    <a:pt x="51855" y="8207"/>
                    <a:pt x="57600" y="12098"/>
                  </a:cubicBezTo>
                  <a:cubicBezTo>
                    <a:pt x="61886" y="14985"/>
                    <a:pt x="67296" y="17478"/>
                    <a:pt x="71065" y="21368"/>
                  </a:cubicBezTo>
                  <a:cubicBezTo>
                    <a:pt x="73315" y="23678"/>
                    <a:pt x="74743" y="27113"/>
                    <a:pt x="77904" y="27903"/>
                  </a:cubicBezTo>
                  <a:cubicBezTo>
                    <a:pt x="84865" y="29575"/>
                    <a:pt x="91978" y="23648"/>
                    <a:pt x="98847" y="22280"/>
                  </a:cubicBezTo>
                  <a:cubicBezTo>
                    <a:pt x="107419" y="20517"/>
                    <a:pt x="109850" y="17903"/>
                    <a:pt x="116233" y="25077"/>
                  </a:cubicBezTo>
                  <a:cubicBezTo>
                    <a:pt x="122069" y="31642"/>
                    <a:pt x="115656" y="46536"/>
                    <a:pt x="120154" y="53557"/>
                  </a:cubicBezTo>
                  <a:cubicBezTo>
                    <a:pt x="121492" y="55624"/>
                    <a:pt x="124471" y="57235"/>
                    <a:pt x="126325" y="59484"/>
                  </a:cubicBezTo>
                  <a:cubicBezTo>
                    <a:pt x="128422" y="61977"/>
                    <a:pt x="128544" y="65047"/>
                    <a:pt x="132495" y="65685"/>
                  </a:cubicBezTo>
                  <a:cubicBezTo>
                    <a:pt x="138392" y="66658"/>
                    <a:pt x="145565" y="66506"/>
                    <a:pt x="149851" y="71187"/>
                  </a:cubicBezTo>
                  <a:cubicBezTo>
                    <a:pt x="151918" y="73466"/>
                    <a:pt x="154593" y="79059"/>
                    <a:pt x="158514" y="7845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9"/>
            <p:cNvSpPr/>
            <p:nvPr/>
          </p:nvSpPr>
          <p:spPr>
            <a:xfrm>
              <a:off x="2975000" y="180400"/>
              <a:ext cx="3962850" cy="1990925"/>
            </a:xfrm>
            <a:custGeom>
              <a:rect b="b" l="l" r="r" t="t"/>
              <a:pathLst>
                <a:path extrusionOk="0" fill="none" h="79637" w="158514">
                  <a:moveTo>
                    <a:pt x="0" y="10487"/>
                  </a:moveTo>
                  <a:cubicBezTo>
                    <a:pt x="6171" y="12219"/>
                    <a:pt x="13374" y="12371"/>
                    <a:pt x="19453" y="10699"/>
                  </a:cubicBezTo>
                  <a:cubicBezTo>
                    <a:pt x="26384" y="8754"/>
                    <a:pt x="31764" y="2979"/>
                    <a:pt x="38876" y="1611"/>
                  </a:cubicBezTo>
                  <a:cubicBezTo>
                    <a:pt x="47265" y="0"/>
                    <a:pt x="51946" y="8025"/>
                    <a:pt x="57418" y="12280"/>
                  </a:cubicBezTo>
                  <a:cubicBezTo>
                    <a:pt x="61582" y="15532"/>
                    <a:pt x="67083" y="17994"/>
                    <a:pt x="71460" y="21490"/>
                  </a:cubicBezTo>
                  <a:cubicBezTo>
                    <a:pt x="74166" y="23678"/>
                    <a:pt x="76597" y="27143"/>
                    <a:pt x="79789" y="27812"/>
                  </a:cubicBezTo>
                  <a:cubicBezTo>
                    <a:pt x="86172" y="29149"/>
                    <a:pt x="92950" y="23374"/>
                    <a:pt x="99364" y="21733"/>
                  </a:cubicBezTo>
                  <a:cubicBezTo>
                    <a:pt x="107723" y="19605"/>
                    <a:pt x="111218" y="17934"/>
                    <a:pt x="117024" y="25137"/>
                  </a:cubicBezTo>
                  <a:cubicBezTo>
                    <a:pt x="122100" y="31460"/>
                    <a:pt x="117784" y="46475"/>
                    <a:pt x="121249" y="53679"/>
                  </a:cubicBezTo>
                  <a:cubicBezTo>
                    <a:pt x="122708" y="56718"/>
                    <a:pt x="129060" y="65472"/>
                    <a:pt x="132769" y="66171"/>
                  </a:cubicBezTo>
                  <a:cubicBezTo>
                    <a:pt x="138605" y="67296"/>
                    <a:pt x="145748" y="67114"/>
                    <a:pt x="150033" y="71764"/>
                  </a:cubicBezTo>
                  <a:cubicBezTo>
                    <a:pt x="152100" y="73983"/>
                    <a:pt x="154684" y="79637"/>
                    <a:pt x="158514" y="7915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9"/>
            <p:cNvSpPr/>
            <p:nvPr/>
          </p:nvSpPr>
          <p:spPr>
            <a:xfrm>
              <a:off x="2975000" y="165200"/>
              <a:ext cx="3962850" cy="2002325"/>
            </a:xfrm>
            <a:custGeom>
              <a:rect b="b" l="l" r="r" t="t"/>
              <a:pathLst>
                <a:path extrusionOk="0" fill="none" h="80093" w="158514">
                  <a:moveTo>
                    <a:pt x="0" y="11095"/>
                  </a:moveTo>
                  <a:cubicBezTo>
                    <a:pt x="6201" y="12797"/>
                    <a:pt x="13496" y="12858"/>
                    <a:pt x="19575" y="11064"/>
                  </a:cubicBezTo>
                  <a:cubicBezTo>
                    <a:pt x="26688" y="8967"/>
                    <a:pt x="32128" y="2857"/>
                    <a:pt x="39545" y="1520"/>
                  </a:cubicBezTo>
                  <a:cubicBezTo>
                    <a:pt x="47965" y="0"/>
                    <a:pt x="52402" y="7599"/>
                    <a:pt x="57326" y="12280"/>
                  </a:cubicBezTo>
                  <a:cubicBezTo>
                    <a:pt x="61096" y="15867"/>
                    <a:pt x="66840" y="18329"/>
                    <a:pt x="71491" y="21490"/>
                  </a:cubicBezTo>
                  <a:cubicBezTo>
                    <a:pt x="74470" y="23496"/>
                    <a:pt x="77600" y="26870"/>
                    <a:pt x="81157" y="27387"/>
                  </a:cubicBezTo>
                  <a:cubicBezTo>
                    <a:pt x="87449" y="28268"/>
                    <a:pt x="93832" y="22827"/>
                    <a:pt x="99607" y="21034"/>
                  </a:cubicBezTo>
                  <a:cubicBezTo>
                    <a:pt x="107814" y="18450"/>
                    <a:pt x="112677" y="17812"/>
                    <a:pt x="117875" y="25137"/>
                  </a:cubicBezTo>
                  <a:cubicBezTo>
                    <a:pt x="120306" y="28602"/>
                    <a:pt x="119364" y="34773"/>
                    <a:pt x="119759" y="39423"/>
                  </a:cubicBezTo>
                  <a:cubicBezTo>
                    <a:pt x="120185" y="44256"/>
                    <a:pt x="120914" y="49697"/>
                    <a:pt x="122343" y="53679"/>
                  </a:cubicBezTo>
                  <a:cubicBezTo>
                    <a:pt x="123498" y="56810"/>
                    <a:pt x="129425" y="65746"/>
                    <a:pt x="133042" y="66536"/>
                  </a:cubicBezTo>
                  <a:cubicBezTo>
                    <a:pt x="138817" y="67782"/>
                    <a:pt x="145930" y="67600"/>
                    <a:pt x="150246" y="72220"/>
                  </a:cubicBezTo>
                  <a:cubicBezTo>
                    <a:pt x="152313" y="74409"/>
                    <a:pt x="154745" y="80093"/>
                    <a:pt x="158514" y="7975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9"/>
            <p:cNvSpPr/>
            <p:nvPr/>
          </p:nvSpPr>
          <p:spPr>
            <a:xfrm>
              <a:off x="2975000" y="150750"/>
              <a:ext cx="3962850" cy="2014500"/>
            </a:xfrm>
            <a:custGeom>
              <a:rect b="b" l="l" r="r" t="t"/>
              <a:pathLst>
                <a:path extrusionOk="0" fill="none" h="80580" w="158514">
                  <a:moveTo>
                    <a:pt x="0" y="11673"/>
                  </a:moveTo>
                  <a:cubicBezTo>
                    <a:pt x="6262" y="13344"/>
                    <a:pt x="13830" y="13588"/>
                    <a:pt x="19727" y="11429"/>
                  </a:cubicBezTo>
                  <a:cubicBezTo>
                    <a:pt x="26566" y="8907"/>
                    <a:pt x="32767" y="2676"/>
                    <a:pt x="40244" y="1399"/>
                  </a:cubicBezTo>
                  <a:cubicBezTo>
                    <a:pt x="48573" y="1"/>
                    <a:pt x="53162" y="6900"/>
                    <a:pt x="57478" y="12159"/>
                  </a:cubicBezTo>
                  <a:cubicBezTo>
                    <a:pt x="61825" y="17417"/>
                    <a:pt x="74318" y="25807"/>
                    <a:pt x="81917" y="26749"/>
                  </a:cubicBezTo>
                  <a:cubicBezTo>
                    <a:pt x="87692" y="27448"/>
                    <a:pt x="94379" y="22159"/>
                    <a:pt x="99637" y="20244"/>
                  </a:cubicBezTo>
                  <a:cubicBezTo>
                    <a:pt x="108178" y="17144"/>
                    <a:pt x="114045" y="17873"/>
                    <a:pt x="118787" y="25199"/>
                  </a:cubicBezTo>
                  <a:cubicBezTo>
                    <a:pt x="121066" y="28694"/>
                    <a:pt x="119607" y="34895"/>
                    <a:pt x="120215" y="39515"/>
                  </a:cubicBezTo>
                  <a:cubicBezTo>
                    <a:pt x="120853" y="44348"/>
                    <a:pt x="122373" y="49394"/>
                    <a:pt x="123498" y="53649"/>
                  </a:cubicBezTo>
                  <a:cubicBezTo>
                    <a:pt x="124349" y="56962"/>
                    <a:pt x="129729" y="65989"/>
                    <a:pt x="133316" y="66871"/>
                  </a:cubicBezTo>
                  <a:cubicBezTo>
                    <a:pt x="139000" y="68300"/>
                    <a:pt x="146112" y="68087"/>
                    <a:pt x="150459" y="72677"/>
                  </a:cubicBezTo>
                  <a:cubicBezTo>
                    <a:pt x="152495" y="74835"/>
                    <a:pt x="154836" y="80579"/>
                    <a:pt x="158514" y="803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9"/>
            <p:cNvSpPr/>
            <p:nvPr/>
          </p:nvSpPr>
          <p:spPr>
            <a:xfrm>
              <a:off x="2975000" y="138600"/>
              <a:ext cx="3962100" cy="2022075"/>
            </a:xfrm>
            <a:custGeom>
              <a:rect b="b" l="l" r="r" t="t"/>
              <a:pathLst>
                <a:path extrusionOk="0" fill="none" h="80883" w="158484">
                  <a:moveTo>
                    <a:pt x="0" y="12159"/>
                  </a:moveTo>
                  <a:cubicBezTo>
                    <a:pt x="6322" y="13800"/>
                    <a:pt x="13952" y="13952"/>
                    <a:pt x="19849" y="11672"/>
                  </a:cubicBezTo>
                  <a:cubicBezTo>
                    <a:pt x="26900" y="8937"/>
                    <a:pt x="33162" y="2462"/>
                    <a:pt x="40974" y="1247"/>
                  </a:cubicBezTo>
                  <a:cubicBezTo>
                    <a:pt x="48876" y="0"/>
                    <a:pt x="54530" y="5806"/>
                    <a:pt x="58026" y="11855"/>
                  </a:cubicBezTo>
                  <a:cubicBezTo>
                    <a:pt x="61521" y="17873"/>
                    <a:pt x="74500" y="25138"/>
                    <a:pt x="82069" y="25928"/>
                  </a:cubicBezTo>
                  <a:cubicBezTo>
                    <a:pt x="87449" y="26505"/>
                    <a:pt x="94774" y="21186"/>
                    <a:pt x="99637" y="19362"/>
                  </a:cubicBezTo>
                  <a:cubicBezTo>
                    <a:pt x="108178" y="16080"/>
                    <a:pt x="115321" y="17782"/>
                    <a:pt x="119759" y="25107"/>
                  </a:cubicBezTo>
                  <a:cubicBezTo>
                    <a:pt x="121948" y="28724"/>
                    <a:pt x="119790" y="34803"/>
                    <a:pt x="120580" y="39545"/>
                  </a:cubicBezTo>
                  <a:cubicBezTo>
                    <a:pt x="121370" y="44348"/>
                    <a:pt x="123771" y="48937"/>
                    <a:pt x="124623" y="53497"/>
                  </a:cubicBezTo>
                  <a:cubicBezTo>
                    <a:pt x="125291" y="56992"/>
                    <a:pt x="130003" y="66050"/>
                    <a:pt x="133559" y="67053"/>
                  </a:cubicBezTo>
                  <a:cubicBezTo>
                    <a:pt x="139152" y="68603"/>
                    <a:pt x="146355" y="68451"/>
                    <a:pt x="150672" y="72980"/>
                  </a:cubicBezTo>
                  <a:cubicBezTo>
                    <a:pt x="152708" y="75108"/>
                    <a:pt x="154897" y="80883"/>
                    <a:pt x="158483" y="80822"/>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9"/>
            <p:cNvSpPr/>
            <p:nvPr/>
          </p:nvSpPr>
          <p:spPr>
            <a:xfrm>
              <a:off x="2975000" y="124150"/>
              <a:ext cx="3962100" cy="2034250"/>
            </a:xfrm>
            <a:custGeom>
              <a:rect b="b" l="l" r="r" t="t"/>
              <a:pathLst>
                <a:path extrusionOk="0" fill="none" h="81370" w="158484">
                  <a:moveTo>
                    <a:pt x="0" y="12737"/>
                  </a:moveTo>
                  <a:cubicBezTo>
                    <a:pt x="6383" y="14348"/>
                    <a:pt x="13861" y="14226"/>
                    <a:pt x="20001" y="12007"/>
                  </a:cubicBezTo>
                  <a:cubicBezTo>
                    <a:pt x="27721" y="9241"/>
                    <a:pt x="33283" y="2432"/>
                    <a:pt x="41673" y="1186"/>
                  </a:cubicBezTo>
                  <a:cubicBezTo>
                    <a:pt x="49515" y="1"/>
                    <a:pt x="55807" y="4530"/>
                    <a:pt x="58877" y="11551"/>
                  </a:cubicBezTo>
                  <a:cubicBezTo>
                    <a:pt x="61886" y="18481"/>
                    <a:pt x="74378" y="24560"/>
                    <a:pt x="81704" y="25199"/>
                  </a:cubicBezTo>
                  <a:cubicBezTo>
                    <a:pt x="87114" y="25624"/>
                    <a:pt x="94774" y="20244"/>
                    <a:pt x="99607" y="18573"/>
                  </a:cubicBezTo>
                  <a:cubicBezTo>
                    <a:pt x="108118" y="15655"/>
                    <a:pt x="116628" y="17721"/>
                    <a:pt x="120853" y="25199"/>
                  </a:cubicBezTo>
                  <a:cubicBezTo>
                    <a:pt x="123012" y="29029"/>
                    <a:pt x="119972" y="34895"/>
                    <a:pt x="120853" y="39758"/>
                  </a:cubicBezTo>
                  <a:cubicBezTo>
                    <a:pt x="121735" y="44561"/>
                    <a:pt x="125139" y="48512"/>
                    <a:pt x="125778" y="53406"/>
                  </a:cubicBezTo>
                  <a:cubicBezTo>
                    <a:pt x="126294" y="57205"/>
                    <a:pt x="130276" y="66172"/>
                    <a:pt x="133863" y="67297"/>
                  </a:cubicBezTo>
                  <a:cubicBezTo>
                    <a:pt x="139334" y="68999"/>
                    <a:pt x="146568" y="68908"/>
                    <a:pt x="150884" y="73406"/>
                  </a:cubicBezTo>
                  <a:cubicBezTo>
                    <a:pt x="153438" y="76051"/>
                    <a:pt x="154684" y="80428"/>
                    <a:pt x="158483" y="8137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9"/>
            <p:cNvSpPr/>
            <p:nvPr/>
          </p:nvSpPr>
          <p:spPr>
            <a:xfrm>
              <a:off x="2975000" y="108200"/>
              <a:ext cx="3962850" cy="2050975"/>
            </a:xfrm>
            <a:custGeom>
              <a:rect b="b" l="l" r="r" t="t"/>
              <a:pathLst>
                <a:path extrusionOk="0" fill="none" h="82039" w="158514">
                  <a:moveTo>
                    <a:pt x="0" y="13375"/>
                  </a:moveTo>
                  <a:cubicBezTo>
                    <a:pt x="6474" y="14986"/>
                    <a:pt x="14013" y="14712"/>
                    <a:pt x="20183" y="12432"/>
                  </a:cubicBezTo>
                  <a:cubicBezTo>
                    <a:pt x="28116" y="9454"/>
                    <a:pt x="33709" y="2493"/>
                    <a:pt x="42402" y="1156"/>
                  </a:cubicBezTo>
                  <a:cubicBezTo>
                    <a:pt x="50092" y="1"/>
                    <a:pt x="57418" y="4043"/>
                    <a:pt x="59819" y="11217"/>
                  </a:cubicBezTo>
                  <a:cubicBezTo>
                    <a:pt x="62190" y="18390"/>
                    <a:pt x="73862" y="24104"/>
                    <a:pt x="81035" y="24439"/>
                  </a:cubicBezTo>
                  <a:cubicBezTo>
                    <a:pt x="86780" y="24743"/>
                    <a:pt x="94318" y="19454"/>
                    <a:pt x="99607" y="17934"/>
                  </a:cubicBezTo>
                  <a:cubicBezTo>
                    <a:pt x="108452" y="15381"/>
                    <a:pt x="117844" y="17873"/>
                    <a:pt x="122009" y="25350"/>
                  </a:cubicBezTo>
                  <a:cubicBezTo>
                    <a:pt x="124227" y="29332"/>
                    <a:pt x="120154" y="35047"/>
                    <a:pt x="121066" y="40092"/>
                  </a:cubicBezTo>
                  <a:cubicBezTo>
                    <a:pt x="121978" y="44925"/>
                    <a:pt x="126507" y="48512"/>
                    <a:pt x="126963" y="53406"/>
                  </a:cubicBezTo>
                  <a:cubicBezTo>
                    <a:pt x="127297" y="57205"/>
                    <a:pt x="130459" y="66172"/>
                    <a:pt x="134167" y="67570"/>
                  </a:cubicBezTo>
                  <a:cubicBezTo>
                    <a:pt x="139304" y="69485"/>
                    <a:pt x="146842" y="69424"/>
                    <a:pt x="151128" y="73862"/>
                  </a:cubicBezTo>
                  <a:cubicBezTo>
                    <a:pt x="153650" y="76537"/>
                    <a:pt x="154805" y="80883"/>
                    <a:pt x="158514" y="8203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9"/>
            <p:cNvSpPr/>
            <p:nvPr/>
          </p:nvSpPr>
          <p:spPr>
            <a:xfrm>
              <a:off x="2975000" y="89975"/>
              <a:ext cx="3962850" cy="2068425"/>
            </a:xfrm>
            <a:custGeom>
              <a:rect b="b" l="l" r="r" t="t"/>
              <a:pathLst>
                <a:path extrusionOk="0" fill="none" h="82737" w="158514">
                  <a:moveTo>
                    <a:pt x="0" y="14104"/>
                  </a:moveTo>
                  <a:cubicBezTo>
                    <a:pt x="6535" y="15684"/>
                    <a:pt x="14347" y="15502"/>
                    <a:pt x="20335" y="12918"/>
                  </a:cubicBezTo>
                  <a:cubicBezTo>
                    <a:pt x="27995" y="9575"/>
                    <a:pt x="34439" y="2644"/>
                    <a:pt x="43101" y="1216"/>
                  </a:cubicBezTo>
                  <a:cubicBezTo>
                    <a:pt x="50639" y="0"/>
                    <a:pt x="58299" y="3435"/>
                    <a:pt x="60822" y="10882"/>
                  </a:cubicBezTo>
                  <a:cubicBezTo>
                    <a:pt x="63436" y="18572"/>
                    <a:pt x="72190" y="23587"/>
                    <a:pt x="80184" y="23769"/>
                  </a:cubicBezTo>
                  <a:cubicBezTo>
                    <a:pt x="86415" y="23921"/>
                    <a:pt x="93862" y="18663"/>
                    <a:pt x="99759" y="17417"/>
                  </a:cubicBezTo>
                  <a:cubicBezTo>
                    <a:pt x="107875" y="15715"/>
                    <a:pt x="119394" y="17234"/>
                    <a:pt x="123224" y="25593"/>
                  </a:cubicBezTo>
                  <a:cubicBezTo>
                    <a:pt x="125413" y="30396"/>
                    <a:pt x="120367" y="35350"/>
                    <a:pt x="121279" y="40578"/>
                  </a:cubicBezTo>
                  <a:cubicBezTo>
                    <a:pt x="122100" y="45381"/>
                    <a:pt x="127723" y="48937"/>
                    <a:pt x="128118" y="53496"/>
                  </a:cubicBezTo>
                  <a:cubicBezTo>
                    <a:pt x="128422" y="57174"/>
                    <a:pt x="130762" y="66262"/>
                    <a:pt x="134501" y="67873"/>
                  </a:cubicBezTo>
                  <a:cubicBezTo>
                    <a:pt x="139456" y="70001"/>
                    <a:pt x="147085" y="69971"/>
                    <a:pt x="151340" y="74408"/>
                  </a:cubicBezTo>
                  <a:cubicBezTo>
                    <a:pt x="153894" y="77083"/>
                    <a:pt x="154897" y="81430"/>
                    <a:pt x="158514" y="8273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9"/>
            <p:cNvSpPr/>
            <p:nvPr/>
          </p:nvSpPr>
          <p:spPr>
            <a:xfrm>
              <a:off x="2975000" y="69450"/>
              <a:ext cx="3962850" cy="2089725"/>
            </a:xfrm>
            <a:custGeom>
              <a:rect b="b" l="l" r="r" t="t"/>
              <a:pathLst>
                <a:path extrusionOk="0" fill="none" h="83589" w="158514">
                  <a:moveTo>
                    <a:pt x="0" y="14925"/>
                  </a:moveTo>
                  <a:cubicBezTo>
                    <a:pt x="6626" y="16475"/>
                    <a:pt x="14529" y="16201"/>
                    <a:pt x="20517" y="13496"/>
                  </a:cubicBezTo>
                  <a:cubicBezTo>
                    <a:pt x="28359" y="9940"/>
                    <a:pt x="34925" y="3010"/>
                    <a:pt x="43800" y="1338"/>
                  </a:cubicBezTo>
                  <a:cubicBezTo>
                    <a:pt x="51126" y="0"/>
                    <a:pt x="59454" y="3010"/>
                    <a:pt x="61916" y="10517"/>
                  </a:cubicBezTo>
                  <a:cubicBezTo>
                    <a:pt x="64500" y="18359"/>
                    <a:pt x="70853" y="23223"/>
                    <a:pt x="79272" y="23131"/>
                  </a:cubicBezTo>
                  <a:cubicBezTo>
                    <a:pt x="86020" y="23071"/>
                    <a:pt x="93254" y="17934"/>
                    <a:pt x="100032" y="17052"/>
                  </a:cubicBezTo>
                  <a:cubicBezTo>
                    <a:pt x="108574" y="15958"/>
                    <a:pt x="120489" y="17630"/>
                    <a:pt x="124471" y="25989"/>
                  </a:cubicBezTo>
                  <a:cubicBezTo>
                    <a:pt x="126902" y="31065"/>
                    <a:pt x="120671" y="35776"/>
                    <a:pt x="121492" y="41186"/>
                  </a:cubicBezTo>
                  <a:cubicBezTo>
                    <a:pt x="122221" y="46050"/>
                    <a:pt x="128878" y="49393"/>
                    <a:pt x="129243" y="53740"/>
                  </a:cubicBezTo>
                  <a:cubicBezTo>
                    <a:pt x="129516" y="57357"/>
                    <a:pt x="131127" y="66445"/>
                    <a:pt x="134896" y="68238"/>
                  </a:cubicBezTo>
                  <a:cubicBezTo>
                    <a:pt x="139699" y="70549"/>
                    <a:pt x="147359" y="70670"/>
                    <a:pt x="151584" y="75077"/>
                  </a:cubicBezTo>
                  <a:cubicBezTo>
                    <a:pt x="154137" y="77752"/>
                    <a:pt x="154988" y="82068"/>
                    <a:pt x="158514" y="8358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9"/>
            <p:cNvSpPr/>
            <p:nvPr/>
          </p:nvSpPr>
          <p:spPr>
            <a:xfrm>
              <a:off x="2975000" y="45125"/>
              <a:ext cx="3962850" cy="2114050"/>
            </a:xfrm>
            <a:custGeom>
              <a:rect b="b" l="l" r="r" t="t"/>
              <a:pathLst>
                <a:path extrusionOk="0" fill="none" h="84562" w="158514">
                  <a:moveTo>
                    <a:pt x="0" y="15898"/>
                  </a:moveTo>
                  <a:cubicBezTo>
                    <a:pt x="6991" y="17478"/>
                    <a:pt x="14651" y="16809"/>
                    <a:pt x="20700" y="14226"/>
                  </a:cubicBezTo>
                  <a:cubicBezTo>
                    <a:pt x="28511" y="10913"/>
                    <a:pt x="35350" y="3527"/>
                    <a:pt x="44439" y="1551"/>
                  </a:cubicBezTo>
                  <a:cubicBezTo>
                    <a:pt x="51612" y="1"/>
                    <a:pt x="60579" y="2736"/>
                    <a:pt x="63041" y="10214"/>
                  </a:cubicBezTo>
                  <a:cubicBezTo>
                    <a:pt x="65564" y="17934"/>
                    <a:pt x="69515" y="22949"/>
                    <a:pt x="78391" y="22645"/>
                  </a:cubicBezTo>
                  <a:cubicBezTo>
                    <a:pt x="85716" y="22372"/>
                    <a:pt x="93072" y="17417"/>
                    <a:pt x="100488" y="16931"/>
                  </a:cubicBezTo>
                  <a:cubicBezTo>
                    <a:pt x="109273" y="16323"/>
                    <a:pt x="121431" y="18208"/>
                    <a:pt x="125717" y="26536"/>
                  </a:cubicBezTo>
                  <a:cubicBezTo>
                    <a:pt x="128544" y="31946"/>
                    <a:pt x="121036" y="36415"/>
                    <a:pt x="121735" y="41916"/>
                  </a:cubicBezTo>
                  <a:cubicBezTo>
                    <a:pt x="122343" y="46871"/>
                    <a:pt x="129881" y="49971"/>
                    <a:pt x="130276" y="54105"/>
                  </a:cubicBezTo>
                  <a:cubicBezTo>
                    <a:pt x="130641" y="57631"/>
                    <a:pt x="131431" y="66628"/>
                    <a:pt x="135322" y="68664"/>
                  </a:cubicBezTo>
                  <a:cubicBezTo>
                    <a:pt x="140124" y="71157"/>
                    <a:pt x="147632" y="71461"/>
                    <a:pt x="151796" y="75868"/>
                  </a:cubicBezTo>
                  <a:cubicBezTo>
                    <a:pt x="154350" y="78573"/>
                    <a:pt x="155109" y="82859"/>
                    <a:pt x="158514" y="8456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9"/>
            <p:cNvSpPr/>
            <p:nvPr/>
          </p:nvSpPr>
          <p:spPr>
            <a:xfrm>
              <a:off x="2975000" y="20825"/>
              <a:ext cx="3962850" cy="2138350"/>
            </a:xfrm>
            <a:custGeom>
              <a:rect b="b" l="l" r="r" t="t"/>
              <a:pathLst>
                <a:path extrusionOk="0" fill="none" h="85534" w="158514">
                  <a:moveTo>
                    <a:pt x="0" y="16870"/>
                  </a:moveTo>
                  <a:cubicBezTo>
                    <a:pt x="7082" y="18420"/>
                    <a:pt x="14833" y="17629"/>
                    <a:pt x="20912" y="14955"/>
                  </a:cubicBezTo>
                  <a:cubicBezTo>
                    <a:pt x="28876" y="11459"/>
                    <a:pt x="35776" y="3951"/>
                    <a:pt x="45047" y="1702"/>
                  </a:cubicBezTo>
                  <a:cubicBezTo>
                    <a:pt x="52068" y="0"/>
                    <a:pt x="61703" y="2371"/>
                    <a:pt x="64166" y="9818"/>
                  </a:cubicBezTo>
                  <a:cubicBezTo>
                    <a:pt x="66567" y="16991"/>
                    <a:pt x="68877" y="22645"/>
                    <a:pt x="77722" y="22128"/>
                  </a:cubicBezTo>
                  <a:cubicBezTo>
                    <a:pt x="85503" y="21672"/>
                    <a:pt x="93133" y="16961"/>
                    <a:pt x="101127" y="16809"/>
                  </a:cubicBezTo>
                  <a:cubicBezTo>
                    <a:pt x="110063" y="16657"/>
                    <a:pt x="122161" y="18693"/>
                    <a:pt x="126963" y="27083"/>
                  </a:cubicBezTo>
                  <a:cubicBezTo>
                    <a:pt x="130276" y="32858"/>
                    <a:pt x="121705" y="37052"/>
                    <a:pt x="122161" y="42615"/>
                  </a:cubicBezTo>
                  <a:cubicBezTo>
                    <a:pt x="122616" y="47782"/>
                    <a:pt x="130762" y="50518"/>
                    <a:pt x="131279" y="54530"/>
                  </a:cubicBezTo>
                  <a:cubicBezTo>
                    <a:pt x="131735" y="57934"/>
                    <a:pt x="131796" y="66931"/>
                    <a:pt x="135778" y="69089"/>
                  </a:cubicBezTo>
                  <a:cubicBezTo>
                    <a:pt x="140550" y="71703"/>
                    <a:pt x="147936" y="72250"/>
                    <a:pt x="152039" y="76658"/>
                  </a:cubicBezTo>
                  <a:cubicBezTo>
                    <a:pt x="154593" y="79393"/>
                    <a:pt x="155231" y="83649"/>
                    <a:pt x="158514" y="8553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 name="Google Shape;1541;p9"/>
          <p:cNvGrpSpPr/>
          <p:nvPr/>
        </p:nvGrpSpPr>
        <p:grpSpPr>
          <a:xfrm rot="5400000">
            <a:off x="6400074" y="3375521"/>
            <a:ext cx="1117441" cy="2944647"/>
            <a:chOff x="6601575" y="3455900"/>
            <a:chExt cx="702175" cy="1850350"/>
          </a:xfrm>
        </p:grpSpPr>
        <p:sp>
          <p:nvSpPr>
            <p:cNvPr id="1542" name="Google Shape;1542;p9"/>
            <p:cNvSpPr/>
            <p:nvPr/>
          </p:nvSpPr>
          <p:spPr>
            <a:xfrm>
              <a:off x="6601575" y="5187675"/>
              <a:ext cx="118575" cy="118575"/>
            </a:xfrm>
            <a:custGeom>
              <a:rect b="b" l="l" r="r" t="t"/>
              <a:pathLst>
                <a:path extrusionOk="0" h="4743" w="4743">
                  <a:moveTo>
                    <a:pt x="1885" y="1"/>
                  </a:moveTo>
                  <a:lnTo>
                    <a:pt x="1885" y="1885"/>
                  </a:lnTo>
                  <a:lnTo>
                    <a:pt x="1" y="1885"/>
                  </a:lnTo>
                  <a:lnTo>
                    <a:pt x="1"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9"/>
            <p:cNvSpPr/>
            <p:nvPr/>
          </p:nvSpPr>
          <p:spPr>
            <a:xfrm>
              <a:off x="6601575" y="4994675"/>
              <a:ext cx="118575" cy="119325"/>
            </a:xfrm>
            <a:custGeom>
              <a:rect b="b" l="l" r="r" t="t"/>
              <a:pathLst>
                <a:path extrusionOk="0" h="4773" w="4743">
                  <a:moveTo>
                    <a:pt x="1885" y="0"/>
                  </a:moveTo>
                  <a:lnTo>
                    <a:pt x="1885" y="1915"/>
                  </a:lnTo>
                  <a:lnTo>
                    <a:pt x="1" y="1915"/>
                  </a:lnTo>
                  <a:lnTo>
                    <a:pt x="1" y="2858"/>
                  </a:lnTo>
                  <a:lnTo>
                    <a:pt x="1885" y="2858"/>
                  </a:lnTo>
                  <a:lnTo>
                    <a:pt x="1885" y="4772"/>
                  </a:lnTo>
                  <a:lnTo>
                    <a:pt x="2827" y="4772"/>
                  </a:lnTo>
                  <a:lnTo>
                    <a:pt x="2827" y="2858"/>
                  </a:lnTo>
                  <a:lnTo>
                    <a:pt x="4742" y="2858"/>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9"/>
            <p:cNvSpPr/>
            <p:nvPr/>
          </p:nvSpPr>
          <p:spPr>
            <a:xfrm>
              <a:off x="6601575" y="4802425"/>
              <a:ext cx="118575" cy="119325"/>
            </a:xfrm>
            <a:custGeom>
              <a:rect b="b" l="l" r="r" t="t"/>
              <a:pathLst>
                <a:path extrusionOk="0" h="4773" w="4743">
                  <a:moveTo>
                    <a:pt x="1885" y="0"/>
                  </a:moveTo>
                  <a:lnTo>
                    <a:pt x="1885" y="1915"/>
                  </a:lnTo>
                  <a:lnTo>
                    <a:pt x="1" y="1915"/>
                  </a:lnTo>
                  <a:lnTo>
                    <a:pt x="1" y="2857"/>
                  </a:lnTo>
                  <a:lnTo>
                    <a:pt x="1885" y="2857"/>
                  </a:lnTo>
                  <a:lnTo>
                    <a:pt x="1885" y="4772"/>
                  </a:lnTo>
                  <a:lnTo>
                    <a:pt x="2827" y="477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9"/>
            <p:cNvSpPr/>
            <p:nvPr/>
          </p:nvSpPr>
          <p:spPr>
            <a:xfrm>
              <a:off x="6601575" y="4610175"/>
              <a:ext cx="118575" cy="118550"/>
            </a:xfrm>
            <a:custGeom>
              <a:rect b="b" l="l" r="r" t="t"/>
              <a:pathLst>
                <a:path extrusionOk="0" h="4742" w="4743">
                  <a:moveTo>
                    <a:pt x="1885" y="0"/>
                  </a:moveTo>
                  <a:lnTo>
                    <a:pt x="1885" y="1915"/>
                  </a:lnTo>
                  <a:lnTo>
                    <a:pt x="1" y="1915"/>
                  </a:lnTo>
                  <a:lnTo>
                    <a:pt x="1" y="2857"/>
                  </a:lnTo>
                  <a:lnTo>
                    <a:pt x="1885" y="2857"/>
                  </a:lnTo>
                  <a:lnTo>
                    <a:pt x="1885" y="4742"/>
                  </a:lnTo>
                  <a:lnTo>
                    <a:pt x="2827" y="474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9"/>
            <p:cNvSpPr/>
            <p:nvPr/>
          </p:nvSpPr>
          <p:spPr>
            <a:xfrm>
              <a:off x="6601575" y="4417925"/>
              <a:ext cx="118575" cy="118550"/>
            </a:xfrm>
            <a:custGeom>
              <a:rect b="b" l="l" r="r" t="t"/>
              <a:pathLst>
                <a:path extrusionOk="0" h="4742" w="4743">
                  <a:moveTo>
                    <a:pt x="1885" y="0"/>
                  </a:moveTo>
                  <a:lnTo>
                    <a:pt x="1885" y="1915"/>
                  </a:lnTo>
                  <a:lnTo>
                    <a:pt x="1" y="1915"/>
                  </a:lnTo>
                  <a:lnTo>
                    <a:pt x="1" y="2857"/>
                  </a:lnTo>
                  <a:lnTo>
                    <a:pt x="1885" y="2857"/>
                  </a:lnTo>
                  <a:lnTo>
                    <a:pt x="1885" y="4742"/>
                  </a:lnTo>
                  <a:lnTo>
                    <a:pt x="2827" y="474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9"/>
            <p:cNvSpPr/>
            <p:nvPr/>
          </p:nvSpPr>
          <p:spPr>
            <a:xfrm>
              <a:off x="6601575" y="4225675"/>
              <a:ext cx="118575" cy="118550"/>
            </a:xfrm>
            <a:custGeom>
              <a:rect b="b" l="l" r="r" t="t"/>
              <a:pathLst>
                <a:path extrusionOk="0" h="4742" w="4743">
                  <a:moveTo>
                    <a:pt x="1885" y="0"/>
                  </a:moveTo>
                  <a:lnTo>
                    <a:pt x="1885" y="1885"/>
                  </a:lnTo>
                  <a:lnTo>
                    <a:pt x="1" y="1885"/>
                  </a:lnTo>
                  <a:lnTo>
                    <a:pt x="1" y="2857"/>
                  </a:lnTo>
                  <a:lnTo>
                    <a:pt x="1885" y="2857"/>
                  </a:lnTo>
                  <a:lnTo>
                    <a:pt x="1885" y="4742"/>
                  </a:lnTo>
                  <a:lnTo>
                    <a:pt x="2827" y="4742"/>
                  </a:lnTo>
                  <a:lnTo>
                    <a:pt x="2827" y="2857"/>
                  </a:lnTo>
                  <a:lnTo>
                    <a:pt x="4742" y="2857"/>
                  </a:lnTo>
                  <a:lnTo>
                    <a:pt x="4742" y="1885"/>
                  </a:lnTo>
                  <a:lnTo>
                    <a:pt x="2827" y="188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9"/>
            <p:cNvSpPr/>
            <p:nvPr/>
          </p:nvSpPr>
          <p:spPr>
            <a:xfrm>
              <a:off x="6601575" y="4033400"/>
              <a:ext cx="118575" cy="118575"/>
            </a:xfrm>
            <a:custGeom>
              <a:rect b="b" l="l" r="r" t="t"/>
              <a:pathLst>
                <a:path extrusionOk="0" h="4743" w="4743">
                  <a:moveTo>
                    <a:pt x="1885" y="1"/>
                  </a:moveTo>
                  <a:lnTo>
                    <a:pt x="1885" y="1885"/>
                  </a:lnTo>
                  <a:lnTo>
                    <a:pt x="1" y="1885"/>
                  </a:lnTo>
                  <a:lnTo>
                    <a:pt x="1"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9"/>
            <p:cNvSpPr/>
            <p:nvPr/>
          </p:nvSpPr>
          <p:spPr>
            <a:xfrm>
              <a:off x="6601575" y="3841150"/>
              <a:ext cx="118575" cy="118575"/>
            </a:xfrm>
            <a:custGeom>
              <a:rect b="b" l="l" r="r" t="t"/>
              <a:pathLst>
                <a:path extrusionOk="0" h="4743" w="4743">
                  <a:moveTo>
                    <a:pt x="1885" y="1"/>
                  </a:moveTo>
                  <a:lnTo>
                    <a:pt x="1885" y="1885"/>
                  </a:lnTo>
                  <a:lnTo>
                    <a:pt x="1" y="1885"/>
                  </a:lnTo>
                  <a:lnTo>
                    <a:pt x="1"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9"/>
            <p:cNvSpPr/>
            <p:nvPr/>
          </p:nvSpPr>
          <p:spPr>
            <a:xfrm>
              <a:off x="6601575" y="3648900"/>
              <a:ext cx="118575" cy="118575"/>
            </a:xfrm>
            <a:custGeom>
              <a:rect b="b" l="l" r="r" t="t"/>
              <a:pathLst>
                <a:path extrusionOk="0" h="4743" w="4743">
                  <a:moveTo>
                    <a:pt x="1885" y="1"/>
                  </a:moveTo>
                  <a:lnTo>
                    <a:pt x="1885" y="1885"/>
                  </a:lnTo>
                  <a:lnTo>
                    <a:pt x="1" y="1885"/>
                  </a:lnTo>
                  <a:lnTo>
                    <a:pt x="1" y="2828"/>
                  </a:lnTo>
                  <a:lnTo>
                    <a:pt x="1885" y="2828"/>
                  </a:lnTo>
                  <a:lnTo>
                    <a:pt x="1885" y="4742"/>
                  </a:lnTo>
                  <a:lnTo>
                    <a:pt x="2827" y="4742"/>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9"/>
            <p:cNvSpPr/>
            <p:nvPr/>
          </p:nvSpPr>
          <p:spPr>
            <a:xfrm>
              <a:off x="6796100" y="5187675"/>
              <a:ext cx="118575" cy="118575"/>
            </a:xfrm>
            <a:custGeom>
              <a:rect b="b" l="l" r="r" t="t"/>
              <a:pathLst>
                <a:path extrusionOk="0" h="4743" w="4743">
                  <a:moveTo>
                    <a:pt x="1885" y="1"/>
                  </a:moveTo>
                  <a:lnTo>
                    <a:pt x="1885" y="1885"/>
                  </a:lnTo>
                  <a:lnTo>
                    <a:pt x="1" y="1885"/>
                  </a:lnTo>
                  <a:lnTo>
                    <a:pt x="1" y="2828"/>
                  </a:lnTo>
                  <a:lnTo>
                    <a:pt x="1885" y="2828"/>
                  </a:lnTo>
                  <a:lnTo>
                    <a:pt x="1885" y="4743"/>
                  </a:lnTo>
                  <a:lnTo>
                    <a:pt x="2828" y="4743"/>
                  </a:lnTo>
                  <a:lnTo>
                    <a:pt x="2828" y="2828"/>
                  </a:lnTo>
                  <a:lnTo>
                    <a:pt x="4743" y="2828"/>
                  </a:lnTo>
                  <a:lnTo>
                    <a:pt x="4743" y="1885"/>
                  </a:lnTo>
                  <a:lnTo>
                    <a:pt x="2828" y="1885"/>
                  </a:lnTo>
                  <a:lnTo>
                    <a:pt x="28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9"/>
            <p:cNvSpPr/>
            <p:nvPr/>
          </p:nvSpPr>
          <p:spPr>
            <a:xfrm>
              <a:off x="6796100" y="4994675"/>
              <a:ext cx="118575" cy="119325"/>
            </a:xfrm>
            <a:custGeom>
              <a:rect b="b" l="l" r="r" t="t"/>
              <a:pathLst>
                <a:path extrusionOk="0" h="4773" w="4743">
                  <a:moveTo>
                    <a:pt x="1885" y="0"/>
                  </a:moveTo>
                  <a:lnTo>
                    <a:pt x="1885" y="1915"/>
                  </a:lnTo>
                  <a:lnTo>
                    <a:pt x="1" y="1915"/>
                  </a:lnTo>
                  <a:lnTo>
                    <a:pt x="1" y="2858"/>
                  </a:lnTo>
                  <a:lnTo>
                    <a:pt x="1885" y="2858"/>
                  </a:lnTo>
                  <a:lnTo>
                    <a:pt x="1885" y="4772"/>
                  </a:lnTo>
                  <a:lnTo>
                    <a:pt x="2828" y="4772"/>
                  </a:lnTo>
                  <a:lnTo>
                    <a:pt x="2828" y="2858"/>
                  </a:lnTo>
                  <a:lnTo>
                    <a:pt x="4743" y="2858"/>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9"/>
            <p:cNvSpPr/>
            <p:nvPr/>
          </p:nvSpPr>
          <p:spPr>
            <a:xfrm>
              <a:off x="6796100" y="4802425"/>
              <a:ext cx="118575" cy="119325"/>
            </a:xfrm>
            <a:custGeom>
              <a:rect b="b" l="l" r="r" t="t"/>
              <a:pathLst>
                <a:path extrusionOk="0" h="4773" w="4743">
                  <a:moveTo>
                    <a:pt x="1885" y="0"/>
                  </a:moveTo>
                  <a:lnTo>
                    <a:pt x="1885" y="1915"/>
                  </a:lnTo>
                  <a:lnTo>
                    <a:pt x="1" y="1915"/>
                  </a:lnTo>
                  <a:lnTo>
                    <a:pt x="1" y="2857"/>
                  </a:lnTo>
                  <a:lnTo>
                    <a:pt x="1885" y="2857"/>
                  </a:lnTo>
                  <a:lnTo>
                    <a:pt x="1885" y="4772"/>
                  </a:lnTo>
                  <a:lnTo>
                    <a:pt x="2828" y="4772"/>
                  </a:lnTo>
                  <a:lnTo>
                    <a:pt x="2828" y="2857"/>
                  </a:lnTo>
                  <a:lnTo>
                    <a:pt x="4743" y="2857"/>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9"/>
            <p:cNvSpPr/>
            <p:nvPr/>
          </p:nvSpPr>
          <p:spPr>
            <a:xfrm>
              <a:off x="6796100" y="4610175"/>
              <a:ext cx="118575" cy="118550"/>
            </a:xfrm>
            <a:custGeom>
              <a:rect b="b" l="l" r="r" t="t"/>
              <a:pathLst>
                <a:path extrusionOk="0" h="4742" w="4743">
                  <a:moveTo>
                    <a:pt x="1885" y="0"/>
                  </a:moveTo>
                  <a:lnTo>
                    <a:pt x="1885" y="1915"/>
                  </a:lnTo>
                  <a:lnTo>
                    <a:pt x="1" y="1915"/>
                  </a:lnTo>
                  <a:lnTo>
                    <a:pt x="1" y="2857"/>
                  </a:lnTo>
                  <a:lnTo>
                    <a:pt x="1885" y="2857"/>
                  </a:lnTo>
                  <a:lnTo>
                    <a:pt x="1885" y="4742"/>
                  </a:lnTo>
                  <a:lnTo>
                    <a:pt x="2828" y="4742"/>
                  </a:lnTo>
                  <a:lnTo>
                    <a:pt x="2828" y="2857"/>
                  </a:lnTo>
                  <a:lnTo>
                    <a:pt x="4743" y="2857"/>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9"/>
            <p:cNvSpPr/>
            <p:nvPr/>
          </p:nvSpPr>
          <p:spPr>
            <a:xfrm>
              <a:off x="6796100" y="4417925"/>
              <a:ext cx="118575" cy="118550"/>
            </a:xfrm>
            <a:custGeom>
              <a:rect b="b" l="l" r="r" t="t"/>
              <a:pathLst>
                <a:path extrusionOk="0" h="4742" w="4743">
                  <a:moveTo>
                    <a:pt x="1885" y="0"/>
                  </a:moveTo>
                  <a:lnTo>
                    <a:pt x="1885" y="1915"/>
                  </a:lnTo>
                  <a:lnTo>
                    <a:pt x="1" y="1915"/>
                  </a:lnTo>
                  <a:lnTo>
                    <a:pt x="1" y="2857"/>
                  </a:lnTo>
                  <a:lnTo>
                    <a:pt x="1885" y="2857"/>
                  </a:lnTo>
                  <a:lnTo>
                    <a:pt x="1885" y="4742"/>
                  </a:lnTo>
                  <a:lnTo>
                    <a:pt x="2828" y="4742"/>
                  </a:lnTo>
                  <a:lnTo>
                    <a:pt x="2828" y="2857"/>
                  </a:lnTo>
                  <a:lnTo>
                    <a:pt x="4743" y="2857"/>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9"/>
            <p:cNvSpPr/>
            <p:nvPr/>
          </p:nvSpPr>
          <p:spPr>
            <a:xfrm>
              <a:off x="6796100" y="4225675"/>
              <a:ext cx="118575" cy="118550"/>
            </a:xfrm>
            <a:custGeom>
              <a:rect b="b" l="l" r="r" t="t"/>
              <a:pathLst>
                <a:path extrusionOk="0" h="4742" w="4743">
                  <a:moveTo>
                    <a:pt x="1885" y="0"/>
                  </a:moveTo>
                  <a:lnTo>
                    <a:pt x="1885" y="1885"/>
                  </a:lnTo>
                  <a:lnTo>
                    <a:pt x="1" y="1885"/>
                  </a:lnTo>
                  <a:lnTo>
                    <a:pt x="1" y="2857"/>
                  </a:lnTo>
                  <a:lnTo>
                    <a:pt x="1885" y="2857"/>
                  </a:lnTo>
                  <a:lnTo>
                    <a:pt x="1885" y="4742"/>
                  </a:lnTo>
                  <a:lnTo>
                    <a:pt x="2828" y="4742"/>
                  </a:lnTo>
                  <a:lnTo>
                    <a:pt x="2828" y="2857"/>
                  </a:lnTo>
                  <a:lnTo>
                    <a:pt x="4743" y="2857"/>
                  </a:lnTo>
                  <a:lnTo>
                    <a:pt x="4743" y="1885"/>
                  </a:lnTo>
                  <a:lnTo>
                    <a:pt x="2828" y="188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9"/>
            <p:cNvSpPr/>
            <p:nvPr/>
          </p:nvSpPr>
          <p:spPr>
            <a:xfrm>
              <a:off x="6796100" y="4033400"/>
              <a:ext cx="118575" cy="118575"/>
            </a:xfrm>
            <a:custGeom>
              <a:rect b="b" l="l" r="r" t="t"/>
              <a:pathLst>
                <a:path extrusionOk="0" h="4743" w="4743">
                  <a:moveTo>
                    <a:pt x="1885" y="1"/>
                  </a:moveTo>
                  <a:lnTo>
                    <a:pt x="1885" y="1885"/>
                  </a:lnTo>
                  <a:lnTo>
                    <a:pt x="1" y="1885"/>
                  </a:lnTo>
                  <a:lnTo>
                    <a:pt x="1" y="2828"/>
                  </a:lnTo>
                  <a:lnTo>
                    <a:pt x="1885" y="2828"/>
                  </a:lnTo>
                  <a:lnTo>
                    <a:pt x="1885" y="4743"/>
                  </a:lnTo>
                  <a:lnTo>
                    <a:pt x="2828" y="4743"/>
                  </a:lnTo>
                  <a:lnTo>
                    <a:pt x="2828" y="2828"/>
                  </a:lnTo>
                  <a:lnTo>
                    <a:pt x="4743" y="2828"/>
                  </a:lnTo>
                  <a:lnTo>
                    <a:pt x="4743" y="1885"/>
                  </a:lnTo>
                  <a:lnTo>
                    <a:pt x="2828" y="1885"/>
                  </a:lnTo>
                  <a:lnTo>
                    <a:pt x="28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9"/>
            <p:cNvSpPr/>
            <p:nvPr/>
          </p:nvSpPr>
          <p:spPr>
            <a:xfrm>
              <a:off x="6796100" y="3841150"/>
              <a:ext cx="118575" cy="118575"/>
            </a:xfrm>
            <a:custGeom>
              <a:rect b="b" l="l" r="r" t="t"/>
              <a:pathLst>
                <a:path extrusionOk="0" h="4743" w="4743">
                  <a:moveTo>
                    <a:pt x="1885" y="1"/>
                  </a:moveTo>
                  <a:lnTo>
                    <a:pt x="1885" y="1885"/>
                  </a:lnTo>
                  <a:lnTo>
                    <a:pt x="1" y="1885"/>
                  </a:lnTo>
                  <a:lnTo>
                    <a:pt x="1" y="2828"/>
                  </a:lnTo>
                  <a:lnTo>
                    <a:pt x="1885" y="2828"/>
                  </a:lnTo>
                  <a:lnTo>
                    <a:pt x="1885" y="4743"/>
                  </a:lnTo>
                  <a:lnTo>
                    <a:pt x="2828" y="4743"/>
                  </a:lnTo>
                  <a:lnTo>
                    <a:pt x="2828" y="2828"/>
                  </a:lnTo>
                  <a:lnTo>
                    <a:pt x="4743" y="2828"/>
                  </a:lnTo>
                  <a:lnTo>
                    <a:pt x="4743" y="1885"/>
                  </a:lnTo>
                  <a:lnTo>
                    <a:pt x="2828" y="1885"/>
                  </a:lnTo>
                  <a:lnTo>
                    <a:pt x="28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9"/>
            <p:cNvSpPr/>
            <p:nvPr/>
          </p:nvSpPr>
          <p:spPr>
            <a:xfrm>
              <a:off x="6796100" y="3648900"/>
              <a:ext cx="118575" cy="118575"/>
            </a:xfrm>
            <a:custGeom>
              <a:rect b="b" l="l" r="r" t="t"/>
              <a:pathLst>
                <a:path extrusionOk="0" h="4743" w="4743">
                  <a:moveTo>
                    <a:pt x="1885" y="1"/>
                  </a:moveTo>
                  <a:lnTo>
                    <a:pt x="1885" y="1885"/>
                  </a:lnTo>
                  <a:lnTo>
                    <a:pt x="1" y="1885"/>
                  </a:lnTo>
                  <a:lnTo>
                    <a:pt x="1" y="2828"/>
                  </a:lnTo>
                  <a:lnTo>
                    <a:pt x="1885" y="2828"/>
                  </a:lnTo>
                  <a:lnTo>
                    <a:pt x="1885" y="4742"/>
                  </a:lnTo>
                  <a:lnTo>
                    <a:pt x="2828" y="4742"/>
                  </a:lnTo>
                  <a:lnTo>
                    <a:pt x="2828" y="2828"/>
                  </a:lnTo>
                  <a:lnTo>
                    <a:pt x="4743" y="2828"/>
                  </a:lnTo>
                  <a:lnTo>
                    <a:pt x="4743" y="1885"/>
                  </a:lnTo>
                  <a:lnTo>
                    <a:pt x="2828" y="1885"/>
                  </a:lnTo>
                  <a:lnTo>
                    <a:pt x="28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9"/>
            <p:cNvSpPr/>
            <p:nvPr/>
          </p:nvSpPr>
          <p:spPr>
            <a:xfrm>
              <a:off x="6990650" y="5187675"/>
              <a:ext cx="118550" cy="118575"/>
            </a:xfrm>
            <a:custGeom>
              <a:rect b="b" l="l" r="r" t="t"/>
              <a:pathLst>
                <a:path extrusionOk="0" h="4743" w="4742">
                  <a:moveTo>
                    <a:pt x="1885" y="1"/>
                  </a:moveTo>
                  <a:lnTo>
                    <a:pt x="1885" y="1885"/>
                  </a:lnTo>
                  <a:lnTo>
                    <a:pt x="0" y="1885"/>
                  </a:lnTo>
                  <a:lnTo>
                    <a:pt x="0"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9"/>
            <p:cNvSpPr/>
            <p:nvPr/>
          </p:nvSpPr>
          <p:spPr>
            <a:xfrm>
              <a:off x="6990650" y="4994675"/>
              <a:ext cx="118550" cy="119325"/>
            </a:xfrm>
            <a:custGeom>
              <a:rect b="b" l="l" r="r" t="t"/>
              <a:pathLst>
                <a:path extrusionOk="0" h="4773" w="4742">
                  <a:moveTo>
                    <a:pt x="1885" y="0"/>
                  </a:moveTo>
                  <a:lnTo>
                    <a:pt x="1885" y="1915"/>
                  </a:lnTo>
                  <a:lnTo>
                    <a:pt x="0" y="1915"/>
                  </a:lnTo>
                  <a:lnTo>
                    <a:pt x="0" y="2858"/>
                  </a:lnTo>
                  <a:lnTo>
                    <a:pt x="1885" y="2858"/>
                  </a:lnTo>
                  <a:lnTo>
                    <a:pt x="1885" y="4772"/>
                  </a:lnTo>
                  <a:lnTo>
                    <a:pt x="2827" y="4772"/>
                  </a:lnTo>
                  <a:lnTo>
                    <a:pt x="2827" y="2858"/>
                  </a:lnTo>
                  <a:lnTo>
                    <a:pt x="4742" y="2858"/>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9"/>
            <p:cNvSpPr/>
            <p:nvPr/>
          </p:nvSpPr>
          <p:spPr>
            <a:xfrm>
              <a:off x="6990650" y="4802425"/>
              <a:ext cx="118550" cy="119325"/>
            </a:xfrm>
            <a:custGeom>
              <a:rect b="b" l="l" r="r" t="t"/>
              <a:pathLst>
                <a:path extrusionOk="0" h="4773" w="4742">
                  <a:moveTo>
                    <a:pt x="1885" y="0"/>
                  </a:moveTo>
                  <a:lnTo>
                    <a:pt x="1885" y="1915"/>
                  </a:lnTo>
                  <a:lnTo>
                    <a:pt x="0" y="1915"/>
                  </a:lnTo>
                  <a:lnTo>
                    <a:pt x="0" y="2857"/>
                  </a:lnTo>
                  <a:lnTo>
                    <a:pt x="1885" y="2857"/>
                  </a:lnTo>
                  <a:lnTo>
                    <a:pt x="1885" y="4772"/>
                  </a:lnTo>
                  <a:lnTo>
                    <a:pt x="2827" y="477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9"/>
            <p:cNvSpPr/>
            <p:nvPr/>
          </p:nvSpPr>
          <p:spPr>
            <a:xfrm>
              <a:off x="6990650" y="4610175"/>
              <a:ext cx="118550" cy="118550"/>
            </a:xfrm>
            <a:custGeom>
              <a:rect b="b" l="l" r="r" t="t"/>
              <a:pathLst>
                <a:path extrusionOk="0" h="4742" w="4742">
                  <a:moveTo>
                    <a:pt x="1885" y="0"/>
                  </a:moveTo>
                  <a:lnTo>
                    <a:pt x="1885" y="1915"/>
                  </a:lnTo>
                  <a:lnTo>
                    <a:pt x="0" y="1915"/>
                  </a:lnTo>
                  <a:lnTo>
                    <a:pt x="0" y="2857"/>
                  </a:lnTo>
                  <a:lnTo>
                    <a:pt x="1885" y="2857"/>
                  </a:lnTo>
                  <a:lnTo>
                    <a:pt x="1885" y="4742"/>
                  </a:lnTo>
                  <a:lnTo>
                    <a:pt x="2827" y="474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9"/>
            <p:cNvSpPr/>
            <p:nvPr/>
          </p:nvSpPr>
          <p:spPr>
            <a:xfrm>
              <a:off x="6990650" y="4417925"/>
              <a:ext cx="118550" cy="118550"/>
            </a:xfrm>
            <a:custGeom>
              <a:rect b="b" l="l" r="r" t="t"/>
              <a:pathLst>
                <a:path extrusionOk="0" h="4742" w="4742">
                  <a:moveTo>
                    <a:pt x="1885" y="0"/>
                  </a:moveTo>
                  <a:lnTo>
                    <a:pt x="1885" y="1915"/>
                  </a:lnTo>
                  <a:lnTo>
                    <a:pt x="0" y="1915"/>
                  </a:lnTo>
                  <a:lnTo>
                    <a:pt x="0" y="2857"/>
                  </a:lnTo>
                  <a:lnTo>
                    <a:pt x="1885" y="2857"/>
                  </a:lnTo>
                  <a:lnTo>
                    <a:pt x="1885" y="4742"/>
                  </a:lnTo>
                  <a:lnTo>
                    <a:pt x="2827" y="474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9"/>
            <p:cNvSpPr/>
            <p:nvPr/>
          </p:nvSpPr>
          <p:spPr>
            <a:xfrm>
              <a:off x="6990650" y="4225675"/>
              <a:ext cx="118550" cy="118550"/>
            </a:xfrm>
            <a:custGeom>
              <a:rect b="b" l="l" r="r" t="t"/>
              <a:pathLst>
                <a:path extrusionOk="0" h="4742" w="4742">
                  <a:moveTo>
                    <a:pt x="1885" y="0"/>
                  </a:moveTo>
                  <a:lnTo>
                    <a:pt x="1885" y="1885"/>
                  </a:lnTo>
                  <a:lnTo>
                    <a:pt x="0" y="1885"/>
                  </a:lnTo>
                  <a:lnTo>
                    <a:pt x="0" y="2857"/>
                  </a:lnTo>
                  <a:lnTo>
                    <a:pt x="1885" y="2857"/>
                  </a:lnTo>
                  <a:lnTo>
                    <a:pt x="1885" y="4742"/>
                  </a:lnTo>
                  <a:lnTo>
                    <a:pt x="2827" y="4742"/>
                  </a:lnTo>
                  <a:lnTo>
                    <a:pt x="2827" y="2857"/>
                  </a:lnTo>
                  <a:lnTo>
                    <a:pt x="4742" y="2857"/>
                  </a:lnTo>
                  <a:lnTo>
                    <a:pt x="4742" y="1885"/>
                  </a:lnTo>
                  <a:lnTo>
                    <a:pt x="2827" y="188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9"/>
            <p:cNvSpPr/>
            <p:nvPr/>
          </p:nvSpPr>
          <p:spPr>
            <a:xfrm>
              <a:off x="6990650" y="4033400"/>
              <a:ext cx="118550" cy="118575"/>
            </a:xfrm>
            <a:custGeom>
              <a:rect b="b" l="l" r="r" t="t"/>
              <a:pathLst>
                <a:path extrusionOk="0" h="4743" w="4742">
                  <a:moveTo>
                    <a:pt x="1885" y="1"/>
                  </a:moveTo>
                  <a:lnTo>
                    <a:pt x="1885" y="1885"/>
                  </a:lnTo>
                  <a:lnTo>
                    <a:pt x="0" y="1885"/>
                  </a:lnTo>
                  <a:lnTo>
                    <a:pt x="0"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9"/>
            <p:cNvSpPr/>
            <p:nvPr/>
          </p:nvSpPr>
          <p:spPr>
            <a:xfrm>
              <a:off x="6990650" y="3841150"/>
              <a:ext cx="118550" cy="118575"/>
            </a:xfrm>
            <a:custGeom>
              <a:rect b="b" l="l" r="r" t="t"/>
              <a:pathLst>
                <a:path extrusionOk="0" h="4743" w="4742">
                  <a:moveTo>
                    <a:pt x="1885" y="1"/>
                  </a:moveTo>
                  <a:lnTo>
                    <a:pt x="1885" y="1885"/>
                  </a:lnTo>
                  <a:lnTo>
                    <a:pt x="0" y="1885"/>
                  </a:lnTo>
                  <a:lnTo>
                    <a:pt x="0"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9"/>
            <p:cNvSpPr/>
            <p:nvPr/>
          </p:nvSpPr>
          <p:spPr>
            <a:xfrm>
              <a:off x="6990650" y="3648900"/>
              <a:ext cx="118550" cy="118575"/>
            </a:xfrm>
            <a:custGeom>
              <a:rect b="b" l="l" r="r" t="t"/>
              <a:pathLst>
                <a:path extrusionOk="0" h="4743" w="4742">
                  <a:moveTo>
                    <a:pt x="1885" y="1"/>
                  </a:moveTo>
                  <a:lnTo>
                    <a:pt x="1885" y="1885"/>
                  </a:lnTo>
                  <a:lnTo>
                    <a:pt x="0" y="1885"/>
                  </a:lnTo>
                  <a:lnTo>
                    <a:pt x="0" y="2828"/>
                  </a:lnTo>
                  <a:lnTo>
                    <a:pt x="1885" y="2828"/>
                  </a:lnTo>
                  <a:lnTo>
                    <a:pt x="1885" y="4742"/>
                  </a:lnTo>
                  <a:lnTo>
                    <a:pt x="2827" y="4742"/>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9"/>
            <p:cNvSpPr/>
            <p:nvPr/>
          </p:nvSpPr>
          <p:spPr>
            <a:xfrm>
              <a:off x="7184425" y="5187675"/>
              <a:ext cx="119325" cy="118575"/>
            </a:xfrm>
            <a:custGeom>
              <a:rect b="b" l="l" r="r" t="t"/>
              <a:pathLst>
                <a:path extrusionOk="0" h="4743" w="4773">
                  <a:moveTo>
                    <a:pt x="1915" y="1"/>
                  </a:moveTo>
                  <a:lnTo>
                    <a:pt x="1915" y="1885"/>
                  </a:lnTo>
                  <a:lnTo>
                    <a:pt x="0" y="1885"/>
                  </a:lnTo>
                  <a:lnTo>
                    <a:pt x="0" y="2828"/>
                  </a:lnTo>
                  <a:lnTo>
                    <a:pt x="1915" y="2828"/>
                  </a:lnTo>
                  <a:lnTo>
                    <a:pt x="1915" y="4743"/>
                  </a:lnTo>
                  <a:lnTo>
                    <a:pt x="2857" y="4743"/>
                  </a:lnTo>
                  <a:lnTo>
                    <a:pt x="2857" y="2828"/>
                  </a:lnTo>
                  <a:lnTo>
                    <a:pt x="4772" y="2828"/>
                  </a:lnTo>
                  <a:lnTo>
                    <a:pt x="4772" y="1885"/>
                  </a:lnTo>
                  <a:lnTo>
                    <a:pt x="2857" y="1885"/>
                  </a:lnTo>
                  <a:lnTo>
                    <a:pt x="285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9"/>
            <p:cNvSpPr/>
            <p:nvPr/>
          </p:nvSpPr>
          <p:spPr>
            <a:xfrm>
              <a:off x="7184425" y="4994675"/>
              <a:ext cx="119325" cy="119325"/>
            </a:xfrm>
            <a:custGeom>
              <a:rect b="b" l="l" r="r" t="t"/>
              <a:pathLst>
                <a:path extrusionOk="0" h="4773" w="4773">
                  <a:moveTo>
                    <a:pt x="1915" y="0"/>
                  </a:moveTo>
                  <a:lnTo>
                    <a:pt x="1915" y="1915"/>
                  </a:lnTo>
                  <a:lnTo>
                    <a:pt x="0" y="1915"/>
                  </a:lnTo>
                  <a:lnTo>
                    <a:pt x="0" y="2858"/>
                  </a:lnTo>
                  <a:lnTo>
                    <a:pt x="1915" y="2858"/>
                  </a:lnTo>
                  <a:lnTo>
                    <a:pt x="1915" y="4772"/>
                  </a:lnTo>
                  <a:lnTo>
                    <a:pt x="2857" y="4772"/>
                  </a:lnTo>
                  <a:lnTo>
                    <a:pt x="2857" y="2858"/>
                  </a:lnTo>
                  <a:lnTo>
                    <a:pt x="4772" y="2858"/>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9"/>
            <p:cNvSpPr/>
            <p:nvPr/>
          </p:nvSpPr>
          <p:spPr>
            <a:xfrm>
              <a:off x="7184425" y="4802425"/>
              <a:ext cx="119325" cy="119325"/>
            </a:xfrm>
            <a:custGeom>
              <a:rect b="b" l="l" r="r" t="t"/>
              <a:pathLst>
                <a:path extrusionOk="0" h="4773" w="4773">
                  <a:moveTo>
                    <a:pt x="1915" y="0"/>
                  </a:moveTo>
                  <a:lnTo>
                    <a:pt x="1915" y="1915"/>
                  </a:lnTo>
                  <a:lnTo>
                    <a:pt x="0" y="1915"/>
                  </a:lnTo>
                  <a:lnTo>
                    <a:pt x="0" y="2857"/>
                  </a:lnTo>
                  <a:lnTo>
                    <a:pt x="1915" y="2857"/>
                  </a:lnTo>
                  <a:lnTo>
                    <a:pt x="1915" y="4772"/>
                  </a:lnTo>
                  <a:lnTo>
                    <a:pt x="2857" y="4772"/>
                  </a:lnTo>
                  <a:lnTo>
                    <a:pt x="2857" y="2857"/>
                  </a:lnTo>
                  <a:lnTo>
                    <a:pt x="4772" y="2857"/>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9"/>
            <p:cNvSpPr/>
            <p:nvPr/>
          </p:nvSpPr>
          <p:spPr>
            <a:xfrm>
              <a:off x="7184425" y="4610175"/>
              <a:ext cx="119325" cy="118550"/>
            </a:xfrm>
            <a:custGeom>
              <a:rect b="b" l="l" r="r" t="t"/>
              <a:pathLst>
                <a:path extrusionOk="0" h="4742" w="4773">
                  <a:moveTo>
                    <a:pt x="1915" y="0"/>
                  </a:moveTo>
                  <a:lnTo>
                    <a:pt x="1915" y="1915"/>
                  </a:lnTo>
                  <a:lnTo>
                    <a:pt x="0" y="1915"/>
                  </a:lnTo>
                  <a:lnTo>
                    <a:pt x="0" y="2857"/>
                  </a:lnTo>
                  <a:lnTo>
                    <a:pt x="1915" y="2857"/>
                  </a:lnTo>
                  <a:lnTo>
                    <a:pt x="1915" y="4742"/>
                  </a:lnTo>
                  <a:lnTo>
                    <a:pt x="2857" y="4742"/>
                  </a:lnTo>
                  <a:lnTo>
                    <a:pt x="2857" y="2857"/>
                  </a:lnTo>
                  <a:lnTo>
                    <a:pt x="4772" y="2857"/>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9"/>
            <p:cNvSpPr/>
            <p:nvPr/>
          </p:nvSpPr>
          <p:spPr>
            <a:xfrm>
              <a:off x="7184425" y="4417925"/>
              <a:ext cx="119325" cy="118550"/>
            </a:xfrm>
            <a:custGeom>
              <a:rect b="b" l="l" r="r" t="t"/>
              <a:pathLst>
                <a:path extrusionOk="0" h="4742" w="4773">
                  <a:moveTo>
                    <a:pt x="1915" y="0"/>
                  </a:moveTo>
                  <a:lnTo>
                    <a:pt x="1915" y="1915"/>
                  </a:lnTo>
                  <a:lnTo>
                    <a:pt x="0" y="1915"/>
                  </a:lnTo>
                  <a:lnTo>
                    <a:pt x="0" y="2857"/>
                  </a:lnTo>
                  <a:lnTo>
                    <a:pt x="1915" y="2857"/>
                  </a:lnTo>
                  <a:lnTo>
                    <a:pt x="1915" y="4742"/>
                  </a:lnTo>
                  <a:lnTo>
                    <a:pt x="2857" y="4742"/>
                  </a:lnTo>
                  <a:lnTo>
                    <a:pt x="2857" y="2857"/>
                  </a:lnTo>
                  <a:lnTo>
                    <a:pt x="4772" y="2857"/>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9"/>
            <p:cNvSpPr/>
            <p:nvPr/>
          </p:nvSpPr>
          <p:spPr>
            <a:xfrm>
              <a:off x="7184425" y="4225675"/>
              <a:ext cx="119325" cy="118550"/>
            </a:xfrm>
            <a:custGeom>
              <a:rect b="b" l="l" r="r" t="t"/>
              <a:pathLst>
                <a:path extrusionOk="0" h="4742" w="4773">
                  <a:moveTo>
                    <a:pt x="1915" y="0"/>
                  </a:moveTo>
                  <a:lnTo>
                    <a:pt x="1915" y="1885"/>
                  </a:lnTo>
                  <a:lnTo>
                    <a:pt x="0" y="1885"/>
                  </a:lnTo>
                  <a:lnTo>
                    <a:pt x="0" y="2857"/>
                  </a:lnTo>
                  <a:lnTo>
                    <a:pt x="1915" y="2857"/>
                  </a:lnTo>
                  <a:lnTo>
                    <a:pt x="1915" y="4742"/>
                  </a:lnTo>
                  <a:lnTo>
                    <a:pt x="2857" y="4742"/>
                  </a:lnTo>
                  <a:lnTo>
                    <a:pt x="2857" y="2857"/>
                  </a:lnTo>
                  <a:lnTo>
                    <a:pt x="4772" y="2857"/>
                  </a:lnTo>
                  <a:lnTo>
                    <a:pt x="4772" y="1885"/>
                  </a:lnTo>
                  <a:lnTo>
                    <a:pt x="2857" y="188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9"/>
            <p:cNvSpPr/>
            <p:nvPr/>
          </p:nvSpPr>
          <p:spPr>
            <a:xfrm>
              <a:off x="7184425" y="4033400"/>
              <a:ext cx="119325" cy="118575"/>
            </a:xfrm>
            <a:custGeom>
              <a:rect b="b" l="l" r="r" t="t"/>
              <a:pathLst>
                <a:path extrusionOk="0" h="4743" w="4773">
                  <a:moveTo>
                    <a:pt x="1915" y="1"/>
                  </a:moveTo>
                  <a:lnTo>
                    <a:pt x="1915" y="1885"/>
                  </a:lnTo>
                  <a:lnTo>
                    <a:pt x="0" y="1885"/>
                  </a:lnTo>
                  <a:lnTo>
                    <a:pt x="0" y="2828"/>
                  </a:lnTo>
                  <a:lnTo>
                    <a:pt x="1915" y="2828"/>
                  </a:lnTo>
                  <a:lnTo>
                    <a:pt x="1915" y="4743"/>
                  </a:lnTo>
                  <a:lnTo>
                    <a:pt x="2857" y="4743"/>
                  </a:lnTo>
                  <a:lnTo>
                    <a:pt x="2857" y="2828"/>
                  </a:lnTo>
                  <a:lnTo>
                    <a:pt x="4772" y="2828"/>
                  </a:lnTo>
                  <a:lnTo>
                    <a:pt x="4772" y="1885"/>
                  </a:lnTo>
                  <a:lnTo>
                    <a:pt x="2857" y="1885"/>
                  </a:lnTo>
                  <a:lnTo>
                    <a:pt x="285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9"/>
            <p:cNvSpPr/>
            <p:nvPr/>
          </p:nvSpPr>
          <p:spPr>
            <a:xfrm>
              <a:off x="7184425" y="3841150"/>
              <a:ext cx="119325" cy="118575"/>
            </a:xfrm>
            <a:custGeom>
              <a:rect b="b" l="l" r="r" t="t"/>
              <a:pathLst>
                <a:path extrusionOk="0" h="4743" w="4773">
                  <a:moveTo>
                    <a:pt x="1915" y="1"/>
                  </a:moveTo>
                  <a:lnTo>
                    <a:pt x="1915" y="1885"/>
                  </a:lnTo>
                  <a:lnTo>
                    <a:pt x="0" y="1885"/>
                  </a:lnTo>
                  <a:lnTo>
                    <a:pt x="0" y="2828"/>
                  </a:lnTo>
                  <a:lnTo>
                    <a:pt x="1915" y="2828"/>
                  </a:lnTo>
                  <a:lnTo>
                    <a:pt x="1915" y="4743"/>
                  </a:lnTo>
                  <a:lnTo>
                    <a:pt x="2857" y="4743"/>
                  </a:lnTo>
                  <a:lnTo>
                    <a:pt x="2857" y="2828"/>
                  </a:lnTo>
                  <a:lnTo>
                    <a:pt x="4772" y="2828"/>
                  </a:lnTo>
                  <a:lnTo>
                    <a:pt x="4772" y="1885"/>
                  </a:lnTo>
                  <a:lnTo>
                    <a:pt x="2857" y="1885"/>
                  </a:lnTo>
                  <a:lnTo>
                    <a:pt x="285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9"/>
            <p:cNvSpPr/>
            <p:nvPr/>
          </p:nvSpPr>
          <p:spPr>
            <a:xfrm>
              <a:off x="7184425" y="3648900"/>
              <a:ext cx="119325" cy="118575"/>
            </a:xfrm>
            <a:custGeom>
              <a:rect b="b" l="l" r="r" t="t"/>
              <a:pathLst>
                <a:path extrusionOk="0" h="4743" w="4773">
                  <a:moveTo>
                    <a:pt x="1915" y="1"/>
                  </a:moveTo>
                  <a:lnTo>
                    <a:pt x="1915" y="1885"/>
                  </a:lnTo>
                  <a:lnTo>
                    <a:pt x="0" y="1885"/>
                  </a:lnTo>
                  <a:lnTo>
                    <a:pt x="0" y="2828"/>
                  </a:lnTo>
                  <a:lnTo>
                    <a:pt x="1915" y="2828"/>
                  </a:lnTo>
                  <a:lnTo>
                    <a:pt x="1915" y="4742"/>
                  </a:lnTo>
                  <a:lnTo>
                    <a:pt x="2857" y="4742"/>
                  </a:lnTo>
                  <a:lnTo>
                    <a:pt x="2857" y="2828"/>
                  </a:lnTo>
                  <a:lnTo>
                    <a:pt x="4772" y="2828"/>
                  </a:lnTo>
                  <a:lnTo>
                    <a:pt x="4772" y="1885"/>
                  </a:lnTo>
                  <a:lnTo>
                    <a:pt x="2857" y="1885"/>
                  </a:lnTo>
                  <a:lnTo>
                    <a:pt x="285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9"/>
            <p:cNvSpPr/>
            <p:nvPr/>
          </p:nvSpPr>
          <p:spPr>
            <a:xfrm>
              <a:off x="6601575" y="3455900"/>
              <a:ext cx="118575" cy="119325"/>
            </a:xfrm>
            <a:custGeom>
              <a:rect b="b" l="l" r="r" t="t"/>
              <a:pathLst>
                <a:path extrusionOk="0" h="4773" w="4743">
                  <a:moveTo>
                    <a:pt x="1885" y="0"/>
                  </a:moveTo>
                  <a:lnTo>
                    <a:pt x="1885" y="1915"/>
                  </a:lnTo>
                  <a:lnTo>
                    <a:pt x="1" y="1915"/>
                  </a:lnTo>
                  <a:lnTo>
                    <a:pt x="1" y="2857"/>
                  </a:lnTo>
                  <a:lnTo>
                    <a:pt x="1885" y="2857"/>
                  </a:lnTo>
                  <a:lnTo>
                    <a:pt x="1885" y="4772"/>
                  </a:lnTo>
                  <a:lnTo>
                    <a:pt x="2827" y="477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9"/>
            <p:cNvSpPr/>
            <p:nvPr/>
          </p:nvSpPr>
          <p:spPr>
            <a:xfrm>
              <a:off x="6796100" y="3455900"/>
              <a:ext cx="118575" cy="119325"/>
            </a:xfrm>
            <a:custGeom>
              <a:rect b="b" l="l" r="r" t="t"/>
              <a:pathLst>
                <a:path extrusionOk="0" h="4773" w="4743">
                  <a:moveTo>
                    <a:pt x="1885" y="0"/>
                  </a:moveTo>
                  <a:lnTo>
                    <a:pt x="1885" y="1915"/>
                  </a:lnTo>
                  <a:lnTo>
                    <a:pt x="1" y="1915"/>
                  </a:lnTo>
                  <a:lnTo>
                    <a:pt x="1" y="2857"/>
                  </a:lnTo>
                  <a:lnTo>
                    <a:pt x="1885" y="2857"/>
                  </a:lnTo>
                  <a:lnTo>
                    <a:pt x="1885" y="4772"/>
                  </a:lnTo>
                  <a:lnTo>
                    <a:pt x="2828" y="4772"/>
                  </a:lnTo>
                  <a:lnTo>
                    <a:pt x="2828" y="2857"/>
                  </a:lnTo>
                  <a:lnTo>
                    <a:pt x="4743" y="2857"/>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9"/>
            <p:cNvSpPr/>
            <p:nvPr/>
          </p:nvSpPr>
          <p:spPr>
            <a:xfrm>
              <a:off x="6990650" y="3455900"/>
              <a:ext cx="118550" cy="119325"/>
            </a:xfrm>
            <a:custGeom>
              <a:rect b="b" l="l" r="r" t="t"/>
              <a:pathLst>
                <a:path extrusionOk="0" h="4773" w="4742">
                  <a:moveTo>
                    <a:pt x="1885" y="0"/>
                  </a:moveTo>
                  <a:lnTo>
                    <a:pt x="1885" y="1915"/>
                  </a:lnTo>
                  <a:lnTo>
                    <a:pt x="0" y="1915"/>
                  </a:lnTo>
                  <a:lnTo>
                    <a:pt x="0" y="2857"/>
                  </a:lnTo>
                  <a:lnTo>
                    <a:pt x="1885" y="2857"/>
                  </a:lnTo>
                  <a:lnTo>
                    <a:pt x="1885" y="4772"/>
                  </a:lnTo>
                  <a:lnTo>
                    <a:pt x="2827" y="477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9"/>
            <p:cNvSpPr/>
            <p:nvPr/>
          </p:nvSpPr>
          <p:spPr>
            <a:xfrm>
              <a:off x="7184425" y="3455900"/>
              <a:ext cx="119325" cy="119325"/>
            </a:xfrm>
            <a:custGeom>
              <a:rect b="b" l="l" r="r" t="t"/>
              <a:pathLst>
                <a:path extrusionOk="0" h="4773" w="4773">
                  <a:moveTo>
                    <a:pt x="1915" y="0"/>
                  </a:moveTo>
                  <a:lnTo>
                    <a:pt x="1915" y="1915"/>
                  </a:lnTo>
                  <a:lnTo>
                    <a:pt x="0" y="1915"/>
                  </a:lnTo>
                  <a:lnTo>
                    <a:pt x="0" y="2857"/>
                  </a:lnTo>
                  <a:lnTo>
                    <a:pt x="1915" y="2857"/>
                  </a:lnTo>
                  <a:lnTo>
                    <a:pt x="1915" y="4772"/>
                  </a:lnTo>
                  <a:lnTo>
                    <a:pt x="2857" y="4772"/>
                  </a:lnTo>
                  <a:lnTo>
                    <a:pt x="2857" y="2857"/>
                  </a:lnTo>
                  <a:lnTo>
                    <a:pt x="4772" y="2857"/>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582" name="Shape 1582"/>
        <p:cNvGrpSpPr/>
        <p:nvPr/>
      </p:nvGrpSpPr>
      <p:grpSpPr>
        <a:xfrm>
          <a:off x="0" y="0"/>
          <a:ext cx="0" cy="0"/>
          <a:chOff x="0" y="0"/>
          <a:chExt cx="0" cy="0"/>
        </a:xfrm>
      </p:grpSpPr>
      <p:sp>
        <p:nvSpPr>
          <p:cNvPr id="1583" name="Google Shape;1583;p10"/>
          <p:cNvSpPr txBox="1"/>
          <p:nvPr>
            <p:ph type="title"/>
          </p:nvPr>
        </p:nvSpPr>
        <p:spPr>
          <a:xfrm>
            <a:off x="5368188" y="3131513"/>
            <a:ext cx="3204300" cy="1219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solidFill>
                  <a:schemeClr val="accent4"/>
                </a:solidFill>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1584" name="Google Shape;1584;p10"/>
          <p:cNvSpPr/>
          <p:nvPr/>
        </p:nvSpPr>
        <p:spPr>
          <a:xfrm>
            <a:off x="236475" y="1254275"/>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10"/>
          <p:cNvSpPr/>
          <p:nvPr/>
        </p:nvSpPr>
        <p:spPr>
          <a:xfrm>
            <a:off x="8713725" y="1368325"/>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586" name="Shape 1586"/>
        <p:cNvGrpSpPr/>
        <p:nvPr/>
      </p:nvGrpSpPr>
      <p:grpSpPr>
        <a:xfrm>
          <a:off x="0" y="0"/>
          <a:ext cx="0" cy="0"/>
          <a:chOff x="0" y="0"/>
          <a:chExt cx="0" cy="0"/>
        </a:xfrm>
      </p:grpSpPr>
      <p:sp>
        <p:nvSpPr>
          <p:cNvPr id="1587" name="Google Shape;1587;p11"/>
          <p:cNvSpPr txBox="1"/>
          <p:nvPr>
            <p:ph hasCustomPrompt="1" type="title"/>
          </p:nvPr>
        </p:nvSpPr>
        <p:spPr>
          <a:xfrm>
            <a:off x="715100" y="1651650"/>
            <a:ext cx="3453900" cy="1324800"/>
          </a:xfrm>
          <a:prstGeom prst="rect">
            <a:avLst/>
          </a:prstGeom>
        </p:spPr>
        <p:txBody>
          <a:bodyPr anchorCtr="0" anchor="ctr" bIns="91425" lIns="91425" spcFirstLastPara="1" rIns="91425" wrap="square" tIns="91425">
            <a:noAutofit/>
          </a:bodyPr>
          <a:lstStyle>
            <a:lvl1pPr lvl="0" algn="ctr">
              <a:spcBef>
                <a:spcPts val="0"/>
              </a:spcBef>
              <a:spcAft>
                <a:spcPts val="0"/>
              </a:spcAft>
              <a:buSzPts val="9600"/>
              <a:buNone/>
              <a:defRPr sz="96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1588" name="Google Shape;1588;p11"/>
          <p:cNvSpPr txBox="1"/>
          <p:nvPr>
            <p:ph idx="1" type="subTitle"/>
          </p:nvPr>
        </p:nvSpPr>
        <p:spPr>
          <a:xfrm>
            <a:off x="715100" y="2976400"/>
            <a:ext cx="3453900" cy="4713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grpSp>
        <p:nvGrpSpPr>
          <p:cNvPr id="1589" name="Google Shape;1589;p11"/>
          <p:cNvGrpSpPr/>
          <p:nvPr/>
        </p:nvGrpSpPr>
        <p:grpSpPr>
          <a:xfrm rot="-5879384">
            <a:off x="3473583" y="-229601"/>
            <a:ext cx="6863848" cy="5602701"/>
            <a:chOff x="2975000" y="20825"/>
            <a:chExt cx="3963625" cy="2500050"/>
          </a:xfrm>
        </p:grpSpPr>
        <p:sp>
          <p:nvSpPr>
            <p:cNvPr id="1590" name="Google Shape;1590;p11"/>
            <p:cNvSpPr/>
            <p:nvPr/>
          </p:nvSpPr>
          <p:spPr>
            <a:xfrm>
              <a:off x="2975000" y="442550"/>
              <a:ext cx="3962850" cy="2078325"/>
            </a:xfrm>
            <a:custGeom>
              <a:rect b="b" l="l" r="r" t="t"/>
              <a:pathLst>
                <a:path extrusionOk="0" fill="none" h="83133" w="158514">
                  <a:moveTo>
                    <a:pt x="0" y="1"/>
                  </a:moveTo>
                  <a:cubicBezTo>
                    <a:pt x="4347" y="3071"/>
                    <a:pt x="9423" y="6171"/>
                    <a:pt x="12797" y="10122"/>
                  </a:cubicBezTo>
                  <a:cubicBezTo>
                    <a:pt x="18025" y="16232"/>
                    <a:pt x="11095" y="25411"/>
                    <a:pt x="18298" y="31369"/>
                  </a:cubicBezTo>
                  <a:cubicBezTo>
                    <a:pt x="23952" y="36050"/>
                    <a:pt x="23982" y="41612"/>
                    <a:pt x="23283" y="48269"/>
                  </a:cubicBezTo>
                  <a:cubicBezTo>
                    <a:pt x="22706" y="53497"/>
                    <a:pt x="22463" y="62494"/>
                    <a:pt x="29028" y="64044"/>
                  </a:cubicBezTo>
                  <a:cubicBezTo>
                    <a:pt x="35776" y="65655"/>
                    <a:pt x="41186" y="60913"/>
                    <a:pt x="45624" y="56567"/>
                  </a:cubicBezTo>
                  <a:cubicBezTo>
                    <a:pt x="51855" y="50457"/>
                    <a:pt x="63466" y="46202"/>
                    <a:pt x="71825" y="49515"/>
                  </a:cubicBezTo>
                  <a:cubicBezTo>
                    <a:pt x="79211" y="52463"/>
                    <a:pt x="89728" y="48421"/>
                    <a:pt x="96598" y="51430"/>
                  </a:cubicBezTo>
                  <a:cubicBezTo>
                    <a:pt x="100762" y="53284"/>
                    <a:pt x="101035" y="58390"/>
                    <a:pt x="102343" y="62646"/>
                  </a:cubicBezTo>
                  <a:cubicBezTo>
                    <a:pt x="104197" y="68603"/>
                    <a:pt x="108938" y="75564"/>
                    <a:pt x="114106" y="78482"/>
                  </a:cubicBezTo>
                  <a:cubicBezTo>
                    <a:pt x="122343" y="83132"/>
                    <a:pt x="130914" y="70610"/>
                    <a:pt x="138909" y="69151"/>
                  </a:cubicBezTo>
                  <a:cubicBezTo>
                    <a:pt x="145474" y="67935"/>
                    <a:pt x="152435" y="73892"/>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11"/>
            <p:cNvSpPr/>
            <p:nvPr/>
          </p:nvSpPr>
          <p:spPr>
            <a:xfrm>
              <a:off x="2975000" y="442550"/>
              <a:ext cx="3962850" cy="2057800"/>
            </a:xfrm>
            <a:custGeom>
              <a:rect b="b" l="l" r="r" t="t"/>
              <a:pathLst>
                <a:path extrusionOk="0" fill="none" h="82312" w="158514">
                  <a:moveTo>
                    <a:pt x="0" y="1"/>
                  </a:moveTo>
                  <a:cubicBezTo>
                    <a:pt x="4408" y="3040"/>
                    <a:pt x="9392" y="6049"/>
                    <a:pt x="13040" y="9879"/>
                  </a:cubicBezTo>
                  <a:cubicBezTo>
                    <a:pt x="18602" y="15654"/>
                    <a:pt x="11733" y="24955"/>
                    <a:pt x="18694" y="30609"/>
                  </a:cubicBezTo>
                  <a:cubicBezTo>
                    <a:pt x="24408" y="35259"/>
                    <a:pt x="25077" y="40153"/>
                    <a:pt x="24317" y="46901"/>
                  </a:cubicBezTo>
                  <a:cubicBezTo>
                    <a:pt x="23739" y="52129"/>
                    <a:pt x="23131" y="61248"/>
                    <a:pt x="29849" y="62919"/>
                  </a:cubicBezTo>
                  <a:cubicBezTo>
                    <a:pt x="36870" y="64652"/>
                    <a:pt x="41794" y="59606"/>
                    <a:pt x="46627" y="55503"/>
                  </a:cubicBezTo>
                  <a:cubicBezTo>
                    <a:pt x="53557" y="49606"/>
                    <a:pt x="63983" y="44712"/>
                    <a:pt x="72798" y="48634"/>
                  </a:cubicBezTo>
                  <a:cubicBezTo>
                    <a:pt x="80123" y="51886"/>
                    <a:pt x="90245" y="48208"/>
                    <a:pt x="97266" y="51187"/>
                  </a:cubicBezTo>
                  <a:cubicBezTo>
                    <a:pt x="101522" y="52980"/>
                    <a:pt x="101674" y="58026"/>
                    <a:pt x="102890" y="62251"/>
                  </a:cubicBezTo>
                  <a:cubicBezTo>
                    <a:pt x="104561" y="68087"/>
                    <a:pt x="109303" y="75078"/>
                    <a:pt x="114440" y="77844"/>
                  </a:cubicBezTo>
                  <a:cubicBezTo>
                    <a:pt x="122799" y="82312"/>
                    <a:pt x="131097" y="70032"/>
                    <a:pt x="139243" y="68877"/>
                  </a:cubicBezTo>
                  <a:cubicBezTo>
                    <a:pt x="145656" y="67935"/>
                    <a:pt x="152495" y="73771"/>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11"/>
            <p:cNvSpPr/>
            <p:nvPr/>
          </p:nvSpPr>
          <p:spPr>
            <a:xfrm>
              <a:off x="2975000" y="442550"/>
              <a:ext cx="3962850" cy="2035775"/>
            </a:xfrm>
            <a:custGeom>
              <a:rect b="b" l="l" r="r" t="t"/>
              <a:pathLst>
                <a:path extrusionOk="0" fill="none" h="81431" w="158514">
                  <a:moveTo>
                    <a:pt x="0" y="1"/>
                  </a:moveTo>
                  <a:cubicBezTo>
                    <a:pt x="4468" y="3040"/>
                    <a:pt x="9362" y="5958"/>
                    <a:pt x="13313" y="9606"/>
                  </a:cubicBezTo>
                  <a:cubicBezTo>
                    <a:pt x="19210" y="15077"/>
                    <a:pt x="12432" y="24469"/>
                    <a:pt x="19089" y="29849"/>
                  </a:cubicBezTo>
                  <a:cubicBezTo>
                    <a:pt x="24803" y="34469"/>
                    <a:pt x="26019" y="38694"/>
                    <a:pt x="25350" y="45564"/>
                  </a:cubicBezTo>
                  <a:cubicBezTo>
                    <a:pt x="24833" y="50822"/>
                    <a:pt x="23739" y="60001"/>
                    <a:pt x="30609" y="61795"/>
                  </a:cubicBezTo>
                  <a:cubicBezTo>
                    <a:pt x="37691" y="63649"/>
                    <a:pt x="42797" y="58299"/>
                    <a:pt x="47813" y="54378"/>
                  </a:cubicBezTo>
                  <a:cubicBezTo>
                    <a:pt x="55989" y="47995"/>
                    <a:pt x="63345" y="43375"/>
                    <a:pt x="73801" y="47752"/>
                  </a:cubicBezTo>
                  <a:cubicBezTo>
                    <a:pt x="81704" y="51065"/>
                    <a:pt x="90762" y="48026"/>
                    <a:pt x="97966" y="50944"/>
                  </a:cubicBezTo>
                  <a:cubicBezTo>
                    <a:pt x="102282" y="52707"/>
                    <a:pt x="102343" y="57631"/>
                    <a:pt x="103437" y="61825"/>
                  </a:cubicBezTo>
                  <a:cubicBezTo>
                    <a:pt x="104957" y="67570"/>
                    <a:pt x="109637" y="74531"/>
                    <a:pt x="114774" y="77145"/>
                  </a:cubicBezTo>
                  <a:cubicBezTo>
                    <a:pt x="123285" y="81430"/>
                    <a:pt x="131310" y="69454"/>
                    <a:pt x="139577" y="68573"/>
                  </a:cubicBezTo>
                  <a:cubicBezTo>
                    <a:pt x="145869" y="67904"/>
                    <a:pt x="152587" y="73649"/>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11"/>
            <p:cNvSpPr/>
            <p:nvPr/>
          </p:nvSpPr>
          <p:spPr>
            <a:xfrm>
              <a:off x="2975000" y="442550"/>
              <a:ext cx="3962850" cy="2014500"/>
            </a:xfrm>
            <a:custGeom>
              <a:rect b="b" l="l" r="r" t="t"/>
              <a:pathLst>
                <a:path extrusionOk="0" fill="none" h="80580" w="158514">
                  <a:moveTo>
                    <a:pt x="0" y="1"/>
                  </a:moveTo>
                  <a:cubicBezTo>
                    <a:pt x="4560" y="3010"/>
                    <a:pt x="9392" y="5897"/>
                    <a:pt x="13526" y="9393"/>
                  </a:cubicBezTo>
                  <a:cubicBezTo>
                    <a:pt x="19666" y="14469"/>
                    <a:pt x="13162" y="23952"/>
                    <a:pt x="19484" y="29150"/>
                  </a:cubicBezTo>
                  <a:cubicBezTo>
                    <a:pt x="24560" y="33314"/>
                    <a:pt x="27235" y="37509"/>
                    <a:pt x="26323" y="44348"/>
                  </a:cubicBezTo>
                  <a:cubicBezTo>
                    <a:pt x="25563" y="49728"/>
                    <a:pt x="24317" y="58846"/>
                    <a:pt x="31308" y="60792"/>
                  </a:cubicBezTo>
                  <a:cubicBezTo>
                    <a:pt x="38390" y="62737"/>
                    <a:pt x="43770" y="57296"/>
                    <a:pt x="48998" y="53375"/>
                  </a:cubicBezTo>
                  <a:cubicBezTo>
                    <a:pt x="57813" y="46688"/>
                    <a:pt x="63892" y="42129"/>
                    <a:pt x="74743" y="47023"/>
                  </a:cubicBezTo>
                  <a:cubicBezTo>
                    <a:pt x="82433" y="50488"/>
                    <a:pt x="91248" y="47995"/>
                    <a:pt x="98604" y="50761"/>
                  </a:cubicBezTo>
                  <a:cubicBezTo>
                    <a:pt x="103042" y="52372"/>
                    <a:pt x="103011" y="57266"/>
                    <a:pt x="104014" y="61430"/>
                  </a:cubicBezTo>
                  <a:cubicBezTo>
                    <a:pt x="105382" y="67084"/>
                    <a:pt x="109941" y="74014"/>
                    <a:pt x="115109" y="76445"/>
                  </a:cubicBezTo>
                  <a:cubicBezTo>
                    <a:pt x="123802" y="80579"/>
                    <a:pt x="132100" y="68299"/>
                    <a:pt x="139912" y="68330"/>
                  </a:cubicBezTo>
                  <a:cubicBezTo>
                    <a:pt x="144927" y="68330"/>
                    <a:pt x="153529" y="7331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11"/>
            <p:cNvSpPr/>
            <p:nvPr/>
          </p:nvSpPr>
          <p:spPr>
            <a:xfrm>
              <a:off x="2975000" y="442550"/>
              <a:ext cx="3962850" cy="1991700"/>
            </a:xfrm>
            <a:custGeom>
              <a:rect b="b" l="l" r="r" t="t"/>
              <a:pathLst>
                <a:path extrusionOk="0" fill="none" h="79668" w="158514">
                  <a:moveTo>
                    <a:pt x="0" y="1"/>
                  </a:moveTo>
                  <a:cubicBezTo>
                    <a:pt x="4590" y="3010"/>
                    <a:pt x="9484" y="5897"/>
                    <a:pt x="13769" y="9119"/>
                  </a:cubicBezTo>
                  <a:cubicBezTo>
                    <a:pt x="20122" y="13861"/>
                    <a:pt x="13952" y="23344"/>
                    <a:pt x="19879" y="28360"/>
                  </a:cubicBezTo>
                  <a:cubicBezTo>
                    <a:pt x="24651" y="32402"/>
                    <a:pt x="28055" y="36475"/>
                    <a:pt x="27265" y="43102"/>
                  </a:cubicBezTo>
                  <a:cubicBezTo>
                    <a:pt x="26627" y="48482"/>
                    <a:pt x="24985" y="57600"/>
                    <a:pt x="31946" y="59698"/>
                  </a:cubicBezTo>
                  <a:cubicBezTo>
                    <a:pt x="39028" y="61795"/>
                    <a:pt x="44955" y="56202"/>
                    <a:pt x="50183" y="52251"/>
                  </a:cubicBezTo>
                  <a:cubicBezTo>
                    <a:pt x="59424" y="45260"/>
                    <a:pt x="64561" y="40761"/>
                    <a:pt x="75746" y="46232"/>
                  </a:cubicBezTo>
                  <a:cubicBezTo>
                    <a:pt x="83315" y="49971"/>
                    <a:pt x="91795" y="47813"/>
                    <a:pt x="99273" y="50488"/>
                  </a:cubicBezTo>
                  <a:cubicBezTo>
                    <a:pt x="103832" y="52129"/>
                    <a:pt x="103619" y="56840"/>
                    <a:pt x="104653" y="61035"/>
                  </a:cubicBezTo>
                  <a:cubicBezTo>
                    <a:pt x="106051" y="66749"/>
                    <a:pt x="110124" y="73315"/>
                    <a:pt x="115443" y="75716"/>
                  </a:cubicBezTo>
                  <a:cubicBezTo>
                    <a:pt x="124227" y="79667"/>
                    <a:pt x="132039" y="67995"/>
                    <a:pt x="140246" y="68056"/>
                  </a:cubicBezTo>
                  <a:cubicBezTo>
                    <a:pt x="145535" y="68087"/>
                    <a:pt x="153377" y="7340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11"/>
            <p:cNvSpPr/>
            <p:nvPr/>
          </p:nvSpPr>
          <p:spPr>
            <a:xfrm>
              <a:off x="2975000" y="442550"/>
              <a:ext cx="3963625" cy="1968900"/>
            </a:xfrm>
            <a:custGeom>
              <a:rect b="b" l="l" r="r" t="t"/>
              <a:pathLst>
                <a:path extrusionOk="0" fill="none" h="78756" w="158545">
                  <a:moveTo>
                    <a:pt x="0" y="1"/>
                  </a:moveTo>
                  <a:cubicBezTo>
                    <a:pt x="4651" y="2979"/>
                    <a:pt x="9575" y="5867"/>
                    <a:pt x="14013" y="8876"/>
                  </a:cubicBezTo>
                  <a:cubicBezTo>
                    <a:pt x="20548" y="13283"/>
                    <a:pt x="14985" y="22706"/>
                    <a:pt x="20305" y="27539"/>
                  </a:cubicBezTo>
                  <a:cubicBezTo>
                    <a:pt x="24590" y="31430"/>
                    <a:pt x="28724" y="35715"/>
                    <a:pt x="28147" y="42007"/>
                  </a:cubicBezTo>
                  <a:cubicBezTo>
                    <a:pt x="27630" y="47296"/>
                    <a:pt x="25654" y="56445"/>
                    <a:pt x="32584" y="58664"/>
                  </a:cubicBezTo>
                  <a:cubicBezTo>
                    <a:pt x="39606" y="60913"/>
                    <a:pt x="46354" y="55077"/>
                    <a:pt x="51369" y="51096"/>
                  </a:cubicBezTo>
                  <a:cubicBezTo>
                    <a:pt x="60609" y="43770"/>
                    <a:pt x="65351" y="39576"/>
                    <a:pt x="76749" y="45594"/>
                  </a:cubicBezTo>
                  <a:cubicBezTo>
                    <a:pt x="84166" y="49515"/>
                    <a:pt x="92251" y="47722"/>
                    <a:pt x="99911" y="50275"/>
                  </a:cubicBezTo>
                  <a:cubicBezTo>
                    <a:pt x="104622" y="51855"/>
                    <a:pt x="104318" y="56445"/>
                    <a:pt x="105260" y="60609"/>
                  </a:cubicBezTo>
                  <a:cubicBezTo>
                    <a:pt x="106537" y="66324"/>
                    <a:pt x="110428" y="72676"/>
                    <a:pt x="115808" y="74956"/>
                  </a:cubicBezTo>
                  <a:cubicBezTo>
                    <a:pt x="124714" y="78756"/>
                    <a:pt x="132313" y="67418"/>
                    <a:pt x="140580" y="67813"/>
                  </a:cubicBezTo>
                  <a:cubicBezTo>
                    <a:pt x="145778" y="68056"/>
                    <a:pt x="153438" y="73315"/>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11"/>
            <p:cNvSpPr/>
            <p:nvPr/>
          </p:nvSpPr>
          <p:spPr>
            <a:xfrm>
              <a:off x="2975000" y="442550"/>
              <a:ext cx="3962850" cy="1919500"/>
            </a:xfrm>
            <a:custGeom>
              <a:rect b="b" l="l" r="r" t="t"/>
              <a:pathLst>
                <a:path extrusionOk="0" fill="none" h="76780" w="158514">
                  <a:moveTo>
                    <a:pt x="0" y="1"/>
                  </a:moveTo>
                  <a:cubicBezTo>
                    <a:pt x="4712" y="2949"/>
                    <a:pt x="9666" y="5776"/>
                    <a:pt x="14225" y="8633"/>
                  </a:cubicBezTo>
                  <a:cubicBezTo>
                    <a:pt x="20973" y="12797"/>
                    <a:pt x="16049" y="21977"/>
                    <a:pt x="20760" y="26718"/>
                  </a:cubicBezTo>
                  <a:cubicBezTo>
                    <a:pt x="24438" y="30396"/>
                    <a:pt x="29332" y="35168"/>
                    <a:pt x="28967" y="41004"/>
                  </a:cubicBezTo>
                  <a:cubicBezTo>
                    <a:pt x="28633" y="46202"/>
                    <a:pt x="26444" y="55381"/>
                    <a:pt x="33192" y="57661"/>
                  </a:cubicBezTo>
                  <a:cubicBezTo>
                    <a:pt x="40153" y="60032"/>
                    <a:pt x="47752" y="53953"/>
                    <a:pt x="52494" y="49880"/>
                  </a:cubicBezTo>
                  <a:cubicBezTo>
                    <a:pt x="61703" y="41977"/>
                    <a:pt x="66293" y="38633"/>
                    <a:pt x="77722" y="45016"/>
                  </a:cubicBezTo>
                  <a:cubicBezTo>
                    <a:pt x="84926" y="49059"/>
                    <a:pt x="92707" y="47722"/>
                    <a:pt x="100488" y="50093"/>
                  </a:cubicBezTo>
                  <a:cubicBezTo>
                    <a:pt x="105382" y="51582"/>
                    <a:pt x="104987" y="56080"/>
                    <a:pt x="105838" y="60245"/>
                  </a:cubicBezTo>
                  <a:cubicBezTo>
                    <a:pt x="107023" y="65898"/>
                    <a:pt x="111005" y="72676"/>
                    <a:pt x="116142" y="74227"/>
                  </a:cubicBezTo>
                  <a:cubicBezTo>
                    <a:pt x="124683" y="76780"/>
                    <a:pt x="132191" y="66901"/>
                    <a:pt x="140884" y="67570"/>
                  </a:cubicBezTo>
                  <a:cubicBezTo>
                    <a:pt x="145930" y="67965"/>
                    <a:pt x="153468" y="73224"/>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11"/>
            <p:cNvSpPr/>
            <p:nvPr/>
          </p:nvSpPr>
          <p:spPr>
            <a:xfrm>
              <a:off x="2975000" y="442550"/>
              <a:ext cx="3962100" cy="1896700"/>
            </a:xfrm>
            <a:custGeom>
              <a:rect b="b" l="l" r="r" t="t"/>
              <a:pathLst>
                <a:path extrusionOk="0" fill="none" h="75868" w="158484">
                  <a:moveTo>
                    <a:pt x="0" y="1"/>
                  </a:moveTo>
                  <a:cubicBezTo>
                    <a:pt x="4742" y="2949"/>
                    <a:pt x="9788" y="5441"/>
                    <a:pt x="14438" y="8359"/>
                  </a:cubicBezTo>
                  <a:cubicBezTo>
                    <a:pt x="21520" y="12797"/>
                    <a:pt x="16900" y="20852"/>
                    <a:pt x="21277" y="25837"/>
                  </a:cubicBezTo>
                  <a:cubicBezTo>
                    <a:pt x="24408" y="29424"/>
                    <a:pt x="29758" y="34652"/>
                    <a:pt x="29727" y="40123"/>
                  </a:cubicBezTo>
                  <a:cubicBezTo>
                    <a:pt x="29666" y="45229"/>
                    <a:pt x="27447" y="54014"/>
                    <a:pt x="33770" y="56658"/>
                  </a:cubicBezTo>
                  <a:cubicBezTo>
                    <a:pt x="40396" y="59394"/>
                    <a:pt x="49545" y="52433"/>
                    <a:pt x="53618" y="48542"/>
                  </a:cubicBezTo>
                  <a:cubicBezTo>
                    <a:pt x="62707" y="39788"/>
                    <a:pt x="67448" y="37904"/>
                    <a:pt x="78725" y="44530"/>
                  </a:cubicBezTo>
                  <a:cubicBezTo>
                    <a:pt x="85716" y="48664"/>
                    <a:pt x="93224" y="47722"/>
                    <a:pt x="101066" y="49910"/>
                  </a:cubicBezTo>
                  <a:cubicBezTo>
                    <a:pt x="106142" y="51308"/>
                    <a:pt x="105716" y="55685"/>
                    <a:pt x="106476" y="59849"/>
                  </a:cubicBezTo>
                  <a:cubicBezTo>
                    <a:pt x="107540" y="65503"/>
                    <a:pt x="111279" y="71977"/>
                    <a:pt x="116477" y="73467"/>
                  </a:cubicBezTo>
                  <a:cubicBezTo>
                    <a:pt x="124927" y="75868"/>
                    <a:pt x="132708" y="66354"/>
                    <a:pt x="141188" y="67357"/>
                  </a:cubicBezTo>
                  <a:cubicBezTo>
                    <a:pt x="146143" y="67935"/>
                    <a:pt x="153468" y="7313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11"/>
            <p:cNvSpPr/>
            <p:nvPr/>
          </p:nvSpPr>
          <p:spPr>
            <a:xfrm>
              <a:off x="2975000" y="442550"/>
              <a:ext cx="3962850" cy="1870875"/>
            </a:xfrm>
            <a:custGeom>
              <a:rect b="b" l="l" r="r" t="t"/>
              <a:pathLst>
                <a:path extrusionOk="0" fill="none" h="74835" w="158514">
                  <a:moveTo>
                    <a:pt x="0" y="1"/>
                  </a:moveTo>
                  <a:cubicBezTo>
                    <a:pt x="4803" y="2919"/>
                    <a:pt x="9848" y="5350"/>
                    <a:pt x="14651" y="8116"/>
                  </a:cubicBezTo>
                  <a:cubicBezTo>
                    <a:pt x="21946" y="12311"/>
                    <a:pt x="18086" y="19697"/>
                    <a:pt x="21885" y="24895"/>
                  </a:cubicBezTo>
                  <a:cubicBezTo>
                    <a:pt x="24590" y="28633"/>
                    <a:pt x="30031" y="34013"/>
                    <a:pt x="30396" y="39272"/>
                  </a:cubicBezTo>
                  <a:cubicBezTo>
                    <a:pt x="30791" y="44439"/>
                    <a:pt x="28299" y="52919"/>
                    <a:pt x="34439" y="55625"/>
                  </a:cubicBezTo>
                  <a:cubicBezTo>
                    <a:pt x="41186" y="58603"/>
                    <a:pt x="50670" y="51217"/>
                    <a:pt x="54712" y="47083"/>
                  </a:cubicBezTo>
                  <a:cubicBezTo>
                    <a:pt x="63892" y="37630"/>
                    <a:pt x="68542" y="37266"/>
                    <a:pt x="79789" y="44135"/>
                  </a:cubicBezTo>
                  <a:cubicBezTo>
                    <a:pt x="86476" y="48208"/>
                    <a:pt x="93984" y="47661"/>
                    <a:pt x="101674" y="49728"/>
                  </a:cubicBezTo>
                  <a:cubicBezTo>
                    <a:pt x="106932" y="51126"/>
                    <a:pt x="106416" y="55138"/>
                    <a:pt x="107145" y="59454"/>
                  </a:cubicBezTo>
                  <a:cubicBezTo>
                    <a:pt x="108057" y="64986"/>
                    <a:pt x="111552" y="71339"/>
                    <a:pt x="116872" y="72707"/>
                  </a:cubicBezTo>
                  <a:cubicBezTo>
                    <a:pt x="125322" y="74835"/>
                    <a:pt x="133285" y="65837"/>
                    <a:pt x="141523" y="67114"/>
                  </a:cubicBezTo>
                  <a:cubicBezTo>
                    <a:pt x="146386" y="67874"/>
                    <a:pt x="153559" y="73011"/>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11"/>
            <p:cNvSpPr/>
            <p:nvPr/>
          </p:nvSpPr>
          <p:spPr>
            <a:xfrm>
              <a:off x="2975000" y="442550"/>
              <a:ext cx="3962850" cy="1848075"/>
            </a:xfrm>
            <a:custGeom>
              <a:rect b="b" l="l" r="r" t="t"/>
              <a:pathLst>
                <a:path extrusionOk="0" fill="none" h="73923" w="158514">
                  <a:moveTo>
                    <a:pt x="0" y="1"/>
                  </a:moveTo>
                  <a:cubicBezTo>
                    <a:pt x="4833" y="2888"/>
                    <a:pt x="9909" y="5259"/>
                    <a:pt x="14864" y="7873"/>
                  </a:cubicBezTo>
                  <a:cubicBezTo>
                    <a:pt x="22219" y="11764"/>
                    <a:pt x="19301" y="18390"/>
                    <a:pt x="22584" y="23922"/>
                  </a:cubicBezTo>
                  <a:cubicBezTo>
                    <a:pt x="25046" y="28086"/>
                    <a:pt x="30092" y="33649"/>
                    <a:pt x="31004" y="38542"/>
                  </a:cubicBezTo>
                  <a:cubicBezTo>
                    <a:pt x="31855" y="43284"/>
                    <a:pt x="29150" y="51947"/>
                    <a:pt x="35107" y="54561"/>
                  </a:cubicBezTo>
                  <a:cubicBezTo>
                    <a:pt x="42250" y="57691"/>
                    <a:pt x="51673" y="50032"/>
                    <a:pt x="55746" y="45503"/>
                  </a:cubicBezTo>
                  <a:cubicBezTo>
                    <a:pt x="64834" y="35411"/>
                    <a:pt x="69941" y="36992"/>
                    <a:pt x="80822" y="43770"/>
                  </a:cubicBezTo>
                  <a:cubicBezTo>
                    <a:pt x="87205" y="47782"/>
                    <a:pt x="94683" y="47691"/>
                    <a:pt x="102191" y="49576"/>
                  </a:cubicBezTo>
                  <a:cubicBezTo>
                    <a:pt x="107571" y="50913"/>
                    <a:pt x="107145" y="54682"/>
                    <a:pt x="107783" y="59090"/>
                  </a:cubicBezTo>
                  <a:cubicBezTo>
                    <a:pt x="108604" y="64591"/>
                    <a:pt x="111826" y="70610"/>
                    <a:pt x="117236" y="71917"/>
                  </a:cubicBezTo>
                  <a:cubicBezTo>
                    <a:pt x="125504" y="73923"/>
                    <a:pt x="133863" y="65321"/>
                    <a:pt x="141827" y="66901"/>
                  </a:cubicBezTo>
                  <a:cubicBezTo>
                    <a:pt x="146599" y="67813"/>
                    <a:pt x="153620" y="7292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11"/>
            <p:cNvSpPr/>
            <p:nvPr/>
          </p:nvSpPr>
          <p:spPr>
            <a:xfrm>
              <a:off x="2975000" y="442550"/>
              <a:ext cx="3962100" cy="1826050"/>
            </a:xfrm>
            <a:custGeom>
              <a:rect b="b" l="l" r="r" t="t"/>
              <a:pathLst>
                <a:path extrusionOk="0" fill="none" h="73042" w="158484">
                  <a:moveTo>
                    <a:pt x="0" y="1"/>
                  </a:moveTo>
                  <a:cubicBezTo>
                    <a:pt x="4894" y="2858"/>
                    <a:pt x="10000" y="5168"/>
                    <a:pt x="15076" y="7630"/>
                  </a:cubicBezTo>
                  <a:cubicBezTo>
                    <a:pt x="22402" y="11217"/>
                    <a:pt x="20639" y="16992"/>
                    <a:pt x="23435" y="22980"/>
                  </a:cubicBezTo>
                  <a:cubicBezTo>
                    <a:pt x="25685" y="27813"/>
                    <a:pt x="29910" y="33041"/>
                    <a:pt x="31460" y="37934"/>
                  </a:cubicBezTo>
                  <a:cubicBezTo>
                    <a:pt x="32858" y="42372"/>
                    <a:pt x="29940" y="51096"/>
                    <a:pt x="35867" y="53558"/>
                  </a:cubicBezTo>
                  <a:cubicBezTo>
                    <a:pt x="43618" y="56749"/>
                    <a:pt x="52433" y="48937"/>
                    <a:pt x="56779" y="43831"/>
                  </a:cubicBezTo>
                  <a:cubicBezTo>
                    <a:pt x="65746" y="33314"/>
                    <a:pt x="71552" y="36901"/>
                    <a:pt x="81886" y="43466"/>
                  </a:cubicBezTo>
                  <a:cubicBezTo>
                    <a:pt x="87965" y="47327"/>
                    <a:pt x="95412" y="47752"/>
                    <a:pt x="102707" y="49454"/>
                  </a:cubicBezTo>
                  <a:cubicBezTo>
                    <a:pt x="108148" y="50700"/>
                    <a:pt x="107905" y="54226"/>
                    <a:pt x="108452" y="58725"/>
                  </a:cubicBezTo>
                  <a:cubicBezTo>
                    <a:pt x="109182" y="64226"/>
                    <a:pt x="112130" y="69910"/>
                    <a:pt x="117571" y="71187"/>
                  </a:cubicBezTo>
                  <a:cubicBezTo>
                    <a:pt x="125626" y="73041"/>
                    <a:pt x="134410" y="64895"/>
                    <a:pt x="142100" y="66688"/>
                  </a:cubicBezTo>
                  <a:cubicBezTo>
                    <a:pt x="146751" y="67783"/>
                    <a:pt x="153590" y="72828"/>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11"/>
            <p:cNvSpPr/>
            <p:nvPr/>
          </p:nvSpPr>
          <p:spPr>
            <a:xfrm>
              <a:off x="2975000" y="442550"/>
              <a:ext cx="3962850" cy="1818450"/>
            </a:xfrm>
            <a:custGeom>
              <a:rect b="b" l="l" r="r" t="t"/>
              <a:pathLst>
                <a:path extrusionOk="0" fill="none" h="72738" w="158514">
                  <a:moveTo>
                    <a:pt x="0" y="1"/>
                  </a:moveTo>
                  <a:cubicBezTo>
                    <a:pt x="4924" y="2827"/>
                    <a:pt x="10122" y="5077"/>
                    <a:pt x="15259" y="7387"/>
                  </a:cubicBezTo>
                  <a:cubicBezTo>
                    <a:pt x="22432" y="10609"/>
                    <a:pt x="22159" y="15594"/>
                    <a:pt x="24317" y="22007"/>
                  </a:cubicBezTo>
                  <a:cubicBezTo>
                    <a:pt x="26171" y="27630"/>
                    <a:pt x="29332" y="32402"/>
                    <a:pt x="31733" y="37418"/>
                  </a:cubicBezTo>
                  <a:cubicBezTo>
                    <a:pt x="33831" y="41764"/>
                    <a:pt x="30669" y="50305"/>
                    <a:pt x="36657" y="52615"/>
                  </a:cubicBezTo>
                  <a:cubicBezTo>
                    <a:pt x="44955" y="55868"/>
                    <a:pt x="53162" y="47630"/>
                    <a:pt x="57782" y="42068"/>
                  </a:cubicBezTo>
                  <a:cubicBezTo>
                    <a:pt x="66476" y="31551"/>
                    <a:pt x="73315" y="37022"/>
                    <a:pt x="82950" y="43193"/>
                  </a:cubicBezTo>
                  <a:cubicBezTo>
                    <a:pt x="88695" y="46871"/>
                    <a:pt x="96142" y="47813"/>
                    <a:pt x="103194" y="49333"/>
                  </a:cubicBezTo>
                  <a:cubicBezTo>
                    <a:pt x="108726" y="50488"/>
                    <a:pt x="108634" y="53740"/>
                    <a:pt x="109151" y="58390"/>
                  </a:cubicBezTo>
                  <a:cubicBezTo>
                    <a:pt x="109789" y="63862"/>
                    <a:pt x="112464" y="69211"/>
                    <a:pt x="117996" y="70427"/>
                  </a:cubicBezTo>
                  <a:cubicBezTo>
                    <a:pt x="125778" y="72129"/>
                    <a:pt x="135018" y="64439"/>
                    <a:pt x="142434" y="66506"/>
                  </a:cubicBezTo>
                  <a:cubicBezTo>
                    <a:pt x="146994" y="67752"/>
                    <a:pt x="153650" y="72737"/>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11"/>
            <p:cNvSpPr/>
            <p:nvPr/>
          </p:nvSpPr>
          <p:spPr>
            <a:xfrm>
              <a:off x="2975000" y="442550"/>
              <a:ext cx="3962850" cy="1816175"/>
            </a:xfrm>
            <a:custGeom>
              <a:rect b="b" l="l" r="r" t="t"/>
              <a:pathLst>
                <a:path extrusionOk="0" fill="none" h="72647" w="158514">
                  <a:moveTo>
                    <a:pt x="0" y="1"/>
                  </a:moveTo>
                  <a:cubicBezTo>
                    <a:pt x="4985" y="2797"/>
                    <a:pt x="10244" y="4985"/>
                    <a:pt x="15441" y="7144"/>
                  </a:cubicBezTo>
                  <a:cubicBezTo>
                    <a:pt x="22341" y="10031"/>
                    <a:pt x="23648" y="14621"/>
                    <a:pt x="25259" y="21034"/>
                  </a:cubicBezTo>
                  <a:cubicBezTo>
                    <a:pt x="26688" y="26809"/>
                    <a:pt x="28572" y="31977"/>
                    <a:pt x="31885" y="36992"/>
                  </a:cubicBezTo>
                  <a:cubicBezTo>
                    <a:pt x="34742" y="41278"/>
                    <a:pt x="31429" y="49606"/>
                    <a:pt x="37478" y="51825"/>
                  </a:cubicBezTo>
                  <a:cubicBezTo>
                    <a:pt x="46171" y="55017"/>
                    <a:pt x="54469" y="46202"/>
                    <a:pt x="58755" y="40305"/>
                  </a:cubicBezTo>
                  <a:cubicBezTo>
                    <a:pt x="66232" y="30001"/>
                    <a:pt x="76415" y="38025"/>
                    <a:pt x="84044" y="42889"/>
                  </a:cubicBezTo>
                  <a:cubicBezTo>
                    <a:pt x="89546" y="46384"/>
                    <a:pt x="96841" y="47874"/>
                    <a:pt x="103680" y="49211"/>
                  </a:cubicBezTo>
                  <a:cubicBezTo>
                    <a:pt x="109242" y="50305"/>
                    <a:pt x="109364" y="53254"/>
                    <a:pt x="109850" y="58026"/>
                  </a:cubicBezTo>
                  <a:cubicBezTo>
                    <a:pt x="110397" y="63436"/>
                    <a:pt x="112829" y="68482"/>
                    <a:pt x="118422" y="69667"/>
                  </a:cubicBezTo>
                  <a:cubicBezTo>
                    <a:pt x="125930" y="71278"/>
                    <a:pt x="135626" y="64044"/>
                    <a:pt x="142708" y="66293"/>
                  </a:cubicBezTo>
                  <a:cubicBezTo>
                    <a:pt x="147176" y="67692"/>
                    <a:pt x="153681" y="7264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11"/>
            <p:cNvSpPr/>
            <p:nvPr/>
          </p:nvSpPr>
          <p:spPr>
            <a:xfrm>
              <a:off x="2975000" y="442550"/>
              <a:ext cx="3962850" cy="1813875"/>
            </a:xfrm>
            <a:custGeom>
              <a:rect b="b" l="l" r="r" t="t"/>
              <a:pathLst>
                <a:path extrusionOk="0" fill="none" h="72555" w="158514">
                  <a:moveTo>
                    <a:pt x="0" y="1"/>
                  </a:moveTo>
                  <a:cubicBezTo>
                    <a:pt x="5015" y="2767"/>
                    <a:pt x="10335" y="4894"/>
                    <a:pt x="15624" y="6931"/>
                  </a:cubicBezTo>
                  <a:cubicBezTo>
                    <a:pt x="22189" y="9423"/>
                    <a:pt x="24925" y="13648"/>
                    <a:pt x="26262" y="20031"/>
                  </a:cubicBezTo>
                  <a:cubicBezTo>
                    <a:pt x="27508" y="25958"/>
                    <a:pt x="27843" y="31582"/>
                    <a:pt x="31916" y="36597"/>
                  </a:cubicBezTo>
                  <a:cubicBezTo>
                    <a:pt x="35290" y="40731"/>
                    <a:pt x="32432" y="49150"/>
                    <a:pt x="38299" y="51096"/>
                  </a:cubicBezTo>
                  <a:cubicBezTo>
                    <a:pt x="47326" y="54105"/>
                    <a:pt x="55138" y="44804"/>
                    <a:pt x="59758" y="38512"/>
                  </a:cubicBezTo>
                  <a:cubicBezTo>
                    <a:pt x="66901" y="28816"/>
                    <a:pt x="78512" y="38512"/>
                    <a:pt x="85139" y="42585"/>
                  </a:cubicBezTo>
                  <a:cubicBezTo>
                    <a:pt x="90397" y="45807"/>
                    <a:pt x="97510" y="47995"/>
                    <a:pt x="104105" y="49120"/>
                  </a:cubicBezTo>
                  <a:cubicBezTo>
                    <a:pt x="109698" y="50062"/>
                    <a:pt x="109729" y="52707"/>
                    <a:pt x="110580" y="57691"/>
                  </a:cubicBezTo>
                  <a:cubicBezTo>
                    <a:pt x="111461" y="63071"/>
                    <a:pt x="112829" y="67692"/>
                    <a:pt x="118878" y="68938"/>
                  </a:cubicBezTo>
                  <a:cubicBezTo>
                    <a:pt x="126082" y="70427"/>
                    <a:pt x="136234" y="63649"/>
                    <a:pt x="143012" y="66111"/>
                  </a:cubicBezTo>
                  <a:cubicBezTo>
                    <a:pt x="147359" y="67661"/>
                    <a:pt x="153742" y="7255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11"/>
            <p:cNvSpPr/>
            <p:nvPr/>
          </p:nvSpPr>
          <p:spPr>
            <a:xfrm>
              <a:off x="2975000" y="442550"/>
              <a:ext cx="3962850" cy="1804000"/>
            </a:xfrm>
            <a:custGeom>
              <a:rect b="b" l="l" r="r" t="t"/>
              <a:pathLst>
                <a:path extrusionOk="0" fill="none" h="72160" w="158514">
                  <a:moveTo>
                    <a:pt x="0" y="1"/>
                  </a:moveTo>
                  <a:cubicBezTo>
                    <a:pt x="5076" y="2736"/>
                    <a:pt x="10456" y="4803"/>
                    <a:pt x="15806" y="6688"/>
                  </a:cubicBezTo>
                  <a:cubicBezTo>
                    <a:pt x="22037" y="8876"/>
                    <a:pt x="26049" y="12767"/>
                    <a:pt x="27326" y="18967"/>
                  </a:cubicBezTo>
                  <a:cubicBezTo>
                    <a:pt x="28542" y="24925"/>
                    <a:pt x="27326" y="31126"/>
                    <a:pt x="31855" y="36202"/>
                  </a:cubicBezTo>
                  <a:cubicBezTo>
                    <a:pt x="35381" y="40153"/>
                    <a:pt x="33618" y="48725"/>
                    <a:pt x="39150" y="50457"/>
                  </a:cubicBezTo>
                  <a:cubicBezTo>
                    <a:pt x="48329" y="53314"/>
                    <a:pt x="55746" y="42919"/>
                    <a:pt x="60792" y="36810"/>
                  </a:cubicBezTo>
                  <a:cubicBezTo>
                    <a:pt x="67995" y="28086"/>
                    <a:pt x="80032" y="38360"/>
                    <a:pt x="86263" y="42159"/>
                  </a:cubicBezTo>
                  <a:cubicBezTo>
                    <a:pt x="91430" y="45320"/>
                    <a:pt x="98057" y="48056"/>
                    <a:pt x="104561" y="48998"/>
                  </a:cubicBezTo>
                  <a:cubicBezTo>
                    <a:pt x="115747" y="50700"/>
                    <a:pt x="107692" y="65898"/>
                    <a:pt x="119303" y="68178"/>
                  </a:cubicBezTo>
                  <a:cubicBezTo>
                    <a:pt x="126294" y="69576"/>
                    <a:pt x="136872" y="63254"/>
                    <a:pt x="143316" y="65898"/>
                  </a:cubicBezTo>
                  <a:cubicBezTo>
                    <a:pt x="147784" y="67752"/>
                    <a:pt x="153407" y="7216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11"/>
            <p:cNvSpPr/>
            <p:nvPr/>
          </p:nvSpPr>
          <p:spPr>
            <a:xfrm>
              <a:off x="2975000" y="442550"/>
              <a:ext cx="3962100" cy="1802475"/>
            </a:xfrm>
            <a:custGeom>
              <a:rect b="b" l="l" r="r" t="t"/>
              <a:pathLst>
                <a:path extrusionOk="0" fill="none" h="72099" w="158484">
                  <a:moveTo>
                    <a:pt x="0" y="1"/>
                  </a:moveTo>
                  <a:cubicBezTo>
                    <a:pt x="5107" y="2706"/>
                    <a:pt x="10760" y="4590"/>
                    <a:pt x="15958" y="6444"/>
                  </a:cubicBezTo>
                  <a:cubicBezTo>
                    <a:pt x="21764" y="8511"/>
                    <a:pt x="26931" y="11733"/>
                    <a:pt x="28390" y="17843"/>
                  </a:cubicBezTo>
                  <a:cubicBezTo>
                    <a:pt x="29788" y="23740"/>
                    <a:pt x="26900" y="30579"/>
                    <a:pt x="31672" y="35867"/>
                  </a:cubicBezTo>
                  <a:cubicBezTo>
                    <a:pt x="35107" y="39636"/>
                    <a:pt x="34925" y="48390"/>
                    <a:pt x="40001" y="49849"/>
                  </a:cubicBezTo>
                  <a:cubicBezTo>
                    <a:pt x="49302" y="52494"/>
                    <a:pt x="56415" y="40761"/>
                    <a:pt x="61886" y="35320"/>
                  </a:cubicBezTo>
                  <a:cubicBezTo>
                    <a:pt x="69211" y="28025"/>
                    <a:pt x="81278" y="37873"/>
                    <a:pt x="87327" y="41612"/>
                  </a:cubicBezTo>
                  <a:cubicBezTo>
                    <a:pt x="92585" y="44864"/>
                    <a:pt x="98421" y="48117"/>
                    <a:pt x="104926" y="48968"/>
                  </a:cubicBezTo>
                  <a:cubicBezTo>
                    <a:pt x="116385" y="50457"/>
                    <a:pt x="108239" y="65442"/>
                    <a:pt x="119759" y="67509"/>
                  </a:cubicBezTo>
                  <a:cubicBezTo>
                    <a:pt x="126659" y="68725"/>
                    <a:pt x="137298" y="62980"/>
                    <a:pt x="143559" y="65716"/>
                  </a:cubicBezTo>
                  <a:cubicBezTo>
                    <a:pt x="147936" y="67631"/>
                    <a:pt x="153407" y="72099"/>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11"/>
            <p:cNvSpPr/>
            <p:nvPr/>
          </p:nvSpPr>
          <p:spPr>
            <a:xfrm>
              <a:off x="2975000" y="442550"/>
              <a:ext cx="3962850" cy="1800200"/>
            </a:xfrm>
            <a:custGeom>
              <a:rect b="b" l="l" r="r" t="t"/>
              <a:pathLst>
                <a:path extrusionOk="0" fill="none" h="72008" w="158514">
                  <a:moveTo>
                    <a:pt x="0" y="1"/>
                  </a:moveTo>
                  <a:cubicBezTo>
                    <a:pt x="5167" y="2645"/>
                    <a:pt x="10821" y="4499"/>
                    <a:pt x="16140" y="6201"/>
                  </a:cubicBezTo>
                  <a:cubicBezTo>
                    <a:pt x="21976" y="8055"/>
                    <a:pt x="27630" y="11065"/>
                    <a:pt x="29484" y="16657"/>
                  </a:cubicBezTo>
                  <a:cubicBezTo>
                    <a:pt x="31308" y="22159"/>
                    <a:pt x="26748" y="29940"/>
                    <a:pt x="31521" y="35442"/>
                  </a:cubicBezTo>
                  <a:cubicBezTo>
                    <a:pt x="34621" y="38998"/>
                    <a:pt x="36414" y="48147"/>
                    <a:pt x="40913" y="49211"/>
                  </a:cubicBezTo>
                  <a:cubicBezTo>
                    <a:pt x="50244" y="51430"/>
                    <a:pt x="56749" y="38846"/>
                    <a:pt x="63041" y="34044"/>
                  </a:cubicBezTo>
                  <a:cubicBezTo>
                    <a:pt x="70731" y="28147"/>
                    <a:pt x="82190" y="36992"/>
                    <a:pt x="88391" y="40943"/>
                  </a:cubicBezTo>
                  <a:cubicBezTo>
                    <a:pt x="93862" y="44409"/>
                    <a:pt x="98695" y="48147"/>
                    <a:pt x="105352" y="48907"/>
                  </a:cubicBezTo>
                  <a:cubicBezTo>
                    <a:pt x="117024" y="50184"/>
                    <a:pt x="108786" y="64834"/>
                    <a:pt x="120276" y="66780"/>
                  </a:cubicBezTo>
                  <a:cubicBezTo>
                    <a:pt x="126993" y="67904"/>
                    <a:pt x="137784" y="62585"/>
                    <a:pt x="143863" y="65533"/>
                  </a:cubicBezTo>
                  <a:cubicBezTo>
                    <a:pt x="148149" y="67570"/>
                    <a:pt x="153468" y="72008"/>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11"/>
            <p:cNvSpPr/>
            <p:nvPr/>
          </p:nvSpPr>
          <p:spPr>
            <a:xfrm>
              <a:off x="2975000" y="442550"/>
              <a:ext cx="3963625" cy="1798675"/>
            </a:xfrm>
            <a:custGeom>
              <a:rect b="b" l="l" r="r" t="t"/>
              <a:pathLst>
                <a:path extrusionOk="0" fill="none" h="71947" w="158545">
                  <a:moveTo>
                    <a:pt x="0" y="1"/>
                  </a:moveTo>
                  <a:cubicBezTo>
                    <a:pt x="5198" y="2615"/>
                    <a:pt x="10912" y="4408"/>
                    <a:pt x="16323" y="5958"/>
                  </a:cubicBezTo>
                  <a:cubicBezTo>
                    <a:pt x="22067" y="7630"/>
                    <a:pt x="28147" y="10365"/>
                    <a:pt x="30578" y="15472"/>
                  </a:cubicBezTo>
                  <a:cubicBezTo>
                    <a:pt x="33192" y="20974"/>
                    <a:pt x="26931" y="29059"/>
                    <a:pt x="31369" y="35047"/>
                  </a:cubicBezTo>
                  <a:cubicBezTo>
                    <a:pt x="33831" y="38390"/>
                    <a:pt x="37904" y="47904"/>
                    <a:pt x="41825" y="48542"/>
                  </a:cubicBezTo>
                  <a:cubicBezTo>
                    <a:pt x="50883" y="50062"/>
                    <a:pt x="57296" y="36931"/>
                    <a:pt x="64257" y="33010"/>
                  </a:cubicBezTo>
                  <a:cubicBezTo>
                    <a:pt x="72160" y="28512"/>
                    <a:pt x="83102" y="35928"/>
                    <a:pt x="89424" y="40153"/>
                  </a:cubicBezTo>
                  <a:cubicBezTo>
                    <a:pt x="94804" y="43740"/>
                    <a:pt x="98877" y="48208"/>
                    <a:pt x="105747" y="48846"/>
                  </a:cubicBezTo>
                  <a:cubicBezTo>
                    <a:pt x="117601" y="49971"/>
                    <a:pt x="109425" y="64257"/>
                    <a:pt x="120793" y="66081"/>
                  </a:cubicBezTo>
                  <a:cubicBezTo>
                    <a:pt x="127419" y="67144"/>
                    <a:pt x="138270" y="62281"/>
                    <a:pt x="144167" y="65351"/>
                  </a:cubicBezTo>
                  <a:cubicBezTo>
                    <a:pt x="148362" y="67540"/>
                    <a:pt x="153529" y="71947"/>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11"/>
            <p:cNvSpPr/>
            <p:nvPr/>
          </p:nvSpPr>
          <p:spPr>
            <a:xfrm>
              <a:off x="2975000" y="442550"/>
              <a:ext cx="3962850" cy="1795650"/>
            </a:xfrm>
            <a:custGeom>
              <a:rect b="b" l="l" r="r" t="t"/>
              <a:pathLst>
                <a:path extrusionOk="0" fill="none" h="71826" w="158514">
                  <a:moveTo>
                    <a:pt x="0" y="1"/>
                  </a:moveTo>
                  <a:cubicBezTo>
                    <a:pt x="5259" y="2584"/>
                    <a:pt x="10973" y="4317"/>
                    <a:pt x="16475" y="5745"/>
                  </a:cubicBezTo>
                  <a:cubicBezTo>
                    <a:pt x="22250" y="7235"/>
                    <a:pt x="28542" y="9788"/>
                    <a:pt x="31581" y="14195"/>
                  </a:cubicBezTo>
                  <a:cubicBezTo>
                    <a:pt x="35168" y="19332"/>
                    <a:pt x="27326" y="28238"/>
                    <a:pt x="31247" y="34560"/>
                  </a:cubicBezTo>
                  <a:cubicBezTo>
                    <a:pt x="33253" y="37782"/>
                    <a:pt x="39150" y="47418"/>
                    <a:pt x="42737" y="47722"/>
                  </a:cubicBezTo>
                  <a:cubicBezTo>
                    <a:pt x="51612" y="48482"/>
                    <a:pt x="57752" y="35229"/>
                    <a:pt x="65412" y="32129"/>
                  </a:cubicBezTo>
                  <a:cubicBezTo>
                    <a:pt x="73588" y="28816"/>
                    <a:pt x="84044" y="34804"/>
                    <a:pt x="90275" y="39302"/>
                  </a:cubicBezTo>
                  <a:cubicBezTo>
                    <a:pt x="95351" y="42980"/>
                    <a:pt x="98938" y="48269"/>
                    <a:pt x="106081" y="48816"/>
                  </a:cubicBezTo>
                  <a:cubicBezTo>
                    <a:pt x="111704" y="49241"/>
                    <a:pt x="112981" y="50670"/>
                    <a:pt x="114136" y="56111"/>
                  </a:cubicBezTo>
                  <a:cubicBezTo>
                    <a:pt x="115139" y="60792"/>
                    <a:pt x="115321" y="64470"/>
                    <a:pt x="121279" y="65381"/>
                  </a:cubicBezTo>
                  <a:cubicBezTo>
                    <a:pt x="127784" y="66385"/>
                    <a:pt x="138696" y="61947"/>
                    <a:pt x="144410" y="65169"/>
                  </a:cubicBezTo>
                  <a:cubicBezTo>
                    <a:pt x="148483" y="67448"/>
                    <a:pt x="153529" y="7182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11"/>
            <p:cNvSpPr/>
            <p:nvPr/>
          </p:nvSpPr>
          <p:spPr>
            <a:xfrm>
              <a:off x="2975000" y="442550"/>
              <a:ext cx="3962850" cy="1794125"/>
            </a:xfrm>
            <a:custGeom>
              <a:rect b="b" l="l" r="r" t="t"/>
              <a:pathLst>
                <a:path extrusionOk="0" fill="none" h="71765" w="158514">
                  <a:moveTo>
                    <a:pt x="0" y="1"/>
                  </a:moveTo>
                  <a:cubicBezTo>
                    <a:pt x="5319" y="2554"/>
                    <a:pt x="11064" y="4226"/>
                    <a:pt x="16627" y="5502"/>
                  </a:cubicBezTo>
                  <a:cubicBezTo>
                    <a:pt x="22523" y="6840"/>
                    <a:pt x="28663" y="9302"/>
                    <a:pt x="32554" y="12919"/>
                  </a:cubicBezTo>
                  <a:cubicBezTo>
                    <a:pt x="36931" y="17022"/>
                    <a:pt x="28906" y="28268"/>
                    <a:pt x="31247" y="33983"/>
                  </a:cubicBezTo>
                  <a:cubicBezTo>
                    <a:pt x="32615" y="37326"/>
                    <a:pt x="40031" y="46658"/>
                    <a:pt x="43679" y="46719"/>
                  </a:cubicBezTo>
                  <a:cubicBezTo>
                    <a:pt x="52433" y="46810"/>
                    <a:pt x="58117" y="33861"/>
                    <a:pt x="66628" y="31430"/>
                  </a:cubicBezTo>
                  <a:cubicBezTo>
                    <a:pt x="75108" y="28998"/>
                    <a:pt x="85078" y="33709"/>
                    <a:pt x="91066" y="38451"/>
                  </a:cubicBezTo>
                  <a:cubicBezTo>
                    <a:pt x="95899" y="42250"/>
                    <a:pt x="98847" y="48482"/>
                    <a:pt x="106446" y="48785"/>
                  </a:cubicBezTo>
                  <a:cubicBezTo>
                    <a:pt x="119030" y="49272"/>
                    <a:pt x="110853" y="62950"/>
                    <a:pt x="121826" y="64743"/>
                  </a:cubicBezTo>
                  <a:cubicBezTo>
                    <a:pt x="128088" y="65746"/>
                    <a:pt x="139121" y="61612"/>
                    <a:pt x="144684" y="64986"/>
                  </a:cubicBezTo>
                  <a:cubicBezTo>
                    <a:pt x="148666" y="67388"/>
                    <a:pt x="153559" y="7176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11"/>
            <p:cNvSpPr/>
            <p:nvPr/>
          </p:nvSpPr>
          <p:spPr>
            <a:xfrm>
              <a:off x="2975000" y="442550"/>
              <a:ext cx="3962850" cy="1791075"/>
            </a:xfrm>
            <a:custGeom>
              <a:rect b="b" l="l" r="r" t="t"/>
              <a:pathLst>
                <a:path extrusionOk="0" fill="none" h="71643" w="158514">
                  <a:moveTo>
                    <a:pt x="0" y="1"/>
                  </a:moveTo>
                  <a:cubicBezTo>
                    <a:pt x="5319" y="2523"/>
                    <a:pt x="11155" y="4134"/>
                    <a:pt x="16779" y="5259"/>
                  </a:cubicBezTo>
                  <a:cubicBezTo>
                    <a:pt x="22736" y="6475"/>
                    <a:pt x="29302" y="9058"/>
                    <a:pt x="33405" y="11672"/>
                  </a:cubicBezTo>
                  <a:cubicBezTo>
                    <a:pt x="37660" y="14378"/>
                    <a:pt x="30821" y="28968"/>
                    <a:pt x="31399" y="33314"/>
                  </a:cubicBezTo>
                  <a:cubicBezTo>
                    <a:pt x="31885" y="36931"/>
                    <a:pt x="40578" y="45624"/>
                    <a:pt x="44651" y="45472"/>
                  </a:cubicBezTo>
                  <a:cubicBezTo>
                    <a:pt x="53101" y="45168"/>
                    <a:pt x="58421" y="32828"/>
                    <a:pt x="67874" y="30852"/>
                  </a:cubicBezTo>
                  <a:cubicBezTo>
                    <a:pt x="76658" y="29028"/>
                    <a:pt x="86233" y="32706"/>
                    <a:pt x="91856" y="37509"/>
                  </a:cubicBezTo>
                  <a:cubicBezTo>
                    <a:pt x="96476" y="41491"/>
                    <a:pt x="98908" y="48542"/>
                    <a:pt x="106780" y="48755"/>
                  </a:cubicBezTo>
                  <a:cubicBezTo>
                    <a:pt x="112647" y="48907"/>
                    <a:pt x="114045" y="50184"/>
                    <a:pt x="115565" y="55503"/>
                  </a:cubicBezTo>
                  <a:cubicBezTo>
                    <a:pt x="116841" y="60062"/>
                    <a:pt x="116628" y="63132"/>
                    <a:pt x="122404" y="64044"/>
                  </a:cubicBezTo>
                  <a:cubicBezTo>
                    <a:pt x="128544" y="65047"/>
                    <a:pt x="139486" y="61278"/>
                    <a:pt x="144957" y="64804"/>
                  </a:cubicBezTo>
                  <a:cubicBezTo>
                    <a:pt x="148818" y="67296"/>
                    <a:pt x="153559" y="71643"/>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11"/>
            <p:cNvSpPr/>
            <p:nvPr/>
          </p:nvSpPr>
          <p:spPr>
            <a:xfrm>
              <a:off x="2975000" y="442550"/>
              <a:ext cx="3962100" cy="1789575"/>
            </a:xfrm>
            <a:custGeom>
              <a:rect b="b" l="l" r="r" t="t"/>
              <a:pathLst>
                <a:path extrusionOk="0" fill="none" h="71583" w="158484">
                  <a:moveTo>
                    <a:pt x="0" y="1"/>
                  </a:moveTo>
                  <a:cubicBezTo>
                    <a:pt x="5380" y="2463"/>
                    <a:pt x="11216" y="4043"/>
                    <a:pt x="16900" y="5016"/>
                  </a:cubicBezTo>
                  <a:cubicBezTo>
                    <a:pt x="22797" y="6049"/>
                    <a:pt x="29058" y="8724"/>
                    <a:pt x="34135" y="10457"/>
                  </a:cubicBezTo>
                  <a:cubicBezTo>
                    <a:pt x="39667" y="12372"/>
                    <a:pt x="32037" y="28846"/>
                    <a:pt x="31855" y="32463"/>
                  </a:cubicBezTo>
                  <a:cubicBezTo>
                    <a:pt x="31672" y="36597"/>
                    <a:pt x="40852" y="44712"/>
                    <a:pt x="45503" y="44074"/>
                  </a:cubicBezTo>
                  <a:cubicBezTo>
                    <a:pt x="54165" y="42889"/>
                    <a:pt x="59606" y="32038"/>
                    <a:pt x="69090" y="30335"/>
                  </a:cubicBezTo>
                  <a:cubicBezTo>
                    <a:pt x="77479" y="28846"/>
                    <a:pt x="87388" y="31703"/>
                    <a:pt x="92646" y="36566"/>
                  </a:cubicBezTo>
                  <a:cubicBezTo>
                    <a:pt x="97084" y="40670"/>
                    <a:pt x="98908" y="48634"/>
                    <a:pt x="107084" y="48725"/>
                  </a:cubicBezTo>
                  <a:cubicBezTo>
                    <a:pt x="112890" y="48816"/>
                    <a:pt x="114501" y="49910"/>
                    <a:pt x="116203" y="55229"/>
                  </a:cubicBezTo>
                  <a:cubicBezTo>
                    <a:pt x="117571" y="59606"/>
                    <a:pt x="117297" y="62555"/>
                    <a:pt x="122951" y="63436"/>
                  </a:cubicBezTo>
                  <a:cubicBezTo>
                    <a:pt x="129030" y="64378"/>
                    <a:pt x="139851" y="60944"/>
                    <a:pt x="145200" y="64622"/>
                  </a:cubicBezTo>
                  <a:cubicBezTo>
                    <a:pt x="148939" y="67205"/>
                    <a:pt x="153590" y="7158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11"/>
            <p:cNvSpPr/>
            <p:nvPr/>
          </p:nvSpPr>
          <p:spPr>
            <a:xfrm>
              <a:off x="2975000" y="442550"/>
              <a:ext cx="3962850" cy="1785000"/>
            </a:xfrm>
            <a:custGeom>
              <a:rect b="b" l="l" r="r" t="t"/>
              <a:pathLst>
                <a:path extrusionOk="0" fill="none" h="71400" w="158514">
                  <a:moveTo>
                    <a:pt x="0" y="1"/>
                  </a:moveTo>
                  <a:cubicBezTo>
                    <a:pt x="5411" y="2432"/>
                    <a:pt x="11307" y="3952"/>
                    <a:pt x="17052" y="4803"/>
                  </a:cubicBezTo>
                  <a:cubicBezTo>
                    <a:pt x="22949" y="5685"/>
                    <a:pt x="29028" y="8967"/>
                    <a:pt x="34682" y="9362"/>
                  </a:cubicBezTo>
                  <a:cubicBezTo>
                    <a:pt x="42007" y="9849"/>
                    <a:pt x="33557" y="28360"/>
                    <a:pt x="32858" y="31065"/>
                  </a:cubicBezTo>
                  <a:cubicBezTo>
                    <a:pt x="31308" y="36931"/>
                    <a:pt x="41095" y="43801"/>
                    <a:pt x="46141" y="42676"/>
                  </a:cubicBezTo>
                  <a:cubicBezTo>
                    <a:pt x="54925" y="40761"/>
                    <a:pt x="60731" y="31703"/>
                    <a:pt x="70245" y="29819"/>
                  </a:cubicBezTo>
                  <a:cubicBezTo>
                    <a:pt x="78451" y="28177"/>
                    <a:pt x="88573" y="30731"/>
                    <a:pt x="93497" y="35563"/>
                  </a:cubicBezTo>
                  <a:cubicBezTo>
                    <a:pt x="97753" y="39728"/>
                    <a:pt x="98969" y="48725"/>
                    <a:pt x="107419" y="48755"/>
                  </a:cubicBezTo>
                  <a:cubicBezTo>
                    <a:pt x="113163" y="48755"/>
                    <a:pt x="115018" y="49667"/>
                    <a:pt x="116872" y="54956"/>
                  </a:cubicBezTo>
                  <a:cubicBezTo>
                    <a:pt x="118331" y="59181"/>
                    <a:pt x="118027" y="61977"/>
                    <a:pt x="123559" y="62798"/>
                  </a:cubicBezTo>
                  <a:cubicBezTo>
                    <a:pt x="129638" y="63710"/>
                    <a:pt x="140459" y="60579"/>
                    <a:pt x="145504" y="64470"/>
                  </a:cubicBezTo>
                  <a:cubicBezTo>
                    <a:pt x="148939" y="67144"/>
                    <a:pt x="153802" y="7140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11"/>
            <p:cNvSpPr/>
            <p:nvPr/>
          </p:nvSpPr>
          <p:spPr>
            <a:xfrm>
              <a:off x="2975000" y="442550"/>
              <a:ext cx="3962100" cy="1781975"/>
            </a:xfrm>
            <a:custGeom>
              <a:rect b="b" l="l" r="r" t="t"/>
              <a:pathLst>
                <a:path extrusionOk="0" fill="none" h="71279" w="158484">
                  <a:moveTo>
                    <a:pt x="0" y="1"/>
                  </a:moveTo>
                  <a:cubicBezTo>
                    <a:pt x="5471" y="2402"/>
                    <a:pt x="11247" y="3922"/>
                    <a:pt x="17174" y="4560"/>
                  </a:cubicBezTo>
                  <a:cubicBezTo>
                    <a:pt x="23253" y="5198"/>
                    <a:pt x="29514" y="8420"/>
                    <a:pt x="35107" y="8177"/>
                  </a:cubicBezTo>
                  <a:cubicBezTo>
                    <a:pt x="44044" y="7782"/>
                    <a:pt x="35290" y="26718"/>
                    <a:pt x="34256" y="29089"/>
                  </a:cubicBezTo>
                  <a:cubicBezTo>
                    <a:pt x="31369" y="35959"/>
                    <a:pt x="40578" y="42980"/>
                    <a:pt x="46658" y="41247"/>
                  </a:cubicBezTo>
                  <a:cubicBezTo>
                    <a:pt x="55533" y="38785"/>
                    <a:pt x="61947" y="31490"/>
                    <a:pt x="71369" y="29180"/>
                  </a:cubicBezTo>
                  <a:cubicBezTo>
                    <a:pt x="79424" y="27174"/>
                    <a:pt x="89819" y="29697"/>
                    <a:pt x="94470" y="34439"/>
                  </a:cubicBezTo>
                  <a:cubicBezTo>
                    <a:pt x="98482" y="38573"/>
                    <a:pt x="99090" y="48785"/>
                    <a:pt x="107753" y="48694"/>
                  </a:cubicBezTo>
                  <a:cubicBezTo>
                    <a:pt x="113407" y="48634"/>
                    <a:pt x="115504" y="49424"/>
                    <a:pt x="117510" y="54652"/>
                  </a:cubicBezTo>
                  <a:cubicBezTo>
                    <a:pt x="119060" y="58694"/>
                    <a:pt x="118665" y="61400"/>
                    <a:pt x="124167" y="62160"/>
                  </a:cubicBezTo>
                  <a:cubicBezTo>
                    <a:pt x="130246" y="62980"/>
                    <a:pt x="140793" y="60245"/>
                    <a:pt x="145717" y="64257"/>
                  </a:cubicBezTo>
                  <a:cubicBezTo>
                    <a:pt x="149061" y="66962"/>
                    <a:pt x="153802" y="71278"/>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11"/>
            <p:cNvSpPr/>
            <p:nvPr/>
          </p:nvSpPr>
          <p:spPr>
            <a:xfrm>
              <a:off x="2975000" y="442550"/>
              <a:ext cx="3962850" cy="1781200"/>
            </a:xfrm>
            <a:custGeom>
              <a:rect b="b" l="l" r="r" t="t"/>
              <a:pathLst>
                <a:path extrusionOk="0" fill="none" h="71248" w="158514">
                  <a:moveTo>
                    <a:pt x="0" y="1"/>
                  </a:moveTo>
                  <a:cubicBezTo>
                    <a:pt x="5502" y="2371"/>
                    <a:pt x="11338" y="3830"/>
                    <a:pt x="17326" y="4347"/>
                  </a:cubicBezTo>
                  <a:cubicBezTo>
                    <a:pt x="23405" y="4833"/>
                    <a:pt x="29484" y="7478"/>
                    <a:pt x="35381" y="7083"/>
                  </a:cubicBezTo>
                  <a:cubicBezTo>
                    <a:pt x="46171" y="6384"/>
                    <a:pt x="37660" y="22007"/>
                    <a:pt x="36080" y="26718"/>
                  </a:cubicBezTo>
                  <a:cubicBezTo>
                    <a:pt x="34560" y="31247"/>
                    <a:pt x="33192" y="34591"/>
                    <a:pt x="37387" y="37934"/>
                  </a:cubicBezTo>
                  <a:cubicBezTo>
                    <a:pt x="40062" y="40032"/>
                    <a:pt x="43983" y="40913"/>
                    <a:pt x="47144" y="39940"/>
                  </a:cubicBezTo>
                  <a:cubicBezTo>
                    <a:pt x="52007" y="38421"/>
                    <a:pt x="55959" y="34864"/>
                    <a:pt x="60548" y="32524"/>
                  </a:cubicBezTo>
                  <a:cubicBezTo>
                    <a:pt x="64409" y="30579"/>
                    <a:pt x="68360" y="29758"/>
                    <a:pt x="72403" y="28512"/>
                  </a:cubicBezTo>
                  <a:cubicBezTo>
                    <a:pt x="80275" y="26080"/>
                    <a:pt x="91187" y="28724"/>
                    <a:pt x="95503" y="33314"/>
                  </a:cubicBezTo>
                  <a:cubicBezTo>
                    <a:pt x="99303" y="37296"/>
                    <a:pt x="99212" y="48877"/>
                    <a:pt x="108118" y="48694"/>
                  </a:cubicBezTo>
                  <a:cubicBezTo>
                    <a:pt x="113589" y="48573"/>
                    <a:pt x="115990" y="49302"/>
                    <a:pt x="118148" y="54409"/>
                  </a:cubicBezTo>
                  <a:cubicBezTo>
                    <a:pt x="119820" y="58299"/>
                    <a:pt x="119364" y="60974"/>
                    <a:pt x="124805" y="61612"/>
                  </a:cubicBezTo>
                  <a:cubicBezTo>
                    <a:pt x="130519" y="62281"/>
                    <a:pt x="141249" y="59819"/>
                    <a:pt x="145991" y="64135"/>
                  </a:cubicBezTo>
                  <a:cubicBezTo>
                    <a:pt x="149213" y="67023"/>
                    <a:pt x="153863" y="71248"/>
                    <a:pt x="158514" y="68695"/>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11"/>
            <p:cNvSpPr/>
            <p:nvPr/>
          </p:nvSpPr>
          <p:spPr>
            <a:xfrm>
              <a:off x="2975000" y="442550"/>
              <a:ext cx="3962100" cy="1777400"/>
            </a:xfrm>
            <a:custGeom>
              <a:rect b="b" l="l" r="r" t="t"/>
              <a:pathLst>
                <a:path extrusionOk="0" fill="none" h="71096" w="158484">
                  <a:moveTo>
                    <a:pt x="0" y="1"/>
                  </a:moveTo>
                  <a:cubicBezTo>
                    <a:pt x="5532" y="2341"/>
                    <a:pt x="11429" y="3739"/>
                    <a:pt x="17447" y="4104"/>
                  </a:cubicBezTo>
                  <a:cubicBezTo>
                    <a:pt x="23496" y="4469"/>
                    <a:pt x="29484" y="6596"/>
                    <a:pt x="35533" y="6049"/>
                  </a:cubicBezTo>
                  <a:cubicBezTo>
                    <a:pt x="47357" y="4955"/>
                    <a:pt x="40822" y="16809"/>
                    <a:pt x="38208" y="23983"/>
                  </a:cubicBezTo>
                  <a:cubicBezTo>
                    <a:pt x="36657" y="28329"/>
                    <a:pt x="33557" y="33253"/>
                    <a:pt x="37691" y="36962"/>
                  </a:cubicBezTo>
                  <a:cubicBezTo>
                    <a:pt x="40244" y="39272"/>
                    <a:pt x="44591" y="39636"/>
                    <a:pt x="47661" y="38603"/>
                  </a:cubicBezTo>
                  <a:cubicBezTo>
                    <a:pt x="52646" y="36931"/>
                    <a:pt x="56901" y="33557"/>
                    <a:pt x="61764" y="31460"/>
                  </a:cubicBezTo>
                  <a:cubicBezTo>
                    <a:pt x="65533" y="29819"/>
                    <a:pt x="69576" y="29150"/>
                    <a:pt x="73375" y="27721"/>
                  </a:cubicBezTo>
                  <a:cubicBezTo>
                    <a:pt x="80974" y="24864"/>
                    <a:pt x="92464" y="27721"/>
                    <a:pt x="96659" y="32068"/>
                  </a:cubicBezTo>
                  <a:cubicBezTo>
                    <a:pt x="100884" y="36445"/>
                    <a:pt x="98634" y="48512"/>
                    <a:pt x="108452" y="48664"/>
                  </a:cubicBezTo>
                  <a:cubicBezTo>
                    <a:pt x="114014" y="48755"/>
                    <a:pt x="116416" y="49150"/>
                    <a:pt x="118756" y="54105"/>
                  </a:cubicBezTo>
                  <a:cubicBezTo>
                    <a:pt x="120550" y="57874"/>
                    <a:pt x="120002" y="60488"/>
                    <a:pt x="125413" y="61035"/>
                  </a:cubicBezTo>
                  <a:cubicBezTo>
                    <a:pt x="131158" y="61643"/>
                    <a:pt x="141553" y="59454"/>
                    <a:pt x="146234" y="63922"/>
                  </a:cubicBezTo>
                  <a:cubicBezTo>
                    <a:pt x="149334" y="66871"/>
                    <a:pt x="153894" y="71096"/>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11"/>
            <p:cNvSpPr/>
            <p:nvPr/>
          </p:nvSpPr>
          <p:spPr>
            <a:xfrm>
              <a:off x="2975000" y="442550"/>
              <a:ext cx="3962850" cy="1775125"/>
            </a:xfrm>
            <a:custGeom>
              <a:rect b="b" l="l" r="r" t="t"/>
              <a:pathLst>
                <a:path extrusionOk="0" fill="none" h="71005" w="158514">
                  <a:moveTo>
                    <a:pt x="0" y="1"/>
                  </a:moveTo>
                  <a:cubicBezTo>
                    <a:pt x="5593" y="2311"/>
                    <a:pt x="11520" y="3648"/>
                    <a:pt x="17569" y="3861"/>
                  </a:cubicBezTo>
                  <a:cubicBezTo>
                    <a:pt x="23587" y="4074"/>
                    <a:pt x="29636" y="5837"/>
                    <a:pt x="35594" y="5046"/>
                  </a:cubicBezTo>
                  <a:cubicBezTo>
                    <a:pt x="47569" y="3466"/>
                    <a:pt x="43800" y="12280"/>
                    <a:pt x="40578" y="20974"/>
                  </a:cubicBezTo>
                  <a:cubicBezTo>
                    <a:pt x="39059" y="25107"/>
                    <a:pt x="34773" y="31916"/>
                    <a:pt x="38268" y="35867"/>
                  </a:cubicBezTo>
                  <a:cubicBezTo>
                    <a:pt x="40548" y="38451"/>
                    <a:pt x="45381" y="38208"/>
                    <a:pt x="48238" y="37296"/>
                  </a:cubicBezTo>
                  <a:cubicBezTo>
                    <a:pt x="53405" y="35624"/>
                    <a:pt x="57965" y="32281"/>
                    <a:pt x="63102" y="30366"/>
                  </a:cubicBezTo>
                  <a:cubicBezTo>
                    <a:pt x="66780" y="28968"/>
                    <a:pt x="70701" y="28420"/>
                    <a:pt x="74257" y="26840"/>
                  </a:cubicBezTo>
                  <a:cubicBezTo>
                    <a:pt x="81552" y="23588"/>
                    <a:pt x="94075" y="26779"/>
                    <a:pt x="97935" y="30791"/>
                  </a:cubicBezTo>
                  <a:cubicBezTo>
                    <a:pt x="101887" y="34895"/>
                    <a:pt x="98938" y="48542"/>
                    <a:pt x="108817" y="48664"/>
                  </a:cubicBezTo>
                  <a:cubicBezTo>
                    <a:pt x="114227" y="48694"/>
                    <a:pt x="116872" y="49029"/>
                    <a:pt x="119364" y="53801"/>
                  </a:cubicBezTo>
                  <a:cubicBezTo>
                    <a:pt x="121249" y="57448"/>
                    <a:pt x="120702" y="60032"/>
                    <a:pt x="126021" y="60518"/>
                  </a:cubicBezTo>
                  <a:cubicBezTo>
                    <a:pt x="131826" y="61035"/>
                    <a:pt x="141857" y="59120"/>
                    <a:pt x="146507" y="63771"/>
                  </a:cubicBezTo>
                  <a:cubicBezTo>
                    <a:pt x="149456" y="66719"/>
                    <a:pt x="153924" y="7100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11"/>
            <p:cNvSpPr/>
            <p:nvPr/>
          </p:nvSpPr>
          <p:spPr>
            <a:xfrm>
              <a:off x="2975000" y="442550"/>
              <a:ext cx="3962850" cy="1772850"/>
            </a:xfrm>
            <a:custGeom>
              <a:rect b="b" l="l" r="r" t="t"/>
              <a:pathLst>
                <a:path extrusionOk="0" fill="none" h="70914" w="158514">
                  <a:moveTo>
                    <a:pt x="0" y="1"/>
                  </a:moveTo>
                  <a:cubicBezTo>
                    <a:pt x="5623" y="2280"/>
                    <a:pt x="11611" y="3526"/>
                    <a:pt x="17690" y="3648"/>
                  </a:cubicBezTo>
                  <a:cubicBezTo>
                    <a:pt x="23648" y="3709"/>
                    <a:pt x="29636" y="5016"/>
                    <a:pt x="35563" y="4104"/>
                  </a:cubicBezTo>
                  <a:cubicBezTo>
                    <a:pt x="47022" y="2371"/>
                    <a:pt x="46627" y="7843"/>
                    <a:pt x="43101" y="17812"/>
                  </a:cubicBezTo>
                  <a:cubicBezTo>
                    <a:pt x="41733" y="21612"/>
                    <a:pt x="36232" y="30670"/>
                    <a:pt x="39028" y="34621"/>
                  </a:cubicBezTo>
                  <a:cubicBezTo>
                    <a:pt x="41004" y="37387"/>
                    <a:pt x="46293" y="36901"/>
                    <a:pt x="48968" y="35989"/>
                  </a:cubicBezTo>
                  <a:cubicBezTo>
                    <a:pt x="57235" y="33071"/>
                    <a:pt x="67235" y="29667"/>
                    <a:pt x="75108" y="25867"/>
                  </a:cubicBezTo>
                  <a:cubicBezTo>
                    <a:pt x="82008" y="22524"/>
                    <a:pt x="95655" y="25746"/>
                    <a:pt x="99303" y="29484"/>
                  </a:cubicBezTo>
                  <a:cubicBezTo>
                    <a:pt x="103042" y="33284"/>
                    <a:pt x="99546" y="48573"/>
                    <a:pt x="109242" y="48573"/>
                  </a:cubicBezTo>
                  <a:cubicBezTo>
                    <a:pt x="114379" y="48573"/>
                    <a:pt x="117328" y="48968"/>
                    <a:pt x="119942" y="53527"/>
                  </a:cubicBezTo>
                  <a:cubicBezTo>
                    <a:pt x="121948" y="57023"/>
                    <a:pt x="121340" y="59606"/>
                    <a:pt x="126629" y="60032"/>
                  </a:cubicBezTo>
                  <a:cubicBezTo>
                    <a:pt x="132495" y="60488"/>
                    <a:pt x="142130" y="58725"/>
                    <a:pt x="146751" y="63558"/>
                  </a:cubicBezTo>
                  <a:cubicBezTo>
                    <a:pt x="149608" y="66567"/>
                    <a:pt x="153985" y="70913"/>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11"/>
            <p:cNvSpPr/>
            <p:nvPr/>
          </p:nvSpPr>
          <p:spPr>
            <a:xfrm>
              <a:off x="2975000" y="442550"/>
              <a:ext cx="3962100" cy="1769800"/>
            </a:xfrm>
            <a:custGeom>
              <a:rect b="b" l="l" r="r" t="t"/>
              <a:pathLst>
                <a:path extrusionOk="0" fill="none" h="70792" w="158484">
                  <a:moveTo>
                    <a:pt x="0" y="1"/>
                  </a:moveTo>
                  <a:cubicBezTo>
                    <a:pt x="5654" y="2280"/>
                    <a:pt x="11703" y="3435"/>
                    <a:pt x="17812" y="3405"/>
                  </a:cubicBezTo>
                  <a:cubicBezTo>
                    <a:pt x="23709" y="3344"/>
                    <a:pt x="29606" y="4165"/>
                    <a:pt x="35502" y="3192"/>
                  </a:cubicBezTo>
                  <a:cubicBezTo>
                    <a:pt x="37660" y="2858"/>
                    <a:pt x="42463" y="1976"/>
                    <a:pt x="44621" y="2949"/>
                  </a:cubicBezTo>
                  <a:cubicBezTo>
                    <a:pt x="49545" y="5168"/>
                    <a:pt x="46840" y="10913"/>
                    <a:pt x="45624" y="14742"/>
                  </a:cubicBezTo>
                  <a:cubicBezTo>
                    <a:pt x="43557" y="21369"/>
                    <a:pt x="34135" y="40001"/>
                    <a:pt x="49819" y="34652"/>
                  </a:cubicBezTo>
                  <a:cubicBezTo>
                    <a:pt x="58299" y="31734"/>
                    <a:pt x="67935" y="28177"/>
                    <a:pt x="76050" y="24864"/>
                  </a:cubicBezTo>
                  <a:cubicBezTo>
                    <a:pt x="83072" y="21977"/>
                    <a:pt x="96051" y="24347"/>
                    <a:pt x="100762" y="28117"/>
                  </a:cubicBezTo>
                  <a:cubicBezTo>
                    <a:pt x="105716" y="32098"/>
                    <a:pt x="98908" y="48299"/>
                    <a:pt x="109698" y="48482"/>
                  </a:cubicBezTo>
                  <a:cubicBezTo>
                    <a:pt x="114653" y="48573"/>
                    <a:pt x="117753" y="48846"/>
                    <a:pt x="120458" y="53254"/>
                  </a:cubicBezTo>
                  <a:cubicBezTo>
                    <a:pt x="122586" y="56628"/>
                    <a:pt x="121948" y="59242"/>
                    <a:pt x="127176" y="59576"/>
                  </a:cubicBezTo>
                  <a:cubicBezTo>
                    <a:pt x="133133" y="60001"/>
                    <a:pt x="142404" y="58360"/>
                    <a:pt x="146963" y="63375"/>
                  </a:cubicBezTo>
                  <a:cubicBezTo>
                    <a:pt x="149699" y="66385"/>
                    <a:pt x="153985" y="70792"/>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11"/>
            <p:cNvSpPr/>
            <p:nvPr/>
          </p:nvSpPr>
          <p:spPr>
            <a:xfrm>
              <a:off x="2975000" y="442550"/>
              <a:ext cx="3963625" cy="1767525"/>
            </a:xfrm>
            <a:custGeom>
              <a:rect b="b" l="l" r="r" t="t"/>
              <a:pathLst>
                <a:path extrusionOk="0" fill="none" h="70701" w="158545">
                  <a:moveTo>
                    <a:pt x="0" y="1"/>
                  </a:moveTo>
                  <a:cubicBezTo>
                    <a:pt x="5715" y="2250"/>
                    <a:pt x="11794" y="3314"/>
                    <a:pt x="17934" y="3192"/>
                  </a:cubicBezTo>
                  <a:cubicBezTo>
                    <a:pt x="23770" y="2979"/>
                    <a:pt x="29575" y="3314"/>
                    <a:pt x="35411" y="2341"/>
                  </a:cubicBezTo>
                  <a:cubicBezTo>
                    <a:pt x="44439" y="791"/>
                    <a:pt x="50518" y="2371"/>
                    <a:pt x="48147" y="11916"/>
                  </a:cubicBezTo>
                  <a:cubicBezTo>
                    <a:pt x="46627" y="18086"/>
                    <a:pt x="34894" y="38725"/>
                    <a:pt x="50883" y="33253"/>
                  </a:cubicBezTo>
                  <a:cubicBezTo>
                    <a:pt x="59697" y="30244"/>
                    <a:pt x="68482" y="26688"/>
                    <a:pt x="77418" y="23922"/>
                  </a:cubicBezTo>
                  <a:cubicBezTo>
                    <a:pt x="84227" y="21794"/>
                    <a:pt x="97601" y="22585"/>
                    <a:pt x="102312" y="26779"/>
                  </a:cubicBezTo>
                  <a:cubicBezTo>
                    <a:pt x="107510" y="31399"/>
                    <a:pt x="99394" y="48056"/>
                    <a:pt x="110276" y="48330"/>
                  </a:cubicBezTo>
                  <a:cubicBezTo>
                    <a:pt x="115200" y="48451"/>
                    <a:pt x="117966" y="49181"/>
                    <a:pt x="120945" y="52889"/>
                  </a:cubicBezTo>
                  <a:cubicBezTo>
                    <a:pt x="123376" y="55928"/>
                    <a:pt x="122464" y="58877"/>
                    <a:pt x="127784" y="59150"/>
                  </a:cubicBezTo>
                  <a:cubicBezTo>
                    <a:pt x="133711" y="59454"/>
                    <a:pt x="142769" y="58026"/>
                    <a:pt x="147267" y="63223"/>
                  </a:cubicBezTo>
                  <a:cubicBezTo>
                    <a:pt x="149881" y="66202"/>
                    <a:pt x="154076" y="70701"/>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11"/>
            <p:cNvSpPr/>
            <p:nvPr/>
          </p:nvSpPr>
          <p:spPr>
            <a:xfrm>
              <a:off x="2975000" y="442550"/>
              <a:ext cx="3962850" cy="1765250"/>
            </a:xfrm>
            <a:custGeom>
              <a:rect b="b" l="l" r="r" t="t"/>
              <a:pathLst>
                <a:path extrusionOk="0" fill="none" h="70610" w="158514">
                  <a:moveTo>
                    <a:pt x="0" y="1"/>
                  </a:moveTo>
                  <a:cubicBezTo>
                    <a:pt x="5745" y="2219"/>
                    <a:pt x="11885" y="3223"/>
                    <a:pt x="18025" y="2949"/>
                  </a:cubicBezTo>
                  <a:cubicBezTo>
                    <a:pt x="23800" y="2645"/>
                    <a:pt x="29514" y="2493"/>
                    <a:pt x="35259" y="1490"/>
                  </a:cubicBezTo>
                  <a:cubicBezTo>
                    <a:pt x="38056" y="1004"/>
                    <a:pt x="42189" y="396"/>
                    <a:pt x="44986" y="1064"/>
                  </a:cubicBezTo>
                  <a:cubicBezTo>
                    <a:pt x="50183" y="2280"/>
                    <a:pt x="51065" y="4803"/>
                    <a:pt x="50487" y="9454"/>
                  </a:cubicBezTo>
                  <a:cubicBezTo>
                    <a:pt x="49728" y="14986"/>
                    <a:pt x="36627" y="36870"/>
                    <a:pt x="52068" y="31825"/>
                  </a:cubicBezTo>
                  <a:cubicBezTo>
                    <a:pt x="60944" y="28937"/>
                    <a:pt x="69910" y="25533"/>
                    <a:pt x="79029" y="23010"/>
                  </a:cubicBezTo>
                  <a:cubicBezTo>
                    <a:pt x="86111" y="21095"/>
                    <a:pt x="98969" y="21551"/>
                    <a:pt x="103893" y="25472"/>
                  </a:cubicBezTo>
                  <a:cubicBezTo>
                    <a:pt x="109212" y="29697"/>
                    <a:pt x="100093" y="47661"/>
                    <a:pt x="110823" y="48147"/>
                  </a:cubicBezTo>
                  <a:cubicBezTo>
                    <a:pt x="115595" y="48360"/>
                    <a:pt x="118422" y="49120"/>
                    <a:pt x="121431" y="52646"/>
                  </a:cubicBezTo>
                  <a:cubicBezTo>
                    <a:pt x="123923" y="55594"/>
                    <a:pt x="123103" y="58542"/>
                    <a:pt x="128300" y="58786"/>
                  </a:cubicBezTo>
                  <a:cubicBezTo>
                    <a:pt x="134288" y="59059"/>
                    <a:pt x="143042" y="57783"/>
                    <a:pt x="147480" y="63041"/>
                  </a:cubicBezTo>
                  <a:cubicBezTo>
                    <a:pt x="150003" y="65989"/>
                    <a:pt x="154076" y="7061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11"/>
            <p:cNvSpPr/>
            <p:nvPr/>
          </p:nvSpPr>
          <p:spPr>
            <a:xfrm>
              <a:off x="2975000" y="428125"/>
              <a:ext cx="3962850" cy="1777400"/>
            </a:xfrm>
            <a:custGeom>
              <a:rect b="b" l="l" r="r" t="t"/>
              <a:pathLst>
                <a:path extrusionOk="0" fill="none" h="71096" w="158514">
                  <a:moveTo>
                    <a:pt x="0" y="578"/>
                  </a:moveTo>
                  <a:cubicBezTo>
                    <a:pt x="5715" y="2705"/>
                    <a:pt x="12128" y="3769"/>
                    <a:pt x="18146" y="3313"/>
                  </a:cubicBezTo>
                  <a:cubicBezTo>
                    <a:pt x="23861" y="2888"/>
                    <a:pt x="29484" y="2219"/>
                    <a:pt x="35138" y="1246"/>
                  </a:cubicBezTo>
                  <a:cubicBezTo>
                    <a:pt x="42554" y="0"/>
                    <a:pt x="52281" y="1489"/>
                    <a:pt x="52585" y="7994"/>
                  </a:cubicBezTo>
                  <a:cubicBezTo>
                    <a:pt x="52767" y="12523"/>
                    <a:pt x="39211" y="35350"/>
                    <a:pt x="53436" y="30882"/>
                  </a:cubicBezTo>
                  <a:cubicBezTo>
                    <a:pt x="62372" y="28086"/>
                    <a:pt x="71673" y="25137"/>
                    <a:pt x="80914" y="22736"/>
                  </a:cubicBezTo>
                  <a:cubicBezTo>
                    <a:pt x="88604" y="20760"/>
                    <a:pt x="100032" y="21551"/>
                    <a:pt x="105443" y="24803"/>
                  </a:cubicBezTo>
                  <a:cubicBezTo>
                    <a:pt x="111674" y="28511"/>
                    <a:pt x="99941" y="47508"/>
                    <a:pt x="111431" y="48511"/>
                  </a:cubicBezTo>
                  <a:cubicBezTo>
                    <a:pt x="116081" y="48937"/>
                    <a:pt x="118847" y="49606"/>
                    <a:pt x="121887" y="52980"/>
                  </a:cubicBezTo>
                  <a:cubicBezTo>
                    <a:pt x="124440" y="55837"/>
                    <a:pt x="123741" y="58785"/>
                    <a:pt x="128787" y="58998"/>
                  </a:cubicBezTo>
                  <a:cubicBezTo>
                    <a:pt x="134836" y="59271"/>
                    <a:pt x="143316" y="58147"/>
                    <a:pt x="147723" y="63436"/>
                  </a:cubicBezTo>
                  <a:cubicBezTo>
                    <a:pt x="150125" y="66323"/>
                    <a:pt x="154106" y="71095"/>
                    <a:pt x="158514" y="6924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11"/>
            <p:cNvSpPr/>
            <p:nvPr/>
          </p:nvSpPr>
          <p:spPr>
            <a:xfrm>
              <a:off x="2975000" y="412925"/>
              <a:ext cx="3962850" cy="1789550"/>
            </a:xfrm>
            <a:custGeom>
              <a:rect b="b" l="l" r="r" t="t"/>
              <a:pathLst>
                <a:path extrusionOk="0" fill="none" h="71582" w="158514">
                  <a:moveTo>
                    <a:pt x="0" y="1186"/>
                  </a:moveTo>
                  <a:cubicBezTo>
                    <a:pt x="5745" y="3283"/>
                    <a:pt x="12219" y="4286"/>
                    <a:pt x="18238" y="3678"/>
                  </a:cubicBezTo>
                  <a:cubicBezTo>
                    <a:pt x="23891" y="3131"/>
                    <a:pt x="29454" y="1976"/>
                    <a:pt x="35046" y="1034"/>
                  </a:cubicBezTo>
                  <a:cubicBezTo>
                    <a:pt x="41308" y="0"/>
                    <a:pt x="52980" y="638"/>
                    <a:pt x="54317" y="7082"/>
                  </a:cubicBezTo>
                  <a:cubicBezTo>
                    <a:pt x="55260" y="11672"/>
                    <a:pt x="42159" y="33557"/>
                    <a:pt x="54895" y="29879"/>
                  </a:cubicBezTo>
                  <a:cubicBezTo>
                    <a:pt x="64044" y="27204"/>
                    <a:pt x="73588" y="24864"/>
                    <a:pt x="82950" y="22523"/>
                  </a:cubicBezTo>
                  <a:cubicBezTo>
                    <a:pt x="90488" y="20608"/>
                    <a:pt x="101248" y="21186"/>
                    <a:pt x="106932" y="24256"/>
                  </a:cubicBezTo>
                  <a:cubicBezTo>
                    <a:pt x="113862" y="27964"/>
                    <a:pt x="100762" y="47478"/>
                    <a:pt x="112069" y="48876"/>
                  </a:cubicBezTo>
                  <a:cubicBezTo>
                    <a:pt x="116264" y="49363"/>
                    <a:pt x="119729" y="49879"/>
                    <a:pt x="122343" y="53344"/>
                  </a:cubicBezTo>
                  <a:cubicBezTo>
                    <a:pt x="124562" y="56354"/>
                    <a:pt x="124653" y="59089"/>
                    <a:pt x="129273" y="59272"/>
                  </a:cubicBezTo>
                  <a:cubicBezTo>
                    <a:pt x="135352" y="59545"/>
                    <a:pt x="143620" y="58603"/>
                    <a:pt x="147936" y="63861"/>
                  </a:cubicBezTo>
                  <a:cubicBezTo>
                    <a:pt x="150277" y="66688"/>
                    <a:pt x="154137" y="71582"/>
                    <a:pt x="158514" y="6984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11"/>
            <p:cNvSpPr/>
            <p:nvPr/>
          </p:nvSpPr>
          <p:spPr>
            <a:xfrm>
              <a:off x="2975000" y="386325"/>
              <a:ext cx="3962850" cy="1813875"/>
            </a:xfrm>
            <a:custGeom>
              <a:rect b="b" l="l" r="r" t="t"/>
              <a:pathLst>
                <a:path extrusionOk="0" fill="none" h="72555" w="158514">
                  <a:moveTo>
                    <a:pt x="0" y="2250"/>
                  </a:moveTo>
                  <a:cubicBezTo>
                    <a:pt x="5806" y="4286"/>
                    <a:pt x="12371" y="5259"/>
                    <a:pt x="18390" y="4529"/>
                  </a:cubicBezTo>
                  <a:cubicBezTo>
                    <a:pt x="23982" y="3830"/>
                    <a:pt x="29423" y="2250"/>
                    <a:pt x="35046" y="1307"/>
                  </a:cubicBezTo>
                  <a:cubicBezTo>
                    <a:pt x="42767" y="0"/>
                    <a:pt x="52402" y="2067"/>
                    <a:pt x="55685" y="7174"/>
                  </a:cubicBezTo>
                  <a:cubicBezTo>
                    <a:pt x="57570" y="10183"/>
                    <a:pt x="46658" y="32159"/>
                    <a:pt x="56719" y="29271"/>
                  </a:cubicBezTo>
                  <a:cubicBezTo>
                    <a:pt x="65442" y="26748"/>
                    <a:pt x="75746" y="25077"/>
                    <a:pt x="85139" y="22736"/>
                  </a:cubicBezTo>
                  <a:cubicBezTo>
                    <a:pt x="92494" y="20882"/>
                    <a:pt x="102099" y="21338"/>
                    <a:pt x="108300" y="24317"/>
                  </a:cubicBezTo>
                  <a:cubicBezTo>
                    <a:pt x="116477" y="28207"/>
                    <a:pt x="101765" y="47873"/>
                    <a:pt x="112799" y="49636"/>
                  </a:cubicBezTo>
                  <a:cubicBezTo>
                    <a:pt x="116780" y="50275"/>
                    <a:pt x="120215" y="50852"/>
                    <a:pt x="122768" y="54165"/>
                  </a:cubicBezTo>
                  <a:cubicBezTo>
                    <a:pt x="125048" y="57083"/>
                    <a:pt x="125200" y="59849"/>
                    <a:pt x="129729" y="60032"/>
                  </a:cubicBezTo>
                  <a:cubicBezTo>
                    <a:pt x="135839" y="60336"/>
                    <a:pt x="143893" y="59545"/>
                    <a:pt x="148179" y="64773"/>
                  </a:cubicBezTo>
                  <a:cubicBezTo>
                    <a:pt x="150459" y="67539"/>
                    <a:pt x="154167" y="72555"/>
                    <a:pt x="158514" y="7091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11"/>
            <p:cNvSpPr/>
            <p:nvPr/>
          </p:nvSpPr>
          <p:spPr>
            <a:xfrm>
              <a:off x="2975000" y="367325"/>
              <a:ext cx="3962850" cy="1829825"/>
            </a:xfrm>
            <a:custGeom>
              <a:rect b="b" l="l" r="r" t="t"/>
              <a:pathLst>
                <a:path extrusionOk="0" fill="none" h="73193" w="158514">
                  <a:moveTo>
                    <a:pt x="0" y="3010"/>
                  </a:moveTo>
                  <a:cubicBezTo>
                    <a:pt x="5836" y="5016"/>
                    <a:pt x="12432" y="5897"/>
                    <a:pt x="18481" y="5046"/>
                  </a:cubicBezTo>
                  <a:cubicBezTo>
                    <a:pt x="24104" y="4286"/>
                    <a:pt x="29514" y="2067"/>
                    <a:pt x="35077" y="1216"/>
                  </a:cubicBezTo>
                  <a:cubicBezTo>
                    <a:pt x="43010" y="0"/>
                    <a:pt x="51703" y="2584"/>
                    <a:pt x="56719" y="7447"/>
                  </a:cubicBezTo>
                  <a:cubicBezTo>
                    <a:pt x="60123" y="10791"/>
                    <a:pt x="50335" y="30396"/>
                    <a:pt x="58998" y="28360"/>
                  </a:cubicBezTo>
                  <a:cubicBezTo>
                    <a:pt x="67722" y="26293"/>
                    <a:pt x="78056" y="25016"/>
                    <a:pt x="87357" y="22615"/>
                  </a:cubicBezTo>
                  <a:cubicBezTo>
                    <a:pt x="94531" y="20761"/>
                    <a:pt x="103224" y="21065"/>
                    <a:pt x="109546" y="24104"/>
                  </a:cubicBezTo>
                  <a:cubicBezTo>
                    <a:pt x="118209" y="28268"/>
                    <a:pt x="103376" y="47965"/>
                    <a:pt x="113559" y="50062"/>
                  </a:cubicBezTo>
                  <a:cubicBezTo>
                    <a:pt x="117328" y="50822"/>
                    <a:pt x="120671" y="51551"/>
                    <a:pt x="123194" y="54682"/>
                  </a:cubicBezTo>
                  <a:cubicBezTo>
                    <a:pt x="125474" y="57539"/>
                    <a:pt x="125717" y="60305"/>
                    <a:pt x="130155" y="60518"/>
                  </a:cubicBezTo>
                  <a:cubicBezTo>
                    <a:pt x="136295" y="60852"/>
                    <a:pt x="144137" y="60214"/>
                    <a:pt x="148392" y="65381"/>
                  </a:cubicBezTo>
                  <a:cubicBezTo>
                    <a:pt x="150611" y="68056"/>
                    <a:pt x="154228" y="73193"/>
                    <a:pt x="158514" y="7167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11"/>
            <p:cNvSpPr/>
            <p:nvPr/>
          </p:nvSpPr>
          <p:spPr>
            <a:xfrm>
              <a:off x="2975000" y="347575"/>
              <a:ext cx="3962850" cy="1845775"/>
            </a:xfrm>
            <a:custGeom>
              <a:rect b="b" l="l" r="r" t="t"/>
              <a:pathLst>
                <a:path extrusionOk="0" fill="none" h="73831" w="158514">
                  <a:moveTo>
                    <a:pt x="0" y="3800"/>
                  </a:moveTo>
                  <a:cubicBezTo>
                    <a:pt x="5867" y="5775"/>
                    <a:pt x="12554" y="6566"/>
                    <a:pt x="18602" y="5623"/>
                  </a:cubicBezTo>
                  <a:cubicBezTo>
                    <a:pt x="24256" y="4711"/>
                    <a:pt x="29575" y="1915"/>
                    <a:pt x="35229" y="1125"/>
                  </a:cubicBezTo>
                  <a:cubicBezTo>
                    <a:pt x="43284" y="0"/>
                    <a:pt x="51217" y="3404"/>
                    <a:pt x="57448" y="7903"/>
                  </a:cubicBezTo>
                  <a:cubicBezTo>
                    <a:pt x="62129" y="11247"/>
                    <a:pt x="59454" y="16353"/>
                    <a:pt x="58421" y="20852"/>
                  </a:cubicBezTo>
                  <a:cubicBezTo>
                    <a:pt x="57782" y="23587"/>
                    <a:pt x="56506" y="28420"/>
                    <a:pt x="61582" y="27599"/>
                  </a:cubicBezTo>
                  <a:cubicBezTo>
                    <a:pt x="70305" y="26171"/>
                    <a:pt x="80366" y="24925"/>
                    <a:pt x="89516" y="22493"/>
                  </a:cubicBezTo>
                  <a:cubicBezTo>
                    <a:pt x="96628" y="20639"/>
                    <a:pt x="104501" y="20700"/>
                    <a:pt x="110732" y="23952"/>
                  </a:cubicBezTo>
                  <a:cubicBezTo>
                    <a:pt x="119698" y="28663"/>
                    <a:pt x="104501" y="47600"/>
                    <a:pt x="114379" y="50487"/>
                  </a:cubicBezTo>
                  <a:cubicBezTo>
                    <a:pt x="117996" y="51551"/>
                    <a:pt x="121157" y="52250"/>
                    <a:pt x="123619" y="55229"/>
                  </a:cubicBezTo>
                  <a:cubicBezTo>
                    <a:pt x="125899" y="57995"/>
                    <a:pt x="126203" y="60791"/>
                    <a:pt x="130550" y="61065"/>
                  </a:cubicBezTo>
                  <a:cubicBezTo>
                    <a:pt x="136659" y="61399"/>
                    <a:pt x="144380" y="60913"/>
                    <a:pt x="148605" y="65989"/>
                  </a:cubicBezTo>
                  <a:cubicBezTo>
                    <a:pt x="150793" y="68603"/>
                    <a:pt x="154258" y="73831"/>
                    <a:pt x="158514" y="7246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11"/>
            <p:cNvSpPr/>
            <p:nvPr/>
          </p:nvSpPr>
          <p:spPr>
            <a:xfrm>
              <a:off x="2975000" y="324000"/>
              <a:ext cx="3962850" cy="1867075"/>
            </a:xfrm>
            <a:custGeom>
              <a:rect b="b" l="l" r="r" t="t"/>
              <a:pathLst>
                <a:path extrusionOk="0" fill="none" h="74683" w="158514">
                  <a:moveTo>
                    <a:pt x="0" y="4743"/>
                  </a:moveTo>
                  <a:cubicBezTo>
                    <a:pt x="5897" y="6688"/>
                    <a:pt x="12645" y="7387"/>
                    <a:pt x="18724" y="6323"/>
                  </a:cubicBezTo>
                  <a:cubicBezTo>
                    <a:pt x="24469" y="5290"/>
                    <a:pt x="29758" y="1977"/>
                    <a:pt x="35502" y="1156"/>
                  </a:cubicBezTo>
                  <a:cubicBezTo>
                    <a:pt x="43466" y="1"/>
                    <a:pt x="51460" y="4682"/>
                    <a:pt x="57934" y="8572"/>
                  </a:cubicBezTo>
                  <a:cubicBezTo>
                    <a:pt x="62858" y="11521"/>
                    <a:pt x="62099" y="15411"/>
                    <a:pt x="61339" y="20153"/>
                  </a:cubicBezTo>
                  <a:cubicBezTo>
                    <a:pt x="60883" y="22919"/>
                    <a:pt x="59576" y="27448"/>
                    <a:pt x="64378" y="27144"/>
                  </a:cubicBezTo>
                  <a:cubicBezTo>
                    <a:pt x="73223" y="26597"/>
                    <a:pt x="82737" y="24834"/>
                    <a:pt x="91643" y="22494"/>
                  </a:cubicBezTo>
                  <a:cubicBezTo>
                    <a:pt x="98817" y="20609"/>
                    <a:pt x="105747" y="20366"/>
                    <a:pt x="111856" y="23983"/>
                  </a:cubicBezTo>
                  <a:cubicBezTo>
                    <a:pt x="120519" y="29120"/>
                    <a:pt x="105990" y="47296"/>
                    <a:pt x="115230" y="51035"/>
                  </a:cubicBezTo>
                  <a:cubicBezTo>
                    <a:pt x="118543" y="52372"/>
                    <a:pt x="121705" y="53072"/>
                    <a:pt x="124045" y="55898"/>
                  </a:cubicBezTo>
                  <a:cubicBezTo>
                    <a:pt x="126325" y="58634"/>
                    <a:pt x="126659" y="61461"/>
                    <a:pt x="130914" y="61765"/>
                  </a:cubicBezTo>
                  <a:cubicBezTo>
                    <a:pt x="136994" y="62160"/>
                    <a:pt x="144593" y="61825"/>
                    <a:pt x="148818" y="66810"/>
                  </a:cubicBezTo>
                  <a:cubicBezTo>
                    <a:pt x="150945" y="69364"/>
                    <a:pt x="154289" y="74683"/>
                    <a:pt x="158514" y="73406"/>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11"/>
            <p:cNvSpPr/>
            <p:nvPr/>
          </p:nvSpPr>
          <p:spPr>
            <a:xfrm>
              <a:off x="2975000" y="297425"/>
              <a:ext cx="3962850" cy="1890625"/>
            </a:xfrm>
            <a:custGeom>
              <a:rect b="b" l="l" r="r" t="t"/>
              <a:pathLst>
                <a:path extrusionOk="0" fill="none" h="75625" w="158514">
                  <a:moveTo>
                    <a:pt x="0" y="5806"/>
                  </a:moveTo>
                  <a:cubicBezTo>
                    <a:pt x="5927" y="7690"/>
                    <a:pt x="12918" y="8450"/>
                    <a:pt x="18815" y="7173"/>
                  </a:cubicBezTo>
                  <a:cubicBezTo>
                    <a:pt x="24530" y="5927"/>
                    <a:pt x="30122" y="2128"/>
                    <a:pt x="35928" y="1216"/>
                  </a:cubicBezTo>
                  <a:cubicBezTo>
                    <a:pt x="43648" y="0"/>
                    <a:pt x="52494" y="5593"/>
                    <a:pt x="58178" y="9392"/>
                  </a:cubicBezTo>
                  <a:cubicBezTo>
                    <a:pt x="62585" y="12310"/>
                    <a:pt x="64226" y="14347"/>
                    <a:pt x="64074" y="19940"/>
                  </a:cubicBezTo>
                  <a:cubicBezTo>
                    <a:pt x="64014" y="22797"/>
                    <a:pt x="62828" y="26839"/>
                    <a:pt x="67296" y="27022"/>
                  </a:cubicBezTo>
                  <a:cubicBezTo>
                    <a:pt x="76081" y="27417"/>
                    <a:pt x="85199" y="24560"/>
                    <a:pt x="93589" y="22584"/>
                  </a:cubicBezTo>
                  <a:cubicBezTo>
                    <a:pt x="100975" y="20851"/>
                    <a:pt x="106598" y="19879"/>
                    <a:pt x="112920" y="24165"/>
                  </a:cubicBezTo>
                  <a:cubicBezTo>
                    <a:pt x="121188" y="29788"/>
                    <a:pt x="107753" y="47113"/>
                    <a:pt x="116142" y="51673"/>
                  </a:cubicBezTo>
                  <a:cubicBezTo>
                    <a:pt x="119030" y="53223"/>
                    <a:pt x="122221" y="54013"/>
                    <a:pt x="124501" y="56718"/>
                  </a:cubicBezTo>
                  <a:cubicBezTo>
                    <a:pt x="126781" y="59423"/>
                    <a:pt x="127115" y="62281"/>
                    <a:pt x="131279" y="62615"/>
                  </a:cubicBezTo>
                  <a:cubicBezTo>
                    <a:pt x="137358" y="63101"/>
                    <a:pt x="144836" y="62828"/>
                    <a:pt x="149030" y="67752"/>
                  </a:cubicBezTo>
                  <a:cubicBezTo>
                    <a:pt x="151158" y="70244"/>
                    <a:pt x="154350" y="75624"/>
                    <a:pt x="158514" y="7446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11"/>
            <p:cNvSpPr/>
            <p:nvPr/>
          </p:nvSpPr>
          <p:spPr>
            <a:xfrm>
              <a:off x="2975000" y="270050"/>
              <a:ext cx="3962100" cy="1914200"/>
            </a:xfrm>
            <a:custGeom>
              <a:rect b="b" l="l" r="r" t="t"/>
              <a:pathLst>
                <a:path extrusionOk="0" fill="none" h="76568" w="158484">
                  <a:moveTo>
                    <a:pt x="0" y="6901"/>
                  </a:moveTo>
                  <a:cubicBezTo>
                    <a:pt x="5988" y="8785"/>
                    <a:pt x="13040" y="9484"/>
                    <a:pt x="18937" y="8025"/>
                  </a:cubicBezTo>
                  <a:cubicBezTo>
                    <a:pt x="24803" y="6627"/>
                    <a:pt x="30396" y="2402"/>
                    <a:pt x="36414" y="1338"/>
                  </a:cubicBezTo>
                  <a:cubicBezTo>
                    <a:pt x="44013" y="1"/>
                    <a:pt x="52463" y="6688"/>
                    <a:pt x="58208" y="10244"/>
                  </a:cubicBezTo>
                  <a:cubicBezTo>
                    <a:pt x="62676" y="13010"/>
                    <a:pt x="65138" y="14925"/>
                    <a:pt x="66476" y="20092"/>
                  </a:cubicBezTo>
                  <a:cubicBezTo>
                    <a:pt x="67235" y="22980"/>
                    <a:pt x="65868" y="26536"/>
                    <a:pt x="70214" y="27144"/>
                  </a:cubicBezTo>
                  <a:cubicBezTo>
                    <a:pt x="78695" y="28329"/>
                    <a:pt x="87753" y="24104"/>
                    <a:pt x="95351" y="22646"/>
                  </a:cubicBezTo>
                  <a:cubicBezTo>
                    <a:pt x="102950" y="21187"/>
                    <a:pt x="107327" y="19150"/>
                    <a:pt x="113893" y="24408"/>
                  </a:cubicBezTo>
                  <a:cubicBezTo>
                    <a:pt x="121309" y="30366"/>
                    <a:pt x="109668" y="47023"/>
                    <a:pt x="117084" y="52251"/>
                  </a:cubicBezTo>
                  <a:cubicBezTo>
                    <a:pt x="119577" y="54014"/>
                    <a:pt x="122586" y="54956"/>
                    <a:pt x="125018" y="57418"/>
                  </a:cubicBezTo>
                  <a:cubicBezTo>
                    <a:pt x="127419" y="59880"/>
                    <a:pt x="127145" y="63011"/>
                    <a:pt x="131614" y="63436"/>
                  </a:cubicBezTo>
                  <a:cubicBezTo>
                    <a:pt x="137602" y="64014"/>
                    <a:pt x="144988" y="63832"/>
                    <a:pt x="149213" y="68695"/>
                  </a:cubicBezTo>
                  <a:cubicBezTo>
                    <a:pt x="151310" y="71126"/>
                    <a:pt x="154410" y="76567"/>
                    <a:pt x="158483" y="755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11"/>
            <p:cNvSpPr/>
            <p:nvPr/>
          </p:nvSpPr>
          <p:spPr>
            <a:xfrm>
              <a:off x="2975000" y="244975"/>
              <a:ext cx="3962100" cy="1937000"/>
            </a:xfrm>
            <a:custGeom>
              <a:rect b="b" l="l" r="r" t="t"/>
              <a:pathLst>
                <a:path extrusionOk="0" fill="none" h="77480" w="158484">
                  <a:moveTo>
                    <a:pt x="0" y="7904"/>
                  </a:moveTo>
                  <a:cubicBezTo>
                    <a:pt x="6019" y="9758"/>
                    <a:pt x="13162" y="10366"/>
                    <a:pt x="19058" y="8815"/>
                  </a:cubicBezTo>
                  <a:cubicBezTo>
                    <a:pt x="25077" y="7204"/>
                    <a:pt x="30730" y="2554"/>
                    <a:pt x="36992" y="1429"/>
                  </a:cubicBezTo>
                  <a:cubicBezTo>
                    <a:pt x="44773" y="1"/>
                    <a:pt x="52038" y="7296"/>
                    <a:pt x="58086" y="10974"/>
                  </a:cubicBezTo>
                  <a:cubicBezTo>
                    <a:pt x="62463" y="13618"/>
                    <a:pt x="66111" y="15806"/>
                    <a:pt x="68482" y="20457"/>
                  </a:cubicBezTo>
                  <a:cubicBezTo>
                    <a:pt x="69910" y="23253"/>
                    <a:pt x="69090" y="26475"/>
                    <a:pt x="73041" y="27387"/>
                  </a:cubicBezTo>
                  <a:cubicBezTo>
                    <a:pt x="81005" y="29180"/>
                    <a:pt x="90002" y="23679"/>
                    <a:pt x="96841" y="22615"/>
                  </a:cubicBezTo>
                  <a:cubicBezTo>
                    <a:pt x="104622" y="21399"/>
                    <a:pt x="107692" y="18360"/>
                    <a:pt x="114714" y="24621"/>
                  </a:cubicBezTo>
                  <a:cubicBezTo>
                    <a:pt x="121917" y="31065"/>
                    <a:pt x="111552" y="46780"/>
                    <a:pt x="118087" y="52767"/>
                  </a:cubicBezTo>
                  <a:cubicBezTo>
                    <a:pt x="120124" y="54682"/>
                    <a:pt x="123224" y="55807"/>
                    <a:pt x="125443" y="58178"/>
                  </a:cubicBezTo>
                  <a:cubicBezTo>
                    <a:pt x="127784" y="60640"/>
                    <a:pt x="127632" y="63771"/>
                    <a:pt x="131918" y="64257"/>
                  </a:cubicBezTo>
                  <a:cubicBezTo>
                    <a:pt x="137905" y="64956"/>
                    <a:pt x="145170" y="64804"/>
                    <a:pt x="149425" y="69576"/>
                  </a:cubicBezTo>
                  <a:cubicBezTo>
                    <a:pt x="151523" y="71947"/>
                    <a:pt x="154471" y="77479"/>
                    <a:pt x="158483" y="765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11"/>
            <p:cNvSpPr/>
            <p:nvPr/>
          </p:nvSpPr>
          <p:spPr>
            <a:xfrm>
              <a:off x="2975000" y="222950"/>
              <a:ext cx="3962100" cy="1955225"/>
            </a:xfrm>
            <a:custGeom>
              <a:rect b="b" l="l" r="r" t="t"/>
              <a:pathLst>
                <a:path extrusionOk="0" fill="none" h="78209" w="158484">
                  <a:moveTo>
                    <a:pt x="0" y="8785"/>
                  </a:moveTo>
                  <a:cubicBezTo>
                    <a:pt x="6079" y="10608"/>
                    <a:pt x="13313" y="11155"/>
                    <a:pt x="19180" y="9453"/>
                  </a:cubicBezTo>
                  <a:cubicBezTo>
                    <a:pt x="25289" y="7690"/>
                    <a:pt x="31125" y="2584"/>
                    <a:pt x="37569" y="1459"/>
                  </a:cubicBezTo>
                  <a:cubicBezTo>
                    <a:pt x="45776" y="0"/>
                    <a:pt x="51642" y="7630"/>
                    <a:pt x="57874" y="11520"/>
                  </a:cubicBezTo>
                  <a:cubicBezTo>
                    <a:pt x="62099" y="14134"/>
                    <a:pt x="67175" y="16596"/>
                    <a:pt x="70123" y="20882"/>
                  </a:cubicBezTo>
                  <a:cubicBezTo>
                    <a:pt x="71886" y="23466"/>
                    <a:pt x="72190" y="26688"/>
                    <a:pt x="75625" y="27569"/>
                  </a:cubicBezTo>
                  <a:cubicBezTo>
                    <a:pt x="83193" y="29484"/>
                    <a:pt x="91339" y="23374"/>
                    <a:pt x="97996" y="22371"/>
                  </a:cubicBezTo>
                  <a:cubicBezTo>
                    <a:pt x="106051" y="21186"/>
                    <a:pt x="108391" y="17630"/>
                    <a:pt x="115473" y="24773"/>
                  </a:cubicBezTo>
                  <a:cubicBezTo>
                    <a:pt x="122039" y="31369"/>
                    <a:pt x="113528" y="46475"/>
                    <a:pt x="119060" y="53101"/>
                  </a:cubicBezTo>
                  <a:cubicBezTo>
                    <a:pt x="120732" y="55107"/>
                    <a:pt x="123802" y="56475"/>
                    <a:pt x="125869" y="58785"/>
                  </a:cubicBezTo>
                  <a:cubicBezTo>
                    <a:pt x="128088" y="61247"/>
                    <a:pt x="128057" y="64348"/>
                    <a:pt x="132191" y="64925"/>
                  </a:cubicBezTo>
                  <a:cubicBezTo>
                    <a:pt x="138179" y="65746"/>
                    <a:pt x="145352" y="65594"/>
                    <a:pt x="149608" y="70305"/>
                  </a:cubicBezTo>
                  <a:cubicBezTo>
                    <a:pt x="151705" y="72615"/>
                    <a:pt x="154502" y="78208"/>
                    <a:pt x="158483" y="7744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11"/>
            <p:cNvSpPr/>
            <p:nvPr/>
          </p:nvSpPr>
          <p:spPr>
            <a:xfrm>
              <a:off x="2975000" y="197875"/>
              <a:ext cx="3962850" cy="1976500"/>
            </a:xfrm>
            <a:custGeom>
              <a:rect b="b" l="l" r="r" t="t"/>
              <a:pathLst>
                <a:path extrusionOk="0" fill="none" h="79060" w="158514">
                  <a:moveTo>
                    <a:pt x="0" y="9788"/>
                  </a:moveTo>
                  <a:cubicBezTo>
                    <a:pt x="6110" y="11551"/>
                    <a:pt x="13222" y="11824"/>
                    <a:pt x="19301" y="10244"/>
                  </a:cubicBezTo>
                  <a:cubicBezTo>
                    <a:pt x="26080" y="8450"/>
                    <a:pt x="31369" y="3040"/>
                    <a:pt x="38208" y="1642"/>
                  </a:cubicBezTo>
                  <a:cubicBezTo>
                    <a:pt x="46384" y="0"/>
                    <a:pt x="51855" y="8207"/>
                    <a:pt x="57600" y="12098"/>
                  </a:cubicBezTo>
                  <a:cubicBezTo>
                    <a:pt x="61886" y="14985"/>
                    <a:pt x="67296" y="17478"/>
                    <a:pt x="71065" y="21368"/>
                  </a:cubicBezTo>
                  <a:cubicBezTo>
                    <a:pt x="73315" y="23678"/>
                    <a:pt x="74743" y="27113"/>
                    <a:pt x="77904" y="27903"/>
                  </a:cubicBezTo>
                  <a:cubicBezTo>
                    <a:pt x="84865" y="29575"/>
                    <a:pt x="91978" y="23648"/>
                    <a:pt x="98847" y="22280"/>
                  </a:cubicBezTo>
                  <a:cubicBezTo>
                    <a:pt x="107419" y="20517"/>
                    <a:pt x="109850" y="17903"/>
                    <a:pt x="116233" y="25077"/>
                  </a:cubicBezTo>
                  <a:cubicBezTo>
                    <a:pt x="122069" y="31642"/>
                    <a:pt x="115656" y="46536"/>
                    <a:pt x="120154" y="53557"/>
                  </a:cubicBezTo>
                  <a:cubicBezTo>
                    <a:pt x="121492" y="55624"/>
                    <a:pt x="124471" y="57235"/>
                    <a:pt x="126325" y="59484"/>
                  </a:cubicBezTo>
                  <a:cubicBezTo>
                    <a:pt x="128422" y="61977"/>
                    <a:pt x="128544" y="65047"/>
                    <a:pt x="132495" y="65685"/>
                  </a:cubicBezTo>
                  <a:cubicBezTo>
                    <a:pt x="138392" y="66658"/>
                    <a:pt x="145565" y="66506"/>
                    <a:pt x="149851" y="71187"/>
                  </a:cubicBezTo>
                  <a:cubicBezTo>
                    <a:pt x="151918" y="73466"/>
                    <a:pt x="154593" y="79059"/>
                    <a:pt x="158514" y="7845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11"/>
            <p:cNvSpPr/>
            <p:nvPr/>
          </p:nvSpPr>
          <p:spPr>
            <a:xfrm>
              <a:off x="2975000" y="180400"/>
              <a:ext cx="3962850" cy="1990925"/>
            </a:xfrm>
            <a:custGeom>
              <a:rect b="b" l="l" r="r" t="t"/>
              <a:pathLst>
                <a:path extrusionOk="0" fill="none" h="79637" w="158514">
                  <a:moveTo>
                    <a:pt x="0" y="10487"/>
                  </a:moveTo>
                  <a:cubicBezTo>
                    <a:pt x="6171" y="12219"/>
                    <a:pt x="13374" y="12371"/>
                    <a:pt x="19453" y="10699"/>
                  </a:cubicBezTo>
                  <a:cubicBezTo>
                    <a:pt x="26384" y="8754"/>
                    <a:pt x="31764" y="2979"/>
                    <a:pt x="38876" y="1611"/>
                  </a:cubicBezTo>
                  <a:cubicBezTo>
                    <a:pt x="47265" y="0"/>
                    <a:pt x="51946" y="8025"/>
                    <a:pt x="57418" y="12280"/>
                  </a:cubicBezTo>
                  <a:cubicBezTo>
                    <a:pt x="61582" y="15532"/>
                    <a:pt x="67083" y="17994"/>
                    <a:pt x="71460" y="21490"/>
                  </a:cubicBezTo>
                  <a:cubicBezTo>
                    <a:pt x="74166" y="23678"/>
                    <a:pt x="76597" y="27143"/>
                    <a:pt x="79789" y="27812"/>
                  </a:cubicBezTo>
                  <a:cubicBezTo>
                    <a:pt x="86172" y="29149"/>
                    <a:pt x="92950" y="23374"/>
                    <a:pt x="99364" y="21733"/>
                  </a:cubicBezTo>
                  <a:cubicBezTo>
                    <a:pt x="107723" y="19605"/>
                    <a:pt x="111218" y="17934"/>
                    <a:pt x="117024" y="25137"/>
                  </a:cubicBezTo>
                  <a:cubicBezTo>
                    <a:pt x="122100" y="31460"/>
                    <a:pt x="117784" y="46475"/>
                    <a:pt x="121249" y="53679"/>
                  </a:cubicBezTo>
                  <a:cubicBezTo>
                    <a:pt x="122708" y="56718"/>
                    <a:pt x="129060" y="65472"/>
                    <a:pt x="132769" y="66171"/>
                  </a:cubicBezTo>
                  <a:cubicBezTo>
                    <a:pt x="138605" y="67296"/>
                    <a:pt x="145748" y="67114"/>
                    <a:pt x="150033" y="71764"/>
                  </a:cubicBezTo>
                  <a:cubicBezTo>
                    <a:pt x="152100" y="73983"/>
                    <a:pt x="154684" y="79637"/>
                    <a:pt x="158514" y="7915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11"/>
            <p:cNvSpPr/>
            <p:nvPr/>
          </p:nvSpPr>
          <p:spPr>
            <a:xfrm>
              <a:off x="2975000" y="165200"/>
              <a:ext cx="3962850" cy="2002325"/>
            </a:xfrm>
            <a:custGeom>
              <a:rect b="b" l="l" r="r" t="t"/>
              <a:pathLst>
                <a:path extrusionOk="0" fill="none" h="80093" w="158514">
                  <a:moveTo>
                    <a:pt x="0" y="11095"/>
                  </a:moveTo>
                  <a:cubicBezTo>
                    <a:pt x="6201" y="12797"/>
                    <a:pt x="13496" y="12858"/>
                    <a:pt x="19575" y="11064"/>
                  </a:cubicBezTo>
                  <a:cubicBezTo>
                    <a:pt x="26688" y="8967"/>
                    <a:pt x="32128" y="2857"/>
                    <a:pt x="39545" y="1520"/>
                  </a:cubicBezTo>
                  <a:cubicBezTo>
                    <a:pt x="47965" y="0"/>
                    <a:pt x="52402" y="7599"/>
                    <a:pt x="57326" y="12280"/>
                  </a:cubicBezTo>
                  <a:cubicBezTo>
                    <a:pt x="61096" y="15867"/>
                    <a:pt x="66840" y="18329"/>
                    <a:pt x="71491" y="21490"/>
                  </a:cubicBezTo>
                  <a:cubicBezTo>
                    <a:pt x="74470" y="23496"/>
                    <a:pt x="77600" y="26870"/>
                    <a:pt x="81157" y="27387"/>
                  </a:cubicBezTo>
                  <a:cubicBezTo>
                    <a:pt x="87449" y="28268"/>
                    <a:pt x="93832" y="22827"/>
                    <a:pt x="99607" y="21034"/>
                  </a:cubicBezTo>
                  <a:cubicBezTo>
                    <a:pt x="107814" y="18450"/>
                    <a:pt x="112677" y="17812"/>
                    <a:pt x="117875" y="25137"/>
                  </a:cubicBezTo>
                  <a:cubicBezTo>
                    <a:pt x="120306" y="28602"/>
                    <a:pt x="119364" y="34773"/>
                    <a:pt x="119759" y="39423"/>
                  </a:cubicBezTo>
                  <a:cubicBezTo>
                    <a:pt x="120185" y="44256"/>
                    <a:pt x="120914" y="49697"/>
                    <a:pt x="122343" y="53679"/>
                  </a:cubicBezTo>
                  <a:cubicBezTo>
                    <a:pt x="123498" y="56810"/>
                    <a:pt x="129425" y="65746"/>
                    <a:pt x="133042" y="66536"/>
                  </a:cubicBezTo>
                  <a:cubicBezTo>
                    <a:pt x="138817" y="67782"/>
                    <a:pt x="145930" y="67600"/>
                    <a:pt x="150246" y="72220"/>
                  </a:cubicBezTo>
                  <a:cubicBezTo>
                    <a:pt x="152313" y="74409"/>
                    <a:pt x="154745" y="80093"/>
                    <a:pt x="158514" y="7975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11"/>
            <p:cNvSpPr/>
            <p:nvPr/>
          </p:nvSpPr>
          <p:spPr>
            <a:xfrm>
              <a:off x="2975000" y="150750"/>
              <a:ext cx="3962850" cy="2014500"/>
            </a:xfrm>
            <a:custGeom>
              <a:rect b="b" l="l" r="r" t="t"/>
              <a:pathLst>
                <a:path extrusionOk="0" fill="none" h="80580" w="158514">
                  <a:moveTo>
                    <a:pt x="0" y="11673"/>
                  </a:moveTo>
                  <a:cubicBezTo>
                    <a:pt x="6262" y="13344"/>
                    <a:pt x="13830" y="13588"/>
                    <a:pt x="19727" y="11429"/>
                  </a:cubicBezTo>
                  <a:cubicBezTo>
                    <a:pt x="26566" y="8907"/>
                    <a:pt x="32767" y="2676"/>
                    <a:pt x="40244" y="1399"/>
                  </a:cubicBezTo>
                  <a:cubicBezTo>
                    <a:pt x="48573" y="1"/>
                    <a:pt x="53162" y="6900"/>
                    <a:pt x="57478" y="12159"/>
                  </a:cubicBezTo>
                  <a:cubicBezTo>
                    <a:pt x="61825" y="17417"/>
                    <a:pt x="74318" y="25807"/>
                    <a:pt x="81917" y="26749"/>
                  </a:cubicBezTo>
                  <a:cubicBezTo>
                    <a:pt x="87692" y="27448"/>
                    <a:pt x="94379" y="22159"/>
                    <a:pt x="99637" y="20244"/>
                  </a:cubicBezTo>
                  <a:cubicBezTo>
                    <a:pt x="108178" y="17144"/>
                    <a:pt x="114045" y="17873"/>
                    <a:pt x="118787" y="25199"/>
                  </a:cubicBezTo>
                  <a:cubicBezTo>
                    <a:pt x="121066" y="28694"/>
                    <a:pt x="119607" y="34895"/>
                    <a:pt x="120215" y="39515"/>
                  </a:cubicBezTo>
                  <a:cubicBezTo>
                    <a:pt x="120853" y="44348"/>
                    <a:pt x="122373" y="49394"/>
                    <a:pt x="123498" y="53649"/>
                  </a:cubicBezTo>
                  <a:cubicBezTo>
                    <a:pt x="124349" y="56962"/>
                    <a:pt x="129729" y="65989"/>
                    <a:pt x="133316" y="66871"/>
                  </a:cubicBezTo>
                  <a:cubicBezTo>
                    <a:pt x="139000" y="68300"/>
                    <a:pt x="146112" y="68087"/>
                    <a:pt x="150459" y="72677"/>
                  </a:cubicBezTo>
                  <a:cubicBezTo>
                    <a:pt x="152495" y="74835"/>
                    <a:pt x="154836" y="80579"/>
                    <a:pt x="158514" y="803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11"/>
            <p:cNvSpPr/>
            <p:nvPr/>
          </p:nvSpPr>
          <p:spPr>
            <a:xfrm>
              <a:off x="2975000" y="138600"/>
              <a:ext cx="3962100" cy="2022075"/>
            </a:xfrm>
            <a:custGeom>
              <a:rect b="b" l="l" r="r" t="t"/>
              <a:pathLst>
                <a:path extrusionOk="0" fill="none" h="80883" w="158484">
                  <a:moveTo>
                    <a:pt x="0" y="12159"/>
                  </a:moveTo>
                  <a:cubicBezTo>
                    <a:pt x="6322" y="13800"/>
                    <a:pt x="13952" y="13952"/>
                    <a:pt x="19849" y="11672"/>
                  </a:cubicBezTo>
                  <a:cubicBezTo>
                    <a:pt x="26900" y="8937"/>
                    <a:pt x="33162" y="2462"/>
                    <a:pt x="40974" y="1247"/>
                  </a:cubicBezTo>
                  <a:cubicBezTo>
                    <a:pt x="48876" y="0"/>
                    <a:pt x="54530" y="5806"/>
                    <a:pt x="58026" y="11855"/>
                  </a:cubicBezTo>
                  <a:cubicBezTo>
                    <a:pt x="61521" y="17873"/>
                    <a:pt x="74500" y="25138"/>
                    <a:pt x="82069" y="25928"/>
                  </a:cubicBezTo>
                  <a:cubicBezTo>
                    <a:pt x="87449" y="26505"/>
                    <a:pt x="94774" y="21186"/>
                    <a:pt x="99637" y="19362"/>
                  </a:cubicBezTo>
                  <a:cubicBezTo>
                    <a:pt x="108178" y="16080"/>
                    <a:pt x="115321" y="17782"/>
                    <a:pt x="119759" y="25107"/>
                  </a:cubicBezTo>
                  <a:cubicBezTo>
                    <a:pt x="121948" y="28724"/>
                    <a:pt x="119790" y="34803"/>
                    <a:pt x="120580" y="39545"/>
                  </a:cubicBezTo>
                  <a:cubicBezTo>
                    <a:pt x="121370" y="44348"/>
                    <a:pt x="123771" y="48937"/>
                    <a:pt x="124623" y="53497"/>
                  </a:cubicBezTo>
                  <a:cubicBezTo>
                    <a:pt x="125291" y="56992"/>
                    <a:pt x="130003" y="66050"/>
                    <a:pt x="133559" y="67053"/>
                  </a:cubicBezTo>
                  <a:cubicBezTo>
                    <a:pt x="139152" y="68603"/>
                    <a:pt x="146355" y="68451"/>
                    <a:pt x="150672" y="72980"/>
                  </a:cubicBezTo>
                  <a:cubicBezTo>
                    <a:pt x="152708" y="75108"/>
                    <a:pt x="154897" y="80883"/>
                    <a:pt x="158483" y="80822"/>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11"/>
            <p:cNvSpPr/>
            <p:nvPr/>
          </p:nvSpPr>
          <p:spPr>
            <a:xfrm>
              <a:off x="2975000" y="124150"/>
              <a:ext cx="3962100" cy="2034250"/>
            </a:xfrm>
            <a:custGeom>
              <a:rect b="b" l="l" r="r" t="t"/>
              <a:pathLst>
                <a:path extrusionOk="0" fill="none" h="81370" w="158484">
                  <a:moveTo>
                    <a:pt x="0" y="12737"/>
                  </a:moveTo>
                  <a:cubicBezTo>
                    <a:pt x="6383" y="14348"/>
                    <a:pt x="13861" y="14226"/>
                    <a:pt x="20001" y="12007"/>
                  </a:cubicBezTo>
                  <a:cubicBezTo>
                    <a:pt x="27721" y="9241"/>
                    <a:pt x="33283" y="2432"/>
                    <a:pt x="41673" y="1186"/>
                  </a:cubicBezTo>
                  <a:cubicBezTo>
                    <a:pt x="49515" y="1"/>
                    <a:pt x="55807" y="4530"/>
                    <a:pt x="58877" y="11551"/>
                  </a:cubicBezTo>
                  <a:cubicBezTo>
                    <a:pt x="61886" y="18481"/>
                    <a:pt x="74378" y="24560"/>
                    <a:pt x="81704" y="25199"/>
                  </a:cubicBezTo>
                  <a:cubicBezTo>
                    <a:pt x="87114" y="25624"/>
                    <a:pt x="94774" y="20244"/>
                    <a:pt x="99607" y="18573"/>
                  </a:cubicBezTo>
                  <a:cubicBezTo>
                    <a:pt x="108118" y="15655"/>
                    <a:pt x="116628" y="17721"/>
                    <a:pt x="120853" y="25199"/>
                  </a:cubicBezTo>
                  <a:cubicBezTo>
                    <a:pt x="123012" y="29029"/>
                    <a:pt x="119972" y="34895"/>
                    <a:pt x="120853" y="39758"/>
                  </a:cubicBezTo>
                  <a:cubicBezTo>
                    <a:pt x="121735" y="44561"/>
                    <a:pt x="125139" y="48512"/>
                    <a:pt x="125778" y="53406"/>
                  </a:cubicBezTo>
                  <a:cubicBezTo>
                    <a:pt x="126294" y="57205"/>
                    <a:pt x="130276" y="66172"/>
                    <a:pt x="133863" y="67297"/>
                  </a:cubicBezTo>
                  <a:cubicBezTo>
                    <a:pt x="139334" y="68999"/>
                    <a:pt x="146568" y="68908"/>
                    <a:pt x="150884" y="73406"/>
                  </a:cubicBezTo>
                  <a:cubicBezTo>
                    <a:pt x="153438" y="76051"/>
                    <a:pt x="154684" y="80428"/>
                    <a:pt x="158483" y="8137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11"/>
            <p:cNvSpPr/>
            <p:nvPr/>
          </p:nvSpPr>
          <p:spPr>
            <a:xfrm>
              <a:off x="2975000" y="108200"/>
              <a:ext cx="3962850" cy="2050975"/>
            </a:xfrm>
            <a:custGeom>
              <a:rect b="b" l="l" r="r" t="t"/>
              <a:pathLst>
                <a:path extrusionOk="0" fill="none" h="82039" w="158514">
                  <a:moveTo>
                    <a:pt x="0" y="13375"/>
                  </a:moveTo>
                  <a:cubicBezTo>
                    <a:pt x="6474" y="14986"/>
                    <a:pt x="14013" y="14712"/>
                    <a:pt x="20183" y="12432"/>
                  </a:cubicBezTo>
                  <a:cubicBezTo>
                    <a:pt x="28116" y="9454"/>
                    <a:pt x="33709" y="2493"/>
                    <a:pt x="42402" y="1156"/>
                  </a:cubicBezTo>
                  <a:cubicBezTo>
                    <a:pt x="50092" y="1"/>
                    <a:pt x="57418" y="4043"/>
                    <a:pt x="59819" y="11217"/>
                  </a:cubicBezTo>
                  <a:cubicBezTo>
                    <a:pt x="62190" y="18390"/>
                    <a:pt x="73862" y="24104"/>
                    <a:pt x="81035" y="24439"/>
                  </a:cubicBezTo>
                  <a:cubicBezTo>
                    <a:pt x="86780" y="24743"/>
                    <a:pt x="94318" y="19454"/>
                    <a:pt x="99607" y="17934"/>
                  </a:cubicBezTo>
                  <a:cubicBezTo>
                    <a:pt x="108452" y="15381"/>
                    <a:pt x="117844" y="17873"/>
                    <a:pt x="122009" y="25350"/>
                  </a:cubicBezTo>
                  <a:cubicBezTo>
                    <a:pt x="124227" y="29332"/>
                    <a:pt x="120154" y="35047"/>
                    <a:pt x="121066" y="40092"/>
                  </a:cubicBezTo>
                  <a:cubicBezTo>
                    <a:pt x="121978" y="44925"/>
                    <a:pt x="126507" y="48512"/>
                    <a:pt x="126963" y="53406"/>
                  </a:cubicBezTo>
                  <a:cubicBezTo>
                    <a:pt x="127297" y="57205"/>
                    <a:pt x="130459" y="66172"/>
                    <a:pt x="134167" y="67570"/>
                  </a:cubicBezTo>
                  <a:cubicBezTo>
                    <a:pt x="139304" y="69485"/>
                    <a:pt x="146842" y="69424"/>
                    <a:pt x="151128" y="73862"/>
                  </a:cubicBezTo>
                  <a:cubicBezTo>
                    <a:pt x="153650" y="76537"/>
                    <a:pt x="154805" y="80883"/>
                    <a:pt x="158514" y="8203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11"/>
            <p:cNvSpPr/>
            <p:nvPr/>
          </p:nvSpPr>
          <p:spPr>
            <a:xfrm>
              <a:off x="2975000" y="89975"/>
              <a:ext cx="3962850" cy="2068425"/>
            </a:xfrm>
            <a:custGeom>
              <a:rect b="b" l="l" r="r" t="t"/>
              <a:pathLst>
                <a:path extrusionOk="0" fill="none" h="82737" w="158514">
                  <a:moveTo>
                    <a:pt x="0" y="14104"/>
                  </a:moveTo>
                  <a:cubicBezTo>
                    <a:pt x="6535" y="15684"/>
                    <a:pt x="14347" y="15502"/>
                    <a:pt x="20335" y="12918"/>
                  </a:cubicBezTo>
                  <a:cubicBezTo>
                    <a:pt x="27995" y="9575"/>
                    <a:pt x="34439" y="2644"/>
                    <a:pt x="43101" y="1216"/>
                  </a:cubicBezTo>
                  <a:cubicBezTo>
                    <a:pt x="50639" y="0"/>
                    <a:pt x="58299" y="3435"/>
                    <a:pt x="60822" y="10882"/>
                  </a:cubicBezTo>
                  <a:cubicBezTo>
                    <a:pt x="63436" y="18572"/>
                    <a:pt x="72190" y="23587"/>
                    <a:pt x="80184" y="23769"/>
                  </a:cubicBezTo>
                  <a:cubicBezTo>
                    <a:pt x="86415" y="23921"/>
                    <a:pt x="93862" y="18663"/>
                    <a:pt x="99759" y="17417"/>
                  </a:cubicBezTo>
                  <a:cubicBezTo>
                    <a:pt x="107875" y="15715"/>
                    <a:pt x="119394" y="17234"/>
                    <a:pt x="123224" y="25593"/>
                  </a:cubicBezTo>
                  <a:cubicBezTo>
                    <a:pt x="125413" y="30396"/>
                    <a:pt x="120367" y="35350"/>
                    <a:pt x="121279" y="40578"/>
                  </a:cubicBezTo>
                  <a:cubicBezTo>
                    <a:pt x="122100" y="45381"/>
                    <a:pt x="127723" y="48937"/>
                    <a:pt x="128118" y="53496"/>
                  </a:cubicBezTo>
                  <a:cubicBezTo>
                    <a:pt x="128422" y="57174"/>
                    <a:pt x="130762" y="66262"/>
                    <a:pt x="134501" y="67873"/>
                  </a:cubicBezTo>
                  <a:cubicBezTo>
                    <a:pt x="139456" y="70001"/>
                    <a:pt x="147085" y="69971"/>
                    <a:pt x="151340" y="74408"/>
                  </a:cubicBezTo>
                  <a:cubicBezTo>
                    <a:pt x="153894" y="77083"/>
                    <a:pt x="154897" y="81430"/>
                    <a:pt x="158514" y="8273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11"/>
            <p:cNvSpPr/>
            <p:nvPr/>
          </p:nvSpPr>
          <p:spPr>
            <a:xfrm>
              <a:off x="2975000" y="69450"/>
              <a:ext cx="3962850" cy="2089725"/>
            </a:xfrm>
            <a:custGeom>
              <a:rect b="b" l="l" r="r" t="t"/>
              <a:pathLst>
                <a:path extrusionOk="0" fill="none" h="83589" w="158514">
                  <a:moveTo>
                    <a:pt x="0" y="14925"/>
                  </a:moveTo>
                  <a:cubicBezTo>
                    <a:pt x="6626" y="16475"/>
                    <a:pt x="14529" y="16201"/>
                    <a:pt x="20517" y="13496"/>
                  </a:cubicBezTo>
                  <a:cubicBezTo>
                    <a:pt x="28359" y="9940"/>
                    <a:pt x="34925" y="3010"/>
                    <a:pt x="43800" y="1338"/>
                  </a:cubicBezTo>
                  <a:cubicBezTo>
                    <a:pt x="51126" y="0"/>
                    <a:pt x="59454" y="3010"/>
                    <a:pt x="61916" y="10517"/>
                  </a:cubicBezTo>
                  <a:cubicBezTo>
                    <a:pt x="64500" y="18359"/>
                    <a:pt x="70853" y="23223"/>
                    <a:pt x="79272" y="23131"/>
                  </a:cubicBezTo>
                  <a:cubicBezTo>
                    <a:pt x="86020" y="23071"/>
                    <a:pt x="93254" y="17934"/>
                    <a:pt x="100032" y="17052"/>
                  </a:cubicBezTo>
                  <a:cubicBezTo>
                    <a:pt x="108574" y="15958"/>
                    <a:pt x="120489" y="17630"/>
                    <a:pt x="124471" y="25989"/>
                  </a:cubicBezTo>
                  <a:cubicBezTo>
                    <a:pt x="126902" y="31065"/>
                    <a:pt x="120671" y="35776"/>
                    <a:pt x="121492" y="41186"/>
                  </a:cubicBezTo>
                  <a:cubicBezTo>
                    <a:pt x="122221" y="46050"/>
                    <a:pt x="128878" y="49393"/>
                    <a:pt x="129243" y="53740"/>
                  </a:cubicBezTo>
                  <a:cubicBezTo>
                    <a:pt x="129516" y="57357"/>
                    <a:pt x="131127" y="66445"/>
                    <a:pt x="134896" y="68238"/>
                  </a:cubicBezTo>
                  <a:cubicBezTo>
                    <a:pt x="139699" y="70549"/>
                    <a:pt x="147359" y="70670"/>
                    <a:pt x="151584" y="75077"/>
                  </a:cubicBezTo>
                  <a:cubicBezTo>
                    <a:pt x="154137" y="77752"/>
                    <a:pt x="154988" y="82068"/>
                    <a:pt x="158514" y="8358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11"/>
            <p:cNvSpPr/>
            <p:nvPr/>
          </p:nvSpPr>
          <p:spPr>
            <a:xfrm>
              <a:off x="2975000" y="45125"/>
              <a:ext cx="3962850" cy="2114050"/>
            </a:xfrm>
            <a:custGeom>
              <a:rect b="b" l="l" r="r" t="t"/>
              <a:pathLst>
                <a:path extrusionOk="0" fill="none" h="84562" w="158514">
                  <a:moveTo>
                    <a:pt x="0" y="15898"/>
                  </a:moveTo>
                  <a:cubicBezTo>
                    <a:pt x="6991" y="17478"/>
                    <a:pt x="14651" y="16809"/>
                    <a:pt x="20700" y="14226"/>
                  </a:cubicBezTo>
                  <a:cubicBezTo>
                    <a:pt x="28511" y="10913"/>
                    <a:pt x="35350" y="3527"/>
                    <a:pt x="44439" y="1551"/>
                  </a:cubicBezTo>
                  <a:cubicBezTo>
                    <a:pt x="51612" y="1"/>
                    <a:pt x="60579" y="2736"/>
                    <a:pt x="63041" y="10214"/>
                  </a:cubicBezTo>
                  <a:cubicBezTo>
                    <a:pt x="65564" y="17934"/>
                    <a:pt x="69515" y="22949"/>
                    <a:pt x="78391" y="22645"/>
                  </a:cubicBezTo>
                  <a:cubicBezTo>
                    <a:pt x="85716" y="22372"/>
                    <a:pt x="93072" y="17417"/>
                    <a:pt x="100488" y="16931"/>
                  </a:cubicBezTo>
                  <a:cubicBezTo>
                    <a:pt x="109273" y="16323"/>
                    <a:pt x="121431" y="18208"/>
                    <a:pt x="125717" y="26536"/>
                  </a:cubicBezTo>
                  <a:cubicBezTo>
                    <a:pt x="128544" y="31946"/>
                    <a:pt x="121036" y="36415"/>
                    <a:pt x="121735" y="41916"/>
                  </a:cubicBezTo>
                  <a:cubicBezTo>
                    <a:pt x="122343" y="46871"/>
                    <a:pt x="129881" y="49971"/>
                    <a:pt x="130276" y="54105"/>
                  </a:cubicBezTo>
                  <a:cubicBezTo>
                    <a:pt x="130641" y="57631"/>
                    <a:pt x="131431" y="66628"/>
                    <a:pt x="135322" y="68664"/>
                  </a:cubicBezTo>
                  <a:cubicBezTo>
                    <a:pt x="140124" y="71157"/>
                    <a:pt x="147632" y="71461"/>
                    <a:pt x="151796" y="75868"/>
                  </a:cubicBezTo>
                  <a:cubicBezTo>
                    <a:pt x="154350" y="78573"/>
                    <a:pt x="155109" y="82859"/>
                    <a:pt x="158514" y="8456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11"/>
            <p:cNvSpPr/>
            <p:nvPr/>
          </p:nvSpPr>
          <p:spPr>
            <a:xfrm>
              <a:off x="2975000" y="20825"/>
              <a:ext cx="3962850" cy="2138350"/>
            </a:xfrm>
            <a:custGeom>
              <a:rect b="b" l="l" r="r" t="t"/>
              <a:pathLst>
                <a:path extrusionOk="0" fill="none" h="85534" w="158514">
                  <a:moveTo>
                    <a:pt x="0" y="16870"/>
                  </a:moveTo>
                  <a:cubicBezTo>
                    <a:pt x="7082" y="18420"/>
                    <a:pt x="14833" y="17629"/>
                    <a:pt x="20912" y="14955"/>
                  </a:cubicBezTo>
                  <a:cubicBezTo>
                    <a:pt x="28876" y="11459"/>
                    <a:pt x="35776" y="3951"/>
                    <a:pt x="45047" y="1702"/>
                  </a:cubicBezTo>
                  <a:cubicBezTo>
                    <a:pt x="52068" y="0"/>
                    <a:pt x="61703" y="2371"/>
                    <a:pt x="64166" y="9818"/>
                  </a:cubicBezTo>
                  <a:cubicBezTo>
                    <a:pt x="66567" y="16991"/>
                    <a:pt x="68877" y="22645"/>
                    <a:pt x="77722" y="22128"/>
                  </a:cubicBezTo>
                  <a:cubicBezTo>
                    <a:pt x="85503" y="21672"/>
                    <a:pt x="93133" y="16961"/>
                    <a:pt x="101127" y="16809"/>
                  </a:cubicBezTo>
                  <a:cubicBezTo>
                    <a:pt x="110063" y="16657"/>
                    <a:pt x="122161" y="18693"/>
                    <a:pt x="126963" y="27083"/>
                  </a:cubicBezTo>
                  <a:cubicBezTo>
                    <a:pt x="130276" y="32858"/>
                    <a:pt x="121705" y="37052"/>
                    <a:pt x="122161" y="42615"/>
                  </a:cubicBezTo>
                  <a:cubicBezTo>
                    <a:pt x="122616" y="47782"/>
                    <a:pt x="130762" y="50518"/>
                    <a:pt x="131279" y="54530"/>
                  </a:cubicBezTo>
                  <a:cubicBezTo>
                    <a:pt x="131735" y="57934"/>
                    <a:pt x="131796" y="66931"/>
                    <a:pt x="135778" y="69089"/>
                  </a:cubicBezTo>
                  <a:cubicBezTo>
                    <a:pt x="140550" y="71703"/>
                    <a:pt x="147936" y="72250"/>
                    <a:pt x="152039" y="76658"/>
                  </a:cubicBezTo>
                  <a:cubicBezTo>
                    <a:pt x="154593" y="79393"/>
                    <a:pt x="155231" y="83649"/>
                    <a:pt x="158514" y="8553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2" name="Google Shape;1642;p11"/>
          <p:cNvGrpSpPr/>
          <p:nvPr/>
        </p:nvGrpSpPr>
        <p:grpSpPr>
          <a:xfrm rot="5400000">
            <a:off x="1057998" y="-1100245"/>
            <a:ext cx="2781299" cy="1048521"/>
            <a:chOff x="493175" y="2102150"/>
            <a:chExt cx="1201425" cy="452925"/>
          </a:xfrm>
        </p:grpSpPr>
        <p:sp>
          <p:nvSpPr>
            <p:cNvPr id="1643" name="Google Shape;1643;p11"/>
            <p:cNvSpPr/>
            <p:nvPr/>
          </p:nvSpPr>
          <p:spPr>
            <a:xfrm>
              <a:off x="1675575" y="2536050"/>
              <a:ext cx="19025" cy="19025"/>
            </a:xfrm>
            <a:custGeom>
              <a:rect b="b" l="l" r="r" t="t"/>
              <a:pathLst>
                <a:path extrusionOk="0" h="761" w="761">
                  <a:moveTo>
                    <a:pt x="365" y="1"/>
                  </a:moveTo>
                  <a:cubicBezTo>
                    <a:pt x="153" y="1"/>
                    <a:pt x="1" y="153"/>
                    <a:pt x="1" y="365"/>
                  </a:cubicBezTo>
                  <a:cubicBezTo>
                    <a:pt x="1" y="578"/>
                    <a:pt x="153"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11"/>
            <p:cNvSpPr/>
            <p:nvPr/>
          </p:nvSpPr>
          <p:spPr>
            <a:xfrm>
              <a:off x="1576800" y="2536050"/>
              <a:ext cx="19000" cy="19025"/>
            </a:xfrm>
            <a:custGeom>
              <a:rect b="b" l="l" r="r" t="t"/>
              <a:pathLst>
                <a:path extrusionOk="0" h="761" w="760">
                  <a:moveTo>
                    <a:pt x="365" y="1"/>
                  </a:moveTo>
                  <a:cubicBezTo>
                    <a:pt x="182" y="1"/>
                    <a:pt x="0" y="153"/>
                    <a:pt x="0" y="365"/>
                  </a:cubicBezTo>
                  <a:cubicBezTo>
                    <a:pt x="0" y="578"/>
                    <a:pt x="182"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11"/>
            <p:cNvSpPr/>
            <p:nvPr/>
          </p:nvSpPr>
          <p:spPr>
            <a:xfrm>
              <a:off x="14780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11"/>
            <p:cNvSpPr/>
            <p:nvPr/>
          </p:nvSpPr>
          <p:spPr>
            <a:xfrm>
              <a:off x="1379975" y="2536050"/>
              <a:ext cx="19025" cy="19025"/>
            </a:xfrm>
            <a:custGeom>
              <a:rect b="b" l="l" r="r" t="t"/>
              <a:pathLst>
                <a:path extrusionOk="0" h="761" w="761">
                  <a:moveTo>
                    <a:pt x="365" y="1"/>
                  </a:moveTo>
                  <a:cubicBezTo>
                    <a:pt x="153" y="1"/>
                    <a:pt x="1" y="153"/>
                    <a:pt x="1" y="365"/>
                  </a:cubicBezTo>
                  <a:cubicBezTo>
                    <a:pt x="1" y="578"/>
                    <a:pt x="153"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11"/>
            <p:cNvSpPr/>
            <p:nvPr/>
          </p:nvSpPr>
          <p:spPr>
            <a:xfrm>
              <a:off x="1281200" y="2536050"/>
              <a:ext cx="19025" cy="19025"/>
            </a:xfrm>
            <a:custGeom>
              <a:rect b="b" l="l" r="r" t="t"/>
              <a:pathLst>
                <a:path extrusionOk="0" h="761" w="761">
                  <a:moveTo>
                    <a:pt x="395" y="1"/>
                  </a:moveTo>
                  <a:cubicBezTo>
                    <a:pt x="183" y="1"/>
                    <a:pt x="0" y="153"/>
                    <a:pt x="0" y="365"/>
                  </a:cubicBezTo>
                  <a:cubicBezTo>
                    <a:pt x="0" y="578"/>
                    <a:pt x="183" y="760"/>
                    <a:pt x="395" y="760"/>
                  </a:cubicBezTo>
                  <a:cubicBezTo>
                    <a:pt x="578" y="760"/>
                    <a:pt x="760" y="578"/>
                    <a:pt x="760" y="365"/>
                  </a:cubicBezTo>
                  <a:cubicBezTo>
                    <a:pt x="760" y="15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11"/>
            <p:cNvSpPr/>
            <p:nvPr/>
          </p:nvSpPr>
          <p:spPr>
            <a:xfrm>
              <a:off x="11824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11"/>
            <p:cNvSpPr/>
            <p:nvPr/>
          </p:nvSpPr>
          <p:spPr>
            <a:xfrm>
              <a:off x="1084375" y="2536050"/>
              <a:ext cx="19025" cy="19025"/>
            </a:xfrm>
            <a:custGeom>
              <a:rect b="b" l="l" r="r" t="t"/>
              <a:pathLst>
                <a:path extrusionOk="0" h="761" w="761">
                  <a:moveTo>
                    <a:pt x="365" y="1"/>
                  </a:moveTo>
                  <a:cubicBezTo>
                    <a:pt x="153" y="1"/>
                    <a:pt x="1" y="153"/>
                    <a:pt x="1" y="365"/>
                  </a:cubicBezTo>
                  <a:cubicBezTo>
                    <a:pt x="1" y="578"/>
                    <a:pt x="153" y="760"/>
                    <a:pt x="365" y="760"/>
                  </a:cubicBezTo>
                  <a:cubicBezTo>
                    <a:pt x="578" y="760"/>
                    <a:pt x="761" y="578"/>
                    <a:pt x="761" y="365"/>
                  </a:cubicBezTo>
                  <a:cubicBezTo>
                    <a:pt x="761"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11"/>
            <p:cNvSpPr/>
            <p:nvPr/>
          </p:nvSpPr>
          <p:spPr>
            <a:xfrm>
              <a:off x="985600" y="2536050"/>
              <a:ext cx="19025" cy="19025"/>
            </a:xfrm>
            <a:custGeom>
              <a:rect b="b" l="l" r="r" t="t"/>
              <a:pathLst>
                <a:path extrusionOk="0" h="761" w="761">
                  <a:moveTo>
                    <a:pt x="365" y="1"/>
                  </a:moveTo>
                  <a:cubicBezTo>
                    <a:pt x="152" y="1"/>
                    <a:pt x="0" y="153"/>
                    <a:pt x="0" y="365"/>
                  </a:cubicBezTo>
                  <a:cubicBezTo>
                    <a:pt x="0" y="578"/>
                    <a:pt x="152"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11"/>
            <p:cNvSpPr/>
            <p:nvPr/>
          </p:nvSpPr>
          <p:spPr>
            <a:xfrm>
              <a:off x="8868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11"/>
            <p:cNvSpPr/>
            <p:nvPr/>
          </p:nvSpPr>
          <p:spPr>
            <a:xfrm>
              <a:off x="788025" y="2536050"/>
              <a:ext cx="19025" cy="19025"/>
            </a:xfrm>
            <a:custGeom>
              <a:rect b="b" l="l" r="r" t="t"/>
              <a:pathLst>
                <a:path extrusionOk="0" h="761" w="761">
                  <a:moveTo>
                    <a:pt x="395" y="1"/>
                  </a:moveTo>
                  <a:cubicBezTo>
                    <a:pt x="183" y="1"/>
                    <a:pt x="0" y="153"/>
                    <a:pt x="0" y="365"/>
                  </a:cubicBezTo>
                  <a:cubicBezTo>
                    <a:pt x="0" y="578"/>
                    <a:pt x="183" y="760"/>
                    <a:pt x="395" y="760"/>
                  </a:cubicBezTo>
                  <a:cubicBezTo>
                    <a:pt x="608" y="760"/>
                    <a:pt x="760" y="578"/>
                    <a:pt x="760" y="365"/>
                  </a:cubicBezTo>
                  <a:cubicBezTo>
                    <a:pt x="760" y="15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11"/>
            <p:cNvSpPr/>
            <p:nvPr/>
          </p:nvSpPr>
          <p:spPr>
            <a:xfrm>
              <a:off x="690000" y="2536050"/>
              <a:ext cx="19025" cy="19025"/>
            </a:xfrm>
            <a:custGeom>
              <a:rect b="b" l="l" r="r" t="t"/>
              <a:pathLst>
                <a:path extrusionOk="0" h="761" w="761">
                  <a:moveTo>
                    <a:pt x="365" y="1"/>
                  </a:moveTo>
                  <a:cubicBezTo>
                    <a:pt x="152" y="1"/>
                    <a:pt x="0" y="153"/>
                    <a:pt x="0" y="365"/>
                  </a:cubicBezTo>
                  <a:cubicBezTo>
                    <a:pt x="0" y="578"/>
                    <a:pt x="152"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11"/>
            <p:cNvSpPr/>
            <p:nvPr/>
          </p:nvSpPr>
          <p:spPr>
            <a:xfrm>
              <a:off x="5912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11"/>
            <p:cNvSpPr/>
            <p:nvPr/>
          </p:nvSpPr>
          <p:spPr>
            <a:xfrm>
              <a:off x="493175" y="2536050"/>
              <a:ext cx="19025" cy="19025"/>
            </a:xfrm>
            <a:custGeom>
              <a:rect b="b" l="l" r="r" t="t"/>
              <a:pathLst>
                <a:path extrusionOk="0" h="761" w="761">
                  <a:moveTo>
                    <a:pt x="366" y="1"/>
                  </a:moveTo>
                  <a:cubicBezTo>
                    <a:pt x="153" y="1"/>
                    <a:pt x="1" y="153"/>
                    <a:pt x="1" y="365"/>
                  </a:cubicBezTo>
                  <a:cubicBezTo>
                    <a:pt x="1" y="578"/>
                    <a:pt x="153" y="760"/>
                    <a:pt x="366" y="760"/>
                  </a:cubicBezTo>
                  <a:cubicBezTo>
                    <a:pt x="578" y="760"/>
                    <a:pt x="761" y="578"/>
                    <a:pt x="761" y="365"/>
                  </a:cubicBezTo>
                  <a:cubicBezTo>
                    <a:pt x="761" y="15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11"/>
            <p:cNvSpPr/>
            <p:nvPr/>
          </p:nvSpPr>
          <p:spPr>
            <a:xfrm>
              <a:off x="1675575" y="2449425"/>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11"/>
            <p:cNvSpPr/>
            <p:nvPr/>
          </p:nvSpPr>
          <p:spPr>
            <a:xfrm>
              <a:off x="1576800" y="2449425"/>
              <a:ext cx="19000" cy="19025"/>
            </a:xfrm>
            <a:custGeom>
              <a:rect b="b" l="l" r="r" t="t"/>
              <a:pathLst>
                <a:path extrusionOk="0" h="761" w="760">
                  <a:moveTo>
                    <a:pt x="365" y="0"/>
                  </a:moveTo>
                  <a:cubicBezTo>
                    <a:pt x="182" y="0"/>
                    <a:pt x="0" y="152"/>
                    <a:pt x="0" y="365"/>
                  </a:cubicBezTo>
                  <a:cubicBezTo>
                    <a:pt x="0" y="578"/>
                    <a:pt x="18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11"/>
            <p:cNvSpPr/>
            <p:nvPr/>
          </p:nvSpPr>
          <p:spPr>
            <a:xfrm>
              <a:off x="14780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11"/>
            <p:cNvSpPr/>
            <p:nvPr/>
          </p:nvSpPr>
          <p:spPr>
            <a:xfrm>
              <a:off x="1379975" y="2449425"/>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11"/>
            <p:cNvSpPr/>
            <p:nvPr/>
          </p:nvSpPr>
          <p:spPr>
            <a:xfrm>
              <a:off x="1281200" y="2449425"/>
              <a:ext cx="19025" cy="19025"/>
            </a:xfrm>
            <a:custGeom>
              <a:rect b="b" l="l" r="r" t="t"/>
              <a:pathLst>
                <a:path extrusionOk="0" h="761" w="761">
                  <a:moveTo>
                    <a:pt x="395" y="0"/>
                  </a:moveTo>
                  <a:cubicBezTo>
                    <a:pt x="183" y="0"/>
                    <a:pt x="0" y="152"/>
                    <a:pt x="0" y="365"/>
                  </a:cubicBezTo>
                  <a:cubicBezTo>
                    <a:pt x="0" y="578"/>
                    <a:pt x="183" y="760"/>
                    <a:pt x="395" y="760"/>
                  </a:cubicBezTo>
                  <a:cubicBezTo>
                    <a:pt x="578" y="760"/>
                    <a:pt x="760" y="578"/>
                    <a:pt x="760" y="365"/>
                  </a:cubicBezTo>
                  <a:cubicBezTo>
                    <a:pt x="760" y="152"/>
                    <a:pt x="57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11"/>
            <p:cNvSpPr/>
            <p:nvPr/>
          </p:nvSpPr>
          <p:spPr>
            <a:xfrm>
              <a:off x="11824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11"/>
            <p:cNvSpPr/>
            <p:nvPr/>
          </p:nvSpPr>
          <p:spPr>
            <a:xfrm>
              <a:off x="1084375" y="2449425"/>
              <a:ext cx="19025" cy="19025"/>
            </a:xfrm>
            <a:custGeom>
              <a:rect b="b" l="l" r="r" t="t"/>
              <a:pathLst>
                <a:path extrusionOk="0" h="761" w="761">
                  <a:moveTo>
                    <a:pt x="365" y="0"/>
                  </a:moveTo>
                  <a:cubicBezTo>
                    <a:pt x="153" y="0"/>
                    <a:pt x="1" y="152"/>
                    <a:pt x="1" y="365"/>
                  </a:cubicBezTo>
                  <a:cubicBezTo>
                    <a:pt x="1" y="578"/>
                    <a:pt x="153" y="760"/>
                    <a:pt x="365" y="760"/>
                  </a:cubicBezTo>
                  <a:cubicBezTo>
                    <a:pt x="578" y="760"/>
                    <a:pt x="761" y="578"/>
                    <a:pt x="761" y="365"/>
                  </a:cubicBezTo>
                  <a:cubicBezTo>
                    <a:pt x="761"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11"/>
            <p:cNvSpPr/>
            <p:nvPr/>
          </p:nvSpPr>
          <p:spPr>
            <a:xfrm>
              <a:off x="985600" y="2449425"/>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11"/>
            <p:cNvSpPr/>
            <p:nvPr/>
          </p:nvSpPr>
          <p:spPr>
            <a:xfrm>
              <a:off x="8868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11"/>
            <p:cNvSpPr/>
            <p:nvPr/>
          </p:nvSpPr>
          <p:spPr>
            <a:xfrm>
              <a:off x="788025" y="2449425"/>
              <a:ext cx="19025" cy="19025"/>
            </a:xfrm>
            <a:custGeom>
              <a:rect b="b" l="l" r="r" t="t"/>
              <a:pathLst>
                <a:path extrusionOk="0" h="761" w="761">
                  <a:moveTo>
                    <a:pt x="395" y="0"/>
                  </a:moveTo>
                  <a:cubicBezTo>
                    <a:pt x="183" y="0"/>
                    <a:pt x="0" y="152"/>
                    <a:pt x="0" y="365"/>
                  </a:cubicBezTo>
                  <a:cubicBezTo>
                    <a:pt x="0" y="578"/>
                    <a:pt x="183" y="760"/>
                    <a:pt x="395" y="760"/>
                  </a:cubicBezTo>
                  <a:cubicBezTo>
                    <a:pt x="608" y="760"/>
                    <a:pt x="760" y="578"/>
                    <a:pt x="760" y="365"/>
                  </a:cubicBezTo>
                  <a:cubicBezTo>
                    <a:pt x="760" y="152"/>
                    <a:pt x="60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11"/>
            <p:cNvSpPr/>
            <p:nvPr/>
          </p:nvSpPr>
          <p:spPr>
            <a:xfrm>
              <a:off x="690000" y="2449425"/>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11"/>
            <p:cNvSpPr/>
            <p:nvPr/>
          </p:nvSpPr>
          <p:spPr>
            <a:xfrm>
              <a:off x="5912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11"/>
            <p:cNvSpPr/>
            <p:nvPr/>
          </p:nvSpPr>
          <p:spPr>
            <a:xfrm>
              <a:off x="493175" y="2449425"/>
              <a:ext cx="19025" cy="19025"/>
            </a:xfrm>
            <a:custGeom>
              <a:rect b="b" l="l" r="r" t="t"/>
              <a:pathLst>
                <a:path extrusionOk="0" h="761" w="761">
                  <a:moveTo>
                    <a:pt x="366" y="0"/>
                  </a:moveTo>
                  <a:cubicBezTo>
                    <a:pt x="153" y="0"/>
                    <a:pt x="1" y="152"/>
                    <a:pt x="1" y="365"/>
                  </a:cubicBezTo>
                  <a:cubicBezTo>
                    <a:pt x="1" y="578"/>
                    <a:pt x="153" y="760"/>
                    <a:pt x="366" y="760"/>
                  </a:cubicBezTo>
                  <a:cubicBezTo>
                    <a:pt x="578" y="760"/>
                    <a:pt x="761" y="578"/>
                    <a:pt x="761" y="365"/>
                  </a:cubicBezTo>
                  <a:cubicBezTo>
                    <a:pt x="761" y="152"/>
                    <a:pt x="578" y="0"/>
                    <a:pt x="36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11"/>
            <p:cNvSpPr/>
            <p:nvPr/>
          </p:nvSpPr>
          <p:spPr>
            <a:xfrm>
              <a:off x="1675575" y="2362800"/>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11"/>
            <p:cNvSpPr/>
            <p:nvPr/>
          </p:nvSpPr>
          <p:spPr>
            <a:xfrm>
              <a:off x="1576800" y="2362800"/>
              <a:ext cx="19000" cy="19025"/>
            </a:xfrm>
            <a:custGeom>
              <a:rect b="b" l="l" r="r" t="t"/>
              <a:pathLst>
                <a:path extrusionOk="0" h="761" w="760">
                  <a:moveTo>
                    <a:pt x="365" y="0"/>
                  </a:moveTo>
                  <a:cubicBezTo>
                    <a:pt x="182" y="0"/>
                    <a:pt x="0" y="152"/>
                    <a:pt x="0" y="365"/>
                  </a:cubicBezTo>
                  <a:cubicBezTo>
                    <a:pt x="0" y="578"/>
                    <a:pt x="18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11"/>
            <p:cNvSpPr/>
            <p:nvPr/>
          </p:nvSpPr>
          <p:spPr>
            <a:xfrm>
              <a:off x="14780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11"/>
            <p:cNvSpPr/>
            <p:nvPr/>
          </p:nvSpPr>
          <p:spPr>
            <a:xfrm>
              <a:off x="1379975" y="2362800"/>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11"/>
            <p:cNvSpPr/>
            <p:nvPr/>
          </p:nvSpPr>
          <p:spPr>
            <a:xfrm>
              <a:off x="1281200" y="2362800"/>
              <a:ext cx="19025" cy="19025"/>
            </a:xfrm>
            <a:custGeom>
              <a:rect b="b" l="l" r="r" t="t"/>
              <a:pathLst>
                <a:path extrusionOk="0" h="761" w="761">
                  <a:moveTo>
                    <a:pt x="395" y="0"/>
                  </a:moveTo>
                  <a:cubicBezTo>
                    <a:pt x="183" y="0"/>
                    <a:pt x="0" y="152"/>
                    <a:pt x="0" y="365"/>
                  </a:cubicBezTo>
                  <a:cubicBezTo>
                    <a:pt x="0" y="578"/>
                    <a:pt x="183" y="760"/>
                    <a:pt x="395" y="760"/>
                  </a:cubicBezTo>
                  <a:cubicBezTo>
                    <a:pt x="578" y="760"/>
                    <a:pt x="760" y="578"/>
                    <a:pt x="760" y="365"/>
                  </a:cubicBezTo>
                  <a:cubicBezTo>
                    <a:pt x="760" y="152"/>
                    <a:pt x="57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11"/>
            <p:cNvSpPr/>
            <p:nvPr/>
          </p:nvSpPr>
          <p:spPr>
            <a:xfrm>
              <a:off x="11824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11"/>
            <p:cNvSpPr/>
            <p:nvPr/>
          </p:nvSpPr>
          <p:spPr>
            <a:xfrm>
              <a:off x="1084375" y="2362800"/>
              <a:ext cx="19025" cy="19025"/>
            </a:xfrm>
            <a:custGeom>
              <a:rect b="b" l="l" r="r" t="t"/>
              <a:pathLst>
                <a:path extrusionOk="0" h="761" w="761">
                  <a:moveTo>
                    <a:pt x="365" y="0"/>
                  </a:moveTo>
                  <a:cubicBezTo>
                    <a:pt x="153" y="0"/>
                    <a:pt x="1" y="152"/>
                    <a:pt x="1" y="365"/>
                  </a:cubicBezTo>
                  <a:cubicBezTo>
                    <a:pt x="1" y="578"/>
                    <a:pt x="153" y="760"/>
                    <a:pt x="365" y="760"/>
                  </a:cubicBezTo>
                  <a:cubicBezTo>
                    <a:pt x="578" y="760"/>
                    <a:pt x="761" y="578"/>
                    <a:pt x="761" y="365"/>
                  </a:cubicBezTo>
                  <a:cubicBezTo>
                    <a:pt x="761"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11"/>
            <p:cNvSpPr/>
            <p:nvPr/>
          </p:nvSpPr>
          <p:spPr>
            <a:xfrm>
              <a:off x="985600" y="2362800"/>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11"/>
            <p:cNvSpPr/>
            <p:nvPr/>
          </p:nvSpPr>
          <p:spPr>
            <a:xfrm>
              <a:off x="8868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11"/>
            <p:cNvSpPr/>
            <p:nvPr/>
          </p:nvSpPr>
          <p:spPr>
            <a:xfrm>
              <a:off x="788025" y="2362800"/>
              <a:ext cx="19025" cy="19025"/>
            </a:xfrm>
            <a:custGeom>
              <a:rect b="b" l="l" r="r" t="t"/>
              <a:pathLst>
                <a:path extrusionOk="0" h="761" w="761">
                  <a:moveTo>
                    <a:pt x="395" y="0"/>
                  </a:moveTo>
                  <a:cubicBezTo>
                    <a:pt x="183" y="0"/>
                    <a:pt x="0" y="152"/>
                    <a:pt x="0" y="365"/>
                  </a:cubicBezTo>
                  <a:cubicBezTo>
                    <a:pt x="0" y="578"/>
                    <a:pt x="183" y="760"/>
                    <a:pt x="395" y="760"/>
                  </a:cubicBezTo>
                  <a:cubicBezTo>
                    <a:pt x="608" y="760"/>
                    <a:pt x="760" y="578"/>
                    <a:pt x="760" y="365"/>
                  </a:cubicBezTo>
                  <a:cubicBezTo>
                    <a:pt x="760" y="152"/>
                    <a:pt x="60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11"/>
            <p:cNvSpPr/>
            <p:nvPr/>
          </p:nvSpPr>
          <p:spPr>
            <a:xfrm>
              <a:off x="690000" y="2362800"/>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11"/>
            <p:cNvSpPr/>
            <p:nvPr/>
          </p:nvSpPr>
          <p:spPr>
            <a:xfrm>
              <a:off x="5912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11"/>
            <p:cNvSpPr/>
            <p:nvPr/>
          </p:nvSpPr>
          <p:spPr>
            <a:xfrm>
              <a:off x="493175" y="2362800"/>
              <a:ext cx="19025" cy="19025"/>
            </a:xfrm>
            <a:custGeom>
              <a:rect b="b" l="l" r="r" t="t"/>
              <a:pathLst>
                <a:path extrusionOk="0" h="761" w="761">
                  <a:moveTo>
                    <a:pt x="366" y="0"/>
                  </a:moveTo>
                  <a:cubicBezTo>
                    <a:pt x="153" y="0"/>
                    <a:pt x="1" y="152"/>
                    <a:pt x="1" y="365"/>
                  </a:cubicBezTo>
                  <a:cubicBezTo>
                    <a:pt x="1" y="578"/>
                    <a:pt x="153" y="760"/>
                    <a:pt x="366" y="760"/>
                  </a:cubicBezTo>
                  <a:cubicBezTo>
                    <a:pt x="578" y="760"/>
                    <a:pt x="761" y="578"/>
                    <a:pt x="761" y="365"/>
                  </a:cubicBezTo>
                  <a:cubicBezTo>
                    <a:pt x="761" y="152"/>
                    <a:pt x="578" y="0"/>
                    <a:pt x="36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11"/>
            <p:cNvSpPr/>
            <p:nvPr/>
          </p:nvSpPr>
          <p:spPr>
            <a:xfrm>
              <a:off x="1675575" y="227540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11"/>
            <p:cNvSpPr/>
            <p:nvPr/>
          </p:nvSpPr>
          <p:spPr>
            <a:xfrm>
              <a:off x="1576800" y="2275400"/>
              <a:ext cx="19000" cy="19025"/>
            </a:xfrm>
            <a:custGeom>
              <a:rect b="b" l="l" r="r" t="t"/>
              <a:pathLst>
                <a:path extrusionOk="0" h="761" w="760">
                  <a:moveTo>
                    <a:pt x="365" y="1"/>
                  </a:moveTo>
                  <a:cubicBezTo>
                    <a:pt x="182" y="1"/>
                    <a:pt x="0" y="183"/>
                    <a:pt x="0" y="396"/>
                  </a:cubicBezTo>
                  <a:cubicBezTo>
                    <a:pt x="0" y="609"/>
                    <a:pt x="18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11"/>
            <p:cNvSpPr/>
            <p:nvPr/>
          </p:nvSpPr>
          <p:spPr>
            <a:xfrm>
              <a:off x="14780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11"/>
            <p:cNvSpPr/>
            <p:nvPr/>
          </p:nvSpPr>
          <p:spPr>
            <a:xfrm>
              <a:off x="1379975" y="227540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11"/>
            <p:cNvSpPr/>
            <p:nvPr/>
          </p:nvSpPr>
          <p:spPr>
            <a:xfrm>
              <a:off x="1281200" y="2275400"/>
              <a:ext cx="19025" cy="19025"/>
            </a:xfrm>
            <a:custGeom>
              <a:rect b="b" l="l" r="r" t="t"/>
              <a:pathLst>
                <a:path extrusionOk="0" h="761" w="761">
                  <a:moveTo>
                    <a:pt x="395" y="1"/>
                  </a:moveTo>
                  <a:cubicBezTo>
                    <a:pt x="183" y="1"/>
                    <a:pt x="0" y="183"/>
                    <a:pt x="0" y="396"/>
                  </a:cubicBezTo>
                  <a:cubicBezTo>
                    <a:pt x="0" y="609"/>
                    <a:pt x="183" y="761"/>
                    <a:pt x="395" y="761"/>
                  </a:cubicBezTo>
                  <a:cubicBezTo>
                    <a:pt x="578" y="761"/>
                    <a:pt x="760" y="609"/>
                    <a:pt x="760" y="396"/>
                  </a:cubicBezTo>
                  <a:cubicBezTo>
                    <a:pt x="760" y="18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11"/>
            <p:cNvSpPr/>
            <p:nvPr/>
          </p:nvSpPr>
          <p:spPr>
            <a:xfrm>
              <a:off x="11824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11"/>
            <p:cNvSpPr/>
            <p:nvPr/>
          </p:nvSpPr>
          <p:spPr>
            <a:xfrm>
              <a:off x="1084375" y="227540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1" y="609"/>
                    <a:pt x="761" y="396"/>
                  </a:cubicBezTo>
                  <a:cubicBezTo>
                    <a:pt x="761"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11"/>
            <p:cNvSpPr/>
            <p:nvPr/>
          </p:nvSpPr>
          <p:spPr>
            <a:xfrm>
              <a:off x="985600" y="227540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11"/>
            <p:cNvSpPr/>
            <p:nvPr/>
          </p:nvSpPr>
          <p:spPr>
            <a:xfrm>
              <a:off x="8868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11"/>
            <p:cNvSpPr/>
            <p:nvPr/>
          </p:nvSpPr>
          <p:spPr>
            <a:xfrm>
              <a:off x="788025" y="2275400"/>
              <a:ext cx="19025" cy="19025"/>
            </a:xfrm>
            <a:custGeom>
              <a:rect b="b" l="l" r="r" t="t"/>
              <a:pathLst>
                <a:path extrusionOk="0" h="761" w="761">
                  <a:moveTo>
                    <a:pt x="395" y="1"/>
                  </a:moveTo>
                  <a:cubicBezTo>
                    <a:pt x="183" y="1"/>
                    <a:pt x="0" y="183"/>
                    <a:pt x="0" y="396"/>
                  </a:cubicBezTo>
                  <a:cubicBezTo>
                    <a:pt x="0" y="609"/>
                    <a:pt x="183" y="761"/>
                    <a:pt x="395" y="761"/>
                  </a:cubicBezTo>
                  <a:cubicBezTo>
                    <a:pt x="608" y="761"/>
                    <a:pt x="760" y="609"/>
                    <a:pt x="760" y="396"/>
                  </a:cubicBezTo>
                  <a:cubicBezTo>
                    <a:pt x="760" y="18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11"/>
            <p:cNvSpPr/>
            <p:nvPr/>
          </p:nvSpPr>
          <p:spPr>
            <a:xfrm>
              <a:off x="690000" y="227540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11"/>
            <p:cNvSpPr/>
            <p:nvPr/>
          </p:nvSpPr>
          <p:spPr>
            <a:xfrm>
              <a:off x="5912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11"/>
            <p:cNvSpPr/>
            <p:nvPr/>
          </p:nvSpPr>
          <p:spPr>
            <a:xfrm>
              <a:off x="493175" y="2275400"/>
              <a:ext cx="19025" cy="19025"/>
            </a:xfrm>
            <a:custGeom>
              <a:rect b="b" l="l" r="r" t="t"/>
              <a:pathLst>
                <a:path extrusionOk="0" h="761" w="761">
                  <a:moveTo>
                    <a:pt x="366" y="1"/>
                  </a:moveTo>
                  <a:cubicBezTo>
                    <a:pt x="153" y="1"/>
                    <a:pt x="1" y="183"/>
                    <a:pt x="1" y="396"/>
                  </a:cubicBezTo>
                  <a:cubicBezTo>
                    <a:pt x="1" y="609"/>
                    <a:pt x="153" y="761"/>
                    <a:pt x="366" y="761"/>
                  </a:cubicBezTo>
                  <a:cubicBezTo>
                    <a:pt x="578" y="761"/>
                    <a:pt x="761" y="609"/>
                    <a:pt x="761" y="396"/>
                  </a:cubicBezTo>
                  <a:cubicBezTo>
                    <a:pt x="761" y="18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11"/>
            <p:cNvSpPr/>
            <p:nvPr/>
          </p:nvSpPr>
          <p:spPr>
            <a:xfrm>
              <a:off x="1675575" y="2188775"/>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11"/>
            <p:cNvSpPr/>
            <p:nvPr/>
          </p:nvSpPr>
          <p:spPr>
            <a:xfrm>
              <a:off x="1576800" y="2188775"/>
              <a:ext cx="19000" cy="19025"/>
            </a:xfrm>
            <a:custGeom>
              <a:rect b="b" l="l" r="r" t="t"/>
              <a:pathLst>
                <a:path extrusionOk="0" h="761" w="760">
                  <a:moveTo>
                    <a:pt x="365" y="1"/>
                  </a:moveTo>
                  <a:cubicBezTo>
                    <a:pt x="182" y="1"/>
                    <a:pt x="0" y="183"/>
                    <a:pt x="0" y="396"/>
                  </a:cubicBezTo>
                  <a:cubicBezTo>
                    <a:pt x="0" y="609"/>
                    <a:pt x="18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11"/>
            <p:cNvSpPr/>
            <p:nvPr/>
          </p:nvSpPr>
          <p:spPr>
            <a:xfrm>
              <a:off x="14780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11"/>
            <p:cNvSpPr/>
            <p:nvPr/>
          </p:nvSpPr>
          <p:spPr>
            <a:xfrm>
              <a:off x="1379975" y="2188775"/>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11"/>
            <p:cNvSpPr/>
            <p:nvPr/>
          </p:nvSpPr>
          <p:spPr>
            <a:xfrm>
              <a:off x="1281200" y="2188775"/>
              <a:ext cx="19025" cy="19025"/>
            </a:xfrm>
            <a:custGeom>
              <a:rect b="b" l="l" r="r" t="t"/>
              <a:pathLst>
                <a:path extrusionOk="0" h="761" w="761">
                  <a:moveTo>
                    <a:pt x="395" y="1"/>
                  </a:moveTo>
                  <a:cubicBezTo>
                    <a:pt x="183" y="1"/>
                    <a:pt x="0" y="183"/>
                    <a:pt x="0" y="396"/>
                  </a:cubicBezTo>
                  <a:cubicBezTo>
                    <a:pt x="0" y="609"/>
                    <a:pt x="183" y="761"/>
                    <a:pt x="395" y="761"/>
                  </a:cubicBezTo>
                  <a:cubicBezTo>
                    <a:pt x="578" y="761"/>
                    <a:pt x="760" y="609"/>
                    <a:pt x="760" y="396"/>
                  </a:cubicBezTo>
                  <a:cubicBezTo>
                    <a:pt x="760" y="18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11"/>
            <p:cNvSpPr/>
            <p:nvPr/>
          </p:nvSpPr>
          <p:spPr>
            <a:xfrm>
              <a:off x="11824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11"/>
            <p:cNvSpPr/>
            <p:nvPr/>
          </p:nvSpPr>
          <p:spPr>
            <a:xfrm>
              <a:off x="1084375" y="2188775"/>
              <a:ext cx="19025" cy="19025"/>
            </a:xfrm>
            <a:custGeom>
              <a:rect b="b" l="l" r="r" t="t"/>
              <a:pathLst>
                <a:path extrusionOk="0" h="761" w="761">
                  <a:moveTo>
                    <a:pt x="365" y="1"/>
                  </a:moveTo>
                  <a:cubicBezTo>
                    <a:pt x="153" y="1"/>
                    <a:pt x="1" y="183"/>
                    <a:pt x="1" y="396"/>
                  </a:cubicBezTo>
                  <a:cubicBezTo>
                    <a:pt x="1" y="609"/>
                    <a:pt x="153" y="761"/>
                    <a:pt x="365" y="761"/>
                  </a:cubicBezTo>
                  <a:cubicBezTo>
                    <a:pt x="578" y="761"/>
                    <a:pt x="761" y="609"/>
                    <a:pt x="761" y="396"/>
                  </a:cubicBezTo>
                  <a:cubicBezTo>
                    <a:pt x="761"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11"/>
            <p:cNvSpPr/>
            <p:nvPr/>
          </p:nvSpPr>
          <p:spPr>
            <a:xfrm>
              <a:off x="985600" y="2188775"/>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11"/>
            <p:cNvSpPr/>
            <p:nvPr/>
          </p:nvSpPr>
          <p:spPr>
            <a:xfrm>
              <a:off x="8868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11"/>
            <p:cNvSpPr/>
            <p:nvPr/>
          </p:nvSpPr>
          <p:spPr>
            <a:xfrm>
              <a:off x="788025" y="2188775"/>
              <a:ext cx="19025" cy="19025"/>
            </a:xfrm>
            <a:custGeom>
              <a:rect b="b" l="l" r="r" t="t"/>
              <a:pathLst>
                <a:path extrusionOk="0" h="761" w="761">
                  <a:moveTo>
                    <a:pt x="395" y="1"/>
                  </a:moveTo>
                  <a:cubicBezTo>
                    <a:pt x="183" y="1"/>
                    <a:pt x="0" y="183"/>
                    <a:pt x="0" y="396"/>
                  </a:cubicBezTo>
                  <a:cubicBezTo>
                    <a:pt x="0" y="609"/>
                    <a:pt x="183" y="761"/>
                    <a:pt x="395" y="761"/>
                  </a:cubicBezTo>
                  <a:cubicBezTo>
                    <a:pt x="608" y="761"/>
                    <a:pt x="760" y="609"/>
                    <a:pt x="760" y="396"/>
                  </a:cubicBezTo>
                  <a:cubicBezTo>
                    <a:pt x="760" y="18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11"/>
            <p:cNvSpPr/>
            <p:nvPr/>
          </p:nvSpPr>
          <p:spPr>
            <a:xfrm>
              <a:off x="690000" y="2188775"/>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11"/>
            <p:cNvSpPr/>
            <p:nvPr/>
          </p:nvSpPr>
          <p:spPr>
            <a:xfrm>
              <a:off x="5912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11"/>
            <p:cNvSpPr/>
            <p:nvPr/>
          </p:nvSpPr>
          <p:spPr>
            <a:xfrm>
              <a:off x="493175" y="2188775"/>
              <a:ext cx="19025" cy="19025"/>
            </a:xfrm>
            <a:custGeom>
              <a:rect b="b" l="l" r="r" t="t"/>
              <a:pathLst>
                <a:path extrusionOk="0" h="761" w="761">
                  <a:moveTo>
                    <a:pt x="366" y="1"/>
                  </a:moveTo>
                  <a:cubicBezTo>
                    <a:pt x="153" y="1"/>
                    <a:pt x="1" y="183"/>
                    <a:pt x="1" y="396"/>
                  </a:cubicBezTo>
                  <a:cubicBezTo>
                    <a:pt x="1" y="609"/>
                    <a:pt x="153" y="761"/>
                    <a:pt x="366" y="761"/>
                  </a:cubicBezTo>
                  <a:cubicBezTo>
                    <a:pt x="578" y="761"/>
                    <a:pt x="761" y="609"/>
                    <a:pt x="761" y="396"/>
                  </a:cubicBezTo>
                  <a:cubicBezTo>
                    <a:pt x="761" y="18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11"/>
            <p:cNvSpPr/>
            <p:nvPr/>
          </p:nvSpPr>
          <p:spPr>
            <a:xfrm>
              <a:off x="1675575" y="210215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11"/>
            <p:cNvSpPr/>
            <p:nvPr/>
          </p:nvSpPr>
          <p:spPr>
            <a:xfrm>
              <a:off x="1576800" y="2102150"/>
              <a:ext cx="19000" cy="19025"/>
            </a:xfrm>
            <a:custGeom>
              <a:rect b="b" l="l" r="r" t="t"/>
              <a:pathLst>
                <a:path extrusionOk="0" h="761" w="760">
                  <a:moveTo>
                    <a:pt x="365" y="1"/>
                  </a:moveTo>
                  <a:cubicBezTo>
                    <a:pt x="182" y="1"/>
                    <a:pt x="0" y="183"/>
                    <a:pt x="0" y="396"/>
                  </a:cubicBezTo>
                  <a:cubicBezTo>
                    <a:pt x="0" y="609"/>
                    <a:pt x="18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11"/>
            <p:cNvSpPr/>
            <p:nvPr/>
          </p:nvSpPr>
          <p:spPr>
            <a:xfrm>
              <a:off x="14780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11"/>
            <p:cNvSpPr/>
            <p:nvPr/>
          </p:nvSpPr>
          <p:spPr>
            <a:xfrm>
              <a:off x="1379975" y="210215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11"/>
            <p:cNvSpPr/>
            <p:nvPr/>
          </p:nvSpPr>
          <p:spPr>
            <a:xfrm>
              <a:off x="1281200" y="2102150"/>
              <a:ext cx="19025" cy="19025"/>
            </a:xfrm>
            <a:custGeom>
              <a:rect b="b" l="l" r="r" t="t"/>
              <a:pathLst>
                <a:path extrusionOk="0" h="761" w="761">
                  <a:moveTo>
                    <a:pt x="395" y="1"/>
                  </a:moveTo>
                  <a:cubicBezTo>
                    <a:pt x="183" y="1"/>
                    <a:pt x="0" y="183"/>
                    <a:pt x="0" y="396"/>
                  </a:cubicBezTo>
                  <a:cubicBezTo>
                    <a:pt x="0" y="609"/>
                    <a:pt x="183" y="761"/>
                    <a:pt x="395" y="761"/>
                  </a:cubicBezTo>
                  <a:cubicBezTo>
                    <a:pt x="578" y="761"/>
                    <a:pt x="760" y="609"/>
                    <a:pt x="760" y="396"/>
                  </a:cubicBezTo>
                  <a:cubicBezTo>
                    <a:pt x="760" y="18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11"/>
            <p:cNvSpPr/>
            <p:nvPr/>
          </p:nvSpPr>
          <p:spPr>
            <a:xfrm>
              <a:off x="11824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11"/>
            <p:cNvSpPr/>
            <p:nvPr/>
          </p:nvSpPr>
          <p:spPr>
            <a:xfrm>
              <a:off x="1084375" y="210215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1" y="609"/>
                    <a:pt x="761" y="396"/>
                  </a:cubicBezTo>
                  <a:cubicBezTo>
                    <a:pt x="761"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11"/>
            <p:cNvSpPr/>
            <p:nvPr/>
          </p:nvSpPr>
          <p:spPr>
            <a:xfrm>
              <a:off x="985600" y="210215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11"/>
            <p:cNvSpPr/>
            <p:nvPr/>
          </p:nvSpPr>
          <p:spPr>
            <a:xfrm>
              <a:off x="8868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11"/>
            <p:cNvSpPr/>
            <p:nvPr/>
          </p:nvSpPr>
          <p:spPr>
            <a:xfrm>
              <a:off x="788025" y="2102150"/>
              <a:ext cx="19025" cy="19025"/>
            </a:xfrm>
            <a:custGeom>
              <a:rect b="b" l="l" r="r" t="t"/>
              <a:pathLst>
                <a:path extrusionOk="0" h="761" w="761">
                  <a:moveTo>
                    <a:pt x="395" y="1"/>
                  </a:moveTo>
                  <a:cubicBezTo>
                    <a:pt x="183" y="1"/>
                    <a:pt x="0" y="183"/>
                    <a:pt x="0" y="396"/>
                  </a:cubicBezTo>
                  <a:cubicBezTo>
                    <a:pt x="0" y="609"/>
                    <a:pt x="183" y="761"/>
                    <a:pt x="395" y="761"/>
                  </a:cubicBezTo>
                  <a:cubicBezTo>
                    <a:pt x="608" y="761"/>
                    <a:pt x="760" y="609"/>
                    <a:pt x="760" y="396"/>
                  </a:cubicBezTo>
                  <a:cubicBezTo>
                    <a:pt x="760" y="18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11"/>
            <p:cNvSpPr/>
            <p:nvPr/>
          </p:nvSpPr>
          <p:spPr>
            <a:xfrm>
              <a:off x="690000" y="210215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11"/>
            <p:cNvSpPr/>
            <p:nvPr/>
          </p:nvSpPr>
          <p:spPr>
            <a:xfrm>
              <a:off x="5912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11"/>
            <p:cNvSpPr/>
            <p:nvPr/>
          </p:nvSpPr>
          <p:spPr>
            <a:xfrm>
              <a:off x="493175" y="2102150"/>
              <a:ext cx="19025" cy="19025"/>
            </a:xfrm>
            <a:custGeom>
              <a:rect b="b" l="l" r="r" t="t"/>
              <a:pathLst>
                <a:path extrusionOk="0" h="761" w="761">
                  <a:moveTo>
                    <a:pt x="366" y="1"/>
                  </a:moveTo>
                  <a:cubicBezTo>
                    <a:pt x="153" y="1"/>
                    <a:pt x="1" y="183"/>
                    <a:pt x="1" y="396"/>
                  </a:cubicBezTo>
                  <a:cubicBezTo>
                    <a:pt x="1" y="609"/>
                    <a:pt x="153" y="761"/>
                    <a:pt x="366" y="761"/>
                  </a:cubicBezTo>
                  <a:cubicBezTo>
                    <a:pt x="578" y="761"/>
                    <a:pt x="761" y="609"/>
                    <a:pt x="761" y="396"/>
                  </a:cubicBezTo>
                  <a:cubicBezTo>
                    <a:pt x="761" y="18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1" name="Google Shape;1721;p11"/>
          <p:cNvGrpSpPr/>
          <p:nvPr/>
        </p:nvGrpSpPr>
        <p:grpSpPr>
          <a:xfrm rot="5400000">
            <a:off x="1057998" y="5195205"/>
            <a:ext cx="2781299" cy="1048521"/>
            <a:chOff x="493175" y="2102150"/>
            <a:chExt cx="1201425" cy="452925"/>
          </a:xfrm>
        </p:grpSpPr>
        <p:sp>
          <p:nvSpPr>
            <p:cNvPr id="1722" name="Google Shape;1722;p11"/>
            <p:cNvSpPr/>
            <p:nvPr/>
          </p:nvSpPr>
          <p:spPr>
            <a:xfrm>
              <a:off x="1675575" y="2536050"/>
              <a:ext cx="19025" cy="19025"/>
            </a:xfrm>
            <a:custGeom>
              <a:rect b="b" l="l" r="r" t="t"/>
              <a:pathLst>
                <a:path extrusionOk="0" h="761" w="761">
                  <a:moveTo>
                    <a:pt x="365" y="1"/>
                  </a:moveTo>
                  <a:cubicBezTo>
                    <a:pt x="153" y="1"/>
                    <a:pt x="1" y="153"/>
                    <a:pt x="1" y="365"/>
                  </a:cubicBezTo>
                  <a:cubicBezTo>
                    <a:pt x="1" y="578"/>
                    <a:pt x="153"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11"/>
            <p:cNvSpPr/>
            <p:nvPr/>
          </p:nvSpPr>
          <p:spPr>
            <a:xfrm>
              <a:off x="1576800" y="2536050"/>
              <a:ext cx="19000" cy="19025"/>
            </a:xfrm>
            <a:custGeom>
              <a:rect b="b" l="l" r="r" t="t"/>
              <a:pathLst>
                <a:path extrusionOk="0" h="761" w="760">
                  <a:moveTo>
                    <a:pt x="365" y="1"/>
                  </a:moveTo>
                  <a:cubicBezTo>
                    <a:pt x="182" y="1"/>
                    <a:pt x="0" y="153"/>
                    <a:pt x="0" y="365"/>
                  </a:cubicBezTo>
                  <a:cubicBezTo>
                    <a:pt x="0" y="578"/>
                    <a:pt x="182"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11"/>
            <p:cNvSpPr/>
            <p:nvPr/>
          </p:nvSpPr>
          <p:spPr>
            <a:xfrm>
              <a:off x="14780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11"/>
            <p:cNvSpPr/>
            <p:nvPr/>
          </p:nvSpPr>
          <p:spPr>
            <a:xfrm>
              <a:off x="1379975" y="2536050"/>
              <a:ext cx="19025" cy="19025"/>
            </a:xfrm>
            <a:custGeom>
              <a:rect b="b" l="l" r="r" t="t"/>
              <a:pathLst>
                <a:path extrusionOk="0" h="761" w="761">
                  <a:moveTo>
                    <a:pt x="365" y="1"/>
                  </a:moveTo>
                  <a:cubicBezTo>
                    <a:pt x="153" y="1"/>
                    <a:pt x="1" y="153"/>
                    <a:pt x="1" y="365"/>
                  </a:cubicBezTo>
                  <a:cubicBezTo>
                    <a:pt x="1" y="578"/>
                    <a:pt x="153"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11"/>
            <p:cNvSpPr/>
            <p:nvPr/>
          </p:nvSpPr>
          <p:spPr>
            <a:xfrm>
              <a:off x="1281200" y="2536050"/>
              <a:ext cx="19025" cy="19025"/>
            </a:xfrm>
            <a:custGeom>
              <a:rect b="b" l="l" r="r" t="t"/>
              <a:pathLst>
                <a:path extrusionOk="0" h="761" w="761">
                  <a:moveTo>
                    <a:pt x="395" y="1"/>
                  </a:moveTo>
                  <a:cubicBezTo>
                    <a:pt x="183" y="1"/>
                    <a:pt x="0" y="153"/>
                    <a:pt x="0" y="365"/>
                  </a:cubicBezTo>
                  <a:cubicBezTo>
                    <a:pt x="0" y="578"/>
                    <a:pt x="183" y="760"/>
                    <a:pt x="395" y="760"/>
                  </a:cubicBezTo>
                  <a:cubicBezTo>
                    <a:pt x="578" y="760"/>
                    <a:pt x="760" y="578"/>
                    <a:pt x="760" y="365"/>
                  </a:cubicBezTo>
                  <a:cubicBezTo>
                    <a:pt x="760" y="15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11"/>
            <p:cNvSpPr/>
            <p:nvPr/>
          </p:nvSpPr>
          <p:spPr>
            <a:xfrm>
              <a:off x="11824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11"/>
            <p:cNvSpPr/>
            <p:nvPr/>
          </p:nvSpPr>
          <p:spPr>
            <a:xfrm>
              <a:off x="1084375" y="2536050"/>
              <a:ext cx="19025" cy="19025"/>
            </a:xfrm>
            <a:custGeom>
              <a:rect b="b" l="l" r="r" t="t"/>
              <a:pathLst>
                <a:path extrusionOk="0" h="761" w="761">
                  <a:moveTo>
                    <a:pt x="365" y="1"/>
                  </a:moveTo>
                  <a:cubicBezTo>
                    <a:pt x="153" y="1"/>
                    <a:pt x="1" y="153"/>
                    <a:pt x="1" y="365"/>
                  </a:cubicBezTo>
                  <a:cubicBezTo>
                    <a:pt x="1" y="578"/>
                    <a:pt x="153" y="760"/>
                    <a:pt x="365" y="760"/>
                  </a:cubicBezTo>
                  <a:cubicBezTo>
                    <a:pt x="578" y="760"/>
                    <a:pt x="761" y="578"/>
                    <a:pt x="761" y="365"/>
                  </a:cubicBezTo>
                  <a:cubicBezTo>
                    <a:pt x="761"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11"/>
            <p:cNvSpPr/>
            <p:nvPr/>
          </p:nvSpPr>
          <p:spPr>
            <a:xfrm>
              <a:off x="985600" y="2536050"/>
              <a:ext cx="19025" cy="19025"/>
            </a:xfrm>
            <a:custGeom>
              <a:rect b="b" l="l" r="r" t="t"/>
              <a:pathLst>
                <a:path extrusionOk="0" h="761" w="761">
                  <a:moveTo>
                    <a:pt x="365" y="1"/>
                  </a:moveTo>
                  <a:cubicBezTo>
                    <a:pt x="152" y="1"/>
                    <a:pt x="0" y="153"/>
                    <a:pt x="0" y="365"/>
                  </a:cubicBezTo>
                  <a:cubicBezTo>
                    <a:pt x="0" y="578"/>
                    <a:pt x="152"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11"/>
            <p:cNvSpPr/>
            <p:nvPr/>
          </p:nvSpPr>
          <p:spPr>
            <a:xfrm>
              <a:off x="8868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11"/>
            <p:cNvSpPr/>
            <p:nvPr/>
          </p:nvSpPr>
          <p:spPr>
            <a:xfrm>
              <a:off x="788025" y="2536050"/>
              <a:ext cx="19025" cy="19025"/>
            </a:xfrm>
            <a:custGeom>
              <a:rect b="b" l="l" r="r" t="t"/>
              <a:pathLst>
                <a:path extrusionOk="0" h="761" w="761">
                  <a:moveTo>
                    <a:pt x="395" y="1"/>
                  </a:moveTo>
                  <a:cubicBezTo>
                    <a:pt x="183" y="1"/>
                    <a:pt x="0" y="153"/>
                    <a:pt x="0" y="365"/>
                  </a:cubicBezTo>
                  <a:cubicBezTo>
                    <a:pt x="0" y="578"/>
                    <a:pt x="183" y="760"/>
                    <a:pt x="395" y="760"/>
                  </a:cubicBezTo>
                  <a:cubicBezTo>
                    <a:pt x="608" y="760"/>
                    <a:pt x="760" y="578"/>
                    <a:pt x="760" y="365"/>
                  </a:cubicBezTo>
                  <a:cubicBezTo>
                    <a:pt x="760" y="15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11"/>
            <p:cNvSpPr/>
            <p:nvPr/>
          </p:nvSpPr>
          <p:spPr>
            <a:xfrm>
              <a:off x="690000" y="2536050"/>
              <a:ext cx="19025" cy="19025"/>
            </a:xfrm>
            <a:custGeom>
              <a:rect b="b" l="l" r="r" t="t"/>
              <a:pathLst>
                <a:path extrusionOk="0" h="761" w="761">
                  <a:moveTo>
                    <a:pt x="365" y="1"/>
                  </a:moveTo>
                  <a:cubicBezTo>
                    <a:pt x="152" y="1"/>
                    <a:pt x="0" y="153"/>
                    <a:pt x="0" y="365"/>
                  </a:cubicBezTo>
                  <a:cubicBezTo>
                    <a:pt x="0" y="578"/>
                    <a:pt x="152"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11"/>
            <p:cNvSpPr/>
            <p:nvPr/>
          </p:nvSpPr>
          <p:spPr>
            <a:xfrm>
              <a:off x="5912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11"/>
            <p:cNvSpPr/>
            <p:nvPr/>
          </p:nvSpPr>
          <p:spPr>
            <a:xfrm>
              <a:off x="493175" y="2536050"/>
              <a:ext cx="19025" cy="19025"/>
            </a:xfrm>
            <a:custGeom>
              <a:rect b="b" l="l" r="r" t="t"/>
              <a:pathLst>
                <a:path extrusionOk="0" h="761" w="761">
                  <a:moveTo>
                    <a:pt x="366" y="1"/>
                  </a:moveTo>
                  <a:cubicBezTo>
                    <a:pt x="153" y="1"/>
                    <a:pt x="1" y="153"/>
                    <a:pt x="1" y="365"/>
                  </a:cubicBezTo>
                  <a:cubicBezTo>
                    <a:pt x="1" y="578"/>
                    <a:pt x="153" y="760"/>
                    <a:pt x="366" y="760"/>
                  </a:cubicBezTo>
                  <a:cubicBezTo>
                    <a:pt x="578" y="760"/>
                    <a:pt x="761" y="578"/>
                    <a:pt x="761" y="365"/>
                  </a:cubicBezTo>
                  <a:cubicBezTo>
                    <a:pt x="761" y="15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11"/>
            <p:cNvSpPr/>
            <p:nvPr/>
          </p:nvSpPr>
          <p:spPr>
            <a:xfrm>
              <a:off x="1675575" y="2449425"/>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11"/>
            <p:cNvSpPr/>
            <p:nvPr/>
          </p:nvSpPr>
          <p:spPr>
            <a:xfrm>
              <a:off x="1576800" y="2449425"/>
              <a:ext cx="19000" cy="19025"/>
            </a:xfrm>
            <a:custGeom>
              <a:rect b="b" l="l" r="r" t="t"/>
              <a:pathLst>
                <a:path extrusionOk="0" h="761" w="760">
                  <a:moveTo>
                    <a:pt x="365" y="0"/>
                  </a:moveTo>
                  <a:cubicBezTo>
                    <a:pt x="182" y="0"/>
                    <a:pt x="0" y="152"/>
                    <a:pt x="0" y="365"/>
                  </a:cubicBezTo>
                  <a:cubicBezTo>
                    <a:pt x="0" y="578"/>
                    <a:pt x="18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11"/>
            <p:cNvSpPr/>
            <p:nvPr/>
          </p:nvSpPr>
          <p:spPr>
            <a:xfrm>
              <a:off x="14780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11"/>
            <p:cNvSpPr/>
            <p:nvPr/>
          </p:nvSpPr>
          <p:spPr>
            <a:xfrm>
              <a:off x="1379975" y="2449425"/>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11"/>
            <p:cNvSpPr/>
            <p:nvPr/>
          </p:nvSpPr>
          <p:spPr>
            <a:xfrm>
              <a:off x="1281200" y="2449425"/>
              <a:ext cx="19025" cy="19025"/>
            </a:xfrm>
            <a:custGeom>
              <a:rect b="b" l="l" r="r" t="t"/>
              <a:pathLst>
                <a:path extrusionOk="0" h="761" w="761">
                  <a:moveTo>
                    <a:pt x="395" y="0"/>
                  </a:moveTo>
                  <a:cubicBezTo>
                    <a:pt x="183" y="0"/>
                    <a:pt x="0" y="152"/>
                    <a:pt x="0" y="365"/>
                  </a:cubicBezTo>
                  <a:cubicBezTo>
                    <a:pt x="0" y="578"/>
                    <a:pt x="183" y="760"/>
                    <a:pt x="395" y="760"/>
                  </a:cubicBezTo>
                  <a:cubicBezTo>
                    <a:pt x="578" y="760"/>
                    <a:pt x="760" y="578"/>
                    <a:pt x="760" y="365"/>
                  </a:cubicBezTo>
                  <a:cubicBezTo>
                    <a:pt x="760" y="152"/>
                    <a:pt x="57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11"/>
            <p:cNvSpPr/>
            <p:nvPr/>
          </p:nvSpPr>
          <p:spPr>
            <a:xfrm>
              <a:off x="11824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11"/>
            <p:cNvSpPr/>
            <p:nvPr/>
          </p:nvSpPr>
          <p:spPr>
            <a:xfrm>
              <a:off x="1084375" y="2449425"/>
              <a:ext cx="19025" cy="19025"/>
            </a:xfrm>
            <a:custGeom>
              <a:rect b="b" l="l" r="r" t="t"/>
              <a:pathLst>
                <a:path extrusionOk="0" h="761" w="761">
                  <a:moveTo>
                    <a:pt x="365" y="0"/>
                  </a:moveTo>
                  <a:cubicBezTo>
                    <a:pt x="153" y="0"/>
                    <a:pt x="1" y="152"/>
                    <a:pt x="1" y="365"/>
                  </a:cubicBezTo>
                  <a:cubicBezTo>
                    <a:pt x="1" y="578"/>
                    <a:pt x="153" y="760"/>
                    <a:pt x="365" y="760"/>
                  </a:cubicBezTo>
                  <a:cubicBezTo>
                    <a:pt x="578" y="760"/>
                    <a:pt x="761" y="578"/>
                    <a:pt x="761" y="365"/>
                  </a:cubicBezTo>
                  <a:cubicBezTo>
                    <a:pt x="761"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11"/>
            <p:cNvSpPr/>
            <p:nvPr/>
          </p:nvSpPr>
          <p:spPr>
            <a:xfrm>
              <a:off x="985600" y="2449425"/>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11"/>
            <p:cNvSpPr/>
            <p:nvPr/>
          </p:nvSpPr>
          <p:spPr>
            <a:xfrm>
              <a:off x="8868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11"/>
            <p:cNvSpPr/>
            <p:nvPr/>
          </p:nvSpPr>
          <p:spPr>
            <a:xfrm>
              <a:off x="788025" y="2449425"/>
              <a:ext cx="19025" cy="19025"/>
            </a:xfrm>
            <a:custGeom>
              <a:rect b="b" l="l" r="r" t="t"/>
              <a:pathLst>
                <a:path extrusionOk="0" h="761" w="761">
                  <a:moveTo>
                    <a:pt x="395" y="0"/>
                  </a:moveTo>
                  <a:cubicBezTo>
                    <a:pt x="183" y="0"/>
                    <a:pt x="0" y="152"/>
                    <a:pt x="0" y="365"/>
                  </a:cubicBezTo>
                  <a:cubicBezTo>
                    <a:pt x="0" y="578"/>
                    <a:pt x="183" y="760"/>
                    <a:pt x="395" y="760"/>
                  </a:cubicBezTo>
                  <a:cubicBezTo>
                    <a:pt x="608" y="760"/>
                    <a:pt x="760" y="578"/>
                    <a:pt x="760" y="365"/>
                  </a:cubicBezTo>
                  <a:cubicBezTo>
                    <a:pt x="760" y="152"/>
                    <a:pt x="60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11"/>
            <p:cNvSpPr/>
            <p:nvPr/>
          </p:nvSpPr>
          <p:spPr>
            <a:xfrm>
              <a:off x="690000" y="2449425"/>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11"/>
            <p:cNvSpPr/>
            <p:nvPr/>
          </p:nvSpPr>
          <p:spPr>
            <a:xfrm>
              <a:off x="5912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11"/>
            <p:cNvSpPr/>
            <p:nvPr/>
          </p:nvSpPr>
          <p:spPr>
            <a:xfrm>
              <a:off x="493175" y="2449425"/>
              <a:ext cx="19025" cy="19025"/>
            </a:xfrm>
            <a:custGeom>
              <a:rect b="b" l="l" r="r" t="t"/>
              <a:pathLst>
                <a:path extrusionOk="0" h="761" w="761">
                  <a:moveTo>
                    <a:pt x="366" y="0"/>
                  </a:moveTo>
                  <a:cubicBezTo>
                    <a:pt x="153" y="0"/>
                    <a:pt x="1" y="152"/>
                    <a:pt x="1" y="365"/>
                  </a:cubicBezTo>
                  <a:cubicBezTo>
                    <a:pt x="1" y="578"/>
                    <a:pt x="153" y="760"/>
                    <a:pt x="366" y="760"/>
                  </a:cubicBezTo>
                  <a:cubicBezTo>
                    <a:pt x="578" y="760"/>
                    <a:pt x="761" y="578"/>
                    <a:pt x="761" y="365"/>
                  </a:cubicBezTo>
                  <a:cubicBezTo>
                    <a:pt x="761" y="152"/>
                    <a:pt x="578" y="0"/>
                    <a:pt x="36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11"/>
            <p:cNvSpPr/>
            <p:nvPr/>
          </p:nvSpPr>
          <p:spPr>
            <a:xfrm>
              <a:off x="1675575" y="2362800"/>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11"/>
            <p:cNvSpPr/>
            <p:nvPr/>
          </p:nvSpPr>
          <p:spPr>
            <a:xfrm>
              <a:off x="1576800" y="2362800"/>
              <a:ext cx="19000" cy="19025"/>
            </a:xfrm>
            <a:custGeom>
              <a:rect b="b" l="l" r="r" t="t"/>
              <a:pathLst>
                <a:path extrusionOk="0" h="761" w="760">
                  <a:moveTo>
                    <a:pt x="365" y="0"/>
                  </a:moveTo>
                  <a:cubicBezTo>
                    <a:pt x="182" y="0"/>
                    <a:pt x="0" y="152"/>
                    <a:pt x="0" y="365"/>
                  </a:cubicBezTo>
                  <a:cubicBezTo>
                    <a:pt x="0" y="578"/>
                    <a:pt x="18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11"/>
            <p:cNvSpPr/>
            <p:nvPr/>
          </p:nvSpPr>
          <p:spPr>
            <a:xfrm>
              <a:off x="14780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11"/>
            <p:cNvSpPr/>
            <p:nvPr/>
          </p:nvSpPr>
          <p:spPr>
            <a:xfrm>
              <a:off x="1379975" y="2362800"/>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11"/>
            <p:cNvSpPr/>
            <p:nvPr/>
          </p:nvSpPr>
          <p:spPr>
            <a:xfrm>
              <a:off x="1281200" y="2362800"/>
              <a:ext cx="19025" cy="19025"/>
            </a:xfrm>
            <a:custGeom>
              <a:rect b="b" l="l" r="r" t="t"/>
              <a:pathLst>
                <a:path extrusionOk="0" h="761" w="761">
                  <a:moveTo>
                    <a:pt x="395" y="0"/>
                  </a:moveTo>
                  <a:cubicBezTo>
                    <a:pt x="183" y="0"/>
                    <a:pt x="0" y="152"/>
                    <a:pt x="0" y="365"/>
                  </a:cubicBezTo>
                  <a:cubicBezTo>
                    <a:pt x="0" y="578"/>
                    <a:pt x="183" y="760"/>
                    <a:pt x="395" y="760"/>
                  </a:cubicBezTo>
                  <a:cubicBezTo>
                    <a:pt x="578" y="760"/>
                    <a:pt x="760" y="578"/>
                    <a:pt x="760" y="365"/>
                  </a:cubicBezTo>
                  <a:cubicBezTo>
                    <a:pt x="760" y="152"/>
                    <a:pt x="57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11"/>
            <p:cNvSpPr/>
            <p:nvPr/>
          </p:nvSpPr>
          <p:spPr>
            <a:xfrm>
              <a:off x="11824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11"/>
            <p:cNvSpPr/>
            <p:nvPr/>
          </p:nvSpPr>
          <p:spPr>
            <a:xfrm>
              <a:off x="1084375" y="2362800"/>
              <a:ext cx="19025" cy="19025"/>
            </a:xfrm>
            <a:custGeom>
              <a:rect b="b" l="l" r="r" t="t"/>
              <a:pathLst>
                <a:path extrusionOk="0" h="761" w="761">
                  <a:moveTo>
                    <a:pt x="365" y="0"/>
                  </a:moveTo>
                  <a:cubicBezTo>
                    <a:pt x="153" y="0"/>
                    <a:pt x="1" y="152"/>
                    <a:pt x="1" y="365"/>
                  </a:cubicBezTo>
                  <a:cubicBezTo>
                    <a:pt x="1" y="578"/>
                    <a:pt x="153" y="760"/>
                    <a:pt x="365" y="760"/>
                  </a:cubicBezTo>
                  <a:cubicBezTo>
                    <a:pt x="578" y="760"/>
                    <a:pt x="761" y="578"/>
                    <a:pt x="761" y="365"/>
                  </a:cubicBezTo>
                  <a:cubicBezTo>
                    <a:pt x="761"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11"/>
            <p:cNvSpPr/>
            <p:nvPr/>
          </p:nvSpPr>
          <p:spPr>
            <a:xfrm>
              <a:off x="985600" y="2362800"/>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11"/>
            <p:cNvSpPr/>
            <p:nvPr/>
          </p:nvSpPr>
          <p:spPr>
            <a:xfrm>
              <a:off x="8868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11"/>
            <p:cNvSpPr/>
            <p:nvPr/>
          </p:nvSpPr>
          <p:spPr>
            <a:xfrm>
              <a:off x="788025" y="2362800"/>
              <a:ext cx="19025" cy="19025"/>
            </a:xfrm>
            <a:custGeom>
              <a:rect b="b" l="l" r="r" t="t"/>
              <a:pathLst>
                <a:path extrusionOk="0" h="761" w="761">
                  <a:moveTo>
                    <a:pt x="395" y="0"/>
                  </a:moveTo>
                  <a:cubicBezTo>
                    <a:pt x="183" y="0"/>
                    <a:pt x="0" y="152"/>
                    <a:pt x="0" y="365"/>
                  </a:cubicBezTo>
                  <a:cubicBezTo>
                    <a:pt x="0" y="578"/>
                    <a:pt x="183" y="760"/>
                    <a:pt x="395" y="760"/>
                  </a:cubicBezTo>
                  <a:cubicBezTo>
                    <a:pt x="608" y="760"/>
                    <a:pt x="760" y="578"/>
                    <a:pt x="760" y="365"/>
                  </a:cubicBezTo>
                  <a:cubicBezTo>
                    <a:pt x="760" y="152"/>
                    <a:pt x="60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11"/>
            <p:cNvSpPr/>
            <p:nvPr/>
          </p:nvSpPr>
          <p:spPr>
            <a:xfrm>
              <a:off x="690000" y="2362800"/>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11"/>
            <p:cNvSpPr/>
            <p:nvPr/>
          </p:nvSpPr>
          <p:spPr>
            <a:xfrm>
              <a:off x="5912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11"/>
            <p:cNvSpPr/>
            <p:nvPr/>
          </p:nvSpPr>
          <p:spPr>
            <a:xfrm>
              <a:off x="493175" y="2362800"/>
              <a:ext cx="19025" cy="19025"/>
            </a:xfrm>
            <a:custGeom>
              <a:rect b="b" l="l" r="r" t="t"/>
              <a:pathLst>
                <a:path extrusionOk="0" h="761" w="761">
                  <a:moveTo>
                    <a:pt x="366" y="0"/>
                  </a:moveTo>
                  <a:cubicBezTo>
                    <a:pt x="153" y="0"/>
                    <a:pt x="1" y="152"/>
                    <a:pt x="1" y="365"/>
                  </a:cubicBezTo>
                  <a:cubicBezTo>
                    <a:pt x="1" y="578"/>
                    <a:pt x="153" y="760"/>
                    <a:pt x="366" y="760"/>
                  </a:cubicBezTo>
                  <a:cubicBezTo>
                    <a:pt x="578" y="760"/>
                    <a:pt x="761" y="578"/>
                    <a:pt x="761" y="365"/>
                  </a:cubicBezTo>
                  <a:cubicBezTo>
                    <a:pt x="761" y="152"/>
                    <a:pt x="578" y="0"/>
                    <a:pt x="36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11"/>
            <p:cNvSpPr/>
            <p:nvPr/>
          </p:nvSpPr>
          <p:spPr>
            <a:xfrm>
              <a:off x="1675575" y="227540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11"/>
            <p:cNvSpPr/>
            <p:nvPr/>
          </p:nvSpPr>
          <p:spPr>
            <a:xfrm>
              <a:off x="1576800" y="2275400"/>
              <a:ext cx="19000" cy="19025"/>
            </a:xfrm>
            <a:custGeom>
              <a:rect b="b" l="l" r="r" t="t"/>
              <a:pathLst>
                <a:path extrusionOk="0" h="761" w="760">
                  <a:moveTo>
                    <a:pt x="365" y="1"/>
                  </a:moveTo>
                  <a:cubicBezTo>
                    <a:pt x="182" y="1"/>
                    <a:pt x="0" y="183"/>
                    <a:pt x="0" y="396"/>
                  </a:cubicBezTo>
                  <a:cubicBezTo>
                    <a:pt x="0" y="609"/>
                    <a:pt x="18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11"/>
            <p:cNvSpPr/>
            <p:nvPr/>
          </p:nvSpPr>
          <p:spPr>
            <a:xfrm>
              <a:off x="14780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11"/>
            <p:cNvSpPr/>
            <p:nvPr/>
          </p:nvSpPr>
          <p:spPr>
            <a:xfrm>
              <a:off x="1379975" y="227540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11"/>
            <p:cNvSpPr/>
            <p:nvPr/>
          </p:nvSpPr>
          <p:spPr>
            <a:xfrm>
              <a:off x="1281200" y="2275400"/>
              <a:ext cx="19025" cy="19025"/>
            </a:xfrm>
            <a:custGeom>
              <a:rect b="b" l="l" r="r" t="t"/>
              <a:pathLst>
                <a:path extrusionOk="0" h="761" w="761">
                  <a:moveTo>
                    <a:pt x="395" y="1"/>
                  </a:moveTo>
                  <a:cubicBezTo>
                    <a:pt x="183" y="1"/>
                    <a:pt x="0" y="183"/>
                    <a:pt x="0" y="396"/>
                  </a:cubicBezTo>
                  <a:cubicBezTo>
                    <a:pt x="0" y="609"/>
                    <a:pt x="183" y="761"/>
                    <a:pt x="395" y="761"/>
                  </a:cubicBezTo>
                  <a:cubicBezTo>
                    <a:pt x="578" y="761"/>
                    <a:pt x="760" y="609"/>
                    <a:pt x="760" y="396"/>
                  </a:cubicBezTo>
                  <a:cubicBezTo>
                    <a:pt x="760" y="18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11"/>
            <p:cNvSpPr/>
            <p:nvPr/>
          </p:nvSpPr>
          <p:spPr>
            <a:xfrm>
              <a:off x="11824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11"/>
            <p:cNvSpPr/>
            <p:nvPr/>
          </p:nvSpPr>
          <p:spPr>
            <a:xfrm>
              <a:off x="1084375" y="227540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1" y="609"/>
                    <a:pt x="761" y="396"/>
                  </a:cubicBezTo>
                  <a:cubicBezTo>
                    <a:pt x="761"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11"/>
            <p:cNvSpPr/>
            <p:nvPr/>
          </p:nvSpPr>
          <p:spPr>
            <a:xfrm>
              <a:off x="985600" y="227540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11"/>
            <p:cNvSpPr/>
            <p:nvPr/>
          </p:nvSpPr>
          <p:spPr>
            <a:xfrm>
              <a:off x="8868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11"/>
            <p:cNvSpPr/>
            <p:nvPr/>
          </p:nvSpPr>
          <p:spPr>
            <a:xfrm>
              <a:off x="788025" y="2275400"/>
              <a:ext cx="19025" cy="19025"/>
            </a:xfrm>
            <a:custGeom>
              <a:rect b="b" l="l" r="r" t="t"/>
              <a:pathLst>
                <a:path extrusionOk="0" h="761" w="761">
                  <a:moveTo>
                    <a:pt x="395" y="1"/>
                  </a:moveTo>
                  <a:cubicBezTo>
                    <a:pt x="183" y="1"/>
                    <a:pt x="0" y="183"/>
                    <a:pt x="0" y="396"/>
                  </a:cubicBezTo>
                  <a:cubicBezTo>
                    <a:pt x="0" y="609"/>
                    <a:pt x="183" y="761"/>
                    <a:pt x="395" y="761"/>
                  </a:cubicBezTo>
                  <a:cubicBezTo>
                    <a:pt x="608" y="761"/>
                    <a:pt x="760" y="609"/>
                    <a:pt x="760" y="396"/>
                  </a:cubicBezTo>
                  <a:cubicBezTo>
                    <a:pt x="760" y="18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11"/>
            <p:cNvSpPr/>
            <p:nvPr/>
          </p:nvSpPr>
          <p:spPr>
            <a:xfrm>
              <a:off x="690000" y="227540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11"/>
            <p:cNvSpPr/>
            <p:nvPr/>
          </p:nvSpPr>
          <p:spPr>
            <a:xfrm>
              <a:off x="5912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11"/>
            <p:cNvSpPr/>
            <p:nvPr/>
          </p:nvSpPr>
          <p:spPr>
            <a:xfrm>
              <a:off x="493175" y="2275400"/>
              <a:ext cx="19025" cy="19025"/>
            </a:xfrm>
            <a:custGeom>
              <a:rect b="b" l="l" r="r" t="t"/>
              <a:pathLst>
                <a:path extrusionOk="0" h="761" w="761">
                  <a:moveTo>
                    <a:pt x="366" y="1"/>
                  </a:moveTo>
                  <a:cubicBezTo>
                    <a:pt x="153" y="1"/>
                    <a:pt x="1" y="183"/>
                    <a:pt x="1" y="396"/>
                  </a:cubicBezTo>
                  <a:cubicBezTo>
                    <a:pt x="1" y="609"/>
                    <a:pt x="153" y="761"/>
                    <a:pt x="366" y="761"/>
                  </a:cubicBezTo>
                  <a:cubicBezTo>
                    <a:pt x="578" y="761"/>
                    <a:pt x="761" y="609"/>
                    <a:pt x="761" y="396"/>
                  </a:cubicBezTo>
                  <a:cubicBezTo>
                    <a:pt x="761" y="18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11"/>
            <p:cNvSpPr/>
            <p:nvPr/>
          </p:nvSpPr>
          <p:spPr>
            <a:xfrm>
              <a:off x="1675575" y="2188775"/>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11"/>
            <p:cNvSpPr/>
            <p:nvPr/>
          </p:nvSpPr>
          <p:spPr>
            <a:xfrm>
              <a:off x="1576800" y="2188775"/>
              <a:ext cx="19000" cy="19025"/>
            </a:xfrm>
            <a:custGeom>
              <a:rect b="b" l="l" r="r" t="t"/>
              <a:pathLst>
                <a:path extrusionOk="0" h="761" w="760">
                  <a:moveTo>
                    <a:pt x="365" y="1"/>
                  </a:moveTo>
                  <a:cubicBezTo>
                    <a:pt x="182" y="1"/>
                    <a:pt x="0" y="183"/>
                    <a:pt x="0" y="396"/>
                  </a:cubicBezTo>
                  <a:cubicBezTo>
                    <a:pt x="0" y="609"/>
                    <a:pt x="18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11"/>
            <p:cNvSpPr/>
            <p:nvPr/>
          </p:nvSpPr>
          <p:spPr>
            <a:xfrm>
              <a:off x="14780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11"/>
            <p:cNvSpPr/>
            <p:nvPr/>
          </p:nvSpPr>
          <p:spPr>
            <a:xfrm>
              <a:off x="1379975" y="2188775"/>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11"/>
            <p:cNvSpPr/>
            <p:nvPr/>
          </p:nvSpPr>
          <p:spPr>
            <a:xfrm>
              <a:off x="1281200" y="2188775"/>
              <a:ext cx="19025" cy="19025"/>
            </a:xfrm>
            <a:custGeom>
              <a:rect b="b" l="l" r="r" t="t"/>
              <a:pathLst>
                <a:path extrusionOk="0" h="761" w="761">
                  <a:moveTo>
                    <a:pt x="395" y="1"/>
                  </a:moveTo>
                  <a:cubicBezTo>
                    <a:pt x="183" y="1"/>
                    <a:pt x="0" y="183"/>
                    <a:pt x="0" y="396"/>
                  </a:cubicBezTo>
                  <a:cubicBezTo>
                    <a:pt x="0" y="609"/>
                    <a:pt x="183" y="761"/>
                    <a:pt x="395" y="761"/>
                  </a:cubicBezTo>
                  <a:cubicBezTo>
                    <a:pt x="578" y="761"/>
                    <a:pt x="760" y="609"/>
                    <a:pt x="760" y="396"/>
                  </a:cubicBezTo>
                  <a:cubicBezTo>
                    <a:pt x="760" y="18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11"/>
            <p:cNvSpPr/>
            <p:nvPr/>
          </p:nvSpPr>
          <p:spPr>
            <a:xfrm>
              <a:off x="11824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11"/>
            <p:cNvSpPr/>
            <p:nvPr/>
          </p:nvSpPr>
          <p:spPr>
            <a:xfrm>
              <a:off x="1084375" y="2188775"/>
              <a:ext cx="19025" cy="19025"/>
            </a:xfrm>
            <a:custGeom>
              <a:rect b="b" l="l" r="r" t="t"/>
              <a:pathLst>
                <a:path extrusionOk="0" h="761" w="761">
                  <a:moveTo>
                    <a:pt x="365" y="1"/>
                  </a:moveTo>
                  <a:cubicBezTo>
                    <a:pt x="153" y="1"/>
                    <a:pt x="1" y="183"/>
                    <a:pt x="1" y="396"/>
                  </a:cubicBezTo>
                  <a:cubicBezTo>
                    <a:pt x="1" y="609"/>
                    <a:pt x="153" y="761"/>
                    <a:pt x="365" y="761"/>
                  </a:cubicBezTo>
                  <a:cubicBezTo>
                    <a:pt x="578" y="761"/>
                    <a:pt x="761" y="609"/>
                    <a:pt x="761" y="396"/>
                  </a:cubicBezTo>
                  <a:cubicBezTo>
                    <a:pt x="761"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11"/>
            <p:cNvSpPr/>
            <p:nvPr/>
          </p:nvSpPr>
          <p:spPr>
            <a:xfrm>
              <a:off x="985600" y="2188775"/>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11"/>
            <p:cNvSpPr/>
            <p:nvPr/>
          </p:nvSpPr>
          <p:spPr>
            <a:xfrm>
              <a:off x="8868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11"/>
            <p:cNvSpPr/>
            <p:nvPr/>
          </p:nvSpPr>
          <p:spPr>
            <a:xfrm>
              <a:off x="788025" y="2188775"/>
              <a:ext cx="19025" cy="19025"/>
            </a:xfrm>
            <a:custGeom>
              <a:rect b="b" l="l" r="r" t="t"/>
              <a:pathLst>
                <a:path extrusionOk="0" h="761" w="761">
                  <a:moveTo>
                    <a:pt x="395" y="1"/>
                  </a:moveTo>
                  <a:cubicBezTo>
                    <a:pt x="183" y="1"/>
                    <a:pt x="0" y="183"/>
                    <a:pt x="0" y="396"/>
                  </a:cubicBezTo>
                  <a:cubicBezTo>
                    <a:pt x="0" y="609"/>
                    <a:pt x="183" y="761"/>
                    <a:pt x="395" y="761"/>
                  </a:cubicBezTo>
                  <a:cubicBezTo>
                    <a:pt x="608" y="761"/>
                    <a:pt x="760" y="609"/>
                    <a:pt x="760" y="396"/>
                  </a:cubicBezTo>
                  <a:cubicBezTo>
                    <a:pt x="760" y="18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11"/>
            <p:cNvSpPr/>
            <p:nvPr/>
          </p:nvSpPr>
          <p:spPr>
            <a:xfrm>
              <a:off x="690000" y="2188775"/>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11"/>
            <p:cNvSpPr/>
            <p:nvPr/>
          </p:nvSpPr>
          <p:spPr>
            <a:xfrm>
              <a:off x="5912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11"/>
            <p:cNvSpPr/>
            <p:nvPr/>
          </p:nvSpPr>
          <p:spPr>
            <a:xfrm>
              <a:off x="493175" y="2188775"/>
              <a:ext cx="19025" cy="19025"/>
            </a:xfrm>
            <a:custGeom>
              <a:rect b="b" l="l" r="r" t="t"/>
              <a:pathLst>
                <a:path extrusionOk="0" h="761" w="761">
                  <a:moveTo>
                    <a:pt x="366" y="1"/>
                  </a:moveTo>
                  <a:cubicBezTo>
                    <a:pt x="153" y="1"/>
                    <a:pt x="1" y="183"/>
                    <a:pt x="1" y="396"/>
                  </a:cubicBezTo>
                  <a:cubicBezTo>
                    <a:pt x="1" y="609"/>
                    <a:pt x="153" y="761"/>
                    <a:pt x="366" y="761"/>
                  </a:cubicBezTo>
                  <a:cubicBezTo>
                    <a:pt x="578" y="761"/>
                    <a:pt x="761" y="609"/>
                    <a:pt x="761" y="396"/>
                  </a:cubicBezTo>
                  <a:cubicBezTo>
                    <a:pt x="761" y="18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11"/>
            <p:cNvSpPr/>
            <p:nvPr/>
          </p:nvSpPr>
          <p:spPr>
            <a:xfrm>
              <a:off x="1675575" y="210215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11"/>
            <p:cNvSpPr/>
            <p:nvPr/>
          </p:nvSpPr>
          <p:spPr>
            <a:xfrm>
              <a:off x="1576800" y="2102150"/>
              <a:ext cx="19000" cy="19025"/>
            </a:xfrm>
            <a:custGeom>
              <a:rect b="b" l="l" r="r" t="t"/>
              <a:pathLst>
                <a:path extrusionOk="0" h="761" w="760">
                  <a:moveTo>
                    <a:pt x="365" y="1"/>
                  </a:moveTo>
                  <a:cubicBezTo>
                    <a:pt x="182" y="1"/>
                    <a:pt x="0" y="183"/>
                    <a:pt x="0" y="396"/>
                  </a:cubicBezTo>
                  <a:cubicBezTo>
                    <a:pt x="0" y="609"/>
                    <a:pt x="18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11"/>
            <p:cNvSpPr/>
            <p:nvPr/>
          </p:nvSpPr>
          <p:spPr>
            <a:xfrm>
              <a:off x="14780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11"/>
            <p:cNvSpPr/>
            <p:nvPr/>
          </p:nvSpPr>
          <p:spPr>
            <a:xfrm>
              <a:off x="1379975" y="210215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11"/>
            <p:cNvSpPr/>
            <p:nvPr/>
          </p:nvSpPr>
          <p:spPr>
            <a:xfrm>
              <a:off x="1281200" y="2102150"/>
              <a:ext cx="19025" cy="19025"/>
            </a:xfrm>
            <a:custGeom>
              <a:rect b="b" l="l" r="r" t="t"/>
              <a:pathLst>
                <a:path extrusionOk="0" h="761" w="761">
                  <a:moveTo>
                    <a:pt x="395" y="1"/>
                  </a:moveTo>
                  <a:cubicBezTo>
                    <a:pt x="183" y="1"/>
                    <a:pt x="0" y="183"/>
                    <a:pt x="0" y="396"/>
                  </a:cubicBezTo>
                  <a:cubicBezTo>
                    <a:pt x="0" y="609"/>
                    <a:pt x="183" y="761"/>
                    <a:pt x="395" y="761"/>
                  </a:cubicBezTo>
                  <a:cubicBezTo>
                    <a:pt x="578" y="761"/>
                    <a:pt x="760" y="609"/>
                    <a:pt x="760" y="396"/>
                  </a:cubicBezTo>
                  <a:cubicBezTo>
                    <a:pt x="760" y="18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11"/>
            <p:cNvSpPr/>
            <p:nvPr/>
          </p:nvSpPr>
          <p:spPr>
            <a:xfrm>
              <a:off x="11824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11"/>
            <p:cNvSpPr/>
            <p:nvPr/>
          </p:nvSpPr>
          <p:spPr>
            <a:xfrm>
              <a:off x="1084375" y="210215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1" y="609"/>
                    <a:pt x="761" y="396"/>
                  </a:cubicBezTo>
                  <a:cubicBezTo>
                    <a:pt x="761"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11"/>
            <p:cNvSpPr/>
            <p:nvPr/>
          </p:nvSpPr>
          <p:spPr>
            <a:xfrm>
              <a:off x="985600" y="210215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11"/>
            <p:cNvSpPr/>
            <p:nvPr/>
          </p:nvSpPr>
          <p:spPr>
            <a:xfrm>
              <a:off x="8868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11"/>
            <p:cNvSpPr/>
            <p:nvPr/>
          </p:nvSpPr>
          <p:spPr>
            <a:xfrm>
              <a:off x="788025" y="2102150"/>
              <a:ext cx="19025" cy="19025"/>
            </a:xfrm>
            <a:custGeom>
              <a:rect b="b" l="l" r="r" t="t"/>
              <a:pathLst>
                <a:path extrusionOk="0" h="761" w="761">
                  <a:moveTo>
                    <a:pt x="395" y="1"/>
                  </a:moveTo>
                  <a:cubicBezTo>
                    <a:pt x="183" y="1"/>
                    <a:pt x="0" y="183"/>
                    <a:pt x="0" y="396"/>
                  </a:cubicBezTo>
                  <a:cubicBezTo>
                    <a:pt x="0" y="609"/>
                    <a:pt x="183" y="761"/>
                    <a:pt x="395" y="761"/>
                  </a:cubicBezTo>
                  <a:cubicBezTo>
                    <a:pt x="608" y="761"/>
                    <a:pt x="760" y="609"/>
                    <a:pt x="760" y="396"/>
                  </a:cubicBezTo>
                  <a:cubicBezTo>
                    <a:pt x="760" y="18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11"/>
            <p:cNvSpPr/>
            <p:nvPr/>
          </p:nvSpPr>
          <p:spPr>
            <a:xfrm>
              <a:off x="690000" y="210215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11"/>
            <p:cNvSpPr/>
            <p:nvPr/>
          </p:nvSpPr>
          <p:spPr>
            <a:xfrm>
              <a:off x="5912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11"/>
            <p:cNvSpPr/>
            <p:nvPr/>
          </p:nvSpPr>
          <p:spPr>
            <a:xfrm>
              <a:off x="493175" y="2102150"/>
              <a:ext cx="19025" cy="19025"/>
            </a:xfrm>
            <a:custGeom>
              <a:rect b="b" l="l" r="r" t="t"/>
              <a:pathLst>
                <a:path extrusionOk="0" h="761" w="761">
                  <a:moveTo>
                    <a:pt x="366" y="1"/>
                  </a:moveTo>
                  <a:cubicBezTo>
                    <a:pt x="153" y="1"/>
                    <a:pt x="1" y="183"/>
                    <a:pt x="1" y="396"/>
                  </a:cubicBezTo>
                  <a:cubicBezTo>
                    <a:pt x="1" y="609"/>
                    <a:pt x="153" y="761"/>
                    <a:pt x="366" y="761"/>
                  </a:cubicBezTo>
                  <a:cubicBezTo>
                    <a:pt x="578" y="761"/>
                    <a:pt x="761" y="609"/>
                    <a:pt x="761" y="396"/>
                  </a:cubicBezTo>
                  <a:cubicBezTo>
                    <a:pt x="761" y="18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lt1"/>
        </a:solidFill>
      </p:bgPr>
    </p:bg>
    <p:spTree>
      <p:nvGrpSpPr>
        <p:cNvPr id="1800" name="Shape 1800"/>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1801" name="Shape 1801"/>
        <p:cNvGrpSpPr/>
        <p:nvPr/>
      </p:nvGrpSpPr>
      <p:grpSpPr>
        <a:xfrm>
          <a:off x="0" y="0"/>
          <a:ext cx="0" cy="0"/>
          <a:chOff x="0" y="0"/>
          <a:chExt cx="0" cy="0"/>
        </a:xfrm>
      </p:grpSpPr>
      <p:sp>
        <p:nvSpPr>
          <p:cNvPr id="1802" name="Google Shape;1802;p13"/>
          <p:cNvSpPr txBox="1"/>
          <p:nvPr>
            <p:ph type="title"/>
          </p:nvPr>
        </p:nvSpPr>
        <p:spPr>
          <a:xfrm>
            <a:off x="744000" y="1962700"/>
            <a:ext cx="2288400" cy="36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5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803" name="Google Shape;1803;p13"/>
          <p:cNvSpPr txBox="1"/>
          <p:nvPr>
            <p:ph hasCustomPrompt="1" idx="2" type="title"/>
          </p:nvPr>
        </p:nvSpPr>
        <p:spPr>
          <a:xfrm>
            <a:off x="1401138" y="1225800"/>
            <a:ext cx="974100" cy="593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b="1"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804" name="Google Shape;1804;p13"/>
          <p:cNvSpPr txBox="1"/>
          <p:nvPr>
            <p:ph idx="1" type="subTitle"/>
          </p:nvPr>
        </p:nvSpPr>
        <p:spPr>
          <a:xfrm>
            <a:off x="963150" y="2329300"/>
            <a:ext cx="18501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Font typeface="PT Sans Narrow"/>
              <a:buNone/>
              <a:defRPr sz="1400">
                <a:latin typeface="PT Sans Narrow"/>
                <a:ea typeface="PT Sans Narrow"/>
                <a:cs typeface="PT Sans Narrow"/>
                <a:sym typeface="PT Sans Narrow"/>
              </a:defRPr>
            </a:lvl1pPr>
            <a:lvl2pPr lvl="1" rtl="0">
              <a:lnSpc>
                <a:spcPct val="100000"/>
              </a:lnSpc>
              <a:spcBef>
                <a:spcPts val="0"/>
              </a:spcBef>
              <a:spcAft>
                <a:spcPts val="0"/>
              </a:spcAft>
              <a:buSzPts val="1400"/>
              <a:buFont typeface="PT Sans Narrow"/>
              <a:buNone/>
              <a:defRPr>
                <a:latin typeface="PT Sans Narrow"/>
                <a:ea typeface="PT Sans Narrow"/>
                <a:cs typeface="PT Sans Narrow"/>
                <a:sym typeface="PT Sans Narrow"/>
              </a:defRPr>
            </a:lvl2pPr>
            <a:lvl3pPr lvl="2" rtl="0">
              <a:lnSpc>
                <a:spcPct val="100000"/>
              </a:lnSpc>
              <a:spcBef>
                <a:spcPts val="0"/>
              </a:spcBef>
              <a:spcAft>
                <a:spcPts val="0"/>
              </a:spcAft>
              <a:buSzPts val="1400"/>
              <a:buFont typeface="PT Sans Narrow"/>
              <a:buNone/>
              <a:defRPr>
                <a:latin typeface="PT Sans Narrow"/>
                <a:ea typeface="PT Sans Narrow"/>
                <a:cs typeface="PT Sans Narrow"/>
                <a:sym typeface="PT Sans Narrow"/>
              </a:defRPr>
            </a:lvl3pPr>
            <a:lvl4pPr lvl="3" rtl="0">
              <a:lnSpc>
                <a:spcPct val="100000"/>
              </a:lnSpc>
              <a:spcBef>
                <a:spcPts val="0"/>
              </a:spcBef>
              <a:spcAft>
                <a:spcPts val="0"/>
              </a:spcAft>
              <a:buSzPts val="1400"/>
              <a:buFont typeface="PT Sans Narrow"/>
              <a:buNone/>
              <a:defRPr>
                <a:latin typeface="PT Sans Narrow"/>
                <a:ea typeface="PT Sans Narrow"/>
                <a:cs typeface="PT Sans Narrow"/>
                <a:sym typeface="PT Sans Narrow"/>
              </a:defRPr>
            </a:lvl4pPr>
            <a:lvl5pPr lvl="4" rtl="0">
              <a:lnSpc>
                <a:spcPct val="100000"/>
              </a:lnSpc>
              <a:spcBef>
                <a:spcPts val="0"/>
              </a:spcBef>
              <a:spcAft>
                <a:spcPts val="0"/>
              </a:spcAft>
              <a:buSzPts val="1400"/>
              <a:buFont typeface="PT Sans Narrow"/>
              <a:buNone/>
              <a:defRPr>
                <a:latin typeface="PT Sans Narrow"/>
                <a:ea typeface="PT Sans Narrow"/>
                <a:cs typeface="PT Sans Narrow"/>
                <a:sym typeface="PT Sans Narrow"/>
              </a:defRPr>
            </a:lvl5pPr>
            <a:lvl6pPr lvl="5" rtl="0">
              <a:lnSpc>
                <a:spcPct val="100000"/>
              </a:lnSpc>
              <a:spcBef>
                <a:spcPts val="0"/>
              </a:spcBef>
              <a:spcAft>
                <a:spcPts val="0"/>
              </a:spcAft>
              <a:buSzPts val="1400"/>
              <a:buFont typeface="PT Sans Narrow"/>
              <a:buNone/>
              <a:defRPr>
                <a:latin typeface="PT Sans Narrow"/>
                <a:ea typeface="PT Sans Narrow"/>
                <a:cs typeface="PT Sans Narrow"/>
                <a:sym typeface="PT Sans Narrow"/>
              </a:defRPr>
            </a:lvl6pPr>
            <a:lvl7pPr lvl="6" rtl="0">
              <a:lnSpc>
                <a:spcPct val="100000"/>
              </a:lnSpc>
              <a:spcBef>
                <a:spcPts val="0"/>
              </a:spcBef>
              <a:spcAft>
                <a:spcPts val="0"/>
              </a:spcAft>
              <a:buSzPts val="1400"/>
              <a:buFont typeface="PT Sans Narrow"/>
              <a:buNone/>
              <a:defRPr>
                <a:latin typeface="PT Sans Narrow"/>
                <a:ea typeface="PT Sans Narrow"/>
                <a:cs typeface="PT Sans Narrow"/>
                <a:sym typeface="PT Sans Narrow"/>
              </a:defRPr>
            </a:lvl7pPr>
            <a:lvl8pPr lvl="7" rtl="0">
              <a:lnSpc>
                <a:spcPct val="100000"/>
              </a:lnSpc>
              <a:spcBef>
                <a:spcPts val="0"/>
              </a:spcBef>
              <a:spcAft>
                <a:spcPts val="0"/>
              </a:spcAft>
              <a:buSzPts val="1400"/>
              <a:buFont typeface="PT Sans Narrow"/>
              <a:buNone/>
              <a:defRPr>
                <a:latin typeface="PT Sans Narrow"/>
                <a:ea typeface="PT Sans Narrow"/>
                <a:cs typeface="PT Sans Narrow"/>
                <a:sym typeface="PT Sans Narrow"/>
              </a:defRPr>
            </a:lvl8pPr>
            <a:lvl9pPr lvl="8" rtl="0">
              <a:lnSpc>
                <a:spcPct val="100000"/>
              </a:lnSpc>
              <a:spcBef>
                <a:spcPts val="0"/>
              </a:spcBef>
              <a:spcAft>
                <a:spcPts val="0"/>
              </a:spcAft>
              <a:buSzPts val="1400"/>
              <a:buFont typeface="PT Sans Narrow"/>
              <a:buNone/>
              <a:defRPr>
                <a:latin typeface="PT Sans Narrow"/>
                <a:ea typeface="PT Sans Narrow"/>
                <a:cs typeface="PT Sans Narrow"/>
                <a:sym typeface="PT Sans Narrow"/>
              </a:defRPr>
            </a:lvl9pPr>
          </a:lstStyle>
          <a:p/>
        </p:txBody>
      </p:sp>
      <p:sp>
        <p:nvSpPr>
          <p:cNvPr id="1805" name="Google Shape;1805;p13"/>
          <p:cNvSpPr txBox="1"/>
          <p:nvPr>
            <p:ph idx="3" type="title"/>
          </p:nvPr>
        </p:nvSpPr>
        <p:spPr>
          <a:xfrm>
            <a:off x="3427800" y="1962700"/>
            <a:ext cx="2288400" cy="36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5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806" name="Google Shape;1806;p13"/>
          <p:cNvSpPr txBox="1"/>
          <p:nvPr>
            <p:ph hasCustomPrompt="1" idx="4" type="title"/>
          </p:nvPr>
        </p:nvSpPr>
        <p:spPr>
          <a:xfrm>
            <a:off x="4084960" y="1225800"/>
            <a:ext cx="974100" cy="593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b="1"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807" name="Google Shape;1807;p13"/>
          <p:cNvSpPr txBox="1"/>
          <p:nvPr>
            <p:ph idx="5" type="subTitle"/>
          </p:nvPr>
        </p:nvSpPr>
        <p:spPr>
          <a:xfrm>
            <a:off x="3645453" y="2329300"/>
            <a:ext cx="18501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Font typeface="PT Sans Narrow"/>
              <a:buNone/>
              <a:defRPr sz="1400">
                <a:latin typeface="PT Sans Narrow"/>
                <a:ea typeface="PT Sans Narrow"/>
                <a:cs typeface="PT Sans Narrow"/>
                <a:sym typeface="PT Sans Narrow"/>
              </a:defRPr>
            </a:lvl1pPr>
            <a:lvl2pPr lvl="1" rtl="0">
              <a:lnSpc>
                <a:spcPct val="100000"/>
              </a:lnSpc>
              <a:spcBef>
                <a:spcPts val="0"/>
              </a:spcBef>
              <a:spcAft>
                <a:spcPts val="0"/>
              </a:spcAft>
              <a:buSzPts val="1400"/>
              <a:buFont typeface="PT Sans Narrow"/>
              <a:buNone/>
              <a:defRPr>
                <a:latin typeface="PT Sans Narrow"/>
                <a:ea typeface="PT Sans Narrow"/>
                <a:cs typeface="PT Sans Narrow"/>
                <a:sym typeface="PT Sans Narrow"/>
              </a:defRPr>
            </a:lvl2pPr>
            <a:lvl3pPr lvl="2" rtl="0">
              <a:lnSpc>
                <a:spcPct val="100000"/>
              </a:lnSpc>
              <a:spcBef>
                <a:spcPts val="0"/>
              </a:spcBef>
              <a:spcAft>
                <a:spcPts val="0"/>
              </a:spcAft>
              <a:buSzPts val="1400"/>
              <a:buFont typeface="PT Sans Narrow"/>
              <a:buNone/>
              <a:defRPr>
                <a:latin typeface="PT Sans Narrow"/>
                <a:ea typeface="PT Sans Narrow"/>
                <a:cs typeface="PT Sans Narrow"/>
                <a:sym typeface="PT Sans Narrow"/>
              </a:defRPr>
            </a:lvl3pPr>
            <a:lvl4pPr lvl="3" rtl="0">
              <a:lnSpc>
                <a:spcPct val="100000"/>
              </a:lnSpc>
              <a:spcBef>
                <a:spcPts val="0"/>
              </a:spcBef>
              <a:spcAft>
                <a:spcPts val="0"/>
              </a:spcAft>
              <a:buSzPts val="1400"/>
              <a:buFont typeface="PT Sans Narrow"/>
              <a:buNone/>
              <a:defRPr>
                <a:latin typeface="PT Sans Narrow"/>
                <a:ea typeface="PT Sans Narrow"/>
                <a:cs typeface="PT Sans Narrow"/>
                <a:sym typeface="PT Sans Narrow"/>
              </a:defRPr>
            </a:lvl4pPr>
            <a:lvl5pPr lvl="4" rtl="0">
              <a:lnSpc>
                <a:spcPct val="100000"/>
              </a:lnSpc>
              <a:spcBef>
                <a:spcPts val="0"/>
              </a:spcBef>
              <a:spcAft>
                <a:spcPts val="0"/>
              </a:spcAft>
              <a:buSzPts val="1400"/>
              <a:buFont typeface="PT Sans Narrow"/>
              <a:buNone/>
              <a:defRPr>
                <a:latin typeface="PT Sans Narrow"/>
                <a:ea typeface="PT Sans Narrow"/>
                <a:cs typeface="PT Sans Narrow"/>
                <a:sym typeface="PT Sans Narrow"/>
              </a:defRPr>
            </a:lvl5pPr>
            <a:lvl6pPr lvl="5" rtl="0">
              <a:lnSpc>
                <a:spcPct val="100000"/>
              </a:lnSpc>
              <a:spcBef>
                <a:spcPts val="0"/>
              </a:spcBef>
              <a:spcAft>
                <a:spcPts val="0"/>
              </a:spcAft>
              <a:buSzPts val="1400"/>
              <a:buFont typeface="PT Sans Narrow"/>
              <a:buNone/>
              <a:defRPr>
                <a:latin typeface="PT Sans Narrow"/>
                <a:ea typeface="PT Sans Narrow"/>
                <a:cs typeface="PT Sans Narrow"/>
                <a:sym typeface="PT Sans Narrow"/>
              </a:defRPr>
            </a:lvl6pPr>
            <a:lvl7pPr lvl="6" rtl="0">
              <a:lnSpc>
                <a:spcPct val="100000"/>
              </a:lnSpc>
              <a:spcBef>
                <a:spcPts val="0"/>
              </a:spcBef>
              <a:spcAft>
                <a:spcPts val="0"/>
              </a:spcAft>
              <a:buSzPts val="1400"/>
              <a:buFont typeface="PT Sans Narrow"/>
              <a:buNone/>
              <a:defRPr>
                <a:latin typeface="PT Sans Narrow"/>
                <a:ea typeface="PT Sans Narrow"/>
                <a:cs typeface="PT Sans Narrow"/>
                <a:sym typeface="PT Sans Narrow"/>
              </a:defRPr>
            </a:lvl7pPr>
            <a:lvl8pPr lvl="7" rtl="0">
              <a:lnSpc>
                <a:spcPct val="100000"/>
              </a:lnSpc>
              <a:spcBef>
                <a:spcPts val="0"/>
              </a:spcBef>
              <a:spcAft>
                <a:spcPts val="0"/>
              </a:spcAft>
              <a:buSzPts val="1400"/>
              <a:buFont typeface="PT Sans Narrow"/>
              <a:buNone/>
              <a:defRPr>
                <a:latin typeface="PT Sans Narrow"/>
                <a:ea typeface="PT Sans Narrow"/>
                <a:cs typeface="PT Sans Narrow"/>
                <a:sym typeface="PT Sans Narrow"/>
              </a:defRPr>
            </a:lvl8pPr>
            <a:lvl9pPr lvl="8" rtl="0">
              <a:lnSpc>
                <a:spcPct val="100000"/>
              </a:lnSpc>
              <a:spcBef>
                <a:spcPts val="0"/>
              </a:spcBef>
              <a:spcAft>
                <a:spcPts val="0"/>
              </a:spcAft>
              <a:buSzPts val="1400"/>
              <a:buFont typeface="PT Sans Narrow"/>
              <a:buNone/>
              <a:defRPr>
                <a:latin typeface="PT Sans Narrow"/>
                <a:ea typeface="PT Sans Narrow"/>
                <a:cs typeface="PT Sans Narrow"/>
                <a:sym typeface="PT Sans Narrow"/>
              </a:defRPr>
            </a:lvl9pPr>
          </a:lstStyle>
          <a:p/>
        </p:txBody>
      </p:sp>
      <p:sp>
        <p:nvSpPr>
          <p:cNvPr id="1808" name="Google Shape;1808;p13"/>
          <p:cNvSpPr txBox="1"/>
          <p:nvPr>
            <p:ph idx="6" type="title"/>
          </p:nvPr>
        </p:nvSpPr>
        <p:spPr>
          <a:xfrm>
            <a:off x="6111600" y="1962700"/>
            <a:ext cx="2288400" cy="36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5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809" name="Google Shape;1809;p13"/>
          <p:cNvSpPr txBox="1"/>
          <p:nvPr>
            <p:ph hasCustomPrompt="1" idx="7" type="title"/>
          </p:nvPr>
        </p:nvSpPr>
        <p:spPr>
          <a:xfrm>
            <a:off x="6768744" y="1225800"/>
            <a:ext cx="974100" cy="593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b="1"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810" name="Google Shape;1810;p13"/>
          <p:cNvSpPr txBox="1"/>
          <p:nvPr>
            <p:ph idx="8" type="subTitle"/>
          </p:nvPr>
        </p:nvSpPr>
        <p:spPr>
          <a:xfrm>
            <a:off x="6330749" y="2329300"/>
            <a:ext cx="18501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Font typeface="PT Sans Narrow"/>
              <a:buNone/>
              <a:defRPr sz="1400">
                <a:latin typeface="PT Sans Narrow"/>
                <a:ea typeface="PT Sans Narrow"/>
                <a:cs typeface="PT Sans Narrow"/>
                <a:sym typeface="PT Sans Narrow"/>
              </a:defRPr>
            </a:lvl1pPr>
            <a:lvl2pPr lvl="1" rtl="0">
              <a:lnSpc>
                <a:spcPct val="100000"/>
              </a:lnSpc>
              <a:spcBef>
                <a:spcPts val="0"/>
              </a:spcBef>
              <a:spcAft>
                <a:spcPts val="0"/>
              </a:spcAft>
              <a:buSzPts val="1400"/>
              <a:buFont typeface="PT Sans Narrow"/>
              <a:buNone/>
              <a:defRPr>
                <a:latin typeface="PT Sans Narrow"/>
                <a:ea typeface="PT Sans Narrow"/>
                <a:cs typeface="PT Sans Narrow"/>
                <a:sym typeface="PT Sans Narrow"/>
              </a:defRPr>
            </a:lvl2pPr>
            <a:lvl3pPr lvl="2" rtl="0">
              <a:lnSpc>
                <a:spcPct val="100000"/>
              </a:lnSpc>
              <a:spcBef>
                <a:spcPts val="0"/>
              </a:spcBef>
              <a:spcAft>
                <a:spcPts val="0"/>
              </a:spcAft>
              <a:buSzPts val="1400"/>
              <a:buFont typeface="PT Sans Narrow"/>
              <a:buNone/>
              <a:defRPr>
                <a:latin typeface="PT Sans Narrow"/>
                <a:ea typeface="PT Sans Narrow"/>
                <a:cs typeface="PT Sans Narrow"/>
                <a:sym typeface="PT Sans Narrow"/>
              </a:defRPr>
            </a:lvl3pPr>
            <a:lvl4pPr lvl="3" rtl="0">
              <a:lnSpc>
                <a:spcPct val="100000"/>
              </a:lnSpc>
              <a:spcBef>
                <a:spcPts val="0"/>
              </a:spcBef>
              <a:spcAft>
                <a:spcPts val="0"/>
              </a:spcAft>
              <a:buSzPts val="1400"/>
              <a:buFont typeface="PT Sans Narrow"/>
              <a:buNone/>
              <a:defRPr>
                <a:latin typeface="PT Sans Narrow"/>
                <a:ea typeface="PT Sans Narrow"/>
                <a:cs typeface="PT Sans Narrow"/>
                <a:sym typeface="PT Sans Narrow"/>
              </a:defRPr>
            </a:lvl4pPr>
            <a:lvl5pPr lvl="4" rtl="0">
              <a:lnSpc>
                <a:spcPct val="100000"/>
              </a:lnSpc>
              <a:spcBef>
                <a:spcPts val="0"/>
              </a:spcBef>
              <a:spcAft>
                <a:spcPts val="0"/>
              </a:spcAft>
              <a:buSzPts val="1400"/>
              <a:buFont typeface="PT Sans Narrow"/>
              <a:buNone/>
              <a:defRPr>
                <a:latin typeface="PT Sans Narrow"/>
                <a:ea typeface="PT Sans Narrow"/>
                <a:cs typeface="PT Sans Narrow"/>
                <a:sym typeface="PT Sans Narrow"/>
              </a:defRPr>
            </a:lvl5pPr>
            <a:lvl6pPr lvl="5" rtl="0">
              <a:lnSpc>
                <a:spcPct val="100000"/>
              </a:lnSpc>
              <a:spcBef>
                <a:spcPts val="0"/>
              </a:spcBef>
              <a:spcAft>
                <a:spcPts val="0"/>
              </a:spcAft>
              <a:buSzPts val="1400"/>
              <a:buFont typeface="PT Sans Narrow"/>
              <a:buNone/>
              <a:defRPr>
                <a:latin typeface="PT Sans Narrow"/>
                <a:ea typeface="PT Sans Narrow"/>
                <a:cs typeface="PT Sans Narrow"/>
                <a:sym typeface="PT Sans Narrow"/>
              </a:defRPr>
            </a:lvl6pPr>
            <a:lvl7pPr lvl="6" rtl="0">
              <a:lnSpc>
                <a:spcPct val="100000"/>
              </a:lnSpc>
              <a:spcBef>
                <a:spcPts val="0"/>
              </a:spcBef>
              <a:spcAft>
                <a:spcPts val="0"/>
              </a:spcAft>
              <a:buSzPts val="1400"/>
              <a:buFont typeface="PT Sans Narrow"/>
              <a:buNone/>
              <a:defRPr>
                <a:latin typeface="PT Sans Narrow"/>
                <a:ea typeface="PT Sans Narrow"/>
                <a:cs typeface="PT Sans Narrow"/>
                <a:sym typeface="PT Sans Narrow"/>
              </a:defRPr>
            </a:lvl7pPr>
            <a:lvl8pPr lvl="7" rtl="0">
              <a:lnSpc>
                <a:spcPct val="100000"/>
              </a:lnSpc>
              <a:spcBef>
                <a:spcPts val="0"/>
              </a:spcBef>
              <a:spcAft>
                <a:spcPts val="0"/>
              </a:spcAft>
              <a:buSzPts val="1400"/>
              <a:buFont typeface="PT Sans Narrow"/>
              <a:buNone/>
              <a:defRPr>
                <a:latin typeface="PT Sans Narrow"/>
                <a:ea typeface="PT Sans Narrow"/>
                <a:cs typeface="PT Sans Narrow"/>
                <a:sym typeface="PT Sans Narrow"/>
              </a:defRPr>
            </a:lvl8pPr>
            <a:lvl9pPr lvl="8" rtl="0">
              <a:lnSpc>
                <a:spcPct val="100000"/>
              </a:lnSpc>
              <a:spcBef>
                <a:spcPts val="0"/>
              </a:spcBef>
              <a:spcAft>
                <a:spcPts val="0"/>
              </a:spcAft>
              <a:buSzPts val="1400"/>
              <a:buFont typeface="PT Sans Narrow"/>
              <a:buNone/>
              <a:defRPr>
                <a:latin typeface="PT Sans Narrow"/>
                <a:ea typeface="PT Sans Narrow"/>
                <a:cs typeface="PT Sans Narrow"/>
                <a:sym typeface="PT Sans Narrow"/>
              </a:defRPr>
            </a:lvl9pPr>
          </a:lstStyle>
          <a:p/>
        </p:txBody>
      </p:sp>
      <p:sp>
        <p:nvSpPr>
          <p:cNvPr id="1811" name="Google Shape;1811;p13"/>
          <p:cNvSpPr txBox="1"/>
          <p:nvPr>
            <p:ph idx="9" type="title"/>
          </p:nvPr>
        </p:nvSpPr>
        <p:spPr>
          <a:xfrm>
            <a:off x="744000" y="3749729"/>
            <a:ext cx="2288400" cy="36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5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812" name="Google Shape;1812;p13"/>
          <p:cNvSpPr txBox="1"/>
          <p:nvPr>
            <p:ph hasCustomPrompt="1" idx="13" type="title"/>
          </p:nvPr>
        </p:nvSpPr>
        <p:spPr>
          <a:xfrm>
            <a:off x="1401150" y="3015200"/>
            <a:ext cx="974100" cy="593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b="1"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813" name="Google Shape;1813;p13"/>
          <p:cNvSpPr txBox="1"/>
          <p:nvPr>
            <p:ph idx="14" type="subTitle"/>
          </p:nvPr>
        </p:nvSpPr>
        <p:spPr>
          <a:xfrm>
            <a:off x="963150" y="4118700"/>
            <a:ext cx="18501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Font typeface="PT Sans Narrow"/>
              <a:buNone/>
              <a:defRPr sz="1400">
                <a:latin typeface="PT Sans Narrow"/>
                <a:ea typeface="PT Sans Narrow"/>
                <a:cs typeface="PT Sans Narrow"/>
                <a:sym typeface="PT Sans Narrow"/>
              </a:defRPr>
            </a:lvl1pPr>
            <a:lvl2pPr lvl="1" rtl="0">
              <a:lnSpc>
                <a:spcPct val="100000"/>
              </a:lnSpc>
              <a:spcBef>
                <a:spcPts val="0"/>
              </a:spcBef>
              <a:spcAft>
                <a:spcPts val="0"/>
              </a:spcAft>
              <a:buSzPts val="1400"/>
              <a:buFont typeface="PT Sans Narrow"/>
              <a:buNone/>
              <a:defRPr>
                <a:latin typeface="PT Sans Narrow"/>
                <a:ea typeface="PT Sans Narrow"/>
                <a:cs typeface="PT Sans Narrow"/>
                <a:sym typeface="PT Sans Narrow"/>
              </a:defRPr>
            </a:lvl2pPr>
            <a:lvl3pPr lvl="2" rtl="0">
              <a:lnSpc>
                <a:spcPct val="100000"/>
              </a:lnSpc>
              <a:spcBef>
                <a:spcPts val="0"/>
              </a:spcBef>
              <a:spcAft>
                <a:spcPts val="0"/>
              </a:spcAft>
              <a:buSzPts val="1400"/>
              <a:buFont typeface="PT Sans Narrow"/>
              <a:buNone/>
              <a:defRPr>
                <a:latin typeface="PT Sans Narrow"/>
                <a:ea typeface="PT Sans Narrow"/>
                <a:cs typeface="PT Sans Narrow"/>
                <a:sym typeface="PT Sans Narrow"/>
              </a:defRPr>
            </a:lvl3pPr>
            <a:lvl4pPr lvl="3" rtl="0">
              <a:lnSpc>
                <a:spcPct val="100000"/>
              </a:lnSpc>
              <a:spcBef>
                <a:spcPts val="0"/>
              </a:spcBef>
              <a:spcAft>
                <a:spcPts val="0"/>
              </a:spcAft>
              <a:buSzPts val="1400"/>
              <a:buFont typeface="PT Sans Narrow"/>
              <a:buNone/>
              <a:defRPr>
                <a:latin typeface="PT Sans Narrow"/>
                <a:ea typeface="PT Sans Narrow"/>
                <a:cs typeface="PT Sans Narrow"/>
                <a:sym typeface="PT Sans Narrow"/>
              </a:defRPr>
            </a:lvl4pPr>
            <a:lvl5pPr lvl="4" rtl="0">
              <a:lnSpc>
                <a:spcPct val="100000"/>
              </a:lnSpc>
              <a:spcBef>
                <a:spcPts val="0"/>
              </a:spcBef>
              <a:spcAft>
                <a:spcPts val="0"/>
              </a:spcAft>
              <a:buSzPts val="1400"/>
              <a:buFont typeface="PT Sans Narrow"/>
              <a:buNone/>
              <a:defRPr>
                <a:latin typeface="PT Sans Narrow"/>
                <a:ea typeface="PT Sans Narrow"/>
                <a:cs typeface="PT Sans Narrow"/>
                <a:sym typeface="PT Sans Narrow"/>
              </a:defRPr>
            </a:lvl5pPr>
            <a:lvl6pPr lvl="5" rtl="0">
              <a:lnSpc>
                <a:spcPct val="100000"/>
              </a:lnSpc>
              <a:spcBef>
                <a:spcPts val="0"/>
              </a:spcBef>
              <a:spcAft>
                <a:spcPts val="0"/>
              </a:spcAft>
              <a:buSzPts val="1400"/>
              <a:buFont typeface="PT Sans Narrow"/>
              <a:buNone/>
              <a:defRPr>
                <a:latin typeface="PT Sans Narrow"/>
                <a:ea typeface="PT Sans Narrow"/>
                <a:cs typeface="PT Sans Narrow"/>
                <a:sym typeface="PT Sans Narrow"/>
              </a:defRPr>
            </a:lvl6pPr>
            <a:lvl7pPr lvl="6" rtl="0">
              <a:lnSpc>
                <a:spcPct val="100000"/>
              </a:lnSpc>
              <a:spcBef>
                <a:spcPts val="0"/>
              </a:spcBef>
              <a:spcAft>
                <a:spcPts val="0"/>
              </a:spcAft>
              <a:buSzPts val="1400"/>
              <a:buFont typeface="PT Sans Narrow"/>
              <a:buNone/>
              <a:defRPr>
                <a:latin typeface="PT Sans Narrow"/>
                <a:ea typeface="PT Sans Narrow"/>
                <a:cs typeface="PT Sans Narrow"/>
                <a:sym typeface="PT Sans Narrow"/>
              </a:defRPr>
            </a:lvl7pPr>
            <a:lvl8pPr lvl="7" rtl="0">
              <a:lnSpc>
                <a:spcPct val="100000"/>
              </a:lnSpc>
              <a:spcBef>
                <a:spcPts val="0"/>
              </a:spcBef>
              <a:spcAft>
                <a:spcPts val="0"/>
              </a:spcAft>
              <a:buSzPts val="1400"/>
              <a:buFont typeface="PT Sans Narrow"/>
              <a:buNone/>
              <a:defRPr>
                <a:latin typeface="PT Sans Narrow"/>
                <a:ea typeface="PT Sans Narrow"/>
                <a:cs typeface="PT Sans Narrow"/>
                <a:sym typeface="PT Sans Narrow"/>
              </a:defRPr>
            </a:lvl8pPr>
            <a:lvl9pPr lvl="8" rtl="0">
              <a:lnSpc>
                <a:spcPct val="100000"/>
              </a:lnSpc>
              <a:spcBef>
                <a:spcPts val="0"/>
              </a:spcBef>
              <a:spcAft>
                <a:spcPts val="0"/>
              </a:spcAft>
              <a:buSzPts val="1400"/>
              <a:buFont typeface="PT Sans Narrow"/>
              <a:buNone/>
              <a:defRPr>
                <a:latin typeface="PT Sans Narrow"/>
                <a:ea typeface="PT Sans Narrow"/>
                <a:cs typeface="PT Sans Narrow"/>
                <a:sym typeface="PT Sans Narrow"/>
              </a:defRPr>
            </a:lvl9pPr>
          </a:lstStyle>
          <a:p/>
        </p:txBody>
      </p:sp>
      <p:sp>
        <p:nvSpPr>
          <p:cNvPr id="1814" name="Google Shape;1814;p13"/>
          <p:cNvSpPr txBox="1"/>
          <p:nvPr>
            <p:ph idx="15" type="title"/>
          </p:nvPr>
        </p:nvSpPr>
        <p:spPr>
          <a:xfrm>
            <a:off x="3427850" y="3749729"/>
            <a:ext cx="2288400" cy="36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5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815" name="Google Shape;1815;p13"/>
          <p:cNvSpPr txBox="1"/>
          <p:nvPr>
            <p:ph hasCustomPrompt="1" idx="16" type="title"/>
          </p:nvPr>
        </p:nvSpPr>
        <p:spPr>
          <a:xfrm>
            <a:off x="4084960" y="3015200"/>
            <a:ext cx="974100" cy="593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b="1"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816" name="Google Shape;1816;p13"/>
          <p:cNvSpPr txBox="1"/>
          <p:nvPr>
            <p:ph idx="17" type="subTitle"/>
          </p:nvPr>
        </p:nvSpPr>
        <p:spPr>
          <a:xfrm>
            <a:off x="3645462" y="4118700"/>
            <a:ext cx="18501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Font typeface="PT Sans Narrow"/>
              <a:buNone/>
              <a:defRPr sz="1400">
                <a:latin typeface="PT Sans Narrow"/>
                <a:ea typeface="PT Sans Narrow"/>
                <a:cs typeface="PT Sans Narrow"/>
                <a:sym typeface="PT Sans Narrow"/>
              </a:defRPr>
            </a:lvl1pPr>
            <a:lvl2pPr lvl="1" rtl="0">
              <a:lnSpc>
                <a:spcPct val="100000"/>
              </a:lnSpc>
              <a:spcBef>
                <a:spcPts val="0"/>
              </a:spcBef>
              <a:spcAft>
                <a:spcPts val="0"/>
              </a:spcAft>
              <a:buSzPts val="1400"/>
              <a:buFont typeface="PT Sans Narrow"/>
              <a:buNone/>
              <a:defRPr>
                <a:latin typeface="PT Sans Narrow"/>
                <a:ea typeface="PT Sans Narrow"/>
                <a:cs typeface="PT Sans Narrow"/>
                <a:sym typeface="PT Sans Narrow"/>
              </a:defRPr>
            </a:lvl2pPr>
            <a:lvl3pPr lvl="2" rtl="0">
              <a:lnSpc>
                <a:spcPct val="100000"/>
              </a:lnSpc>
              <a:spcBef>
                <a:spcPts val="0"/>
              </a:spcBef>
              <a:spcAft>
                <a:spcPts val="0"/>
              </a:spcAft>
              <a:buSzPts val="1400"/>
              <a:buFont typeface="PT Sans Narrow"/>
              <a:buNone/>
              <a:defRPr>
                <a:latin typeface="PT Sans Narrow"/>
                <a:ea typeface="PT Sans Narrow"/>
                <a:cs typeface="PT Sans Narrow"/>
                <a:sym typeface="PT Sans Narrow"/>
              </a:defRPr>
            </a:lvl3pPr>
            <a:lvl4pPr lvl="3" rtl="0">
              <a:lnSpc>
                <a:spcPct val="100000"/>
              </a:lnSpc>
              <a:spcBef>
                <a:spcPts val="0"/>
              </a:spcBef>
              <a:spcAft>
                <a:spcPts val="0"/>
              </a:spcAft>
              <a:buSzPts val="1400"/>
              <a:buFont typeface="PT Sans Narrow"/>
              <a:buNone/>
              <a:defRPr>
                <a:latin typeface="PT Sans Narrow"/>
                <a:ea typeface="PT Sans Narrow"/>
                <a:cs typeface="PT Sans Narrow"/>
                <a:sym typeface="PT Sans Narrow"/>
              </a:defRPr>
            </a:lvl4pPr>
            <a:lvl5pPr lvl="4" rtl="0">
              <a:lnSpc>
                <a:spcPct val="100000"/>
              </a:lnSpc>
              <a:spcBef>
                <a:spcPts val="0"/>
              </a:spcBef>
              <a:spcAft>
                <a:spcPts val="0"/>
              </a:spcAft>
              <a:buSzPts val="1400"/>
              <a:buFont typeface="PT Sans Narrow"/>
              <a:buNone/>
              <a:defRPr>
                <a:latin typeface="PT Sans Narrow"/>
                <a:ea typeface="PT Sans Narrow"/>
                <a:cs typeface="PT Sans Narrow"/>
                <a:sym typeface="PT Sans Narrow"/>
              </a:defRPr>
            </a:lvl5pPr>
            <a:lvl6pPr lvl="5" rtl="0">
              <a:lnSpc>
                <a:spcPct val="100000"/>
              </a:lnSpc>
              <a:spcBef>
                <a:spcPts val="0"/>
              </a:spcBef>
              <a:spcAft>
                <a:spcPts val="0"/>
              </a:spcAft>
              <a:buSzPts val="1400"/>
              <a:buFont typeface="PT Sans Narrow"/>
              <a:buNone/>
              <a:defRPr>
                <a:latin typeface="PT Sans Narrow"/>
                <a:ea typeface="PT Sans Narrow"/>
                <a:cs typeface="PT Sans Narrow"/>
                <a:sym typeface="PT Sans Narrow"/>
              </a:defRPr>
            </a:lvl6pPr>
            <a:lvl7pPr lvl="6" rtl="0">
              <a:lnSpc>
                <a:spcPct val="100000"/>
              </a:lnSpc>
              <a:spcBef>
                <a:spcPts val="0"/>
              </a:spcBef>
              <a:spcAft>
                <a:spcPts val="0"/>
              </a:spcAft>
              <a:buSzPts val="1400"/>
              <a:buFont typeface="PT Sans Narrow"/>
              <a:buNone/>
              <a:defRPr>
                <a:latin typeface="PT Sans Narrow"/>
                <a:ea typeface="PT Sans Narrow"/>
                <a:cs typeface="PT Sans Narrow"/>
                <a:sym typeface="PT Sans Narrow"/>
              </a:defRPr>
            </a:lvl7pPr>
            <a:lvl8pPr lvl="7" rtl="0">
              <a:lnSpc>
                <a:spcPct val="100000"/>
              </a:lnSpc>
              <a:spcBef>
                <a:spcPts val="0"/>
              </a:spcBef>
              <a:spcAft>
                <a:spcPts val="0"/>
              </a:spcAft>
              <a:buSzPts val="1400"/>
              <a:buFont typeface="PT Sans Narrow"/>
              <a:buNone/>
              <a:defRPr>
                <a:latin typeface="PT Sans Narrow"/>
                <a:ea typeface="PT Sans Narrow"/>
                <a:cs typeface="PT Sans Narrow"/>
                <a:sym typeface="PT Sans Narrow"/>
              </a:defRPr>
            </a:lvl8pPr>
            <a:lvl9pPr lvl="8" rtl="0">
              <a:lnSpc>
                <a:spcPct val="100000"/>
              </a:lnSpc>
              <a:spcBef>
                <a:spcPts val="0"/>
              </a:spcBef>
              <a:spcAft>
                <a:spcPts val="0"/>
              </a:spcAft>
              <a:buSzPts val="1400"/>
              <a:buFont typeface="PT Sans Narrow"/>
              <a:buNone/>
              <a:defRPr>
                <a:latin typeface="PT Sans Narrow"/>
                <a:ea typeface="PT Sans Narrow"/>
                <a:cs typeface="PT Sans Narrow"/>
                <a:sym typeface="PT Sans Narrow"/>
              </a:defRPr>
            </a:lvl9pPr>
          </a:lstStyle>
          <a:p/>
        </p:txBody>
      </p:sp>
      <p:sp>
        <p:nvSpPr>
          <p:cNvPr id="1817" name="Google Shape;1817;p13"/>
          <p:cNvSpPr txBox="1"/>
          <p:nvPr>
            <p:ph idx="18"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1818" name="Google Shape;1818;p13"/>
          <p:cNvGrpSpPr/>
          <p:nvPr/>
        </p:nvGrpSpPr>
        <p:grpSpPr>
          <a:xfrm rot="-3427129">
            <a:off x="6357468" y="3522856"/>
            <a:ext cx="3963634" cy="2500056"/>
            <a:chOff x="2975000" y="20825"/>
            <a:chExt cx="3963625" cy="2500050"/>
          </a:xfrm>
        </p:grpSpPr>
        <p:sp>
          <p:nvSpPr>
            <p:cNvPr id="1819" name="Google Shape;1819;p13"/>
            <p:cNvSpPr/>
            <p:nvPr/>
          </p:nvSpPr>
          <p:spPr>
            <a:xfrm>
              <a:off x="2975000" y="442550"/>
              <a:ext cx="3962850" cy="2078325"/>
            </a:xfrm>
            <a:custGeom>
              <a:rect b="b" l="l" r="r" t="t"/>
              <a:pathLst>
                <a:path extrusionOk="0" fill="none" h="83133" w="158514">
                  <a:moveTo>
                    <a:pt x="0" y="1"/>
                  </a:moveTo>
                  <a:cubicBezTo>
                    <a:pt x="4347" y="3071"/>
                    <a:pt x="9423" y="6171"/>
                    <a:pt x="12797" y="10122"/>
                  </a:cubicBezTo>
                  <a:cubicBezTo>
                    <a:pt x="18025" y="16232"/>
                    <a:pt x="11095" y="25411"/>
                    <a:pt x="18298" y="31369"/>
                  </a:cubicBezTo>
                  <a:cubicBezTo>
                    <a:pt x="23952" y="36050"/>
                    <a:pt x="23982" y="41612"/>
                    <a:pt x="23283" y="48269"/>
                  </a:cubicBezTo>
                  <a:cubicBezTo>
                    <a:pt x="22706" y="53497"/>
                    <a:pt x="22463" y="62494"/>
                    <a:pt x="29028" y="64044"/>
                  </a:cubicBezTo>
                  <a:cubicBezTo>
                    <a:pt x="35776" y="65655"/>
                    <a:pt x="41186" y="60913"/>
                    <a:pt x="45624" y="56567"/>
                  </a:cubicBezTo>
                  <a:cubicBezTo>
                    <a:pt x="51855" y="50457"/>
                    <a:pt x="63466" y="46202"/>
                    <a:pt x="71825" y="49515"/>
                  </a:cubicBezTo>
                  <a:cubicBezTo>
                    <a:pt x="79211" y="52463"/>
                    <a:pt x="89728" y="48421"/>
                    <a:pt x="96598" y="51430"/>
                  </a:cubicBezTo>
                  <a:cubicBezTo>
                    <a:pt x="100762" y="53284"/>
                    <a:pt x="101035" y="58390"/>
                    <a:pt x="102343" y="62646"/>
                  </a:cubicBezTo>
                  <a:cubicBezTo>
                    <a:pt x="104197" y="68603"/>
                    <a:pt x="108938" y="75564"/>
                    <a:pt x="114106" y="78482"/>
                  </a:cubicBezTo>
                  <a:cubicBezTo>
                    <a:pt x="122343" y="83132"/>
                    <a:pt x="130914" y="70610"/>
                    <a:pt x="138909" y="69151"/>
                  </a:cubicBezTo>
                  <a:cubicBezTo>
                    <a:pt x="145474" y="67935"/>
                    <a:pt x="152435" y="73892"/>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13"/>
            <p:cNvSpPr/>
            <p:nvPr/>
          </p:nvSpPr>
          <p:spPr>
            <a:xfrm>
              <a:off x="2975000" y="442550"/>
              <a:ext cx="3962850" cy="2057800"/>
            </a:xfrm>
            <a:custGeom>
              <a:rect b="b" l="l" r="r" t="t"/>
              <a:pathLst>
                <a:path extrusionOk="0" fill="none" h="82312" w="158514">
                  <a:moveTo>
                    <a:pt x="0" y="1"/>
                  </a:moveTo>
                  <a:cubicBezTo>
                    <a:pt x="4408" y="3040"/>
                    <a:pt x="9392" y="6049"/>
                    <a:pt x="13040" y="9879"/>
                  </a:cubicBezTo>
                  <a:cubicBezTo>
                    <a:pt x="18602" y="15654"/>
                    <a:pt x="11733" y="24955"/>
                    <a:pt x="18694" y="30609"/>
                  </a:cubicBezTo>
                  <a:cubicBezTo>
                    <a:pt x="24408" y="35259"/>
                    <a:pt x="25077" y="40153"/>
                    <a:pt x="24317" y="46901"/>
                  </a:cubicBezTo>
                  <a:cubicBezTo>
                    <a:pt x="23739" y="52129"/>
                    <a:pt x="23131" y="61248"/>
                    <a:pt x="29849" y="62919"/>
                  </a:cubicBezTo>
                  <a:cubicBezTo>
                    <a:pt x="36870" y="64652"/>
                    <a:pt x="41794" y="59606"/>
                    <a:pt x="46627" y="55503"/>
                  </a:cubicBezTo>
                  <a:cubicBezTo>
                    <a:pt x="53557" y="49606"/>
                    <a:pt x="63983" y="44712"/>
                    <a:pt x="72798" y="48634"/>
                  </a:cubicBezTo>
                  <a:cubicBezTo>
                    <a:pt x="80123" y="51886"/>
                    <a:pt x="90245" y="48208"/>
                    <a:pt x="97266" y="51187"/>
                  </a:cubicBezTo>
                  <a:cubicBezTo>
                    <a:pt x="101522" y="52980"/>
                    <a:pt x="101674" y="58026"/>
                    <a:pt x="102890" y="62251"/>
                  </a:cubicBezTo>
                  <a:cubicBezTo>
                    <a:pt x="104561" y="68087"/>
                    <a:pt x="109303" y="75078"/>
                    <a:pt x="114440" y="77844"/>
                  </a:cubicBezTo>
                  <a:cubicBezTo>
                    <a:pt x="122799" y="82312"/>
                    <a:pt x="131097" y="70032"/>
                    <a:pt x="139243" y="68877"/>
                  </a:cubicBezTo>
                  <a:cubicBezTo>
                    <a:pt x="145656" y="67935"/>
                    <a:pt x="152495" y="73771"/>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13"/>
            <p:cNvSpPr/>
            <p:nvPr/>
          </p:nvSpPr>
          <p:spPr>
            <a:xfrm>
              <a:off x="2975000" y="442550"/>
              <a:ext cx="3962850" cy="2035775"/>
            </a:xfrm>
            <a:custGeom>
              <a:rect b="b" l="l" r="r" t="t"/>
              <a:pathLst>
                <a:path extrusionOk="0" fill="none" h="81431" w="158514">
                  <a:moveTo>
                    <a:pt x="0" y="1"/>
                  </a:moveTo>
                  <a:cubicBezTo>
                    <a:pt x="4468" y="3040"/>
                    <a:pt x="9362" y="5958"/>
                    <a:pt x="13313" y="9606"/>
                  </a:cubicBezTo>
                  <a:cubicBezTo>
                    <a:pt x="19210" y="15077"/>
                    <a:pt x="12432" y="24469"/>
                    <a:pt x="19089" y="29849"/>
                  </a:cubicBezTo>
                  <a:cubicBezTo>
                    <a:pt x="24803" y="34469"/>
                    <a:pt x="26019" y="38694"/>
                    <a:pt x="25350" y="45564"/>
                  </a:cubicBezTo>
                  <a:cubicBezTo>
                    <a:pt x="24833" y="50822"/>
                    <a:pt x="23739" y="60001"/>
                    <a:pt x="30609" y="61795"/>
                  </a:cubicBezTo>
                  <a:cubicBezTo>
                    <a:pt x="37691" y="63649"/>
                    <a:pt x="42797" y="58299"/>
                    <a:pt x="47813" y="54378"/>
                  </a:cubicBezTo>
                  <a:cubicBezTo>
                    <a:pt x="55989" y="47995"/>
                    <a:pt x="63345" y="43375"/>
                    <a:pt x="73801" y="47752"/>
                  </a:cubicBezTo>
                  <a:cubicBezTo>
                    <a:pt x="81704" y="51065"/>
                    <a:pt x="90762" y="48026"/>
                    <a:pt x="97966" y="50944"/>
                  </a:cubicBezTo>
                  <a:cubicBezTo>
                    <a:pt x="102282" y="52707"/>
                    <a:pt x="102343" y="57631"/>
                    <a:pt x="103437" y="61825"/>
                  </a:cubicBezTo>
                  <a:cubicBezTo>
                    <a:pt x="104957" y="67570"/>
                    <a:pt x="109637" y="74531"/>
                    <a:pt x="114774" y="77145"/>
                  </a:cubicBezTo>
                  <a:cubicBezTo>
                    <a:pt x="123285" y="81430"/>
                    <a:pt x="131310" y="69454"/>
                    <a:pt x="139577" y="68573"/>
                  </a:cubicBezTo>
                  <a:cubicBezTo>
                    <a:pt x="145869" y="67904"/>
                    <a:pt x="152587" y="73649"/>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13"/>
            <p:cNvSpPr/>
            <p:nvPr/>
          </p:nvSpPr>
          <p:spPr>
            <a:xfrm>
              <a:off x="2975000" y="442550"/>
              <a:ext cx="3962850" cy="2014500"/>
            </a:xfrm>
            <a:custGeom>
              <a:rect b="b" l="l" r="r" t="t"/>
              <a:pathLst>
                <a:path extrusionOk="0" fill="none" h="80580" w="158514">
                  <a:moveTo>
                    <a:pt x="0" y="1"/>
                  </a:moveTo>
                  <a:cubicBezTo>
                    <a:pt x="4560" y="3010"/>
                    <a:pt x="9392" y="5897"/>
                    <a:pt x="13526" y="9393"/>
                  </a:cubicBezTo>
                  <a:cubicBezTo>
                    <a:pt x="19666" y="14469"/>
                    <a:pt x="13162" y="23952"/>
                    <a:pt x="19484" y="29150"/>
                  </a:cubicBezTo>
                  <a:cubicBezTo>
                    <a:pt x="24560" y="33314"/>
                    <a:pt x="27235" y="37509"/>
                    <a:pt x="26323" y="44348"/>
                  </a:cubicBezTo>
                  <a:cubicBezTo>
                    <a:pt x="25563" y="49728"/>
                    <a:pt x="24317" y="58846"/>
                    <a:pt x="31308" y="60792"/>
                  </a:cubicBezTo>
                  <a:cubicBezTo>
                    <a:pt x="38390" y="62737"/>
                    <a:pt x="43770" y="57296"/>
                    <a:pt x="48998" y="53375"/>
                  </a:cubicBezTo>
                  <a:cubicBezTo>
                    <a:pt x="57813" y="46688"/>
                    <a:pt x="63892" y="42129"/>
                    <a:pt x="74743" y="47023"/>
                  </a:cubicBezTo>
                  <a:cubicBezTo>
                    <a:pt x="82433" y="50488"/>
                    <a:pt x="91248" y="47995"/>
                    <a:pt x="98604" y="50761"/>
                  </a:cubicBezTo>
                  <a:cubicBezTo>
                    <a:pt x="103042" y="52372"/>
                    <a:pt x="103011" y="57266"/>
                    <a:pt x="104014" y="61430"/>
                  </a:cubicBezTo>
                  <a:cubicBezTo>
                    <a:pt x="105382" y="67084"/>
                    <a:pt x="109941" y="74014"/>
                    <a:pt x="115109" y="76445"/>
                  </a:cubicBezTo>
                  <a:cubicBezTo>
                    <a:pt x="123802" y="80579"/>
                    <a:pt x="132100" y="68299"/>
                    <a:pt x="139912" y="68330"/>
                  </a:cubicBezTo>
                  <a:cubicBezTo>
                    <a:pt x="144927" y="68330"/>
                    <a:pt x="153529" y="7331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13"/>
            <p:cNvSpPr/>
            <p:nvPr/>
          </p:nvSpPr>
          <p:spPr>
            <a:xfrm>
              <a:off x="2975000" y="442550"/>
              <a:ext cx="3962850" cy="1991700"/>
            </a:xfrm>
            <a:custGeom>
              <a:rect b="b" l="l" r="r" t="t"/>
              <a:pathLst>
                <a:path extrusionOk="0" fill="none" h="79668" w="158514">
                  <a:moveTo>
                    <a:pt x="0" y="1"/>
                  </a:moveTo>
                  <a:cubicBezTo>
                    <a:pt x="4590" y="3010"/>
                    <a:pt x="9484" y="5897"/>
                    <a:pt x="13769" y="9119"/>
                  </a:cubicBezTo>
                  <a:cubicBezTo>
                    <a:pt x="20122" y="13861"/>
                    <a:pt x="13952" y="23344"/>
                    <a:pt x="19879" y="28360"/>
                  </a:cubicBezTo>
                  <a:cubicBezTo>
                    <a:pt x="24651" y="32402"/>
                    <a:pt x="28055" y="36475"/>
                    <a:pt x="27265" y="43102"/>
                  </a:cubicBezTo>
                  <a:cubicBezTo>
                    <a:pt x="26627" y="48482"/>
                    <a:pt x="24985" y="57600"/>
                    <a:pt x="31946" y="59698"/>
                  </a:cubicBezTo>
                  <a:cubicBezTo>
                    <a:pt x="39028" y="61795"/>
                    <a:pt x="44955" y="56202"/>
                    <a:pt x="50183" y="52251"/>
                  </a:cubicBezTo>
                  <a:cubicBezTo>
                    <a:pt x="59424" y="45260"/>
                    <a:pt x="64561" y="40761"/>
                    <a:pt x="75746" y="46232"/>
                  </a:cubicBezTo>
                  <a:cubicBezTo>
                    <a:pt x="83315" y="49971"/>
                    <a:pt x="91795" y="47813"/>
                    <a:pt x="99273" y="50488"/>
                  </a:cubicBezTo>
                  <a:cubicBezTo>
                    <a:pt x="103832" y="52129"/>
                    <a:pt x="103619" y="56840"/>
                    <a:pt x="104653" y="61035"/>
                  </a:cubicBezTo>
                  <a:cubicBezTo>
                    <a:pt x="106051" y="66749"/>
                    <a:pt x="110124" y="73315"/>
                    <a:pt x="115443" y="75716"/>
                  </a:cubicBezTo>
                  <a:cubicBezTo>
                    <a:pt x="124227" y="79667"/>
                    <a:pt x="132039" y="67995"/>
                    <a:pt x="140246" y="68056"/>
                  </a:cubicBezTo>
                  <a:cubicBezTo>
                    <a:pt x="145535" y="68087"/>
                    <a:pt x="153377" y="7340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13"/>
            <p:cNvSpPr/>
            <p:nvPr/>
          </p:nvSpPr>
          <p:spPr>
            <a:xfrm>
              <a:off x="2975000" y="442550"/>
              <a:ext cx="3963625" cy="1968900"/>
            </a:xfrm>
            <a:custGeom>
              <a:rect b="b" l="l" r="r" t="t"/>
              <a:pathLst>
                <a:path extrusionOk="0" fill="none" h="78756" w="158545">
                  <a:moveTo>
                    <a:pt x="0" y="1"/>
                  </a:moveTo>
                  <a:cubicBezTo>
                    <a:pt x="4651" y="2979"/>
                    <a:pt x="9575" y="5867"/>
                    <a:pt x="14013" y="8876"/>
                  </a:cubicBezTo>
                  <a:cubicBezTo>
                    <a:pt x="20548" y="13283"/>
                    <a:pt x="14985" y="22706"/>
                    <a:pt x="20305" y="27539"/>
                  </a:cubicBezTo>
                  <a:cubicBezTo>
                    <a:pt x="24590" y="31430"/>
                    <a:pt x="28724" y="35715"/>
                    <a:pt x="28147" y="42007"/>
                  </a:cubicBezTo>
                  <a:cubicBezTo>
                    <a:pt x="27630" y="47296"/>
                    <a:pt x="25654" y="56445"/>
                    <a:pt x="32584" y="58664"/>
                  </a:cubicBezTo>
                  <a:cubicBezTo>
                    <a:pt x="39606" y="60913"/>
                    <a:pt x="46354" y="55077"/>
                    <a:pt x="51369" y="51096"/>
                  </a:cubicBezTo>
                  <a:cubicBezTo>
                    <a:pt x="60609" y="43770"/>
                    <a:pt x="65351" y="39576"/>
                    <a:pt x="76749" y="45594"/>
                  </a:cubicBezTo>
                  <a:cubicBezTo>
                    <a:pt x="84166" y="49515"/>
                    <a:pt x="92251" y="47722"/>
                    <a:pt x="99911" y="50275"/>
                  </a:cubicBezTo>
                  <a:cubicBezTo>
                    <a:pt x="104622" y="51855"/>
                    <a:pt x="104318" y="56445"/>
                    <a:pt x="105260" y="60609"/>
                  </a:cubicBezTo>
                  <a:cubicBezTo>
                    <a:pt x="106537" y="66324"/>
                    <a:pt x="110428" y="72676"/>
                    <a:pt x="115808" y="74956"/>
                  </a:cubicBezTo>
                  <a:cubicBezTo>
                    <a:pt x="124714" y="78756"/>
                    <a:pt x="132313" y="67418"/>
                    <a:pt x="140580" y="67813"/>
                  </a:cubicBezTo>
                  <a:cubicBezTo>
                    <a:pt x="145778" y="68056"/>
                    <a:pt x="153438" y="73315"/>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13"/>
            <p:cNvSpPr/>
            <p:nvPr/>
          </p:nvSpPr>
          <p:spPr>
            <a:xfrm>
              <a:off x="2975000" y="442550"/>
              <a:ext cx="3962850" cy="1919500"/>
            </a:xfrm>
            <a:custGeom>
              <a:rect b="b" l="l" r="r" t="t"/>
              <a:pathLst>
                <a:path extrusionOk="0" fill="none" h="76780" w="158514">
                  <a:moveTo>
                    <a:pt x="0" y="1"/>
                  </a:moveTo>
                  <a:cubicBezTo>
                    <a:pt x="4712" y="2949"/>
                    <a:pt x="9666" y="5776"/>
                    <a:pt x="14225" y="8633"/>
                  </a:cubicBezTo>
                  <a:cubicBezTo>
                    <a:pt x="20973" y="12797"/>
                    <a:pt x="16049" y="21977"/>
                    <a:pt x="20760" y="26718"/>
                  </a:cubicBezTo>
                  <a:cubicBezTo>
                    <a:pt x="24438" y="30396"/>
                    <a:pt x="29332" y="35168"/>
                    <a:pt x="28967" y="41004"/>
                  </a:cubicBezTo>
                  <a:cubicBezTo>
                    <a:pt x="28633" y="46202"/>
                    <a:pt x="26444" y="55381"/>
                    <a:pt x="33192" y="57661"/>
                  </a:cubicBezTo>
                  <a:cubicBezTo>
                    <a:pt x="40153" y="60032"/>
                    <a:pt x="47752" y="53953"/>
                    <a:pt x="52494" y="49880"/>
                  </a:cubicBezTo>
                  <a:cubicBezTo>
                    <a:pt x="61703" y="41977"/>
                    <a:pt x="66293" y="38633"/>
                    <a:pt x="77722" y="45016"/>
                  </a:cubicBezTo>
                  <a:cubicBezTo>
                    <a:pt x="84926" y="49059"/>
                    <a:pt x="92707" y="47722"/>
                    <a:pt x="100488" y="50093"/>
                  </a:cubicBezTo>
                  <a:cubicBezTo>
                    <a:pt x="105382" y="51582"/>
                    <a:pt x="104987" y="56080"/>
                    <a:pt x="105838" y="60245"/>
                  </a:cubicBezTo>
                  <a:cubicBezTo>
                    <a:pt x="107023" y="65898"/>
                    <a:pt x="111005" y="72676"/>
                    <a:pt x="116142" y="74227"/>
                  </a:cubicBezTo>
                  <a:cubicBezTo>
                    <a:pt x="124683" y="76780"/>
                    <a:pt x="132191" y="66901"/>
                    <a:pt x="140884" y="67570"/>
                  </a:cubicBezTo>
                  <a:cubicBezTo>
                    <a:pt x="145930" y="67965"/>
                    <a:pt x="153468" y="73224"/>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13"/>
            <p:cNvSpPr/>
            <p:nvPr/>
          </p:nvSpPr>
          <p:spPr>
            <a:xfrm>
              <a:off x="2975000" y="442550"/>
              <a:ext cx="3962100" cy="1896700"/>
            </a:xfrm>
            <a:custGeom>
              <a:rect b="b" l="l" r="r" t="t"/>
              <a:pathLst>
                <a:path extrusionOk="0" fill="none" h="75868" w="158484">
                  <a:moveTo>
                    <a:pt x="0" y="1"/>
                  </a:moveTo>
                  <a:cubicBezTo>
                    <a:pt x="4742" y="2949"/>
                    <a:pt x="9788" y="5441"/>
                    <a:pt x="14438" y="8359"/>
                  </a:cubicBezTo>
                  <a:cubicBezTo>
                    <a:pt x="21520" y="12797"/>
                    <a:pt x="16900" y="20852"/>
                    <a:pt x="21277" y="25837"/>
                  </a:cubicBezTo>
                  <a:cubicBezTo>
                    <a:pt x="24408" y="29424"/>
                    <a:pt x="29758" y="34652"/>
                    <a:pt x="29727" y="40123"/>
                  </a:cubicBezTo>
                  <a:cubicBezTo>
                    <a:pt x="29666" y="45229"/>
                    <a:pt x="27447" y="54014"/>
                    <a:pt x="33770" y="56658"/>
                  </a:cubicBezTo>
                  <a:cubicBezTo>
                    <a:pt x="40396" y="59394"/>
                    <a:pt x="49545" y="52433"/>
                    <a:pt x="53618" y="48542"/>
                  </a:cubicBezTo>
                  <a:cubicBezTo>
                    <a:pt x="62707" y="39788"/>
                    <a:pt x="67448" y="37904"/>
                    <a:pt x="78725" y="44530"/>
                  </a:cubicBezTo>
                  <a:cubicBezTo>
                    <a:pt x="85716" y="48664"/>
                    <a:pt x="93224" y="47722"/>
                    <a:pt x="101066" y="49910"/>
                  </a:cubicBezTo>
                  <a:cubicBezTo>
                    <a:pt x="106142" y="51308"/>
                    <a:pt x="105716" y="55685"/>
                    <a:pt x="106476" y="59849"/>
                  </a:cubicBezTo>
                  <a:cubicBezTo>
                    <a:pt x="107540" y="65503"/>
                    <a:pt x="111279" y="71977"/>
                    <a:pt x="116477" y="73467"/>
                  </a:cubicBezTo>
                  <a:cubicBezTo>
                    <a:pt x="124927" y="75868"/>
                    <a:pt x="132708" y="66354"/>
                    <a:pt x="141188" y="67357"/>
                  </a:cubicBezTo>
                  <a:cubicBezTo>
                    <a:pt x="146143" y="67935"/>
                    <a:pt x="153468" y="7313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13"/>
            <p:cNvSpPr/>
            <p:nvPr/>
          </p:nvSpPr>
          <p:spPr>
            <a:xfrm>
              <a:off x="2975000" y="442550"/>
              <a:ext cx="3962850" cy="1870875"/>
            </a:xfrm>
            <a:custGeom>
              <a:rect b="b" l="l" r="r" t="t"/>
              <a:pathLst>
                <a:path extrusionOk="0" fill="none" h="74835" w="158514">
                  <a:moveTo>
                    <a:pt x="0" y="1"/>
                  </a:moveTo>
                  <a:cubicBezTo>
                    <a:pt x="4803" y="2919"/>
                    <a:pt x="9848" y="5350"/>
                    <a:pt x="14651" y="8116"/>
                  </a:cubicBezTo>
                  <a:cubicBezTo>
                    <a:pt x="21946" y="12311"/>
                    <a:pt x="18086" y="19697"/>
                    <a:pt x="21885" y="24895"/>
                  </a:cubicBezTo>
                  <a:cubicBezTo>
                    <a:pt x="24590" y="28633"/>
                    <a:pt x="30031" y="34013"/>
                    <a:pt x="30396" y="39272"/>
                  </a:cubicBezTo>
                  <a:cubicBezTo>
                    <a:pt x="30791" y="44439"/>
                    <a:pt x="28299" y="52919"/>
                    <a:pt x="34439" y="55625"/>
                  </a:cubicBezTo>
                  <a:cubicBezTo>
                    <a:pt x="41186" y="58603"/>
                    <a:pt x="50670" y="51217"/>
                    <a:pt x="54712" y="47083"/>
                  </a:cubicBezTo>
                  <a:cubicBezTo>
                    <a:pt x="63892" y="37630"/>
                    <a:pt x="68542" y="37266"/>
                    <a:pt x="79789" y="44135"/>
                  </a:cubicBezTo>
                  <a:cubicBezTo>
                    <a:pt x="86476" y="48208"/>
                    <a:pt x="93984" y="47661"/>
                    <a:pt x="101674" y="49728"/>
                  </a:cubicBezTo>
                  <a:cubicBezTo>
                    <a:pt x="106932" y="51126"/>
                    <a:pt x="106416" y="55138"/>
                    <a:pt x="107145" y="59454"/>
                  </a:cubicBezTo>
                  <a:cubicBezTo>
                    <a:pt x="108057" y="64986"/>
                    <a:pt x="111552" y="71339"/>
                    <a:pt x="116872" y="72707"/>
                  </a:cubicBezTo>
                  <a:cubicBezTo>
                    <a:pt x="125322" y="74835"/>
                    <a:pt x="133285" y="65837"/>
                    <a:pt x="141523" y="67114"/>
                  </a:cubicBezTo>
                  <a:cubicBezTo>
                    <a:pt x="146386" y="67874"/>
                    <a:pt x="153559" y="73011"/>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13"/>
            <p:cNvSpPr/>
            <p:nvPr/>
          </p:nvSpPr>
          <p:spPr>
            <a:xfrm>
              <a:off x="2975000" y="442550"/>
              <a:ext cx="3962850" cy="1848075"/>
            </a:xfrm>
            <a:custGeom>
              <a:rect b="b" l="l" r="r" t="t"/>
              <a:pathLst>
                <a:path extrusionOk="0" fill="none" h="73923" w="158514">
                  <a:moveTo>
                    <a:pt x="0" y="1"/>
                  </a:moveTo>
                  <a:cubicBezTo>
                    <a:pt x="4833" y="2888"/>
                    <a:pt x="9909" y="5259"/>
                    <a:pt x="14864" y="7873"/>
                  </a:cubicBezTo>
                  <a:cubicBezTo>
                    <a:pt x="22219" y="11764"/>
                    <a:pt x="19301" y="18390"/>
                    <a:pt x="22584" y="23922"/>
                  </a:cubicBezTo>
                  <a:cubicBezTo>
                    <a:pt x="25046" y="28086"/>
                    <a:pt x="30092" y="33649"/>
                    <a:pt x="31004" y="38542"/>
                  </a:cubicBezTo>
                  <a:cubicBezTo>
                    <a:pt x="31855" y="43284"/>
                    <a:pt x="29150" y="51947"/>
                    <a:pt x="35107" y="54561"/>
                  </a:cubicBezTo>
                  <a:cubicBezTo>
                    <a:pt x="42250" y="57691"/>
                    <a:pt x="51673" y="50032"/>
                    <a:pt x="55746" y="45503"/>
                  </a:cubicBezTo>
                  <a:cubicBezTo>
                    <a:pt x="64834" y="35411"/>
                    <a:pt x="69941" y="36992"/>
                    <a:pt x="80822" y="43770"/>
                  </a:cubicBezTo>
                  <a:cubicBezTo>
                    <a:pt x="87205" y="47782"/>
                    <a:pt x="94683" y="47691"/>
                    <a:pt x="102191" y="49576"/>
                  </a:cubicBezTo>
                  <a:cubicBezTo>
                    <a:pt x="107571" y="50913"/>
                    <a:pt x="107145" y="54682"/>
                    <a:pt x="107783" y="59090"/>
                  </a:cubicBezTo>
                  <a:cubicBezTo>
                    <a:pt x="108604" y="64591"/>
                    <a:pt x="111826" y="70610"/>
                    <a:pt x="117236" y="71917"/>
                  </a:cubicBezTo>
                  <a:cubicBezTo>
                    <a:pt x="125504" y="73923"/>
                    <a:pt x="133863" y="65321"/>
                    <a:pt x="141827" y="66901"/>
                  </a:cubicBezTo>
                  <a:cubicBezTo>
                    <a:pt x="146599" y="67813"/>
                    <a:pt x="153620" y="7292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13"/>
            <p:cNvSpPr/>
            <p:nvPr/>
          </p:nvSpPr>
          <p:spPr>
            <a:xfrm>
              <a:off x="2975000" y="442550"/>
              <a:ext cx="3962100" cy="1826050"/>
            </a:xfrm>
            <a:custGeom>
              <a:rect b="b" l="l" r="r" t="t"/>
              <a:pathLst>
                <a:path extrusionOk="0" fill="none" h="73042" w="158484">
                  <a:moveTo>
                    <a:pt x="0" y="1"/>
                  </a:moveTo>
                  <a:cubicBezTo>
                    <a:pt x="4894" y="2858"/>
                    <a:pt x="10000" y="5168"/>
                    <a:pt x="15076" y="7630"/>
                  </a:cubicBezTo>
                  <a:cubicBezTo>
                    <a:pt x="22402" y="11217"/>
                    <a:pt x="20639" y="16992"/>
                    <a:pt x="23435" y="22980"/>
                  </a:cubicBezTo>
                  <a:cubicBezTo>
                    <a:pt x="25685" y="27813"/>
                    <a:pt x="29910" y="33041"/>
                    <a:pt x="31460" y="37934"/>
                  </a:cubicBezTo>
                  <a:cubicBezTo>
                    <a:pt x="32858" y="42372"/>
                    <a:pt x="29940" y="51096"/>
                    <a:pt x="35867" y="53558"/>
                  </a:cubicBezTo>
                  <a:cubicBezTo>
                    <a:pt x="43618" y="56749"/>
                    <a:pt x="52433" y="48937"/>
                    <a:pt x="56779" y="43831"/>
                  </a:cubicBezTo>
                  <a:cubicBezTo>
                    <a:pt x="65746" y="33314"/>
                    <a:pt x="71552" y="36901"/>
                    <a:pt x="81886" y="43466"/>
                  </a:cubicBezTo>
                  <a:cubicBezTo>
                    <a:pt x="87965" y="47327"/>
                    <a:pt x="95412" y="47752"/>
                    <a:pt x="102707" y="49454"/>
                  </a:cubicBezTo>
                  <a:cubicBezTo>
                    <a:pt x="108148" y="50700"/>
                    <a:pt x="107905" y="54226"/>
                    <a:pt x="108452" y="58725"/>
                  </a:cubicBezTo>
                  <a:cubicBezTo>
                    <a:pt x="109182" y="64226"/>
                    <a:pt x="112130" y="69910"/>
                    <a:pt x="117571" y="71187"/>
                  </a:cubicBezTo>
                  <a:cubicBezTo>
                    <a:pt x="125626" y="73041"/>
                    <a:pt x="134410" y="64895"/>
                    <a:pt x="142100" y="66688"/>
                  </a:cubicBezTo>
                  <a:cubicBezTo>
                    <a:pt x="146751" y="67783"/>
                    <a:pt x="153590" y="72828"/>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13"/>
            <p:cNvSpPr/>
            <p:nvPr/>
          </p:nvSpPr>
          <p:spPr>
            <a:xfrm>
              <a:off x="2975000" y="442550"/>
              <a:ext cx="3962850" cy="1818450"/>
            </a:xfrm>
            <a:custGeom>
              <a:rect b="b" l="l" r="r" t="t"/>
              <a:pathLst>
                <a:path extrusionOk="0" fill="none" h="72738" w="158514">
                  <a:moveTo>
                    <a:pt x="0" y="1"/>
                  </a:moveTo>
                  <a:cubicBezTo>
                    <a:pt x="4924" y="2827"/>
                    <a:pt x="10122" y="5077"/>
                    <a:pt x="15259" y="7387"/>
                  </a:cubicBezTo>
                  <a:cubicBezTo>
                    <a:pt x="22432" y="10609"/>
                    <a:pt x="22159" y="15594"/>
                    <a:pt x="24317" y="22007"/>
                  </a:cubicBezTo>
                  <a:cubicBezTo>
                    <a:pt x="26171" y="27630"/>
                    <a:pt x="29332" y="32402"/>
                    <a:pt x="31733" y="37418"/>
                  </a:cubicBezTo>
                  <a:cubicBezTo>
                    <a:pt x="33831" y="41764"/>
                    <a:pt x="30669" y="50305"/>
                    <a:pt x="36657" y="52615"/>
                  </a:cubicBezTo>
                  <a:cubicBezTo>
                    <a:pt x="44955" y="55868"/>
                    <a:pt x="53162" y="47630"/>
                    <a:pt x="57782" y="42068"/>
                  </a:cubicBezTo>
                  <a:cubicBezTo>
                    <a:pt x="66476" y="31551"/>
                    <a:pt x="73315" y="37022"/>
                    <a:pt x="82950" y="43193"/>
                  </a:cubicBezTo>
                  <a:cubicBezTo>
                    <a:pt x="88695" y="46871"/>
                    <a:pt x="96142" y="47813"/>
                    <a:pt x="103194" y="49333"/>
                  </a:cubicBezTo>
                  <a:cubicBezTo>
                    <a:pt x="108726" y="50488"/>
                    <a:pt x="108634" y="53740"/>
                    <a:pt x="109151" y="58390"/>
                  </a:cubicBezTo>
                  <a:cubicBezTo>
                    <a:pt x="109789" y="63862"/>
                    <a:pt x="112464" y="69211"/>
                    <a:pt x="117996" y="70427"/>
                  </a:cubicBezTo>
                  <a:cubicBezTo>
                    <a:pt x="125778" y="72129"/>
                    <a:pt x="135018" y="64439"/>
                    <a:pt x="142434" y="66506"/>
                  </a:cubicBezTo>
                  <a:cubicBezTo>
                    <a:pt x="146994" y="67752"/>
                    <a:pt x="153650" y="72737"/>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13"/>
            <p:cNvSpPr/>
            <p:nvPr/>
          </p:nvSpPr>
          <p:spPr>
            <a:xfrm>
              <a:off x="2975000" y="442550"/>
              <a:ext cx="3962850" cy="1816175"/>
            </a:xfrm>
            <a:custGeom>
              <a:rect b="b" l="l" r="r" t="t"/>
              <a:pathLst>
                <a:path extrusionOk="0" fill="none" h="72647" w="158514">
                  <a:moveTo>
                    <a:pt x="0" y="1"/>
                  </a:moveTo>
                  <a:cubicBezTo>
                    <a:pt x="4985" y="2797"/>
                    <a:pt x="10244" y="4985"/>
                    <a:pt x="15441" y="7144"/>
                  </a:cubicBezTo>
                  <a:cubicBezTo>
                    <a:pt x="22341" y="10031"/>
                    <a:pt x="23648" y="14621"/>
                    <a:pt x="25259" y="21034"/>
                  </a:cubicBezTo>
                  <a:cubicBezTo>
                    <a:pt x="26688" y="26809"/>
                    <a:pt x="28572" y="31977"/>
                    <a:pt x="31885" y="36992"/>
                  </a:cubicBezTo>
                  <a:cubicBezTo>
                    <a:pt x="34742" y="41278"/>
                    <a:pt x="31429" y="49606"/>
                    <a:pt x="37478" y="51825"/>
                  </a:cubicBezTo>
                  <a:cubicBezTo>
                    <a:pt x="46171" y="55017"/>
                    <a:pt x="54469" y="46202"/>
                    <a:pt x="58755" y="40305"/>
                  </a:cubicBezTo>
                  <a:cubicBezTo>
                    <a:pt x="66232" y="30001"/>
                    <a:pt x="76415" y="38025"/>
                    <a:pt x="84044" y="42889"/>
                  </a:cubicBezTo>
                  <a:cubicBezTo>
                    <a:pt x="89546" y="46384"/>
                    <a:pt x="96841" y="47874"/>
                    <a:pt x="103680" y="49211"/>
                  </a:cubicBezTo>
                  <a:cubicBezTo>
                    <a:pt x="109242" y="50305"/>
                    <a:pt x="109364" y="53254"/>
                    <a:pt x="109850" y="58026"/>
                  </a:cubicBezTo>
                  <a:cubicBezTo>
                    <a:pt x="110397" y="63436"/>
                    <a:pt x="112829" y="68482"/>
                    <a:pt x="118422" y="69667"/>
                  </a:cubicBezTo>
                  <a:cubicBezTo>
                    <a:pt x="125930" y="71278"/>
                    <a:pt x="135626" y="64044"/>
                    <a:pt x="142708" y="66293"/>
                  </a:cubicBezTo>
                  <a:cubicBezTo>
                    <a:pt x="147176" y="67692"/>
                    <a:pt x="153681" y="7264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13"/>
            <p:cNvSpPr/>
            <p:nvPr/>
          </p:nvSpPr>
          <p:spPr>
            <a:xfrm>
              <a:off x="2975000" y="442550"/>
              <a:ext cx="3962850" cy="1813875"/>
            </a:xfrm>
            <a:custGeom>
              <a:rect b="b" l="l" r="r" t="t"/>
              <a:pathLst>
                <a:path extrusionOk="0" fill="none" h="72555" w="158514">
                  <a:moveTo>
                    <a:pt x="0" y="1"/>
                  </a:moveTo>
                  <a:cubicBezTo>
                    <a:pt x="5015" y="2767"/>
                    <a:pt x="10335" y="4894"/>
                    <a:pt x="15624" y="6931"/>
                  </a:cubicBezTo>
                  <a:cubicBezTo>
                    <a:pt x="22189" y="9423"/>
                    <a:pt x="24925" y="13648"/>
                    <a:pt x="26262" y="20031"/>
                  </a:cubicBezTo>
                  <a:cubicBezTo>
                    <a:pt x="27508" y="25958"/>
                    <a:pt x="27843" y="31582"/>
                    <a:pt x="31916" y="36597"/>
                  </a:cubicBezTo>
                  <a:cubicBezTo>
                    <a:pt x="35290" y="40731"/>
                    <a:pt x="32432" y="49150"/>
                    <a:pt x="38299" y="51096"/>
                  </a:cubicBezTo>
                  <a:cubicBezTo>
                    <a:pt x="47326" y="54105"/>
                    <a:pt x="55138" y="44804"/>
                    <a:pt x="59758" y="38512"/>
                  </a:cubicBezTo>
                  <a:cubicBezTo>
                    <a:pt x="66901" y="28816"/>
                    <a:pt x="78512" y="38512"/>
                    <a:pt x="85139" y="42585"/>
                  </a:cubicBezTo>
                  <a:cubicBezTo>
                    <a:pt x="90397" y="45807"/>
                    <a:pt x="97510" y="47995"/>
                    <a:pt x="104105" y="49120"/>
                  </a:cubicBezTo>
                  <a:cubicBezTo>
                    <a:pt x="109698" y="50062"/>
                    <a:pt x="109729" y="52707"/>
                    <a:pt x="110580" y="57691"/>
                  </a:cubicBezTo>
                  <a:cubicBezTo>
                    <a:pt x="111461" y="63071"/>
                    <a:pt x="112829" y="67692"/>
                    <a:pt x="118878" y="68938"/>
                  </a:cubicBezTo>
                  <a:cubicBezTo>
                    <a:pt x="126082" y="70427"/>
                    <a:pt x="136234" y="63649"/>
                    <a:pt x="143012" y="66111"/>
                  </a:cubicBezTo>
                  <a:cubicBezTo>
                    <a:pt x="147359" y="67661"/>
                    <a:pt x="153742" y="7255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13"/>
            <p:cNvSpPr/>
            <p:nvPr/>
          </p:nvSpPr>
          <p:spPr>
            <a:xfrm>
              <a:off x="2975000" y="442550"/>
              <a:ext cx="3962850" cy="1804000"/>
            </a:xfrm>
            <a:custGeom>
              <a:rect b="b" l="l" r="r" t="t"/>
              <a:pathLst>
                <a:path extrusionOk="0" fill="none" h="72160" w="158514">
                  <a:moveTo>
                    <a:pt x="0" y="1"/>
                  </a:moveTo>
                  <a:cubicBezTo>
                    <a:pt x="5076" y="2736"/>
                    <a:pt x="10456" y="4803"/>
                    <a:pt x="15806" y="6688"/>
                  </a:cubicBezTo>
                  <a:cubicBezTo>
                    <a:pt x="22037" y="8876"/>
                    <a:pt x="26049" y="12767"/>
                    <a:pt x="27326" y="18967"/>
                  </a:cubicBezTo>
                  <a:cubicBezTo>
                    <a:pt x="28542" y="24925"/>
                    <a:pt x="27326" y="31126"/>
                    <a:pt x="31855" y="36202"/>
                  </a:cubicBezTo>
                  <a:cubicBezTo>
                    <a:pt x="35381" y="40153"/>
                    <a:pt x="33618" y="48725"/>
                    <a:pt x="39150" y="50457"/>
                  </a:cubicBezTo>
                  <a:cubicBezTo>
                    <a:pt x="48329" y="53314"/>
                    <a:pt x="55746" y="42919"/>
                    <a:pt x="60792" y="36810"/>
                  </a:cubicBezTo>
                  <a:cubicBezTo>
                    <a:pt x="67995" y="28086"/>
                    <a:pt x="80032" y="38360"/>
                    <a:pt x="86263" y="42159"/>
                  </a:cubicBezTo>
                  <a:cubicBezTo>
                    <a:pt x="91430" y="45320"/>
                    <a:pt x="98057" y="48056"/>
                    <a:pt x="104561" y="48998"/>
                  </a:cubicBezTo>
                  <a:cubicBezTo>
                    <a:pt x="115747" y="50700"/>
                    <a:pt x="107692" y="65898"/>
                    <a:pt x="119303" y="68178"/>
                  </a:cubicBezTo>
                  <a:cubicBezTo>
                    <a:pt x="126294" y="69576"/>
                    <a:pt x="136872" y="63254"/>
                    <a:pt x="143316" y="65898"/>
                  </a:cubicBezTo>
                  <a:cubicBezTo>
                    <a:pt x="147784" y="67752"/>
                    <a:pt x="153407" y="7216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13"/>
            <p:cNvSpPr/>
            <p:nvPr/>
          </p:nvSpPr>
          <p:spPr>
            <a:xfrm>
              <a:off x="2975000" y="442550"/>
              <a:ext cx="3962100" cy="1802475"/>
            </a:xfrm>
            <a:custGeom>
              <a:rect b="b" l="l" r="r" t="t"/>
              <a:pathLst>
                <a:path extrusionOk="0" fill="none" h="72099" w="158484">
                  <a:moveTo>
                    <a:pt x="0" y="1"/>
                  </a:moveTo>
                  <a:cubicBezTo>
                    <a:pt x="5107" y="2706"/>
                    <a:pt x="10760" y="4590"/>
                    <a:pt x="15958" y="6444"/>
                  </a:cubicBezTo>
                  <a:cubicBezTo>
                    <a:pt x="21764" y="8511"/>
                    <a:pt x="26931" y="11733"/>
                    <a:pt x="28390" y="17843"/>
                  </a:cubicBezTo>
                  <a:cubicBezTo>
                    <a:pt x="29788" y="23740"/>
                    <a:pt x="26900" y="30579"/>
                    <a:pt x="31672" y="35867"/>
                  </a:cubicBezTo>
                  <a:cubicBezTo>
                    <a:pt x="35107" y="39636"/>
                    <a:pt x="34925" y="48390"/>
                    <a:pt x="40001" y="49849"/>
                  </a:cubicBezTo>
                  <a:cubicBezTo>
                    <a:pt x="49302" y="52494"/>
                    <a:pt x="56415" y="40761"/>
                    <a:pt x="61886" y="35320"/>
                  </a:cubicBezTo>
                  <a:cubicBezTo>
                    <a:pt x="69211" y="28025"/>
                    <a:pt x="81278" y="37873"/>
                    <a:pt x="87327" y="41612"/>
                  </a:cubicBezTo>
                  <a:cubicBezTo>
                    <a:pt x="92585" y="44864"/>
                    <a:pt x="98421" y="48117"/>
                    <a:pt x="104926" y="48968"/>
                  </a:cubicBezTo>
                  <a:cubicBezTo>
                    <a:pt x="116385" y="50457"/>
                    <a:pt x="108239" y="65442"/>
                    <a:pt x="119759" y="67509"/>
                  </a:cubicBezTo>
                  <a:cubicBezTo>
                    <a:pt x="126659" y="68725"/>
                    <a:pt x="137298" y="62980"/>
                    <a:pt x="143559" y="65716"/>
                  </a:cubicBezTo>
                  <a:cubicBezTo>
                    <a:pt x="147936" y="67631"/>
                    <a:pt x="153407" y="72099"/>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13"/>
            <p:cNvSpPr/>
            <p:nvPr/>
          </p:nvSpPr>
          <p:spPr>
            <a:xfrm>
              <a:off x="2975000" y="442550"/>
              <a:ext cx="3962850" cy="1800200"/>
            </a:xfrm>
            <a:custGeom>
              <a:rect b="b" l="l" r="r" t="t"/>
              <a:pathLst>
                <a:path extrusionOk="0" fill="none" h="72008" w="158514">
                  <a:moveTo>
                    <a:pt x="0" y="1"/>
                  </a:moveTo>
                  <a:cubicBezTo>
                    <a:pt x="5167" y="2645"/>
                    <a:pt x="10821" y="4499"/>
                    <a:pt x="16140" y="6201"/>
                  </a:cubicBezTo>
                  <a:cubicBezTo>
                    <a:pt x="21976" y="8055"/>
                    <a:pt x="27630" y="11065"/>
                    <a:pt x="29484" y="16657"/>
                  </a:cubicBezTo>
                  <a:cubicBezTo>
                    <a:pt x="31308" y="22159"/>
                    <a:pt x="26748" y="29940"/>
                    <a:pt x="31521" y="35442"/>
                  </a:cubicBezTo>
                  <a:cubicBezTo>
                    <a:pt x="34621" y="38998"/>
                    <a:pt x="36414" y="48147"/>
                    <a:pt x="40913" y="49211"/>
                  </a:cubicBezTo>
                  <a:cubicBezTo>
                    <a:pt x="50244" y="51430"/>
                    <a:pt x="56749" y="38846"/>
                    <a:pt x="63041" y="34044"/>
                  </a:cubicBezTo>
                  <a:cubicBezTo>
                    <a:pt x="70731" y="28147"/>
                    <a:pt x="82190" y="36992"/>
                    <a:pt x="88391" y="40943"/>
                  </a:cubicBezTo>
                  <a:cubicBezTo>
                    <a:pt x="93862" y="44409"/>
                    <a:pt x="98695" y="48147"/>
                    <a:pt x="105352" y="48907"/>
                  </a:cubicBezTo>
                  <a:cubicBezTo>
                    <a:pt x="117024" y="50184"/>
                    <a:pt x="108786" y="64834"/>
                    <a:pt x="120276" y="66780"/>
                  </a:cubicBezTo>
                  <a:cubicBezTo>
                    <a:pt x="126993" y="67904"/>
                    <a:pt x="137784" y="62585"/>
                    <a:pt x="143863" y="65533"/>
                  </a:cubicBezTo>
                  <a:cubicBezTo>
                    <a:pt x="148149" y="67570"/>
                    <a:pt x="153468" y="72008"/>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13"/>
            <p:cNvSpPr/>
            <p:nvPr/>
          </p:nvSpPr>
          <p:spPr>
            <a:xfrm>
              <a:off x="2975000" y="442550"/>
              <a:ext cx="3963625" cy="1798675"/>
            </a:xfrm>
            <a:custGeom>
              <a:rect b="b" l="l" r="r" t="t"/>
              <a:pathLst>
                <a:path extrusionOk="0" fill="none" h="71947" w="158545">
                  <a:moveTo>
                    <a:pt x="0" y="1"/>
                  </a:moveTo>
                  <a:cubicBezTo>
                    <a:pt x="5198" y="2615"/>
                    <a:pt x="10912" y="4408"/>
                    <a:pt x="16323" y="5958"/>
                  </a:cubicBezTo>
                  <a:cubicBezTo>
                    <a:pt x="22067" y="7630"/>
                    <a:pt x="28147" y="10365"/>
                    <a:pt x="30578" y="15472"/>
                  </a:cubicBezTo>
                  <a:cubicBezTo>
                    <a:pt x="33192" y="20974"/>
                    <a:pt x="26931" y="29059"/>
                    <a:pt x="31369" y="35047"/>
                  </a:cubicBezTo>
                  <a:cubicBezTo>
                    <a:pt x="33831" y="38390"/>
                    <a:pt x="37904" y="47904"/>
                    <a:pt x="41825" y="48542"/>
                  </a:cubicBezTo>
                  <a:cubicBezTo>
                    <a:pt x="50883" y="50062"/>
                    <a:pt x="57296" y="36931"/>
                    <a:pt x="64257" y="33010"/>
                  </a:cubicBezTo>
                  <a:cubicBezTo>
                    <a:pt x="72160" y="28512"/>
                    <a:pt x="83102" y="35928"/>
                    <a:pt x="89424" y="40153"/>
                  </a:cubicBezTo>
                  <a:cubicBezTo>
                    <a:pt x="94804" y="43740"/>
                    <a:pt x="98877" y="48208"/>
                    <a:pt x="105747" y="48846"/>
                  </a:cubicBezTo>
                  <a:cubicBezTo>
                    <a:pt x="117601" y="49971"/>
                    <a:pt x="109425" y="64257"/>
                    <a:pt x="120793" y="66081"/>
                  </a:cubicBezTo>
                  <a:cubicBezTo>
                    <a:pt x="127419" y="67144"/>
                    <a:pt x="138270" y="62281"/>
                    <a:pt x="144167" y="65351"/>
                  </a:cubicBezTo>
                  <a:cubicBezTo>
                    <a:pt x="148362" y="67540"/>
                    <a:pt x="153529" y="71947"/>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13"/>
            <p:cNvSpPr/>
            <p:nvPr/>
          </p:nvSpPr>
          <p:spPr>
            <a:xfrm>
              <a:off x="2975000" y="442550"/>
              <a:ext cx="3962850" cy="1795650"/>
            </a:xfrm>
            <a:custGeom>
              <a:rect b="b" l="l" r="r" t="t"/>
              <a:pathLst>
                <a:path extrusionOk="0" fill="none" h="71826" w="158514">
                  <a:moveTo>
                    <a:pt x="0" y="1"/>
                  </a:moveTo>
                  <a:cubicBezTo>
                    <a:pt x="5259" y="2584"/>
                    <a:pt x="10973" y="4317"/>
                    <a:pt x="16475" y="5745"/>
                  </a:cubicBezTo>
                  <a:cubicBezTo>
                    <a:pt x="22250" y="7235"/>
                    <a:pt x="28542" y="9788"/>
                    <a:pt x="31581" y="14195"/>
                  </a:cubicBezTo>
                  <a:cubicBezTo>
                    <a:pt x="35168" y="19332"/>
                    <a:pt x="27326" y="28238"/>
                    <a:pt x="31247" y="34560"/>
                  </a:cubicBezTo>
                  <a:cubicBezTo>
                    <a:pt x="33253" y="37782"/>
                    <a:pt x="39150" y="47418"/>
                    <a:pt x="42737" y="47722"/>
                  </a:cubicBezTo>
                  <a:cubicBezTo>
                    <a:pt x="51612" y="48482"/>
                    <a:pt x="57752" y="35229"/>
                    <a:pt x="65412" y="32129"/>
                  </a:cubicBezTo>
                  <a:cubicBezTo>
                    <a:pt x="73588" y="28816"/>
                    <a:pt x="84044" y="34804"/>
                    <a:pt x="90275" y="39302"/>
                  </a:cubicBezTo>
                  <a:cubicBezTo>
                    <a:pt x="95351" y="42980"/>
                    <a:pt x="98938" y="48269"/>
                    <a:pt x="106081" y="48816"/>
                  </a:cubicBezTo>
                  <a:cubicBezTo>
                    <a:pt x="111704" y="49241"/>
                    <a:pt x="112981" y="50670"/>
                    <a:pt x="114136" y="56111"/>
                  </a:cubicBezTo>
                  <a:cubicBezTo>
                    <a:pt x="115139" y="60792"/>
                    <a:pt x="115321" y="64470"/>
                    <a:pt x="121279" y="65381"/>
                  </a:cubicBezTo>
                  <a:cubicBezTo>
                    <a:pt x="127784" y="66385"/>
                    <a:pt x="138696" y="61947"/>
                    <a:pt x="144410" y="65169"/>
                  </a:cubicBezTo>
                  <a:cubicBezTo>
                    <a:pt x="148483" y="67448"/>
                    <a:pt x="153529" y="7182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13"/>
            <p:cNvSpPr/>
            <p:nvPr/>
          </p:nvSpPr>
          <p:spPr>
            <a:xfrm>
              <a:off x="2975000" y="442550"/>
              <a:ext cx="3962850" cy="1794125"/>
            </a:xfrm>
            <a:custGeom>
              <a:rect b="b" l="l" r="r" t="t"/>
              <a:pathLst>
                <a:path extrusionOk="0" fill="none" h="71765" w="158514">
                  <a:moveTo>
                    <a:pt x="0" y="1"/>
                  </a:moveTo>
                  <a:cubicBezTo>
                    <a:pt x="5319" y="2554"/>
                    <a:pt x="11064" y="4226"/>
                    <a:pt x="16627" y="5502"/>
                  </a:cubicBezTo>
                  <a:cubicBezTo>
                    <a:pt x="22523" y="6840"/>
                    <a:pt x="28663" y="9302"/>
                    <a:pt x="32554" y="12919"/>
                  </a:cubicBezTo>
                  <a:cubicBezTo>
                    <a:pt x="36931" y="17022"/>
                    <a:pt x="28906" y="28268"/>
                    <a:pt x="31247" y="33983"/>
                  </a:cubicBezTo>
                  <a:cubicBezTo>
                    <a:pt x="32615" y="37326"/>
                    <a:pt x="40031" y="46658"/>
                    <a:pt x="43679" y="46719"/>
                  </a:cubicBezTo>
                  <a:cubicBezTo>
                    <a:pt x="52433" y="46810"/>
                    <a:pt x="58117" y="33861"/>
                    <a:pt x="66628" y="31430"/>
                  </a:cubicBezTo>
                  <a:cubicBezTo>
                    <a:pt x="75108" y="28998"/>
                    <a:pt x="85078" y="33709"/>
                    <a:pt x="91066" y="38451"/>
                  </a:cubicBezTo>
                  <a:cubicBezTo>
                    <a:pt x="95899" y="42250"/>
                    <a:pt x="98847" y="48482"/>
                    <a:pt x="106446" y="48785"/>
                  </a:cubicBezTo>
                  <a:cubicBezTo>
                    <a:pt x="119030" y="49272"/>
                    <a:pt x="110853" y="62950"/>
                    <a:pt x="121826" y="64743"/>
                  </a:cubicBezTo>
                  <a:cubicBezTo>
                    <a:pt x="128088" y="65746"/>
                    <a:pt x="139121" y="61612"/>
                    <a:pt x="144684" y="64986"/>
                  </a:cubicBezTo>
                  <a:cubicBezTo>
                    <a:pt x="148666" y="67388"/>
                    <a:pt x="153559" y="7176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13"/>
            <p:cNvSpPr/>
            <p:nvPr/>
          </p:nvSpPr>
          <p:spPr>
            <a:xfrm>
              <a:off x="2975000" y="442550"/>
              <a:ext cx="3962850" cy="1791075"/>
            </a:xfrm>
            <a:custGeom>
              <a:rect b="b" l="l" r="r" t="t"/>
              <a:pathLst>
                <a:path extrusionOk="0" fill="none" h="71643" w="158514">
                  <a:moveTo>
                    <a:pt x="0" y="1"/>
                  </a:moveTo>
                  <a:cubicBezTo>
                    <a:pt x="5319" y="2523"/>
                    <a:pt x="11155" y="4134"/>
                    <a:pt x="16779" y="5259"/>
                  </a:cubicBezTo>
                  <a:cubicBezTo>
                    <a:pt x="22736" y="6475"/>
                    <a:pt x="29302" y="9058"/>
                    <a:pt x="33405" y="11672"/>
                  </a:cubicBezTo>
                  <a:cubicBezTo>
                    <a:pt x="37660" y="14378"/>
                    <a:pt x="30821" y="28968"/>
                    <a:pt x="31399" y="33314"/>
                  </a:cubicBezTo>
                  <a:cubicBezTo>
                    <a:pt x="31885" y="36931"/>
                    <a:pt x="40578" y="45624"/>
                    <a:pt x="44651" y="45472"/>
                  </a:cubicBezTo>
                  <a:cubicBezTo>
                    <a:pt x="53101" y="45168"/>
                    <a:pt x="58421" y="32828"/>
                    <a:pt x="67874" y="30852"/>
                  </a:cubicBezTo>
                  <a:cubicBezTo>
                    <a:pt x="76658" y="29028"/>
                    <a:pt x="86233" y="32706"/>
                    <a:pt x="91856" y="37509"/>
                  </a:cubicBezTo>
                  <a:cubicBezTo>
                    <a:pt x="96476" y="41491"/>
                    <a:pt x="98908" y="48542"/>
                    <a:pt x="106780" y="48755"/>
                  </a:cubicBezTo>
                  <a:cubicBezTo>
                    <a:pt x="112647" y="48907"/>
                    <a:pt x="114045" y="50184"/>
                    <a:pt x="115565" y="55503"/>
                  </a:cubicBezTo>
                  <a:cubicBezTo>
                    <a:pt x="116841" y="60062"/>
                    <a:pt x="116628" y="63132"/>
                    <a:pt x="122404" y="64044"/>
                  </a:cubicBezTo>
                  <a:cubicBezTo>
                    <a:pt x="128544" y="65047"/>
                    <a:pt x="139486" y="61278"/>
                    <a:pt x="144957" y="64804"/>
                  </a:cubicBezTo>
                  <a:cubicBezTo>
                    <a:pt x="148818" y="67296"/>
                    <a:pt x="153559" y="71643"/>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13"/>
            <p:cNvSpPr/>
            <p:nvPr/>
          </p:nvSpPr>
          <p:spPr>
            <a:xfrm>
              <a:off x="2975000" y="442550"/>
              <a:ext cx="3962100" cy="1789575"/>
            </a:xfrm>
            <a:custGeom>
              <a:rect b="b" l="l" r="r" t="t"/>
              <a:pathLst>
                <a:path extrusionOk="0" fill="none" h="71583" w="158484">
                  <a:moveTo>
                    <a:pt x="0" y="1"/>
                  </a:moveTo>
                  <a:cubicBezTo>
                    <a:pt x="5380" y="2463"/>
                    <a:pt x="11216" y="4043"/>
                    <a:pt x="16900" y="5016"/>
                  </a:cubicBezTo>
                  <a:cubicBezTo>
                    <a:pt x="22797" y="6049"/>
                    <a:pt x="29058" y="8724"/>
                    <a:pt x="34135" y="10457"/>
                  </a:cubicBezTo>
                  <a:cubicBezTo>
                    <a:pt x="39667" y="12372"/>
                    <a:pt x="32037" y="28846"/>
                    <a:pt x="31855" y="32463"/>
                  </a:cubicBezTo>
                  <a:cubicBezTo>
                    <a:pt x="31672" y="36597"/>
                    <a:pt x="40852" y="44712"/>
                    <a:pt x="45503" y="44074"/>
                  </a:cubicBezTo>
                  <a:cubicBezTo>
                    <a:pt x="54165" y="42889"/>
                    <a:pt x="59606" y="32038"/>
                    <a:pt x="69090" y="30335"/>
                  </a:cubicBezTo>
                  <a:cubicBezTo>
                    <a:pt x="77479" y="28846"/>
                    <a:pt x="87388" y="31703"/>
                    <a:pt x="92646" y="36566"/>
                  </a:cubicBezTo>
                  <a:cubicBezTo>
                    <a:pt x="97084" y="40670"/>
                    <a:pt x="98908" y="48634"/>
                    <a:pt x="107084" y="48725"/>
                  </a:cubicBezTo>
                  <a:cubicBezTo>
                    <a:pt x="112890" y="48816"/>
                    <a:pt x="114501" y="49910"/>
                    <a:pt x="116203" y="55229"/>
                  </a:cubicBezTo>
                  <a:cubicBezTo>
                    <a:pt x="117571" y="59606"/>
                    <a:pt x="117297" y="62555"/>
                    <a:pt x="122951" y="63436"/>
                  </a:cubicBezTo>
                  <a:cubicBezTo>
                    <a:pt x="129030" y="64378"/>
                    <a:pt x="139851" y="60944"/>
                    <a:pt x="145200" y="64622"/>
                  </a:cubicBezTo>
                  <a:cubicBezTo>
                    <a:pt x="148939" y="67205"/>
                    <a:pt x="153590" y="7158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13"/>
            <p:cNvSpPr/>
            <p:nvPr/>
          </p:nvSpPr>
          <p:spPr>
            <a:xfrm>
              <a:off x="2975000" y="442550"/>
              <a:ext cx="3962850" cy="1785000"/>
            </a:xfrm>
            <a:custGeom>
              <a:rect b="b" l="l" r="r" t="t"/>
              <a:pathLst>
                <a:path extrusionOk="0" fill="none" h="71400" w="158514">
                  <a:moveTo>
                    <a:pt x="0" y="1"/>
                  </a:moveTo>
                  <a:cubicBezTo>
                    <a:pt x="5411" y="2432"/>
                    <a:pt x="11307" y="3952"/>
                    <a:pt x="17052" y="4803"/>
                  </a:cubicBezTo>
                  <a:cubicBezTo>
                    <a:pt x="22949" y="5685"/>
                    <a:pt x="29028" y="8967"/>
                    <a:pt x="34682" y="9362"/>
                  </a:cubicBezTo>
                  <a:cubicBezTo>
                    <a:pt x="42007" y="9849"/>
                    <a:pt x="33557" y="28360"/>
                    <a:pt x="32858" y="31065"/>
                  </a:cubicBezTo>
                  <a:cubicBezTo>
                    <a:pt x="31308" y="36931"/>
                    <a:pt x="41095" y="43801"/>
                    <a:pt x="46141" y="42676"/>
                  </a:cubicBezTo>
                  <a:cubicBezTo>
                    <a:pt x="54925" y="40761"/>
                    <a:pt x="60731" y="31703"/>
                    <a:pt x="70245" y="29819"/>
                  </a:cubicBezTo>
                  <a:cubicBezTo>
                    <a:pt x="78451" y="28177"/>
                    <a:pt x="88573" y="30731"/>
                    <a:pt x="93497" y="35563"/>
                  </a:cubicBezTo>
                  <a:cubicBezTo>
                    <a:pt x="97753" y="39728"/>
                    <a:pt x="98969" y="48725"/>
                    <a:pt x="107419" y="48755"/>
                  </a:cubicBezTo>
                  <a:cubicBezTo>
                    <a:pt x="113163" y="48755"/>
                    <a:pt x="115018" y="49667"/>
                    <a:pt x="116872" y="54956"/>
                  </a:cubicBezTo>
                  <a:cubicBezTo>
                    <a:pt x="118331" y="59181"/>
                    <a:pt x="118027" y="61977"/>
                    <a:pt x="123559" y="62798"/>
                  </a:cubicBezTo>
                  <a:cubicBezTo>
                    <a:pt x="129638" y="63710"/>
                    <a:pt x="140459" y="60579"/>
                    <a:pt x="145504" y="64470"/>
                  </a:cubicBezTo>
                  <a:cubicBezTo>
                    <a:pt x="148939" y="67144"/>
                    <a:pt x="153802" y="7140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13"/>
            <p:cNvSpPr/>
            <p:nvPr/>
          </p:nvSpPr>
          <p:spPr>
            <a:xfrm>
              <a:off x="2975000" y="442550"/>
              <a:ext cx="3962100" cy="1781975"/>
            </a:xfrm>
            <a:custGeom>
              <a:rect b="b" l="l" r="r" t="t"/>
              <a:pathLst>
                <a:path extrusionOk="0" fill="none" h="71279" w="158484">
                  <a:moveTo>
                    <a:pt x="0" y="1"/>
                  </a:moveTo>
                  <a:cubicBezTo>
                    <a:pt x="5471" y="2402"/>
                    <a:pt x="11247" y="3922"/>
                    <a:pt x="17174" y="4560"/>
                  </a:cubicBezTo>
                  <a:cubicBezTo>
                    <a:pt x="23253" y="5198"/>
                    <a:pt x="29514" y="8420"/>
                    <a:pt x="35107" y="8177"/>
                  </a:cubicBezTo>
                  <a:cubicBezTo>
                    <a:pt x="44044" y="7782"/>
                    <a:pt x="35290" y="26718"/>
                    <a:pt x="34256" y="29089"/>
                  </a:cubicBezTo>
                  <a:cubicBezTo>
                    <a:pt x="31369" y="35959"/>
                    <a:pt x="40578" y="42980"/>
                    <a:pt x="46658" y="41247"/>
                  </a:cubicBezTo>
                  <a:cubicBezTo>
                    <a:pt x="55533" y="38785"/>
                    <a:pt x="61947" y="31490"/>
                    <a:pt x="71369" y="29180"/>
                  </a:cubicBezTo>
                  <a:cubicBezTo>
                    <a:pt x="79424" y="27174"/>
                    <a:pt x="89819" y="29697"/>
                    <a:pt x="94470" y="34439"/>
                  </a:cubicBezTo>
                  <a:cubicBezTo>
                    <a:pt x="98482" y="38573"/>
                    <a:pt x="99090" y="48785"/>
                    <a:pt x="107753" y="48694"/>
                  </a:cubicBezTo>
                  <a:cubicBezTo>
                    <a:pt x="113407" y="48634"/>
                    <a:pt x="115504" y="49424"/>
                    <a:pt x="117510" y="54652"/>
                  </a:cubicBezTo>
                  <a:cubicBezTo>
                    <a:pt x="119060" y="58694"/>
                    <a:pt x="118665" y="61400"/>
                    <a:pt x="124167" y="62160"/>
                  </a:cubicBezTo>
                  <a:cubicBezTo>
                    <a:pt x="130246" y="62980"/>
                    <a:pt x="140793" y="60245"/>
                    <a:pt x="145717" y="64257"/>
                  </a:cubicBezTo>
                  <a:cubicBezTo>
                    <a:pt x="149061" y="66962"/>
                    <a:pt x="153802" y="71278"/>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13"/>
            <p:cNvSpPr/>
            <p:nvPr/>
          </p:nvSpPr>
          <p:spPr>
            <a:xfrm>
              <a:off x="2975000" y="442550"/>
              <a:ext cx="3962850" cy="1781200"/>
            </a:xfrm>
            <a:custGeom>
              <a:rect b="b" l="l" r="r" t="t"/>
              <a:pathLst>
                <a:path extrusionOk="0" fill="none" h="71248" w="158514">
                  <a:moveTo>
                    <a:pt x="0" y="1"/>
                  </a:moveTo>
                  <a:cubicBezTo>
                    <a:pt x="5502" y="2371"/>
                    <a:pt x="11338" y="3830"/>
                    <a:pt x="17326" y="4347"/>
                  </a:cubicBezTo>
                  <a:cubicBezTo>
                    <a:pt x="23405" y="4833"/>
                    <a:pt x="29484" y="7478"/>
                    <a:pt x="35381" y="7083"/>
                  </a:cubicBezTo>
                  <a:cubicBezTo>
                    <a:pt x="46171" y="6384"/>
                    <a:pt x="37660" y="22007"/>
                    <a:pt x="36080" y="26718"/>
                  </a:cubicBezTo>
                  <a:cubicBezTo>
                    <a:pt x="34560" y="31247"/>
                    <a:pt x="33192" y="34591"/>
                    <a:pt x="37387" y="37934"/>
                  </a:cubicBezTo>
                  <a:cubicBezTo>
                    <a:pt x="40062" y="40032"/>
                    <a:pt x="43983" y="40913"/>
                    <a:pt x="47144" y="39940"/>
                  </a:cubicBezTo>
                  <a:cubicBezTo>
                    <a:pt x="52007" y="38421"/>
                    <a:pt x="55959" y="34864"/>
                    <a:pt x="60548" y="32524"/>
                  </a:cubicBezTo>
                  <a:cubicBezTo>
                    <a:pt x="64409" y="30579"/>
                    <a:pt x="68360" y="29758"/>
                    <a:pt x="72403" y="28512"/>
                  </a:cubicBezTo>
                  <a:cubicBezTo>
                    <a:pt x="80275" y="26080"/>
                    <a:pt x="91187" y="28724"/>
                    <a:pt x="95503" y="33314"/>
                  </a:cubicBezTo>
                  <a:cubicBezTo>
                    <a:pt x="99303" y="37296"/>
                    <a:pt x="99212" y="48877"/>
                    <a:pt x="108118" y="48694"/>
                  </a:cubicBezTo>
                  <a:cubicBezTo>
                    <a:pt x="113589" y="48573"/>
                    <a:pt x="115990" y="49302"/>
                    <a:pt x="118148" y="54409"/>
                  </a:cubicBezTo>
                  <a:cubicBezTo>
                    <a:pt x="119820" y="58299"/>
                    <a:pt x="119364" y="60974"/>
                    <a:pt x="124805" y="61612"/>
                  </a:cubicBezTo>
                  <a:cubicBezTo>
                    <a:pt x="130519" y="62281"/>
                    <a:pt x="141249" y="59819"/>
                    <a:pt x="145991" y="64135"/>
                  </a:cubicBezTo>
                  <a:cubicBezTo>
                    <a:pt x="149213" y="67023"/>
                    <a:pt x="153863" y="71248"/>
                    <a:pt x="158514" y="68695"/>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13"/>
            <p:cNvSpPr/>
            <p:nvPr/>
          </p:nvSpPr>
          <p:spPr>
            <a:xfrm>
              <a:off x="2975000" y="442550"/>
              <a:ext cx="3962100" cy="1777400"/>
            </a:xfrm>
            <a:custGeom>
              <a:rect b="b" l="l" r="r" t="t"/>
              <a:pathLst>
                <a:path extrusionOk="0" fill="none" h="71096" w="158484">
                  <a:moveTo>
                    <a:pt x="0" y="1"/>
                  </a:moveTo>
                  <a:cubicBezTo>
                    <a:pt x="5532" y="2341"/>
                    <a:pt x="11429" y="3739"/>
                    <a:pt x="17447" y="4104"/>
                  </a:cubicBezTo>
                  <a:cubicBezTo>
                    <a:pt x="23496" y="4469"/>
                    <a:pt x="29484" y="6596"/>
                    <a:pt x="35533" y="6049"/>
                  </a:cubicBezTo>
                  <a:cubicBezTo>
                    <a:pt x="47357" y="4955"/>
                    <a:pt x="40822" y="16809"/>
                    <a:pt x="38208" y="23983"/>
                  </a:cubicBezTo>
                  <a:cubicBezTo>
                    <a:pt x="36657" y="28329"/>
                    <a:pt x="33557" y="33253"/>
                    <a:pt x="37691" y="36962"/>
                  </a:cubicBezTo>
                  <a:cubicBezTo>
                    <a:pt x="40244" y="39272"/>
                    <a:pt x="44591" y="39636"/>
                    <a:pt x="47661" y="38603"/>
                  </a:cubicBezTo>
                  <a:cubicBezTo>
                    <a:pt x="52646" y="36931"/>
                    <a:pt x="56901" y="33557"/>
                    <a:pt x="61764" y="31460"/>
                  </a:cubicBezTo>
                  <a:cubicBezTo>
                    <a:pt x="65533" y="29819"/>
                    <a:pt x="69576" y="29150"/>
                    <a:pt x="73375" y="27721"/>
                  </a:cubicBezTo>
                  <a:cubicBezTo>
                    <a:pt x="80974" y="24864"/>
                    <a:pt x="92464" y="27721"/>
                    <a:pt x="96659" y="32068"/>
                  </a:cubicBezTo>
                  <a:cubicBezTo>
                    <a:pt x="100884" y="36445"/>
                    <a:pt x="98634" y="48512"/>
                    <a:pt x="108452" y="48664"/>
                  </a:cubicBezTo>
                  <a:cubicBezTo>
                    <a:pt x="114014" y="48755"/>
                    <a:pt x="116416" y="49150"/>
                    <a:pt x="118756" y="54105"/>
                  </a:cubicBezTo>
                  <a:cubicBezTo>
                    <a:pt x="120550" y="57874"/>
                    <a:pt x="120002" y="60488"/>
                    <a:pt x="125413" y="61035"/>
                  </a:cubicBezTo>
                  <a:cubicBezTo>
                    <a:pt x="131158" y="61643"/>
                    <a:pt x="141553" y="59454"/>
                    <a:pt x="146234" y="63922"/>
                  </a:cubicBezTo>
                  <a:cubicBezTo>
                    <a:pt x="149334" y="66871"/>
                    <a:pt x="153894" y="71096"/>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13"/>
            <p:cNvSpPr/>
            <p:nvPr/>
          </p:nvSpPr>
          <p:spPr>
            <a:xfrm>
              <a:off x="2975000" y="442550"/>
              <a:ext cx="3962850" cy="1775125"/>
            </a:xfrm>
            <a:custGeom>
              <a:rect b="b" l="l" r="r" t="t"/>
              <a:pathLst>
                <a:path extrusionOk="0" fill="none" h="71005" w="158514">
                  <a:moveTo>
                    <a:pt x="0" y="1"/>
                  </a:moveTo>
                  <a:cubicBezTo>
                    <a:pt x="5593" y="2311"/>
                    <a:pt x="11520" y="3648"/>
                    <a:pt x="17569" y="3861"/>
                  </a:cubicBezTo>
                  <a:cubicBezTo>
                    <a:pt x="23587" y="4074"/>
                    <a:pt x="29636" y="5837"/>
                    <a:pt x="35594" y="5046"/>
                  </a:cubicBezTo>
                  <a:cubicBezTo>
                    <a:pt x="47569" y="3466"/>
                    <a:pt x="43800" y="12280"/>
                    <a:pt x="40578" y="20974"/>
                  </a:cubicBezTo>
                  <a:cubicBezTo>
                    <a:pt x="39059" y="25107"/>
                    <a:pt x="34773" y="31916"/>
                    <a:pt x="38268" y="35867"/>
                  </a:cubicBezTo>
                  <a:cubicBezTo>
                    <a:pt x="40548" y="38451"/>
                    <a:pt x="45381" y="38208"/>
                    <a:pt x="48238" y="37296"/>
                  </a:cubicBezTo>
                  <a:cubicBezTo>
                    <a:pt x="53405" y="35624"/>
                    <a:pt x="57965" y="32281"/>
                    <a:pt x="63102" y="30366"/>
                  </a:cubicBezTo>
                  <a:cubicBezTo>
                    <a:pt x="66780" y="28968"/>
                    <a:pt x="70701" y="28420"/>
                    <a:pt x="74257" y="26840"/>
                  </a:cubicBezTo>
                  <a:cubicBezTo>
                    <a:pt x="81552" y="23588"/>
                    <a:pt x="94075" y="26779"/>
                    <a:pt x="97935" y="30791"/>
                  </a:cubicBezTo>
                  <a:cubicBezTo>
                    <a:pt x="101887" y="34895"/>
                    <a:pt x="98938" y="48542"/>
                    <a:pt x="108817" y="48664"/>
                  </a:cubicBezTo>
                  <a:cubicBezTo>
                    <a:pt x="114227" y="48694"/>
                    <a:pt x="116872" y="49029"/>
                    <a:pt x="119364" y="53801"/>
                  </a:cubicBezTo>
                  <a:cubicBezTo>
                    <a:pt x="121249" y="57448"/>
                    <a:pt x="120702" y="60032"/>
                    <a:pt x="126021" y="60518"/>
                  </a:cubicBezTo>
                  <a:cubicBezTo>
                    <a:pt x="131826" y="61035"/>
                    <a:pt x="141857" y="59120"/>
                    <a:pt x="146507" y="63771"/>
                  </a:cubicBezTo>
                  <a:cubicBezTo>
                    <a:pt x="149456" y="66719"/>
                    <a:pt x="153924" y="7100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13"/>
            <p:cNvSpPr/>
            <p:nvPr/>
          </p:nvSpPr>
          <p:spPr>
            <a:xfrm>
              <a:off x="2975000" y="442550"/>
              <a:ext cx="3962850" cy="1772850"/>
            </a:xfrm>
            <a:custGeom>
              <a:rect b="b" l="l" r="r" t="t"/>
              <a:pathLst>
                <a:path extrusionOk="0" fill="none" h="70914" w="158514">
                  <a:moveTo>
                    <a:pt x="0" y="1"/>
                  </a:moveTo>
                  <a:cubicBezTo>
                    <a:pt x="5623" y="2280"/>
                    <a:pt x="11611" y="3526"/>
                    <a:pt x="17690" y="3648"/>
                  </a:cubicBezTo>
                  <a:cubicBezTo>
                    <a:pt x="23648" y="3709"/>
                    <a:pt x="29636" y="5016"/>
                    <a:pt x="35563" y="4104"/>
                  </a:cubicBezTo>
                  <a:cubicBezTo>
                    <a:pt x="47022" y="2371"/>
                    <a:pt x="46627" y="7843"/>
                    <a:pt x="43101" y="17812"/>
                  </a:cubicBezTo>
                  <a:cubicBezTo>
                    <a:pt x="41733" y="21612"/>
                    <a:pt x="36232" y="30670"/>
                    <a:pt x="39028" y="34621"/>
                  </a:cubicBezTo>
                  <a:cubicBezTo>
                    <a:pt x="41004" y="37387"/>
                    <a:pt x="46293" y="36901"/>
                    <a:pt x="48968" y="35989"/>
                  </a:cubicBezTo>
                  <a:cubicBezTo>
                    <a:pt x="57235" y="33071"/>
                    <a:pt x="67235" y="29667"/>
                    <a:pt x="75108" y="25867"/>
                  </a:cubicBezTo>
                  <a:cubicBezTo>
                    <a:pt x="82008" y="22524"/>
                    <a:pt x="95655" y="25746"/>
                    <a:pt x="99303" y="29484"/>
                  </a:cubicBezTo>
                  <a:cubicBezTo>
                    <a:pt x="103042" y="33284"/>
                    <a:pt x="99546" y="48573"/>
                    <a:pt x="109242" y="48573"/>
                  </a:cubicBezTo>
                  <a:cubicBezTo>
                    <a:pt x="114379" y="48573"/>
                    <a:pt x="117328" y="48968"/>
                    <a:pt x="119942" y="53527"/>
                  </a:cubicBezTo>
                  <a:cubicBezTo>
                    <a:pt x="121948" y="57023"/>
                    <a:pt x="121340" y="59606"/>
                    <a:pt x="126629" y="60032"/>
                  </a:cubicBezTo>
                  <a:cubicBezTo>
                    <a:pt x="132495" y="60488"/>
                    <a:pt x="142130" y="58725"/>
                    <a:pt x="146751" y="63558"/>
                  </a:cubicBezTo>
                  <a:cubicBezTo>
                    <a:pt x="149608" y="66567"/>
                    <a:pt x="153985" y="70913"/>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13"/>
            <p:cNvSpPr/>
            <p:nvPr/>
          </p:nvSpPr>
          <p:spPr>
            <a:xfrm>
              <a:off x="2975000" y="442550"/>
              <a:ext cx="3962100" cy="1769800"/>
            </a:xfrm>
            <a:custGeom>
              <a:rect b="b" l="l" r="r" t="t"/>
              <a:pathLst>
                <a:path extrusionOk="0" fill="none" h="70792" w="158484">
                  <a:moveTo>
                    <a:pt x="0" y="1"/>
                  </a:moveTo>
                  <a:cubicBezTo>
                    <a:pt x="5654" y="2280"/>
                    <a:pt x="11703" y="3435"/>
                    <a:pt x="17812" y="3405"/>
                  </a:cubicBezTo>
                  <a:cubicBezTo>
                    <a:pt x="23709" y="3344"/>
                    <a:pt x="29606" y="4165"/>
                    <a:pt x="35502" y="3192"/>
                  </a:cubicBezTo>
                  <a:cubicBezTo>
                    <a:pt x="37660" y="2858"/>
                    <a:pt x="42463" y="1976"/>
                    <a:pt x="44621" y="2949"/>
                  </a:cubicBezTo>
                  <a:cubicBezTo>
                    <a:pt x="49545" y="5168"/>
                    <a:pt x="46840" y="10913"/>
                    <a:pt x="45624" y="14742"/>
                  </a:cubicBezTo>
                  <a:cubicBezTo>
                    <a:pt x="43557" y="21369"/>
                    <a:pt x="34135" y="40001"/>
                    <a:pt x="49819" y="34652"/>
                  </a:cubicBezTo>
                  <a:cubicBezTo>
                    <a:pt x="58299" y="31734"/>
                    <a:pt x="67935" y="28177"/>
                    <a:pt x="76050" y="24864"/>
                  </a:cubicBezTo>
                  <a:cubicBezTo>
                    <a:pt x="83072" y="21977"/>
                    <a:pt x="96051" y="24347"/>
                    <a:pt x="100762" y="28117"/>
                  </a:cubicBezTo>
                  <a:cubicBezTo>
                    <a:pt x="105716" y="32098"/>
                    <a:pt x="98908" y="48299"/>
                    <a:pt x="109698" y="48482"/>
                  </a:cubicBezTo>
                  <a:cubicBezTo>
                    <a:pt x="114653" y="48573"/>
                    <a:pt x="117753" y="48846"/>
                    <a:pt x="120458" y="53254"/>
                  </a:cubicBezTo>
                  <a:cubicBezTo>
                    <a:pt x="122586" y="56628"/>
                    <a:pt x="121948" y="59242"/>
                    <a:pt x="127176" y="59576"/>
                  </a:cubicBezTo>
                  <a:cubicBezTo>
                    <a:pt x="133133" y="60001"/>
                    <a:pt x="142404" y="58360"/>
                    <a:pt x="146963" y="63375"/>
                  </a:cubicBezTo>
                  <a:cubicBezTo>
                    <a:pt x="149699" y="66385"/>
                    <a:pt x="153985" y="70792"/>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13"/>
            <p:cNvSpPr/>
            <p:nvPr/>
          </p:nvSpPr>
          <p:spPr>
            <a:xfrm>
              <a:off x="2975000" y="442550"/>
              <a:ext cx="3963625" cy="1767525"/>
            </a:xfrm>
            <a:custGeom>
              <a:rect b="b" l="l" r="r" t="t"/>
              <a:pathLst>
                <a:path extrusionOk="0" fill="none" h="70701" w="158545">
                  <a:moveTo>
                    <a:pt x="0" y="1"/>
                  </a:moveTo>
                  <a:cubicBezTo>
                    <a:pt x="5715" y="2250"/>
                    <a:pt x="11794" y="3314"/>
                    <a:pt x="17934" y="3192"/>
                  </a:cubicBezTo>
                  <a:cubicBezTo>
                    <a:pt x="23770" y="2979"/>
                    <a:pt x="29575" y="3314"/>
                    <a:pt x="35411" y="2341"/>
                  </a:cubicBezTo>
                  <a:cubicBezTo>
                    <a:pt x="44439" y="791"/>
                    <a:pt x="50518" y="2371"/>
                    <a:pt x="48147" y="11916"/>
                  </a:cubicBezTo>
                  <a:cubicBezTo>
                    <a:pt x="46627" y="18086"/>
                    <a:pt x="34894" y="38725"/>
                    <a:pt x="50883" y="33253"/>
                  </a:cubicBezTo>
                  <a:cubicBezTo>
                    <a:pt x="59697" y="30244"/>
                    <a:pt x="68482" y="26688"/>
                    <a:pt x="77418" y="23922"/>
                  </a:cubicBezTo>
                  <a:cubicBezTo>
                    <a:pt x="84227" y="21794"/>
                    <a:pt x="97601" y="22585"/>
                    <a:pt x="102312" y="26779"/>
                  </a:cubicBezTo>
                  <a:cubicBezTo>
                    <a:pt x="107510" y="31399"/>
                    <a:pt x="99394" y="48056"/>
                    <a:pt x="110276" y="48330"/>
                  </a:cubicBezTo>
                  <a:cubicBezTo>
                    <a:pt x="115200" y="48451"/>
                    <a:pt x="117966" y="49181"/>
                    <a:pt x="120945" y="52889"/>
                  </a:cubicBezTo>
                  <a:cubicBezTo>
                    <a:pt x="123376" y="55928"/>
                    <a:pt x="122464" y="58877"/>
                    <a:pt x="127784" y="59150"/>
                  </a:cubicBezTo>
                  <a:cubicBezTo>
                    <a:pt x="133711" y="59454"/>
                    <a:pt x="142769" y="58026"/>
                    <a:pt x="147267" y="63223"/>
                  </a:cubicBezTo>
                  <a:cubicBezTo>
                    <a:pt x="149881" y="66202"/>
                    <a:pt x="154076" y="70701"/>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13"/>
            <p:cNvSpPr/>
            <p:nvPr/>
          </p:nvSpPr>
          <p:spPr>
            <a:xfrm>
              <a:off x="2975000" y="442550"/>
              <a:ext cx="3962850" cy="1765250"/>
            </a:xfrm>
            <a:custGeom>
              <a:rect b="b" l="l" r="r" t="t"/>
              <a:pathLst>
                <a:path extrusionOk="0" fill="none" h="70610" w="158514">
                  <a:moveTo>
                    <a:pt x="0" y="1"/>
                  </a:moveTo>
                  <a:cubicBezTo>
                    <a:pt x="5745" y="2219"/>
                    <a:pt x="11885" y="3223"/>
                    <a:pt x="18025" y="2949"/>
                  </a:cubicBezTo>
                  <a:cubicBezTo>
                    <a:pt x="23800" y="2645"/>
                    <a:pt x="29514" y="2493"/>
                    <a:pt x="35259" y="1490"/>
                  </a:cubicBezTo>
                  <a:cubicBezTo>
                    <a:pt x="38056" y="1004"/>
                    <a:pt x="42189" y="396"/>
                    <a:pt x="44986" y="1064"/>
                  </a:cubicBezTo>
                  <a:cubicBezTo>
                    <a:pt x="50183" y="2280"/>
                    <a:pt x="51065" y="4803"/>
                    <a:pt x="50487" y="9454"/>
                  </a:cubicBezTo>
                  <a:cubicBezTo>
                    <a:pt x="49728" y="14986"/>
                    <a:pt x="36627" y="36870"/>
                    <a:pt x="52068" y="31825"/>
                  </a:cubicBezTo>
                  <a:cubicBezTo>
                    <a:pt x="60944" y="28937"/>
                    <a:pt x="69910" y="25533"/>
                    <a:pt x="79029" y="23010"/>
                  </a:cubicBezTo>
                  <a:cubicBezTo>
                    <a:pt x="86111" y="21095"/>
                    <a:pt x="98969" y="21551"/>
                    <a:pt x="103893" y="25472"/>
                  </a:cubicBezTo>
                  <a:cubicBezTo>
                    <a:pt x="109212" y="29697"/>
                    <a:pt x="100093" y="47661"/>
                    <a:pt x="110823" y="48147"/>
                  </a:cubicBezTo>
                  <a:cubicBezTo>
                    <a:pt x="115595" y="48360"/>
                    <a:pt x="118422" y="49120"/>
                    <a:pt x="121431" y="52646"/>
                  </a:cubicBezTo>
                  <a:cubicBezTo>
                    <a:pt x="123923" y="55594"/>
                    <a:pt x="123103" y="58542"/>
                    <a:pt x="128300" y="58786"/>
                  </a:cubicBezTo>
                  <a:cubicBezTo>
                    <a:pt x="134288" y="59059"/>
                    <a:pt x="143042" y="57783"/>
                    <a:pt x="147480" y="63041"/>
                  </a:cubicBezTo>
                  <a:cubicBezTo>
                    <a:pt x="150003" y="65989"/>
                    <a:pt x="154076" y="7061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13"/>
            <p:cNvSpPr/>
            <p:nvPr/>
          </p:nvSpPr>
          <p:spPr>
            <a:xfrm>
              <a:off x="2975000" y="428125"/>
              <a:ext cx="3962850" cy="1777400"/>
            </a:xfrm>
            <a:custGeom>
              <a:rect b="b" l="l" r="r" t="t"/>
              <a:pathLst>
                <a:path extrusionOk="0" fill="none" h="71096" w="158514">
                  <a:moveTo>
                    <a:pt x="0" y="578"/>
                  </a:moveTo>
                  <a:cubicBezTo>
                    <a:pt x="5715" y="2705"/>
                    <a:pt x="12128" y="3769"/>
                    <a:pt x="18146" y="3313"/>
                  </a:cubicBezTo>
                  <a:cubicBezTo>
                    <a:pt x="23861" y="2888"/>
                    <a:pt x="29484" y="2219"/>
                    <a:pt x="35138" y="1246"/>
                  </a:cubicBezTo>
                  <a:cubicBezTo>
                    <a:pt x="42554" y="0"/>
                    <a:pt x="52281" y="1489"/>
                    <a:pt x="52585" y="7994"/>
                  </a:cubicBezTo>
                  <a:cubicBezTo>
                    <a:pt x="52767" y="12523"/>
                    <a:pt x="39211" y="35350"/>
                    <a:pt x="53436" y="30882"/>
                  </a:cubicBezTo>
                  <a:cubicBezTo>
                    <a:pt x="62372" y="28086"/>
                    <a:pt x="71673" y="25137"/>
                    <a:pt x="80914" y="22736"/>
                  </a:cubicBezTo>
                  <a:cubicBezTo>
                    <a:pt x="88604" y="20760"/>
                    <a:pt x="100032" y="21551"/>
                    <a:pt x="105443" y="24803"/>
                  </a:cubicBezTo>
                  <a:cubicBezTo>
                    <a:pt x="111674" y="28511"/>
                    <a:pt x="99941" y="47508"/>
                    <a:pt x="111431" y="48511"/>
                  </a:cubicBezTo>
                  <a:cubicBezTo>
                    <a:pt x="116081" y="48937"/>
                    <a:pt x="118847" y="49606"/>
                    <a:pt x="121887" y="52980"/>
                  </a:cubicBezTo>
                  <a:cubicBezTo>
                    <a:pt x="124440" y="55837"/>
                    <a:pt x="123741" y="58785"/>
                    <a:pt x="128787" y="58998"/>
                  </a:cubicBezTo>
                  <a:cubicBezTo>
                    <a:pt x="134836" y="59271"/>
                    <a:pt x="143316" y="58147"/>
                    <a:pt x="147723" y="63436"/>
                  </a:cubicBezTo>
                  <a:cubicBezTo>
                    <a:pt x="150125" y="66323"/>
                    <a:pt x="154106" y="71095"/>
                    <a:pt x="158514" y="6924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13"/>
            <p:cNvSpPr/>
            <p:nvPr/>
          </p:nvSpPr>
          <p:spPr>
            <a:xfrm>
              <a:off x="2975000" y="412925"/>
              <a:ext cx="3962850" cy="1789550"/>
            </a:xfrm>
            <a:custGeom>
              <a:rect b="b" l="l" r="r" t="t"/>
              <a:pathLst>
                <a:path extrusionOk="0" fill="none" h="71582" w="158514">
                  <a:moveTo>
                    <a:pt x="0" y="1186"/>
                  </a:moveTo>
                  <a:cubicBezTo>
                    <a:pt x="5745" y="3283"/>
                    <a:pt x="12219" y="4286"/>
                    <a:pt x="18238" y="3678"/>
                  </a:cubicBezTo>
                  <a:cubicBezTo>
                    <a:pt x="23891" y="3131"/>
                    <a:pt x="29454" y="1976"/>
                    <a:pt x="35046" y="1034"/>
                  </a:cubicBezTo>
                  <a:cubicBezTo>
                    <a:pt x="41308" y="0"/>
                    <a:pt x="52980" y="638"/>
                    <a:pt x="54317" y="7082"/>
                  </a:cubicBezTo>
                  <a:cubicBezTo>
                    <a:pt x="55260" y="11672"/>
                    <a:pt x="42159" y="33557"/>
                    <a:pt x="54895" y="29879"/>
                  </a:cubicBezTo>
                  <a:cubicBezTo>
                    <a:pt x="64044" y="27204"/>
                    <a:pt x="73588" y="24864"/>
                    <a:pt x="82950" y="22523"/>
                  </a:cubicBezTo>
                  <a:cubicBezTo>
                    <a:pt x="90488" y="20608"/>
                    <a:pt x="101248" y="21186"/>
                    <a:pt x="106932" y="24256"/>
                  </a:cubicBezTo>
                  <a:cubicBezTo>
                    <a:pt x="113862" y="27964"/>
                    <a:pt x="100762" y="47478"/>
                    <a:pt x="112069" y="48876"/>
                  </a:cubicBezTo>
                  <a:cubicBezTo>
                    <a:pt x="116264" y="49363"/>
                    <a:pt x="119729" y="49879"/>
                    <a:pt x="122343" y="53344"/>
                  </a:cubicBezTo>
                  <a:cubicBezTo>
                    <a:pt x="124562" y="56354"/>
                    <a:pt x="124653" y="59089"/>
                    <a:pt x="129273" y="59272"/>
                  </a:cubicBezTo>
                  <a:cubicBezTo>
                    <a:pt x="135352" y="59545"/>
                    <a:pt x="143620" y="58603"/>
                    <a:pt x="147936" y="63861"/>
                  </a:cubicBezTo>
                  <a:cubicBezTo>
                    <a:pt x="150277" y="66688"/>
                    <a:pt x="154137" y="71582"/>
                    <a:pt x="158514" y="6984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13"/>
            <p:cNvSpPr/>
            <p:nvPr/>
          </p:nvSpPr>
          <p:spPr>
            <a:xfrm>
              <a:off x="2975000" y="386325"/>
              <a:ext cx="3962850" cy="1813875"/>
            </a:xfrm>
            <a:custGeom>
              <a:rect b="b" l="l" r="r" t="t"/>
              <a:pathLst>
                <a:path extrusionOk="0" fill="none" h="72555" w="158514">
                  <a:moveTo>
                    <a:pt x="0" y="2250"/>
                  </a:moveTo>
                  <a:cubicBezTo>
                    <a:pt x="5806" y="4286"/>
                    <a:pt x="12371" y="5259"/>
                    <a:pt x="18390" y="4529"/>
                  </a:cubicBezTo>
                  <a:cubicBezTo>
                    <a:pt x="23982" y="3830"/>
                    <a:pt x="29423" y="2250"/>
                    <a:pt x="35046" y="1307"/>
                  </a:cubicBezTo>
                  <a:cubicBezTo>
                    <a:pt x="42767" y="0"/>
                    <a:pt x="52402" y="2067"/>
                    <a:pt x="55685" y="7174"/>
                  </a:cubicBezTo>
                  <a:cubicBezTo>
                    <a:pt x="57570" y="10183"/>
                    <a:pt x="46658" y="32159"/>
                    <a:pt x="56719" y="29271"/>
                  </a:cubicBezTo>
                  <a:cubicBezTo>
                    <a:pt x="65442" y="26748"/>
                    <a:pt x="75746" y="25077"/>
                    <a:pt x="85139" y="22736"/>
                  </a:cubicBezTo>
                  <a:cubicBezTo>
                    <a:pt x="92494" y="20882"/>
                    <a:pt x="102099" y="21338"/>
                    <a:pt x="108300" y="24317"/>
                  </a:cubicBezTo>
                  <a:cubicBezTo>
                    <a:pt x="116477" y="28207"/>
                    <a:pt x="101765" y="47873"/>
                    <a:pt x="112799" y="49636"/>
                  </a:cubicBezTo>
                  <a:cubicBezTo>
                    <a:pt x="116780" y="50275"/>
                    <a:pt x="120215" y="50852"/>
                    <a:pt x="122768" y="54165"/>
                  </a:cubicBezTo>
                  <a:cubicBezTo>
                    <a:pt x="125048" y="57083"/>
                    <a:pt x="125200" y="59849"/>
                    <a:pt x="129729" y="60032"/>
                  </a:cubicBezTo>
                  <a:cubicBezTo>
                    <a:pt x="135839" y="60336"/>
                    <a:pt x="143893" y="59545"/>
                    <a:pt x="148179" y="64773"/>
                  </a:cubicBezTo>
                  <a:cubicBezTo>
                    <a:pt x="150459" y="67539"/>
                    <a:pt x="154167" y="72555"/>
                    <a:pt x="158514" y="7091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13"/>
            <p:cNvSpPr/>
            <p:nvPr/>
          </p:nvSpPr>
          <p:spPr>
            <a:xfrm>
              <a:off x="2975000" y="367325"/>
              <a:ext cx="3962850" cy="1829825"/>
            </a:xfrm>
            <a:custGeom>
              <a:rect b="b" l="l" r="r" t="t"/>
              <a:pathLst>
                <a:path extrusionOk="0" fill="none" h="73193" w="158514">
                  <a:moveTo>
                    <a:pt x="0" y="3010"/>
                  </a:moveTo>
                  <a:cubicBezTo>
                    <a:pt x="5836" y="5016"/>
                    <a:pt x="12432" y="5897"/>
                    <a:pt x="18481" y="5046"/>
                  </a:cubicBezTo>
                  <a:cubicBezTo>
                    <a:pt x="24104" y="4286"/>
                    <a:pt x="29514" y="2067"/>
                    <a:pt x="35077" y="1216"/>
                  </a:cubicBezTo>
                  <a:cubicBezTo>
                    <a:pt x="43010" y="0"/>
                    <a:pt x="51703" y="2584"/>
                    <a:pt x="56719" y="7447"/>
                  </a:cubicBezTo>
                  <a:cubicBezTo>
                    <a:pt x="60123" y="10791"/>
                    <a:pt x="50335" y="30396"/>
                    <a:pt x="58998" y="28360"/>
                  </a:cubicBezTo>
                  <a:cubicBezTo>
                    <a:pt x="67722" y="26293"/>
                    <a:pt x="78056" y="25016"/>
                    <a:pt x="87357" y="22615"/>
                  </a:cubicBezTo>
                  <a:cubicBezTo>
                    <a:pt x="94531" y="20761"/>
                    <a:pt x="103224" y="21065"/>
                    <a:pt x="109546" y="24104"/>
                  </a:cubicBezTo>
                  <a:cubicBezTo>
                    <a:pt x="118209" y="28268"/>
                    <a:pt x="103376" y="47965"/>
                    <a:pt x="113559" y="50062"/>
                  </a:cubicBezTo>
                  <a:cubicBezTo>
                    <a:pt x="117328" y="50822"/>
                    <a:pt x="120671" y="51551"/>
                    <a:pt x="123194" y="54682"/>
                  </a:cubicBezTo>
                  <a:cubicBezTo>
                    <a:pt x="125474" y="57539"/>
                    <a:pt x="125717" y="60305"/>
                    <a:pt x="130155" y="60518"/>
                  </a:cubicBezTo>
                  <a:cubicBezTo>
                    <a:pt x="136295" y="60852"/>
                    <a:pt x="144137" y="60214"/>
                    <a:pt x="148392" y="65381"/>
                  </a:cubicBezTo>
                  <a:cubicBezTo>
                    <a:pt x="150611" y="68056"/>
                    <a:pt x="154228" y="73193"/>
                    <a:pt x="158514" y="7167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13"/>
            <p:cNvSpPr/>
            <p:nvPr/>
          </p:nvSpPr>
          <p:spPr>
            <a:xfrm>
              <a:off x="2975000" y="347575"/>
              <a:ext cx="3962850" cy="1845775"/>
            </a:xfrm>
            <a:custGeom>
              <a:rect b="b" l="l" r="r" t="t"/>
              <a:pathLst>
                <a:path extrusionOk="0" fill="none" h="73831" w="158514">
                  <a:moveTo>
                    <a:pt x="0" y="3800"/>
                  </a:moveTo>
                  <a:cubicBezTo>
                    <a:pt x="5867" y="5775"/>
                    <a:pt x="12554" y="6566"/>
                    <a:pt x="18602" y="5623"/>
                  </a:cubicBezTo>
                  <a:cubicBezTo>
                    <a:pt x="24256" y="4711"/>
                    <a:pt x="29575" y="1915"/>
                    <a:pt x="35229" y="1125"/>
                  </a:cubicBezTo>
                  <a:cubicBezTo>
                    <a:pt x="43284" y="0"/>
                    <a:pt x="51217" y="3404"/>
                    <a:pt x="57448" y="7903"/>
                  </a:cubicBezTo>
                  <a:cubicBezTo>
                    <a:pt x="62129" y="11247"/>
                    <a:pt x="59454" y="16353"/>
                    <a:pt x="58421" y="20852"/>
                  </a:cubicBezTo>
                  <a:cubicBezTo>
                    <a:pt x="57782" y="23587"/>
                    <a:pt x="56506" y="28420"/>
                    <a:pt x="61582" y="27599"/>
                  </a:cubicBezTo>
                  <a:cubicBezTo>
                    <a:pt x="70305" y="26171"/>
                    <a:pt x="80366" y="24925"/>
                    <a:pt x="89516" y="22493"/>
                  </a:cubicBezTo>
                  <a:cubicBezTo>
                    <a:pt x="96628" y="20639"/>
                    <a:pt x="104501" y="20700"/>
                    <a:pt x="110732" y="23952"/>
                  </a:cubicBezTo>
                  <a:cubicBezTo>
                    <a:pt x="119698" y="28663"/>
                    <a:pt x="104501" y="47600"/>
                    <a:pt x="114379" y="50487"/>
                  </a:cubicBezTo>
                  <a:cubicBezTo>
                    <a:pt x="117996" y="51551"/>
                    <a:pt x="121157" y="52250"/>
                    <a:pt x="123619" y="55229"/>
                  </a:cubicBezTo>
                  <a:cubicBezTo>
                    <a:pt x="125899" y="57995"/>
                    <a:pt x="126203" y="60791"/>
                    <a:pt x="130550" y="61065"/>
                  </a:cubicBezTo>
                  <a:cubicBezTo>
                    <a:pt x="136659" y="61399"/>
                    <a:pt x="144380" y="60913"/>
                    <a:pt x="148605" y="65989"/>
                  </a:cubicBezTo>
                  <a:cubicBezTo>
                    <a:pt x="150793" y="68603"/>
                    <a:pt x="154258" y="73831"/>
                    <a:pt x="158514" y="7246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13"/>
            <p:cNvSpPr/>
            <p:nvPr/>
          </p:nvSpPr>
          <p:spPr>
            <a:xfrm>
              <a:off x="2975000" y="324000"/>
              <a:ext cx="3962850" cy="1867075"/>
            </a:xfrm>
            <a:custGeom>
              <a:rect b="b" l="l" r="r" t="t"/>
              <a:pathLst>
                <a:path extrusionOk="0" fill="none" h="74683" w="158514">
                  <a:moveTo>
                    <a:pt x="0" y="4743"/>
                  </a:moveTo>
                  <a:cubicBezTo>
                    <a:pt x="5897" y="6688"/>
                    <a:pt x="12645" y="7387"/>
                    <a:pt x="18724" y="6323"/>
                  </a:cubicBezTo>
                  <a:cubicBezTo>
                    <a:pt x="24469" y="5290"/>
                    <a:pt x="29758" y="1977"/>
                    <a:pt x="35502" y="1156"/>
                  </a:cubicBezTo>
                  <a:cubicBezTo>
                    <a:pt x="43466" y="1"/>
                    <a:pt x="51460" y="4682"/>
                    <a:pt x="57934" y="8572"/>
                  </a:cubicBezTo>
                  <a:cubicBezTo>
                    <a:pt x="62858" y="11521"/>
                    <a:pt x="62099" y="15411"/>
                    <a:pt x="61339" y="20153"/>
                  </a:cubicBezTo>
                  <a:cubicBezTo>
                    <a:pt x="60883" y="22919"/>
                    <a:pt x="59576" y="27448"/>
                    <a:pt x="64378" y="27144"/>
                  </a:cubicBezTo>
                  <a:cubicBezTo>
                    <a:pt x="73223" y="26597"/>
                    <a:pt x="82737" y="24834"/>
                    <a:pt x="91643" y="22494"/>
                  </a:cubicBezTo>
                  <a:cubicBezTo>
                    <a:pt x="98817" y="20609"/>
                    <a:pt x="105747" y="20366"/>
                    <a:pt x="111856" y="23983"/>
                  </a:cubicBezTo>
                  <a:cubicBezTo>
                    <a:pt x="120519" y="29120"/>
                    <a:pt x="105990" y="47296"/>
                    <a:pt x="115230" y="51035"/>
                  </a:cubicBezTo>
                  <a:cubicBezTo>
                    <a:pt x="118543" y="52372"/>
                    <a:pt x="121705" y="53072"/>
                    <a:pt x="124045" y="55898"/>
                  </a:cubicBezTo>
                  <a:cubicBezTo>
                    <a:pt x="126325" y="58634"/>
                    <a:pt x="126659" y="61461"/>
                    <a:pt x="130914" y="61765"/>
                  </a:cubicBezTo>
                  <a:cubicBezTo>
                    <a:pt x="136994" y="62160"/>
                    <a:pt x="144593" y="61825"/>
                    <a:pt x="148818" y="66810"/>
                  </a:cubicBezTo>
                  <a:cubicBezTo>
                    <a:pt x="150945" y="69364"/>
                    <a:pt x="154289" y="74683"/>
                    <a:pt x="158514" y="73406"/>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13"/>
            <p:cNvSpPr/>
            <p:nvPr/>
          </p:nvSpPr>
          <p:spPr>
            <a:xfrm>
              <a:off x="2975000" y="297425"/>
              <a:ext cx="3962850" cy="1890625"/>
            </a:xfrm>
            <a:custGeom>
              <a:rect b="b" l="l" r="r" t="t"/>
              <a:pathLst>
                <a:path extrusionOk="0" fill="none" h="75625" w="158514">
                  <a:moveTo>
                    <a:pt x="0" y="5806"/>
                  </a:moveTo>
                  <a:cubicBezTo>
                    <a:pt x="5927" y="7690"/>
                    <a:pt x="12918" y="8450"/>
                    <a:pt x="18815" y="7173"/>
                  </a:cubicBezTo>
                  <a:cubicBezTo>
                    <a:pt x="24530" y="5927"/>
                    <a:pt x="30122" y="2128"/>
                    <a:pt x="35928" y="1216"/>
                  </a:cubicBezTo>
                  <a:cubicBezTo>
                    <a:pt x="43648" y="0"/>
                    <a:pt x="52494" y="5593"/>
                    <a:pt x="58178" y="9392"/>
                  </a:cubicBezTo>
                  <a:cubicBezTo>
                    <a:pt x="62585" y="12310"/>
                    <a:pt x="64226" y="14347"/>
                    <a:pt x="64074" y="19940"/>
                  </a:cubicBezTo>
                  <a:cubicBezTo>
                    <a:pt x="64014" y="22797"/>
                    <a:pt x="62828" y="26839"/>
                    <a:pt x="67296" y="27022"/>
                  </a:cubicBezTo>
                  <a:cubicBezTo>
                    <a:pt x="76081" y="27417"/>
                    <a:pt x="85199" y="24560"/>
                    <a:pt x="93589" y="22584"/>
                  </a:cubicBezTo>
                  <a:cubicBezTo>
                    <a:pt x="100975" y="20851"/>
                    <a:pt x="106598" y="19879"/>
                    <a:pt x="112920" y="24165"/>
                  </a:cubicBezTo>
                  <a:cubicBezTo>
                    <a:pt x="121188" y="29788"/>
                    <a:pt x="107753" y="47113"/>
                    <a:pt x="116142" y="51673"/>
                  </a:cubicBezTo>
                  <a:cubicBezTo>
                    <a:pt x="119030" y="53223"/>
                    <a:pt x="122221" y="54013"/>
                    <a:pt x="124501" y="56718"/>
                  </a:cubicBezTo>
                  <a:cubicBezTo>
                    <a:pt x="126781" y="59423"/>
                    <a:pt x="127115" y="62281"/>
                    <a:pt x="131279" y="62615"/>
                  </a:cubicBezTo>
                  <a:cubicBezTo>
                    <a:pt x="137358" y="63101"/>
                    <a:pt x="144836" y="62828"/>
                    <a:pt x="149030" y="67752"/>
                  </a:cubicBezTo>
                  <a:cubicBezTo>
                    <a:pt x="151158" y="70244"/>
                    <a:pt x="154350" y="75624"/>
                    <a:pt x="158514" y="7446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13"/>
            <p:cNvSpPr/>
            <p:nvPr/>
          </p:nvSpPr>
          <p:spPr>
            <a:xfrm>
              <a:off x="2975000" y="270050"/>
              <a:ext cx="3962100" cy="1914200"/>
            </a:xfrm>
            <a:custGeom>
              <a:rect b="b" l="l" r="r" t="t"/>
              <a:pathLst>
                <a:path extrusionOk="0" fill="none" h="76568" w="158484">
                  <a:moveTo>
                    <a:pt x="0" y="6901"/>
                  </a:moveTo>
                  <a:cubicBezTo>
                    <a:pt x="5988" y="8785"/>
                    <a:pt x="13040" y="9484"/>
                    <a:pt x="18937" y="8025"/>
                  </a:cubicBezTo>
                  <a:cubicBezTo>
                    <a:pt x="24803" y="6627"/>
                    <a:pt x="30396" y="2402"/>
                    <a:pt x="36414" y="1338"/>
                  </a:cubicBezTo>
                  <a:cubicBezTo>
                    <a:pt x="44013" y="1"/>
                    <a:pt x="52463" y="6688"/>
                    <a:pt x="58208" y="10244"/>
                  </a:cubicBezTo>
                  <a:cubicBezTo>
                    <a:pt x="62676" y="13010"/>
                    <a:pt x="65138" y="14925"/>
                    <a:pt x="66476" y="20092"/>
                  </a:cubicBezTo>
                  <a:cubicBezTo>
                    <a:pt x="67235" y="22980"/>
                    <a:pt x="65868" y="26536"/>
                    <a:pt x="70214" y="27144"/>
                  </a:cubicBezTo>
                  <a:cubicBezTo>
                    <a:pt x="78695" y="28329"/>
                    <a:pt x="87753" y="24104"/>
                    <a:pt x="95351" y="22646"/>
                  </a:cubicBezTo>
                  <a:cubicBezTo>
                    <a:pt x="102950" y="21187"/>
                    <a:pt x="107327" y="19150"/>
                    <a:pt x="113893" y="24408"/>
                  </a:cubicBezTo>
                  <a:cubicBezTo>
                    <a:pt x="121309" y="30366"/>
                    <a:pt x="109668" y="47023"/>
                    <a:pt x="117084" y="52251"/>
                  </a:cubicBezTo>
                  <a:cubicBezTo>
                    <a:pt x="119577" y="54014"/>
                    <a:pt x="122586" y="54956"/>
                    <a:pt x="125018" y="57418"/>
                  </a:cubicBezTo>
                  <a:cubicBezTo>
                    <a:pt x="127419" y="59880"/>
                    <a:pt x="127145" y="63011"/>
                    <a:pt x="131614" y="63436"/>
                  </a:cubicBezTo>
                  <a:cubicBezTo>
                    <a:pt x="137602" y="64014"/>
                    <a:pt x="144988" y="63832"/>
                    <a:pt x="149213" y="68695"/>
                  </a:cubicBezTo>
                  <a:cubicBezTo>
                    <a:pt x="151310" y="71126"/>
                    <a:pt x="154410" y="76567"/>
                    <a:pt x="158483" y="755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13"/>
            <p:cNvSpPr/>
            <p:nvPr/>
          </p:nvSpPr>
          <p:spPr>
            <a:xfrm>
              <a:off x="2975000" y="244975"/>
              <a:ext cx="3962100" cy="1937000"/>
            </a:xfrm>
            <a:custGeom>
              <a:rect b="b" l="l" r="r" t="t"/>
              <a:pathLst>
                <a:path extrusionOk="0" fill="none" h="77480" w="158484">
                  <a:moveTo>
                    <a:pt x="0" y="7904"/>
                  </a:moveTo>
                  <a:cubicBezTo>
                    <a:pt x="6019" y="9758"/>
                    <a:pt x="13162" y="10366"/>
                    <a:pt x="19058" y="8815"/>
                  </a:cubicBezTo>
                  <a:cubicBezTo>
                    <a:pt x="25077" y="7204"/>
                    <a:pt x="30730" y="2554"/>
                    <a:pt x="36992" y="1429"/>
                  </a:cubicBezTo>
                  <a:cubicBezTo>
                    <a:pt x="44773" y="1"/>
                    <a:pt x="52038" y="7296"/>
                    <a:pt x="58086" y="10974"/>
                  </a:cubicBezTo>
                  <a:cubicBezTo>
                    <a:pt x="62463" y="13618"/>
                    <a:pt x="66111" y="15806"/>
                    <a:pt x="68482" y="20457"/>
                  </a:cubicBezTo>
                  <a:cubicBezTo>
                    <a:pt x="69910" y="23253"/>
                    <a:pt x="69090" y="26475"/>
                    <a:pt x="73041" y="27387"/>
                  </a:cubicBezTo>
                  <a:cubicBezTo>
                    <a:pt x="81005" y="29180"/>
                    <a:pt x="90002" y="23679"/>
                    <a:pt x="96841" y="22615"/>
                  </a:cubicBezTo>
                  <a:cubicBezTo>
                    <a:pt x="104622" y="21399"/>
                    <a:pt x="107692" y="18360"/>
                    <a:pt x="114714" y="24621"/>
                  </a:cubicBezTo>
                  <a:cubicBezTo>
                    <a:pt x="121917" y="31065"/>
                    <a:pt x="111552" y="46780"/>
                    <a:pt x="118087" y="52767"/>
                  </a:cubicBezTo>
                  <a:cubicBezTo>
                    <a:pt x="120124" y="54682"/>
                    <a:pt x="123224" y="55807"/>
                    <a:pt x="125443" y="58178"/>
                  </a:cubicBezTo>
                  <a:cubicBezTo>
                    <a:pt x="127784" y="60640"/>
                    <a:pt x="127632" y="63771"/>
                    <a:pt x="131918" y="64257"/>
                  </a:cubicBezTo>
                  <a:cubicBezTo>
                    <a:pt x="137905" y="64956"/>
                    <a:pt x="145170" y="64804"/>
                    <a:pt x="149425" y="69576"/>
                  </a:cubicBezTo>
                  <a:cubicBezTo>
                    <a:pt x="151523" y="71947"/>
                    <a:pt x="154471" y="77479"/>
                    <a:pt x="158483" y="765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13"/>
            <p:cNvSpPr/>
            <p:nvPr/>
          </p:nvSpPr>
          <p:spPr>
            <a:xfrm>
              <a:off x="2975000" y="222950"/>
              <a:ext cx="3962100" cy="1955225"/>
            </a:xfrm>
            <a:custGeom>
              <a:rect b="b" l="l" r="r" t="t"/>
              <a:pathLst>
                <a:path extrusionOk="0" fill="none" h="78209" w="158484">
                  <a:moveTo>
                    <a:pt x="0" y="8785"/>
                  </a:moveTo>
                  <a:cubicBezTo>
                    <a:pt x="6079" y="10608"/>
                    <a:pt x="13313" y="11155"/>
                    <a:pt x="19180" y="9453"/>
                  </a:cubicBezTo>
                  <a:cubicBezTo>
                    <a:pt x="25289" y="7690"/>
                    <a:pt x="31125" y="2584"/>
                    <a:pt x="37569" y="1459"/>
                  </a:cubicBezTo>
                  <a:cubicBezTo>
                    <a:pt x="45776" y="0"/>
                    <a:pt x="51642" y="7630"/>
                    <a:pt x="57874" y="11520"/>
                  </a:cubicBezTo>
                  <a:cubicBezTo>
                    <a:pt x="62099" y="14134"/>
                    <a:pt x="67175" y="16596"/>
                    <a:pt x="70123" y="20882"/>
                  </a:cubicBezTo>
                  <a:cubicBezTo>
                    <a:pt x="71886" y="23466"/>
                    <a:pt x="72190" y="26688"/>
                    <a:pt x="75625" y="27569"/>
                  </a:cubicBezTo>
                  <a:cubicBezTo>
                    <a:pt x="83193" y="29484"/>
                    <a:pt x="91339" y="23374"/>
                    <a:pt x="97996" y="22371"/>
                  </a:cubicBezTo>
                  <a:cubicBezTo>
                    <a:pt x="106051" y="21186"/>
                    <a:pt x="108391" y="17630"/>
                    <a:pt x="115473" y="24773"/>
                  </a:cubicBezTo>
                  <a:cubicBezTo>
                    <a:pt x="122039" y="31369"/>
                    <a:pt x="113528" y="46475"/>
                    <a:pt x="119060" y="53101"/>
                  </a:cubicBezTo>
                  <a:cubicBezTo>
                    <a:pt x="120732" y="55107"/>
                    <a:pt x="123802" y="56475"/>
                    <a:pt x="125869" y="58785"/>
                  </a:cubicBezTo>
                  <a:cubicBezTo>
                    <a:pt x="128088" y="61247"/>
                    <a:pt x="128057" y="64348"/>
                    <a:pt x="132191" y="64925"/>
                  </a:cubicBezTo>
                  <a:cubicBezTo>
                    <a:pt x="138179" y="65746"/>
                    <a:pt x="145352" y="65594"/>
                    <a:pt x="149608" y="70305"/>
                  </a:cubicBezTo>
                  <a:cubicBezTo>
                    <a:pt x="151705" y="72615"/>
                    <a:pt x="154502" y="78208"/>
                    <a:pt x="158483" y="7744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13"/>
            <p:cNvSpPr/>
            <p:nvPr/>
          </p:nvSpPr>
          <p:spPr>
            <a:xfrm>
              <a:off x="2975000" y="197875"/>
              <a:ext cx="3962850" cy="1976500"/>
            </a:xfrm>
            <a:custGeom>
              <a:rect b="b" l="l" r="r" t="t"/>
              <a:pathLst>
                <a:path extrusionOk="0" fill="none" h="79060" w="158514">
                  <a:moveTo>
                    <a:pt x="0" y="9788"/>
                  </a:moveTo>
                  <a:cubicBezTo>
                    <a:pt x="6110" y="11551"/>
                    <a:pt x="13222" y="11824"/>
                    <a:pt x="19301" y="10244"/>
                  </a:cubicBezTo>
                  <a:cubicBezTo>
                    <a:pt x="26080" y="8450"/>
                    <a:pt x="31369" y="3040"/>
                    <a:pt x="38208" y="1642"/>
                  </a:cubicBezTo>
                  <a:cubicBezTo>
                    <a:pt x="46384" y="0"/>
                    <a:pt x="51855" y="8207"/>
                    <a:pt x="57600" y="12098"/>
                  </a:cubicBezTo>
                  <a:cubicBezTo>
                    <a:pt x="61886" y="14985"/>
                    <a:pt x="67296" y="17478"/>
                    <a:pt x="71065" y="21368"/>
                  </a:cubicBezTo>
                  <a:cubicBezTo>
                    <a:pt x="73315" y="23678"/>
                    <a:pt x="74743" y="27113"/>
                    <a:pt x="77904" y="27903"/>
                  </a:cubicBezTo>
                  <a:cubicBezTo>
                    <a:pt x="84865" y="29575"/>
                    <a:pt x="91978" y="23648"/>
                    <a:pt x="98847" y="22280"/>
                  </a:cubicBezTo>
                  <a:cubicBezTo>
                    <a:pt x="107419" y="20517"/>
                    <a:pt x="109850" y="17903"/>
                    <a:pt x="116233" y="25077"/>
                  </a:cubicBezTo>
                  <a:cubicBezTo>
                    <a:pt x="122069" y="31642"/>
                    <a:pt x="115656" y="46536"/>
                    <a:pt x="120154" y="53557"/>
                  </a:cubicBezTo>
                  <a:cubicBezTo>
                    <a:pt x="121492" y="55624"/>
                    <a:pt x="124471" y="57235"/>
                    <a:pt x="126325" y="59484"/>
                  </a:cubicBezTo>
                  <a:cubicBezTo>
                    <a:pt x="128422" y="61977"/>
                    <a:pt x="128544" y="65047"/>
                    <a:pt x="132495" y="65685"/>
                  </a:cubicBezTo>
                  <a:cubicBezTo>
                    <a:pt x="138392" y="66658"/>
                    <a:pt x="145565" y="66506"/>
                    <a:pt x="149851" y="71187"/>
                  </a:cubicBezTo>
                  <a:cubicBezTo>
                    <a:pt x="151918" y="73466"/>
                    <a:pt x="154593" y="79059"/>
                    <a:pt x="158514" y="7845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13"/>
            <p:cNvSpPr/>
            <p:nvPr/>
          </p:nvSpPr>
          <p:spPr>
            <a:xfrm>
              <a:off x="2975000" y="180400"/>
              <a:ext cx="3962850" cy="1990925"/>
            </a:xfrm>
            <a:custGeom>
              <a:rect b="b" l="l" r="r" t="t"/>
              <a:pathLst>
                <a:path extrusionOk="0" fill="none" h="79637" w="158514">
                  <a:moveTo>
                    <a:pt x="0" y="10487"/>
                  </a:moveTo>
                  <a:cubicBezTo>
                    <a:pt x="6171" y="12219"/>
                    <a:pt x="13374" y="12371"/>
                    <a:pt x="19453" y="10699"/>
                  </a:cubicBezTo>
                  <a:cubicBezTo>
                    <a:pt x="26384" y="8754"/>
                    <a:pt x="31764" y="2979"/>
                    <a:pt x="38876" y="1611"/>
                  </a:cubicBezTo>
                  <a:cubicBezTo>
                    <a:pt x="47265" y="0"/>
                    <a:pt x="51946" y="8025"/>
                    <a:pt x="57418" y="12280"/>
                  </a:cubicBezTo>
                  <a:cubicBezTo>
                    <a:pt x="61582" y="15532"/>
                    <a:pt x="67083" y="17994"/>
                    <a:pt x="71460" y="21490"/>
                  </a:cubicBezTo>
                  <a:cubicBezTo>
                    <a:pt x="74166" y="23678"/>
                    <a:pt x="76597" y="27143"/>
                    <a:pt x="79789" y="27812"/>
                  </a:cubicBezTo>
                  <a:cubicBezTo>
                    <a:pt x="86172" y="29149"/>
                    <a:pt x="92950" y="23374"/>
                    <a:pt x="99364" y="21733"/>
                  </a:cubicBezTo>
                  <a:cubicBezTo>
                    <a:pt x="107723" y="19605"/>
                    <a:pt x="111218" y="17934"/>
                    <a:pt x="117024" y="25137"/>
                  </a:cubicBezTo>
                  <a:cubicBezTo>
                    <a:pt x="122100" y="31460"/>
                    <a:pt x="117784" y="46475"/>
                    <a:pt x="121249" y="53679"/>
                  </a:cubicBezTo>
                  <a:cubicBezTo>
                    <a:pt x="122708" y="56718"/>
                    <a:pt x="129060" y="65472"/>
                    <a:pt x="132769" y="66171"/>
                  </a:cubicBezTo>
                  <a:cubicBezTo>
                    <a:pt x="138605" y="67296"/>
                    <a:pt x="145748" y="67114"/>
                    <a:pt x="150033" y="71764"/>
                  </a:cubicBezTo>
                  <a:cubicBezTo>
                    <a:pt x="152100" y="73983"/>
                    <a:pt x="154684" y="79637"/>
                    <a:pt x="158514" y="7915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13"/>
            <p:cNvSpPr/>
            <p:nvPr/>
          </p:nvSpPr>
          <p:spPr>
            <a:xfrm>
              <a:off x="2975000" y="165200"/>
              <a:ext cx="3962850" cy="2002325"/>
            </a:xfrm>
            <a:custGeom>
              <a:rect b="b" l="l" r="r" t="t"/>
              <a:pathLst>
                <a:path extrusionOk="0" fill="none" h="80093" w="158514">
                  <a:moveTo>
                    <a:pt x="0" y="11095"/>
                  </a:moveTo>
                  <a:cubicBezTo>
                    <a:pt x="6201" y="12797"/>
                    <a:pt x="13496" y="12858"/>
                    <a:pt x="19575" y="11064"/>
                  </a:cubicBezTo>
                  <a:cubicBezTo>
                    <a:pt x="26688" y="8967"/>
                    <a:pt x="32128" y="2857"/>
                    <a:pt x="39545" y="1520"/>
                  </a:cubicBezTo>
                  <a:cubicBezTo>
                    <a:pt x="47965" y="0"/>
                    <a:pt x="52402" y="7599"/>
                    <a:pt x="57326" y="12280"/>
                  </a:cubicBezTo>
                  <a:cubicBezTo>
                    <a:pt x="61096" y="15867"/>
                    <a:pt x="66840" y="18329"/>
                    <a:pt x="71491" y="21490"/>
                  </a:cubicBezTo>
                  <a:cubicBezTo>
                    <a:pt x="74470" y="23496"/>
                    <a:pt x="77600" y="26870"/>
                    <a:pt x="81157" y="27387"/>
                  </a:cubicBezTo>
                  <a:cubicBezTo>
                    <a:pt x="87449" y="28268"/>
                    <a:pt x="93832" y="22827"/>
                    <a:pt x="99607" y="21034"/>
                  </a:cubicBezTo>
                  <a:cubicBezTo>
                    <a:pt x="107814" y="18450"/>
                    <a:pt x="112677" y="17812"/>
                    <a:pt x="117875" y="25137"/>
                  </a:cubicBezTo>
                  <a:cubicBezTo>
                    <a:pt x="120306" y="28602"/>
                    <a:pt x="119364" y="34773"/>
                    <a:pt x="119759" y="39423"/>
                  </a:cubicBezTo>
                  <a:cubicBezTo>
                    <a:pt x="120185" y="44256"/>
                    <a:pt x="120914" y="49697"/>
                    <a:pt x="122343" y="53679"/>
                  </a:cubicBezTo>
                  <a:cubicBezTo>
                    <a:pt x="123498" y="56810"/>
                    <a:pt x="129425" y="65746"/>
                    <a:pt x="133042" y="66536"/>
                  </a:cubicBezTo>
                  <a:cubicBezTo>
                    <a:pt x="138817" y="67782"/>
                    <a:pt x="145930" y="67600"/>
                    <a:pt x="150246" y="72220"/>
                  </a:cubicBezTo>
                  <a:cubicBezTo>
                    <a:pt x="152313" y="74409"/>
                    <a:pt x="154745" y="80093"/>
                    <a:pt x="158514" y="7975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13"/>
            <p:cNvSpPr/>
            <p:nvPr/>
          </p:nvSpPr>
          <p:spPr>
            <a:xfrm>
              <a:off x="2975000" y="150750"/>
              <a:ext cx="3962850" cy="2014500"/>
            </a:xfrm>
            <a:custGeom>
              <a:rect b="b" l="l" r="r" t="t"/>
              <a:pathLst>
                <a:path extrusionOk="0" fill="none" h="80580" w="158514">
                  <a:moveTo>
                    <a:pt x="0" y="11673"/>
                  </a:moveTo>
                  <a:cubicBezTo>
                    <a:pt x="6262" y="13344"/>
                    <a:pt x="13830" y="13588"/>
                    <a:pt x="19727" y="11429"/>
                  </a:cubicBezTo>
                  <a:cubicBezTo>
                    <a:pt x="26566" y="8907"/>
                    <a:pt x="32767" y="2676"/>
                    <a:pt x="40244" y="1399"/>
                  </a:cubicBezTo>
                  <a:cubicBezTo>
                    <a:pt x="48573" y="1"/>
                    <a:pt x="53162" y="6900"/>
                    <a:pt x="57478" y="12159"/>
                  </a:cubicBezTo>
                  <a:cubicBezTo>
                    <a:pt x="61825" y="17417"/>
                    <a:pt x="74318" y="25807"/>
                    <a:pt x="81917" y="26749"/>
                  </a:cubicBezTo>
                  <a:cubicBezTo>
                    <a:pt x="87692" y="27448"/>
                    <a:pt x="94379" y="22159"/>
                    <a:pt x="99637" y="20244"/>
                  </a:cubicBezTo>
                  <a:cubicBezTo>
                    <a:pt x="108178" y="17144"/>
                    <a:pt x="114045" y="17873"/>
                    <a:pt x="118787" y="25199"/>
                  </a:cubicBezTo>
                  <a:cubicBezTo>
                    <a:pt x="121066" y="28694"/>
                    <a:pt x="119607" y="34895"/>
                    <a:pt x="120215" y="39515"/>
                  </a:cubicBezTo>
                  <a:cubicBezTo>
                    <a:pt x="120853" y="44348"/>
                    <a:pt x="122373" y="49394"/>
                    <a:pt x="123498" y="53649"/>
                  </a:cubicBezTo>
                  <a:cubicBezTo>
                    <a:pt x="124349" y="56962"/>
                    <a:pt x="129729" y="65989"/>
                    <a:pt x="133316" y="66871"/>
                  </a:cubicBezTo>
                  <a:cubicBezTo>
                    <a:pt x="139000" y="68300"/>
                    <a:pt x="146112" y="68087"/>
                    <a:pt x="150459" y="72677"/>
                  </a:cubicBezTo>
                  <a:cubicBezTo>
                    <a:pt x="152495" y="74835"/>
                    <a:pt x="154836" y="80579"/>
                    <a:pt x="158514" y="803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13"/>
            <p:cNvSpPr/>
            <p:nvPr/>
          </p:nvSpPr>
          <p:spPr>
            <a:xfrm>
              <a:off x="2975000" y="138600"/>
              <a:ext cx="3962100" cy="2022075"/>
            </a:xfrm>
            <a:custGeom>
              <a:rect b="b" l="l" r="r" t="t"/>
              <a:pathLst>
                <a:path extrusionOk="0" fill="none" h="80883" w="158484">
                  <a:moveTo>
                    <a:pt x="0" y="12159"/>
                  </a:moveTo>
                  <a:cubicBezTo>
                    <a:pt x="6322" y="13800"/>
                    <a:pt x="13952" y="13952"/>
                    <a:pt x="19849" y="11672"/>
                  </a:cubicBezTo>
                  <a:cubicBezTo>
                    <a:pt x="26900" y="8937"/>
                    <a:pt x="33162" y="2462"/>
                    <a:pt x="40974" y="1247"/>
                  </a:cubicBezTo>
                  <a:cubicBezTo>
                    <a:pt x="48876" y="0"/>
                    <a:pt x="54530" y="5806"/>
                    <a:pt x="58026" y="11855"/>
                  </a:cubicBezTo>
                  <a:cubicBezTo>
                    <a:pt x="61521" y="17873"/>
                    <a:pt x="74500" y="25138"/>
                    <a:pt x="82069" y="25928"/>
                  </a:cubicBezTo>
                  <a:cubicBezTo>
                    <a:pt x="87449" y="26505"/>
                    <a:pt x="94774" y="21186"/>
                    <a:pt x="99637" y="19362"/>
                  </a:cubicBezTo>
                  <a:cubicBezTo>
                    <a:pt x="108178" y="16080"/>
                    <a:pt x="115321" y="17782"/>
                    <a:pt x="119759" y="25107"/>
                  </a:cubicBezTo>
                  <a:cubicBezTo>
                    <a:pt x="121948" y="28724"/>
                    <a:pt x="119790" y="34803"/>
                    <a:pt x="120580" y="39545"/>
                  </a:cubicBezTo>
                  <a:cubicBezTo>
                    <a:pt x="121370" y="44348"/>
                    <a:pt x="123771" y="48937"/>
                    <a:pt x="124623" y="53497"/>
                  </a:cubicBezTo>
                  <a:cubicBezTo>
                    <a:pt x="125291" y="56992"/>
                    <a:pt x="130003" y="66050"/>
                    <a:pt x="133559" y="67053"/>
                  </a:cubicBezTo>
                  <a:cubicBezTo>
                    <a:pt x="139152" y="68603"/>
                    <a:pt x="146355" y="68451"/>
                    <a:pt x="150672" y="72980"/>
                  </a:cubicBezTo>
                  <a:cubicBezTo>
                    <a:pt x="152708" y="75108"/>
                    <a:pt x="154897" y="80883"/>
                    <a:pt x="158483" y="80822"/>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13"/>
            <p:cNvSpPr/>
            <p:nvPr/>
          </p:nvSpPr>
          <p:spPr>
            <a:xfrm>
              <a:off x="2975000" y="124150"/>
              <a:ext cx="3962100" cy="2034250"/>
            </a:xfrm>
            <a:custGeom>
              <a:rect b="b" l="l" r="r" t="t"/>
              <a:pathLst>
                <a:path extrusionOk="0" fill="none" h="81370" w="158484">
                  <a:moveTo>
                    <a:pt x="0" y="12737"/>
                  </a:moveTo>
                  <a:cubicBezTo>
                    <a:pt x="6383" y="14348"/>
                    <a:pt x="13861" y="14226"/>
                    <a:pt x="20001" y="12007"/>
                  </a:cubicBezTo>
                  <a:cubicBezTo>
                    <a:pt x="27721" y="9241"/>
                    <a:pt x="33283" y="2432"/>
                    <a:pt x="41673" y="1186"/>
                  </a:cubicBezTo>
                  <a:cubicBezTo>
                    <a:pt x="49515" y="1"/>
                    <a:pt x="55807" y="4530"/>
                    <a:pt x="58877" y="11551"/>
                  </a:cubicBezTo>
                  <a:cubicBezTo>
                    <a:pt x="61886" y="18481"/>
                    <a:pt x="74378" y="24560"/>
                    <a:pt x="81704" y="25199"/>
                  </a:cubicBezTo>
                  <a:cubicBezTo>
                    <a:pt x="87114" y="25624"/>
                    <a:pt x="94774" y="20244"/>
                    <a:pt x="99607" y="18573"/>
                  </a:cubicBezTo>
                  <a:cubicBezTo>
                    <a:pt x="108118" y="15655"/>
                    <a:pt x="116628" y="17721"/>
                    <a:pt x="120853" y="25199"/>
                  </a:cubicBezTo>
                  <a:cubicBezTo>
                    <a:pt x="123012" y="29029"/>
                    <a:pt x="119972" y="34895"/>
                    <a:pt x="120853" y="39758"/>
                  </a:cubicBezTo>
                  <a:cubicBezTo>
                    <a:pt x="121735" y="44561"/>
                    <a:pt x="125139" y="48512"/>
                    <a:pt x="125778" y="53406"/>
                  </a:cubicBezTo>
                  <a:cubicBezTo>
                    <a:pt x="126294" y="57205"/>
                    <a:pt x="130276" y="66172"/>
                    <a:pt x="133863" y="67297"/>
                  </a:cubicBezTo>
                  <a:cubicBezTo>
                    <a:pt x="139334" y="68999"/>
                    <a:pt x="146568" y="68908"/>
                    <a:pt x="150884" y="73406"/>
                  </a:cubicBezTo>
                  <a:cubicBezTo>
                    <a:pt x="153438" y="76051"/>
                    <a:pt x="154684" y="80428"/>
                    <a:pt x="158483" y="8137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13"/>
            <p:cNvSpPr/>
            <p:nvPr/>
          </p:nvSpPr>
          <p:spPr>
            <a:xfrm>
              <a:off x="2975000" y="108200"/>
              <a:ext cx="3962850" cy="2050975"/>
            </a:xfrm>
            <a:custGeom>
              <a:rect b="b" l="l" r="r" t="t"/>
              <a:pathLst>
                <a:path extrusionOk="0" fill="none" h="82039" w="158514">
                  <a:moveTo>
                    <a:pt x="0" y="13375"/>
                  </a:moveTo>
                  <a:cubicBezTo>
                    <a:pt x="6474" y="14986"/>
                    <a:pt x="14013" y="14712"/>
                    <a:pt x="20183" y="12432"/>
                  </a:cubicBezTo>
                  <a:cubicBezTo>
                    <a:pt x="28116" y="9454"/>
                    <a:pt x="33709" y="2493"/>
                    <a:pt x="42402" y="1156"/>
                  </a:cubicBezTo>
                  <a:cubicBezTo>
                    <a:pt x="50092" y="1"/>
                    <a:pt x="57418" y="4043"/>
                    <a:pt x="59819" y="11217"/>
                  </a:cubicBezTo>
                  <a:cubicBezTo>
                    <a:pt x="62190" y="18390"/>
                    <a:pt x="73862" y="24104"/>
                    <a:pt x="81035" y="24439"/>
                  </a:cubicBezTo>
                  <a:cubicBezTo>
                    <a:pt x="86780" y="24743"/>
                    <a:pt x="94318" y="19454"/>
                    <a:pt x="99607" y="17934"/>
                  </a:cubicBezTo>
                  <a:cubicBezTo>
                    <a:pt x="108452" y="15381"/>
                    <a:pt x="117844" y="17873"/>
                    <a:pt x="122009" y="25350"/>
                  </a:cubicBezTo>
                  <a:cubicBezTo>
                    <a:pt x="124227" y="29332"/>
                    <a:pt x="120154" y="35047"/>
                    <a:pt x="121066" y="40092"/>
                  </a:cubicBezTo>
                  <a:cubicBezTo>
                    <a:pt x="121978" y="44925"/>
                    <a:pt x="126507" y="48512"/>
                    <a:pt x="126963" y="53406"/>
                  </a:cubicBezTo>
                  <a:cubicBezTo>
                    <a:pt x="127297" y="57205"/>
                    <a:pt x="130459" y="66172"/>
                    <a:pt x="134167" y="67570"/>
                  </a:cubicBezTo>
                  <a:cubicBezTo>
                    <a:pt x="139304" y="69485"/>
                    <a:pt x="146842" y="69424"/>
                    <a:pt x="151128" y="73862"/>
                  </a:cubicBezTo>
                  <a:cubicBezTo>
                    <a:pt x="153650" y="76537"/>
                    <a:pt x="154805" y="80883"/>
                    <a:pt x="158514" y="8203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13"/>
            <p:cNvSpPr/>
            <p:nvPr/>
          </p:nvSpPr>
          <p:spPr>
            <a:xfrm>
              <a:off x="2975000" y="89975"/>
              <a:ext cx="3962850" cy="2068425"/>
            </a:xfrm>
            <a:custGeom>
              <a:rect b="b" l="l" r="r" t="t"/>
              <a:pathLst>
                <a:path extrusionOk="0" fill="none" h="82737" w="158514">
                  <a:moveTo>
                    <a:pt x="0" y="14104"/>
                  </a:moveTo>
                  <a:cubicBezTo>
                    <a:pt x="6535" y="15684"/>
                    <a:pt x="14347" y="15502"/>
                    <a:pt x="20335" y="12918"/>
                  </a:cubicBezTo>
                  <a:cubicBezTo>
                    <a:pt x="27995" y="9575"/>
                    <a:pt x="34439" y="2644"/>
                    <a:pt x="43101" y="1216"/>
                  </a:cubicBezTo>
                  <a:cubicBezTo>
                    <a:pt x="50639" y="0"/>
                    <a:pt x="58299" y="3435"/>
                    <a:pt x="60822" y="10882"/>
                  </a:cubicBezTo>
                  <a:cubicBezTo>
                    <a:pt x="63436" y="18572"/>
                    <a:pt x="72190" y="23587"/>
                    <a:pt x="80184" y="23769"/>
                  </a:cubicBezTo>
                  <a:cubicBezTo>
                    <a:pt x="86415" y="23921"/>
                    <a:pt x="93862" y="18663"/>
                    <a:pt x="99759" y="17417"/>
                  </a:cubicBezTo>
                  <a:cubicBezTo>
                    <a:pt x="107875" y="15715"/>
                    <a:pt x="119394" y="17234"/>
                    <a:pt x="123224" y="25593"/>
                  </a:cubicBezTo>
                  <a:cubicBezTo>
                    <a:pt x="125413" y="30396"/>
                    <a:pt x="120367" y="35350"/>
                    <a:pt x="121279" y="40578"/>
                  </a:cubicBezTo>
                  <a:cubicBezTo>
                    <a:pt x="122100" y="45381"/>
                    <a:pt x="127723" y="48937"/>
                    <a:pt x="128118" y="53496"/>
                  </a:cubicBezTo>
                  <a:cubicBezTo>
                    <a:pt x="128422" y="57174"/>
                    <a:pt x="130762" y="66262"/>
                    <a:pt x="134501" y="67873"/>
                  </a:cubicBezTo>
                  <a:cubicBezTo>
                    <a:pt x="139456" y="70001"/>
                    <a:pt x="147085" y="69971"/>
                    <a:pt x="151340" y="74408"/>
                  </a:cubicBezTo>
                  <a:cubicBezTo>
                    <a:pt x="153894" y="77083"/>
                    <a:pt x="154897" y="81430"/>
                    <a:pt x="158514" y="8273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13"/>
            <p:cNvSpPr/>
            <p:nvPr/>
          </p:nvSpPr>
          <p:spPr>
            <a:xfrm>
              <a:off x="2975000" y="69450"/>
              <a:ext cx="3962850" cy="2089725"/>
            </a:xfrm>
            <a:custGeom>
              <a:rect b="b" l="l" r="r" t="t"/>
              <a:pathLst>
                <a:path extrusionOk="0" fill="none" h="83589" w="158514">
                  <a:moveTo>
                    <a:pt x="0" y="14925"/>
                  </a:moveTo>
                  <a:cubicBezTo>
                    <a:pt x="6626" y="16475"/>
                    <a:pt x="14529" y="16201"/>
                    <a:pt x="20517" y="13496"/>
                  </a:cubicBezTo>
                  <a:cubicBezTo>
                    <a:pt x="28359" y="9940"/>
                    <a:pt x="34925" y="3010"/>
                    <a:pt x="43800" y="1338"/>
                  </a:cubicBezTo>
                  <a:cubicBezTo>
                    <a:pt x="51126" y="0"/>
                    <a:pt x="59454" y="3010"/>
                    <a:pt x="61916" y="10517"/>
                  </a:cubicBezTo>
                  <a:cubicBezTo>
                    <a:pt x="64500" y="18359"/>
                    <a:pt x="70853" y="23223"/>
                    <a:pt x="79272" y="23131"/>
                  </a:cubicBezTo>
                  <a:cubicBezTo>
                    <a:pt x="86020" y="23071"/>
                    <a:pt x="93254" y="17934"/>
                    <a:pt x="100032" y="17052"/>
                  </a:cubicBezTo>
                  <a:cubicBezTo>
                    <a:pt x="108574" y="15958"/>
                    <a:pt x="120489" y="17630"/>
                    <a:pt x="124471" y="25989"/>
                  </a:cubicBezTo>
                  <a:cubicBezTo>
                    <a:pt x="126902" y="31065"/>
                    <a:pt x="120671" y="35776"/>
                    <a:pt x="121492" y="41186"/>
                  </a:cubicBezTo>
                  <a:cubicBezTo>
                    <a:pt x="122221" y="46050"/>
                    <a:pt x="128878" y="49393"/>
                    <a:pt x="129243" y="53740"/>
                  </a:cubicBezTo>
                  <a:cubicBezTo>
                    <a:pt x="129516" y="57357"/>
                    <a:pt x="131127" y="66445"/>
                    <a:pt x="134896" y="68238"/>
                  </a:cubicBezTo>
                  <a:cubicBezTo>
                    <a:pt x="139699" y="70549"/>
                    <a:pt x="147359" y="70670"/>
                    <a:pt x="151584" y="75077"/>
                  </a:cubicBezTo>
                  <a:cubicBezTo>
                    <a:pt x="154137" y="77752"/>
                    <a:pt x="154988" y="82068"/>
                    <a:pt x="158514" y="8358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13"/>
            <p:cNvSpPr/>
            <p:nvPr/>
          </p:nvSpPr>
          <p:spPr>
            <a:xfrm>
              <a:off x="2975000" y="45125"/>
              <a:ext cx="3962850" cy="2114050"/>
            </a:xfrm>
            <a:custGeom>
              <a:rect b="b" l="l" r="r" t="t"/>
              <a:pathLst>
                <a:path extrusionOk="0" fill="none" h="84562" w="158514">
                  <a:moveTo>
                    <a:pt x="0" y="15898"/>
                  </a:moveTo>
                  <a:cubicBezTo>
                    <a:pt x="6991" y="17478"/>
                    <a:pt x="14651" y="16809"/>
                    <a:pt x="20700" y="14226"/>
                  </a:cubicBezTo>
                  <a:cubicBezTo>
                    <a:pt x="28511" y="10913"/>
                    <a:pt x="35350" y="3527"/>
                    <a:pt x="44439" y="1551"/>
                  </a:cubicBezTo>
                  <a:cubicBezTo>
                    <a:pt x="51612" y="1"/>
                    <a:pt x="60579" y="2736"/>
                    <a:pt x="63041" y="10214"/>
                  </a:cubicBezTo>
                  <a:cubicBezTo>
                    <a:pt x="65564" y="17934"/>
                    <a:pt x="69515" y="22949"/>
                    <a:pt x="78391" y="22645"/>
                  </a:cubicBezTo>
                  <a:cubicBezTo>
                    <a:pt x="85716" y="22372"/>
                    <a:pt x="93072" y="17417"/>
                    <a:pt x="100488" y="16931"/>
                  </a:cubicBezTo>
                  <a:cubicBezTo>
                    <a:pt x="109273" y="16323"/>
                    <a:pt x="121431" y="18208"/>
                    <a:pt x="125717" y="26536"/>
                  </a:cubicBezTo>
                  <a:cubicBezTo>
                    <a:pt x="128544" y="31946"/>
                    <a:pt x="121036" y="36415"/>
                    <a:pt x="121735" y="41916"/>
                  </a:cubicBezTo>
                  <a:cubicBezTo>
                    <a:pt x="122343" y="46871"/>
                    <a:pt x="129881" y="49971"/>
                    <a:pt x="130276" y="54105"/>
                  </a:cubicBezTo>
                  <a:cubicBezTo>
                    <a:pt x="130641" y="57631"/>
                    <a:pt x="131431" y="66628"/>
                    <a:pt x="135322" y="68664"/>
                  </a:cubicBezTo>
                  <a:cubicBezTo>
                    <a:pt x="140124" y="71157"/>
                    <a:pt x="147632" y="71461"/>
                    <a:pt x="151796" y="75868"/>
                  </a:cubicBezTo>
                  <a:cubicBezTo>
                    <a:pt x="154350" y="78573"/>
                    <a:pt x="155109" y="82859"/>
                    <a:pt x="158514" y="8456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13"/>
            <p:cNvSpPr/>
            <p:nvPr/>
          </p:nvSpPr>
          <p:spPr>
            <a:xfrm>
              <a:off x="2975000" y="20825"/>
              <a:ext cx="3962850" cy="2138350"/>
            </a:xfrm>
            <a:custGeom>
              <a:rect b="b" l="l" r="r" t="t"/>
              <a:pathLst>
                <a:path extrusionOk="0" fill="none" h="85534" w="158514">
                  <a:moveTo>
                    <a:pt x="0" y="16870"/>
                  </a:moveTo>
                  <a:cubicBezTo>
                    <a:pt x="7082" y="18420"/>
                    <a:pt x="14833" y="17629"/>
                    <a:pt x="20912" y="14955"/>
                  </a:cubicBezTo>
                  <a:cubicBezTo>
                    <a:pt x="28876" y="11459"/>
                    <a:pt x="35776" y="3951"/>
                    <a:pt x="45047" y="1702"/>
                  </a:cubicBezTo>
                  <a:cubicBezTo>
                    <a:pt x="52068" y="0"/>
                    <a:pt x="61703" y="2371"/>
                    <a:pt x="64166" y="9818"/>
                  </a:cubicBezTo>
                  <a:cubicBezTo>
                    <a:pt x="66567" y="16991"/>
                    <a:pt x="68877" y="22645"/>
                    <a:pt x="77722" y="22128"/>
                  </a:cubicBezTo>
                  <a:cubicBezTo>
                    <a:pt x="85503" y="21672"/>
                    <a:pt x="93133" y="16961"/>
                    <a:pt x="101127" y="16809"/>
                  </a:cubicBezTo>
                  <a:cubicBezTo>
                    <a:pt x="110063" y="16657"/>
                    <a:pt x="122161" y="18693"/>
                    <a:pt x="126963" y="27083"/>
                  </a:cubicBezTo>
                  <a:cubicBezTo>
                    <a:pt x="130276" y="32858"/>
                    <a:pt x="121705" y="37052"/>
                    <a:pt x="122161" y="42615"/>
                  </a:cubicBezTo>
                  <a:cubicBezTo>
                    <a:pt x="122616" y="47782"/>
                    <a:pt x="130762" y="50518"/>
                    <a:pt x="131279" y="54530"/>
                  </a:cubicBezTo>
                  <a:cubicBezTo>
                    <a:pt x="131735" y="57934"/>
                    <a:pt x="131796" y="66931"/>
                    <a:pt x="135778" y="69089"/>
                  </a:cubicBezTo>
                  <a:cubicBezTo>
                    <a:pt x="140550" y="71703"/>
                    <a:pt x="147936" y="72250"/>
                    <a:pt x="152039" y="76658"/>
                  </a:cubicBezTo>
                  <a:cubicBezTo>
                    <a:pt x="154593" y="79393"/>
                    <a:pt x="155231" y="83649"/>
                    <a:pt x="158514" y="8553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1" name="Google Shape;1871;p13"/>
          <p:cNvGrpSpPr/>
          <p:nvPr/>
        </p:nvGrpSpPr>
        <p:grpSpPr>
          <a:xfrm rot="-3427007">
            <a:off x="-1799597" y="-715028"/>
            <a:ext cx="4582496" cy="2500056"/>
            <a:chOff x="2975000" y="20825"/>
            <a:chExt cx="3963625" cy="2500050"/>
          </a:xfrm>
        </p:grpSpPr>
        <p:sp>
          <p:nvSpPr>
            <p:cNvPr id="1872" name="Google Shape;1872;p13"/>
            <p:cNvSpPr/>
            <p:nvPr/>
          </p:nvSpPr>
          <p:spPr>
            <a:xfrm>
              <a:off x="2975000" y="442550"/>
              <a:ext cx="3962850" cy="2078325"/>
            </a:xfrm>
            <a:custGeom>
              <a:rect b="b" l="l" r="r" t="t"/>
              <a:pathLst>
                <a:path extrusionOk="0" fill="none" h="83133" w="158514">
                  <a:moveTo>
                    <a:pt x="0" y="1"/>
                  </a:moveTo>
                  <a:cubicBezTo>
                    <a:pt x="4347" y="3071"/>
                    <a:pt x="9423" y="6171"/>
                    <a:pt x="12797" y="10122"/>
                  </a:cubicBezTo>
                  <a:cubicBezTo>
                    <a:pt x="18025" y="16232"/>
                    <a:pt x="11095" y="25411"/>
                    <a:pt x="18298" y="31369"/>
                  </a:cubicBezTo>
                  <a:cubicBezTo>
                    <a:pt x="23952" y="36050"/>
                    <a:pt x="23982" y="41612"/>
                    <a:pt x="23283" y="48269"/>
                  </a:cubicBezTo>
                  <a:cubicBezTo>
                    <a:pt x="22706" y="53497"/>
                    <a:pt x="22463" y="62494"/>
                    <a:pt x="29028" y="64044"/>
                  </a:cubicBezTo>
                  <a:cubicBezTo>
                    <a:pt x="35776" y="65655"/>
                    <a:pt x="41186" y="60913"/>
                    <a:pt x="45624" y="56567"/>
                  </a:cubicBezTo>
                  <a:cubicBezTo>
                    <a:pt x="51855" y="50457"/>
                    <a:pt x="63466" y="46202"/>
                    <a:pt x="71825" y="49515"/>
                  </a:cubicBezTo>
                  <a:cubicBezTo>
                    <a:pt x="79211" y="52463"/>
                    <a:pt x="89728" y="48421"/>
                    <a:pt x="96598" y="51430"/>
                  </a:cubicBezTo>
                  <a:cubicBezTo>
                    <a:pt x="100762" y="53284"/>
                    <a:pt x="101035" y="58390"/>
                    <a:pt x="102343" y="62646"/>
                  </a:cubicBezTo>
                  <a:cubicBezTo>
                    <a:pt x="104197" y="68603"/>
                    <a:pt x="108938" y="75564"/>
                    <a:pt x="114106" y="78482"/>
                  </a:cubicBezTo>
                  <a:cubicBezTo>
                    <a:pt x="122343" y="83132"/>
                    <a:pt x="130914" y="70610"/>
                    <a:pt x="138909" y="69151"/>
                  </a:cubicBezTo>
                  <a:cubicBezTo>
                    <a:pt x="145474" y="67935"/>
                    <a:pt x="152435" y="73892"/>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13"/>
            <p:cNvSpPr/>
            <p:nvPr/>
          </p:nvSpPr>
          <p:spPr>
            <a:xfrm>
              <a:off x="2975000" y="442550"/>
              <a:ext cx="3962850" cy="2057800"/>
            </a:xfrm>
            <a:custGeom>
              <a:rect b="b" l="l" r="r" t="t"/>
              <a:pathLst>
                <a:path extrusionOk="0" fill="none" h="82312" w="158514">
                  <a:moveTo>
                    <a:pt x="0" y="1"/>
                  </a:moveTo>
                  <a:cubicBezTo>
                    <a:pt x="4408" y="3040"/>
                    <a:pt x="9392" y="6049"/>
                    <a:pt x="13040" y="9879"/>
                  </a:cubicBezTo>
                  <a:cubicBezTo>
                    <a:pt x="18602" y="15654"/>
                    <a:pt x="11733" y="24955"/>
                    <a:pt x="18694" y="30609"/>
                  </a:cubicBezTo>
                  <a:cubicBezTo>
                    <a:pt x="24408" y="35259"/>
                    <a:pt x="25077" y="40153"/>
                    <a:pt x="24317" y="46901"/>
                  </a:cubicBezTo>
                  <a:cubicBezTo>
                    <a:pt x="23739" y="52129"/>
                    <a:pt x="23131" y="61248"/>
                    <a:pt x="29849" y="62919"/>
                  </a:cubicBezTo>
                  <a:cubicBezTo>
                    <a:pt x="36870" y="64652"/>
                    <a:pt x="41794" y="59606"/>
                    <a:pt x="46627" y="55503"/>
                  </a:cubicBezTo>
                  <a:cubicBezTo>
                    <a:pt x="53557" y="49606"/>
                    <a:pt x="63983" y="44712"/>
                    <a:pt x="72798" y="48634"/>
                  </a:cubicBezTo>
                  <a:cubicBezTo>
                    <a:pt x="80123" y="51886"/>
                    <a:pt x="90245" y="48208"/>
                    <a:pt x="97266" y="51187"/>
                  </a:cubicBezTo>
                  <a:cubicBezTo>
                    <a:pt x="101522" y="52980"/>
                    <a:pt x="101674" y="58026"/>
                    <a:pt x="102890" y="62251"/>
                  </a:cubicBezTo>
                  <a:cubicBezTo>
                    <a:pt x="104561" y="68087"/>
                    <a:pt x="109303" y="75078"/>
                    <a:pt x="114440" y="77844"/>
                  </a:cubicBezTo>
                  <a:cubicBezTo>
                    <a:pt x="122799" y="82312"/>
                    <a:pt x="131097" y="70032"/>
                    <a:pt x="139243" y="68877"/>
                  </a:cubicBezTo>
                  <a:cubicBezTo>
                    <a:pt x="145656" y="67935"/>
                    <a:pt x="152495" y="73771"/>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13"/>
            <p:cNvSpPr/>
            <p:nvPr/>
          </p:nvSpPr>
          <p:spPr>
            <a:xfrm>
              <a:off x="2975000" y="442550"/>
              <a:ext cx="3962850" cy="2035775"/>
            </a:xfrm>
            <a:custGeom>
              <a:rect b="b" l="l" r="r" t="t"/>
              <a:pathLst>
                <a:path extrusionOk="0" fill="none" h="81431" w="158514">
                  <a:moveTo>
                    <a:pt x="0" y="1"/>
                  </a:moveTo>
                  <a:cubicBezTo>
                    <a:pt x="4468" y="3040"/>
                    <a:pt x="9362" y="5958"/>
                    <a:pt x="13313" y="9606"/>
                  </a:cubicBezTo>
                  <a:cubicBezTo>
                    <a:pt x="19210" y="15077"/>
                    <a:pt x="12432" y="24469"/>
                    <a:pt x="19089" y="29849"/>
                  </a:cubicBezTo>
                  <a:cubicBezTo>
                    <a:pt x="24803" y="34469"/>
                    <a:pt x="26019" y="38694"/>
                    <a:pt x="25350" y="45564"/>
                  </a:cubicBezTo>
                  <a:cubicBezTo>
                    <a:pt x="24833" y="50822"/>
                    <a:pt x="23739" y="60001"/>
                    <a:pt x="30609" y="61795"/>
                  </a:cubicBezTo>
                  <a:cubicBezTo>
                    <a:pt x="37691" y="63649"/>
                    <a:pt x="42797" y="58299"/>
                    <a:pt x="47813" y="54378"/>
                  </a:cubicBezTo>
                  <a:cubicBezTo>
                    <a:pt x="55989" y="47995"/>
                    <a:pt x="63345" y="43375"/>
                    <a:pt x="73801" y="47752"/>
                  </a:cubicBezTo>
                  <a:cubicBezTo>
                    <a:pt x="81704" y="51065"/>
                    <a:pt x="90762" y="48026"/>
                    <a:pt x="97966" y="50944"/>
                  </a:cubicBezTo>
                  <a:cubicBezTo>
                    <a:pt x="102282" y="52707"/>
                    <a:pt x="102343" y="57631"/>
                    <a:pt x="103437" y="61825"/>
                  </a:cubicBezTo>
                  <a:cubicBezTo>
                    <a:pt x="104957" y="67570"/>
                    <a:pt x="109637" y="74531"/>
                    <a:pt x="114774" y="77145"/>
                  </a:cubicBezTo>
                  <a:cubicBezTo>
                    <a:pt x="123285" y="81430"/>
                    <a:pt x="131310" y="69454"/>
                    <a:pt x="139577" y="68573"/>
                  </a:cubicBezTo>
                  <a:cubicBezTo>
                    <a:pt x="145869" y="67904"/>
                    <a:pt x="152587" y="73649"/>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13"/>
            <p:cNvSpPr/>
            <p:nvPr/>
          </p:nvSpPr>
          <p:spPr>
            <a:xfrm>
              <a:off x="2975000" y="442550"/>
              <a:ext cx="3962850" cy="2014500"/>
            </a:xfrm>
            <a:custGeom>
              <a:rect b="b" l="l" r="r" t="t"/>
              <a:pathLst>
                <a:path extrusionOk="0" fill="none" h="80580" w="158514">
                  <a:moveTo>
                    <a:pt x="0" y="1"/>
                  </a:moveTo>
                  <a:cubicBezTo>
                    <a:pt x="4560" y="3010"/>
                    <a:pt x="9392" y="5897"/>
                    <a:pt x="13526" y="9393"/>
                  </a:cubicBezTo>
                  <a:cubicBezTo>
                    <a:pt x="19666" y="14469"/>
                    <a:pt x="13162" y="23952"/>
                    <a:pt x="19484" y="29150"/>
                  </a:cubicBezTo>
                  <a:cubicBezTo>
                    <a:pt x="24560" y="33314"/>
                    <a:pt x="27235" y="37509"/>
                    <a:pt x="26323" y="44348"/>
                  </a:cubicBezTo>
                  <a:cubicBezTo>
                    <a:pt x="25563" y="49728"/>
                    <a:pt x="24317" y="58846"/>
                    <a:pt x="31308" y="60792"/>
                  </a:cubicBezTo>
                  <a:cubicBezTo>
                    <a:pt x="38390" y="62737"/>
                    <a:pt x="43770" y="57296"/>
                    <a:pt x="48998" y="53375"/>
                  </a:cubicBezTo>
                  <a:cubicBezTo>
                    <a:pt x="57813" y="46688"/>
                    <a:pt x="63892" y="42129"/>
                    <a:pt x="74743" y="47023"/>
                  </a:cubicBezTo>
                  <a:cubicBezTo>
                    <a:pt x="82433" y="50488"/>
                    <a:pt x="91248" y="47995"/>
                    <a:pt x="98604" y="50761"/>
                  </a:cubicBezTo>
                  <a:cubicBezTo>
                    <a:pt x="103042" y="52372"/>
                    <a:pt x="103011" y="57266"/>
                    <a:pt x="104014" y="61430"/>
                  </a:cubicBezTo>
                  <a:cubicBezTo>
                    <a:pt x="105382" y="67084"/>
                    <a:pt x="109941" y="74014"/>
                    <a:pt x="115109" y="76445"/>
                  </a:cubicBezTo>
                  <a:cubicBezTo>
                    <a:pt x="123802" y="80579"/>
                    <a:pt x="132100" y="68299"/>
                    <a:pt x="139912" y="68330"/>
                  </a:cubicBezTo>
                  <a:cubicBezTo>
                    <a:pt x="144927" y="68330"/>
                    <a:pt x="153529" y="7331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13"/>
            <p:cNvSpPr/>
            <p:nvPr/>
          </p:nvSpPr>
          <p:spPr>
            <a:xfrm>
              <a:off x="2975000" y="442550"/>
              <a:ext cx="3962850" cy="1991700"/>
            </a:xfrm>
            <a:custGeom>
              <a:rect b="b" l="l" r="r" t="t"/>
              <a:pathLst>
                <a:path extrusionOk="0" fill="none" h="79668" w="158514">
                  <a:moveTo>
                    <a:pt x="0" y="1"/>
                  </a:moveTo>
                  <a:cubicBezTo>
                    <a:pt x="4590" y="3010"/>
                    <a:pt x="9484" y="5897"/>
                    <a:pt x="13769" y="9119"/>
                  </a:cubicBezTo>
                  <a:cubicBezTo>
                    <a:pt x="20122" y="13861"/>
                    <a:pt x="13952" y="23344"/>
                    <a:pt x="19879" y="28360"/>
                  </a:cubicBezTo>
                  <a:cubicBezTo>
                    <a:pt x="24651" y="32402"/>
                    <a:pt x="28055" y="36475"/>
                    <a:pt x="27265" y="43102"/>
                  </a:cubicBezTo>
                  <a:cubicBezTo>
                    <a:pt x="26627" y="48482"/>
                    <a:pt x="24985" y="57600"/>
                    <a:pt x="31946" y="59698"/>
                  </a:cubicBezTo>
                  <a:cubicBezTo>
                    <a:pt x="39028" y="61795"/>
                    <a:pt x="44955" y="56202"/>
                    <a:pt x="50183" y="52251"/>
                  </a:cubicBezTo>
                  <a:cubicBezTo>
                    <a:pt x="59424" y="45260"/>
                    <a:pt x="64561" y="40761"/>
                    <a:pt x="75746" y="46232"/>
                  </a:cubicBezTo>
                  <a:cubicBezTo>
                    <a:pt x="83315" y="49971"/>
                    <a:pt x="91795" y="47813"/>
                    <a:pt x="99273" y="50488"/>
                  </a:cubicBezTo>
                  <a:cubicBezTo>
                    <a:pt x="103832" y="52129"/>
                    <a:pt x="103619" y="56840"/>
                    <a:pt x="104653" y="61035"/>
                  </a:cubicBezTo>
                  <a:cubicBezTo>
                    <a:pt x="106051" y="66749"/>
                    <a:pt x="110124" y="73315"/>
                    <a:pt x="115443" y="75716"/>
                  </a:cubicBezTo>
                  <a:cubicBezTo>
                    <a:pt x="124227" y="79667"/>
                    <a:pt x="132039" y="67995"/>
                    <a:pt x="140246" y="68056"/>
                  </a:cubicBezTo>
                  <a:cubicBezTo>
                    <a:pt x="145535" y="68087"/>
                    <a:pt x="153377" y="7340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13"/>
            <p:cNvSpPr/>
            <p:nvPr/>
          </p:nvSpPr>
          <p:spPr>
            <a:xfrm>
              <a:off x="2975000" y="442550"/>
              <a:ext cx="3963625" cy="1968900"/>
            </a:xfrm>
            <a:custGeom>
              <a:rect b="b" l="l" r="r" t="t"/>
              <a:pathLst>
                <a:path extrusionOk="0" fill="none" h="78756" w="158545">
                  <a:moveTo>
                    <a:pt x="0" y="1"/>
                  </a:moveTo>
                  <a:cubicBezTo>
                    <a:pt x="4651" y="2979"/>
                    <a:pt x="9575" y="5867"/>
                    <a:pt x="14013" y="8876"/>
                  </a:cubicBezTo>
                  <a:cubicBezTo>
                    <a:pt x="20548" y="13283"/>
                    <a:pt x="14985" y="22706"/>
                    <a:pt x="20305" y="27539"/>
                  </a:cubicBezTo>
                  <a:cubicBezTo>
                    <a:pt x="24590" y="31430"/>
                    <a:pt x="28724" y="35715"/>
                    <a:pt x="28147" y="42007"/>
                  </a:cubicBezTo>
                  <a:cubicBezTo>
                    <a:pt x="27630" y="47296"/>
                    <a:pt x="25654" y="56445"/>
                    <a:pt x="32584" y="58664"/>
                  </a:cubicBezTo>
                  <a:cubicBezTo>
                    <a:pt x="39606" y="60913"/>
                    <a:pt x="46354" y="55077"/>
                    <a:pt x="51369" y="51096"/>
                  </a:cubicBezTo>
                  <a:cubicBezTo>
                    <a:pt x="60609" y="43770"/>
                    <a:pt x="65351" y="39576"/>
                    <a:pt x="76749" y="45594"/>
                  </a:cubicBezTo>
                  <a:cubicBezTo>
                    <a:pt x="84166" y="49515"/>
                    <a:pt x="92251" y="47722"/>
                    <a:pt x="99911" y="50275"/>
                  </a:cubicBezTo>
                  <a:cubicBezTo>
                    <a:pt x="104622" y="51855"/>
                    <a:pt x="104318" y="56445"/>
                    <a:pt x="105260" y="60609"/>
                  </a:cubicBezTo>
                  <a:cubicBezTo>
                    <a:pt x="106537" y="66324"/>
                    <a:pt x="110428" y="72676"/>
                    <a:pt x="115808" y="74956"/>
                  </a:cubicBezTo>
                  <a:cubicBezTo>
                    <a:pt x="124714" y="78756"/>
                    <a:pt x="132313" y="67418"/>
                    <a:pt x="140580" y="67813"/>
                  </a:cubicBezTo>
                  <a:cubicBezTo>
                    <a:pt x="145778" y="68056"/>
                    <a:pt x="153438" y="73315"/>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13"/>
            <p:cNvSpPr/>
            <p:nvPr/>
          </p:nvSpPr>
          <p:spPr>
            <a:xfrm>
              <a:off x="2975000" y="442550"/>
              <a:ext cx="3962850" cy="1919500"/>
            </a:xfrm>
            <a:custGeom>
              <a:rect b="b" l="l" r="r" t="t"/>
              <a:pathLst>
                <a:path extrusionOk="0" fill="none" h="76780" w="158514">
                  <a:moveTo>
                    <a:pt x="0" y="1"/>
                  </a:moveTo>
                  <a:cubicBezTo>
                    <a:pt x="4712" y="2949"/>
                    <a:pt x="9666" y="5776"/>
                    <a:pt x="14225" y="8633"/>
                  </a:cubicBezTo>
                  <a:cubicBezTo>
                    <a:pt x="20973" y="12797"/>
                    <a:pt x="16049" y="21977"/>
                    <a:pt x="20760" y="26718"/>
                  </a:cubicBezTo>
                  <a:cubicBezTo>
                    <a:pt x="24438" y="30396"/>
                    <a:pt x="29332" y="35168"/>
                    <a:pt x="28967" y="41004"/>
                  </a:cubicBezTo>
                  <a:cubicBezTo>
                    <a:pt x="28633" y="46202"/>
                    <a:pt x="26444" y="55381"/>
                    <a:pt x="33192" y="57661"/>
                  </a:cubicBezTo>
                  <a:cubicBezTo>
                    <a:pt x="40153" y="60032"/>
                    <a:pt x="47752" y="53953"/>
                    <a:pt x="52494" y="49880"/>
                  </a:cubicBezTo>
                  <a:cubicBezTo>
                    <a:pt x="61703" y="41977"/>
                    <a:pt x="66293" y="38633"/>
                    <a:pt x="77722" y="45016"/>
                  </a:cubicBezTo>
                  <a:cubicBezTo>
                    <a:pt x="84926" y="49059"/>
                    <a:pt x="92707" y="47722"/>
                    <a:pt x="100488" y="50093"/>
                  </a:cubicBezTo>
                  <a:cubicBezTo>
                    <a:pt x="105382" y="51582"/>
                    <a:pt x="104987" y="56080"/>
                    <a:pt x="105838" y="60245"/>
                  </a:cubicBezTo>
                  <a:cubicBezTo>
                    <a:pt x="107023" y="65898"/>
                    <a:pt x="111005" y="72676"/>
                    <a:pt x="116142" y="74227"/>
                  </a:cubicBezTo>
                  <a:cubicBezTo>
                    <a:pt x="124683" y="76780"/>
                    <a:pt x="132191" y="66901"/>
                    <a:pt x="140884" y="67570"/>
                  </a:cubicBezTo>
                  <a:cubicBezTo>
                    <a:pt x="145930" y="67965"/>
                    <a:pt x="153468" y="73224"/>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13"/>
            <p:cNvSpPr/>
            <p:nvPr/>
          </p:nvSpPr>
          <p:spPr>
            <a:xfrm>
              <a:off x="2975000" y="442550"/>
              <a:ext cx="3962100" cy="1896700"/>
            </a:xfrm>
            <a:custGeom>
              <a:rect b="b" l="l" r="r" t="t"/>
              <a:pathLst>
                <a:path extrusionOk="0" fill="none" h="75868" w="158484">
                  <a:moveTo>
                    <a:pt x="0" y="1"/>
                  </a:moveTo>
                  <a:cubicBezTo>
                    <a:pt x="4742" y="2949"/>
                    <a:pt x="9788" y="5441"/>
                    <a:pt x="14438" y="8359"/>
                  </a:cubicBezTo>
                  <a:cubicBezTo>
                    <a:pt x="21520" y="12797"/>
                    <a:pt x="16900" y="20852"/>
                    <a:pt x="21277" y="25837"/>
                  </a:cubicBezTo>
                  <a:cubicBezTo>
                    <a:pt x="24408" y="29424"/>
                    <a:pt x="29758" y="34652"/>
                    <a:pt x="29727" y="40123"/>
                  </a:cubicBezTo>
                  <a:cubicBezTo>
                    <a:pt x="29666" y="45229"/>
                    <a:pt x="27447" y="54014"/>
                    <a:pt x="33770" y="56658"/>
                  </a:cubicBezTo>
                  <a:cubicBezTo>
                    <a:pt x="40396" y="59394"/>
                    <a:pt x="49545" y="52433"/>
                    <a:pt x="53618" y="48542"/>
                  </a:cubicBezTo>
                  <a:cubicBezTo>
                    <a:pt x="62707" y="39788"/>
                    <a:pt x="67448" y="37904"/>
                    <a:pt x="78725" y="44530"/>
                  </a:cubicBezTo>
                  <a:cubicBezTo>
                    <a:pt x="85716" y="48664"/>
                    <a:pt x="93224" y="47722"/>
                    <a:pt x="101066" y="49910"/>
                  </a:cubicBezTo>
                  <a:cubicBezTo>
                    <a:pt x="106142" y="51308"/>
                    <a:pt x="105716" y="55685"/>
                    <a:pt x="106476" y="59849"/>
                  </a:cubicBezTo>
                  <a:cubicBezTo>
                    <a:pt x="107540" y="65503"/>
                    <a:pt x="111279" y="71977"/>
                    <a:pt x="116477" y="73467"/>
                  </a:cubicBezTo>
                  <a:cubicBezTo>
                    <a:pt x="124927" y="75868"/>
                    <a:pt x="132708" y="66354"/>
                    <a:pt x="141188" y="67357"/>
                  </a:cubicBezTo>
                  <a:cubicBezTo>
                    <a:pt x="146143" y="67935"/>
                    <a:pt x="153468" y="7313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13"/>
            <p:cNvSpPr/>
            <p:nvPr/>
          </p:nvSpPr>
          <p:spPr>
            <a:xfrm>
              <a:off x="2975000" y="442550"/>
              <a:ext cx="3962850" cy="1870875"/>
            </a:xfrm>
            <a:custGeom>
              <a:rect b="b" l="l" r="r" t="t"/>
              <a:pathLst>
                <a:path extrusionOk="0" fill="none" h="74835" w="158514">
                  <a:moveTo>
                    <a:pt x="0" y="1"/>
                  </a:moveTo>
                  <a:cubicBezTo>
                    <a:pt x="4803" y="2919"/>
                    <a:pt x="9848" y="5350"/>
                    <a:pt x="14651" y="8116"/>
                  </a:cubicBezTo>
                  <a:cubicBezTo>
                    <a:pt x="21946" y="12311"/>
                    <a:pt x="18086" y="19697"/>
                    <a:pt x="21885" y="24895"/>
                  </a:cubicBezTo>
                  <a:cubicBezTo>
                    <a:pt x="24590" y="28633"/>
                    <a:pt x="30031" y="34013"/>
                    <a:pt x="30396" y="39272"/>
                  </a:cubicBezTo>
                  <a:cubicBezTo>
                    <a:pt x="30791" y="44439"/>
                    <a:pt x="28299" y="52919"/>
                    <a:pt x="34439" y="55625"/>
                  </a:cubicBezTo>
                  <a:cubicBezTo>
                    <a:pt x="41186" y="58603"/>
                    <a:pt x="50670" y="51217"/>
                    <a:pt x="54712" y="47083"/>
                  </a:cubicBezTo>
                  <a:cubicBezTo>
                    <a:pt x="63892" y="37630"/>
                    <a:pt x="68542" y="37266"/>
                    <a:pt x="79789" y="44135"/>
                  </a:cubicBezTo>
                  <a:cubicBezTo>
                    <a:pt x="86476" y="48208"/>
                    <a:pt x="93984" y="47661"/>
                    <a:pt x="101674" y="49728"/>
                  </a:cubicBezTo>
                  <a:cubicBezTo>
                    <a:pt x="106932" y="51126"/>
                    <a:pt x="106416" y="55138"/>
                    <a:pt x="107145" y="59454"/>
                  </a:cubicBezTo>
                  <a:cubicBezTo>
                    <a:pt x="108057" y="64986"/>
                    <a:pt x="111552" y="71339"/>
                    <a:pt x="116872" y="72707"/>
                  </a:cubicBezTo>
                  <a:cubicBezTo>
                    <a:pt x="125322" y="74835"/>
                    <a:pt x="133285" y="65837"/>
                    <a:pt x="141523" y="67114"/>
                  </a:cubicBezTo>
                  <a:cubicBezTo>
                    <a:pt x="146386" y="67874"/>
                    <a:pt x="153559" y="73011"/>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13"/>
            <p:cNvSpPr/>
            <p:nvPr/>
          </p:nvSpPr>
          <p:spPr>
            <a:xfrm>
              <a:off x="2975000" y="442550"/>
              <a:ext cx="3962850" cy="1848075"/>
            </a:xfrm>
            <a:custGeom>
              <a:rect b="b" l="l" r="r" t="t"/>
              <a:pathLst>
                <a:path extrusionOk="0" fill="none" h="73923" w="158514">
                  <a:moveTo>
                    <a:pt x="0" y="1"/>
                  </a:moveTo>
                  <a:cubicBezTo>
                    <a:pt x="4833" y="2888"/>
                    <a:pt x="9909" y="5259"/>
                    <a:pt x="14864" y="7873"/>
                  </a:cubicBezTo>
                  <a:cubicBezTo>
                    <a:pt x="22219" y="11764"/>
                    <a:pt x="19301" y="18390"/>
                    <a:pt x="22584" y="23922"/>
                  </a:cubicBezTo>
                  <a:cubicBezTo>
                    <a:pt x="25046" y="28086"/>
                    <a:pt x="30092" y="33649"/>
                    <a:pt x="31004" y="38542"/>
                  </a:cubicBezTo>
                  <a:cubicBezTo>
                    <a:pt x="31855" y="43284"/>
                    <a:pt x="29150" y="51947"/>
                    <a:pt x="35107" y="54561"/>
                  </a:cubicBezTo>
                  <a:cubicBezTo>
                    <a:pt x="42250" y="57691"/>
                    <a:pt x="51673" y="50032"/>
                    <a:pt x="55746" y="45503"/>
                  </a:cubicBezTo>
                  <a:cubicBezTo>
                    <a:pt x="64834" y="35411"/>
                    <a:pt x="69941" y="36992"/>
                    <a:pt x="80822" y="43770"/>
                  </a:cubicBezTo>
                  <a:cubicBezTo>
                    <a:pt x="87205" y="47782"/>
                    <a:pt x="94683" y="47691"/>
                    <a:pt x="102191" y="49576"/>
                  </a:cubicBezTo>
                  <a:cubicBezTo>
                    <a:pt x="107571" y="50913"/>
                    <a:pt x="107145" y="54682"/>
                    <a:pt x="107783" y="59090"/>
                  </a:cubicBezTo>
                  <a:cubicBezTo>
                    <a:pt x="108604" y="64591"/>
                    <a:pt x="111826" y="70610"/>
                    <a:pt x="117236" y="71917"/>
                  </a:cubicBezTo>
                  <a:cubicBezTo>
                    <a:pt x="125504" y="73923"/>
                    <a:pt x="133863" y="65321"/>
                    <a:pt x="141827" y="66901"/>
                  </a:cubicBezTo>
                  <a:cubicBezTo>
                    <a:pt x="146599" y="67813"/>
                    <a:pt x="153620" y="7292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13"/>
            <p:cNvSpPr/>
            <p:nvPr/>
          </p:nvSpPr>
          <p:spPr>
            <a:xfrm>
              <a:off x="2975000" y="442550"/>
              <a:ext cx="3962100" cy="1826050"/>
            </a:xfrm>
            <a:custGeom>
              <a:rect b="b" l="l" r="r" t="t"/>
              <a:pathLst>
                <a:path extrusionOk="0" fill="none" h="73042" w="158484">
                  <a:moveTo>
                    <a:pt x="0" y="1"/>
                  </a:moveTo>
                  <a:cubicBezTo>
                    <a:pt x="4894" y="2858"/>
                    <a:pt x="10000" y="5168"/>
                    <a:pt x="15076" y="7630"/>
                  </a:cubicBezTo>
                  <a:cubicBezTo>
                    <a:pt x="22402" y="11217"/>
                    <a:pt x="20639" y="16992"/>
                    <a:pt x="23435" y="22980"/>
                  </a:cubicBezTo>
                  <a:cubicBezTo>
                    <a:pt x="25685" y="27813"/>
                    <a:pt x="29910" y="33041"/>
                    <a:pt x="31460" y="37934"/>
                  </a:cubicBezTo>
                  <a:cubicBezTo>
                    <a:pt x="32858" y="42372"/>
                    <a:pt x="29940" y="51096"/>
                    <a:pt x="35867" y="53558"/>
                  </a:cubicBezTo>
                  <a:cubicBezTo>
                    <a:pt x="43618" y="56749"/>
                    <a:pt x="52433" y="48937"/>
                    <a:pt x="56779" y="43831"/>
                  </a:cubicBezTo>
                  <a:cubicBezTo>
                    <a:pt x="65746" y="33314"/>
                    <a:pt x="71552" y="36901"/>
                    <a:pt x="81886" y="43466"/>
                  </a:cubicBezTo>
                  <a:cubicBezTo>
                    <a:pt x="87965" y="47327"/>
                    <a:pt x="95412" y="47752"/>
                    <a:pt x="102707" y="49454"/>
                  </a:cubicBezTo>
                  <a:cubicBezTo>
                    <a:pt x="108148" y="50700"/>
                    <a:pt x="107905" y="54226"/>
                    <a:pt x="108452" y="58725"/>
                  </a:cubicBezTo>
                  <a:cubicBezTo>
                    <a:pt x="109182" y="64226"/>
                    <a:pt x="112130" y="69910"/>
                    <a:pt x="117571" y="71187"/>
                  </a:cubicBezTo>
                  <a:cubicBezTo>
                    <a:pt x="125626" y="73041"/>
                    <a:pt x="134410" y="64895"/>
                    <a:pt x="142100" y="66688"/>
                  </a:cubicBezTo>
                  <a:cubicBezTo>
                    <a:pt x="146751" y="67783"/>
                    <a:pt x="153590" y="72828"/>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13"/>
            <p:cNvSpPr/>
            <p:nvPr/>
          </p:nvSpPr>
          <p:spPr>
            <a:xfrm>
              <a:off x="2975000" y="442550"/>
              <a:ext cx="3962850" cy="1818450"/>
            </a:xfrm>
            <a:custGeom>
              <a:rect b="b" l="l" r="r" t="t"/>
              <a:pathLst>
                <a:path extrusionOk="0" fill="none" h="72738" w="158514">
                  <a:moveTo>
                    <a:pt x="0" y="1"/>
                  </a:moveTo>
                  <a:cubicBezTo>
                    <a:pt x="4924" y="2827"/>
                    <a:pt x="10122" y="5077"/>
                    <a:pt x="15259" y="7387"/>
                  </a:cubicBezTo>
                  <a:cubicBezTo>
                    <a:pt x="22432" y="10609"/>
                    <a:pt x="22159" y="15594"/>
                    <a:pt x="24317" y="22007"/>
                  </a:cubicBezTo>
                  <a:cubicBezTo>
                    <a:pt x="26171" y="27630"/>
                    <a:pt x="29332" y="32402"/>
                    <a:pt x="31733" y="37418"/>
                  </a:cubicBezTo>
                  <a:cubicBezTo>
                    <a:pt x="33831" y="41764"/>
                    <a:pt x="30669" y="50305"/>
                    <a:pt x="36657" y="52615"/>
                  </a:cubicBezTo>
                  <a:cubicBezTo>
                    <a:pt x="44955" y="55868"/>
                    <a:pt x="53162" y="47630"/>
                    <a:pt x="57782" y="42068"/>
                  </a:cubicBezTo>
                  <a:cubicBezTo>
                    <a:pt x="66476" y="31551"/>
                    <a:pt x="73315" y="37022"/>
                    <a:pt x="82950" y="43193"/>
                  </a:cubicBezTo>
                  <a:cubicBezTo>
                    <a:pt x="88695" y="46871"/>
                    <a:pt x="96142" y="47813"/>
                    <a:pt x="103194" y="49333"/>
                  </a:cubicBezTo>
                  <a:cubicBezTo>
                    <a:pt x="108726" y="50488"/>
                    <a:pt x="108634" y="53740"/>
                    <a:pt x="109151" y="58390"/>
                  </a:cubicBezTo>
                  <a:cubicBezTo>
                    <a:pt x="109789" y="63862"/>
                    <a:pt x="112464" y="69211"/>
                    <a:pt x="117996" y="70427"/>
                  </a:cubicBezTo>
                  <a:cubicBezTo>
                    <a:pt x="125778" y="72129"/>
                    <a:pt x="135018" y="64439"/>
                    <a:pt x="142434" y="66506"/>
                  </a:cubicBezTo>
                  <a:cubicBezTo>
                    <a:pt x="146994" y="67752"/>
                    <a:pt x="153650" y="72737"/>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13"/>
            <p:cNvSpPr/>
            <p:nvPr/>
          </p:nvSpPr>
          <p:spPr>
            <a:xfrm>
              <a:off x="2975000" y="442550"/>
              <a:ext cx="3962850" cy="1816175"/>
            </a:xfrm>
            <a:custGeom>
              <a:rect b="b" l="l" r="r" t="t"/>
              <a:pathLst>
                <a:path extrusionOk="0" fill="none" h="72647" w="158514">
                  <a:moveTo>
                    <a:pt x="0" y="1"/>
                  </a:moveTo>
                  <a:cubicBezTo>
                    <a:pt x="4985" y="2797"/>
                    <a:pt x="10244" y="4985"/>
                    <a:pt x="15441" y="7144"/>
                  </a:cubicBezTo>
                  <a:cubicBezTo>
                    <a:pt x="22341" y="10031"/>
                    <a:pt x="23648" y="14621"/>
                    <a:pt x="25259" y="21034"/>
                  </a:cubicBezTo>
                  <a:cubicBezTo>
                    <a:pt x="26688" y="26809"/>
                    <a:pt x="28572" y="31977"/>
                    <a:pt x="31885" y="36992"/>
                  </a:cubicBezTo>
                  <a:cubicBezTo>
                    <a:pt x="34742" y="41278"/>
                    <a:pt x="31429" y="49606"/>
                    <a:pt x="37478" y="51825"/>
                  </a:cubicBezTo>
                  <a:cubicBezTo>
                    <a:pt x="46171" y="55017"/>
                    <a:pt x="54469" y="46202"/>
                    <a:pt x="58755" y="40305"/>
                  </a:cubicBezTo>
                  <a:cubicBezTo>
                    <a:pt x="66232" y="30001"/>
                    <a:pt x="76415" y="38025"/>
                    <a:pt x="84044" y="42889"/>
                  </a:cubicBezTo>
                  <a:cubicBezTo>
                    <a:pt x="89546" y="46384"/>
                    <a:pt x="96841" y="47874"/>
                    <a:pt x="103680" y="49211"/>
                  </a:cubicBezTo>
                  <a:cubicBezTo>
                    <a:pt x="109242" y="50305"/>
                    <a:pt x="109364" y="53254"/>
                    <a:pt x="109850" y="58026"/>
                  </a:cubicBezTo>
                  <a:cubicBezTo>
                    <a:pt x="110397" y="63436"/>
                    <a:pt x="112829" y="68482"/>
                    <a:pt x="118422" y="69667"/>
                  </a:cubicBezTo>
                  <a:cubicBezTo>
                    <a:pt x="125930" y="71278"/>
                    <a:pt x="135626" y="64044"/>
                    <a:pt x="142708" y="66293"/>
                  </a:cubicBezTo>
                  <a:cubicBezTo>
                    <a:pt x="147176" y="67692"/>
                    <a:pt x="153681" y="7264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13"/>
            <p:cNvSpPr/>
            <p:nvPr/>
          </p:nvSpPr>
          <p:spPr>
            <a:xfrm>
              <a:off x="2975000" y="442550"/>
              <a:ext cx="3962850" cy="1813875"/>
            </a:xfrm>
            <a:custGeom>
              <a:rect b="b" l="l" r="r" t="t"/>
              <a:pathLst>
                <a:path extrusionOk="0" fill="none" h="72555" w="158514">
                  <a:moveTo>
                    <a:pt x="0" y="1"/>
                  </a:moveTo>
                  <a:cubicBezTo>
                    <a:pt x="5015" y="2767"/>
                    <a:pt x="10335" y="4894"/>
                    <a:pt x="15624" y="6931"/>
                  </a:cubicBezTo>
                  <a:cubicBezTo>
                    <a:pt x="22189" y="9423"/>
                    <a:pt x="24925" y="13648"/>
                    <a:pt x="26262" y="20031"/>
                  </a:cubicBezTo>
                  <a:cubicBezTo>
                    <a:pt x="27508" y="25958"/>
                    <a:pt x="27843" y="31582"/>
                    <a:pt x="31916" y="36597"/>
                  </a:cubicBezTo>
                  <a:cubicBezTo>
                    <a:pt x="35290" y="40731"/>
                    <a:pt x="32432" y="49150"/>
                    <a:pt x="38299" y="51096"/>
                  </a:cubicBezTo>
                  <a:cubicBezTo>
                    <a:pt x="47326" y="54105"/>
                    <a:pt x="55138" y="44804"/>
                    <a:pt x="59758" y="38512"/>
                  </a:cubicBezTo>
                  <a:cubicBezTo>
                    <a:pt x="66901" y="28816"/>
                    <a:pt x="78512" y="38512"/>
                    <a:pt x="85139" y="42585"/>
                  </a:cubicBezTo>
                  <a:cubicBezTo>
                    <a:pt x="90397" y="45807"/>
                    <a:pt x="97510" y="47995"/>
                    <a:pt x="104105" y="49120"/>
                  </a:cubicBezTo>
                  <a:cubicBezTo>
                    <a:pt x="109698" y="50062"/>
                    <a:pt x="109729" y="52707"/>
                    <a:pt x="110580" y="57691"/>
                  </a:cubicBezTo>
                  <a:cubicBezTo>
                    <a:pt x="111461" y="63071"/>
                    <a:pt x="112829" y="67692"/>
                    <a:pt x="118878" y="68938"/>
                  </a:cubicBezTo>
                  <a:cubicBezTo>
                    <a:pt x="126082" y="70427"/>
                    <a:pt x="136234" y="63649"/>
                    <a:pt x="143012" y="66111"/>
                  </a:cubicBezTo>
                  <a:cubicBezTo>
                    <a:pt x="147359" y="67661"/>
                    <a:pt x="153742" y="7255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13"/>
            <p:cNvSpPr/>
            <p:nvPr/>
          </p:nvSpPr>
          <p:spPr>
            <a:xfrm>
              <a:off x="2975000" y="442550"/>
              <a:ext cx="3962850" cy="1804000"/>
            </a:xfrm>
            <a:custGeom>
              <a:rect b="b" l="l" r="r" t="t"/>
              <a:pathLst>
                <a:path extrusionOk="0" fill="none" h="72160" w="158514">
                  <a:moveTo>
                    <a:pt x="0" y="1"/>
                  </a:moveTo>
                  <a:cubicBezTo>
                    <a:pt x="5076" y="2736"/>
                    <a:pt x="10456" y="4803"/>
                    <a:pt x="15806" y="6688"/>
                  </a:cubicBezTo>
                  <a:cubicBezTo>
                    <a:pt x="22037" y="8876"/>
                    <a:pt x="26049" y="12767"/>
                    <a:pt x="27326" y="18967"/>
                  </a:cubicBezTo>
                  <a:cubicBezTo>
                    <a:pt x="28542" y="24925"/>
                    <a:pt x="27326" y="31126"/>
                    <a:pt x="31855" y="36202"/>
                  </a:cubicBezTo>
                  <a:cubicBezTo>
                    <a:pt x="35381" y="40153"/>
                    <a:pt x="33618" y="48725"/>
                    <a:pt x="39150" y="50457"/>
                  </a:cubicBezTo>
                  <a:cubicBezTo>
                    <a:pt x="48329" y="53314"/>
                    <a:pt x="55746" y="42919"/>
                    <a:pt x="60792" y="36810"/>
                  </a:cubicBezTo>
                  <a:cubicBezTo>
                    <a:pt x="67995" y="28086"/>
                    <a:pt x="80032" y="38360"/>
                    <a:pt x="86263" y="42159"/>
                  </a:cubicBezTo>
                  <a:cubicBezTo>
                    <a:pt x="91430" y="45320"/>
                    <a:pt x="98057" y="48056"/>
                    <a:pt x="104561" y="48998"/>
                  </a:cubicBezTo>
                  <a:cubicBezTo>
                    <a:pt x="115747" y="50700"/>
                    <a:pt x="107692" y="65898"/>
                    <a:pt x="119303" y="68178"/>
                  </a:cubicBezTo>
                  <a:cubicBezTo>
                    <a:pt x="126294" y="69576"/>
                    <a:pt x="136872" y="63254"/>
                    <a:pt x="143316" y="65898"/>
                  </a:cubicBezTo>
                  <a:cubicBezTo>
                    <a:pt x="147784" y="67752"/>
                    <a:pt x="153407" y="7216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13"/>
            <p:cNvSpPr/>
            <p:nvPr/>
          </p:nvSpPr>
          <p:spPr>
            <a:xfrm>
              <a:off x="2975000" y="442550"/>
              <a:ext cx="3962100" cy="1802475"/>
            </a:xfrm>
            <a:custGeom>
              <a:rect b="b" l="l" r="r" t="t"/>
              <a:pathLst>
                <a:path extrusionOk="0" fill="none" h="72099" w="158484">
                  <a:moveTo>
                    <a:pt x="0" y="1"/>
                  </a:moveTo>
                  <a:cubicBezTo>
                    <a:pt x="5107" y="2706"/>
                    <a:pt x="10760" y="4590"/>
                    <a:pt x="15958" y="6444"/>
                  </a:cubicBezTo>
                  <a:cubicBezTo>
                    <a:pt x="21764" y="8511"/>
                    <a:pt x="26931" y="11733"/>
                    <a:pt x="28390" y="17843"/>
                  </a:cubicBezTo>
                  <a:cubicBezTo>
                    <a:pt x="29788" y="23740"/>
                    <a:pt x="26900" y="30579"/>
                    <a:pt x="31672" y="35867"/>
                  </a:cubicBezTo>
                  <a:cubicBezTo>
                    <a:pt x="35107" y="39636"/>
                    <a:pt x="34925" y="48390"/>
                    <a:pt x="40001" y="49849"/>
                  </a:cubicBezTo>
                  <a:cubicBezTo>
                    <a:pt x="49302" y="52494"/>
                    <a:pt x="56415" y="40761"/>
                    <a:pt x="61886" y="35320"/>
                  </a:cubicBezTo>
                  <a:cubicBezTo>
                    <a:pt x="69211" y="28025"/>
                    <a:pt x="81278" y="37873"/>
                    <a:pt x="87327" y="41612"/>
                  </a:cubicBezTo>
                  <a:cubicBezTo>
                    <a:pt x="92585" y="44864"/>
                    <a:pt x="98421" y="48117"/>
                    <a:pt x="104926" y="48968"/>
                  </a:cubicBezTo>
                  <a:cubicBezTo>
                    <a:pt x="116385" y="50457"/>
                    <a:pt x="108239" y="65442"/>
                    <a:pt x="119759" y="67509"/>
                  </a:cubicBezTo>
                  <a:cubicBezTo>
                    <a:pt x="126659" y="68725"/>
                    <a:pt x="137298" y="62980"/>
                    <a:pt x="143559" y="65716"/>
                  </a:cubicBezTo>
                  <a:cubicBezTo>
                    <a:pt x="147936" y="67631"/>
                    <a:pt x="153407" y="72099"/>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13"/>
            <p:cNvSpPr/>
            <p:nvPr/>
          </p:nvSpPr>
          <p:spPr>
            <a:xfrm>
              <a:off x="2975000" y="442550"/>
              <a:ext cx="3962850" cy="1800200"/>
            </a:xfrm>
            <a:custGeom>
              <a:rect b="b" l="l" r="r" t="t"/>
              <a:pathLst>
                <a:path extrusionOk="0" fill="none" h="72008" w="158514">
                  <a:moveTo>
                    <a:pt x="0" y="1"/>
                  </a:moveTo>
                  <a:cubicBezTo>
                    <a:pt x="5167" y="2645"/>
                    <a:pt x="10821" y="4499"/>
                    <a:pt x="16140" y="6201"/>
                  </a:cubicBezTo>
                  <a:cubicBezTo>
                    <a:pt x="21976" y="8055"/>
                    <a:pt x="27630" y="11065"/>
                    <a:pt x="29484" y="16657"/>
                  </a:cubicBezTo>
                  <a:cubicBezTo>
                    <a:pt x="31308" y="22159"/>
                    <a:pt x="26748" y="29940"/>
                    <a:pt x="31521" y="35442"/>
                  </a:cubicBezTo>
                  <a:cubicBezTo>
                    <a:pt x="34621" y="38998"/>
                    <a:pt x="36414" y="48147"/>
                    <a:pt x="40913" y="49211"/>
                  </a:cubicBezTo>
                  <a:cubicBezTo>
                    <a:pt x="50244" y="51430"/>
                    <a:pt x="56749" y="38846"/>
                    <a:pt x="63041" y="34044"/>
                  </a:cubicBezTo>
                  <a:cubicBezTo>
                    <a:pt x="70731" y="28147"/>
                    <a:pt x="82190" y="36992"/>
                    <a:pt x="88391" y="40943"/>
                  </a:cubicBezTo>
                  <a:cubicBezTo>
                    <a:pt x="93862" y="44409"/>
                    <a:pt x="98695" y="48147"/>
                    <a:pt x="105352" y="48907"/>
                  </a:cubicBezTo>
                  <a:cubicBezTo>
                    <a:pt x="117024" y="50184"/>
                    <a:pt x="108786" y="64834"/>
                    <a:pt x="120276" y="66780"/>
                  </a:cubicBezTo>
                  <a:cubicBezTo>
                    <a:pt x="126993" y="67904"/>
                    <a:pt x="137784" y="62585"/>
                    <a:pt x="143863" y="65533"/>
                  </a:cubicBezTo>
                  <a:cubicBezTo>
                    <a:pt x="148149" y="67570"/>
                    <a:pt x="153468" y="72008"/>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13"/>
            <p:cNvSpPr/>
            <p:nvPr/>
          </p:nvSpPr>
          <p:spPr>
            <a:xfrm>
              <a:off x="2975000" y="442550"/>
              <a:ext cx="3963625" cy="1798675"/>
            </a:xfrm>
            <a:custGeom>
              <a:rect b="b" l="l" r="r" t="t"/>
              <a:pathLst>
                <a:path extrusionOk="0" fill="none" h="71947" w="158545">
                  <a:moveTo>
                    <a:pt x="0" y="1"/>
                  </a:moveTo>
                  <a:cubicBezTo>
                    <a:pt x="5198" y="2615"/>
                    <a:pt x="10912" y="4408"/>
                    <a:pt x="16323" y="5958"/>
                  </a:cubicBezTo>
                  <a:cubicBezTo>
                    <a:pt x="22067" y="7630"/>
                    <a:pt x="28147" y="10365"/>
                    <a:pt x="30578" y="15472"/>
                  </a:cubicBezTo>
                  <a:cubicBezTo>
                    <a:pt x="33192" y="20974"/>
                    <a:pt x="26931" y="29059"/>
                    <a:pt x="31369" y="35047"/>
                  </a:cubicBezTo>
                  <a:cubicBezTo>
                    <a:pt x="33831" y="38390"/>
                    <a:pt x="37904" y="47904"/>
                    <a:pt x="41825" y="48542"/>
                  </a:cubicBezTo>
                  <a:cubicBezTo>
                    <a:pt x="50883" y="50062"/>
                    <a:pt x="57296" y="36931"/>
                    <a:pt x="64257" y="33010"/>
                  </a:cubicBezTo>
                  <a:cubicBezTo>
                    <a:pt x="72160" y="28512"/>
                    <a:pt x="83102" y="35928"/>
                    <a:pt x="89424" y="40153"/>
                  </a:cubicBezTo>
                  <a:cubicBezTo>
                    <a:pt x="94804" y="43740"/>
                    <a:pt x="98877" y="48208"/>
                    <a:pt x="105747" y="48846"/>
                  </a:cubicBezTo>
                  <a:cubicBezTo>
                    <a:pt x="117601" y="49971"/>
                    <a:pt x="109425" y="64257"/>
                    <a:pt x="120793" y="66081"/>
                  </a:cubicBezTo>
                  <a:cubicBezTo>
                    <a:pt x="127419" y="67144"/>
                    <a:pt x="138270" y="62281"/>
                    <a:pt x="144167" y="65351"/>
                  </a:cubicBezTo>
                  <a:cubicBezTo>
                    <a:pt x="148362" y="67540"/>
                    <a:pt x="153529" y="71947"/>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13"/>
            <p:cNvSpPr/>
            <p:nvPr/>
          </p:nvSpPr>
          <p:spPr>
            <a:xfrm>
              <a:off x="2975000" y="442550"/>
              <a:ext cx="3962850" cy="1795650"/>
            </a:xfrm>
            <a:custGeom>
              <a:rect b="b" l="l" r="r" t="t"/>
              <a:pathLst>
                <a:path extrusionOk="0" fill="none" h="71826" w="158514">
                  <a:moveTo>
                    <a:pt x="0" y="1"/>
                  </a:moveTo>
                  <a:cubicBezTo>
                    <a:pt x="5259" y="2584"/>
                    <a:pt x="10973" y="4317"/>
                    <a:pt x="16475" y="5745"/>
                  </a:cubicBezTo>
                  <a:cubicBezTo>
                    <a:pt x="22250" y="7235"/>
                    <a:pt x="28542" y="9788"/>
                    <a:pt x="31581" y="14195"/>
                  </a:cubicBezTo>
                  <a:cubicBezTo>
                    <a:pt x="35168" y="19332"/>
                    <a:pt x="27326" y="28238"/>
                    <a:pt x="31247" y="34560"/>
                  </a:cubicBezTo>
                  <a:cubicBezTo>
                    <a:pt x="33253" y="37782"/>
                    <a:pt x="39150" y="47418"/>
                    <a:pt x="42737" y="47722"/>
                  </a:cubicBezTo>
                  <a:cubicBezTo>
                    <a:pt x="51612" y="48482"/>
                    <a:pt x="57752" y="35229"/>
                    <a:pt x="65412" y="32129"/>
                  </a:cubicBezTo>
                  <a:cubicBezTo>
                    <a:pt x="73588" y="28816"/>
                    <a:pt x="84044" y="34804"/>
                    <a:pt x="90275" y="39302"/>
                  </a:cubicBezTo>
                  <a:cubicBezTo>
                    <a:pt x="95351" y="42980"/>
                    <a:pt x="98938" y="48269"/>
                    <a:pt x="106081" y="48816"/>
                  </a:cubicBezTo>
                  <a:cubicBezTo>
                    <a:pt x="111704" y="49241"/>
                    <a:pt x="112981" y="50670"/>
                    <a:pt x="114136" y="56111"/>
                  </a:cubicBezTo>
                  <a:cubicBezTo>
                    <a:pt x="115139" y="60792"/>
                    <a:pt x="115321" y="64470"/>
                    <a:pt x="121279" y="65381"/>
                  </a:cubicBezTo>
                  <a:cubicBezTo>
                    <a:pt x="127784" y="66385"/>
                    <a:pt x="138696" y="61947"/>
                    <a:pt x="144410" y="65169"/>
                  </a:cubicBezTo>
                  <a:cubicBezTo>
                    <a:pt x="148483" y="67448"/>
                    <a:pt x="153529" y="7182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13"/>
            <p:cNvSpPr/>
            <p:nvPr/>
          </p:nvSpPr>
          <p:spPr>
            <a:xfrm>
              <a:off x="2975000" y="442550"/>
              <a:ext cx="3962850" cy="1794125"/>
            </a:xfrm>
            <a:custGeom>
              <a:rect b="b" l="l" r="r" t="t"/>
              <a:pathLst>
                <a:path extrusionOk="0" fill="none" h="71765" w="158514">
                  <a:moveTo>
                    <a:pt x="0" y="1"/>
                  </a:moveTo>
                  <a:cubicBezTo>
                    <a:pt x="5319" y="2554"/>
                    <a:pt x="11064" y="4226"/>
                    <a:pt x="16627" y="5502"/>
                  </a:cubicBezTo>
                  <a:cubicBezTo>
                    <a:pt x="22523" y="6840"/>
                    <a:pt x="28663" y="9302"/>
                    <a:pt x="32554" y="12919"/>
                  </a:cubicBezTo>
                  <a:cubicBezTo>
                    <a:pt x="36931" y="17022"/>
                    <a:pt x="28906" y="28268"/>
                    <a:pt x="31247" y="33983"/>
                  </a:cubicBezTo>
                  <a:cubicBezTo>
                    <a:pt x="32615" y="37326"/>
                    <a:pt x="40031" y="46658"/>
                    <a:pt x="43679" y="46719"/>
                  </a:cubicBezTo>
                  <a:cubicBezTo>
                    <a:pt x="52433" y="46810"/>
                    <a:pt x="58117" y="33861"/>
                    <a:pt x="66628" y="31430"/>
                  </a:cubicBezTo>
                  <a:cubicBezTo>
                    <a:pt x="75108" y="28998"/>
                    <a:pt x="85078" y="33709"/>
                    <a:pt x="91066" y="38451"/>
                  </a:cubicBezTo>
                  <a:cubicBezTo>
                    <a:pt x="95899" y="42250"/>
                    <a:pt x="98847" y="48482"/>
                    <a:pt x="106446" y="48785"/>
                  </a:cubicBezTo>
                  <a:cubicBezTo>
                    <a:pt x="119030" y="49272"/>
                    <a:pt x="110853" y="62950"/>
                    <a:pt x="121826" y="64743"/>
                  </a:cubicBezTo>
                  <a:cubicBezTo>
                    <a:pt x="128088" y="65746"/>
                    <a:pt x="139121" y="61612"/>
                    <a:pt x="144684" y="64986"/>
                  </a:cubicBezTo>
                  <a:cubicBezTo>
                    <a:pt x="148666" y="67388"/>
                    <a:pt x="153559" y="7176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13"/>
            <p:cNvSpPr/>
            <p:nvPr/>
          </p:nvSpPr>
          <p:spPr>
            <a:xfrm>
              <a:off x="2975000" y="442550"/>
              <a:ext cx="3962850" cy="1791075"/>
            </a:xfrm>
            <a:custGeom>
              <a:rect b="b" l="l" r="r" t="t"/>
              <a:pathLst>
                <a:path extrusionOk="0" fill="none" h="71643" w="158514">
                  <a:moveTo>
                    <a:pt x="0" y="1"/>
                  </a:moveTo>
                  <a:cubicBezTo>
                    <a:pt x="5319" y="2523"/>
                    <a:pt x="11155" y="4134"/>
                    <a:pt x="16779" y="5259"/>
                  </a:cubicBezTo>
                  <a:cubicBezTo>
                    <a:pt x="22736" y="6475"/>
                    <a:pt x="29302" y="9058"/>
                    <a:pt x="33405" y="11672"/>
                  </a:cubicBezTo>
                  <a:cubicBezTo>
                    <a:pt x="37660" y="14378"/>
                    <a:pt x="30821" y="28968"/>
                    <a:pt x="31399" y="33314"/>
                  </a:cubicBezTo>
                  <a:cubicBezTo>
                    <a:pt x="31885" y="36931"/>
                    <a:pt x="40578" y="45624"/>
                    <a:pt x="44651" y="45472"/>
                  </a:cubicBezTo>
                  <a:cubicBezTo>
                    <a:pt x="53101" y="45168"/>
                    <a:pt x="58421" y="32828"/>
                    <a:pt x="67874" y="30852"/>
                  </a:cubicBezTo>
                  <a:cubicBezTo>
                    <a:pt x="76658" y="29028"/>
                    <a:pt x="86233" y="32706"/>
                    <a:pt x="91856" y="37509"/>
                  </a:cubicBezTo>
                  <a:cubicBezTo>
                    <a:pt x="96476" y="41491"/>
                    <a:pt x="98908" y="48542"/>
                    <a:pt x="106780" y="48755"/>
                  </a:cubicBezTo>
                  <a:cubicBezTo>
                    <a:pt x="112647" y="48907"/>
                    <a:pt x="114045" y="50184"/>
                    <a:pt x="115565" y="55503"/>
                  </a:cubicBezTo>
                  <a:cubicBezTo>
                    <a:pt x="116841" y="60062"/>
                    <a:pt x="116628" y="63132"/>
                    <a:pt x="122404" y="64044"/>
                  </a:cubicBezTo>
                  <a:cubicBezTo>
                    <a:pt x="128544" y="65047"/>
                    <a:pt x="139486" y="61278"/>
                    <a:pt x="144957" y="64804"/>
                  </a:cubicBezTo>
                  <a:cubicBezTo>
                    <a:pt x="148818" y="67296"/>
                    <a:pt x="153559" y="71643"/>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13"/>
            <p:cNvSpPr/>
            <p:nvPr/>
          </p:nvSpPr>
          <p:spPr>
            <a:xfrm>
              <a:off x="2975000" y="442550"/>
              <a:ext cx="3962100" cy="1789575"/>
            </a:xfrm>
            <a:custGeom>
              <a:rect b="b" l="l" r="r" t="t"/>
              <a:pathLst>
                <a:path extrusionOk="0" fill="none" h="71583" w="158484">
                  <a:moveTo>
                    <a:pt x="0" y="1"/>
                  </a:moveTo>
                  <a:cubicBezTo>
                    <a:pt x="5380" y="2463"/>
                    <a:pt x="11216" y="4043"/>
                    <a:pt x="16900" y="5016"/>
                  </a:cubicBezTo>
                  <a:cubicBezTo>
                    <a:pt x="22797" y="6049"/>
                    <a:pt x="29058" y="8724"/>
                    <a:pt x="34135" y="10457"/>
                  </a:cubicBezTo>
                  <a:cubicBezTo>
                    <a:pt x="39667" y="12372"/>
                    <a:pt x="32037" y="28846"/>
                    <a:pt x="31855" y="32463"/>
                  </a:cubicBezTo>
                  <a:cubicBezTo>
                    <a:pt x="31672" y="36597"/>
                    <a:pt x="40852" y="44712"/>
                    <a:pt x="45503" y="44074"/>
                  </a:cubicBezTo>
                  <a:cubicBezTo>
                    <a:pt x="54165" y="42889"/>
                    <a:pt x="59606" y="32038"/>
                    <a:pt x="69090" y="30335"/>
                  </a:cubicBezTo>
                  <a:cubicBezTo>
                    <a:pt x="77479" y="28846"/>
                    <a:pt x="87388" y="31703"/>
                    <a:pt x="92646" y="36566"/>
                  </a:cubicBezTo>
                  <a:cubicBezTo>
                    <a:pt x="97084" y="40670"/>
                    <a:pt x="98908" y="48634"/>
                    <a:pt x="107084" y="48725"/>
                  </a:cubicBezTo>
                  <a:cubicBezTo>
                    <a:pt x="112890" y="48816"/>
                    <a:pt x="114501" y="49910"/>
                    <a:pt x="116203" y="55229"/>
                  </a:cubicBezTo>
                  <a:cubicBezTo>
                    <a:pt x="117571" y="59606"/>
                    <a:pt x="117297" y="62555"/>
                    <a:pt x="122951" y="63436"/>
                  </a:cubicBezTo>
                  <a:cubicBezTo>
                    <a:pt x="129030" y="64378"/>
                    <a:pt x="139851" y="60944"/>
                    <a:pt x="145200" y="64622"/>
                  </a:cubicBezTo>
                  <a:cubicBezTo>
                    <a:pt x="148939" y="67205"/>
                    <a:pt x="153590" y="7158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13"/>
            <p:cNvSpPr/>
            <p:nvPr/>
          </p:nvSpPr>
          <p:spPr>
            <a:xfrm>
              <a:off x="2975000" y="442550"/>
              <a:ext cx="3962850" cy="1785000"/>
            </a:xfrm>
            <a:custGeom>
              <a:rect b="b" l="l" r="r" t="t"/>
              <a:pathLst>
                <a:path extrusionOk="0" fill="none" h="71400" w="158514">
                  <a:moveTo>
                    <a:pt x="0" y="1"/>
                  </a:moveTo>
                  <a:cubicBezTo>
                    <a:pt x="5411" y="2432"/>
                    <a:pt x="11307" y="3952"/>
                    <a:pt x="17052" y="4803"/>
                  </a:cubicBezTo>
                  <a:cubicBezTo>
                    <a:pt x="22949" y="5685"/>
                    <a:pt x="29028" y="8967"/>
                    <a:pt x="34682" y="9362"/>
                  </a:cubicBezTo>
                  <a:cubicBezTo>
                    <a:pt x="42007" y="9849"/>
                    <a:pt x="33557" y="28360"/>
                    <a:pt x="32858" y="31065"/>
                  </a:cubicBezTo>
                  <a:cubicBezTo>
                    <a:pt x="31308" y="36931"/>
                    <a:pt x="41095" y="43801"/>
                    <a:pt x="46141" y="42676"/>
                  </a:cubicBezTo>
                  <a:cubicBezTo>
                    <a:pt x="54925" y="40761"/>
                    <a:pt x="60731" y="31703"/>
                    <a:pt x="70245" y="29819"/>
                  </a:cubicBezTo>
                  <a:cubicBezTo>
                    <a:pt x="78451" y="28177"/>
                    <a:pt x="88573" y="30731"/>
                    <a:pt x="93497" y="35563"/>
                  </a:cubicBezTo>
                  <a:cubicBezTo>
                    <a:pt x="97753" y="39728"/>
                    <a:pt x="98969" y="48725"/>
                    <a:pt x="107419" y="48755"/>
                  </a:cubicBezTo>
                  <a:cubicBezTo>
                    <a:pt x="113163" y="48755"/>
                    <a:pt x="115018" y="49667"/>
                    <a:pt x="116872" y="54956"/>
                  </a:cubicBezTo>
                  <a:cubicBezTo>
                    <a:pt x="118331" y="59181"/>
                    <a:pt x="118027" y="61977"/>
                    <a:pt x="123559" y="62798"/>
                  </a:cubicBezTo>
                  <a:cubicBezTo>
                    <a:pt x="129638" y="63710"/>
                    <a:pt x="140459" y="60579"/>
                    <a:pt x="145504" y="64470"/>
                  </a:cubicBezTo>
                  <a:cubicBezTo>
                    <a:pt x="148939" y="67144"/>
                    <a:pt x="153802" y="7140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13"/>
            <p:cNvSpPr/>
            <p:nvPr/>
          </p:nvSpPr>
          <p:spPr>
            <a:xfrm>
              <a:off x="2975000" y="442550"/>
              <a:ext cx="3962100" cy="1781975"/>
            </a:xfrm>
            <a:custGeom>
              <a:rect b="b" l="l" r="r" t="t"/>
              <a:pathLst>
                <a:path extrusionOk="0" fill="none" h="71279" w="158484">
                  <a:moveTo>
                    <a:pt x="0" y="1"/>
                  </a:moveTo>
                  <a:cubicBezTo>
                    <a:pt x="5471" y="2402"/>
                    <a:pt x="11247" y="3922"/>
                    <a:pt x="17174" y="4560"/>
                  </a:cubicBezTo>
                  <a:cubicBezTo>
                    <a:pt x="23253" y="5198"/>
                    <a:pt x="29514" y="8420"/>
                    <a:pt x="35107" y="8177"/>
                  </a:cubicBezTo>
                  <a:cubicBezTo>
                    <a:pt x="44044" y="7782"/>
                    <a:pt x="35290" y="26718"/>
                    <a:pt x="34256" y="29089"/>
                  </a:cubicBezTo>
                  <a:cubicBezTo>
                    <a:pt x="31369" y="35959"/>
                    <a:pt x="40578" y="42980"/>
                    <a:pt x="46658" y="41247"/>
                  </a:cubicBezTo>
                  <a:cubicBezTo>
                    <a:pt x="55533" y="38785"/>
                    <a:pt x="61947" y="31490"/>
                    <a:pt x="71369" y="29180"/>
                  </a:cubicBezTo>
                  <a:cubicBezTo>
                    <a:pt x="79424" y="27174"/>
                    <a:pt x="89819" y="29697"/>
                    <a:pt x="94470" y="34439"/>
                  </a:cubicBezTo>
                  <a:cubicBezTo>
                    <a:pt x="98482" y="38573"/>
                    <a:pt x="99090" y="48785"/>
                    <a:pt x="107753" y="48694"/>
                  </a:cubicBezTo>
                  <a:cubicBezTo>
                    <a:pt x="113407" y="48634"/>
                    <a:pt x="115504" y="49424"/>
                    <a:pt x="117510" y="54652"/>
                  </a:cubicBezTo>
                  <a:cubicBezTo>
                    <a:pt x="119060" y="58694"/>
                    <a:pt x="118665" y="61400"/>
                    <a:pt x="124167" y="62160"/>
                  </a:cubicBezTo>
                  <a:cubicBezTo>
                    <a:pt x="130246" y="62980"/>
                    <a:pt x="140793" y="60245"/>
                    <a:pt x="145717" y="64257"/>
                  </a:cubicBezTo>
                  <a:cubicBezTo>
                    <a:pt x="149061" y="66962"/>
                    <a:pt x="153802" y="71278"/>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13"/>
            <p:cNvSpPr/>
            <p:nvPr/>
          </p:nvSpPr>
          <p:spPr>
            <a:xfrm>
              <a:off x="2975000" y="442550"/>
              <a:ext cx="3962850" cy="1781200"/>
            </a:xfrm>
            <a:custGeom>
              <a:rect b="b" l="l" r="r" t="t"/>
              <a:pathLst>
                <a:path extrusionOk="0" fill="none" h="71248" w="158514">
                  <a:moveTo>
                    <a:pt x="0" y="1"/>
                  </a:moveTo>
                  <a:cubicBezTo>
                    <a:pt x="5502" y="2371"/>
                    <a:pt x="11338" y="3830"/>
                    <a:pt x="17326" y="4347"/>
                  </a:cubicBezTo>
                  <a:cubicBezTo>
                    <a:pt x="23405" y="4833"/>
                    <a:pt x="29484" y="7478"/>
                    <a:pt x="35381" y="7083"/>
                  </a:cubicBezTo>
                  <a:cubicBezTo>
                    <a:pt x="46171" y="6384"/>
                    <a:pt x="37660" y="22007"/>
                    <a:pt x="36080" y="26718"/>
                  </a:cubicBezTo>
                  <a:cubicBezTo>
                    <a:pt x="34560" y="31247"/>
                    <a:pt x="33192" y="34591"/>
                    <a:pt x="37387" y="37934"/>
                  </a:cubicBezTo>
                  <a:cubicBezTo>
                    <a:pt x="40062" y="40032"/>
                    <a:pt x="43983" y="40913"/>
                    <a:pt x="47144" y="39940"/>
                  </a:cubicBezTo>
                  <a:cubicBezTo>
                    <a:pt x="52007" y="38421"/>
                    <a:pt x="55959" y="34864"/>
                    <a:pt x="60548" y="32524"/>
                  </a:cubicBezTo>
                  <a:cubicBezTo>
                    <a:pt x="64409" y="30579"/>
                    <a:pt x="68360" y="29758"/>
                    <a:pt x="72403" y="28512"/>
                  </a:cubicBezTo>
                  <a:cubicBezTo>
                    <a:pt x="80275" y="26080"/>
                    <a:pt x="91187" y="28724"/>
                    <a:pt x="95503" y="33314"/>
                  </a:cubicBezTo>
                  <a:cubicBezTo>
                    <a:pt x="99303" y="37296"/>
                    <a:pt x="99212" y="48877"/>
                    <a:pt x="108118" y="48694"/>
                  </a:cubicBezTo>
                  <a:cubicBezTo>
                    <a:pt x="113589" y="48573"/>
                    <a:pt x="115990" y="49302"/>
                    <a:pt x="118148" y="54409"/>
                  </a:cubicBezTo>
                  <a:cubicBezTo>
                    <a:pt x="119820" y="58299"/>
                    <a:pt x="119364" y="60974"/>
                    <a:pt x="124805" y="61612"/>
                  </a:cubicBezTo>
                  <a:cubicBezTo>
                    <a:pt x="130519" y="62281"/>
                    <a:pt x="141249" y="59819"/>
                    <a:pt x="145991" y="64135"/>
                  </a:cubicBezTo>
                  <a:cubicBezTo>
                    <a:pt x="149213" y="67023"/>
                    <a:pt x="153863" y="71248"/>
                    <a:pt x="158514" y="68695"/>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13"/>
            <p:cNvSpPr/>
            <p:nvPr/>
          </p:nvSpPr>
          <p:spPr>
            <a:xfrm>
              <a:off x="2975000" y="442550"/>
              <a:ext cx="3962100" cy="1777400"/>
            </a:xfrm>
            <a:custGeom>
              <a:rect b="b" l="l" r="r" t="t"/>
              <a:pathLst>
                <a:path extrusionOk="0" fill="none" h="71096" w="158484">
                  <a:moveTo>
                    <a:pt x="0" y="1"/>
                  </a:moveTo>
                  <a:cubicBezTo>
                    <a:pt x="5532" y="2341"/>
                    <a:pt x="11429" y="3739"/>
                    <a:pt x="17447" y="4104"/>
                  </a:cubicBezTo>
                  <a:cubicBezTo>
                    <a:pt x="23496" y="4469"/>
                    <a:pt x="29484" y="6596"/>
                    <a:pt x="35533" y="6049"/>
                  </a:cubicBezTo>
                  <a:cubicBezTo>
                    <a:pt x="47357" y="4955"/>
                    <a:pt x="40822" y="16809"/>
                    <a:pt x="38208" y="23983"/>
                  </a:cubicBezTo>
                  <a:cubicBezTo>
                    <a:pt x="36657" y="28329"/>
                    <a:pt x="33557" y="33253"/>
                    <a:pt x="37691" y="36962"/>
                  </a:cubicBezTo>
                  <a:cubicBezTo>
                    <a:pt x="40244" y="39272"/>
                    <a:pt x="44591" y="39636"/>
                    <a:pt x="47661" y="38603"/>
                  </a:cubicBezTo>
                  <a:cubicBezTo>
                    <a:pt x="52646" y="36931"/>
                    <a:pt x="56901" y="33557"/>
                    <a:pt x="61764" y="31460"/>
                  </a:cubicBezTo>
                  <a:cubicBezTo>
                    <a:pt x="65533" y="29819"/>
                    <a:pt x="69576" y="29150"/>
                    <a:pt x="73375" y="27721"/>
                  </a:cubicBezTo>
                  <a:cubicBezTo>
                    <a:pt x="80974" y="24864"/>
                    <a:pt x="92464" y="27721"/>
                    <a:pt x="96659" y="32068"/>
                  </a:cubicBezTo>
                  <a:cubicBezTo>
                    <a:pt x="100884" y="36445"/>
                    <a:pt x="98634" y="48512"/>
                    <a:pt x="108452" y="48664"/>
                  </a:cubicBezTo>
                  <a:cubicBezTo>
                    <a:pt x="114014" y="48755"/>
                    <a:pt x="116416" y="49150"/>
                    <a:pt x="118756" y="54105"/>
                  </a:cubicBezTo>
                  <a:cubicBezTo>
                    <a:pt x="120550" y="57874"/>
                    <a:pt x="120002" y="60488"/>
                    <a:pt x="125413" y="61035"/>
                  </a:cubicBezTo>
                  <a:cubicBezTo>
                    <a:pt x="131158" y="61643"/>
                    <a:pt x="141553" y="59454"/>
                    <a:pt x="146234" y="63922"/>
                  </a:cubicBezTo>
                  <a:cubicBezTo>
                    <a:pt x="149334" y="66871"/>
                    <a:pt x="153894" y="71096"/>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13"/>
            <p:cNvSpPr/>
            <p:nvPr/>
          </p:nvSpPr>
          <p:spPr>
            <a:xfrm>
              <a:off x="2975000" y="442550"/>
              <a:ext cx="3962850" cy="1775125"/>
            </a:xfrm>
            <a:custGeom>
              <a:rect b="b" l="l" r="r" t="t"/>
              <a:pathLst>
                <a:path extrusionOk="0" fill="none" h="71005" w="158514">
                  <a:moveTo>
                    <a:pt x="0" y="1"/>
                  </a:moveTo>
                  <a:cubicBezTo>
                    <a:pt x="5593" y="2311"/>
                    <a:pt x="11520" y="3648"/>
                    <a:pt x="17569" y="3861"/>
                  </a:cubicBezTo>
                  <a:cubicBezTo>
                    <a:pt x="23587" y="4074"/>
                    <a:pt x="29636" y="5837"/>
                    <a:pt x="35594" y="5046"/>
                  </a:cubicBezTo>
                  <a:cubicBezTo>
                    <a:pt x="47569" y="3466"/>
                    <a:pt x="43800" y="12280"/>
                    <a:pt x="40578" y="20974"/>
                  </a:cubicBezTo>
                  <a:cubicBezTo>
                    <a:pt x="39059" y="25107"/>
                    <a:pt x="34773" y="31916"/>
                    <a:pt x="38268" y="35867"/>
                  </a:cubicBezTo>
                  <a:cubicBezTo>
                    <a:pt x="40548" y="38451"/>
                    <a:pt x="45381" y="38208"/>
                    <a:pt x="48238" y="37296"/>
                  </a:cubicBezTo>
                  <a:cubicBezTo>
                    <a:pt x="53405" y="35624"/>
                    <a:pt x="57965" y="32281"/>
                    <a:pt x="63102" y="30366"/>
                  </a:cubicBezTo>
                  <a:cubicBezTo>
                    <a:pt x="66780" y="28968"/>
                    <a:pt x="70701" y="28420"/>
                    <a:pt x="74257" y="26840"/>
                  </a:cubicBezTo>
                  <a:cubicBezTo>
                    <a:pt x="81552" y="23588"/>
                    <a:pt x="94075" y="26779"/>
                    <a:pt x="97935" y="30791"/>
                  </a:cubicBezTo>
                  <a:cubicBezTo>
                    <a:pt x="101887" y="34895"/>
                    <a:pt x="98938" y="48542"/>
                    <a:pt x="108817" y="48664"/>
                  </a:cubicBezTo>
                  <a:cubicBezTo>
                    <a:pt x="114227" y="48694"/>
                    <a:pt x="116872" y="49029"/>
                    <a:pt x="119364" y="53801"/>
                  </a:cubicBezTo>
                  <a:cubicBezTo>
                    <a:pt x="121249" y="57448"/>
                    <a:pt x="120702" y="60032"/>
                    <a:pt x="126021" y="60518"/>
                  </a:cubicBezTo>
                  <a:cubicBezTo>
                    <a:pt x="131826" y="61035"/>
                    <a:pt x="141857" y="59120"/>
                    <a:pt x="146507" y="63771"/>
                  </a:cubicBezTo>
                  <a:cubicBezTo>
                    <a:pt x="149456" y="66719"/>
                    <a:pt x="153924" y="7100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13"/>
            <p:cNvSpPr/>
            <p:nvPr/>
          </p:nvSpPr>
          <p:spPr>
            <a:xfrm>
              <a:off x="2975000" y="442550"/>
              <a:ext cx="3962850" cy="1772850"/>
            </a:xfrm>
            <a:custGeom>
              <a:rect b="b" l="l" r="r" t="t"/>
              <a:pathLst>
                <a:path extrusionOk="0" fill="none" h="70914" w="158514">
                  <a:moveTo>
                    <a:pt x="0" y="1"/>
                  </a:moveTo>
                  <a:cubicBezTo>
                    <a:pt x="5623" y="2280"/>
                    <a:pt x="11611" y="3526"/>
                    <a:pt x="17690" y="3648"/>
                  </a:cubicBezTo>
                  <a:cubicBezTo>
                    <a:pt x="23648" y="3709"/>
                    <a:pt x="29636" y="5016"/>
                    <a:pt x="35563" y="4104"/>
                  </a:cubicBezTo>
                  <a:cubicBezTo>
                    <a:pt x="47022" y="2371"/>
                    <a:pt x="46627" y="7843"/>
                    <a:pt x="43101" y="17812"/>
                  </a:cubicBezTo>
                  <a:cubicBezTo>
                    <a:pt x="41733" y="21612"/>
                    <a:pt x="36232" y="30670"/>
                    <a:pt x="39028" y="34621"/>
                  </a:cubicBezTo>
                  <a:cubicBezTo>
                    <a:pt x="41004" y="37387"/>
                    <a:pt x="46293" y="36901"/>
                    <a:pt x="48968" y="35989"/>
                  </a:cubicBezTo>
                  <a:cubicBezTo>
                    <a:pt x="57235" y="33071"/>
                    <a:pt x="67235" y="29667"/>
                    <a:pt x="75108" y="25867"/>
                  </a:cubicBezTo>
                  <a:cubicBezTo>
                    <a:pt x="82008" y="22524"/>
                    <a:pt x="95655" y="25746"/>
                    <a:pt x="99303" y="29484"/>
                  </a:cubicBezTo>
                  <a:cubicBezTo>
                    <a:pt x="103042" y="33284"/>
                    <a:pt x="99546" y="48573"/>
                    <a:pt x="109242" y="48573"/>
                  </a:cubicBezTo>
                  <a:cubicBezTo>
                    <a:pt x="114379" y="48573"/>
                    <a:pt x="117328" y="48968"/>
                    <a:pt x="119942" y="53527"/>
                  </a:cubicBezTo>
                  <a:cubicBezTo>
                    <a:pt x="121948" y="57023"/>
                    <a:pt x="121340" y="59606"/>
                    <a:pt x="126629" y="60032"/>
                  </a:cubicBezTo>
                  <a:cubicBezTo>
                    <a:pt x="132495" y="60488"/>
                    <a:pt x="142130" y="58725"/>
                    <a:pt x="146751" y="63558"/>
                  </a:cubicBezTo>
                  <a:cubicBezTo>
                    <a:pt x="149608" y="66567"/>
                    <a:pt x="153985" y="70913"/>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13"/>
            <p:cNvSpPr/>
            <p:nvPr/>
          </p:nvSpPr>
          <p:spPr>
            <a:xfrm>
              <a:off x="2975000" y="442550"/>
              <a:ext cx="3962100" cy="1769800"/>
            </a:xfrm>
            <a:custGeom>
              <a:rect b="b" l="l" r="r" t="t"/>
              <a:pathLst>
                <a:path extrusionOk="0" fill="none" h="70792" w="158484">
                  <a:moveTo>
                    <a:pt x="0" y="1"/>
                  </a:moveTo>
                  <a:cubicBezTo>
                    <a:pt x="5654" y="2280"/>
                    <a:pt x="11703" y="3435"/>
                    <a:pt x="17812" y="3405"/>
                  </a:cubicBezTo>
                  <a:cubicBezTo>
                    <a:pt x="23709" y="3344"/>
                    <a:pt x="29606" y="4165"/>
                    <a:pt x="35502" y="3192"/>
                  </a:cubicBezTo>
                  <a:cubicBezTo>
                    <a:pt x="37660" y="2858"/>
                    <a:pt x="42463" y="1976"/>
                    <a:pt x="44621" y="2949"/>
                  </a:cubicBezTo>
                  <a:cubicBezTo>
                    <a:pt x="49545" y="5168"/>
                    <a:pt x="46840" y="10913"/>
                    <a:pt x="45624" y="14742"/>
                  </a:cubicBezTo>
                  <a:cubicBezTo>
                    <a:pt x="43557" y="21369"/>
                    <a:pt x="34135" y="40001"/>
                    <a:pt x="49819" y="34652"/>
                  </a:cubicBezTo>
                  <a:cubicBezTo>
                    <a:pt x="58299" y="31734"/>
                    <a:pt x="67935" y="28177"/>
                    <a:pt x="76050" y="24864"/>
                  </a:cubicBezTo>
                  <a:cubicBezTo>
                    <a:pt x="83072" y="21977"/>
                    <a:pt x="96051" y="24347"/>
                    <a:pt x="100762" y="28117"/>
                  </a:cubicBezTo>
                  <a:cubicBezTo>
                    <a:pt x="105716" y="32098"/>
                    <a:pt x="98908" y="48299"/>
                    <a:pt x="109698" y="48482"/>
                  </a:cubicBezTo>
                  <a:cubicBezTo>
                    <a:pt x="114653" y="48573"/>
                    <a:pt x="117753" y="48846"/>
                    <a:pt x="120458" y="53254"/>
                  </a:cubicBezTo>
                  <a:cubicBezTo>
                    <a:pt x="122586" y="56628"/>
                    <a:pt x="121948" y="59242"/>
                    <a:pt x="127176" y="59576"/>
                  </a:cubicBezTo>
                  <a:cubicBezTo>
                    <a:pt x="133133" y="60001"/>
                    <a:pt x="142404" y="58360"/>
                    <a:pt x="146963" y="63375"/>
                  </a:cubicBezTo>
                  <a:cubicBezTo>
                    <a:pt x="149699" y="66385"/>
                    <a:pt x="153985" y="70792"/>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13"/>
            <p:cNvSpPr/>
            <p:nvPr/>
          </p:nvSpPr>
          <p:spPr>
            <a:xfrm>
              <a:off x="2975000" y="442550"/>
              <a:ext cx="3963625" cy="1767525"/>
            </a:xfrm>
            <a:custGeom>
              <a:rect b="b" l="l" r="r" t="t"/>
              <a:pathLst>
                <a:path extrusionOk="0" fill="none" h="70701" w="158545">
                  <a:moveTo>
                    <a:pt x="0" y="1"/>
                  </a:moveTo>
                  <a:cubicBezTo>
                    <a:pt x="5715" y="2250"/>
                    <a:pt x="11794" y="3314"/>
                    <a:pt x="17934" y="3192"/>
                  </a:cubicBezTo>
                  <a:cubicBezTo>
                    <a:pt x="23770" y="2979"/>
                    <a:pt x="29575" y="3314"/>
                    <a:pt x="35411" y="2341"/>
                  </a:cubicBezTo>
                  <a:cubicBezTo>
                    <a:pt x="44439" y="791"/>
                    <a:pt x="50518" y="2371"/>
                    <a:pt x="48147" y="11916"/>
                  </a:cubicBezTo>
                  <a:cubicBezTo>
                    <a:pt x="46627" y="18086"/>
                    <a:pt x="34894" y="38725"/>
                    <a:pt x="50883" y="33253"/>
                  </a:cubicBezTo>
                  <a:cubicBezTo>
                    <a:pt x="59697" y="30244"/>
                    <a:pt x="68482" y="26688"/>
                    <a:pt x="77418" y="23922"/>
                  </a:cubicBezTo>
                  <a:cubicBezTo>
                    <a:pt x="84227" y="21794"/>
                    <a:pt x="97601" y="22585"/>
                    <a:pt x="102312" y="26779"/>
                  </a:cubicBezTo>
                  <a:cubicBezTo>
                    <a:pt x="107510" y="31399"/>
                    <a:pt x="99394" y="48056"/>
                    <a:pt x="110276" y="48330"/>
                  </a:cubicBezTo>
                  <a:cubicBezTo>
                    <a:pt x="115200" y="48451"/>
                    <a:pt x="117966" y="49181"/>
                    <a:pt x="120945" y="52889"/>
                  </a:cubicBezTo>
                  <a:cubicBezTo>
                    <a:pt x="123376" y="55928"/>
                    <a:pt x="122464" y="58877"/>
                    <a:pt x="127784" y="59150"/>
                  </a:cubicBezTo>
                  <a:cubicBezTo>
                    <a:pt x="133711" y="59454"/>
                    <a:pt x="142769" y="58026"/>
                    <a:pt x="147267" y="63223"/>
                  </a:cubicBezTo>
                  <a:cubicBezTo>
                    <a:pt x="149881" y="66202"/>
                    <a:pt x="154076" y="70701"/>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13"/>
            <p:cNvSpPr/>
            <p:nvPr/>
          </p:nvSpPr>
          <p:spPr>
            <a:xfrm>
              <a:off x="2975000" y="442550"/>
              <a:ext cx="3962850" cy="1765250"/>
            </a:xfrm>
            <a:custGeom>
              <a:rect b="b" l="l" r="r" t="t"/>
              <a:pathLst>
                <a:path extrusionOk="0" fill="none" h="70610" w="158514">
                  <a:moveTo>
                    <a:pt x="0" y="1"/>
                  </a:moveTo>
                  <a:cubicBezTo>
                    <a:pt x="5745" y="2219"/>
                    <a:pt x="11885" y="3223"/>
                    <a:pt x="18025" y="2949"/>
                  </a:cubicBezTo>
                  <a:cubicBezTo>
                    <a:pt x="23800" y="2645"/>
                    <a:pt x="29514" y="2493"/>
                    <a:pt x="35259" y="1490"/>
                  </a:cubicBezTo>
                  <a:cubicBezTo>
                    <a:pt x="38056" y="1004"/>
                    <a:pt x="42189" y="396"/>
                    <a:pt x="44986" y="1064"/>
                  </a:cubicBezTo>
                  <a:cubicBezTo>
                    <a:pt x="50183" y="2280"/>
                    <a:pt x="51065" y="4803"/>
                    <a:pt x="50487" y="9454"/>
                  </a:cubicBezTo>
                  <a:cubicBezTo>
                    <a:pt x="49728" y="14986"/>
                    <a:pt x="36627" y="36870"/>
                    <a:pt x="52068" y="31825"/>
                  </a:cubicBezTo>
                  <a:cubicBezTo>
                    <a:pt x="60944" y="28937"/>
                    <a:pt x="69910" y="25533"/>
                    <a:pt x="79029" y="23010"/>
                  </a:cubicBezTo>
                  <a:cubicBezTo>
                    <a:pt x="86111" y="21095"/>
                    <a:pt x="98969" y="21551"/>
                    <a:pt x="103893" y="25472"/>
                  </a:cubicBezTo>
                  <a:cubicBezTo>
                    <a:pt x="109212" y="29697"/>
                    <a:pt x="100093" y="47661"/>
                    <a:pt x="110823" y="48147"/>
                  </a:cubicBezTo>
                  <a:cubicBezTo>
                    <a:pt x="115595" y="48360"/>
                    <a:pt x="118422" y="49120"/>
                    <a:pt x="121431" y="52646"/>
                  </a:cubicBezTo>
                  <a:cubicBezTo>
                    <a:pt x="123923" y="55594"/>
                    <a:pt x="123103" y="58542"/>
                    <a:pt x="128300" y="58786"/>
                  </a:cubicBezTo>
                  <a:cubicBezTo>
                    <a:pt x="134288" y="59059"/>
                    <a:pt x="143042" y="57783"/>
                    <a:pt x="147480" y="63041"/>
                  </a:cubicBezTo>
                  <a:cubicBezTo>
                    <a:pt x="150003" y="65989"/>
                    <a:pt x="154076" y="7061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13"/>
            <p:cNvSpPr/>
            <p:nvPr/>
          </p:nvSpPr>
          <p:spPr>
            <a:xfrm>
              <a:off x="2975000" y="428125"/>
              <a:ext cx="3962850" cy="1777400"/>
            </a:xfrm>
            <a:custGeom>
              <a:rect b="b" l="l" r="r" t="t"/>
              <a:pathLst>
                <a:path extrusionOk="0" fill="none" h="71096" w="158514">
                  <a:moveTo>
                    <a:pt x="0" y="578"/>
                  </a:moveTo>
                  <a:cubicBezTo>
                    <a:pt x="5715" y="2705"/>
                    <a:pt x="12128" y="3769"/>
                    <a:pt x="18146" y="3313"/>
                  </a:cubicBezTo>
                  <a:cubicBezTo>
                    <a:pt x="23861" y="2888"/>
                    <a:pt x="29484" y="2219"/>
                    <a:pt x="35138" y="1246"/>
                  </a:cubicBezTo>
                  <a:cubicBezTo>
                    <a:pt x="42554" y="0"/>
                    <a:pt x="52281" y="1489"/>
                    <a:pt x="52585" y="7994"/>
                  </a:cubicBezTo>
                  <a:cubicBezTo>
                    <a:pt x="52767" y="12523"/>
                    <a:pt x="39211" y="35350"/>
                    <a:pt x="53436" y="30882"/>
                  </a:cubicBezTo>
                  <a:cubicBezTo>
                    <a:pt x="62372" y="28086"/>
                    <a:pt x="71673" y="25137"/>
                    <a:pt x="80914" y="22736"/>
                  </a:cubicBezTo>
                  <a:cubicBezTo>
                    <a:pt x="88604" y="20760"/>
                    <a:pt x="100032" y="21551"/>
                    <a:pt x="105443" y="24803"/>
                  </a:cubicBezTo>
                  <a:cubicBezTo>
                    <a:pt x="111674" y="28511"/>
                    <a:pt x="99941" y="47508"/>
                    <a:pt x="111431" y="48511"/>
                  </a:cubicBezTo>
                  <a:cubicBezTo>
                    <a:pt x="116081" y="48937"/>
                    <a:pt x="118847" y="49606"/>
                    <a:pt x="121887" y="52980"/>
                  </a:cubicBezTo>
                  <a:cubicBezTo>
                    <a:pt x="124440" y="55837"/>
                    <a:pt x="123741" y="58785"/>
                    <a:pt x="128787" y="58998"/>
                  </a:cubicBezTo>
                  <a:cubicBezTo>
                    <a:pt x="134836" y="59271"/>
                    <a:pt x="143316" y="58147"/>
                    <a:pt x="147723" y="63436"/>
                  </a:cubicBezTo>
                  <a:cubicBezTo>
                    <a:pt x="150125" y="66323"/>
                    <a:pt x="154106" y="71095"/>
                    <a:pt x="158514" y="6924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13"/>
            <p:cNvSpPr/>
            <p:nvPr/>
          </p:nvSpPr>
          <p:spPr>
            <a:xfrm>
              <a:off x="2975000" y="412925"/>
              <a:ext cx="3962850" cy="1789550"/>
            </a:xfrm>
            <a:custGeom>
              <a:rect b="b" l="l" r="r" t="t"/>
              <a:pathLst>
                <a:path extrusionOk="0" fill="none" h="71582" w="158514">
                  <a:moveTo>
                    <a:pt x="0" y="1186"/>
                  </a:moveTo>
                  <a:cubicBezTo>
                    <a:pt x="5745" y="3283"/>
                    <a:pt x="12219" y="4286"/>
                    <a:pt x="18238" y="3678"/>
                  </a:cubicBezTo>
                  <a:cubicBezTo>
                    <a:pt x="23891" y="3131"/>
                    <a:pt x="29454" y="1976"/>
                    <a:pt x="35046" y="1034"/>
                  </a:cubicBezTo>
                  <a:cubicBezTo>
                    <a:pt x="41308" y="0"/>
                    <a:pt x="52980" y="638"/>
                    <a:pt x="54317" y="7082"/>
                  </a:cubicBezTo>
                  <a:cubicBezTo>
                    <a:pt x="55260" y="11672"/>
                    <a:pt x="42159" y="33557"/>
                    <a:pt x="54895" y="29879"/>
                  </a:cubicBezTo>
                  <a:cubicBezTo>
                    <a:pt x="64044" y="27204"/>
                    <a:pt x="73588" y="24864"/>
                    <a:pt x="82950" y="22523"/>
                  </a:cubicBezTo>
                  <a:cubicBezTo>
                    <a:pt x="90488" y="20608"/>
                    <a:pt x="101248" y="21186"/>
                    <a:pt x="106932" y="24256"/>
                  </a:cubicBezTo>
                  <a:cubicBezTo>
                    <a:pt x="113862" y="27964"/>
                    <a:pt x="100762" y="47478"/>
                    <a:pt x="112069" y="48876"/>
                  </a:cubicBezTo>
                  <a:cubicBezTo>
                    <a:pt x="116264" y="49363"/>
                    <a:pt x="119729" y="49879"/>
                    <a:pt x="122343" y="53344"/>
                  </a:cubicBezTo>
                  <a:cubicBezTo>
                    <a:pt x="124562" y="56354"/>
                    <a:pt x="124653" y="59089"/>
                    <a:pt x="129273" y="59272"/>
                  </a:cubicBezTo>
                  <a:cubicBezTo>
                    <a:pt x="135352" y="59545"/>
                    <a:pt x="143620" y="58603"/>
                    <a:pt x="147936" y="63861"/>
                  </a:cubicBezTo>
                  <a:cubicBezTo>
                    <a:pt x="150277" y="66688"/>
                    <a:pt x="154137" y="71582"/>
                    <a:pt x="158514" y="6984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13"/>
            <p:cNvSpPr/>
            <p:nvPr/>
          </p:nvSpPr>
          <p:spPr>
            <a:xfrm>
              <a:off x="2975000" y="386325"/>
              <a:ext cx="3962850" cy="1813875"/>
            </a:xfrm>
            <a:custGeom>
              <a:rect b="b" l="l" r="r" t="t"/>
              <a:pathLst>
                <a:path extrusionOk="0" fill="none" h="72555" w="158514">
                  <a:moveTo>
                    <a:pt x="0" y="2250"/>
                  </a:moveTo>
                  <a:cubicBezTo>
                    <a:pt x="5806" y="4286"/>
                    <a:pt x="12371" y="5259"/>
                    <a:pt x="18390" y="4529"/>
                  </a:cubicBezTo>
                  <a:cubicBezTo>
                    <a:pt x="23982" y="3830"/>
                    <a:pt x="29423" y="2250"/>
                    <a:pt x="35046" y="1307"/>
                  </a:cubicBezTo>
                  <a:cubicBezTo>
                    <a:pt x="42767" y="0"/>
                    <a:pt x="52402" y="2067"/>
                    <a:pt x="55685" y="7174"/>
                  </a:cubicBezTo>
                  <a:cubicBezTo>
                    <a:pt x="57570" y="10183"/>
                    <a:pt x="46658" y="32159"/>
                    <a:pt x="56719" y="29271"/>
                  </a:cubicBezTo>
                  <a:cubicBezTo>
                    <a:pt x="65442" y="26748"/>
                    <a:pt x="75746" y="25077"/>
                    <a:pt x="85139" y="22736"/>
                  </a:cubicBezTo>
                  <a:cubicBezTo>
                    <a:pt x="92494" y="20882"/>
                    <a:pt x="102099" y="21338"/>
                    <a:pt x="108300" y="24317"/>
                  </a:cubicBezTo>
                  <a:cubicBezTo>
                    <a:pt x="116477" y="28207"/>
                    <a:pt x="101765" y="47873"/>
                    <a:pt x="112799" y="49636"/>
                  </a:cubicBezTo>
                  <a:cubicBezTo>
                    <a:pt x="116780" y="50275"/>
                    <a:pt x="120215" y="50852"/>
                    <a:pt x="122768" y="54165"/>
                  </a:cubicBezTo>
                  <a:cubicBezTo>
                    <a:pt x="125048" y="57083"/>
                    <a:pt x="125200" y="59849"/>
                    <a:pt x="129729" y="60032"/>
                  </a:cubicBezTo>
                  <a:cubicBezTo>
                    <a:pt x="135839" y="60336"/>
                    <a:pt x="143893" y="59545"/>
                    <a:pt x="148179" y="64773"/>
                  </a:cubicBezTo>
                  <a:cubicBezTo>
                    <a:pt x="150459" y="67539"/>
                    <a:pt x="154167" y="72555"/>
                    <a:pt x="158514" y="7091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13"/>
            <p:cNvSpPr/>
            <p:nvPr/>
          </p:nvSpPr>
          <p:spPr>
            <a:xfrm>
              <a:off x="2975000" y="367325"/>
              <a:ext cx="3962850" cy="1829825"/>
            </a:xfrm>
            <a:custGeom>
              <a:rect b="b" l="l" r="r" t="t"/>
              <a:pathLst>
                <a:path extrusionOk="0" fill="none" h="73193" w="158514">
                  <a:moveTo>
                    <a:pt x="0" y="3010"/>
                  </a:moveTo>
                  <a:cubicBezTo>
                    <a:pt x="5836" y="5016"/>
                    <a:pt x="12432" y="5897"/>
                    <a:pt x="18481" y="5046"/>
                  </a:cubicBezTo>
                  <a:cubicBezTo>
                    <a:pt x="24104" y="4286"/>
                    <a:pt x="29514" y="2067"/>
                    <a:pt x="35077" y="1216"/>
                  </a:cubicBezTo>
                  <a:cubicBezTo>
                    <a:pt x="43010" y="0"/>
                    <a:pt x="51703" y="2584"/>
                    <a:pt x="56719" y="7447"/>
                  </a:cubicBezTo>
                  <a:cubicBezTo>
                    <a:pt x="60123" y="10791"/>
                    <a:pt x="50335" y="30396"/>
                    <a:pt x="58998" y="28360"/>
                  </a:cubicBezTo>
                  <a:cubicBezTo>
                    <a:pt x="67722" y="26293"/>
                    <a:pt x="78056" y="25016"/>
                    <a:pt x="87357" y="22615"/>
                  </a:cubicBezTo>
                  <a:cubicBezTo>
                    <a:pt x="94531" y="20761"/>
                    <a:pt x="103224" y="21065"/>
                    <a:pt x="109546" y="24104"/>
                  </a:cubicBezTo>
                  <a:cubicBezTo>
                    <a:pt x="118209" y="28268"/>
                    <a:pt x="103376" y="47965"/>
                    <a:pt x="113559" y="50062"/>
                  </a:cubicBezTo>
                  <a:cubicBezTo>
                    <a:pt x="117328" y="50822"/>
                    <a:pt x="120671" y="51551"/>
                    <a:pt x="123194" y="54682"/>
                  </a:cubicBezTo>
                  <a:cubicBezTo>
                    <a:pt x="125474" y="57539"/>
                    <a:pt x="125717" y="60305"/>
                    <a:pt x="130155" y="60518"/>
                  </a:cubicBezTo>
                  <a:cubicBezTo>
                    <a:pt x="136295" y="60852"/>
                    <a:pt x="144137" y="60214"/>
                    <a:pt x="148392" y="65381"/>
                  </a:cubicBezTo>
                  <a:cubicBezTo>
                    <a:pt x="150611" y="68056"/>
                    <a:pt x="154228" y="73193"/>
                    <a:pt x="158514" y="7167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13"/>
            <p:cNvSpPr/>
            <p:nvPr/>
          </p:nvSpPr>
          <p:spPr>
            <a:xfrm>
              <a:off x="2975000" y="347575"/>
              <a:ext cx="3962850" cy="1845775"/>
            </a:xfrm>
            <a:custGeom>
              <a:rect b="b" l="l" r="r" t="t"/>
              <a:pathLst>
                <a:path extrusionOk="0" fill="none" h="73831" w="158514">
                  <a:moveTo>
                    <a:pt x="0" y="3800"/>
                  </a:moveTo>
                  <a:cubicBezTo>
                    <a:pt x="5867" y="5775"/>
                    <a:pt x="12554" y="6566"/>
                    <a:pt x="18602" y="5623"/>
                  </a:cubicBezTo>
                  <a:cubicBezTo>
                    <a:pt x="24256" y="4711"/>
                    <a:pt x="29575" y="1915"/>
                    <a:pt x="35229" y="1125"/>
                  </a:cubicBezTo>
                  <a:cubicBezTo>
                    <a:pt x="43284" y="0"/>
                    <a:pt x="51217" y="3404"/>
                    <a:pt x="57448" y="7903"/>
                  </a:cubicBezTo>
                  <a:cubicBezTo>
                    <a:pt x="62129" y="11247"/>
                    <a:pt x="59454" y="16353"/>
                    <a:pt x="58421" y="20852"/>
                  </a:cubicBezTo>
                  <a:cubicBezTo>
                    <a:pt x="57782" y="23587"/>
                    <a:pt x="56506" y="28420"/>
                    <a:pt x="61582" y="27599"/>
                  </a:cubicBezTo>
                  <a:cubicBezTo>
                    <a:pt x="70305" y="26171"/>
                    <a:pt x="80366" y="24925"/>
                    <a:pt x="89516" y="22493"/>
                  </a:cubicBezTo>
                  <a:cubicBezTo>
                    <a:pt x="96628" y="20639"/>
                    <a:pt x="104501" y="20700"/>
                    <a:pt x="110732" y="23952"/>
                  </a:cubicBezTo>
                  <a:cubicBezTo>
                    <a:pt x="119698" y="28663"/>
                    <a:pt x="104501" y="47600"/>
                    <a:pt x="114379" y="50487"/>
                  </a:cubicBezTo>
                  <a:cubicBezTo>
                    <a:pt x="117996" y="51551"/>
                    <a:pt x="121157" y="52250"/>
                    <a:pt x="123619" y="55229"/>
                  </a:cubicBezTo>
                  <a:cubicBezTo>
                    <a:pt x="125899" y="57995"/>
                    <a:pt x="126203" y="60791"/>
                    <a:pt x="130550" y="61065"/>
                  </a:cubicBezTo>
                  <a:cubicBezTo>
                    <a:pt x="136659" y="61399"/>
                    <a:pt x="144380" y="60913"/>
                    <a:pt x="148605" y="65989"/>
                  </a:cubicBezTo>
                  <a:cubicBezTo>
                    <a:pt x="150793" y="68603"/>
                    <a:pt x="154258" y="73831"/>
                    <a:pt x="158514" y="7246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13"/>
            <p:cNvSpPr/>
            <p:nvPr/>
          </p:nvSpPr>
          <p:spPr>
            <a:xfrm>
              <a:off x="2975000" y="324000"/>
              <a:ext cx="3962850" cy="1867075"/>
            </a:xfrm>
            <a:custGeom>
              <a:rect b="b" l="l" r="r" t="t"/>
              <a:pathLst>
                <a:path extrusionOk="0" fill="none" h="74683" w="158514">
                  <a:moveTo>
                    <a:pt x="0" y="4743"/>
                  </a:moveTo>
                  <a:cubicBezTo>
                    <a:pt x="5897" y="6688"/>
                    <a:pt x="12645" y="7387"/>
                    <a:pt x="18724" y="6323"/>
                  </a:cubicBezTo>
                  <a:cubicBezTo>
                    <a:pt x="24469" y="5290"/>
                    <a:pt x="29758" y="1977"/>
                    <a:pt x="35502" y="1156"/>
                  </a:cubicBezTo>
                  <a:cubicBezTo>
                    <a:pt x="43466" y="1"/>
                    <a:pt x="51460" y="4682"/>
                    <a:pt x="57934" y="8572"/>
                  </a:cubicBezTo>
                  <a:cubicBezTo>
                    <a:pt x="62858" y="11521"/>
                    <a:pt x="62099" y="15411"/>
                    <a:pt x="61339" y="20153"/>
                  </a:cubicBezTo>
                  <a:cubicBezTo>
                    <a:pt x="60883" y="22919"/>
                    <a:pt x="59576" y="27448"/>
                    <a:pt x="64378" y="27144"/>
                  </a:cubicBezTo>
                  <a:cubicBezTo>
                    <a:pt x="73223" y="26597"/>
                    <a:pt x="82737" y="24834"/>
                    <a:pt x="91643" y="22494"/>
                  </a:cubicBezTo>
                  <a:cubicBezTo>
                    <a:pt x="98817" y="20609"/>
                    <a:pt x="105747" y="20366"/>
                    <a:pt x="111856" y="23983"/>
                  </a:cubicBezTo>
                  <a:cubicBezTo>
                    <a:pt x="120519" y="29120"/>
                    <a:pt x="105990" y="47296"/>
                    <a:pt x="115230" y="51035"/>
                  </a:cubicBezTo>
                  <a:cubicBezTo>
                    <a:pt x="118543" y="52372"/>
                    <a:pt x="121705" y="53072"/>
                    <a:pt x="124045" y="55898"/>
                  </a:cubicBezTo>
                  <a:cubicBezTo>
                    <a:pt x="126325" y="58634"/>
                    <a:pt x="126659" y="61461"/>
                    <a:pt x="130914" y="61765"/>
                  </a:cubicBezTo>
                  <a:cubicBezTo>
                    <a:pt x="136994" y="62160"/>
                    <a:pt x="144593" y="61825"/>
                    <a:pt x="148818" y="66810"/>
                  </a:cubicBezTo>
                  <a:cubicBezTo>
                    <a:pt x="150945" y="69364"/>
                    <a:pt x="154289" y="74683"/>
                    <a:pt x="158514" y="73406"/>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13"/>
            <p:cNvSpPr/>
            <p:nvPr/>
          </p:nvSpPr>
          <p:spPr>
            <a:xfrm>
              <a:off x="2975000" y="297425"/>
              <a:ext cx="3962850" cy="1890625"/>
            </a:xfrm>
            <a:custGeom>
              <a:rect b="b" l="l" r="r" t="t"/>
              <a:pathLst>
                <a:path extrusionOk="0" fill="none" h="75625" w="158514">
                  <a:moveTo>
                    <a:pt x="0" y="5806"/>
                  </a:moveTo>
                  <a:cubicBezTo>
                    <a:pt x="5927" y="7690"/>
                    <a:pt x="12918" y="8450"/>
                    <a:pt x="18815" y="7173"/>
                  </a:cubicBezTo>
                  <a:cubicBezTo>
                    <a:pt x="24530" y="5927"/>
                    <a:pt x="30122" y="2128"/>
                    <a:pt x="35928" y="1216"/>
                  </a:cubicBezTo>
                  <a:cubicBezTo>
                    <a:pt x="43648" y="0"/>
                    <a:pt x="52494" y="5593"/>
                    <a:pt x="58178" y="9392"/>
                  </a:cubicBezTo>
                  <a:cubicBezTo>
                    <a:pt x="62585" y="12310"/>
                    <a:pt x="64226" y="14347"/>
                    <a:pt x="64074" y="19940"/>
                  </a:cubicBezTo>
                  <a:cubicBezTo>
                    <a:pt x="64014" y="22797"/>
                    <a:pt x="62828" y="26839"/>
                    <a:pt x="67296" y="27022"/>
                  </a:cubicBezTo>
                  <a:cubicBezTo>
                    <a:pt x="76081" y="27417"/>
                    <a:pt x="85199" y="24560"/>
                    <a:pt x="93589" y="22584"/>
                  </a:cubicBezTo>
                  <a:cubicBezTo>
                    <a:pt x="100975" y="20851"/>
                    <a:pt x="106598" y="19879"/>
                    <a:pt x="112920" y="24165"/>
                  </a:cubicBezTo>
                  <a:cubicBezTo>
                    <a:pt x="121188" y="29788"/>
                    <a:pt x="107753" y="47113"/>
                    <a:pt x="116142" y="51673"/>
                  </a:cubicBezTo>
                  <a:cubicBezTo>
                    <a:pt x="119030" y="53223"/>
                    <a:pt x="122221" y="54013"/>
                    <a:pt x="124501" y="56718"/>
                  </a:cubicBezTo>
                  <a:cubicBezTo>
                    <a:pt x="126781" y="59423"/>
                    <a:pt x="127115" y="62281"/>
                    <a:pt x="131279" y="62615"/>
                  </a:cubicBezTo>
                  <a:cubicBezTo>
                    <a:pt x="137358" y="63101"/>
                    <a:pt x="144836" y="62828"/>
                    <a:pt x="149030" y="67752"/>
                  </a:cubicBezTo>
                  <a:cubicBezTo>
                    <a:pt x="151158" y="70244"/>
                    <a:pt x="154350" y="75624"/>
                    <a:pt x="158514" y="7446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13"/>
            <p:cNvSpPr/>
            <p:nvPr/>
          </p:nvSpPr>
          <p:spPr>
            <a:xfrm>
              <a:off x="2975000" y="270050"/>
              <a:ext cx="3962100" cy="1914200"/>
            </a:xfrm>
            <a:custGeom>
              <a:rect b="b" l="l" r="r" t="t"/>
              <a:pathLst>
                <a:path extrusionOk="0" fill="none" h="76568" w="158484">
                  <a:moveTo>
                    <a:pt x="0" y="6901"/>
                  </a:moveTo>
                  <a:cubicBezTo>
                    <a:pt x="5988" y="8785"/>
                    <a:pt x="13040" y="9484"/>
                    <a:pt x="18937" y="8025"/>
                  </a:cubicBezTo>
                  <a:cubicBezTo>
                    <a:pt x="24803" y="6627"/>
                    <a:pt x="30396" y="2402"/>
                    <a:pt x="36414" y="1338"/>
                  </a:cubicBezTo>
                  <a:cubicBezTo>
                    <a:pt x="44013" y="1"/>
                    <a:pt x="52463" y="6688"/>
                    <a:pt x="58208" y="10244"/>
                  </a:cubicBezTo>
                  <a:cubicBezTo>
                    <a:pt x="62676" y="13010"/>
                    <a:pt x="65138" y="14925"/>
                    <a:pt x="66476" y="20092"/>
                  </a:cubicBezTo>
                  <a:cubicBezTo>
                    <a:pt x="67235" y="22980"/>
                    <a:pt x="65868" y="26536"/>
                    <a:pt x="70214" y="27144"/>
                  </a:cubicBezTo>
                  <a:cubicBezTo>
                    <a:pt x="78695" y="28329"/>
                    <a:pt x="87753" y="24104"/>
                    <a:pt x="95351" y="22646"/>
                  </a:cubicBezTo>
                  <a:cubicBezTo>
                    <a:pt x="102950" y="21187"/>
                    <a:pt x="107327" y="19150"/>
                    <a:pt x="113893" y="24408"/>
                  </a:cubicBezTo>
                  <a:cubicBezTo>
                    <a:pt x="121309" y="30366"/>
                    <a:pt x="109668" y="47023"/>
                    <a:pt x="117084" y="52251"/>
                  </a:cubicBezTo>
                  <a:cubicBezTo>
                    <a:pt x="119577" y="54014"/>
                    <a:pt x="122586" y="54956"/>
                    <a:pt x="125018" y="57418"/>
                  </a:cubicBezTo>
                  <a:cubicBezTo>
                    <a:pt x="127419" y="59880"/>
                    <a:pt x="127145" y="63011"/>
                    <a:pt x="131614" y="63436"/>
                  </a:cubicBezTo>
                  <a:cubicBezTo>
                    <a:pt x="137602" y="64014"/>
                    <a:pt x="144988" y="63832"/>
                    <a:pt x="149213" y="68695"/>
                  </a:cubicBezTo>
                  <a:cubicBezTo>
                    <a:pt x="151310" y="71126"/>
                    <a:pt x="154410" y="76567"/>
                    <a:pt x="158483" y="755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13"/>
            <p:cNvSpPr/>
            <p:nvPr/>
          </p:nvSpPr>
          <p:spPr>
            <a:xfrm>
              <a:off x="2975000" y="244975"/>
              <a:ext cx="3962100" cy="1937000"/>
            </a:xfrm>
            <a:custGeom>
              <a:rect b="b" l="l" r="r" t="t"/>
              <a:pathLst>
                <a:path extrusionOk="0" fill="none" h="77480" w="158484">
                  <a:moveTo>
                    <a:pt x="0" y="7904"/>
                  </a:moveTo>
                  <a:cubicBezTo>
                    <a:pt x="6019" y="9758"/>
                    <a:pt x="13162" y="10366"/>
                    <a:pt x="19058" y="8815"/>
                  </a:cubicBezTo>
                  <a:cubicBezTo>
                    <a:pt x="25077" y="7204"/>
                    <a:pt x="30730" y="2554"/>
                    <a:pt x="36992" y="1429"/>
                  </a:cubicBezTo>
                  <a:cubicBezTo>
                    <a:pt x="44773" y="1"/>
                    <a:pt x="52038" y="7296"/>
                    <a:pt x="58086" y="10974"/>
                  </a:cubicBezTo>
                  <a:cubicBezTo>
                    <a:pt x="62463" y="13618"/>
                    <a:pt x="66111" y="15806"/>
                    <a:pt x="68482" y="20457"/>
                  </a:cubicBezTo>
                  <a:cubicBezTo>
                    <a:pt x="69910" y="23253"/>
                    <a:pt x="69090" y="26475"/>
                    <a:pt x="73041" y="27387"/>
                  </a:cubicBezTo>
                  <a:cubicBezTo>
                    <a:pt x="81005" y="29180"/>
                    <a:pt x="90002" y="23679"/>
                    <a:pt x="96841" y="22615"/>
                  </a:cubicBezTo>
                  <a:cubicBezTo>
                    <a:pt x="104622" y="21399"/>
                    <a:pt x="107692" y="18360"/>
                    <a:pt x="114714" y="24621"/>
                  </a:cubicBezTo>
                  <a:cubicBezTo>
                    <a:pt x="121917" y="31065"/>
                    <a:pt x="111552" y="46780"/>
                    <a:pt x="118087" y="52767"/>
                  </a:cubicBezTo>
                  <a:cubicBezTo>
                    <a:pt x="120124" y="54682"/>
                    <a:pt x="123224" y="55807"/>
                    <a:pt x="125443" y="58178"/>
                  </a:cubicBezTo>
                  <a:cubicBezTo>
                    <a:pt x="127784" y="60640"/>
                    <a:pt x="127632" y="63771"/>
                    <a:pt x="131918" y="64257"/>
                  </a:cubicBezTo>
                  <a:cubicBezTo>
                    <a:pt x="137905" y="64956"/>
                    <a:pt x="145170" y="64804"/>
                    <a:pt x="149425" y="69576"/>
                  </a:cubicBezTo>
                  <a:cubicBezTo>
                    <a:pt x="151523" y="71947"/>
                    <a:pt x="154471" y="77479"/>
                    <a:pt x="158483" y="765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13"/>
            <p:cNvSpPr/>
            <p:nvPr/>
          </p:nvSpPr>
          <p:spPr>
            <a:xfrm>
              <a:off x="2975000" y="222950"/>
              <a:ext cx="3962100" cy="1955225"/>
            </a:xfrm>
            <a:custGeom>
              <a:rect b="b" l="l" r="r" t="t"/>
              <a:pathLst>
                <a:path extrusionOk="0" fill="none" h="78209" w="158484">
                  <a:moveTo>
                    <a:pt x="0" y="8785"/>
                  </a:moveTo>
                  <a:cubicBezTo>
                    <a:pt x="6079" y="10608"/>
                    <a:pt x="13313" y="11155"/>
                    <a:pt x="19180" y="9453"/>
                  </a:cubicBezTo>
                  <a:cubicBezTo>
                    <a:pt x="25289" y="7690"/>
                    <a:pt x="31125" y="2584"/>
                    <a:pt x="37569" y="1459"/>
                  </a:cubicBezTo>
                  <a:cubicBezTo>
                    <a:pt x="45776" y="0"/>
                    <a:pt x="51642" y="7630"/>
                    <a:pt x="57874" y="11520"/>
                  </a:cubicBezTo>
                  <a:cubicBezTo>
                    <a:pt x="62099" y="14134"/>
                    <a:pt x="67175" y="16596"/>
                    <a:pt x="70123" y="20882"/>
                  </a:cubicBezTo>
                  <a:cubicBezTo>
                    <a:pt x="71886" y="23466"/>
                    <a:pt x="72190" y="26688"/>
                    <a:pt x="75625" y="27569"/>
                  </a:cubicBezTo>
                  <a:cubicBezTo>
                    <a:pt x="83193" y="29484"/>
                    <a:pt x="91339" y="23374"/>
                    <a:pt x="97996" y="22371"/>
                  </a:cubicBezTo>
                  <a:cubicBezTo>
                    <a:pt x="106051" y="21186"/>
                    <a:pt x="108391" y="17630"/>
                    <a:pt x="115473" y="24773"/>
                  </a:cubicBezTo>
                  <a:cubicBezTo>
                    <a:pt x="122039" y="31369"/>
                    <a:pt x="113528" y="46475"/>
                    <a:pt x="119060" y="53101"/>
                  </a:cubicBezTo>
                  <a:cubicBezTo>
                    <a:pt x="120732" y="55107"/>
                    <a:pt x="123802" y="56475"/>
                    <a:pt x="125869" y="58785"/>
                  </a:cubicBezTo>
                  <a:cubicBezTo>
                    <a:pt x="128088" y="61247"/>
                    <a:pt x="128057" y="64348"/>
                    <a:pt x="132191" y="64925"/>
                  </a:cubicBezTo>
                  <a:cubicBezTo>
                    <a:pt x="138179" y="65746"/>
                    <a:pt x="145352" y="65594"/>
                    <a:pt x="149608" y="70305"/>
                  </a:cubicBezTo>
                  <a:cubicBezTo>
                    <a:pt x="151705" y="72615"/>
                    <a:pt x="154502" y="78208"/>
                    <a:pt x="158483" y="7744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13"/>
            <p:cNvSpPr/>
            <p:nvPr/>
          </p:nvSpPr>
          <p:spPr>
            <a:xfrm>
              <a:off x="2975000" y="197875"/>
              <a:ext cx="3962850" cy="1976500"/>
            </a:xfrm>
            <a:custGeom>
              <a:rect b="b" l="l" r="r" t="t"/>
              <a:pathLst>
                <a:path extrusionOk="0" fill="none" h="79060" w="158514">
                  <a:moveTo>
                    <a:pt x="0" y="9788"/>
                  </a:moveTo>
                  <a:cubicBezTo>
                    <a:pt x="6110" y="11551"/>
                    <a:pt x="13222" y="11824"/>
                    <a:pt x="19301" y="10244"/>
                  </a:cubicBezTo>
                  <a:cubicBezTo>
                    <a:pt x="26080" y="8450"/>
                    <a:pt x="31369" y="3040"/>
                    <a:pt x="38208" y="1642"/>
                  </a:cubicBezTo>
                  <a:cubicBezTo>
                    <a:pt x="46384" y="0"/>
                    <a:pt x="51855" y="8207"/>
                    <a:pt x="57600" y="12098"/>
                  </a:cubicBezTo>
                  <a:cubicBezTo>
                    <a:pt x="61886" y="14985"/>
                    <a:pt x="67296" y="17478"/>
                    <a:pt x="71065" y="21368"/>
                  </a:cubicBezTo>
                  <a:cubicBezTo>
                    <a:pt x="73315" y="23678"/>
                    <a:pt x="74743" y="27113"/>
                    <a:pt x="77904" y="27903"/>
                  </a:cubicBezTo>
                  <a:cubicBezTo>
                    <a:pt x="84865" y="29575"/>
                    <a:pt x="91978" y="23648"/>
                    <a:pt x="98847" y="22280"/>
                  </a:cubicBezTo>
                  <a:cubicBezTo>
                    <a:pt x="107419" y="20517"/>
                    <a:pt x="109850" y="17903"/>
                    <a:pt x="116233" y="25077"/>
                  </a:cubicBezTo>
                  <a:cubicBezTo>
                    <a:pt x="122069" y="31642"/>
                    <a:pt x="115656" y="46536"/>
                    <a:pt x="120154" y="53557"/>
                  </a:cubicBezTo>
                  <a:cubicBezTo>
                    <a:pt x="121492" y="55624"/>
                    <a:pt x="124471" y="57235"/>
                    <a:pt x="126325" y="59484"/>
                  </a:cubicBezTo>
                  <a:cubicBezTo>
                    <a:pt x="128422" y="61977"/>
                    <a:pt x="128544" y="65047"/>
                    <a:pt x="132495" y="65685"/>
                  </a:cubicBezTo>
                  <a:cubicBezTo>
                    <a:pt x="138392" y="66658"/>
                    <a:pt x="145565" y="66506"/>
                    <a:pt x="149851" y="71187"/>
                  </a:cubicBezTo>
                  <a:cubicBezTo>
                    <a:pt x="151918" y="73466"/>
                    <a:pt x="154593" y="79059"/>
                    <a:pt x="158514" y="7845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13"/>
            <p:cNvSpPr/>
            <p:nvPr/>
          </p:nvSpPr>
          <p:spPr>
            <a:xfrm>
              <a:off x="2975000" y="180400"/>
              <a:ext cx="3962850" cy="1990925"/>
            </a:xfrm>
            <a:custGeom>
              <a:rect b="b" l="l" r="r" t="t"/>
              <a:pathLst>
                <a:path extrusionOk="0" fill="none" h="79637" w="158514">
                  <a:moveTo>
                    <a:pt x="0" y="10487"/>
                  </a:moveTo>
                  <a:cubicBezTo>
                    <a:pt x="6171" y="12219"/>
                    <a:pt x="13374" y="12371"/>
                    <a:pt x="19453" y="10699"/>
                  </a:cubicBezTo>
                  <a:cubicBezTo>
                    <a:pt x="26384" y="8754"/>
                    <a:pt x="31764" y="2979"/>
                    <a:pt x="38876" y="1611"/>
                  </a:cubicBezTo>
                  <a:cubicBezTo>
                    <a:pt x="47265" y="0"/>
                    <a:pt x="51946" y="8025"/>
                    <a:pt x="57418" y="12280"/>
                  </a:cubicBezTo>
                  <a:cubicBezTo>
                    <a:pt x="61582" y="15532"/>
                    <a:pt x="67083" y="17994"/>
                    <a:pt x="71460" y="21490"/>
                  </a:cubicBezTo>
                  <a:cubicBezTo>
                    <a:pt x="74166" y="23678"/>
                    <a:pt x="76597" y="27143"/>
                    <a:pt x="79789" y="27812"/>
                  </a:cubicBezTo>
                  <a:cubicBezTo>
                    <a:pt x="86172" y="29149"/>
                    <a:pt x="92950" y="23374"/>
                    <a:pt x="99364" y="21733"/>
                  </a:cubicBezTo>
                  <a:cubicBezTo>
                    <a:pt x="107723" y="19605"/>
                    <a:pt x="111218" y="17934"/>
                    <a:pt x="117024" y="25137"/>
                  </a:cubicBezTo>
                  <a:cubicBezTo>
                    <a:pt x="122100" y="31460"/>
                    <a:pt x="117784" y="46475"/>
                    <a:pt x="121249" y="53679"/>
                  </a:cubicBezTo>
                  <a:cubicBezTo>
                    <a:pt x="122708" y="56718"/>
                    <a:pt x="129060" y="65472"/>
                    <a:pt x="132769" y="66171"/>
                  </a:cubicBezTo>
                  <a:cubicBezTo>
                    <a:pt x="138605" y="67296"/>
                    <a:pt x="145748" y="67114"/>
                    <a:pt x="150033" y="71764"/>
                  </a:cubicBezTo>
                  <a:cubicBezTo>
                    <a:pt x="152100" y="73983"/>
                    <a:pt x="154684" y="79637"/>
                    <a:pt x="158514" y="7915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13"/>
            <p:cNvSpPr/>
            <p:nvPr/>
          </p:nvSpPr>
          <p:spPr>
            <a:xfrm>
              <a:off x="2975000" y="165200"/>
              <a:ext cx="3962850" cy="2002325"/>
            </a:xfrm>
            <a:custGeom>
              <a:rect b="b" l="l" r="r" t="t"/>
              <a:pathLst>
                <a:path extrusionOk="0" fill="none" h="80093" w="158514">
                  <a:moveTo>
                    <a:pt x="0" y="11095"/>
                  </a:moveTo>
                  <a:cubicBezTo>
                    <a:pt x="6201" y="12797"/>
                    <a:pt x="13496" y="12858"/>
                    <a:pt x="19575" y="11064"/>
                  </a:cubicBezTo>
                  <a:cubicBezTo>
                    <a:pt x="26688" y="8967"/>
                    <a:pt x="32128" y="2857"/>
                    <a:pt x="39545" y="1520"/>
                  </a:cubicBezTo>
                  <a:cubicBezTo>
                    <a:pt x="47965" y="0"/>
                    <a:pt x="52402" y="7599"/>
                    <a:pt x="57326" y="12280"/>
                  </a:cubicBezTo>
                  <a:cubicBezTo>
                    <a:pt x="61096" y="15867"/>
                    <a:pt x="66840" y="18329"/>
                    <a:pt x="71491" y="21490"/>
                  </a:cubicBezTo>
                  <a:cubicBezTo>
                    <a:pt x="74470" y="23496"/>
                    <a:pt x="77600" y="26870"/>
                    <a:pt x="81157" y="27387"/>
                  </a:cubicBezTo>
                  <a:cubicBezTo>
                    <a:pt x="87449" y="28268"/>
                    <a:pt x="93832" y="22827"/>
                    <a:pt x="99607" y="21034"/>
                  </a:cubicBezTo>
                  <a:cubicBezTo>
                    <a:pt x="107814" y="18450"/>
                    <a:pt x="112677" y="17812"/>
                    <a:pt x="117875" y="25137"/>
                  </a:cubicBezTo>
                  <a:cubicBezTo>
                    <a:pt x="120306" y="28602"/>
                    <a:pt x="119364" y="34773"/>
                    <a:pt x="119759" y="39423"/>
                  </a:cubicBezTo>
                  <a:cubicBezTo>
                    <a:pt x="120185" y="44256"/>
                    <a:pt x="120914" y="49697"/>
                    <a:pt x="122343" y="53679"/>
                  </a:cubicBezTo>
                  <a:cubicBezTo>
                    <a:pt x="123498" y="56810"/>
                    <a:pt x="129425" y="65746"/>
                    <a:pt x="133042" y="66536"/>
                  </a:cubicBezTo>
                  <a:cubicBezTo>
                    <a:pt x="138817" y="67782"/>
                    <a:pt x="145930" y="67600"/>
                    <a:pt x="150246" y="72220"/>
                  </a:cubicBezTo>
                  <a:cubicBezTo>
                    <a:pt x="152313" y="74409"/>
                    <a:pt x="154745" y="80093"/>
                    <a:pt x="158514" y="7975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13"/>
            <p:cNvSpPr/>
            <p:nvPr/>
          </p:nvSpPr>
          <p:spPr>
            <a:xfrm>
              <a:off x="2975000" y="150750"/>
              <a:ext cx="3962850" cy="2014500"/>
            </a:xfrm>
            <a:custGeom>
              <a:rect b="b" l="l" r="r" t="t"/>
              <a:pathLst>
                <a:path extrusionOk="0" fill="none" h="80580" w="158514">
                  <a:moveTo>
                    <a:pt x="0" y="11673"/>
                  </a:moveTo>
                  <a:cubicBezTo>
                    <a:pt x="6262" y="13344"/>
                    <a:pt x="13830" y="13588"/>
                    <a:pt x="19727" y="11429"/>
                  </a:cubicBezTo>
                  <a:cubicBezTo>
                    <a:pt x="26566" y="8907"/>
                    <a:pt x="32767" y="2676"/>
                    <a:pt x="40244" y="1399"/>
                  </a:cubicBezTo>
                  <a:cubicBezTo>
                    <a:pt x="48573" y="1"/>
                    <a:pt x="53162" y="6900"/>
                    <a:pt x="57478" y="12159"/>
                  </a:cubicBezTo>
                  <a:cubicBezTo>
                    <a:pt x="61825" y="17417"/>
                    <a:pt x="74318" y="25807"/>
                    <a:pt x="81917" y="26749"/>
                  </a:cubicBezTo>
                  <a:cubicBezTo>
                    <a:pt x="87692" y="27448"/>
                    <a:pt x="94379" y="22159"/>
                    <a:pt x="99637" y="20244"/>
                  </a:cubicBezTo>
                  <a:cubicBezTo>
                    <a:pt x="108178" y="17144"/>
                    <a:pt x="114045" y="17873"/>
                    <a:pt x="118787" y="25199"/>
                  </a:cubicBezTo>
                  <a:cubicBezTo>
                    <a:pt x="121066" y="28694"/>
                    <a:pt x="119607" y="34895"/>
                    <a:pt x="120215" y="39515"/>
                  </a:cubicBezTo>
                  <a:cubicBezTo>
                    <a:pt x="120853" y="44348"/>
                    <a:pt x="122373" y="49394"/>
                    <a:pt x="123498" y="53649"/>
                  </a:cubicBezTo>
                  <a:cubicBezTo>
                    <a:pt x="124349" y="56962"/>
                    <a:pt x="129729" y="65989"/>
                    <a:pt x="133316" y="66871"/>
                  </a:cubicBezTo>
                  <a:cubicBezTo>
                    <a:pt x="139000" y="68300"/>
                    <a:pt x="146112" y="68087"/>
                    <a:pt x="150459" y="72677"/>
                  </a:cubicBezTo>
                  <a:cubicBezTo>
                    <a:pt x="152495" y="74835"/>
                    <a:pt x="154836" y="80579"/>
                    <a:pt x="158514" y="803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13"/>
            <p:cNvSpPr/>
            <p:nvPr/>
          </p:nvSpPr>
          <p:spPr>
            <a:xfrm>
              <a:off x="2975000" y="138600"/>
              <a:ext cx="3962100" cy="2022075"/>
            </a:xfrm>
            <a:custGeom>
              <a:rect b="b" l="l" r="r" t="t"/>
              <a:pathLst>
                <a:path extrusionOk="0" fill="none" h="80883" w="158484">
                  <a:moveTo>
                    <a:pt x="0" y="12159"/>
                  </a:moveTo>
                  <a:cubicBezTo>
                    <a:pt x="6322" y="13800"/>
                    <a:pt x="13952" y="13952"/>
                    <a:pt x="19849" y="11672"/>
                  </a:cubicBezTo>
                  <a:cubicBezTo>
                    <a:pt x="26900" y="8937"/>
                    <a:pt x="33162" y="2462"/>
                    <a:pt x="40974" y="1247"/>
                  </a:cubicBezTo>
                  <a:cubicBezTo>
                    <a:pt x="48876" y="0"/>
                    <a:pt x="54530" y="5806"/>
                    <a:pt x="58026" y="11855"/>
                  </a:cubicBezTo>
                  <a:cubicBezTo>
                    <a:pt x="61521" y="17873"/>
                    <a:pt x="74500" y="25138"/>
                    <a:pt x="82069" y="25928"/>
                  </a:cubicBezTo>
                  <a:cubicBezTo>
                    <a:pt x="87449" y="26505"/>
                    <a:pt x="94774" y="21186"/>
                    <a:pt x="99637" y="19362"/>
                  </a:cubicBezTo>
                  <a:cubicBezTo>
                    <a:pt x="108178" y="16080"/>
                    <a:pt x="115321" y="17782"/>
                    <a:pt x="119759" y="25107"/>
                  </a:cubicBezTo>
                  <a:cubicBezTo>
                    <a:pt x="121948" y="28724"/>
                    <a:pt x="119790" y="34803"/>
                    <a:pt x="120580" y="39545"/>
                  </a:cubicBezTo>
                  <a:cubicBezTo>
                    <a:pt x="121370" y="44348"/>
                    <a:pt x="123771" y="48937"/>
                    <a:pt x="124623" y="53497"/>
                  </a:cubicBezTo>
                  <a:cubicBezTo>
                    <a:pt x="125291" y="56992"/>
                    <a:pt x="130003" y="66050"/>
                    <a:pt x="133559" y="67053"/>
                  </a:cubicBezTo>
                  <a:cubicBezTo>
                    <a:pt x="139152" y="68603"/>
                    <a:pt x="146355" y="68451"/>
                    <a:pt x="150672" y="72980"/>
                  </a:cubicBezTo>
                  <a:cubicBezTo>
                    <a:pt x="152708" y="75108"/>
                    <a:pt x="154897" y="80883"/>
                    <a:pt x="158483" y="80822"/>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13"/>
            <p:cNvSpPr/>
            <p:nvPr/>
          </p:nvSpPr>
          <p:spPr>
            <a:xfrm>
              <a:off x="2975000" y="124150"/>
              <a:ext cx="3962100" cy="2034250"/>
            </a:xfrm>
            <a:custGeom>
              <a:rect b="b" l="l" r="r" t="t"/>
              <a:pathLst>
                <a:path extrusionOk="0" fill="none" h="81370" w="158484">
                  <a:moveTo>
                    <a:pt x="0" y="12737"/>
                  </a:moveTo>
                  <a:cubicBezTo>
                    <a:pt x="6383" y="14348"/>
                    <a:pt x="13861" y="14226"/>
                    <a:pt x="20001" y="12007"/>
                  </a:cubicBezTo>
                  <a:cubicBezTo>
                    <a:pt x="27721" y="9241"/>
                    <a:pt x="33283" y="2432"/>
                    <a:pt x="41673" y="1186"/>
                  </a:cubicBezTo>
                  <a:cubicBezTo>
                    <a:pt x="49515" y="1"/>
                    <a:pt x="55807" y="4530"/>
                    <a:pt x="58877" y="11551"/>
                  </a:cubicBezTo>
                  <a:cubicBezTo>
                    <a:pt x="61886" y="18481"/>
                    <a:pt x="74378" y="24560"/>
                    <a:pt x="81704" y="25199"/>
                  </a:cubicBezTo>
                  <a:cubicBezTo>
                    <a:pt x="87114" y="25624"/>
                    <a:pt x="94774" y="20244"/>
                    <a:pt x="99607" y="18573"/>
                  </a:cubicBezTo>
                  <a:cubicBezTo>
                    <a:pt x="108118" y="15655"/>
                    <a:pt x="116628" y="17721"/>
                    <a:pt x="120853" y="25199"/>
                  </a:cubicBezTo>
                  <a:cubicBezTo>
                    <a:pt x="123012" y="29029"/>
                    <a:pt x="119972" y="34895"/>
                    <a:pt x="120853" y="39758"/>
                  </a:cubicBezTo>
                  <a:cubicBezTo>
                    <a:pt x="121735" y="44561"/>
                    <a:pt x="125139" y="48512"/>
                    <a:pt x="125778" y="53406"/>
                  </a:cubicBezTo>
                  <a:cubicBezTo>
                    <a:pt x="126294" y="57205"/>
                    <a:pt x="130276" y="66172"/>
                    <a:pt x="133863" y="67297"/>
                  </a:cubicBezTo>
                  <a:cubicBezTo>
                    <a:pt x="139334" y="68999"/>
                    <a:pt x="146568" y="68908"/>
                    <a:pt x="150884" y="73406"/>
                  </a:cubicBezTo>
                  <a:cubicBezTo>
                    <a:pt x="153438" y="76051"/>
                    <a:pt x="154684" y="80428"/>
                    <a:pt x="158483" y="8137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13"/>
            <p:cNvSpPr/>
            <p:nvPr/>
          </p:nvSpPr>
          <p:spPr>
            <a:xfrm>
              <a:off x="2975000" y="108200"/>
              <a:ext cx="3962850" cy="2050975"/>
            </a:xfrm>
            <a:custGeom>
              <a:rect b="b" l="l" r="r" t="t"/>
              <a:pathLst>
                <a:path extrusionOk="0" fill="none" h="82039" w="158514">
                  <a:moveTo>
                    <a:pt x="0" y="13375"/>
                  </a:moveTo>
                  <a:cubicBezTo>
                    <a:pt x="6474" y="14986"/>
                    <a:pt x="14013" y="14712"/>
                    <a:pt x="20183" y="12432"/>
                  </a:cubicBezTo>
                  <a:cubicBezTo>
                    <a:pt x="28116" y="9454"/>
                    <a:pt x="33709" y="2493"/>
                    <a:pt x="42402" y="1156"/>
                  </a:cubicBezTo>
                  <a:cubicBezTo>
                    <a:pt x="50092" y="1"/>
                    <a:pt x="57418" y="4043"/>
                    <a:pt x="59819" y="11217"/>
                  </a:cubicBezTo>
                  <a:cubicBezTo>
                    <a:pt x="62190" y="18390"/>
                    <a:pt x="73862" y="24104"/>
                    <a:pt x="81035" y="24439"/>
                  </a:cubicBezTo>
                  <a:cubicBezTo>
                    <a:pt x="86780" y="24743"/>
                    <a:pt x="94318" y="19454"/>
                    <a:pt x="99607" y="17934"/>
                  </a:cubicBezTo>
                  <a:cubicBezTo>
                    <a:pt x="108452" y="15381"/>
                    <a:pt x="117844" y="17873"/>
                    <a:pt x="122009" y="25350"/>
                  </a:cubicBezTo>
                  <a:cubicBezTo>
                    <a:pt x="124227" y="29332"/>
                    <a:pt x="120154" y="35047"/>
                    <a:pt x="121066" y="40092"/>
                  </a:cubicBezTo>
                  <a:cubicBezTo>
                    <a:pt x="121978" y="44925"/>
                    <a:pt x="126507" y="48512"/>
                    <a:pt x="126963" y="53406"/>
                  </a:cubicBezTo>
                  <a:cubicBezTo>
                    <a:pt x="127297" y="57205"/>
                    <a:pt x="130459" y="66172"/>
                    <a:pt x="134167" y="67570"/>
                  </a:cubicBezTo>
                  <a:cubicBezTo>
                    <a:pt x="139304" y="69485"/>
                    <a:pt x="146842" y="69424"/>
                    <a:pt x="151128" y="73862"/>
                  </a:cubicBezTo>
                  <a:cubicBezTo>
                    <a:pt x="153650" y="76537"/>
                    <a:pt x="154805" y="80883"/>
                    <a:pt x="158514" y="8203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13"/>
            <p:cNvSpPr/>
            <p:nvPr/>
          </p:nvSpPr>
          <p:spPr>
            <a:xfrm>
              <a:off x="2975000" y="89975"/>
              <a:ext cx="3962850" cy="2068425"/>
            </a:xfrm>
            <a:custGeom>
              <a:rect b="b" l="l" r="r" t="t"/>
              <a:pathLst>
                <a:path extrusionOk="0" fill="none" h="82737" w="158514">
                  <a:moveTo>
                    <a:pt x="0" y="14104"/>
                  </a:moveTo>
                  <a:cubicBezTo>
                    <a:pt x="6535" y="15684"/>
                    <a:pt x="14347" y="15502"/>
                    <a:pt x="20335" y="12918"/>
                  </a:cubicBezTo>
                  <a:cubicBezTo>
                    <a:pt x="27995" y="9575"/>
                    <a:pt x="34439" y="2644"/>
                    <a:pt x="43101" y="1216"/>
                  </a:cubicBezTo>
                  <a:cubicBezTo>
                    <a:pt x="50639" y="0"/>
                    <a:pt x="58299" y="3435"/>
                    <a:pt x="60822" y="10882"/>
                  </a:cubicBezTo>
                  <a:cubicBezTo>
                    <a:pt x="63436" y="18572"/>
                    <a:pt x="72190" y="23587"/>
                    <a:pt x="80184" y="23769"/>
                  </a:cubicBezTo>
                  <a:cubicBezTo>
                    <a:pt x="86415" y="23921"/>
                    <a:pt x="93862" y="18663"/>
                    <a:pt x="99759" y="17417"/>
                  </a:cubicBezTo>
                  <a:cubicBezTo>
                    <a:pt x="107875" y="15715"/>
                    <a:pt x="119394" y="17234"/>
                    <a:pt x="123224" y="25593"/>
                  </a:cubicBezTo>
                  <a:cubicBezTo>
                    <a:pt x="125413" y="30396"/>
                    <a:pt x="120367" y="35350"/>
                    <a:pt x="121279" y="40578"/>
                  </a:cubicBezTo>
                  <a:cubicBezTo>
                    <a:pt x="122100" y="45381"/>
                    <a:pt x="127723" y="48937"/>
                    <a:pt x="128118" y="53496"/>
                  </a:cubicBezTo>
                  <a:cubicBezTo>
                    <a:pt x="128422" y="57174"/>
                    <a:pt x="130762" y="66262"/>
                    <a:pt x="134501" y="67873"/>
                  </a:cubicBezTo>
                  <a:cubicBezTo>
                    <a:pt x="139456" y="70001"/>
                    <a:pt x="147085" y="69971"/>
                    <a:pt x="151340" y="74408"/>
                  </a:cubicBezTo>
                  <a:cubicBezTo>
                    <a:pt x="153894" y="77083"/>
                    <a:pt x="154897" y="81430"/>
                    <a:pt x="158514" y="8273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13"/>
            <p:cNvSpPr/>
            <p:nvPr/>
          </p:nvSpPr>
          <p:spPr>
            <a:xfrm>
              <a:off x="2975000" y="69450"/>
              <a:ext cx="3962850" cy="2089725"/>
            </a:xfrm>
            <a:custGeom>
              <a:rect b="b" l="l" r="r" t="t"/>
              <a:pathLst>
                <a:path extrusionOk="0" fill="none" h="83589" w="158514">
                  <a:moveTo>
                    <a:pt x="0" y="14925"/>
                  </a:moveTo>
                  <a:cubicBezTo>
                    <a:pt x="6626" y="16475"/>
                    <a:pt x="14529" y="16201"/>
                    <a:pt x="20517" y="13496"/>
                  </a:cubicBezTo>
                  <a:cubicBezTo>
                    <a:pt x="28359" y="9940"/>
                    <a:pt x="34925" y="3010"/>
                    <a:pt x="43800" y="1338"/>
                  </a:cubicBezTo>
                  <a:cubicBezTo>
                    <a:pt x="51126" y="0"/>
                    <a:pt x="59454" y="3010"/>
                    <a:pt x="61916" y="10517"/>
                  </a:cubicBezTo>
                  <a:cubicBezTo>
                    <a:pt x="64500" y="18359"/>
                    <a:pt x="70853" y="23223"/>
                    <a:pt x="79272" y="23131"/>
                  </a:cubicBezTo>
                  <a:cubicBezTo>
                    <a:pt x="86020" y="23071"/>
                    <a:pt x="93254" y="17934"/>
                    <a:pt x="100032" y="17052"/>
                  </a:cubicBezTo>
                  <a:cubicBezTo>
                    <a:pt x="108574" y="15958"/>
                    <a:pt x="120489" y="17630"/>
                    <a:pt x="124471" y="25989"/>
                  </a:cubicBezTo>
                  <a:cubicBezTo>
                    <a:pt x="126902" y="31065"/>
                    <a:pt x="120671" y="35776"/>
                    <a:pt x="121492" y="41186"/>
                  </a:cubicBezTo>
                  <a:cubicBezTo>
                    <a:pt x="122221" y="46050"/>
                    <a:pt x="128878" y="49393"/>
                    <a:pt x="129243" y="53740"/>
                  </a:cubicBezTo>
                  <a:cubicBezTo>
                    <a:pt x="129516" y="57357"/>
                    <a:pt x="131127" y="66445"/>
                    <a:pt x="134896" y="68238"/>
                  </a:cubicBezTo>
                  <a:cubicBezTo>
                    <a:pt x="139699" y="70549"/>
                    <a:pt x="147359" y="70670"/>
                    <a:pt x="151584" y="75077"/>
                  </a:cubicBezTo>
                  <a:cubicBezTo>
                    <a:pt x="154137" y="77752"/>
                    <a:pt x="154988" y="82068"/>
                    <a:pt x="158514" y="8358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13"/>
            <p:cNvSpPr/>
            <p:nvPr/>
          </p:nvSpPr>
          <p:spPr>
            <a:xfrm>
              <a:off x="2975000" y="45125"/>
              <a:ext cx="3962850" cy="2114050"/>
            </a:xfrm>
            <a:custGeom>
              <a:rect b="b" l="l" r="r" t="t"/>
              <a:pathLst>
                <a:path extrusionOk="0" fill="none" h="84562" w="158514">
                  <a:moveTo>
                    <a:pt x="0" y="15898"/>
                  </a:moveTo>
                  <a:cubicBezTo>
                    <a:pt x="6991" y="17478"/>
                    <a:pt x="14651" y="16809"/>
                    <a:pt x="20700" y="14226"/>
                  </a:cubicBezTo>
                  <a:cubicBezTo>
                    <a:pt x="28511" y="10913"/>
                    <a:pt x="35350" y="3527"/>
                    <a:pt x="44439" y="1551"/>
                  </a:cubicBezTo>
                  <a:cubicBezTo>
                    <a:pt x="51612" y="1"/>
                    <a:pt x="60579" y="2736"/>
                    <a:pt x="63041" y="10214"/>
                  </a:cubicBezTo>
                  <a:cubicBezTo>
                    <a:pt x="65564" y="17934"/>
                    <a:pt x="69515" y="22949"/>
                    <a:pt x="78391" y="22645"/>
                  </a:cubicBezTo>
                  <a:cubicBezTo>
                    <a:pt x="85716" y="22372"/>
                    <a:pt x="93072" y="17417"/>
                    <a:pt x="100488" y="16931"/>
                  </a:cubicBezTo>
                  <a:cubicBezTo>
                    <a:pt x="109273" y="16323"/>
                    <a:pt x="121431" y="18208"/>
                    <a:pt x="125717" y="26536"/>
                  </a:cubicBezTo>
                  <a:cubicBezTo>
                    <a:pt x="128544" y="31946"/>
                    <a:pt x="121036" y="36415"/>
                    <a:pt x="121735" y="41916"/>
                  </a:cubicBezTo>
                  <a:cubicBezTo>
                    <a:pt x="122343" y="46871"/>
                    <a:pt x="129881" y="49971"/>
                    <a:pt x="130276" y="54105"/>
                  </a:cubicBezTo>
                  <a:cubicBezTo>
                    <a:pt x="130641" y="57631"/>
                    <a:pt x="131431" y="66628"/>
                    <a:pt x="135322" y="68664"/>
                  </a:cubicBezTo>
                  <a:cubicBezTo>
                    <a:pt x="140124" y="71157"/>
                    <a:pt x="147632" y="71461"/>
                    <a:pt x="151796" y="75868"/>
                  </a:cubicBezTo>
                  <a:cubicBezTo>
                    <a:pt x="154350" y="78573"/>
                    <a:pt x="155109" y="82859"/>
                    <a:pt x="158514" y="8456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13"/>
            <p:cNvSpPr/>
            <p:nvPr/>
          </p:nvSpPr>
          <p:spPr>
            <a:xfrm>
              <a:off x="2975000" y="20825"/>
              <a:ext cx="3962850" cy="2138350"/>
            </a:xfrm>
            <a:custGeom>
              <a:rect b="b" l="l" r="r" t="t"/>
              <a:pathLst>
                <a:path extrusionOk="0" fill="none" h="85534" w="158514">
                  <a:moveTo>
                    <a:pt x="0" y="16870"/>
                  </a:moveTo>
                  <a:cubicBezTo>
                    <a:pt x="7082" y="18420"/>
                    <a:pt x="14833" y="17629"/>
                    <a:pt x="20912" y="14955"/>
                  </a:cubicBezTo>
                  <a:cubicBezTo>
                    <a:pt x="28876" y="11459"/>
                    <a:pt x="35776" y="3951"/>
                    <a:pt x="45047" y="1702"/>
                  </a:cubicBezTo>
                  <a:cubicBezTo>
                    <a:pt x="52068" y="0"/>
                    <a:pt x="61703" y="2371"/>
                    <a:pt x="64166" y="9818"/>
                  </a:cubicBezTo>
                  <a:cubicBezTo>
                    <a:pt x="66567" y="16991"/>
                    <a:pt x="68877" y="22645"/>
                    <a:pt x="77722" y="22128"/>
                  </a:cubicBezTo>
                  <a:cubicBezTo>
                    <a:pt x="85503" y="21672"/>
                    <a:pt x="93133" y="16961"/>
                    <a:pt x="101127" y="16809"/>
                  </a:cubicBezTo>
                  <a:cubicBezTo>
                    <a:pt x="110063" y="16657"/>
                    <a:pt x="122161" y="18693"/>
                    <a:pt x="126963" y="27083"/>
                  </a:cubicBezTo>
                  <a:cubicBezTo>
                    <a:pt x="130276" y="32858"/>
                    <a:pt x="121705" y="37052"/>
                    <a:pt x="122161" y="42615"/>
                  </a:cubicBezTo>
                  <a:cubicBezTo>
                    <a:pt x="122616" y="47782"/>
                    <a:pt x="130762" y="50518"/>
                    <a:pt x="131279" y="54530"/>
                  </a:cubicBezTo>
                  <a:cubicBezTo>
                    <a:pt x="131735" y="57934"/>
                    <a:pt x="131796" y="66931"/>
                    <a:pt x="135778" y="69089"/>
                  </a:cubicBezTo>
                  <a:cubicBezTo>
                    <a:pt x="140550" y="71703"/>
                    <a:pt x="147936" y="72250"/>
                    <a:pt x="152039" y="76658"/>
                  </a:cubicBezTo>
                  <a:cubicBezTo>
                    <a:pt x="154593" y="79393"/>
                    <a:pt x="155231" y="83649"/>
                    <a:pt x="158514" y="8553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4" name="Google Shape;1924;p13"/>
          <p:cNvGrpSpPr/>
          <p:nvPr/>
        </p:nvGrpSpPr>
        <p:grpSpPr>
          <a:xfrm rot="-5400000">
            <a:off x="-556271" y="2881230"/>
            <a:ext cx="702175" cy="1850350"/>
            <a:chOff x="6601575" y="3455900"/>
            <a:chExt cx="702175" cy="1850350"/>
          </a:xfrm>
        </p:grpSpPr>
        <p:sp>
          <p:nvSpPr>
            <p:cNvPr id="1925" name="Google Shape;1925;p13"/>
            <p:cNvSpPr/>
            <p:nvPr/>
          </p:nvSpPr>
          <p:spPr>
            <a:xfrm>
              <a:off x="6601575" y="5187675"/>
              <a:ext cx="118575" cy="118575"/>
            </a:xfrm>
            <a:custGeom>
              <a:rect b="b" l="l" r="r" t="t"/>
              <a:pathLst>
                <a:path extrusionOk="0" h="4743" w="4743">
                  <a:moveTo>
                    <a:pt x="1885" y="1"/>
                  </a:moveTo>
                  <a:lnTo>
                    <a:pt x="1885" y="1885"/>
                  </a:lnTo>
                  <a:lnTo>
                    <a:pt x="1" y="1885"/>
                  </a:lnTo>
                  <a:lnTo>
                    <a:pt x="1"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13"/>
            <p:cNvSpPr/>
            <p:nvPr/>
          </p:nvSpPr>
          <p:spPr>
            <a:xfrm>
              <a:off x="6601575" y="4994675"/>
              <a:ext cx="118575" cy="119325"/>
            </a:xfrm>
            <a:custGeom>
              <a:rect b="b" l="l" r="r" t="t"/>
              <a:pathLst>
                <a:path extrusionOk="0" h="4773" w="4743">
                  <a:moveTo>
                    <a:pt x="1885" y="0"/>
                  </a:moveTo>
                  <a:lnTo>
                    <a:pt x="1885" y="1915"/>
                  </a:lnTo>
                  <a:lnTo>
                    <a:pt x="1" y="1915"/>
                  </a:lnTo>
                  <a:lnTo>
                    <a:pt x="1" y="2858"/>
                  </a:lnTo>
                  <a:lnTo>
                    <a:pt x="1885" y="2858"/>
                  </a:lnTo>
                  <a:lnTo>
                    <a:pt x="1885" y="4772"/>
                  </a:lnTo>
                  <a:lnTo>
                    <a:pt x="2827" y="4772"/>
                  </a:lnTo>
                  <a:lnTo>
                    <a:pt x="2827" y="2858"/>
                  </a:lnTo>
                  <a:lnTo>
                    <a:pt x="4742" y="2858"/>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13"/>
            <p:cNvSpPr/>
            <p:nvPr/>
          </p:nvSpPr>
          <p:spPr>
            <a:xfrm>
              <a:off x="6601575" y="4802425"/>
              <a:ext cx="118575" cy="119325"/>
            </a:xfrm>
            <a:custGeom>
              <a:rect b="b" l="l" r="r" t="t"/>
              <a:pathLst>
                <a:path extrusionOk="0" h="4773" w="4743">
                  <a:moveTo>
                    <a:pt x="1885" y="0"/>
                  </a:moveTo>
                  <a:lnTo>
                    <a:pt x="1885" y="1915"/>
                  </a:lnTo>
                  <a:lnTo>
                    <a:pt x="1" y="1915"/>
                  </a:lnTo>
                  <a:lnTo>
                    <a:pt x="1" y="2857"/>
                  </a:lnTo>
                  <a:lnTo>
                    <a:pt x="1885" y="2857"/>
                  </a:lnTo>
                  <a:lnTo>
                    <a:pt x="1885" y="4772"/>
                  </a:lnTo>
                  <a:lnTo>
                    <a:pt x="2827" y="477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13"/>
            <p:cNvSpPr/>
            <p:nvPr/>
          </p:nvSpPr>
          <p:spPr>
            <a:xfrm>
              <a:off x="6601575" y="4610175"/>
              <a:ext cx="118575" cy="118550"/>
            </a:xfrm>
            <a:custGeom>
              <a:rect b="b" l="l" r="r" t="t"/>
              <a:pathLst>
                <a:path extrusionOk="0" h="4742" w="4743">
                  <a:moveTo>
                    <a:pt x="1885" y="0"/>
                  </a:moveTo>
                  <a:lnTo>
                    <a:pt x="1885" y="1915"/>
                  </a:lnTo>
                  <a:lnTo>
                    <a:pt x="1" y="1915"/>
                  </a:lnTo>
                  <a:lnTo>
                    <a:pt x="1" y="2857"/>
                  </a:lnTo>
                  <a:lnTo>
                    <a:pt x="1885" y="2857"/>
                  </a:lnTo>
                  <a:lnTo>
                    <a:pt x="1885" y="4742"/>
                  </a:lnTo>
                  <a:lnTo>
                    <a:pt x="2827" y="474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13"/>
            <p:cNvSpPr/>
            <p:nvPr/>
          </p:nvSpPr>
          <p:spPr>
            <a:xfrm>
              <a:off x="6601575" y="4417925"/>
              <a:ext cx="118575" cy="118550"/>
            </a:xfrm>
            <a:custGeom>
              <a:rect b="b" l="l" r="r" t="t"/>
              <a:pathLst>
                <a:path extrusionOk="0" h="4742" w="4743">
                  <a:moveTo>
                    <a:pt x="1885" y="0"/>
                  </a:moveTo>
                  <a:lnTo>
                    <a:pt x="1885" y="1915"/>
                  </a:lnTo>
                  <a:lnTo>
                    <a:pt x="1" y="1915"/>
                  </a:lnTo>
                  <a:lnTo>
                    <a:pt x="1" y="2857"/>
                  </a:lnTo>
                  <a:lnTo>
                    <a:pt x="1885" y="2857"/>
                  </a:lnTo>
                  <a:lnTo>
                    <a:pt x="1885" y="4742"/>
                  </a:lnTo>
                  <a:lnTo>
                    <a:pt x="2827" y="474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13"/>
            <p:cNvSpPr/>
            <p:nvPr/>
          </p:nvSpPr>
          <p:spPr>
            <a:xfrm>
              <a:off x="6601575" y="4225675"/>
              <a:ext cx="118575" cy="118550"/>
            </a:xfrm>
            <a:custGeom>
              <a:rect b="b" l="l" r="r" t="t"/>
              <a:pathLst>
                <a:path extrusionOk="0" h="4742" w="4743">
                  <a:moveTo>
                    <a:pt x="1885" y="0"/>
                  </a:moveTo>
                  <a:lnTo>
                    <a:pt x="1885" y="1885"/>
                  </a:lnTo>
                  <a:lnTo>
                    <a:pt x="1" y="1885"/>
                  </a:lnTo>
                  <a:lnTo>
                    <a:pt x="1" y="2857"/>
                  </a:lnTo>
                  <a:lnTo>
                    <a:pt x="1885" y="2857"/>
                  </a:lnTo>
                  <a:lnTo>
                    <a:pt x="1885" y="4742"/>
                  </a:lnTo>
                  <a:lnTo>
                    <a:pt x="2827" y="4742"/>
                  </a:lnTo>
                  <a:lnTo>
                    <a:pt x="2827" y="2857"/>
                  </a:lnTo>
                  <a:lnTo>
                    <a:pt x="4742" y="2857"/>
                  </a:lnTo>
                  <a:lnTo>
                    <a:pt x="4742" y="1885"/>
                  </a:lnTo>
                  <a:lnTo>
                    <a:pt x="2827" y="188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13"/>
            <p:cNvSpPr/>
            <p:nvPr/>
          </p:nvSpPr>
          <p:spPr>
            <a:xfrm>
              <a:off x="6601575" y="4033400"/>
              <a:ext cx="118575" cy="118575"/>
            </a:xfrm>
            <a:custGeom>
              <a:rect b="b" l="l" r="r" t="t"/>
              <a:pathLst>
                <a:path extrusionOk="0" h="4743" w="4743">
                  <a:moveTo>
                    <a:pt x="1885" y="1"/>
                  </a:moveTo>
                  <a:lnTo>
                    <a:pt x="1885" y="1885"/>
                  </a:lnTo>
                  <a:lnTo>
                    <a:pt x="1" y="1885"/>
                  </a:lnTo>
                  <a:lnTo>
                    <a:pt x="1"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13"/>
            <p:cNvSpPr/>
            <p:nvPr/>
          </p:nvSpPr>
          <p:spPr>
            <a:xfrm>
              <a:off x="6601575" y="3841150"/>
              <a:ext cx="118575" cy="118575"/>
            </a:xfrm>
            <a:custGeom>
              <a:rect b="b" l="l" r="r" t="t"/>
              <a:pathLst>
                <a:path extrusionOk="0" h="4743" w="4743">
                  <a:moveTo>
                    <a:pt x="1885" y="1"/>
                  </a:moveTo>
                  <a:lnTo>
                    <a:pt x="1885" y="1885"/>
                  </a:lnTo>
                  <a:lnTo>
                    <a:pt x="1" y="1885"/>
                  </a:lnTo>
                  <a:lnTo>
                    <a:pt x="1"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13"/>
            <p:cNvSpPr/>
            <p:nvPr/>
          </p:nvSpPr>
          <p:spPr>
            <a:xfrm>
              <a:off x="6601575" y="3648900"/>
              <a:ext cx="118575" cy="118575"/>
            </a:xfrm>
            <a:custGeom>
              <a:rect b="b" l="l" r="r" t="t"/>
              <a:pathLst>
                <a:path extrusionOk="0" h="4743" w="4743">
                  <a:moveTo>
                    <a:pt x="1885" y="1"/>
                  </a:moveTo>
                  <a:lnTo>
                    <a:pt x="1885" y="1885"/>
                  </a:lnTo>
                  <a:lnTo>
                    <a:pt x="1" y="1885"/>
                  </a:lnTo>
                  <a:lnTo>
                    <a:pt x="1" y="2828"/>
                  </a:lnTo>
                  <a:lnTo>
                    <a:pt x="1885" y="2828"/>
                  </a:lnTo>
                  <a:lnTo>
                    <a:pt x="1885" y="4742"/>
                  </a:lnTo>
                  <a:lnTo>
                    <a:pt x="2827" y="4742"/>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13"/>
            <p:cNvSpPr/>
            <p:nvPr/>
          </p:nvSpPr>
          <p:spPr>
            <a:xfrm>
              <a:off x="6796100" y="5187675"/>
              <a:ext cx="118575" cy="118575"/>
            </a:xfrm>
            <a:custGeom>
              <a:rect b="b" l="l" r="r" t="t"/>
              <a:pathLst>
                <a:path extrusionOk="0" h="4743" w="4743">
                  <a:moveTo>
                    <a:pt x="1885" y="1"/>
                  </a:moveTo>
                  <a:lnTo>
                    <a:pt x="1885" y="1885"/>
                  </a:lnTo>
                  <a:lnTo>
                    <a:pt x="1" y="1885"/>
                  </a:lnTo>
                  <a:lnTo>
                    <a:pt x="1" y="2828"/>
                  </a:lnTo>
                  <a:lnTo>
                    <a:pt x="1885" y="2828"/>
                  </a:lnTo>
                  <a:lnTo>
                    <a:pt x="1885" y="4743"/>
                  </a:lnTo>
                  <a:lnTo>
                    <a:pt x="2828" y="4743"/>
                  </a:lnTo>
                  <a:lnTo>
                    <a:pt x="2828" y="2828"/>
                  </a:lnTo>
                  <a:lnTo>
                    <a:pt x="4743" y="2828"/>
                  </a:lnTo>
                  <a:lnTo>
                    <a:pt x="4743" y="1885"/>
                  </a:lnTo>
                  <a:lnTo>
                    <a:pt x="2828" y="1885"/>
                  </a:lnTo>
                  <a:lnTo>
                    <a:pt x="28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13"/>
            <p:cNvSpPr/>
            <p:nvPr/>
          </p:nvSpPr>
          <p:spPr>
            <a:xfrm>
              <a:off x="6796100" y="4994675"/>
              <a:ext cx="118575" cy="119325"/>
            </a:xfrm>
            <a:custGeom>
              <a:rect b="b" l="l" r="r" t="t"/>
              <a:pathLst>
                <a:path extrusionOk="0" h="4773" w="4743">
                  <a:moveTo>
                    <a:pt x="1885" y="0"/>
                  </a:moveTo>
                  <a:lnTo>
                    <a:pt x="1885" y="1915"/>
                  </a:lnTo>
                  <a:lnTo>
                    <a:pt x="1" y="1915"/>
                  </a:lnTo>
                  <a:lnTo>
                    <a:pt x="1" y="2858"/>
                  </a:lnTo>
                  <a:lnTo>
                    <a:pt x="1885" y="2858"/>
                  </a:lnTo>
                  <a:lnTo>
                    <a:pt x="1885" y="4772"/>
                  </a:lnTo>
                  <a:lnTo>
                    <a:pt x="2828" y="4772"/>
                  </a:lnTo>
                  <a:lnTo>
                    <a:pt x="2828" y="2858"/>
                  </a:lnTo>
                  <a:lnTo>
                    <a:pt x="4743" y="2858"/>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13"/>
            <p:cNvSpPr/>
            <p:nvPr/>
          </p:nvSpPr>
          <p:spPr>
            <a:xfrm>
              <a:off x="6796100" y="4802425"/>
              <a:ext cx="118575" cy="119325"/>
            </a:xfrm>
            <a:custGeom>
              <a:rect b="b" l="l" r="r" t="t"/>
              <a:pathLst>
                <a:path extrusionOk="0" h="4773" w="4743">
                  <a:moveTo>
                    <a:pt x="1885" y="0"/>
                  </a:moveTo>
                  <a:lnTo>
                    <a:pt x="1885" y="1915"/>
                  </a:lnTo>
                  <a:lnTo>
                    <a:pt x="1" y="1915"/>
                  </a:lnTo>
                  <a:lnTo>
                    <a:pt x="1" y="2857"/>
                  </a:lnTo>
                  <a:lnTo>
                    <a:pt x="1885" y="2857"/>
                  </a:lnTo>
                  <a:lnTo>
                    <a:pt x="1885" y="4772"/>
                  </a:lnTo>
                  <a:lnTo>
                    <a:pt x="2828" y="4772"/>
                  </a:lnTo>
                  <a:lnTo>
                    <a:pt x="2828" y="2857"/>
                  </a:lnTo>
                  <a:lnTo>
                    <a:pt x="4743" y="2857"/>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13"/>
            <p:cNvSpPr/>
            <p:nvPr/>
          </p:nvSpPr>
          <p:spPr>
            <a:xfrm>
              <a:off x="6796100" y="4610175"/>
              <a:ext cx="118575" cy="118550"/>
            </a:xfrm>
            <a:custGeom>
              <a:rect b="b" l="l" r="r" t="t"/>
              <a:pathLst>
                <a:path extrusionOk="0" h="4742" w="4743">
                  <a:moveTo>
                    <a:pt x="1885" y="0"/>
                  </a:moveTo>
                  <a:lnTo>
                    <a:pt x="1885" y="1915"/>
                  </a:lnTo>
                  <a:lnTo>
                    <a:pt x="1" y="1915"/>
                  </a:lnTo>
                  <a:lnTo>
                    <a:pt x="1" y="2857"/>
                  </a:lnTo>
                  <a:lnTo>
                    <a:pt x="1885" y="2857"/>
                  </a:lnTo>
                  <a:lnTo>
                    <a:pt x="1885" y="4742"/>
                  </a:lnTo>
                  <a:lnTo>
                    <a:pt x="2828" y="4742"/>
                  </a:lnTo>
                  <a:lnTo>
                    <a:pt x="2828" y="2857"/>
                  </a:lnTo>
                  <a:lnTo>
                    <a:pt x="4743" y="2857"/>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13"/>
            <p:cNvSpPr/>
            <p:nvPr/>
          </p:nvSpPr>
          <p:spPr>
            <a:xfrm>
              <a:off x="6796100" y="4417925"/>
              <a:ext cx="118575" cy="118550"/>
            </a:xfrm>
            <a:custGeom>
              <a:rect b="b" l="l" r="r" t="t"/>
              <a:pathLst>
                <a:path extrusionOk="0" h="4742" w="4743">
                  <a:moveTo>
                    <a:pt x="1885" y="0"/>
                  </a:moveTo>
                  <a:lnTo>
                    <a:pt x="1885" y="1915"/>
                  </a:lnTo>
                  <a:lnTo>
                    <a:pt x="1" y="1915"/>
                  </a:lnTo>
                  <a:lnTo>
                    <a:pt x="1" y="2857"/>
                  </a:lnTo>
                  <a:lnTo>
                    <a:pt x="1885" y="2857"/>
                  </a:lnTo>
                  <a:lnTo>
                    <a:pt x="1885" y="4742"/>
                  </a:lnTo>
                  <a:lnTo>
                    <a:pt x="2828" y="4742"/>
                  </a:lnTo>
                  <a:lnTo>
                    <a:pt x="2828" y="2857"/>
                  </a:lnTo>
                  <a:lnTo>
                    <a:pt x="4743" y="2857"/>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13"/>
            <p:cNvSpPr/>
            <p:nvPr/>
          </p:nvSpPr>
          <p:spPr>
            <a:xfrm>
              <a:off x="6796100" y="4225675"/>
              <a:ext cx="118575" cy="118550"/>
            </a:xfrm>
            <a:custGeom>
              <a:rect b="b" l="l" r="r" t="t"/>
              <a:pathLst>
                <a:path extrusionOk="0" h="4742" w="4743">
                  <a:moveTo>
                    <a:pt x="1885" y="0"/>
                  </a:moveTo>
                  <a:lnTo>
                    <a:pt x="1885" y="1885"/>
                  </a:lnTo>
                  <a:lnTo>
                    <a:pt x="1" y="1885"/>
                  </a:lnTo>
                  <a:lnTo>
                    <a:pt x="1" y="2857"/>
                  </a:lnTo>
                  <a:lnTo>
                    <a:pt x="1885" y="2857"/>
                  </a:lnTo>
                  <a:lnTo>
                    <a:pt x="1885" y="4742"/>
                  </a:lnTo>
                  <a:lnTo>
                    <a:pt x="2828" y="4742"/>
                  </a:lnTo>
                  <a:lnTo>
                    <a:pt x="2828" y="2857"/>
                  </a:lnTo>
                  <a:lnTo>
                    <a:pt x="4743" y="2857"/>
                  </a:lnTo>
                  <a:lnTo>
                    <a:pt x="4743" y="1885"/>
                  </a:lnTo>
                  <a:lnTo>
                    <a:pt x="2828" y="188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13"/>
            <p:cNvSpPr/>
            <p:nvPr/>
          </p:nvSpPr>
          <p:spPr>
            <a:xfrm>
              <a:off x="6796100" y="4033400"/>
              <a:ext cx="118575" cy="118575"/>
            </a:xfrm>
            <a:custGeom>
              <a:rect b="b" l="l" r="r" t="t"/>
              <a:pathLst>
                <a:path extrusionOk="0" h="4743" w="4743">
                  <a:moveTo>
                    <a:pt x="1885" y="1"/>
                  </a:moveTo>
                  <a:lnTo>
                    <a:pt x="1885" y="1885"/>
                  </a:lnTo>
                  <a:lnTo>
                    <a:pt x="1" y="1885"/>
                  </a:lnTo>
                  <a:lnTo>
                    <a:pt x="1" y="2828"/>
                  </a:lnTo>
                  <a:lnTo>
                    <a:pt x="1885" y="2828"/>
                  </a:lnTo>
                  <a:lnTo>
                    <a:pt x="1885" y="4743"/>
                  </a:lnTo>
                  <a:lnTo>
                    <a:pt x="2828" y="4743"/>
                  </a:lnTo>
                  <a:lnTo>
                    <a:pt x="2828" y="2828"/>
                  </a:lnTo>
                  <a:lnTo>
                    <a:pt x="4743" y="2828"/>
                  </a:lnTo>
                  <a:lnTo>
                    <a:pt x="4743" y="1885"/>
                  </a:lnTo>
                  <a:lnTo>
                    <a:pt x="2828" y="1885"/>
                  </a:lnTo>
                  <a:lnTo>
                    <a:pt x="28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13"/>
            <p:cNvSpPr/>
            <p:nvPr/>
          </p:nvSpPr>
          <p:spPr>
            <a:xfrm>
              <a:off x="6796100" y="3841150"/>
              <a:ext cx="118575" cy="118575"/>
            </a:xfrm>
            <a:custGeom>
              <a:rect b="b" l="l" r="r" t="t"/>
              <a:pathLst>
                <a:path extrusionOk="0" h="4743" w="4743">
                  <a:moveTo>
                    <a:pt x="1885" y="1"/>
                  </a:moveTo>
                  <a:lnTo>
                    <a:pt x="1885" y="1885"/>
                  </a:lnTo>
                  <a:lnTo>
                    <a:pt x="1" y="1885"/>
                  </a:lnTo>
                  <a:lnTo>
                    <a:pt x="1" y="2828"/>
                  </a:lnTo>
                  <a:lnTo>
                    <a:pt x="1885" y="2828"/>
                  </a:lnTo>
                  <a:lnTo>
                    <a:pt x="1885" y="4743"/>
                  </a:lnTo>
                  <a:lnTo>
                    <a:pt x="2828" y="4743"/>
                  </a:lnTo>
                  <a:lnTo>
                    <a:pt x="2828" y="2828"/>
                  </a:lnTo>
                  <a:lnTo>
                    <a:pt x="4743" y="2828"/>
                  </a:lnTo>
                  <a:lnTo>
                    <a:pt x="4743" y="1885"/>
                  </a:lnTo>
                  <a:lnTo>
                    <a:pt x="2828" y="1885"/>
                  </a:lnTo>
                  <a:lnTo>
                    <a:pt x="28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13"/>
            <p:cNvSpPr/>
            <p:nvPr/>
          </p:nvSpPr>
          <p:spPr>
            <a:xfrm>
              <a:off x="6796100" y="3648900"/>
              <a:ext cx="118575" cy="118575"/>
            </a:xfrm>
            <a:custGeom>
              <a:rect b="b" l="l" r="r" t="t"/>
              <a:pathLst>
                <a:path extrusionOk="0" h="4743" w="4743">
                  <a:moveTo>
                    <a:pt x="1885" y="1"/>
                  </a:moveTo>
                  <a:lnTo>
                    <a:pt x="1885" y="1885"/>
                  </a:lnTo>
                  <a:lnTo>
                    <a:pt x="1" y="1885"/>
                  </a:lnTo>
                  <a:lnTo>
                    <a:pt x="1" y="2828"/>
                  </a:lnTo>
                  <a:lnTo>
                    <a:pt x="1885" y="2828"/>
                  </a:lnTo>
                  <a:lnTo>
                    <a:pt x="1885" y="4742"/>
                  </a:lnTo>
                  <a:lnTo>
                    <a:pt x="2828" y="4742"/>
                  </a:lnTo>
                  <a:lnTo>
                    <a:pt x="2828" y="2828"/>
                  </a:lnTo>
                  <a:lnTo>
                    <a:pt x="4743" y="2828"/>
                  </a:lnTo>
                  <a:lnTo>
                    <a:pt x="4743" y="1885"/>
                  </a:lnTo>
                  <a:lnTo>
                    <a:pt x="2828" y="1885"/>
                  </a:lnTo>
                  <a:lnTo>
                    <a:pt x="28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13"/>
            <p:cNvSpPr/>
            <p:nvPr/>
          </p:nvSpPr>
          <p:spPr>
            <a:xfrm>
              <a:off x="6990650" y="5187675"/>
              <a:ext cx="118550" cy="118575"/>
            </a:xfrm>
            <a:custGeom>
              <a:rect b="b" l="l" r="r" t="t"/>
              <a:pathLst>
                <a:path extrusionOk="0" h="4743" w="4742">
                  <a:moveTo>
                    <a:pt x="1885" y="1"/>
                  </a:moveTo>
                  <a:lnTo>
                    <a:pt x="1885" y="1885"/>
                  </a:lnTo>
                  <a:lnTo>
                    <a:pt x="0" y="1885"/>
                  </a:lnTo>
                  <a:lnTo>
                    <a:pt x="0"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13"/>
            <p:cNvSpPr/>
            <p:nvPr/>
          </p:nvSpPr>
          <p:spPr>
            <a:xfrm>
              <a:off x="6990650" y="4994675"/>
              <a:ext cx="118550" cy="119325"/>
            </a:xfrm>
            <a:custGeom>
              <a:rect b="b" l="l" r="r" t="t"/>
              <a:pathLst>
                <a:path extrusionOk="0" h="4773" w="4742">
                  <a:moveTo>
                    <a:pt x="1885" y="0"/>
                  </a:moveTo>
                  <a:lnTo>
                    <a:pt x="1885" y="1915"/>
                  </a:lnTo>
                  <a:lnTo>
                    <a:pt x="0" y="1915"/>
                  </a:lnTo>
                  <a:lnTo>
                    <a:pt x="0" y="2858"/>
                  </a:lnTo>
                  <a:lnTo>
                    <a:pt x="1885" y="2858"/>
                  </a:lnTo>
                  <a:lnTo>
                    <a:pt x="1885" y="4772"/>
                  </a:lnTo>
                  <a:lnTo>
                    <a:pt x="2827" y="4772"/>
                  </a:lnTo>
                  <a:lnTo>
                    <a:pt x="2827" y="2858"/>
                  </a:lnTo>
                  <a:lnTo>
                    <a:pt x="4742" y="2858"/>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13"/>
            <p:cNvSpPr/>
            <p:nvPr/>
          </p:nvSpPr>
          <p:spPr>
            <a:xfrm>
              <a:off x="6990650" y="4802425"/>
              <a:ext cx="118550" cy="119325"/>
            </a:xfrm>
            <a:custGeom>
              <a:rect b="b" l="l" r="r" t="t"/>
              <a:pathLst>
                <a:path extrusionOk="0" h="4773" w="4742">
                  <a:moveTo>
                    <a:pt x="1885" y="0"/>
                  </a:moveTo>
                  <a:lnTo>
                    <a:pt x="1885" y="1915"/>
                  </a:lnTo>
                  <a:lnTo>
                    <a:pt x="0" y="1915"/>
                  </a:lnTo>
                  <a:lnTo>
                    <a:pt x="0" y="2857"/>
                  </a:lnTo>
                  <a:lnTo>
                    <a:pt x="1885" y="2857"/>
                  </a:lnTo>
                  <a:lnTo>
                    <a:pt x="1885" y="4772"/>
                  </a:lnTo>
                  <a:lnTo>
                    <a:pt x="2827" y="477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13"/>
            <p:cNvSpPr/>
            <p:nvPr/>
          </p:nvSpPr>
          <p:spPr>
            <a:xfrm>
              <a:off x="6990650" y="4610175"/>
              <a:ext cx="118550" cy="118550"/>
            </a:xfrm>
            <a:custGeom>
              <a:rect b="b" l="l" r="r" t="t"/>
              <a:pathLst>
                <a:path extrusionOk="0" h="4742" w="4742">
                  <a:moveTo>
                    <a:pt x="1885" y="0"/>
                  </a:moveTo>
                  <a:lnTo>
                    <a:pt x="1885" y="1915"/>
                  </a:lnTo>
                  <a:lnTo>
                    <a:pt x="0" y="1915"/>
                  </a:lnTo>
                  <a:lnTo>
                    <a:pt x="0" y="2857"/>
                  </a:lnTo>
                  <a:lnTo>
                    <a:pt x="1885" y="2857"/>
                  </a:lnTo>
                  <a:lnTo>
                    <a:pt x="1885" y="4742"/>
                  </a:lnTo>
                  <a:lnTo>
                    <a:pt x="2827" y="474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13"/>
            <p:cNvSpPr/>
            <p:nvPr/>
          </p:nvSpPr>
          <p:spPr>
            <a:xfrm>
              <a:off x="6990650" y="4417925"/>
              <a:ext cx="118550" cy="118550"/>
            </a:xfrm>
            <a:custGeom>
              <a:rect b="b" l="l" r="r" t="t"/>
              <a:pathLst>
                <a:path extrusionOk="0" h="4742" w="4742">
                  <a:moveTo>
                    <a:pt x="1885" y="0"/>
                  </a:moveTo>
                  <a:lnTo>
                    <a:pt x="1885" y="1915"/>
                  </a:lnTo>
                  <a:lnTo>
                    <a:pt x="0" y="1915"/>
                  </a:lnTo>
                  <a:lnTo>
                    <a:pt x="0" y="2857"/>
                  </a:lnTo>
                  <a:lnTo>
                    <a:pt x="1885" y="2857"/>
                  </a:lnTo>
                  <a:lnTo>
                    <a:pt x="1885" y="4742"/>
                  </a:lnTo>
                  <a:lnTo>
                    <a:pt x="2827" y="474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13"/>
            <p:cNvSpPr/>
            <p:nvPr/>
          </p:nvSpPr>
          <p:spPr>
            <a:xfrm>
              <a:off x="6990650" y="4225675"/>
              <a:ext cx="118550" cy="118550"/>
            </a:xfrm>
            <a:custGeom>
              <a:rect b="b" l="l" r="r" t="t"/>
              <a:pathLst>
                <a:path extrusionOk="0" h="4742" w="4742">
                  <a:moveTo>
                    <a:pt x="1885" y="0"/>
                  </a:moveTo>
                  <a:lnTo>
                    <a:pt x="1885" y="1885"/>
                  </a:lnTo>
                  <a:lnTo>
                    <a:pt x="0" y="1885"/>
                  </a:lnTo>
                  <a:lnTo>
                    <a:pt x="0" y="2857"/>
                  </a:lnTo>
                  <a:lnTo>
                    <a:pt x="1885" y="2857"/>
                  </a:lnTo>
                  <a:lnTo>
                    <a:pt x="1885" y="4742"/>
                  </a:lnTo>
                  <a:lnTo>
                    <a:pt x="2827" y="4742"/>
                  </a:lnTo>
                  <a:lnTo>
                    <a:pt x="2827" y="2857"/>
                  </a:lnTo>
                  <a:lnTo>
                    <a:pt x="4742" y="2857"/>
                  </a:lnTo>
                  <a:lnTo>
                    <a:pt x="4742" y="1885"/>
                  </a:lnTo>
                  <a:lnTo>
                    <a:pt x="2827" y="188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13"/>
            <p:cNvSpPr/>
            <p:nvPr/>
          </p:nvSpPr>
          <p:spPr>
            <a:xfrm>
              <a:off x="6990650" y="4033400"/>
              <a:ext cx="118550" cy="118575"/>
            </a:xfrm>
            <a:custGeom>
              <a:rect b="b" l="l" r="r" t="t"/>
              <a:pathLst>
                <a:path extrusionOk="0" h="4743" w="4742">
                  <a:moveTo>
                    <a:pt x="1885" y="1"/>
                  </a:moveTo>
                  <a:lnTo>
                    <a:pt x="1885" y="1885"/>
                  </a:lnTo>
                  <a:lnTo>
                    <a:pt x="0" y="1885"/>
                  </a:lnTo>
                  <a:lnTo>
                    <a:pt x="0"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13"/>
            <p:cNvSpPr/>
            <p:nvPr/>
          </p:nvSpPr>
          <p:spPr>
            <a:xfrm>
              <a:off x="6990650" y="3841150"/>
              <a:ext cx="118550" cy="118575"/>
            </a:xfrm>
            <a:custGeom>
              <a:rect b="b" l="l" r="r" t="t"/>
              <a:pathLst>
                <a:path extrusionOk="0" h="4743" w="4742">
                  <a:moveTo>
                    <a:pt x="1885" y="1"/>
                  </a:moveTo>
                  <a:lnTo>
                    <a:pt x="1885" y="1885"/>
                  </a:lnTo>
                  <a:lnTo>
                    <a:pt x="0" y="1885"/>
                  </a:lnTo>
                  <a:lnTo>
                    <a:pt x="0"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13"/>
            <p:cNvSpPr/>
            <p:nvPr/>
          </p:nvSpPr>
          <p:spPr>
            <a:xfrm>
              <a:off x="6990650" y="3648900"/>
              <a:ext cx="118550" cy="118575"/>
            </a:xfrm>
            <a:custGeom>
              <a:rect b="b" l="l" r="r" t="t"/>
              <a:pathLst>
                <a:path extrusionOk="0" h="4743" w="4742">
                  <a:moveTo>
                    <a:pt x="1885" y="1"/>
                  </a:moveTo>
                  <a:lnTo>
                    <a:pt x="1885" y="1885"/>
                  </a:lnTo>
                  <a:lnTo>
                    <a:pt x="0" y="1885"/>
                  </a:lnTo>
                  <a:lnTo>
                    <a:pt x="0" y="2828"/>
                  </a:lnTo>
                  <a:lnTo>
                    <a:pt x="1885" y="2828"/>
                  </a:lnTo>
                  <a:lnTo>
                    <a:pt x="1885" y="4742"/>
                  </a:lnTo>
                  <a:lnTo>
                    <a:pt x="2827" y="4742"/>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13"/>
            <p:cNvSpPr/>
            <p:nvPr/>
          </p:nvSpPr>
          <p:spPr>
            <a:xfrm>
              <a:off x="7184425" y="5187675"/>
              <a:ext cx="119325" cy="118575"/>
            </a:xfrm>
            <a:custGeom>
              <a:rect b="b" l="l" r="r" t="t"/>
              <a:pathLst>
                <a:path extrusionOk="0" h="4743" w="4773">
                  <a:moveTo>
                    <a:pt x="1915" y="1"/>
                  </a:moveTo>
                  <a:lnTo>
                    <a:pt x="1915" y="1885"/>
                  </a:lnTo>
                  <a:lnTo>
                    <a:pt x="0" y="1885"/>
                  </a:lnTo>
                  <a:lnTo>
                    <a:pt x="0" y="2828"/>
                  </a:lnTo>
                  <a:lnTo>
                    <a:pt x="1915" y="2828"/>
                  </a:lnTo>
                  <a:lnTo>
                    <a:pt x="1915" y="4743"/>
                  </a:lnTo>
                  <a:lnTo>
                    <a:pt x="2857" y="4743"/>
                  </a:lnTo>
                  <a:lnTo>
                    <a:pt x="2857" y="2828"/>
                  </a:lnTo>
                  <a:lnTo>
                    <a:pt x="4772" y="2828"/>
                  </a:lnTo>
                  <a:lnTo>
                    <a:pt x="4772" y="1885"/>
                  </a:lnTo>
                  <a:lnTo>
                    <a:pt x="2857" y="1885"/>
                  </a:lnTo>
                  <a:lnTo>
                    <a:pt x="285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13"/>
            <p:cNvSpPr/>
            <p:nvPr/>
          </p:nvSpPr>
          <p:spPr>
            <a:xfrm>
              <a:off x="7184425" y="4994675"/>
              <a:ext cx="119325" cy="119325"/>
            </a:xfrm>
            <a:custGeom>
              <a:rect b="b" l="l" r="r" t="t"/>
              <a:pathLst>
                <a:path extrusionOk="0" h="4773" w="4773">
                  <a:moveTo>
                    <a:pt x="1915" y="0"/>
                  </a:moveTo>
                  <a:lnTo>
                    <a:pt x="1915" y="1915"/>
                  </a:lnTo>
                  <a:lnTo>
                    <a:pt x="0" y="1915"/>
                  </a:lnTo>
                  <a:lnTo>
                    <a:pt x="0" y="2858"/>
                  </a:lnTo>
                  <a:lnTo>
                    <a:pt x="1915" y="2858"/>
                  </a:lnTo>
                  <a:lnTo>
                    <a:pt x="1915" y="4772"/>
                  </a:lnTo>
                  <a:lnTo>
                    <a:pt x="2857" y="4772"/>
                  </a:lnTo>
                  <a:lnTo>
                    <a:pt x="2857" y="2858"/>
                  </a:lnTo>
                  <a:lnTo>
                    <a:pt x="4772" y="2858"/>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13"/>
            <p:cNvSpPr/>
            <p:nvPr/>
          </p:nvSpPr>
          <p:spPr>
            <a:xfrm>
              <a:off x="7184425" y="4802425"/>
              <a:ext cx="119325" cy="119325"/>
            </a:xfrm>
            <a:custGeom>
              <a:rect b="b" l="l" r="r" t="t"/>
              <a:pathLst>
                <a:path extrusionOk="0" h="4773" w="4773">
                  <a:moveTo>
                    <a:pt x="1915" y="0"/>
                  </a:moveTo>
                  <a:lnTo>
                    <a:pt x="1915" y="1915"/>
                  </a:lnTo>
                  <a:lnTo>
                    <a:pt x="0" y="1915"/>
                  </a:lnTo>
                  <a:lnTo>
                    <a:pt x="0" y="2857"/>
                  </a:lnTo>
                  <a:lnTo>
                    <a:pt x="1915" y="2857"/>
                  </a:lnTo>
                  <a:lnTo>
                    <a:pt x="1915" y="4772"/>
                  </a:lnTo>
                  <a:lnTo>
                    <a:pt x="2857" y="4772"/>
                  </a:lnTo>
                  <a:lnTo>
                    <a:pt x="2857" y="2857"/>
                  </a:lnTo>
                  <a:lnTo>
                    <a:pt x="4772" y="2857"/>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13"/>
            <p:cNvSpPr/>
            <p:nvPr/>
          </p:nvSpPr>
          <p:spPr>
            <a:xfrm>
              <a:off x="7184425" y="4610175"/>
              <a:ext cx="119325" cy="118550"/>
            </a:xfrm>
            <a:custGeom>
              <a:rect b="b" l="l" r="r" t="t"/>
              <a:pathLst>
                <a:path extrusionOk="0" h="4742" w="4773">
                  <a:moveTo>
                    <a:pt x="1915" y="0"/>
                  </a:moveTo>
                  <a:lnTo>
                    <a:pt x="1915" y="1915"/>
                  </a:lnTo>
                  <a:lnTo>
                    <a:pt x="0" y="1915"/>
                  </a:lnTo>
                  <a:lnTo>
                    <a:pt x="0" y="2857"/>
                  </a:lnTo>
                  <a:lnTo>
                    <a:pt x="1915" y="2857"/>
                  </a:lnTo>
                  <a:lnTo>
                    <a:pt x="1915" y="4742"/>
                  </a:lnTo>
                  <a:lnTo>
                    <a:pt x="2857" y="4742"/>
                  </a:lnTo>
                  <a:lnTo>
                    <a:pt x="2857" y="2857"/>
                  </a:lnTo>
                  <a:lnTo>
                    <a:pt x="4772" y="2857"/>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13"/>
            <p:cNvSpPr/>
            <p:nvPr/>
          </p:nvSpPr>
          <p:spPr>
            <a:xfrm>
              <a:off x="7184425" y="4417925"/>
              <a:ext cx="119325" cy="118550"/>
            </a:xfrm>
            <a:custGeom>
              <a:rect b="b" l="l" r="r" t="t"/>
              <a:pathLst>
                <a:path extrusionOk="0" h="4742" w="4773">
                  <a:moveTo>
                    <a:pt x="1915" y="0"/>
                  </a:moveTo>
                  <a:lnTo>
                    <a:pt x="1915" y="1915"/>
                  </a:lnTo>
                  <a:lnTo>
                    <a:pt x="0" y="1915"/>
                  </a:lnTo>
                  <a:lnTo>
                    <a:pt x="0" y="2857"/>
                  </a:lnTo>
                  <a:lnTo>
                    <a:pt x="1915" y="2857"/>
                  </a:lnTo>
                  <a:lnTo>
                    <a:pt x="1915" y="4742"/>
                  </a:lnTo>
                  <a:lnTo>
                    <a:pt x="2857" y="4742"/>
                  </a:lnTo>
                  <a:lnTo>
                    <a:pt x="2857" y="2857"/>
                  </a:lnTo>
                  <a:lnTo>
                    <a:pt x="4772" y="2857"/>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13"/>
            <p:cNvSpPr/>
            <p:nvPr/>
          </p:nvSpPr>
          <p:spPr>
            <a:xfrm>
              <a:off x="7184425" y="4225675"/>
              <a:ext cx="119325" cy="118550"/>
            </a:xfrm>
            <a:custGeom>
              <a:rect b="b" l="l" r="r" t="t"/>
              <a:pathLst>
                <a:path extrusionOk="0" h="4742" w="4773">
                  <a:moveTo>
                    <a:pt x="1915" y="0"/>
                  </a:moveTo>
                  <a:lnTo>
                    <a:pt x="1915" y="1885"/>
                  </a:lnTo>
                  <a:lnTo>
                    <a:pt x="0" y="1885"/>
                  </a:lnTo>
                  <a:lnTo>
                    <a:pt x="0" y="2857"/>
                  </a:lnTo>
                  <a:lnTo>
                    <a:pt x="1915" y="2857"/>
                  </a:lnTo>
                  <a:lnTo>
                    <a:pt x="1915" y="4742"/>
                  </a:lnTo>
                  <a:lnTo>
                    <a:pt x="2857" y="4742"/>
                  </a:lnTo>
                  <a:lnTo>
                    <a:pt x="2857" y="2857"/>
                  </a:lnTo>
                  <a:lnTo>
                    <a:pt x="4772" y="2857"/>
                  </a:lnTo>
                  <a:lnTo>
                    <a:pt x="4772" y="1885"/>
                  </a:lnTo>
                  <a:lnTo>
                    <a:pt x="2857" y="188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13"/>
            <p:cNvSpPr/>
            <p:nvPr/>
          </p:nvSpPr>
          <p:spPr>
            <a:xfrm>
              <a:off x="7184425" y="4033400"/>
              <a:ext cx="119325" cy="118575"/>
            </a:xfrm>
            <a:custGeom>
              <a:rect b="b" l="l" r="r" t="t"/>
              <a:pathLst>
                <a:path extrusionOk="0" h="4743" w="4773">
                  <a:moveTo>
                    <a:pt x="1915" y="1"/>
                  </a:moveTo>
                  <a:lnTo>
                    <a:pt x="1915" y="1885"/>
                  </a:lnTo>
                  <a:lnTo>
                    <a:pt x="0" y="1885"/>
                  </a:lnTo>
                  <a:lnTo>
                    <a:pt x="0" y="2828"/>
                  </a:lnTo>
                  <a:lnTo>
                    <a:pt x="1915" y="2828"/>
                  </a:lnTo>
                  <a:lnTo>
                    <a:pt x="1915" y="4743"/>
                  </a:lnTo>
                  <a:lnTo>
                    <a:pt x="2857" y="4743"/>
                  </a:lnTo>
                  <a:lnTo>
                    <a:pt x="2857" y="2828"/>
                  </a:lnTo>
                  <a:lnTo>
                    <a:pt x="4772" y="2828"/>
                  </a:lnTo>
                  <a:lnTo>
                    <a:pt x="4772" y="1885"/>
                  </a:lnTo>
                  <a:lnTo>
                    <a:pt x="2857" y="1885"/>
                  </a:lnTo>
                  <a:lnTo>
                    <a:pt x="285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13"/>
            <p:cNvSpPr/>
            <p:nvPr/>
          </p:nvSpPr>
          <p:spPr>
            <a:xfrm>
              <a:off x="7184425" y="3841150"/>
              <a:ext cx="119325" cy="118575"/>
            </a:xfrm>
            <a:custGeom>
              <a:rect b="b" l="l" r="r" t="t"/>
              <a:pathLst>
                <a:path extrusionOk="0" h="4743" w="4773">
                  <a:moveTo>
                    <a:pt x="1915" y="1"/>
                  </a:moveTo>
                  <a:lnTo>
                    <a:pt x="1915" y="1885"/>
                  </a:lnTo>
                  <a:lnTo>
                    <a:pt x="0" y="1885"/>
                  </a:lnTo>
                  <a:lnTo>
                    <a:pt x="0" y="2828"/>
                  </a:lnTo>
                  <a:lnTo>
                    <a:pt x="1915" y="2828"/>
                  </a:lnTo>
                  <a:lnTo>
                    <a:pt x="1915" y="4743"/>
                  </a:lnTo>
                  <a:lnTo>
                    <a:pt x="2857" y="4743"/>
                  </a:lnTo>
                  <a:lnTo>
                    <a:pt x="2857" y="2828"/>
                  </a:lnTo>
                  <a:lnTo>
                    <a:pt x="4772" y="2828"/>
                  </a:lnTo>
                  <a:lnTo>
                    <a:pt x="4772" y="1885"/>
                  </a:lnTo>
                  <a:lnTo>
                    <a:pt x="2857" y="1885"/>
                  </a:lnTo>
                  <a:lnTo>
                    <a:pt x="285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13"/>
            <p:cNvSpPr/>
            <p:nvPr/>
          </p:nvSpPr>
          <p:spPr>
            <a:xfrm>
              <a:off x="7184425" y="3648900"/>
              <a:ext cx="119325" cy="118575"/>
            </a:xfrm>
            <a:custGeom>
              <a:rect b="b" l="l" r="r" t="t"/>
              <a:pathLst>
                <a:path extrusionOk="0" h="4743" w="4773">
                  <a:moveTo>
                    <a:pt x="1915" y="1"/>
                  </a:moveTo>
                  <a:lnTo>
                    <a:pt x="1915" y="1885"/>
                  </a:lnTo>
                  <a:lnTo>
                    <a:pt x="0" y="1885"/>
                  </a:lnTo>
                  <a:lnTo>
                    <a:pt x="0" y="2828"/>
                  </a:lnTo>
                  <a:lnTo>
                    <a:pt x="1915" y="2828"/>
                  </a:lnTo>
                  <a:lnTo>
                    <a:pt x="1915" y="4742"/>
                  </a:lnTo>
                  <a:lnTo>
                    <a:pt x="2857" y="4742"/>
                  </a:lnTo>
                  <a:lnTo>
                    <a:pt x="2857" y="2828"/>
                  </a:lnTo>
                  <a:lnTo>
                    <a:pt x="4772" y="2828"/>
                  </a:lnTo>
                  <a:lnTo>
                    <a:pt x="4772" y="1885"/>
                  </a:lnTo>
                  <a:lnTo>
                    <a:pt x="2857" y="1885"/>
                  </a:lnTo>
                  <a:lnTo>
                    <a:pt x="285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13"/>
            <p:cNvSpPr/>
            <p:nvPr/>
          </p:nvSpPr>
          <p:spPr>
            <a:xfrm>
              <a:off x="6601575" y="3455900"/>
              <a:ext cx="118575" cy="119325"/>
            </a:xfrm>
            <a:custGeom>
              <a:rect b="b" l="l" r="r" t="t"/>
              <a:pathLst>
                <a:path extrusionOk="0" h="4773" w="4743">
                  <a:moveTo>
                    <a:pt x="1885" y="0"/>
                  </a:moveTo>
                  <a:lnTo>
                    <a:pt x="1885" y="1915"/>
                  </a:lnTo>
                  <a:lnTo>
                    <a:pt x="1" y="1915"/>
                  </a:lnTo>
                  <a:lnTo>
                    <a:pt x="1" y="2857"/>
                  </a:lnTo>
                  <a:lnTo>
                    <a:pt x="1885" y="2857"/>
                  </a:lnTo>
                  <a:lnTo>
                    <a:pt x="1885" y="4772"/>
                  </a:lnTo>
                  <a:lnTo>
                    <a:pt x="2827" y="477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13"/>
            <p:cNvSpPr/>
            <p:nvPr/>
          </p:nvSpPr>
          <p:spPr>
            <a:xfrm>
              <a:off x="6796100" y="3455900"/>
              <a:ext cx="118575" cy="119325"/>
            </a:xfrm>
            <a:custGeom>
              <a:rect b="b" l="l" r="r" t="t"/>
              <a:pathLst>
                <a:path extrusionOk="0" h="4773" w="4743">
                  <a:moveTo>
                    <a:pt x="1885" y="0"/>
                  </a:moveTo>
                  <a:lnTo>
                    <a:pt x="1885" y="1915"/>
                  </a:lnTo>
                  <a:lnTo>
                    <a:pt x="1" y="1915"/>
                  </a:lnTo>
                  <a:lnTo>
                    <a:pt x="1" y="2857"/>
                  </a:lnTo>
                  <a:lnTo>
                    <a:pt x="1885" y="2857"/>
                  </a:lnTo>
                  <a:lnTo>
                    <a:pt x="1885" y="4772"/>
                  </a:lnTo>
                  <a:lnTo>
                    <a:pt x="2828" y="4772"/>
                  </a:lnTo>
                  <a:lnTo>
                    <a:pt x="2828" y="2857"/>
                  </a:lnTo>
                  <a:lnTo>
                    <a:pt x="4743" y="2857"/>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13"/>
            <p:cNvSpPr/>
            <p:nvPr/>
          </p:nvSpPr>
          <p:spPr>
            <a:xfrm>
              <a:off x="6990650" y="3455900"/>
              <a:ext cx="118550" cy="119325"/>
            </a:xfrm>
            <a:custGeom>
              <a:rect b="b" l="l" r="r" t="t"/>
              <a:pathLst>
                <a:path extrusionOk="0" h="4773" w="4742">
                  <a:moveTo>
                    <a:pt x="1885" y="0"/>
                  </a:moveTo>
                  <a:lnTo>
                    <a:pt x="1885" y="1915"/>
                  </a:lnTo>
                  <a:lnTo>
                    <a:pt x="0" y="1915"/>
                  </a:lnTo>
                  <a:lnTo>
                    <a:pt x="0" y="2857"/>
                  </a:lnTo>
                  <a:lnTo>
                    <a:pt x="1885" y="2857"/>
                  </a:lnTo>
                  <a:lnTo>
                    <a:pt x="1885" y="4772"/>
                  </a:lnTo>
                  <a:lnTo>
                    <a:pt x="2827" y="477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13"/>
            <p:cNvSpPr/>
            <p:nvPr/>
          </p:nvSpPr>
          <p:spPr>
            <a:xfrm>
              <a:off x="7184425" y="3455900"/>
              <a:ext cx="119325" cy="119325"/>
            </a:xfrm>
            <a:custGeom>
              <a:rect b="b" l="l" r="r" t="t"/>
              <a:pathLst>
                <a:path extrusionOk="0" h="4773" w="4773">
                  <a:moveTo>
                    <a:pt x="1915" y="0"/>
                  </a:moveTo>
                  <a:lnTo>
                    <a:pt x="1915" y="1915"/>
                  </a:lnTo>
                  <a:lnTo>
                    <a:pt x="0" y="1915"/>
                  </a:lnTo>
                  <a:lnTo>
                    <a:pt x="0" y="2857"/>
                  </a:lnTo>
                  <a:lnTo>
                    <a:pt x="1915" y="2857"/>
                  </a:lnTo>
                  <a:lnTo>
                    <a:pt x="1915" y="4772"/>
                  </a:lnTo>
                  <a:lnTo>
                    <a:pt x="2857" y="4772"/>
                  </a:lnTo>
                  <a:lnTo>
                    <a:pt x="2857" y="2857"/>
                  </a:lnTo>
                  <a:lnTo>
                    <a:pt x="4772" y="2857"/>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5" name="Google Shape;1965;p13"/>
          <p:cNvGrpSpPr/>
          <p:nvPr/>
        </p:nvGrpSpPr>
        <p:grpSpPr>
          <a:xfrm>
            <a:off x="6032802" y="-234410"/>
            <a:ext cx="812240" cy="779010"/>
            <a:chOff x="76650" y="3861300"/>
            <a:chExt cx="1531950" cy="1469275"/>
          </a:xfrm>
        </p:grpSpPr>
        <p:sp>
          <p:nvSpPr>
            <p:cNvPr id="1966" name="Google Shape;1966;p13"/>
            <p:cNvSpPr/>
            <p:nvPr/>
          </p:nvSpPr>
          <p:spPr>
            <a:xfrm>
              <a:off x="76650" y="3861300"/>
              <a:ext cx="1513725" cy="1379225"/>
            </a:xfrm>
            <a:custGeom>
              <a:rect b="b" l="l" r="r" t="t"/>
              <a:pathLst>
                <a:path extrusionOk="0" h="55169" w="60549">
                  <a:moveTo>
                    <a:pt x="30289" y="0"/>
                  </a:moveTo>
                  <a:cubicBezTo>
                    <a:pt x="23230" y="0"/>
                    <a:pt x="16171" y="2690"/>
                    <a:pt x="10791" y="8070"/>
                  </a:cubicBezTo>
                  <a:cubicBezTo>
                    <a:pt x="0" y="18861"/>
                    <a:pt x="0" y="36308"/>
                    <a:pt x="10791" y="47098"/>
                  </a:cubicBezTo>
                  <a:cubicBezTo>
                    <a:pt x="16171" y="52478"/>
                    <a:pt x="23230" y="55168"/>
                    <a:pt x="30289" y="55168"/>
                  </a:cubicBezTo>
                  <a:cubicBezTo>
                    <a:pt x="37349" y="55168"/>
                    <a:pt x="44408" y="52478"/>
                    <a:pt x="49788" y="47098"/>
                  </a:cubicBezTo>
                  <a:cubicBezTo>
                    <a:pt x="60548" y="36308"/>
                    <a:pt x="60548" y="18861"/>
                    <a:pt x="49788" y="8070"/>
                  </a:cubicBezTo>
                  <a:cubicBezTo>
                    <a:pt x="44408" y="2690"/>
                    <a:pt x="37349" y="0"/>
                    <a:pt x="30289" y="0"/>
                  </a:cubicBezTo>
                  <a:close/>
                </a:path>
              </a:pathLst>
            </a:custGeom>
            <a:solidFill>
              <a:srgbClr val="96A8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13"/>
            <p:cNvSpPr/>
            <p:nvPr/>
          </p:nvSpPr>
          <p:spPr>
            <a:xfrm>
              <a:off x="919350" y="4640575"/>
              <a:ext cx="689250" cy="690000"/>
            </a:xfrm>
            <a:custGeom>
              <a:rect b="b" l="l" r="r" t="t"/>
              <a:pathLst>
                <a:path extrusionOk="0" fill="none" h="27600" w="27570">
                  <a:moveTo>
                    <a:pt x="27570" y="0"/>
                  </a:moveTo>
                  <a:cubicBezTo>
                    <a:pt x="27570" y="15228"/>
                    <a:pt x="15229" y="27599"/>
                    <a:pt x="1" y="27599"/>
                  </a:cubicBezTo>
                </a:path>
              </a:pathLst>
            </a:custGeom>
            <a:noFill/>
            <a:ln cap="flat" cmpd="sng" w="66875">
              <a:solidFill>
                <a:srgbClr val="E4BEB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_2">
    <p:spTree>
      <p:nvGrpSpPr>
        <p:cNvPr id="1968" name="Shape 1968"/>
        <p:cNvGrpSpPr/>
        <p:nvPr/>
      </p:nvGrpSpPr>
      <p:grpSpPr>
        <a:xfrm>
          <a:off x="0" y="0"/>
          <a:ext cx="0" cy="0"/>
          <a:chOff x="0" y="0"/>
          <a:chExt cx="0" cy="0"/>
        </a:xfrm>
      </p:grpSpPr>
      <p:sp>
        <p:nvSpPr>
          <p:cNvPr id="1969" name="Google Shape;1969;p14"/>
          <p:cNvSpPr txBox="1"/>
          <p:nvPr>
            <p:ph type="title"/>
          </p:nvPr>
        </p:nvSpPr>
        <p:spPr>
          <a:xfrm>
            <a:off x="715100" y="445025"/>
            <a:ext cx="77139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1970" name="Google Shape;1970;p14"/>
          <p:cNvGrpSpPr/>
          <p:nvPr/>
        </p:nvGrpSpPr>
        <p:grpSpPr>
          <a:xfrm rot="2250370">
            <a:off x="-1959433" y="3702961"/>
            <a:ext cx="4568756" cy="2881735"/>
            <a:chOff x="2975000" y="20825"/>
            <a:chExt cx="3963625" cy="2500050"/>
          </a:xfrm>
        </p:grpSpPr>
        <p:sp>
          <p:nvSpPr>
            <p:cNvPr id="1971" name="Google Shape;1971;p14"/>
            <p:cNvSpPr/>
            <p:nvPr/>
          </p:nvSpPr>
          <p:spPr>
            <a:xfrm>
              <a:off x="2975000" y="442550"/>
              <a:ext cx="3962850" cy="2078325"/>
            </a:xfrm>
            <a:custGeom>
              <a:rect b="b" l="l" r="r" t="t"/>
              <a:pathLst>
                <a:path extrusionOk="0" fill="none" h="83133" w="158514">
                  <a:moveTo>
                    <a:pt x="0" y="1"/>
                  </a:moveTo>
                  <a:cubicBezTo>
                    <a:pt x="4347" y="3071"/>
                    <a:pt x="9423" y="6171"/>
                    <a:pt x="12797" y="10122"/>
                  </a:cubicBezTo>
                  <a:cubicBezTo>
                    <a:pt x="18025" y="16232"/>
                    <a:pt x="11095" y="25411"/>
                    <a:pt x="18298" y="31369"/>
                  </a:cubicBezTo>
                  <a:cubicBezTo>
                    <a:pt x="23952" y="36050"/>
                    <a:pt x="23982" y="41612"/>
                    <a:pt x="23283" y="48269"/>
                  </a:cubicBezTo>
                  <a:cubicBezTo>
                    <a:pt x="22706" y="53497"/>
                    <a:pt x="22463" y="62494"/>
                    <a:pt x="29028" y="64044"/>
                  </a:cubicBezTo>
                  <a:cubicBezTo>
                    <a:pt x="35776" y="65655"/>
                    <a:pt x="41186" y="60913"/>
                    <a:pt x="45624" y="56567"/>
                  </a:cubicBezTo>
                  <a:cubicBezTo>
                    <a:pt x="51855" y="50457"/>
                    <a:pt x="63466" y="46202"/>
                    <a:pt x="71825" y="49515"/>
                  </a:cubicBezTo>
                  <a:cubicBezTo>
                    <a:pt x="79211" y="52463"/>
                    <a:pt x="89728" y="48421"/>
                    <a:pt x="96598" y="51430"/>
                  </a:cubicBezTo>
                  <a:cubicBezTo>
                    <a:pt x="100762" y="53284"/>
                    <a:pt x="101035" y="58390"/>
                    <a:pt x="102343" y="62646"/>
                  </a:cubicBezTo>
                  <a:cubicBezTo>
                    <a:pt x="104197" y="68603"/>
                    <a:pt x="108938" y="75564"/>
                    <a:pt x="114106" y="78482"/>
                  </a:cubicBezTo>
                  <a:cubicBezTo>
                    <a:pt x="122343" y="83132"/>
                    <a:pt x="130914" y="70610"/>
                    <a:pt x="138909" y="69151"/>
                  </a:cubicBezTo>
                  <a:cubicBezTo>
                    <a:pt x="145474" y="67935"/>
                    <a:pt x="152435" y="73892"/>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14"/>
            <p:cNvSpPr/>
            <p:nvPr/>
          </p:nvSpPr>
          <p:spPr>
            <a:xfrm>
              <a:off x="2975000" y="442550"/>
              <a:ext cx="3962850" cy="2057800"/>
            </a:xfrm>
            <a:custGeom>
              <a:rect b="b" l="l" r="r" t="t"/>
              <a:pathLst>
                <a:path extrusionOk="0" fill="none" h="82312" w="158514">
                  <a:moveTo>
                    <a:pt x="0" y="1"/>
                  </a:moveTo>
                  <a:cubicBezTo>
                    <a:pt x="4408" y="3040"/>
                    <a:pt x="9392" y="6049"/>
                    <a:pt x="13040" y="9879"/>
                  </a:cubicBezTo>
                  <a:cubicBezTo>
                    <a:pt x="18602" y="15654"/>
                    <a:pt x="11733" y="24955"/>
                    <a:pt x="18694" y="30609"/>
                  </a:cubicBezTo>
                  <a:cubicBezTo>
                    <a:pt x="24408" y="35259"/>
                    <a:pt x="25077" y="40153"/>
                    <a:pt x="24317" y="46901"/>
                  </a:cubicBezTo>
                  <a:cubicBezTo>
                    <a:pt x="23739" y="52129"/>
                    <a:pt x="23131" y="61248"/>
                    <a:pt x="29849" y="62919"/>
                  </a:cubicBezTo>
                  <a:cubicBezTo>
                    <a:pt x="36870" y="64652"/>
                    <a:pt x="41794" y="59606"/>
                    <a:pt x="46627" y="55503"/>
                  </a:cubicBezTo>
                  <a:cubicBezTo>
                    <a:pt x="53557" y="49606"/>
                    <a:pt x="63983" y="44712"/>
                    <a:pt x="72798" y="48634"/>
                  </a:cubicBezTo>
                  <a:cubicBezTo>
                    <a:pt x="80123" y="51886"/>
                    <a:pt x="90245" y="48208"/>
                    <a:pt x="97266" y="51187"/>
                  </a:cubicBezTo>
                  <a:cubicBezTo>
                    <a:pt x="101522" y="52980"/>
                    <a:pt x="101674" y="58026"/>
                    <a:pt x="102890" y="62251"/>
                  </a:cubicBezTo>
                  <a:cubicBezTo>
                    <a:pt x="104561" y="68087"/>
                    <a:pt x="109303" y="75078"/>
                    <a:pt x="114440" y="77844"/>
                  </a:cubicBezTo>
                  <a:cubicBezTo>
                    <a:pt x="122799" y="82312"/>
                    <a:pt x="131097" y="70032"/>
                    <a:pt x="139243" y="68877"/>
                  </a:cubicBezTo>
                  <a:cubicBezTo>
                    <a:pt x="145656" y="67935"/>
                    <a:pt x="152495" y="73771"/>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14"/>
            <p:cNvSpPr/>
            <p:nvPr/>
          </p:nvSpPr>
          <p:spPr>
            <a:xfrm>
              <a:off x="2975000" y="442550"/>
              <a:ext cx="3962850" cy="2035775"/>
            </a:xfrm>
            <a:custGeom>
              <a:rect b="b" l="l" r="r" t="t"/>
              <a:pathLst>
                <a:path extrusionOk="0" fill="none" h="81431" w="158514">
                  <a:moveTo>
                    <a:pt x="0" y="1"/>
                  </a:moveTo>
                  <a:cubicBezTo>
                    <a:pt x="4468" y="3040"/>
                    <a:pt x="9362" y="5958"/>
                    <a:pt x="13313" y="9606"/>
                  </a:cubicBezTo>
                  <a:cubicBezTo>
                    <a:pt x="19210" y="15077"/>
                    <a:pt x="12432" y="24469"/>
                    <a:pt x="19089" y="29849"/>
                  </a:cubicBezTo>
                  <a:cubicBezTo>
                    <a:pt x="24803" y="34469"/>
                    <a:pt x="26019" y="38694"/>
                    <a:pt x="25350" y="45564"/>
                  </a:cubicBezTo>
                  <a:cubicBezTo>
                    <a:pt x="24833" y="50822"/>
                    <a:pt x="23739" y="60001"/>
                    <a:pt x="30609" y="61795"/>
                  </a:cubicBezTo>
                  <a:cubicBezTo>
                    <a:pt x="37691" y="63649"/>
                    <a:pt x="42797" y="58299"/>
                    <a:pt x="47813" y="54378"/>
                  </a:cubicBezTo>
                  <a:cubicBezTo>
                    <a:pt x="55989" y="47995"/>
                    <a:pt x="63345" y="43375"/>
                    <a:pt x="73801" y="47752"/>
                  </a:cubicBezTo>
                  <a:cubicBezTo>
                    <a:pt x="81704" y="51065"/>
                    <a:pt x="90762" y="48026"/>
                    <a:pt x="97966" y="50944"/>
                  </a:cubicBezTo>
                  <a:cubicBezTo>
                    <a:pt x="102282" y="52707"/>
                    <a:pt x="102343" y="57631"/>
                    <a:pt x="103437" y="61825"/>
                  </a:cubicBezTo>
                  <a:cubicBezTo>
                    <a:pt x="104957" y="67570"/>
                    <a:pt x="109637" y="74531"/>
                    <a:pt x="114774" y="77145"/>
                  </a:cubicBezTo>
                  <a:cubicBezTo>
                    <a:pt x="123285" y="81430"/>
                    <a:pt x="131310" y="69454"/>
                    <a:pt x="139577" y="68573"/>
                  </a:cubicBezTo>
                  <a:cubicBezTo>
                    <a:pt x="145869" y="67904"/>
                    <a:pt x="152587" y="73649"/>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14"/>
            <p:cNvSpPr/>
            <p:nvPr/>
          </p:nvSpPr>
          <p:spPr>
            <a:xfrm>
              <a:off x="2975000" y="442550"/>
              <a:ext cx="3962850" cy="2014500"/>
            </a:xfrm>
            <a:custGeom>
              <a:rect b="b" l="l" r="r" t="t"/>
              <a:pathLst>
                <a:path extrusionOk="0" fill="none" h="80580" w="158514">
                  <a:moveTo>
                    <a:pt x="0" y="1"/>
                  </a:moveTo>
                  <a:cubicBezTo>
                    <a:pt x="4560" y="3010"/>
                    <a:pt x="9392" y="5897"/>
                    <a:pt x="13526" y="9393"/>
                  </a:cubicBezTo>
                  <a:cubicBezTo>
                    <a:pt x="19666" y="14469"/>
                    <a:pt x="13162" y="23952"/>
                    <a:pt x="19484" y="29150"/>
                  </a:cubicBezTo>
                  <a:cubicBezTo>
                    <a:pt x="24560" y="33314"/>
                    <a:pt x="27235" y="37509"/>
                    <a:pt x="26323" y="44348"/>
                  </a:cubicBezTo>
                  <a:cubicBezTo>
                    <a:pt x="25563" y="49728"/>
                    <a:pt x="24317" y="58846"/>
                    <a:pt x="31308" y="60792"/>
                  </a:cubicBezTo>
                  <a:cubicBezTo>
                    <a:pt x="38390" y="62737"/>
                    <a:pt x="43770" y="57296"/>
                    <a:pt x="48998" y="53375"/>
                  </a:cubicBezTo>
                  <a:cubicBezTo>
                    <a:pt x="57813" y="46688"/>
                    <a:pt x="63892" y="42129"/>
                    <a:pt x="74743" y="47023"/>
                  </a:cubicBezTo>
                  <a:cubicBezTo>
                    <a:pt x="82433" y="50488"/>
                    <a:pt x="91248" y="47995"/>
                    <a:pt x="98604" y="50761"/>
                  </a:cubicBezTo>
                  <a:cubicBezTo>
                    <a:pt x="103042" y="52372"/>
                    <a:pt x="103011" y="57266"/>
                    <a:pt x="104014" y="61430"/>
                  </a:cubicBezTo>
                  <a:cubicBezTo>
                    <a:pt x="105382" y="67084"/>
                    <a:pt x="109941" y="74014"/>
                    <a:pt x="115109" y="76445"/>
                  </a:cubicBezTo>
                  <a:cubicBezTo>
                    <a:pt x="123802" y="80579"/>
                    <a:pt x="132100" y="68299"/>
                    <a:pt x="139912" y="68330"/>
                  </a:cubicBezTo>
                  <a:cubicBezTo>
                    <a:pt x="144927" y="68330"/>
                    <a:pt x="153529" y="7331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14"/>
            <p:cNvSpPr/>
            <p:nvPr/>
          </p:nvSpPr>
          <p:spPr>
            <a:xfrm>
              <a:off x="2975000" y="442550"/>
              <a:ext cx="3962850" cy="1991700"/>
            </a:xfrm>
            <a:custGeom>
              <a:rect b="b" l="l" r="r" t="t"/>
              <a:pathLst>
                <a:path extrusionOk="0" fill="none" h="79668" w="158514">
                  <a:moveTo>
                    <a:pt x="0" y="1"/>
                  </a:moveTo>
                  <a:cubicBezTo>
                    <a:pt x="4590" y="3010"/>
                    <a:pt x="9484" y="5897"/>
                    <a:pt x="13769" y="9119"/>
                  </a:cubicBezTo>
                  <a:cubicBezTo>
                    <a:pt x="20122" y="13861"/>
                    <a:pt x="13952" y="23344"/>
                    <a:pt x="19879" y="28360"/>
                  </a:cubicBezTo>
                  <a:cubicBezTo>
                    <a:pt x="24651" y="32402"/>
                    <a:pt x="28055" y="36475"/>
                    <a:pt x="27265" y="43102"/>
                  </a:cubicBezTo>
                  <a:cubicBezTo>
                    <a:pt x="26627" y="48482"/>
                    <a:pt x="24985" y="57600"/>
                    <a:pt x="31946" y="59698"/>
                  </a:cubicBezTo>
                  <a:cubicBezTo>
                    <a:pt x="39028" y="61795"/>
                    <a:pt x="44955" y="56202"/>
                    <a:pt x="50183" y="52251"/>
                  </a:cubicBezTo>
                  <a:cubicBezTo>
                    <a:pt x="59424" y="45260"/>
                    <a:pt x="64561" y="40761"/>
                    <a:pt x="75746" y="46232"/>
                  </a:cubicBezTo>
                  <a:cubicBezTo>
                    <a:pt x="83315" y="49971"/>
                    <a:pt x="91795" y="47813"/>
                    <a:pt x="99273" y="50488"/>
                  </a:cubicBezTo>
                  <a:cubicBezTo>
                    <a:pt x="103832" y="52129"/>
                    <a:pt x="103619" y="56840"/>
                    <a:pt x="104653" y="61035"/>
                  </a:cubicBezTo>
                  <a:cubicBezTo>
                    <a:pt x="106051" y="66749"/>
                    <a:pt x="110124" y="73315"/>
                    <a:pt x="115443" y="75716"/>
                  </a:cubicBezTo>
                  <a:cubicBezTo>
                    <a:pt x="124227" y="79667"/>
                    <a:pt x="132039" y="67995"/>
                    <a:pt x="140246" y="68056"/>
                  </a:cubicBezTo>
                  <a:cubicBezTo>
                    <a:pt x="145535" y="68087"/>
                    <a:pt x="153377" y="7340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14"/>
            <p:cNvSpPr/>
            <p:nvPr/>
          </p:nvSpPr>
          <p:spPr>
            <a:xfrm>
              <a:off x="2975000" y="442550"/>
              <a:ext cx="3963625" cy="1968900"/>
            </a:xfrm>
            <a:custGeom>
              <a:rect b="b" l="l" r="r" t="t"/>
              <a:pathLst>
                <a:path extrusionOk="0" fill="none" h="78756" w="158545">
                  <a:moveTo>
                    <a:pt x="0" y="1"/>
                  </a:moveTo>
                  <a:cubicBezTo>
                    <a:pt x="4651" y="2979"/>
                    <a:pt x="9575" y="5867"/>
                    <a:pt x="14013" y="8876"/>
                  </a:cubicBezTo>
                  <a:cubicBezTo>
                    <a:pt x="20548" y="13283"/>
                    <a:pt x="14985" y="22706"/>
                    <a:pt x="20305" y="27539"/>
                  </a:cubicBezTo>
                  <a:cubicBezTo>
                    <a:pt x="24590" y="31430"/>
                    <a:pt x="28724" y="35715"/>
                    <a:pt x="28147" y="42007"/>
                  </a:cubicBezTo>
                  <a:cubicBezTo>
                    <a:pt x="27630" y="47296"/>
                    <a:pt x="25654" y="56445"/>
                    <a:pt x="32584" y="58664"/>
                  </a:cubicBezTo>
                  <a:cubicBezTo>
                    <a:pt x="39606" y="60913"/>
                    <a:pt x="46354" y="55077"/>
                    <a:pt x="51369" y="51096"/>
                  </a:cubicBezTo>
                  <a:cubicBezTo>
                    <a:pt x="60609" y="43770"/>
                    <a:pt x="65351" y="39576"/>
                    <a:pt x="76749" y="45594"/>
                  </a:cubicBezTo>
                  <a:cubicBezTo>
                    <a:pt x="84166" y="49515"/>
                    <a:pt x="92251" y="47722"/>
                    <a:pt x="99911" y="50275"/>
                  </a:cubicBezTo>
                  <a:cubicBezTo>
                    <a:pt x="104622" y="51855"/>
                    <a:pt x="104318" y="56445"/>
                    <a:pt x="105260" y="60609"/>
                  </a:cubicBezTo>
                  <a:cubicBezTo>
                    <a:pt x="106537" y="66324"/>
                    <a:pt x="110428" y="72676"/>
                    <a:pt x="115808" y="74956"/>
                  </a:cubicBezTo>
                  <a:cubicBezTo>
                    <a:pt x="124714" y="78756"/>
                    <a:pt x="132313" y="67418"/>
                    <a:pt x="140580" y="67813"/>
                  </a:cubicBezTo>
                  <a:cubicBezTo>
                    <a:pt x="145778" y="68056"/>
                    <a:pt x="153438" y="73315"/>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14"/>
            <p:cNvSpPr/>
            <p:nvPr/>
          </p:nvSpPr>
          <p:spPr>
            <a:xfrm>
              <a:off x="2975000" y="442550"/>
              <a:ext cx="3962850" cy="1919500"/>
            </a:xfrm>
            <a:custGeom>
              <a:rect b="b" l="l" r="r" t="t"/>
              <a:pathLst>
                <a:path extrusionOk="0" fill="none" h="76780" w="158514">
                  <a:moveTo>
                    <a:pt x="0" y="1"/>
                  </a:moveTo>
                  <a:cubicBezTo>
                    <a:pt x="4712" y="2949"/>
                    <a:pt x="9666" y="5776"/>
                    <a:pt x="14225" y="8633"/>
                  </a:cubicBezTo>
                  <a:cubicBezTo>
                    <a:pt x="20973" y="12797"/>
                    <a:pt x="16049" y="21977"/>
                    <a:pt x="20760" y="26718"/>
                  </a:cubicBezTo>
                  <a:cubicBezTo>
                    <a:pt x="24438" y="30396"/>
                    <a:pt x="29332" y="35168"/>
                    <a:pt x="28967" y="41004"/>
                  </a:cubicBezTo>
                  <a:cubicBezTo>
                    <a:pt x="28633" y="46202"/>
                    <a:pt x="26444" y="55381"/>
                    <a:pt x="33192" y="57661"/>
                  </a:cubicBezTo>
                  <a:cubicBezTo>
                    <a:pt x="40153" y="60032"/>
                    <a:pt x="47752" y="53953"/>
                    <a:pt x="52494" y="49880"/>
                  </a:cubicBezTo>
                  <a:cubicBezTo>
                    <a:pt x="61703" y="41977"/>
                    <a:pt x="66293" y="38633"/>
                    <a:pt x="77722" y="45016"/>
                  </a:cubicBezTo>
                  <a:cubicBezTo>
                    <a:pt x="84926" y="49059"/>
                    <a:pt x="92707" y="47722"/>
                    <a:pt x="100488" y="50093"/>
                  </a:cubicBezTo>
                  <a:cubicBezTo>
                    <a:pt x="105382" y="51582"/>
                    <a:pt x="104987" y="56080"/>
                    <a:pt x="105838" y="60245"/>
                  </a:cubicBezTo>
                  <a:cubicBezTo>
                    <a:pt x="107023" y="65898"/>
                    <a:pt x="111005" y="72676"/>
                    <a:pt x="116142" y="74227"/>
                  </a:cubicBezTo>
                  <a:cubicBezTo>
                    <a:pt x="124683" y="76780"/>
                    <a:pt x="132191" y="66901"/>
                    <a:pt x="140884" y="67570"/>
                  </a:cubicBezTo>
                  <a:cubicBezTo>
                    <a:pt x="145930" y="67965"/>
                    <a:pt x="153468" y="73224"/>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14"/>
            <p:cNvSpPr/>
            <p:nvPr/>
          </p:nvSpPr>
          <p:spPr>
            <a:xfrm>
              <a:off x="2975000" y="442550"/>
              <a:ext cx="3962100" cy="1896700"/>
            </a:xfrm>
            <a:custGeom>
              <a:rect b="b" l="l" r="r" t="t"/>
              <a:pathLst>
                <a:path extrusionOk="0" fill="none" h="75868" w="158484">
                  <a:moveTo>
                    <a:pt x="0" y="1"/>
                  </a:moveTo>
                  <a:cubicBezTo>
                    <a:pt x="4742" y="2949"/>
                    <a:pt x="9788" y="5441"/>
                    <a:pt x="14438" y="8359"/>
                  </a:cubicBezTo>
                  <a:cubicBezTo>
                    <a:pt x="21520" y="12797"/>
                    <a:pt x="16900" y="20852"/>
                    <a:pt x="21277" y="25837"/>
                  </a:cubicBezTo>
                  <a:cubicBezTo>
                    <a:pt x="24408" y="29424"/>
                    <a:pt x="29758" y="34652"/>
                    <a:pt x="29727" y="40123"/>
                  </a:cubicBezTo>
                  <a:cubicBezTo>
                    <a:pt x="29666" y="45229"/>
                    <a:pt x="27447" y="54014"/>
                    <a:pt x="33770" y="56658"/>
                  </a:cubicBezTo>
                  <a:cubicBezTo>
                    <a:pt x="40396" y="59394"/>
                    <a:pt x="49545" y="52433"/>
                    <a:pt x="53618" y="48542"/>
                  </a:cubicBezTo>
                  <a:cubicBezTo>
                    <a:pt x="62707" y="39788"/>
                    <a:pt x="67448" y="37904"/>
                    <a:pt x="78725" y="44530"/>
                  </a:cubicBezTo>
                  <a:cubicBezTo>
                    <a:pt x="85716" y="48664"/>
                    <a:pt x="93224" y="47722"/>
                    <a:pt x="101066" y="49910"/>
                  </a:cubicBezTo>
                  <a:cubicBezTo>
                    <a:pt x="106142" y="51308"/>
                    <a:pt x="105716" y="55685"/>
                    <a:pt x="106476" y="59849"/>
                  </a:cubicBezTo>
                  <a:cubicBezTo>
                    <a:pt x="107540" y="65503"/>
                    <a:pt x="111279" y="71977"/>
                    <a:pt x="116477" y="73467"/>
                  </a:cubicBezTo>
                  <a:cubicBezTo>
                    <a:pt x="124927" y="75868"/>
                    <a:pt x="132708" y="66354"/>
                    <a:pt x="141188" y="67357"/>
                  </a:cubicBezTo>
                  <a:cubicBezTo>
                    <a:pt x="146143" y="67935"/>
                    <a:pt x="153468" y="7313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14"/>
            <p:cNvSpPr/>
            <p:nvPr/>
          </p:nvSpPr>
          <p:spPr>
            <a:xfrm>
              <a:off x="2975000" y="442550"/>
              <a:ext cx="3962850" cy="1870875"/>
            </a:xfrm>
            <a:custGeom>
              <a:rect b="b" l="l" r="r" t="t"/>
              <a:pathLst>
                <a:path extrusionOk="0" fill="none" h="74835" w="158514">
                  <a:moveTo>
                    <a:pt x="0" y="1"/>
                  </a:moveTo>
                  <a:cubicBezTo>
                    <a:pt x="4803" y="2919"/>
                    <a:pt x="9848" y="5350"/>
                    <a:pt x="14651" y="8116"/>
                  </a:cubicBezTo>
                  <a:cubicBezTo>
                    <a:pt x="21946" y="12311"/>
                    <a:pt x="18086" y="19697"/>
                    <a:pt x="21885" y="24895"/>
                  </a:cubicBezTo>
                  <a:cubicBezTo>
                    <a:pt x="24590" y="28633"/>
                    <a:pt x="30031" y="34013"/>
                    <a:pt x="30396" y="39272"/>
                  </a:cubicBezTo>
                  <a:cubicBezTo>
                    <a:pt x="30791" y="44439"/>
                    <a:pt x="28299" y="52919"/>
                    <a:pt x="34439" y="55625"/>
                  </a:cubicBezTo>
                  <a:cubicBezTo>
                    <a:pt x="41186" y="58603"/>
                    <a:pt x="50670" y="51217"/>
                    <a:pt x="54712" y="47083"/>
                  </a:cubicBezTo>
                  <a:cubicBezTo>
                    <a:pt x="63892" y="37630"/>
                    <a:pt x="68542" y="37266"/>
                    <a:pt x="79789" y="44135"/>
                  </a:cubicBezTo>
                  <a:cubicBezTo>
                    <a:pt x="86476" y="48208"/>
                    <a:pt x="93984" y="47661"/>
                    <a:pt x="101674" y="49728"/>
                  </a:cubicBezTo>
                  <a:cubicBezTo>
                    <a:pt x="106932" y="51126"/>
                    <a:pt x="106416" y="55138"/>
                    <a:pt x="107145" y="59454"/>
                  </a:cubicBezTo>
                  <a:cubicBezTo>
                    <a:pt x="108057" y="64986"/>
                    <a:pt x="111552" y="71339"/>
                    <a:pt x="116872" y="72707"/>
                  </a:cubicBezTo>
                  <a:cubicBezTo>
                    <a:pt x="125322" y="74835"/>
                    <a:pt x="133285" y="65837"/>
                    <a:pt x="141523" y="67114"/>
                  </a:cubicBezTo>
                  <a:cubicBezTo>
                    <a:pt x="146386" y="67874"/>
                    <a:pt x="153559" y="73011"/>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14"/>
            <p:cNvSpPr/>
            <p:nvPr/>
          </p:nvSpPr>
          <p:spPr>
            <a:xfrm>
              <a:off x="2975000" y="442550"/>
              <a:ext cx="3962850" cy="1848075"/>
            </a:xfrm>
            <a:custGeom>
              <a:rect b="b" l="l" r="r" t="t"/>
              <a:pathLst>
                <a:path extrusionOk="0" fill="none" h="73923" w="158514">
                  <a:moveTo>
                    <a:pt x="0" y="1"/>
                  </a:moveTo>
                  <a:cubicBezTo>
                    <a:pt x="4833" y="2888"/>
                    <a:pt x="9909" y="5259"/>
                    <a:pt x="14864" y="7873"/>
                  </a:cubicBezTo>
                  <a:cubicBezTo>
                    <a:pt x="22219" y="11764"/>
                    <a:pt x="19301" y="18390"/>
                    <a:pt x="22584" y="23922"/>
                  </a:cubicBezTo>
                  <a:cubicBezTo>
                    <a:pt x="25046" y="28086"/>
                    <a:pt x="30092" y="33649"/>
                    <a:pt x="31004" y="38542"/>
                  </a:cubicBezTo>
                  <a:cubicBezTo>
                    <a:pt x="31855" y="43284"/>
                    <a:pt x="29150" y="51947"/>
                    <a:pt x="35107" y="54561"/>
                  </a:cubicBezTo>
                  <a:cubicBezTo>
                    <a:pt x="42250" y="57691"/>
                    <a:pt x="51673" y="50032"/>
                    <a:pt x="55746" y="45503"/>
                  </a:cubicBezTo>
                  <a:cubicBezTo>
                    <a:pt x="64834" y="35411"/>
                    <a:pt x="69941" y="36992"/>
                    <a:pt x="80822" y="43770"/>
                  </a:cubicBezTo>
                  <a:cubicBezTo>
                    <a:pt x="87205" y="47782"/>
                    <a:pt x="94683" y="47691"/>
                    <a:pt x="102191" y="49576"/>
                  </a:cubicBezTo>
                  <a:cubicBezTo>
                    <a:pt x="107571" y="50913"/>
                    <a:pt x="107145" y="54682"/>
                    <a:pt x="107783" y="59090"/>
                  </a:cubicBezTo>
                  <a:cubicBezTo>
                    <a:pt x="108604" y="64591"/>
                    <a:pt x="111826" y="70610"/>
                    <a:pt x="117236" y="71917"/>
                  </a:cubicBezTo>
                  <a:cubicBezTo>
                    <a:pt x="125504" y="73923"/>
                    <a:pt x="133863" y="65321"/>
                    <a:pt x="141827" y="66901"/>
                  </a:cubicBezTo>
                  <a:cubicBezTo>
                    <a:pt x="146599" y="67813"/>
                    <a:pt x="153620" y="7292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14"/>
            <p:cNvSpPr/>
            <p:nvPr/>
          </p:nvSpPr>
          <p:spPr>
            <a:xfrm>
              <a:off x="2975000" y="442550"/>
              <a:ext cx="3962100" cy="1826050"/>
            </a:xfrm>
            <a:custGeom>
              <a:rect b="b" l="l" r="r" t="t"/>
              <a:pathLst>
                <a:path extrusionOk="0" fill="none" h="73042" w="158484">
                  <a:moveTo>
                    <a:pt x="0" y="1"/>
                  </a:moveTo>
                  <a:cubicBezTo>
                    <a:pt x="4894" y="2858"/>
                    <a:pt x="10000" y="5168"/>
                    <a:pt x="15076" y="7630"/>
                  </a:cubicBezTo>
                  <a:cubicBezTo>
                    <a:pt x="22402" y="11217"/>
                    <a:pt x="20639" y="16992"/>
                    <a:pt x="23435" y="22980"/>
                  </a:cubicBezTo>
                  <a:cubicBezTo>
                    <a:pt x="25685" y="27813"/>
                    <a:pt x="29910" y="33041"/>
                    <a:pt x="31460" y="37934"/>
                  </a:cubicBezTo>
                  <a:cubicBezTo>
                    <a:pt x="32858" y="42372"/>
                    <a:pt x="29940" y="51096"/>
                    <a:pt x="35867" y="53558"/>
                  </a:cubicBezTo>
                  <a:cubicBezTo>
                    <a:pt x="43618" y="56749"/>
                    <a:pt x="52433" y="48937"/>
                    <a:pt x="56779" y="43831"/>
                  </a:cubicBezTo>
                  <a:cubicBezTo>
                    <a:pt x="65746" y="33314"/>
                    <a:pt x="71552" y="36901"/>
                    <a:pt x="81886" y="43466"/>
                  </a:cubicBezTo>
                  <a:cubicBezTo>
                    <a:pt x="87965" y="47327"/>
                    <a:pt x="95412" y="47752"/>
                    <a:pt x="102707" y="49454"/>
                  </a:cubicBezTo>
                  <a:cubicBezTo>
                    <a:pt x="108148" y="50700"/>
                    <a:pt x="107905" y="54226"/>
                    <a:pt x="108452" y="58725"/>
                  </a:cubicBezTo>
                  <a:cubicBezTo>
                    <a:pt x="109182" y="64226"/>
                    <a:pt x="112130" y="69910"/>
                    <a:pt x="117571" y="71187"/>
                  </a:cubicBezTo>
                  <a:cubicBezTo>
                    <a:pt x="125626" y="73041"/>
                    <a:pt x="134410" y="64895"/>
                    <a:pt x="142100" y="66688"/>
                  </a:cubicBezTo>
                  <a:cubicBezTo>
                    <a:pt x="146751" y="67783"/>
                    <a:pt x="153590" y="72828"/>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14"/>
            <p:cNvSpPr/>
            <p:nvPr/>
          </p:nvSpPr>
          <p:spPr>
            <a:xfrm>
              <a:off x="2975000" y="442550"/>
              <a:ext cx="3962850" cy="1818450"/>
            </a:xfrm>
            <a:custGeom>
              <a:rect b="b" l="l" r="r" t="t"/>
              <a:pathLst>
                <a:path extrusionOk="0" fill="none" h="72738" w="158514">
                  <a:moveTo>
                    <a:pt x="0" y="1"/>
                  </a:moveTo>
                  <a:cubicBezTo>
                    <a:pt x="4924" y="2827"/>
                    <a:pt x="10122" y="5077"/>
                    <a:pt x="15259" y="7387"/>
                  </a:cubicBezTo>
                  <a:cubicBezTo>
                    <a:pt x="22432" y="10609"/>
                    <a:pt x="22159" y="15594"/>
                    <a:pt x="24317" y="22007"/>
                  </a:cubicBezTo>
                  <a:cubicBezTo>
                    <a:pt x="26171" y="27630"/>
                    <a:pt x="29332" y="32402"/>
                    <a:pt x="31733" y="37418"/>
                  </a:cubicBezTo>
                  <a:cubicBezTo>
                    <a:pt x="33831" y="41764"/>
                    <a:pt x="30669" y="50305"/>
                    <a:pt x="36657" y="52615"/>
                  </a:cubicBezTo>
                  <a:cubicBezTo>
                    <a:pt x="44955" y="55868"/>
                    <a:pt x="53162" y="47630"/>
                    <a:pt x="57782" y="42068"/>
                  </a:cubicBezTo>
                  <a:cubicBezTo>
                    <a:pt x="66476" y="31551"/>
                    <a:pt x="73315" y="37022"/>
                    <a:pt x="82950" y="43193"/>
                  </a:cubicBezTo>
                  <a:cubicBezTo>
                    <a:pt x="88695" y="46871"/>
                    <a:pt x="96142" y="47813"/>
                    <a:pt x="103194" y="49333"/>
                  </a:cubicBezTo>
                  <a:cubicBezTo>
                    <a:pt x="108726" y="50488"/>
                    <a:pt x="108634" y="53740"/>
                    <a:pt x="109151" y="58390"/>
                  </a:cubicBezTo>
                  <a:cubicBezTo>
                    <a:pt x="109789" y="63862"/>
                    <a:pt x="112464" y="69211"/>
                    <a:pt x="117996" y="70427"/>
                  </a:cubicBezTo>
                  <a:cubicBezTo>
                    <a:pt x="125778" y="72129"/>
                    <a:pt x="135018" y="64439"/>
                    <a:pt x="142434" y="66506"/>
                  </a:cubicBezTo>
                  <a:cubicBezTo>
                    <a:pt x="146994" y="67752"/>
                    <a:pt x="153650" y="72737"/>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14"/>
            <p:cNvSpPr/>
            <p:nvPr/>
          </p:nvSpPr>
          <p:spPr>
            <a:xfrm>
              <a:off x="2975000" y="442550"/>
              <a:ext cx="3962850" cy="1816175"/>
            </a:xfrm>
            <a:custGeom>
              <a:rect b="b" l="l" r="r" t="t"/>
              <a:pathLst>
                <a:path extrusionOk="0" fill="none" h="72647" w="158514">
                  <a:moveTo>
                    <a:pt x="0" y="1"/>
                  </a:moveTo>
                  <a:cubicBezTo>
                    <a:pt x="4985" y="2797"/>
                    <a:pt x="10244" y="4985"/>
                    <a:pt x="15441" y="7144"/>
                  </a:cubicBezTo>
                  <a:cubicBezTo>
                    <a:pt x="22341" y="10031"/>
                    <a:pt x="23648" y="14621"/>
                    <a:pt x="25259" y="21034"/>
                  </a:cubicBezTo>
                  <a:cubicBezTo>
                    <a:pt x="26688" y="26809"/>
                    <a:pt x="28572" y="31977"/>
                    <a:pt x="31885" y="36992"/>
                  </a:cubicBezTo>
                  <a:cubicBezTo>
                    <a:pt x="34742" y="41278"/>
                    <a:pt x="31429" y="49606"/>
                    <a:pt x="37478" y="51825"/>
                  </a:cubicBezTo>
                  <a:cubicBezTo>
                    <a:pt x="46171" y="55017"/>
                    <a:pt x="54469" y="46202"/>
                    <a:pt x="58755" y="40305"/>
                  </a:cubicBezTo>
                  <a:cubicBezTo>
                    <a:pt x="66232" y="30001"/>
                    <a:pt x="76415" y="38025"/>
                    <a:pt x="84044" y="42889"/>
                  </a:cubicBezTo>
                  <a:cubicBezTo>
                    <a:pt x="89546" y="46384"/>
                    <a:pt x="96841" y="47874"/>
                    <a:pt x="103680" y="49211"/>
                  </a:cubicBezTo>
                  <a:cubicBezTo>
                    <a:pt x="109242" y="50305"/>
                    <a:pt x="109364" y="53254"/>
                    <a:pt x="109850" y="58026"/>
                  </a:cubicBezTo>
                  <a:cubicBezTo>
                    <a:pt x="110397" y="63436"/>
                    <a:pt x="112829" y="68482"/>
                    <a:pt x="118422" y="69667"/>
                  </a:cubicBezTo>
                  <a:cubicBezTo>
                    <a:pt x="125930" y="71278"/>
                    <a:pt x="135626" y="64044"/>
                    <a:pt x="142708" y="66293"/>
                  </a:cubicBezTo>
                  <a:cubicBezTo>
                    <a:pt x="147176" y="67692"/>
                    <a:pt x="153681" y="7264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14"/>
            <p:cNvSpPr/>
            <p:nvPr/>
          </p:nvSpPr>
          <p:spPr>
            <a:xfrm>
              <a:off x="2975000" y="442550"/>
              <a:ext cx="3962850" cy="1813875"/>
            </a:xfrm>
            <a:custGeom>
              <a:rect b="b" l="l" r="r" t="t"/>
              <a:pathLst>
                <a:path extrusionOk="0" fill="none" h="72555" w="158514">
                  <a:moveTo>
                    <a:pt x="0" y="1"/>
                  </a:moveTo>
                  <a:cubicBezTo>
                    <a:pt x="5015" y="2767"/>
                    <a:pt x="10335" y="4894"/>
                    <a:pt x="15624" y="6931"/>
                  </a:cubicBezTo>
                  <a:cubicBezTo>
                    <a:pt x="22189" y="9423"/>
                    <a:pt x="24925" y="13648"/>
                    <a:pt x="26262" y="20031"/>
                  </a:cubicBezTo>
                  <a:cubicBezTo>
                    <a:pt x="27508" y="25958"/>
                    <a:pt x="27843" y="31582"/>
                    <a:pt x="31916" y="36597"/>
                  </a:cubicBezTo>
                  <a:cubicBezTo>
                    <a:pt x="35290" y="40731"/>
                    <a:pt x="32432" y="49150"/>
                    <a:pt x="38299" y="51096"/>
                  </a:cubicBezTo>
                  <a:cubicBezTo>
                    <a:pt x="47326" y="54105"/>
                    <a:pt x="55138" y="44804"/>
                    <a:pt x="59758" y="38512"/>
                  </a:cubicBezTo>
                  <a:cubicBezTo>
                    <a:pt x="66901" y="28816"/>
                    <a:pt x="78512" y="38512"/>
                    <a:pt x="85139" y="42585"/>
                  </a:cubicBezTo>
                  <a:cubicBezTo>
                    <a:pt x="90397" y="45807"/>
                    <a:pt x="97510" y="47995"/>
                    <a:pt x="104105" y="49120"/>
                  </a:cubicBezTo>
                  <a:cubicBezTo>
                    <a:pt x="109698" y="50062"/>
                    <a:pt x="109729" y="52707"/>
                    <a:pt x="110580" y="57691"/>
                  </a:cubicBezTo>
                  <a:cubicBezTo>
                    <a:pt x="111461" y="63071"/>
                    <a:pt x="112829" y="67692"/>
                    <a:pt x="118878" y="68938"/>
                  </a:cubicBezTo>
                  <a:cubicBezTo>
                    <a:pt x="126082" y="70427"/>
                    <a:pt x="136234" y="63649"/>
                    <a:pt x="143012" y="66111"/>
                  </a:cubicBezTo>
                  <a:cubicBezTo>
                    <a:pt x="147359" y="67661"/>
                    <a:pt x="153742" y="7255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14"/>
            <p:cNvSpPr/>
            <p:nvPr/>
          </p:nvSpPr>
          <p:spPr>
            <a:xfrm>
              <a:off x="2975000" y="442550"/>
              <a:ext cx="3962850" cy="1804000"/>
            </a:xfrm>
            <a:custGeom>
              <a:rect b="b" l="l" r="r" t="t"/>
              <a:pathLst>
                <a:path extrusionOk="0" fill="none" h="72160" w="158514">
                  <a:moveTo>
                    <a:pt x="0" y="1"/>
                  </a:moveTo>
                  <a:cubicBezTo>
                    <a:pt x="5076" y="2736"/>
                    <a:pt x="10456" y="4803"/>
                    <a:pt x="15806" y="6688"/>
                  </a:cubicBezTo>
                  <a:cubicBezTo>
                    <a:pt x="22037" y="8876"/>
                    <a:pt x="26049" y="12767"/>
                    <a:pt x="27326" y="18967"/>
                  </a:cubicBezTo>
                  <a:cubicBezTo>
                    <a:pt x="28542" y="24925"/>
                    <a:pt x="27326" y="31126"/>
                    <a:pt x="31855" y="36202"/>
                  </a:cubicBezTo>
                  <a:cubicBezTo>
                    <a:pt x="35381" y="40153"/>
                    <a:pt x="33618" y="48725"/>
                    <a:pt x="39150" y="50457"/>
                  </a:cubicBezTo>
                  <a:cubicBezTo>
                    <a:pt x="48329" y="53314"/>
                    <a:pt x="55746" y="42919"/>
                    <a:pt x="60792" y="36810"/>
                  </a:cubicBezTo>
                  <a:cubicBezTo>
                    <a:pt x="67995" y="28086"/>
                    <a:pt x="80032" y="38360"/>
                    <a:pt x="86263" y="42159"/>
                  </a:cubicBezTo>
                  <a:cubicBezTo>
                    <a:pt x="91430" y="45320"/>
                    <a:pt x="98057" y="48056"/>
                    <a:pt x="104561" y="48998"/>
                  </a:cubicBezTo>
                  <a:cubicBezTo>
                    <a:pt x="115747" y="50700"/>
                    <a:pt x="107692" y="65898"/>
                    <a:pt x="119303" y="68178"/>
                  </a:cubicBezTo>
                  <a:cubicBezTo>
                    <a:pt x="126294" y="69576"/>
                    <a:pt x="136872" y="63254"/>
                    <a:pt x="143316" y="65898"/>
                  </a:cubicBezTo>
                  <a:cubicBezTo>
                    <a:pt x="147784" y="67752"/>
                    <a:pt x="153407" y="7216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14"/>
            <p:cNvSpPr/>
            <p:nvPr/>
          </p:nvSpPr>
          <p:spPr>
            <a:xfrm>
              <a:off x="2975000" y="442550"/>
              <a:ext cx="3962100" cy="1802475"/>
            </a:xfrm>
            <a:custGeom>
              <a:rect b="b" l="l" r="r" t="t"/>
              <a:pathLst>
                <a:path extrusionOk="0" fill="none" h="72099" w="158484">
                  <a:moveTo>
                    <a:pt x="0" y="1"/>
                  </a:moveTo>
                  <a:cubicBezTo>
                    <a:pt x="5107" y="2706"/>
                    <a:pt x="10760" y="4590"/>
                    <a:pt x="15958" y="6444"/>
                  </a:cubicBezTo>
                  <a:cubicBezTo>
                    <a:pt x="21764" y="8511"/>
                    <a:pt x="26931" y="11733"/>
                    <a:pt x="28390" y="17843"/>
                  </a:cubicBezTo>
                  <a:cubicBezTo>
                    <a:pt x="29788" y="23740"/>
                    <a:pt x="26900" y="30579"/>
                    <a:pt x="31672" y="35867"/>
                  </a:cubicBezTo>
                  <a:cubicBezTo>
                    <a:pt x="35107" y="39636"/>
                    <a:pt x="34925" y="48390"/>
                    <a:pt x="40001" y="49849"/>
                  </a:cubicBezTo>
                  <a:cubicBezTo>
                    <a:pt x="49302" y="52494"/>
                    <a:pt x="56415" y="40761"/>
                    <a:pt x="61886" y="35320"/>
                  </a:cubicBezTo>
                  <a:cubicBezTo>
                    <a:pt x="69211" y="28025"/>
                    <a:pt x="81278" y="37873"/>
                    <a:pt x="87327" y="41612"/>
                  </a:cubicBezTo>
                  <a:cubicBezTo>
                    <a:pt x="92585" y="44864"/>
                    <a:pt x="98421" y="48117"/>
                    <a:pt x="104926" y="48968"/>
                  </a:cubicBezTo>
                  <a:cubicBezTo>
                    <a:pt x="116385" y="50457"/>
                    <a:pt x="108239" y="65442"/>
                    <a:pt x="119759" y="67509"/>
                  </a:cubicBezTo>
                  <a:cubicBezTo>
                    <a:pt x="126659" y="68725"/>
                    <a:pt x="137298" y="62980"/>
                    <a:pt x="143559" y="65716"/>
                  </a:cubicBezTo>
                  <a:cubicBezTo>
                    <a:pt x="147936" y="67631"/>
                    <a:pt x="153407" y="72099"/>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14"/>
            <p:cNvSpPr/>
            <p:nvPr/>
          </p:nvSpPr>
          <p:spPr>
            <a:xfrm>
              <a:off x="2975000" y="442550"/>
              <a:ext cx="3962850" cy="1800200"/>
            </a:xfrm>
            <a:custGeom>
              <a:rect b="b" l="l" r="r" t="t"/>
              <a:pathLst>
                <a:path extrusionOk="0" fill="none" h="72008" w="158514">
                  <a:moveTo>
                    <a:pt x="0" y="1"/>
                  </a:moveTo>
                  <a:cubicBezTo>
                    <a:pt x="5167" y="2645"/>
                    <a:pt x="10821" y="4499"/>
                    <a:pt x="16140" y="6201"/>
                  </a:cubicBezTo>
                  <a:cubicBezTo>
                    <a:pt x="21976" y="8055"/>
                    <a:pt x="27630" y="11065"/>
                    <a:pt x="29484" y="16657"/>
                  </a:cubicBezTo>
                  <a:cubicBezTo>
                    <a:pt x="31308" y="22159"/>
                    <a:pt x="26748" y="29940"/>
                    <a:pt x="31521" y="35442"/>
                  </a:cubicBezTo>
                  <a:cubicBezTo>
                    <a:pt x="34621" y="38998"/>
                    <a:pt x="36414" y="48147"/>
                    <a:pt x="40913" y="49211"/>
                  </a:cubicBezTo>
                  <a:cubicBezTo>
                    <a:pt x="50244" y="51430"/>
                    <a:pt x="56749" y="38846"/>
                    <a:pt x="63041" y="34044"/>
                  </a:cubicBezTo>
                  <a:cubicBezTo>
                    <a:pt x="70731" y="28147"/>
                    <a:pt x="82190" y="36992"/>
                    <a:pt x="88391" y="40943"/>
                  </a:cubicBezTo>
                  <a:cubicBezTo>
                    <a:pt x="93862" y="44409"/>
                    <a:pt x="98695" y="48147"/>
                    <a:pt x="105352" y="48907"/>
                  </a:cubicBezTo>
                  <a:cubicBezTo>
                    <a:pt x="117024" y="50184"/>
                    <a:pt x="108786" y="64834"/>
                    <a:pt x="120276" y="66780"/>
                  </a:cubicBezTo>
                  <a:cubicBezTo>
                    <a:pt x="126993" y="67904"/>
                    <a:pt x="137784" y="62585"/>
                    <a:pt x="143863" y="65533"/>
                  </a:cubicBezTo>
                  <a:cubicBezTo>
                    <a:pt x="148149" y="67570"/>
                    <a:pt x="153468" y="72008"/>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14"/>
            <p:cNvSpPr/>
            <p:nvPr/>
          </p:nvSpPr>
          <p:spPr>
            <a:xfrm>
              <a:off x="2975000" y="442550"/>
              <a:ext cx="3963625" cy="1798675"/>
            </a:xfrm>
            <a:custGeom>
              <a:rect b="b" l="l" r="r" t="t"/>
              <a:pathLst>
                <a:path extrusionOk="0" fill="none" h="71947" w="158545">
                  <a:moveTo>
                    <a:pt x="0" y="1"/>
                  </a:moveTo>
                  <a:cubicBezTo>
                    <a:pt x="5198" y="2615"/>
                    <a:pt x="10912" y="4408"/>
                    <a:pt x="16323" y="5958"/>
                  </a:cubicBezTo>
                  <a:cubicBezTo>
                    <a:pt x="22067" y="7630"/>
                    <a:pt x="28147" y="10365"/>
                    <a:pt x="30578" y="15472"/>
                  </a:cubicBezTo>
                  <a:cubicBezTo>
                    <a:pt x="33192" y="20974"/>
                    <a:pt x="26931" y="29059"/>
                    <a:pt x="31369" y="35047"/>
                  </a:cubicBezTo>
                  <a:cubicBezTo>
                    <a:pt x="33831" y="38390"/>
                    <a:pt x="37904" y="47904"/>
                    <a:pt x="41825" y="48542"/>
                  </a:cubicBezTo>
                  <a:cubicBezTo>
                    <a:pt x="50883" y="50062"/>
                    <a:pt x="57296" y="36931"/>
                    <a:pt x="64257" y="33010"/>
                  </a:cubicBezTo>
                  <a:cubicBezTo>
                    <a:pt x="72160" y="28512"/>
                    <a:pt x="83102" y="35928"/>
                    <a:pt x="89424" y="40153"/>
                  </a:cubicBezTo>
                  <a:cubicBezTo>
                    <a:pt x="94804" y="43740"/>
                    <a:pt x="98877" y="48208"/>
                    <a:pt x="105747" y="48846"/>
                  </a:cubicBezTo>
                  <a:cubicBezTo>
                    <a:pt x="117601" y="49971"/>
                    <a:pt x="109425" y="64257"/>
                    <a:pt x="120793" y="66081"/>
                  </a:cubicBezTo>
                  <a:cubicBezTo>
                    <a:pt x="127419" y="67144"/>
                    <a:pt x="138270" y="62281"/>
                    <a:pt x="144167" y="65351"/>
                  </a:cubicBezTo>
                  <a:cubicBezTo>
                    <a:pt x="148362" y="67540"/>
                    <a:pt x="153529" y="71947"/>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14"/>
            <p:cNvSpPr/>
            <p:nvPr/>
          </p:nvSpPr>
          <p:spPr>
            <a:xfrm>
              <a:off x="2975000" y="442550"/>
              <a:ext cx="3962850" cy="1795650"/>
            </a:xfrm>
            <a:custGeom>
              <a:rect b="b" l="l" r="r" t="t"/>
              <a:pathLst>
                <a:path extrusionOk="0" fill="none" h="71826" w="158514">
                  <a:moveTo>
                    <a:pt x="0" y="1"/>
                  </a:moveTo>
                  <a:cubicBezTo>
                    <a:pt x="5259" y="2584"/>
                    <a:pt x="10973" y="4317"/>
                    <a:pt x="16475" y="5745"/>
                  </a:cubicBezTo>
                  <a:cubicBezTo>
                    <a:pt x="22250" y="7235"/>
                    <a:pt x="28542" y="9788"/>
                    <a:pt x="31581" y="14195"/>
                  </a:cubicBezTo>
                  <a:cubicBezTo>
                    <a:pt x="35168" y="19332"/>
                    <a:pt x="27326" y="28238"/>
                    <a:pt x="31247" y="34560"/>
                  </a:cubicBezTo>
                  <a:cubicBezTo>
                    <a:pt x="33253" y="37782"/>
                    <a:pt x="39150" y="47418"/>
                    <a:pt x="42737" y="47722"/>
                  </a:cubicBezTo>
                  <a:cubicBezTo>
                    <a:pt x="51612" y="48482"/>
                    <a:pt x="57752" y="35229"/>
                    <a:pt x="65412" y="32129"/>
                  </a:cubicBezTo>
                  <a:cubicBezTo>
                    <a:pt x="73588" y="28816"/>
                    <a:pt x="84044" y="34804"/>
                    <a:pt x="90275" y="39302"/>
                  </a:cubicBezTo>
                  <a:cubicBezTo>
                    <a:pt x="95351" y="42980"/>
                    <a:pt x="98938" y="48269"/>
                    <a:pt x="106081" y="48816"/>
                  </a:cubicBezTo>
                  <a:cubicBezTo>
                    <a:pt x="111704" y="49241"/>
                    <a:pt x="112981" y="50670"/>
                    <a:pt x="114136" y="56111"/>
                  </a:cubicBezTo>
                  <a:cubicBezTo>
                    <a:pt x="115139" y="60792"/>
                    <a:pt x="115321" y="64470"/>
                    <a:pt x="121279" y="65381"/>
                  </a:cubicBezTo>
                  <a:cubicBezTo>
                    <a:pt x="127784" y="66385"/>
                    <a:pt x="138696" y="61947"/>
                    <a:pt x="144410" y="65169"/>
                  </a:cubicBezTo>
                  <a:cubicBezTo>
                    <a:pt x="148483" y="67448"/>
                    <a:pt x="153529" y="7182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14"/>
            <p:cNvSpPr/>
            <p:nvPr/>
          </p:nvSpPr>
          <p:spPr>
            <a:xfrm>
              <a:off x="2975000" y="442550"/>
              <a:ext cx="3962850" cy="1794125"/>
            </a:xfrm>
            <a:custGeom>
              <a:rect b="b" l="l" r="r" t="t"/>
              <a:pathLst>
                <a:path extrusionOk="0" fill="none" h="71765" w="158514">
                  <a:moveTo>
                    <a:pt x="0" y="1"/>
                  </a:moveTo>
                  <a:cubicBezTo>
                    <a:pt x="5319" y="2554"/>
                    <a:pt x="11064" y="4226"/>
                    <a:pt x="16627" y="5502"/>
                  </a:cubicBezTo>
                  <a:cubicBezTo>
                    <a:pt x="22523" y="6840"/>
                    <a:pt x="28663" y="9302"/>
                    <a:pt x="32554" y="12919"/>
                  </a:cubicBezTo>
                  <a:cubicBezTo>
                    <a:pt x="36931" y="17022"/>
                    <a:pt x="28906" y="28268"/>
                    <a:pt x="31247" y="33983"/>
                  </a:cubicBezTo>
                  <a:cubicBezTo>
                    <a:pt x="32615" y="37326"/>
                    <a:pt x="40031" y="46658"/>
                    <a:pt x="43679" y="46719"/>
                  </a:cubicBezTo>
                  <a:cubicBezTo>
                    <a:pt x="52433" y="46810"/>
                    <a:pt x="58117" y="33861"/>
                    <a:pt x="66628" y="31430"/>
                  </a:cubicBezTo>
                  <a:cubicBezTo>
                    <a:pt x="75108" y="28998"/>
                    <a:pt x="85078" y="33709"/>
                    <a:pt x="91066" y="38451"/>
                  </a:cubicBezTo>
                  <a:cubicBezTo>
                    <a:pt x="95899" y="42250"/>
                    <a:pt x="98847" y="48482"/>
                    <a:pt x="106446" y="48785"/>
                  </a:cubicBezTo>
                  <a:cubicBezTo>
                    <a:pt x="119030" y="49272"/>
                    <a:pt x="110853" y="62950"/>
                    <a:pt x="121826" y="64743"/>
                  </a:cubicBezTo>
                  <a:cubicBezTo>
                    <a:pt x="128088" y="65746"/>
                    <a:pt x="139121" y="61612"/>
                    <a:pt x="144684" y="64986"/>
                  </a:cubicBezTo>
                  <a:cubicBezTo>
                    <a:pt x="148666" y="67388"/>
                    <a:pt x="153559" y="7176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14"/>
            <p:cNvSpPr/>
            <p:nvPr/>
          </p:nvSpPr>
          <p:spPr>
            <a:xfrm>
              <a:off x="2975000" y="442550"/>
              <a:ext cx="3962850" cy="1791075"/>
            </a:xfrm>
            <a:custGeom>
              <a:rect b="b" l="l" r="r" t="t"/>
              <a:pathLst>
                <a:path extrusionOk="0" fill="none" h="71643" w="158514">
                  <a:moveTo>
                    <a:pt x="0" y="1"/>
                  </a:moveTo>
                  <a:cubicBezTo>
                    <a:pt x="5319" y="2523"/>
                    <a:pt x="11155" y="4134"/>
                    <a:pt x="16779" y="5259"/>
                  </a:cubicBezTo>
                  <a:cubicBezTo>
                    <a:pt x="22736" y="6475"/>
                    <a:pt x="29302" y="9058"/>
                    <a:pt x="33405" y="11672"/>
                  </a:cubicBezTo>
                  <a:cubicBezTo>
                    <a:pt x="37660" y="14378"/>
                    <a:pt x="30821" y="28968"/>
                    <a:pt x="31399" y="33314"/>
                  </a:cubicBezTo>
                  <a:cubicBezTo>
                    <a:pt x="31885" y="36931"/>
                    <a:pt x="40578" y="45624"/>
                    <a:pt x="44651" y="45472"/>
                  </a:cubicBezTo>
                  <a:cubicBezTo>
                    <a:pt x="53101" y="45168"/>
                    <a:pt x="58421" y="32828"/>
                    <a:pt x="67874" y="30852"/>
                  </a:cubicBezTo>
                  <a:cubicBezTo>
                    <a:pt x="76658" y="29028"/>
                    <a:pt x="86233" y="32706"/>
                    <a:pt x="91856" y="37509"/>
                  </a:cubicBezTo>
                  <a:cubicBezTo>
                    <a:pt x="96476" y="41491"/>
                    <a:pt x="98908" y="48542"/>
                    <a:pt x="106780" y="48755"/>
                  </a:cubicBezTo>
                  <a:cubicBezTo>
                    <a:pt x="112647" y="48907"/>
                    <a:pt x="114045" y="50184"/>
                    <a:pt x="115565" y="55503"/>
                  </a:cubicBezTo>
                  <a:cubicBezTo>
                    <a:pt x="116841" y="60062"/>
                    <a:pt x="116628" y="63132"/>
                    <a:pt x="122404" y="64044"/>
                  </a:cubicBezTo>
                  <a:cubicBezTo>
                    <a:pt x="128544" y="65047"/>
                    <a:pt x="139486" y="61278"/>
                    <a:pt x="144957" y="64804"/>
                  </a:cubicBezTo>
                  <a:cubicBezTo>
                    <a:pt x="148818" y="67296"/>
                    <a:pt x="153559" y="71643"/>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14"/>
            <p:cNvSpPr/>
            <p:nvPr/>
          </p:nvSpPr>
          <p:spPr>
            <a:xfrm>
              <a:off x="2975000" y="442550"/>
              <a:ext cx="3962100" cy="1789575"/>
            </a:xfrm>
            <a:custGeom>
              <a:rect b="b" l="l" r="r" t="t"/>
              <a:pathLst>
                <a:path extrusionOk="0" fill="none" h="71583" w="158484">
                  <a:moveTo>
                    <a:pt x="0" y="1"/>
                  </a:moveTo>
                  <a:cubicBezTo>
                    <a:pt x="5380" y="2463"/>
                    <a:pt x="11216" y="4043"/>
                    <a:pt x="16900" y="5016"/>
                  </a:cubicBezTo>
                  <a:cubicBezTo>
                    <a:pt x="22797" y="6049"/>
                    <a:pt x="29058" y="8724"/>
                    <a:pt x="34135" y="10457"/>
                  </a:cubicBezTo>
                  <a:cubicBezTo>
                    <a:pt x="39667" y="12372"/>
                    <a:pt x="32037" y="28846"/>
                    <a:pt x="31855" y="32463"/>
                  </a:cubicBezTo>
                  <a:cubicBezTo>
                    <a:pt x="31672" y="36597"/>
                    <a:pt x="40852" y="44712"/>
                    <a:pt x="45503" y="44074"/>
                  </a:cubicBezTo>
                  <a:cubicBezTo>
                    <a:pt x="54165" y="42889"/>
                    <a:pt x="59606" y="32038"/>
                    <a:pt x="69090" y="30335"/>
                  </a:cubicBezTo>
                  <a:cubicBezTo>
                    <a:pt x="77479" y="28846"/>
                    <a:pt x="87388" y="31703"/>
                    <a:pt x="92646" y="36566"/>
                  </a:cubicBezTo>
                  <a:cubicBezTo>
                    <a:pt x="97084" y="40670"/>
                    <a:pt x="98908" y="48634"/>
                    <a:pt x="107084" y="48725"/>
                  </a:cubicBezTo>
                  <a:cubicBezTo>
                    <a:pt x="112890" y="48816"/>
                    <a:pt x="114501" y="49910"/>
                    <a:pt x="116203" y="55229"/>
                  </a:cubicBezTo>
                  <a:cubicBezTo>
                    <a:pt x="117571" y="59606"/>
                    <a:pt x="117297" y="62555"/>
                    <a:pt x="122951" y="63436"/>
                  </a:cubicBezTo>
                  <a:cubicBezTo>
                    <a:pt x="129030" y="64378"/>
                    <a:pt x="139851" y="60944"/>
                    <a:pt x="145200" y="64622"/>
                  </a:cubicBezTo>
                  <a:cubicBezTo>
                    <a:pt x="148939" y="67205"/>
                    <a:pt x="153590" y="7158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14"/>
            <p:cNvSpPr/>
            <p:nvPr/>
          </p:nvSpPr>
          <p:spPr>
            <a:xfrm>
              <a:off x="2975000" y="442550"/>
              <a:ext cx="3962850" cy="1785000"/>
            </a:xfrm>
            <a:custGeom>
              <a:rect b="b" l="l" r="r" t="t"/>
              <a:pathLst>
                <a:path extrusionOk="0" fill="none" h="71400" w="158514">
                  <a:moveTo>
                    <a:pt x="0" y="1"/>
                  </a:moveTo>
                  <a:cubicBezTo>
                    <a:pt x="5411" y="2432"/>
                    <a:pt x="11307" y="3952"/>
                    <a:pt x="17052" y="4803"/>
                  </a:cubicBezTo>
                  <a:cubicBezTo>
                    <a:pt x="22949" y="5685"/>
                    <a:pt x="29028" y="8967"/>
                    <a:pt x="34682" y="9362"/>
                  </a:cubicBezTo>
                  <a:cubicBezTo>
                    <a:pt x="42007" y="9849"/>
                    <a:pt x="33557" y="28360"/>
                    <a:pt x="32858" y="31065"/>
                  </a:cubicBezTo>
                  <a:cubicBezTo>
                    <a:pt x="31308" y="36931"/>
                    <a:pt x="41095" y="43801"/>
                    <a:pt x="46141" y="42676"/>
                  </a:cubicBezTo>
                  <a:cubicBezTo>
                    <a:pt x="54925" y="40761"/>
                    <a:pt x="60731" y="31703"/>
                    <a:pt x="70245" y="29819"/>
                  </a:cubicBezTo>
                  <a:cubicBezTo>
                    <a:pt x="78451" y="28177"/>
                    <a:pt x="88573" y="30731"/>
                    <a:pt x="93497" y="35563"/>
                  </a:cubicBezTo>
                  <a:cubicBezTo>
                    <a:pt x="97753" y="39728"/>
                    <a:pt x="98969" y="48725"/>
                    <a:pt x="107419" y="48755"/>
                  </a:cubicBezTo>
                  <a:cubicBezTo>
                    <a:pt x="113163" y="48755"/>
                    <a:pt x="115018" y="49667"/>
                    <a:pt x="116872" y="54956"/>
                  </a:cubicBezTo>
                  <a:cubicBezTo>
                    <a:pt x="118331" y="59181"/>
                    <a:pt x="118027" y="61977"/>
                    <a:pt x="123559" y="62798"/>
                  </a:cubicBezTo>
                  <a:cubicBezTo>
                    <a:pt x="129638" y="63710"/>
                    <a:pt x="140459" y="60579"/>
                    <a:pt x="145504" y="64470"/>
                  </a:cubicBezTo>
                  <a:cubicBezTo>
                    <a:pt x="148939" y="67144"/>
                    <a:pt x="153802" y="7140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14"/>
            <p:cNvSpPr/>
            <p:nvPr/>
          </p:nvSpPr>
          <p:spPr>
            <a:xfrm>
              <a:off x="2975000" y="442550"/>
              <a:ext cx="3962100" cy="1781975"/>
            </a:xfrm>
            <a:custGeom>
              <a:rect b="b" l="l" r="r" t="t"/>
              <a:pathLst>
                <a:path extrusionOk="0" fill="none" h="71279" w="158484">
                  <a:moveTo>
                    <a:pt x="0" y="1"/>
                  </a:moveTo>
                  <a:cubicBezTo>
                    <a:pt x="5471" y="2402"/>
                    <a:pt x="11247" y="3922"/>
                    <a:pt x="17174" y="4560"/>
                  </a:cubicBezTo>
                  <a:cubicBezTo>
                    <a:pt x="23253" y="5198"/>
                    <a:pt x="29514" y="8420"/>
                    <a:pt x="35107" y="8177"/>
                  </a:cubicBezTo>
                  <a:cubicBezTo>
                    <a:pt x="44044" y="7782"/>
                    <a:pt x="35290" y="26718"/>
                    <a:pt x="34256" y="29089"/>
                  </a:cubicBezTo>
                  <a:cubicBezTo>
                    <a:pt x="31369" y="35959"/>
                    <a:pt x="40578" y="42980"/>
                    <a:pt x="46658" y="41247"/>
                  </a:cubicBezTo>
                  <a:cubicBezTo>
                    <a:pt x="55533" y="38785"/>
                    <a:pt x="61947" y="31490"/>
                    <a:pt x="71369" y="29180"/>
                  </a:cubicBezTo>
                  <a:cubicBezTo>
                    <a:pt x="79424" y="27174"/>
                    <a:pt x="89819" y="29697"/>
                    <a:pt x="94470" y="34439"/>
                  </a:cubicBezTo>
                  <a:cubicBezTo>
                    <a:pt x="98482" y="38573"/>
                    <a:pt x="99090" y="48785"/>
                    <a:pt x="107753" y="48694"/>
                  </a:cubicBezTo>
                  <a:cubicBezTo>
                    <a:pt x="113407" y="48634"/>
                    <a:pt x="115504" y="49424"/>
                    <a:pt x="117510" y="54652"/>
                  </a:cubicBezTo>
                  <a:cubicBezTo>
                    <a:pt x="119060" y="58694"/>
                    <a:pt x="118665" y="61400"/>
                    <a:pt x="124167" y="62160"/>
                  </a:cubicBezTo>
                  <a:cubicBezTo>
                    <a:pt x="130246" y="62980"/>
                    <a:pt x="140793" y="60245"/>
                    <a:pt x="145717" y="64257"/>
                  </a:cubicBezTo>
                  <a:cubicBezTo>
                    <a:pt x="149061" y="66962"/>
                    <a:pt x="153802" y="71278"/>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14"/>
            <p:cNvSpPr/>
            <p:nvPr/>
          </p:nvSpPr>
          <p:spPr>
            <a:xfrm>
              <a:off x="2975000" y="442550"/>
              <a:ext cx="3962850" cy="1781200"/>
            </a:xfrm>
            <a:custGeom>
              <a:rect b="b" l="l" r="r" t="t"/>
              <a:pathLst>
                <a:path extrusionOk="0" fill="none" h="71248" w="158514">
                  <a:moveTo>
                    <a:pt x="0" y="1"/>
                  </a:moveTo>
                  <a:cubicBezTo>
                    <a:pt x="5502" y="2371"/>
                    <a:pt x="11338" y="3830"/>
                    <a:pt x="17326" y="4347"/>
                  </a:cubicBezTo>
                  <a:cubicBezTo>
                    <a:pt x="23405" y="4833"/>
                    <a:pt x="29484" y="7478"/>
                    <a:pt x="35381" y="7083"/>
                  </a:cubicBezTo>
                  <a:cubicBezTo>
                    <a:pt x="46171" y="6384"/>
                    <a:pt x="37660" y="22007"/>
                    <a:pt x="36080" y="26718"/>
                  </a:cubicBezTo>
                  <a:cubicBezTo>
                    <a:pt x="34560" y="31247"/>
                    <a:pt x="33192" y="34591"/>
                    <a:pt x="37387" y="37934"/>
                  </a:cubicBezTo>
                  <a:cubicBezTo>
                    <a:pt x="40062" y="40032"/>
                    <a:pt x="43983" y="40913"/>
                    <a:pt x="47144" y="39940"/>
                  </a:cubicBezTo>
                  <a:cubicBezTo>
                    <a:pt x="52007" y="38421"/>
                    <a:pt x="55959" y="34864"/>
                    <a:pt x="60548" y="32524"/>
                  </a:cubicBezTo>
                  <a:cubicBezTo>
                    <a:pt x="64409" y="30579"/>
                    <a:pt x="68360" y="29758"/>
                    <a:pt x="72403" y="28512"/>
                  </a:cubicBezTo>
                  <a:cubicBezTo>
                    <a:pt x="80275" y="26080"/>
                    <a:pt x="91187" y="28724"/>
                    <a:pt x="95503" y="33314"/>
                  </a:cubicBezTo>
                  <a:cubicBezTo>
                    <a:pt x="99303" y="37296"/>
                    <a:pt x="99212" y="48877"/>
                    <a:pt x="108118" y="48694"/>
                  </a:cubicBezTo>
                  <a:cubicBezTo>
                    <a:pt x="113589" y="48573"/>
                    <a:pt x="115990" y="49302"/>
                    <a:pt x="118148" y="54409"/>
                  </a:cubicBezTo>
                  <a:cubicBezTo>
                    <a:pt x="119820" y="58299"/>
                    <a:pt x="119364" y="60974"/>
                    <a:pt x="124805" y="61612"/>
                  </a:cubicBezTo>
                  <a:cubicBezTo>
                    <a:pt x="130519" y="62281"/>
                    <a:pt x="141249" y="59819"/>
                    <a:pt x="145991" y="64135"/>
                  </a:cubicBezTo>
                  <a:cubicBezTo>
                    <a:pt x="149213" y="67023"/>
                    <a:pt x="153863" y="71248"/>
                    <a:pt x="158514" y="68695"/>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14"/>
            <p:cNvSpPr/>
            <p:nvPr/>
          </p:nvSpPr>
          <p:spPr>
            <a:xfrm>
              <a:off x="2975000" y="442550"/>
              <a:ext cx="3962100" cy="1777400"/>
            </a:xfrm>
            <a:custGeom>
              <a:rect b="b" l="l" r="r" t="t"/>
              <a:pathLst>
                <a:path extrusionOk="0" fill="none" h="71096" w="158484">
                  <a:moveTo>
                    <a:pt x="0" y="1"/>
                  </a:moveTo>
                  <a:cubicBezTo>
                    <a:pt x="5532" y="2341"/>
                    <a:pt x="11429" y="3739"/>
                    <a:pt x="17447" y="4104"/>
                  </a:cubicBezTo>
                  <a:cubicBezTo>
                    <a:pt x="23496" y="4469"/>
                    <a:pt x="29484" y="6596"/>
                    <a:pt x="35533" y="6049"/>
                  </a:cubicBezTo>
                  <a:cubicBezTo>
                    <a:pt x="47357" y="4955"/>
                    <a:pt x="40822" y="16809"/>
                    <a:pt x="38208" y="23983"/>
                  </a:cubicBezTo>
                  <a:cubicBezTo>
                    <a:pt x="36657" y="28329"/>
                    <a:pt x="33557" y="33253"/>
                    <a:pt x="37691" y="36962"/>
                  </a:cubicBezTo>
                  <a:cubicBezTo>
                    <a:pt x="40244" y="39272"/>
                    <a:pt x="44591" y="39636"/>
                    <a:pt x="47661" y="38603"/>
                  </a:cubicBezTo>
                  <a:cubicBezTo>
                    <a:pt x="52646" y="36931"/>
                    <a:pt x="56901" y="33557"/>
                    <a:pt x="61764" y="31460"/>
                  </a:cubicBezTo>
                  <a:cubicBezTo>
                    <a:pt x="65533" y="29819"/>
                    <a:pt x="69576" y="29150"/>
                    <a:pt x="73375" y="27721"/>
                  </a:cubicBezTo>
                  <a:cubicBezTo>
                    <a:pt x="80974" y="24864"/>
                    <a:pt x="92464" y="27721"/>
                    <a:pt x="96659" y="32068"/>
                  </a:cubicBezTo>
                  <a:cubicBezTo>
                    <a:pt x="100884" y="36445"/>
                    <a:pt x="98634" y="48512"/>
                    <a:pt x="108452" y="48664"/>
                  </a:cubicBezTo>
                  <a:cubicBezTo>
                    <a:pt x="114014" y="48755"/>
                    <a:pt x="116416" y="49150"/>
                    <a:pt x="118756" y="54105"/>
                  </a:cubicBezTo>
                  <a:cubicBezTo>
                    <a:pt x="120550" y="57874"/>
                    <a:pt x="120002" y="60488"/>
                    <a:pt x="125413" y="61035"/>
                  </a:cubicBezTo>
                  <a:cubicBezTo>
                    <a:pt x="131158" y="61643"/>
                    <a:pt x="141553" y="59454"/>
                    <a:pt x="146234" y="63922"/>
                  </a:cubicBezTo>
                  <a:cubicBezTo>
                    <a:pt x="149334" y="66871"/>
                    <a:pt x="153894" y="71096"/>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14"/>
            <p:cNvSpPr/>
            <p:nvPr/>
          </p:nvSpPr>
          <p:spPr>
            <a:xfrm>
              <a:off x="2975000" y="442550"/>
              <a:ext cx="3962850" cy="1775125"/>
            </a:xfrm>
            <a:custGeom>
              <a:rect b="b" l="l" r="r" t="t"/>
              <a:pathLst>
                <a:path extrusionOk="0" fill="none" h="71005" w="158514">
                  <a:moveTo>
                    <a:pt x="0" y="1"/>
                  </a:moveTo>
                  <a:cubicBezTo>
                    <a:pt x="5593" y="2311"/>
                    <a:pt x="11520" y="3648"/>
                    <a:pt x="17569" y="3861"/>
                  </a:cubicBezTo>
                  <a:cubicBezTo>
                    <a:pt x="23587" y="4074"/>
                    <a:pt x="29636" y="5837"/>
                    <a:pt x="35594" y="5046"/>
                  </a:cubicBezTo>
                  <a:cubicBezTo>
                    <a:pt x="47569" y="3466"/>
                    <a:pt x="43800" y="12280"/>
                    <a:pt x="40578" y="20974"/>
                  </a:cubicBezTo>
                  <a:cubicBezTo>
                    <a:pt x="39059" y="25107"/>
                    <a:pt x="34773" y="31916"/>
                    <a:pt x="38268" y="35867"/>
                  </a:cubicBezTo>
                  <a:cubicBezTo>
                    <a:pt x="40548" y="38451"/>
                    <a:pt x="45381" y="38208"/>
                    <a:pt x="48238" y="37296"/>
                  </a:cubicBezTo>
                  <a:cubicBezTo>
                    <a:pt x="53405" y="35624"/>
                    <a:pt x="57965" y="32281"/>
                    <a:pt x="63102" y="30366"/>
                  </a:cubicBezTo>
                  <a:cubicBezTo>
                    <a:pt x="66780" y="28968"/>
                    <a:pt x="70701" y="28420"/>
                    <a:pt x="74257" y="26840"/>
                  </a:cubicBezTo>
                  <a:cubicBezTo>
                    <a:pt x="81552" y="23588"/>
                    <a:pt x="94075" y="26779"/>
                    <a:pt x="97935" y="30791"/>
                  </a:cubicBezTo>
                  <a:cubicBezTo>
                    <a:pt x="101887" y="34895"/>
                    <a:pt x="98938" y="48542"/>
                    <a:pt x="108817" y="48664"/>
                  </a:cubicBezTo>
                  <a:cubicBezTo>
                    <a:pt x="114227" y="48694"/>
                    <a:pt x="116872" y="49029"/>
                    <a:pt x="119364" y="53801"/>
                  </a:cubicBezTo>
                  <a:cubicBezTo>
                    <a:pt x="121249" y="57448"/>
                    <a:pt x="120702" y="60032"/>
                    <a:pt x="126021" y="60518"/>
                  </a:cubicBezTo>
                  <a:cubicBezTo>
                    <a:pt x="131826" y="61035"/>
                    <a:pt x="141857" y="59120"/>
                    <a:pt x="146507" y="63771"/>
                  </a:cubicBezTo>
                  <a:cubicBezTo>
                    <a:pt x="149456" y="66719"/>
                    <a:pt x="153924" y="7100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14"/>
            <p:cNvSpPr/>
            <p:nvPr/>
          </p:nvSpPr>
          <p:spPr>
            <a:xfrm>
              <a:off x="2975000" y="442550"/>
              <a:ext cx="3962850" cy="1772850"/>
            </a:xfrm>
            <a:custGeom>
              <a:rect b="b" l="l" r="r" t="t"/>
              <a:pathLst>
                <a:path extrusionOk="0" fill="none" h="70914" w="158514">
                  <a:moveTo>
                    <a:pt x="0" y="1"/>
                  </a:moveTo>
                  <a:cubicBezTo>
                    <a:pt x="5623" y="2280"/>
                    <a:pt x="11611" y="3526"/>
                    <a:pt x="17690" y="3648"/>
                  </a:cubicBezTo>
                  <a:cubicBezTo>
                    <a:pt x="23648" y="3709"/>
                    <a:pt x="29636" y="5016"/>
                    <a:pt x="35563" y="4104"/>
                  </a:cubicBezTo>
                  <a:cubicBezTo>
                    <a:pt x="47022" y="2371"/>
                    <a:pt x="46627" y="7843"/>
                    <a:pt x="43101" y="17812"/>
                  </a:cubicBezTo>
                  <a:cubicBezTo>
                    <a:pt x="41733" y="21612"/>
                    <a:pt x="36232" y="30670"/>
                    <a:pt x="39028" y="34621"/>
                  </a:cubicBezTo>
                  <a:cubicBezTo>
                    <a:pt x="41004" y="37387"/>
                    <a:pt x="46293" y="36901"/>
                    <a:pt x="48968" y="35989"/>
                  </a:cubicBezTo>
                  <a:cubicBezTo>
                    <a:pt x="57235" y="33071"/>
                    <a:pt x="67235" y="29667"/>
                    <a:pt x="75108" y="25867"/>
                  </a:cubicBezTo>
                  <a:cubicBezTo>
                    <a:pt x="82008" y="22524"/>
                    <a:pt x="95655" y="25746"/>
                    <a:pt x="99303" y="29484"/>
                  </a:cubicBezTo>
                  <a:cubicBezTo>
                    <a:pt x="103042" y="33284"/>
                    <a:pt x="99546" y="48573"/>
                    <a:pt x="109242" y="48573"/>
                  </a:cubicBezTo>
                  <a:cubicBezTo>
                    <a:pt x="114379" y="48573"/>
                    <a:pt x="117328" y="48968"/>
                    <a:pt x="119942" y="53527"/>
                  </a:cubicBezTo>
                  <a:cubicBezTo>
                    <a:pt x="121948" y="57023"/>
                    <a:pt x="121340" y="59606"/>
                    <a:pt x="126629" y="60032"/>
                  </a:cubicBezTo>
                  <a:cubicBezTo>
                    <a:pt x="132495" y="60488"/>
                    <a:pt x="142130" y="58725"/>
                    <a:pt x="146751" y="63558"/>
                  </a:cubicBezTo>
                  <a:cubicBezTo>
                    <a:pt x="149608" y="66567"/>
                    <a:pt x="153985" y="70913"/>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14"/>
            <p:cNvSpPr/>
            <p:nvPr/>
          </p:nvSpPr>
          <p:spPr>
            <a:xfrm>
              <a:off x="2975000" y="442550"/>
              <a:ext cx="3962100" cy="1769800"/>
            </a:xfrm>
            <a:custGeom>
              <a:rect b="b" l="l" r="r" t="t"/>
              <a:pathLst>
                <a:path extrusionOk="0" fill="none" h="70792" w="158484">
                  <a:moveTo>
                    <a:pt x="0" y="1"/>
                  </a:moveTo>
                  <a:cubicBezTo>
                    <a:pt x="5654" y="2280"/>
                    <a:pt x="11703" y="3435"/>
                    <a:pt x="17812" y="3405"/>
                  </a:cubicBezTo>
                  <a:cubicBezTo>
                    <a:pt x="23709" y="3344"/>
                    <a:pt x="29606" y="4165"/>
                    <a:pt x="35502" y="3192"/>
                  </a:cubicBezTo>
                  <a:cubicBezTo>
                    <a:pt x="37660" y="2858"/>
                    <a:pt x="42463" y="1976"/>
                    <a:pt x="44621" y="2949"/>
                  </a:cubicBezTo>
                  <a:cubicBezTo>
                    <a:pt x="49545" y="5168"/>
                    <a:pt x="46840" y="10913"/>
                    <a:pt x="45624" y="14742"/>
                  </a:cubicBezTo>
                  <a:cubicBezTo>
                    <a:pt x="43557" y="21369"/>
                    <a:pt x="34135" y="40001"/>
                    <a:pt x="49819" y="34652"/>
                  </a:cubicBezTo>
                  <a:cubicBezTo>
                    <a:pt x="58299" y="31734"/>
                    <a:pt x="67935" y="28177"/>
                    <a:pt x="76050" y="24864"/>
                  </a:cubicBezTo>
                  <a:cubicBezTo>
                    <a:pt x="83072" y="21977"/>
                    <a:pt x="96051" y="24347"/>
                    <a:pt x="100762" y="28117"/>
                  </a:cubicBezTo>
                  <a:cubicBezTo>
                    <a:pt x="105716" y="32098"/>
                    <a:pt x="98908" y="48299"/>
                    <a:pt x="109698" y="48482"/>
                  </a:cubicBezTo>
                  <a:cubicBezTo>
                    <a:pt x="114653" y="48573"/>
                    <a:pt x="117753" y="48846"/>
                    <a:pt x="120458" y="53254"/>
                  </a:cubicBezTo>
                  <a:cubicBezTo>
                    <a:pt x="122586" y="56628"/>
                    <a:pt x="121948" y="59242"/>
                    <a:pt x="127176" y="59576"/>
                  </a:cubicBezTo>
                  <a:cubicBezTo>
                    <a:pt x="133133" y="60001"/>
                    <a:pt x="142404" y="58360"/>
                    <a:pt x="146963" y="63375"/>
                  </a:cubicBezTo>
                  <a:cubicBezTo>
                    <a:pt x="149699" y="66385"/>
                    <a:pt x="153985" y="70792"/>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14"/>
            <p:cNvSpPr/>
            <p:nvPr/>
          </p:nvSpPr>
          <p:spPr>
            <a:xfrm>
              <a:off x="2975000" y="442550"/>
              <a:ext cx="3963625" cy="1767525"/>
            </a:xfrm>
            <a:custGeom>
              <a:rect b="b" l="l" r="r" t="t"/>
              <a:pathLst>
                <a:path extrusionOk="0" fill="none" h="70701" w="158545">
                  <a:moveTo>
                    <a:pt x="0" y="1"/>
                  </a:moveTo>
                  <a:cubicBezTo>
                    <a:pt x="5715" y="2250"/>
                    <a:pt x="11794" y="3314"/>
                    <a:pt x="17934" y="3192"/>
                  </a:cubicBezTo>
                  <a:cubicBezTo>
                    <a:pt x="23770" y="2979"/>
                    <a:pt x="29575" y="3314"/>
                    <a:pt x="35411" y="2341"/>
                  </a:cubicBezTo>
                  <a:cubicBezTo>
                    <a:pt x="44439" y="791"/>
                    <a:pt x="50518" y="2371"/>
                    <a:pt x="48147" y="11916"/>
                  </a:cubicBezTo>
                  <a:cubicBezTo>
                    <a:pt x="46627" y="18086"/>
                    <a:pt x="34894" y="38725"/>
                    <a:pt x="50883" y="33253"/>
                  </a:cubicBezTo>
                  <a:cubicBezTo>
                    <a:pt x="59697" y="30244"/>
                    <a:pt x="68482" y="26688"/>
                    <a:pt x="77418" y="23922"/>
                  </a:cubicBezTo>
                  <a:cubicBezTo>
                    <a:pt x="84227" y="21794"/>
                    <a:pt x="97601" y="22585"/>
                    <a:pt x="102312" y="26779"/>
                  </a:cubicBezTo>
                  <a:cubicBezTo>
                    <a:pt x="107510" y="31399"/>
                    <a:pt x="99394" y="48056"/>
                    <a:pt x="110276" y="48330"/>
                  </a:cubicBezTo>
                  <a:cubicBezTo>
                    <a:pt x="115200" y="48451"/>
                    <a:pt x="117966" y="49181"/>
                    <a:pt x="120945" y="52889"/>
                  </a:cubicBezTo>
                  <a:cubicBezTo>
                    <a:pt x="123376" y="55928"/>
                    <a:pt x="122464" y="58877"/>
                    <a:pt x="127784" y="59150"/>
                  </a:cubicBezTo>
                  <a:cubicBezTo>
                    <a:pt x="133711" y="59454"/>
                    <a:pt x="142769" y="58026"/>
                    <a:pt x="147267" y="63223"/>
                  </a:cubicBezTo>
                  <a:cubicBezTo>
                    <a:pt x="149881" y="66202"/>
                    <a:pt x="154076" y="70701"/>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14"/>
            <p:cNvSpPr/>
            <p:nvPr/>
          </p:nvSpPr>
          <p:spPr>
            <a:xfrm>
              <a:off x="2975000" y="442550"/>
              <a:ext cx="3962850" cy="1765250"/>
            </a:xfrm>
            <a:custGeom>
              <a:rect b="b" l="l" r="r" t="t"/>
              <a:pathLst>
                <a:path extrusionOk="0" fill="none" h="70610" w="158514">
                  <a:moveTo>
                    <a:pt x="0" y="1"/>
                  </a:moveTo>
                  <a:cubicBezTo>
                    <a:pt x="5745" y="2219"/>
                    <a:pt x="11885" y="3223"/>
                    <a:pt x="18025" y="2949"/>
                  </a:cubicBezTo>
                  <a:cubicBezTo>
                    <a:pt x="23800" y="2645"/>
                    <a:pt x="29514" y="2493"/>
                    <a:pt x="35259" y="1490"/>
                  </a:cubicBezTo>
                  <a:cubicBezTo>
                    <a:pt x="38056" y="1004"/>
                    <a:pt x="42189" y="396"/>
                    <a:pt x="44986" y="1064"/>
                  </a:cubicBezTo>
                  <a:cubicBezTo>
                    <a:pt x="50183" y="2280"/>
                    <a:pt x="51065" y="4803"/>
                    <a:pt x="50487" y="9454"/>
                  </a:cubicBezTo>
                  <a:cubicBezTo>
                    <a:pt x="49728" y="14986"/>
                    <a:pt x="36627" y="36870"/>
                    <a:pt x="52068" y="31825"/>
                  </a:cubicBezTo>
                  <a:cubicBezTo>
                    <a:pt x="60944" y="28937"/>
                    <a:pt x="69910" y="25533"/>
                    <a:pt x="79029" y="23010"/>
                  </a:cubicBezTo>
                  <a:cubicBezTo>
                    <a:pt x="86111" y="21095"/>
                    <a:pt x="98969" y="21551"/>
                    <a:pt x="103893" y="25472"/>
                  </a:cubicBezTo>
                  <a:cubicBezTo>
                    <a:pt x="109212" y="29697"/>
                    <a:pt x="100093" y="47661"/>
                    <a:pt x="110823" y="48147"/>
                  </a:cubicBezTo>
                  <a:cubicBezTo>
                    <a:pt x="115595" y="48360"/>
                    <a:pt x="118422" y="49120"/>
                    <a:pt x="121431" y="52646"/>
                  </a:cubicBezTo>
                  <a:cubicBezTo>
                    <a:pt x="123923" y="55594"/>
                    <a:pt x="123103" y="58542"/>
                    <a:pt x="128300" y="58786"/>
                  </a:cubicBezTo>
                  <a:cubicBezTo>
                    <a:pt x="134288" y="59059"/>
                    <a:pt x="143042" y="57783"/>
                    <a:pt x="147480" y="63041"/>
                  </a:cubicBezTo>
                  <a:cubicBezTo>
                    <a:pt x="150003" y="65989"/>
                    <a:pt x="154076" y="7061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14"/>
            <p:cNvSpPr/>
            <p:nvPr/>
          </p:nvSpPr>
          <p:spPr>
            <a:xfrm>
              <a:off x="2975000" y="428125"/>
              <a:ext cx="3962850" cy="1777400"/>
            </a:xfrm>
            <a:custGeom>
              <a:rect b="b" l="l" r="r" t="t"/>
              <a:pathLst>
                <a:path extrusionOk="0" fill="none" h="71096" w="158514">
                  <a:moveTo>
                    <a:pt x="0" y="578"/>
                  </a:moveTo>
                  <a:cubicBezTo>
                    <a:pt x="5715" y="2705"/>
                    <a:pt x="12128" y="3769"/>
                    <a:pt x="18146" y="3313"/>
                  </a:cubicBezTo>
                  <a:cubicBezTo>
                    <a:pt x="23861" y="2888"/>
                    <a:pt x="29484" y="2219"/>
                    <a:pt x="35138" y="1246"/>
                  </a:cubicBezTo>
                  <a:cubicBezTo>
                    <a:pt x="42554" y="0"/>
                    <a:pt x="52281" y="1489"/>
                    <a:pt x="52585" y="7994"/>
                  </a:cubicBezTo>
                  <a:cubicBezTo>
                    <a:pt x="52767" y="12523"/>
                    <a:pt x="39211" y="35350"/>
                    <a:pt x="53436" y="30882"/>
                  </a:cubicBezTo>
                  <a:cubicBezTo>
                    <a:pt x="62372" y="28086"/>
                    <a:pt x="71673" y="25137"/>
                    <a:pt x="80914" y="22736"/>
                  </a:cubicBezTo>
                  <a:cubicBezTo>
                    <a:pt x="88604" y="20760"/>
                    <a:pt x="100032" y="21551"/>
                    <a:pt x="105443" y="24803"/>
                  </a:cubicBezTo>
                  <a:cubicBezTo>
                    <a:pt x="111674" y="28511"/>
                    <a:pt x="99941" y="47508"/>
                    <a:pt x="111431" y="48511"/>
                  </a:cubicBezTo>
                  <a:cubicBezTo>
                    <a:pt x="116081" y="48937"/>
                    <a:pt x="118847" y="49606"/>
                    <a:pt x="121887" y="52980"/>
                  </a:cubicBezTo>
                  <a:cubicBezTo>
                    <a:pt x="124440" y="55837"/>
                    <a:pt x="123741" y="58785"/>
                    <a:pt x="128787" y="58998"/>
                  </a:cubicBezTo>
                  <a:cubicBezTo>
                    <a:pt x="134836" y="59271"/>
                    <a:pt x="143316" y="58147"/>
                    <a:pt x="147723" y="63436"/>
                  </a:cubicBezTo>
                  <a:cubicBezTo>
                    <a:pt x="150125" y="66323"/>
                    <a:pt x="154106" y="71095"/>
                    <a:pt x="158514" y="6924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14"/>
            <p:cNvSpPr/>
            <p:nvPr/>
          </p:nvSpPr>
          <p:spPr>
            <a:xfrm>
              <a:off x="2975000" y="412925"/>
              <a:ext cx="3962850" cy="1789550"/>
            </a:xfrm>
            <a:custGeom>
              <a:rect b="b" l="l" r="r" t="t"/>
              <a:pathLst>
                <a:path extrusionOk="0" fill="none" h="71582" w="158514">
                  <a:moveTo>
                    <a:pt x="0" y="1186"/>
                  </a:moveTo>
                  <a:cubicBezTo>
                    <a:pt x="5745" y="3283"/>
                    <a:pt x="12219" y="4286"/>
                    <a:pt x="18238" y="3678"/>
                  </a:cubicBezTo>
                  <a:cubicBezTo>
                    <a:pt x="23891" y="3131"/>
                    <a:pt x="29454" y="1976"/>
                    <a:pt x="35046" y="1034"/>
                  </a:cubicBezTo>
                  <a:cubicBezTo>
                    <a:pt x="41308" y="0"/>
                    <a:pt x="52980" y="638"/>
                    <a:pt x="54317" y="7082"/>
                  </a:cubicBezTo>
                  <a:cubicBezTo>
                    <a:pt x="55260" y="11672"/>
                    <a:pt x="42159" y="33557"/>
                    <a:pt x="54895" y="29879"/>
                  </a:cubicBezTo>
                  <a:cubicBezTo>
                    <a:pt x="64044" y="27204"/>
                    <a:pt x="73588" y="24864"/>
                    <a:pt x="82950" y="22523"/>
                  </a:cubicBezTo>
                  <a:cubicBezTo>
                    <a:pt x="90488" y="20608"/>
                    <a:pt x="101248" y="21186"/>
                    <a:pt x="106932" y="24256"/>
                  </a:cubicBezTo>
                  <a:cubicBezTo>
                    <a:pt x="113862" y="27964"/>
                    <a:pt x="100762" y="47478"/>
                    <a:pt x="112069" y="48876"/>
                  </a:cubicBezTo>
                  <a:cubicBezTo>
                    <a:pt x="116264" y="49363"/>
                    <a:pt x="119729" y="49879"/>
                    <a:pt x="122343" y="53344"/>
                  </a:cubicBezTo>
                  <a:cubicBezTo>
                    <a:pt x="124562" y="56354"/>
                    <a:pt x="124653" y="59089"/>
                    <a:pt x="129273" y="59272"/>
                  </a:cubicBezTo>
                  <a:cubicBezTo>
                    <a:pt x="135352" y="59545"/>
                    <a:pt x="143620" y="58603"/>
                    <a:pt x="147936" y="63861"/>
                  </a:cubicBezTo>
                  <a:cubicBezTo>
                    <a:pt x="150277" y="66688"/>
                    <a:pt x="154137" y="71582"/>
                    <a:pt x="158514" y="6984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14"/>
            <p:cNvSpPr/>
            <p:nvPr/>
          </p:nvSpPr>
          <p:spPr>
            <a:xfrm>
              <a:off x="2975000" y="386325"/>
              <a:ext cx="3962850" cy="1813875"/>
            </a:xfrm>
            <a:custGeom>
              <a:rect b="b" l="l" r="r" t="t"/>
              <a:pathLst>
                <a:path extrusionOk="0" fill="none" h="72555" w="158514">
                  <a:moveTo>
                    <a:pt x="0" y="2250"/>
                  </a:moveTo>
                  <a:cubicBezTo>
                    <a:pt x="5806" y="4286"/>
                    <a:pt x="12371" y="5259"/>
                    <a:pt x="18390" y="4529"/>
                  </a:cubicBezTo>
                  <a:cubicBezTo>
                    <a:pt x="23982" y="3830"/>
                    <a:pt x="29423" y="2250"/>
                    <a:pt x="35046" y="1307"/>
                  </a:cubicBezTo>
                  <a:cubicBezTo>
                    <a:pt x="42767" y="0"/>
                    <a:pt x="52402" y="2067"/>
                    <a:pt x="55685" y="7174"/>
                  </a:cubicBezTo>
                  <a:cubicBezTo>
                    <a:pt x="57570" y="10183"/>
                    <a:pt x="46658" y="32159"/>
                    <a:pt x="56719" y="29271"/>
                  </a:cubicBezTo>
                  <a:cubicBezTo>
                    <a:pt x="65442" y="26748"/>
                    <a:pt x="75746" y="25077"/>
                    <a:pt x="85139" y="22736"/>
                  </a:cubicBezTo>
                  <a:cubicBezTo>
                    <a:pt x="92494" y="20882"/>
                    <a:pt x="102099" y="21338"/>
                    <a:pt x="108300" y="24317"/>
                  </a:cubicBezTo>
                  <a:cubicBezTo>
                    <a:pt x="116477" y="28207"/>
                    <a:pt x="101765" y="47873"/>
                    <a:pt x="112799" y="49636"/>
                  </a:cubicBezTo>
                  <a:cubicBezTo>
                    <a:pt x="116780" y="50275"/>
                    <a:pt x="120215" y="50852"/>
                    <a:pt x="122768" y="54165"/>
                  </a:cubicBezTo>
                  <a:cubicBezTo>
                    <a:pt x="125048" y="57083"/>
                    <a:pt x="125200" y="59849"/>
                    <a:pt x="129729" y="60032"/>
                  </a:cubicBezTo>
                  <a:cubicBezTo>
                    <a:pt x="135839" y="60336"/>
                    <a:pt x="143893" y="59545"/>
                    <a:pt x="148179" y="64773"/>
                  </a:cubicBezTo>
                  <a:cubicBezTo>
                    <a:pt x="150459" y="67539"/>
                    <a:pt x="154167" y="72555"/>
                    <a:pt x="158514" y="7091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14"/>
            <p:cNvSpPr/>
            <p:nvPr/>
          </p:nvSpPr>
          <p:spPr>
            <a:xfrm>
              <a:off x="2975000" y="367325"/>
              <a:ext cx="3962850" cy="1829825"/>
            </a:xfrm>
            <a:custGeom>
              <a:rect b="b" l="l" r="r" t="t"/>
              <a:pathLst>
                <a:path extrusionOk="0" fill="none" h="73193" w="158514">
                  <a:moveTo>
                    <a:pt x="0" y="3010"/>
                  </a:moveTo>
                  <a:cubicBezTo>
                    <a:pt x="5836" y="5016"/>
                    <a:pt x="12432" y="5897"/>
                    <a:pt x="18481" y="5046"/>
                  </a:cubicBezTo>
                  <a:cubicBezTo>
                    <a:pt x="24104" y="4286"/>
                    <a:pt x="29514" y="2067"/>
                    <a:pt x="35077" y="1216"/>
                  </a:cubicBezTo>
                  <a:cubicBezTo>
                    <a:pt x="43010" y="0"/>
                    <a:pt x="51703" y="2584"/>
                    <a:pt x="56719" y="7447"/>
                  </a:cubicBezTo>
                  <a:cubicBezTo>
                    <a:pt x="60123" y="10791"/>
                    <a:pt x="50335" y="30396"/>
                    <a:pt x="58998" y="28360"/>
                  </a:cubicBezTo>
                  <a:cubicBezTo>
                    <a:pt x="67722" y="26293"/>
                    <a:pt x="78056" y="25016"/>
                    <a:pt x="87357" y="22615"/>
                  </a:cubicBezTo>
                  <a:cubicBezTo>
                    <a:pt x="94531" y="20761"/>
                    <a:pt x="103224" y="21065"/>
                    <a:pt x="109546" y="24104"/>
                  </a:cubicBezTo>
                  <a:cubicBezTo>
                    <a:pt x="118209" y="28268"/>
                    <a:pt x="103376" y="47965"/>
                    <a:pt x="113559" y="50062"/>
                  </a:cubicBezTo>
                  <a:cubicBezTo>
                    <a:pt x="117328" y="50822"/>
                    <a:pt x="120671" y="51551"/>
                    <a:pt x="123194" y="54682"/>
                  </a:cubicBezTo>
                  <a:cubicBezTo>
                    <a:pt x="125474" y="57539"/>
                    <a:pt x="125717" y="60305"/>
                    <a:pt x="130155" y="60518"/>
                  </a:cubicBezTo>
                  <a:cubicBezTo>
                    <a:pt x="136295" y="60852"/>
                    <a:pt x="144137" y="60214"/>
                    <a:pt x="148392" y="65381"/>
                  </a:cubicBezTo>
                  <a:cubicBezTo>
                    <a:pt x="150611" y="68056"/>
                    <a:pt x="154228" y="73193"/>
                    <a:pt x="158514" y="7167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14"/>
            <p:cNvSpPr/>
            <p:nvPr/>
          </p:nvSpPr>
          <p:spPr>
            <a:xfrm>
              <a:off x="2975000" y="347575"/>
              <a:ext cx="3962850" cy="1845775"/>
            </a:xfrm>
            <a:custGeom>
              <a:rect b="b" l="l" r="r" t="t"/>
              <a:pathLst>
                <a:path extrusionOk="0" fill="none" h="73831" w="158514">
                  <a:moveTo>
                    <a:pt x="0" y="3800"/>
                  </a:moveTo>
                  <a:cubicBezTo>
                    <a:pt x="5867" y="5775"/>
                    <a:pt x="12554" y="6566"/>
                    <a:pt x="18602" y="5623"/>
                  </a:cubicBezTo>
                  <a:cubicBezTo>
                    <a:pt x="24256" y="4711"/>
                    <a:pt x="29575" y="1915"/>
                    <a:pt x="35229" y="1125"/>
                  </a:cubicBezTo>
                  <a:cubicBezTo>
                    <a:pt x="43284" y="0"/>
                    <a:pt x="51217" y="3404"/>
                    <a:pt x="57448" y="7903"/>
                  </a:cubicBezTo>
                  <a:cubicBezTo>
                    <a:pt x="62129" y="11247"/>
                    <a:pt x="59454" y="16353"/>
                    <a:pt x="58421" y="20852"/>
                  </a:cubicBezTo>
                  <a:cubicBezTo>
                    <a:pt x="57782" y="23587"/>
                    <a:pt x="56506" y="28420"/>
                    <a:pt x="61582" y="27599"/>
                  </a:cubicBezTo>
                  <a:cubicBezTo>
                    <a:pt x="70305" y="26171"/>
                    <a:pt x="80366" y="24925"/>
                    <a:pt x="89516" y="22493"/>
                  </a:cubicBezTo>
                  <a:cubicBezTo>
                    <a:pt x="96628" y="20639"/>
                    <a:pt x="104501" y="20700"/>
                    <a:pt x="110732" y="23952"/>
                  </a:cubicBezTo>
                  <a:cubicBezTo>
                    <a:pt x="119698" y="28663"/>
                    <a:pt x="104501" y="47600"/>
                    <a:pt x="114379" y="50487"/>
                  </a:cubicBezTo>
                  <a:cubicBezTo>
                    <a:pt x="117996" y="51551"/>
                    <a:pt x="121157" y="52250"/>
                    <a:pt x="123619" y="55229"/>
                  </a:cubicBezTo>
                  <a:cubicBezTo>
                    <a:pt x="125899" y="57995"/>
                    <a:pt x="126203" y="60791"/>
                    <a:pt x="130550" y="61065"/>
                  </a:cubicBezTo>
                  <a:cubicBezTo>
                    <a:pt x="136659" y="61399"/>
                    <a:pt x="144380" y="60913"/>
                    <a:pt x="148605" y="65989"/>
                  </a:cubicBezTo>
                  <a:cubicBezTo>
                    <a:pt x="150793" y="68603"/>
                    <a:pt x="154258" y="73831"/>
                    <a:pt x="158514" y="7246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14"/>
            <p:cNvSpPr/>
            <p:nvPr/>
          </p:nvSpPr>
          <p:spPr>
            <a:xfrm>
              <a:off x="2975000" y="324000"/>
              <a:ext cx="3962850" cy="1867075"/>
            </a:xfrm>
            <a:custGeom>
              <a:rect b="b" l="l" r="r" t="t"/>
              <a:pathLst>
                <a:path extrusionOk="0" fill="none" h="74683" w="158514">
                  <a:moveTo>
                    <a:pt x="0" y="4743"/>
                  </a:moveTo>
                  <a:cubicBezTo>
                    <a:pt x="5897" y="6688"/>
                    <a:pt x="12645" y="7387"/>
                    <a:pt x="18724" y="6323"/>
                  </a:cubicBezTo>
                  <a:cubicBezTo>
                    <a:pt x="24469" y="5290"/>
                    <a:pt x="29758" y="1977"/>
                    <a:pt x="35502" y="1156"/>
                  </a:cubicBezTo>
                  <a:cubicBezTo>
                    <a:pt x="43466" y="1"/>
                    <a:pt x="51460" y="4682"/>
                    <a:pt x="57934" y="8572"/>
                  </a:cubicBezTo>
                  <a:cubicBezTo>
                    <a:pt x="62858" y="11521"/>
                    <a:pt x="62099" y="15411"/>
                    <a:pt x="61339" y="20153"/>
                  </a:cubicBezTo>
                  <a:cubicBezTo>
                    <a:pt x="60883" y="22919"/>
                    <a:pt x="59576" y="27448"/>
                    <a:pt x="64378" y="27144"/>
                  </a:cubicBezTo>
                  <a:cubicBezTo>
                    <a:pt x="73223" y="26597"/>
                    <a:pt x="82737" y="24834"/>
                    <a:pt x="91643" y="22494"/>
                  </a:cubicBezTo>
                  <a:cubicBezTo>
                    <a:pt x="98817" y="20609"/>
                    <a:pt x="105747" y="20366"/>
                    <a:pt x="111856" y="23983"/>
                  </a:cubicBezTo>
                  <a:cubicBezTo>
                    <a:pt x="120519" y="29120"/>
                    <a:pt x="105990" y="47296"/>
                    <a:pt x="115230" y="51035"/>
                  </a:cubicBezTo>
                  <a:cubicBezTo>
                    <a:pt x="118543" y="52372"/>
                    <a:pt x="121705" y="53072"/>
                    <a:pt x="124045" y="55898"/>
                  </a:cubicBezTo>
                  <a:cubicBezTo>
                    <a:pt x="126325" y="58634"/>
                    <a:pt x="126659" y="61461"/>
                    <a:pt x="130914" y="61765"/>
                  </a:cubicBezTo>
                  <a:cubicBezTo>
                    <a:pt x="136994" y="62160"/>
                    <a:pt x="144593" y="61825"/>
                    <a:pt x="148818" y="66810"/>
                  </a:cubicBezTo>
                  <a:cubicBezTo>
                    <a:pt x="150945" y="69364"/>
                    <a:pt x="154289" y="74683"/>
                    <a:pt x="158514" y="73406"/>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14"/>
            <p:cNvSpPr/>
            <p:nvPr/>
          </p:nvSpPr>
          <p:spPr>
            <a:xfrm>
              <a:off x="2975000" y="297425"/>
              <a:ext cx="3962850" cy="1890625"/>
            </a:xfrm>
            <a:custGeom>
              <a:rect b="b" l="l" r="r" t="t"/>
              <a:pathLst>
                <a:path extrusionOk="0" fill="none" h="75625" w="158514">
                  <a:moveTo>
                    <a:pt x="0" y="5806"/>
                  </a:moveTo>
                  <a:cubicBezTo>
                    <a:pt x="5927" y="7690"/>
                    <a:pt x="12918" y="8450"/>
                    <a:pt x="18815" y="7173"/>
                  </a:cubicBezTo>
                  <a:cubicBezTo>
                    <a:pt x="24530" y="5927"/>
                    <a:pt x="30122" y="2128"/>
                    <a:pt x="35928" y="1216"/>
                  </a:cubicBezTo>
                  <a:cubicBezTo>
                    <a:pt x="43648" y="0"/>
                    <a:pt x="52494" y="5593"/>
                    <a:pt x="58178" y="9392"/>
                  </a:cubicBezTo>
                  <a:cubicBezTo>
                    <a:pt x="62585" y="12310"/>
                    <a:pt x="64226" y="14347"/>
                    <a:pt x="64074" y="19940"/>
                  </a:cubicBezTo>
                  <a:cubicBezTo>
                    <a:pt x="64014" y="22797"/>
                    <a:pt x="62828" y="26839"/>
                    <a:pt x="67296" y="27022"/>
                  </a:cubicBezTo>
                  <a:cubicBezTo>
                    <a:pt x="76081" y="27417"/>
                    <a:pt x="85199" y="24560"/>
                    <a:pt x="93589" y="22584"/>
                  </a:cubicBezTo>
                  <a:cubicBezTo>
                    <a:pt x="100975" y="20851"/>
                    <a:pt x="106598" y="19879"/>
                    <a:pt x="112920" y="24165"/>
                  </a:cubicBezTo>
                  <a:cubicBezTo>
                    <a:pt x="121188" y="29788"/>
                    <a:pt x="107753" y="47113"/>
                    <a:pt x="116142" y="51673"/>
                  </a:cubicBezTo>
                  <a:cubicBezTo>
                    <a:pt x="119030" y="53223"/>
                    <a:pt x="122221" y="54013"/>
                    <a:pt x="124501" y="56718"/>
                  </a:cubicBezTo>
                  <a:cubicBezTo>
                    <a:pt x="126781" y="59423"/>
                    <a:pt x="127115" y="62281"/>
                    <a:pt x="131279" y="62615"/>
                  </a:cubicBezTo>
                  <a:cubicBezTo>
                    <a:pt x="137358" y="63101"/>
                    <a:pt x="144836" y="62828"/>
                    <a:pt x="149030" y="67752"/>
                  </a:cubicBezTo>
                  <a:cubicBezTo>
                    <a:pt x="151158" y="70244"/>
                    <a:pt x="154350" y="75624"/>
                    <a:pt x="158514" y="7446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14"/>
            <p:cNvSpPr/>
            <p:nvPr/>
          </p:nvSpPr>
          <p:spPr>
            <a:xfrm>
              <a:off x="2975000" y="270050"/>
              <a:ext cx="3962100" cy="1914200"/>
            </a:xfrm>
            <a:custGeom>
              <a:rect b="b" l="l" r="r" t="t"/>
              <a:pathLst>
                <a:path extrusionOk="0" fill="none" h="76568" w="158484">
                  <a:moveTo>
                    <a:pt x="0" y="6901"/>
                  </a:moveTo>
                  <a:cubicBezTo>
                    <a:pt x="5988" y="8785"/>
                    <a:pt x="13040" y="9484"/>
                    <a:pt x="18937" y="8025"/>
                  </a:cubicBezTo>
                  <a:cubicBezTo>
                    <a:pt x="24803" y="6627"/>
                    <a:pt x="30396" y="2402"/>
                    <a:pt x="36414" y="1338"/>
                  </a:cubicBezTo>
                  <a:cubicBezTo>
                    <a:pt x="44013" y="1"/>
                    <a:pt x="52463" y="6688"/>
                    <a:pt x="58208" y="10244"/>
                  </a:cubicBezTo>
                  <a:cubicBezTo>
                    <a:pt x="62676" y="13010"/>
                    <a:pt x="65138" y="14925"/>
                    <a:pt x="66476" y="20092"/>
                  </a:cubicBezTo>
                  <a:cubicBezTo>
                    <a:pt x="67235" y="22980"/>
                    <a:pt x="65868" y="26536"/>
                    <a:pt x="70214" y="27144"/>
                  </a:cubicBezTo>
                  <a:cubicBezTo>
                    <a:pt x="78695" y="28329"/>
                    <a:pt x="87753" y="24104"/>
                    <a:pt x="95351" y="22646"/>
                  </a:cubicBezTo>
                  <a:cubicBezTo>
                    <a:pt x="102950" y="21187"/>
                    <a:pt x="107327" y="19150"/>
                    <a:pt x="113893" y="24408"/>
                  </a:cubicBezTo>
                  <a:cubicBezTo>
                    <a:pt x="121309" y="30366"/>
                    <a:pt x="109668" y="47023"/>
                    <a:pt x="117084" y="52251"/>
                  </a:cubicBezTo>
                  <a:cubicBezTo>
                    <a:pt x="119577" y="54014"/>
                    <a:pt x="122586" y="54956"/>
                    <a:pt x="125018" y="57418"/>
                  </a:cubicBezTo>
                  <a:cubicBezTo>
                    <a:pt x="127419" y="59880"/>
                    <a:pt x="127145" y="63011"/>
                    <a:pt x="131614" y="63436"/>
                  </a:cubicBezTo>
                  <a:cubicBezTo>
                    <a:pt x="137602" y="64014"/>
                    <a:pt x="144988" y="63832"/>
                    <a:pt x="149213" y="68695"/>
                  </a:cubicBezTo>
                  <a:cubicBezTo>
                    <a:pt x="151310" y="71126"/>
                    <a:pt x="154410" y="76567"/>
                    <a:pt x="158483" y="755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14"/>
            <p:cNvSpPr/>
            <p:nvPr/>
          </p:nvSpPr>
          <p:spPr>
            <a:xfrm>
              <a:off x="2975000" y="244975"/>
              <a:ext cx="3962100" cy="1937000"/>
            </a:xfrm>
            <a:custGeom>
              <a:rect b="b" l="l" r="r" t="t"/>
              <a:pathLst>
                <a:path extrusionOk="0" fill="none" h="77480" w="158484">
                  <a:moveTo>
                    <a:pt x="0" y="7904"/>
                  </a:moveTo>
                  <a:cubicBezTo>
                    <a:pt x="6019" y="9758"/>
                    <a:pt x="13162" y="10366"/>
                    <a:pt x="19058" y="8815"/>
                  </a:cubicBezTo>
                  <a:cubicBezTo>
                    <a:pt x="25077" y="7204"/>
                    <a:pt x="30730" y="2554"/>
                    <a:pt x="36992" y="1429"/>
                  </a:cubicBezTo>
                  <a:cubicBezTo>
                    <a:pt x="44773" y="1"/>
                    <a:pt x="52038" y="7296"/>
                    <a:pt x="58086" y="10974"/>
                  </a:cubicBezTo>
                  <a:cubicBezTo>
                    <a:pt x="62463" y="13618"/>
                    <a:pt x="66111" y="15806"/>
                    <a:pt x="68482" y="20457"/>
                  </a:cubicBezTo>
                  <a:cubicBezTo>
                    <a:pt x="69910" y="23253"/>
                    <a:pt x="69090" y="26475"/>
                    <a:pt x="73041" y="27387"/>
                  </a:cubicBezTo>
                  <a:cubicBezTo>
                    <a:pt x="81005" y="29180"/>
                    <a:pt x="90002" y="23679"/>
                    <a:pt x="96841" y="22615"/>
                  </a:cubicBezTo>
                  <a:cubicBezTo>
                    <a:pt x="104622" y="21399"/>
                    <a:pt x="107692" y="18360"/>
                    <a:pt x="114714" y="24621"/>
                  </a:cubicBezTo>
                  <a:cubicBezTo>
                    <a:pt x="121917" y="31065"/>
                    <a:pt x="111552" y="46780"/>
                    <a:pt x="118087" y="52767"/>
                  </a:cubicBezTo>
                  <a:cubicBezTo>
                    <a:pt x="120124" y="54682"/>
                    <a:pt x="123224" y="55807"/>
                    <a:pt x="125443" y="58178"/>
                  </a:cubicBezTo>
                  <a:cubicBezTo>
                    <a:pt x="127784" y="60640"/>
                    <a:pt x="127632" y="63771"/>
                    <a:pt x="131918" y="64257"/>
                  </a:cubicBezTo>
                  <a:cubicBezTo>
                    <a:pt x="137905" y="64956"/>
                    <a:pt x="145170" y="64804"/>
                    <a:pt x="149425" y="69576"/>
                  </a:cubicBezTo>
                  <a:cubicBezTo>
                    <a:pt x="151523" y="71947"/>
                    <a:pt x="154471" y="77479"/>
                    <a:pt x="158483" y="765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14"/>
            <p:cNvSpPr/>
            <p:nvPr/>
          </p:nvSpPr>
          <p:spPr>
            <a:xfrm>
              <a:off x="2975000" y="222950"/>
              <a:ext cx="3962100" cy="1955225"/>
            </a:xfrm>
            <a:custGeom>
              <a:rect b="b" l="l" r="r" t="t"/>
              <a:pathLst>
                <a:path extrusionOk="0" fill="none" h="78209" w="158484">
                  <a:moveTo>
                    <a:pt x="0" y="8785"/>
                  </a:moveTo>
                  <a:cubicBezTo>
                    <a:pt x="6079" y="10608"/>
                    <a:pt x="13313" y="11155"/>
                    <a:pt x="19180" y="9453"/>
                  </a:cubicBezTo>
                  <a:cubicBezTo>
                    <a:pt x="25289" y="7690"/>
                    <a:pt x="31125" y="2584"/>
                    <a:pt x="37569" y="1459"/>
                  </a:cubicBezTo>
                  <a:cubicBezTo>
                    <a:pt x="45776" y="0"/>
                    <a:pt x="51642" y="7630"/>
                    <a:pt x="57874" y="11520"/>
                  </a:cubicBezTo>
                  <a:cubicBezTo>
                    <a:pt x="62099" y="14134"/>
                    <a:pt x="67175" y="16596"/>
                    <a:pt x="70123" y="20882"/>
                  </a:cubicBezTo>
                  <a:cubicBezTo>
                    <a:pt x="71886" y="23466"/>
                    <a:pt x="72190" y="26688"/>
                    <a:pt x="75625" y="27569"/>
                  </a:cubicBezTo>
                  <a:cubicBezTo>
                    <a:pt x="83193" y="29484"/>
                    <a:pt x="91339" y="23374"/>
                    <a:pt x="97996" y="22371"/>
                  </a:cubicBezTo>
                  <a:cubicBezTo>
                    <a:pt x="106051" y="21186"/>
                    <a:pt x="108391" y="17630"/>
                    <a:pt x="115473" y="24773"/>
                  </a:cubicBezTo>
                  <a:cubicBezTo>
                    <a:pt x="122039" y="31369"/>
                    <a:pt x="113528" y="46475"/>
                    <a:pt x="119060" y="53101"/>
                  </a:cubicBezTo>
                  <a:cubicBezTo>
                    <a:pt x="120732" y="55107"/>
                    <a:pt x="123802" y="56475"/>
                    <a:pt x="125869" y="58785"/>
                  </a:cubicBezTo>
                  <a:cubicBezTo>
                    <a:pt x="128088" y="61247"/>
                    <a:pt x="128057" y="64348"/>
                    <a:pt x="132191" y="64925"/>
                  </a:cubicBezTo>
                  <a:cubicBezTo>
                    <a:pt x="138179" y="65746"/>
                    <a:pt x="145352" y="65594"/>
                    <a:pt x="149608" y="70305"/>
                  </a:cubicBezTo>
                  <a:cubicBezTo>
                    <a:pt x="151705" y="72615"/>
                    <a:pt x="154502" y="78208"/>
                    <a:pt x="158483" y="7744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14"/>
            <p:cNvSpPr/>
            <p:nvPr/>
          </p:nvSpPr>
          <p:spPr>
            <a:xfrm>
              <a:off x="2975000" y="197875"/>
              <a:ext cx="3962850" cy="1976500"/>
            </a:xfrm>
            <a:custGeom>
              <a:rect b="b" l="l" r="r" t="t"/>
              <a:pathLst>
                <a:path extrusionOk="0" fill="none" h="79060" w="158514">
                  <a:moveTo>
                    <a:pt x="0" y="9788"/>
                  </a:moveTo>
                  <a:cubicBezTo>
                    <a:pt x="6110" y="11551"/>
                    <a:pt x="13222" y="11824"/>
                    <a:pt x="19301" y="10244"/>
                  </a:cubicBezTo>
                  <a:cubicBezTo>
                    <a:pt x="26080" y="8450"/>
                    <a:pt x="31369" y="3040"/>
                    <a:pt x="38208" y="1642"/>
                  </a:cubicBezTo>
                  <a:cubicBezTo>
                    <a:pt x="46384" y="0"/>
                    <a:pt x="51855" y="8207"/>
                    <a:pt x="57600" y="12098"/>
                  </a:cubicBezTo>
                  <a:cubicBezTo>
                    <a:pt x="61886" y="14985"/>
                    <a:pt x="67296" y="17478"/>
                    <a:pt x="71065" y="21368"/>
                  </a:cubicBezTo>
                  <a:cubicBezTo>
                    <a:pt x="73315" y="23678"/>
                    <a:pt x="74743" y="27113"/>
                    <a:pt x="77904" y="27903"/>
                  </a:cubicBezTo>
                  <a:cubicBezTo>
                    <a:pt x="84865" y="29575"/>
                    <a:pt x="91978" y="23648"/>
                    <a:pt x="98847" y="22280"/>
                  </a:cubicBezTo>
                  <a:cubicBezTo>
                    <a:pt x="107419" y="20517"/>
                    <a:pt x="109850" y="17903"/>
                    <a:pt x="116233" y="25077"/>
                  </a:cubicBezTo>
                  <a:cubicBezTo>
                    <a:pt x="122069" y="31642"/>
                    <a:pt x="115656" y="46536"/>
                    <a:pt x="120154" y="53557"/>
                  </a:cubicBezTo>
                  <a:cubicBezTo>
                    <a:pt x="121492" y="55624"/>
                    <a:pt x="124471" y="57235"/>
                    <a:pt x="126325" y="59484"/>
                  </a:cubicBezTo>
                  <a:cubicBezTo>
                    <a:pt x="128422" y="61977"/>
                    <a:pt x="128544" y="65047"/>
                    <a:pt x="132495" y="65685"/>
                  </a:cubicBezTo>
                  <a:cubicBezTo>
                    <a:pt x="138392" y="66658"/>
                    <a:pt x="145565" y="66506"/>
                    <a:pt x="149851" y="71187"/>
                  </a:cubicBezTo>
                  <a:cubicBezTo>
                    <a:pt x="151918" y="73466"/>
                    <a:pt x="154593" y="79059"/>
                    <a:pt x="158514" y="7845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14"/>
            <p:cNvSpPr/>
            <p:nvPr/>
          </p:nvSpPr>
          <p:spPr>
            <a:xfrm>
              <a:off x="2975000" y="180400"/>
              <a:ext cx="3962850" cy="1990925"/>
            </a:xfrm>
            <a:custGeom>
              <a:rect b="b" l="l" r="r" t="t"/>
              <a:pathLst>
                <a:path extrusionOk="0" fill="none" h="79637" w="158514">
                  <a:moveTo>
                    <a:pt x="0" y="10487"/>
                  </a:moveTo>
                  <a:cubicBezTo>
                    <a:pt x="6171" y="12219"/>
                    <a:pt x="13374" y="12371"/>
                    <a:pt x="19453" y="10699"/>
                  </a:cubicBezTo>
                  <a:cubicBezTo>
                    <a:pt x="26384" y="8754"/>
                    <a:pt x="31764" y="2979"/>
                    <a:pt x="38876" y="1611"/>
                  </a:cubicBezTo>
                  <a:cubicBezTo>
                    <a:pt x="47265" y="0"/>
                    <a:pt x="51946" y="8025"/>
                    <a:pt x="57418" y="12280"/>
                  </a:cubicBezTo>
                  <a:cubicBezTo>
                    <a:pt x="61582" y="15532"/>
                    <a:pt x="67083" y="17994"/>
                    <a:pt x="71460" y="21490"/>
                  </a:cubicBezTo>
                  <a:cubicBezTo>
                    <a:pt x="74166" y="23678"/>
                    <a:pt x="76597" y="27143"/>
                    <a:pt x="79789" y="27812"/>
                  </a:cubicBezTo>
                  <a:cubicBezTo>
                    <a:pt x="86172" y="29149"/>
                    <a:pt x="92950" y="23374"/>
                    <a:pt x="99364" y="21733"/>
                  </a:cubicBezTo>
                  <a:cubicBezTo>
                    <a:pt x="107723" y="19605"/>
                    <a:pt x="111218" y="17934"/>
                    <a:pt x="117024" y="25137"/>
                  </a:cubicBezTo>
                  <a:cubicBezTo>
                    <a:pt x="122100" y="31460"/>
                    <a:pt x="117784" y="46475"/>
                    <a:pt x="121249" y="53679"/>
                  </a:cubicBezTo>
                  <a:cubicBezTo>
                    <a:pt x="122708" y="56718"/>
                    <a:pt x="129060" y="65472"/>
                    <a:pt x="132769" y="66171"/>
                  </a:cubicBezTo>
                  <a:cubicBezTo>
                    <a:pt x="138605" y="67296"/>
                    <a:pt x="145748" y="67114"/>
                    <a:pt x="150033" y="71764"/>
                  </a:cubicBezTo>
                  <a:cubicBezTo>
                    <a:pt x="152100" y="73983"/>
                    <a:pt x="154684" y="79637"/>
                    <a:pt x="158514" y="7915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14"/>
            <p:cNvSpPr/>
            <p:nvPr/>
          </p:nvSpPr>
          <p:spPr>
            <a:xfrm>
              <a:off x="2975000" y="165200"/>
              <a:ext cx="3962850" cy="2002325"/>
            </a:xfrm>
            <a:custGeom>
              <a:rect b="b" l="l" r="r" t="t"/>
              <a:pathLst>
                <a:path extrusionOk="0" fill="none" h="80093" w="158514">
                  <a:moveTo>
                    <a:pt x="0" y="11095"/>
                  </a:moveTo>
                  <a:cubicBezTo>
                    <a:pt x="6201" y="12797"/>
                    <a:pt x="13496" y="12858"/>
                    <a:pt x="19575" y="11064"/>
                  </a:cubicBezTo>
                  <a:cubicBezTo>
                    <a:pt x="26688" y="8967"/>
                    <a:pt x="32128" y="2857"/>
                    <a:pt x="39545" y="1520"/>
                  </a:cubicBezTo>
                  <a:cubicBezTo>
                    <a:pt x="47965" y="0"/>
                    <a:pt x="52402" y="7599"/>
                    <a:pt x="57326" y="12280"/>
                  </a:cubicBezTo>
                  <a:cubicBezTo>
                    <a:pt x="61096" y="15867"/>
                    <a:pt x="66840" y="18329"/>
                    <a:pt x="71491" y="21490"/>
                  </a:cubicBezTo>
                  <a:cubicBezTo>
                    <a:pt x="74470" y="23496"/>
                    <a:pt x="77600" y="26870"/>
                    <a:pt x="81157" y="27387"/>
                  </a:cubicBezTo>
                  <a:cubicBezTo>
                    <a:pt x="87449" y="28268"/>
                    <a:pt x="93832" y="22827"/>
                    <a:pt x="99607" y="21034"/>
                  </a:cubicBezTo>
                  <a:cubicBezTo>
                    <a:pt x="107814" y="18450"/>
                    <a:pt x="112677" y="17812"/>
                    <a:pt x="117875" y="25137"/>
                  </a:cubicBezTo>
                  <a:cubicBezTo>
                    <a:pt x="120306" y="28602"/>
                    <a:pt x="119364" y="34773"/>
                    <a:pt x="119759" y="39423"/>
                  </a:cubicBezTo>
                  <a:cubicBezTo>
                    <a:pt x="120185" y="44256"/>
                    <a:pt x="120914" y="49697"/>
                    <a:pt x="122343" y="53679"/>
                  </a:cubicBezTo>
                  <a:cubicBezTo>
                    <a:pt x="123498" y="56810"/>
                    <a:pt x="129425" y="65746"/>
                    <a:pt x="133042" y="66536"/>
                  </a:cubicBezTo>
                  <a:cubicBezTo>
                    <a:pt x="138817" y="67782"/>
                    <a:pt x="145930" y="67600"/>
                    <a:pt x="150246" y="72220"/>
                  </a:cubicBezTo>
                  <a:cubicBezTo>
                    <a:pt x="152313" y="74409"/>
                    <a:pt x="154745" y="80093"/>
                    <a:pt x="158514" y="7975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14"/>
            <p:cNvSpPr/>
            <p:nvPr/>
          </p:nvSpPr>
          <p:spPr>
            <a:xfrm>
              <a:off x="2975000" y="150750"/>
              <a:ext cx="3962850" cy="2014500"/>
            </a:xfrm>
            <a:custGeom>
              <a:rect b="b" l="l" r="r" t="t"/>
              <a:pathLst>
                <a:path extrusionOk="0" fill="none" h="80580" w="158514">
                  <a:moveTo>
                    <a:pt x="0" y="11673"/>
                  </a:moveTo>
                  <a:cubicBezTo>
                    <a:pt x="6262" y="13344"/>
                    <a:pt x="13830" y="13588"/>
                    <a:pt x="19727" y="11429"/>
                  </a:cubicBezTo>
                  <a:cubicBezTo>
                    <a:pt x="26566" y="8907"/>
                    <a:pt x="32767" y="2676"/>
                    <a:pt x="40244" y="1399"/>
                  </a:cubicBezTo>
                  <a:cubicBezTo>
                    <a:pt x="48573" y="1"/>
                    <a:pt x="53162" y="6900"/>
                    <a:pt x="57478" y="12159"/>
                  </a:cubicBezTo>
                  <a:cubicBezTo>
                    <a:pt x="61825" y="17417"/>
                    <a:pt x="74318" y="25807"/>
                    <a:pt x="81917" y="26749"/>
                  </a:cubicBezTo>
                  <a:cubicBezTo>
                    <a:pt x="87692" y="27448"/>
                    <a:pt x="94379" y="22159"/>
                    <a:pt x="99637" y="20244"/>
                  </a:cubicBezTo>
                  <a:cubicBezTo>
                    <a:pt x="108178" y="17144"/>
                    <a:pt x="114045" y="17873"/>
                    <a:pt x="118787" y="25199"/>
                  </a:cubicBezTo>
                  <a:cubicBezTo>
                    <a:pt x="121066" y="28694"/>
                    <a:pt x="119607" y="34895"/>
                    <a:pt x="120215" y="39515"/>
                  </a:cubicBezTo>
                  <a:cubicBezTo>
                    <a:pt x="120853" y="44348"/>
                    <a:pt x="122373" y="49394"/>
                    <a:pt x="123498" y="53649"/>
                  </a:cubicBezTo>
                  <a:cubicBezTo>
                    <a:pt x="124349" y="56962"/>
                    <a:pt x="129729" y="65989"/>
                    <a:pt x="133316" y="66871"/>
                  </a:cubicBezTo>
                  <a:cubicBezTo>
                    <a:pt x="139000" y="68300"/>
                    <a:pt x="146112" y="68087"/>
                    <a:pt x="150459" y="72677"/>
                  </a:cubicBezTo>
                  <a:cubicBezTo>
                    <a:pt x="152495" y="74835"/>
                    <a:pt x="154836" y="80579"/>
                    <a:pt x="158514" y="803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14"/>
            <p:cNvSpPr/>
            <p:nvPr/>
          </p:nvSpPr>
          <p:spPr>
            <a:xfrm>
              <a:off x="2975000" y="138600"/>
              <a:ext cx="3962100" cy="2022075"/>
            </a:xfrm>
            <a:custGeom>
              <a:rect b="b" l="l" r="r" t="t"/>
              <a:pathLst>
                <a:path extrusionOk="0" fill="none" h="80883" w="158484">
                  <a:moveTo>
                    <a:pt x="0" y="12159"/>
                  </a:moveTo>
                  <a:cubicBezTo>
                    <a:pt x="6322" y="13800"/>
                    <a:pt x="13952" y="13952"/>
                    <a:pt x="19849" y="11672"/>
                  </a:cubicBezTo>
                  <a:cubicBezTo>
                    <a:pt x="26900" y="8937"/>
                    <a:pt x="33162" y="2462"/>
                    <a:pt x="40974" y="1247"/>
                  </a:cubicBezTo>
                  <a:cubicBezTo>
                    <a:pt x="48876" y="0"/>
                    <a:pt x="54530" y="5806"/>
                    <a:pt x="58026" y="11855"/>
                  </a:cubicBezTo>
                  <a:cubicBezTo>
                    <a:pt x="61521" y="17873"/>
                    <a:pt x="74500" y="25138"/>
                    <a:pt x="82069" y="25928"/>
                  </a:cubicBezTo>
                  <a:cubicBezTo>
                    <a:pt x="87449" y="26505"/>
                    <a:pt x="94774" y="21186"/>
                    <a:pt x="99637" y="19362"/>
                  </a:cubicBezTo>
                  <a:cubicBezTo>
                    <a:pt x="108178" y="16080"/>
                    <a:pt x="115321" y="17782"/>
                    <a:pt x="119759" y="25107"/>
                  </a:cubicBezTo>
                  <a:cubicBezTo>
                    <a:pt x="121948" y="28724"/>
                    <a:pt x="119790" y="34803"/>
                    <a:pt x="120580" y="39545"/>
                  </a:cubicBezTo>
                  <a:cubicBezTo>
                    <a:pt x="121370" y="44348"/>
                    <a:pt x="123771" y="48937"/>
                    <a:pt x="124623" y="53497"/>
                  </a:cubicBezTo>
                  <a:cubicBezTo>
                    <a:pt x="125291" y="56992"/>
                    <a:pt x="130003" y="66050"/>
                    <a:pt x="133559" y="67053"/>
                  </a:cubicBezTo>
                  <a:cubicBezTo>
                    <a:pt x="139152" y="68603"/>
                    <a:pt x="146355" y="68451"/>
                    <a:pt x="150672" y="72980"/>
                  </a:cubicBezTo>
                  <a:cubicBezTo>
                    <a:pt x="152708" y="75108"/>
                    <a:pt x="154897" y="80883"/>
                    <a:pt x="158483" y="80822"/>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14"/>
            <p:cNvSpPr/>
            <p:nvPr/>
          </p:nvSpPr>
          <p:spPr>
            <a:xfrm>
              <a:off x="2975000" y="124150"/>
              <a:ext cx="3962100" cy="2034250"/>
            </a:xfrm>
            <a:custGeom>
              <a:rect b="b" l="l" r="r" t="t"/>
              <a:pathLst>
                <a:path extrusionOk="0" fill="none" h="81370" w="158484">
                  <a:moveTo>
                    <a:pt x="0" y="12737"/>
                  </a:moveTo>
                  <a:cubicBezTo>
                    <a:pt x="6383" y="14348"/>
                    <a:pt x="13861" y="14226"/>
                    <a:pt x="20001" y="12007"/>
                  </a:cubicBezTo>
                  <a:cubicBezTo>
                    <a:pt x="27721" y="9241"/>
                    <a:pt x="33283" y="2432"/>
                    <a:pt x="41673" y="1186"/>
                  </a:cubicBezTo>
                  <a:cubicBezTo>
                    <a:pt x="49515" y="1"/>
                    <a:pt x="55807" y="4530"/>
                    <a:pt x="58877" y="11551"/>
                  </a:cubicBezTo>
                  <a:cubicBezTo>
                    <a:pt x="61886" y="18481"/>
                    <a:pt x="74378" y="24560"/>
                    <a:pt x="81704" y="25199"/>
                  </a:cubicBezTo>
                  <a:cubicBezTo>
                    <a:pt x="87114" y="25624"/>
                    <a:pt x="94774" y="20244"/>
                    <a:pt x="99607" y="18573"/>
                  </a:cubicBezTo>
                  <a:cubicBezTo>
                    <a:pt x="108118" y="15655"/>
                    <a:pt x="116628" y="17721"/>
                    <a:pt x="120853" y="25199"/>
                  </a:cubicBezTo>
                  <a:cubicBezTo>
                    <a:pt x="123012" y="29029"/>
                    <a:pt x="119972" y="34895"/>
                    <a:pt x="120853" y="39758"/>
                  </a:cubicBezTo>
                  <a:cubicBezTo>
                    <a:pt x="121735" y="44561"/>
                    <a:pt x="125139" y="48512"/>
                    <a:pt x="125778" y="53406"/>
                  </a:cubicBezTo>
                  <a:cubicBezTo>
                    <a:pt x="126294" y="57205"/>
                    <a:pt x="130276" y="66172"/>
                    <a:pt x="133863" y="67297"/>
                  </a:cubicBezTo>
                  <a:cubicBezTo>
                    <a:pt x="139334" y="68999"/>
                    <a:pt x="146568" y="68908"/>
                    <a:pt x="150884" y="73406"/>
                  </a:cubicBezTo>
                  <a:cubicBezTo>
                    <a:pt x="153438" y="76051"/>
                    <a:pt x="154684" y="80428"/>
                    <a:pt x="158483" y="8137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14"/>
            <p:cNvSpPr/>
            <p:nvPr/>
          </p:nvSpPr>
          <p:spPr>
            <a:xfrm>
              <a:off x="2975000" y="108200"/>
              <a:ext cx="3962850" cy="2050975"/>
            </a:xfrm>
            <a:custGeom>
              <a:rect b="b" l="l" r="r" t="t"/>
              <a:pathLst>
                <a:path extrusionOk="0" fill="none" h="82039" w="158514">
                  <a:moveTo>
                    <a:pt x="0" y="13375"/>
                  </a:moveTo>
                  <a:cubicBezTo>
                    <a:pt x="6474" y="14986"/>
                    <a:pt x="14013" y="14712"/>
                    <a:pt x="20183" y="12432"/>
                  </a:cubicBezTo>
                  <a:cubicBezTo>
                    <a:pt x="28116" y="9454"/>
                    <a:pt x="33709" y="2493"/>
                    <a:pt x="42402" y="1156"/>
                  </a:cubicBezTo>
                  <a:cubicBezTo>
                    <a:pt x="50092" y="1"/>
                    <a:pt x="57418" y="4043"/>
                    <a:pt x="59819" y="11217"/>
                  </a:cubicBezTo>
                  <a:cubicBezTo>
                    <a:pt x="62190" y="18390"/>
                    <a:pt x="73862" y="24104"/>
                    <a:pt x="81035" y="24439"/>
                  </a:cubicBezTo>
                  <a:cubicBezTo>
                    <a:pt x="86780" y="24743"/>
                    <a:pt x="94318" y="19454"/>
                    <a:pt x="99607" y="17934"/>
                  </a:cubicBezTo>
                  <a:cubicBezTo>
                    <a:pt x="108452" y="15381"/>
                    <a:pt x="117844" y="17873"/>
                    <a:pt x="122009" y="25350"/>
                  </a:cubicBezTo>
                  <a:cubicBezTo>
                    <a:pt x="124227" y="29332"/>
                    <a:pt x="120154" y="35047"/>
                    <a:pt x="121066" y="40092"/>
                  </a:cubicBezTo>
                  <a:cubicBezTo>
                    <a:pt x="121978" y="44925"/>
                    <a:pt x="126507" y="48512"/>
                    <a:pt x="126963" y="53406"/>
                  </a:cubicBezTo>
                  <a:cubicBezTo>
                    <a:pt x="127297" y="57205"/>
                    <a:pt x="130459" y="66172"/>
                    <a:pt x="134167" y="67570"/>
                  </a:cubicBezTo>
                  <a:cubicBezTo>
                    <a:pt x="139304" y="69485"/>
                    <a:pt x="146842" y="69424"/>
                    <a:pt x="151128" y="73862"/>
                  </a:cubicBezTo>
                  <a:cubicBezTo>
                    <a:pt x="153650" y="76537"/>
                    <a:pt x="154805" y="80883"/>
                    <a:pt x="158514" y="8203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14"/>
            <p:cNvSpPr/>
            <p:nvPr/>
          </p:nvSpPr>
          <p:spPr>
            <a:xfrm>
              <a:off x="2975000" y="89975"/>
              <a:ext cx="3962850" cy="2068425"/>
            </a:xfrm>
            <a:custGeom>
              <a:rect b="b" l="l" r="r" t="t"/>
              <a:pathLst>
                <a:path extrusionOk="0" fill="none" h="82737" w="158514">
                  <a:moveTo>
                    <a:pt x="0" y="14104"/>
                  </a:moveTo>
                  <a:cubicBezTo>
                    <a:pt x="6535" y="15684"/>
                    <a:pt x="14347" y="15502"/>
                    <a:pt x="20335" y="12918"/>
                  </a:cubicBezTo>
                  <a:cubicBezTo>
                    <a:pt x="27995" y="9575"/>
                    <a:pt x="34439" y="2644"/>
                    <a:pt x="43101" y="1216"/>
                  </a:cubicBezTo>
                  <a:cubicBezTo>
                    <a:pt x="50639" y="0"/>
                    <a:pt x="58299" y="3435"/>
                    <a:pt x="60822" y="10882"/>
                  </a:cubicBezTo>
                  <a:cubicBezTo>
                    <a:pt x="63436" y="18572"/>
                    <a:pt x="72190" y="23587"/>
                    <a:pt x="80184" y="23769"/>
                  </a:cubicBezTo>
                  <a:cubicBezTo>
                    <a:pt x="86415" y="23921"/>
                    <a:pt x="93862" y="18663"/>
                    <a:pt x="99759" y="17417"/>
                  </a:cubicBezTo>
                  <a:cubicBezTo>
                    <a:pt x="107875" y="15715"/>
                    <a:pt x="119394" y="17234"/>
                    <a:pt x="123224" y="25593"/>
                  </a:cubicBezTo>
                  <a:cubicBezTo>
                    <a:pt x="125413" y="30396"/>
                    <a:pt x="120367" y="35350"/>
                    <a:pt x="121279" y="40578"/>
                  </a:cubicBezTo>
                  <a:cubicBezTo>
                    <a:pt x="122100" y="45381"/>
                    <a:pt x="127723" y="48937"/>
                    <a:pt x="128118" y="53496"/>
                  </a:cubicBezTo>
                  <a:cubicBezTo>
                    <a:pt x="128422" y="57174"/>
                    <a:pt x="130762" y="66262"/>
                    <a:pt x="134501" y="67873"/>
                  </a:cubicBezTo>
                  <a:cubicBezTo>
                    <a:pt x="139456" y="70001"/>
                    <a:pt x="147085" y="69971"/>
                    <a:pt x="151340" y="74408"/>
                  </a:cubicBezTo>
                  <a:cubicBezTo>
                    <a:pt x="153894" y="77083"/>
                    <a:pt x="154897" y="81430"/>
                    <a:pt x="158514" y="8273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14"/>
            <p:cNvSpPr/>
            <p:nvPr/>
          </p:nvSpPr>
          <p:spPr>
            <a:xfrm>
              <a:off x="2975000" y="69450"/>
              <a:ext cx="3962850" cy="2089725"/>
            </a:xfrm>
            <a:custGeom>
              <a:rect b="b" l="l" r="r" t="t"/>
              <a:pathLst>
                <a:path extrusionOk="0" fill="none" h="83589" w="158514">
                  <a:moveTo>
                    <a:pt x="0" y="14925"/>
                  </a:moveTo>
                  <a:cubicBezTo>
                    <a:pt x="6626" y="16475"/>
                    <a:pt x="14529" y="16201"/>
                    <a:pt x="20517" y="13496"/>
                  </a:cubicBezTo>
                  <a:cubicBezTo>
                    <a:pt x="28359" y="9940"/>
                    <a:pt x="34925" y="3010"/>
                    <a:pt x="43800" y="1338"/>
                  </a:cubicBezTo>
                  <a:cubicBezTo>
                    <a:pt x="51126" y="0"/>
                    <a:pt x="59454" y="3010"/>
                    <a:pt x="61916" y="10517"/>
                  </a:cubicBezTo>
                  <a:cubicBezTo>
                    <a:pt x="64500" y="18359"/>
                    <a:pt x="70853" y="23223"/>
                    <a:pt x="79272" y="23131"/>
                  </a:cubicBezTo>
                  <a:cubicBezTo>
                    <a:pt x="86020" y="23071"/>
                    <a:pt x="93254" y="17934"/>
                    <a:pt x="100032" y="17052"/>
                  </a:cubicBezTo>
                  <a:cubicBezTo>
                    <a:pt x="108574" y="15958"/>
                    <a:pt x="120489" y="17630"/>
                    <a:pt x="124471" y="25989"/>
                  </a:cubicBezTo>
                  <a:cubicBezTo>
                    <a:pt x="126902" y="31065"/>
                    <a:pt x="120671" y="35776"/>
                    <a:pt x="121492" y="41186"/>
                  </a:cubicBezTo>
                  <a:cubicBezTo>
                    <a:pt x="122221" y="46050"/>
                    <a:pt x="128878" y="49393"/>
                    <a:pt x="129243" y="53740"/>
                  </a:cubicBezTo>
                  <a:cubicBezTo>
                    <a:pt x="129516" y="57357"/>
                    <a:pt x="131127" y="66445"/>
                    <a:pt x="134896" y="68238"/>
                  </a:cubicBezTo>
                  <a:cubicBezTo>
                    <a:pt x="139699" y="70549"/>
                    <a:pt x="147359" y="70670"/>
                    <a:pt x="151584" y="75077"/>
                  </a:cubicBezTo>
                  <a:cubicBezTo>
                    <a:pt x="154137" y="77752"/>
                    <a:pt x="154988" y="82068"/>
                    <a:pt x="158514" y="8358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14"/>
            <p:cNvSpPr/>
            <p:nvPr/>
          </p:nvSpPr>
          <p:spPr>
            <a:xfrm>
              <a:off x="2975000" y="45125"/>
              <a:ext cx="3962850" cy="2114050"/>
            </a:xfrm>
            <a:custGeom>
              <a:rect b="b" l="l" r="r" t="t"/>
              <a:pathLst>
                <a:path extrusionOk="0" fill="none" h="84562" w="158514">
                  <a:moveTo>
                    <a:pt x="0" y="15898"/>
                  </a:moveTo>
                  <a:cubicBezTo>
                    <a:pt x="6991" y="17478"/>
                    <a:pt x="14651" y="16809"/>
                    <a:pt x="20700" y="14226"/>
                  </a:cubicBezTo>
                  <a:cubicBezTo>
                    <a:pt x="28511" y="10913"/>
                    <a:pt x="35350" y="3527"/>
                    <a:pt x="44439" y="1551"/>
                  </a:cubicBezTo>
                  <a:cubicBezTo>
                    <a:pt x="51612" y="1"/>
                    <a:pt x="60579" y="2736"/>
                    <a:pt x="63041" y="10214"/>
                  </a:cubicBezTo>
                  <a:cubicBezTo>
                    <a:pt x="65564" y="17934"/>
                    <a:pt x="69515" y="22949"/>
                    <a:pt x="78391" y="22645"/>
                  </a:cubicBezTo>
                  <a:cubicBezTo>
                    <a:pt x="85716" y="22372"/>
                    <a:pt x="93072" y="17417"/>
                    <a:pt x="100488" y="16931"/>
                  </a:cubicBezTo>
                  <a:cubicBezTo>
                    <a:pt x="109273" y="16323"/>
                    <a:pt x="121431" y="18208"/>
                    <a:pt x="125717" y="26536"/>
                  </a:cubicBezTo>
                  <a:cubicBezTo>
                    <a:pt x="128544" y="31946"/>
                    <a:pt x="121036" y="36415"/>
                    <a:pt x="121735" y="41916"/>
                  </a:cubicBezTo>
                  <a:cubicBezTo>
                    <a:pt x="122343" y="46871"/>
                    <a:pt x="129881" y="49971"/>
                    <a:pt x="130276" y="54105"/>
                  </a:cubicBezTo>
                  <a:cubicBezTo>
                    <a:pt x="130641" y="57631"/>
                    <a:pt x="131431" y="66628"/>
                    <a:pt x="135322" y="68664"/>
                  </a:cubicBezTo>
                  <a:cubicBezTo>
                    <a:pt x="140124" y="71157"/>
                    <a:pt x="147632" y="71461"/>
                    <a:pt x="151796" y="75868"/>
                  </a:cubicBezTo>
                  <a:cubicBezTo>
                    <a:pt x="154350" y="78573"/>
                    <a:pt x="155109" y="82859"/>
                    <a:pt x="158514" y="8456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14"/>
            <p:cNvSpPr/>
            <p:nvPr/>
          </p:nvSpPr>
          <p:spPr>
            <a:xfrm>
              <a:off x="2975000" y="20825"/>
              <a:ext cx="3962850" cy="2138350"/>
            </a:xfrm>
            <a:custGeom>
              <a:rect b="b" l="l" r="r" t="t"/>
              <a:pathLst>
                <a:path extrusionOk="0" fill="none" h="85534" w="158514">
                  <a:moveTo>
                    <a:pt x="0" y="16870"/>
                  </a:moveTo>
                  <a:cubicBezTo>
                    <a:pt x="7082" y="18420"/>
                    <a:pt x="14833" y="17629"/>
                    <a:pt x="20912" y="14955"/>
                  </a:cubicBezTo>
                  <a:cubicBezTo>
                    <a:pt x="28876" y="11459"/>
                    <a:pt x="35776" y="3951"/>
                    <a:pt x="45047" y="1702"/>
                  </a:cubicBezTo>
                  <a:cubicBezTo>
                    <a:pt x="52068" y="0"/>
                    <a:pt x="61703" y="2371"/>
                    <a:pt x="64166" y="9818"/>
                  </a:cubicBezTo>
                  <a:cubicBezTo>
                    <a:pt x="66567" y="16991"/>
                    <a:pt x="68877" y="22645"/>
                    <a:pt x="77722" y="22128"/>
                  </a:cubicBezTo>
                  <a:cubicBezTo>
                    <a:pt x="85503" y="21672"/>
                    <a:pt x="93133" y="16961"/>
                    <a:pt x="101127" y="16809"/>
                  </a:cubicBezTo>
                  <a:cubicBezTo>
                    <a:pt x="110063" y="16657"/>
                    <a:pt x="122161" y="18693"/>
                    <a:pt x="126963" y="27083"/>
                  </a:cubicBezTo>
                  <a:cubicBezTo>
                    <a:pt x="130276" y="32858"/>
                    <a:pt x="121705" y="37052"/>
                    <a:pt x="122161" y="42615"/>
                  </a:cubicBezTo>
                  <a:cubicBezTo>
                    <a:pt x="122616" y="47782"/>
                    <a:pt x="130762" y="50518"/>
                    <a:pt x="131279" y="54530"/>
                  </a:cubicBezTo>
                  <a:cubicBezTo>
                    <a:pt x="131735" y="57934"/>
                    <a:pt x="131796" y="66931"/>
                    <a:pt x="135778" y="69089"/>
                  </a:cubicBezTo>
                  <a:cubicBezTo>
                    <a:pt x="140550" y="71703"/>
                    <a:pt x="147936" y="72250"/>
                    <a:pt x="152039" y="76658"/>
                  </a:cubicBezTo>
                  <a:cubicBezTo>
                    <a:pt x="154593" y="79393"/>
                    <a:pt x="155231" y="83649"/>
                    <a:pt x="158514" y="8553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3" name="Google Shape;2023;p14"/>
          <p:cNvGrpSpPr/>
          <p:nvPr/>
        </p:nvGrpSpPr>
        <p:grpSpPr>
          <a:xfrm rot="10794970">
            <a:off x="7447611" y="-923234"/>
            <a:ext cx="4063513" cy="4037581"/>
            <a:chOff x="2975000" y="20825"/>
            <a:chExt cx="3963625" cy="2500050"/>
          </a:xfrm>
        </p:grpSpPr>
        <p:sp>
          <p:nvSpPr>
            <p:cNvPr id="2024" name="Google Shape;2024;p14"/>
            <p:cNvSpPr/>
            <p:nvPr/>
          </p:nvSpPr>
          <p:spPr>
            <a:xfrm>
              <a:off x="2975000" y="442550"/>
              <a:ext cx="3962850" cy="2078325"/>
            </a:xfrm>
            <a:custGeom>
              <a:rect b="b" l="l" r="r" t="t"/>
              <a:pathLst>
                <a:path extrusionOk="0" fill="none" h="83133" w="158514">
                  <a:moveTo>
                    <a:pt x="0" y="1"/>
                  </a:moveTo>
                  <a:cubicBezTo>
                    <a:pt x="4347" y="3071"/>
                    <a:pt x="9423" y="6171"/>
                    <a:pt x="12797" y="10122"/>
                  </a:cubicBezTo>
                  <a:cubicBezTo>
                    <a:pt x="18025" y="16232"/>
                    <a:pt x="11095" y="25411"/>
                    <a:pt x="18298" y="31369"/>
                  </a:cubicBezTo>
                  <a:cubicBezTo>
                    <a:pt x="23952" y="36050"/>
                    <a:pt x="23982" y="41612"/>
                    <a:pt x="23283" y="48269"/>
                  </a:cubicBezTo>
                  <a:cubicBezTo>
                    <a:pt x="22706" y="53497"/>
                    <a:pt x="22463" y="62494"/>
                    <a:pt x="29028" y="64044"/>
                  </a:cubicBezTo>
                  <a:cubicBezTo>
                    <a:pt x="35776" y="65655"/>
                    <a:pt x="41186" y="60913"/>
                    <a:pt x="45624" y="56567"/>
                  </a:cubicBezTo>
                  <a:cubicBezTo>
                    <a:pt x="51855" y="50457"/>
                    <a:pt x="63466" y="46202"/>
                    <a:pt x="71825" y="49515"/>
                  </a:cubicBezTo>
                  <a:cubicBezTo>
                    <a:pt x="79211" y="52463"/>
                    <a:pt x="89728" y="48421"/>
                    <a:pt x="96598" y="51430"/>
                  </a:cubicBezTo>
                  <a:cubicBezTo>
                    <a:pt x="100762" y="53284"/>
                    <a:pt x="101035" y="58390"/>
                    <a:pt x="102343" y="62646"/>
                  </a:cubicBezTo>
                  <a:cubicBezTo>
                    <a:pt x="104197" y="68603"/>
                    <a:pt x="108938" y="75564"/>
                    <a:pt x="114106" y="78482"/>
                  </a:cubicBezTo>
                  <a:cubicBezTo>
                    <a:pt x="122343" y="83132"/>
                    <a:pt x="130914" y="70610"/>
                    <a:pt x="138909" y="69151"/>
                  </a:cubicBezTo>
                  <a:cubicBezTo>
                    <a:pt x="145474" y="67935"/>
                    <a:pt x="152435" y="73892"/>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14"/>
            <p:cNvSpPr/>
            <p:nvPr/>
          </p:nvSpPr>
          <p:spPr>
            <a:xfrm>
              <a:off x="2975000" y="442550"/>
              <a:ext cx="3962850" cy="2057800"/>
            </a:xfrm>
            <a:custGeom>
              <a:rect b="b" l="l" r="r" t="t"/>
              <a:pathLst>
                <a:path extrusionOk="0" fill="none" h="82312" w="158514">
                  <a:moveTo>
                    <a:pt x="0" y="1"/>
                  </a:moveTo>
                  <a:cubicBezTo>
                    <a:pt x="4408" y="3040"/>
                    <a:pt x="9392" y="6049"/>
                    <a:pt x="13040" y="9879"/>
                  </a:cubicBezTo>
                  <a:cubicBezTo>
                    <a:pt x="18602" y="15654"/>
                    <a:pt x="11733" y="24955"/>
                    <a:pt x="18694" y="30609"/>
                  </a:cubicBezTo>
                  <a:cubicBezTo>
                    <a:pt x="24408" y="35259"/>
                    <a:pt x="25077" y="40153"/>
                    <a:pt x="24317" y="46901"/>
                  </a:cubicBezTo>
                  <a:cubicBezTo>
                    <a:pt x="23739" y="52129"/>
                    <a:pt x="23131" y="61248"/>
                    <a:pt x="29849" y="62919"/>
                  </a:cubicBezTo>
                  <a:cubicBezTo>
                    <a:pt x="36870" y="64652"/>
                    <a:pt x="41794" y="59606"/>
                    <a:pt x="46627" y="55503"/>
                  </a:cubicBezTo>
                  <a:cubicBezTo>
                    <a:pt x="53557" y="49606"/>
                    <a:pt x="63983" y="44712"/>
                    <a:pt x="72798" y="48634"/>
                  </a:cubicBezTo>
                  <a:cubicBezTo>
                    <a:pt x="80123" y="51886"/>
                    <a:pt x="90245" y="48208"/>
                    <a:pt x="97266" y="51187"/>
                  </a:cubicBezTo>
                  <a:cubicBezTo>
                    <a:pt x="101522" y="52980"/>
                    <a:pt x="101674" y="58026"/>
                    <a:pt x="102890" y="62251"/>
                  </a:cubicBezTo>
                  <a:cubicBezTo>
                    <a:pt x="104561" y="68087"/>
                    <a:pt x="109303" y="75078"/>
                    <a:pt x="114440" y="77844"/>
                  </a:cubicBezTo>
                  <a:cubicBezTo>
                    <a:pt x="122799" y="82312"/>
                    <a:pt x="131097" y="70032"/>
                    <a:pt x="139243" y="68877"/>
                  </a:cubicBezTo>
                  <a:cubicBezTo>
                    <a:pt x="145656" y="67935"/>
                    <a:pt x="152495" y="73771"/>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14"/>
            <p:cNvSpPr/>
            <p:nvPr/>
          </p:nvSpPr>
          <p:spPr>
            <a:xfrm>
              <a:off x="2975000" y="442550"/>
              <a:ext cx="3962850" cy="2035775"/>
            </a:xfrm>
            <a:custGeom>
              <a:rect b="b" l="l" r="r" t="t"/>
              <a:pathLst>
                <a:path extrusionOk="0" fill="none" h="81431" w="158514">
                  <a:moveTo>
                    <a:pt x="0" y="1"/>
                  </a:moveTo>
                  <a:cubicBezTo>
                    <a:pt x="4468" y="3040"/>
                    <a:pt x="9362" y="5958"/>
                    <a:pt x="13313" y="9606"/>
                  </a:cubicBezTo>
                  <a:cubicBezTo>
                    <a:pt x="19210" y="15077"/>
                    <a:pt x="12432" y="24469"/>
                    <a:pt x="19089" y="29849"/>
                  </a:cubicBezTo>
                  <a:cubicBezTo>
                    <a:pt x="24803" y="34469"/>
                    <a:pt x="26019" y="38694"/>
                    <a:pt x="25350" y="45564"/>
                  </a:cubicBezTo>
                  <a:cubicBezTo>
                    <a:pt x="24833" y="50822"/>
                    <a:pt x="23739" y="60001"/>
                    <a:pt x="30609" y="61795"/>
                  </a:cubicBezTo>
                  <a:cubicBezTo>
                    <a:pt x="37691" y="63649"/>
                    <a:pt x="42797" y="58299"/>
                    <a:pt x="47813" y="54378"/>
                  </a:cubicBezTo>
                  <a:cubicBezTo>
                    <a:pt x="55989" y="47995"/>
                    <a:pt x="63345" y="43375"/>
                    <a:pt x="73801" y="47752"/>
                  </a:cubicBezTo>
                  <a:cubicBezTo>
                    <a:pt x="81704" y="51065"/>
                    <a:pt x="90762" y="48026"/>
                    <a:pt x="97966" y="50944"/>
                  </a:cubicBezTo>
                  <a:cubicBezTo>
                    <a:pt x="102282" y="52707"/>
                    <a:pt x="102343" y="57631"/>
                    <a:pt x="103437" y="61825"/>
                  </a:cubicBezTo>
                  <a:cubicBezTo>
                    <a:pt x="104957" y="67570"/>
                    <a:pt x="109637" y="74531"/>
                    <a:pt x="114774" y="77145"/>
                  </a:cubicBezTo>
                  <a:cubicBezTo>
                    <a:pt x="123285" y="81430"/>
                    <a:pt x="131310" y="69454"/>
                    <a:pt x="139577" y="68573"/>
                  </a:cubicBezTo>
                  <a:cubicBezTo>
                    <a:pt x="145869" y="67904"/>
                    <a:pt x="152587" y="73649"/>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14"/>
            <p:cNvSpPr/>
            <p:nvPr/>
          </p:nvSpPr>
          <p:spPr>
            <a:xfrm>
              <a:off x="2975000" y="442550"/>
              <a:ext cx="3962850" cy="2014500"/>
            </a:xfrm>
            <a:custGeom>
              <a:rect b="b" l="l" r="r" t="t"/>
              <a:pathLst>
                <a:path extrusionOk="0" fill="none" h="80580" w="158514">
                  <a:moveTo>
                    <a:pt x="0" y="1"/>
                  </a:moveTo>
                  <a:cubicBezTo>
                    <a:pt x="4560" y="3010"/>
                    <a:pt x="9392" y="5897"/>
                    <a:pt x="13526" y="9393"/>
                  </a:cubicBezTo>
                  <a:cubicBezTo>
                    <a:pt x="19666" y="14469"/>
                    <a:pt x="13162" y="23952"/>
                    <a:pt x="19484" y="29150"/>
                  </a:cubicBezTo>
                  <a:cubicBezTo>
                    <a:pt x="24560" y="33314"/>
                    <a:pt x="27235" y="37509"/>
                    <a:pt x="26323" y="44348"/>
                  </a:cubicBezTo>
                  <a:cubicBezTo>
                    <a:pt x="25563" y="49728"/>
                    <a:pt x="24317" y="58846"/>
                    <a:pt x="31308" y="60792"/>
                  </a:cubicBezTo>
                  <a:cubicBezTo>
                    <a:pt x="38390" y="62737"/>
                    <a:pt x="43770" y="57296"/>
                    <a:pt x="48998" y="53375"/>
                  </a:cubicBezTo>
                  <a:cubicBezTo>
                    <a:pt x="57813" y="46688"/>
                    <a:pt x="63892" y="42129"/>
                    <a:pt x="74743" y="47023"/>
                  </a:cubicBezTo>
                  <a:cubicBezTo>
                    <a:pt x="82433" y="50488"/>
                    <a:pt x="91248" y="47995"/>
                    <a:pt x="98604" y="50761"/>
                  </a:cubicBezTo>
                  <a:cubicBezTo>
                    <a:pt x="103042" y="52372"/>
                    <a:pt x="103011" y="57266"/>
                    <a:pt x="104014" y="61430"/>
                  </a:cubicBezTo>
                  <a:cubicBezTo>
                    <a:pt x="105382" y="67084"/>
                    <a:pt x="109941" y="74014"/>
                    <a:pt x="115109" y="76445"/>
                  </a:cubicBezTo>
                  <a:cubicBezTo>
                    <a:pt x="123802" y="80579"/>
                    <a:pt x="132100" y="68299"/>
                    <a:pt x="139912" y="68330"/>
                  </a:cubicBezTo>
                  <a:cubicBezTo>
                    <a:pt x="144927" y="68330"/>
                    <a:pt x="153529" y="7331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14"/>
            <p:cNvSpPr/>
            <p:nvPr/>
          </p:nvSpPr>
          <p:spPr>
            <a:xfrm>
              <a:off x="2975000" y="442550"/>
              <a:ext cx="3962850" cy="1991700"/>
            </a:xfrm>
            <a:custGeom>
              <a:rect b="b" l="l" r="r" t="t"/>
              <a:pathLst>
                <a:path extrusionOk="0" fill="none" h="79668" w="158514">
                  <a:moveTo>
                    <a:pt x="0" y="1"/>
                  </a:moveTo>
                  <a:cubicBezTo>
                    <a:pt x="4590" y="3010"/>
                    <a:pt x="9484" y="5897"/>
                    <a:pt x="13769" y="9119"/>
                  </a:cubicBezTo>
                  <a:cubicBezTo>
                    <a:pt x="20122" y="13861"/>
                    <a:pt x="13952" y="23344"/>
                    <a:pt x="19879" y="28360"/>
                  </a:cubicBezTo>
                  <a:cubicBezTo>
                    <a:pt x="24651" y="32402"/>
                    <a:pt x="28055" y="36475"/>
                    <a:pt x="27265" y="43102"/>
                  </a:cubicBezTo>
                  <a:cubicBezTo>
                    <a:pt x="26627" y="48482"/>
                    <a:pt x="24985" y="57600"/>
                    <a:pt x="31946" y="59698"/>
                  </a:cubicBezTo>
                  <a:cubicBezTo>
                    <a:pt x="39028" y="61795"/>
                    <a:pt x="44955" y="56202"/>
                    <a:pt x="50183" y="52251"/>
                  </a:cubicBezTo>
                  <a:cubicBezTo>
                    <a:pt x="59424" y="45260"/>
                    <a:pt x="64561" y="40761"/>
                    <a:pt x="75746" y="46232"/>
                  </a:cubicBezTo>
                  <a:cubicBezTo>
                    <a:pt x="83315" y="49971"/>
                    <a:pt x="91795" y="47813"/>
                    <a:pt x="99273" y="50488"/>
                  </a:cubicBezTo>
                  <a:cubicBezTo>
                    <a:pt x="103832" y="52129"/>
                    <a:pt x="103619" y="56840"/>
                    <a:pt x="104653" y="61035"/>
                  </a:cubicBezTo>
                  <a:cubicBezTo>
                    <a:pt x="106051" y="66749"/>
                    <a:pt x="110124" y="73315"/>
                    <a:pt x="115443" y="75716"/>
                  </a:cubicBezTo>
                  <a:cubicBezTo>
                    <a:pt x="124227" y="79667"/>
                    <a:pt x="132039" y="67995"/>
                    <a:pt x="140246" y="68056"/>
                  </a:cubicBezTo>
                  <a:cubicBezTo>
                    <a:pt x="145535" y="68087"/>
                    <a:pt x="153377" y="7340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14"/>
            <p:cNvSpPr/>
            <p:nvPr/>
          </p:nvSpPr>
          <p:spPr>
            <a:xfrm>
              <a:off x="2975000" y="442550"/>
              <a:ext cx="3963625" cy="1968900"/>
            </a:xfrm>
            <a:custGeom>
              <a:rect b="b" l="l" r="r" t="t"/>
              <a:pathLst>
                <a:path extrusionOk="0" fill="none" h="78756" w="158545">
                  <a:moveTo>
                    <a:pt x="0" y="1"/>
                  </a:moveTo>
                  <a:cubicBezTo>
                    <a:pt x="4651" y="2979"/>
                    <a:pt x="9575" y="5867"/>
                    <a:pt x="14013" y="8876"/>
                  </a:cubicBezTo>
                  <a:cubicBezTo>
                    <a:pt x="20548" y="13283"/>
                    <a:pt x="14985" y="22706"/>
                    <a:pt x="20305" y="27539"/>
                  </a:cubicBezTo>
                  <a:cubicBezTo>
                    <a:pt x="24590" y="31430"/>
                    <a:pt x="28724" y="35715"/>
                    <a:pt x="28147" y="42007"/>
                  </a:cubicBezTo>
                  <a:cubicBezTo>
                    <a:pt x="27630" y="47296"/>
                    <a:pt x="25654" y="56445"/>
                    <a:pt x="32584" y="58664"/>
                  </a:cubicBezTo>
                  <a:cubicBezTo>
                    <a:pt x="39606" y="60913"/>
                    <a:pt x="46354" y="55077"/>
                    <a:pt x="51369" y="51096"/>
                  </a:cubicBezTo>
                  <a:cubicBezTo>
                    <a:pt x="60609" y="43770"/>
                    <a:pt x="65351" y="39576"/>
                    <a:pt x="76749" y="45594"/>
                  </a:cubicBezTo>
                  <a:cubicBezTo>
                    <a:pt x="84166" y="49515"/>
                    <a:pt x="92251" y="47722"/>
                    <a:pt x="99911" y="50275"/>
                  </a:cubicBezTo>
                  <a:cubicBezTo>
                    <a:pt x="104622" y="51855"/>
                    <a:pt x="104318" y="56445"/>
                    <a:pt x="105260" y="60609"/>
                  </a:cubicBezTo>
                  <a:cubicBezTo>
                    <a:pt x="106537" y="66324"/>
                    <a:pt x="110428" y="72676"/>
                    <a:pt x="115808" y="74956"/>
                  </a:cubicBezTo>
                  <a:cubicBezTo>
                    <a:pt x="124714" y="78756"/>
                    <a:pt x="132313" y="67418"/>
                    <a:pt x="140580" y="67813"/>
                  </a:cubicBezTo>
                  <a:cubicBezTo>
                    <a:pt x="145778" y="68056"/>
                    <a:pt x="153438" y="73315"/>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14"/>
            <p:cNvSpPr/>
            <p:nvPr/>
          </p:nvSpPr>
          <p:spPr>
            <a:xfrm>
              <a:off x="2975000" y="442550"/>
              <a:ext cx="3962850" cy="1919500"/>
            </a:xfrm>
            <a:custGeom>
              <a:rect b="b" l="l" r="r" t="t"/>
              <a:pathLst>
                <a:path extrusionOk="0" fill="none" h="76780" w="158514">
                  <a:moveTo>
                    <a:pt x="0" y="1"/>
                  </a:moveTo>
                  <a:cubicBezTo>
                    <a:pt x="4712" y="2949"/>
                    <a:pt x="9666" y="5776"/>
                    <a:pt x="14225" y="8633"/>
                  </a:cubicBezTo>
                  <a:cubicBezTo>
                    <a:pt x="20973" y="12797"/>
                    <a:pt x="16049" y="21977"/>
                    <a:pt x="20760" y="26718"/>
                  </a:cubicBezTo>
                  <a:cubicBezTo>
                    <a:pt x="24438" y="30396"/>
                    <a:pt x="29332" y="35168"/>
                    <a:pt x="28967" y="41004"/>
                  </a:cubicBezTo>
                  <a:cubicBezTo>
                    <a:pt x="28633" y="46202"/>
                    <a:pt x="26444" y="55381"/>
                    <a:pt x="33192" y="57661"/>
                  </a:cubicBezTo>
                  <a:cubicBezTo>
                    <a:pt x="40153" y="60032"/>
                    <a:pt x="47752" y="53953"/>
                    <a:pt x="52494" y="49880"/>
                  </a:cubicBezTo>
                  <a:cubicBezTo>
                    <a:pt x="61703" y="41977"/>
                    <a:pt x="66293" y="38633"/>
                    <a:pt x="77722" y="45016"/>
                  </a:cubicBezTo>
                  <a:cubicBezTo>
                    <a:pt x="84926" y="49059"/>
                    <a:pt x="92707" y="47722"/>
                    <a:pt x="100488" y="50093"/>
                  </a:cubicBezTo>
                  <a:cubicBezTo>
                    <a:pt x="105382" y="51582"/>
                    <a:pt x="104987" y="56080"/>
                    <a:pt x="105838" y="60245"/>
                  </a:cubicBezTo>
                  <a:cubicBezTo>
                    <a:pt x="107023" y="65898"/>
                    <a:pt x="111005" y="72676"/>
                    <a:pt x="116142" y="74227"/>
                  </a:cubicBezTo>
                  <a:cubicBezTo>
                    <a:pt x="124683" y="76780"/>
                    <a:pt x="132191" y="66901"/>
                    <a:pt x="140884" y="67570"/>
                  </a:cubicBezTo>
                  <a:cubicBezTo>
                    <a:pt x="145930" y="67965"/>
                    <a:pt x="153468" y="73224"/>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14"/>
            <p:cNvSpPr/>
            <p:nvPr/>
          </p:nvSpPr>
          <p:spPr>
            <a:xfrm>
              <a:off x="2975000" y="442550"/>
              <a:ext cx="3962100" cy="1896700"/>
            </a:xfrm>
            <a:custGeom>
              <a:rect b="b" l="l" r="r" t="t"/>
              <a:pathLst>
                <a:path extrusionOk="0" fill="none" h="75868" w="158484">
                  <a:moveTo>
                    <a:pt x="0" y="1"/>
                  </a:moveTo>
                  <a:cubicBezTo>
                    <a:pt x="4742" y="2949"/>
                    <a:pt x="9788" y="5441"/>
                    <a:pt x="14438" y="8359"/>
                  </a:cubicBezTo>
                  <a:cubicBezTo>
                    <a:pt x="21520" y="12797"/>
                    <a:pt x="16900" y="20852"/>
                    <a:pt x="21277" y="25837"/>
                  </a:cubicBezTo>
                  <a:cubicBezTo>
                    <a:pt x="24408" y="29424"/>
                    <a:pt x="29758" y="34652"/>
                    <a:pt x="29727" y="40123"/>
                  </a:cubicBezTo>
                  <a:cubicBezTo>
                    <a:pt x="29666" y="45229"/>
                    <a:pt x="27447" y="54014"/>
                    <a:pt x="33770" y="56658"/>
                  </a:cubicBezTo>
                  <a:cubicBezTo>
                    <a:pt x="40396" y="59394"/>
                    <a:pt x="49545" y="52433"/>
                    <a:pt x="53618" y="48542"/>
                  </a:cubicBezTo>
                  <a:cubicBezTo>
                    <a:pt x="62707" y="39788"/>
                    <a:pt x="67448" y="37904"/>
                    <a:pt x="78725" y="44530"/>
                  </a:cubicBezTo>
                  <a:cubicBezTo>
                    <a:pt x="85716" y="48664"/>
                    <a:pt x="93224" y="47722"/>
                    <a:pt x="101066" y="49910"/>
                  </a:cubicBezTo>
                  <a:cubicBezTo>
                    <a:pt x="106142" y="51308"/>
                    <a:pt x="105716" y="55685"/>
                    <a:pt x="106476" y="59849"/>
                  </a:cubicBezTo>
                  <a:cubicBezTo>
                    <a:pt x="107540" y="65503"/>
                    <a:pt x="111279" y="71977"/>
                    <a:pt x="116477" y="73467"/>
                  </a:cubicBezTo>
                  <a:cubicBezTo>
                    <a:pt x="124927" y="75868"/>
                    <a:pt x="132708" y="66354"/>
                    <a:pt x="141188" y="67357"/>
                  </a:cubicBezTo>
                  <a:cubicBezTo>
                    <a:pt x="146143" y="67935"/>
                    <a:pt x="153468" y="7313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14"/>
            <p:cNvSpPr/>
            <p:nvPr/>
          </p:nvSpPr>
          <p:spPr>
            <a:xfrm>
              <a:off x="2975000" y="442550"/>
              <a:ext cx="3962850" cy="1870875"/>
            </a:xfrm>
            <a:custGeom>
              <a:rect b="b" l="l" r="r" t="t"/>
              <a:pathLst>
                <a:path extrusionOk="0" fill="none" h="74835" w="158514">
                  <a:moveTo>
                    <a:pt x="0" y="1"/>
                  </a:moveTo>
                  <a:cubicBezTo>
                    <a:pt x="4803" y="2919"/>
                    <a:pt x="9848" y="5350"/>
                    <a:pt x="14651" y="8116"/>
                  </a:cubicBezTo>
                  <a:cubicBezTo>
                    <a:pt x="21946" y="12311"/>
                    <a:pt x="18086" y="19697"/>
                    <a:pt x="21885" y="24895"/>
                  </a:cubicBezTo>
                  <a:cubicBezTo>
                    <a:pt x="24590" y="28633"/>
                    <a:pt x="30031" y="34013"/>
                    <a:pt x="30396" y="39272"/>
                  </a:cubicBezTo>
                  <a:cubicBezTo>
                    <a:pt x="30791" y="44439"/>
                    <a:pt x="28299" y="52919"/>
                    <a:pt x="34439" y="55625"/>
                  </a:cubicBezTo>
                  <a:cubicBezTo>
                    <a:pt x="41186" y="58603"/>
                    <a:pt x="50670" y="51217"/>
                    <a:pt x="54712" y="47083"/>
                  </a:cubicBezTo>
                  <a:cubicBezTo>
                    <a:pt x="63892" y="37630"/>
                    <a:pt x="68542" y="37266"/>
                    <a:pt x="79789" y="44135"/>
                  </a:cubicBezTo>
                  <a:cubicBezTo>
                    <a:pt x="86476" y="48208"/>
                    <a:pt x="93984" y="47661"/>
                    <a:pt x="101674" y="49728"/>
                  </a:cubicBezTo>
                  <a:cubicBezTo>
                    <a:pt x="106932" y="51126"/>
                    <a:pt x="106416" y="55138"/>
                    <a:pt x="107145" y="59454"/>
                  </a:cubicBezTo>
                  <a:cubicBezTo>
                    <a:pt x="108057" y="64986"/>
                    <a:pt x="111552" y="71339"/>
                    <a:pt x="116872" y="72707"/>
                  </a:cubicBezTo>
                  <a:cubicBezTo>
                    <a:pt x="125322" y="74835"/>
                    <a:pt x="133285" y="65837"/>
                    <a:pt x="141523" y="67114"/>
                  </a:cubicBezTo>
                  <a:cubicBezTo>
                    <a:pt x="146386" y="67874"/>
                    <a:pt x="153559" y="73011"/>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14"/>
            <p:cNvSpPr/>
            <p:nvPr/>
          </p:nvSpPr>
          <p:spPr>
            <a:xfrm>
              <a:off x="2975000" y="442550"/>
              <a:ext cx="3962850" cy="1848075"/>
            </a:xfrm>
            <a:custGeom>
              <a:rect b="b" l="l" r="r" t="t"/>
              <a:pathLst>
                <a:path extrusionOk="0" fill="none" h="73923" w="158514">
                  <a:moveTo>
                    <a:pt x="0" y="1"/>
                  </a:moveTo>
                  <a:cubicBezTo>
                    <a:pt x="4833" y="2888"/>
                    <a:pt x="9909" y="5259"/>
                    <a:pt x="14864" y="7873"/>
                  </a:cubicBezTo>
                  <a:cubicBezTo>
                    <a:pt x="22219" y="11764"/>
                    <a:pt x="19301" y="18390"/>
                    <a:pt x="22584" y="23922"/>
                  </a:cubicBezTo>
                  <a:cubicBezTo>
                    <a:pt x="25046" y="28086"/>
                    <a:pt x="30092" y="33649"/>
                    <a:pt x="31004" y="38542"/>
                  </a:cubicBezTo>
                  <a:cubicBezTo>
                    <a:pt x="31855" y="43284"/>
                    <a:pt x="29150" y="51947"/>
                    <a:pt x="35107" y="54561"/>
                  </a:cubicBezTo>
                  <a:cubicBezTo>
                    <a:pt x="42250" y="57691"/>
                    <a:pt x="51673" y="50032"/>
                    <a:pt x="55746" y="45503"/>
                  </a:cubicBezTo>
                  <a:cubicBezTo>
                    <a:pt x="64834" y="35411"/>
                    <a:pt x="69941" y="36992"/>
                    <a:pt x="80822" y="43770"/>
                  </a:cubicBezTo>
                  <a:cubicBezTo>
                    <a:pt x="87205" y="47782"/>
                    <a:pt x="94683" y="47691"/>
                    <a:pt x="102191" y="49576"/>
                  </a:cubicBezTo>
                  <a:cubicBezTo>
                    <a:pt x="107571" y="50913"/>
                    <a:pt x="107145" y="54682"/>
                    <a:pt x="107783" y="59090"/>
                  </a:cubicBezTo>
                  <a:cubicBezTo>
                    <a:pt x="108604" y="64591"/>
                    <a:pt x="111826" y="70610"/>
                    <a:pt x="117236" y="71917"/>
                  </a:cubicBezTo>
                  <a:cubicBezTo>
                    <a:pt x="125504" y="73923"/>
                    <a:pt x="133863" y="65321"/>
                    <a:pt x="141827" y="66901"/>
                  </a:cubicBezTo>
                  <a:cubicBezTo>
                    <a:pt x="146599" y="67813"/>
                    <a:pt x="153620" y="7292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14"/>
            <p:cNvSpPr/>
            <p:nvPr/>
          </p:nvSpPr>
          <p:spPr>
            <a:xfrm>
              <a:off x="2975000" y="442550"/>
              <a:ext cx="3962100" cy="1826050"/>
            </a:xfrm>
            <a:custGeom>
              <a:rect b="b" l="l" r="r" t="t"/>
              <a:pathLst>
                <a:path extrusionOk="0" fill="none" h="73042" w="158484">
                  <a:moveTo>
                    <a:pt x="0" y="1"/>
                  </a:moveTo>
                  <a:cubicBezTo>
                    <a:pt x="4894" y="2858"/>
                    <a:pt x="10000" y="5168"/>
                    <a:pt x="15076" y="7630"/>
                  </a:cubicBezTo>
                  <a:cubicBezTo>
                    <a:pt x="22402" y="11217"/>
                    <a:pt x="20639" y="16992"/>
                    <a:pt x="23435" y="22980"/>
                  </a:cubicBezTo>
                  <a:cubicBezTo>
                    <a:pt x="25685" y="27813"/>
                    <a:pt x="29910" y="33041"/>
                    <a:pt x="31460" y="37934"/>
                  </a:cubicBezTo>
                  <a:cubicBezTo>
                    <a:pt x="32858" y="42372"/>
                    <a:pt x="29940" y="51096"/>
                    <a:pt x="35867" y="53558"/>
                  </a:cubicBezTo>
                  <a:cubicBezTo>
                    <a:pt x="43618" y="56749"/>
                    <a:pt x="52433" y="48937"/>
                    <a:pt x="56779" y="43831"/>
                  </a:cubicBezTo>
                  <a:cubicBezTo>
                    <a:pt x="65746" y="33314"/>
                    <a:pt x="71552" y="36901"/>
                    <a:pt x="81886" y="43466"/>
                  </a:cubicBezTo>
                  <a:cubicBezTo>
                    <a:pt x="87965" y="47327"/>
                    <a:pt x="95412" y="47752"/>
                    <a:pt x="102707" y="49454"/>
                  </a:cubicBezTo>
                  <a:cubicBezTo>
                    <a:pt x="108148" y="50700"/>
                    <a:pt x="107905" y="54226"/>
                    <a:pt x="108452" y="58725"/>
                  </a:cubicBezTo>
                  <a:cubicBezTo>
                    <a:pt x="109182" y="64226"/>
                    <a:pt x="112130" y="69910"/>
                    <a:pt x="117571" y="71187"/>
                  </a:cubicBezTo>
                  <a:cubicBezTo>
                    <a:pt x="125626" y="73041"/>
                    <a:pt x="134410" y="64895"/>
                    <a:pt x="142100" y="66688"/>
                  </a:cubicBezTo>
                  <a:cubicBezTo>
                    <a:pt x="146751" y="67783"/>
                    <a:pt x="153590" y="72828"/>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14"/>
            <p:cNvSpPr/>
            <p:nvPr/>
          </p:nvSpPr>
          <p:spPr>
            <a:xfrm>
              <a:off x="2975000" y="442550"/>
              <a:ext cx="3962850" cy="1818450"/>
            </a:xfrm>
            <a:custGeom>
              <a:rect b="b" l="l" r="r" t="t"/>
              <a:pathLst>
                <a:path extrusionOk="0" fill="none" h="72738" w="158514">
                  <a:moveTo>
                    <a:pt x="0" y="1"/>
                  </a:moveTo>
                  <a:cubicBezTo>
                    <a:pt x="4924" y="2827"/>
                    <a:pt x="10122" y="5077"/>
                    <a:pt x="15259" y="7387"/>
                  </a:cubicBezTo>
                  <a:cubicBezTo>
                    <a:pt x="22432" y="10609"/>
                    <a:pt x="22159" y="15594"/>
                    <a:pt x="24317" y="22007"/>
                  </a:cubicBezTo>
                  <a:cubicBezTo>
                    <a:pt x="26171" y="27630"/>
                    <a:pt x="29332" y="32402"/>
                    <a:pt x="31733" y="37418"/>
                  </a:cubicBezTo>
                  <a:cubicBezTo>
                    <a:pt x="33831" y="41764"/>
                    <a:pt x="30669" y="50305"/>
                    <a:pt x="36657" y="52615"/>
                  </a:cubicBezTo>
                  <a:cubicBezTo>
                    <a:pt x="44955" y="55868"/>
                    <a:pt x="53162" y="47630"/>
                    <a:pt x="57782" y="42068"/>
                  </a:cubicBezTo>
                  <a:cubicBezTo>
                    <a:pt x="66476" y="31551"/>
                    <a:pt x="73315" y="37022"/>
                    <a:pt x="82950" y="43193"/>
                  </a:cubicBezTo>
                  <a:cubicBezTo>
                    <a:pt x="88695" y="46871"/>
                    <a:pt x="96142" y="47813"/>
                    <a:pt x="103194" y="49333"/>
                  </a:cubicBezTo>
                  <a:cubicBezTo>
                    <a:pt x="108726" y="50488"/>
                    <a:pt x="108634" y="53740"/>
                    <a:pt x="109151" y="58390"/>
                  </a:cubicBezTo>
                  <a:cubicBezTo>
                    <a:pt x="109789" y="63862"/>
                    <a:pt x="112464" y="69211"/>
                    <a:pt x="117996" y="70427"/>
                  </a:cubicBezTo>
                  <a:cubicBezTo>
                    <a:pt x="125778" y="72129"/>
                    <a:pt x="135018" y="64439"/>
                    <a:pt x="142434" y="66506"/>
                  </a:cubicBezTo>
                  <a:cubicBezTo>
                    <a:pt x="146994" y="67752"/>
                    <a:pt x="153650" y="72737"/>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14"/>
            <p:cNvSpPr/>
            <p:nvPr/>
          </p:nvSpPr>
          <p:spPr>
            <a:xfrm>
              <a:off x="2975000" y="442550"/>
              <a:ext cx="3962850" cy="1816175"/>
            </a:xfrm>
            <a:custGeom>
              <a:rect b="b" l="l" r="r" t="t"/>
              <a:pathLst>
                <a:path extrusionOk="0" fill="none" h="72647" w="158514">
                  <a:moveTo>
                    <a:pt x="0" y="1"/>
                  </a:moveTo>
                  <a:cubicBezTo>
                    <a:pt x="4985" y="2797"/>
                    <a:pt x="10244" y="4985"/>
                    <a:pt x="15441" y="7144"/>
                  </a:cubicBezTo>
                  <a:cubicBezTo>
                    <a:pt x="22341" y="10031"/>
                    <a:pt x="23648" y="14621"/>
                    <a:pt x="25259" y="21034"/>
                  </a:cubicBezTo>
                  <a:cubicBezTo>
                    <a:pt x="26688" y="26809"/>
                    <a:pt x="28572" y="31977"/>
                    <a:pt x="31885" y="36992"/>
                  </a:cubicBezTo>
                  <a:cubicBezTo>
                    <a:pt x="34742" y="41278"/>
                    <a:pt x="31429" y="49606"/>
                    <a:pt x="37478" y="51825"/>
                  </a:cubicBezTo>
                  <a:cubicBezTo>
                    <a:pt x="46171" y="55017"/>
                    <a:pt x="54469" y="46202"/>
                    <a:pt x="58755" y="40305"/>
                  </a:cubicBezTo>
                  <a:cubicBezTo>
                    <a:pt x="66232" y="30001"/>
                    <a:pt x="76415" y="38025"/>
                    <a:pt x="84044" y="42889"/>
                  </a:cubicBezTo>
                  <a:cubicBezTo>
                    <a:pt x="89546" y="46384"/>
                    <a:pt x="96841" y="47874"/>
                    <a:pt x="103680" y="49211"/>
                  </a:cubicBezTo>
                  <a:cubicBezTo>
                    <a:pt x="109242" y="50305"/>
                    <a:pt x="109364" y="53254"/>
                    <a:pt x="109850" y="58026"/>
                  </a:cubicBezTo>
                  <a:cubicBezTo>
                    <a:pt x="110397" y="63436"/>
                    <a:pt x="112829" y="68482"/>
                    <a:pt x="118422" y="69667"/>
                  </a:cubicBezTo>
                  <a:cubicBezTo>
                    <a:pt x="125930" y="71278"/>
                    <a:pt x="135626" y="64044"/>
                    <a:pt x="142708" y="66293"/>
                  </a:cubicBezTo>
                  <a:cubicBezTo>
                    <a:pt x="147176" y="67692"/>
                    <a:pt x="153681" y="7264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14"/>
            <p:cNvSpPr/>
            <p:nvPr/>
          </p:nvSpPr>
          <p:spPr>
            <a:xfrm>
              <a:off x="2975000" y="442550"/>
              <a:ext cx="3962850" cy="1813875"/>
            </a:xfrm>
            <a:custGeom>
              <a:rect b="b" l="l" r="r" t="t"/>
              <a:pathLst>
                <a:path extrusionOk="0" fill="none" h="72555" w="158514">
                  <a:moveTo>
                    <a:pt x="0" y="1"/>
                  </a:moveTo>
                  <a:cubicBezTo>
                    <a:pt x="5015" y="2767"/>
                    <a:pt x="10335" y="4894"/>
                    <a:pt x="15624" y="6931"/>
                  </a:cubicBezTo>
                  <a:cubicBezTo>
                    <a:pt x="22189" y="9423"/>
                    <a:pt x="24925" y="13648"/>
                    <a:pt x="26262" y="20031"/>
                  </a:cubicBezTo>
                  <a:cubicBezTo>
                    <a:pt x="27508" y="25958"/>
                    <a:pt x="27843" y="31582"/>
                    <a:pt x="31916" y="36597"/>
                  </a:cubicBezTo>
                  <a:cubicBezTo>
                    <a:pt x="35290" y="40731"/>
                    <a:pt x="32432" y="49150"/>
                    <a:pt x="38299" y="51096"/>
                  </a:cubicBezTo>
                  <a:cubicBezTo>
                    <a:pt x="47326" y="54105"/>
                    <a:pt x="55138" y="44804"/>
                    <a:pt x="59758" y="38512"/>
                  </a:cubicBezTo>
                  <a:cubicBezTo>
                    <a:pt x="66901" y="28816"/>
                    <a:pt x="78512" y="38512"/>
                    <a:pt x="85139" y="42585"/>
                  </a:cubicBezTo>
                  <a:cubicBezTo>
                    <a:pt x="90397" y="45807"/>
                    <a:pt x="97510" y="47995"/>
                    <a:pt x="104105" y="49120"/>
                  </a:cubicBezTo>
                  <a:cubicBezTo>
                    <a:pt x="109698" y="50062"/>
                    <a:pt x="109729" y="52707"/>
                    <a:pt x="110580" y="57691"/>
                  </a:cubicBezTo>
                  <a:cubicBezTo>
                    <a:pt x="111461" y="63071"/>
                    <a:pt x="112829" y="67692"/>
                    <a:pt x="118878" y="68938"/>
                  </a:cubicBezTo>
                  <a:cubicBezTo>
                    <a:pt x="126082" y="70427"/>
                    <a:pt x="136234" y="63649"/>
                    <a:pt x="143012" y="66111"/>
                  </a:cubicBezTo>
                  <a:cubicBezTo>
                    <a:pt x="147359" y="67661"/>
                    <a:pt x="153742" y="7255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14"/>
            <p:cNvSpPr/>
            <p:nvPr/>
          </p:nvSpPr>
          <p:spPr>
            <a:xfrm>
              <a:off x="2975000" y="442550"/>
              <a:ext cx="3962850" cy="1804000"/>
            </a:xfrm>
            <a:custGeom>
              <a:rect b="b" l="l" r="r" t="t"/>
              <a:pathLst>
                <a:path extrusionOk="0" fill="none" h="72160" w="158514">
                  <a:moveTo>
                    <a:pt x="0" y="1"/>
                  </a:moveTo>
                  <a:cubicBezTo>
                    <a:pt x="5076" y="2736"/>
                    <a:pt x="10456" y="4803"/>
                    <a:pt x="15806" y="6688"/>
                  </a:cubicBezTo>
                  <a:cubicBezTo>
                    <a:pt x="22037" y="8876"/>
                    <a:pt x="26049" y="12767"/>
                    <a:pt x="27326" y="18967"/>
                  </a:cubicBezTo>
                  <a:cubicBezTo>
                    <a:pt x="28542" y="24925"/>
                    <a:pt x="27326" y="31126"/>
                    <a:pt x="31855" y="36202"/>
                  </a:cubicBezTo>
                  <a:cubicBezTo>
                    <a:pt x="35381" y="40153"/>
                    <a:pt x="33618" y="48725"/>
                    <a:pt x="39150" y="50457"/>
                  </a:cubicBezTo>
                  <a:cubicBezTo>
                    <a:pt x="48329" y="53314"/>
                    <a:pt x="55746" y="42919"/>
                    <a:pt x="60792" y="36810"/>
                  </a:cubicBezTo>
                  <a:cubicBezTo>
                    <a:pt x="67995" y="28086"/>
                    <a:pt x="80032" y="38360"/>
                    <a:pt x="86263" y="42159"/>
                  </a:cubicBezTo>
                  <a:cubicBezTo>
                    <a:pt x="91430" y="45320"/>
                    <a:pt x="98057" y="48056"/>
                    <a:pt x="104561" y="48998"/>
                  </a:cubicBezTo>
                  <a:cubicBezTo>
                    <a:pt x="115747" y="50700"/>
                    <a:pt x="107692" y="65898"/>
                    <a:pt x="119303" y="68178"/>
                  </a:cubicBezTo>
                  <a:cubicBezTo>
                    <a:pt x="126294" y="69576"/>
                    <a:pt x="136872" y="63254"/>
                    <a:pt x="143316" y="65898"/>
                  </a:cubicBezTo>
                  <a:cubicBezTo>
                    <a:pt x="147784" y="67752"/>
                    <a:pt x="153407" y="7216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14"/>
            <p:cNvSpPr/>
            <p:nvPr/>
          </p:nvSpPr>
          <p:spPr>
            <a:xfrm>
              <a:off x="2975000" y="442550"/>
              <a:ext cx="3962100" cy="1802475"/>
            </a:xfrm>
            <a:custGeom>
              <a:rect b="b" l="l" r="r" t="t"/>
              <a:pathLst>
                <a:path extrusionOk="0" fill="none" h="72099" w="158484">
                  <a:moveTo>
                    <a:pt x="0" y="1"/>
                  </a:moveTo>
                  <a:cubicBezTo>
                    <a:pt x="5107" y="2706"/>
                    <a:pt x="10760" y="4590"/>
                    <a:pt x="15958" y="6444"/>
                  </a:cubicBezTo>
                  <a:cubicBezTo>
                    <a:pt x="21764" y="8511"/>
                    <a:pt x="26931" y="11733"/>
                    <a:pt x="28390" y="17843"/>
                  </a:cubicBezTo>
                  <a:cubicBezTo>
                    <a:pt x="29788" y="23740"/>
                    <a:pt x="26900" y="30579"/>
                    <a:pt x="31672" y="35867"/>
                  </a:cubicBezTo>
                  <a:cubicBezTo>
                    <a:pt x="35107" y="39636"/>
                    <a:pt x="34925" y="48390"/>
                    <a:pt x="40001" y="49849"/>
                  </a:cubicBezTo>
                  <a:cubicBezTo>
                    <a:pt x="49302" y="52494"/>
                    <a:pt x="56415" y="40761"/>
                    <a:pt x="61886" y="35320"/>
                  </a:cubicBezTo>
                  <a:cubicBezTo>
                    <a:pt x="69211" y="28025"/>
                    <a:pt x="81278" y="37873"/>
                    <a:pt x="87327" y="41612"/>
                  </a:cubicBezTo>
                  <a:cubicBezTo>
                    <a:pt x="92585" y="44864"/>
                    <a:pt x="98421" y="48117"/>
                    <a:pt x="104926" y="48968"/>
                  </a:cubicBezTo>
                  <a:cubicBezTo>
                    <a:pt x="116385" y="50457"/>
                    <a:pt x="108239" y="65442"/>
                    <a:pt x="119759" y="67509"/>
                  </a:cubicBezTo>
                  <a:cubicBezTo>
                    <a:pt x="126659" y="68725"/>
                    <a:pt x="137298" y="62980"/>
                    <a:pt x="143559" y="65716"/>
                  </a:cubicBezTo>
                  <a:cubicBezTo>
                    <a:pt x="147936" y="67631"/>
                    <a:pt x="153407" y="72099"/>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14"/>
            <p:cNvSpPr/>
            <p:nvPr/>
          </p:nvSpPr>
          <p:spPr>
            <a:xfrm>
              <a:off x="2975000" y="442550"/>
              <a:ext cx="3962850" cy="1800200"/>
            </a:xfrm>
            <a:custGeom>
              <a:rect b="b" l="l" r="r" t="t"/>
              <a:pathLst>
                <a:path extrusionOk="0" fill="none" h="72008" w="158514">
                  <a:moveTo>
                    <a:pt x="0" y="1"/>
                  </a:moveTo>
                  <a:cubicBezTo>
                    <a:pt x="5167" y="2645"/>
                    <a:pt x="10821" y="4499"/>
                    <a:pt x="16140" y="6201"/>
                  </a:cubicBezTo>
                  <a:cubicBezTo>
                    <a:pt x="21976" y="8055"/>
                    <a:pt x="27630" y="11065"/>
                    <a:pt x="29484" y="16657"/>
                  </a:cubicBezTo>
                  <a:cubicBezTo>
                    <a:pt x="31308" y="22159"/>
                    <a:pt x="26748" y="29940"/>
                    <a:pt x="31521" y="35442"/>
                  </a:cubicBezTo>
                  <a:cubicBezTo>
                    <a:pt x="34621" y="38998"/>
                    <a:pt x="36414" y="48147"/>
                    <a:pt x="40913" y="49211"/>
                  </a:cubicBezTo>
                  <a:cubicBezTo>
                    <a:pt x="50244" y="51430"/>
                    <a:pt x="56749" y="38846"/>
                    <a:pt x="63041" y="34044"/>
                  </a:cubicBezTo>
                  <a:cubicBezTo>
                    <a:pt x="70731" y="28147"/>
                    <a:pt x="82190" y="36992"/>
                    <a:pt x="88391" y="40943"/>
                  </a:cubicBezTo>
                  <a:cubicBezTo>
                    <a:pt x="93862" y="44409"/>
                    <a:pt x="98695" y="48147"/>
                    <a:pt x="105352" y="48907"/>
                  </a:cubicBezTo>
                  <a:cubicBezTo>
                    <a:pt x="117024" y="50184"/>
                    <a:pt x="108786" y="64834"/>
                    <a:pt x="120276" y="66780"/>
                  </a:cubicBezTo>
                  <a:cubicBezTo>
                    <a:pt x="126993" y="67904"/>
                    <a:pt x="137784" y="62585"/>
                    <a:pt x="143863" y="65533"/>
                  </a:cubicBezTo>
                  <a:cubicBezTo>
                    <a:pt x="148149" y="67570"/>
                    <a:pt x="153468" y="72008"/>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14"/>
            <p:cNvSpPr/>
            <p:nvPr/>
          </p:nvSpPr>
          <p:spPr>
            <a:xfrm>
              <a:off x="2975000" y="442550"/>
              <a:ext cx="3963625" cy="1798675"/>
            </a:xfrm>
            <a:custGeom>
              <a:rect b="b" l="l" r="r" t="t"/>
              <a:pathLst>
                <a:path extrusionOk="0" fill="none" h="71947" w="158545">
                  <a:moveTo>
                    <a:pt x="0" y="1"/>
                  </a:moveTo>
                  <a:cubicBezTo>
                    <a:pt x="5198" y="2615"/>
                    <a:pt x="10912" y="4408"/>
                    <a:pt x="16323" y="5958"/>
                  </a:cubicBezTo>
                  <a:cubicBezTo>
                    <a:pt x="22067" y="7630"/>
                    <a:pt x="28147" y="10365"/>
                    <a:pt x="30578" y="15472"/>
                  </a:cubicBezTo>
                  <a:cubicBezTo>
                    <a:pt x="33192" y="20974"/>
                    <a:pt x="26931" y="29059"/>
                    <a:pt x="31369" y="35047"/>
                  </a:cubicBezTo>
                  <a:cubicBezTo>
                    <a:pt x="33831" y="38390"/>
                    <a:pt x="37904" y="47904"/>
                    <a:pt x="41825" y="48542"/>
                  </a:cubicBezTo>
                  <a:cubicBezTo>
                    <a:pt x="50883" y="50062"/>
                    <a:pt x="57296" y="36931"/>
                    <a:pt x="64257" y="33010"/>
                  </a:cubicBezTo>
                  <a:cubicBezTo>
                    <a:pt x="72160" y="28512"/>
                    <a:pt x="83102" y="35928"/>
                    <a:pt x="89424" y="40153"/>
                  </a:cubicBezTo>
                  <a:cubicBezTo>
                    <a:pt x="94804" y="43740"/>
                    <a:pt x="98877" y="48208"/>
                    <a:pt x="105747" y="48846"/>
                  </a:cubicBezTo>
                  <a:cubicBezTo>
                    <a:pt x="117601" y="49971"/>
                    <a:pt x="109425" y="64257"/>
                    <a:pt x="120793" y="66081"/>
                  </a:cubicBezTo>
                  <a:cubicBezTo>
                    <a:pt x="127419" y="67144"/>
                    <a:pt x="138270" y="62281"/>
                    <a:pt x="144167" y="65351"/>
                  </a:cubicBezTo>
                  <a:cubicBezTo>
                    <a:pt x="148362" y="67540"/>
                    <a:pt x="153529" y="71947"/>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14"/>
            <p:cNvSpPr/>
            <p:nvPr/>
          </p:nvSpPr>
          <p:spPr>
            <a:xfrm>
              <a:off x="2975000" y="442550"/>
              <a:ext cx="3962850" cy="1795650"/>
            </a:xfrm>
            <a:custGeom>
              <a:rect b="b" l="l" r="r" t="t"/>
              <a:pathLst>
                <a:path extrusionOk="0" fill="none" h="71826" w="158514">
                  <a:moveTo>
                    <a:pt x="0" y="1"/>
                  </a:moveTo>
                  <a:cubicBezTo>
                    <a:pt x="5259" y="2584"/>
                    <a:pt x="10973" y="4317"/>
                    <a:pt x="16475" y="5745"/>
                  </a:cubicBezTo>
                  <a:cubicBezTo>
                    <a:pt x="22250" y="7235"/>
                    <a:pt x="28542" y="9788"/>
                    <a:pt x="31581" y="14195"/>
                  </a:cubicBezTo>
                  <a:cubicBezTo>
                    <a:pt x="35168" y="19332"/>
                    <a:pt x="27326" y="28238"/>
                    <a:pt x="31247" y="34560"/>
                  </a:cubicBezTo>
                  <a:cubicBezTo>
                    <a:pt x="33253" y="37782"/>
                    <a:pt x="39150" y="47418"/>
                    <a:pt x="42737" y="47722"/>
                  </a:cubicBezTo>
                  <a:cubicBezTo>
                    <a:pt x="51612" y="48482"/>
                    <a:pt x="57752" y="35229"/>
                    <a:pt x="65412" y="32129"/>
                  </a:cubicBezTo>
                  <a:cubicBezTo>
                    <a:pt x="73588" y="28816"/>
                    <a:pt x="84044" y="34804"/>
                    <a:pt x="90275" y="39302"/>
                  </a:cubicBezTo>
                  <a:cubicBezTo>
                    <a:pt x="95351" y="42980"/>
                    <a:pt x="98938" y="48269"/>
                    <a:pt x="106081" y="48816"/>
                  </a:cubicBezTo>
                  <a:cubicBezTo>
                    <a:pt x="111704" y="49241"/>
                    <a:pt x="112981" y="50670"/>
                    <a:pt x="114136" y="56111"/>
                  </a:cubicBezTo>
                  <a:cubicBezTo>
                    <a:pt x="115139" y="60792"/>
                    <a:pt x="115321" y="64470"/>
                    <a:pt x="121279" y="65381"/>
                  </a:cubicBezTo>
                  <a:cubicBezTo>
                    <a:pt x="127784" y="66385"/>
                    <a:pt x="138696" y="61947"/>
                    <a:pt x="144410" y="65169"/>
                  </a:cubicBezTo>
                  <a:cubicBezTo>
                    <a:pt x="148483" y="67448"/>
                    <a:pt x="153529" y="7182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14"/>
            <p:cNvSpPr/>
            <p:nvPr/>
          </p:nvSpPr>
          <p:spPr>
            <a:xfrm>
              <a:off x="2975000" y="442550"/>
              <a:ext cx="3962850" cy="1794125"/>
            </a:xfrm>
            <a:custGeom>
              <a:rect b="b" l="l" r="r" t="t"/>
              <a:pathLst>
                <a:path extrusionOk="0" fill="none" h="71765" w="158514">
                  <a:moveTo>
                    <a:pt x="0" y="1"/>
                  </a:moveTo>
                  <a:cubicBezTo>
                    <a:pt x="5319" y="2554"/>
                    <a:pt x="11064" y="4226"/>
                    <a:pt x="16627" y="5502"/>
                  </a:cubicBezTo>
                  <a:cubicBezTo>
                    <a:pt x="22523" y="6840"/>
                    <a:pt x="28663" y="9302"/>
                    <a:pt x="32554" y="12919"/>
                  </a:cubicBezTo>
                  <a:cubicBezTo>
                    <a:pt x="36931" y="17022"/>
                    <a:pt x="28906" y="28268"/>
                    <a:pt x="31247" y="33983"/>
                  </a:cubicBezTo>
                  <a:cubicBezTo>
                    <a:pt x="32615" y="37326"/>
                    <a:pt x="40031" y="46658"/>
                    <a:pt x="43679" y="46719"/>
                  </a:cubicBezTo>
                  <a:cubicBezTo>
                    <a:pt x="52433" y="46810"/>
                    <a:pt x="58117" y="33861"/>
                    <a:pt x="66628" y="31430"/>
                  </a:cubicBezTo>
                  <a:cubicBezTo>
                    <a:pt x="75108" y="28998"/>
                    <a:pt x="85078" y="33709"/>
                    <a:pt x="91066" y="38451"/>
                  </a:cubicBezTo>
                  <a:cubicBezTo>
                    <a:pt x="95899" y="42250"/>
                    <a:pt x="98847" y="48482"/>
                    <a:pt x="106446" y="48785"/>
                  </a:cubicBezTo>
                  <a:cubicBezTo>
                    <a:pt x="119030" y="49272"/>
                    <a:pt x="110853" y="62950"/>
                    <a:pt x="121826" y="64743"/>
                  </a:cubicBezTo>
                  <a:cubicBezTo>
                    <a:pt x="128088" y="65746"/>
                    <a:pt x="139121" y="61612"/>
                    <a:pt x="144684" y="64986"/>
                  </a:cubicBezTo>
                  <a:cubicBezTo>
                    <a:pt x="148666" y="67388"/>
                    <a:pt x="153559" y="7176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14"/>
            <p:cNvSpPr/>
            <p:nvPr/>
          </p:nvSpPr>
          <p:spPr>
            <a:xfrm>
              <a:off x="2975000" y="442550"/>
              <a:ext cx="3962850" cy="1791075"/>
            </a:xfrm>
            <a:custGeom>
              <a:rect b="b" l="l" r="r" t="t"/>
              <a:pathLst>
                <a:path extrusionOk="0" fill="none" h="71643" w="158514">
                  <a:moveTo>
                    <a:pt x="0" y="1"/>
                  </a:moveTo>
                  <a:cubicBezTo>
                    <a:pt x="5319" y="2523"/>
                    <a:pt x="11155" y="4134"/>
                    <a:pt x="16779" y="5259"/>
                  </a:cubicBezTo>
                  <a:cubicBezTo>
                    <a:pt x="22736" y="6475"/>
                    <a:pt x="29302" y="9058"/>
                    <a:pt x="33405" y="11672"/>
                  </a:cubicBezTo>
                  <a:cubicBezTo>
                    <a:pt x="37660" y="14378"/>
                    <a:pt x="30821" y="28968"/>
                    <a:pt x="31399" y="33314"/>
                  </a:cubicBezTo>
                  <a:cubicBezTo>
                    <a:pt x="31885" y="36931"/>
                    <a:pt x="40578" y="45624"/>
                    <a:pt x="44651" y="45472"/>
                  </a:cubicBezTo>
                  <a:cubicBezTo>
                    <a:pt x="53101" y="45168"/>
                    <a:pt x="58421" y="32828"/>
                    <a:pt x="67874" y="30852"/>
                  </a:cubicBezTo>
                  <a:cubicBezTo>
                    <a:pt x="76658" y="29028"/>
                    <a:pt x="86233" y="32706"/>
                    <a:pt x="91856" y="37509"/>
                  </a:cubicBezTo>
                  <a:cubicBezTo>
                    <a:pt x="96476" y="41491"/>
                    <a:pt x="98908" y="48542"/>
                    <a:pt x="106780" y="48755"/>
                  </a:cubicBezTo>
                  <a:cubicBezTo>
                    <a:pt x="112647" y="48907"/>
                    <a:pt x="114045" y="50184"/>
                    <a:pt x="115565" y="55503"/>
                  </a:cubicBezTo>
                  <a:cubicBezTo>
                    <a:pt x="116841" y="60062"/>
                    <a:pt x="116628" y="63132"/>
                    <a:pt x="122404" y="64044"/>
                  </a:cubicBezTo>
                  <a:cubicBezTo>
                    <a:pt x="128544" y="65047"/>
                    <a:pt x="139486" y="61278"/>
                    <a:pt x="144957" y="64804"/>
                  </a:cubicBezTo>
                  <a:cubicBezTo>
                    <a:pt x="148818" y="67296"/>
                    <a:pt x="153559" y="71643"/>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14"/>
            <p:cNvSpPr/>
            <p:nvPr/>
          </p:nvSpPr>
          <p:spPr>
            <a:xfrm>
              <a:off x="2975000" y="442550"/>
              <a:ext cx="3962100" cy="1789575"/>
            </a:xfrm>
            <a:custGeom>
              <a:rect b="b" l="l" r="r" t="t"/>
              <a:pathLst>
                <a:path extrusionOk="0" fill="none" h="71583" w="158484">
                  <a:moveTo>
                    <a:pt x="0" y="1"/>
                  </a:moveTo>
                  <a:cubicBezTo>
                    <a:pt x="5380" y="2463"/>
                    <a:pt x="11216" y="4043"/>
                    <a:pt x="16900" y="5016"/>
                  </a:cubicBezTo>
                  <a:cubicBezTo>
                    <a:pt x="22797" y="6049"/>
                    <a:pt x="29058" y="8724"/>
                    <a:pt x="34135" y="10457"/>
                  </a:cubicBezTo>
                  <a:cubicBezTo>
                    <a:pt x="39667" y="12372"/>
                    <a:pt x="32037" y="28846"/>
                    <a:pt x="31855" y="32463"/>
                  </a:cubicBezTo>
                  <a:cubicBezTo>
                    <a:pt x="31672" y="36597"/>
                    <a:pt x="40852" y="44712"/>
                    <a:pt x="45503" y="44074"/>
                  </a:cubicBezTo>
                  <a:cubicBezTo>
                    <a:pt x="54165" y="42889"/>
                    <a:pt x="59606" y="32038"/>
                    <a:pt x="69090" y="30335"/>
                  </a:cubicBezTo>
                  <a:cubicBezTo>
                    <a:pt x="77479" y="28846"/>
                    <a:pt x="87388" y="31703"/>
                    <a:pt x="92646" y="36566"/>
                  </a:cubicBezTo>
                  <a:cubicBezTo>
                    <a:pt x="97084" y="40670"/>
                    <a:pt x="98908" y="48634"/>
                    <a:pt x="107084" y="48725"/>
                  </a:cubicBezTo>
                  <a:cubicBezTo>
                    <a:pt x="112890" y="48816"/>
                    <a:pt x="114501" y="49910"/>
                    <a:pt x="116203" y="55229"/>
                  </a:cubicBezTo>
                  <a:cubicBezTo>
                    <a:pt x="117571" y="59606"/>
                    <a:pt x="117297" y="62555"/>
                    <a:pt x="122951" y="63436"/>
                  </a:cubicBezTo>
                  <a:cubicBezTo>
                    <a:pt x="129030" y="64378"/>
                    <a:pt x="139851" y="60944"/>
                    <a:pt x="145200" y="64622"/>
                  </a:cubicBezTo>
                  <a:cubicBezTo>
                    <a:pt x="148939" y="67205"/>
                    <a:pt x="153590" y="7158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14"/>
            <p:cNvSpPr/>
            <p:nvPr/>
          </p:nvSpPr>
          <p:spPr>
            <a:xfrm>
              <a:off x="2975000" y="442550"/>
              <a:ext cx="3962850" cy="1785000"/>
            </a:xfrm>
            <a:custGeom>
              <a:rect b="b" l="l" r="r" t="t"/>
              <a:pathLst>
                <a:path extrusionOk="0" fill="none" h="71400" w="158514">
                  <a:moveTo>
                    <a:pt x="0" y="1"/>
                  </a:moveTo>
                  <a:cubicBezTo>
                    <a:pt x="5411" y="2432"/>
                    <a:pt x="11307" y="3952"/>
                    <a:pt x="17052" y="4803"/>
                  </a:cubicBezTo>
                  <a:cubicBezTo>
                    <a:pt x="22949" y="5685"/>
                    <a:pt x="29028" y="8967"/>
                    <a:pt x="34682" y="9362"/>
                  </a:cubicBezTo>
                  <a:cubicBezTo>
                    <a:pt x="42007" y="9849"/>
                    <a:pt x="33557" y="28360"/>
                    <a:pt x="32858" y="31065"/>
                  </a:cubicBezTo>
                  <a:cubicBezTo>
                    <a:pt x="31308" y="36931"/>
                    <a:pt x="41095" y="43801"/>
                    <a:pt x="46141" y="42676"/>
                  </a:cubicBezTo>
                  <a:cubicBezTo>
                    <a:pt x="54925" y="40761"/>
                    <a:pt x="60731" y="31703"/>
                    <a:pt x="70245" y="29819"/>
                  </a:cubicBezTo>
                  <a:cubicBezTo>
                    <a:pt x="78451" y="28177"/>
                    <a:pt x="88573" y="30731"/>
                    <a:pt x="93497" y="35563"/>
                  </a:cubicBezTo>
                  <a:cubicBezTo>
                    <a:pt x="97753" y="39728"/>
                    <a:pt x="98969" y="48725"/>
                    <a:pt x="107419" y="48755"/>
                  </a:cubicBezTo>
                  <a:cubicBezTo>
                    <a:pt x="113163" y="48755"/>
                    <a:pt x="115018" y="49667"/>
                    <a:pt x="116872" y="54956"/>
                  </a:cubicBezTo>
                  <a:cubicBezTo>
                    <a:pt x="118331" y="59181"/>
                    <a:pt x="118027" y="61977"/>
                    <a:pt x="123559" y="62798"/>
                  </a:cubicBezTo>
                  <a:cubicBezTo>
                    <a:pt x="129638" y="63710"/>
                    <a:pt x="140459" y="60579"/>
                    <a:pt x="145504" y="64470"/>
                  </a:cubicBezTo>
                  <a:cubicBezTo>
                    <a:pt x="148939" y="67144"/>
                    <a:pt x="153802" y="7140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14"/>
            <p:cNvSpPr/>
            <p:nvPr/>
          </p:nvSpPr>
          <p:spPr>
            <a:xfrm>
              <a:off x="2975000" y="442550"/>
              <a:ext cx="3962100" cy="1781975"/>
            </a:xfrm>
            <a:custGeom>
              <a:rect b="b" l="l" r="r" t="t"/>
              <a:pathLst>
                <a:path extrusionOk="0" fill="none" h="71279" w="158484">
                  <a:moveTo>
                    <a:pt x="0" y="1"/>
                  </a:moveTo>
                  <a:cubicBezTo>
                    <a:pt x="5471" y="2402"/>
                    <a:pt x="11247" y="3922"/>
                    <a:pt x="17174" y="4560"/>
                  </a:cubicBezTo>
                  <a:cubicBezTo>
                    <a:pt x="23253" y="5198"/>
                    <a:pt x="29514" y="8420"/>
                    <a:pt x="35107" y="8177"/>
                  </a:cubicBezTo>
                  <a:cubicBezTo>
                    <a:pt x="44044" y="7782"/>
                    <a:pt x="35290" y="26718"/>
                    <a:pt x="34256" y="29089"/>
                  </a:cubicBezTo>
                  <a:cubicBezTo>
                    <a:pt x="31369" y="35959"/>
                    <a:pt x="40578" y="42980"/>
                    <a:pt x="46658" y="41247"/>
                  </a:cubicBezTo>
                  <a:cubicBezTo>
                    <a:pt x="55533" y="38785"/>
                    <a:pt x="61947" y="31490"/>
                    <a:pt x="71369" y="29180"/>
                  </a:cubicBezTo>
                  <a:cubicBezTo>
                    <a:pt x="79424" y="27174"/>
                    <a:pt x="89819" y="29697"/>
                    <a:pt x="94470" y="34439"/>
                  </a:cubicBezTo>
                  <a:cubicBezTo>
                    <a:pt x="98482" y="38573"/>
                    <a:pt x="99090" y="48785"/>
                    <a:pt x="107753" y="48694"/>
                  </a:cubicBezTo>
                  <a:cubicBezTo>
                    <a:pt x="113407" y="48634"/>
                    <a:pt x="115504" y="49424"/>
                    <a:pt x="117510" y="54652"/>
                  </a:cubicBezTo>
                  <a:cubicBezTo>
                    <a:pt x="119060" y="58694"/>
                    <a:pt x="118665" y="61400"/>
                    <a:pt x="124167" y="62160"/>
                  </a:cubicBezTo>
                  <a:cubicBezTo>
                    <a:pt x="130246" y="62980"/>
                    <a:pt x="140793" y="60245"/>
                    <a:pt x="145717" y="64257"/>
                  </a:cubicBezTo>
                  <a:cubicBezTo>
                    <a:pt x="149061" y="66962"/>
                    <a:pt x="153802" y="71278"/>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14"/>
            <p:cNvSpPr/>
            <p:nvPr/>
          </p:nvSpPr>
          <p:spPr>
            <a:xfrm>
              <a:off x="2975000" y="442550"/>
              <a:ext cx="3962850" cy="1781200"/>
            </a:xfrm>
            <a:custGeom>
              <a:rect b="b" l="l" r="r" t="t"/>
              <a:pathLst>
                <a:path extrusionOk="0" fill="none" h="71248" w="158514">
                  <a:moveTo>
                    <a:pt x="0" y="1"/>
                  </a:moveTo>
                  <a:cubicBezTo>
                    <a:pt x="5502" y="2371"/>
                    <a:pt x="11338" y="3830"/>
                    <a:pt x="17326" y="4347"/>
                  </a:cubicBezTo>
                  <a:cubicBezTo>
                    <a:pt x="23405" y="4833"/>
                    <a:pt x="29484" y="7478"/>
                    <a:pt x="35381" y="7083"/>
                  </a:cubicBezTo>
                  <a:cubicBezTo>
                    <a:pt x="46171" y="6384"/>
                    <a:pt x="37660" y="22007"/>
                    <a:pt x="36080" y="26718"/>
                  </a:cubicBezTo>
                  <a:cubicBezTo>
                    <a:pt x="34560" y="31247"/>
                    <a:pt x="33192" y="34591"/>
                    <a:pt x="37387" y="37934"/>
                  </a:cubicBezTo>
                  <a:cubicBezTo>
                    <a:pt x="40062" y="40032"/>
                    <a:pt x="43983" y="40913"/>
                    <a:pt x="47144" y="39940"/>
                  </a:cubicBezTo>
                  <a:cubicBezTo>
                    <a:pt x="52007" y="38421"/>
                    <a:pt x="55959" y="34864"/>
                    <a:pt x="60548" y="32524"/>
                  </a:cubicBezTo>
                  <a:cubicBezTo>
                    <a:pt x="64409" y="30579"/>
                    <a:pt x="68360" y="29758"/>
                    <a:pt x="72403" y="28512"/>
                  </a:cubicBezTo>
                  <a:cubicBezTo>
                    <a:pt x="80275" y="26080"/>
                    <a:pt x="91187" y="28724"/>
                    <a:pt x="95503" y="33314"/>
                  </a:cubicBezTo>
                  <a:cubicBezTo>
                    <a:pt x="99303" y="37296"/>
                    <a:pt x="99212" y="48877"/>
                    <a:pt x="108118" y="48694"/>
                  </a:cubicBezTo>
                  <a:cubicBezTo>
                    <a:pt x="113589" y="48573"/>
                    <a:pt x="115990" y="49302"/>
                    <a:pt x="118148" y="54409"/>
                  </a:cubicBezTo>
                  <a:cubicBezTo>
                    <a:pt x="119820" y="58299"/>
                    <a:pt x="119364" y="60974"/>
                    <a:pt x="124805" y="61612"/>
                  </a:cubicBezTo>
                  <a:cubicBezTo>
                    <a:pt x="130519" y="62281"/>
                    <a:pt x="141249" y="59819"/>
                    <a:pt x="145991" y="64135"/>
                  </a:cubicBezTo>
                  <a:cubicBezTo>
                    <a:pt x="149213" y="67023"/>
                    <a:pt x="153863" y="71248"/>
                    <a:pt x="158514" y="68695"/>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14"/>
            <p:cNvSpPr/>
            <p:nvPr/>
          </p:nvSpPr>
          <p:spPr>
            <a:xfrm>
              <a:off x="2975000" y="442550"/>
              <a:ext cx="3962100" cy="1777400"/>
            </a:xfrm>
            <a:custGeom>
              <a:rect b="b" l="l" r="r" t="t"/>
              <a:pathLst>
                <a:path extrusionOk="0" fill="none" h="71096" w="158484">
                  <a:moveTo>
                    <a:pt x="0" y="1"/>
                  </a:moveTo>
                  <a:cubicBezTo>
                    <a:pt x="5532" y="2341"/>
                    <a:pt x="11429" y="3739"/>
                    <a:pt x="17447" y="4104"/>
                  </a:cubicBezTo>
                  <a:cubicBezTo>
                    <a:pt x="23496" y="4469"/>
                    <a:pt x="29484" y="6596"/>
                    <a:pt x="35533" y="6049"/>
                  </a:cubicBezTo>
                  <a:cubicBezTo>
                    <a:pt x="47357" y="4955"/>
                    <a:pt x="40822" y="16809"/>
                    <a:pt x="38208" y="23983"/>
                  </a:cubicBezTo>
                  <a:cubicBezTo>
                    <a:pt x="36657" y="28329"/>
                    <a:pt x="33557" y="33253"/>
                    <a:pt x="37691" y="36962"/>
                  </a:cubicBezTo>
                  <a:cubicBezTo>
                    <a:pt x="40244" y="39272"/>
                    <a:pt x="44591" y="39636"/>
                    <a:pt x="47661" y="38603"/>
                  </a:cubicBezTo>
                  <a:cubicBezTo>
                    <a:pt x="52646" y="36931"/>
                    <a:pt x="56901" y="33557"/>
                    <a:pt x="61764" y="31460"/>
                  </a:cubicBezTo>
                  <a:cubicBezTo>
                    <a:pt x="65533" y="29819"/>
                    <a:pt x="69576" y="29150"/>
                    <a:pt x="73375" y="27721"/>
                  </a:cubicBezTo>
                  <a:cubicBezTo>
                    <a:pt x="80974" y="24864"/>
                    <a:pt x="92464" y="27721"/>
                    <a:pt x="96659" y="32068"/>
                  </a:cubicBezTo>
                  <a:cubicBezTo>
                    <a:pt x="100884" y="36445"/>
                    <a:pt x="98634" y="48512"/>
                    <a:pt x="108452" y="48664"/>
                  </a:cubicBezTo>
                  <a:cubicBezTo>
                    <a:pt x="114014" y="48755"/>
                    <a:pt x="116416" y="49150"/>
                    <a:pt x="118756" y="54105"/>
                  </a:cubicBezTo>
                  <a:cubicBezTo>
                    <a:pt x="120550" y="57874"/>
                    <a:pt x="120002" y="60488"/>
                    <a:pt x="125413" y="61035"/>
                  </a:cubicBezTo>
                  <a:cubicBezTo>
                    <a:pt x="131158" y="61643"/>
                    <a:pt x="141553" y="59454"/>
                    <a:pt x="146234" y="63922"/>
                  </a:cubicBezTo>
                  <a:cubicBezTo>
                    <a:pt x="149334" y="66871"/>
                    <a:pt x="153894" y="71096"/>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14"/>
            <p:cNvSpPr/>
            <p:nvPr/>
          </p:nvSpPr>
          <p:spPr>
            <a:xfrm>
              <a:off x="2975000" y="442550"/>
              <a:ext cx="3962850" cy="1775125"/>
            </a:xfrm>
            <a:custGeom>
              <a:rect b="b" l="l" r="r" t="t"/>
              <a:pathLst>
                <a:path extrusionOk="0" fill="none" h="71005" w="158514">
                  <a:moveTo>
                    <a:pt x="0" y="1"/>
                  </a:moveTo>
                  <a:cubicBezTo>
                    <a:pt x="5593" y="2311"/>
                    <a:pt x="11520" y="3648"/>
                    <a:pt x="17569" y="3861"/>
                  </a:cubicBezTo>
                  <a:cubicBezTo>
                    <a:pt x="23587" y="4074"/>
                    <a:pt x="29636" y="5837"/>
                    <a:pt x="35594" y="5046"/>
                  </a:cubicBezTo>
                  <a:cubicBezTo>
                    <a:pt x="47569" y="3466"/>
                    <a:pt x="43800" y="12280"/>
                    <a:pt x="40578" y="20974"/>
                  </a:cubicBezTo>
                  <a:cubicBezTo>
                    <a:pt x="39059" y="25107"/>
                    <a:pt x="34773" y="31916"/>
                    <a:pt x="38268" y="35867"/>
                  </a:cubicBezTo>
                  <a:cubicBezTo>
                    <a:pt x="40548" y="38451"/>
                    <a:pt x="45381" y="38208"/>
                    <a:pt x="48238" y="37296"/>
                  </a:cubicBezTo>
                  <a:cubicBezTo>
                    <a:pt x="53405" y="35624"/>
                    <a:pt x="57965" y="32281"/>
                    <a:pt x="63102" y="30366"/>
                  </a:cubicBezTo>
                  <a:cubicBezTo>
                    <a:pt x="66780" y="28968"/>
                    <a:pt x="70701" y="28420"/>
                    <a:pt x="74257" y="26840"/>
                  </a:cubicBezTo>
                  <a:cubicBezTo>
                    <a:pt x="81552" y="23588"/>
                    <a:pt x="94075" y="26779"/>
                    <a:pt x="97935" y="30791"/>
                  </a:cubicBezTo>
                  <a:cubicBezTo>
                    <a:pt x="101887" y="34895"/>
                    <a:pt x="98938" y="48542"/>
                    <a:pt x="108817" y="48664"/>
                  </a:cubicBezTo>
                  <a:cubicBezTo>
                    <a:pt x="114227" y="48694"/>
                    <a:pt x="116872" y="49029"/>
                    <a:pt x="119364" y="53801"/>
                  </a:cubicBezTo>
                  <a:cubicBezTo>
                    <a:pt x="121249" y="57448"/>
                    <a:pt x="120702" y="60032"/>
                    <a:pt x="126021" y="60518"/>
                  </a:cubicBezTo>
                  <a:cubicBezTo>
                    <a:pt x="131826" y="61035"/>
                    <a:pt x="141857" y="59120"/>
                    <a:pt x="146507" y="63771"/>
                  </a:cubicBezTo>
                  <a:cubicBezTo>
                    <a:pt x="149456" y="66719"/>
                    <a:pt x="153924" y="7100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14"/>
            <p:cNvSpPr/>
            <p:nvPr/>
          </p:nvSpPr>
          <p:spPr>
            <a:xfrm>
              <a:off x="2975000" y="442550"/>
              <a:ext cx="3962850" cy="1772850"/>
            </a:xfrm>
            <a:custGeom>
              <a:rect b="b" l="l" r="r" t="t"/>
              <a:pathLst>
                <a:path extrusionOk="0" fill="none" h="70914" w="158514">
                  <a:moveTo>
                    <a:pt x="0" y="1"/>
                  </a:moveTo>
                  <a:cubicBezTo>
                    <a:pt x="5623" y="2280"/>
                    <a:pt x="11611" y="3526"/>
                    <a:pt x="17690" y="3648"/>
                  </a:cubicBezTo>
                  <a:cubicBezTo>
                    <a:pt x="23648" y="3709"/>
                    <a:pt x="29636" y="5016"/>
                    <a:pt x="35563" y="4104"/>
                  </a:cubicBezTo>
                  <a:cubicBezTo>
                    <a:pt x="47022" y="2371"/>
                    <a:pt x="46627" y="7843"/>
                    <a:pt x="43101" y="17812"/>
                  </a:cubicBezTo>
                  <a:cubicBezTo>
                    <a:pt x="41733" y="21612"/>
                    <a:pt x="36232" y="30670"/>
                    <a:pt x="39028" y="34621"/>
                  </a:cubicBezTo>
                  <a:cubicBezTo>
                    <a:pt x="41004" y="37387"/>
                    <a:pt x="46293" y="36901"/>
                    <a:pt x="48968" y="35989"/>
                  </a:cubicBezTo>
                  <a:cubicBezTo>
                    <a:pt x="57235" y="33071"/>
                    <a:pt x="67235" y="29667"/>
                    <a:pt x="75108" y="25867"/>
                  </a:cubicBezTo>
                  <a:cubicBezTo>
                    <a:pt x="82008" y="22524"/>
                    <a:pt x="95655" y="25746"/>
                    <a:pt x="99303" y="29484"/>
                  </a:cubicBezTo>
                  <a:cubicBezTo>
                    <a:pt x="103042" y="33284"/>
                    <a:pt x="99546" y="48573"/>
                    <a:pt x="109242" y="48573"/>
                  </a:cubicBezTo>
                  <a:cubicBezTo>
                    <a:pt x="114379" y="48573"/>
                    <a:pt x="117328" y="48968"/>
                    <a:pt x="119942" y="53527"/>
                  </a:cubicBezTo>
                  <a:cubicBezTo>
                    <a:pt x="121948" y="57023"/>
                    <a:pt x="121340" y="59606"/>
                    <a:pt x="126629" y="60032"/>
                  </a:cubicBezTo>
                  <a:cubicBezTo>
                    <a:pt x="132495" y="60488"/>
                    <a:pt x="142130" y="58725"/>
                    <a:pt x="146751" y="63558"/>
                  </a:cubicBezTo>
                  <a:cubicBezTo>
                    <a:pt x="149608" y="66567"/>
                    <a:pt x="153985" y="70913"/>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14"/>
            <p:cNvSpPr/>
            <p:nvPr/>
          </p:nvSpPr>
          <p:spPr>
            <a:xfrm>
              <a:off x="2975000" y="442550"/>
              <a:ext cx="3962100" cy="1769800"/>
            </a:xfrm>
            <a:custGeom>
              <a:rect b="b" l="l" r="r" t="t"/>
              <a:pathLst>
                <a:path extrusionOk="0" fill="none" h="70792" w="158484">
                  <a:moveTo>
                    <a:pt x="0" y="1"/>
                  </a:moveTo>
                  <a:cubicBezTo>
                    <a:pt x="5654" y="2280"/>
                    <a:pt x="11703" y="3435"/>
                    <a:pt x="17812" y="3405"/>
                  </a:cubicBezTo>
                  <a:cubicBezTo>
                    <a:pt x="23709" y="3344"/>
                    <a:pt x="29606" y="4165"/>
                    <a:pt x="35502" y="3192"/>
                  </a:cubicBezTo>
                  <a:cubicBezTo>
                    <a:pt x="37660" y="2858"/>
                    <a:pt x="42463" y="1976"/>
                    <a:pt x="44621" y="2949"/>
                  </a:cubicBezTo>
                  <a:cubicBezTo>
                    <a:pt x="49545" y="5168"/>
                    <a:pt x="46840" y="10913"/>
                    <a:pt x="45624" y="14742"/>
                  </a:cubicBezTo>
                  <a:cubicBezTo>
                    <a:pt x="43557" y="21369"/>
                    <a:pt x="34135" y="40001"/>
                    <a:pt x="49819" y="34652"/>
                  </a:cubicBezTo>
                  <a:cubicBezTo>
                    <a:pt x="58299" y="31734"/>
                    <a:pt x="67935" y="28177"/>
                    <a:pt x="76050" y="24864"/>
                  </a:cubicBezTo>
                  <a:cubicBezTo>
                    <a:pt x="83072" y="21977"/>
                    <a:pt x="96051" y="24347"/>
                    <a:pt x="100762" y="28117"/>
                  </a:cubicBezTo>
                  <a:cubicBezTo>
                    <a:pt x="105716" y="32098"/>
                    <a:pt x="98908" y="48299"/>
                    <a:pt x="109698" y="48482"/>
                  </a:cubicBezTo>
                  <a:cubicBezTo>
                    <a:pt x="114653" y="48573"/>
                    <a:pt x="117753" y="48846"/>
                    <a:pt x="120458" y="53254"/>
                  </a:cubicBezTo>
                  <a:cubicBezTo>
                    <a:pt x="122586" y="56628"/>
                    <a:pt x="121948" y="59242"/>
                    <a:pt x="127176" y="59576"/>
                  </a:cubicBezTo>
                  <a:cubicBezTo>
                    <a:pt x="133133" y="60001"/>
                    <a:pt x="142404" y="58360"/>
                    <a:pt x="146963" y="63375"/>
                  </a:cubicBezTo>
                  <a:cubicBezTo>
                    <a:pt x="149699" y="66385"/>
                    <a:pt x="153985" y="70792"/>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14"/>
            <p:cNvSpPr/>
            <p:nvPr/>
          </p:nvSpPr>
          <p:spPr>
            <a:xfrm>
              <a:off x="2975000" y="442550"/>
              <a:ext cx="3963625" cy="1767525"/>
            </a:xfrm>
            <a:custGeom>
              <a:rect b="b" l="l" r="r" t="t"/>
              <a:pathLst>
                <a:path extrusionOk="0" fill="none" h="70701" w="158545">
                  <a:moveTo>
                    <a:pt x="0" y="1"/>
                  </a:moveTo>
                  <a:cubicBezTo>
                    <a:pt x="5715" y="2250"/>
                    <a:pt x="11794" y="3314"/>
                    <a:pt x="17934" y="3192"/>
                  </a:cubicBezTo>
                  <a:cubicBezTo>
                    <a:pt x="23770" y="2979"/>
                    <a:pt x="29575" y="3314"/>
                    <a:pt x="35411" y="2341"/>
                  </a:cubicBezTo>
                  <a:cubicBezTo>
                    <a:pt x="44439" y="791"/>
                    <a:pt x="50518" y="2371"/>
                    <a:pt x="48147" y="11916"/>
                  </a:cubicBezTo>
                  <a:cubicBezTo>
                    <a:pt x="46627" y="18086"/>
                    <a:pt x="34894" y="38725"/>
                    <a:pt x="50883" y="33253"/>
                  </a:cubicBezTo>
                  <a:cubicBezTo>
                    <a:pt x="59697" y="30244"/>
                    <a:pt x="68482" y="26688"/>
                    <a:pt x="77418" y="23922"/>
                  </a:cubicBezTo>
                  <a:cubicBezTo>
                    <a:pt x="84227" y="21794"/>
                    <a:pt x="97601" y="22585"/>
                    <a:pt x="102312" y="26779"/>
                  </a:cubicBezTo>
                  <a:cubicBezTo>
                    <a:pt x="107510" y="31399"/>
                    <a:pt x="99394" y="48056"/>
                    <a:pt x="110276" y="48330"/>
                  </a:cubicBezTo>
                  <a:cubicBezTo>
                    <a:pt x="115200" y="48451"/>
                    <a:pt x="117966" y="49181"/>
                    <a:pt x="120945" y="52889"/>
                  </a:cubicBezTo>
                  <a:cubicBezTo>
                    <a:pt x="123376" y="55928"/>
                    <a:pt x="122464" y="58877"/>
                    <a:pt x="127784" y="59150"/>
                  </a:cubicBezTo>
                  <a:cubicBezTo>
                    <a:pt x="133711" y="59454"/>
                    <a:pt x="142769" y="58026"/>
                    <a:pt x="147267" y="63223"/>
                  </a:cubicBezTo>
                  <a:cubicBezTo>
                    <a:pt x="149881" y="66202"/>
                    <a:pt x="154076" y="70701"/>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14"/>
            <p:cNvSpPr/>
            <p:nvPr/>
          </p:nvSpPr>
          <p:spPr>
            <a:xfrm>
              <a:off x="2975000" y="442550"/>
              <a:ext cx="3962850" cy="1765250"/>
            </a:xfrm>
            <a:custGeom>
              <a:rect b="b" l="l" r="r" t="t"/>
              <a:pathLst>
                <a:path extrusionOk="0" fill="none" h="70610" w="158514">
                  <a:moveTo>
                    <a:pt x="0" y="1"/>
                  </a:moveTo>
                  <a:cubicBezTo>
                    <a:pt x="5745" y="2219"/>
                    <a:pt x="11885" y="3223"/>
                    <a:pt x="18025" y="2949"/>
                  </a:cubicBezTo>
                  <a:cubicBezTo>
                    <a:pt x="23800" y="2645"/>
                    <a:pt x="29514" y="2493"/>
                    <a:pt x="35259" y="1490"/>
                  </a:cubicBezTo>
                  <a:cubicBezTo>
                    <a:pt x="38056" y="1004"/>
                    <a:pt x="42189" y="396"/>
                    <a:pt x="44986" y="1064"/>
                  </a:cubicBezTo>
                  <a:cubicBezTo>
                    <a:pt x="50183" y="2280"/>
                    <a:pt x="51065" y="4803"/>
                    <a:pt x="50487" y="9454"/>
                  </a:cubicBezTo>
                  <a:cubicBezTo>
                    <a:pt x="49728" y="14986"/>
                    <a:pt x="36627" y="36870"/>
                    <a:pt x="52068" y="31825"/>
                  </a:cubicBezTo>
                  <a:cubicBezTo>
                    <a:pt x="60944" y="28937"/>
                    <a:pt x="69910" y="25533"/>
                    <a:pt x="79029" y="23010"/>
                  </a:cubicBezTo>
                  <a:cubicBezTo>
                    <a:pt x="86111" y="21095"/>
                    <a:pt x="98969" y="21551"/>
                    <a:pt x="103893" y="25472"/>
                  </a:cubicBezTo>
                  <a:cubicBezTo>
                    <a:pt x="109212" y="29697"/>
                    <a:pt x="100093" y="47661"/>
                    <a:pt x="110823" y="48147"/>
                  </a:cubicBezTo>
                  <a:cubicBezTo>
                    <a:pt x="115595" y="48360"/>
                    <a:pt x="118422" y="49120"/>
                    <a:pt x="121431" y="52646"/>
                  </a:cubicBezTo>
                  <a:cubicBezTo>
                    <a:pt x="123923" y="55594"/>
                    <a:pt x="123103" y="58542"/>
                    <a:pt x="128300" y="58786"/>
                  </a:cubicBezTo>
                  <a:cubicBezTo>
                    <a:pt x="134288" y="59059"/>
                    <a:pt x="143042" y="57783"/>
                    <a:pt x="147480" y="63041"/>
                  </a:cubicBezTo>
                  <a:cubicBezTo>
                    <a:pt x="150003" y="65989"/>
                    <a:pt x="154076" y="7061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14"/>
            <p:cNvSpPr/>
            <p:nvPr/>
          </p:nvSpPr>
          <p:spPr>
            <a:xfrm>
              <a:off x="2975000" y="428125"/>
              <a:ext cx="3962850" cy="1777400"/>
            </a:xfrm>
            <a:custGeom>
              <a:rect b="b" l="l" r="r" t="t"/>
              <a:pathLst>
                <a:path extrusionOk="0" fill="none" h="71096" w="158514">
                  <a:moveTo>
                    <a:pt x="0" y="578"/>
                  </a:moveTo>
                  <a:cubicBezTo>
                    <a:pt x="5715" y="2705"/>
                    <a:pt x="12128" y="3769"/>
                    <a:pt x="18146" y="3313"/>
                  </a:cubicBezTo>
                  <a:cubicBezTo>
                    <a:pt x="23861" y="2888"/>
                    <a:pt x="29484" y="2219"/>
                    <a:pt x="35138" y="1246"/>
                  </a:cubicBezTo>
                  <a:cubicBezTo>
                    <a:pt x="42554" y="0"/>
                    <a:pt x="52281" y="1489"/>
                    <a:pt x="52585" y="7994"/>
                  </a:cubicBezTo>
                  <a:cubicBezTo>
                    <a:pt x="52767" y="12523"/>
                    <a:pt x="39211" y="35350"/>
                    <a:pt x="53436" y="30882"/>
                  </a:cubicBezTo>
                  <a:cubicBezTo>
                    <a:pt x="62372" y="28086"/>
                    <a:pt x="71673" y="25137"/>
                    <a:pt x="80914" y="22736"/>
                  </a:cubicBezTo>
                  <a:cubicBezTo>
                    <a:pt x="88604" y="20760"/>
                    <a:pt x="100032" y="21551"/>
                    <a:pt x="105443" y="24803"/>
                  </a:cubicBezTo>
                  <a:cubicBezTo>
                    <a:pt x="111674" y="28511"/>
                    <a:pt x="99941" y="47508"/>
                    <a:pt x="111431" y="48511"/>
                  </a:cubicBezTo>
                  <a:cubicBezTo>
                    <a:pt x="116081" y="48937"/>
                    <a:pt x="118847" y="49606"/>
                    <a:pt x="121887" y="52980"/>
                  </a:cubicBezTo>
                  <a:cubicBezTo>
                    <a:pt x="124440" y="55837"/>
                    <a:pt x="123741" y="58785"/>
                    <a:pt x="128787" y="58998"/>
                  </a:cubicBezTo>
                  <a:cubicBezTo>
                    <a:pt x="134836" y="59271"/>
                    <a:pt x="143316" y="58147"/>
                    <a:pt x="147723" y="63436"/>
                  </a:cubicBezTo>
                  <a:cubicBezTo>
                    <a:pt x="150125" y="66323"/>
                    <a:pt x="154106" y="71095"/>
                    <a:pt x="158514" y="6924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14"/>
            <p:cNvSpPr/>
            <p:nvPr/>
          </p:nvSpPr>
          <p:spPr>
            <a:xfrm>
              <a:off x="2975000" y="412925"/>
              <a:ext cx="3962850" cy="1789550"/>
            </a:xfrm>
            <a:custGeom>
              <a:rect b="b" l="l" r="r" t="t"/>
              <a:pathLst>
                <a:path extrusionOk="0" fill="none" h="71582" w="158514">
                  <a:moveTo>
                    <a:pt x="0" y="1186"/>
                  </a:moveTo>
                  <a:cubicBezTo>
                    <a:pt x="5745" y="3283"/>
                    <a:pt x="12219" y="4286"/>
                    <a:pt x="18238" y="3678"/>
                  </a:cubicBezTo>
                  <a:cubicBezTo>
                    <a:pt x="23891" y="3131"/>
                    <a:pt x="29454" y="1976"/>
                    <a:pt x="35046" y="1034"/>
                  </a:cubicBezTo>
                  <a:cubicBezTo>
                    <a:pt x="41308" y="0"/>
                    <a:pt x="52980" y="638"/>
                    <a:pt x="54317" y="7082"/>
                  </a:cubicBezTo>
                  <a:cubicBezTo>
                    <a:pt x="55260" y="11672"/>
                    <a:pt x="42159" y="33557"/>
                    <a:pt x="54895" y="29879"/>
                  </a:cubicBezTo>
                  <a:cubicBezTo>
                    <a:pt x="64044" y="27204"/>
                    <a:pt x="73588" y="24864"/>
                    <a:pt x="82950" y="22523"/>
                  </a:cubicBezTo>
                  <a:cubicBezTo>
                    <a:pt x="90488" y="20608"/>
                    <a:pt x="101248" y="21186"/>
                    <a:pt x="106932" y="24256"/>
                  </a:cubicBezTo>
                  <a:cubicBezTo>
                    <a:pt x="113862" y="27964"/>
                    <a:pt x="100762" y="47478"/>
                    <a:pt x="112069" y="48876"/>
                  </a:cubicBezTo>
                  <a:cubicBezTo>
                    <a:pt x="116264" y="49363"/>
                    <a:pt x="119729" y="49879"/>
                    <a:pt x="122343" y="53344"/>
                  </a:cubicBezTo>
                  <a:cubicBezTo>
                    <a:pt x="124562" y="56354"/>
                    <a:pt x="124653" y="59089"/>
                    <a:pt x="129273" y="59272"/>
                  </a:cubicBezTo>
                  <a:cubicBezTo>
                    <a:pt x="135352" y="59545"/>
                    <a:pt x="143620" y="58603"/>
                    <a:pt x="147936" y="63861"/>
                  </a:cubicBezTo>
                  <a:cubicBezTo>
                    <a:pt x="150277" y="66688"/>
                    <a:pt x="154137" y="71582"/>
                    <a:pt x="158514" y="6984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14"/>
            <p:cNvSpPr/>
            <p:nvPr/>
          </p:nvSpPr>
          <p:spPr>
            <a:xfrm>
              <a:off x="2975000" y="386325"/>
              <a:ext cx="3962850" cy="1813875"/>
            </a:xfrm>
            <a:custGeom>
              <a:rect b="b" l="l" r="r" t="t"/>
              <a:pathLst>
                <a:path extrusionOk="0" fill="none" h="72555" w="158514">
                  <a:moveTo>
                    <a:pt x="0" y="2250"/>
                  </a:moveTo>
                  <a:cubicBezTo>
                    <a:pt x="5806" y="4286"/>
                    <a:pt x="12371" y="5259"/>
                    <a:pt x="18390" y="4529"/>
                  </a:cubicBezTo>
                  <a:cubicBezTo>
                    <a:pt x="23982" y="3830"/>
                    <a:pt x="29423" y="2250"/>
                    <a:pt x="35046" y="1307"/>
                  </a:cubicBezTo>
                  <a:cubicBezTo>
                    <a:pt x="42767" y="0"/>
                    <a:pt x="52402" y="2067"/>
                    <a:pt x="55685" y="7174"/>
                  </a:cubicBezTo>
                  <a:cubicBezTo>
                    <a:pt x="57570" y="10183"/>
                    <a:pt x="46658" y="32159"/>
                    <a:pt x="56719" y="29271"/>
                  </a:cubicBezTo>
                  <a:cubicBezTo>
                    <a:pt x="65442" y="26748"/>
                    <a:pt x="75746" y="25077"/>
                    <a:pt x="85139" y="22736"/>
                  </a:cubicBezTo>
                  <a:cubicBezTo>
                    <a:pt x="92494" y="20882"/>
                    <a:pt x="102099" y="21338"/>
                    <a:pt x="108300" y="24317"/>
                  </a:cubicBezTo>
                  <a:cubicBezTo>
                    <a:pt x="116477" y="28207"/>
                    <a:pt x="101765" y="47873"/>
                    <a:pt x="112799" y="49636"/>
                  </a:cubicBezTo>
                  <a:cubicBezTo>
                    <a:pt x="116780" y="50275"/>
                    <a:pt x="120215" y="50852"/>
                    <a:pt x="122768" y="54165"/>
                  </a:cubicBezTo>
                  <a:cubicBezTo>
                    <a:pt x="125048" y="57083"/>
                    <a:pt x="125200" y="59849"/>
                    <a:pt x="129729" y="60032"/>
                  </a:cubicBezTo>
                  <a:cubicBezTo>
                    <a:pt x="135839" y="60336"/>
                    <a:pt x="143893" y="59545"/>
                    <a:pt x="148179" y="64773"/>
                  </a:cubicBezTo>
                  <a:cubicBezTo>
                    <a:pt x="150459" y="67539"/>
                    <a:pt x="154167" y="72555"/>
                    <a:pt x="158514" y="7091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14"/>
            <p:cNvSpPr/>
            <p:nvPr/>
          </p:nvSpPr>
          <p:spPr>
            <a:xfrm>
              <a:off x="2975000" y="367325"/>
              <a:ext cx="3962850" cy="1829825"/>
            </a:xfrm>
            <a:custGeom>
              <a:rect b="b" l="l" r="r" t="t"/>
              <a:pathLst>
                <a:path extrusionOk="0" fill="none" h="73193" w="158514">
                  <a:moveTo>
                    <a:pt x="0" y="3010"/>
                  </a:moveTo>
                  <a:cubicBezTo>
                    <a:pt x="5836" y="5016"/>
                    <a:pt x="12432" y="5897"/>
                    <a:pt x="18481" y="5046"/>
                  </a:cubicBezTo>
                  <a:cubicBezTo>
                    <a:pt x="24104" y="4286"/>
                    <a:pt x="29514" y="2067"/>
                    <a:pt x="35077" y="1216"/>
                  </a:cubicBezTo>
                  <a:cubicBezTo>
                    <a:pt x="43010" y="0"/>
                    <a:pt x="51703" y="2584"/>
                    <a:pt x="56719" y="7447"/>
                  </a:cubicBezTo>
                  <a:cubicBezTo>
                    <a:pt x="60123" y="10791"/>
                    <a:pt x="50335" y="30396"/>
                    <a:pt x="58998" y="28360"/>
                  </a:cubicBezTo>
                  <a:cubicBezTo>
                    <a:pt x="67722" y="26293"/>
                    <a:pt x="78056" y="25016"/>
                    <a:pt x="87357" y="22615"/>
                  </a:cubicBezTo>
                  <a:cubicBezTo>
                    <a:pt x="94531" y="20761"/>
                    <a:pt x="103224" y="21065"/>
                    <a:pt x="109546" y="24104"/>
                  </a:cubicBezTo>
                  <a:cubicBezTo>
                    <a:pt x="118209" y="28268"/>
                    <a:pt x="103376" y="47965"/>
                    <a:pt x="113559" y="50062"/>
                  </a:cubicBezTo>
                  <a:cubicBezTo>
                    <a:pt x="117328" y="50822"/>
                    <a:pt x="120671" y="51551"/>
                    <a:pt x="123194" y="54682"/>
                  </a:cubicBezTo>
                  <a:cubicBezTo>
                    <a:pt x="125474" y="57539"/>
                    <a:pt x="125717" y="60305"/>
                    <a:pt x="130155" y="60518"/>
                  </a:cubicBezTo>
                  <a:cubicBezTo>
                    <a:pt x="136295" y="60852"/>
                    <a:pt x="144137" y="60214"/>
                    <a:pt x="148392" y="65381"/>
                  </a:cubicBezTo>
                  <a:cubicBezTo>
                    <a:pt x="150611" y="68056"/>
                    <a:pt x="154228" y="73193"/>
                    <a:pt x="158514" y="7167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14"/>
            <p:cNvSpPr/>
            <p:nvPr/>
          </p:nvSpPr>
          <p:spPr>
            <a:xfrm>
              <a:off x="2975000" y="347575"/>
              <a:ext cx="3962850" cy="1845775"/>
            </a:xfrm>
            <a:custGeom>
              <a:rect b="b" l="l" r="r" t="t"/>
              <a:pathLst>
                <a:path extrusionOk="0" fill="none" h="73831" w="158514">
                  <a:moveTo>
                    <a:pt x="0" y="3800"/>
                  </a:moveTo>
                  <a:cubicBezTo>
                    <a:pt x="5867" y="5775"/>
                    <a:pt x="12554" y="6566"/>
                    <a:pt x="18602" y="5623"/>
                  </a:cubicBezTo>
                  <a:cubicBezTo>
                    <a:pt x="24256" y="4711"/>
                    <a:pt x="29575" y="1915"/>
                    <a:pt x="35229" y="1125"/>
                  </a:cubicBezTo>
                  <a:cubicBezTo>
                    <a:pt x="43284" y="0"/>
                    <a:pt x="51217" y="3404"/>
                    <a:pt x="57448" y="7903"/>
                  </a:cubicBezTo>
                  <a:cubicBezTo>
                    <a:pt x="62129" y="11247"/>
                    <a:pt x="59454" y="16353"/>
                    <a:pt x="58421" y="20852"/>
                  </a:cubicBezTo>
                  <a:cubicBezTo>
                    <a:pt x="57782" y="23587"/>
                    <a:pt x="56506" y="28420"/>
                    <a:pt x="61582" y="27599"/>
                  </a:cubicBezTo>
                  <a:cubicBezTo>
                    <a:pt x="70305" y="26171"/>
                    <a:pt x="80366" y="24925"/>
                    <a:pt x="89516" y="22493"/>
                  </a:cubicBezTo>
                  <a:cubicBezTo>
                    <a:pt x="96628" y="20639"/>
                    <a:pt x="104501" y="20700"/>
                    <a:pt x="110732" y="23952"/>
                  </a:cubicBezTo>
                  <a:cubicBezTo>
                    <a:pt x="119698" y="28663"/>
                    <a:pt x="104501" y="47600"/>
                    <a:pt x="114379" y="50487"/>
                  </a:cubicBezTo>
                  <a:cubicBezTo>
                    <a:pt x="117996" y="51551"/>
                    <a:pt x="121157" y="52250"/>
                    <a:pt x="123619" y="55229"/>
                  </a:cubicBezTo>
                  <a:cubicBezTo>
                    <a:pt x="125899" y="57995"/>
                    <a:pt x="126203" y="60791"/>
                    <a:pt x="130550" y="61065"/>
                  </a:cubicBezTo>
                  <a:cubicBezTo>
                    <a:pt x="136659" y="61399"/>
                    <a:pt x="144380" y="60913"/>
                    <a:pt x="148605" y="65989"/>
                  </a:cubicBezTo>
                  <a:cubicBezTo>
                    <a:pt x="150793" y="68603"/>
                    <a:pt x="154258" y="73831"/>
                    <a:pt x="158514" y="7246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14"/>
            <p:cNvSpPr/>
            <p:nvPr/>
          </p:nvSpPr>
          <p:spPr>
            <a:xfrm>
              <a:off x="2975000" y="324000"/>
              <a:ext cx="3962850" cy="1867075"/>
            </a:xfrm>
            <a:custGeom>
              <a:rect b="b" l="l" r="r" t="t"/>
              <a:pathLst>
                <a:path extrusionOk="0" fill="none" h="74683" w="158514">
                  <a:moveTo>
                    <a:pt x="0" y="4743"/>
                  </a:moveTo>
                  <a:cubicBezTo>
                    <a:pt x="5897" y="6688"/>
                    <a:pt x="12645" y="7387"/>
                    <a:pt x="18724" y="6323"/>
                  </a:cubicBezTo>
                  <a:cubicBezTo>
                    <a:pt x="24469" y="5290"/>
                    <a:pt x="29758" y="1977"/>
                    <a:pt x="35502" y="1156"/>
                  </a:cubicBezTo>
                  <a:cubicBezTo>
                    <a:pt x="43466" y="1"/>
                    <a:pt x="51460" y="4682"/>
                    <a:pt x="57934" y="8572"/>
                  </a:cubicBezTo>
                  <a:cubicBezTo>
                    <a:pt x="62858" y="11521"/>
                    <a:pt x="62099" y="15411"/>
                    <a:pt x="61339" y="20153"/>
                  </a:cubicBezTo>
                  <a:cubicBezTo>
                    <a:pt x="60883" y="22919"/>
                    <a:pt x="59576" y="27448"/>
                    <a:pt x="64378" y="27144"/>
                  </a:cubicBezTo>
                  <a:cubicBezTo>
                    <a:pt x="73223" y="26597"/>
                    <a:pt x="82737" y="24834"/>
                    <a:pt x="91643" y="22494"/>
                  </a:cubicBezTo>
                  <a:cubicBezTo>
                    <a:pt x="98817" y="20609"/>
                    <a:pt x="105747" y="20366"/>
                    <a:pt x="111856" y="23983"/>
                  </a:cubicBezTo>
                  <a:cubicBezTo>
                    <a:pt x="120519" y="29120"/>
                    <a:pt x="105990" y="47296"/>
                    <a:pt x="115230" y="51035"/>
                  </a:cubicBezTo>
                  <a:cubicBezTo>
                    <a:pt x="118543" y="52372"/>
                    <a:pt x="121705" y="53072"/>
                    <a:pt x="124045" y="55898"/>
                  </a:cubicBezTo>
                  <a:cubicBezTo>
                    <a:pt x="126325" y="58634"/>
                    <a:pt x="126659" y="61461"/>
                    <a:pt x="130914" y="61765"/>
                  </a:cubicBezTo>
                  <a:cubicBezTo>
                    <a:pt x="136994" y="62160"/>
                    <a:pt x="144593" y="61825"/>
                    <a:pt x="148818" y="66810"/>
                  </a:cubicBezTo>
                  <a:cubicBezTo>
                    <a:pt x="150945" y="69364"/>
                    <a:pt x="154289" y="74683"/>
                    <a:pt x="158514" y="73406"/>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14"/>
            <p:cNvSpPr/>
            <p:nvPr/>
          </p:nvSpPr>
          <p:spPr>
            <a:xfrm>
              <a:off x="2975000" y="297425"/>
              <a:ext cx="3962850" cy="1890625"/>
            </a:xfrm>
            <a:custGeom>
              <a:rect b="b" l="l" r="r" t="t"/>
              <a:pathLst>
                <a:path extrusionOk="0" fill="none" h="75625" w="158514">
                  <a:moveTo>
                    <a:pt x="0" y="5806"/>
                  </a:moveTo>
                  <a:cubicBezTo>
                    <a:pt x="5927" y="7690"/>
                    <a:pt x="12918" y="8450"/>
                    <a:pt x="18815" y="7173"/>
                  </a:cubicBezTo>
                  <a:cubicBezTo>
                    <a:pt x="24530" y="5927"/>
                    <a:pt x="30122" y="2128"/>
                    <a:pt x="35928" y="1216"/>
                  </a:cubicBezTo>
                  <a:cubicBezTo>
                    <a:pt x="43648" y="0"/>
                    <a:pt x="52494" y="5593"/>
                    <a:pt x="58178" y="9392"/>
                  </a:cubicBezTo>
                  <a:cubicBezTo>
                    <a:pt x="62585" y="12310"/>
                    <a:pt x="64226" y="14347"/>
                    <a:pt x="64074" y="19940"/>
                  </a:cubicBezTo>
                  <a:cubicBezTo>
                    <a:pt x="64014" y="22797"/>
                    <a:pt x="62828" y="26839"/>
                    <a:pt x="67296" y="27022"/>
                  </a:cubicBezTo>
                  <a:cubicBezTo>
                    <a:pt x="76081" y="27417"/>
                    <a:pt x="85199" y="24560"/>
                    <a:pt x="93589" y="22584"/>
                  </a:cubicBezTo>
                  <a:cubicBezTo>
                    <a:pt x="100975" y="20851"/>
                    <a:pt x="106598" y="19879"/>
                    <a:pt x="112920" y="24165"/>
                  </a:cubicBezTo>
                  <a:cubicBezTo>
                    <a:pt x="121188" y="29788"/>
                    <a:pt x="107753" y="47113"/>
                    <a:pt x="116142" y="51673"/>
                  </a:cubicBezTo>
                  <a:cubicBezTo>
                    <a:pt x="119030" y="53223"/>
                    <a:pt x="122221" y="54013"/>
                    <a:pt x="124501" y="56718"/>
                  </a:cubicBezTo>
                  <a:cubicBezTo>
                    <a:pt x="126781" y="59423"/>
                    <a:pt x="127115" y="62281"/>
                    <a:pt x="131279" y="62615"/>
                  </a:cubicBezTo>
                  <a:cubicBezTo>
                    <a:pt x="137358" y="63101"/>
                    <a:pt x="144836" y="62828"/>
                    <a:pt x="149030" y="67752"/>
                  </a:cubicBezTo>
                  <a:cubicBezTo>
                    <a:pt x="151158" y="70244"/>
                    <a:pt x="154350" y="75624"/>
                    <a:pt x="158514" y="7446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14"/>
            <p:cNvSpPr/>
            <p:nvPr/>
          </p:nvSpPr>
          <p:spPr>
            <a:xfrm>
              <a:off x="2975000" y="270050"/>
              <a:ext cx="3962100" cy="1914200"/>
            </a:xfrm>
            <a:custGeom>
              <a:rect b="b" l="l" r="r" t="t"/>
              <a:pathLst>
                <a:path extrusionOk="0" fill="none" h="76568" w="158484">
                  <a:moveTo>
                    <a:pt x="0" y="6901"/>
                  </a:moveTo>
                  <a:cubicBezTo>
                    <a:pt x="5988" y="8785"/>
                    <a:pt x="13040" y="9484"/>
                    <a:pt x="18937" y="8025"/>
                  </a:cubicBezTo>
                  <a:cubicBezTo>
                    <a:pt x="24803" y="6627"/>
                    <a:pt x="30396" y="2402"/>
                    <a:pt x="36414" y="1338"/>
                  </a:cubicBezTo>
                  <a:cubicBezTo>
                    <a:pt x="44013" y="1"/>
                    <a:pt x="52463" y="6688"/>
                    <a:pt x="58208" y="10244"/>
                  </a:cubicBezTo>
                  <a:cubicBezTo>
                    <a:pt x="62676" y="13010"/>
                    <a:pt x="65138" y="14925"/>
                    <a:pt x="66476" y="20092"/>
                  </a:cubicBezTo>
                  <a:cubicBezTo>
                    <a:pt x="67235" y="22980"/>
                    <a:pt x="65868" y="26536"/>
                    <a:pt x="70214" y="27144"/>
                  </a:cubicBezTo>
                  <a:cubicBezTo>
                    <a:pt x="78695" y="28329"/>
                    <a:pt x="87753" y="24104"/>
                    <a:pt x="95351" y="22646"/>
                  </a:cubicBezTo>
                  <a:cubicBezTo>
                    <a:pt x="102950" y="21187"/>
                    <a:pt x="107327" y="19150"/>
                    <a:pt x="113893" y="24408"/>
                  </a:cubicBezTo>
                  <a:cubicBezTo>
                    <a:pt x="121309" y="30366"/>
                    <a:pt x="109668" y="47023"/>
                    <a:pt x="117084" y="52251"/>
                  </a:cubicBezTo>
                  <a:cubicBezTo>
                    <a:pt x="119577" y="54014"/>
                    <a:pt x="122586" y="54956"/>
                    <a:pt x="125018" y="57418"/>
                  </a:cubicBezTo>
                  <a:cubicBezTo>
                    <a:pt x="127419" y="59880"/>
                    <a:pt x="127145" y="63011"/>
                    <a:pt x="131614" y="63436"/>
                  </a:cubicBezTo>
                  <a:cubicBezTo>
                    <a:pt x="137602" y="64014"/>
                    <a:pt x="144988" y="63832"/>
                    <a:pt x="149213" y="68695"/>
                  </a:cubicBezTo>
                  <a:cubicBezTo>
                    <a:pt x="151310" y="71126"/>
                    <a:pt x="154410" y="76567"/>
                    <a:pt x="158483" y="755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14"/>
            <p:cNvSpPr/>
            <p:nvPr/>
          </p:nvSpPr>
          <p:spPr>
            <a:xfrm>
              <a:off x="2975000" y="244975"/>
              <a:ext cx="3962100" cy="1937000"/>
            </a:xfrm>
            <a:custGeom>
              <a:rect b="b" l="l" r="r" t="t"/>
              <a:pathLst>
                <a:path extrusionOk="0" fill="none" h="77480" w="158484">
                  <a:moveTo>
                    <a:pt x="0" y="7904"/>
                  </a:moveTo>
                  <a:cubicBezTo>
                    <a:pt x="6019" y="9758"/>
                    <a:pt x="13162" y="10366"/>
                    <a:pt x="19058" y="8815"/>
                  </a:cubicBezTo>
                  <a:cubicBezTo>
                    <a:pt x="25077" y="7204"/>
                    <a:pt x="30730" y="2554"/>
                    <a:pt x="36992" y="1429"/>
                  </a:cubicBezTo>
                  <a:cubicBezTo>
                    <a:pt x="44773" y="1"/>
                    <a:pt x="52038" y="7296"/>
                    <a:pt x="58086" y="10974"/>
                  </a:cubicBezTo>
                  <a:cubicBezTo>
                    <a:pt x="62463" y="13618"/>
                    <a:pt x="66111" y="15806"/>
                    <a:pt x="68482" y="20457"/>
                  </a:cubicBezTo>
                  <a:cubicBezTo>
                    <a:pt x="69910" y="23253"/>
                    <a:pt x="69090" y="26475"/>
                    <a:pt x="73041" y="27387"/>
                  </a:cubicBezTo>
                  <a:cubicBezTo>
                    <a:pt x="81005" y="29180"/>
                    <a:pt x="90002" y="23679"/>
                    <a:pt x="96841" y="22615"/>
                  </a:cubicBezTo>
                  <a:cubicBezTo>
                    <a:pt x="104622" y="21399"/>
                    <a:pt x="107692" y="18360"/>
                    <a:pt x="114714" y="24621"/>
                  </a:cubicBezTo>
                  <a:cubicBezTo>
                    <a:pt x="121917" y="31065"/>
                    <a:pt x="111552" y="46780"/>
                    <a:pt x="118087" y="52767"/>
                  </a:cubicBezTo>
                  <a:cubicBezTo>
                    <a:pt x="120124" y="54682"/>
                    <a:pt x="123224" y="55807"/>
                    <a:pt x="125443" y="58178"/>
                  </a:cubicBezTo>
                  <a:cubicBezTo>
                    <a:pt x="127784" y="60640"/>
                    <a:pt x="127632" y="63771"/>
                    <a:pt x="131918" y="64257"/>
                  </a:cubicBezTo>
                  <a:cubicBezTo>
                    <a:pt x="137905" y="64956"/>
                    <a:pt x="145170" y="64804"/>
                    <a:pt x="149425" y="69576"/>
                  </a:cubicBezTo>
                  <a:cubicBezTo>
                    <a:pt x="151523" y="71947"/>
                    <a:pt x="154471" y="77479"/>
                    <a:pt x="158483" y="765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14"/>
            <p:cNvSpPr/>
            <p:nvPr/>
          </p:nvSpPr>
          <p:spPr>
            <a:xfrm>
              <a:off x="2975000" y="222950"/>
              <a:ext cx="3962100" cy="1955225"/>
            </a:xfrm>
            <a:custGeom>
              <a:rect b="b" l="l" r="r" t="t"/>
              <a:pathLst>
                <a:path extrusionOk="0" fill="none" h="78209" w="158484">
                  <a:moveTo>
                    <a:pt x="0" y="8785"/>
                  </a:moveTo>
                  <a:cubicBezTo>
                    <a:pt x="6079" y="10608"/>
                    <a:pt x="13313" y="11155"/>
                    <a:pt x="19180" y="9453"/>
                  </a:cubicBezTo>
                  <a:cubicBezTo>
                    <a:pt x="25289" y="7690"/>
                    <a:pt x="31125" y="2584"/>
                    <a:pt x="37569" y="1459"/>
                  </a:cubicBezTo>
                  <a:cubicBezTo>
                    <a:pt x="45776" y="0"/>
                    <a:pt x="51642" y="7630"/>
                    <a:pt x="57874" y="11520"/>
                  </a:cubicBezTo>
                  <a:cubicBezTo>
                    <a:pt x="62099" y="14134"/>
                    <a:pt x="67175" y="16596"/>
                    <a:pt x="70123" y="20882"/>
                  </a:cubicBezTo>
                  <a:cubicBezTo>
                    <a:pt x="71886" y="23466"/>
                    <a:pt x="72190" y="26688"/>
                    <a:pt x="75625" y="27569"/>
                  </a:cubicBezTo>
                  <a:cubicBezTo>
                    <a:pt x="83193" y="29484"/>
                    <a:pt x="91339" y="23374"/>
                    <a:pt x="97996" y="22371"/>
                  </a:cubicBezTo>
                  <a:cubicBezTo>
                    <a:pt x="106051" y="21186"/>
                    <a:pt x="108391" y="17630"/>
                    <a:pt x="115473" y="24773"/>
                  </a:cubicBezTo>
                  <a:cubicBezTo>
                    <a:pt x="122039" y="31369"/>
                    <a:pt x="113528" y="46475"/>
                    <a:pt x="119060" y="53101"/>
                  </a:cubicBezTo>
                  <a:cubicBezTo>
                    <a:pt x="120732" y="55107"/>
                    <a:pt x="123802" y="56475"/>
                    <a:pt x="125869" y="58785"/>
                  </a:cubicBezTo>
                  <a:cubicBezTo>
                    <a:pt x="128088" y="61247"/>
                    <a:pt x="128057" y="64348"/>
                    <a:pt x="132191" y="64925"/>
                  </a:cubicBezTo>
                  <a:cubicBezTo>
                    <a:pt x="138179" y="65746"/>
                    <a:pt x="145352" y="65594"/>
                    <a:pt x="149608" y="70305"/>
                  </a:cubicBezTo>
                  <a:cubicBezTo>
                    <a:pt x="151705" y="72615"/>
                    <a:pt x="154502" y="78208"/>
                    <a:pt x="158483" y="7744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14"/>
            <p:cNvSpPr/>
            <p:nvPr/>
          </p:nvSpPr>
          <p:spPr>
            <a:xfrm>
              <a:off x="2975000" y="197875"/>
              <a:ext cx="3962850" cy="1976500"/>
            </a:xfrm>
            <a:custGeom>
              <a:rect b="b" l="l" r="r" t="t"/>
              <a:pathLst>
                <a:path extrusionOk="0" fill="none" h="79060" w="158514">
                  <a:moveTo>
                    <a:pt x="0" y="9788"/>
                  </a:moveTo>
                  <a:cubicBezTo>
                    <a:pt x="6110" y="11551"/>
                    <a:pt x="13222" y="11824"/>
                    <a:pt x="19301" y="10244"/>
                  </a:cubicBezTo>
                  <a:cubicBezTo>
                    <a:pt x="26080" y="8450"/>
                    <a:pt x="31369" y="3040"/>
                    <a:pt x="38208" y="1642"/>
                  </a:cubicBezTo>
                  <a:cubicBezTo>
                    <a:pt x="46384" y="0"/>
                    <a:pt x="51855" y="8207"/>
                    <a:pt x="57600" y="12098"/>
                  </a:cubicBezTo>
                  <a:cubicBezTo>
                    <a:pt x="61886" y="14985"/>
                    <a:pt x="67296" y="17478"/>
                    <a:pt x="71065" y="21368"/>
                  </a:cubicBezTo>
                  <a:cubicBezTo>
                    <a:pt x="73315" y="23678"/>
                    <a:pt x="74743" y="27113"/>
                    <a:pt x="77904" y="27903"/>
                  </a:cubicBezTo>
                  <a:cubicBezTo>
                    <a:pt x="84865" y="29575"/>
                    <a:pt x="91978" y="23648"/>
                    <a:pt x="98847" y="22280"/>
                  </a:cubicBezTo>
                  <a:cubicBezTo>
                    <a:pt x="107419" y="20517"/>
                    <a:pt x="109850" y="17903"/>
                    <a:pt x="116233" y="25077"/>
                  </a:cubicBezTo>
                  <a:cubicBezTo>
                    <a:pt x="122069" y="31642"/>
                    <a:pt x="115656" y="46536"/>
                    <a:pt x="120154" y="53557"/>
                  </a:cubicBezTo>
                  <a:cubicBezTo>
                    <a:pt x="121492" y="55624"/>
                    <a:pt x="124471" y="57235"/>
                    <a:pt x="126325" y="59484"/>
                  </a:cubicBezTo>
                  <a:cubicBezTo>
                    <a:pt x="128422" y="61977"/>
                    <a:pt x="128544" y="65047"/>
                    <a:pt x="132495" y="65685"/>
                  </a:cubicBezTo>
                  <a:cubicBezTo>
                    <a:pt x="138392" y="66658"/>
                    <a:pt x="145565" y="66506"/>
                    <a:pt x="149851" y="71187"/>
                  </a:cubicBezTo>
                  <a:cubicBezTo>
                    <a:pt x="151918" y="73466"/>
                    <a:pt x="154593" y="79059"/>
                    <a:pt x="158514" y="7845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14"/>
            <p:cNvSpPr/>
            <p:nvPr/>
          </p:nvSpPr>
          <p:spPr>
            <a:xfrm>
              <a:off x="2975000" y="180400"/>
              <a:ext cx="3962850" cy="1990925"/>
            </a:xfrm>
            <a:custGeom>
              <a:rect b="b" l="l" r="r" t="t"/>
              <a:pathLst>
                <a:path extrusionOk="0" fill="none" h="79637" w="158514">
                  <a:moveTo>
                    <a:pt x="0" y="10487"/>
                  </a:moveTo>
                  <a:cubicBezTo>
                    <a:pt x="6171" y="12219"/>
                    <a:pt x="13374" y="12371"/>
                    <a:pt x="19453" y="10699"/>
                  </a:cubicBezTo>
                  <a:cubicBezTo>
                    <a:pt x="26384" y="8754"/>
                    <a:pt x="31764" y="2979"/>
                    <a:pt x="38876" y="1611"/>
                  </a:cubicBezTo>
                  <a:cubicBezTo>
                    <a:pt x="47265" y="0"/>
                    <a:pt x="51946" y="8025"/>
                    <a:pt x="57418" y="12280"/>
                  </a:cubicBezTo>
                  <a:cubicBezTo>
                    <a:pt x="61582" y="15532"/>
                    <a:pt x="67083" y="17994"/>
                    <a:pt x="71460" y="21490"/>
                  </a:cubicBezTo>
                  <a:cubicBezTo>
                    <a:pt x="74166" y="23678"/>
                    <a:pt x="76597" y="27143"/>
                    <a:pt x="79789" y="27812"/>
                  </a:cubicBezTo>
                  <a:cubicBezTo>
                    <a:pt x="86172" y="29149"/>
                    <a:pt x="92950" y="23374"/>
                    <a:pt x="99364" y="21733"/>
                  </a:cubicBezTo>
                  <a:cubicBezTo>
                    <a:pt x="107723" y="19605"/>
                    <a:pt x="111218" y="17934"/>
                    <a:pt x="117024" y="25137"/>
                  </a:cubicBezTo>
                  <a:cubicBezTo>
                    <a:pt x="122100" y="31460"/>
                    <a:pt x="117784" y="46475"/>
                    <a:pt x="121249" y="53679"/>
                  </a:cubicBezTo>
                  <a:cubicBezTo>
                    <a:pt x="122708" y="56718"/>
                    <a:pt x="129060" y="65472"/>
                    <a:pt x="132769" y="66171"/>
                  </a:cubicBezTo>
                  <a:cubicBezTo>
                    <a:pt x="138605" y="67296"/>
                    <a:pt x="145748" y="67114"/>
                    <a:pt x="150033" y="71764"/>
                  </a:cubicBezTo>
                  <a:cubicBezTo>
                    <a:pt x="152100" y="73983"/>
                    <a:pt x="154684" y="79637"/>
                    <a:pt x="158514" y="7915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14"/>
            <p:cNvSpPr/>
            <p:nvPr/>
          </p:nvSpPr>
          <p:spPr>
            <a:xfrm>
              <a:off x="2975000" y="165200"/>
              <a:ext cx="3962850" cy="2002325"/>
            </a:xfrm>
            <a:custGeom>
              <a:rect b="b" l="l" r="r" t="t"/>
              <a:pathLst>
                <a:path extrusionOk="0" fill="none" h="80093" w="158514">
                  <a:moveTo>
                    <a:pt x="0" y="11095"/>
                  </a:moveTo>
                  <a:cubicBezTo>
                    <a:pt x="6201" y="12797"/>
                    <a:pt x="13496" y="12858"/>
                    <a:pt x="19575" y="11064"/>
                  </a:cubicBezTo>
                  <a:cubicBezTo>
                    <a:pt x="26688" y="8967"/>
                    <a:pt x="32128" y="2857"/>
                    <a:pt x="39545" y="1520"/>
                  </a:cubicBezTo>
                  <a:cubicBezTo>
                    <a:pt x="47965" y="0"/>
                    <a:pt x="52402" y="7599"/>
                    <a:pt x="57326" y="12280"/>
                  </a:cubicBezTo>
                  <a:cubicBezTo>
                    <a:pt x="61096" y="15867"/>
                    <a:pt x="66840" y="18329"/>
                    <a:pt x="71491" y="21490"/>
                  </a:cubicBezTo>
                  <a:cubicBezTo>
                    <a:pt x="74470" y="23496"/>
                    <a:pt x="77600" y="26870"/>
                    <a:pt x="81157" y="27387"/>
                  </a:cubicBezTo>
                  <a:cubicBezTo>
                    <a:pt x="87449" y="28268"/>
                    <a:pt x="93832" y="22827"/>
                    <a:pt x="99607" y="21034"/>
                  </a:cubicBezTo>
                  <a:cubicBezTo>
                    <a:pt x="107814" y="18450"/>
                    <a:pt x="112677" y="17812"/>
                    <a:pt x="117875" y="25137"/>
                  </a:cubicBezTo>
                  <a:cubicBezTo>
                    <a:pt x="120306" y="28602"/>
                    <a:pt x="119364" y="34773"/>
                    <a:pt x="119759" y="39423"/>
                  </a:cubicBezTo>
                  <a:cubicBezTo>
                    <a:pt x="120185" y="44256"/>
                    <a:pt x="120914" y="49697"/>
                    <a:pt x="122343" y="53679"/>
                  </a:cubicBezTo>
                  <a:cubicBezTo>
                    <a:pt x="123498" y="56810"/>
                    <a:pt x="129425" y="65746"/>
                    <a:pt x="133042" y="66536"/>
                  </a:cubicBezTo>
                  <a:cubicBezTo>
                    <a:pt x="138817" y="67782"/>
                    <a:pt x="145930" y="67600"/>
                    <a:pt x="150246" y="72220"/>
                  </a:cubicBezTo>
                  <a:cubicBezTo>
                    <a:pt x="152313" y="74409"/>
                    <a:pt x="154745" y="80093"/>
                    <a:pt x="158514" y="7975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14"/>
            <p:cNvSpPr/>
            <p:nvPr/>
          </p:nvSpPr>
          <p:spPr>
            <a:xfrm>
              <a:off x="2975000" y="150750"/>
              <a:ext cx="3962850" cy="2014500"/>
            </a:xfrm>
            <a:custGeom>
              <a:rect b="b" l="l" r="r" t="t"/>
              <a:pathLst>
                <a:path extrusionOk="0" fill="none" h="80580" w="158514">
                  <a:moveTo>
                    <a:pt x="0" y="11673"/>
                  </a:moveTo>
                  <a:cubicBezTo>
                    <a:pt x="6262" y="13344"/>
                    <a:pt x="13830" y="13588"/>
                    <a:pt x="19727" y="11429"/>
                  </a:cubicBezTo>
                  <a:cubicBezTo>
                    <a:pt x="26566" y="8907"/>
                    <a:pt x="32767" y="2676"/>
                    <a:pt x="40244" y="1399"/>
                  </a:cubicBezTo>
                  <a:cubicBezTo>
                    <a:pt x="48573" y="1"/>
                    <a:pt x="53162" y="6900"/>
                    <a:pt x="57478" y="12159"/>
                  </a:cubicBezTo>
                  <a:cubicBezTo>
                    <a:pt x="61825" y="17417"/>
                    <a:pt x="74318" y="25807"/>
                    <a:pt x="81917" y="26749"/>
                  </a:cubicBezTo>
                  <a:cubicBezTo>
                    <a:pt x="87692" y="27448"/>
                    <a:pt x="94379" y="22159"/>
                    <a:pt x="99637" y="20244"/>
                  </a:cubicBezTo>
                  <a:cubicBezTo>
                    <a:pt x="108178" y="17144"/>
                    <a:pt x="114045" y="17873"/>
                    <a:pt x="118787" y="25199"/>
                  </a:cubicBezTo>
                  <a:cubicBezTo>
                    <a:pt x="121066" y="28694"/>
                    <a:pt x="119607" y="34895"/>
                    <a:pt x="120215" y="39515"/>
                  </a:cubicBezTo>
                  <a:cubicBezTo>
                    <a:pt x="120853" y="44348"/>
                    <a:pt x="122373" y="49394"/>
                    <a:pt x="123498" y="53649"/>
                  </a:cubicBezTo>
                  <a:cubicBezTo>
                    <a:pt x="124349" y="56962"/>
                    <a:pt x="129729" y="65989"/>
                    <a:pt x="133316" y="66871"/>
                  </a:cubicBezTo>
                  <a:cubicBezTo>
                    <a:pt x="139000" y="68300"/>
                    <a:pt x="146112" y="68087"/>
                    <a:pt x="150459" y="72677"/>
                  </a:cubicBezTo>
                  <a:cubicBezTo>
                    <a:pt x="152495" y="74835"/>
                    <a:pt x="154836" y="80579"/>
                    <a:pt x="158514" y="803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14"/>
            <p:cNvSpPr/>
            <p:nvPr/>
          </p:nvSpPr>
          <p:spPr>
            <a:xfrm>
              <a:off x="2975000" y="138600"/>
              <a:ext cx="3962100" cy="2022075"/>
            </a:xfrm>
            <a:custGeom>
              <a:rect b="b" l="l" r="r" t="t"/>
              <a:pathLst>
                <a:path extrusionOk="0" fill="none" h="80883" w="158484">
                  <a:moveTo>
                    <a:pt x="0" y="12159"/>
                  </a:moveTo>
                  <a:cubicBezTo>
                    <a:pt x="6322" y="13800"/>
                    <a:pt x="13952" y="13952"/>
                    <a:pt x="19849" y="11672"/>
                  </a:cubicBezTo>
                  <a:cubicBezTo>
                    <a:pt x="26900" y="8937"/>
                    <a:pt x="33162" y="2462"/>
                    <a:pt x="40974" y="1247"/>
                  </a:cubicBezTo>
                  <a:cubicBezTo>
                    <a:pt x="48876" y="0"/>
                    <a:pt x="54530" y="5806"/>
                    <a:pt x="58026" y="11855"/>
                  </a:cubicBezTo>
                  <a:cubicBezTo>
                    <a:pt x="61521" y="17873"/>
                    <a:pt x="74500" y="25138"/>
                    <a:pt x="82069" y="25928"/>
                  </a:cubicBezTo>
                  <a:cubicBezTo>
                    <a:pt x="87449" y="26505"/>
                    <a:pt x="94774" y="21186"/>
                    <a:pt x="99637" y="19362"/>
                  </a:cubicBezTo>
                  <a:cubicBezTo>
                    <a:pt x="108178" y="16080"/>
                    <a:pt x="115321" y="17782"/>
                    <a:pt x="119759" y="25107"/>
                  </a:cubicBezTo>
                  <a:cubicBezTo>
                    <a:pt x="121948" y="28724"/>
                    <a:pt x="119790" y="34803"/>
                    <a:pt x="120580" y="39545"/>
                  </a:cubicBezTo>
                  <a:cubicBezTo>
                    <a:pt x="121370" y="44348"/>
                    <a:pt x="123771" y="48937"/>
                    <a:pt x="124623" y="53497"/>
                  </a:cubicBezTo>
                  <a:cubicBezTo>
                    <a:pt x="125291" y="56992"/>
                    <a:pt x="130003" y="66050"/>
                    <a:pt x="133559" y="67053"/>
                  </a:cubicBezTo>
                  <a:cubicBezTo>
                    <a:pt x="139152" y="68603"/>
                    <a:pt x="146355" y="68451"/>
                    <a:pt x="150672" y="72980"/>
                  </a:cubicBezTo>
                  <a:cubicBezTo>
                    <a:pt x="152708" y="75108"/>
                    <a:pt x="154897" y="80883"/>
                    <a:pt x="158483" y="80822"/>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14"/>
            <p:cNvSpPr/>
            <p:nvPr/>
          </p:nvSpPr>
          <p:spPr>
            <a:xfrm>
              <a:off x="2975000" y="124150"/>
              <a:ext cx="3962100" cy="2034250"/>
            </a:xfrm>
            <a:custGeom>
              <a:rect b="b" l="l" r="r" t="t"/>
              <a:pathLst>
                <a:path extrusionOk="0" fill="none" h="81370" w="158484">
                  <a:moveTo>
                    <a:pt x="0" y="12737"/>
                  </a:moveTo>
                  <a:cubicBezTo>
                    <a:pt x="6383" y="14348"/>
                    <a:pt x="13861" y="14226"/>
                    <a:pt x="20001" y="12007"/>
                  </a:cubicBezTo>
                  <a:cubicBezTo>
                    <a:pt x="27721" y="9241"/>
                    <a:pt x="33283" y="2432"/>
                    <a:pt x="41673" y="1186"/>
                  </a:cubicBezTo>
                  <a:cubicBezTo>
                    <a:pt x="49515" y="1"/>
                    <a:pt x="55807" y="4530"/>
                    <a:pt x="58877" y="11551"/>
                  </a:cubicBezTo>
                  <a:cubicBezTo>
                    <a:pt x="61886" y="18481"/>
                    <a:pt x="74378" y="24560"/>
                    <a:pt x="81704" y="25199"/>
                  </a:cubicBezTo>
                  <a:cubicBezTo>
                    <a:pt x="87114" y="25624"/>
                    <a:pt x="94774" y="20244"/>
                    <a:pt x="99607" y="18573"/>
                  </a:cubicBezTo>
                  <a:cubicBezTo>
                    <a:pt x="108118" y="15655"/>
                    <a:pt x="116628" y="17721"/>
                    <a:pt x="120853" y="25199"/>
                  </a:cubicBezTo>
                  <a:cubicBezTo>
                    <a:pt x="123012" y="29029"/>
                    <a:pt x="119972" y="34895"/>
                    <a:pt x="120853" y="39758"/>
                  </a:cubicBezTo>
                  <a:cubicBezTo>
                    <a:pt x="121735" y="44561"/>
                    <a:pt x="125139" y="48512"/>
                    <a:pt x="125778" y="53406"/>
                  </a:cubicBezTo>
                  <a:cubicBezTo>
                    <a:pt x="126294" y="57205"/>
                    <a:pt x="130276" y="66172"/>
                    <a:pt x="133863" y="67297"/>
                  </a:cubicBezTo>
                  <a:cubicBezTo>
                    <a:pt x="139334" y="68999"/>
                    <a:pt x="146568" y="68908"/>
                    <a:pt x="150884" y="73406"/>
                  </a:cubicBezTo>
                  <a:cubicBezTo>
                    <a:pt x="153438" y="76051"/>
                    <a:pt x="154684" y="80428"/>
                    <a:pt x="158483" y="8137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14"/>
            <p:cNvSpPr/>
            <p:nvPr/>
          </p:nvSpPr>
          <p:spPr>
            <a:xfrm>
              <a:off x="2975000" y="108200"/>
              <a:ext cx="3962850" cy="2050975"/>
            </a:xfrm>
            <a:custGeom>
              <a:rect b="b" l="l" r="r" t="t"/>
              <a:pathLst>
                <a:path extrusionOk="0" fill="none" h="82039" w="158514">
                  <a:moveTo>
                    <a:pt x="0" y="13375"/>
                  </a:moveTo>
                  <a:cubicBezTo>
                    <a:pt x="6474" y="14986"/>
                    <a:pt x="14013" y="14712"/>
                    <a:pt x="20183" y="12432"/>
                  </a:cubicBezTo>
                  <a:cubicBezTo>
                    <a:pt x="28116" y="9454"/>
                    <a:pt x="33709" y="2493"/>
                    <a:pt x="42402" y="1156"/>
                  </a:cubicBezTo>
                  <a:cubicBezTo>
                    <a:pt x="50092" y="1"/>
                    <a:pt x="57418" y="4043"/>
                    <a:pt x="59819" y="11217"/>
                  </a:cubicBezTo>
                  <a:cubicBezTo>
                    <a:pt x="62190" y="18390"/>
                    <a:pt x="73862" y="24104"/>
                    <a:pt x="81035" y="24439"/>
                  </a:cubicBezTo>
                  <a:cubicBezTo>
                    <a:pt x="86780" y="24743"/>
                    <a:pt x="94318" y="19454"/>
                    <a:pt x="99607" y="17934"/>
                  </a:cubicBezTo>
                  <a:cubicBezTo>
                    <a:pt x="108452" y="15381"/>
                    <a:pt x="117844" y="17873"/>
                    <a:pt x="122009" y="25350"/>
                  </a:cubicBezTo>
                  <a:cubicBezTo>
                    <a:pt x="124227" y="29332"/>
                    <a:pt x="120154" y="35047"/>
                    <a:pt x="121066" y="40092"/>
                  </a:cubicBezTo>
                  <a:cubicBezTo>
                    <a:pt x="121978" y="44925"/>
                    <a:pt x="126507" y="48512"/>
                    <a:pt x="126963" y="53406"/>
                  </a:cubicBezTo>
                  <a:cubicBezTo>
                    <a:pt x="127297" y="57205"/>
                    <a:pt x="130459" y="66172"/>
                    <a:pt x="134167" y="67570"/>
                  </a:cubicBezTo>
                  <a:cubicBezTo>
                    <a:pt x="139304" y="69485"/>
                    <a:pt x="146842" y="69424"/>
                    <a:pt x="151128" y="73862"/>
                  </a:cubicBezTo>
                  <a:cubicBezTo>
                    <a:pt x="153650" y="76537"/>
                    <a:pt x="154805" y="80883"/>
                    <a:pt x="158514" y="8203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14"/>
            <p:cNvSpPr/>
            <p:nvPr/>
          </p:nvSpPr>
          <p:spPr>
            <a:xfrm>
              <a:off x="2975000" y="89975"/>
              <a:ext cx="3962850" cy="2068425"/>
            </a:xfrm>
            <a:custGeom>
              <a:rect b="b" l="l" r="r" t="t"/>
              <a:pathLst>
                <a:path extrusionOk="0" fill="none" h="82737" w="158514">
                  <a:moveTo>
                    <a:pt x="0" y="14104"/>
                  </a:moveTo>
                  <a:cubicBezTo>
                    <a:pt x="6535" y="15684"/>
                    <a:pt x="14347" y="15502"/>
                    <a:pt x="20335" y="12918"/>
                  </a:cubicBezTo>
                  <a:cubicBezTo>
                    <a:pt x="27995" y="9575"/>
                    <a:pt x="34439" y="2644"/>
                    <a:pt x="43101" y="1216"/>
                  </a:cubicBezTo>
                  <a:cubicBezTo>
                    <a:pt x="50639" y="0"/>
                    <a:pt x="58299" y="3435"/>
                    <a:pt x="60822" y="10882"/>
                  </a:cubicBezTo>
                  <a:cubicBezTo>
                    <a:pt x="63436" y="18572"/>
                    <a:pt x="72190" y="23587"/>
                    <a:pt x="80184" y="23769"/>
                  </a:cubicBezTo>
                  <a:cubicBezTo>
                    <a:pt x="86415" y="23921"/>
                    <a:pt x="93862" y="18663"/>
                    <a:pt x="99759" y="17417"/>
                  </a:cubicBezTo>
                  <a:cubicBezTo>
                    <a:pt x="107875" y="15715"/>
                    <a:pt x="119394" y="17234"/>
                    <a:pt x="123224" y="25593"/>
                  </a:cubicBezTo>
                  <a:cubicBezTo>
                    <a:pt x="125413" y="30396"/>
                    <a:pt x="120367" y="35350"/>
                    <a:pt x="121279" y="40578"/>
                  </a:cubicBezTo>
                  <a:cubicBezTo>
                    <a:pt x="122100" y="45381"/>
                    <a:pt x="127723" y="48937"/>
                    <a:pt x="128118" y="53496"/>
                  </a:cubicBezTo>
                  <a:cubicBezTo>
                    <a:pt x="128422" y="57174"/>
                    <a:pt x="130762" y="66262"/>
                    <a:pt x="134501" y="67873"/>
                  </a:cubicBezTo>
                  <a:cubicBezTo>
                    <a:pt x="139456" y="70001"/>
                    <a:pt x="147085" y="69971"/>
                    <a:pt x="151340" y="74408"/>
                  </a:cubicBezTo>
                  <a:cubicBezTo>
                    <a:pt x="153894" y="77083"/>
                    <a:pt x="154897" y="81430"/>
                    <a:pt x="158514" y="8273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14"/>
            <p:cNvSpPr/>
            <p:nvPr/>
          </p:nvSpPr>
          <p:spPr>
            <a:xfrm>
              <a:off x="2975000" y="69450"/>
              <a:ext cx="3962850" cy="2089725"/>
            </a:xfrm>
            <a:custGeom>
              <a:rect b="b" l="l" r="r" t="t"/>
              <a:pathLst>
                <a:path extrusionOk="0" fill="none" h="83589" w="158514">
                  <a:moveTo>
                    <a:pt x="0" y="14925"/>
                  </a:moveTo>
                  <a:cubicBezTo>
                    <a:pt x="6626" y="16475"/>
                    <a:pt x="14529" y="16201"/>
                    <a:pt x="20517" y="13496"/>
                  </a:cubicBezTo>
                  <a:cubicBezTo>
                    <a:pt x="28359" y="9940"/>
                    <a:pt x="34925" y="3010"/>
                    <a:pt x="43800" y="1338"/>
                  </a:cubicBezTo>
                  <a:cubicBezTo>
                    <a:pt x="51126" y="0"/>
                    <a:pt x="59454" y="3010"/>
                    <a:pt x="61916" y="10517"/>
                  </a:cubicBezTo>
                  <a:cubicBezTo>
                    <a:pt x="64500" y="18359"/>
                    <a:pt x="70853" y="23223"/>
                    <a:pt x="79272" y="23131"/>
                  </a:cubicBezTo>
                  <a:cubicBezTo>
                    <a:pt x="86020" y="23071"/>
                    <a:pt x="93254" y="17934"/>
                    <a:pt x="100032" y="17052"/>
                  </a:cubicBezTo>
                  <a:cubicBezTo>
                    <a:pt x="108574" y="15958"/>
                    <a:pt x="120489" y="17630"/>
                    <a:pt x="124471" y="25989"/>
                  </a:cubicBezTo>
                  <a:cubicBezTo>
                    <a:pt x="126902" y="31065"/>
                    <a:pt x="120671" y="35776"/>
                    <a:pt x="121492" y="41186"/>
                  </a:cubicBezTo>
                  <a:cubicBezTo>
                    <a:pt x="122221" y="46050"/>
                    <a:pt x="128878" y="49393"/>
                    <a:pt x="129243" y="53740"/>
                  </a:cubicBezTo>
                  <a:cubicBezTo>
                    <a:pt x="129516" y="57357"/>
                    <a:pt x="131127" y="66445"/>
                    <a:pt x="134896" y="68238"/>
                  </a:cubicBezTo>
                  <a:cubicBezTo>
                    <a:pt x="139699" y="70549"/>
                    <a:pt x="147359" y="70670"/>
                    <a:pt x="151584" y="75077"/>
                  </a:cubicBezTo>
                  <a:cubicBezTo>
                    <a:pt x="154137" y="77752"/>
                    <a:pt x="154988" y="82068"/>
                    <a:pt x="158514" y="8358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14"/>
            <p:cNvSpPr/>
            <p:nvPr/>
          </p:nvSpPr>
          <p:spPr>
            <a:xfrm>
              <a:off x="2975000" y="45125"/>
              <a:ext cx="3962850" cy="2114050"/>
            </a:xfrm>
            <a:custGeom>
              <a:rect b="b" l="l" r="r" t="t"/>
              <a:pathLst>
                <a:path extrusionOk="0" fill="none" h="84562" w="158514">
                  <a:moveTo>
                    <a:pt x="0" y="15898"/>
                  </a:moveTo>
                  <a:cubicBezTo>
                    <a:pt x="6991" y="17478"/>
                    <a:pt x="14651" y="16809"/>
                    <a:pt x="20700" y="14226"/>
                  </a:cubicBezTo>
                  <a:cubicBezTo>
                    <a:pt x="28511" y="10913"/>
                    <a:pt x="35350" y="3527"/>
                    <a:pt x="44439" y="1551"/>
                  </a:cubicBezTo>
                  <a:cubicBezTo>
                    <a:pt x="51612" y="1"/>
                    <a:pt x="60579" y="2736"/>
                    <a:pt x="63041" y="10214"/>
                  </a:cubicBezTo>
                  <a:cubicBezTo>
                    <a:pt x="65564" y="17934"/>
                    <a:pt x="69515" y="22949"/>
                    <a:pt x="78391" y="22645"/>
                  </a:cubicBezTo>
                  <a:cubicBezTo>
                    <a:pt x="85716" y="22372"/>
                    <a:pt x="93072" y="17417"/>
                    <a:pt x="100488" y="16931"/>
                  </a:cubicBezTo>
                  <a:cubicBezTo>
                    <a:pt x="109273" y="16323"/>
                    <a:pt x="121431" y="18208"/>
                    <a:pt x="125717" y="26536"/>
                  </a:cubicBezTo>
                  <a:cubicBezTo>
                    <a:pt x="128544" y="31946"/>
                    <a:pt x="121036" y="36415"/>
                    <a:pt x="121735" y="41916"/>
                  </a:cubicBezTo>
                  <a:cubicBezTo>
                    <a:pt x="122343" y="46871"/>
                    <a:pt x="129881" y="49971"/>
                    <a:pt x="130276" y="54105"/>
                  </a:cubicBezTo>
                  <a:cubicBezTo>
                    <a:pt x="130641" y="57631"/>
                    <a:pt x="131431" y="66628"/>
                    <a:pt x="135322" y="68664"/>
                  </a:cubicBezTo>
                  <a:cubicBezTo>
                    <a:pt x="140124" y="71157"/>
                    <a:pt x="147632" y="71461"/>
                    <a:pt x="151796" y="75868"/>
                  </a:cubicBezTo>
                  <a:cubicBezTo>
                    <a:pt x="154350" y="78573"/>
                    <a:pt x="155109" y="82859"/>
                    <a:pt x="158514" y="8456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14"/>
            <p:cNvSpPr/>
            <p:nvPr/>
          </p:nvSpPr>
          <p:spPr>
            <a:xfrm>
              <a:off x="2975000" y="20825"/>
              <a:ext cx="3962850" cy="2138350"/>
            </a:xfrm>
            <a:custGeom>
              <a:rect b="b" l="l" r="r" t="t"/>
              <a:pathLst>
                <a:path extrusionOk="0" fill="none" h="85534" w="158514">
                  <a:moveTo>
                    <a:pt x="0" y="16870"/>
                  </a:moveTo>
                  <a:cubicBezTo>
                    <a:pt x="7082" y="18420"/>
                    <a:pt x="14833" y="17629"/>
                    <a:pt x="20912" y="14955"/>
                  </a:cubicBezTo>
                  <a:cubicBezTo>
                    <a:pt x="28876" y="11459"/>
                    <a:pt x="35776" y="3951"/>
                    <a:pt x="45047" y="1702"/>
                  </a:cubicBezTo>
                  <a:cubicBezTo>
                    <a:pt x="52068" y="0"/>
                    <a:pt x="61703" y="2371"/>
                    <a:pt x="64166" y="9818"/>
                  </a:cubicBezTo>
                  <a:cubicBezTo>
                    <a:pt x="66567" y="16991"/>
                    <a:pt x="68877" y="22645"/>
                    <a:pt x="77722" y="22128"/>
                  </a:cubicBezTo>
                  <a:cubicBezTo>
                    <a:pt x="85503" y="21672"/>
                    <a:pt x="93133" y="16961"/>
                    <a:pt x="101127" y="16809"/>
                  </a:cubicBezTo>
                  <a:cubicBezTo>
                    <a:pt x="110063" y="16657"/>
                    <a:pt x="122161" y="18693"/>
                    <a:pt x="126963" y="27083"/>
                  </a:cubicBezTo>
                  <a:cubicBezTo>
                    <a:pt x="130276" y="32858"/>
                    <a:pt x="121705" y="37052"/>
                    <a:pt x="122161" y="42615"/>
                  </a:cubicBezTo>
                  <a:cubicBezTo>
                    <a:pt x="122616" y="47782"/>
                    <a:pt x="130762" y="50518"/>
                    <a:pt x="131279" y="54530"/>
                  </a:cubicBezTo>
                  <a:cubicBezTo>
                    <a:pt x="131735" y="57934"/>
                    <a:pt x="131796" y="66931"/>
                    <a:pt x="135778" y="69089"/>
                  </a:cubicBezTo>
                  <a:cubicBezTo>
                    <a:pt x="140550" y="71703"/>
                    <a:pt x="147936" y="72250"/>
                    <a:pt x="152039" y="76658"/>
                  </a:cubicBezTo>
                  <a:cubicBezTo>
                    <a:pt x="154593" y="79393"/>
                    <a:pt x="155231" y="83649"/>
                    <a:pt x="158514" y="8553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76" name="Google Shape;2076;p14"/>
          <p:cNvSpPr/>
          <p:nvPr/>
        </p:nvSpPr>
        <p:spPr>
          <a:xfrm rot="10800000">
            <a:off x="8624856" y="3212398"/>
            <a:ext cx="303975" cy="152025"/>
          </a:xfrm>
          <a:custGeom>
            <a:rect b="b" l="l" r="r" t="t"/>
            <a:pathLst>
              <a:path extrusionOk="0" fill="none" h="6081" w="12159">
                <a:moveTo>
                  <a:pt x="0" y="6080"/>
                </a:moveTo>
                <a:cubicBezTo>
                  <a:pt x="0" y="2737"/>
                  <a:pt x="2736" y="1"/>
                  <a:pt x="6079" y="1"/>
                </a:cubicBezTo>
                <a:cubicBezTo>
                  <a:pt x="9453" y="1"/>
                  <a:pt x="12158" y="2737"/>
                  <a:pt x="12158" y="6080"/>
                </a:cubicBezTo>
              </a:path>
            </a:pathLst>
          </a:custGeom>
          <a:noFill/>
          <a:ln cap="flat" cmpd="sng" w="57000">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77" name="Google Shape;2077;p14"/>
          <p:cNvGrpSpPr/>
          <p:nvPr/>
        </p:nvGrpSpPr>
        <p:grpSpPr>
          <a:xfrm flipH="1">
            <a:off x="5279752" y="-391135"/>
            <a:ext cx="812240" cy="779010"/>
            <a:chOff x="76650" y="3861300"/>
            <a:chExt cx="1531950" cy="1469275"/>
          </a:xfrm>
        </p:grpSpPr>
        <p:sp>
          <p:nvSpPr>
            <p:cNvPr id="2078" name="Google Shape;2078;p14"/>
            <p:cNvSpPr/>
            <p:nvPr/>
          </p:nvSpPr>
          <p:spPr>
            <a:xfrm>
              <a:off x="76650" y="3861300"/>
              <a:ext cx="1513725" cy="1379225"/>
            </a:xfrm>
            <a:custGeom>
              <a:rect b="b" l="l" r="r" t="t"/>
              <a:pathLst>
                <a:path extrusionOk="0" h="55169" w="60549">
                  <a:moveTo>
                    <a:pt x="30289" y="0"/>
                  </a:moveTo>
                  <a:cubicBezTo>
                    <a:pt x="23230" y="0"/>
                    <a:pt x="16171" y="2690"/>
                    <a:pt x="10791" y="8070"/>
                  </a:cubicBezTo>
                  <a:cubicBezTo>
                    <a:pt x="0" y="18861"/>
                    <a:pt x="0" y="36308"/>
                    <a:pt x="10791" y="47098"/>
                  </a:cubicBezTo>
                  <a:cubicBezTo>
                    <a:pt x="16171" y="52478"/>
                    <a:pt x="23230" y="55168"/>
                    <a:pt x="30289" y="55168"/>
                  </a:cubicBezTo>
                  <a:cubicBezTo>
                    <a:pt x="37349" y="55168"/>
                    <a:pt x="44408" y="52478"/>
                    <a:pt x="49788" y="47098"/>
                  </a:cubicBezTo>
                  <a:cubicBezTo>
                    <a:pt x="60548" y="36308"/>
                    <a:pt x="60548" y="18861"/>
                    <a:pt x="49788" y="8070"/>
                  </a:cubicBezTo>
                  <a:cubicBezTo>
                    <a:pt x="44408" y="2690"/>
                    <a:pt x="37349" y="0"/>
                    <a:pt x="30289" y="0"/>
                  </a:cubicBezTo>
                  <a:close/>
                </a:path>
              </a:pathLst>
            </a:custGeom>
            <a:solidFill>
              <a:srgbClr val="96A8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14"/>
            <p:cNvSpPr/>
            <p:nvPr/>
          </p:nvSpPr>
          <p:spPr>
            <a:xfrm>
              <a:off x="919350" y="4640575"/>
              <a:ext cx="689250" cy="690000"/>
            </a:xfrm>
            <a:custGeom>
              <a:rect b="b" l="l" r="r" t="t"/>
              <a:pathLst>
                <a:path extrusionOk="0" fill="none" h="27600" w="27570">
                  <a:moveTo>
                    <a:pt x="27570" y="0"/>
                  </a:moveTo>
                  <a:cubicBezTo>
                    <a:pt x="27570" y="15228"/>
                    <a:pt x="15229" y="27599"/>
                    <a:pt x="1" y="27599"/>
                  </a:cubicBezTo>
                </a:path>
              </a:pathLst>
            </a:custGeom>
            <a:noFill/>
            <a:ln cap="flat" cmpd="sng" w="66875">
              <a:solidFill>
                <a:srgbClr val="E4BEB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80" name="Google Shape;2080;p14"/>
          <p:cNvSpPr/>
          <p:nvPr/>
        </p:nvSpPr>
        <p:spPr>
          <a:xfrm>
            <a:off x="8681075" y="3021650"/>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81" name="Google Shape;2081;p14"/>
          <p:cNvGrpSpPr/>
          <p:nvPr/>
        </p:nvGrpSpPr>
        <p:grpSpPr>
          <a:xfrm>
            <a:off x="240463" y="2296150"/>
            <a:ext cx="378450" cy="379225"/>
            <a:chOff x="4811650" y="1895450"/>
            <a:chExt cx="378450" cy="379225"/>
          </a:xfrm>
        </p:grpSpPr>
        <p:sp>
          <p:nvSpPr>
            <p:cNvPr id="2082" name="Google Shape;2082;p14"/>
            <p:cNvSpPr/>
            <p:nvPr/>
          </p:nvSpPr>
          <p:spPr>
            <a:xfrm>
              <a:off x="4811650" y="1895450"/>
              <a:ext cx="378450" cy="379225"/>
            </a:xfrm>
            <a:custGeom>
              <a:rect b="b" l="l" r="r" t="t"/>
              <a:pathLst>
                <a:path extrusionOk="0" fill="none" h="15169" w="15138">
                  <a:moveTo>
                    <a:pt x="9119" y="882"/>
                  </a:moveTo>
                  <a:cubicBezTo>
                    <a:pt x="12828" y="1733"/>
                    <a:pt x="15138" y="5442"/>
                    <a:pt x="14256" y="9150"/>
                  </a:cubicBezTo>
                  <a:cubicBezTo>
                    <a:pt x="13405" y="12858"/>
                    <a:pt x="9697" y="15168"/>
                    <a:pt x="5989" y="14287"/>
                  </a:cubicBezTo>
                  <a:cubicBezTo>
                    <a:pt x="2280" y="13436"/>
                    <a:pt x="1" y="9728"/>
                    <a:pt x="852" y="6019"/>
                  </a:cubicBezTo>
                  <a:cubicBezTo>
                    <a:pt x="1733" y="2311"/>
                    <a:pt x="5441" y="1"/>
                    <a:pt x="9119" y="882"/>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14"/>
            <p:cNvSpPr/>
            <p:nvPr/>
          </p:nvSpPr>
          <p:spPr>
            <a:xfrm>
              <a:off x="4882325" y="1966125"/>
              <a:ext cx="236350" cy="237125"/>
            </a:xfrm>
            <a:custGeom>
              <a:rect b="b" l="l" r="r" t="t"/>
              <a:pathLst>
                <a:path extrusionOk="0" fill="none" h="9485" w="9454">
                  <a:moveTo>
                    <a:pt x="9453" y="4742"/>
                  </a:moveTo>
                  <a:cubicBezTo>
                    <a:pt x="9453" y="7356"/>
                    <a:pt x="7356" y="9484"/>
                    <a:pt x="4742" y="9484"/>
                  </a:cubicBezTo>
                  <a:cubicBezTo>
                    <a:pt x="2128" y="9484"/>
                    <a:pt x="0" y="7356"/>
                    <a:pt x="0" y="4742"/>
                  </a:cubicBezTo>
                  <a:cubicBezTo>
                    <a:pt x="0" y="2128"/>
                    <a:pt x="2128" y="1"/>
                    <a:pt x="4742" y="1"/>
                  </a:cubicBezTo>
                  <a:cubicBezTo>
                    <a:pt x="7356" y="1"/>
                    <a:pt x="9453" y="2128"/>
                    <a:pt x="9453" y="4742"/>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14"/>
            <p:cNvSpPr/>
            <p:nvPr/>
          </p:nvSpPr>
          <p:spPr>
            <a:xfrm>
              <a:off x="4928675" y="2012475"/>
              <a:ext cx="143650" cy="144425"/>
            </a:xfrm>
            <a:custGeom>
              <a:rect b="b" l="l" r="r" t="t"/>
              <a:pathLst>
                <a:path extrusionOk="0" fill="none" h="5777" w="5746">
                  <a:moveTo>
                    <a:pt x="5745" y="2888"/>
                  </a:moveTo>
                  <a:cubicBezTo>
                    <a:pt x="5745" y="4499"/>
                    <a:pt x="4469" y="5776"/>
                    <a:pt x="2888" y="5776"/>
                  </a:cubicBezTo>
                  <a:cubicBezTo>
                    <a:pt x="1277" y="5776"/>
                    <a:pt x="1" y="4499"/>
                    <a:pt x="1" y="2888"/>
                  </a:cubicBezTo>
                  <a:cubicBezTo>
                    <a:pt x="1" y="1308"/>
                    <a:pt x="1277" y="1"/>
                    <a:pt x="2888" y="1"/>
                  </a:cubicBezTo>
                  <a:cubicBezTo>
                    <a:pt x="4469" y="1"/>
                    <a:pt x="5745" y="1308"/>
                    <a:pt x="5745" y="2888"/>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14"/>
            <p:cNvSpPr/>
            <p:nvPr/>
          </p:nvSpPr>
          <p:spPr>
            <a:xfrm>
              <a:off x="4968950" y="2053525"/>
              <a:ext cx="63100" cy="63100"/>
            </a:xfrm>
            <a:custGeom>
              <a:rect b="b" l="l" r="r" t="t"/>
              <a:pathLst>
                <a:path extrusionOk="0" fill="none" h="2524" w="2524">
                  <a:moveTo>
                    <a:pt x="2523" y="1246"/>
                  </a:moveTo>
                  <a:cubicBezTo>
                    <a:pt x="2523" y="1946"/>
                    <a:pt x="1946" y="2523"/>
                    <a:pt x="1277" y="2523"/>
                  </a:cubicBezTo>
                  <a:cubicBezTo>
                    <a:pt x="578" y="2523"/>
                    <a:pt x="1" y="1946"/>
                    <a:pt x="1" y="1246"/>
                  </a:cubicBezTo>
                  <a:cubicBezTo>
                    <a:pt x="1" y="578"/>
                    <a:pt x="578" y="0"/>
                    <a:pt x="1277" y="0"/>
                  </a:cubicBezTo>
                  <a:cubicBezTo>
                    <a:pt x="1946" y="0"/>
                    <a:pt x="2523" y="578"/>
                    <a:pt x="2523" y="1246"/>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6" name="Google Shape;2086;p14"/>
          <p:cNvGrpSpPr/>
          <p:nvPr/>
        </p:nvGrpSpPr>
        <p:grpSpPr>
          <a:xfrm rot="5400000">
            <a:off x="173985" y="3098141"/>
            <a:ext cx="552421" cy="529821"/>
            <a:chOff x="76650" y="3861300"/>
            <a:chExt cx="1531950" cy="1469275"/>
          </a:xfrm>
        </p:grpSpPr>
        <p:sp>
          <p:nvSpPr>
            <p:cNvPr id="2087" name="Google Shape;2087;p14"/>
            <p:cNvSpPr/>
            <p:nvPr/>
          </p:nvSpPr>
          <p:spPr>
            <a:xfrm>
              <a:off x="76650" y="3861300"/>
              <a:ext cx="1513725" cy="1379225"/>
            </a:xfrm>
            <a:custGeom>
              <a:rect b="b" l="l" r="r" t="t"/>
              <a:pathLst>
                <a:path extrusionOk="0" h="55169" w="60549">
                  <a:moveTo>
                    <a:pt x="30289" y="0"/>
                  </a:moveTo>
                  <a:cubicBezTo>
                    <a:pt x="23230" y="0"/>
                    <a:pt x="16171" y="2690"/>
                    <a:pt x="10791" y="8070"/>
                  </a:cubicBezTo>
                  <a:cubicBezTo>
                    <a:pt x="0" y="18861"/>
                    <a:pt x="0" y="36308"/>
                    <a:pt x="10791" y="47098"/>
                  </a:cubicBezTo>
                  <a:cubicBezTo>
                    <a:pt x="16171" y="52478"/>
                    <a:pt x="23230" y="55168"/>
                    <a:pt x="30289" y="55168"/>
                  </a:cubicBezTo>
                  <a:cubicBezTo>
                    <a:pt x="37349" y="55168"/>
                    <a:pt x="44408" y="52478"/>
                    <a:pt x="49788" y="47098"/>
                  </a:cubicBezTo>
                  <a:cubicBezTo>
                    <a:pt x="60548" y="36308"/>
                    <a:pt x="60548" y="18861"/>
                    <a:pt x="49788" y="8070"/>
                  </a:cubicBezTo>
                  <a:cubicBezTo>
                    <a:pt x="44408" y="2690"/>
                    <a:pt x="37349" y="0"/>
                    <a:pt x="302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14"/>
            <p:cNvSpPr/>
            <p:nvPr/>
          </p:nvSpPr>
          <p:spPr>
            <a:xfrm>
              <a:off x="919350" y="4640575"/>
              <a:ext cx="689250" cy="690000"/>
            </a:xfrm>
            <a:custGeom>
              <a:rect b="b" l="l" r="r" t="t"/>
              <a:pathLst>
                <a:path extrusionOk="0" fill="none" h="27600" w="27570">
                  <a:moveTo>
                    <a:pt x="27570" y="0"/>
                  </a:moveTo>
                  <a:cubicBezTo>
                    <a:pt x="27570" y="15228"/>
                    <a:pt x="15229" y="27599"/>
                    <a:pt x="1" y="27599"/>
                  </a:cubicBezTo>
                </a:path>
              </a:pathLst>
            </a:custGeom>
            <a:noFill/>
            <a:ln cap="flat" cmpd="sng" w="66875">
              <a:solidFill>
                <a:schemeClr val="dk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89" name="Google Shape;2089;p14"/>
          <p:cNvSpPr/>
          <p:nvPr/>
        </p:nvSpPr>
        <p:spPr>
          <a:xfrm>
            <a:off x="3607500" y="4759188"/>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14"/>
          <p:cNvSpPr/>
          <p:nvPr/>
        </p:nvSpPr>
        <p:spPr>
          <a:xfrm>
            <a:off x="2300475" y="177938"/>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14"/>
          <p:cNvSpPr/>
          <p:nvPr/>
        </p:nvSpPr>
        <p:spPr>
          <a:xfrm>
            <a:off x="8624838" y="1475413"/>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1_1_2">
    <p:spTree>
      <p:nvGrpSpPr>
        <p:cNvPr id="2092" name="Shape 2092"/>
        <p:cNvGrpSpPr/>
        <p:nvPr/>
      </p:nvGrpSpPr>
      <p:grpSpPr>
        <a:xfrm>
          <a:off x="0" y="0"/>
          <a:ext cx="0" cy="0"/>
          <a:chOff x="0" y="0"/>
          <a:chExt cx="0" cy="0"/>
        </a:xfrm>
      </p:grpSpPr>
      <p:sp>
        <p:nvSpPr>
          <p:cNvPr id="2093" name="Google Shape;2093;p15"/>
          <p:cNvSpPr txBox="1"/>
          <p:nvPr>
            <p:ph type="title"/>
          </p:nvPr>
        </p:nvSpPr>
        <p:spPr>
          <a:xfrm>
            <a:off x="715100" y="445025"/>
            <a:ext cx="77139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2094" name="Google Shape;2094;p15"/>
          <p:cNvGrpSpPr/>
          <p:nvPr/>
        </p:nvGrpSpPr>
        <p:grpSpPr>
          <a:xfrm flipH="1" rot="9083634">
            <a:off x="-2171336" y="-1449250"/>
            <a:ext cx="4568905" cy="2881830"/>
            <a:chOff x="2975000" y="20825"/>
            <a:chExt cx="3963625" cy="2500050"/>
          </a:xfrm>
        </p:grpSpPr>
        <p:sp>
          <p:nvSpPr>
            <p:cNvPr id="2095" name="Google Shape;2095;p15"/>
            <p:cNvSpPr/>
            <p:nvPr/>
          </p:nvSpPr>
          <p:spPr>
            <a:xfrm>
              <a:off x="2975000" y="442550"/>
              <a:ext cx="3962850" cy="2078325"/>
            </a:xfrm>
            <a:custGeom>
              <a:rect b="b" l="l" r="r" t="t"/>
              <a:pathLst>
                <a:path extrusionOk="0" fill="none" h="83133" w="158514">
                  <a:moveTo>
                    <a:pt x="0" y="1"/>
                  </a:moveTo>
                  <a:cubicBezTo>
                    <a:pt x="4347" y="3071"/>
                    <a:pt x="9423" y="6171"/>
                    <a:pt x="12797" y="10122"/>
                  </a:cubicBezTo>
                  <a:cubicBezTo>
                    <a:pt x="18025" y="16232"/>
                    <a:pt x="11095" y="25411"/>
                    <a:pt x="18298" y="31369"/>
                  </a:cubicBezTo>
                  <a:cubicBezTo>
                    <a:pt x="23952" y="36050"/>
                    <a:pt x="23982" y="41612"/>
                    <a:pt x="23283" y="48269"/>
                  </a:cubicBezTo>
                  <a:cubicBezTo>
                    <a:pt x="22706" y="53497"/>
                    <a:pt x="22463" y="62494"/>
                    <a:pt x="29028" y="64044"/>
                  </a:cubicBezTo>
                  <a:cubicBezTo>
                    <a:pt x="35776" y="65655"/>
                    <a:pt x="41186" y="60913"/>
                    <a:pt x="45624" y="56567"/>
                  </a:cubicBezTo>
                  <a:cubicBezTo>
                    <a:pt x="51855" y="50457"/>
                    <a:pt x="63466" y="46202"/>
                    <a:pt x="71825" y="49515"/>
                  </a:cubicBezTo>
                  <a:cubicBezTo>
                    <a:pt x="79211" y="52463"/>
                    <a:pt x="89728" y="48421"/>
                    <a:pt x="96598" y="51430"/>
                  </a:cubicBezTo>
                  <a:cubicBezTo>
                    <a:pt x="100762" y="53284"/>
                    <a:pt x="101035" y="58390"/>
                    <a:pt x="102343" y="62646"/>
                  </a:cubicBezTo>
                  <a:cubicBezTo>
                    <a:pt x="104197" y="68603"/>
                    <a:pt x="108938" y="75564"/>
                    <a:pt x="114106" y="78482"/>
                  </a:cubicBezTo>
                  <a:cubicBezTo>
                    <a:pt x="122343" y="83132"/>
                    <a:pt x="130914" y="70610"/>
                    <a:pt x="138909" y="69151"/>
                  </a:cubicBezTo>
                  <a:cubicBezTo>
                    <a:pt x="145474" y="67935"/>
                    <a:pt x="152435" y="73892"/>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15"/>
            <p:cNvSpPr/>
            <p:nvPr/>
          </p:nvSpPr>
          <p:spPr>
            <a:xfrm>
              <a:off x="2975000" y="442550"/>
              <a:ext cx="3962850" cy="2057800"/>
            </a:xfrm>
            <a:custGeom>
              <a:rect b="b" l="l" r="r" t="t"/>
              <a:pathLst>
                <a:path extrusionOk="0" fill="none" h="82312" w="158514">
                  <a:moveTo>
                    <a:pt x="0" y="1"/>
                  </a:moveTo>
                  <a:cubicBezTo>
                    <a:pt x="4408" y="3040"/>
                    <a:pt x="9392" y="6049"/>
                    <a:pt x="13040" y="9879"/>
                  </a:cubicBezTo>
                  <a:cubicBezTo>
                    <a:pt x="18602" y="15654"/>
                    <a:pt x="11733" y="24955"/>
                    <a:pt x="18694" y="30609"/>
                  </a:cubicBezTo>
                  <a:cubicBezTo>
                    <a:pt x="24408" y="35259"/>
                    <a:pt x="25077" y="40153"/>
                    <a:pt x="24317" y="46901"/>
                  </a:cubicBezTo>
                  <a:cubicBezTo>
                    <a:pt x="23739" y="52129"/>
                    <a:pt x="23131" y="61248"/>
                    <a:pt x="29849" y="62919"/>
                  </a:cubicBezTo>
                  <a:cubicBezTo>
                    <a:pt x="36870" y="64652"/>
                    <a:pt x="41794" y="59606"/>
                    <a:pt x="46627" y="55503"/>
                  </a:cubicBezTo>
                  <a:cubicBezTo>
                    <a:pt x="53557" y="49606"/>
                    <a:pt x="63983" y="44712"/>
                    <a:pt x="72798" y="48634"/>
                  </a:cubicBezTo>
                  <a:cubicBezTo>
                    <a:pt x="80123" y="51886"/>
                    <a:pt x="90245" y="48208"/>
                    <a:pt x="97266" y="51187"/>
                  </a:cubicBezTo>
                  <a:cubicBezTo>
                    <a:pt x="101522" y="52980"/>
                    <a:pt x="101674" y="58026"/>
                    <a:pt x="102890" y="62251"/>
                  </a:cubicBezTo>
                  <a:cubicBezTo>
                    <a:pt x="104561" y="68087"/>
                    <a:pt x="109303" y="75078"/>
                    <a:pt x="114440" y="77844"/>
                  </a:cubicBezTo>
                  <a:cubicBezTo>
                    <a:pt x="122799" y="82312"/>
                    <a:pt x="131097" y="70032"/>
                    <a:pt x="139243" y="68877"/>
                  </a:cubicBezTo>
                  <a:cubicBezTo>
                    <a:pt x="145656" y="67935"/>
                    <a:pt x="152495" y="73771"/>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15"/>
            <p:cNvSpPr/>
            <p:nvPr/>
          </p:nvSpPr>
          <p:spPr>
            <a:xfrm>
              <a:off x="2975000" y="442550"/>
              <a:ext cx="3962850" cy="2035775"/>
            </a:xfrm>
            <a:custGeom>
              <a:rect b="b" l="l" r="r" t="t"/>
              <a:pathLst>
                <a:path extrusionOk="0" fill="none" h="81431" w="158514">
                  <a:moveTo>
                    <a:pt x="0" y="1"/>
                  </a:moveTo>
                  <a:cubicBezTo>
                    <a:pt x="4468" y="3040"/>
                    <a:pt x="9362" y="5958"/>
                    <a:pt x="13313" y="9606"/>
                  </a:cubicBezTo>
                  <a:cubicBezTo>
                    <a:pt x="19210" y="15077"/>
                    <a:pt x="12432" y="24469"/>
                    <a:pt x="19089" y="29849"/>
                  </a:cubicBezTo>
                  <a:cubicBezTo>
                    <a:pt x="24803" y="34469"/>
                    <a:pt x="26019" y="38694"/>
                    <a:pt x="25350" y="45564"/>
                  </a:cubicBezTo>
                  <a:cubicBezTo>
                    <a:pt x="24833" y="50822"/>
                    <a:pt x="23739" y="60001"/>
                    <a:pt x="30609" y="61795"/>
                  </a:cubicBezTo>
                  <a:cubicBezTo>
                    <a:pt x="37691" y="63649"/>
                    <a:pt x="42797" y="58299"/>
                    <a:pt x="47813" y="54378"/>
                  </a:cubicBezTo>
                  <a:cubicBezTo>
                    <a:pt x="55989" y="47995"/>
                    <a:pt x="63345" y="43375"/>
                    <a:pt x="73801" y="47752"/>
                  </a:cubicBezTo>
                  <a:cubicBezTo>
                    <a:pt x="81704" y="51065"/>
                    <a:pt x="90762" y="48026"/>
                    <a:pt x="97966" y="50944"/>
                  </a:cubicBezTo>
                  <a:cubicBezTo>
                    <a:pt x="102282" y="52707"/>
                    <a:pt x="102343" y="57631"/>
                    <a:pt x="103437" y="61825"/>
                  </a:cubicBezTo>
                  <a:cubicBezTo>
                    <a:pt x="104957" y="67570"/>
                    <a:pt x="109637" y="74531"/>
                    <a:pt x="114774" y="77145"/>
                  </a:cubicBezTo>
                  <a:cubicBezTo>
                    <a:pt x="123285" y="81430"/>
                    <a:pt x="131310" y="69454"/>
                    <a:pt x="139577" y="68573"/>
                  </a:cubicBezTo>
                  <a:cubicBezTo>
                    <a:pt x="145869" y="67904"/>
                    <a:pt x="152587" y="73649"/>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15"/>
            <p:cNvSpPr/>
            <p:nvPr/>
          </p:nvSpPr>
          <p:spPr>
            <a:xfrm>
              <a:off x="2975000" y="442550"/>
              <a:ext cx="3962850" cy="2014500"/>
            </a:xfrm>
            <a:custGeom>
              <a:rect b="b" l="l" r="r" t="t"/>
              <a:pathLst>
                <a:path extrusionOk="0" fill="none" h="80580" w="158514">
                  <a:moveTo>
                    <a:pt x="0" y="1"/>
                  </a:moveTo>
                  <a:cubicBezTo>
                    <a:pt x="4560" y="3010"/>
                    <a:pt x="9392" y="5897"/>
                    <a:pt x="13526" y="9393"/>
                  </a:cubicBezTo>
                  <a:cubicBezTo>
                    <a:pt x="19666" y="14469"/>
                    <a:pt x="13162" y="23952"/>
                    <a:pt x="19484" y="29150"/>
                  </a:cubicBezTo>
                  <a:cubicBezTo>
                    <a:pt x="24560" y="33314"/>
                    <a:pt x="27235" y="37509"/>
                    <a:pt x="26323" y="44348"/>
                  </a:cubicBezTo>
                  <a:cubicBezTo>
                    <a:pt x="25563" y="49728"/>
                    <a:pt x="24317" y="58846"/>
                    <a:pt x="31308" y="60792"/>
                  </a:cubicBezTo>
                  <a:cubicBezTo>
                    <a:pt x="38390" y="62737"/>
                    <a:pt x="43770" y="57296"/>
                    <a:pt x="48998" y="53375"/>
                  </a:cubicBezTo>
                  <a:cubicBezTo>
                    <a:pt x="57813" y="46688"/>
                    <a:pt x="63892" y="42129"/>
                    <a:pt x="74743" y="47023"/>
                  </a:cubicBezTo>
                  <a:cubicBezTo>
                    <a:pt x="82433" y="50488"/>
                    <a:pt x="91248" y="47995"/>
                    <a:pt x="98604" y="50761"/>
                  </a:cubicBezTo>
                  <a:cubicBezTo>
                    <a:pt x="103042" y="52372"/>
                    <a:pt x="103011" y="57266"/>
                    <a:pt x="104014" y="61430"/>
                  </a:cubicBezTo>
                  <a:cubicBezTo>
                    <a:pt x="105382" y="67084"/>
                    <a:pt x="109941" y="74014"/>
                    <a:pt x="115109" y="76445"/>
                  </a:cubicBezTo>
                  <a:cubicBezTo>
                    <a:pt x="123802" y="80579"/>
                    <a:pt x="132100" y="68299"/>
                    <a:pt x="139912" y="68330"/>
                  </a:cubicBezTo>
                  <a:cubicBezTo>
                    <a:pt x="144927" y="68330"/>
                    <a:pt x="153529" y="7331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15"/>
            <p:cNvSpPr/>
            <p:nvPr/>
          </p:nvSpPr>
          <p:spPr>
            <a:xfrm>
              <a:off x="2975000" y="442550"/>
              <a:ext cx="3962850" cy="1991700"/>
            </a:xfrm>
            <a:custGeom>
              <a:rect b="b" l="l" r="r" t="t"/>
              <a:pathLst>
                <a:path extrusionOk="0" fill="none" h="79668" w="158514">
                  <a:moveTo>
                    <a:pt x="0" y="1"/>
                  </a:moveTo>
                  <a:cubicBezTo>
                    <a:pt x="4590" y="3010"/>
                    <a:pt x="9484" y="5897"/>
                    <a:pt x="13769" y="9119"/>
                  </a:cubicBezTo>
                  <a:cubicBezTo>
                    <a:pt x="20122" y="13861"/>
                    <a:pt x="13952" y="23344"/>
                    <a:pt x="19879" y="28360"/>
                  </a:cubicBezTo>
                  <a:cubicBezTo>
                    <a:pt x="24651" y="32402"/>
                    <a:pt x="28055" y="36475"/>
                    <a:pt x="27265" y="43102"/>
                  </a:cubicBezTo>
                  <a:cubicBezTo>
                    <a:pt x="26627" y="48482"/>
                    <a:pt x="24985" y="57600"/>
                    <a:pt x="31946" y="59698"/>
                  </a:cubicBezTo>
                  <a:cubicBezTo>
                    <a:pt x="39028" y="61795"/>
                    <a:pt x="44955" y="56202"/>
                    <a:pt x="50183" y="52251"/>
                  </a:cubicBezTo>
                  <a:cubicBezTo>
                    <a:pt x="59424" y="45260"/>
                    <a:pt x="64561" y="40761"/>
                    <a:pt x="75746" y="46232"/>
                  </a:cubicBezTo>
                  <a:cubicBezTo>
                    <a:pt x="83315" y="49971"/>
                    <a:pt x="91795" y="47813"/>
                    <a:pt x="99273" y="50488"/>
                  </a:cubicBezTo>
                  <a:cubicBezTo>
                    <a:pt x="103832" y="52129"/>
                    <a:pt x="103619" y="56840"/>
                    <a:pt x="104653" y="61035"/>
                  </a:cubicBezTo>
                  <a:cubicBezTo>
                    <a:pt x="106051" y="66749"/>
                    <a:pt x="110124" y="73315"/>
                    <a:pt x="115443" y="75716"/>
                  </a:cubicBezTo>
                  <a:cubicBezTo>
                    <a:pt x="124227" y="79667"/>
                    <a:pt x="132039" y="67995"/>
                    <a:pt x="140246" y="68056"/>
                  </a:cubicBezTo>
                  <a:cubicBezTo>
                    <a:pt x="145535" y="68087"/>
                    <a:pt x="153377" y="7340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15"/>
            <p:cNvSpPr/>
            <p:nvPr/>
          </p:nvSpPr>
          <p:spPr>
            <a:xfrm>
              <a:off x="2975000" y="442550"/>
              <a:ext cx="3963625" cy="1968900"/>
            </a:xfrm>
            <a:custGeom>
              <a:rect b="b" l="l" r="r" t="t"/>
              <a:pathLst>
                <a:path extrusionOk="0" fill="none" h="78756" w="158545">
                  <a:moveTo>
                    <a:pt x="0" y="1"/>
                  </a:moveTo>
                  <a:cubicBezTo>
                    <a:pt x="4651" y="2979"/>
                    <a:pt x="9575" y="5867"/>
                    <a:pt x="14013" y="8876"/>
                  </a:cubicBezTo>
                  <a:cubicBezTo>
                    <a:pt x="20548" y="13283"/>
                    <a:pt x="14985" y="22706"/>
                    <a:pt x="20305" y="27539"/>
                  </a:cubicBezTo>
                  <a:cubicBezTo>
                    <a:pt x="24590" y="31430"/>
                    <a:pt x="28724" y="35715"/>
                    <a:pt x="28147" y="42007"/>
                  </a:cubicBezTo>
                  <a:cubicBezTo>
                    <a:pt x="27630" y="47296"/>
                    <a:pt x="25654" y="56445"/>
                    <a:pt x="32584" y="58664"/>
                  </a:cubicBezTo>
                  <a:cubicBezTo>
                    <a:pt x="39606" y="60913"/>
                    <a:pt x="46354" y="55077"/>
                    <a:pt x="51369" y="51096"/>
                  </a:cubicBezTo>
                  <a:cubicBezTo>
                    <a:pt x="60609" y="43770"/>
                    <a:pt x="65351" y="39576"/>
                    <a:pt x="76749" y="45594"/>
                  </a:cubicBezTo>
                  <a:cubicBezTo>
                    <a:pt x="84166" y="49515"/>
                    <a:pt x="92251" y="47722"/>
                    <a:pt x="99911" y="50275"/>
                  </a:cubicBezTo>
                  <a:cubicBezTo>
                    <a:pt x="104622" y="51855"/>
                    <a:pt x="104318" y="56445"/>
                    <a:pt x="105260" y="60609"/>
                  </a:cubicBezTo>
                  <a:cubicBezTo>
                    <a:pt x="106537" y="66324"/>
                    <a:pt x="110428" y="72676"/>
                    <a:pt x="115808" y="74956"/>
                  </a:cubicBezTo>
                  <a:cubicBezTo>
                    <a:pt x="124714" y="78756"/>
                    <a:pt x="132313" y="67418"/>
                    <a:pt x="140580" y="67813"/>
                  </a:cubicBezTo>
                  <a:cubicBezTo>
                    <a:pt x="145778" y="68056"/>
                    <a:pt x="153438" y="73315"/>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15"/>
            <p:cNvSpPr/>
            <p:nvPr/>
          </p:nvSpPr>
          <p:spPr>
            <a:xfrm>
              <a:off x="2975000" y="442550"/>
              <a:ext cx="3962850" cy="1919500"/>
            </a:xfrm>
            <a:custGeom>
              <a:rect b="b" l="l" r="r" t="t"/>
              <a:pathLst>
                <a:path extrusionOk="0" fill="none" h="76780" w="158514">
                  <a:moveTo>
                    <a:pt x="0" y="1"/>
                  </a:moveTo>
                  <a:cubicBezTo>
                    <a:pt x="4712" y="2949"/>
                    <a:pt x="9666" y="5776"/>
                    <a:pt x="14225" y="8633"/>
                  </a:cubicBezTo>
                  <a:cubicBezTo>
                    <a:pt x="20973" y="12797"/>
                    <a:pt x="16049" y="21977"/>
                    <a:pt x="20760" y="26718"/>
                  </a:cubicBezTo>
                  <a:cubicBezTo>
                    <a:pt x="24438" y="30396"/>
                    <a:pt x="29332" y="35168"/>
                    <a:pt x="28967" y="41004"/>
                  </a:cubicBezTo>
                  <a:cubicBezTo>
                    <a:pt x="28633" y="46202"/>
                    <a:pt x="26444" y="55381"/>
                    <a:pt x="33192" y="57661"/>
                  </a:cubicBezTo>
                  <a:cubicBezTo>
                    <a:pt x="40153" y="60032"/>
                    <a:pt x="47752" y="53953"/>
                    <a:pt x="52494" y="49880"/>
                  </a:cubicBezTo>
                  <a:cubicBezTo>
                    <a:pt x="61703" y="41977"/>
                    <a:pt x="66293" y="38633"/>
                    <a:pt x="77722" y="45016"/>
                  </a:cubicBezTo>
                  <a:cubicBezTo>
                    <a:pt x="84926" y="49059"/>
                    <a:pt x="92707" y="47722"/>
                    <a:pt x="100488" y="50093"/>
                  </a:cubicBezTo>
                  <a:cubicBezTo>
                    <a:pt x="105382" y="51582"/>
                    <a:pt x="104987" y="56080"/>
                    <a:pt x="105838" y="60245"/>
                  </a:cubicBezTo>
                  <a:cubicBezTo>
                    <a:pt x="107023" y="65898"/>
                    <a:pt x="111005" y="72676"/>
                    <a:pt x="116142" y="74227"/>
                  </a:cubicBezTo>
                  <a:cubicBezTo>
                    <a:pt x="124683" y="76780"/>
                    <a:pt x="132191" y="66901"/>
                    <a:pt x="140884" y="67570"/>
                  </a:cubicBezTo>
                  <a:cubicBezTo>
                    <a:pt x="145930" y="67965"/>
                    <a:pt x="153468" y="73224"/>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15"/>
            <p:cNvSpPr/>
            <p:nvPr/>
          </p:nvSpPr>
          <p:spPr>
            <a:xfrm>
              <a:off x="2975000" y="442550"/>
              <a:ext cx="3962100" cy="1896700"/>
            </a:xfrm>
            <a:custGeom>
              <a:rect b="b" l="l" r="r" t="t"/>
              <a:pathLst>
                <a:path extrusionOk="0" fill="none" h="75868" w="158484">
                  <a:moveTo>
                    <a:pt x="0" y="1"/>
                  </a:moveTo>
                  <a:cubicBezTo>
                    <a:pt x="4742" y="2949"/>
                    <a:pt x="9788" y="5441"/>
                    <a:pt x="14438" y="8359"/>
                  </a:cubicBezTo>
                  <a:cubicBezTo>
                    <a:pt x="21520" y="12797"/>
                    <a:pt x="16900" y="20852"/>
                    <a:pt x="21277" y="25837"/>
                  </a:cubicBezTo>
                  <a:cubicBezTo>
                    <a:pt x="24408" y="29424"/>
                    <a:pt x="29758" y="34652"/>
                    <a:pt x="29727" y="40123"/>
                  </a:cubicBezTo>
                  <a:cubicBezTo>
                    <a:pt x="29666" y="45229"/>
                    <a:pt x="27447" y="54014"/>
                    <a:pt x="33770" y="56658"/>
                  </a:cubicBezTo>
                  <a:cubicBezTo>
                    <a:pt x="40396" y="59394"/>
                    <a:pt x="49545" y="52433"/>
                    <a:pt x="53618" y="48542"/>
                  </a:cubicBezTo>
                  <a:cubicBezTo>
                    <a:pt x="62707" y="39788"/>
                    <a:pt x="67448" y="37904"/>
                    <a:pt x="78725" y="44530"/>
                  </a:cubicBezTo>
                  <a:cubicBezTo>
                    <a:pt x="85716" y="48664"/>
                    <a:pt x="93224" y="47722"/>
                    <a:pt x="101066" y="49910"/>
                  </a:cubicBezTo>
                  <a:cubicBezTo>
                    <a:pt x="106142" y="51308"/>
                    <a:pt x="105716" y="55685"/>
                    <a:pt x="106476" y="59849"/>
                  </a:cubicBezTo>
                  <a:cubicBezTo>
                    <a:pt x="107540" y="65503"/>
                    <a:pt x="111279" y="71977"/>
                    <a:pt x="116477" y="73467"/>
                  </a:cubicBezTo>
                  <a:cubicBezTo>
                    <a:pt x="124927" y="75868"/>
                    <a:pt x="132708" y="66354"/>
                    <a:pt x="141188" y="67357"/>
                  </a:cubicBezTo>
                  <a:cubicBezTo>
                    <a:pt x="146143" y="67935"/>
                    <a:pt x="153468" y="7313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15"/>
            <p:cNvSpPr/>
            <p:nvPr/>
          </p:nvSpPr>
          <p:spPr>
            <a:xfrm>
              <a:off x="2975000" y="442550"/>
              <a:ext cx="3962850" cy="1870875"/>
            </a:xfrm>
            <a:custGeom>
              <a:rect b="b" l="l" r="r" t="t"/>
              <a:pathLst>
                <a:path extrusionOk="0" fill="none" h="74835" w="158514">
                  <a:moveTo>
                    <a:pt x="0" y="1"/>
                  </a:moveTo>
                  <a:cubicBezTo>
                    <a:pt x="4803" y="2919"/>
                    <a:pt x="9848" y="5350"/>
                    <a:pt x="14651" y="8116"/>
                  </a:cubicBezTo>
                  <a:cubicBezTo>
                    <a:pt x="21946" y="12311"/>
                    <a:pt x="18086" y="19697"/>
                    <a:pt x="21885" y="24895"/>
                  </a:cubicBezTo>
                  <a:cubicBezTo>
                    <a:pt x="24590" y="28633"/>
                    <a:pt x="30031" y="34013"/>
                    <a:pt x="30396" y="39272"/>
                  </a:cubicBezTo>
                  <a:cubicBezTo>
                    <a:pt x="30791" y="44439"/>
                    <a:pt x="28299" y="52919"/>
                    <a:pt x="34439" y="55625"/>
                  </a:cubicBezTo>
                  <a:cubicBezTo>
                    <a:pt x="41186" y="58603"/>
                    <a:pt x="50670" y="51217"/>
                    <a:pt x="54712" y="47083"/>
                  </a:cubicBezTo>
                  <a:cubicBezTo>
                    <a:pt x="63892" y="37630"/>
                    <a:pt x="68542" y="37266"/>
                    <a:pt x="79789" y="44135"/>
                  </a:cubicBezTo>
                  <a:cubicBezTo>
                    <a:pt x="86476" y="48208"/>
                    <a:pt x="93984" y="47661"/>
                    <a:pt x="101674" y="49728"/>
                  </a:cubicBezTo>
                  <a:cubicBezTo>
                    <a:pt x="106932" y="51126"/>
                    <a:pt x="106416" y="55138"/>
                    <a:pt x="107145" y="59454"/>
                  </a:cubicBezTo>
                  <a:cubicBezTo>
                    <a:pt x="108057" y="64986"/>
                    <a:pt x="111552" y="71339"/>
                    <a:pt x="116872" y="72707"/>
                  </a:cubicBezTo>
                  <a:cubicBezTo>
                    <a:pt x="125322" y="74835"/>
                    <a:pt x="133285" y="65837"/>
                    <a:pt x="141523" y="67114"/>
                  </a:cubicBezTo>
                  <a:cubicBezTo>
                    <a:pt x="146386" y="67874"/>
                    <a:pt x="153559" y="73011"/>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15"/>
            <p:cNvSpPr/>
            <p:nvPr/>
          </p:nvSpPr>
          <p:spPr>
            <a:xfrm>
              <a:off x="2975000" y="442550"/>
              <a:ext cx="3962850" cy="1848075"/>
            </a:xfrm>
            <a:custGeom>
              <a:rect b="b" l="l" r="r" t="t"/>
              <a:pathLst>
                <a:path extrusionOk="0" fill="none" h="73923" w="158514">
                  <a:moveTo>
                    <a:pt x="0" y="1"/>
                  </a:moveTo>
                  <a:cubicBezTo>
                    <a:pt x="4833" y="2888"/>
                    <a:pt x="9909" y="5259"/>
                    <a:pt x="14864" y="7873"/>
                  </a:cubicBezTo>
                  <a:cubicBezTo>
                    <a:pt x="22219" y="11764"/>
                    <a:pt x="19301" y="18390"/>
                    <a:pt x="22584" y="23922"/>
                  </a:cubicBezTo>
                  <a:cubicBezTo>
                    <a:pt x="25046" y="28086"/>
                    <a:pt x="30092" y="33649"/>
                    <a:pt x="31004" y="38542"/>
                  </a:cubicBezTo>
                  <a:cubicBezTo>
                    <a:pt x="31855" y="43284"/>
                    <a:pt x="29150" y="51947"/>
                    <a:pt x="35107" y="54561"/>
                  </a:cubicBezTo>
                  <a:cubicBezTo>
                    <a:pt x="42250" y="57691"/>
                    <a:pt x="51673" y="50032"/>
                    <a:pt x="55746" y="45503"/>
                  </a:cubicBezTo>
                  <a:cubicBezTo>
                    <a:pt x="64834" y="35411"/>
                    <a:pt x="69941" y="36992"/>
                    <a:pt x="80822" y="43770"/>
                  </a:cubicBezTo>
                  <a:cubicBezTo>
                    <a:pt x="87205" y="47782"/>
                    <a:pt x="94683" y="47691"/>
                    <a:pt x="102191" y="49576"/>
                  </a:cubicBezTo>
                  <a:cubicBezTo>
                    <a:pt x="107571" y="50913"/>
                    <a:pt x="107145" y="54682"/>
                    <a:pt x="107783" y="59090"/>
                  </a:cubicBezTo>
                  <a:cubicBezTo>
                    <a:pt x="108604" y="64591"/>
                    <a:pt x="111826" y="70610"/>
                    <a:pt x="117236" y="71917"/>
                  </a:cubicBezTo>
                  <a:cubicBezTo>
                    <a:pt x="125504" y="73923"/>
                    <a:pt x="133863" y="65321"/>
                    <a:pt x="141827" y="66901"/>
                  </a:cubicBezTo>
                  <a:cubicBezTo>
                    <a:pt x="146599" y="67813"/>
                    <a:pt x="153620" y="7292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15"/>
            <p:cNvSpPr/>
            <p:nvPr/>
          </p:nvSpPr>
          <p:spPr>
            <a:xfrm>
              <a:off x="2975000" y="442550"/>
              <a:ext cx="3962100" cy="1826050"/>
            </a:xfrm>
            <a:custGeom>
              <a:rect b="b" l="l" r="r" t="t"/>
              <a:pathLst>
                <a:path extrusionOk="0" fill="none" h="73042" w="158484">
                  <a:moveTo>
                    <a:pt x="0" y="1"/>
                  </a:moveTo>
                  <a:cubicBezTo>
                    <a:pt x="4894" y="2858"/>
                    <a:pt x="10000" y="5168"/>
                    <a:pt x="15076" y="7630"/>
                  </a:cubicBezTo>
                  <a:cubicBezTo>
                    <a:pt x="22402" y="11217"/>
                    <a:pt x="20639" y="16992"/>
                    <a:pt x="23435" y="22980"/>
                  </a:cubicBezTo>
                  <a:cubicBezTo>
                    <a:pt x="25685" y="27813"/>
                    <a:pt x="29910" y="33041"/>
                    <a:pt x="31460" y="37934"/>
                  </a:cubicBezTo>
                  <a:cubicBezTo>
                    <a:pt x="32858" y="42372"/>
                    <a:pt x="29940" y="51096"/>
                    <a:pt x="35867" y="53558"/>
                  </a:cubicBezTo>
                  <a:cubicBezTo>
                    <a:pt x="43618" y="56749"/>
                    <a:pt x="52433" y="48937"/>
                    <a:pt x="56779" y="43831"/>
                  </a:cubicBezTo>
                  <a:cubicBezTo>
                    <a:pt x="65746" y="33314"/>
                    <a:pt x="71552" y="36901"/>
                    <a:pt x="81886" y="43466"/>
                  </a:cubicBezTo>
                  <a:cubicBezTo>
                    <a:pt x="87965" y="47327"/>
                    <a:pt x="95412" y="47752"/>
                    <a:pt x="102707" y="49454"/>
                  </a:cubicBezTo>
                  <a:cubicBezTo>
                    <a:pt x="108148" y="50700"/>
                    <a:pt x="107905" y="54226"/>
                    <a:pt x="108452" y="58725"/>
                  </a:cubicBezTo>
                  <a:cubicBezTo>
                    <a:pt x="109182" y="64226"/>
                    <a:pt x="112130" y="69910"/>
                    <a:pt x="117571" y="71187"/>
                  </a:cubicBezTo>
                  <a:cubicBezTo>
                    <a:pt x="125626" y="73041"/>
                    <a:pt x="134410" y="64895"/>
                    <a:pt x="142100" y="66688"/>
                  </a:cubicBezTo>
                  <a:cubicBezTo>
                    <a:pt x="146751" y="67783"/>
                    <a:pt x="153590" y="72828"/>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15"/>
            <p:cNvSpPr/>
            <p:nvPr/>
          </p:nvSpPr>
          <p:spPr>
            <a:xfrm>
              <a:off x="2975000" y="442550"/>
              <a:ext cx="3962850" cy="1818450"/>
            </a:xfrm>
            <a:custGeom>
              <a:rect b="b" l="l" r="r" t="t"/>
              <a:pathLst>
                <a:path extrusionOk="0" fill="none" h="72738" w="158514">
                  <a:moveTo>
                    <a:pt x="0" y="1"/>
                  </a:moveTo>
                  <a:cubicBezTo>
                    <a:pt x="4924" y="2827"/>
                    <a:pt x="10122" y="5077"/>
                    <a:pt x="15259" y="7387"/>
                  </a:cubicBezTo>
                  <a:cubicBezTo>
                    <a:pt x="22432" y="10609"/>
                    <a:pt x="22159" y="15594"/>
                    <a:pt x="24317" y="22007"/>
                  </a:cubicBezTo>
                  <a:cubicBezTo>
                    <a:pt x="26171" y="27630"/>
                    <a:pt x="29332" y="32402"/>
                    <a:pt x="31733" y="37418"/>
                  </a:cubicBezTo>
                  <a:cubicBezTo>
                    <a:pt x="33831" y="41764"/>
                    <a:pt x="30669" y="50305"/>
                    <a:pt x="36657" y="52615"/>
                  </a:cubicBezTo>
                  <a:cubicBezTo>
                    <a:pt x="44955" y="55868"/>
                    <a:pt x="53162" y="47630"/>
                    <a:pt x="57782" y="42068"/>
                  </a:cubicBezTo>
                  <a:cubicBezTo>
                    <a:pt x="66476" y="31551"/>
                    <a:pt x="73315" y="37022"/>
                    <a:pt x="82950" y="43193"/>
                  </a:cubicBezTo>
                  <a:cubicBezTo>
                    <a:pt x="88695" y="46871"/>
                    <a:pt x="96142" y="47813"/>
                    <a:pt x="103194" y="49333"/>
                  </a:cubicBezTo>
                  <a:cubicBezTo>
                    <a:pt x="108726" y="50488"/>
                    <a:pt x="108634" y="53740"/>
                    <a:pt x="109151" y="58390"/>
                  </a:cubicBezTo>
                  <a:cubicBezTo>
                    <a:pt x="109789" y="63862"/>
                    <a:pt x="112464" y="69211"/>
                    <a:pt x="117996" y="70427"/>
                  </a:cubicBezTo>
                  <a:cubicBezTo>
                    <a:pt x="125778" y="72129"/>
                    <a:pt x="135018" y="64439"/>
                    <a:pt x="142434" y="66506"/>
                  </a:cubicBezTo>
                  <a:cubicBezTo>
                    <a:pt x="146994" y="67752"/>
                    <a:pt x="153650" y="72737"/>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15"/>
            <p:cNvSpPr/>
            <p:nvPr/>
          </p:nvSpPr>
          <p:spPr>
            <a:xfrm>
              <a:off x="2975000" y="442550"/>
              <a:ext cx="3962850" cy="1816175"/>
            </a:xfrm>
            <a:custGeom>
              <a:rect b="b" l="l" r="r" t="t"/>
              <a:pathLst>
                <a:path extrusionOk="0" fill="none" h="72647" w="158514">
                  <a:moveTo>
                    <a:pt x="0" y="1"/>
                  </a:moveTo>
                  <a:cubicBezTo>
                    <a:pt x="4985" y="2797"/>
                    <a:pt x="10244" y="4985"/>
                    <a:pt x="15441" y="7144"/>
                  </a:cubicBezTo>
                  <a:cubicBezTo>
                    <a:pt x="22341" y="10031"/>
                    <a:pt x="23648" y="14621"/>
                    <a:pt x="25259" y="21034"/>
                  </a:cubicBezTo>
                  <a:cubicBezTo>
                    <a:pt x="26688" y="26809"/>
                    <a:pt x="28572" y="31977"/>
                    <a:pt x="31885" y="36992"/>
                  </a:cubicBezTo>
                  <a:cubicBezTo>
                    <a:pt x="34742" y="41278"/>
                    <a:pt x="31429" y="49606"/>
                    <a:pt x="37478" y="51825"/>
                  </a:cubicBezTo>
                  <a:cubicBezTo>
                    <a:pt x="46171" y="55017"/>
                    <a:pt x="54469" y="46202"/>
                    <a:pt x="58755" y="40305"/>
                  </a:cubicBezTo>
                  <a:cubicBezTo>
                    <a:pt x="66232" y="30001"/>
                    <a:pt x="76415" y="38025"/>
                    <a:pt x="84044" y="42889"/>
                  </a:cubicBezTo>
                  <a:cubicBezTo>
                    <a:pt x="89546" y="46384"/>
                    <a:pt x="96841" y="47874"/>
                    <a:pt x="103680" y="49211"/>
                  </a:cubicBezTo>
                  <a:cubicBezTo>
                    <a:pt x="109242" y="50305"/>
                    <a:pt x="109364" y="53254"/>
                    <a:pt x="109850" y="58026"/>
                  </a:cubicBezTo>
                  <a:cubicBezTo>
                    <a:pt x="110397" y="63436"/>
                    <a:pt x="112829" y="68482"/>
                    <a:pt x="118422" y="69667"/>
                  </a:cubicBezTo>
                  <a:cubicBezTo>
                    <a:pt x="125930" y="71278"/>
                    <a:pt x="135626" y="64044"/>
                    <a:pt x="142708" y="66293"/>
                  </a:cubicBezTo>
                  <a:cubicBezTo>
                    <a:pt x="147176" y="67692"/>
                    <a:pt x="153681" y="7264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15"/>
            <p:cNvSpPr/>
            <p:nvPr/>
          </p:nvSpPr>
          <p:spPr>
            <a:xfrm>
              <a:off x="2975000" y="442550"/>
              <a:ext cx="3962850" cy="1813875"/>
            </a:xfrm>
            <a:custGeom>
              <a:rect b="b" l="l" r="r" t="t"/>
              <a:pathLst>
                <a:path extrusionOk="0" fill="none" h="72555" w="158514">
                  <a:moveTo>
                    <a:pt x="0" y="1"/>
                  </a:moveTo>
                  <a:cubicBezTo>
                    <a:pt x="5015" y="2767"/>
                    <a:pt x="10335" y="4894"/>
                    <a:pt x="15624" y="6931"/>
                  </a:cubicBezTo>
                  <a:cubicBezTo>
                    <a:pt x="22189" y="9423"/>
                    <a:pt x="24925" y="13648"/>
                    <a:pt x="26262" y="20031"/>
                  </a:cubicBezTo>
                  <a:cubicBezTo>
                    <a:pt x="27508" y="25958"/>
                    <a:pt x="27843" y="31582"/>
                    <a:pt x="31916" y="36597"/>
                  </a:cubicBezTo>
                  <a:cubicBezTo>
                    <a:pt x="35290" y="40731"/>
                    <a:pt x="32432" y="49150"/>
                    <a:pt x="38299" y="51096"/>
                  </a:cubicBezTo>
                  <a:cubicBezTo>
                    <a:pt x="47326" y="54105"/>
                    <a:pt x="55138" y="44804"/>
                    <a:pt x="59758" y="38512"/>
                  </a:cubicBezTo>
                  <a:cubicBezTo>
                    <a:pt x="66901" y="28816"/>
                    <a:pt x="78512" y="38512"/>
                    <a:pt x="85139" y="42585"/>
                  </a:cubicBezTo>
                  <a:cubicBezTo>
                    <a:pt x="90397" y="45807"/>
                    <a:pt x="97510" y="47995"/>
                    <a:pt x="104105" y="49120"/>
                  </a:cubicBezTo>
                  <a:cubicBezTo>
                    <a:pt x="109698" y="50062"/>
                    <a:pt x="109729" y="52707"/>
                    <a:pt x="110580" y="57691"/>
                  </a:cubicBezTo>
                  <a:cubicBezTo>
                    <a:pt x="111461" y="63071"/>
                    <a:pt x="112829" y="67692"/>
                    <a:pt x="118878" y="68938"/>
                  </a:cubicBezTo>
                  <a:cubicBezTo>
                    <a:pt x="126082" y="70427"/>
                    <a:pt x="136234" y="63649"/>
                    <a:pt x="143012" y="66111"/>
                  </a:cubicBezTo>
                  <a:cubicBezTo>
                    <a:pt x="147359" y="67661"/>
                    <a:pt x="153742" y="7255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15"/>
            <p:cNvSpPr/>
            <p:nvPr/>
          </p:nvSpPr>
          <p:spPr>
            <a:xfrm>
              <a:off x="2975000" y="442550"/>
              <a:ext cx="3962850" cy="1804000"/>
            </a:xfrm>
            <a:custGeom>
              <a:rect b="b" l="l" r="r" t="t"/>
              <a:pathLst>
                <a:path extrusionOk="0" fill="none" h="72160" w="158514">
                  <a:moveTo>
                    <a:pt x="0" y="1"/>
                  </a:moveTo>
                  <a:cubicBezTo>
                    <a:pt x="5076" y="2736"/>
                    <a:pt x="10456" y="4803"/>
                    <a:pt x="15806" y="6688"/>
                  </a:cubicBezTo>
                  <a:cubicBezTo>
                    <a:pt x="22037" y="8876"/>
                    <a:pt x="26049" y="12767"/>
                    <a:pt x="27326" y="18967"/>
                  </a:cubicBezTo>
                  <a:cubicBezTo>
                    <a:pt x="28542" y="24925"/>
                    <a:pt x="27326" y="31126"/>
                    <a:pt x="31855" y="36202"/>
                  </a:cubicBezTo>
                  <a:cubicBezTo>
                    <a:pt x="35381" y="40153"/>
                    <a:pt x="33618" y="48725"/>
                    <a:pt x="39150" y="50457"/>
                  </a:cubicBezTo>
                  <a:cubicBezTo>
                    <a:pt x="48329" y="53314"/>
                    <a:pt x="55746" y="42919"/>
                    <a:pt x="60792" y="36810"/>
                  </a:cubicBezTo>
                  <a:cubicBezTo>
                    <a:pt x="67995" y="28086"/>
                    <a:pt x="80032" y="38360"/>
                    <a:pt x="86263" y="42159"/>
                  </a:cubicBezTo>
                  <a:cubicBezTo>
                    <a:pt x="91430" y="45320"/>
                    <a:pt x="98057" y="48056"/>
                    <a:pt x="104561" y="48998"/>
                  </a:cubicBezTo>
                  <a:cubicBezTo>
                    <a:pt x="115747" y="50700"/>
                    <a:pt x="107692" y="65898"/>
                    <a:pt x="119303" y="68178"/>
                  </a:cubicBezTo>
                  <a:cubicBezTo>
                    <a:pt x="126294" y="69576"/>
                    <a:pt x="136872" y="63254"/>
                    <a:pt x="143316" y="65898"/>
                  </a:cubicBezTo>
                  <a:cubicBezTo>
                    <a:pt x="147784" y="67752"/>
                    <a:pt x="153407" y="7216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15"/>
            <p:cNvSpPr/>
            <p:nvPr/>
          </p:nvSpPr>
          <p:spPr>
            <a:xfrm>
              <a:off x="2975000" y="442550"/>
              <a:ext cx="3962100" cy="1802475"/>
            </a:xfrm>
            <a:custGeom>
              <a:rect b="b" l="l" r="r" t="t"/>
              <a:pathLst>
                <a:path extrusionOk="0" fill="none" h="72099" w="158484">
                  <a:moveTo>
                    <a:pt x="0" y="1"/>
                  </a:moveTo>
                  <a:cubicBezTo>
                    <a:pt x="5107" y="2706"/>
                    <a:pt x="10760" y="4590"/>
                    <a:pt x="15958" y="6444"/>
                  </a:cubicBezTo>
                  <a:cubicBezTo>
                    <a:pt x="21764" y="8511"/>
                    <a:pt x="26931" y="11733"/>
                    <a:pt x="28390" y="17843"/>
                  </a:cubicBezTo>
                  <a:cubicBezTo>
                    <a:pt x="29788" y="23740"/>
                    <a:pt x="26900" y="30579"/>
                    <a:pt x="31672" y="35867"/>
                  </a:cubicBezTo>
                  <a:cubicBezTo>
                    <a:pt x="35107" y="39636"/>
                    <a:pt x="34925" y="48390"/>
                    <a:pt x="40001" y="49849"/>
                  </a:cubicBezTo>
                  <a:cubicBezTo>
                    <a:pt x="49302" y="52494"/>
                    <a:pt x="56415" y="40761"/>
                    <a:pt x="61886" y="35320"/>
                  </a:cubicBezTo>
                  <a:cubicBezTo>
                    <a:pt x="69211" y="28025"/>
                    <a:pt x="81278" y="37873"/>
                    <a:pt x="87327" y="41612"/>
                  </a:cubicBezTo>
                  <a:cubicBezTo>
                    <a:pt x="92585" y="44864"/>
                    <a:pt x="98421" y="48117"/>
                    <a:pt x="104926" y="48968"/>
                  </a:cubicBezTo>
                  <a:cubicBezTo>
                    <a:pt x="116385" y="50457"/>
                    <a:pt x="108239" y="65442"/>
                    <a:pt x="119759" y="67509"/>
                  </a:cubicBezTo>
                  <a:cubicBezTo>
                    <a:pt x="126659" y="68725"/>
                    <a:pt x="137298" y="62980"/>
                    <a:pt x="143559" y="65716"/>
                  </a:cubicBezTo>
                  <a:cubicBezTo>
                    <a:pt x="147936" y="67631"/>
                    <a:pt x="153407" y="72099"/>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15"/>
            <p:cNvSpPr/>
            <p:nvPr/>
          </p:nvSpPr>
          <p:spPr>
            <a:xfrm>
              <a:off x="2975000" y="442550"/>
              <a:ext cx="3962850" cy="1800200"/>
            </a:xfrm>
            <a:custGeom>
              <a:rect b="b" l="l" r="r" t="t"/>
              <a:pathLst>
                <a:path extrusionOk="0" fill="none" h="72008" w="158514">
                  <a:moveTo>
                    <a:pt x="0" y="1"/>
                  </a:moveTo>
                  <a:cubicBezTo>
                    <a:pt x="5167" y="2645"/>
                    <a:pt x="10821" y="4499"/>
                    <a:pt x="16140" y="6201"/>
                  </a:cubicBezTo>
                  <a:cubicBezTo>
                    <a:pt x="21976" y="8055"/>
                    <a:pt x="27630" y="11065"/>
                    <a:pt x="29484" y="16657"/>
                  </a:cubicBezTo>
                  <a:cubicBezTo>
                    <a:pt x="31308" y="22159"/>
                    <a:pt x="26748" y="29940"/>
                    <a:pt x="31521" y="35442"/>
                  </a:cubicBezTo>
                  <a:cubicBezTo>
                    <a:pt x="34621" y="38998"/>
                    <a:pt x="36414" y="48147"/>
                    <a:pt x="40913" y="49211"/>
                  </a:cubicBezTo>
                  <a:cubicBezTo>
                    <a:pt x="50244" y="51430"/>
                    <a:pt x="56749" y="38846"/>
                    <a:pt x="63041" y="34044"/>
                  </a:cubicBezTo>
                  <a:cubicBezTo>
                    <a:pt x="70731" y="28147"/>
                    <a:pt x="82190" y="36992"/>
                    <a:pt x="88391" y="40943"/>
                  </a:cubicBezTo>
                  <a:cubicBezTo>
                    <a:pt x="93862" y="44409"/>
                    <a:pt x="98695" y="48147"/>
                    <a:pt x="105352" y="48907"/>
                  </a:cubicBezTo>
                  <a:cubicBezTo>
                    <a:pt x="117024" y="50184"/>
                    <a:pt x="108786" y="64834"/>
                    <a:pt x="120276" y="66780"/>
                  </a:cubicBezTo>
                  <a:cubicBezTo>
                    <a:pt x="126993" y="67904"/>
                    <a:pt x="137784" y="62585"/>
                    <a:pt x="143863" y="65533"/>
                  </a:cubicBezTo>
                  <a:cubicBezTo>
                    <a:pt x="148149" y="67570"/>
                    <a:pt x="153468" y="72008"/>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15"/>
            <p:cNvSpPr/>
            <p:nvPr/>
          </p:nvSpPr>
          <p:spPr>
            <a:xfrm>
              <a:off x="2975000" y="442550"/>
              <a:ext cx="3963625" cy="1798675"/>
            </a:xfrm>
            <a:custGeom>
              <a:rect b="b" l="l" r="r" t="t"/>
              <a:pathLst>
                <a:path extrusionOk="0" fill="none" h="71947" w="158545">
                  <a:moveTo>
                    <a:pt x="0" y="1"/>
                  </a:moveTo>
                  <a:cubicBezTo>
                    <a:pt x="5198" y="2615"/>
                    <a:pt x="10912" y="4408"/>
                    <a:pt x="16323" y="5958"/>
                  </a:cubicBezTo>
                  <a:cubicBezTo>
                    <a:pt x="22067" y="7630"/>
                    <a:pt x="28147" y="10365"/>
                    <a:pt x="30578" y="15472"/>
                  </a:cubicBezTo>
                  <a:cubicBezTo>
                    <a:pt x="33192" y="20974"/>
                    <a:pt x="26931" y="29059"/>
                    <a:pt x="31369" y="35047"/>
                  </a:cubicBezTo>
                  <a:cubicBezTo>
                    <a:pt x="33831" y="38390"/>
                    <a:pt x="37904" y="47904"/>
                    <a:pt x="41825" y="48542"/>
                  </a:cubicBezTo>
                  <a:cubicBezTo>
                    <a:pt x="50883" y="50062"/>
                    <a:pt x="57296" y="36931"/>
                    <a:pt x="64257" y="33010"/>
                  </a:cubicBezTo>
                  <a:cubicBezTo>
                    <a:pt x="72160" y="28512"/>
                    <a:pt x="83102" y="35928"/>
                    <a:pt x="89424" y="40153"/>
                  </a:cubicBezTo>
                  <a:cubicBezTo>
                    <a:pt x="94804" y="43740"/>
                    <a:pt x="98877" y="48208"/>
                    <a:pt x="105747" y="48846"/>
                  </a:cubicBezTo>
                  <a:cubicBezTo>
                    <a:pt x="117601" y="49971"/>
                    <a:pt x="109425" y="64257"/>
                    <a:pt x="120793" y="66081"/>
                  </a:cubicBezTo>
                  <a:cubicBezTo>
                    <a:pt x="127419" y="67144"/>
                    <a:pt x="138270" y="62281"/>
                    <a:pt x="144167" y="65351"/>
                  </a:cubicBezTo>
                  <a:cubicBezTo>
                    <a:pt x="148362" y="67540"/>
                    <a:pt x="153529" y="71947"/>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15"/>
            <p:cNvSpPr/>
            <p:nvPr/>
          </p:nvSpPr>
          <p:spPr>
            <a:xfrm>
              <a:off x="2975000" y="442550"/>
              <a:ext cx="3962850" cy="1795650"/>
            </a:xfrm>
            <a:custGeom>
              <a:rect b="b" l="l" r="r" t="t"/>
              <a:pathLst>
                <a:path extrusionOk="0" fill="none" h="71826" w="158514">
                  <a:moveTo>
                    <a:pt x="0" y="1"/>
                  </a:moveTo>
                  <a:cubicBezTo>
                    <a:pt x="5259" y="2584"/>
                    <a:pt x="10973" y="4317"/>
                    <a:pt x="16475" y="5745"/>
                  </a:cubicBezTo>
                  <a:cubicBezTo>
                    <a:pt x="22250" y="7235"/>
                    <a:pt x="28542" y="9788"/>
                    <a:pt x="31581" y="14195"/>
                  </a:cubicBezTo>
                  <a:cubicBezTo>
                    <a:pt x="35168" y="19332"/>
                    <a:pt x="27326" y="28238"/>
                    <a:pt x="31247" y="34560"/>
                  </a:cubicBezTo>
                  <a:cubicBezTo>
                    <a:pt x="33253" y="37782"/>
                    <a:pt x="39150" y="47418"/>
                    <a:pt x="42737" y="47722"/>
                  </a:cubicBezTo>
                  <a:cubicBezTo>
                    <a:pt x="51612" y="48482"/>
                    <a:pt x="57752" y="35229"/>
                    <a:pt x="65412" y="32129"/>
                  </a:cubicBezTo>
                  <a:cubicBezTo>
                    <a:pt x="73588" y="28816"/>
                    <a:pt x="84044" y="34804"/>
                    <a:pt x="90275" y="39302"/>
                  </a:cubicBezTo>
                  <a:cubicBezTo>
                    <a:pt x="95351" y="42980"/>
                    <a:pt x="98938" y="48269"/>
                    <a:pt x="106081" y="48816"/>
                  </a:cubicBezTo>
                  <a:cubicBezTo>
                    <a:pt x="111704" y="49241"/>
                    <a:pt x="112981" y="50670"/>
                    <a:pt x="114136" y="56111"/>
                  </a:cubicBezTo>
                  <a:cubicBezTo>
                    <a:pt x="115139" y="60792"/>
                    <a:pt x="115321" y="64470"/>
                    <a:pt x="121279" y="65381"/>
                  </a:cubicBezTo>
                  <a:cubicBezTo>
                    <a:pt x="127784" y="66385"/>
                    <a:pt x="138696" y="61947"/>
                    <a:pt x="144410" y="65169"/>
                  </a:cubicBezTo>
                  <a:cubicBezTo>
                    <a:pt x="148483" y="67448"/>
                    <a:pt x="153529" y="7182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15"/>
            <p:cNvSpPr/>
            <p:nvPr/>
          </p:nvSpPr>
          <p:spPr>
            <a:xfrm>
              <a:off x="2975000" y="442550"/>
              <a:ext cx="3962850" cy="1794125"/>
            </a:xfrm>
            <a:custGeom>
              <a:rect b="b" l="l" r="r" t="t"/>
              <a:pathLst>
                <a:path extrusionOk="0" fill="none" h="71765" w="158514">
                  <a:moveTo>
                    <a:pt x="0" y="1"/>
                  </a:moveTo>
                  <a:cubicBezTo>
                    <a:pt x="5319" y="2554"/>
                    <a:pt x="11064" y="4226"/>
                    <a:pt x="16627" y="5502"/>
                  </a:cubicBezTo>
                  <a:cubicBezTo>
                    <a:pt x="22523" y="6840"/>
                    <a:pt x="28663" y="9302"/>
                    <a:pt x="32554" y="12919"/>
                  </a:cubicBezTo>
                  <a:cubicBezTo>
                    <a:pt x="36931" y="17022"/>
                    <a:pt x="28906" y="28268"/>
                    <a:pt x="31247" y="33983"/>
                  </a:cubicBezTo>
                  <a:cubicBezTo>
                    <a:pt x="32615" y="37326"/>
                    <a:pt x="40031" y="46658"/>
                    <a:pt x="43679" y="46719"/>
                  </a:cubicBezTo>
                  <a:cubicBezTo>
                    <a:pt x="52433" y="46810"/>
                    <a:pt x="58117" y="33861"/>
                    <a:pt x="66628" y="31430"/>
                  </a:cubicBezTo>
                  <a:cubicBezTo>
                    <a:pt x="75108" y="28998"/>
                    <a:pt x="85078" y="33709"/>
                    <a:pt x="91066" y="38451"/>
                  </a:cubicBezTo>
                  <a:cubicBezTo>
                    <a:pt x="95899" y="42250"/>
                    <a:pt x="98847" y="48482"/>
                    <a:pt x="106446" y="48785"/>
                  </a:cubicBezTo>
                  <a:cubicBezTo>
                    <a:pt x="119030" y="49272"/>
                    <a:pt x="110853" y="62950"/>
                    <a:pt x="121826" y="64743"/>
                  </a:cubicBezTo>
                  <a:cubicBezTo>
                    <a:pt x="128088" y="65746"/>
                    <a:pt x="139121" y="61612"/>
                    <a:pt x="144684" y="64986"/>
                  </a:cubicBezTo>
                  <a:cubicBezTo>
                    <a:pt x="148666" y="67388"/>
                    <a:pt x="153559" y="7176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15"/>
            <p:cNvSpPr/>
            <p:nvPr/>
          </p:nvSpPr>
          <p:spPr>
            <a:xfrm>
              <a:off x="2975000" y="442550"/>
              <a:ext cx="3962850" cy="1791075"/>
            </a:xfrm>
            <a:custGeom>
              <a:rect b="b" l="l" r="r" t="t"/>
              <a:pathLst>
                <a:path extrusionOk="0" fill="none" h="71643" w="158514">
                  <a:moveTo>
                    <a:pt x="0" y="1"/>
                  </a:moveTo>
                  <a:cubicBezTo>
                    <a:pt x="5319" y="2523"/>
                    <a:pt x="11155" y="4134"/>
                    <a:pt x="16779" y="5259"/>
                  </a:cubicBezTo>
                  <a:cubicBezTo>
                    <a:pt x="22736" y="6475"/>
                    <a:pt x="29302" y="9058"/>
                    <a:pt x="33405" y="11672"/>
                  </a:cubicBezTo>
                  <a:cubicBezTo>
                    <a:pt x="37660" y="14378"/>
                    <a:pt x="30821" y="28968"/>
                    <a:pt x="31399" y="33314"/>
                  </a:cubicBezTo>
                  <a:cubicBezTo>
                    <a:pt x="31885" y="36931"/>
                    <a:pt x="40578" y="45624"/>
                    <a:pt x="44651" y="45472"/>
                  </a:cubicBezTo>
                  <a:cubicBezTo>
                    <a:pt x="53101" y="45168"/>
                    <a:pt x="58421" y="32828"/>
                    <a:pt x="67874" y="30852"/>
                  </a:cubicBezTo>
                  <a:cubicBezTo>
                    <a:pt x="76658" y="29028"/>
                    <a:pt x="86233" y="32706"/>
                    <a:pt x="91856" y="37509"/>
                  </a:cubicBezTo>
                  <a:cubicBezTo>
                    <a:pt x="96476" y="41491"/>
                    <a:pt x="98908" y="48542"/>
                    <a:pt x="106780" y="48755"/>
                  </a:cubicBezTo>
                  <a:cubicBezTo>
                    <a:pt x="112647" y="48907"/>
                    <a:pt x="114045" y="50184"/>
                    <a:pt x="115565" y="55503"/>
                  </a:cubicBezTo>
                  <a:cubicBezTo>
                    <a:pt x="116841" y="60062"/>
                    <a:pt x="116628" y="63132"/>
                    <a:pt x="122404" y="64044"/>
                  </a:cubicBezTo>
                  <a:cubicBezTo>
                    <a:pt x="128544" y="65047"/>
                    <a:pt x="139486" y="61278"/>
                    <a:pt x="144957" y="64804"/>
                  </a:cubicBezTo>
                  <a:cubicBezTo>
                    <a:pt x="148818" y="67296"/>
                    <a:pt x="153559" y="71643"/>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15"/>
            <p:cNvSpPr/>
            <p:nvPr/>
          </p:nvSpPr>
          <p:spPr>
            <a:xfrm>
              <a:off x="2975000" y="442550"/>
              <a:ext cx="3962100" cy="1789575"/>
            </a:xfrm>
            <a:custGeom>
              <a:rect b="b" l="l" r="r" t="t"/>
              <a:pathLst>
                <a:path extrusionOk="0" fill="none" h="71583" w="158484">
                  <a:moveTo>
                    <a:pt x="0" y="1"/>
                  </a:moveTo>
                  <a:cubicBezTo>
                    <a:pt x="5380" y="2463"/>
                    <a:pt x="11216" y="4043"/>
                    <a:pt x="16900" y="5016"/>
                  </a:cubicBezTo>
                  <a:cubicBezTo>
                    <a:pt x="22797" y="6049"/>
                    <a:pt x="29058" y="8724"/>
                    <a:pt x="34135" y="10457"/>
                  </a:cubicBezTo>
                  <a:cubicBezTo>
                    <a:pt x="39667" y="12372"/>
                    <a:pt x="32037" y="28846"/>
                    <a:pt x="31855" y="32463"/>
                  </a:cubicBezTo>
                  <a:cubicBezTo>
                    <a:pt x="31672" y="36597"/>
                    <a:pt x="40852" y="44712"/>
                    <a:pt x="45503" y="44074"/>
                  </a:cubicBezTo>
                  <a:cubicBezTo>
                    <a:pt x="54165" y="42889"/>
                    <a:pt x="59606" y="32038"/>
                    <a:pt x="69090" y="30335"/>
                  </a:cubicBezTo>
                  <a:cubicBezTo>
                    <a:pt x="77479" y="28846"/>
                    <a:pt x="87388" y="31703"/>
                    <a:pt x="92646" y="36566"/>
                  </a:cubicBezTo>
                  <a:cubicBezTo>
                    <a:pt x="97084" y="40670"/>
                    <a:pt x="98908" y="48634"/>
                    <a:pt x="107084" y="48725"/>
                  </a:cubicBezTo>
                  <a:cubicBezTo>
                    <a:pt x="112890" y="48816"/>
                    <a:pt x="114501" y="49910"/>
                    <a:pt x="116203" y="55229"/>
                  </a:cubicBezTo>
                  <a:cubicBezTo>
                    <a:pt x="117571" y="59606"/>
                    <a:pt x="117297" y="62555"/>
                    <a:pt x="122951" y="63436"/>
                  </a:cubicBezTo>
                  <a:cubicBezTo>
                    <a:pt x="129030" y="64378"/>
                    <a:pt x="139851" y="60944"/>
                    <a:pt x="145200" y="64622"/>
                  </a:cubicBezTo>
                  <a:cubicBezTo>
                    <a:pt x="148939" y="67205"/>
                    <a:pt x="153590" y="7158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15"/>
            <p:cNvSpPr/>
            <p:nvPr/>
          </p:nvSpPr>
          <p:spPr>
            <a:xfrm>
              <a:off x="2975000" y="442550"/>
              <a:ext cx="3962850" cy="1785000"/>
            </a:xfrm>
            <a:custGeom>
              <a:rect b="b" l="l" r="r" t="t"/>
              <a:pathLst>
                <a:path extrusionOk="0" fill="none" h="71400" w="158514">
                  <a:moveTo>
                    <a:pt x="0" y="1"/>
                  </a:moveTo>
                  <a:cubicBezTo>
                    <a:pt x="5411" y="2432"/>
                    <a:pt x="11307" y="3952"/>
                    <a:pt x="17052" y="4803"/>
                  </a:cubicBezTo>
                  <a:cubicBezTo>
                    <a:pt x="22949" y="5685"/>
                    <a:pt x="29028" y="8967"/>
                    <a:pt x="34682" y="9362"/>
                  </a:cubicBezTo>
                  <a:cubicBezTo>
                    <a:pt x="42007" y="9849"/>
                    <a:pt x="33557" y="28360"/>
                    <a:pt x="32858" y="31065"/>
                  </a:cubicBezTo>
                  <a:cubicBezTo>
                    <a:pt x="31308" y="36931"/>
                    <a:pt x="41095" y="43801"/>
                    <a:pt x="46141" y="42676"/>
                  </a:cubicBezTo>
                  <a:cubicBezTo>
                    <a:pt x="54925" y="40761"/>
                    <a:pt x="60731" y="31703"/>
                    <a:pt x="70245" y="29819"/>
                  </a:cubicBezTo>
                  <a:cubicBezTo>
                    <a:pt x="78451" y="28177"/>
                    <a:pt x="88573" y="30731"/>
                    <a:pt x="93497" y="35563"/>
                  </a:cubicBezTo>
                  <a:cubicBezTo>
                    <a:pt x="97753" y="39728"/>
                    <a:pt x="98969" y="48725"/>
                    <a:pt x="107419" y="48755"/>
                  </a:cubicBezTo>
                  <a:cubicBezTo>
                    <a:pt x="113163" y="48755"/>
                    <a:pt x="115018" y="49667"/>
                    <a:pt x="116872" y="54956"/>
                  </a:cubicBezTo>
                  <a:cubicBezTo>
                    <a:pt x="118331" y="59181"/>
                    <a:pt x="118027" y="61977"/>
                    <a:pt x="123559" y="62798"/>
                  </a:cubicBezTo>
                  <a:cubicBezTo>
                    <a:pt x="129638" y="63710"/>
                    <a:pt x="140459" y="60579"/>
                    <a:pt x="145504" y="64470"/>
                  </a:cubicBezTo>
                  <a:cubicBezTo>
                    <a:pt x="148939" y="67144"/>
                    <a:pt x="153802" y="7140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15"/>
            <p:cNvSpPr/>
            <p:nvPr/>
          </p:nvSpPr>
          <p:spPr>
            <a:xfrm>
              <a:off x="2975000" y="442550"/>
              <a:ext cx="3962100" cy="1781975"/>
            </a:xfrm>
            <a:custGeom>
              <a:rect b="b" l="l" r="r" t="t"/>
              <a:pathLst>
                <a:path extrusionOk="0" fill="none" h="71279" w="158484">
                  <a:moveTo>
                    <a:pt x="0" y="1"/>
                  </a:moveTo>
                  <a:cubicBezTo>
                    <a:pt x="5471" y="2402"/>
                    <a:pt x="11247" y="3922"/>
                    <a:pt x="17174" y="4560"/>
                  </a:cubicBezTo>
                  <a:cubicBezTo>
                    <a:pt x="23253" y="5198"/>
                    <a:pt x="29514" y="8420"/>
                    <a:pt x="35107" y="8177"/>
                  </a:cubicBezTo>
                  <a:cubicBezTo>
                    <a:pt x="44044" y="7782"/>
                    <a:pt x="35290" y="26718"/>
                    <a:pt x="34256" y="29089"/>
                  </a:cubicBezTo>
                  <a:cubicBezTo>
                    <a:pt x="31369" y="35959"/>
                    <a:pt x="40578" y="42980"/>
                    <a:pt x="46658" y="41247"/>
                  </a:cubicBezTo>
                  <a:cubicBezTo>
                    <a:pt x="55533" y="38785"/>
                    <a:pt x="61947" y="31490"/>
                    <a:pt x="71369" y="29180"/>
                  </a:cubicBezTo>
                  <a:cubicBezTo>
                    <a:pt x="79424" y="27174"/>
                    <a:pt x="89819" y="29697"/>
                    <a:pt x="94470" y="34439"/>
                  </a:cubicBezTo>
                  <a:cubicBezTo>
                    <a:pt x="98482" y="38573"/>
                    <a:pt x="99090" y="48785"/>
                    <a:pt x="107753" y="48694"/>
                  </a:cubicBezTo>
                  <a:cubicBezTo>
                    <a:pt x="113407" y="48634"/>
                    <a:pt x="115504" y="49424"/>
                    <a:pt x="117510" y="54652"/>
                  </a:cubicBezTo>
                  <a:cubicBezTo>
                    <a:pt x="119060" y="58694"/>
                    <a:pt x="118665" y="61400"/>
                    <a:pt x="124167" y="62160"/>
                  </a:cubicBezTo>
                  <a:cubicBezTo>
                    <a:pt x="130246" y="62980"/>
                    <a:pt x="140793" y="60245"/>
                    <a:pt x="145717" y="64257"/>
                  </a:cubicBezTo>
                  <a:cubicBezTo>
                    <a:pt x="149061" y="66962"/>
                    <a:pt x="153802" y="71278"/>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15"/>
            <p:cNvSpPr/>
            <p:nvPr/>
          </p:nvSpPr>
          <p:spPr>
            <a:xfrm>
              <a:off x="2975000" y="442550"/>
              <a:ext cx="3962850" cy="1781200"/>
            </a:xfrm>
            <a:custGeom>
              <a:rect b="b" l="l" r="r" t="t"/>
              <a:pathLst>
                <a:path extrusionOk="0" fill="none" h="71248" w="158514">
                  <a:moveTo>
                    <a:pt x="0" y="1"/>
                  </a:moveTo>
                  <a:cubicBezTo>
                    <a:pt x="5502" y="2371"/>
                    <a:pt x="11338" y="3830"/>
                    <a:pt x="17326" y="4347"/>
                  </a:cubicBezTo>
                  <a:cubicBezTo>
                    <a:pt x="23405" y="4833"/>
                    <a:pt x="29484" y="7478"/>
                    <a:pt x="35381" y="7083"/>
                  </a:cubicBezTo>
                  <a:cubicBezTo>
                    <a:pt x="46171" y="6384"/>
                    <a:pt x="37660" y="22007"/>
                    <a:pt x="36080" y="26718"/>
                  </a:cubicBezTo>
                  <a:cubicBezTo>
                    <a:pt x="34560" y="31247"/>
                    <a:pt x="33192" y="34591"/>
                    <a:pt x="37387" y="37934"/>
                  </a:cubicBezTo>
                  <a:cubicBezTo>
                    <a:pt x="40062" y="40032"/>
                    <a:pt x="43983" y="40913"/>
                    <a:pt x="47144" y="39940"/>
                  </a:cubicBezTo>
                  <a:cubicBezTo>
                    <a:pt x="52007" y="38421"/>
                    <a:pt x="55959" y="34864"/>
                    <a:pt x="60548" y="32524"/>
                  </a:cubicBezTo>
                  <a:cubicBezTo>
                    <a:pt x="64409" y="30579"/>
                    <a:pt x="68360" y="29758"/>
                    <a:pt x="72403" y="28512"/>
                  </a:cubicBezTo>
                  <a:cubicBezTo>
                    <a:pt x="80275" y="26080"/>
                    <a:pt x="91187" y="28724"/>
                    <a:pt x="95503" y="33314"/>
                  </a:cubicBezTo>
                  <a:cubicBezTo>
                    <a:pt x="99303" y="37296"/>
                    <a:pt x="99212" y="48877"/>
                    <a:pt x="108118" y="48694"/>
                  </a:cubicBezTo>
                  <a:cubicBezTo>
                    <a:pt x="113589" y="48573"/>
                    <a:pt x="115990" y="49302"/>
                    <a:pt x="118148" y="54409"/>
                  </a:cubicBezTo>
                  <a:cubicBezTo>
                    <a:pt x="119820" y="58299"/>
                    <a:pt x="119364" y="60974"/>
                    <a:pt x="124805" y="61612"/>
                  </a:cubicBezTo>
                  <a:cubicBezTo>
                    <a:pt x="130519" y="62281"/>
                    <a:pt x="141249" y="59819"/>
                    <a:pt x="145991" y="64135"/>
                  </a:cubicBezTo>
                  <a:cubicBezTo>
                    <a:pt x="149213" y="67023"/>
                    <a:pt x="153863" y="71248"/>
                    <a:pt x="158514" y="68695"/>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15"/>
            <p:cNvSpPr/>
            <p:nvPr/>
          </p:nvSpPr>
          <p:spPr>
            <a:xfrm>
              <a:off x="2975000" y="442550"/>
              <a:ext cx="3962100" cy="1777400"/>
            </a:xfrm>
            <a:custGeom>
              <a:rect b="b" l="l" r="r" t="t"/>
              <a:pathLst>
                <a:path extrusionOk="0" fill="none" h="71096" w="158484">
                  <a:moveTo>
                    <a:pt x="0" y="1"/>
                  </a:moveTo>
                  <a:cubicBezTo>
                    <a:pt x="5532" y="2341"/>
                    <a:pt x="11429" y="3739"/>
                    <a:pt x="17447" y="4104"/>
                  </a:cubicBezTo>
                  <a:cubicBezTo>
                    <a:pt x="23496" y="4469"/>
                    <a:pt x="29484" y="6596"/>
                    <a:pt x="35533" y="6049"/>
                  </a:cubicBezTo>
                  <a:cubicBezTo>
                    <a:pt x="47357" y="4955"/>
                    <a:pt x="40822" y="16809"/>
                    <a:pt x="38208" y="23983"/>
                  </a:cubicBezTo>
                  <a:cubicBezTo>
                    <a:pt x="36657" y="28329"/>
                    <a:pt x="33557" y="33253"/>
                    <a:pt x="37691" y="36962"/>
                  </a:cubicBezTo>
                  <a:cubicBezTo>
                    <a:pt x="40244" y="39272"/>
                    <a:pt x="44591" y="39636"/>
                    <a:pt x="47661" y="38603"/>
                  </a:cubicBezTo>
                  <a:cubicBezTo>
                    <a:pt x="52646" y="36931"/>
                    <a:pt x="56901" y="33557"/>
                    <a:pt x="61764" y="31460"/>
                  </a:cubicBezTo>
                  <a:cubicBezTo>
                    <a:pt x="65533" y="29819"/>
                    <a:pt x="69576" y="29150"/>
                    <a:pt x="73375" y="27721"/>
                  </a:cubicBezTo>
                  <a:cubicBezTo>
                    <a:pt x="80974" y="24864"/>
                    <a:pt x="92464" y="27721"/>
                    <a:pt x="96659" y="32068"/>
                  </a:cubicBezTo>
                  <a:cubicBezTo>
                    <a:pt x="100884" y="36445"/>
                    <a:pt x="98634" y="48512"/>
                    <a:pt x="108452" y="48664"/>
                  </a:cubicBezTo>
                  <a:cubicBezTo>
                    <a:pt x="114014" y="48755"/>
                    <a:pt x="116416" y="49150"/>
                    <a:pt x="118756" y="54105"/>
                  </a:cubicBezTo>
                  <a:cubicBezTo>
                    <a:pt x="120550" y="57874"/>
                    <a:pt x="120002" y="60488"/>
                    <a:pt x="125413" y="61035"/>
                  </a:cubicBezTo>
                  <a:cubicBezTo>
                    <a:pt x="131158" y="61643"/>
                    <a:pt x="141553" y="59454"/>
                    <a:pt x="146234" y="63922"/>
                  </a:cubicBezTo>
                  <a:cubicBezTo>
                    <a:pt x="149334" y="66871"/>
                    <a:pt x="153894" y="71096"/>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15"/>
            <p:cNvSpPr/>
            <p:nvPr/>
          </p:nvSpPr>
          <p:spPr>
            <a:xfrm>
              <a:off x="2975000" y="442550"/>
              <a:ext cx="3962850" cy="1775125"/>
            </a:xfrm>
            <a:custGeom>
              <a:rect b="b" l="l" r="r" t="t"/>
              <a:pathLst>
                <a:path extrusionOk="0" fill="none" h="71005" w="158514">
                  <a:moveTo>
                    <a:pt x="0" y="1"/>
                  </a:moveTo>
                  <a:cubicBezTo>
                    <a:pt x="5593" y="2311"/>
                    <a:pt x="11520" y="3648"/>
                    <a:pt x="17569" y="3861"/>
                  </a:cubicBezTo>
                  <a:cubicBezTo>
                    <a:pt x="23587" y="4074"/>
                    <a:pt x="29636" y="5837"/>
                    <a:pt x="35594" y="5046"/>
                  </a:cubicBezTo>
                  <a:cubicBezTo>
                    <a:pt x="47569" y="3466"/>
                    <a:pt x="43800" y="12280"/>
                    <a:pt x="40578" y="20974"/>
                  </a:cubicBezTo>
                  <a:cubicBezTo>
                    <a:pt x="39059" y="25107"/>
                    <a:pt x="34773" y="31916"/>
                    <a:pt x="38268" y="35867"/>
                  </a:cubicBezTo>
                  <a:cubicBezTo>
                    <a:pt x="40548" y="38451"/>
                    <a:pt x="45381" y="38208"/>
                    <a:pt x="48238" y="37296"/>
                  </a:cubicBezTo>
                  <a:cubicBezTo>
                    <a:pt x="53405" y="35624"/>
                    <a:pt x="57965" y="32281"/>
                    <a:pt x="63102" y="30366"/>
                  </a:cubicBezTo>
                  <a:cubicBezTo>
                    <a:pt x="66780" y="28968"/>
                    <a:pt x="70701" y="28420"/>
                    <a:pt x="74257" y="26840"/>
                  </a:cubicBezTo>
                  <a:cubicBezTo>
                    <a:pt x="81552" y="23588"/>
                    <a:pt x="94075" y="26779"/>
                    <a:pt x="97935" y="30791"/>
                  </a:cubicBezTo>
                  <a:cubicBezTo>
                    <a:pt x="101887" y="34895"/>
                    <a:pt x="98938" y="48542"/>
                    <a:pt x="108817" y="48664"/>
                  </a:cubicBezTo>
                  <a:cubicBezTo>
                    <a:pt x="114227" y="48694"/>
                    <a:pt x="116872" y="49029"/>
                    <a:pt x="119364" y="53801"/>
                  </a:cubicBezTo>
                  <a:cubicBezTo>
                    <a:pt x="121249" y="57448"/>
                    <a:pt x="120702" y="60032"/>
                    <a:pt x="126021" y="60518"/>
                  </a:cubicBezTo>
                  <a:cubicBezTo>
                    <a:pt x="131826" y="61035"/>
                    <a:pt x="141857" y="59120"/>
                    <a:pt x="146507" y="63771"/>
                  </a:cubicBezTo>
                  <a:cubicBezTo>
                    <a:pt x="149456" y="66719"/>
                    <a:pt x="153924" y="7100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15"/>
            <p:cNvSpPr/>
            <p:nvPr/>
          </p:nvSpPr>
          <p:spPr>
            <a:xfrm>
              <a:off x="2975000" y="442550"/>
              <a:ext cx="3962850" cy="1772850"/>
            </a:xfrm>
            <a:custGeom>
              <a:rect b="b" l="l" r="r" t="t"/>
              <a:pathLst>
                <a:path extrusionOk="0" fill="none" h="70914" w="158514">
                  <a:moveTo>
                    <a:pt x="0" y="1"/>
                  </a:moveTo>
                  <a:cubicBezTo>
                    <a:pt x="5623" y="2280"/>
                    <a:pt x="11611" y="3526"/>
                    <a:pt x="17690" y="3648"/>
                  </a:cubicBezTo>
                  <a:cubicBezTo>
                    <a:pt x="23648" y="3709"/>
                    <a:pt x="29636" y="5016"/>
                    <a:pt x="35563" y="4104"/>
                  </a:cubicBezTo>
                  <a:cubicBezTo>
                    <a:pt x="47022" y="2371"/>
                    <a:pt x="46627" y="7843"/>
                    <a:pt x="43101" y="17812"/>
                  </a:cubicBezTo>
                  <a:cubicBezTo>
                    <a:pt x="41733" y="21612"/>
                    <a:pt x="36232" y="30670"/>
                    <a:pt x="39028" y="34621"/>
                  </a:cubicBezTo>
                  <a:cubicBezTo>
                    <a:pt x="41004" y="37387"/>
                    <a:pt x="46293" y="36901"/>
                    <a:pt x="48968" y="35989"/>
                  </a:cubicBezTo>
                  <a:cubicBezTo>
                    <a:pt x="57235" y="33071"/>
                    <a:pt x="67235" y="29667"/>
                    <a:pt x="75108" y="25867"/>
                  </a:cubicBezTo>
                  <a:cubicBezTo>
                    <a:pt x="82008" y="22524"/>
                    <a:pt x="95655" y="25746"/>
                    <a:pt x="99303" y="29484"/>
                  </a:cubicBezTo>
                  <a:cubicBezTo>
                    <a:pt x="103042" y="33284"/>
                    <a:pt x="99546" y="48573"/>
                    <a:pt x="109242" y="48573"/>
                  </a:cubicBezTo>
                  <a:cubicBezTo>
                    <a:pt x="114379" y="48573"/>
                    <a:pt x="117328" y="48968"/>
                    <a:pt x="119942" y="53527"/>
                  </a:cubicBezTo>
                  <a:cubicBezTo>
                    <a:pt x="121948" y="57023"/>
                    <a:pt x="121340" y="59606"/>
                    <a:pt x="126629" y="60032"/>
                  </a:cubicBezTo>
                  <a:cubicBezTo>
                    <a:pt x="132495" y="60488"/>
                    <a:pt x="142130" y="58725"/>
                    <a:pt x="146751" y="63558"/>
                  </a:cubicBezTo>
                  <a:cubicBezTo>
                    <a:pt x="149608" y="66567"/>
                    <a:pt x="153985" y="70913"/>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15"/>
            <p:cNvSpPr/>
            <p:nvPr/>
          </p:nvSpPr>
          <p:spPr>
            <a:xfrm>
              <a:off x="2975000" y="442550"/>
              <a:ext cx="3962100" cy="1769800"/>
            </a:xfrm>
            <a:custGeom>
              <a:rect b="b" l="l" r="r" t="t"/>
              <a:pathLst>
                <a:path extrusionOk="0" fill="none" h="70792" w="158484">
                  <a:moveTo>
                    <a:pt x="0" y="1"/>
                  </a:moveTo>
                  <a:cubicBezTo>
                    <a:pt x="5654" y="2280"/>
                    <a:pt x="11703" y="3435"/>
                    <a:pt x="17812" y="3405"/>
                  </a:cubicBezTo>
                  <a:cubicBezTo>
                    <a:pt x="23709" y="3344"/>
                    <a:pt x="29606" y="4165"/>
                    <a:pt x="35502" y="3192"/>
                  </a:cubicBezTo>
                  <a:cubicBezTo>
                    <a:pt x="37660" y="2858"/>
                    <a:pt x="42463" y="1976"/>
                    <a:pt x="44621" y="2949"/>
                  </a:cubicBezTo>
                  <a:cubicBezTo>
                    <a:pt x="49545" y="5168"/>
                    <a:pt x="46840" y="10913"/>
                    <a:pt x="45624" y="14742"/>
                  </a:cubicBezTo>
                  <a:cubicBezTo>
                    <a:pt x="43557" y="21369"/>
                    <a:pt x="34135" y="40001"/>
                    <a:pt x="49819" y="34652"/>
                  </a:cubicBezTo>
                  <a:cubicBezTo>
                    <a:pt x="58299" y="31734"/>
                    <a:pt x="67935" y="28177"/>
                    <a:pt x="76050" y="24864"/>
                  </a:cubicBezTo>
                  <a:cubicBezTo>
                    <a:pt x="83072" y="21977"/>
                    <a:pt x="96051" y="24347"/>
                    <a:pt x="100762" y="28117"/>
                  </a:cubicBezTo>
                  <a:cubicBezTo>
                    <a:pt x="105716" y="32098"/>
                    <a:pt x="98908" y="48299"/>
                    <a:pt x="109698" y="48482"/>
                  </a:cubicBezTo>
                  <a:cubicBezTo>
                    <a:pt x="114653" y="48573"/>
                    <a:pt x="117753" y="48846"/>
                    <a:pt x="120458" y="53254"/>
                  </a:cubicBezTo>
                  <a:cubicBezTo>
                    <a:pt x="122586" y="56628"/>
                    <a:pt x="121948" y="59242"/>
                    <a:pt x="127176" y="59576"/>
                  </a:cubicBezTo>
                  <a:cubicBezTo>
                    <a:pt x="133133" y="60001"/>
                    <a:pt x="142404" y="58360"/>
                    <a:pt x="146963" y="63375"/>
                  </a:cubicBezTo>
                  <a:cubicBezTo>
                    <a:pt x="149699" y="66385"/>
                    <a:pt x="153985" y="70792"/>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15"/>
            <p:cNvSpPr/>
            <p:nvPr/>
          </p:nvSpPr>
          <p:spPr>
            <a:xfrm>
              <a:off x="2975000" y="442550"/>
              <a:ext cx="3963625" cy="1767525"/>
            </a:xfrm>
            <a:custGeom>
              <a:rect b="b" l="l" r="r" t="t"/>
              <a:pathLst>
                <a:path extrusionOk="0" fill="none" h="70701" w="158545">
                  <a:moveTo>
                    <a:pt x="0" y="1"/>
                  </a:moveTo>
                  <a:cubicBezTo>
                    <a:pt x="5715" y="2250"/>
                    <a:pt x="11794" y="3314"/>
                    <a:pt x="17934" y="3192"/>
                  </a:cubicBezTo>
                  <a:cubicBezTo>
                    <a:pt x="23770" y="2979"/>
                    <a:pt x="29575" y="3314"/>
                    <a:pt x="35411" y="2341"/>
                  </a:cubicBezTo>
                  <a:cubicBezTo>
                    <a:pt x="44439" y="791"/>
                    <a:pt x="50518" y="2371"/>
                    <a:pt x="48147" y="11916"/>
                  </a:cubicBezTo>
                  <a:cubicBezTo>
                    <a:pt x="46627" y="18086"/>
                    <a:pt x="34894" y="38725"/>
                    <a:pt x="50883" y="33253"/>
                  </a:cubicBezTo>
                  <a:cubicBezTo>
                    <a:pt x="59697" y="30244"/>
                    <a:pt x="68482" y="26688"/>
                    <a:pt x="77418" y="23922"/>
                  </a:cubicBezTo>
                  <a:cubicBezTo>
                    <a:pt x="84227" y="21794"/>
                    <a:pt x="97601" y="22585"/>
                    <a:pt x="102312" y="26779"/>
                  </a:cubicBezTo>
                  <a:cubicBezTo>
                    <a:pt x="107510" y="31399"/>
                    <a:pt x="99394" y="48056"/>
                    <a:pt x="110276" y="48330"/>
                  </a:cubicBezTo>
                  <a:cubicBezTo>
                    <a:pt x="115200" y="48451"/>
                    <a:pt x="117966" y="49181"/>
                    <a:pt x="120945" y="52889"/>
                  </a:cubicBezTo>
                  <a:cubicBezTo>
                    <a:pt x="123376" y="55928"/>
                    <a:pt x="122464" y="58877"/>
                    <a:pt x="127784" y="59150"/>
                  </a:cubicBezTo>
                  <a:cubicBezTo>
                    <a:pt x="133711" y="59454"/>
                    <a:pt x="142769" y="58026"/>
                    <a:pt x="147267" y="63223"/>
                  </a:cubicBezTo>
                  <a:cubicBezTo>
                    <a:pt x="149881" y="66202"/>
                    <a:pt x="154076" y="70701"/>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15"/>
            <p:cNvSpPr/>
            <p:nvPr/>
          </p:nvSpPr>
          <p:spPr>
            <a:xfrm>
              <a:off x="2975000" y="442550"/>
              <a:ext cx="3962850" cy="1765250"/>
            </a:xfrm>
            <a:custGeom>
              <a:rect b="b" l="l" r="r" t="t"/>
              <a:pathLst>
                <a:path extrusionOk="0" fill="none" h="70610" w="158514">
                  <a:moveTo>
                    <a:pt x="0" y="1"/>
                  </a:moveTo>
                  <a:cubicBezTo>
                    <a:pt x="5745" y="2219"/>
                    <a:pt x="11885" y="3223"/>
                    <a:pt x="18025" y="2949"/>
                  </a:cubicBezTo>
                  <a:cubicBezTo>
                    <a:pt x="23800" y="2645"/>
                    <a:pt x="29514" y="2493"/>
                    <a:pt x="35259" y="1490"/>
                  </a:cubicBezTo>
                  <a:cubicBezTo>
                    <a:pt x="38056" y="1004"/>
                    <a:pt x="42189" y="396"/>
                    <a:pt x="44986" y="1064"/>
                  </a:cubicBezTo>
                  <a:cubicBezTo>
                    <a:pt x="50183" y="2280"/>
                    <a:pt x="51065" y="4803"/>
                    <a:pt x="50487" y="9454"/>
                  </a:cubicBezTo>
                  <a:cubicBezTo>
                    <a:pt x="49728" y="14986"/>
                    <a:pt x="36627" y="36870"/>
                    <a:pt x="52068" y="31825"/>
                  </a:cubicBezTo>
                  <a:cubicBezTo>
                    <a:pt x="60944" y="28937"/>
                    <a:pt x="69910" y="25533"/>
                    <a:pt x="79029" y="23010"/>
                  </a:cubicBezTo>
                  <a:cubicBezTo>
                    <a:pt x="86111" y="21095"/>
                    <a:pt x="98969" y="21551"/>
                    <a:pt x="103893" y="25472"/>
                  </a:cubicBezTo>
                  <a:cubicBezTo>
                    <a:pt x="109212" y="29697"/>
                    <a:pt x="100093" y="47661"/>
                    <a:pt x="110823" y="48147"/>
                  </a:cubicBezTo>
                  <a:cubicBezTo>
                    <a:pt x="115595" y="48360"/>
                    <a:pt x="118422" y="49120"/>
                    <a:pt x="121431" y="52646"/>
                  </a:cubicBezTo>
                  <a:cubicBezTo>
                    <a:pt x="123923" y="55594"/>
                    <a:pt x="123103" y="58542"/>
                    <a:pt x="128300" y="58786"/>
                  </a:cubicBezTo>
                  <a:cubicBezTo>
                    <a:pt x="134288" y="59059"/>
                    <a:pt x="143042" y="57783"/>
                    <a:pt x="147480" y="63041"/>
                  </a:cubicBezTo>
                  <a:cubicBezTo>
                    <a:pt x="150003" y="65989"/>
                    <a:pt x="154076" y="7061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15"/>
            <p:cNvSpPr/>
            <p:nvPr/>
          </p:nvSpPr>
          <p:spPr>
            <a:xfrm>
              <a:off x="2975000" y="428125"/>
              <a:ext cx="3962850" cy="1777400"/>
            </a:xfrm>
            <a:custGeom>
              <a:rect b="b" l="l" r="r" t="t"/>
              <a:pathLst>
                <a:path extrusionOk="0" fill="none" h="71096" w="158514">
                  <a:moveTo>
                    <a:pt x="0" y="578"/>
                  </a:moveTo>
                  <a:cubicBezTo>
                    <a:pt x="5715" y="2705"/>
                    <a:pt x="12128" y="3769"/>
                    <a:pt x="18146" y="3313"/>
                  </a:cubicBezTo>
                  <a:cubicBezTo>
                    <a:pt x="23861" y="2888"/>
                    <a:pt x="29484" y="2219"/>
                    <a:pt x="35138" y="1246"/>
                  </a:cubicBezTo>
                  <a:cubicBezTo>
                    <a:pt x="42554" y="0"/>
                    <a:pt x="52281" y="1489"/>
                    <a:pt x="52585" y="7994"/>
                  </a:cubicBezTo>
                  <a:cubicBezTo>
                    <a:pt x="52767" y="12523"/>
                    <a:pt x="39211" y="35350"/>
                    <a:pt x="53436" y="30882"/>
                  </a:cubicBezTo>
                  <a:cubicBezTo>
                    <a:pt x="62372" y="28086"/>
                    <a:pt x="71673" y="25137"/>
                    <a:pt x="80914" y="22736"/>
                  </a:cubicBezTo>
                  <a:cubicBezTo>
                    <a:pt x="88604" y="20760"/>
                    <a:pt x="100032" y="21551"/>
                    <a:pt x="105443" y="24803"/>
                  </a:cubicBezTo>
                  <a:cubicBezTo>
                    <a:pt x="111674" y="28511"/>
                    <a:pt x="99941" y="47508"/>
                    <a:pt x="111431" y="48511"/>
                  </a:cubicBezTo>
                  <a:cubicBezTo>
                    <a:pt x="116081" y="48937"/>
                    <a:pt x="118847" y="49606"/>
                    <a:pt x="121887" y="52980"/>
                  </a:cubicBezTo>
                  <a:cubicBezTo>
                    <a:pt x="124440" y="55837"/>
                    <a:pt x="123741" y="58785"/>
                    <a:pt x="128787" y="58998"/>
                  </a:cubicBezTo>
                  <a:cubicBezTo>
                    <a:pt x="134836" y="59271"/>
                    <a:pt x="143316" y="58147"/>
                    <a:pt x="147723" y="63436"/>
                  </a:cubicBezTo>
                  <a:cubicBezTo>
                    <a:pt x="150125" y="66323"/>
                    <a:pt x="154106" y="71095"/>
                    <a:pt x="158514" y="6924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15"/>
            <p:cNvSpPr/>
            <p:nvPr/>
          </p:nvSpPr>
          <p:spPr>
            <a:xfrm>
              <a:off x="2975000" y="412925"/>
              <a:ext cx="3962850" cy="1789550"/>
            </a:xfrm>
            <a:custGeom>
              <a:rect b="b" l="l" r="r" t="t"/>
              <a:pathLst>
                <a:path extrusionOk="0" fill="none" h="71582" w="158514">
                  <a:moveTo>
                    <a:pt x="0" y="1186"/>
                  </a:moveTo>
                  <a:cubicBezTo>
                    <a:pt x="5745" y="3283"/>
                    <a:pt x="12219" y="4286"/>
                    <a:pt x="18238" y="3678"/>
                  </a:cubicBezTo>
                  <a:cubicBezTo>
                    <a:pt x="23891" y="3131"/>
                    <a:pt x="29454" y="1976"/>
                    <a:pt x="35046" y="1034"/>
                  </a:cubicBezTo>
                  <a:cubicBezTo>
                    <a:pt x="41308" y="0"/>
                    <a:pt x="52980" y="638"/>
                    <a:pt x="54317" y="7082"/>
                  </a:cubicBezTo>
                  <a:cubicBezTo>
                    <a:pt x="55260" y="11672"/>
                    <a:pt x="42159" y="33557"/>
                    <a:pt x="54895" y="29879"/>
                  </a:cubicBezTo>
                  <a:cubicBezTo>
                    <a:pt x="64044" y="27204"/>
                    <a:pt x="73588" y="24864"/>
                    <a:pt x="82950" y="22523"/>
                  </a:cubicBezTo>
                  <a:cubicBezTo>
                    <a:pt x="90488" y="20608"/>
                    <a:pt x="101248" y="21186"/>
                    <a:pt x="106932" y="24256"/>
                  </a:cubicBezTo>
                  <a:cubicBezTo>
                    <a:pt x="113862" y="27964"/>
                    <a:pt x="100762" y="47478"/>
                    <a:pt x="112069" y="48876"/>
                  </a:cubicBezTo>
                  <a:cubicBezTo>
                    <a:pt x="116264" y="49363"/>
                    <a:pt x="119729" y="49879"/>
                    <a:pt x="122343" y="53344"/>
                  </a:cubicBezTo>
                  <a:cubicBezTo>
                    <a:pt x="124562" y="56354"/>
                    <a:pt x="124653" y="59089"/>
                    <a:pt x="129273" y="59272"/>
                  </a:cubicBezTo>
                  <a:cubicBezTo>
                    <a:pt x="135352" y="59545"/>
                    <a:pt x="143620" y="58603"/>
                    <a:pt x="147936" y="63861"/>
                  </a:cubicBezTo>
                  <a:cubicBezTo>
                    <a:pt x="150277" y="66688"/>
                    <a:pt x="154137" y="71582"/>
                    <a:pt x="158514" y="6984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15"/>
            <p:cNvSpPr/>
            <p:nvPr/>
          </p:nvSpPr>
          <p:spPr>
            <a:xfrm>
              <a:off x="2975000" y="386325"/>
              <a:ext cx="3962850" cy="1813875"/>
            </a:xfrm>
            <a:custGeom>
              <a:rect b="b" l="l" r="r" t="t"/>
              <a:pathLst>
                <a:path extrusionOk="0" fill="none" h="72555" w="158514">
                  <a:moveTo>
                    <a:pt x="0" y="2250"/>
                  </a:moveTo>
                  <a:cubicBezTo>
                    <a:pt x="5806" y="4286"/>
                    <a:pt x="12371" y="5259"/>
                    <a:pt x="18390" y="4529"/>
                  </a:cubicBezTo>
                  <a:cubicBezTo>
                    <a:pt x="23982" y="3830"/>
                    <a:pt x="29423" y="2250"/>
                    <a:pt x="35046" y="1307"/>
                  </a:cubicBezTo>
                  <a:cubicBezTo>
                    <a:pt x="42767" y="0"/>
                    <a:pt x="52402" y="2067"/>
                    <a:pt x="55685" y="7174"/>
                  </a:cubicBezTo>
                  <a:cubicBezTo>
                    <a:pt x="57570" y="10183"/>
                    <a:pt x="46658" y="32159"/>
                    <a:pt x="56719" y="29271"/>
                  </a:cubicBezTo>
                  <a:cubicBezTo>
                    <a:pt x="65442" y="26748"/>
                    <a:pt x="75746" y="25077"/>
                    <a:pt x="85139" y="22736"/>
                  </a:cubicBezTo>
                  <a:cubicBezTo>
                    <a:pt x="92494" y="20882"/>
                    <a:pt x="102099" y="21338"/>
                    <a:pt x="108300" y="24317"/>
                  </a:cubicBezTo>
                  <a:cubicBezTo>
                    <a:pt x="116477" y="28207"/>
                    <a:pt x="101765" y="47873"/>
                    <a:pt x="112799" y="49636"/>
                  </a:cubicBezTo>
                  <a:cubicBezTo>
                    <a:pt x="116780" y="50275"/>
                    <a:pt x="120215" y="50852"/>
                    <a:pt x="122768" y="54165"/>
                  </a:cubicBezTo>
                  <a:cubicBezTo>
                    <a:pt x="125048" y="57083"/>
                    <a:pt x="125200" y="59849"/>
                    <a:pt x="129729" y="60032"/>
                  </a:cubicBezTo>
                  <a:cubicBezTo>
                    <a:pt x="135839" y="60336"/>
                    <a:pt x="143893" y="59545"/>
                    <a:pt x="148179" y="64773"/>
                  </a:cubicBezTo>
                  <a:cubicBezTo>
                    <a:pt x="150459" y="67539"/>
                    <a:pt x="154167" y="72555"/>
                    <a:pt x="158514" y="7091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15"/>
            <p:cNvSpPr/>
            <p:nvPr/>
          </p:nvSpPr>
          <p:spPr>
            <a:xfrm>
              <a:off x="2975000" y="367325"/>
              <a:ext cx="3962850" cy="1829825"/>
            </a:xfrm>
            <a:custGeom>
              <a:rect b="b" l="l" r="r" t="t"/>
              <a:pathLst>
                <a:path extrusionOk="0" fill="none" h="73193" w="158514">
                  <a:moveTo>
                    <a:pt x="0" y="3010"/>
                  </a:moveTo>
                  <a:cubicBezTo>
                    <a:pt x="5836" y="5016"/>
                    <a:pt x="12432" y="5897"/>
                    <a:pt x="18481" y="5046"/>
                  </a:cubicBezTo>
                  <a:cubicBezTo>
                    <a:pt x="24104" y="4286"/>
                    <a:pt x="29514" y="2067"/>
                    <a:pt x="35077" y="1216"/>
                  </a:cubicBezTo>
                  <a:cubicBezTo>
                    <a:pt x="43010" y="0"/>
                    <a:pt x="51703" y="2584"/>
                    <a:pt x="56719" y="7447"/>
                  </a:cubicBezTo>
                  <a:cubicBezTo>
                    <a:pt x="60123" y="10791"/>
                    <a:pt x="50335" y="30396"/>
                    <a:pt x="58998" y="28360"/>
                  </a:cubicBezTo>
                  <a:cubicBezTo>
                    <a:pt x="67722" y="26293"/>
                    <a:pt x="78056" y="25016"/>
                    <a:pt x="87357" y="22615"/>
                  </a:cubicBezTo>
                  <a:cubicBezTo>
                    <a:pt x="94531" y="20761"/>
                    <a:pt x="103224" y="21065"/>
                    <a:pt x="109546" y="24104"/>
                  </a:cubicBezTo>
                  <a:cubicBezTo>
                    <a:pt x="118209" y="28268"/>
                    <a:pt x="103376" y="47965"/>
                    <a:pt x="113559" y="50062"/>
                  </a:cubicBezTo>
                  <a:cubicBezTo>
                    <a:pt x="117328" y="50822"/>
                    <a:pt x="120671" y="51551"/>
                    <a:pt x="123194" y="54682"/>
                  </a:cubicBezTo>
                  <a:cubicBezTo>
                    <a:pt x="125474" y="57539"/>
                    <a:pt x="125717" y="60305"/>
                    <a:pt x="130155" y="60518"/>
                  </a:cubicBezTo>
                  <a:cubicBezTo>
                    <a:pt x="136295" y="60852"/>
                    <a:pt x="144137" y="60214"/>
                    <a:pt x="148392" y="65381"/>
                  </a:cubicBezTo>
                  <a:cubicBezTo>
                    <a:pt x="150611" y="68056"/>
                    <a:pt x="154228" y="73193"/>
                    <a:pt x="158514" y="7167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15"/>
            <p:cNvSpPr/>
            <p:nvPr/>
          </p:nvSpPr>
          <p:spPr>
            <a:xfrm>
              <a:off x="2975000" y="347575"/>
              <a:ext cx="3962850" cy="1845775"/>
            </a:xfrm>
            <a:custGeom>
              <a:rect b="b" l="l" r="r" t="t"/>
              <a:pathLst>
                <a:path extrusionOk="0" fill="none" h="73831" w="158514">
                  <a:moveTo>
                    <a:pt x="0" y="3800"/>
                  </a:moveTo>
                  <a:cubicBezTo>
                    <a:pt x="5867" y="5775"/>
                    <a:pt x="12554" y="6566"/>
                    <a:pt x="18602" y="5623"/>
                  </a:cubicBezTo>
                  <a:cubicBezTo>
                    <a:pt x="24256" y="4711"/>
                    <a:pt x="29575" y="1915"/>
                    <a:pt x="35229" y="1125"/>
                  </a:cubicBezTo>
                  <a:cubicBezTo>
                    <a:pt x="43284" y="0"/>
                    <a:pt x="51217" y="3404"/>
                    <a:pt x="57448" y="7903"/>
                  </a:cubicBezTo>
                  <a:cubicBezTo>
                    <a:pt x="62129" y="11247"/>
                    <a:pt x="59454" y="16353"/>
                    <a:pt x="58421" y="20852"/>
                  </a:cubicBezTo>
                  <a:cubicBezTo>
                    <a:pt x="57782" y="23587"/>
                    <a:pt x="56506" y="28420"/>
                    <a:pt x="61582" y="27599"/>
                  </a:cubicBezTo>
                  <a:cubicBezTo>
                    <a:pt x="70305" y="26171"/>
                    <a:pt x="80366" y="24925"/>
                    <a:pt x="89516" y="22493"/>
                  </a:cubicBezTo>
                  <a:cubicBezTo>
                    <a:pt x="96628" y="20639"/>
                    <a:pt x="104501" y="20700"/>
                    <a:pt x="110732" y="23952"/>
                  </a:cubicBezTo>
                  <a:cubicBezTo>
                    <a:pt x="119698" y="28663"/>
                    <a:pt x="104501" y="47600"/>
                    <a:pt x="114379" y="50487"/>
                  </a:cubicBezTo>
                  <a:cubicBezTo>
                    <a:pt x="117996" y="51551"/>
                    <a:pt x="121157" y="52250"/>
                    <a:pt x="123619" y="55229"/>
                  </a:cubicBezTo>
                  <a:cubicBezTo>
                    <a:pt x="125899" y="57995"/>
                    <a:pt x="126203" y="60791"/>
                    <a:pt x="130550" y="61065"/>
                  </a:cubicBezTo>
                  <a:cubicBezTo>
                    <a:pt x="136659" y="61399"/>
                    <a:pt x="144380" y="60913"/>
                    <a:pt x="148605" y="65989"/>
                  </a:cubicBezTo>
                  <a:cubicBezTo>
                    <a:pt x="150793" y="68603"/>
                    <a:pt x="154258" y="73831"/>
                    <a:pt x="158514" y="7246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15"/>
            <p:cNvSpPr/>
            <p:nvPr/>
          </p:nvSpPr>
          <p:spPr>
            <a:xfrm>
              <a:off x="2975000" y="324000"/>
              <a:ext cx="3962850" cy="1867075"/>
            </a:xfrm>
            <a:custGeom>
              <a:rect b="b" l="l" r="r" t="t"/>
              <a:pathLst>
                <a:path extrusionOk="0" fill="none" h="74683" w="158514">
                  <a:moveTo>
                    <a:pt x="0" y="4743"/>
                  </a:moveTo>
                  <a:cubicBezTo>
                    <a:pt x="5897" y="6688"/>
                    <a:pt x="12645" y="7387"/>
                    <a:pt x="18724" y="6323"/>
                  </a:cubicBezTo>
                  <a:cubicBezTo>
                    <a:pt x="24469" y="5290"/>
                    <a:pt x="29758" y="1977"/>
                    <a:pt x="35502" y="1156"/>
                  </a:cubicBezTo>
                  <a:cubicBezTo>
                    <a:pt x="43466" y="1"/>
                    <a:pt x="51460" y="4682"/>
                    <a:pt x="57934" y="8572"/>
                  </a:cubicBezTo>
                  <a:cubicBezTo>
                    <a:pt x="62858" y="11521"/>
                    <a:pt x="62099" y="15411"/>
                    <a:pt x="61339" y="20153"/>
                  </a:cubicBezTo>
                  <a:cubicBezTo>
                    <a:pt x="60883" y="22919"/>
                    <a:pt x="59576" y="27448"/>
                    <a:pt x="64378" y="27144"/>
                  </a:cubicBezTo>
                  <a:cubicBezTo>
                    <a:pt x="73223" y="26597"/>
                    <a:pt x="82737" y="24834"/>
                    <a:pt x="91643" y="22494"/>
                  </a:cubicBezTo>
                  <a:cubicBezTo>
                    <a:pt x="98817" y="20609"/>
                    <a:pt x="105747" y="20366"/>
                    <a:pt x="111856" y="23983"/>
                  </a:cubicBezTo>
                  <a:cubicBezTo>
                    <a:pt x="120519" y="29120"/>
                    <a:pt x="105990" y="47296"/>
                    <a:pt x="115230" y="51035"/>
                  </a:cubicBezTo>
                  <a:cubicBezTo>
                    <a:pt x="118543" y="52372"/>
                    <a:pt x="121705" y="53072"/>
                    <a:pt x="124045" y="55898"/>
                  </a:cubicBezTo>
                  <a:cubicBezTo>
                    <a:pt x="126325" y="58634"/>
                    <a:pt x="126659" y="61461"/>
                    <a:pt x="130914" y="61765"/>
                  </a:cubicBezTo>
                  <a:cubicBezTo>
                    <a:pt x="136994" y="62160"/>
                    <a:pt x="144593" y="61825"/>
                    <a:pt x="148818" y="66810"/>
                  </a:cubicBezTo>
                  <a:cubicBezTo>
                    <a:pt x="150945" y="69364"/>
                    <a:pt x="154289" y="74683"/>
                    <a:pt x="158514" y="73406"/>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15"/>
            <p:cNvSpPr/>
            <p:nvPr/>
          </p:nvSpPr>
          <p:spPr>
            <a:xfrm>
              <a:off x="2975000" y="297425"/>
              <a:ext cx="3962850" cy="1890625"/>
            </a:xfrm>
            <a:custGeom>
              <a:rect b="b" l="l" r="r" t="t"/>
              <a:pathLst>
                <a:path extrusionOk="0" fill="none" h="75625" w="158514">
                  <a:moveTo>
                    <a:pt x="0" y="5806"/>
                  </a:moveTo>
                  <a:cubicBezTo>
                    <a:pt x="5927" y="7690"/>
                    <a:pt x="12918" y="8450"/>
                    <a:pt x="18815" y="7173"/>
                  </a:cubicBezTo>
                  <a:cubicBezTo>
                    <a:pt x="24530" y="5927"/>
                    <a:pt x="30122" y="2128"/>
                    <a:pt x="35928" y="1216"/>
                  </a:cubicBezTo>
                  <a:cubicBezTo>
                    <a:pt x="43648" y="0"/>
                    <a:pt x="52494" y="5593"/>
                    <a:pt x="58178" y="9392"/>
                  </a:cubicBezTo>
                  <a:cubicBezTo>
                    <a:pt x="62585" y="12310"/>
                    <a:pt x="64226" y="14347"/>
                    <a:pt x="64074" y="19940"/>
                  </a:cubicBezTo>
                  <a:cubicBezTo>
                    <a:pt x="64014" y="22797"/>
                    <a:pt x="62828" y="26839"/>
                    <a:pt x="67296" y="27022"/>
                  </a:cubicBezTo>
                  <a:cubicBezTo>
                    <a:pt x="76081" y="27417"/>
                    <a:pt x="85199" y="24560"/>
                    <a:pt x="93589" y="22584"/>
                  </a:cubicBezTo>
                  <a:cubicBezTo>
                    <a:pt x="100975" y="20851"/>
                    <a:pt x="106598" y="19879"/>
                    <a:pt x="112920" y="24165"/>
                  </a:cubicBezTo>
                  <a:cubicBezTo>
                    <a:pt x="121188" y="29788"/>
                    <a:pt x="107753" y="47113"/>
                    <a:pt x="116142" y="51673"/>
                  </a:cubicBezTo>
                  <a:cubicBezTo>
                    <a:pt x="119030" y="53223"/>
                    <a:pt x="122221" y="54013"/>
                    <a:pt x="124501" y="56718"/>
                  </a:cubicBezTo>
                  <a:cubicBezTo>
                    <a:pt x="126781" y="59423"/>
                    <a:pt x="127115" y="62281"/>
                    <a:pt x="131279" y="62615"/>
                  </a:cubicBezTo>
                  <a:cubicBezTo>
                    <a:pt x="137358" y="63101"/>
                    <a:pt x="144836" y="62828"/>
                    <a:pt x="149030" y="67752"/>
                  </a:cubicBezTo>
                  <a:cubicBezTo>
                    <a:pt x="151158" y="70244"/>
                    <a:pt x="154350" y="75624"/>
                    <a:pt x="158514" y="7446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15"/>
            <p:cNvSpPr/>
            <p:nvPr/>
          </p:nvSpPr>
          <p:spPr>
            <a:xfrm>
              <a:off x="2975000" y="270050"/>
              <a:ext cx="3962100" cy="1914200"/>
            </a:xfrm>
            <a:custGeom>
              <a:rect b="b" l="l" r="r" t="t"/>
              <a:pathLst>
                <a:path extrusionOk="0" fill="none" h="76568" w="158484">
                  <a:moveTo>
                    <a:pt x="0" y="6901"/>
                  </a:moveTo>
                  <a:cubicBezTo>
                    <a:pt x="5988" y="8785"/>
                    <a:pt x="13040" y="9484"/>
                    <a:pt x="18937" y="8025"/>
                  </a:cubicBezTo>
                  <a:cubicBezTo>
                    <a:pt x="24803" y="6627"/>
                    <a:pt x="30396" y="2402"/>
                    <a:pt x="36414" y="1338"/>
                  </a:cubicBezTo>
                  <a:cubicBezTo>
                    <a:pt x="44013" y="1"/>
                    <a:pt x="52463" y="6688"/>
                    <a:pt x="58208" y="10244"/>
                  </a:cubicBezTo>
                  <a:cubicBezTo>
                    <a:pt x="62676" y="13010"/>
                    <a:pt x="65138" y="14925"/>
                    <a:pt x="66476" y="20092"/>
                  </a:cubicBezTo>
                  <a:cubicBezTo>
                    <a:pt x="67235" y="22980"/>
                    <a:pt x="65868" y="26536"/>
                    <a:pt x="70214" y="27144"/>
                  </a:cubicBezTo>
                  <a:cubicBezTo>
                    <a:pt x="78695" y="28329"/>
                    <a:pt x="87753" y="24104"/>
                    <a:pt x="95351" y="22646"/>
                  </a:cubicBezTo>
                  <a:cubicBezTo>
                    <a:pt x="102950" y="21187"/>
                    <a:pt x="107327" y="19150"/>
                    <a:pt x="113893" y="24408"/>
                  </a:cubicBezTo>
                  <a:cubicBezTo>
                    <a:pt x="121309" y="30366"/>
                    <a:pt x="109668" y="47023"/>
                    <a:pt x="117084" y="52251"/>
                  </a:cubicBezTo>
                  <a:cubicBezTo>
                    <a:pt x="119577" y="54014"/>
                    <a:pt x="122586" y="54956"/>
                    <a:pt x="125018" y="57418"/>
                  </a:cubicBezTo>
                  <a:cubicBezTo>
                    <a:pt x="127419" y="59880"/>
                    <a:pt x="127145" y="63011"/>
                    <a:pt x="131614" y="63436"/>
                  </a:cubicBezTo>
                  <a:cubicBezTo>
                    <a:pt x="137602" y="64014"/>
                    <a:pt x="144988" y="63832"/>
                    <a:pt x="149213" y="68695"/>
                  </a:cubicBezTo>
                  <a:cubicBezTo>
                    <a:pt x="151310" y="71126"/>
                    <a:pt x="154410" y="76567"/>
                    <a:pt x="158483" y="755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15"/>
            <p:cNvSpPr/>
            <p:nvPr/>
          </p:nvSpPr>
          <p:spPr>
            <a:xfrm>
              <a:off x="2975000" y="244975"/>
              <a:ext cx="3962100" cy="1937000"/>
            </a:xfrm>
            <a:custGeom>
              <a:rect b="b" l="l" r="r" t="t"/>
              <a:pathLst>
                <a:path extrusionOk="0" fill="none" h="77480" w="158484">
                  <a:moveTo>
                    <a:pt x="0" y="7904"/>
                  </a:moveTo>
                  <a:cubicBezTo>
                    <a:pt x="6019" y="9758"/>
                    <a:pt x="13162" y="10366"/>
                    <a:pt x="19058" y="8815"/>
                  </a:cubicBezTo>
                  <a:cubicBezTo>
                    <a:pt x="25077" y="7204"/>
                    <a:pt x="30730" y="2554"/>
                    <a:pt x="36992" y="1429"/>
                  </a:cubicBezTo>
                  <a:cubicBezTo>
                    <a:pt x="44773" y="1"/>
                    <a:pt x="52038" y="7296"/>
                    <a:pt x="58086" y="10974"/>
                  </a:cubicBezTo>
                  <a:cubicBezTo>
                    <a:pt x="62463" y="13618"/>
                    <a:pt x="66111" y="15806"/>
                    <a:pt x="68482" y="20457"/>
                  </a:cubicBezTo>
                  <a:cubicBezTo>
                    <a:pt x="69910" y="23253"/>
                    <a:pt x="69090" y="26475"/>
                    <a:pt x="73041" y="27387"/>
                  </a:cubicBezTo>
                  <a:cubicBezTo>
                    <a:pt x="81005" y="29180"/>
                    <a:pt x="90002" y="23679"/>
                    <a:pt x="96841" y="22615"/>
                  </a:cubicBezTo>
                  <a:cubicBezTo>
                    <a:pt x="104622" y="21399"/>
                    <a:pt x="107692" y="18360"/>
                    <a:pt x="114714" y="24621"/>
                  </a:cubicBezTo>
                  <a:cubicBezTo>
                    <a:pt x="121917" y="31065"/>
                    <a:pt x="111552" y="46780"/>
                    <a:pt x="118087" y="52767"/>
                  </a:cubicBezTo>
                  <a:cubicBezTo>
                    <a:pt x="120124" y="54682"/>
                    <a:pt x="123224" y="55807"/>
                    <a:pt x="125443" y="58178"/>
                  </a:cubicBezTo>
                  <a:cubicBezTo>
                    <a:pt x="127784" y="60640"/>
                    <a:pt x="127632" y="63771"/>
                    <a:pt x="131918" y="64257"/>
                  </a:cubicBezTo>
                  <a:cubicBezTo>
                    <a:pt x="137905" y="64956"/>
                    <a:pt x="145170" y="64804"/>
                    <a:pt x="149425" y="69576"/>
                  </a:cubicBezTo>
                  <a:cubicBezTo>
                    <a:pt x="151523" y="71947"/>
                    <a:pt x="154471" y="77479"/>
                    <a:pt x="158483" y="765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15"/>
            <p:cNvSpPr/>
            <p:nvPr/>
          </p:nvSpPr>
          <p:spPr>
            <a:xfrm>
              <a:off x="2975000" y="222950"/>
              <a:ext cx="3962100" cy="1955225"/>
            </a:xfrm>
            <a:custGeom>
              <a:rect b="b" l="l" r="r" t="t"/>
              <a:pathLst>
                <a:path extrusionOk="0" fill="none" h="78209" w="158484">
                  <a:moveTo>
                    <a:pt x="0" y="8785"/>
                  </a:moveTo>
                  <a:cubicBezTo>
                    <a:pt x="6079" y="10608"/>
                    <a:pt x="13313" y="11155"/>
                    <a:pt x="19180" y="9453"/>
                  </a:cubicBezTo>
                  <a:cubicBezTo>
                    <a:pt x="25289" y="7690"/>
                    <a:pt x="31125" y="2584"/>
                    <a:pt x="37569" y="1459"/>
                  </a:cubicBezTo>
                  <a:cubicBezTo>
                    <a:pt x="45776" y="0"/>
                    <a:pt x="51642" y="7630"/>
                    <a:pt x="57874" y="11520"/>
                  </a:cubicBezTo>
                  <a:cubicBezTo>
                    <a:pt x="62099" y="14134"/>
                    <a:pt x="67175" y="16596"/>
                    <a:pt x="70123" y="20882"/>
                  </a:cubicBezTo>
                  <a:cubicBezTo>
                    <a:pt x="71886" y="23466"/>
                    <a:pt x="72190" y="26688"/>
                    <a:pt x="75625" y="27569"/>
                  </a:cubicBezTo>
                  <a:cubicBezTo>
                    <a:pt x="83193" y="29484"/>
                    <a:pt x="91339" y="23374"/>
                    <a:pt x="97996" y="22371"/>
                  </a:cubicBezTo>
                  <a:cubicBezTo>
                    <a:pt x="106051" y="21186"/>
                    <a:pt x="108391" y="17630"/>
                    <a:pt x="115473" y="24773"/>
                  </a:cubicBezTo>
                  <a:cubicBezTo>
                    <a:pt x="122039" y="31369"/>
                    <a:pt x="113528" y="46475"/>
                    <a:pt x="119060" y="53101"/>
                  </a:cubicBezTo>
                  <a:cubicBezTo>
                    <a:pt x="120732" y="55107"/>
                    <a:pt x="123802" y="56475"/>
                    <a:pt x="125869" y="58785"/>
                  </a:cubicBezTo>
                  <a:cubicBezTo>
                    <a:pt x="128088" y="61247"/>
                    <a:pt x="128057" y="64348"/>
                    <a:pt x="132191" y="64925"/>
                  </a:cubicBezTo>
                  <a:cubicBezTo>
                    <a:pt x="138179" y="65746"/>
                    <a:pt x="145352" y="65594"/>
                    <a:pt x="149608" y="70305"/>
                  </a:cubicBezTo>
                  <a:cubicBezTo>
                    <a:pt x="151705" y="72615"/>
                    <a:pt x="154502" y="78208"/>
                    <a:pt x="158483" y="7744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15"/>
            <p:cNvSpPr/>
            <p:nvPr/>
          </p:nvSpPr>
          <p:spPr>
            <a:xfrm>
              <a:off x="2975000" y="197875"/>
              <a:ext cx="3962850" cy="1976500"/>
            </a:xfrm>
            <a:custGeom>
              <a:rect b="b" l="l" r="r" t="t"/>
              <a:pathLst>
                <a:path extrusionOk="0" fill="none" h="79060" w="158514">
                  <a:moveTo>
                    <a:pt x="0" y="9788"/>
                  </a:moveTo>
                  <a:cubicBezTo>
                    <a:pt x="6110" y="11551"/>
                    <a:pt x="13222" y="11824"/>
                    <a:pt x="19301" y="10244"/>
                  </a:cubicBezTo>
                  <a:cubicBezTo>
                    <a:pt x="26080" y="8450"/>
                    <a:pt x="31369" y="3040"/>
                    <a:pt x="38208" y="1642"/>
                  </a:cubicBezTo>
                  <a:cubicBezTo>
                    <a:pt x="46384" y="0"/>
                    <a:pt x="51855" y="8207"/>
                    <a:pt x="57600" y="12098"/>
                  </a:cubicBezTo>
                  <a:cubicBezTo>
                    <a:pt x="61886" y="14985"/>
                    <a:pt x="67296" y="17478"/>
                    <a:pt x="71065" y="21368"/>
                  </a:cubicBezTo>
                  <a:cubicBezTo>
                    <a:pt x="73315" y="23678"/>
                    <a:pt x="74743" y="27113"/>
                    <a:pt x="77904" y="27903"/>
                  </a:cubicBezTo>
                  <a:cubicBezTo>
                    <a:pt x="84865" y="29575"/>
                    <a:pt x="91978" y="23648"/>
                    <a:pt x="98847" y="22280"/>
                  </a:cubicBezTo>
                  <a:cubicBezTo>
                    <a:pt x="107419" y="20517"/>
                    <a:pt x="109850" y="17903"/>
                    <a:pt x="116233" y="25077"/>
                  </a:cubicBezTo>
                  <a:cubicBezTo>
                    <a:pt x="122069" y="31642"/>
                    <a:pt x="115656" y="46536"/>
                    <a:pt x="120154" y="53557"/>
                  </a:cubicBezTo>
                  <a:cubicBezTo>
                    <a:pt x="121492" y="55624"/>
                    <a:pt x="124471" y="57235"/>
                    <a:pt x="126325" y="59484"/>
                  </a:cubicBezTo>
                  <a:cubicBezTo>
                    <a:pt x="128422" y="61977"/>
                    <a:pt x="128544" y="65047"/>
                    <a:pt x="132495" y="65685"/>
                  </a:cubicBezTo>
                  <a:cubicBezTo>
                    <a:pt x="138392" y="66658"/>
                    <a:pt x="145565" y="66506"/>
                    <a:pt x="149851" y="71187"/>
                  </a:cubicBezTo>
                  <a:cubicBezTo>
                    <a:pt x="151918" y="73466"/>
                    <a:pt x="154593" y="79059"/>
                    <a:pt x="158514" y="7845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15"/>
            <p:cNvSpPr/>
            <p:nvPr/>
          </p:nvSpPr>
          <p:spPr>
            <a:xfrm>
              <a:off x="2975000" y="180400"/>
              <a:ext cx="3962850" cy="1990925"/>
            </a:xfrm>
            <a:custGeom>
              <a:rect b="b" l="l" r="r" t="t"/>
              <a:pathLst>
                <a:path extrusionOk="0" fill="none" h="79637" w="158514">
                  <a:moveTo>
                    <a:pt x="0" y="10487"/>
                  </a:moveTo>
                  <a:cubicBezTo>
                    <a:pt x="6171" y="12219"/>
                    <a:pt x="13374" y="12371"/>
                    <a:pt x="19453" y="10699"/>
                  </a:cubicBezTo>
                  <a:cubicBezTo>
                    <a:pt x="26384" y="8754"/>
                    <a:pt x="31764" y="2979"/>
                    <a:pt x="38876" y="1611"/>
                  </a:cubicBezTo>
                  <a:cubicBezTo>
                    <a:pt x="47265" y="0"/>
                    <a:pt x="51946" y="8025"/>
                    <a:pt x="57418" y="12280"/>
                  </a:cubicBezTo>
                  <a:cubicBezTo>
                    <a:pt x="61582" y="15532"/>
                    <a:pt x="67083" y="17994"/>
                    <a:pt x="71460" y="21490"/>
                  </a:cubicBezTo>
                  <a:cubicBezTo>
                    <a:pt x="74166" y="23678"/>
                    <a:pt x="76597" y="27143"/>
                    <a:pt x="79789" y="27812"/>
                  </a:cubicBezTo>
                  <a:cubicBezTo>
                    <a:pt x="86172" y="29149"/>
                    <a:pt x="92950" y="23374"/>
                    <a:pt x="99364" y="21733"/>
                  </a:cubicBezTo>
                  <a:cubicBezTo>
                    <a:pt x="107723" y="19605"/>
                    <a:pt x="111218" y="17934"/>
                    <a:pt x="117024" y="25137"/>
                  </a:cubicBezTo>
                  <a:cubicBezTo>
                    <a:pt x="122100" y="31460"/>
                    <a:pt x="117784" y="46475"/>
                    <a:pt x="121249" y="53679"/>
                  </a:cubicBezTo>
                  <a:cubicBezTo>
                    <a:pt x="122708" y="56718"/>
                    <a:pt x="129060" y="65472"/>
                    <a:pt x="132769" y="66171"/>
                  </a:cubicBezTo>
                  <a:cubicBezTo>
                    <a:pt x="138605" y="67296"/>
                    <a:pt x="145748" y="67114"/>
                    <a:pt x="150033" y="71764"/>
                  </a:cubicBezTo>
                  <a:cubicBezTo>
                    <a:pt x="152100" y="73983"/>
                    <a:pt x="154684" y="79637"/>
                    <a:pt x="158514" y="7915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15"/>
            <p:cNvSpPr/>
            <p:nvPr/>
          </p:nvSpPr>
          <p:spPr>
            <a:xfrm>
              <a:off x="2975000" y="165200"/>
              <a:ext cx="3962850" cy="2002325"/>
            </a:xfrm>
            <a:custGeom>
              <a:rect b="b" l="l" r="r" t="t"/>
              <a:pathLst>
                <a:path extrusionOk="0" fill="none" h="80093" w="158514">
                  <a:moveTo>
                    <a:pt x="0" y="11095"/>
                  </a:moveTo>
                  <a:cubicBezTo>
                    <a:pt x="6201" y="12797"/>
                    <a:pt x="13496" y="12858"/>
                    <a:pt x="19575" y="11064"/>
                  </a:cubicBezTo>
                  <a:cubicBezTo>
                    <a:pt x="26688" y="8967"/>
                    <a:pt x="32128" y="2857"/>
                    <a:pt x="39545" y="1520"/>
                  </a:cubicBezTo>
                  <a:cubicBezTo>
                    <a:pt x="47965" y="0"/>
                    <a:pt x="52402" y="7599"/>
                    <a:pt x="57326" y="12280"/>
                  </a:cubicBezTo>
                  <a:cubicBezTo>
                    <a:pt x="61096" y="15867"/>
                    <a:pt x="66840" y="18329"/>
                    <a:pt x="71491" y="21490"/>
                  </a:cubicBezTo>
                  <a:cubicBezTo>
                    <a:pt x="74470" y="23496"/>
                    <a:pt x="77600" y="26870"/>
                    <a:pt x="81157" y="27387"/>
                  </a:cubicBezTo>
                  <a:cubicBezTo>
                    <a:pt x="87449" y="28268"/>
                    <a:pt x="93832" y="22827"/>
                    <a:pt x="99607" y="21034"/>
                  </a:cubicBezTo>
                  <a:cubicBezTo>
                    <a:pt x="107814" y="18450"/>
                    <a:pt x="112677" y="17812"/>
                    <a:pt x="117875" y="25137"/>
                  </a:cubicBezTo>
                  <a:cubicBezTo>
                    <a:pt x="120306" y="28602"/>
                    <a:pt x="119364" y="34773"/>
                    <a:pt x="119759" y="39423"/>
                  </a:cubicBezTo>
                  <a:cubicBezTo>
                    <a:pt x="120185" y="44256"/>
                    <a:pt x="120914" y="49697"/>
                    <a:pt x="122343" y="53679"/>
                  </a:cubicBezTo>
                  <a:cubicBezTo>
                    <a:pt x="123498" y="56810"/>
                    <a:pt x="129425" y="65746"/>
                    <a:pt x="133042" y="66536"/>
                  </a:cubicBezTo>
                  <a:cubicBezTo>
                    <a:pt x="138817" y="67782"/>
                    <a:pt x="145930" y="67600"/>
                    <a:pt x="150246" y="72220"/>
                  </a:cubicBezTo>
                  <a:cubicBezTo>
                    <a:pt x="152313" y="74409"/>
                    <a:pt x="154745" y="80093"/>
                    <a:pt x="158514" y="7975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15"/>
            <p:cNvSpPr/>
            <p:nvPr/>
          </p:nvSpPr>
          <p:spPr>
            <a:xfrm>
              <a:off x="2975000" y="150750"/>
              <a:ext cx="3962850" cy="2014500"/>
            </a:xfrm>
            <a:custGeom>
              <a:rect b="b" l="l" r="r" t="t"/>
              <a:pathLst>
                <a:path extrusionOk="0" fill="none" h="80580" w="158514">
                  <a:moveTo>
                    <a:pt x="0" y="11673"/>
                  </a:moveTo>
                  <a:cubicBezTo>
                    <a:pt x="6262" y="13344"/>
                    <a:pt x="13830" y="13588"/>
                    <a:pt x="19727" y="11429"/>
                  </a:cubicBezTo>
                  <a:cubicBezTo>
                    <a:pt x="26566" y="8907"/>
                    <a:pt x="32767" y="2676"/>
                    <a:pt x="40244" y="1399"/>
                  </a:cubicBezTo>
                  <a:cubicBezTo>
                    <a:pt x="48573" y="1"/>
                    <a:pt x="53162" y="6900"/>
                    <a:pt x="57478" y="12159"/>
                  </a:cubicBezTo>
                  <a:cubicBezTo>
                    <a:pt x="61825" y="17417"/>
                    <a:pt x="74318" y="25807"/>
                    <a:pt x="81917" y="26749"/>
                  </a:cubicBezTo>
                  <a:cubicBezTo>
                    <a:pt x="87692" y="27448"/>
                    <a:pt x="94379" y="22159"/>
                    <a:pt x="99637" y="20244"/>
                  </a:cubicBezTo>
                  <a:cubicBezTo>
                    <a:pt x="108178" y="17144"/>
                    <a:pt x="114045" y="17873"/>
                    <a:pt x="118787" y="25199"/>
                  </a:cubicBezTo>
                  <a:cubicBezTo>
                    <a:pt x="121066" y="28694"/>
                    <a:pt x="119607" y="34895"/>
                    <a:pt x="120215" y="39515"/>
                  </a:cubicBezTo>
                  <a:cubicBezTo>
                    <a:pt x="120853" y="44348"/>
                    <a:pt x="122373" y="49394"/>
                    <a:pt x="123498" y="53649"/>
                  </a:cubicBezTo>
                  <a:cubicBezTo>
                    <a:pt x="124349" y="56962"/>
                    <a:pt x="129729" y="65989"/>
                    <a:pt x="133316" y="66871"/>
                  </a:cubicBezTo>
                  <a:cubicBezTo>
                    <a:pt x="139000" y="68300"/>
                    <a:pt x="146112" y="68087"/>
                    <a:pt x="150459" y="72677"/>
                  </a:cubicBezTo>
                  <a:cubicBezTo>
                    <a:pt x="152495" y="74835"/>
                    <a:pt x="154836" y="80579"/>
                    <a:pt x="158514" y="803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15"/>
            <p:cNvSpPr/>
            <p:nvPr/>
          </p:nvSpPr>
          <p:spPr>
            <a:xfrm>
              <a:off x="2975000" y="138600"/>
              <a:ext cx="3962100" cy="2022075"/>
            </a:xfrm>
            <a:custGeom>
              <a:rect b="b" l="l" r="r" t="t"/>
              <a:pathLst>
                <a:path extrusionOk="0" fill="none" h="80883" w="158484">
                  <a:moveTo>
                    <a:pt x="0" y="12159"/>
                  </a:moveTo>
                  <a:cubicBezTo>
                    <a:pt x="6322" y="13800"/>
                    <a:pt x="13952" y="13952"/>
                    <a:pt x="19849" y="11672"/>
                  </a:cubicBezTo>
                  <a:cubicBezTo>
                    <a:pt x="26900" y="8937"/>
                    <a:pt x="33162" y="2462"/>
                    <a:pt x="40974" y="1247"/>
                  </a:cubicBezTo>
                  <a:cubicBezTo>
                    <a:pt x="48876" y="0"/>
                    <a:pt x="54530" y="5806"/>
                    <a:pt x="58026" y="11855"/>
                  </a:cubicBezTo>
                  <a:cubicBezTo>
                    <a:pt x="61521" y="17873"/>
                    <a:pt x="74500" y="25138"/>
                    <a:pt x="82069" y="25928"/>
                  </a:cubicBezTo>
                  <a:cubicBezTo>
                    <a:pt x="87449" y="26505"/>
                    <a:pt x="94774" y="21186"/>
                    <a:pt x="99637" y="19362"/>
                  </a:cubicBezTo>
                  <a:cubicBezTo>
                    <a:pt x="108178" y="16080"/>
                    <a:pt x="115321" y="17782"/>
                    <a:pt x="119759" y="25107"/>
                  </a:cubicBezTo>
                  <a:cubicBezTo>
                    <a:pt x="121948" y="28724"/>
                    <a:pt x="119790" y="34803"/>
                    <a:pt x="120580" y="39545"/>
                  </a:cubicBezTo>
                  <a:cubicBezTo>
                    <a:pt x="121370" y="44348"/>
                    <a:pt x="123771" y="48937"/>
                    <a:pt x="124623" y="53497"/>
                  </a:cubicBezTo>
                  <a:cubicBezTo>
                    <a:pt x="125291" y="56992"/>
                    <a:pt x="130003" y="66050"/>
                    <a:pt x="133559" y="67053"/>
                  </a:cubicBezTo>
                  <a:cubicBezTo>
                    <a:pt x="139152" y="68603"/>
                    <a:pt x="146355" y="68451"/>
                    <a:pt x="150672" y="72980"/>
                  </a:cubicBezTo>
                  <a:cubicBezTo>
                    <a:pt x="152708" y="75108"/>
                    <a:pt x="154897" y="80883"/>
                    <a:pt x="158483" y="80822"/>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15"/>
            <p:cNvSpPr/>
            <p:nvPr/>
          </p:nvSpPr>
          <p:spPr>
            <a:xfrm>
              <a:off x="2975000" y="124150"/>
              <a:ext cx="3962100" cy="2034250"/>
            </a:xfrm>
            <a:custGeom>
              <a:rect b="b" l="l" r="r" t="t"/>
              <a:pathLst>
                <a:path extrusionOk="0" fill="none" h="81370" w="158484">
                  <a:moveTo>
                    <a:pt x="0" y="12737"/>
                  </a:moveTo>
                  <a:cubicBezTo>
                    <a:pt x="6383" y="14348"/>
                    <a:pt x="13861" y="14226"/>
                    <a:pt x="20001" y="12007"/>
                  </a:cubicBezTo>
                  <a:cubicBezTo>
                    <a:pt x="27721" y="9241"/>
                    <a:pt x="33283" y="2432"/>
                    <a:pt x="41673" y="1186"/>
                  </a:cubicBezTo>
                  <a:cubicBezTo>
                    <a:pt x="49515" y="1"/>
                    <a:pt x="55807" y="4530"/>
                    <a:pt x="58877" y="11551"/>
                  </a:cubicBezTo>
                  <a:cubicBezTo>
                    <a:pt x="61886" y="18481"/>
                    <a:pt x="74378" y="24560"/>
                    <a:pt x="81704" y="25199"/>
                  </a:cubicBezTo>
                  <a:cubicBezTo>
                    <a:pt x="87114" y="25624"/>
                    <a:pt x="94774" y="20244"/>
                    <a:pt x="99607" y="18573"/>
                  </a:cubicBezTo>
                  <a:cubicBezTo>
                    <a:pt x="108118" y="15655"/>
                    <a:pt x="116628" y="17721"/>
                    <a:pt x="120853" y="25199"/>
                  </a:cubicBezTo>
                  <a:cubicBezTo>
                    <a:pt x="123012" y="29029"/>
                    <a:pt x="119972" y="34895"/>
                    <a:pt x="120853" y="39758"/>
                  </a:cubicBezTo>
                  <a:cubicBezTo>
                    <a:pt x="121735" y="44561"/>
                    <a:pt x="125139" y="48512"/>
                    <a:pt x="125778" y="53406"/>
                  </a:cubicBezTo>
                  <a:cubicBezTo>
                    <a:pt x="126294" y="57205"/>
                    <a:pt x="130276" y="66172"/>
                    <a:pt x="133863" y="67297"/>
                  </a:cubicBezTo>
                  <a:cubicBezTo>
                    <a:pt x="139334" y="68999"/>
                    <a:pt x="146568" y="68908"/>
                    <a:pt x="150884" y="73406"/>
                  </a:cubicBezTo>
                  <a:cubicBezTo>
                    <a:pt x="153438" y="76051"/>
                    <a:pt x="154684" y="80428"/>
                    <a:pt x="158483" y="8137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15"/>
            <p:cNvSpPr/>
            <p:nvPr/>
          </p:nvSpPr>
          <p:spPr>
            <a:xfrm>
              <a:off x="2975000" y="108200"/>
              <a:ext cx="3962850" cy="2050975"/>
            </a:xfrm>
            <a:custGeom>
              <a:rect b="b" l="l" r="r" t="t"/>
              <a:pathLst>
                <a:path extrusionOk="0" fill="none" h="82039" w="158514">
                  <a:moveTo>
                    <a:pt x="0" y="13375"/>
                  </a:moveTo>
                  <a:cubicBezTo>
                    <a:pt x="6474" y="14986"/>
                    <a:pt x="14013" y="14712"/>
                    <a:pt x="20183" y="12432"/>
                  </a:cubicBezTo>
                  <a:cubicBezTo>
                    <a:pt x="28116" y="9454"/>
                    <a:pt x="33709" y="2493"/>
                    <a:pt x="42402" y="1156"/>
                  </a:cubicBezTo>
                  <a:cubicBezTo>
                    <a:pt x="50092" y="1"/>
                    <a:pt x="57418" y="4043"/>
                    <a:pt x="59819" y="11217"/>
                  </a:cubicBezTo>
                  <a:cubicBezTo>
                    <a:pt x="62190" y="18390"/>
                    <a:pt x="73862" y="24104"/>
                    <a:pt x="81035" y="24439"/>
                  </a:cubicBezTo>
                  <a:cubicBezTo>
                    <a:pt x="86780" y="24743"/>
                    <a:pt x="94318" y="19454"/>
                    <a:pt x="99607" y="17934"/>
                  </a:cubicBezTo>
                  <a:cubicBezTo>
                    <a:pt x="108452" y="15381"/>
                    <a:pt x="117844" y="17873"/>
                    <a:pt x="122009" y="25350"/>
                  </a:cubicBezTo>
                  <a:cubicBezTo>
                    <a:pt x="124227" y="29332"/>
                    <a:pt x="120154" y="35047"/>
                    <a:pt x="121066" y="40092"/>
                  </a:cubicBezTo>
                  <a:cubicBezTo>
                    <a:pt x="121978" y="44925"/>
                    <a:pt x="126507" y="48512"/>
                    <a:pt x="126963" y="53406"/>
                  </a:cubicBezTo>
                  <a:cubicBezTo>
                    <a:pt x="127297" y="57205"/>
                    <a:pt x="130459" y="66172"/>
                    <a:pt x="134167" y="67570"/>
                  </a:cubicBezTo>
                  <a:cubicBezTo>
                    <a:pt x="139304" y="69485"/>
                    <a:pt x="146842" y="69424"/>
                    <a:pt x="151128" y="73862"/>
                  </a:cubicBezTo>
                  <a:cubicBezTo>
                    <a:pt x="153650" y="76537"/>
                    <a:pt x="154805" y="80883"/>
                    <a:pt x="158514" y="8203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15"/>
            <p:cNvSpPr/>
            <p:nvPr/>
          </p:nvSpPr>
          <p:spPr>
            <a:xfrm>
              <a:off x="2975000" y="89975"/>
              <a:ext cx="3962850" cy="2068425"/>
            </a:xfrm>
            <a:custGeom>
              <a:rect b="b" l="l" r="r" t="t"/>
              <a:pathLst>
                <a:path extrusionOk="0" fill="none" h="82737" w="158514">
                  <a:moveTo>
                    <a:pt x="0" y="14104"/>
                  </a:moveTo>
                  <a:cubicBezTo>
                    <a:pt x="6535" y="15684"/>
                    <a:pt x="14347" y="15502"/>
                    <a:pt x="20335" y="12918"/>
                  </a:cubicBezTo>
                  <a:cubicBezTo>
                    <a:pt x="27995" y="9575"/>
                    <a:pt x="34439" y="2644"/>
                    <a:pt x="43101" y="1216"/>
                  </a:cubicBezTo>
                  <a:cubicBezTo>
                    <a:pt x="50639" y="0"/>
                    <a:pt x="58299" y="3435"/>
                    <a:pt x="60822" y="10882"/>
                  </a:cubicBezTo>
                  <a:cubicBezTo>
                    <a:pt x="63436" y="18572"/>
                    <a:pt x="72190" y="23587"/>
                    <a:pt x="80184" y="23769"/>
                  </a:cubicBezTo>
                  <a:cubicBezTo>
                    <a:pt x="86415" y="23921"/>
                    <a:pt x="93862" y="18663"/>
                    <a:pt x="99759" y="17417"/>
                  </a:cubicBezTo>
                  <a:cubicBezTo>
                    <a:pt x="107875" y="15715"/>
                    <a:pt x="119394" y="17234"/>
                    <a:pt x="123224" y="25593"/>
                  </a:cubicBezTo>
                  <a:cubicBezTo>
                    <a:pt x="125413" y="30396"/>
                    <a:pt x="120367" y="35350"/>
                    <a:pt x="121279" y="40578"/>
                  </a:cubicBezTo>
                  <a:cubicBezTo>
                    <a:pt x="122100" y="45381"/>
                    <a:pt x="127723" y="48937"/>
                    <a:pt x="128118" y="53496"/>
                  </a:cubicBezTo>
                  <a:cubicBezTo>
                    <a:pt x="128422" y="57174"/>
                    <a:pt x="130762" y="66262"/>
                    <a:pt x="134501" y="67873"/>
                  </a:cubicBezTo>
                  <a:cubicBezTo>
                    <a:pt x="139456" y="70001"/>
                    <a:pt x="147085" y="69971"/>
                    <a:pt x="151340" y="74408"/>
                  </a:cubicBezTo>
                  <a:cubicBezTo>
                    <a:pt x="153894" y="77083"/>
                    <a:pt x="154897" y="81430"/>
                    <a:pt x="158514" y="8273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15"/>
            <p:cNvSpPr/>
            <p:nvPr/>
          </p:nvSpPr>
          <p:spPr>
            <a:xfrm>
              <a:off x="2975000" y="69450"/>
              <a:ext cx="3962850" cy="2089725"/>
            </a:xfrm>
            <a:custGeom>
              <a:rect b="b" l="l" r="r" t="t"/>
              <a:pathLst>
                <a:path extrusionOk="0" fill="none" h="83589" w="158514">
                  <a:moveTo>
                    <a:pt x="0" y="14925"/>
                  </a:moveTo>
                  <a:cubicBezTo>
                    <a:pt x="6626" y="16475"/>
                    <a:pt x="14529" y="16201"/>
                    <a:pt x="20517" y="13496"/>
                  </a:cubicBezTo>
                  <a:cubicBezTo>
                    <a:pt x="28359" y="9940"/>
                    <a:pt x="34925" y="3010"/>
                    <a:pt x="43800" y="1338"/>
                  </a:cubicBezTo>
                  <a:cubicBezTo>
                    <a:pt x="51126" y="0"/>
                    <a:pt x="59454" y="3010"/>
                    <a:pt x="61916" y="10517"/>
                  </a:cubicBezTo>
                  <a:cubicBezTo>
                    <a:pt x="64500" y="18359"/>
                    <a:pt x="70853" y="23223"/>
                    <a:pt x="79272" y="23131"/>
                  </a:cubicBezTo>
                  <a:cubicBezTo>
                    <a:pt x="86020" y="23071"/>
                    <a:pt x="93254" y="17934"/>
                    <a:pt x="100032" y="17052"/>
                  </a:cubicBezTo>
                  <a:cubicBezTo>
                    <a:pt x="108574" y="15958"/>
                    <a:pt x="120489" y="17630"/>
                    <a:pt x="124471" y="25989"/>
                  </a:cubicBezTo>
                  <a:cubicBezTo>
                    <a:pt x="126902" y="31065"/>
                    <a:pt x="120671" y="35776"/>
                    <a:pt x="121492" y="41186"/>
                  </a:cubicBezTo>
                  <a:cubicBezTo>
                    <a:pt x="122221" y="46050"/>
                    <a:pt x="128878" y="49393"/>
                    <a:pt x="129243" y="53740"/>
                  </a:cubicBezTo>
                  <a:cubicBezTo>
                    <a:pt x="129516" y="57357"/>
                    <a:pt x="131127" y="66445"/>
                    <a:pt x="134896" y="68238"/>
                  </a:cubicBezTo>
                  <a:cubicBezTo>
                    <a:pt x="139699" y="70549"/>
                    <a:pt x="147359" y="70670"/>
                    <a:pt x="151584" y="75077"/>
                  </a:cubicBezTo>
                  <a:cubicBezTo>
                    <a:pt x="154137" y="77752"/>
                    <a:pt x="154988" y="82068"/>
                    <a:pt x="158514" y="8358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15"/>
            <p:cNvSpPr/>
            <p:nvPr/>
          </p:nvSpPr>
          <p:spPr>
            <a:xfrm>
              <a:off x="2975000" y="45125"/>
              <a:ext cx="3962850" cy="2114050"/>
            </a:xfrm>
            <a:custGeom>
              <a:rect b="b" l="l" r="r" t="t"/>
              <a:pathLst>
                <a:path extrusionOk="0" fill="none" h="84562" w="158514">
                  <a:moveTo>
                    <a:pt x="0" y="15898"/>
                  </a:moveTo>
                  <a:cubicBezTo>
                    <a:pt x="6991" y="17478"/>
                    <a:pt x="14651" y="16809"/>
                    <a:pt x="20700" y="14226"/>
                  </a:cubicBezTo>
                  <a:cubicBezTo>
                    <a:pt x="28511" y="10913"/>
                    <a:pt x="35350" y="3527"/>
                    <a:pt x="44439" y="1551"/>
                  </a:cubicBezTo>
                  <a:cubicBezTo>
                    <a:pt x="51612" y="1"/>
                    <a:pt x="60579" y="2736"/>
                    <a:pt x="63041" y="10214"/>
                  </a:cubicBezTo>
                  <a:cubicBezTo>
                    <a:pt x="65564" y="17934"/>
                    <a:pt x="69515" y="22949"/>
                    <a:pt x="78391" y="22645"/>
                  </a:cubicBezTo>
                  <a:cubicBezTo>
                    <a:pt x="85716" y="22372"/>
                    <a:pt x="93072" y="17417"/>
                    <a:pt x="100488" y="16931"/>
                  </a:cubicBezTo>
                  <a:cubicBezTo>
                    <a:pt x="109273" y="16323"/>
                    <a:pt x="121431" y="18208"/>
                    <a:pt x="125717" y="26536"/>
                  </a:cubicBezTo>
                  <a:cubicBezTo>
                    <a:pt x="128544" y="31946"/>
                    <a:pt x="121036" y="36415"/>
                    <a:pt x="121735" y="41916"/>
                  </a:cubicBezTo>
                  <a:cubicBezTo>
                    <a:pt x="122343" y="46871"/>
                    <a:pt x="129881" y="49971"/>
                    <a:pt x="130276" y="54105"/>
                  </a:cubicBezTo>
                  <a:cubicBezTo>
                    <a:pt x="130641" y="57631"/>
                    <a:pt x="131431" y="66628"/>
                    <a:pt x="135322" y="68664"/>
                  </a:cubicBezTo>
                  <a:cubicBezTo>
                    <a:pt x="140124" y="71157"/>
                    <a:pt x="147632" y="71461"/>
                    <a:pt x="151796" y="75868"/>
                  </a:cubicBezTo>
                  <a:cubicBezTo>
                    <a:pt x="154350" y="78573"/>
                    <a:pt x="155109" y="82859"/>
                    <a:pt x="158514" y="8456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15"/>
            <p:cNvSpPr/>
            <p:nvPr/>
          </p:nvSpPr>
          <p:spPr>
            <a:xfrm>
              <a:off x="2975000" y="20825"/>
              <a:ext cx="3962850" cy="2138350"/>
            </a:xfrm>
            <a:custGeom>
              <a:rect b="b" l="l" r="r" t="t"/>
              <a:pathLst>
                <a:path extrusionOk="0" fill="none" h="85534" w="158514">
                  <a:moveTo>
                    <a:pt x="0" y="16870"/>
                  </a:moveTo>
                  <a:cubicBezTo>
                    <a:pt x="7082" y="18420"/>
                    <a:pt x="14833" y="17629"/>
                    <a:pt x="20912" y="14955"/>
                  </a:cubicBezTo>
                  <a:cubicBezTo>
                    <a:pt x="28876" y="11459"/>
                    <a:pt x="35776" y="3951"/>
                    <a:pt x="45047" y="1702"/>
                  </a:cubicBezTo>
                  <a:cubicBezTo>
                    <a:pt x="52068" y="0"/>
                    <a:pt x="61703" y="2371"/>
                    <a:pt x="64166" y="9818"/>
                  </a:cubicBezTo>
                  <a:cubicBezTo>
                    <a:pt x="66567" y="16991"/>
                    <a:pt x="68877" y="22645"/>
                    <a:pt x="77722" y="22128"/>
                  </a:cubicBezTo>
                  <a:cubicBezTo>
                    <a:pt x="85503" y="21672"/>
                    <a:pt x="93133" y="16961"/>
                    <a:pt x="101127" y="16809"/>
                  </a:cubicBezTo>
                  <a:cubicBezTo>
                    <a:pt x="110063" y="16657"/>
                    <a:pt x="122161" y="18693"/>
                    <a:pt x="126963" y="27083"/>
                  </a:cubicBezTo>
                  <a:cubicBezTo>
                    <a:pt x="130276" y="32858"/>
                    <a:pt x="121705" y="37052"/>
                    <a:pt x="122161" y="42615"/>
                  </a:cubicBezTo>
                  <a:cubicBezTo>
                    <a:pt x="122616" y="47782"/>
                    <a:pt x="130762" y="50518"/>
                    <a:pt x="131279" y="54530"/>
                  </a:cubicBezTo>
                  <a:cubicBezTo>
                    <a:pt x="131735" y="57934"/>
                    <a:pt x="131796" y="66931"/>
                    <a:pt x="135778" y="69089"/>
                  </a:cubicBezTo>
                  <a:cubicBezTo>
                    <a:pt x="140550" y="71703"/>
                    <a:pt x="147936" y="72250"/>
                    <a:pt x="152039" y="76658"/>
                  </a:cubicBezTo>
                  <a:cubicBezTo>
                    <a:pt x="154593" y="79393"/>
                    <a:pt x="155231" y="83649"/>
                    <a:pt x="158514" y="8553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7" name="Google Shape;2147;p15"/>
          <p:cNvGrpSpPr/>
          <p:nvPr/>
        </p:nvGrpSpPr>
        <p:grpSpPr>
          <a:xfrm rot="9858432">
            <a:off x="7492063" y="-1149849"/>
            <a:ext cx="3667912" cy="3643458"/>
            <a:chOff x="2975000" y="20825"/>
            <a:chExt cx="3963625" cy="2500050"/>
          </a:xfrm>
        </p:grpSpPr>
        <p:sp>
          <p:nvSpPr>
            <p:cNvPr id="2148" name="Google Shape;2148;p15"/>
            <p:cNvSpPr/>
            <p:nvPr/>
          </p:nvSpPr>
          <p:spPr>
            <a:xfrm>
              <a:off x="2975000" y="442550"/>
              <a:ext cx="3962850" cy="2078325"/>
            </a:xfrm>
            <a:custGeom>
              <a:rect b="b" l="l" r="r" t="t"/>
              <a:pathLst>
                <a:path extrusionOk="0" fill="none" h="83133" w="158514">
                  <a:moveTo>
                    <a:pt x="0" y="1"/>
                  </a:moveTo>
                  <a:cubicBezTo>
                    <a:pt x="4347" y="3071"/>
                    <a:pt x="9423" y="6171"/>
                    <a:pt x="12797" y="10122"/>
                  </a:cubicBezTo>
                  <a:cubicBezTo>
                    <a:pt x="18025" y="16232"/>
                    <a:pt x="11095" y="25411"/>
                    <a:pt x="18298" y="31369"/>
                  </a:cubicBezTo>
                  <a:cubicBezTo>
                    <a:pt x="23952" y="36050"/>
                    <a:pt x="23982" y="41612"/>
                    <a:pt x="23283" y="48269"/>
                  </a:cubicBezTo>
                  <a:cubicBezTo>
                    <a:pt x="22706" y="53497"/>
                    <a:pt x="22463" y="62494"/>
                    <a:pt x="29028" y="64044"/>
                  </a:cubicBezTo>
                  <a:cubicBezTo>
                    <a:pt x="35776" y="65655"/>
                    <a:pt x="41186" y="60913"/>
                    <a:pt x="45624" y="56567"/>
                  </a:cubicBezTo>
                  <a:cubicBezTo>
                    <a:pt x="51855" y="50457"/>
                    <a:pt x="63466" y="46202"/>
                    <a:pt x="71825" y="49515"/>
                  </a:cubicBezTo>
                  <a:cubicBezTo>
                    <a:pt x="79211" y="52463"/>
                    <a:pt x="89728" y="48421"/>
                    <a:pt x="96598" y="51430"/>
                  </a:cubicBezTo>
                  <a:cubicBezTo>
                    <a:pt x="100762" y="53284"/>
                    <a:pt x="101035" y="58390"/>
                    <a:pt x="102343" y="62646"/>
                  </a:cubicBezTo>
                  <a:cubicBezTo>
                    <a:pt x="104197" y="68603"/>
                    <a:pt x="108938" y="75564"/>
                    <a:pt x="114106" y="78482"/>
                  </a:cubicBezTo>
                  <a:cubicBezTo>
                    <a:pt x="122343" y="83132"/>
                    <a:pt x="130914" y="70610"/>
                    <a:pt x="138909" y="69151"/>
                  </a:cubicBezTo>
                  <a:cubicBezTo>
                    <a:pt x="145474" y="67935"/>
                    <a:pt x="152435" y="73892"/>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15"/>
            <p:cNvSpPr/>
            <p:nvPr/>
          </p:nvSpPr>
          <p:spPr>
            <a:xfrm>
              <a:off x="2975000" y="442550"/>
              <a:ext cx="3962850" cy="2057800"/>
            </a:xfrm>
            <a:custGeom>
              <a:rect b="b" l="l" r="r" t="t"/>
              <a:pathLst>
                <a:path extrusionOk="0" fill="none" h="82312" w="158514">
                  <a:moveTo>
                    <a:pt x="0" y="1"/>
                  </a:moveTo>
                  <a:cubicBezTo>
                    <a:pt x="4408" y="3040"/>
                    <a:pt x="9392" y="6049"/>
                    <a:pt x="13040" y="9879"/>
                  </a:cubicBezTo>
                  <a:cubicBezTo>
                    <a:pt x="18602" y="15654"/>
                    <a:pt x="11733" y="24955"/>
                    <a:pt x="18694" y="30609"/>
                  </a:cubicBezTo>
                  <a:cubicBezTo>
                    <a:pt x="24408" y="35259"/>
                    <a:pt x="25077" y="40153"/>
                    <a:pt x="24317" y="46901"/>
                  </a:cubicBezTo>
                  <a:cubicBezTo>
                    <a:pt x="23739" y="52129"/>
                    <a:pt x="23131" y="61248"/>
                    <a:pt x="29849" y="62919"/>
                  </a:cubicBezTo>
                  <a:cubicBezTo>
                    <a:pt x="36870" y="64652"/>
                    <a:pt x="41794" y="59606"/>
                    <a:pt x="46627" y="55503"/>
                  </a:cubicBezTo>
                  <a:cubicBezTo>
                    <a:pt x="53557" y="49606"/>
                    <a:pt x="63983" y="44712"/>
                    <a:pt x="72798" y="48634"/>
                  </a:cubicBezTo>
                  <a:cubicBezTo>
                    <a:pt x="80123" y="51886"/>
                    <a:pt x="90245" y="48208"/>
                    <a:pt x="97266" y="51187"/>
                  </a:cubicBezTo>
                  <a:cubicBezTo>
                    <a:pt x="101522" y="52980"/>
                    <a:pt x="101674" y="58026"/>
                    <a:pt x="102890" y="62251"/>
                  </a:cubicBezTo>
                  <a:cubicBezTo>
                    <a:pt x="104561" y="68087"/>
                    <a:pt x="109303" y="75078"/>
                    <a:pt x="114440" y="77844"/>
                  </a:cubicBezTo>
                  <a:cubicBezTo>
                    <a:pt x="122799" y="82312"/>
                    <a:pt x="131097" y="70032"/>
                    <a:pt x="139243" y="68877"/>
                  </a:cubicBezTo>
                  <a:cubicBezTo>
                    <a:pt x="145656" y="67935"/>
                    <a:pt x="152495" y="73771"/>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15"/>
            <p:cNvSpPr/>
            <p:nvPr/>
          </p:nvSpPr>
          <p:spPr>
            <a:xfrm>
              <a:off x="2975000" y="442550"/>
              <a:ext cx="3962850" cy="2035775"/>
            </a:xfrm>
            <a:custGeom>
              <a:rect b="b" l="l" r="r" t="t"/>
              <a:pathLst>
                <a:path extrusionOk="0" fill="none" h="81431" w="158514">
                  <a:moveTo>
                    <a:pt x="0" y="1"/>
                  </a:moveTo>
                  <a:cubicBezTo>
                    <a:pt x="4468" y="3040"/>
                    <a:pt x="9362" y="5958"/>
                    <a:pt x="13313" y="9606"/>
                  </a:cubicBezTo>
                  <a:cubicBezTo>
                    <a:pt x="19210" y="15077"/>
                    <a:pt x="12432" y="24469"/>
                    <a:pt x="19089" y="29849"/>
                  </a:cubicBezTo>
                  <a:cubicBezTo>
                    <a:pt x="24803" y="34469"/>
                    <a:pt x="26019" y="38694"/>
                    <a:pt x="25350" y="45564"/>
                  </a:cubicBezTo>
                  <a:cubicBezTo>
                    <a:pt x="24833" y="50822"/>
                    <a:pt x="23739" y="60001"/>
                    <a:pt x="30609" y="61795"/>
                  </a:cubicBezTo>
                  <a:cubicBezTo>
                    <a:pt x="37691" y="63649"/>
                    <a:pt x="42797" y="58299"/>
                    <a:pt x="47813" y="54378"/>
                  </a:cubicBezTo>
                  <a:cubicBezTo>
                    <a:pt x="55989" y="47995"/>
                    <a:pt x="63345" y="43375"/>
                    <a:pt x="73801" y="47752"/>
                  </a:cubicBezTo>
                  <a:cubicBezTo>
                    <a:pt x="81704" y="51065"/>
                    <a:pt x="90762" y="48026"/>
                    <a:pt x="97966" y="50944"/>
                  </a:cubicBezTo>
                  <a:cubicBezTo>
                    <a:pt x="102282" y="52707"/>
                    <a:pt x="102343" y="57631"/>
                    <a:pt x="103437" y="61825"/>
                  </a:cubicBezTo>
                  <a:cubicBezTo>
                    <a:pt x="104957" y="67570"/>
                    <a:pt x="109637" y="74531"/>
                    <a:pt x="114774" y="77145"/>
                  </a:cubicBezTo>
                  <a:cubicBezTo>
                    <a:pt x="123285" y="81430"/>
                    <a:pt x="131310" y="69454"/>
                    <a:pt x="139577" y="68573"/>
                  </a:cubicBezTo>
                  <a:cubicBezTo>
                    <a:pt x="145869" y="67904"/>
                    <a:pt x="152587" y="73649"/>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15"/>
            <p:cNvSpPr/>
            <p:nvPr/>
          </p:nvSpPr>
          <p:spPr>
            <a:xfrm>
              <a:off x="2975000" y="442550"/>
              <a:ext cx="3962850" cy="2014500"/>
            </a:xfrm>
            <a:custGeom>
              <a:rect b="b" l="l" r="r" t="t"/>
              <a:pathLst>
                <a:path extrusionOk="0" fill="none" h="80580" w="158514">
                  <a:moveTo>
                    <a:pt x="0" y="1"/>
                  </a:moveTo>
                  <a:cubicBezTo>
                    <a:pt x="4560" y="3010"/>
                    <a:pt x="9392" y="5897"/>
                    <a:pt x="13526" y="9393"/>
                  </a:cubicBezTo>
                  <a:cubicBezTo>
                    <a:pt x="19666" y="14469"/>
                    <a:pt x="13162" y="23952"/>
                    <a:pt x="19484" y="29150"/>
                  </a:cubicBezTo>
                  <a:cubicBezTo>
                    <a:pt x="24560" y="33314"/>
                    <a:pt x="27235" y="37509"/>
                    <a:pt x="26323" y="44348"/>
                  </a:cubicBezTo>
                  <a:cubicBezTo>
                    <a:pt x="25563" y="49728"/>
                    <a:pt x="24317" y="58846"/>
                    <a:pt x="31308" y="60792"/>
                  </a:cubicBezTo>
                  <a:cubicBezTo>
                    <a:pt x="38390" y="62737"/>
                    <a:pt x="43770" y="57296"/>
                    <a:pt x="48998" y="53375"/>
                  </a:cubicBezTo>
                  <a:cubicBezTo>
                    <a:pt x="57813" y="46688"/>
                    <a:pt x="63892" y="42129"/>
                    <a:pt x="74743" y="47023"/>
                  </a:cubicBezTo>
                  <a:cubicBezTo>
                    <a:pt x="82433" y="50488"/>
                    <a:pt x="91248" y="47995"/>
                    <a:pt x="98604" y="50761"/>
                  </a:cubicBezTo>
                  <a:cubicBezTo>
                    <a:pt x="103042" y="52372"/>
                    <a:pt x="103011" y="57266"/>
                    <a:pt x="104014" y="61430"/>
                  </a:cubicBezTo>
                  <a:cubicBezTo>
                    <a:pt x="105382" y="67084"/>
                    <a:pt x="109941" y="74014"/>
                    <a:pt x="115109" y="76445"/>
                  </a:cubicBezTo>
                  <a:cubicBezTo>
                    <a:pt x="123802" y="80579"/>
                    <a:pt x="132100" y="68299"/>
                    <a:pt x="139912" y="68330"/>
                  </a:cubicBezTo>
                  <a:cubicBezTo>
                    <a:pt x="144927" y="68330"/>
                    <a:pt x="153529" y="7331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15"/>
            <p:cNvSpPr/>
            <p:nvPr/>
          </p:nvSpPr>
          <p:spPr>
            <a:xfrm>
              <a:off x="2975000" y="442550"/>
              <a:ext cx="3962850" cy="1991700"/>
            </a:xfrm>
            <a:custGeom>
              <a:rect b="b" l="l" r="r" t="t"/>
              <a:pathLst>
                <a:path extrusionOk="0" fill="none" h="79668" w="158514">
                  <a:moveTo>
                    <a:pt x="0" y="1"/>
                  </a:moveTo>
                  <a:cubicBezTo>
                    <a:pt x="4590" y="3010"/>
                    <a:pt x="9484" y="5897"/>
                    <a:pt x="13769" y="9119"/>
                  </a:cubicBezTo>
                  <a:cubicBezTo>
                    <a:pt x="20122" y="13861"/>
                    <a:pt x="13952" y="23344"/>
                    <a:pt x="19879" y="28360"/>
                  </a:cubicBezTo>
                  <a:cubicBezTo>
                    <a:pt x="24651" y="32402"/>
                    <a:pt x="28055" y="36475"/>
                    <a:pt x="27265" y="43102"/>
                  </a:cubicBezTo>
                  <a:cubicBezTo>
                    <a:pt x="26627" y="48482"/>
                    <a:pt x="24985" y="57600"/>
                    <a:pt x="31946" y="59698"/>
                  </a:cubicBezTo>
                  <a:cubicBezTo>
                    <a:pt x="39028" y="61795"/>
                    <a:pt x="44955" y="56202"/>
                    <a:pt x="50183" y="52251"/>
                  </a:cubicBezTo>
                  <a:cubicBezTo>
                    <a:pt x="59424" y="45260"/>
                    <a:pt x="64561" y="40761"/>
                    <a:pt x="75746" y="46232"/>
                  </a:cubicBezTo>
                  <a:cubicBezTo>
                    <a:pt x="83315" y="49971"/>
                    <a:pt x="91795" y="47813"/>
                    <a:pt x="99273" y="50488"/>
                  </a:cubicBezTo>
                  <a:cubicBezTo>
                    <a:pt x="103832" y="52129"/>
                    <a:pt x="103619" y="56840"/>
                    <a:pt x="104653" y="61035"/>
                  </a:cubicBezTo>
                  <a:cubicBezTo>
                    <a:pt x="106051" y="66749"/>
                    <a:pt x="110124" y="73315"/>
                    <a:pt x="115443" y="75716"/>
                  </a:cubicBezTo>
                  <a:cubicBezTo>
                    <a:pt x="124227" y="79667"/>
                    <a:pt x="132039" y="67995"/>
                    <a:pt x="140246" y="68056"/>
                  </a:cubicBezTo>
                  <a:cubicBezTo>
                    <a:pt x="145535" y="68087"/>
                    <a:pt x="153377" y="7340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15"/>
            <p:cNvSpPr/>
            <p:nvPr/>
          </p:nvSpPr>
          <p:spPr>
            <a:xfrm>
              <a:off x="2975000" y="442550"/>
              <a:ext cx="3963625" cy="1968900"/>
            </a:xfrm>
            <a:custGeom>
              <a:rect b="b" l="l" r="r" t="t"/>
              <a:pathLst>
                <a:path extrusionOk="0" fill="none" h="78756" w="158545">
                  <a:moveTo>
                    <a:pt x="0" y="1"/>
                  </a:moveTo>
                  <a:cubicBezTo>
                    <a:pt x="4651" y="2979"/>
                    <a:pt x="9575" y="5867"/>
                    <a:pt x="14013" y="8876"/>
                  </a:cubicBezTo>
                  <a:cubicBezTo>
                    <a:pt x="20548" y="13283"/>
                    <a:pt x="14985" y="22706"/>
                    <a:pt x="20305" y="27539"/>
                  </a:cubicBezTo>
                  <a:cubicBezTo>
                    <a:pt x="24590" y="31430"/>
                    <a:pt x="28724" y="35715"/>
                    <a:pt x="28147" y="42007"/>
                  </a:cubicBezTo>
                  <a:cubicBezTo>
                    <a:pt x="27630" y="47296"/>
                    <a:pt x="25654" y="56445"/>
                    <a:pt x="32584" y="58664"/>
                  </a:cubicBezTo>
                  <a:cubicBezTo>
                    <a:pt x="39606" y="60913"/>
                    <a:pt x="46354" y="55077"/>
                    <a:pt x="51369" y="51096"/>
                  </a:cubicBezTo>
                  <a:cubicBezTo>
                    <a:pt x="60609" y="43770"/>
                    <a:pt x="65351" y="39576"/>
                    <a:pt x="76749" y="45594"/>
                  </a:cubicBezTo>
                  <a:cubicBezTo>
                    <a:pt x="84166" y="49515"/>
                    <a:pt x="92251" y="47722"/>
                    <a:pt x="99911" y="50275"/>
                  </a:cubicBezTo>
                  <a:cubicBezTo>
                    <a:pt x="104622" y="51855"/>
                    <a:pt x="104318" y="56445"/>
                    <a:pt x="105260" y="60609"/>
                  </a:cubicBezTo>
                  <a:cubicBezTo>
                    <a:pt x="106537" y="66324"/>
                    <a:pt x="110428" y="72676"/>
                    <a:pt x="115808" y="74956"/>
                  </a:cubicBezTo>
                  <a:cubicBezTo>
                    <a:pt x="124714" y="78756"/>
                    <a:pt x="132313" y="67418"/>
                    <a:pt x="140580" y="67813"/>
                  </a:cubicBezTo>
                  <a:cubicBezTo>
                    <a:pt x="145778" y="68056"/>
                    <a:pt x="153438" y="73315"/>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15"/>
            <p:cNvSpPr/>
            <p:nvPr/>
          </p:nvSpPr>
          <p:spPr>
            <a:xfrm>
              <a:off x="2975000" y="442550"/>
              <a:ext cx="3962850" cy="1919500"/>
            </a:xfrm>
            <a:custGeom>
              <a:rect b="b" l="l" r="r" t="t"/>
              <a:pathLst>
                <a:path extrusionOk="0" fill="none" h="76780" w="158514">
                  <a:moveTo>
                    <a:pt x="0" y="1"/>
                  </a:moveTo>
                  <a:cubicBezTo>
                    <a:pt x="4712" y="2949"/>
                    <a:pt x="9666" y="5776"/>
                    <a:pt x="14225" y="8633"/>
                  </a:cubicBezTo>
                  <a:cubicBezTo>
                    <a:pt x="20973" y="12797"/>
                    <a:pt x="16049" y="21977"/>
                    <a:pt x="20760" y="26718"/>
                  </a:cubicBezTo>
                  <a:cubicBezTo>
                    <a:pt x="24438" y="30396"/>
                    <a:pt x="29332" y="35168"/>
                    <a:pt x="28967" y="41004"/>
                  </a:cubicBezTo>
                  <a:cubicBezTo>
                    <a:pt x="28633" y="46202"/>
                    <a:pt x="26444" y="55381"/>
                    <a:pt x="33192" y="57661"/>
                  </a:cubicBezTo>
                  <a:cubicBezTo>
                    <a:pt x="40153" y="60032"/>
                    <a:pt x="47752" y="53953"/>
                    <a:pt x="52494" y="49880"/>
                  </a:cubicBezTo>
                  <a:cubicBezTo>
                    <a:pt x="61703" y="41977"/>
                    <a:pt x="66293" y="38633"/>
                    <a:pt x="77722" y="45016"/>
                  </a:cubicBezTo>
                  <a:cubicBezTo>
                    <a:pt x="84926" y="49059"/>
                    <a:pt x="92707" y="47722"/>
                    <a:pt x="100488" y="50093"/>
                  </a:cubicBezTo>
                  <a:cubicBezTo>
                    <a:pt x="105382" y="51582"/>
                    <a:pt x="104987" y="56080"/>
                    <a:pt x="105838" y="60245"/>
                  </a:cubicBezTo>
                  <a:cubicBezTo>
                    <a:pt x="107023" y="65898"/>
                    <a:pt x="111005" y="72676"/>
                    <a:pt x="116142" y="74227"/>
                  </a:cubicBezTo>
                  <a:cubicBezTo>
                    <a:pt x="124683" y="76780"/>
                    <a:pt x="132191" y="66901"/>
                    <a:pt x="140884" y="67570"/>
                  </a:cubicBezTo>
                  <a:cubicBezTo>
                    <a:pt x="145930" y="67965"/>
                    <a:pt x="153468" y="73224"/>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15"/>
            <p:cNvSpPr/>
            <p:nvPr/>
          </p:nvSpPr>
          <p:spPr>
            <a:xfrm>
              <a:off x="2975000" y="442550"/>
              <a:ext cx="3962100" cy="1896700"/>
            </a:xfrm>
            <a:custGeom>
              <a:rect b="b" l="l" r="r" t="t"/>
              <a:pathLst>
                <a:path extrusionOk="0" fill="none" h="75868" w="158484">
                  <a:moveTo>
                    <a:pt x="0" y="1"/>
                  </a:moveTo>
                  <a:cubicBezTo>
                    <a:pt x="4742" y="2949"/>
                    <a:pt x="9788" y="5441"/>
                    <a:pt x="14438" y="8359"/>
                  </a:cubicBezTo>
                  <a:cubicBezTo>
                    <a:pt x="21520" y="12797"/>
                    <a:pt x="16900" y="20852"/>
                    <a:pt x="21277" y="25837"/>
                  </a:cubicBezTo>
                  <a:cubicBezTo>
                    <a:pt x="24408" y="29424"/>
                    <a:pt x="29758" y="34652"/>
                    <a:pt x="29727" y="40123"/>
                  </a:cubicBezTo>
                  <a:cubicBezTo>
                    <a:pt x="29666" y="45229"/>
                    <a:pt x="27447" y="54014"/>
                    <a:pt x="33770" y="56658"/>
                  </a:cubicBezTo>
                  <a:cubicBezTo>
                    <a:pt x="40396" y="59394"/>
                    <a:pt x="49545" y="52433"/>
                    <a:pt x="53618" y="48542"/>
                  </a:cubicBezTo>
                  <a:cubicBezTo>
                    <a:pt x="62707" y="39788"/>
                    <a:pt x="67448" y="37904"/>
                    <a:pt x="78725" y="44530"/>
                  </a:cubicBezTo>
                  <a:cubicBezTo>
                    <a:pt x="85716" y="48664"/>
                    <a:pt x="93224" y="47722"/>
                    <a:pt x="101066" y="49910"/>
                  </a:cubicBezTo>
                  <a:cubicBezTo>
                    <a:pt x="106142" y="51308"/>
                    <a:pt x="105716" y="55685"/>
                    <a:pt x="106476" y="59849"/>
                  </a:cubicBezTo>
                  <a:cubicBezTo>
                    <a:pt x="107540" y="65503"/>
                    <a:pt x="111279" y="71977"/>
                    <a:pt x="116477" y="73467"/>
                  </a:cubicBezTo>
                  <a:cubicBezTo>
                    <a:pt x="124927" y="75868"/>
                    <a:pt x="132708" y="66354"/>
                    <a:pt x="141188" y="67357"/>
                  </a:cubicBezTo>
                  <a:cubicBezTo>
                    <a:pt x="146143" y="67935"/>
                    <a:pt x="153468" y="7313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15"/>
            <p:cNvSpPr/>
            <p:nvPr/>
          </p:nvSpPr>
          <p:spPr>
            <a:xfrm>
              <a:off x="2975000" y="442550"/>
              <a:ext cx="3962850" cy="1870875"/>
            </a:xfrm>
            <a:custGeom>
              <a:rect b="b" l="l" r="r" t="t"/>
              <a:pathLst>
                <a:path extrusionOk="0" fill="none" h="74835" w="158514">
                  <a:moveTo>
                    <a:pt x="0" y="1"/>
                  </a:moveTo>
                  <a:cubicBezTo>
                    <a:pt x="4803" y="2919"/>
                    <a:pt x="9848" y="5350"/>
                    <a:pt x="14651" y="8116"/>
                  </a:cubicBezTo>
                  <a:cubicBezTo>
                    <a:pt x="21946" y="12311"/>
                    <a:pt x="18086" y="19697"/>
                    <a:pt x="21885" y="24895"/>
                  </a:cubicBezTo>
                  <a:cubicBezTo>
                    <a:pt x="24590" y="28633"/>
                    <a:pt x="30031" y="34013"/>
                    <a:pt x="30396" y="39272"/>
                  </a:cubicBezTo>
                  <a:cubicBezTo>
                    <a:pt x="30791" y="44439"/>
                    <a:pt x="28299" y="52919"/>
                    <a:pt x="34439" y="55625"/>
                  </a:cubicBezTo>
                  <a:cubicBezTo>
                    <a:pt x="41186" y="58603"/>
                    <a:pt x="50670" y="51217"/>
                    <a:pt x="54712" y="47083"/>
                  </a:cubicBezTo>
                  <a:cubicBezTo>
                    <a:pt x="63892" y="37630"/>
                    <a:pt x="68542" y="37266"/>
                    <a:pt x="79789" y="44135"/>
                  </a:cubicBezTo>
                  <a:cubicBezTo>
                    <a:pt x="86476" y="48208"/>
                    <a:pt x="93984" y="47661"/>
                    <a:pt x="101674" y="49728"/>
                  </a:cubicBezTo>
                  <a:cubicBezTo>
                    <a:pt x="106932" y="51126"/>
                    <a:pt x="106416" y="55138"/>
                    <a:pt x="107145" y="59454"/>
                  </a:cubicBezTo>
                  <a:cubicBezTo>
                    <a:pt x="108057" y="64986"/>
                    <a:pt x="111552" y="71339"/>
                    <a:pt x="116872" y="72707"/>
                  </a:cubicBezTo>
                  <a:cubicBezTo>
                    <a:pt x="125322" y="74835"/>
                    <a:pt x="133285" y="65837"/>
                    <a:pt x="141523" y="67114"/>
                  </a:cubicBezTo>
                  <a:cubicBezTo>
                    <a:pt x="146386" y="67874"/>
                    <a:pt x="153559" y="73011"/>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15"/>
            <p:cNvSpPr/>
            <p:nvPr/>
          </p:nvSpPr>
          <p:spPr>
            <a:xfrm>
              <a:off x="2975000" y="442550"/>
              <a:ext cx="3962850" cy="1848075"/>
            </a:xfrm>
            <a:custGeom>
              <a:rect b="b" l="l" r="r" t="t"/>
              <a:pathLst>
                <a:path extrusionOk="0" fill="none" h="73923" w="158514">
                  <a:moveTo>
                    <a:pt x="0" y="1"/>
                  </a:moveTo>
                  <a:cubicBezTo>
                    <a:pt x="4833" y="2888"/>
                    <a:pt x="9909" y="5259"/>
                    <a:pt x="14864" y="7873"/>
                  </a:cubicBezTo>
                  <a:cubicBezTo>
                    <a:pt x="22219" y="11764"/>
                    <a:pt x="19301" y="18390"/>
                    <a:pt x="22584" y="23922"/>
                  </a:cubicBezTo>
                  <a:cubicBezTo>
                    <a:pt x="25046" y="28086"/>
                    <a:pt x="30092" y="33649"/>
                    <a:pt x="31004" y="38542"/>
                  </a:cubicBezTo>
                  <a:cubicBezTo>
                    <a:pt x="31855" y="43284"/>
                    <a:pt x="29150" y="51947"/>
                    <a:pt x="35107" y="54561"/>
                  </a:cubicBezTo>
                  <a:cubicBezTo>
                    <a:pt x="42250" y="57691"/>
                    <a:pt x="51673" y="50032"/>
                    <a:pt x="55746" y="45503"/>
                  </a:cubicBezTo>
                  <a:cubicBezTo>
                    <a:pt x="64834" y="35411"/>
                    <a:pt x="69941" y="36992"/>
                    <a:pt x="80822" y="43770"/>
                  </a:cubicBezTo>
                  <a:cubicBezTo>
                    <a:pt x="87205" y="47782"/>
                    <a:pt x="94683" y="47691"/>
                    <a:pt x="102191" y="49576"/>
                  </a:cubicBezTo>
                  <a:cubicBezTo>
                    <a:pt x="107571" y="50913"/>
                    <a:pt x="107145" y="54682"/>
                    <a:pt x="107783" y="59090"/>
                  </a:cubicBezTo>
                  <a:cubicBezTo>
                    <a:pt x="108604" y="64591"/>
                    <a:pt x="111826" y="70610"/>
                    <a:pt x="117236" y="71917"/>
                  </a:cubicBezTo>
                  <a:cubicBezTo>
                    <a:pt x="125504" y="73923"/>
                    <a:pt x="133863" y="65321"/>
                    <a:pt x="141827" y="66901"/>
                  </a:cubicBezTo>
                  <a:cubicBezTo>
                    <a:pt x="146599" y="67813"/>
                    <a:pt x="153620" y="7292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15"/>
            <p:cNvSpPr/>
            <p:nvPr/>
          </p:nvSpPr>
          <p:spPr>
            <a:xfrm>
              <a:off x="2975000" y="442550"/>
              <a:ext cx="3962100" cy="1826050"/>
            </a:xfrm>
            <a:custGeom>
              <a:rect b="b" l="l" r="r" t="t"/>
              <a:pathLst>
                <a:path extrusionOk="0" fill="none" h="73042" w="158484">
                  <a:moveTo>
                    <a:pt x="0" y="1"/>
                  </a:moveTo>
                  <a:cubicBezTo>
                    <a:pt x="4894" y="2858"/>
                    <a:pt x="10000" y="5168"/>
                    <a:pt x="15076" y="7630"/>
                  </a:cubicBezTo>
                  <a:cubicBezTo>
                    <a:pt x="22402" y="11217"/>
                    <a:pt x="20639" y="16992"/>
                    <a:pt x="23435" y="22980"/>
                  </a:cubicBezTo>
                  <a:cubicBezTo>
                    <a:pt x="25685" y="27813"/>
                    <a:pt x="29910" y="33041"/>
                    <a:pt x="31460" y="37934"/>
                  </a:cubicBezTo>
                  <a:cubicBezTo>
                    <a:pt x="32858" y="42372"/>
                    <a:pt x="29940" y="51096"/>
                    <a:pt x="35867" y="53558"/>
                  </a:cubicBezTo>
                  <a:cubicBezTo>
                    <a:pt x="43618" y="56749"/>
                    <a:pt x="52433" y="48937"/>
                    <a:pt x="56779" y="43831"/>
                  </a:cubicBezTo>
                  <a:cubicBezTo>
                    <a:pt x="65746" y="33314"/>
                    <a:pt x="71552" y="36901"/>
                    <a:pt x="81886" y="43466"/>
                  </a:cubicBezTo>
                  <a:cubicBezTo>
                    <a:pt x="87965" y="47327"/>
                    <a:pt x="95412" y="47752"/>
                    <a:pt x="102707" y="49454"/>
                  </a:cubicBezTo>
                  <a:cubicBezTo>
                    <a:pt x="108148" y="50700"/>
                    <a:pt x="107905" y="54226"/>
                    <a:pt x="108452" y="58725"/>
                  </a:cubicBezTo>
                  <a:cubicBezTo>
                    <a:pt x="109182" y="64226"/>
                    <a:pt x="112130" y="69910"/>
                    <a:pt x="117571" y="71187"/>
                  </a:cubicBezTo>
                  <a:cubicBezTo>
                    <a:pt x="125626" y="73041"/>
                    <a:pt x="134410" y="64895"/>
                    <a:pt x="142100" y="66688"/>
                  </a:cubicBezTo>
                  <a:cubicBezTo>
                    <a:pt x="146751" y="67783"/>
                    <a:pt x="153590" y="72828"/>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15"/>
            <p:cNvSpPr/>
            <p:nvPr/>
          </p:nvSpPr>
          <p:spPr>
            <a:xfrm>
              <a:off x="2975000" y="442550"/>
              <a:ext cx="3962850" cy="1818450"/>
            </a:xfrm>
            <a:custGeom>
              <a:rect b="b" l="l" r="r" t="t"/>
              <a:pathLst>
                <a:path extrusionOk="0" fill="none" h="72738" w="158514">
                  <a:moveTo>
                    <a:pt x="0" y="1"/>
                  </a:moveTo>
                  <a:cubicBezTo>
                    <a:pt x="4924" y="2827"/>
                    <a:pt x="10122" y="5077"/>
                    <a:pt x="15259" y="7387"/>
                  </a:cubicBezTo>
                  <a:cubicBezTo>
                    <a:pt x="22432" y="10609"/>
                    <a:pt x="22159" y="15594"/>
                    <a:pt x="24317" y="22007"/>
                  </a:cubicBezTo>
                  <a:cubicBezTo>
                    <a:pt x="26171" y="27630"/>
                    <a:pt x="29332" y="32402"/>
                    <a:pt x="31733" y="37418"/>
                  </a:cubicBezTo>
                  <a:cubicBezTo>
                    <a:pt x="33831" y="41764"/>
                    <a:pt x="30669" y="50305"/>
                    <a:pt x="36657" y="52615"/>
                  </a:cubicBezTo>
                  <a:cubicBezTo>
                    <a:pt x="44955" y="55868"/>
                    <a:pt x="53162" y="47630"/>
                    <a:pt x="57782" y="42068"/>
                  </a:cubicBezTo>
                  <a:cubicBezTo>
                    <a:pt x="66476" y="31551"/>
                    <a:pt x="73315" y="37022"/>
                    <a:pt x="82950" y="43193"/>
                  </a:cubicBezTo>
                  <a:cubicBezTo>
                    <a:pt x="88695" y="46871"/>
                    <a:pt x="96142" y="47813"/>
                    <a:pt x="103194" y="49333"/>
                  </a:cubicBezTo>
                  <a:cubicBezTo>
                    <a:pt x="108726" y="50488"/>
                    <a:pt x="108634" y="53740"/>
                    <a:pt x="109151" y="58390"/>
                  </a:cubicBezTo>
                  <a:cubicBezTo>
                    <a:pt x="109789" y="63862"/>
                    <a:pt x="112464" y="69211"/>
                    <a:pt x="117996" y="70427"/>
                  </a:cubicBezTo>
                  <a:cubicBezTo>
                    <a:pt x="125778" y="72129"/>
                    <a:pt x="135018" y="64439"/>
                    <a:pt x="142434" y="66506"/>
                  </a:cubicBezTo>
                  <a:cubicBezTo>
                    <a:pt x="146994" y="67752"/>
                    <a:pt x="153650" y="72737"/>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15"/>
            <p:cNvSpPr/>
            <p:nvPr/>
          </p:nvSpPr>
          <p:spPr>
            <a:xfrm>
              <a:off x="2975000" y="442550"/>
              <a:ext cx="3962850" cy="1816175"/>
            </a:xfrm>
            <a:custGeom>
              <a:rect b="b" l="l" r="r" t="t"/>
              <a:pathLst>
                <a:path extrusionOk="0" fill="none" h="72647" w="158514">
                  <a:moveTo>
                    <a:pt x="0" y="1"/>
                  </a:moveTo>
                  <a:cubicBezTo>
                    <a:pt x="4985" y="2797"/>
                    <a:pt x="10244" y="4985"/>
                    <a:pt x="15441" y="7144"/>
                  </a:cubicBezTo>
                  <a:cubicBezTo>
                    <a:pt x="22341" y="10031"/>
                    <a:pt x="23648" y="14621"/>
                    <a:pt x="25259" y="21034"/>
                  </a:cubicBezTo>
                  <a:cubicBezTo>
                    <a:pt x="26688" y="26809"/>
                    <a:pt x="28572" y="31977"/>
                    <a:pt x="31885" y="36992"/>
                  </a:cubicBezTo>
                  <a:cubicBezTo>
                    <a:pt x="34742" y="41278"/>
                    <a:pt x="31429" y="49606"/>
                    <a:pt x="37478" y="51825"/>
                  </a:cubicBezTo>
                  <a:cubicBezTo>
                    <a:pt x="46171" y="55017"/>
                    <a:pt x="54469" y="46202"/>
                    <a:pt x="58755" y="40305"/>
                  </a:cubicBezTo>
                  <a:cubicBezTo>
                    <a:pt x="66232" y="30001"/>
                    <a:pt x="76415" y="38025"/>
                    <a:pt x="84044" y="42889"/>
                  </a:cubicBezTo>
                  <a:cubicBezTo>
                    <a:pt x="89546" y="46384"/>
                    <a:pt x="96841" y="47874"/>
                    <a:pt x="103680" y="49211"/>
                  </a:cubicBezTo>
                  <a:cubicBezTo>
                    <a:pt x="109242" y="50305"/>
                    <a:pt x="109364" y="53254"/>
                    <a:pt x="109850" y="58026"/>
                  </a:cubicBezTo>
                  <a:cubicBezTo>
                    <a:pt x="110397" y="63436"/>
                    <a:pt x="112829" y="68482"/>
                    <a:pt x="118422" y="69667"/>
                  </a:cubicBezTo>
                  <a:cubicBezTo>
                    <a:pt x="125930" y="71278"/>
                    <a:pt x="135626" y="64044"/>
                    <a:pt x="142708" y="66293"/>
                  </a:cubicBezTo>
                  <a:cubicBezTo>
                    <a:pt x="147176" y="67692"/>
                    <a:pt x="153681" y="7264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15"/>
            <p:cNvSpPr/>
            <p:nvPr/>
          </p:nvSpPr>
          <p:spPr>
            <a:xfrm>
              <a:off x="2975000" y="442550"/>
              <a:ext cx="3962850" cy="1813875"/>
            </a:xfrm>
            <a:custGeom>
              <a:rect b="b" l="l" r="r" t="t"/>
              <a:pathLst>
                <a:path extrusionOk="0" fill="none" h="72555" w="158514">
                  <a:moveTo>
                    <a:pt x="0" y="1"/>
                  </a:moveTo>
                  <a:cubicBezTo>
                    <a:pt x="5015" y="2767"/>
                    <a:pt x="10335" y="4894"/>
                    <a:pt x="15624" y="6931"/>
                  </a:cubicBezTo>
                  <a:cubicBezTo>
                    <a:pt x="22189" y="9423"/>
                    <a:pt x="24925" y="13648"/>
                    <a:pt x="26262" y="20031"/>
                  </a:cubicBezTo>
                  <a:cubicBezTo>
                    <a:pt x="27508" y="25958"/>
                    <a:pt x="27843" y="31582"/>
                    <a:pt x="31916" y="36597"/>
                  </a:cubicBezTo>
                  <a:cubicBezTo>
                    <a:pt x="35290" y="40731"/>
                    <a:pt x="32432" y="49150"/>
                    <a:pt x="38299" y="51096"/>
                  </a:cubicBezTo>
                  <a:cubicBezTo>
                    <a:pt x="47326" y="54105"/>
                    <a:pt x="55138" y="44804"/>
                    <a:pt x="59758" y="38512"/>
                  </a:cubicBezTo>
                  <a:cubicBezTo>
                    <a:pt x="66901" y="28816"/>
                    <a:pt x="78512" y="38512"/>
                    <a:pt x="85139" y="42585"/>
                  </a:cubicBezTo>
                  <a:cubicBezTo>
                    <a:pt x="90397" y="45807"/>
                    <a:pt x="97510" y="47995"/>
                    <a:pt x="104105" y="49120"/>
                  </a:cubicBezTo>
                  <a:cubicBezTo>
                    <a:pt x="109698" y="50062"/>
                    <a:pt x="109729" y="52707"/>
                    <a:pt x="110580" y="57691"/>
                  </a:cubicBezTo>
                  <a:cubicBezTo>
                    <a:pt x="111461" y="63071"/>
                    <a:pt x="112829" y="67692"/>
                    <a:pt x="118878" y="68938"/>
                  </a:cubicBezTo>
                  <a:cubicBezTo>
                    <a:pt x="126082" y="70427"/>
                    <a:pt x="136234" y="63649"/>
                    <a:pt x="143012" y="66111"/>
                  </a:cubicBezTo>
                  <a:cubicBezTo>
                    <a:pt x="147359" y="67661"/>
                    <a:pt x="153742" y="7255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15"/>
            <p:cNvSpPr/>
            <p:nvPr/>
          </p:nvSpPr>
          <p:spPr>
            <a:xfrm>
              <a:off x="2975000" y="442550"/>
              <a:ext cx="3962850" cy="1804000"/>
            </a:xfrm>
            <a:custGeom>
              <a:rect b="b" l="l" r="r" t="t"/>
              <a:pathLst>
                <a:path extrusionOk="0" fill="none" h="72160" w="158514">
                  <a:moveTo>
                    <a:pt x="0" y="1"/>
                  </a:moveTo>
                  <a:cubicBezTo>
                    <a:pt x="5076" y="2736"/>
                    <a:pt x="10456" y="4803"/>
                    <a:pt x="15806" y="6688"/>
                  </a:cubicBezTo>
                  <a:cubicBezTo>
                    <a:pt x="22037" y="8876"/>
                    <a:pt x="26049" y="12767"/>
                    <a:pt x="27326" y="18967"/>
                  </a:cubicBezTo>
                  <a:cubicBezTo>
                    <a:pt x="28542" y="24925"/>
                    <a:pt x="27326" y="31126"/>
                    <a:pt x="31855" y="36202"/>
                  </a:cubicBezTo>
                  <a:cubicBezTo>
                    <a:pt x="35381" y="40153"/>
                    <a:pt x="33618" y="48725"/>
                    <a:pt x="39150" y="50457"/>
                  </a:cubicBezTo>
                  <a:cubicBezTo>
                    <a:pt x="48329" y="53314"/>
                    <a:pt x="55746" y="42919"/>
                    <a:pt x="60792" y="36810"/>
                  </a:cubicBezTo>
                  <a:cubicBezTo>
                    <a:pt x="67995" y="28086"/>
                    <a:pt x="80032" y="38360"/>
                    <a:pt x="86263" y="42159"/>
                  </a:cubicBezTo>
                  <a:cubicBezTo>
                    <a:pt x="91430" y="45320"/>
                    <a:pt x="98057" y="48056"/>
                    <a:pt x="104561" y="48998"/>
                  </a:cubicBezTo>
                  <a:cubicBezTo>
                    <a:pt x="115747" y="50700"/>
                    <a:pt x="107692" y="65898"/>
                    <a:pt x="119303" y="68178"/>
                  </a:cubicBezTo>
                  <a:cubicBezTo>
                    <a:pt x="126294" y="69576"/>
                    <a:pt x="136872" y="63254"/>
                    <a:pt x="143316" y="65898"/>
                  </a:cubicBezTo>
                  <a:cubicBezTo>
                    <a:pt x="147784" y="67752"/>
                    <a:pt x="153407" y="7216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15"/>
            <p:cNvSpPr/>
            <p:nvPr/>
          </p:nvSpPr>
          <p:spPr>
            <a:xfrm>
              <a:off x="2975000" y="442550"/>
              <a:ext cx="3962100" cy="1802475"/>
            </a:xfrm>
            <a:custGeom>
              <a:rect b="b" l="l" r="r" t="t"/>
              <a:pathLst>
                <a:path extrusionOk="0" fill="none" h="72099" w="158484">
                  <a:moveTo>
                    <a:pt x="0" y="1"/>
                  </a:moveTo>
                  <a:cubicBezTo>
                    <a:pt x="5107" y="2706"/>
                    <a:pt x="10760" y="4590"/>
                    <a:pt x="15958" y="6444"/>
                  </a:cubicBezTo>
                  <a:cubicBezTo>
                    <a:pt x="21764" y="8511"/>
                    <a:pt x="26931" y="11733"/>
                    <a:pt x="28390" y="17843"/>
                  </a:cubicBezTo>
                  <a:cubicBezTo>
                    <a:pt x="29788" y="23740"/>
                    <a:pt x="26900" y="30579"/>
                    <a:pt x="31672" y="35867"/>
                  </a:cubicBezTo>
                  <a:cubicBezTo>
                    <a:pt x="35107" y="39636"/>
                    <a:pt x="34925" y="48390"/>
                    <a:pt x="40001" y="49849"/>
                  </a:cubicBezTo>
                  <a:cubicBezTo>
                    <a:pt x="49302" y="52494"/>
                    <a:pt x="56415" y="40761"/>
                    <a:pt x="61886" y="35320"/>
                  </a:cubicBezTo>
                  <a:cubicBezTo>
                    <a:pt x="69211" y="28025"/>
                    <a:pt x="81278" y="37873"/>
                    <a:pt x="87327" y="41612"/>
                  </a:cubicBezTo>
                  <a:cubicBezTo>
                    <a:pt x="92585" y="44864"/>
                    <a:pt x="98421" y="48117"/>
                    <a:pt x="104926" y="48968"/>
                  </a:cubicBezTo>
                  <a:cubicBezTo>
                    <a:pt x="116385" y="50457"/>
                    <a:pt x="108239" y="65442"/>
                    <a:pt x="119759" y="67509"/>
                  </a:cubicBezTo>
                  <a:cubicBezTo>
                    <a:pt x="126659" y="68725"/>
                    <a:pt x="137298" y="62980"/>
                    <a:pt x="143559" y="65716"/>
                  </a:cubicBezTo>
                  <a:cubicBezTo>
                    <a:pt x="147936" y="67631"/>
                    <a:pt x="153407" y="72099"/>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15"/>
            <p:cNvSpPr/>
            <p:nvPr/>
          </p:nvSpPr>
          <p:spPr>
            <a:xfrm>
              <a:off x="2975000" y="442550"/>
              <a:ext cx="3962850" cy="1800200"/>
            </a:xfrm>
            <a:custGeom>
              <a:rect b="b" l="l" r="r" t="t"/>
              <a:pathLst>
                <a:path extrusionOk="0" fill="none" h="72008" w="158514">
                  <a:moveTo>
                    <a:pt x="0" y="1"/>
                  </a:moveTo>
                  <a:cubicBezTo>
                    <a:pt x="5167" y="2645"/>
                    <a:pt x="10821" y="4499"/>
                    <a:pt x="16140" y="6201"/>
                  </a:cubicBezTo>
                  <a:cubicBezTo>
                    <a:pt x="21976" y="8055"/>
                    <a:pt x="27630" y="11065"/>
                    <a:pt x="29484" y="16657"/>
                  </a:cubicBezTo>
                  <a:cubicBezTo>
                    <a:pt x="31308" y="22159"/>
                    <a:pt x="26748" y="29940"/>
                    <a:pt x="31521" y="35442"/>
                  </a:cubicBezTo>
                  <a:cubicBezTo>
                    <a:pt x="34621" y="38998"/>
                    <a:pt x="36414" y="48147"/>
                    <a:pt x="40913" y="49211"/>
                  </a:cubicBezTo>
                  <a:cubicBezTo>
                    <a:pt x="50244" y="51430"/>
                    <a:pt x="56749" y="38846"/>
                    <a:pt x="63041" y="34044"/>
                  </a:cubicBezTo>
                  <a:cubicBezTo>
                    <a:pt x="70731" y="28147"/>
                    <a:pt x="82190" y="36992"/>
                    <a:pt x="88391" y="40943"/>
                  </a:cubicBezTo>
                  <a:cubicBezTo>
                    <a:pt x="93862" y="44409"/>
                    <a:pt x="98695" y="48147"/>
                    <a:pt x="105352" y="48907"/>
                  </a:cubicBezTo>
                  <a:cubicBezTo>
                    <a:pt x="117024" y="50184"/>
                    <a:pt x="108786" y="64834"/>
                    <a:pt x="120276" y="66780"/>
                  </a:cubicBezTo>
                  <a:cubicBezTo>
                    <a:pt x="126993" y="67904"/>
                    <a:pt x="137784" y="62585"/>
                    <a:pt x="143863" y="65533"/>
                  </a:cubicBezTo>
                  <a:cubicBezTo>
                    <a:pt x="148149" y="67570"/>
                    <a:pt x="153468" y="72008"/>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15"/>
            <p:cNvSpPr/>
            <p:nvPr/>
          </p:nvSpPr>
          <p:spPr>
            <a:xfrm>
              <a:off x="2975000" y="442550"/>
              <a:ext cx="3963625" cy="1798675"/>
            </a:xfrm>
            <a:custGeom>
              <a:rect b="b" l="l" r="r" t="t"/>
              <a:pathLst>
                <a:path extrusionOk="0" fill="none" h="71947" w="158545">
                  <a:moveTo>
                    <a:pt x="0" y="1"/>
                  </a:moveTo>
                  <a:cubicBezTo>
                    <a:pt x="5198" y="2615"/>
                    <a:pt x="10912" y="4408"/>
                    <a:pt x="16323" y="5958"/>
                  </a:cubicBezTo>
                  <a:cubicBezTo>
                    <a:pt x="22067" y="7630"/>
                    <a:pt x="28147" y="10365"/>
                    <a:pt x="30578" y="15472"/>
                  </a:cubicBezTo>
                  <a:cubicBezTo>
                    <a:pt x="33192" y="20974"/>
                    <a:pt x="26931" y="29059"/>
                    <a:pt x="31369" y="35047"/>
                  </a:cubicBezTo>
                  <a:cubicBezTo>
                    <a:pt x="33831" y="38390"/>
                    <a:pt x="37904" y="47904"/>
                    <a:pt x="41825" y="48542"/>
                  </a:cubicBezTo>
                  <a:cubicBezTo>
                    <a:pt x="50883" y="50062"/>
                    <a:pt x="57296" y="36931"/>
                    <a:pt x="64257" y="33010"/>
                  </a:cubicBezTo>
                  <a:cubicBezTo>
                    <a:pt x="72160" y="28512"/>
                    <a:pt x="83102" y="35928"/>
                    <a:pt x="89424" y="40153"/>
                  </a:cubicBezTo>
                  <a:cubicBezTo>
                    <a:pt x="94804" y="43740"/>
                    <a:pt x="98877" y="48208"/>
                    <a:pt x="105747" y="48846"/>
                  </a:cubicBezTo>
                  <a:cubicBezTo>
                    <a:pt x="117601" y="49971"/>
                    <a:pt x="109425" y="64257"/>
                    <a:pt x="120793" y="66081"/>
                  </a:cubicBezTo>
                  <a:cubicBezTo>
                    <a:pt x="127419" y="67144"/>
                    <a:pt x="138270" y="62281"/>
                    <a:pt x="144167" y="65351"/>
                  </a:cubicBezTo>
                  <a:cubicBezTo>
                    <a:pt x="148362" y="67540"/>
                    <a:pt x="153529" y="71947"/>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15"/>
            <p:cNvSpPr/>
            <p:nvPr/>
          </p:nvSpPr>
          <p:spPr>
            <a:xfrm>
              <a:off x="2975000" y="442550"/>
              <a:ext cx="3962850" cy="1795650"/>
            </a:xfrm>
            <a:custGeom>
              <a:rect b="b" l="l" r="r" t="t"/>
              <a:pathLst>
                <a:path extrusionOk="0" fill="none" h="71826" w="158514">
                  <a:moveTo>
                    <a:pt x="0" y="1"/>
                  </a:moveTo>
                  <a:cubicBezTo>
                    <a:pt x="5259" y="2584"/>
                    <a:pt x="10973" y="4317"/>
                    <a:pt x="16475" y="5745"/>
                  </a:cubicBezTo>
                  <a:cubicBezTo>
                    <a:pt x="22250" y="7235"/>
                    <a:pt x="28542" y="9788"/>
                    <a:pt x="31581" y="14195"/>
                  </a:cubicBezTo>
                  <a:cubicBezTo>
                    <a:pt x="35168" y="19332"/>
                    <a:pt x="27326" y="28238"/>
                    <a:pt x="31247" y="34560"/>
                  </a:cubicBezTo>
                  <a:cubicBezTo>
                    <a:pt x="33253" y="37782"/>
                    <a:pt x="39150" y="47418"/>
                    <a:pt x="42737" y="47722"/>
                  </a:cubicBezTo>
                  <a:cubicBezTo>
                    <a:pt x="51612" y="48482"/>
                    <a:pt x="57752" y="35229"/>
                    <a:pt x="65412" y="32129"/>
                  </a:cubicBezTo>
                  <a:cubicBezTo>
                    <a:pt x="73588" y="28816"/>
                    <a:pt x="84044" y="34804"/>
                    <a:pt x="90275" y="39302"/>
                  </a:cubicBezTo>
                  <a:cubicBezTo>
                    <a:pt x="95351" y="42980"/>
                    <a:pt x="98938" y="48269"/>
                    <a:pt x="106081" y="48816"/>
                  </a:cubicBezTo>
                  <a:cubicBezTo>
                    <a:pt x="111704" y="49241"/>
                    <a:pt x="112981" y="50670"/>
                    <a:pt x="114136" y="56111"/>
                  </a:cubicBezTo>
                  <a:cubicBezTo>
                    <a:pt x="115139" y="60792"/>
                    <a:pt x="115321" y="64470"/>
                    <a:pt x="121279" y="65381"/>
                  </a:cubicBezTo>
                  <a:cubicBezTo>
                    <a:pt x="127784" y="66385"/>
                    <a:pt x="138696" y="61947"/>
                    <a:pt x="144410" y="65169"/>
                  </a:cubicBezTo>
                  <a:cubicBezTo>
                    <a:pt x="148483" y="67448"/>
                    <a:pt x="153529" y="7182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15"/>
            <p:cNvSpPr/>
            <p:nvPr/>
          </p:nvSpPr>
          <p:spPr>
            <a:xfrm>
              <a:off x="2975000" y="442550"/>
              <a:ext cx="3962850" cy="1794125"/>
            </a:xfrm>
            <a:custGeom>
              <a:rect b="b" l="l" r="r" t="t"/>
              <a:pathLst>
                <a:path extrusionOk="0" fill="none" h="71765" w="158514">
                  <a:moveTo>
                    <a:pt x="0" y="1"/>
                  </a:moveTo>
                  <a:cubicBezTo>
                    <a:pt x="5319" y="2554"/>
                    <a:pt x="11064" y="4226"/>
                    <a:pt x="16627" y="5502"/>
                  </a:cubicBezTo>
                  <a:cubicBezTo>
                    <a:pt x="22523" y="6840"/>
                    <a:pt x="28663" y="9302"/>
                    <a:pt x="32554" y="12919"/>
                  </a:cubicBezTo>
                  <a:cubicBezTo>
                    <a:pt x="36931" y="17022"/>
                    <a:pt x="28906" y="28268"/>
                    <a:pt x="31247" y="33983"/>
                  </a:cubicBezTo>
                  <a:cubicBezTo>
                    <a:pt x="32615" y="37326"/>
                    <a:pt x="40031" y="46658"/>
                    <a:pt x="43679" y="46719"/>
                  </a:cubicBezTo>
                  <a:cubicBezTo>
                    <a:pt x="52433" y="46810"/>
                    <a:pt x="58117" y="33861"/>
                    <a:pt x="66628" y="31430"/>
                  </a:cubicBezTo>
                  <a:cubicBezTo>
                    <a:pt x="75108" y="28998"/>
                    <a:pt x="85078" y="33709"/>
                    <a:pt x="91066" y="38451"/>
                  </a:cubicBezTo>
                  <a:cubicBezTo>
                    <a:pt x="95899" y="42250"/>
                    <a:pt x="98847" y="48482"/>
                    <a:pt x="106446" y="48785"/>
                  </a:cubicBezTo>
                  <a:cubicBezTo>
                    <a:pt x="119030" y="49272"/>
                    <a:pt x="110853" y="62950"/>
                    <a:pt x="121826" y="64743"/>
                  </a:cubicBezTo>
                  <a:cubicBezTo>
                    <a:pt x="128088" y="65746"/>
                    <a:pt x="139121" y="61612"/>
                    <a:pt x="144684" y="64986"/>
                  </a:cubicBezTo>
                  <a:cubicBezTo>
                    <a:pt x="148666" y="67388"/>
                    <a:pt x="153559" y="7176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15"/>
            <p:cNvSpPr/>
            <p:nvPr/>
          </p:nvSpPr>
          <p:spPr>
            <a:xfrm>
              <a:off x="2975000" y="442550"/>
              <a:ext cx="3962850" cy="1791075"/>
            </a:xfrm>
            <a:custGeom>
              <a:rect b="b" l="l" r="r" t="t"/>
              <a:pathLst>
                <a:path extrusionOk="0" fill="none" h="71643" w="158514">
                  <a:moveTo>
                    <a:pt x="0" y="1"/>
                  </a:moveTo>
                  <a:cubicBezTo>
                    <a:pt x="5319" y="2523"/>
                    <a:pt x="11155" y="4134"/>
                    <a:pt x="16779" y="5259"/>
                  </a:cubicBezTo>
                  <a:cubicBezTo>
                    <a:pt x="22736" y="6475"/>
                    <a:pt x="29302" y="9058"/>
                    <a:pt x="33405" y="11672"/>
                  </a:cubicBezTo>
                  <a:cubicBezTo>
                    <a:pt x="37660" y="14378"/>
                    <a:pt x="30821" y="28968"/>
                    <a:pt x="31399" y="33314"/>
                  </a:cubicBezTo>
                  <a:cubicBezTo>
                    <a:pt x="31885" y="36931"/>
                    <a:pt x="40578" y="45624"/>
                    <a:pt x="44651" y="45472"/>
                  </a:cubicBezTo>
                  <a:cubicBezTo>
                    <a:pt x="53101" y="45168"/>
                    <a:pt x="58421" y="32828"/>
                    <a:pt x="67874" y="30852"/>
                  </a:cubicBezTo>
                  <a:cubicBezTo>
                    <a:pt x="76658" y="29028"/>
                    <a:pt x="86233" y="32706"/>
                    <a:pt x="91856" y="37509"/>
                  </a:cubicBezTo>
                  <a:cubicBezTo>
                    <a:pt x="96476" y="41491"/>
                    <a:pt x="98908" y="48542"/>
                    <a:pt x="106780" y="48755"/>
                  </a:cubicBezTo>
                  <a:cubicBezTo>
                    <a:pt x="112647" y="48907"/>
                    <a:pt x="114045" y="50184"/>
                    <a:pt x="115565" y="55503"/>
                  </a:cubicBezTo>
                  <a:cubicBezTo>
                    <a:pt x="116841" y="60062"/>
                    <a:pt x="116628" y="63132"/>
                    <a:pt x="122404" y="64044"/>
                  </a:cubicBezTo>
                  <a:cubicBezTo>
                    <a:pt x="128544" y="65047"/>
                    <a:pt x="139486" y="61278"/>
                    <a:pt x="144957" y="64804"/>
                  </a:cubicBezTo>
                  <a:cubicBezTo>
                    <a:pt x="148818" y="67296"/>
                    <a:pt x="153559" y="71643"/>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15"/>
            <p:cNvSpPr/>
            <p:nvPr/>
          </p:nvSpPr>
          <p:spPr>
            <a:xfrm>
              <a:off x="2975000" y="442550"/>
              <a:ext cx="3962100" cy="1789575"/>
            </a:xfrm>
            <a:custGeom>
              <a:rect b="b" l="l" r="r" t="t"/>
              <a:pathLst>
                <a:path extrusionOk="0" fill="none" h="71583" w="158484">
                  <a:moveTo>
                    <a:pt x="0" y="1"/>
                  </a:moveTo>
                  <a:cubicBezTo>
                    <a:pt x="5380" y="2463"/>
                    <a:pt x="11216" y="4043"/>
                    <a:pt x="16900" y="5016"/>
                  </a:cubicBezTo>
                  <a:cubicBezTo>
                    <a:pt x="22797" y="6049"/>
                    <a:pt x="29058" y="8724"/>
                    <a:pt x="34135" y="10457"/>
                  </a:cubicBezTo>
                  <a:cubicBezTo>
                    <a:pt x="39667" y="12372"/>
                    <a:pt x="32037" y="28846"/>
                    <a:pt x="31855" y="32463"/>
                  </a:cubicBezTo>
                  <a:cubicBezTo>
                    <a:pt x="31672" y="36597"/>
                    <a:pt x="40852" y="44712"/>
                    <a:pt x="45503" y="44074"/>
                  </a:cubicBezTo>
                  <a:cubicBezTo>
                    <a:pt x="54165" y="42889"/>
                    <a:pt x="59606" y="32038"/>
                    <a:pt x="69090" y="30335"/>
                  </a:cubicBezTo>
                  <a:cubicBezTo>
                    <a:pt x="77479" y="28846"/>
                    <a:pt x="87388" y="31703"/>
                    <a:pt x="92646" y="36566"/>
                  </a:cubicBezTo>
                  <a:cubicBezTo>
                    <a:pt x="97084" y="40670"/>
                    <a:pt x="98908" y="48634"/>
                    <a:pt x="107084" y="48725"/>
                  </a:cubicBezTo>
                  <a:cubicBezTo>
                    <a:pt x="112890" y="48816"/>
                    <a:pt x="114501" y="49910"/>
                    <a:pt x="116203" y="55229"/>
                  </a:cubicBezTo>
                  <a:cubicBezTo>
                    <a:pt x="117571" y="59606"/>
                    <a:pt x="117297" y="62555"/>
                    <a:pt x="122951" y="63436"/>
                  </a:cubicBezTo>
                  <a:cubicBezTo>
                    <a:pt x="129030" y="64378"/>
                    <a:pt x="139851" y="60944"/>
                    <a:pt x="145200" y="64622"/>
                  </a:cubicBezTo>
                  <a:cubicBezTo>
                    <a:pt x="148939" y="67205"/>
                    <a:pt x="153590" y="7158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15"/>
            <p:cNvSpPr/>
            <p:nvPr/>
          </p:nvSpPr>
          <p:spPr>
            <a:xfrm>
              <a:off x="2975000" y="442550"/>
              <a:ext cx="3962850" cy="1785000"/>
            </a:xfrm>
            <a:custGeom>
              <a:rect b="b" l="l" r="r" t="t"/>
              <a:pathLst>
                <a:path extrusionOk="0" fill="none" h="71400" w="158514">
                  <a:moveTo>
                    <a:pt x="0" y="1"/>
                  </a:moveTo>
                  <a:cubicBezTo>
                    <a:pt x="5411" y="2432"/>
                    <a:pt x="11307" y="3952"/>
                    <a:pt x="17052" y="4803"/>
                  </a:cubicBezTo>
                  <a:cubicBezTo>
                    <a:pt x="22949" y="5685"/>
                    <a:pt x="29028" y="8967"/>
                    <a:pt x="34682" y="9362"/>
                  </a:cubicBezTo>
                  <a:cubicBezTo>
                    <a:pt x="42007" y="9849"/>
                    <a:pt x="33557" y="28360"/>
                    <a:pt x="32858" y="31065"/>
                  </a:cubicBezTo>
                  <a:cubicBezTo>
                    <a:pt x="31308" y="36931"/>
                    <a:pt x="41095" y="43801"/>
                    <a:pt x="46141" y="42676"/>
                  </a:cubicBezTo>
                  <a:cubicBezTo>
                    <a:pt x="54925" y="40761"/>
                    <a:pt x="60731" y="31703"/>
                    <a:pt x="70245" y="29819"/>
                  </a:cubicBezTo>
                  <a:cubicBezTo>
                    <a:pt x="78451" y="28177"/>
                    <a:pt x="88573" y="30731"/>
                    <a:pt x="93497" y="35563"/>
                  </a:cubicBezTo>
                  <a:cubicBezTo>
                    <a:pt x="97753" y="39728"/>
                    <a:pt x="98969" y="48725"/>
                    <a:pt x="107419" y="48755"/>
                  </a:cubicBezTo>
                  <a:cubicBezTo>
                    <a:pt x="113163" y="48755"/>
                    <a:pt x="115018" y="49667"/>
                    <a:pt x="116872" y="54956"/>
                  </a:cubicBezTo>
                  <a:cubicBezTo>
                    <a:pt x="118331" y="59181"/>
                    <a:pt x="118027" y="61977"/>
                    <a:pt x="123559" y="62798"/>
                  </a:cubicBezTo>
                  <a:cubicBezTo>
                    <a:pt x="129638" y="63710"/>
                    <a:pt x="140459" y="60579"/>
                    <a:pt x="145504" y="64470"/>
                  </a:cubicBezTo>
                  <a:cubicBezTo>
                    <a:pt x="148939" y="67144"/>
                    <a:pt x="153802" y="7140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15"/>
            <p:cNvSpPr/>
            <p:nvPr/>
          </p:nvSpPr>
          <p:spPr>
            <a:xfrm>
              <a:off x="2975000" y="442550"/>
              <a:ext cx="3962100" cy="1781975"/>
            </a:xfrm>
            <a:custGeom>
              <a:rect b="b" l="l" r="r" t="t"/>
              <a:pathLst>
                <a:path extrusionOk="0" fill="none" h="71279" w="158484">
                  <a:moveTo>
                    <a:pt x="0" y="1"/>
                  </a:moveTo>
                  <a:cubicBezTo>
                    <a:pt x="5471" y="2402"/>
                    <a:pt x="11247" y="3922"/>
                    <a:pt x="17174" y="4560"/>
                  </a:cubicBezTo>
                  <a:cubicBezTo>
                    <a:pt x="23253" y="5198"/>
                    <a:pt x="29514" y="8420"/>
                    <a:pt x="35107" y="8177"/>
                  </a:cubicBezTo>
                  <a:cubicBezTo>
                    <a:pt x="44044" y="7782"/>
                    <a:pt x="35290" y="26718"/>
                    <a:pt x="34256" y="29089"/>
                  </a:cubicBezTo>
                  <a:cubicBezTo>
                    <a:pt x="31369" y="35959"/>
                    <a:pt x="40578" y="42980"/>
                    <a:pt x="46658" y="41247"/>
                  </a:cubicBezTo>
                  <a:cubicBezTo>
                    <a:pt x="55533" y="38785"/>
                    <a:pt x="61947" y="31490"/>
                    <a:pt x="71369" y="29180"/>
                  </a:cubicBezTo>
                  <a:cubicBezTo>
                    <a:pt x="79424" y="27174"/>
                    <a:pt x="89819" y="29697"/>
                    <a:pt x="94470" y="34439"/>
                  </a:cubicBezTo>
                  <a:cubicBezTo>
                    <a:pt x="98482" y="38573"/>
                    <a:pt x="99090" y="48785"/>
                    <a:pt x="107753" y="48694"/>
                  </a:cubicBezTo>
                  <a:cubicBezTo>
                    <a:pt x="113407" y="48634"/>
                    <a:pt x="115504" y="49424"/>
                    <a:pt x="117510" y="54652"/>
                  </a:cubicBezTo>
                  <a:cubicBezTo>
                    <a:pt x="119060" y="58694"/>
                    <a:pt x="118665" y="61400"/>
                    <a:pt x="124167" y="62160"/>
                  </a:cubicBezTo>
                  <a:cubicBezTo>
                    <a:pt x="130246" y="62980"/>
                    <a:pt x="140793" y="60245"/>
                    <a:pt x="145717" y="64257"/>
                  </a:cubicBezTo>
                  <a:cubicBezTo>
                    <a:pt x="149061" y="66962"/>
                    <a:pt x="153802" y="71278"/>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15"/>
            <p:cNvSpPr/>
            <p:nvPr/>
          </p:nvSpPr>
          <p:spPr>
            <a:xfrm>
              <a:off x="2975000" y="442550"/>
              <a:ext cx="3962850" cy="1781200"/>
            </a:xfrm>
            <a:custGeom>
              <a:rect b="b" l="l" r="r" t="t"/>
              <a:pathLst>
                <a:path extrusionOk="0" fill="none" h="71248" w="158514">
                  <a:moveTo>
                    <a:pt x="0" y="1"/>
                  </a:moveTo>
                  <a:cubicBezTo>
                    <a:pt x="5502" y="2371"/>
                    <a:pt x="11338" y="3830"/>
                    <a:pt x="17326" y="4347"/>
                  </a:cubicBezTo>
                  <a:cubicBezTo>
                    <a:pt x="23405" y="4833"/>
                    <a:pt x="29484" y="7478"/>
                    <a:pt x="35381" y="7083"/>
                  </a:cubicBezTo>
                  <a:cubicBezTo>
                    <a:pt x="46171" y="6384"/>
                    <a:pt x="37660" y="22007"/>
                    <a:pt x="36080" y="26718"/>
                  </a:cubicBezTo>
                  <a:cubicBezTo>
                    <a:pt x="34560" y="31247"/>
                    <a:pt x="33192" y="34591"/>
                    <a:pt x="37387" y="37934"/>
                  </a:cubicBezTo>
                  <a:cubicBezTo>
                    <a:pt x="40062" y="40032"/>
                    <a:pt x="43983" y="40913"/>
                    <a:pt x="47144" y="39940"/>
                  </a:cubicBezTo>
                  <a:cubicBezTo>
                    <a:pt x="52007" y="38421"/>
                    <a:pt x="55959" y="34864"/>
                    <a:pt x="60548" y="32524"/>
                  </a:cubicBezTo>
                  <a:cubicBezTo>
                    <a:pt x="64409" y="30579"/>
                    <a:pt x="68360" y="29758"/>
                    <a:pt x="72403" y="28512"/>
                  </a:cubicBezTo>
                  <a:cubicBezTo>
                    <a:pt x="80275" y="26080"/>
                    <a:pt x="91187" y="28724"/>
                    <a:pt x="95503" y="33314"/>
                  </a:cubicBezTo>
                  <a:cubicBezTo>
                    <a:pt x="99303" y="37296"/>
                    <a:pt x="99212" y="48877"/>
                    <a:pt x="108118" y="48694"/>
                  </a:cubicBezTo>
                  <a:cubicBezTo>
                    <a:pt x="113589" y="48573"/>
                    <a:pt x="115990" y="49302"/>
                    <a:pt x="118148" y="54409"/>
                  </a:cubicBezTo>
                  <a:cubicBezTo>
                    <a:pt x="119820" y="58299"/>
                    <a:pt x="119364" y="60974"/>
                    <a:pt x="124805" y="61612"/>
                  </a:cubicBezTo>
                  <a:cubicBezTo>
                    <a:pt x="130519" y="62281"/>
                    <a:pt x="141249" y="59819"/>
                    <a:pt x="145991" y="64135"/>
                  </a:cubicBezTo>
                  <a:cubicBezTo>
                    <a:pt x="149213" y="67023"/>
                    <a:pt x="153863" y="71248"/>
                    <a:pt x="158514" y="68695"/>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15"/>
            <p:cNvSpPr/>
            <p:nvPr/>
          </p:nvSpPr>
          <p:spPr>
            <a:xfrm>
              <a:off x="2975000" y="442550"/>
              <a:ext cx="3962100" cy="1777400"/>
            </a:xfrm>
            <a:custGeom>
              <a:rect b="b" l="l" r="r" t="t"/>
              <a:pathLst>
                <a:path extrusionOk="0" fill="none" h="71096" w="158484">
                  <a:moveTo>
                    <a:pt x="0" y="1"/>
                  </a:moveTo>
                  <a:cubicBezTo>
                    <a:pt x="5532" y="2341"/>
                    <a:pt x="11429" y="3739"/>
                    <a:pt x="17447" y="4104"/>
                  </a:cubicBezTo>
                  <a:cubicBezTo>
                    <a:pt x="23496" y="4469"/>
                    <a:pt x="29484" y="6596"/>
                    <a:pt x="35533" y="6049"/>
                  </a:cubicBezTo>
                  <a:cubicBezTo>
                    <a:pt x="47357" y="4955"/>
                    <a:pt x="40822" y="16809"/>
                    <a:pt x="38208" y="23983"/>
                  </a:cubicBezTo>
                  <a:cubicBezTo>
                    <a:pt x="36657" y="28329"/>
                    <a:pt x="33557" y="33253"/>
                    <a:pt x="37691" y="36962"/>
                  </a:cubicBezTo>
                  <a:cubicBezTo>
                    <a:pt x="40244" y="39272"/>
                    <a:pt x="44591" y="39636"/>
                    <a:pt x="47661" y="38603"/>
                  </a:cubicBezTo>
                  <a:cubicBezTo>
                    <a:pt x="52646" y="36931"/>
                    <a:pt x="56901" y="33557"/>
                    <a:pt x="61764" y="31460"/>
                  </a:cubicBezTo>
                  <a:cubicBezTo>
                    <a:pt x="65533" y="29819"/>
                    <a:pt x="69576" y="29150"/>
                    <a:pt x="73375" y="27721"/>
                  </a:cubicBezTo>
                  <a:cubicBezTo>
                    <a:pt x="80974" y="24864"/>
                    <a:pt x="92464" y="27721"/>
                    <a:pt x="96659" y="32068"/>
                  </a:cubicBezTo>
                  <a:cubicBezTo>
                    <a:pt x="100884" y="36445"/>
                    <a:pt x="98634" y="48512"/>
                    <a:pt x="108452" y="48664"/>
                  </a:cubicBezTo>
                  <a:cubicBezTo>
                    <a:pt x="114014" y="48755"/>
                    <a:pt x="116416" y="49150"/>
                    <a:pt x="118756" y="54105"/>
                  </a:cubicBezTo>
                  <a:cubicBezTo>
                    <a:pt x="120550" y="57874"/>
                    <a:pt x="120002" y="60488"/>
                    <a:pt x="125413" y="61035"/>
                  </a:cubicBezTo>
                  <a:cubicBezTo>
                    <a:pt x="131158" y="61643"/>
                    <a:pt x="141553" y="59454"/>
                    <a:pt x="146234" y="63922"/>
                  </a:cubicBezTo>
                  <a:cubicBezTo>
                    <a:pt x="149334" y="66871"/>
                    <a:pt x="153894" y="71096"/>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15"/>
            <p:cNvSpPr/>
            <p:nvPr/>
          </p:nvSpPr>
          <p:spPr>
            <a:xfrm>
              <a:off x="2975000" y="442550"/>
              <a:ext cx="3962850" cy="1775125"/>
            </a:xfrm>
            <a:custGeom>
              <a:rect b="b" l="l" r="r" t="t"/>
              <a:pathLst>
                <a:path extrusionOk="0" fill="none" h="71005" w="158514">
                  <a:moveTo>
                    <a:pt x="0" y="1"/>
                  </a:moveTo>
                  <a:cubicBezTo>
                    <a:pt x="5593" y="2311"/>
                    <a:pt x="11520" y="3648"/>
                    <a:pt x="17569" y="3861"/>
                  </a:cubicBezTo>
                  <a:cubicBezTo>
                    <a:pt x="23587" y="4074"/>
                    <a:pt x="29636" y="5837"/>
                    <a:pt x="35594" y="5046"/>
                  </a:cubicBezTo>
                  <a:cubicBezTo>
                    <a:pt x="47569" y="3466"/>
                    <a:pt x="43800" y="12280"/>
                    <a:pt x="40578" y="20974"/>
                  </a:cubicBezTo>
                  <a:cubicBezTo>
                    <a:pt x="39059" y="25107"/>
                    <a:pt x="34773" y="31916"/>
                    <a:pt x="38268" y="35867"/>
                  </a:cubicBezTo>
                  <a:cubicBezTo>
                    <a:pt x="40548" y="38451"/>
                    <a:pt x="45381" y="38208"/>
                    <a:pt x="48238" y="37296"/>
                  </a:cubicBezTo>
                  <a:cubicBezTo>
                    <a:pt x="53405" y="35624"/>
                    <a:pt x="57965" y="32281"/>
                    <a:pt x="63102" y="30366"/>
                  </a:cubicBezTo>
                  <a:cubicBezTo>
                    <a:pt x="66780" y="28968"/>
                    <a:pt x="70701" y="28420"/>
                    <a:pt x="74257" y="26840"/>
                  </a:cubicBezTo>
                  <a:cubicBezTo>
                    <a:pt x="81552" y="23588"/>
                    <a:pt x="94075" y="26779"/>
                    <a:pt x="97935" y="30791"/>
                  </a:cubicBezTo>
                  <a:cubicBezTo>
                    <a:pt x="101887" y="34895"/>
                    <a:pt x="98938" y="48542"/>
                    <a:pt x="108817" y="48664"/>
                  </a:cubicBezTo>
                  <a:cubicBezTo>
                    <a:pt x="114227" y="48694"/>
                    <a:pt x="116872" y="49029"/>
                    <a:pt x="119364" y="53801"/>
                  </a:cubicBezTo>
                  <a:cubicBezTo>
                    <a:pt x="121249" y="57448"/>
                    <a:pt x="120702" y="60032"/>
                    <a:pt x="126021" y="60518"/>
                  </a:cubicBezTo>
                  <a:cubicBezTo>
                    <a:pt x="131826" y="61035"/>
                    <a:pt x="141857" y="59120"/>
                    <a:pt x="146507" y="63771"/>
                  </a:cubicBezTo>
                  <a:cubicBezTo>
                    <a:pt x="149456" y="66719"/>
                    <a:pt x="153924" y="7100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15"/>
            <p:cNvSpPr/>
            <p:nvPr/>
          </p:nvSpPr>
          <p:spPr>
            <a:xfrm>
              <a:off x="2975000" y="442550"/>
              <a:ext cx="3962850" cy="1772850"/>
            </a:xfrm>
            <a:custGeom>
              <a:rect b="b" l="l" r="r" t="t"/>
              <a:pathLst>
                <a:path extrusionOk="0" fill="none" h="70914" w="158514">
                  <a:moveTo>
                    <a:pt x="0" y="1"/>
                  </a:moveTo>
                  <a:cubicBezTo>
                    <a:pt x="5623" y="2280"/>
                    <a:pt x="11611" y="3526"/>
                    <a:pt x="17690" y="3648"/>
                  </a:cubicBezTo>
                  <a:cubicBezTo>
                    <a:pt x="23648" y="3709"/>
                    <a:pt x="29636" y="5016"/>
                    <a:pt x="35563" y="4104"/>
                  </a:cubicBezTo>
                  <a:cubicBezTo>
                    <a:pt x="47022" y="2371"/>
                    <a:pt x="46627" y="7843"/>
                    <a:pt x="43101" y="17812"/>
                  </a:cubicBezTo>
                  <a:cubicBezTo>
                    <a:pt x="41733" y="21612"/>
                    <a:pt x="36232" y="30670"/>
                    <a:pt x="39028" y="34621"/>
                  </a:cubicBezTo>
                  <a:cubicBezTo>
                    <a:pt x="41004" y="37387"/>
                    <a:pt x="46293" y="36901"/>
                    <a:pt x="48968" y="35989"/>
                  </a:cubicBezTo>
                  <a:cubicBezTo>
                    <a:pt x="57235" y="33071"/>
                    <a:pt x="67235" y="29667"/>
                    <a:pt x="75108" y="25867"/>
                  </a:cubicBezTo>
                  <a:cubicBezTo>
                    <a:pt x="82008" y="22524"/>
                    <a:pt x="95655" y="25746"/>
                    <a:pt x="99303" y="29484"/>
                  </a:cubicBezTo>
                  <a:cubicBezTo>
                    <a:pt x="103042" y="33284"/>
                    <a:pt x="99546" y="48573"/>
                    <a:pt x="109242" y="48573"/>
                  </a:cubicBezTo>
                  <a:cubicBezTo>
                    <a:pt x="114379" y="48573"/>
                    <a:pt x="117328" y="48968"/>
                    <a:pt x="119942" y="53527"/>
                  </a:cubicBezTo>
                  <a:cubicBezTo>
                    <a:pt x="121948" y="57023"/>
                    <a:pt x="121340" y="59606"/>
                    <a:pt x="126629" y="60032"/>
                  </a:cubicBezTo>
                  <a:cubicBezTo>
                    <a:pt x="132495" y="60488"/>
                    <a:pt x="142130" y="58725"/>
                    <a:pt x="146751" y="63558"/>
                  </a:cubicBezTo>
                  <a:cubicBezTo>
                    <a:pt x="149608" y="66567"/>
                    <a:pt x="153985" y="70913"/>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15"/>
            <p:cNvSpPr/>
            <p:nvPr/>
          </p:nvSpPr>
          <p:spPr>
            <a:xfrm>
              <a:off x="2975000" y="442550"/>
              <a:ext cx="3962100" cy="1769800"/>
            </a:xfrm>
            <a:custGeom>
              <a:rect b="b" l="l" r="r" t="t"/>
              <a:pathLst>
                <a:path extrusionOk="0" fill="none" h="70792" w="158484">
                  <a:moveTo>
                    <a:pt x="0" y="1"/>
                  </a:moveTo>
                  <a:cubicBezTo>
                    <a:pt x="5654" y="2280"/>
                    <a:pt x="11703" y="3435"/>
                    <a:pt x="17812" y="3405"/>
                  </a:cubicBezTo>
                  <a:cubicBezTo>
                    <a:pt x="23709" y="3344"/>
                    <a:pt x="29606" y="4165"/>
                    <a:pt x="35502" y="3192"/>
                  </a:cubicBezTo>
                  <a:cubicBezTo>
                    <a:pt x="37660" y="2858"/>
                    <a:pt x="42463" y="1976"/>
                    <a:pt x="44621" y="2949"/>
                  </a:cubicBezTo>
                  <a:cubicBezTo>
                    <a:pt x="49545" y="5168"/>
                    <a:pt x="46840" y="10913"/>
                    <a:pt x="45624" y="14742"/>
                  </a:cubicBezTo>
                  <a:cubicBezTo>
                    <a:pt x="43557" y="21369"/>
                    <a:pt x="34135" y="40001"/>
                    <a:pt x="49819" y="34652"/>
                  </a:cubicBezTo>
                  <a:cubicBezTo>
                    <a:pt x="58299" y="31734"/>
                    <a:pt x="67935" y="28177"/>
                    <a:pt x="76050" y="24864"/>
                  </a:cubicBezTo>
                  <a:cubicBezTo>
                    <a:pt x="83072" y="21977"/>
                    <a:pt x="96051" y="24347"/>
                    <a:pt x="100762" y="28117"/>
                  </a:cubicBezTo>
                  <a:cubicBezTo>
                    <a:pt x="105716" y="32098"/>
                    <a:pt x="98908" y="48299"/>
                    <a:pt x="109698" y="48482"/>
                  </a:cubicBezTo>
                  <a:cubicBezTo>
                    <a:pt x="114653" y="48573"/>
                    <a:pt x="117753" y="48846"/>
                    <a:pt x="120458" y="53254"/>
                  </a:cubicBezTo>
                  <a:cubicBezTo>
                    <a:pt x="122586" y="56628"/>
                    <a:pt x="121948" y="59242"/>
                    <a:pt x="127176" y="59576"/>
                  </a:cubicBezTo>
                  <a:cubicBezTo>
                    <a:pt x="133133" y="60001"/>
                    <a:pt x="142404" y="58360"/>
                    <a:pt x="146963" y="63375"/>
                  </a:cubicBezTo>
                  <a:cubicBezTo>
                    <a:pt x="149699" y="66385"/>
                    <a:pt x="153985" y="70792"/>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15"/>
            <p:cNvSpPr/>
            <p:nvPr/>
          </p:nvSpPr>
          <p:spPr>
            <a:xfrm>
              <a:off x="2975000" y="442550"/>
              <a:ext cx="3963625" cy="1767525"/>
            </a:xfrm>
            <a:custGeom>
              <a:rect b="b" l="l" r="r" t="t"/>
              <a:pathLst>
                <a:path extrusionOk="0" fill="none" h="70701" w="158545">
                  <a:moveTo>
                    <a:pt x="0" y="1"/>
                  </a:moveTo>
                  <a:cubicBezTo>
                    <a:pt x="5715" y="2250"/>
                    <a:pt x="11794" y="3314"/>
                    <a:pt x="17934" y="3192"/>
                  </a:cubicBezTo>
                  <a:cubicBezTo>
                    <a:pt x="23770" y="2979"/>
                    <a:pt x="29575" y="3314"/>
                    <a:pt x="35411" y="2341"/>
                  </a:cubicBezTo>
                  <a:cubicBezTo>
                    <a:pt x="44439" y="791"/>
                    <a:pt x="50518" y="2371"/>
                    <a:pt x="48147" y="11916"/>
                  </a:cubicBezTo>
                  <a:cubicBezTo>
                    <a:pt x="46627" y="18086"/>
                    <a:pt x="34894" y="38725"/>
                    <a:pt x="50883" y="33253"/>
                  </a:cubicBezTo>
                  <a:cubicBezTo>
                    <a:pt x="59697" y="30244"/>
                    <a:pt x="68482" y="26688"/>
                    <a:pt x="77418" y="23922"/>
                  </a:cubicBezTo>
                  <a:cubicBezTo>
                    <a:pt x="84227" y="21794"/>
                    <a:pt x="97601" y="22585"/>
                    <a:pt x="102312" y="26779"/>
                  </a:cubicBezTo>
                  <a:cubicBezTo>
                    <a:pt x="107510" y="31399"/>
                    <a:pt x="99394" y="48056"/>
                    <a:pt x="110276" y="48330"/>
                  </a:cubicBezTo>
                  <a:cubicBezTo>
                    <a:pt x="115200" y="48451"/>
                    <a:pt x="117966" y="49181"/>
                    <a:pt x="120945" y="52889"/>
                  </a:cubicBezTo>
                  <a:cubicBezTo>
                    <a:pt x="123376" y="55928"/>
                    <a:pt x="122464" y="58877"/>
                    <a:pt x="127784" y="59150"/>
                  </a:cubicBezTo>
                  <a:cubicBezTo>
                    <a:pt x="133711" y="59454"/>
                    <a:pt x="142769" y="58026"/>
                    <a:pt x="147267" y="63223"/>
                  </a:cubicBezTo>
                  <a:cubicBezTo>
                    <a:pt x="149881" y="66202"/>
                    <a:pt x="154076" y="70701"/>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15"/>
            <p:cNvSpPr/>
            <p:nvPr/>
          </p:nvSpPr>
          <p:spPr>
            <a:xfrm>
              <a:off x="2975000" y="442550"/>
              <a:ext cx="3962850" cy="1765250"/>
            </a:xfrm>
            <a:custGeom>
              <a:rect b="b" l="l" r="r" t="t"/>
              <a:pathLst>
                <a:path extrusionOk="0" fill="none" h="70610" w="158514">
                  <a:moveTo>
                    <a:pt x="0" y="1"/>
                  </a:moveTo>
                  <a:cubicBezTo>
                    <a:pt x="5745" y="2219"/>
                    <a:pt x="11885" y="3223"/>
                    <a:pt x="18025" y="2949"/>
                  </a:cubicBezTo>
                  <a:cubicBezTo>
                    <a:pt x="23800" y="2645"/>
                    <a:pt x="29514" y="2493"/>
                    <a:pt x="35259" y="1490"/>
                  </a:cubicBezTo>
                  <a:cubicBezTo>
                    <a:pt x="38056" y="1004"/>
                    <a:pt x="42189" y="396"/>
                    <a:pt x="44986" y="1064"/>
                  </a:cubicBezTo>
                  <a:cubicBezTo>
                    <a:pt x="50183" y="2280"/>
                    <a:pt x="51065" y="4803"/>
                    <a:pt x="50487" y="9454"/>
                  </a:cubicBezTo>
                  <a:cubicBezTo>
                    <a:pt x="49728" y="14986"/>
                    <a:pt x="36627" y="36870"/>
                    <a:pt x="52068" y="31825"/>
                  </a:cubicBezTo>
                  <a:cubicBezTo>
                    <a:pt x="60944" y="28937"/>
                    <a:pt x="69910" y="25533"/>
                    <a:pt x="79029" y="23010"/>
                  </a:cubicBezTo>
                  <a:cubicBezTo>
                    <a:pt x="86111" y="21095"/>
                    <a:pt x="98969" y="21551"/>
                    <a:pt x="103893" y="25472"/>
                  </a:cubicBezTo>
                  <a:cubicBezTo>
                    <a:pt x="109212" y="29697"/>
                    <a:pt x="100093" y="47661"/>
                    <a:pt x="110823" y="48147"/>
                  </a:cubicBezTo>
                  <a:cubicBezTo>
                    <a:pt x="115595" y="48360"/>
                    <a:pt x="118422" y="49120"/>
                    <a:pt x="121431" y="52646"/>
                  </a:cubicBezTo>
                  <a:cubicBezTo>
                    <a:pt x="123923" y="55594"/>
                    <a:pt x="123103" y="58542"/>
                    <a:pt x="128300" y="58786"/>
                  </a:cubicBezTo>
                  <a:cubicBezTo>
                    <a:pt x="134288" y="59059"/>
                    <a:pt x="143042" y="57783"/>
                    <a:pt x="147480" y="63041"/>
                  </a:cubicBezTo>
                  <a:cubicBezTo>
                    <a:pt x="150003" y="65989"/>
                    <a:pt x="154076" y="7061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15"/>
            <p:cNvSpPr/>
            <p:nvPr/>
          </p:nvSpPr>
          <p:spPr>
            <a:xfrm>
              <a:off x="2975000" y="428125"/>
              <a:ext cx="3962850" cy="1777400"/>
            </a:xfrm>
            <a:custGeom>
              <a:rect b="b" l="l" r="r" t="t"/>
              <a:pathLst>
                <a:path extrusionOk="0" fill="none" h="71096" w="158514">
                  <a:moveTo>
                    <a:pt x="0" y="578"/>
                  </a:moveTo>
                  <a:cubicBezTo>
                    <a:pt x="5715" y="2705"/>
                    <a:pt x="12128" y="3769"/>
                    <a:pt x="18146" y="3313"/>
                  </a:cubicBezTo>
                  <a:cubicBezTo>
                    <a:pt x="23861" y="2888"/>
                    <a:pt x="29484" y="2219"/>
                    <a:pt x="35138" y="1246"/>
                  </a:cubicBezTo>
                  <a:cubicBezTo>
                    <a:pt x="42554" y="0"/>
                    <a:pt x="52281" y="1489"/>
                    <a:pt x="52585" y="7994"/>
                  </a:cubicBezTo>
                  <a:cubicBezTo>
                    <a:pt x="52767" y="12523"/>
                    <a:pt x="39211" y="35350"/>
                    <a:pt x="53436" y="30882"/>
                  </a:cubicBezTo>
                  <a:cubicBezTo>
                    <a:pt x="62372" y="28086"/>
                    <a:pt x="71673" y="25137"/>
                    <a:pt x="80914" y="22736"/>
                  </a:cubicBezTo>
                  <a:cubicBezTo>
                    <a:pt x="88604" y="20760"/>
                    <a:pt x="100032" y="21551"/>
                    <a:pt x="105443" y="24803"/>
                  </a:cubicBezTo>
                  <a:cubicBezTo>
                    <a:pt x="111674" y="28511"/>
                    <a:pt x="99941" y="47508"/>
                    <a:pt x="111431" y="48511"/>
                  </a:cubicBezTo>
                  <a:cubicBezTo>
                    <a:pt x="116081" y="48937"/>
                    <a:pt x="118847" y="49606"/>
                    <a:pt x="121887" y="52980"/>
                  </a:cubicBezTo>
                  <a:cubicBezTo>
                    <a:pt x="124440" y="55837"/>
                    <a:pt x="123741" y="58785"/>
                    <a:pt x="128787" y="58998"/>
                  </a:cubicBezTo>
                  <a:cubicBezTo>
                    <a:pt x="134836" y="59271"/>
                    <a:pt x="143316" y="58147"/>
                    <a:pt x="147723" y="63436"/>
                  </a:cubicBezTo>
                  <a:cubicBezTo>
                    <a:pt x="150125" y="66323"/>
                    <a:pt x="154106" y="71095"/>
                    <a:pt x="158514" y="6924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15"/>
            <p:cNvSpPr/>
            <p:nvPr/>
          </p:nvSpPr>
          <p:spPr>
            <a:xfrm>
              <a:off x="2975000" y="412925"/>
              <a:ext cx="3962850" cy="1789550"/>
            </a:xfrm>
            <a:custGeom>
              <a:rect b="b" l="l" r="r" t="t"/>
              <a:pathLst>
                <a:path extrusionOk="0" fill="none" h="71582" w="158514">
                  <a:moveTo>
                    <a:pt x="0" y="1186"/>
                  </a:moveTo>
                  <a:cubicBezTo>
                    <a:pt x="5745" y="3283"/>
                    <a:pt x="12219" y="4286"/>
                    <a:pt x="18238" y="3678"/>
                  </a:cubicBezTo>
                  <a:cubicBezTo>
                    <a:pt x="23891" y="3131"/>
                    <a:pt x="29454" y="1976"/>
                    <a:pt x="35046" y="1034"/>
                  </a:cubicBezTo>
                  <a:cubicBezTo>
                    <a:pt x="41308" y="0"/>
                    <a:pt x="52980" y="638"/>
                    <a:pt x="54317" y="7082"/>
                  </a:cubicBezTo>
                  <a:cubicBezTo>
                    <a:pt x="55260" y="11672"/>
                    <a:pt x="42159" y="33557"/>
                    <a:pt x="54895" y="29879"/>
                  </a:cubicBezTo>
                  <a:cubicBezTo>
                    <a:pt x="64044" y="27204"/>
                    <a:pt x="73588" y="24864"/>
                    <a:pt x="82950" y="22523"/>
                  </a:cubicBezTo>
                  <a:cubicBezTo>
                    <a:pt x="90488" y="20608"/>
                    <a:pt x="101248" y="21186"/>
                    <a:pt x="106932" y="24256"/>
                  </a:cubicBezTo>
                  <a:cubicBezTo>
                    <a:pt x="113862" y="27964"/>
                    <a:pt x="100762" y="47478"/>
                    <a:pt x="112069" y="48876"/>
                  </a:cubicBezTo>
                  <a:cubicBezTo>
                    <a:pt x="116264" y="49363"/>
                    <a:pt x="119729" y="49879"/>
                    <a:pt x="122343" y="53344"/>
                  </a:cubicBezTo>
                  <a:cubicBezTo>
                    <a:pt x="124562" y="56354"/>
                    <a:pt x="124653" y="59089"/>
                    <a:pt x="129273" y="59272"/>
                  </a:cubicBezTo>
                  <a:cubicBezTo>
                    <a:pt x="135352" y="59545"/>
                    <a:pt x="143620" y="58603"/>
                    <a:pt x="147936" y="63861"/>
                  </a:cubicBezTo>
                  <a:cubicBezTo>
                    <a:pt x="150277" y="66688"/>
                    <a:pt x="154137" y="71582"/>
                    <a:pt x="158514" y="6984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15"/>
            <p:cNvSpPr/>
            <p:nvPr/>
          </p:nvSpPr>
          <p:spPr>
            <a:xfrm>
              <a:off x="2975000" y="386325"/>
              <a:ext cx="3962850" cy="1813875"/>
            </a:xfrm>
            <a:custGeom>
              <a:rect b="b" l="l" r="r" t="t"/>
              <a:pathLst>
                <a:path extrusionOk="0" fill="none" h="72555" w="158514">
                  <a:moveTo>
                    <a:pt x="0" y="2250"/>
                  </a:moveTo>
                  <a:cubicBezTo>
                    <a:pt x="5806" y="4286"/>
                    <a:pt x="12371" y="5259"/>
                    <a:pt x="18390" y="4529"/>
                  </a:cubicBezTo>
                  <a:cubicBezTo>
                    <a:pt x="23982" y="3830"/>
                    <a:pt x="29423" y="2250"/>
                    <a:pt x="35046" y="1307"/>
                  </a:cubicBezTo>
                  <a:cubicBezTo>
                    <a:pt x="42767" y="0"/>
                    <a:pt x="52402" y="2067"/>
                    <a:pt x="55685" y="7174"/>
                  </a:cubicBezTo>
                  <a:cubicBezTo>
                    <a:pt x="57570" y="10183"/>
                    <a:pt x="46658" y="32159"/>
                    <a:pt x="56719" y="29271"/>
                  </a:cubicBezTo>
                  <a:cubicBezTo>
                    <a:pt x="65442" y="26748"/>
                    <a:pt x="75746" y="25077"/>
                    <a:pt x="85139" y="22736"/>
                  </a:cubicBezTo>
                  <a:cubicBezTo>
                    <a:pt x="92494" y="20882"/>
                    <a:pt x="102099" y="21338"/>
                    <a:pt x="108300" y="24317"/>
                  </a:cubicBezTo>
                  <a:cubicBezTo>
                    <a:pt x="116477" y="28207"/>
                    <a:pt x="101765" y="47873"/>
                    <a:pt x="112799" y="49636"/>
                  </a:cubicBezTo>
                  <a:cubicBezTo>
                    <a:pt x="116780" y="50275"/>
                    <a:pt x="120215" y="50852"/>
                    <a:pt x="122768" y="54165"/>
                  </a:cubicBezTo>
                  <a:cubicBezTo>
                    <a:pt x="125048" y="57083"/>
                    <a:pt x="125200" y="59849"/>
                    <a:pt x="129729" y="60032"/>
                  </a:cubicBezTo>
                  <a:cubicBezTo>
                    <a:pt x="135839" y="60336"/>
                    <a:pt x="143893" y="59545"/>
                    <a:pt x="148179" y="64773"/>
                  </a:cubicBezTo>
                  <a:cubicBezTo>
                    <a:pt x="150459" y="67539"/>
                    <a:pt x="154167" y="72555"/>
                    <a:pt x="158514" y="7091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15"/>
            <p:cNvSpPr/>
            <p:nvPr/>
          </p:nvSpPr>
          <p:spPr>
            <a:xfrm>
              <a:off x="2975000" y="367325"/>
              <a:ext cx="3962850" cy="1829825"/>
            </a:xfrm>
            <a:custGeom>
              <a:rect b="b" l="l" r="r" t="t"/>
              <a:pathLst>
                <a:path extrusionOk="0" fill="none" h="73193" w="158514">
                  <a:moveTo>
                    <a:pt x="0" y="3010"/>
                  </a:moveTo>
                  <a:cubicBezTo>
                    <a:pt x="5836" y="5016"/>
                    <a:pt x="12432" y="5897"/>
                    <a:pt x="18481" y="5046"/>
                  </a:cubicBezTo>
                  <a:cubicBezTo>
                    <a:pt x="24104" y="4286"/>
                    <a:pt x="29514" y="2067"/>
                    <a:pt x="35077" y="1216"/>
                  </a:cubicBezTo>
                  <a:cubicBezTo>
                    <a:pt x="43010" y="0"/>
                    <a:pt x="51703" y="2584"/>
                    <a:pt x="56719" y="7447"/>
                  </a:cubicBezTo>
                  <a:cubicBezTo>
                    <a:pt x="60123" y="10791"/>
                    <a:pt x="50335" y="30396"/>
                    <a:pt x="58998" y="28360"/>
                  </a:cubicBezTo>
                  <a:cubicBezTo>
                    <a:pt x="67722" y="26293"/>
                    <a:pt x="78056" y="25016"/>
                    <a:pt x="87357" y="22615"/>
                  </a:cubicBezTo>
                  <a:cubicBezTo>
                    <a:pt x="94531" y="20761"/>
                    <a:pt x="103224" y="21065"/>
                    <a:pt x="109546" y="24104"/>
                  </a:cubicBezTo>
                  <a:cubicBezTo>
                    <a:pt x="118209" y="28268"/>
                    <a:pt x="103376" y="47965"/>
                    <a:pt x="113559" y="50062"/>
                  </a:cubicBezTo>
                  <a:cubicBezTo>
                    <a:pt x="117328" y="50822"/>
                    <a:pt x="120671" y="51551"/>
                    <a:pt x="123194" y="54682"/>
                  </a:cubicBezTo>
                  <a:cubicBezTo>
                    <a:pt x="125474" y="57539"/>
                    <a:pt x="125717" y="60305"/>
                    <a:pt x="130155" y="60518"/>
                  </a:cubicBezTo>
                  <a:cubicBezTo>
                    <a:pt x="136295" y="60852"/>
                    <a:pt x="144137" y="60214"/>
                    <a:pt x="148392" y="65381"/>
                  </a:cubicBezTo>
                  <a:cubicBezTo>
                    <a:pt x="150611" y="68056"/>
                    <a:pt x="154228" y="73193"/>
                    <a:pt x="158514" y="7167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15"/>
            <p:cNvSpPr/>
            <p:nvPr/>
          </p:nvSpPr>
          <p:spPr>
            <a:xfrm>
              <a:off x="2975000" y="347575"/>
              <a:ext cx="3962850" cy="1845775"/>
            </a:xfrm>
            <a:custGeom>
              <a:rect b="b" l="l" r="r" t="t"/>
              <a:pathLst>
                <a:path extrusionOk="0" fill="none" h="73831" w="158514">
                  <a:moveTo>
                    <a:pt x="0" y="3800"/>
                  </a:moveTo>
                  <a:cubicBezTo>
                    <a:pt x="5867" y="5775"/>
                    <a:pt x="12554" y="6566"/>
                    <a:pt x="18602" y="5623"/>
                  </a:cubicBezTo>
                  <a:cubicBezTo>
                    <a:pt x="24256" y="4711"/>
                    <a:pt x="29575" y="1915"/>
                    <a:pt x="35229" y="1125"/>
                  </a:cubicBezTo>
                  <a:cubicBezTo>
                    <a:pt x="43284" y="0"/>
                    <a:pt x="51217" y="3404"/>
                    <a:pt x="57448" y="7903"/>
                  </a:cubicBezTo>
                  <a:cubicBezTo>
                    <a:pt x="62129" y="11247"/>
                    <a:pt x="59454" y="16353"/>
                    <a:pt x="58421" y="20852"/>
                  </a:cubicBezTo>
                  <a:cubicBezTo>
                    <a:pt x="57782" y="23587"/>
                    <a:pt x="56506" y="28420"/>
                    <a:pt x="61582" y="27599"/>
                  </a:cubicBezTo>
                  <a:cubicBezTo>
                    <a:pt x="70305" y="26171"/>
                    <a:pt x="80366" y="24925"/>
                    <a:pt x="89516" y="22493"/>
                  </a:cubicBezTo>
                  <a:cubicBezTo>
                    <a:pt x="96628" y="20639"/>
                    <a:pt x="104501" y="20700"/>
                    <a:pt x="110732" y="23952"/>
                  </a:cubicBezTo>
                  <a:cubicBezTo>
                    <a:pt x="119698" y="28663"/>
                    <a:pt x="104501" y="47600"/>
                    <a:pt x="114379" y="50487"/>
                  </a:cubicBezTo>
                  <a:cubicBezTo>
                    <a:pt x="117996" y="51551"/>
                    <a:pt x="121157" y="52250"/>
                    <a:pt x="123619" y="55229"/>
                  </a:cubicBezTo>
                  <a:cubicBezTo>
                    <a:pt x="125899" y="57995"/>
                    <a:pt x="126203" y="60791"/>
                    <a:pt x="130550" y="61065"/>
                  </a:cubicBezTo>
                  <a:cubicBezTo>
                    <a:pt x="136659" y="61399"/>
                    <a:pt x="144380" y="60913"/>
                    <a:pt x="148605" y="65989"/>
                  </a:cubicBezTo>
                  <a:cubicBezTo>
                    <a:pt x="150793" y="68603"/>
                    <a:pt x="154258" y="73831"/>
                    <a:pt x="158514" y="7246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15"/>
            <p:cNvSpPr/>
            <p:nvPr/>
          </p:nvSpPr>
          <p:spPr>
            <a:xfrm>
              <a:off x="2975000" y="324000"/>
              <a:ext cx="3962850" cy="1867075"/>
            </a:xfrm>
            <a:custGeom>
              <a:rect b="b" l="l" r="r" t="t"/>
              <a:pathLst>
                <a:path extrusionOk="0" fill="none" h="74683" w="158514">
                  <a:moveTo>
                    <a:pt x="0" y="4743"/>
                  </a:moveTo>
                  <a:cubicBezTo>
                    <a:pt x="5897" y="6688"/>
                    <a:pt x="12645" y="7387"/>
                    <a:pt x="18724" y="6323"/>
                  </a:cubicBezTo>
                  <a:cubicBezTo>
                    <a:pt x="24469" y="5290"/>
                    <a:pt x="29758" y="1977"/>
                    <a:pt x="35502" y="1156"/>
                  </a:cubicBezTo>
                  <a:cubicBezTo>
                    <a:pt x="43466" y="1"/>
                    <a:pt x="51460" y="4682"/>
                    <a:pt x="57934" y="8572"/>
                  </a:cubicBezTo>
                  <a:cubicBezTo>
                    <a:pt x="62858" y="11521"/>
                    <a:pt x="62099" y="15411"/>
                    <a:pt x="61339" y="20153"/>
                  </a:cubicBezTo>
                  <a:cubicBezTo>
                    <a:pt x="60883" y="22919"/>
                    <a:pt x="59576" y="27448"/>
                    <a:pt x="64378" y="27144"/>
                  </a:cubicBezTo>
                  <a:cubicBezTo>
                    <a:pt x="73223" y="26597"/>
                    <a:pt x="82737" y="24834"/>
                    <a:pt x="91643" y="22494"/>
                  </a:cubicBezTo>
                  <a:cubicBezTo>
                    <a:pt x="98817" y="20609"/>
                    <a:pt x="105747" y="20366"/>
                    <a:pt x="111856" y="23983"/>
                  </a:cubicBezTo>
                  <a:cubicBezTo>
                    <a:pt x="120519" y="29120"/>
                    <a:pt x="105990" y="47296"/>
                    <a:pt x="115230" y="51035"/>
                  </a:cubicBezTo>
                  <a:cubicBezTo>
                    <a:pt x="118543" y="52372"/>
                    <a:pt x="121705" y="53072"/>
                    <a:pt x="124045" y="55898"/>
                  </a:cubicBezTo>
                  <a:cubicBezTo>
                    <a:pt x="126325" y="58634"/>
                    <a:pt x="126659" y="61461"/>
                    <a:pt x="130914" y="61765"/>
                  </a:cubicBezTo>
                  <a:cubicBezTo>
                    <a:pt x="136994" y="62160"/>
                    <a:pt x="144593" y="61825"/>
                    <a:pt x="148818" y="66810"/>
                  </a:cubicBezTo>
                  <a:cubicBezTo>
                    <a:pt x="150945" y="69364"/>
                    <a:pt x="154289" y="74683"/>
                    <a:pt x="158514" y="73406"/>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15"/>
            <p:cNvSpPr/>
            <p:nvPr/>
          </p:nvSpPr>
          <p:spPr>
            <a:xfrm>
              <a:off x="2975000" y="297425"/>
              <a:ext cx="3962850" cy="1890625"/>
            </a:xfrm>
            <a:custGeom>
              <a:rect b="b" l="l" r="r" t="t"/>
              <a:pathLst>
                <a:path extrusionOk="0" fill="none" h="75625" w="158514">
                  <a:moveTo>
                    <a:pt x="0" y="5806"/>
                  </a:moveTo>
                  <a:cubicBezTo>
                    <a:pt x="5927" y="7690"/>
                    <a:pt x="12918" y="8450"/>
                    <a:pt x="18815" y="7173"/>
                  </a:cubicBezTo>
                  <a:cubicBezTo>
                    <a:pt x="24530" y="5927"/>
                    <a:pt x="30122" y="2128"/>
                    <a:pt x="35928" y="1216"/>
                  </a:cubicBezTo>
                  <a:cubicBezTo>
                    <a:pt x="43648" y="0"/>
                    <a:pt x="52494" y="5593"/>
                    <a:pt x="58178" y="9392"/>
                  </a:cubicBezTo>
                  <a:cubicBezTo>
                    <a:pt x="62585" y="12310"/>
                    <a:pt x="64226" y="14347"/>
                    <a:pt x="64074" y="19940"/>
                  </a:cubicBezTo>
                  <a:cubicBezTo>
                    <a:pt x="64014" y="22797"/>
                    <a:pt x="62828" y="26839"/>
                    <a:pt x="67296" y="27022"/>
                  </a:cubicBezTo>
                  <a:cubicBezTo>
                    <a:pt x="76081" y="27417"/>
                    <a:pt x="85199" y="24560"/>
                    <a:pt x="93589" y="22584"/>
                  </a:cubicBezTo>
                  <a:cubicBezTo>
                    <a:pt x="100975" y="20851"/>
                    <a:pt x="106598" y="19879"/>
                    <a:pt x="112920" y="24165"/>
                  </a:cubicBezTo>
                  <a:cubicBezTo>
                    <a:pt x="121188" y="29788"/>
                    <a:pt x="107753" y="47113"/>
                    <a:pt x="116142" y="51673"/>
                  </a:cubicBezTo>
                  <a:cubicBezTo>
                    <a:pt x="119030" y="53223"/>
                    <a:pt x="122221" y="54013"/>
                    <a:pt x="124501" y="56718"/>
                  </a:cubicBezTo>
                  <a:cubicBezTo>
                    <a:pt x="126781" y="59423"/>
                    <a:pt x="127115" y="62281"/>
                    <a:pt x="131279" y="62615"/>
                  </a:cubicBezTo>
                  <a:cubicBezTo>
                    <a:pt x="137358" y="63101"/>
                    <a:pt x="144836" y="62828"/>
                    <a:pt x="149030" y="67752"/>
                  </a:cubicBezTo>
                  <a:cubicBezTo>
                    <a:pt x="151158" y="70244"/>
                    <a:pt x="154350" y="75624"/>
                    <a:pt x="158514" y="7446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15"/>
            <p:cNvSpPr/>
            <p:nvPr/>
          </p:nvSpPr>
          <p:spPr>
            <a:xfrm>
              <a:off x="2975000" y="270050"/>
              <a:ext cx="3962100" cy="1914200"/>
            </a:xfrm>
            <a:custGeom>
              <a:rect b="b" l="l" r="r" t="t"/>
              <a:pathLst>
                <a:path extrusionOk="0" fill="none" h="76568" w="158484">
                  <a:moveTo>
                    <a:pt x="0" y="6901"/>
                  </a:moveTo>
                  <a:cubicBezTo>
                    <a:pt x="5988" y="8785"/>
                    <a:pt x="13040" y="9484"/>
                    <a:pt x="18937" y="8025"/>
                  </a:cubicBezTo>
                  <a:cubicBezTo>
                    <a:pt x="24803" y="6627"/>
                    <a:pt x="30396" y="2402"/>
                    <a:pt x="36414" y="1338"/>
                  </a:cubicBezTo>
                  <a:cubicBezTo>
                    <a:pt x="44013" y="1"/>
                    <a:pt x="52463" y="6688"/>
                    <a:pt x="58208" y="10244"/>
                  </a:cubicBezTo>
                  <a:cubicBezTo>
                    <a:pt x="62676" y="13010"/>
                    <a:pt x="65138" y="14925"/>
                    <a:pt x="66476" y="20092"/>
                  </a:cubicBezTo>
                  <a:cubicBezTo>
                    <a:pt x="67235" y="22980"/>
                    <a:pt x="65868" y="26536"/>
                    <a:pt x="70214" y="27144"/>
                  </a:cubicBezTo>
                  <a:cubicBezTo>
                    <a:pt x="78695" y="28329"/>
                    <a:pt x="87753" y="24104"/>
                    <a:pt x="95351" y="22646"/>
                  </a:cubicBezTo>
                  <a:cubicBezTo>
                    <a:pt x="102950" y="21187"/>
                    <a:pt x="107327" y="19150"/>
                    <a:pt x="113893" y="24408"/>
                  </a:cubicBezTo>
                  <a:cubicBezTo>
                    <a:pt x="121309" y="30366"/>
                    <a:pt x="109668" y="47023"/>
                    <a:pt x="117084" y="52251"/>
                  </a:cubicBezTo>
                  <a:cubicBezTo>
                    <a:pt x="119577" y="54014"/>
                    <a:pt x="122586" y="54956"/>
                    <a:pt x="125018" y="57418"/>
                  </a:cubicBezTo>
                  <a:cubicBezTo>
                    <a:pt x="127419" y="59880"/>
                    <a:pt x="127145" y="63011"/>
                    <a:pt x="131614" y="63436"/>
                  </a:cubicBezTo>
                  <a:cubicBezTo>
                    <a:pt x="137602" y="64014"/>
                    <a:pt x="144988" y="63832"/>
                    <a:pt x="149213" y="68695"/>
                  </a:cubicBezTo>
                  <a:cubicBezTo>
                    <a:pt x="151310" y="71126"/>
                    <a:pt x="154410" y="76567"/>
                    <a:pt x="158483" y="755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15"/>
            <p:cNvSpPr/>
            <p:nvPr/>
          </p:nvSpPr>
          <p:spPr>
            <a:xfrm>
              <a:off x="2975000" y="244975"/>
              <a:ext cx="3962100" cy="1937000"/>
            </a:xfrm>
            <a:custGeom>
              <a:rect b="b" l="l" r="r" t="t"/>
              <a:pathLst>
                <a:path extrusionOk="0" fill="none" h="77480" w="158484">
                  <a:moveTo>
                    <a:pt x="0" y="7904"/>
                  </a:moveTo>
                  <a:cubicBezTo>
                    <a:pt x="6019" y="9758"/>
                    <a:pt x="13162" y="10366"/>
                    <a:pt x="19058" y="8815"/>
                  </a:cubicBezTo>
                  <a:cubicBezTo>
                    <a:pt x="25077" y="7204"/>
                    <a:pt x="30730" y="2554"/>
                    <a:pt x="36992" y="1429"/>
                  </a:cubicBezTo>
                  <a:cubicBezTo>
                    <a:pt x="44773" y="1"/>
                    <a:pt x="52038" y="7296"/>
                    <a:pt x="58086" y="10974"/>
                  </a:cubicBezTo>
                  <a:cubicBezTo>
                    <a:pt x="62463" y="13618"/>
                    <a:pt x="66111" y="15806"/>
                    <a:pt x="68482" y="20457"/>
                  </a:cubicBezTo>
                  <a:cubicBezTo>
                    <a:pt x="69910" y="23253"/>
                    <a:pt x="69090" y="26475"/>
                    <a:pt x="73041" y="27387"/>
                  </a:cubicBezTo>
                  <a:cubicBezTo>
                    <a:pt x="81005" y="29180"/>
                    <a:pt x="90002" y="23679"/>
                    <a:pt x="96841" y="22615"/>
                  </a:cubicBezTo>
                  <a:cubicBezTo>
                    <a:pt x="104622" y="21399"/>
                    <a:pt x="107692" y="18360"/>
                    <a:pt x="114714" y="24621"/>
                  </a:cubicBezTo>
                  <a:cubicBezTo>
                    <a:pt x="121917" y="31065"/>
                    <a:pt x="111552" y="46780"/>
                    <a:pt x="118087" y="52767"/>
                  </a:cubicBezTo>
                  <a:cubicBezTo>
                    <a:pt x="120124" y="54682"/>
                    <a:pt x="123224" y="55807"/>
                    <a:pt x="125443" y="58178"/>
                  </a:cubicBezTo>
                  <a:cubicBezTo>
                    <a:pt x="127784" y="60640"/>
                    <a:pt x="127632" y="63771"/>
                    <a:pt x="131918" y="64257"/>
                  </a:cubicBezTo>
                  <a:cubicBezTo>
                    <a:pt x="137905" y="64956"/>
                    <a:pt x="145170" y="64804"/>
                    <a:pt x="149425" y="69576"/>
                  </a:cubicBezTo>
                  <a:cubicBezTo>
                    <a:pt x="151523" y="71947"/>
                    <a:pt x="154471" y="77479"/>
                    <a:pt x="158483" y="765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15"/>
            <p:cNvSpPr/>
            <p:nvPr/>
          </p:nvSpPr>
          <p:spPr>
            <a:xfrm>
              <a:off x="2975000" y="222950"/>
              <a:ext cx="3962100" cy="1955225"/>
            </a:xfrm>
            <a:custGeom>
              <a:rect b="b" l="l" r="r" t="t"/>
              <a:pathLst>
                <a:path extrusionOk="0" fill="none" h="78209" w="158484">
                  <a:moveTo>
                    <a:pt x="0" y="8785"/>
                  </a:moveTo>
                  <a:cubicBezTo>
                    <a:pt x="6079" y="10608"/>
                    <a:pt x="13313" y="11155"/>
                    <a:pt x="19180" y="9453"/>
                  </a:cubicBezTo>
                  <a:cubicBezTo>
                    <a:pt x="25289" y="7690"/>
                    <a:pt x="31125" y="2584"/>
                    <a:pt x="37569" y="1459"/>
                  </a:cubicBezTo>
                  <a:cubicBezTo>
                    <a:pt x="45776" y="0"/>
                    <a:pt x="51642" y="7630"/>
                    <a:pt x="57874" y="11520"/>
                  </a:cubicBezTo>
                  <a:cubicBezTo>
                    <a:pt x="62099" y="14134"/>
                    <a:pt x="67175" y="16596"/>
                    <a:pt x="70123" y="20882"/>
                  </a:cubicBezTo>
                  <a:cubicBezTo>
                    <a:pt x="71886" y="23466"/>
                    <a:pt x="72190" y="26688"/>
                    <a:pt x="75625" y="27569"/>
                  </a:cubicBezTo>
                  <a:cubicBezTo>
                    <a:pt x="83193" y="29484"/>
                    <a:pt x="91339" y="23374"/>
                    <a:pt x="97996" y="22371"/>
                  </a:cubicBezTo>
                  <a:cubicBezTo>
                    <a:pt x="106051" y="21186"/>
                    <a:pt x="108391" y="17630"/>
                    <a:pt x="115473" y="24773"/>
                  </a:cubicBezTo>
                  <a:cubicBezTo>
                    <a:pt x="122039" y="31369"/>
                    <a:pt x="113528" y="46475"/>
                    <a:pt x="119060" y="53101"/>
                  </a:cubicBezTo>
                  <a:cubicBezTo>
                    <a:pt x="120732" y="55107"/>
                    <a:pt x="123802" y="56475"/>
                    <a:pt x="125869" y="58785"/>
                  </a:cubicBezTo>
                  <a:cubicBezTo>
                    <a:pt x="128088" y="61247"/>
                    <a:pt x="128057" y="64348"/>
                    <a:pt x="132191" y="64925"/>
                  </a:cubicBezTo>
                  <a:cubicBezTo>
                    <a:pt x="138179" y="65746"/>
                    <a:pt x="145352" y="65594"/>
                    <a:pt x="149608" y="70305"/>
                  </a:cubicBezTo>
                  <a:cubicBezTo>
                    <a:pt x="151705" y="72615"/>
                    <a:pt x="154502" y="78208"/>
                    <a:pt x="158483" y="7744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15"/>
            <p:cNvSpPr/>
            <p:nvPr/>
          </p:nvSpPr>
          <p:spPr>
            <a:xfrm>
              <a:off x="2975000" y="197875"/>
              <a:ext cx="3962850" cy="1976500"/>
            </a:xfrm>
            <a:custGeom>
              <a:rect b="b" l="l" r="r" t="t"/>
              <a:pathLst>
                <a:path extrusionOk="0" fill="none" h="79060" w="158514">
                  <a:moveTo>
                    <a:pt x="0" y="9788"/>
                  </a:moveTo>
                  <a:cubicBezTo>
                    <a:pt x="6110" y="11551"/>
                    <a:pt x="13222" y="11824"/>
                    <a:pt x="19301" y="10244"/>
                  </a:cubicBezTo>
                  <a:cubicBezTo>
                    <a:pt x="26080" y="8450"/>
                    <a:pt x="31369" y="3040"/>
                    <a:pt x="38208" y="1642"/>
                  </a:cubicBezTo>
                  <a:cubicBezTo>
                    <a:pt x="46384" y="0"/>
                    <a:pt x="51855" y="8207"/>
                    <a:pt x="57600" y="12098"/>
                  </a:cubicBezTo>
                  <a:cubicBezTo>
                    <a:pt x="61886" y="14985"/>
                    <a:pt x="67296" y="17478"/>
                    <a:pt x="71065" y="21368"/>
                  </a:cubicBezTo>
                  <a:cubicBezTo>
                    <a:pt x="73315" y="23678"/>
                    <a:pt x="74743" y="27113"/>
                    <a:pt x="77904" y="27903"/>
                  </a:cubicBezTo>
                  <a:cubicBezTo>
                    <a:pt x="84865" y="29575"/>
                    <a:pt x="91978" y="23648"/>
                    <a:pt x="98847" y="22280"/>
                  </a:cubicBezTo>
                  <a:cubicBezTo>
                    <a:pt x="107419" y="20517"/>
                    <a:pt x="109850" y="17903"/>
                    <a:pt x="116233" y="25077"/>
                  </a:cubicBezTo>
                  <a:cubicBezTo>
                    <a:pt x="122069" y="31642"/>
                    <a:pt x="115656" y="46536"/>
                    <a:pt x="120154" y="53557"/>
                  </a:cubicBezTo>
                  <a:cubicBezTo>
                    <a:pt x="121492" y="55624"/>
                    <a:pt x="124471" y="57235"/>
                    <a:pt x="126325" y="59484"/>
                  </a:cubicBezTo>
                  <a:cubicBezTo>
                    <a:pt x="128422" y="61977"/>
                    <a:pt x="128544" y="65047"/>
                    <a:pt x="132495" y="65685"/>
                  </a:cubicBezTo>
                  <a:cubicBezTo>
                    <a:pt x="138392" y="66658"/>
                    <a:pt x="145565" y="66506"/>
                    <a:pt x="149851" y="71187"/>
                  </a:cubicBezTo>
                  <a:cubicBezTo>
                    <a:pt x="151918" y="73466"/>
                    <a:pt x="154593" y="79059"/>
                    <a:pt x="158514" y="7845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15"/>
            <p:cNvSpPr/>
            <p:nvPr/>
          </p:nvSpPr>
          <p:spPr>
            <a:xfrm>
              <a:off x="2975000" y="180400"/>
              <a:ext cx="3962850" cy="1990925"/>
            </a:xfrm>
            <a:custGeom>
              <a:rect b="b" l="l" r="r" t="t"/>
              <a:pathLst>
                <a:path extrusionOk="0" fill="none" h="79637" w="158514">
                  <a:moveTo>
                    <a:pt x="0" y="10487"/>
                  </a:moveTo>
                  <a:cubicBezTo>
                    <a:pt x="6171" y="12219"/>
                    <a:pt x="13374" y="12371"/>
                    <a:pt x="19453" y="10699"/>
                  </a:cubicBezTo>
                  <a:cubicBezTo>
                    <a:pt x="26384" y="8754"/>
                    <a:pt x="31764" y="2979"/>
                    <a:pt x="38876" y="1611"/>
                  </a:cubicBezTo>
                  <a:cubicBezTo>
                    <a:pt x="47265" y="0"/>
                    <a:pt x="51946" y="8025"/>
                    <a:pt x="57418" y="12280"/>
                  </a:cubicBezTo>
                  <a:cubicBezTo>
                    <a:pt x="61582" y="15532"/>
                    <a:pt x="67083" y="17994"/>
                    <a:pt x="71460" y="21490"/>
                  </a:cubicBezTo>
                  <a:cubicBezTo>
                    <a:pt x="74166" y="23678"/>
                    <a:pt x="76597" y="27143"/>
                    <a:pt x="79789" y="27812"/>
                  </a:cubicBezTo>
                  <a:cubicBezTo>
                    <a:pt x="86172" y="29149"/>
                    <a:pt x="92950" y="23374"/>
                    <a:pt x="99364" y="21733"/>
                  </a:cubicBezTo>
                  <a:cubicBezTo>
                    <a:pt x="107723" y="19605"/>
                    <a:pt x="111218" y="17934"/>
                    <a:pt x="117024" y="25137"/>
                  </a:cubicBezTo>
                  <a:cubicBezTo>
                    <a:pt x="122100" y="31460"/>
                    <a:pt x="117784" y="46475"/>
                    <a:pt x="121249" y="53679"/>
                  </a:cubicBezTo>
                  <a:cubicBezTo>
                    <a:pt x="122708" y="56718"/>
                    <a:pt x="129060" y="65472"/>
                    <a:pt x="132769" y="66171"/>
                  </a:cubicBezTo>
                  <a:cubicBezTo>
                    <a:pt x="138605" y="67296"/>
                    <a:pt x="145748" y="67114"/>
                    <a:pt x="150033" y="71764"/>
                  </a:cubicBezTo>
                  <a:cubicBezTo>
                    <a:pt x="152100" y="73983"/>
                    <a:pt x="154684" y="79637"/>
                    <a:pt x="158514" y="7915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15"/>
            <p:cNvSpPr/>
            <p:nvPr/>
          </p:nvSpPr>
          <p:spPr>
            <a:xfrm>
              <a:off x="2975000" y="165200"/>
              <a:ext cx="3962850" cy="2002325"/>
            </a:xfrm>
            <a:custGeom>
              <a:rect b="b" l="l" r="r" t="t"/>
              <a:pathLst>
                <a:path extrusionOk="0" fill="none" h="80093" w="158514">
                  <a:moveTo>
                    <a:pt x="0" y="11095"/>
                  </a:moveTo>
                  <a:cubicBezTo>
                    <a:pt x="6201" y="12797"/>
                    <a:pt x="13496" y="12858"/>
                    <a:pt x="19575" y="11064"/>
                  </a:cubicBezTo>
                  <a:cubicBezTo>
                    <a:pt x="26688" y="8967"/>
                    <a:pt x="32128" y="2857"/>
                    <a:pt x="39545" y="1520"/>
                  </a:cubicBezTo>
                  <a:cubicBezTo>
                    <a:pt x="47965" y="0"/>
                    <a:pt x="52402" y="7599"/>
                    <a:pt x="57326" y="12280"/>
                  </a:cubicBezTo>
                  <a:cubicBezTo>
                    <a:pt x="61096" y="15867"/>
                    <a:pt x="66840" y="18329"/>
                    <a:pt x="71491" y="21490"/>
                  </a:cubicBezTo>
                  <a:cubicBezTo>
                    <a:pt x="74470" y="23496"/>
                    <a:pt x="77600" y="26870"/>
                    <a:pt x="81157" y="27387"/>
                  </a:cubicBezTo>
                  <a:cubicBezTo>
                    <a:pt x="87449" y="28268"/>
                    <a:pt x="93832" y="22827"/>
                    <a:pt x="99607" y="21034"/>
                  </a:cubicBezTo>
                  <a:cubicBezTo>
                    <a:pt x="107814" y="18450"/>
                    <a:pt x="112677" y="17812"/>
                    <a:pt x="117875" y="25137"/>
                  </a:cubicBezTo>
                  <a:cubicBezTo>
                    <a:pt x="120306" y="28602"/>
                    <a:pt x="119364" y="34773"/>
                    <a:pt x="119759" y="39423"/>
                  </a:cubicBezTo>
                  <a:cubicBezTo>
                    <a:pt x="120185" y="44256"/>
                    <a:pt x="120914" y="49697"/>
                    <a:pt x="122343" y="53679"/>
                  </a:cubicBezTo>
                  <a:cubicBezTo>
                    <a:pt x="123498" y="56810"/>
                    <a:pt x="129425" y="65746"/>
                    <a:pt x="133042" y="66536"/>
                  </a:cubicBezTo>
                  <a:cubicBezTo>
                    <a:pt x="138817" y="67782"/>
                    <a:pt x="145930" y="67600"/>
                    <a:pt x="150246" y="72220"/>
                  </a:cubicBezTo>
                  <a:cubicBezTo>
                    <a:pt x="152313" y="74409"/>
                    <a:pt x="154745" y="80093"/>
                    <a:pt x="158514" y="7975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15"/>
            <p:cNvSpPr/>
            <p:nvPr/>
          </p:nvSpPr>
          <p:spPr>
            <a:xfrm>
              <a:off x="2975000" y="150750"/>
              <a:ext cx="3962850" cy="2014500"/>
            </a:xfrm>
            <a:custGeom>
              <a:rect b="b" l="l" r="r" t="t"/>
              <a:pathLst>
                <a:path extrusionOk="0" fill="none" h="80580" w="158514">
                  <a:moveTo>
                    <a:pt x="0" y="11673"/>
                  </a:moveTo>
                  <a:cubicBezTo>
                    <a:pt x="6262" y="13344"/>
                    <a:pt x="13830" y="13588"/>
                    <a:pt x="19727" y="11429"/>
                  </a:cubicBezTo>
                  <a:cubicBezTo>
                    <a:pt x="26566" y="8907"/>
                    <a:pt x="32767" y="2676"/>
                    <a:pt x="40244" y="1399"/>
                  </a:cubicBezTo>
                  <a:cubicBezTo>
                    <a:pt x="48573" y="1"/>
                    <a:pt x="53162" y="6900"/>
                    <a:pt x="57478" y="12159"/>
                  </a:cubicBezTo>
                  <a:cubicBezTo>
                    <a:pt x="61825" y="17417"/>
                    <a:pt x="74318" y="25807"/>
                    <a:pt x="81917" y="26749"/>
                  </a:cubicBezTo>
                  <a:cubicBezTo>
                    <a:pt x="87692" y="27448"/>
                    <a:pt x="94379" y="22159"/>
                    <a:pt x="99637" y="20244"/>
                  </a:cubicBezTo>
                  <a:cubicBezTo>
                    <a:pt x="108178" y="17144"/>
                    <a:pt x="114045" y="17873"/>
                    <a:pt x="118787" y="25199"/>
                  </a:cubicBezTo>
                  <a:cubicBezTo>
                    <a:pt x="121066" y="28694"/>
                    <a:pt x="119607" y="34895"/>
                    <a:pt x="120215" y="39515"/>
                  </a:cubicBezTo>
                  <a:cubicBezTo>
                    <a:pt x="120853" y="44348"/>
                    <a:pt x="122373" y="49394"/>
                    <a:pt x="123498" y="53649"/>
                  </a:cubicBezTo>
                  <a:cubicBezTo>
                    <a:pt x="124349" y="56962"/>
                    <a:pt x="129729" y="65989"/>
                    <a:pt x="133316" y="66871"/>
                  </a:cubicBezTo>
                  <a:cubicBezTo>
                    <a:pt x="139000" y="68300"/>
                    <a:pt x="146112" y="68087"/>
                    <a:pt x="150459" y="72677"/>
                  </a:cubicBezTo>
                  <a:cubicBezTo>
                    <a:pt x="152495" y="74835"/>
                    <a:pt x="154836" y="80579"/>
                    <a:pt x="158514" y="803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15"/>
            <p:cNvSpPr/>
            <p:nvPr/>
          </p:nvSpPr>
          <p:spPr>
            <a:xfrm>
              <a:off x="2975000" y="138600"/>
              <a:ext cx="3962100" cy="2022075"/>
            </a:xfrm>
            <a:custGeom>
              <a:rect b="b" l="l" r="r" t="t"/>
              <a:pathLst>
                <a:path extrusionOk="0" fill="none" h="80883" w="158484">
                  <a:moveTo>
                    <a:pt x="0" y="12159"/>
                  </a:moveTo>
                  <a:cubicBezTo>
                    <a:pt x="6322" y="13800"/>
                    <a:pt x="13952" y="13952"/>
                    <a:pt x="19849" y="11672"/>
                  </a:cubicBezTo>
                  <a:cubicBezTo>
                    <a:pt x="26900" y="8937"/>
                    <a:pt x="33162" y="2462"/>
                    <a:pt x="40974" y="1247"/>
                  </a:cubicBezTo>
                  <a:cubicBezTo>
                    <a:pt x="48876" y="0"/>
                    <a:pt x="54530" y="5806"/>
                    <a:pt x="58026" y="11855"/>
                  </a:cubicBezTo>
                  <a:cubicBezTo>
                    <a:pt x="61521" y="17873"/>
                    <a:pt x="74500" y="25138"/>
                    <a:pt x="82069" y="25928"/>
                  </a:cubicBezTo>
                  <a:cubicBezTo>
                    <a:pt x="87449" y="26505"/>
                    <a:pt x="94774" y="21186"/>
                    <a:pt x="99637" y="19362"/>
                  </a:cubicBezTo>
                  <a:cubicBezTo>
                    <a:pt x="108178" y="16080"/>
                    <a:pt x="115321" y="17782"/>
                    <a:pt x="119759" y="25107"/>
                  </a:cubicBezTo>
                  <a:cubicBezTo>
                    <a:pt x="121948" y="28724"/>
                    <a:pt x="119790" y="34803"/>
                    <a:pt x="120580" y="39545"/>
                  </a:cubicBezTo>
                  <a:cubicBezTo>
                    <a:pt x="121370" y="44348"/>
                    <a:pt x="123771" y="48937"/>
                    <a:pt x="124623" y="53497"/>
                  </a:cubicBezTo>
                  <a:cubicBezTo>
                    <a:pt x="125291" y="56992"/>
                    <a:pt x="130003" y="66050"/>
                    <a:pt x="133559" y="67053"/>
                  </a:cubicBezTo>
                  <a:cubicBezTo>
                    <a:pt x="139152" y="68603"/>
                    <a:pt x="146355" y="68451"/>
                    <a:pt x="150672" y="72980"/>
                  </a:cubicBezTo>
                  <a:cubicBezTo>
                    <a:pt x="152708" y="75108"/>
                    <a:pt x="154897" y="80883"/>
                    <a:pt x="158483" y="80822"/>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15"/>
            <p:cNvSpPr/>
            <p:nvPr/>
          </p:nvSpPr>
          <p:spPr>
            <a:xfrm>
              <a:off x="2975000" y="124150"/>
              <a:ext cx="3962100" cy="2034250"/>
            </a:xfrm>
            <a:custGeom>
              <a:rect b="b" l="l" r="r" t="t"/>
              <a:pathLst>
                <a:path extrusionOk="0" fill="none" h="81370" w="158484">
                  <a:moveTo>
                    <a:pt x="0" y="12737"/>
                  </a:moveTo>
                  <a:cubicBezTo>
                    <a:pt x="6383" y="14348"/>
                    <a:pt x="13861" y="14226"/>
                    <a:pt x="20001" y="12007"/>
                  </a:cubicBezTo>
                  <a:cubicBezTo>
                    <a:pt x="27721" y="9241"/>
                    <a:pt x="33283" y="2432"/>
                    <a:pt x="41673" y="1186"/>
                  </a:cubicBezTo>
                  <a:cubicBezTo>
                    <a:pt x="49515" y="1"/>
                    <a:pt x="55807" y="4530"/>
                    <a:pt x="58877" y="11551"/>
                  </a:cubicBezTo>
                  <a:cubicBezTo>
                    <a:pt x="61886" y="18481"/>
                    <a:pt x="74378" y="24560"/>
                    <a:pt x="81704" y="25199"/>
                  </a:cubicBezTo>
                  <a:cubicBezTo>
                    <a:pt x="87114" y="25624"/>
                    <a:pt x="94774" y="20244"/>
                    <a:pt x="99607" y="18573"/>
                  </a:cubicBezTo>
                  <a:cubicBezTo>
                    <a:pt x="108118" y="15655"/>
                    <a:pt x="116628" y="17721"/>
                    <a:pt x="120853" y="25199"/>
                  </a:cubicBezTo>
                  <a:cubicBezTo>
                    <a:pt x="123012" y="29029"/>
                    <a:pt x="119972" y="34895"/>
                    <a:pt x="120853" y="39758"/>
                  </a:cubicBezTo>
                  <a:cubicBezTo>
                    <a:pt x="121735" y="44561"/>
                    <a:pt x="125139" y="48512"/>
                    <a:pt x="125778" y="53406"/>
                  </a:cubicBezTo>
                  <a:cubicBezTo>
                    <a:pt x="126294" y="57205"/>
                    <a:pt x="130276" y="66172"/>
                    <a:pt x="133863" y="67297"/>
                  </a:cubicBezTo>
                  <a:cubicBezTo>
                    <a:pt x="139334" y="68999"/>
                    <a:pt x="146568" y="68908"/>
                    <a:pt x="150884" y="73406"/>
                  </a:cubicBezTo>
                  <a:cubicBezTo>
                    <a:pt x="153438" y="76051"/>
                    <a:pt x="154684" y="80428"/>
                    <a:pt x="158483" y="8137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15"/>
            <p:cNvSpPr/>
            <p:nvPr/>
          </p:nvSpPr>
          <p:spPr>
            <a:xfrm>
              <a:off x="2975000" y="108200"/>
              <a:ext cx="3962850" cy="2050975"/>
            </a:xfrm>
            <a:custGeom>
              <a:rect b="b" l="l" r="r" t="t"/>
              <a:pathLst>
                <a:path extrusionOk="0" fill="none" h="82039" w="158514">
                  <a:moveTo>
                    <a:pt x="0" y="13375"/>
                  </a:moveTo>
                  <a:cubicBezTo>
                    <a:pt x="6474" y="14986"/>
                    <a:pt x="14013" y="14712"/>
                    <a:pt x="20183" y="12432"/>
                  </a:cubicBezTo>
                  <a:cubicBezTo>
                    <a:pt x="28116" y="9454"/>
                    <a:pt x="33709" y="2493"/>
                    <a:pt x="42402" y="1156"/>
                  </a:cubicBezTo>
                  <a:cubicBezTo>
                    <a:pt x="50092" y="1"/>
                    <a:pt x="57418" y="4043"/>
                    <a:pt x="59819" y="11217"/>
                  </a:cubicBezTo>
                  <a:cubicBezTo>
                    <a:pt x="62190" y="18390"/>
                    <a:pt x="73862" y="24104"/>
                    <a:pt x="81035" y="24439"/>
                  </a:cubicBezTo>
                  <a:cubicBezTo>
                    <a:pt x="86780" y="24743"/>
                    <a:pt x="94318" y="19454"/>
                    <a:pt x="99607" y="17934"/>
                  </a:cubicBezTo>
                  <a:cubicBezTo>
                    <a:pt x="108452" y="15381"/>
                    <a:pt x="117844" y="17873"/>
                    <a:pt x="122009" y="25350"/>
                  </a:cubicBezTo>
                  <a:cubicBezTo>
                    <a:pt x="124227" y="29332"/>
                    <a:pt x="120154" y="35047"/>
                    <a:pt x="121066" y="40092"/>
                  </a:cubicBezTo>
                  <a:cubicBezTo>
                    <a:pt x="121978" y="44925"/>
                    <a:pt x="126507" y="48512"/>
                    <a:pt x="126963" y="53406"/>
                  </a:cubicBezTo>
                  <a:cubicBezTo>
                    <a:pt x="127297" y="57205"/>
                    <a:pt x="130459" y="66172"/>
                    <a:pt x="134167" y="67570"/>
                  </a:cubicBezTo>
                  <a:cubicBezTo>
                    <a:pt x="139304" y="69485"/>
                    <a:pt x="146842" y="69424"/>
                    <a:pt x="151128" y="73862"/>
                  </a:cubicBezTo>
                  <a:cubicBezTo>
                    <a:pt x="153650" y="76537"/>
                    <a:pt x="154805" y="80883"/>
                    <a:pt x="158514" y="8203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15"/>
            <p:cNvSpPr/>
            <p:nvPr/>
          </p:nvSpPr>
          <p:spPr>
            <a:xfrm>
              <a:off x="2975000" y="89975"/>
              <a:ext cx="3962850" cy="2068425"/>
            </a:xfrm>
            <a:custGeom>
              <a:rect b="b" l="l" r="r" t="t"/>
              <a:pathLst>
                <a:path extrusionOk="0" fill="none" h="82737" w="158514">
                  <a:moveTo>
                    <a:pt x="0" y="14104"/>
                  </a:moveTo>
                  <a:cubicBezTo>
                    <a:pt x="6535" y="15684"/>
                    <a:pt x="14347" y="15502"/>
                    <a:pt x="20335" y="12918"/>
                  </a:cubicBezTo>
                  <a:cubicBezTo>
                    <a:pt x="27995" y="9575"/>
                    <a:pt x="34439" y="2644"/>
                    <a:pt x="43101" y="1216"/>
                  </a:cubicBezTo>
                  <a:cubicBezTo>
                    <a:pt x="50639" y="0"/>
                    <a:pt x="58299" y="3435"/>
                    <a:pt x="60822" y="10882"/>
                  </a:cubicBezTo>
                  <a:cubicBezTo>
                    <a:pt x="63436" y="18572"/>
                    <a:pt x="72190" y="23587"/>
                    <a:pt x="80184" y="23769"/>
                  </a:cubicBezTo>
                  <a:cubicBezTo>
                    <a:pt x="86415" y="23921"/>
                    <a:pt x="93862" y="18663"/>
                    <a:pt x="99759" y="17417"/>
                  </a:cubicBezTo>
                  <a:cubicBezTo>
                    <a:pt x="107875" y="15715"/>
                    <a:pt x="119394" y="17234"/>
                    <a:pt x="123224" y="25593"/>
                  </a:cubicBezTo>
                  <a:cubicBezTo>
                    <a:pt x="125413" y="30396"/>
                    <a:pt x="120367" y="35350"/>
                    <a:pt x="121279" y="40578"/>
                  </a:cubicBezTo>
                  <a:cubicBezTo>
                    <a:pt x="122100" y="45381"/>
                    <a:pt x="127723" y="48937"/>
                    <a:pt x="128118" y="53496"/>
                  </a:cubicBezTo>
                  <a:cubicBezTo>
                    <a:pt x="128422" y="57174"/>
                    <a:pt x="130762" y="66262"/>
                    <a:pt x="134501" y="67873"/>
                  </a:cubicBezTo>
                  <a:cubicBezTo>
                    <a:pt x="139456" y="70001"/>
                    <a:pt x="147085" y="69971"/>
                    <a:pt x="151340" y="74408"/>
                  </a:cubicBezTo>
                  <a:cubicBezTo>
                    <a:pt x="153894" y="77083"/>
                    <a:pt x="154897" y="81430"/>
                    <a:pt x="158514" y="8273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15"/>
            <p:cNvSpPr/>
            <p:nvPr/>
          </p:nvSpPr>
          <p:spPr>
            <a:xfrm>
              <a:off x="2975000" y="69450"/>
              <a:ext cx="3962850" cy="2089725"/>
            </a:xfrm>
            <a:custGeom>
              <a:rect b="b" l="l" r="r" t="t"/>
              <a:pathLst>
                <a:path extrusionOk="0" fill="none" h="83589" w="158514">
                  <a:moveTo>
                    <a:pt x="0" y="14925"/>
                  </a:moveTo>
                  <a:cubicBezTo>
                    <a:pt x="6626" y="16475"/>
                    <a:pt x="14529" y="16201"/>
                    <a:pt x="20517" y="13496"/>
                  </a:cubicBezTo>
                  <a:cubicBezTo>
                    <a:pt x="28359" y="9940"/>
                    <a:pt x="34925" y="3010"/>
                    <a:pt x="43800" y="1338"/>
                  </a:cubicBezTo>
                  <a:cubicBezTo>
                    <a:pt x="51126" y="0"/>
                    <a:pt x="59454" y="3010"/>
                    <a:pt x="61916" y="10517"/>
                  </a:cubicBezTo>
                  <a:cubicBezTo>
                    <a:pt x="64500" y="18359"/>
                    <a:pt x="70853" y="23223"/>
                    <a:pt x="79272" y="23131"/>
                  </a:cubicBezTo>
                  <a:cubicBezTo>
                    <a:pt x="86020" y="23071"/>
                    <a:pt x="93254" y="17934"/>
                    <a:pt x="100032" y="17052"/>
                  </a:cubicBezTo>
                  <a:cubicBezTo>
                    <a:pt x="108574" y="15958"/>
                    <a:pt x="120489" y="17630"/>
                    <a:pt x="124471" y="25989"/>
                  </a:cubicBezTo>
                  <a:cubicBezTo>
                    <a:pt x="126902" y="31065"/>
                    <a:pt x="120671" y="35776"/>
                    <a:pt x="121492" y="41186"/>
                  </a:cubicBezTo>
                  <a:cubicBezTo>
                    <a:pt x="122221" y="46050"/>
                    <a:pt x="128878" y="49393"/>
                    <a:pt x="129243" y="53740"/>
                  </a:cubicBezTo>
                  <a:cubicBezTo>
                    <a:pt x="129516" y="57357"/>
                    <a:pt x="131127" y="66445"/>
                    <a:pt x="134896" y="68238"/>
                  </a:cubicBezTo>
                  <a:cubicBezTo>
                    <a:pt x="139699" y="70549"/>
                    <a:pt x="147359" y="70670"/>
                    <a:pt x="151584" y="75077"/>
                  </a:cubicBezTo>
                  <a:cubicBezTo>
                    <a:pt x="154137" y="77752"/>
                    <a:pt x="154988" y="82068"/>
                    <a:pt x="158514" y="8358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15"/>
            <p:cNvSpPr/>
            <p:nvPr/>
          </p:nvSpPr>
          <p:spPr>
            <a:xfrm>
              <a:off x="2975000" y="45125"/>
              <a:ext cx="3962850" cy="2114050"/>
            </a:xfrm>
            <a:custGeom>
              <a:rect b="b" l="l" r="r" t="t"/>
              <a:pathLst>
                <a:path extrusionOk="0" fill="none" h="84562" w="158514">
                  <a:moveTo>
                    <a:pt x="0" y="15898"/>
                  </a:moveTo>
                  <a:cubicBezTo>
                    <a:pt x="6991" y="17478"/>
                    <a:pt x="14651" y="16809"/>
                    <a:pt x="20700" y="14226"/>
                  </a:cubicBezTo>
                  <a:cubicBezTo>
                    <a:pt x="28511" y="10913"/>
                    <a:pt x="35350" y="3527"/>
                    <a:pt x="44439" y="1551"/>
                  </a:cubicBezTo>
                  <a:cubicBezTo>
                    <a:pt x="51612" y="1"/>
                    <a:pt x="60579" y="2736"/>
                    <a:pt x="63041" y="10214"/>
                  </a:cubicBezTo>
                  <a:cubicBezTo>
                    <a:pt x="65564" y="17934"/>
                    <a:pt x="69515" y="22949"/>
                    <a:pt x="78391" y="22645"/>
                  </a:cubicBezTo>
                  <a:cubicBezTo>
                    <a:pt x="85716" y="22372"/>
                    <a:pt x="93072" y="17417"/>
                    <a:pt x="100488" y="16931"/>
                  </a:cubicBezTo>
                  <a:cubicBezTo>
                    <a:pt x="109273" y="16323"/>
                    <a:pt x="121431" y="18208"/>
                    <a:pt x="125717" y="26536"/>
                  </a:cubicBezTo>
                  <a:cubicBezTo>
                    <a:pt x="128544" y="31946"/>
                    <a:pt x="121036" y="36415"/>
                    <a:pt x="121735" y="41916"/>
                  </a:cubicBezTo>
                  <a:cubicBezTo>
                    <a:pt x="122343" y="46871"/>
                    <a:pt x="129881" y="49971"/>
                    <a:pt x="130276" y="54105"/>
                  </a:cubicBezTo>
                  <a:cubicBezTo>
                    <a:pt x="130641" y="57631"/>
                    <a:pt x="131431" y="66628"/>
                    <a:pt x="135322" y="68664"/>
                  </a:cubicBezTo>
                  <a:cubicBezTo>
                    <a:pt x="140124" y="71157"/>
                    <a:pt x="147632" y="71461"/>
                    <a:pt x="151796" y="75868"/>
                  </a:cubicBezTo>
                  <a:cubicBezTo>
                    <a:pt x="154350" y="78573"/>
                    <a:pt x="155109" y="82859"/>
                    <a:pt x="158514" y="8456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15"/>
            <p:cNvSpPr/>
            <p:nvPr/>
          </p:nvSpPr>
          <p:spPr>
            <a:xfrm>
              <a:off x="2975000" y="20825"/>
              <a:ext cx="3962850" cy="2138350"/>
            </a:xfrm>
            <a:custGeom>
              <a:rect b="b" l="l" r="r" t="t"/>
              <a:pathLst>
                <a:path extrusionOk="0" fill="none" h="85534" w="158514">
                  <a:moveTo>
                    <a:pt x="0" y="16870"/>
                  </a:moveTo>
                  <a:cubicBezTo>
                    <a:pt x="7082" y="18420"/>
                    <a:pt x="14833" y="17629"/>
                    <a:pt x="20912" y="14955"/>
                  </a:cubicBezTo>
                  <a:cubicBezTo>
                    <a:pt x="28876" y="11459"/>
                    <a:pt x="35776" y="3951"/>
                    <a:pt x="45047" y="1702"/>
                  </a:cubicBezTo>
                  <a:cubicBezTo>
                    <a:pt x="52068" y="0"/>
                    <a:pt x="61703" y="2371"/>
                    <a:pt x="64166" y="9818"/>
                  </a:cubicBezTo>
                  <a:cubicBezTo>
                    <a:pt x="66567" y="16991"/>
                    <a:pt x="68877" y="22645"/>
                    <a:pt x="77722" y="22128"/>
                  </a:cubicBezTo>
                  <a:cubicBezTo>
                    <a:pt x="85503" y="21672"/>
                    <a:pt x="93133" y="16961"/>
                    <a:pt x="101127" y="16809"/>
                  </a:cubicBezTo>
                  <a:cubicBezTo>
                    <a:pt x="110063" y="16657"/>
                    <a:pt x="122161" y="18693"/>
                    <a:pt x="126963" y="27083"/>
                  </a:cubicBezTo>
                  <a:cubicBezTo>
                    <a:pt x="130276" y="32858"/>
                    <a:pt x="121705" y="37052"/>
                    <a:pt x="122161" y="42615"/>
                  </a:cubicBezTo>
                  <a:cubicBezTo>
                    <a:pt x="122616" y="47782"/>
                    <a:pt x="130762" y="50518"/>
                    <a:pt x="131279" y="54530"/>
                  </a:cubicBezTo>
                  <a:cubicBezTo>
                    <a:pt x="131735" y="57934"/>
                    <a:pt x="131796" y="66931"/>
                    <a:pt x="135778" y="69089"/>
                  </a:cubicBezTo>
                  <a:cubicBezTo>
                    <a:pt x="140550" y="71703"/>
                    <a:pt x="147936" y="72250"/>
                    <a:pt x="152039" y="76658"/>
                  </a:cubicBezTo>
                  <a:cubicBezTo>
                    <a:pt x="154593" y="79393"/>
                    <a:pt x="155231" y="83649"/>
                    <a:pt x="158514" y="8553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0" name="Google Shape;2200;p15"/>
          <p:cNvGrpSpPr/>
          <p:nvPr/>
        </p:nvGrpSpPr>
        <p:grpSpPr>
          <a:xfrm rot="10800000">
            <a:off x="-2432377" y="3776555"/>
            <a:ext cx="2781299" cy="1048521"/>
            <a:chOff x="493175" y="2102150"/>
            <a:chExt cx="1201425" cy="452925"/>
          </a:xfrm>
        </p:grpSpPr>
        <p:sp>
          <p:nvSpPr>
            <p:cNvPr id="2201" name="Google Shape;2201;p15"/>
            <p:cNvSpPr/>
            <p:nvPr/>
          </p:nvSpPr>
          <p:spPr>
            <a:xfrm>
              <a:off x="1675575" y="2536050"/>
              <a:ext cx="19025" cy="19025"/>
            </a:xfrm>
            <a:custGeom>
              <a:rect b="b" l="l" r="r" t="t"/>
              <a:pathLst>
                <a:path extrusionOk="0" h="761" w="761">
                  <a:moveTo>
                    <a:pt x="365" y="1"/>
                  </a:moveTo>
                  <a:cubicBezTo>
                    <a:pt x="153" y="1"/>
                    <a:pt x="1" y="153"/>
                    <a:pt x="1" y="365"/>
                  </a:cubicBezTo>
                  <a:cubicBezTo>
                    <a:pt x="1" y="578"/>
                    <a:pt x="153"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15"/>
            <p:cNvSpPr/>
            <p:nvPr/>
          </p:nvSpPr>
          <p:spPr>
            <a:xfrm>
              <a:off x="1576800" y="2536050"/>
              <a:ext cx="19000" cy="19025"/>
            </a:xfrm>
            <a:custGeom>
              <a:rect b="b" l="l" r="r" t="t"/>
              <a:pathLst>
                <a:path extrusionOk="0" h="761" w="760">
                  <a:moveTo>
                    <a:pt x="365" y="1"/>
                  </a:moveTo>
                  <a:cubicBezTo>
                    <a:pt x="182" y="1"/>
                    <a:pt x="0" y="153"/>
                    <a:pt x="0" y="365"/>
                  </a:cubicBezTo>
                  <a:cubicBezTo>
                    <a:pt x="0" y="578"/>
                    <a:pt x="182"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15"/>
            <p:cNvSpPr/>
            <p:nvPr/>
          </p:nvSpPr>
          <p:spPr>
            <a:xfrm>
              <a:off x="14780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15"/>
            <p:cNvSpPr/>
            <p:nvPr/>
          </p:nvSpPr>
          <p:spPr>
            <a:xfrm>
              <a:off x="1379975" y="2536050"/>
              <a:ext cx="19025" cy="19025"/>
            </a:xfrm>
            <a:custGeom>
              <a:rect b="b" l="l" r="r" t="t"/>
              <a:pathLst>
                <a:path extrusionOk="0" h="761" w="761">
                  <a:moveTo>
                    <a:pt x="365" y="1"/>
                  </a:moveTo>
                  <a:cubicBezTo>
                    <a:pt x="153" y="1"/>
                    <a:pt x="1" y="153"/>
                    <a:pt x="1" y="365"/>
                  </a:cubicBezTo>
                  <a:cubicBezTo>
                    <a:pt x="1" y="578"/>
                    <a:pt x="153"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15"/>
            <p:cNvSpPr/>
            <p:nvPr/>
          </p:nvSpPr>
          <p:spPr>
            <a:xfrm>
              <a:off x="1281200" y="2536050"/>
              <a:ext cx="19025" cy="19025"/>
            </a:xfrm>
            <a:custGeom>
              <a:rect b="b" l="l" r="r" t="t"/>
              <a:pathLst>
                <a:path extrusionOk="0" h="761" w="761">
                  <a:moveTo>
                    <a:pt x="395" y="1"/>
                  </a:moveTo>
                  <a:cubicBezTo>
                    <a:pt x="183" y="1"/>
                    <a:pt x="0" y="153"/>
                    <a:pt x="0" y="365"/>
                  </a:cubicBezTo>
                  <a:cubicBezTo>
                    <a:pt x="0" y="578"/>
                    <a:pt x="183" y="760"/>
                    <a:pt x="395" y="760"/>
                  </a:cubicBezTo>
                  <a:cubicBezTo>
                    <a:pt x="578" y="760"/>
                    <a:pt x="760" y="578"/>
                    <a:pt x="760" y="365"/>
                  </a:cubicBezTo>
                  <a:cubicBezTo>
                    <a:pt x="760" y="15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15"/>
            <p:cNvSpPr/>
            <p:nvPr/>
          </p:nvSpPr>
          <p:spPr>
            <a:xfrm>
              <a:off x="11824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15"/>
            <p:cNvSpPr/>
            <p:nvPr/>
          </p:nvSpPr>
          <p:spPr>
            <a:xfrm>
              <a:off x="1084375" y="2536050"/>
              <a:ext cx="19025" cy="19025"/>
            </a:xfrm>
            <a:custGeom>
              <a:rect b="b" l="l" r="r" t="t"/>
              <a:pathLst>
                <a:path extrusionOk="0" h="761" w="761">
                  <a:moveTo>
                    <a:pt x="365" y="1"/>
                  </a:moveTo>
                  <a:cubicBezTo>
                    <a:pt x="153" y="1"/>
                    <a:pt x="1" y="153"/>
                    <a:pt x="1" y="365"/>
                  </a:cubicBezTo>
                  <a:cubicBezTo>
                    <a:pt x="1" y="578"/>
                    <a:pt x="153" y="760"/>
                    <a:pt x="365" y="760"/>
                  </a:cubicBezTo>
                  <a:cubicBezTo>
                    <a:pt x="578" y="760"/>
                    <a:pt x="761" y="578"/>
                    <a:pt x="761" y="365"/>
                  </a:cubicBezTo>
                  <a:cubicBezTo>
                    <a:pt x="761"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15"/>
            <p:cNvSpPr/>
            <p:nvPr/>
          </p:nvSpPr>
          <p:spPr>
            <a:xfrm>
              <a:off x="985600" y="2536050"/>
              <a:ext cx="19025" cy="19025"/>
            </a:xfrm>
            <a:custGeom>
              <a:rect b="b" l="l" r="r" t="t"/>
              <a:pathLst>
                <a:path extrusionOk="0" h="761" w="761">
                  <a:moveTo>
                    <a:pt x="365" y="1"/>
                  </a:moveTo>
                  <a:cubicBezTo>
                    <a:pt x="152" y="1"/>
                    <a:pt x="0" y="153"/>
                    <a:pt x="0" y="365"/>
                  </a:cubicBezTo>
                  <a:cubicBezTo>
                    <a:pt x="0" y="578"/>
                    <a:pt x="152"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15"/>
            <p:cNvSpPr/>
            <p:nvPr/>
          </p:nvSpPr>
          <p:spPr>
            <a:xfrm>
              <a:off x="8868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15"/>
            <p:cNvSpPr/>
            <p:nvPr/>
          </p:nvSpPr>
          <p:spPr>
            <a:xfrm>
              <a:off x="788025" y="2536050"/>
              <a:ext cx="19025" cy="19025"/>
            </a:xfrm>
            <a:custGeom>
              <a:rect b="b" l="l" r="r" t="t"/>
              <a:pathLst>
                <a:path extrusionOk="0" h="761" w="761">
                  <a:moveTo>
                    <a:pt x="395" y="1"/>
                  </a:moveTo>
                  <a:cubicBezTo>
                    <a:pt x="183" y="1"/>
                    <a:pt x="0" y="153"/>
                    <a:pt x="0" y="365"/>
                  </a:cubicBezTo>
                  <a:cubicBezTo>
                    <a:pt x="0" y="578"/>
                    <a:pt x="183" y="760"/>
                    <a:pt x="395" y="760"/>
                  </a:cubicBezTo>
                  <a:cubicBezTo>
                    <a:pt x="608" y="760"/>
                    <a:pt x="760" y="578"/>
                    <a:pt x="760" y="365"/>
                  </a:cubicBezTo>
                  <a:cubicBezTo>
                    <a:pt x="760" y="15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15"/>
            <p:cNvSpPr/>
            <p:nvPr/>
          </p:nvSpPr>
          <p:spPr>
            <a:xfrm>
              <a:off x="690000" y="2536050"/>
              <a:ext cx="19025" cy="19025"/>
            </a:xfrm>
            <a:custGeom>
              <a:rect b="b" l="l" r="r" t="t"/>
              <a:pathLst>
                <a:path extrusionOk="0" h="761" w="761">
                  <a:moveTo>
                    <a:pt x="365" y="1"/>
                  </a:moveTo>
                  <a:cubicBezTo>
                    <a:pt x="152" y="1"/>
                    <a:pt x="0" y="153"/>
                    <a:pt x="0" y="365"/>
                  </a:cubicBezTo>
                  <a:cubicBezTo>
                    <a:pt x="0" y="578"/>
                    <a:pt x="152"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15"/>
            <p:cNvSpPr/>
            <p:nvPr/>
          </p:nvSpPr>
          <p:spPr>
            <a:xfrm>
              <a:off x="5912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15"/>
            <p:cNvSpPr/>
            <p:nvPr/>
          </p:nvSpPr>
          <p:spPr>
            <a:xfrm>
              <a:off x="493175" y="2536050"/>
              <a:ext cx="19025" cy="19025"/>
            </a:xfrm>
            <a:custGeom>
              <a:rect b="b" l="l" r="r" t="t"/>
              <a:pathLst>
                <a:path extrusionOk="0" h="761" w="761">
                  <a:moveTo>
                    <a:pt x="366" y="1"/>
                  </a:moveTo>
                  <a:cubicBezTo>
                    <a:pt x="153" y="1"/>
                    <a:pt x="1" y="153"/>
                    <a:pt x="1" y="365"/>
                  </a:cubicBezTo>
                  <a:cubicBezTo>
                    <a:pt x="1" y="578"/>
                    <a:pt x="153" y="760"/>
                    <a:pt x="366" y="760"/>
                  </a:cubicBezTo>
                  <a:cubicBezTo>
                    <a:pt x="578" y="760"/>
                    <a:pt x="761" y="578"/>
                    <a:pt x="761" y="365"/>
                  </a:cubicBezTo>
                  <a:cubicBezTo>
                    <a:pt x="761" y="15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15"/>
            <p:cNvSpPr/>
            <p:nvPr/>
          </p:nvSpPr>
          <p:spPr>
            <a:xfrm>
              <a:off x="1675575" y="2449425"/>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15"/>
            <p:cNvSpPr/>
            <p:nvPr/>
          </p:nvSpPr>
          <p:spPr>
            <a:xfrm>
              <a:off x="1576800" y="2449425"/>
              <a:ext cx="19000" cy="19025"/>
            </a:xfrm>
            <a:custGeom>
              <a:rect b="b" l="l" r="r" t="t"/>
              <a:pathLst>
                <a:path extrusionOk="0" h="761" w="760">
                  <a:moveTo>
                    <a:pt x="365" y="0"/>
                  </a:moveTo>
                  <a:cubicBezTo>
                    <a:pt x="182" y="0"/>
                    <a:pt x="0" y="152"/>
                    <a:pt x="0" y="365"/>
                  </a:cubicBezTo>
                  <a:cubicBezTo>
                    <a:pt x="0" y="578"/>
                    <a:pt x="18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15"/>
            <p:cNvSpPr/>
            <p:nvPr/>
          </p:nvSpPr>
          <p:spPr>
            <a:xfrm>
              <a:off x="14780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15"/>
            <p:cNvSpPr/>
            <p:nvPr/>
          </p:nvSpPr>
          <p:spPr>
            <a:xfrm>
              <a:off x="1379975" y="2449425"/>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15"/>
            <p:cNvSpPr/>
            <p:nvPr/>
          </p:nvSpPr>
          <p:spPr>
            <a:xfrm>
              <a:off x="1281200" y="2449425"/>
              <a:ext cx="19025" cy="19025"/>
            </a:xfrm>
            <a:custGeom>
              <a:rect b="b" l="l" r="r" t="t"/>
              <a:pathLst>
                <a:path extrusionOk="0" h="761" w="761">
                  <a:moveTo>
                    <a:pt x="395" y="0"/>
                  </a:moveTo>
                  <a:cubicBezTo>
                    <a:pt x="183" y="0"/>
                    <a:pt x="0" y="152"/>
                    <a:pt x="0" y="365"/>
                  </a:cubicBezTo>
                  <a:cubicBezTo>
                    <a:pt x="0" y="578"/>
                    <a:pt x="183" y="760"/>
                    <a:pt x="395" y="760"/>
                  </a:cubicBezTo>
                  <a:cubicBezTo>
                    <a:pt x="578" y="760"/>
                    <a:pt x="760" y="578"/>
                    <a:pt x="760" y="365"/>
                  </a:cubicBezTo>
                  <a:cubicBezTo>
                    <a:pt x="760" y="152"/>
                    <a:pt x="57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15"/>
            <p:cNvSpPr/>
            <p:nvPr/>
          </p:nvSpPr>
          <p:spPr>
            <a:xfrm>
              <a:off x="11824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15"/>
            <p:cNvSpPr/>
            <p:nvPr/>
          </p:nvSpPr>
          <p:spPr>
            <a:xfrm>
              <a:off x="1084375" y="2449425"/>
              <a:ext cx="19025" cy="19025"/>
            </a:xfrm>
            <a:custGeom>
              <a:rect b="b" l="l" r="r" t="t"/>
              <a:pathLst>
                <a:path extrusionOk="0" h="761" w="761">
                  <a:moveTo>
                    <a:pt x="365" y="0"/>
                  </a:moveTo>
                  <a:cubicBezTo>
                    <a:pt x="153" y="0"/>
                    <a:pt x="1" y="152"/>
                    <a:pt x="1" y="365"/>
                  </a:cubicBezTo>
                  <a:cubicBezTo>
                    <a:pt x="1" y="578"/>
                    <a:pt x="153" y="760"/>
                    <a:pt x="365" y="760"/>
                  </a:cubicBezTo>
                  <a:cubicBezTo>
                    <a:pt x="578" y="760"/>
                    <a:pt x="761" y="578"/>
                    <a:pt x="761" y="365"/>
                  </a:cubicBezTo>
                  <a:cubicBezTo>
                    <a:pt x="761"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15"/>
            <p:cNvSpPr/>
            <p:nvPr/>
          </p:nvSpPr>
          <p:spPr>
            <a:xfrm>
              <a:off x="985600" y="2449425"/>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15"/>
            <p:cNvSpPr/>
            <p:nvPr/>
          </p:nvSpPr>
          <p:spPr>
            <a:xfrm>
              <a:off x="8868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15"/>
            <p:cNvSpPr/>
            <p:nvPr/>
          </p:nvSpPr>
          <p:spPr>
            <a:xfrm>
              <a:off x="788025" y="2449425"/>
              <a:ext cx="19025" cy="19025"/>
            </a:xfrm>
            <a:custGeom>
              <a:rect b="b" l="l" r="r" t="t"/>
              <a:pathLst>
                <a:path extrusionOk="0" h="761" w="761">
                  <a:moveTo>
                    <a:pt x="395" y="0"/>
                  </a:moveTo>
                  <a:cubicBezTo>
                    <a:pt x="183" y="0"/>
                    <a:pt x="0" y="152"/>
                    <a:pt x="0" y="365"/>
                  </a:cubicBezTo>
                  <a:cubicBezTo>
                    <a:pt x="0" y="578"/>
                    <a:pt x="183" y="760"/>
                    <a:pt x="395" y="760"/>
                  </a:cubicBezTo>
                  <a:cubicBezTo>
                    <a:pt x="608" y="760"/>
                    <a:pt x="760" y="578"/>
                    <a:pt x="760" y="365"/>
                  </a:cubicBezTo>
                  <a:cubicBezTo>
                    <a:pt x="760" y="152"/>
                    <a:pt x="60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15"/>
            <p:cNvSpPr/>
            <p:nvPr/>
          </p:nvSpPr>
          <p:spPr>
            <a:xfrm>
              <a:off x="690000" y="2449425"/>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15"/>
            <p:cNvSpPr/>
            <p:nvPr/>
          </p:nvSpPr>
          <p:spPr>
            <a:xfrm>
              <a:off x="5912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15"/>
            <p:cNvSpPr/>
            <p:nvPr/>
          </p:nvSpPr>
          <p:spPr>
            <a:xfrm>
              <a:off x="493175" y="2449425"/>
              <a:ext cx="19025" cy="19025"/>
            </a:xfrm>
            <a:custGeom>
              <a:rect b="b" l="l" r="r" t="t"/>
              <a:pathLst>
                <a:path extrusionOk="0" h="761" w="761">
                  <a:moveTo>
                    <a:pt x="366" y="0"/>
                  </a:moveTo>
                  <a:cubicBezTo>
                    <a:pt x="153" y="0"/>
                    <a:pt x="1" y="152"/>
                    <a:pt x="1" y="365"/>
                  </a:cubicBezTo>
                  <a:cubicBezTo>
                    <a:pt x="1" y="578"/>
                    <a:pt x="153" y="760"/>
                    <a:pt x="366" y="760"/>
                  </a:cubicBezTo>
                  <a:cubicBezTo>
                    <a:pt x="578" y="760"/>
                    <a:pt x="761" y="578"/>
                    <a:pt x="761" y="365"/>
                  </a:cubicBezTo>
                  <a:cubicBezTo>
                    <a:pt x="761" y="152"/>
                    <a:pt x="578" y="0"/>
                    <a:pt x="36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15"/>
            <p:cNvSpPr/>
            <p:nvPr/>
          </p:nvSpPr>
          <p:spPr>
            <a:xfrm>
              <a:off x="1675575" y="2362800"/>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15"/>
            <p:cNvSpPr/>
            <p:nvPr/>
          </p:nvSpPr>
          <p:spPr>
            <a:xfrm>
              <a:off x="1576800" y="2362800"/>
              <a:ext cx="19000" cy="19025"/>
            </a:xfrm>
            <a:custGeom>
              <a:rect b="b" l="l" r="r" t="t"/>
              <a:pathLst>
                <a:path extrusionOk="0" h="761" w="760">
                  <a:moveTo>
                    <a:pt x="365" y="0"/>
                  </a:moveTo>
                  <a:cubicBezTo>
                    <a:pt x="182" y="0"/>
                    <a:pt x="0" y="152"/>
                    <a:pt x="0" y="365"/>
                  </a:cubicBezTo>
                  <a:cubicBezTo>
                    <a:pt x="0" y="578"/>
                    <a:pt x="18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15"/>
            <p:cNvSpPr/>
            <p:nvPr/>
          </p:nvSpPr>
          <p:spPr>
            <a:xfrm>
              <a:off x="14780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15"/>
            <p:cNvSpPr/>
            <p:nvPr/>
          </p:nvSpPr>
          <p:spPr>
            <a:xfrm>
              <a:off x="1379975" y="2362800"/>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15"/>
            <p:cNvSpPr/>
            <p:nvPr/>
          </p:nvSpPr>
          <p:spPr>
            <a:xfrm>
              <a:off x="1281200" y="2362800"/>
              <a:ext cx="19025" cy="19025"/>
            </a:xfrm>
            <a:custGeom>
              <a:rect b="b" l="l" r="r" t="t"/>
              <a:pathLst>
                <a:path extrusionOk="0" h="761" w="761">
                  <a:moveTo>
                    <a:pt x="395" y="0"/>
                  </a:moveTo>
                  <a:cubicBezTo>
                    <a:pt x="183" y="0"/>
                    <a:pt x="0" y="152"/>
                    <a:pt x="0" y="365"/>
                  </a:cubicBezTo>
                  <a:cubicBezTo>
                    <a:pt x="0" y="578"/>
                    <a:pt x="183" y="760"/>
                    <a:pt x="395" y="760"/>
                  </a:cubicBezTo>
                  <a:cubicBezTo>
                    <a:pt x="578" y="760"/>
                    <a:pt x="760" y="578"/>
                    <a:pt x="760" y="365"/>
                  </a:cubicBezTo>
                  <a:cubicBezTo>
                    <a:pt x="760" y="152"/>
                    <a:pt x="57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15"/>
            <p:cNvSpPr/>
            <p:nvPr/>
          </p:nvSpPr>
          <p:spPr>
            <a:xfrm>
              <a:off x="11824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15"/>
            <p:cNvSpPr/>
            <p:nvPr/>
          </p:nvSpPr>
          <p:spPr>
            <a:xfrm>
              <a:off x="1084375" y="2362800"/>
              <a:ext cx="19025" cy="19025"/>
            </a:xfrm>
            <a:custGeom>
              <a:rect b="b" l="l" r="r" t="t"/>
              <a:pathLst>
                <a:path extrusionOk="0" h="761" w="761">
                  <a:moveTo>
                    <a:pt x="365" y="0"/>
                  </a:moveTo>
                  <a:cubicBezTo>
                    <a:pt x="153" y="0"/>
                    <a:pt x="1" y="152"/>
                    <a:pt x="1" y="365"/>
                  </a:cubicBezTo>
                  <a:cubicBezTo>
                    <a:pt x="1" y="578"/>
                    <a:pt x="153" y="760"/>
                    <a:pt x="365" y="760"/>
                  </a:cubicBezTo>
                  <a:cubicBezTo>
                    <a:pt x="578" y="760"/>
                    <a:pt x="761" y="578"/>
                    <a:pt x="761" y="365"/>
                  </a:cubicBezTo>
                  <a:cubicBezTo>
                    <a:pt x="761"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15"/>
            <p:cNvSpPr/>
            <p:nvPr/>
          </p:nvSpPr>
          <p:spPr>
            <a:xfrm>
              <a:off x="985600" y="2362800"/>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15"/>
            <p:cNvSpPr/>
            <p:nvPr/>
          </p:nvSpPr>
          <p:spPr>
            <a:xfrm>
              <a:off x="8868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15"/>
            <p:cNvSpPr/>
            <p:nvPr/>
          </p:nvSpPr>
          <p:spPr>
            <a:xfrm>
              <a:off x="788025" y="2362800"/>
              <a:ext cx="19025" cy="19025"/>
            </a:xfrm>
            <a:custGeom>
              <a:rect b="b" l="l" r="r" t="t"/>
              <a:pathLst>
                <a:path extrusionOk="0" h="761" w="761">
                  <a:moveTo>
                    <a:pt x="395" y="0"/>
                  </a:moveTo>
                  <a:cubicBezTo>
                    <a:pt x="183" y="0"/>
                    <a:pt x="0" y="152"/>
                    <a:pt x="0" y="365"/>
                  </a:cubicBezTo>
                  <a:cubicBezTo>
                    <a:pt x="0" y="578"/>
                    <a:pt x="183" y="760"/>
                    <a:pt x="395" y="760"/>
                  </a:cubicBezTo>
                  <a:cubicBezTo>
                    <a:pt x="608" y="760"/>
                    <a:pt x="760" y="578"/>
                    <a:pt x="760" y="365"/>
                  </a:cubicBezTo>
                  <a:cubicBezTo>
                    <a:pt x="760" y="152"/>
                    <a:pt x="60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15"/>
            <p:cNvSpPr/>
            <p:nvPr/>
          </p:nvSpPr>
          <p:spPr>
            <a:xfrm>
              <a:off x="690000" y="2362800"/>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15"/>
            <p:cNvSpPr/>
            <p:nvPr/>
          </p:nvSpPr>
          <p:spPr>
            <a:xfrm>
              <a:off x="5912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15"/>
            <p:cNvSpPr/>
            <p:nvPr/>
          </p:nvSpPr>
          <p:spPr>
            <a:xfrm>
              <a:off x="493175" y="2362800"/>
              <a:ext cx="19025" cy="19025"/>
            </a:xfrm>
            <a:custGeom>
              <a:rect b="b" l="l" r="r" t="t"/>
              <a:pathLst>
                <a:path extrusionOk="0" h="761" w="761">
                  <a:moveTo>
                    <a:pt x="366" y="0"/>
                  </a:moveTo>
                  <a:cubicBezTo>
                    <a:pt x="153" y="0"/>
                    <a:pt x="1" y="152"/>
                    <a:pt x="1" y="365"/>
                  </a:cubicBezTo>
                  <a:cubicBezTo>
                    <a:pt x="1" y="578"/>
                    <a:pt x="153" y="760"/>
                    <a:pt x="366" y="760"/>
                  </a:cubicBezTo>
                  <a:cubicBezTo>
                    <a:pt x="578" y="760"/>
                    <a:pt x="761" y="578"/>
                    <a:pt x="761" y="365"/>
                  </a:cubicBezTo>
                  <a:cubicBezTo>
                    <a:pt x="761" y="152"/>
                    <a:pt x="578" y="0"/>
                    <a:pt x="36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15"/>
            <p:cNvSpPr/>
            <p:nvPr/>
          </p:nvSpPr>
          <p:spPr>
            <a:xfrm>
              <a:off x="1675575" y="227540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15"/>
            <p:cNvSpPr/>
            <p:nvPr/>
          </p:nvSpPr>
          <p:spPr>
            <a:xfrm>
              <a:off x="1576800" y="2275400"/>
              <a:ext cx="19000" cy="19025"/>
            </a:xfrm>
            <a:custGeom>
              <a:rect b="b" l="l" r="r" t="t"/>
              <a:pathLst>
                <a:path extrusionOk="0" h="761" w="760">
                  <a:moveTo>
                    <a:pt x="365" y="1"/>
                  </a:moveTo>
                  <a:cubicBezTo>
                    <a:pt x="182" y="1"/>
                    <a:pt x="0" y="183"/>
                    <a:pt x="0" y="396"/>
                  </a:cubicBezTo>
                  <a:cubicBezTo>
                    <a:pt x="0" y="609"/>
                    <a:pt x="18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15"/>
            <p:cNvSpPr/>
            <p:nvPr/>
          </p:nvSpPr>
          <p:spPr>
            <a:xfrm>
              <a:off x="14780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15"/>
            <p:cNvSpPr/>
            <p:nvPr/>
          </p:nvSpPr>
          <p:spPr>
            <a:xfrm>
              <a:off x="1379975" y="227540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15"/>
            <p:cNvSpPr/>
            <p:nvPr/>
          </p:nvSpPr>
          <p:spPr>
            <a:xfrm>
              <a:off x="1281200" y="2275400"/>
              <a:ext cx="19025" cy="19025"/>
            </a:xfrm>
            <a:custGeom>
              <a:rect b="b" l="l" r="r" t="t"/>
              <a:pathLst>
                <a:path extrusionOk="0" h="761" w="761">
                  <a:moveTo>
                    <a:pt x="395" y="1"/>
                  </a:moveTo>
                  <a:cubicBezTo>
                    <a:pt x="183" y="1"/>
                    <a:pt x="0" y="183"/>
                    <a:pt x="0" y="396"/>
                  </a:cubicBezTo>
                  <a:cubicBezTo>
                    <a:pt x="0" y="609"/>
                    <a:pt x="183" y="761"/>
                    <a:pt x="395" y="761"/>
                  </a:cubicBezTo>
                  <a:cubicBezTo>
                    <a:pt x="578" y="761"/>
                    <a:pt x="760" y="609"/>
                    <a:pt x="760" y="396"/>
                  </a:cubicBezTo>
                  <a:cubicBezTo>
                    <a:pt x="760" y="18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15"/>
            <p:cNvSpPr/>
            <p:nvPr/>
          </p:nvSpPr>
          <p:spPr>
            <a:xfrm>
              <a:off x="11824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15"/>
            <p:cNvSpPr/>
            <p:nvPr/>
          </p:nvSpPr>
          <p:spPr>
            <a:xfrm>
              <a:off x="1084375" y="227540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1" y="609"/>
                    <a:pt x="761" y="396"/>
                  </a:cubicBezTo>
                  <a:cubicBezTo>
                    <a:pt x="761"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15"/>
            <p:cNvSpPr/>
            <p:nvPr/>
          </p:nvSpPr>
          <p:spPr>
            <a:xfrm>
              <a:off x="985600" y="227540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15"/>
            <p:cNvSpPr/>
            <p:nvPr/>
          </p:nvSpPr>
          <p:spPr>
            <a:xfrm>
              <a:off x="8868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15"/>
            <p:cNvSpPr/>
            <p:nvPr/>
          </p:nvSpPr>
          <p:spPr>
            <a:xfrm>
              <a:off x="788025" y="2275400"/>
              <a:ext cx="19025" cy="19025"/>
            </a:xfrm>
            <a:custGeom>
              <a:rect b="b" l="l" r="r" t="t"/>
              <a:pathLst>
                <a:path extrusionOk="0" h="761" w="761">
                  <a:moveTo>
                    <a:pt x="395" y="1"/>
                  </a:moveTo>
                  <a:cubicBezTo>
                    <a:pt x="183" y="1"/>
                    <a:pt x="0" y="183"/>
                    <a:pt x="0" y="396"/>
                  </a:cubicBezTo>
                  <a:cubicBezTo>
                    <a:pt x="0" y="609"/>
                    <a:pt x="183" y="761"/>
                    <a:pt x="395" y="761"/>
                  </a:cubicBezTo>
                  <a:cubicBezTo>
                    <a:pt x="608" y="761"/>
                    <a:pt x="760" y="609"/>
                    <a:pt x="760" y="396"/>
                  </a:cubicBezTo>
                  <a:cubicBezTo>
                    <a:pt x="760" y="18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15"/>
            <p:cNvSpPr/>
            <p:nvPr/>
          </p:nvSpPr>
          <p:spPr>
            <a:xfrm>
              <a:off x="690000" y="227540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15"/>
            <p:cNvSpPr/>
            <p:nvPr/>
          </p:nvSpPr>
          <p:spPr>
            <a:xfrm>
              <a:off x="5912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15"/>
            <p:cNvSpPr/>
            <p:nvPr/>
          </p:nvSpPr>
          <p:spPr>
            <a:xfrm>
              <a:off x="493175" y="2275400"/>
              <a:ext cx="19025" cy="19025"/>
            </a:xfrm>
            <a:custGeom>
              <a:rect b="b" l="l" r="r" t="t"/>
              <a:pathLst>
                <a:path extrusionOk="0" h="761" w="761">
                  <a:moveTo>
                    <a:pt x="366" y="1"/>
                  </a:moveTo>
                  <a:cubicBezTo>
                    <a:pt x="153" y="1"/>
                    <a:pt x="1" y="183"/>
                    <a:pt x="1" y="396"/>
                  </a:cubicBezTo>
                  <a:cubicBezTo>
                    <a:pt x="1" y="609"/>
                    <a:pt x="153" y="761"/>
                    <a:pt x="366" y="761"/>
                  </a:cubicBezTo>
                  <a:cubicBezTo>
                    <a:pt x="578" y="761"/>
                    <a:pt x="761" y="609"/>
                    <a:pt x="761" y="396"/>
                  </a:cubicBezTo>
                  <a:cubicBezTo>
                    <a:pt x="761" y="18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15"/>
            <p:cNvSpPr/>
            <p:nvPr/>
          </p:nvSpPr>
          <p:spPr>
            <a:xfrm>
              <a:off x="1675575" y="2188775"/>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15"/>
            <p:cNvSpPr/>
            <p:nvPr/>
          </p:nvSpPr>
          <p:spPr>
            <a:xfrm>
              <a:off x="1576800" y="2188775"/>
              <a:ext cx="19000" cy="19025"/>
            </a:xfrm>
            <a:custGeom>
              <a:rect b="b" l="l" r="r" t="t"/>
              <a:pathLst>
                <a:path extrusionOk="0" h="761" w="760">
                  <a:moveTo>
                    <a:pt x="365" y="1"/>
                  </a:moveTo>
                  <a:cubicBezTo>
                    <a:pt x="182" y="1"/>
                    <a:pt x="0" y="183"/>
                    <a:pt x="0" y="396"/>
                  </a:cubicBezTo>
                  <a:cubicBezTo>
                    <a:pt x="0" y="609"/>
                    <a:pt x="18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15"/>
            <p:cNvSpPr/>
            <p:nvPr/>
          </p:nvSpPr>
          <p:spPr>
            <a:xfrm>
              <a:off x="14780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15"/>
            <p:cNvSpPr/>
            <p:nvPr/>
          </p:nvSpPr>
          <p:spPr>
            <a:xfrm>
              <a:off x="1379975" y="2188775"/>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15"/>
            <p:cNvSpPr/>
            <p:nvPr/>
          </p:nvSpPr>
          <p:spPr>
            <a:xfrm>
              <a:off x="1281200" y="2188775"/>
              <a:ext cx="19025" cy="19025"/>
            </a:xfrm>
            <a:custGeom>
              <a:rect b="b" l="l" r="r" t="t"/>
              <a:pathLst>
                <a:path extrusionOk="0" h="761" w="761">
                  <a:moveTo>
                    <a:pt x="395" y="1"/>
                  </a:moveTo>
                  <a:cubicBezTo>
                    <a:pt x="183" y="1"/>
                    <a:pt x="0" y="183"/>
                    <a:pt x="0" y="396"/>
                  </a:cubicBezTo>
                  <a:cubicBezTo>
                    <a:pt x="0" y="609"/>
                    <a:pt x="183" y="761"/>
                    <a:pt x="395" y="761"/>
                  </a:cubicBezTo>
                  <a:cubicBezTo>
                    <a:pt x="578" y="761"/>
                    <a:pt x="760" y="609"/>
                    <a:pt x="760" y="396"/>
                  </a:cubicBezTo>
                  <a:cubicBezTo>
                    <a:pt x="760" y="18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15"/>
            <p:cNvSpPr/>
            <p:nvPr/>
          </p:nvSpPr>
          <p:spPr>
            <a:xfrm>
              <a:off x="11824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15"/>
            <p:cNvSpPr/>
            <p:nvPr/>
          </p:nvSpPr>
          <p:spPr>
            <a:xfrm>
              <a:off x="1084375" y="2188775"/>
              <a:ext cx="19025" cy="19025"/>
            </a:xfrm>
            <a:custGeom>
              <a:rect b="b" l="l" r="r" t="t"/>
              <a:pathLst>
                <a:path extrusionOk="0" h="761" w="761">
                  <a:moveTo>
                    <a:pt x="365" y="1"/>
                  </a:moveTo>
                  <a:cubicBezTo>
                    <a:pt x="153" y="1"/>
                    <a:pt x="1" y="183"/>
                    <a:pt x="1" y="396"/>
                  </a:cubicBezTo>
                  <a:cubicBezTo>
                    <a:pt x="1" y="609"/>
                    <a:pt x="153" y="761"/>
                    <a:pt x="365" y="761"/>
                  </a:cubicBezTo>
                  <a:cubicBezTo>
                    <a:pt x="578" y="761"/>
                    <a:pt x="761" y="609"/>
                    <a:pt x="761" y="396"/>
                  </a:cubicBezTo>
                  <a:cubicBezTo>
                    <a:pt x="761"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15"/>
            <p:cNvSpPr/>
            <p:nvPr/>
          </p:nvSpPr>
          <p:spPr>
            <a:xfrm>
              <a:off x="985600" y="2188775"/>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15"/>
            <p:cNvSpPr/>
            <p:nvPr/>
          </p:nvSpPr>
          <p:spPr>
            <a:xfrm>
              <a:off x="8868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15"/>
            <p:cNvSpPr/>
            <p:nvPr/>
          </p:nvSpPr>
          <p:spPr>
            <a:xfrm>
              <a:off x="788025" y="2188775"/>
              <a:ext cx="19025" cy="19025"/>
            </a:xfrm>
            <a:custGeom>
              <a:rect b="b" l="l" r="r" t="t"/>
              <a:pathLst>
                <a:path extrusionOk="0" h="761" w="761">
                  <a:moveTo>
                    <a:pt x="395" y="1"/>
                  </a:moveTo>
                  <a:cubicBezTo>
                    <a:pt x="183" y="1"/>
                    <a:pt x="0" y="183"/>
                    <a:pt x="0" y="396"/>
                  </a:cubicBezTo>
                  <a:cubicBezTo>
                    <a:pt x="0" y="609"/>
                    <a:pt x="183" y="761"/>
                    <a:pt x="395" y="761"/>
                  </a:cubicBezTo>
                  <a:cubicBezTo>
                    <a:pt x="608" y="761"/>
                    <a:pt x="760" y="609"/>
                    <a:pt x="760" y="396"/>
                  </a:cubicBezTo>
                  <a:cubicBezTo>
                    <a:pt x="760" y="18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15"/>
            <p:cNvSpPr/>
            <p:nvPr/>
          </p:nvSpPr>
          <p:spPr>
            <a:xfrm>
              <a:off x="690000" y="2188775"/>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15"/>
            <p:cNvSpPr/>
            <p:nvPr/>
          </p:nvSpPr>
          <p:spPr>
            <a:xfrm>
              <a:off x="5912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15"/>
            <p:cNvSpPr/>
            <p:nvPr/>
          </p:nvSpPr>
          <p:spPr>
            <a:xfrm>
              <a:off x="493175" y="2188775"/>
              <a:ext cx="19025" cy="19025"/>
            </a:xfrm>
            <a:custGeom>
              <a:rect b="b" l="l" r="r" t="t"/>
              <a:pathLst>
                <a:path extrusionOk="0" h="761" w="761">
                  <a:moveTo>
                    <a:pt x="366" y="1"/>
                  </a:moveTo>
                  <a:cubicBezTo>
                    <a:pt x="153" y="1"/>
                    <a:pt x="1" y="183"/>
                    <a:pt x="1" y="396"/>
                  </a:cubicBezTo>
                  <a:cubicBezTo>
                    <a:pt x="1" y="609"/>
                    <a:pt x="153" y="761"/>
                    <a:pt x="366" y="761"/>
                  </a:cubicBezTo>
                  <a:cubicBezTo>
                    <a:pt x="578" y="761"/>
                    <a:pt x="761" y="609"/>
                    <a:pt x="761" y="396"/>
                  </a:cubicBezTo>
                  <a:cubicBezTo>
                    <a:pt x="761" y="18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15"/>
            <p:cNvSpPr/>
            <p:nvPr/>
          </p:nvSpPr>
          <p:spPr>
            <a:xfrm>
              <a:off x="1675575" y="210215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15"/>
            <p:cNvSpPr/>
            <p:nvPr/>
          </p:nvSpPr>
          <p:spPr>
            <a:xfrm>
              <a:off x="1576800" y="2102150"/>
              <a:ext cx="19000" cy="19025"/>
            </a:xfrm>
            <a:custGeom>
              <a:rect b="b" l="l" r="r" t="t"/>
              <a:pathLst>
                <a:path extrusionOk="0" h="761" w="760">
                  <a:moveTo>
                    <a:pt x="365" y="1"/>
                  </a:moveTo>
                  <a:cubicBezTo>
                    <a:pt x="182" y="1"/>
                    <a:pt x="0" y="183"/>
                    <a:pt x="0" y="396"/>
                  </a:cubicBezTo>
                  <a:cubicBezTo>
                    <a:pt x="0" y="609"/>
                    <a:pt x="18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15"/>
            <p:cNvSpPr/>
            <p:nvPr/>
          </p:nvSpPr>
          <p:spPr>
            <a:xfrm>
              <a:off x="14780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15"/>
            <p:cNvSpPr/>
            <p:nvPr/>
          </p:nvSpPr>
          <p:spPr>
            <a:xfrm>
              <a:off x="1379975" y="210215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15"/>
            <p:cNvSpPr/>
            <p:nvPr/>
          </p:nvSpPr>
          <p:spPr>
            <a:xfrm>
              <a:off x="1281200" y="2102150"/>
              <a:ext cx="19025" cy="19025"/>
            </a:xfrm>
            <a:custGeom>
              <a:rect b="b" l="l" r="r" t="t"/>
              <a:pathLst>
                <a:path extrusionOk="0" h="761" w="761">
                  <a:moveTo>
                    <a:pt x="395" y="1"/>
                  </a:moveTo>
                  <a:cubicBezTo>
                    <a:pt x="183" y="1"/>
                    <a:pt x="0" y="183"/>
                    <a:pt x="0" y="396"/>
                  </a:cubicBezTo>
                  <a:cubicBezTo>
                    <a:pt x="0" y="609"/>
                    <a:pt x="183" y="761"/>
                    <a:pt x="395" y="761"/>
                  </a:cubicBezTo>
                  <a:cubicBezTo>
                    <a:pt x="578" y="761"/>
                    <a:pt x="760" y="609"/>
                    <a:pt x="760" y="396"/>
                  </a:cubicBezTo>
                  <a:cubicBezTo>
                    <a:pt x="760" y="18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15"/>
            <p:cNvSpPr/>
            <p:nvPr/>
          </p:nvSpPr>
          <p:spPr>
            <a:xfrm>
              <a:off x="11824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15"/>
            <p:cNvSpPr/>
            <p:nvPr/>
          </p:nvSpPr>
          <p:spPr>
            <a:xfrm>
              <a:off x="1084375" y="210215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1" y="609"/>
                    <a:pt x="761" y="396"/>
                  </a:cubicBezTo>
                  <a:cubicBezTo>
                    <a:pt x="761"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15"/>
            <p:cNvSpPr/>
            <p:nvPr/>
          </p:nvSpPr>
          <p:spPr>
            <a:xfrm>
              <a:off x="985600" y="210215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15"/>
            <p:cNvSpPr/>
            <p:nvPr/>
          </p:nvSpPr>
          <p:spPr>
            <a:xfrm>
              <a:off x="8868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15"/>
            <p:cNvSpPr/>
            <p:nvPr/>
          </p:nvSpPr>
          <p:spPr>
            <a:xfrm>
              <a:off x="788025" y="2102150"/>
              <a:ext cx="19025" cy="19025"/>
            </a:xfrm>
            <a:custGeom>
              <a:rect b="b" l="l" r="r" t="t"/>
              <a:pathLst>
                <a:path extrusionOk="0" h="761" w="761">
                  <a:moveTo>
                    <a:pt x="395" y="1"/>
                  </a:moveTo>
                  <a:cubicBezTo>
                    <a:pt x="183" y="1"/>
                    <a:pt x="0" y="183"/>
                    <a:pt x="0" y="396"/>
                  </a:cubicBezTo>
                  <a:cubicBezTo>
                    <a:pt x="0" y="609"/>
                    <a:pt x="183" y="761"/>
                    <a:pt x="395" y="761"/>
                  </a:cubicBezTo>
                  <a:cubicBezTo>
                    <a:pt x="608" y="761"/>
                    <a:pt x="760" y="609"/>
                    <a:pt x="760" y="396"/>
                  </a:cubicBezTo>
                  <a:cubicBezTo>
                    <a:pt x="760" y="18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15"/>
            <p:cNvSpPr/>
            <p:nvPr/>
          </p:nvSpPr>
          <p:spPr>
            <a:xfrm>
              <a:off x="690000" y="210215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15"/>
            <p:cNvSpPr/>
            <p:nvPr/>
          </p:nvSpPr>
          <p:spPr>
            <a:xfrm>
              <a:off x="5912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15"/>
            <p:cNvSpPr/>
            <p:nvPr/>
          </p:nvSpPr>
          <p:spPr>
            <a:xfrm>
              <a:off x="493175" y="2102150"/>
              <a:ext cx="19025" cy="19025"/>
            </a:xfrm>
            <a:custGeom>
              <a:rect b="b" l="l" r="r" t="t"/>
              <a:pathLst>
                <a:path extrusionOk="0" h="761" w="761">
                  <a:moveTo>
                    <a:pt x="366" y="1"/>
                  </a:moveTo>
                  <a:cubicBezTo>
                    <a:pt x="153" y="1"/>
                    <a:pt x="1" y="183"/>
                    <a:pt x="1" y="396"/>
                  </a:cubicBezTo>
                  <a:cubicBezTo>
                    <a:pt x="1" y="609"/>
                    <a:pt x="153" y="761"/>
                    <a:pt x="366" y="761"/>
                  </a:cubicBezTo>
                  <a:cubicBezTo>
                    <a:pt x="578" y="761"/>
                    <a:pt x="761" y="609"/>
                    <a:pt x="761" y="396"/>
                  </a:cubicBezTo>
                  <a:cubicBezTo>
                    <a:pt x="761" y="18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9" name="Google Shape;2279;p15"/>
          <p:cNvGrpSpPr/>
          <p:nvPr/>
        </p:nvGrpSpPr>
        <p:grpSpPr>
          <a:xfrm>
            <a:off x="8743950" y="4171563"/>
            <a:ext cx="828300" cy="654275"/>
            <a:chOff x="2024375" y="213075"/>
            <a:chExt cx="828300" cy="654275"/>
          </a:xfrm>
        </p:grpSpPr>
        <p:sp>
          <p:nvSpPr>
            <p:cNvPr id="2280" name="Google Shape;2280;p15"/>
            <p:cNvSpPr/>
            <p:nvPr/>
          </p:nvSpPr>
          <p:spPr>
            <a:xfrm>
              <a:off x="2024375" y="213075"/>
              <a:ext cx="828300" cy="654275"/>
            </a:xfrm>
            <a:custGeom>
              <a:rect b="b" l="l" r="r" t="t"/>
              <a:pathLst>
                <a:path extrusionOk="0" fill="none" h="26171" w="33132">
                  <a:moveTo>
                    <a:pt x="27417" y="0"/>
                  </a:moveTo>
                  <a:cubicBezTo>
                    <a:pt x="31824" y="4377"/>
                    <a:pt x="33131" y="10973"/>
                    <a:pt x="30761" y="16718"/>
                  </a:cubicBezTo>
                  <a:cubicBezTo>
                    <a:pt x="28390" y="22432"/>
                    <a:pt x="22767" y="26171"/>
                    <a:pt x="16566" y="26171"/>
                  </a:cubicBezTo>
                  <a:cubicBezTo>
                    <a:pt x="10365" y="26171"/>
                    <a:pt x="4772" y="22432"/>
                    <a:pt x="2401" y="16718"/>
                  </a:cubicBezTo>
                  <a:cubicBezTo>
                    <a:pt x="0" y="10973"/>
                    <a:pt x="1338" y="4377"/>
                    <a:pt x="5715" y="0"/>
                  </a:cubicBezTo>
                </a:path>
              </a:pathLst>
            </a:custGeom>
            <a:noFill/>
            <a:ln cap="flat" cmpd="sng" w="66875">
              <a:solidFill>
                <a:srgbClr val="E4BEB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15"/>
            <p:cNvSpPr/>
            <p:nvPr/>
          </p:nvSpPr>
          <p:spPr>
            <a:xfrm>
              <a:off x="2194575" y="241175"/>
              <a:ext cx="488650" cy="488650"/>
            </a:xfrm>
            <a:custGeom>
              <a:rect b="b" l="l" r="r" t="t"/>
              <a:pathLst>
                <a:path extrusionOk="0" fill="none" h="19546" w="19546">
                  <a:moveTo>
                    <a:pt x="19545" y="9758"/>
                  </a:moveTo>
                  <a:cubicBezTo>
                    <a:pt x="19545" y="15168"/>
                    <a:pt x="15168" y="19545"/>
                    <a:pt x="9758" y="19545"/>
                  </a:cubicBezTo>
                  <a:cubicBezTo>
                    <a:pt x="4378" y="19545"/>
                    <a:pt x="1" y="15168"/>
                    <a:pt x="1" y="9758"/>
                  </a:cubicBezTo>
                  <a:cubicBezTo>
                    <a:pt x="1" y="4378"/>
                    <a:pt x="4378" y="1"/>
                    <a:pt x="9758" y="1"/>
                  </a:cubicBezTo>
                  <a:cubicBezTo>
                    <a:pt x="15168" y="1"/>
                    <a:pt x="19545" y="4378"/>
                    <a:pt x="19545" y="9758"/>
                  </a:cubicBezTo>
                  <a:close/>
                </a:path>
              </a:pathLst>
            </a:custGeom>
            <a:solidFill>
              <a:schemeClr val="lt2"/>
            </a:solidFill>
            <a:ln cap="flat" cmpd="sng" w="3810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2" name="Google Shape;2282;p15"/>
          <p:cNvGrpSpPr/>
          <p:nvPr/>
        </p:nvGrpSpPr>
        <p:grpSpPr>
          <a:xfrm rot="5400000">
            <a:off x="1272227" y="-238285"/>
            <a:ext cx="812240" cy="779010"/>
            <a:chOff x="76650" y="3861300"/>
            <a:chExt cx="1531950" cy="1469275"/>
          </a:xfrm>
        </p:grpSpPr>
        <p:sp>
          <p:nvSpPr>
            <p:cNvPr id="2283" name="Google Shape;2283;p15"/>
            <p:cNvSpPr/>
            <p:nvPr/>
          </p:nvSpPr>
          <p:spPr>
            <a:xfrm>
              <a:off x="76650" y="3861300"/>
              <a:ext cx="1513725" cy="1379225"/>
            </a:xfrm>
            <a:custGeom>
              <a:rect b="b" l="l" r="r" t="t"/>
              <a:pathLst>
                <a:path extrusionOk="0" h="55169" w="60549">
                  <a:moveTo>
                    <a:pt x="30289" y="0"/>
                  </a:moveTo>
                  <a:cubicBezTo>
                    <a:pt x="23230" y="0"/>
                    <a:pt x="16171" y="2690"/>
                    <a:pt x="10791" y="8070"/>
                  </a:cubicBezTo>
                  <a:cubicBezTo>
                    <a:pt x="0" y="18861"/>
                    <a:pt x="0" y="36308"/>
                    <a:pt x="10791" y="47098"/>
                  </a:cubicBezTo>
                  <a:cubicBezTo>
                    <a:pt x="16171" y="52478"/>
                    <a:pt x="23230" y="55168"/>
                    <a:pt x="30289" y="55168"/>
                  </a:cubicBezTo>
                  <a:cubicBezTo>
                    <a:pt x="37349" y="55168"/>
                    <a:pt x="44408" y="52478"/>
                    <a:pt x="49788" y="47098"/>
                  </a:cubicBezTo>
                  <a:cubicBezTo>
                    <a:pt x="60548" y="36308"/>
                    <a:pt x="60548" y="18861"/>
                    <a:pt x="49788" y="8070"/>
                  </a:cubicBezTo>
                  <a:cubicBezTo>
                    <a:pt x="44408" y="2690"/>
                    <a:pt x="37349" y="0"/>
                    <a:pt x="30289" y="0"/>
                  </a:cubicBezTo>
                  <a:close/>
                </a:path>
              </a:pathLst>
            </a:custGeom>
            <a:solidFill>
              <a:srgbClr val="96A8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15"/>
            <p:cNvSpPr/>
            <p:nvPr/>
          </p:nvSpPr>
          <p:spPr>
            <a:xfrm>
              <a:off x="919350" y="4640575"/>
              <a:ext cx="689250" cy="690000"/>
            </a:xfrm>
            <a:custGeom>
              <a:rect b="b" l="l" r="r" t="t"/>
              <a:pathLst>
                <a:path extrusionOk="0" fill="none" h="27600" w="27570">
                  <a:moveTo>
                    <a:pt x="27570" y="0"/>
                  </a:moveTo>
                  <a:cubicBezTo>
                    <a:pt x="27570" y="15228"/>
                    <a:pt x="15229" y="27599"/>
                    <a:pt x="1" y="27599"/>
                  </a:cubicBezTo>
                </a:path>
              </a:pathLst>
            </a:custGeom>
            <a:noFill/>
            <a:ln cap="flat" cmpd="sng" w="66875">
              <a:solidFill>
                <a:srgbClr val="E4BEB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5" name="Google Shape;2285;p15"/>
          <p:cNvGrpSpPr/>
          <p:nvPr/>
        </p:nvGrpSpPr>
        <p:grpSpPr>
          <a:xfrm>
            <a:off x="8239663" y="4068475"/>
            <a:ext cx="378450" cy="379225"/>
            <a:chOff x="4811650" y="1895450"/>
            <a:chExt cx="378450" cy="379225"/>
          </a:xfrm>
        </p:grpSpPr>
        <p:sp>
          <p:nvSpPr>
            <p:cNvPr id="2286" name="Google Shape;2286;p15"/>
            <p:cNvSpPr/>
            <p:nvPr/>
          </p:nvSpPr>
          <p:spPr>
            <a:xfrm>
              <a:off x="4811650" y="1895450"/>
              <a:ext cx="378450" cy="379225"/>
            </a:xfrm>
            <a:custGeom>
              <a:rect b="b" l="l" r="r" t="t"/>
              <a:pathLst>
                <a:path extrusionOk="0" fill="none" h="15169" w="15138">
                  <a:moveTo>
                    <a:pt x="9119" y="882"/>
                  </a:moveTo>
                  <a:cubicBezTo>
                    <a:pt x="12828" y="1733"/>
                    <a:pt x="15138" y="5442"/>
                    <a:pt x="14256" y="9150"/>
                  </a:cubicBezTo>
                  <a:cubicBezTo>
                    <a:pt x="13405" y="12858"/>
                    <a:pt x="9697" y="15168"/>
                    <a:pt x="5989" y="14287"/>
                  </a:cubicBezTo>
                  <a:cubicBezTo>
                    <a:pt x="2280" y="13436"/>
                    <a:pt x="1" y="9728"/>
                    <a:pt x="852" y="6019"/>
                  </a:cubicBezTo>
                  <a:cubicBezTo>
                    <a:pt x="1733" y="2311"/>
                    <a:pt x="5441" y="1"/>
                    <a:pt x="9119" y="882"/>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15"/>
            <p:cNvSpPr/>
            <p:nvPr/>
          </p:nvSpPr>
          <p:spPr>
            <a:xfrm>
              <a:off x="4882325" y="1966125"/>
              <a:ext cx="236350" cy="237125"/>
            </a:xfrm>
            <a:custGeom>
              <a:rect b="b" l="l" r="r" t="t"/>
              <a:pathLst>
                <a:path extrusionOk="0" fill="none" h="9485" w="9454">
                  <a:moveTo>
                    <a:pt x="9453" y="4742"/>
                  </a:moveTo>
                  <a:cubicBezTo>
                    <a:pt x="9453" y="7356"/>
                    <a:pt x="7356" y="9484"/>
                    <a:pt x="4742" y="9484"/>
                  </a:cubicBezTo>
                  <a:cubicBezTo>
                    <a:pt x="2128" y="9484"/>
                    <a:pt x="0" y="7356"/>
                    <a:pt x="0" y="4742"/>
                  </a:cubicBezTo>
                  <a:cubicBezTo>
                    <a:pt x="0" y="2128"/>
                    <a:pt x="2128" y="1"/>
                    <a:pt x="4742" y="1"/>
                  </a:cubicBezTo>
                  <a:cubicBezTo>
                    <a:pt x="7356" y="1"/>
                    <a:pt x="9453" y="2128"/>
                    <a:pt x="9453" y="4742"/>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15"/>
            <p:cNvSpPr/>
            <p:nvPr/>
          </p:nvSpPr>
          <p:spPr>
            <a:xfrm>
              <a:off x="4928675" y="2012475"/>
              <a:ext cx="143650" cy="144425"/>
            </a:xfrm>
            <a:custGeom>
              <a:rect b="b" l="l" r="r" t="t"/>
              <a:pathLst>
                <a:path extrusionOk="0" fill="none" h="5777" w="5746">
                  <a:moveTo>
                    <a:pt x="5745" y="2888"/>
                  </a:moveTo>
                  <a:cubicBezTo>
                    <a:pt x="5745" y="4499"/>
                    <a:pt x="4469" y="5776"/>
                    <a:pt x="2888" y="5776"/>
                  </a:cubicBezTo>
                  <a:cubicBezTo>
                    <a:pt x="1277" y="5776"/>
                    <a:pt x="1" y="4499"/>
                    <a:pt x="1" y="2888"/>
                  </a:cubicBezTo>
                  <a:cubicBezTo>
                    <a:pt x="1" y="1308"/>
                    <a:pt x="1277" y="1"/>
                    <a:pt x="2888" y="1"/>
                  </a:cubicBezTo>
                  <a:cubicBezTo>
                    <a:pt x="4469" y="1"/>
                    <a:pt x="5745" y="1308"/>
                    <a:pt x="5745" y="2888"/>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15"/>
            <p:cNvSpPr/>
            <p:nvPr/>
          </p:nvSpPr>
          <p:spPr>
            <a:xfrm>
              <a:off x="4968950" y="2053525"/>
              <a:ext cx="63100" cy="63100"/>
            </a:xfrm>
            <a:custGeom>
              <a:rect b="b" l="l" r="r" t="t"/>
              <a:pathLst>
                <a:path extrusionOk="0" fill="none" h="2524" w="2524">
                  <a:moveTo>
                    <a:pt x="2523" y="1246"/>
                  </a:moveTo>
                  <a:cubicBezTo>
                    <a:pt x="2523" y="1946"/>
                    <a:pt x="1946" y="2523"/>
                    <a:pt x="1277" y="2523"/>
                  </a:cubicBezTo>
                  <a:cubicBezTo>
                    <a:pt x="578" y="2523"/>
                    <a:pt x="1" y="1946"/>
                    <a:pt x="1" y="1246"/>
                  </a:cubicBezTo>
                  <a:cubicBezTo>
                    <a:pt x="1" y="578"/>
                    <a:pt x="578" y="0"/>
                    <a:pt x="1277" y="0"/>
                  </a:cubicBezTo>
                  <a:cubicBezTo>
                    <a:pt x="1946" y="0"/>
                    <a:pt x="2523" y="578"/>
                    <a:pt x="2523" y="1246"/>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90" name="Google Shape;2290;p15"/>
          <p:cNvSpPr/>
          <p:nvPr/>
        </p:nvSpPr>
        <p:spPr>
          <a:xfrm>
            <a:off x="8618125" y="2461588"/>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15"/>
          <p:cNvSpPr/>
          <p:nvPr/>
        </p:nvSpPr>
        <p:spPr>
          <a:xfrm>
            <a:off x="2217325" y="404188"/>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TITLE_ONLY_1_1_1_1">
    <p:spTree>
      <p:nvGrpSpPr>
        <p:cNvPr id="2292" name="Shape 2292"/>
        <p:cNvGrpSpPr/>
        <p:nvPr/>
      </p:nvGrpSpPr>
      <p:grpSpPr>
        <a:xfrm>
          <a:off x="0" y="0"/>
          <a:ext cx="0" cy="0"/>
          <a:chOff x="0" y="0"/>
          <a:chExt cx="0" cy="0"/>
        </a:xfrm>
      </p:grpSpPr>
      <p:sp>
        <p:nvSpPr>
          <p:cNvPr id="2293" name="Google Shape;2293;p16"/>
          <p:cNvSpPr txBox="1"/>
          <p:nvPr>
            <p:ph type="title"/>
          </p:nvPr>
        </p:nvSpPr>
        <p:spPr>
          <a:xfrm>
            <a:off x="715100" y="445025"/>
            <a:ext cx="77139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2294" name="Google Shape;2294;p16"/>
          <p:cNvGrpSpPr/>
          <p:nvPr/>
        </p:nvGrpSpPr>
        <p:grpSpPr>
          <a:xfrm flipH="1" rot="9418971">
            <a:off x="-1683562" y="-1475025"/>
            <a:ext cx="4568736" cy="2881723"/>
            <a:chOff x="2975000" y="20825"/>
            <a:chExt cx="3963625" cy="2500050"/>
          </a:xfrm>
        </p:grpSpPr>
        <p:sp>
          <p:nvSpPr>
            <p:cNvPr id="2295" name="Google Shape;2295;p16"/>
            <p:cNvSpPr/>
            <p:nvPr/>
          </p:nvSpPr>
          <p:spPr>
            <a:xfrm>
              <a:off x="2975000" y="442550"/>
              <a:ext cx="3962850" cy="2078325"/>
            </a:xfrm>
            <a:custGeom>
              <a:rect b="b" l="l" r="r" t="t"/>
              <a:pathLst>
                <a:path extrusionOk="0" fill="none" h="83133" w="158514">
                  <a:moveTo>
                    <a:pt x="0" y="1"/>
                  </a:moveTo>
                  <a:cubicBezTo>
                    <a:pt x="4347" y="3071"/>
                    <a:pt x="9423" y="6171"/>
                    <a:pt x="12797" y="10122"/>
                  </a:cubicBezTo>
                  <a:cubicBezTo>
                    <a:pt x="18025" y="16232"/>
                    <a:pt x="11095" y="25411"/>
                    <a:pt x="18298" y="31369"/>
                  </a:cubicBezTo>
                  <a:cubicBezTo>
                    <a:pt x="23952" y="36050"/>
                    <a:pt x="23982" y="41612"/>
                    <a:pt x="23283" y="48269"/>
                  </a:cubicBezTo>
                  <a:cubicBezTo>
                    <a:pt x="22706" y="53497"/>
                    <a:pt x="22463" y="62494"/>
                    <a:pt x="29028" y="64044"/>
                  </a:cubicBezTo>
                  <a:cubicBezTo>
                    <a:pt x="35776" y="65655"/>
                    <a:pt x="41186" y="60913"/>
                    <a:pt x="45624" y="56567"/>
                  </a:cubicBezTo>
                  <a:cubicBezTo>
                    <a:pt x="51855" y="50457"/>
                    <a:pt x="63466" y="46202"/>
                    <a:pt x="71825" y="49515"/>
                  </a:cubicBezTo>
                  <a:cubicBezTo>
                    <a:pt x="79211" y="52463"/>
                    <a:pt x="89728" y="48421"/>
                    <a:pt x="96598" y="51430"/>
                  </a:cubicBezTo>
                  <a:cubicBezTo>
                    <a:pt x="100762" y="53284"/>
                    <a:pt x="101035" y="58390"/>
                    <a:pt x="102343" y="62646"/>
                  </a:cubicBezTo>
                  <a:cubicBezTo>
                    <a:pt x="104197" y="68603"/>
                    <a:pt x="108938" y="75564"/>
                    <a:pt x="114106" y="78482"/>
                  </a:cubicBezTo>
                  <a:cubicBezTo>
                    <a:pt x="122343" y="83132"/>
                    <a:pt x="130914" y="70610"/>
                    <a:pt x="138909" y="69151"/>
                  </a:cubicBezTo>
                  <a:cubicBezTo>
                    <a:pt x="145474" y="67935"/>
                    <a:pt x="152435" y="73892"/>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16"/>
            <p:cNvSpPr/>
            <p:nvPr/>
          </p:nvSpPr>
          <p:spPr>
            <a:xfrm>
              <a:off x="2975000" y="442550"/>
              <a:ext cx="3962850" cy="2057800"/>
            </a:xfrm>
            <a:custGeom>
              <a:rect b="b" l="l" r="r" t="t"/>
              <a:pathLst>
                <a:path extrusionOk="0" fill="none" h="82312" w="158514">
                  <a:moveTo>
                    <a:pt x="0" y="1"/>
                  </a:moveTo>
                  <a:cubicBezTo>
                    <a:pt x="4408" y="3040"/>
                    <a:pt x="9392" y="6049"/>
                    <a:pt x="13040" y="9879"/>
                  </a:cubicBezTo>
                  <a:cubicBezTo>
                    <a:pt x="18602" y="15654"/>
                    <a:pt x="11733" y="24955"/>
                    <a:pt x="18694" y="30609"/>
                  </a:cubicBezTo>
                  <a:cubicBezTo>
                    <a:pt x="24408" y="35259"/>
                    <a:pt x="25077" y="40153"/>
                    <a:pt x="24317" y="46901"/>
                  </a:cubicBezTo>
                  <a:cubicBezTo>
                    <a:pt x="23739" y="52129"/>
                    <a:pt x="23131" y="61248"/>
                    <a:pt x="29849" y="62919"/>
                  </a:cubicBezTo>
                  <a:cubicBezTo>
                    <a:pt x="36870" y="64652"/>
                    <a:pt x="41794" y="59606"/>
                    <a:pt x="46627" y="55503"/>
                  </a:cubicBezTo>
                  <a:cubicBezTo>
                    <a:pt x="53557" y="49606"/>
                    <a:pt x="63983" y="44712"/>
                    <a:pt x="72798" y="48634"/>
                  </a:cubicBezTo>
                  <a:cubicBezTo>
                    <a:pt x="80123" y="51886"/>
                    <a:pt x="90245" y="48208"/>
                    <a:pt x="97266" y="51187"/>
                  </a:cubicBezTo>
                  <a:cubicBezTo>
                    <a:pt x="101522" y="52980"/>
                    <a:pt x="101674" y="58026"/>
                    <a:pt x="102890" y="62251"/>
                  </a:cubicBezTo>
                  <a:cubicBezTo>
                    <a:pt x="104561" y="68087"/>
                    <a:pt x="109303" y="75078"/>
                    <a:pt x="114440" y="77844"/>
                  </a:cubicBezTo>
                  <a:cubicBezTo>
                    <a:pt x="122799" y="82312"/>
                    <a:pt x="131097" y="70032"/>
                    <a:pt x="139243" y="68877"/>
                  </a:cubicBezTo>
                  <a:cubicBezTo>
                    <a:pt x="145656" y="67935"/>
                    <a:pt x="152495" y="73771"/>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16"/>
            <p:cNvSpPr/>
            <p:nvPr/>
          </p:nvSpPr>
          <p:spPr>
            <a:xfrm>
              <a:off x="2975000" y="442550"/>
              <a:ext cx="3962850" cy="2035775"/>
            </a:xfrm>
            <a:custGeom>
              <a:rect b="b" l="l" r="r" t="t"/>
              <a:pathLst>
                <a:path extrusionOk="0" fill="none" h="81431" w="158514">
                  <a:moveTo>
                    <a:pt x="0" y="1"/>
                  </a:moveTo>
                  <a:cubicBezTo>
                    <a:pt x="4468" y="3040"/>
                    <a:pt x="9362" y="5958"/>
                    <a:pt x="13313" y="9606"/>
                  </a:cubicBezTo>
                  <a:cubicBezTo>
                    <a:pt x="19210" y="15077"/>
                    <a:pt x="12432" y="24469"/>
                    <a:pt x="19089" y="29849"/>
                  </a:cubicBezTo>
                  <a:cubicBezTo>
                    <a:pt x="24803" y="34469"/>
                    <a:pt x="26019" y="38694"/>
                    <a:pt x="25350" y="45564"/>
                  </a:cubicBezTo>
                  <a:cubicBezTo>
                    <a:pt x="24833" y="50822"/>
                    <a:pt x="23739" y="60001"/>
                    <a:pt x="30609" y="61795"/>
                  </a:cubicBezTo>
                  <a:cubicBezTo>
                    <a:pt x="37691" y="63649"/>
                    <a:pt x="42797" y="58299"/>
                    <a:pt x="47813" y="54378"/>
                  </a:cubicBezTo>
                  <a:cubicBezTo>
                    <a:pt x="55989" y="47995"/>
                    <a:pt x="63345" y="43375"/>
                    <a:pt x="73801" y="47752"/>
                  </a:cubicBezTo>
                  <a:cubicBezTo>
                    <a:pt x="81704" y="51065"/>
                    <a:pt x="90762" y="48026"/>
                    <a:pt x="97966" y="50944"/>
                  </a:cubicBezTo>
                  <a:cubicBezTo>
                    <a:pt x="102282" y="52707"/>
                    <a:pt x="102343" y="57631"/>
                    <a:pt x="103437" y="61825"/>
                  </a:cubicBezTo>
                  <a:cubicBezTo>
                    <a:pt x="104957" y="67570"/>
                    <a:pt x="109637" y="74531"/>
                    <a:pt x="114774" y="77145"/>
                  </a:cubicBezTo>
                  <a:cubicBezTo>
                    <a:pt x="123285" y="81430"/>
                    <a:pt x="131310" y="69454"/>
                    <a:pt x="139577" y="68573"/>
                  </a:cubicBezTo>
                  <a:cubicBezTo>
                    <a:pt x="145869" y="67904"/>
                    <a:pt x="152587" y="73649"/>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16"/>
            <p:cNvSpPr/>
            <p:nvPr/>
          </p:nvSpPr>
          <p:spPr>
            <a:xfrm>
              <a:off x="2975000" y="442550"/>
              <a:ext cx="3962850" cy="2014500"/>
            </a:xfrm>
            <a:custGeom>
              <a:rect b="b" l="l" r="r" t="t"/>
              <a:pathLst>
                <a:path extrusionOk="0" fill="none" h="80580" w="158514">
                  <a:moveTo>
                    <a:pt x="0" y="1"/>
                  </a:moveTo>
                  <a:cubicBezTo>
                    <a:pt x="4560" y="3010"/>
                    <a:pt x="9392" y="5897"/>
                    <a:pt x="13526" y="9393"/>
                  </a:cubicBezTo>
                  <a:cubicBezTo>
                    <a:pt x="19666" y="14469"/>
                    <a:pt x="13162" y="23952"/>
                    <a:pt x="19484" y="29150"/>
                  </a:cubicBezTo>
                  <a:cubicBezTo>
                    <a:pt x="24560" y="33314"/>
                    <a:pt x="27235" y="37509"/>
                    <a:pt x="26323" y="44348"/>
                  </a:cubicBezTo>
                  <a:cubicBezTo>
                    <a:pt x="25563" y="49728"/>
                    <a:pt x="24317" y="58846"/>
                    <a:pt x="31308" y="60792"/>
                  </a:cubicBezTo>
                  <a:cubicBezTo>
                    <a:pt x="38390" y="62737"/>
                    <a:pt x="43770" y="57296"/>
                    <a:pt x="48998" y="53375"/>
                  </a:cubicBezTo>
                  <a:cubicBezTo>
                    <a:pt x="57813" y="46688"/>
                    <a:pt x="63892" y="42129"/>
                    <a:pt x="74743" y="47023"/>
                  </a:cubicBezTo>
                  <a:cubicBezTo>
                    <a:pt x="82433" y="50488"/>
                    <a:pt x="91248" y="47995"/>
                    <a:pt x="98604" y="50761"/>
                  </a:cubicBezTo>
                  <a:cubicBezTo>
                    <a:pt x="103042" y="52372"/>
                    <a:pt x="103011" y="57266"/>
                    <a:pt x="104014" y="61430"/>
                  </a:cubicBezTo>
                  <a:cubicBezTo>
                    <a:pt x="105382" y="67084"/>
                    <a:pt x="109941" y="74014"/>
                    <a:pt x="115109" y="76445"/>
                  </a:cubicBezTo>
                  <a:cubicBezTo>
                    <a:pt x="123802" y="80579"/>
                    <a:pt x="132100" y="68299"/>
                    <a:pt x="139912" y="68330"/>
                  </a:cubicBezTo>
                  <a:cubicBezTo>
                    <a:pt x="144927" y="68330"/>
                    <a:pt x="153529" y="7331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16"/>
            <p:cNvSpPr/>
            <p:nvPr/>
          </p:nvSpPr>
          <p:spPr>
            <a:xfrm>
              <a:off x="2975000" y="442550"/>
              <a:ext cx="3962850" cy="1991700"/>
            </a:xfrm>
            <a:custGeom>
              <a:rect b="b" l="l" r="r" t="t"/>
              <a:pathLst>
                <a:path extrusionOk="0" fill="none" h="79668" w="158514">
                  <a:moveTo>
                    <a:pt x="0" y="1"/>
                  </a:moveTo>
                  <a:cubicBezTo>
                    <a:pt x="4590" y="3010"/>
                    <a:pt x="9484" y="5897"/>
                    <a:pt x="13769" y="9119"/>
                  </a:cubicBezTo>
                  <a:cubicBezTo>
                    <a:pt x="20122" y="13861"/>
                    <a:pt x="13952" y="23344"/>
                    <a:pt x="19879" y="28360"/>
                  </a:cubicBezTo>
                  <a:cubicBezTo>
                    <a:pt x="24651" y="32402"/>
                    <a:pt x="28055" y="36475"/>
                    <a:pt x="27265" y="43102"/>
                  </a:cubicBezTo>
                  <a:cubicBezTo>
                    <a:pt x="26627" y="48482"/>
                    <a:pt x="24985" y="57600"/>
                    <a:pt x="31946" y="59698"/>
                  </a:cubicBezTo>
                  <a:cubicBezTo>
                    <a:pt x="39028" y="61795"/>
                    <a:pt x="44955" y="56202"/>
                    <a:pt x="50183" y="52251"/>
                  </a:cubicBezTo>
                  <a:cubicBezTo>
                    <a:pt x="59424" y="45260"/>
                    <a:pt x="64561" y="40761"/>
                    <a:pt x="75746" y="46232"/>
                  </a:cubicBezTo>
                  <a:cubicBezTo>
                    <a:pt x="83315" y="49971"/>
                    <a:pt x="91795" y="47813"/>
                    <a:pt x="99273" y="50488"/>
                  </a:cubicBezTo>
                  <a:cubicBezTo>
                    <a:pt x="103832" y="52129"/>
                    <a:pt x="103619" y="56840"/>
                    <a:pt x="104653" y="61035"/>
                  </a:cubicBezTo>
                  <a:cubicBezTo>
                    <a:pt x="106051" y="66749"/>
                    <a:pt x="110124" y="73315"/>
                    <a:pt x="115443" y="75716"/>
                  </a:cubicBezTo>
                  <a:cubicBezTo>
                    <a:pt x="124227" y="79667"/>
                    <a:pt x="132039" y="67995"/>
                    <a:pt x="140246" y="68056"/>
                  </a:cubicBezTo>
                  <a:cubicBezTo>
                    <a:pt x="145535" y="68087"/>
                    <a:pt x="153377" y="7340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16"/>
            <p:cNvSpPr/>
            <p:nvPr/>
          </p:nvSpPr>
          <p:spPr>
            <a:xfrm>
              <a:off x="2975000" y="442550"/>
              <a:ext cx="3963625" cy="1968900"/>
            </a:xfrm>
            <a:custGeom>
              <a:rect b="b" l="l" r="r" t="t"/>
              <a:pathLst>
                <a:path extrusionOk="0" fill="none" h="78756" w="158545">
                  <a:moveTo>
                    <a:pt x="0" y="1"/>
                  </a:moveTo>
                  <a:cubicBezTo>
                    <a:pt x="4651" y="2979"/>
                    <a:pt x="9575" y="5867"/>
                    <a:pt x="14013" y="8876"/>
                  </a:cubicBezTo>
                  <a:cubicBezTo>
                    <a:pt x="20548" y="13283"/>
                    <a:pt x="14985" y="22706"/>
                    <a:pt x="20305" y="27539"/>
                  </a:cubicBezTo>
                  <a:cubicBezTo>
                    <a:pt x="24590" y="31430"/>
                    <a:pt x="28724" y="35715"/>
                    <a:pt x="28147" y="42007"/>
                  </a:cubicBezTo>
                  <a:cubicBezTo>
                    <a:pt x="27630" y="47296"/>
                    <a:pt x="25654" y="56445"/>
                    <a:pt x="32584" y="58664"/>
                  </a:cubicBezTo>
                  <a:cubicBezTo>
                    <a:pt x="39606" y="60913"/>
                    <a:pt x="46354" y="55077"/>
                    <a:pt x="51369" y="51096"/>
                  </a:cubicBezTo>
                  <a:cubicBezTo>
                    <a:pt x="60609" y="43770"/>
                    <a:pt x="65351" y="39576"/>
                    <a:pt x="76749" y="45594"/>
                  </a:cubicBezTo>
                  <a:cubicBezTo>
                    <a:pt x="84166" y="49515"/>
                    <a:pt x="92251" y="47722"/>
                    <a:pt x="99911" y="50275"/>
                  </a:cubicBezTo>
                  <a:cubicBezTo>
                    <a:pt x="104622" y="51855"/>
                    <a:pt x="104318" y="56445"/>
                    <a:pt x="105260" y="60609"/>
                  </a:cubicBezTo>
                  <a:cubicBezTo>
                    <a:pt x="106537" y="66324"/>
                    <a:pt x="110428" y="72676"/>
                    <a:pt x="115808" y="74956"/>
                  </a:cubicBezTo>
                  <a:cubicBezTo>
                    <a:pt x="124714" y="78756"/>
                    <a:pt x="132313" y="67418"/>
                    <a:pt x="140580" y="67813"/>
                  </a:cubicBezTo>
                  <a:cubicBezTo>
                    <a:pt x="145778" y="68056"/>
                    <a:pt x="153438" y="73315"/>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16"/>
            <p:cNvSpPr/>
            <p:nvPr/>
          </p:nvSpPr>
          <p:spPr>
            <a:xfrm>
              <a:off x="2975000" y="442550"/>
              <a:ext cx="3962850" cy="1919500"/>
            </a:xfrm>
            <a:custGeom>
              <a:rect b="b" l="l" r="r" t="t"/>
              <a:pathLst>
                <a:path extrusionOk="0" fill="none" h="76780" w="158514">
                  <a:moveTo>
                    <a:pt x="0" y="1"/>
                  </a:moveTo>
                  <a:cubicBezTo>
                    <a:pt x="4712" y="2949"/>
                    <a:pt x="9666" y="5776"/>
                    <a:pt x="14225" y="8633"/>
                  </a:cubicBezTo>
                  <a:cubicBezTo>
                    <a:pt x="20973" y="12797"/>
                    <a:pt x="16049" y="21977"/>
                    <a:pt x="20760" y="26718"/>
                  </a:cubicBezTo>
                  <a:cubicBezTo>
                    <a:pt x="24438" y="30396"/>
                    <a:pt x="29332" y="35168"/>
                    <a:pt x="28967" y="41004"/>
                  </a:cubicBezTo>
                  <a:cubicBezTo>
                    <a:pt x="28633" y="46202"/>
                    <a:pt x="26444" y="55381"/>
                    <a:pt x="33192" y="57661"/>
                  </a:cubicBezTo>
                  <a:cubicBezTo>
                    <a:pt x="40153" y="60032"/>
                    <a:pt x="47752" y="53953"/>
                    <a:pt x="52494" y="49880"/>
                  </a:cubicBezTo>
                  <a:cubicBezTo>
                    <a:pt x="61703" y="41977"/>
                    <a:pt x="66293" y="38633"/>
                    <a:pt x="77722" y="45016"/>
                  </a:cubicBezTo>
                  <a:cubicBezTo>
                    <a:pt x="84926" y="49059"/>
                    <a:pt x="92707" y="47722"/>
                    <a:pt x="100488" y="50093"/>
                  </a:cubicBezTo>
                  <a:cubicBezTo>
                    <a:pt x="105382" y="51582"/>
                    <a:pt x="104987" y="56080"/>
                    <a:pt x="105838" y="60245"/>
                  </a:cubicBezTo>
                  <a:cubicBezTo>
                    <a:pt x="107023" y="65898"/>
                    <a:pt x="111005" y="72676"/>
                    <a:pt x="116142" y="74227"/>
                  </a:cubicBezTo>
                  <a:cubicBezTo>
                    <a:pt x="124683" y="76780"/>
                    <a:pt x="132191" y="66901"/>
                    <a:pt x="140884" y="67570"/>
                  </a:cubicBezTo>
                  <a:cubicBezTo>
                    <a:pt x="145930" y="67965"/>
                    <a:pt x="153468" y="73224"/>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16"/>
            <p:cNvSpPr/>
            <p:nvPr/>
          </p:nvSpPr>
          <p:spPr>
            <a:xfrm>
              <a:off x="2975000" y="442550"/>
              <a:ext cx="3962100" cy="1896700"/>
            </a:xfrm>
            <a:custGeom>
              <a:rect b="b" l="l" r="r" t="t"/>
              <a:pathLst>
                <a:path extrusionOk="0" fill="none" h="75868" w="158484">
                  <a:moveTo>
                    <a:pt x="0" y="1"/>
                  </a:moveTo>
                  <a:cubicBezTo>
                    <a:pt x="4742" y="2949"/>
                    <a:pt x="9788" y="5441"/>
                    <a:pt x="14438" y="8359"/>
                  </a:cubicBezTo>
                  <a:cubicBezTo>
                    <a:pt x="21520" y="12797"/>
                    <a:pt x="16900" y="20852"/>
                    <a:pt x="21277" y="25837"/>
                  </a:cubicBezTo>
                  <a:cubicBezTo>
                    <a:pt x="24408" y="29424"/>
                    <a:pt x="29758" y="34652"/>
                    <a:pt x="29727" y="40123"/>
                  </a:cubicBezTo>
                  <a:cubicBezTo>
                    <a:pt x="29666" y="45229"/>
                    <a:pt x="27447" y="54014"/>
                    <a:pt x="33770" y="56658"/>
                  </a:cubicBezTo>
                  <a:cubicBezTo>
                    <a:pt x="40396" y="59394"/>
                    <a:pt x="49545" y="52433"/>
                    <a:pt x="53618" y="48542"/>
                  </a:cubicBezTo>
                  <a:cubicBezTo>
                    <a:pt x="62707" y="39788"/>
                    <a:pt x="67448" y="37904"/>
                    <a:pt x="78725" y="44530"/>
                  </a:cubicBezTo>
                  <a:cubicBezTo>
                    <a:pt x="85716" y="48664"/>
                    <a:pt x="93224" y="47722"/>
                    <a:pt x="101066" y="49910"/>
                  </a:cubicBezTo>
                  <a:cubicBezTo>
                    <a:pt x="106142" y="51308"/>
                    <a:pt x="105716" y="55685"/>
                    <a:pt x="106476" y="59849"/>
                  </a:cubicBezTo>
                  <a:cubicBezTo>
                    <a:pt x="107540" y="65503"/>
                    <a:pt x="111279" y="71977"/>
                    <a:pt x="116477" y="73467"/>
                  </a:cubicBezTo>
                  <a:cubicBezTo>
                    <a:pt x="124927" y="75868"/>
                    <a:pt x="132708" y="66354"/>
                    <a:pt x="141188" y="67357"/>
                  </a:cubicBezTo>
                  <a:cubicBezTo>
                    <a:pt x="146143" y="67935"/>
                    <a:pt x="153468" y="7313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16"/>
            <p:cNvSpPr/>
            <p:nvPr/>
          </p:nvSpPr>
          <p:spPr>
            <a:xfrm>
              <a:off x="2975000" y="442550"/>
              <a:ext cx="3962850" cy="1870875"/>
            </a:xfrm>
            <a:custGeom>
              <a:rect b="b" l="l" r="r" t="t"/>
              <a:pathLst>
                <a:path extrusionOk="0" fill="none" h="74835" w="158514">
                  <a:moveTo>
                    <a:pt x="0" y="1"/>
                  </a:moveTo>
                  <a:cubicBezTo>
                    <a:pt x="4803" y="2919"/>
                    <a:pt x="9848" y="5350"/>
                    <a:pt x="14651" y="8116"/>
                  </a:cubicBezTo>
                  <a:cubicBezTo>
                    <a:pt x="21946" y="12311"/>
                    <a:pt x="18086" y="19697"/>
                    <a:pt x="21885" y="24895"/>
                  </a:cubicBezTo>
                  <a:cubicBezTo>
                    <a:pt x="24590" y="28633"/>
                    <a:pt x="30031" y="34013"/>
                    <a:pt x="30396" y="39272"/>
                  </a:cubicBezTo>
                  <a:cubicBezTo>
                    <a:pt x="30791" y="44439"/>
                    <a:pt x="28299" y="52919"/>
                    <a:pt x="34439" y="55625"/>
                  </a:cubicBezTo>
                  <a:cubicBezTo>
                    <a:pt x="41186" y="58603"/>
                    <a:pt x="50670" y="51217"/>
                    <a:pt x="54712" y="47083"/>
                  </a:cubicBezTo>
                  <a:cubicBezTo>
                    <a:pt x="63892" y="37630"/>
                    <a:pt x="68542" y="37266"/>
                    <a:pt x="79789" y="44135"/>
                  </a:cubicBezTo>
                  <a:cubicBezTo>
                    <a:pt x="86476" y="48208"/>
                    <a:pt x="93984" y="47661"/>
                    <a:pt x="101674" y="49728"/>
                  </a:cubicBezTo>
                  <a:cubicBezTo>
                    <a:pt x="106932" y="51126"/>
                    <a:pt x="106416" y="55138"/>
                    <a:pt x="107145" y="59454"/>
                  </a:cubicBezTo>
                  <a:cubicBezTo>
                    <a:pt x="108057" y="64986"/>
                    <a:pt x="111552" y="71339"/>
                    <a:pt x="116872" y="72707"/>
                  </a:cubicBezTo>
                  <a:cubicBezTo>
                    <a:pt x="125322" y="74835"/>
                    <a:pt x="133285" y="65837"/>
                    <a:pt x="141523" y="67114"/>
                  </a:cubicBezTo>
                  <a:cubicBezTo>
                    <a:pt x="146386" y="67874"/>
                    <a:pt x="153559" y="73011"/>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16"/>
            <p:cNvSpPr/>
            <p:nvPr/>
          </p:nvSpPr>
          <p:spPr>
            <a:xfrm>
              <a:off x="2975000" y="442550"/>
              <a:ext cx="3962850" cy="1848075"/>
            </a:xfrm>
            <a:custGeom>
              <a:rect b="b" l="l" r="r" t="t"/>
              <a:pathLst>
                <a:path extrusionOk="0" fill="none" h="73923" w="158514">
                  <a:moveTo>
                    <a:pt x="0" y="1"/>
                  </a:moveTo>
                  <a:cubicBezTo>
                    <a:pt x="4833" y="2888"/>
                    <a:pt x="9909" y="5259"/>
                    <a:pt x="14864" y="7873"/>
                  </a:cubicBezTo>
                  <a:cubicBezTo>
                    <a:pt x="22219" y="11764"/>
                    <a:pt x="19301" y="18390"/>
                    <a:pt x="22584" y="23922"/>
                  </a:cubicBezTo>
                  <a:cubicBezTo>
                    <a:pt x="25046" y="28086"/>
                    <a:pt x="30092" y="33649"/>
                    <a:pt x="31004" y="38542"/>
                  </a:cubicBezTo>
                  <a:cubicBezTo>
                    <a:pt x="31855" y="43284"/>
                    <a:pt x="29150" y="51947"/>
                    <a:pt x="35107" y="54561"/>
                  </a:cubicBezTo>
                  <a:cubicBezTo>
                    <a:pt x="42250" y="57691"/>
                    <a:pt x="51673" y="50032"/>
                    <a:pt x="55746" y="45503"/>
                  </a:cubicBezTo>
                  <a:cubicBezTo>
                    <a:pt x="64834" y="35411"/>
                    <a:pt x="69941" y="36992"/>
                    <a:pt x="80822" y="43770"/>
                  </a:cubicBezTo>
                  <a:cubicBezTo>
                    <a:pt x="87205" y="47782"/>
                    <a:pt x="94683" y="47691"/>
                    <a:pt x="102191" y="49576"/>
                  </a:cubicBezTo>
                  <a:cubicBezTo>
                    <a:pt x="107571" y="50913"/>
                    <a:pt x="107145" y="54682"/>
                    <a:pt x="107783" y="59090"/>
                  </a:cubicBezTo>
                  <a:cubicBezTo>
                    <a:pt x="108604" y="64591"/>
                    <a:pt x="111826" y="70610"/>
                    <a:pt x="117236" y="71917"/>
                  </a:cubicBezTo>
                  <a:cubicBezTo>
                    <a:pt x="125504" y="73923"/>
                    <a:pt x="133863" y="65321"/>
                    <a:pt x="141827" y="66901"/>
                  </a:cubicBezTo>
                  <a:cubicBezTo>
                    <a:pt x="146599" y="67813"/>
                    <a:pt x="153620" y="7292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16"/>
            <p:cNvSpPr/>
            <p:nvPr/>
          </p:nvSpPr>
          <p:spPr>
            <a:xfrm>
              <a:off x="2975000" y="442550"/>
              <a:ext cx="3962100" cy="1826050"/>
            </a:xfrm>
            <a:custGeom>
              <a:rect b="b" l="l" r="r" t="t"/>
              <a:pathLst>
                <a:path extrusionOk="0" fill="none" h="73042" w="158484">
                  <a:moveTo>
                    <a:pt x="0" y="1"/>
                  </a:moveTo>
                  <a:cubicBezTo>
                    <a:pt x="4894" y="2858"/>
                    <a:pt x="10000" y="5168"/>
                    <a:pt x="15076" y="7630"/>
                  </a:cubicBezTo>
                  <a:cubicBezTo>
                    <a:pt x="22402" y="11217"/>
                    <a:pt x="20639" y="16992"/>
                    <a:pt x="23435" y="22980"/>
                  </a:cubicBezTo>
                  <a:cubicBezTo>
                    <a:pt x="25685" y="27813"/>
                    <a:pt x="29910" y="33041"/>
                    <a:pt x="31460" y="37934"/>
                  </a:cubicBezTo>
                  <a:cubicBezTo>
                    <a:pt x="32858" y="42372"/>
                    <a:pt x="29940" y="51096"/>
                    <a:pt x="35867" y="53558"/>
                  </a:cubicBezTo>
                  <a:cubicBezTo>
                    <a:pt x="43618" y="56749"/>
                    <a:pt x="52433" y="48937"/>
                    <a:pt x="56779" y="43831"/>
                  </a:cubicBezTo>
                  <a:cubicBezTo>
                    <a:pt x="65746" y="33314"/>
                    <a:pt x="71552" y="36901"/>
                    <a:pt x="81886" y="43466"/>
                  </a:cubicBezTo>
                  <a:cubicBezTo>
                    <a:pt x="87965" y="47327"/>
                    <a:pt x="95412" y="47752"/>
                    <a:pt x="102707" y="49454"/>
                  </a:cubicBezTo>
                  <a:cubicBezTo>
                    <a:pt x="108148" y="50700"/>
                    <a:pt x="107905" y="54226"/>
                    <a:pt x="108452" y="58725"/>
                  </a:cubicBezTo>
                  <a:cubicBezTo>
                    <a:pt x="109182" y="64226"/>
                    <a:pt x="112130" y="69910"/>
                    <a:pt x="117571" y="71187"/>
                  </a:cubicBezTo>
                  <a:cubicBezTo>
                    <a:pt x="125626" y="73041"/>
                    <a:pt x="134410" y="64895"/>
                    <a:pt x="142100" y="66688"/>
                  </a:cubicBezTo>
                  <a:cubicBezTo>
                    <a:pt x="146751" y="67783"/>
                    <a:pt x="153590" y="72828"/>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16"/>
            <p:cNvSpPr/>
            <p:nvPr/>
          </p:nvSpPr>
          <p:spPr>
            <a:xfrm>
              <a:off x="2975000" y="442550"/>
              <a:ext cx="3962850" cy="1818450"/>
            </a:xfrm>
            <a:custGeom>
              <a:rect b="b" l="l" r="r" t="t"/>
              <a:pathLst>
                <a:path extrusionOk="0" fill="none" h="72738" w="158514">
                  <a:moveTo>
                    <a:pt x="0" y="1"/>
                  </a:moveTo>
                  <a:cubicBezTo>
                    <a:pt x="4924" y="2827"/>
                    <a:pt x="10122" y="5077"/>
                    <a:pt x="15259" y="7387"/>
                  </a:cubicBezTo>
                  <a:cubicBezTo>
                    <a:pt x="22432" y="10609"/>
                    <a:pt x="22159" y="15594"/>
                    <a:pt x="24317" y="22007"/>
                  </a:cubicBezTo>
                  <a:cubicBezTo>
                    <a:pt x="26171" y="27630"/>
                    <a:pt x="29332" y="32402"/>
                    <a:pt x="31733" y="37418"/>
                  </a:cubicBezTo>
                  <a:cubicBezTo>
                    <a:pt x="33831" y="41764"/>
                    <a:pt x="30669" y="50305"/>
                    <a:pt x="36657" y="52615"/>
                  </a:cubicBezTo>
                  <a:cubicBezTo>
                    <a:pt x="44955" y="55868"/>
                    <a:pt x="53162" y="47630"/>
                    <a:pt x="57782" y="42068"/>
                  </a:cubicBezTo>
                  <a:cubicBezTo>
                    <a:pt x="66476" y="31551"/>
                    <a:pt x="73315" y="37022"/>
                    <a:pt x="82950" y="43193"/>
                  </a:cubicBezTo>
                  <a:cubicBezTo>
                    <a:pt x="88695" y="46871"/>
                    <a:pt x="96142" y="47813"/>
                    <a:pt x="103194" y="49333"/>
                  </a:cubicBezTo>
                  <a:cubicBezTo>
                    <a:pt x="108726" y="50488"/>
                    <a:pt x="108634" y="53740"/>
                    <a:pt x="109151" y="58390"/>
                  </a:cubicBezTo>
                  <a:cubicBezTo>
                    <a:pt x="109789" y="63862"/>
                    <a:pt x="112464" y="69211"/>
                    <a:pt x="117996" y="70427"/>
                  </a:cubicBezTo>
                  <a:cubicBezTo>
                    <a:pt x="125778" y="72129"/>
                    <a:pt x="135018" y="64439"/>
                    <a:pt x="142434" y="66506"/>
                  </a:cubicBezTo>
                  <a:cubicBezTo>
                    <a:pt x="146994" y="67752"/>
                    <a:pt x="153650" y="72737"/>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16"/>
            <p:cNvSpPr/>
            <p:nvPr/>
          </p:nvSpPr>
          <p:spPr>
            <a:xfrm>
              <a:off x="2975000" y="442550"/>
              <a:ext cx="3962850" cy="1816175"/>
            </a:xfrm>
            <a:custGeom>
              <a:rect b="b" l="l" r="r" t="t"/>
              <a:pathLst>
                <a:path extrusionOk="0" fill="none" h="72647" w="158514">
                  <a:moveTo>
                    <a:pt x="0" y="1"/>
                  </a:moveTo>
                  <a:cubicBezTo>
                    <a:pt x="4985" y="2797"/>
                    <a:pt x="10244" y="4985"/>
                    <a:pt x="15441" y="7144"/>
                  </a:cubicBezTo>
                  <a:cubicBezTo>
                    <a:pt x="22341" y="10031"/>
                    <a:pt x="23648" y="14621"/>
                    <a:pt x="25259" y="21034"/>
                  </a:cubicBezTo>
                  <a:cubicBezTo>
                    <a:pt x="26688" y="26809"/>
                    <a:pt x="28572" y="31977"/>
                    <a:pt x="31885" y="36992"/>
                  </a:cubicBezTo>
                  <a:cubicBezTo>
                    <a:pt x="34742" y="41278"/>
                    <a:pt x="31429" y="49606"/>
                    <a:pt x="37478" y="51825"/>
                  </a:cubicBezTo>
                  <a:cubicBezTo>
                    <a:pt x="46171" y="55017"/>
                    <a:pt x="54469" y="46202"/>
                    <a:pt x="58755" y="40305"/>
                  </a:cubicBezTo>
                  <a:cubicBezTo>
                    <a:pt x="66232" y="30001"/>
                    <a:pt x="76415" y="38025"/>
                    <a:pt x="84044" y="42889"/>
                  </a:cubicBezTo>
                  <a:cubicBezTo>
                    <a:pt x="89546" y="46384"/>
                    <a:pt x="96841" y="47874"/>
                    <a:pt x="103680" y="49211"/>
                  </a:cubicBezTo>
                  <a:cubicBezTo>
                    <a:pt x="109242" y="50305"/>
                    <a:pt x="109364" y="53254"/>
                    <a:pt x="109850" y="58026"/>
                  </a:cubicBezTo>
                  <a:cubicBezTo>
                    <a:pt x="110397" y="63436"/>
                    <a:pt x="112829" y="68482"/>
                    <a:pt x="118422" y="69667"/>
                  </a:cubicBezTo>
                  <a:cubicBezTo>
                    <a:pt x="125930" y="71278"/>
                    <a:pt x="135626" y="64044"/>
                    <a:pt x="142708" y="66293"/>
                  </a:cubicBezTo>
                  <a:cubicBezTo>
                    <a:pt x="147176" y="67692"/>
                    <a:pt x="153681" y="7264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16"/>
            <p:cNvSpPr/>
            <p:nvPr/>
          </p:nvSpPr>
          <p:spPr>
            <a:xfrm>
              <a:off x="2975000" y="442550"/>
              <a:ext cx="3962850" cy="1813875"/>
            </a:xfrm>
            <a:custGeom>
              <a:rect b="b" l="l" r="r" t="t"/>
              <a:pathLst>
                <a:path extrusionOk="0" fill="none" h="72555" w="158514">
                  <a:moveTo>
                    <a:pt x="0" y="1"/>
                  </a:moveTo>
                  <a:cubicBezTo>
                    <a:pt x="5015" y="2767"/>
                    <a:pt x="10335" y="4894"/>
                    <a:pt x="15624" y="6931"/>
                  </a:cubicBezTo>
                  <a:cubicBezTo>
                    <a:pt x="22189" y="9423"/>
                    <a:pt x="24925" y="13648"/>
                    <a:pt x="26262" y="20031"/>
                  </a:cubicBezTo>
                  <a:cubicBezTo>
                    <a:pt x="27508" y="25958"/>
                    <a:pt x="27843" y="31582"/>
                    <a:pt x="31916" y="36597"/>
                  </a:cubicBezTo>
                  <a:cubicBezTo>
                    <a:pt x="35290" y="40731"/>
                    <a:pt x="32432" y="49150"/>
                    <a:pt x="38299" y="51096"/>
                  </a:cubicBezTo>
                  <a:cubicBezTo>
                    <a:pt x="47326" y="54105"/>
                    <a:pt x="55138" y="44804"/>
                    <a:pt x="59758" y="38512"/>
                  </a:cubicBezTo>
                  <a:cubicBezTo>
                    <a:pt x="66901" y="28816"/>
                    <a:pt x="78512" y="38512"/>
                    <a:pt x="85139" y="42585"/>
                  </a:cubicBezTo>
                  <a:cubicBezTo>
                    <a:pt x="90397" y="45807"/>
                    <a:pt x="97510" y="47995"/>
                    <a:pt x="104105" y="49120"/>
                  </a:cubicBezTo>
                  <a:cubicBezTo>
                    <a:pt x="109698" y="50062"/>
                    <a:pt x="109729" y="52707"/>
                    <a:pt x="110580" y="57691"/>
                  </a:cubicBezTo>
                  <a:cubicBezTo>
                    <a:pt x="111461" y="63071"/>
                    <a:pt x="112829" y="67692"/>
                    <a:pt x="118878" y="68938"/>
                  </a:cubicBezTo>
                  <a:cubicBezTo>
                    <a:pt x="126082" y="70427"/>
                    <a:pt x="136234" y="63649"/>
                    <a:pt x="143012" y="66111"/>
                  </a:cubicBezTo>
                  <a:cubicBezTo>
                    <a:pt x="147359" y="67661"/>
                    <a:pt x="153742" y="7255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16"/>
            <p:cNvSpPr/>
            <p:nvPr/>
          </p:nvSpPr>
          <p:spPr>
            <a:xfrm>
              <a:off x="2975000" y="442550"/>
              <a:ext cx="3962850" cy="1804000"/>
            </a:xfrm>
            <a:custGeom>
              <a:rect b="b" l="l" r="r" t="t"/>
              <a:pathLst>
                <a:path extrusionOk="0" fill="none" h="72160" w="158514">
                  <a:moveTo>
                    <a:pt x="0" y="1"/>
                  </a:moveTo>
                  <a:cubicBezTo>
                    <a:pt x="5076" y="2736"/>
                    <a:pt x="10456" y="4803"/>
                    <a:pt x="15806" y="6688"/>
                  </a:cubicBezTo>
                  <a:cubicBezTo>
                    <a:pt x="22037" y="8876"/>
                    <a:pt x="26049" y="12767"/>
                    <a:pt x="27326" y="18967"/>
                  </a:cubicBezTo>
                  <a:cubicBezTo>
                    <a:pt x="28542" y="24925"/>
                    <a:pt x="27326" y="31126"/>
                    <a:pt x="31855" y="36202"/>
                  </a:cubicBezTo>
                  <a:cubicBezTo>
                    <a:pt x="35381" y="40153"/>
                    <a:pt x="33618" y="48725"/>
                    <a:pt x="39150" y="50457"/>
                  </a:cubicBezTo>
                  <a:cubicBezTo>
                    <a:pt x="48329" y="53314"/>
                    <a:pt x="55746" y="42919"/>
                    <a:pt x="60792" y="36810"/>
                  </a:cubicBezTo>
                  <a:cubicBezTo>
                    <a:pt x="67995" y="28086"/>
                    <a:pt x="80032" y="38360"/>
                    <a:pt x="86263" y="42159"/>
                  </a:cubicBezTo>
                  <a:cubicBezTo>
                    <a:pt x="91430" y="45320"/>
                    <a:pt x="98057" y="48056"/>
                    <a:pt x="104561" y="48998"/>
                  </a:cubicBezTo>
                  <a:cubicBezTo>
                    <a:pt x="115747" y="50700"/>
                    <a:pt x="107692" y="65898"/>
                    <a:pt x="119303" y="68178"/>
                  </a:cubicBezTo>
                  <a:cubicBezTo>
                    <a:pt x="126294" y="69576"/>
                    <a:pt x="136872" y="63254"/>
                    <a:pt x="143316" y="65898"/>
                  </a:cubicBezTo>
                  <a:cubicBezTo>
                    <a:pt x="147784" y="67752"/>
                    <a:pt x="153407" y="7216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16"/>
            <p:cNvSpPr/>
            <p:nvPr/>
          </p:nvSpPr>
          <p:spPr>
            <a:xfrm>
              <a:off x="2975000" y="442550"/>
              <a:ext cx="3962100" cy="1802475"/>
            </a:xfrm>
            <a:custGeom>
              <a:rect b="b" l="l" r="r" t="t"/>
              <a:pathLst>
                <a:path extrusionOk="0" fill="none" h="72099" w="158484">
                  <a:moveTo>
                    <a:pt x="0" y="1"/>
                  </a:moveTo>
                  <a:cubicBezTo>
                    <a:pt x="5107" y="2706"/>
                    <a:pt x="10760" y="4590"/>
                    <a:pt x="15958" y="6444"/>
                  </a:cubicBezTo>
                  <a:cubicBezTo>
                    <a:pt x="21764" y="8511"/>
                    <a:pt x="26931" y="11733"/>
                    <a:pt x="28390" y="17843"/>
                  </a:cubicBezTo>
                  <a:cubicBezTo>
                    <a:pt x="29788" y="23740"/>
                    <a:pt x="26900" y="30579"/>
                    <a:pt x="31672" y="35867"/>
                  </a:cubicBezTo>
                  <a:cubicBezTo>
                    <a:pt x="35107" y="39636"/>
                    <a:pt x="34925" y="48390"/>
                    <a:pt x="40001" y="49849"/>
                  </a:cubicBezTo>
                  <a:cubicBezTo>
                    <a:pt x="49302" y="52494"/>
                    <a:pt x="56415" y="40761"/>
                    <a:pt x="61886" y="35320"/>
                  </a:cubicBezTo>
                  <a:cubicBezTo>
                    <a:pt x="69211" y="28025"/>
                    <a:pt x="81278" y="37873"/>
                    <a:pt x="87327" y="41612"/>
                  </a:cubicBezTo>
                  <a:cubicBezTo>
                    <a:pt x="92585" y="44864"/>
                    <a:pt x="98421" y="48117"/>
                    <a:pt x="104926" y="48968"/>
                  </a:cubicBezTo>
                  <a:cubicBezTo>
                    <a:pt x="116385" y="50457"/>
                    <a:pt x="108239" y="65442"/>
                    <a:pt x="119759" y="67509"/>
                  </a:cubicBezTo>
                  <a:cubicBezTo>
                    <a:pt x="126659" y="68725"/>
                    <a:pt x="137298" y="62980"/>
                    <a:pt x="143559" y="65716"/>
                  </a:cubicBezTo>
                  <a:cubicBezTo>
                    <a:pt x="147936" y="67631"/>
                    <a:pt x="153407" y="72099"/>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16"/>
            <p:cNvSpPr/>
            <p:nvPr/>
          </p:nvSpPr>
          <p:spPr>
            <a:xfrm>
              <a:off x="2975000" y="442550"/>
              <a:ext cx="3962850" cy="1800200"/>
            </a:xfrm>
            <a:custGeom>
              <a:rect b="b" l="l" r="r" t="t"/>
              <a:pathLst>
                <a:path extrusionOk="0" fill="none" h="72008" w="158514">
                  <a:moveTo>
                    <a:pt x="0" y="1"/>
                  </a:moveTo>
                  <a:cubicBezTo>
                    <a:pt x="5167" y="2645"/>
                    <a:pt x="10821" y="4499"/>
                    <a:pt x="16140" y="6201"/>
                  </a:cubicBezTo>
                  <a:cubicBezTo>
                    <a:pt x="21976" y="8055"/>
                    <a:pt x="27630" y="11065"/>
                    <a:pt x="29484" y="16657"/>
                  </a:cubicBezTo>
                  <a:cubicBezTo>
                    <a:pt x="31308" y="22159"/>
                    <a:pt x="26748" y="29940"/>
                    <a:pt x="31521" y="35442"/>
                  </a:cubicBezTo>
                  <a:cubicBezTo>
                    <a:pt x="34621" y="38998"/>
                    <a:pt x="36414" y="48147"/>
                    <a:pt x="40913" y="49211"/>
                  </a:cubicBezTo>
                  <a:cubicBezTo>
                    <a:pt x="50244" y="51430"/>
                    <a:pt x="56749" y="38846"/>
                    <a:pt x="63041" y="34044"/>
                  </a:cubicBezTo>
                  <a:cubicBezTo>
                    <a:pt x="70731" y="28147"/>
                    <a:pt x="82190" y="36992"/>
                    <a:pt x="88391" y="40943"/>
                  </a:cubicBezTo>
                  <a:cubicBezTo>
                    <a:pt x="93862" y="44409"/>
                    <a:pt x="98695" y="48147"/>
                    <a:pt x="105352" y="48907"/>
                  </a:cubicBezTo>
                  <a:cubicBezTo>
                    <a:pt x="117024" y="50184"/>
                    <a:pt x="108786" y="64834"/>
                    <a:pt x="120276" y="66780"/>
                  </a:cubicBezTo>
                  <a:cubicBezTo>
                    <a:pt x="126993" y="67904"/>
                    <a:pt x="137784" y="62585"/>
                    <a:pt x="143863" y="65533"/>
                  </a:cubicBezTo>
                  <a:cubicBezTo>
                    <a:pt x="148149" y="67570"/>
                    <a:pt x="153468" y="72008"/>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16"/>
            <p:cNvSpPr/>
            <p:nvPr/>
          </p:nvSpPr>
          <p:spPr>
            <a:xfrm>
              <a:off x="2975000" y="442550"/>
              <a:ext cx="3963625" cy="1798675"/>
            </a:xfrm>
            <a:custGeom>
              <a:rect b="b" l="l" r="r" t="t"/>
              <a:pathLst>
                <a:path extrusionOk="0" fill="none" h="71947" w="158545">
                  <a:moveTo>
                    <a:pt x="0" y="1"/>
                  </a:moveTo>
                  <a:cubicBezTo>
                    <a:pt x="5198" y="2615"/>
                    <a:pt x="10912" y="4408"/>
                    <a:pt x="16323" y="5958"/>
                  </a:cubicBezTo>
                  <a:cubicBezTo>
                    <a:pt x="22067" y="7630"/>
                    <a:pt x="28147" y="10365"/>
                    <a:pt x="30578" y="15472"/>
                  </a:cubicBezTo>
                  <a:cubicBezTo>
                    <a:pt x="33192" y="20974"/>
                    <a:pt x="26931" y="29059"/>
                    <a:pt x="31369" y="35047"/>
                  </a:cubicBezTo>
                  <a:cubicBezTo>
                    <a:pt x="33831" y="38390"/>
                    <a:pt x="37904" y="47904"/>
                    <a:pt x="41825" y="48542"/>
                  </a:cubicBezTo>
                  <a:cubicBezTo>
                    <a:pt x="50883" y="50062"/>
                    <a:pt x="57296" y="36931"/>
                    <a:pt x="64257" y="33010"/>
                  </a:cubicBezTo>
                  <a:cubicBezTo>
                    <a:pt x="72160" y="28512"/>
                    <a:pt x="83102" y="35928"/>
                    <a:pt x="89424" y="40153"/>
                  </a:cubicBezTo>
                  <a:cubicBezTo>
                    <a:pt x="94804" y="43740"/>
                    <a:pt x="98877" y="48208"/>
                    <a:pt x="105747" y="48846"/>
                  </a:cubicBezTo>
                  <a:cubicBezTo>
                    <a:pt x="117601" y="49971"/>
                    <a:pt x="109425" y="64257"/>
                    <a:pt x="120793" y="66081"/>
                  </a:cubicBezTo>
                  <a:cubicBezTo>
                    <a:pt x="127419" y="67144"/>
                    <a:pt x="138270" y="62281"/>
                    <a:pt x="144167" y="65351"/>
                  </a:cubicBezTo>
                  <a:cubicBezTo>
                    <a:pt x="148362" y="67540"/>
                    <a:pt x="153529" y="71947"/>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16"/>
            <p:cNvSpPr/>
            <p:nvPr/>
          </p:nvSpPr>
          <p:spPr>
            <a:xfrm>
              <a:off x="2975000" y="442550"/>
              <a:ext cx="3962850" cy="1795650"/>
            </a:xfrm>
            <a:custGeom>
              <a:rect b="b" l="l" r="r" t="t"/>
              <a:pathLst>
                <a:path extrusionOk="0" fill="none" h="71826" w="158514">
                  <a:moveTo>
                    <a:pt x="0" y="1"/>
                  </a:moveTo>
                  <a:cubicBezTo>
                    <a:pt x="5259" y="2584"/>
                    <a:pt x="10973" y="4317"/>
                    <a:pt x="16475" y="5745"/>
                  </a:cubicBezTo>
                  <a:cubicBezTo>
                    <a:pt x="22250" y="7235"/>
                    <a:pt x="28542" y="9788"/>
                    <a:pt x="31581" y="14195"/>
                  </a:cubicBezTo>
                  <a:cubicBezTo>
                    <a:pt x="35168" y="19332"/>
                    <a:pt x="27326" y="28238"/>
                    <a:pt x="31247" y="34560"/>
                  </a:cubicBezTo>
                  <a:cubicBezTo>
                    <a:pt x="33253" y="37782"/>
                    <a:pt x="39150" y="47418"/>
                    <a:pt x="42737" y="47722"/>
                  </a:cubicBezTo>
                  <a:cubicBezTo>
                    <a:pt x="51612" y="48482"/>
                    <a:pt x="57752" y="35229"/>
                    <a:pt x="65412" y="32129"/>
                  </a:cubicBezTo>
                  <a:cubicBezTo>
                    <a:pt x="73588" y="28816"/>
                    <a:pt x="84044" y="34804"/>
                    <a:pt x="90275" y="39302"/>
                  </a:cubicBezTo>
                  <a:cubicBezTo>
                    <a:pt x="95351" y="42980"/>
                    <a:pt x="98938" y="48269"/>
                    <a:pt x="106081" y="48816"/>
                  </a:cubicBezTo>
                  <a:cubicBezTo>
                    <a:pt x="111704" y="49241"/>
                    <a:pt x="112981" y="50670"/>
                    <a:pt x="114136" y="56111"/>
                  </a:cubicBezTo>
                  <a:cubicBezTo>
                    <a:pt x="115139" y="60792"/>
                    <a:pt x="115321" y="64470"/>
                    <a:pt x="121279" y="65381"/>
                  </a:cubicBezTo>
                  <a:cubicBezTo>
                    <a:pt x="127784" y="66385"/>
                    <a:pt x="138696" y="61947"/>
                    <a:pt x="144410" y="65169"/>
                  </a:cubicBezTo>
                  <a:cubicBezTo>
                    <a:pt x="148483" y="67448"/>
                    <a:pt x="153529" y="7182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16"/>
            <p:cNvSpPr/>
            <p:nvPr/>
          </p:nvSpPr>
          <p:spPr>
            <a:xfrm>
              <a:off x="2975000" y="442550"/>
              <a:ext cx="3962850" cy="1794125"/>
            </a:xfrm>
            <a:custGeom>
              <a:rect b="b" l="l" r="r" t="t"/>
              <a:pathLst>
                <a:path extrusionOk="0" fill="none" h="71765" w="158514">
                  <a:moveTo>
                    <a:pt x="0" y="1"/>
                  </a:moveTo>
                  <a:cubicBezTo>
                    <a:pt x="5319" y="2554"/>
                    <a:pt x="11064" y="4226"/>
                    <a:pt x="16627" y="5502"/>
                  </a:cubicBezTo>
                  <a:cubicBezTo>
                    <a:pt x="22523" y="6840"/>
                    <a:pt x="28663" y="9302"/>
                    <a:pt x="32554" y="12919"/>
                  </a:cubicBezTo>
                  <a:cubicBezTo>
                    <a:pt x="36931" y="17022"/>
                    <a:pt x="28906" y="28268"/>
                    <a:pt x="31247" y="33983"/>
                  </a:cubicBezTo>
                  <a:cubicBezTo>
                    <a:pt x="32615" y="37326"/>
                    <a:pt x="40031" y="46658"/>
                    <a:pt x="43679" y="46719"/>
                  </a:cubicBezTo>
                  <a:cubicBezTo>
                    <a:pt x="52433" y="46810"/>
                    <a:pt x="58117" y="33861"/>
                    <a:pt x="66628" y="31430"/>
                  </a:cubicBezTo>
                  <a:cubicBezTo>
                    <a:pt x="75108" y="28998"/>
                    <a:pt x="85078" y="33709"/>
                    <a:pt x="91066" y="38451"/>
                  </a:cubicBezTo>
                  <a:cubicBezTo>
                    <a:pt x="95899" y="42250"/>
                    <a:pt x="98847" y="48482"/>
                    <a:pt x="106446" y="48785"/>
                  </a:cubicBezTo>
                  <a:cubicBezTo>
                    <a:pt x="119030" y="49272"/>
                    <a:pt x="110853" y="62950"/>
                    <a:pt x="121826" y="64743"/>
                  </a:cubicBezTo>
                  <a:cubicBezTo>
                    <a:pt x="128088" y="65746"/>
                    <a:pt x="139121" y="61612"/>
                    <a:pt x="144684" y="64986"/>
                  </a:cubicBezTo>
                  <a:cubicBezTo>
                    <a:pt x="148666" y="67388"/>
                    <a:pt x="153559" y="7176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16"/>
            <p:cNvSpPr/>
            <p:nvPr/>
          </p:nvSpPr>
          <p:spPr>
            <a:xfrm>
              <a:off x="2975000" y="442550"/>
              <a:ext cx="3962850" cy="1791075"/>
            </a:xfrm>
            <a:custGeom>
              <a:rect b="b" l="l" r="r" t="t"/>
              <a:pathLst>
                <a:path extrusionOk="0" fill="none" h="71643" w="158514">
                  <a:moveTo>
                    <a:pt x="0" y="1"/>
                  </a:moveTo>
                  <a:cubicBezTo>
                    <a:pt x="5319" y="2523"/>
                    <a:pt x="11155" y="4134"/>
                    <a:pt x="16779" y="5259"/>
                  </a:cubicBezTo>
                  <a:cubicBezTo>
                    <a:pt x="22736" y="6475"/>
                    <a:pt x="29302" y="9058"/>
                    <a:pt x="33405" y="11672"/>
                  </a:cubicBezTo>
                  <a:cubicBezTo>
                    <a:pt x="37660" y="14378"/>
                    <a:pt x="30821" y="28968"/>
                    <a:pt x="31399" y="33314"/>
                  </a:cubicBezTo>
                  <a:cubicBezTo>
                    <a:pt x="31885" y="36931"/>
                    <a:pt x="40578" y="45624"/>
                    <a:pt x="44651" y="45472"/>
                  </a:cubicBezTo>
                  <a:cubicBezTo>
                    <a:pt x="53101" y="45168"/>
                    <a:pt x="58421" y="32828"/>
                    <a:pt x="67874" y="30852"/>
                  </a:cubicBezTo>
                  <a:cubicBezTo>
                    <a:pt x="76658" y="29028"/>
                    <a:pt x="86233" y="32706"/>
                    <a:pt x="91856" y="37509"/>
                  </a:cubicBezTo>
                  <a:cubicBezTo>
                    <a:pt x="96476" y="41491"/>
                    <a:pt x="98908" y="48542"/>
                    <a:pt x="106780" y="48755"/>
                  </a:cubicBezTo>
                  <a:cubicBezTo>
                    <a:pt x="112647" y="48907"/>
                    <a:pt x="114045" y="50184"/>
                    <a:pt x="115565" y="55503"/>
                  </a:cubicBezTo>
                  <a:cubicBezTo>
                    <a:pt x="116841" y="60062"/>
                    <a:pt x="116628" y="63132"/>
                    <a:pt x="122404" y="64044"/>
                  </a:cubicBezTo>
                  <a:cubicBezTo>
                    <a:pt x="128544" y="65047"/>
                    <a:pt x="139486" y="61278"/>
                    <a:pt x="144957" y="64804"/>
                  </a:cubicBezTo>
                  <a:cubicBezTo>
                    <a:pt x="148818" y="67296"/>
                    <a:pt x="153559" y="71643"/>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16"/>
            <p:cNvSpPr/>
            <p:nvPr/>
          </p:nvSpPr>
          <p:spPr>
            <a:xfrm>
              <a:off x="2975000" y="442550"/>
              <a:ext cx="3962100" cy="1789575"/>
            </a:xfrm>
            <a:custGeom>
              <a:rect b="b" l="l" r="r" t="t"/>
              <a:pathLst>
                <a:path extrusionOk="0" fill="none" h="71583" w="158484">
                  <a:moveTo>
                    <a:pt x="0" y="1"/>
                  </a:moveTo>
                  <a:cubicBezTo>
                    <a:pt x="5380" y="2463"/>
                    <a:pt x="11216" y="4043"/>
                    <a:pt x="16900" y="5016"/>
                  </a:cubicBezTo>
                  <a:cubicBezTo>
                    <a:pt x="22797" y="6049"/>
                    <a:pt x="29058" y="8724"/>
                    <a:pt x="34135" y="10457"/>
                  </a:cubicBezTo>
                  <a:cubicBezTo>
                    <a:pt x="39667" y="12372"/>
                    <a:pt x="32037" y="28846"/>
                    <a:pt x="31855" y="32463"/>
                  </a:cubicBezTo>
                  <a:cubicBezTo>
                    <a:pt x="31672" y="36597"/>
                    <a:pt x="40852" y="44712"/>
                    <a:pt x="45503" y="44074"/>
                  </a:cubicBezTo>
                  <a:cubicBezTo>
                    <a:pt x="54165" y="42889"/>
                    <a:pt x="59606" y="32038"/>
                    <a:pt x="69090" y="30335"/>
                  </a:cubicBezTo>
                  <a:cubicBezTo>
                    <a:pt x="77479" y="28846"/>
                    <a:pt x="87388" y="31703"/>
                    <a:pt x="92646" y="36566"/>
                  </a:cubicBezTo>
                  <a:cubicBezTo>
                    <a:pt x="97084" y="40670"/>
                    <a:pt x="98908" y="48634"/>
                    <a:pt x="107084" y="48725"/>
                  </a:cubicBezTo>
                  <a:cubicBezTo>
                    <a:pt x="112890" y="48816"/>
                    <a:pt x="114501" y="49910"/>
                    <a:pt x="116203" y="55229"/>
                  </a:cubicBezTo>
                  <a:cubicBezTo>
                    <a:pt x="117571" y="59606"/>
                    <a:pt x="117297" y="62555"/>
                    <a:pt x="122951" y="63436"/>
                  </a:cubicBezTo>
                  <a:cubicBezTo>
                    <a:pt x="129030" y="64378"/>
                    <a:pt x="139851" y="60944"/>
                    <a:pt x="145200" y="64622"/>
                  </a:cubicBezTo>
                  <a:cubicBezTo>
                    <a:pt x="148939" y="67205"/>
                    <a:pt x="153590" y="7158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16"/>
            <p:cNvSpPr/>
            <p:nvPr/>
          </p:nvSpPr>
          <p:spPr>
            <a:xfrm>
              <a:off x="2975000" y="442550"/>
              <a:ext cx="3962850" cy="1785000"/>
            </a:xfrm>
            <a:custGeom>
              <a:rect b="b" l="l" r="r" t="t"/>
              <a:pathLst>
                <a:path extrusionOk="0" fill="none" h="71400" w="158514">
                  <a:moveTo>
                    <a:pt x="0" y="1"/>
                  </a:moveTo>
                  <a:cubicBezTo>
                    <a:pt x="5411" y="2432"/>
                    <a:pt x="11307" y="3952"/>
                    <a:pt x="17052" y="4803"/>
                  </a:cubicBezTo>
                  <a:cubicBezTo>
                    <a:pt x="22949" y="5685"/>
                    <a:pt x="29028" y="8967"/>
                    <a:pt x="34682" y="9362"/>
                  </a:cubicBezTo>
                  <a:cubicBezTo>
                    <a:pt x="42007" y="9849"/>
                    <a:pt x="33557" y="28360"/>
                    <a:pt x="32858" y="31065"/>
                  </a:cubicBezTo>
                  <a:cubicBezTo>
                    <a:pt x="31308" y="36931"/>
                    <a:pt x="41095" y="43801"/>
                    <a:pt x="46141" y="42676"/>
                  </a:cubicBezTo>
                  <a:cubicBezTo>
                    <a:pt x="54925" y="40761"/>
                    <a:pt x="60731" y="31703"/>
                    <a:pt x="70245" y="29819"/>
                  </a:cubicBezTo>
                  <a:cubicBezTo>
                    <a:pt x="78451" y="28177"/>
                    <a:pt x="88573" y="30731"/>
                    <a:pt x="93497" y="35563"/>
                  </a:cubicBezTo>
                  <a:cubicBezTo>
                    <a:pt x="97753" y="39728"/>
                    <a:pt x="98969" y="48725"/>
                    <a:pt x="107419" y="48755"/>
                  </a:cubicBezTo>
                  <a:cubicBezTo>
                    <a:pt x="113163" y="48755"/>
                    <a:pt x="115018" y="49667"/>
                    <a:pt x="116872" y="54956"/>
                  </a:cubicBezTo>
                  <a:cubicBezTo>
                    <a:pt x="118331" y="59181"/>
                    <a:pt x="118027" y="61977"/>
                    <a:pt x="123559" y="62798"/>
                  </a:cubicBezTo>
                  <a:cubicBezTo>
                    <a:pt x="129638" y="63710"/>
                    <a:pt x="140459" y="60579"/>
                    <a:pt x="145504" y="64470"/>
                  </a:cubicBezTo>
                  <a:cubicBezTo>
                    <a:pt x="148939" y="67144"/>
                    <a:pt x="153802" y="7140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16"/>
            <p:cNvSpPr/>
            <p:nvPr/>
          </p:nvSpPr>
          <p:spPr>
            <a:xfrm>
              <a:off x="2975000" y="442550"/>
              <a:ext cx="3962100" cy="1781975"/>
            </a:xfrm>
            <a:custGeom>
              <a:rect b="b" l="l" r="r" t="t"/>
              <a:pathLst>
                <a:path extrusionOk="0" fill="none" h="71279" w="158484">
                  <a:moveTo>
                    <a:pt x="0" y="1"/>
                  </a:moveTo>
                  <a:cubicBezTo>
                    <a:pt x="5471" y="2402"/>
                    <a:pt x="11247" y="3922"/>
                    <a:pt x="17174" y="4560"/>
                  </a:cubicBezTo>
                  <a:cubicBezTo>
                    <a:pt x="23253" y="5198"/>
                    <a:pt x="29514" y="8420"/>
                    <a:pt x="35107" y="8177"/>
                  </a:cubicBezTo>
                  <a:cubicBezTo>
                    <a:pt x="44044" y="7782"/>
                    <a:pt x="35290" y="26718"/>
                    <a:pt x="34256" y="29089"/>
                  </a:cubicBezTo>
                  <a:cubicBezTo>
                    <a:pt x="31369" y="35959"/>
                    <a:pt x="40578" y="42980"/>
                    <a:pt x="46658" y="41247"/>
                  </a:cubicBezTo>
                  <a:cubicBezTo>
                    <a:pt x="55533" y="38785"/>
                    <a:pt x="61947" y="31490"/>
                    <a:pt x="71369" y="29180"/>
                  </a:cubicBezTo>
                  <a:cubicBezTo>
                    <a:pt x="79424" y="27174"/>
                    <a:pt x="89819" y="29697"/>
                    <a:pt x="94470" y="34439"/>
                  </a:cubicBezTo>
                  <a:cubicBezTo>
                    <a:pt x="98482" y="38573"/>
                    <a:pt x="99090" y="48785"/>
                    <a:pt x="107753" y="48694"/>
                  </a:cubicBezTo>
                  <a:cubicBezTo>
                    <a:pt x="113407" y="48634"/>
                    <a:pt x="115504" y="49424"/>
                    <a:pt x="117510" y="54652"/>
                  </a:cubicBezTo>
                  <a:cubicBezTo>
                    <a:pt x="119060" y="58694"/>
                    <a:pt x="118665" y="61400"/>
                    <a:pt x="124167" y="62160"/>
                  </a:cubicBezTo>
                  <a:cubicBezTo>
                    <a:pt x="130246" y="62980"/>
                    <a:pt x="140793" y="60245"/>
                    <a:pt x="145717" y="64257"/>
                  </a:cubicBezTo>
                  <a:cubicBezTo>
                    <a:pt x="149061" y="66962"/>
                    <a:pt x="153802" y="71278"/>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16"/>
            <p:cNvSpPr/>
            <p:nvPr/>
          </p:nvSpPr>
          <p:spPr>
            <a:xfrm>
              <a:off x="2975000" y="442550"/>
              <a:ext cx="3962850" cy="1781200"/>
            </a:xfrm>
            <a:custGeom>
              <a:rect b="b" l="l" r="r" t="t"/>
              <a:pathLst>
                <a:path extrusionOk="0" fill="none" h="71248" w="158514">
                  <a:moveTo>
                    <a:pt x="0" y="1"/>
                  </a:moveTo>
                  <a:cubicBezTo>
                    <a:pt x="5502" y="2371"/>
                    <a:pt x="11338" y="3830"/>
                    <a:pt x="17326" y="4347"/>
                  </a:cubicBezTo>
                  <a:cubicBezTo>
                    <a:pt x="23405" y="4833"/>
                    <a:pt x="29484" y="7478"/>
                    <a:pt x="35381" y="7083"/>
                  </a:cubicBezTo>
                  <a:cubicBezTo>
                    <a:pt x="46171" y="6384"/>
                    <a:pt x="37660" y="22007"/>
                    <a:pt x="36080" y="26718"/>
                  </a:cubicBezTo>
                  <a:cubicBezTo>
                    <a:pt x="34560" y="31247"/>
                    <a:pt x="33192" y="34591"/>
                    <a:pt x="37387" y="37934"/>
                  </a:cubicBezTo>
                  <a:cubicBezTo>
                    <a:pt x="40062" y="40032"/>
                    <a:pt x="43983" y="40913"/>
                    <a:pt x="47144" y="39940"/>
                  </a:cubicBezTo>
                  <a:cubicBezTo>
                    <a:pt x="52007" y="38421"/>
                    <a:pt x="55959" y="34864"/>
                    <a:pt x="60548" y="32524"/>
                  </a:cubicBezTo>
                  <a:cubicBezTo>
                    <a:pt x="64409" y="30579"/>
                    <a:pt x="68360" y="29758"/>
                    <a:pt x="72403" y="28512"/>
                  </a:cubicBezTo>
                  <a:cubicBezTo>
                    <a:pt x="80275" y="26080"/>
                    <a:pt x="91187" y="28724"/>
                    <a:pt x="95503" y="33314"/>
                  </a:cubicBezTo>
                  <a:cubicBezTo>
                    <a:pt x="99303" y="37296"/>
                    <a:pt x="99212" y="48877"/>
                    <a:pt x="108118" y="48694"/>
                  </a:cubicBezTo>
                  <a:cubicBezTo>
                    <a:pt x="113589" y="48573"/>
                    <a:pt x="115990" y="49302"/>
                    <a:pt x="118148" y="54409"/>
                  </a:cubicBezTo>
                  <a:cubicBezTo>
                    <a:pt x="119820" y="58299"/>
                    <a:pt x="119364" y="60974"/>
                    <a:pt x="124805" y="61612"/>
                  </a:cubicBezTo>
                  <a:cubicBezTo>
                    <a:pt x="130519" y="62281"/>
                    <a:pt x="141249" y="59819"/>
                    <a:pt x="145991" y="64135"/>
                  </a:cubicBezTo>
                  <a:cubicBezTo>
                    <a:pt x="149213" y="67023"/>
                    <a:pt x="153863" y="71248"/>
                    <a:pt x="158514" y="68695"/>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16"/>
            <p:cNvSpPr/>
            <p:nvPr/>
          </p:nvSpPr>
          <p:spPr>
            <a:xfrm>
              <a:off x="2975000" y="442550"/>
              <a:ext cx="3962100" cy="1777400"/>
            </a:xfrm>
            <a:custGeom>
              <a:rect b="b" l="l" r="r" t="t"/>
              <a:pathLst>
                <a:path extrusionOk="0" fill="none" h="71096" w="158484">
                  <a:moveTo>
                    <a:pt x="0" y="1"/>
                  </a:moveTo>
                  <a:cubicBezTo>
                    <a:pt x="5532" y="2341"/>
                    <a:pt x="11429" y="3739"/>
                    <a:pt x="17447" y="4104"/>
                  </a:cubicBezTo>
                  <a:cubicBezTo>
                    <a:pt x="23496" y="4469"/>
                    <a:pt x="29484" y="6596"/>
                    <a:pt x="35533" y="6049"/>
                  </a:cubicBezTo>
                  <a:cubicBezTo>
                    <a:pt x="47357" y="4955"/>
                    <a:pt x="40822" y="16809"/>
                    <a:pt x="38208" y="23983"/>
                  </a:cubicBezTo>
                  <a:cubicBezTo>
                    <a:pt x="36657" y="28329"/>
                    <a:pt x="33557" y="33253"/>
                    <a:pt x="37691" y="36962"/>
                  </a:cubicBezTo>
                  <a:cubicBezTo>
                    <a:pt x="40244" y="39272"/>
                    <a:pt x="44591" y="39636"/>
                    <a:pt x="47661" y="38603"/>
                  </a:cubicBezTo>
                  <a:cubicBezTo>
                    <a:pt x="52646" y="36931"/>
                    <a:pt x="56901" y="33557"/>
                    <a:pt x="61764" y="31460"/>
                  </a:cubicBezTo>
                  <a:cubicBezTo>
                    <a:pt x="65533" y="29819"/>
                    <a:pt x="69576" y="29150"/>
                    <a:pt x="73375" y="27721"/>
                  </a:cubicBezTo>
                  <a:cubicBezTo>
                    <a:pt x="80974" y="24864"/>
                    <a:pt x="92464" y="27721"/>
                    <a:pt x="96659" y="32068"/>
                  </a:cubicBezTo>
                  <a:cubicBezTo>
                    <a:pt x="100884" y="36445"/>
                    <a:pt x="98634" y="48512"/>
                    <a:pt x="108452" y="48664"/>
                  </a:cubicBezTo>
                  <a:cubicBezTo>
                    <a:pt x="114014" y="48755"/>
                    <a:pt x="116416" y="49150"/>
                    <a:pt x="118756" y="54105"/>
                  </a:cubicBezTo>
                  <a:cubicBezTo>
                    <a:pt x="120550" y="57874"/>
                    <a:pt x="120002" y="60488"/>
                    <a:pt x="125413" y="61035"/>
                  </a:cubicBezTo>
                  <a:cubicBezTo>
                    <a:pt x="131158" y="61643"/>
                    <a:pt x="141553" y="59454"/>
                    <a:pt x="146234" y="63922"/>
                  </a:cubicBezTo>
                  <a:cubicBezTo>
                    <a:pt x="149334" y="66871"/>
                    <a:pt x="153894" y="71096"/>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16"/>
            <p:cNvSpPr/>
            <p:nvPr/>
          </p:nvSpPr>
          <p:spPr>
            <a:xfrm>
              <a:off x="2975000" y="442550"/>
              <a:ext cx="3962850" cy="1775125"/>
            </a:xfrm>
            <a:custGeom>
              <a:rect b="b" l="l" r="r" t="t"/>
              <a:pathLst>
                <a:path extrusionOk="0" fill="none" h="71005" w="158514">
                  <a:moveTo>
                    <a:pt x="0" y="1"/>
                  </a:moveTo>
                  <a:cubicBezTo>
                    <a:pt x="5593" y="2311"/>
                    <a:pt x="11520" y="3648"/>
                    <a:pt x="17569" y="3861"/>
                  </a:cubicBezTo>
                  <a:cubicBezTo>
                    <a:pt x="23587" y="4074"/>
                    <a:pt x="29636" y="5837"/>
                    <a:pt x="35594" y="5046"/>
                  </a:cubicBezTo>
                  <a:cubicBezTo>
                    <a:pt x="47569" y="3466"/>
                    <a:pt x="43800" y="12280"/>
                    <a:pt x="40578" y="20974"/>
                  </a:cubicBezTo>
                  <a:cubicBezTo>
                    <a:pt x="39059" y="25107"/>
                    <a:pt x="34773" y="31916"/>
                    <a:pt x="38268" y="35867"/>
                  </a:cubicBezTo>
                  <a:cubicBezTo>
                    <a:pt x="40548" y="38451"/>
                    <a:pt x="45381" y="38208"/>
                    <a:pt x="48238" y="37296"/>
                  </a:cubicBezTo>
                  <a:cubicBezTo>
                    <a:pt x="53405" y="35624"/>
                    <a:pt x="57965" y="32281"/>
                    <a:pt x="63102" y="30366"/>
                  </a:cubicBezTo>
                  <a:cubicBezTo>
                    <a:pt x="66780" y="28968"/>
                    <a:pt x="70701" y="28420"/>
                    <a:pt x="74257" y="26840"/>
                  </a:cubicBezTo>
                  <a:cubicBezTo>
                    <a:pt x="81552" y="23588"/>
                    <a:pt x="94075" y="26779"/>
                    <a:pt x="97935" y="30791"/>
                  </a:cubicBezTo>
                  <a:cubicBezTo>
                    <a:pt x="101887" y="34895"/>
                    <a:pt x="98938" y="48542"/>
                    <a:pt x="108817" y="48664"/>
                  </a:cubicBezTo>
                  <a:cubicBezTo>
                    <a:pt x="114227" y="48694"/>
                    <a:pt x="116872" y="49029"/>
                    <a:pt x="119364" y="53801"/>
                  </a:cubicBezTo>
                  <a:cubicBezTo>
                    <a:pt x="121249" y="57448"/>
                    <a:pt x="120702" y="60032"/>
                    <a:pt x="126021" y="60518"/>
                  </a:cubicBezTo>
                  <a:cubicBezTo>
                    <a:pt x="131826" y="61035"/>
                    <a:pt x="141857" y="59120"/>
                    <a:pt x="146507" y="63771"/>
                  </a:cubicBezTo>
                  <a:cubicBezTo>
                    <a:pt x="149456" y="66719"/>
                    <a:pt x="153924" y="7100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16"/>
            <p:cNvSpPr/>
            <p:nvPr/>
          </p:nvSpPr>
          <p:spPr>
            <a:xfrm>
              <a:off x="2975000" y="442550"/>
              <a:ext cx="3962850" cy="1772850"/>
            </a:xfrm>
            <a:custGeom>
              <a:rect b="b" l="l" r="r" t="t"/>
              <a:pathLst>
                <a:path extrusionOk="0" fill="none" h="70914" w="158514">
                  <a:moveTo>
                    <a:pt x="0" y="1"/>
                  </a:moveTo>
                  <a:cubicBezTo>
                    <a:pt x="5623" y="2280"/>
                    <a:pt x="11611" y="3526"/>
                    <a:pt x="17690" y="3648"/>
                  </a:cubicBezTo>
                  <a:cubicBezTo>
                    <a:pt x="23648" y="3709"/>
                    <a:pt x="29636" y="5016"/>
                    <a:pt x="35563" y="4104"/>
                  </a:cubicBezTo>
                  <a:cubicBezTo>
                    <a:pt x="47022" y="2371"/>
                    <a:pt x="46627" y="7843"/>
                    <a:pt x="43101" y="17812"/>
                  </a:cubicBezTo>
                  <a:cubicBezTo>
                    <a:pt x="41733" y="21612"/>
                    <a:pt x="36232" y="30670"/>
                    <a:pt x="39028" y="34621"/>
                  </a:cubicBezTo>
                  <a:cubicBezTo>
                    <a:pt x="41004" y="37387"/>
                    <a:pt x="46293" y="36901"/>
                    <a:pt x="48968" y="35989"/>
                  </a:cubicBezTo>
                  <a:cubicBezTo>
                    <a:pt x="57235" y="33071"/>
                    <a:pt x="67235" y="29667"/>
                    <a:pt x="75108" y="25867"/>
                  </a:cubicBezTo>
                  <a:cubicBezTo>
                    <a:pt x="82008" y="22524"/>
                    <a:pt x="95655" y="25746"/>
                    <a:pt x="99303" y="29484"/>
                  </a:cubicBezTo>
                  <a:cubicBezTo>
                    <a:pt x="103042" y="33284"/>
                    <a:pt x="99546" y="48573"/>
                    <a:pt x="109242" y="48573"/>
                  </a:cubicBezTo>
                  <a:cubicBezTo>
                    <a:pt x="114379" y="48573"/>
                    <a:pt x="117328" y="48968"/>
                    <a:pt x="119942" y="53527"/>
                  </a:cubicBezTo>
                  <a:cubicBezTo>
                    <a:pt x="121948" y="57023"/>
                    <a:pt x="121340" y="59606"/>
                    <a:pt x="126629" y="60032"/>
                  </a:cubicBezTo>
                  <a:cubicBezTo>
                    <a:pt x="132495" y="60488"/>
                    <a:pt x="142130" y="58725"/>
                    <a:pt x="146751" y="63558"/>
                  </a:cubicBezTo>
                  <a:cubicBezTo>
                    <a:pt x="149608" y="66567"/>
                    <a:pt x="153985" y="70913"/>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16"/>
            <p:cNvSpPr/>
            <p:nvPr/>
          </p:nvSpPr>
          <p:spPr>
            <a:xfrm>
              <a:off x="2975000" y="442550"/>
              <a:ext cx="3962100" cy="1769800"/>
            </a:xfrm>
            <a:custGeom>
              <a:rect b="b" l="l" r="r" t="t"/>
              <a:pathLst>
                <a:path extrusionOk="0" fill="none" h="70792" w="158484">
                  <a:moveTo>
                    <a:pt x="0" y="1"/>
                  </a:moveTo>
                  <a:cubicBezTo>
                    <a:pt x="5654" y="2280"/>
                    <a:pt x="11703" y="3435"/>
                    <a:pt x="17812" y="3405"/>
                  </a:cubicBezTo>
                  <a:cubicBezTo>
                    <a:pt x="23709" y="3344"/>
                    <a:pt x="29606" y="4165"/>
                    <a:pt x="35502" y="3192"/>
                  </a:cubicBezTo>
                  <a:cubicBezTo>
                    <a:pt x="37660" y="2858"/>
                    <a:pt x="42463" y="1976"/>
                    <a:pt x="44621" y="2949"/>
                  </a:cubicBezTo>
                  <a:cubicBezTo>
                    <a:pt x="49545" y="5168"/>
                    <a:pt x="46840" y="10913"/>
                    <a:pt x="45624" y="14742"/>
                  </a:cubicBezTo>
                  <a:cubicBezTo>
                    <a:pt x="43557" y="21369"/>
                    <a:pt x="34135" y="40001"/>
                    <a:pt x="49819" y="34652"/>
                  </a:cubicBezTo>
                  <a:cubicBezTo>
                    <a:pt x="58299" y="31734"/>
                    <a:pt x="67935" y="28177"/>
                    <a:pt x="76050" y="24864"/>
                  </a:cubicBezTo>
                  <a:cubicBezTo>
                    <a:pt x="83072" y="21977"/>
                    <a:pt x="96051" y="24347"/>
                    <a:pt x="100762" y="28117"/>
                  </a:cubicBezTo>
                  <a:cubicBezTo>
                    <a:pt x="105716" y="32098"/>
                    <a:pt x="98908" y="48299"/>
                    <a:pt x="109698" y="48482"/>
                  </a:cubicBezTo>
                  <a:cubicBezTo>
                    <a:pt x="114653" y="48573"/>
                    <a:pt x="117753" y="48846"/>
                    <a:pt x="120458" y="53254"/>
                  </a:cubicBezTo>
                  <a:cubicBezTo>
                    <a:pt x="122586" y="56628"/>
                    <a:pt x="121948" y="59242"/>
                    <a:pt x="127176" y="59576"/>
                  </a:cubicBezTo>
                  <a:cubicBezTo>
                    <a:pt x="133133" y="60001"/>
                    <a:pt x="142404" y="58360"/>
                    <a:pt x="146963" y="63375"/>
                  </a:cubicBezTo>
                  <a:cubicBezTo>
                    <a:pt x="149699" y="66385"/>
                    <a:pt x="153985" y="70792"/>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16"/>
            <p:cNvSpPr/>
            <p:nvPr/>
          </p:nvSpPr>
          <p:spPr>
            <a:xfrm>
              <a:off x="2975000" y="442550"/>
              <a:ext cx="3963625" cy="1767525"/>
            </a:xfrm>
            <a:custGeom>
              <a:rect b="b" l="l" r="r" t="t"/>
              <a:pathLst>
                <a:path extrusionOk="0" fill="none" h="70701" w="158545">
                  <a:moveTo>
                    <a:pt x="0" y="1"/>
                  </a:moveTo>
                  <a:cubicBezTo>
                    <a:pt x="5715" y="2250"/>
                    <a:pt x="11794" y="3314"/>
                    <a:pt x="17934" y="3192"/>
                  </a:cubicBezTo>
                  <a:cubicBezTo>
                    <a:pt x="23770" y="2979"/>
                    <a:pt x="29575" y="3314"/>
                    <a:pt x="35411" y="2341"/>
                  </a:cubicBezTo>
                  <a:cubicBezTo>
                    <a:pt x="44439" y="791"/>
                    <a:pt x="50518" y="2371"/>
                    <a:pt x="48147" y="11916"/>
                  </a:cubicBezTo>
                  <a:cubicBezTo>
                    <a:pt x="46627" y="18086"/>
                    <a:pt x="34894" y="38725"/>
                    <a:pt x="50883" y="33253"/>
                  </a:cubicBezTo>
                  <a:cubicBezTo>
                    <a:pt x="59697" y="30244"/>
                    <a:pt x="68482" y="26688"/>
                    <a:pt x="77418" y="23922"/>
                  </a:cubicBezTo>
                  <a:cubicBezTo>
                    <a:pt x="84227" y="21794"/>
                    <a:pt x="97601" y="22585"/>
                    <a:pt x="102312" y="26779"/>
                  </a:cubicBezTo>
                  <a:cubicBezTo>
                    <a:pt x="107510" y="31399"/>
                    <a:pt x="99394" y="48056"/>
                    <a:pt x="110276" y="48330"/>
                  </a:cubicBezTo>
                  <a:cubicBezTo>
                    <a:pt x="115200" y="48451"/>
                    <a:pt x="117966" y="49181"/>
                    <a:pt x="120945" y="52889"/>
                  </a:cubicBezTo>
                  <a:cubicBezTo>
                    <a:pt x="123376" y="55928"/>
                    <a:pt x="122464" y="58877"/>
                    <a:pt x="127784" y="59150"/>
                  </a:cubicBezTo>
                  <a:cubicBezTo>
                    <a:pt x="133711" y="59454"/>
                    <a:pt x="142769" y="58026"/>
                    <a:pt x="147267" y="63223"/>
                  </a:cubicBezTo>
                  <a:cubicBezTo>
                    <a:pt x="149881" y="66202"/>
                    <a:pt x="154076" y="70701"/>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16"/>
            <p:cNvSpPr/>
            <p:nvPr/>
          </p:nvSpPr>
          <p:spPr>
            <a:xfrm>
              <a:off x="2975000" y="442550"/>
              <a:ext cx="3962850" cy="1765250"/>
            </a:xfrm>
            <a:custGeom>
              <a:rect b="b" l="l" r="r" t="t"/>
              <a:pathLst>
                <a:path extrusionOk="0" fill="none" h="70610" w="158514">
                  <a:moveTo>
                    <a:pt x="0" y="1"/>
                  </a:moveTo>
                  <a:cubicBezTo>
                    <a:pt x="5745" y="2219"/>
                    <a:pt x="11885" y="3223"/>
                    <a:pt x="18025" y="2949"/>
                  </a:cubicBezTo>
                  <a:cubicBezTo>
                    <a:pt x="23800" y="2645"/>
                    <a:pt x="29514" y="2493"/>
                    <a:pt x="35259" y="1490"/>
                  </a:cubicBezTo>
                  <a:cubicBezTo>
                    <a:pt x="38056" y="1004"/>
                    <a:pt x="42189" y="396"/>
                    <a:pt x="44986" y="1064"/>
                  </a:cubicBezTo>
                  <a:cubicBezTo>
                    <a:pt x="50183" y="2280"/>
                    <a:pt x="51065" y="4803"/>
                    <a:pt x="50487" y="9454"/>
                  </a:cubicBezTo>
                  <a:cubicBezTo>
                    <a:pt x="49728" y="14986"/>
                    <a:pt x="36627" y="36870"/>
                    <a:pt x="52068" y="31825"/>
                  </a:cubicBezTo>
                  <a:cubicBezTo>
                    <a:pt x="60944" y="28937"/>
                    <a:pt x="69910" y="25533"/>
                    <a:pt x="79029" y="23010"/>
                  </a:cubicBezTo>
                  <a:cubicBezTo>
                    <a:pt x="86111" y="21095"/>
                    <a:pt x="98969" y="21551"/>
                    <a:pt x="103893" y="25472"/>
                  </a:cubicBezTo>
                  <a:cubicBezTo>
                    <a:pt x="109212" y="29697"/>
                    <a:pt x="100093" y="47661"/>
                    <a:pt x="110823" y="48147"/>
                  </a:cubicBezTo>
                  <a:cubicBezTo>
                    <a:pt x="115595" y="48360"/>
                    <a:pt x="118422" y="49120"/>
                    <a:pt x="121431" y="52646"/>
                  </a:cubicBezTo>
                  <a:cubicBezTo>
                    <a:pt x="123923" y="55594"/>
                    <a:pt x="123103" y="58542"/>
                    <a:pt x="128300" y="58786"/>
                  </a:cubicBezTo>
                  <a:cubicBezTo>
                    <a:pt x="134288" y="59059"/>
                    <a:pt x="143042" y="57783"/>
                    <a:pt x="147480" y="63041"/>
                  </a:cubicBezTo>
                  <a:cubicBezTo>
                    <a:pt x="150003" y="65989"/>
                    <a:pt x="154076" y="7061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16"/>
            <p:cNvSpPr/>
            <p:nvPr/>
          </p:nvSpPr>
          <p:spPr>
            <a:xfrm>
              <a:off x="2975000" y="428125"/>
              <a:ext cx="3962850" cy="1777400"/>
            </a:xfrm>
            <a:custGeom>
              <a:rect b="b" l="l" r="r" t="t"/>
              <a:pathLst>
                <a:path extrusionOk="0" fill="none" h="71096" w="158514">
                  <a:moveTo>
                    <a:pt x="0" y="578"/>
                  </a:moveTo>
                  <a:cubicBezTo>
                    <a:pt x="5715" y="2705"/>
                    <a:pt x="12128" y="3769"/>
                    <a:pt x="18146" y="3313"/>
                  </a:cubicBezTo>
                  <a:cubicBezTo>
                    <a:pt x="23861" y="2888"/>
                    <a:pt x="29484" y="2219"/>
                    <a:pt x="35138" y="1246"/>
                  </a:cubicBezTo>
                  <a:cubicBezTo>
                    <a:pt x="42554" y="0"/>
                    <a:pt x="52281" y="1489"/>
                    <a:pt x="52585" y="7994"/>
                  </a:cubicBezTo>
                  <a:cubicBezTo>
                    <a:pt x="52767" y="12523"/>
                    <a:pt x="39211" y="35350"/>
                    <a:pt x="53436" y="30882"/>
                  </a:cubicBezTo>
                  <a:cubicBezTo>
                    <a:pt x="62372" y="28086"/>
                    <a:pt x="71673" y="25137"/>
                    <a:pt x="80914" y="22736"/>
                  </a:cubicBezTo>
                  <a:cubicBezTo>
                    <a:pt x="88604" y="20760"/>
                    <a:pt x="100032" y="21551"/>
                    <a:pt x="105443" y="24803"/>
                  </a:cubicBezTo>
                  <a:cubicBezTo>
                    <a:pt x="111674" y="28511"/>
                    <a:pt x="99941" y="47508"/>
                    <a:pt x="111431" y="48511"/>
                  </a:cubicBezTo>
                  <a:cubicBezTo>
                    <a:pt x="116081" y="48937"/>
                    <a:pt x="118847" y="49606"/>
                    <a:pt x="121887" y="52980"/>
                  </a:cubicBezTo>
                  <a:cubicBezTo>
                    <a:pt x="124440" y="55837"/>
                    <a:pt x="123741" y="58785"/>
                    <a:pt x="128787" y="58998"/>
                  </a:cubicBezTo>
                  <a:cubicBezTo>
                    <a:pt x="134836" y="59271"/>
                    <a:pt x="143316" y="58147"/>
                    <a:pt x="147723" y="63436"/>
                  </a:cubicBezTo>
                  <a:cubicBezTo>
                    <a:pt x="150125" y="66323"/>
                    <a:pt x="154106" y="71095"/>
                    <a:pt x="158514" y="6924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16"/>
            <p:cNvSpPr/>
            <p:nvPr/>
          </p:nvSpPr>
          <p:spPr>
            <a:xfrm>
              <a:off x="2975000" y="412925"/>
              <a:ext cx="3962850" cy="1789550"/>
            </a:xfrm>
            <a:custGeom>
              <a:rect b="b" l="l" r="r" t="t"/>
              <a:pathLst>
                <a:path extrusionOk="0" fill="none" h="71582" w="158514">
                  <a:moveTo>
                    <a:pt x="0" y="1186"/>
                  </a:moveTo>
                  <a:cubicBezTo>
                    <a:pt x="5745" y="3283"/>
                    <a:pt x="12219" y="4286"/>
                    <a:pt x="18238" y="3678"/>
                  </a:cubicBezTo>
                  <a:cubicBezTo>
                    <a:pt x="23891" y="3131"/>
                    <a:pt x="29454" y="1976"/>
                    <a:pt x="35046" y="1034"/>
                  </a:cubicBezTo>
                  <a:cubicBezTo>
                    <a:pt x="41308" y="0"/>
                    <a:pt x="52980" y="638"/>
                    <a:pt x="54317" y="7082"/>
                  </a:cubicBezTo>
                  <a:cubicBezTo>
                    <a:pt x="55260" y="11672"/>
                    <a:pt x="42159" y="33557"/>
                    <a:pt x="54895" y="29879"/>
                  </a:cubicBezTo>
                  <a:cubicBezTo>
                    <a:pt x="64044" y="27204"/>
                    <a:pt x="73588" y="24864"/>
                    <a:pt x="82950" y="22523"/>
                  </a:cubicBezTo>
                  <a:cubicBezTo>
                    <a:pt x="90488" y="20608"/>
                    <a:pt x="101248" y="21186"/>
                    <a:pt x="106932" y="24256"/>
                  </a:cubicBezTo>
                  <a:cubicBezTo>
                    <a:pt x="113862" y="27964"/>
                    <a:pt x="100762" y="47478"/>
                    <a:pt x="112069" y="48876"/>
                  </a:cubicBezTo>
                  <a:cubicBezTo>
                    <a:pt x="116264" y="49363"/>
                    <a:pt x="119729" y="49879"/>
                    <a:pt x="122343" y="53344"/>
                  </a:cubicBezTo>
                  <a:cubicBezTo>
                    <a:pt x="124562" y="56354"/>
                    <a:pt x="124653" y="59089"/>
                    <a:pt x="129273" y="59272"/>
                  </a:cubicBezTo>
                  <a:cubicBezTo>
                    <a:pt x="135352" y="59545"/>
                    <a:pt x="143620" y="58603"/>
                    <a:pt x="147936" y="63861"/>
                  </a:cubicBezTo>
                  <a:cubicBezTo>
                    <a:pt x="150277" y="66688"/>
                    <a:pt x="154137" y="71582"/>
                    <a:pt x="158514" y="6984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16"/>
            <p:cNvSpPr/>
            <p:nvPr/>
          </p:nvSpPr>
          <p:spPr>
            <a:xfrm>
              <a:off x="2975000" y="386325"/>
              <a:ext cx="3962850" cy="1813875"/>
            </a:xfrm>
            <a:custGeom>
              <a:rect b="b" l="l" r="r" t="t"/>
              <a:pathLst>
                <a:path extrusionOk="0" fill="none" h="72555" w="158514">
                  <a:moveTo>
                    <a:pt x="0" y="2250"/>
                  </a:moveTo>
                  <a:cubicBezTo>
                    <a:pt x="5806" y="4286"/>
                    <a:pt x="12371" y="5259"/>
                    <a:pt x="18390" y="4529"/>
                  </a:cubicBezTo>
                  <a:cubicBezTo>
                    <a:pt x="23982" y="3830"/>
                    <a:pt x="29423" y="2250"/>
                    <a:pt x="35046" y="1307"/>
                  </a:cubicBezTo>
                  <a:cubicBezTo>
                    <a:pt x="42767" y="0"/>
                    <a:pt x="52402" y="2067"/>
                    <a:pt x="55685" y="7174"/>
                  </a:cubicBezTo>
                  <a:cubicBezTo>
                    <a:pt x="57570" y="10183"/>
                    <a:pt x="46658" y="32159"/>
                    <a:pt x="56719" y="29271"/>
                  </a:cubicBezTo>
                  <a:cubicBezTo>
                    <a:pt x="65442" y="26748"/>
                    <a:pt x="75746" y="25077"/>
                    <a:pt x="85139" y="22736"/>
                  </a:cubicBezTo>
                  <a:cubicBezTo>
                    <a:pt x="92494" y="20882"/>
                    <a:pt x="102099" y="21338"/>
                    <a:pt x="108300" y="24317"/>
                  </a:cubicBezTo>
                  <a:cubicBezTo>
                    <a:pt x="116477" y="28207"/>
                    <a:pt x="101765" y="47873"/>
                    <a:pt x="112799" y="49636"/>
                  </a:cubicBezTo>
                  <a:cubicBezTo>
                    <a:pt x="116780" y="50275"/>
                    <a:pt x="120215" y="50852"/>
                    <a:pt x="122768" y="54165"/>
                  </a:cubicBezTo>
                  <a:cubicBezTo>
                    <a:pt x="125048" y="57083"/>
                    <a:pt x="125200" y="59849"/>
                    <a:pt x="129729" y="60032"/>
                  </a:cubicBezTo>
                  <a:cubicBezTo>
                    <a:pt x="135839" y="60336"/>
                    <a:pt x="143893" y="59545"/>
                    <a:pt x="148179" y="64773"/>
                  </a:cubicBezTo>
                  <a:cubicBezTo>
                    <a:pt x="150459" y="67539"/>
                    <a:pt x="154167" y="72555"/>
                    <a:pt x="158514" y="7091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16"/>
            <p:cNvSpPr/>
            <p:nvPr/>
          </p:nvSpPr>
          <p:spPr>
            <a:xfrm>
              <a:off x="2975000" y="367325"/>
              <a:ext cx="3962850" cy="1829825"/>
            </a:xfrm>
            <a:custGeom>
              <a:rect b="b" l="l" r="r" t="t"/>
              <a:pathLst>
                <a:path extrusionOk="0" fill="none" h="73193" w="158514">
                  <a:moveTo>
                    <a:pt x="0" y="3010"/>
                  </a:moveTo>
                  <a:cubicBezTo>
                    <a:pt x="5836" y="5016"/>
                    <a:pt x="12432" y="5897"/>
                    <a:pt x="18481" y="5046"/>
                  </a:cubicBezTo>
                  <a:cubicBezTo>
                    <a:pt x="24104" y="4286"/>
                    <a:pt x="29514" y="2067"/>
                    <a:pt x="35077" y="1216"/>
                  </a:cubicBezTo>
                  <a:cubicBezTo>
                    <a:pt x="43010" y="0"/>
                    <a:pt x="51703" y="2584"/>
                    <a:pt x="56719" y="7447"/>
                  </a:cubicBezTo>
                  <a:cubicBezTo>
                    <a:pt x="60123" y="10791"/>
                    <a:pt x="50335" y="30396"/>
                    <a:pt x="58998" y="28360"/>
                  </a:cubicBezTo>
                  <a:cubicBezTo>
                    <a:pt x="67722" y="26293"/>
                    <a:pt x="78056" y="25016"/>
                    <a:pt x="87357" y="22615"/>
                  </a:cubicBezTo>
                  <a:cubicBezTo>
                    <a:pt x="94531" y="20761"/>
                    <a:pt x="103224" y="21065"/>
                    <a:pt x="109546" y="24104"/>
                  </a:cubicBezTo>
                  <a:cubicBezTo>
                    <a:pt x="118209" y="28268"/>
                    <a:pt x="103376" y="47965"/>
                    <a:pt x="113559" y="50062"/>
                  </a:cubicBezTo>
                  <a:cubicBezTo>
                    <a:pt x="117328" y="50822"/>
                    <a:pt x="120671" y="51551"/>
                    <a:pt x="123194" y="54682"/>
                  </a:cubicBezTo>
                  <a:cubicBezTo>
                    <a:pt x="125474" y="57539"/>
                    <a:pt x="125717" y="60305"/>
                    <a:pt x="130155" y="60518"/>
                  </a:cubicBezTo>
                  <a:cubicBezTo>
                    <a:pt x="136295" y="60852"/>
                    <a:pt x="144137" y="60214"/>
                    <a:pt x="148392" y="65381"/>
                  </a:cubicBezTo>
                  <a:cubicBezTo>
                    <a:pt x="150611" y="68056"/>
                    <a:pt x="154228" y="73193"/>
                    <a:pt x="158514" y="7167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16"/>
            <p:cNvSpPr/>
            <p:nvPr/>
          </p:nvSpPr>
          <p:spPr>
            <a:xfrm>
              <a:off x="2975000" y="347575"/>
              <a:ext cx="3962850" cy="1845775"/>
            </a:xfrm>
            <a:custGeom>
              <a:rect b="b" l="l" r="r" t="t"/>
              <a:pathLst>
                <a:path extrusionOk="0" fill="none" h="73831" w="158514">
                  <a:moveTo>
                    <a:pt x="0" y="3800"/>
                  </a:moveTo>
                  <a:cubicBezTo>
                    <a:pt x="5867" y="5775"/>
                    <a:pt x="12554" y="6566"/>
                    <a:pt x="18602" y="5623"/>
                  </a:cubicBezTo>
                  <a:cubicBezTo>
                    <a:pt x="24256" y="4711"/>
                    <a:pt x="29575" y="1915"/>
                    <a:pt x="35229" y="1125"/>
                  </a:cubicBezTo>
                  <a:cubicBezTo>
                    <a:pt x="43284" y="0"/>
                    <a:pt x="51217" y="3404"/>
                    <a:pt x="57448" y="7903"/>
                  </a:cubicBezTo>
                  <a:cubicBezTo>
                    <a:pt x="62129" y="11247"/>
                    <a:pt x="59454" y="16353"/>
                    <a:pt x="58421" y="20852"/>
                  </a:cubicBezTo>
                  <a:cubicBezTo>
                    <a:pt x="57782" y="23587"/>
                    <a:pt x="56506" y="28420"/>
                    <a:pt x="61582" y="27599"/>
                  </a:cubicBezTo>
                  <a:cubicBezTo>
                    <a:pt x="70305" y="26171"/>
                    <a:pt x="80366" y="24925"/>
                    <a:pt x="89516" y="22493"/>
                  </a:cubicBezTo>
                  <a:cubicBezTo>
                    <a:pt x="96628" y="20639"/>
                    <a:pt x="104501" y="20700"/>
                    <a:pt x="110732" y="23952"/>
                  </a:cubicBezTo>
                  <a:cubicBezTo>
                    <a:pt x="119698" y="28663"/>
                    <a:pt x="104501" y="47600"/>
                    <a:pt x="114379" y="50487"/>
                  </a:cubicBezTo>
                  <a:cubicBezTo>
                    <a:pt x="117996" y="51551"/>
                    <a:pt x="121157" y="52250"/>
                    <a:pt x="123619" y="55229"/>
                  </a:cubicBezTo>
                  <a:cubicBezTo>
                    <a:pt x="125899" y="57995"/>
                    <a:pt x="126203" y="60791"/>
                    <a:pt x="130550" y="61065"/>
                  </a:cubicBezTo>
                  <a:cubicBezTo>
                    <a:pt x="136659" y="61399"/>
                    <a:pt x="144380" y="60913"/>
                    <a:pt x="148605" y="65989"/>
                  </a:cubicBezTo>
                  <a:cubicBezTo>
                    <a:pt x="150793" y="68603"/>
                    <a:pt x="154258" y="73831"/>
                    <a:pt x="158514" y="7246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16"/>
            <p:cNvSpPr/>
            <p:nvPr/>
          </p:nvSpPr>
          <p:spPr>
            <a:xfrm>
              <a:off x="2975000" y="324000"/>
              <a:ext cx="3962850" cy="1867075"/>
            </a:xfrm>
            <a:custGeom>
              <a:rect b="b" l="l" r="r" t="t"/>
              <a:pathLst>
                <a:path extrusionOk="0" fill="none" h="74683" w="158514">
                  <a:moveTo>
                    <a:pt x="0" y="4743"/>
                  </a:moveTo>
                  <a:cubicBezTo>
                    <a:pt x="5897" y="6688"/>
                    <a:pt x="12645" y="7387"/>
                    <a:pt x="18724" y="6323"/>
                  </a:cubicBezTo>
                  <a:cubicBezTo>
                    <a:pt x="24469" y="5290"/>
                    <a:pt x="29758" y="1977"/>
                    <a:pt x="35502" y="1156"/>
                  </a:cubicBezTo>
                  <a:cubicBezTo>
                    <a:pt x="43466" y="1"/>
                    <a:pt x="51460" y="4682"/>
                    <a:pt x="57934" y="8572"/>
                  </a:cubicBezTo>
                  <a:cubicBezTo>
                    <a:pt x="62858" y="11521"/>
                    <a:pt x="62099" y="15411"/>
                    <a:pt x="61339" y="20153"/>
                  </a:cubicBezTo>
                  <a:cubicBezTo>
                    <a:pt x="60883" y="22919"/>
                    <a:pt x="59576" y="27448"/>
                    <a:pt x="64378" y="27144"/>
                  </a:cubicBezTo>
                  <a:cubicBezTo>
                    <a:pt x="73223" y="26597"/>
                    <a:pt x="82737" y="24834"/>
                    <a:pt x="91643" y="22494"/>
                  </a:cubicBezTo>
                  <a:cubicBezTo>
                    <a:pt x="98817" y="20609"/>
                    <a:pt x="105747" y="20366"/>
                    <a:pt x="111856" y="23983"/>
                  </a:cubicBezTo>
                  <a:cubicBezTo>
                    <a:pt x="120519" y="29120"/>
                    <a:pt x="105990" y="47296"/>
                    <a:pt x="115230" y="51035"/>
                  </a:cubicBezTo>
                  <a:cubicBezTo>
                    <a:pt x="118543" y="52372"/>
                    <a:pt x="121705" y="53072"/>
                    <a:pt x="124045" y="55898"/>
                  </a:cubicBezTo>
                  <a:cubicBezTo>
                    <a:pt x="126325" y="58634"/>
                    <a:pt x="126659" y="61461"/>
                    <a:pt x="130914" y="61765"/>
                  </a:cubicBezTo>
                  <a:cubicBezTo>
                    <a:pt x="136994" y="62160"/>
                    <a:pt x="144593" y="61825"/>
                    <a:pt x="148818" y="66810"/>
                  </a:cubicBezTo>
                  <a:cubicBezTo>
                    <a:pt x="150945" y="69364"/>
                    <a:pt x="154289" y="74683"/>
                    <a:pt x="158514" y="73406"/>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16"/>
            <p:cNvSpPr/>
            <p:nvPr/>
          </p:nvSpPr>
          <p:spPr>
            <a:xfrm>
              <a:off x="2975000" y="297425"/>
              <a:ext cx="3962850" cy="1890625"/>
            </a:xfrm>
            <a:custGeom>
              <a:rect b="b" l="l" r="r" t="t"/>
              <a:pathLst>
                <a:path extrusionOk="0" fill="none" h="75625" w="158514">
                  <a:moveTo>
                    <a:pt x="0" y="5806"/>
                  </a:moveTo>
                  <a:cubicBezTo>
                    <a:pt x="5927" y="7690"/>
                    <a:pt x="12918" y="8450"/>
                    <a:pt x="18815" y="7173"/>
                  </a:cubicBezTo>
                  <a:cubicBezTo>
                    <a:pt x="24530" y="5927"/>
                    <a:pt x="30122" y="2128"/>
                    <a:pt x="35928" y="1216"/>
                  </a:cubicBezTo>
                  <a:cubicBezTo>
                    <a:pt x="43648" y="0"/>
                    <a:pt x="52494" y="5593"/>
                    <a:pt x="58178" y="9392"/>
                  </a:cubicBezTo>
                  <a:cubicBezTo>
                    <a:pt x="62585" y="12310"/>
                    <a:pt x="64226" y="14347"/>
                    <a:pt x="64074" y="19940"/>
                  </a:cubicBezTo>
                  <a:cubicBezTo>
                    <a:pt x="64014" y="22797"/>
                    <a:pt x="62828" y="26839"/>
                    <a:pt x="67296" y="27022"/>
                  </a:cubicBezTo>
                  <a:cubicBezTo>
                    <a:pt x="76081" y="27417"/>
                    <a:pt x="85199" y="24560"/>
                    <a:pt x="93589" y="22584"/>
                  </a:cubicBezTo>
                  <a:cubicBezTo>
                    <a:pt x="100975" y="20851"/>
                    <a:pt x="106598" y="19879"/>
                    <a:pt x="112920" y="24165"/>
                  </a:cubicBezTo>
                  <a:cubicBezTo>
                    <a:pt x="121188" y="29788"/>
                    <a:pt x="107753" y="47113"/>
                    <a:pt x="116142" y="51673"/>
                  </a:cubicBezTo>
                  <a:cubicBezTo>
                    <a:pt x="119030" y="53223"/>
                    <a:pt x="122221" y="54013"/>
                    <a:pt x="124501" y="56718"/>
                  </a:cubicBezTo>
                  <a:cubicBezTo>
                    <a:pt x="126781" y="59423"/>
                    <a:pt x="127115" y="62281"/>
                    <a:pt x="131279" y="62615"/>
                  </a:cubicBezTo>
                  <a:cubicBezTo>
                    <a:pt x="137358" y="63101"/>
                    <a:pt x="144836" y="62828"/>
                    <a:pt x="149030" y="67752"/>
                  </a:cubicBezTo>
                  <a:cubicBezTo>
                    <a:pt x="151158" y="70244"/>
                    <a:pt x="154350" y="75624"/>
                    <a:pt x="158514" y="7446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16"/>
            <p:cNvSpPr/>
            <p:nvPr/>
          </p:nvSpPr>
          <p:spPr>
            <a:xfrm>
              <a:off x="2975000" y="270050"/>
              <a:ext cx="3962100" cy="1914200"/>
            </a:xfrm>
            <a:custGeom>
              <a:rect b="b" l="l" r="r" t="t"/>
              <a:pathLst>
                <a:path extrusionOk="0" fill="none" h="76568" w="158484">
                  <a:moveTo>
                    <a:pt x="0" y="6901"/>
                  </a:moveTo>
                  <a:cubicBezTo>
                    <a:pt x="5988" y="8785"/>
                    <a:pt x="13040" y="9484"/>
                    <a:pt x="18937" y="8025"/>
                  </a:cubicBezTo>
                  <a:cubicBezTo>
                    <a:pt x="24803" y="6627"/>
                    <a:pt x="30396" y="2402"/>
                    <a:pt x="36414" y="1338"/>
                  </a:cubicBezTo>
                  <a:cubicBezTo>
                    <a:pt x="44013" y="1"/>
                    <a:pt x="52463" y="6688"/>
                    <a:pt x="58208" y="10244"/>
                  </a:cubicBezTo>
                  <a:cubicBezTo>
                    <a:pt x="62676" y="13010"/>
                    <a:pt x="65138" y="14925"/>
                    <a:pt x="66476" y="20092"/>
                  </a:cubicBezTo>
                  <a:cubicBezTo>
                    <a:pt x="67235" y="22980"/>
                    <a:pt x="65868" y="26536"/>
                    <a:pt x="70214" y="27144"/>
                  </a:cubicBezTo>
                  <a:cubicBezTo>
                    <a:pt x="78695" y="28329"/>
                    <a:pt x="87753" y="24104"/>
                    <a:pt x="95351" y="22646"/>
                  </a:cubicBezTo>
                  <a:cubicBezTo>
                    <a:pt x="102950" y="21187"/>
                    <a:pt x="107327" y="19150"/>
                    <a:pt x="113893" y="24408"/>
                  </a:cubicBezTo>
                  <a:cubicBezTo>
                    <a:pt x="121309" y="30366"/>
                    <a:pt x="109668" y="47023"/>
                    <a:pt x="117084" y="52251"/>
                  </a:cubicBezTo>
                  <a:cubicBezTo>
                    <a:pt x="119577" y="54014"/>
                    <a:pt x="122586" y="54956"/>
                    <a:pt x="125018" y="57418"/>
                  </a:cubicBezTo>
                  <a:cubicBezTo>
                    <a:pt x="127419" y="59880"/>
                    <a:pt x="127145" y="63011"/>
                    <a:pt x="131614" y="63436"/>
                  </a:cubicBezTo>
                  <a:cubicBezTo>
                    <a:pt x="137602" y="64014"/>
                    <a:pt x="144988" y="63832"/>
                    <a:pt x="149213" y="68695"/>
                  </a:cubicBezTo>
                  <a:cubicBezTo>
                    <a:pt x="151310" y="71126"/>
                    <a:pt x="154410" y="76567"/>
                    <a:pt x="158483" y="755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16"/>
            <p:cNvSpPr/>
            <p:nvPr/>
          </p:nvSpPr>
          <p:spPr>
            <a:xfrm>
              <a:off x="2975000" y="244975"/>
              <a:ext cx="3962100" cy="1937000"/>
            </a:xfrm>
            <a:custGeom>
              <a:rect b="b" l="l" r="r" t="t"/>
              <a:pathLst>
                <a:path extrusionOk="0" fill="none" h="77480" w="158484">
                  <a:moveTo>
                    <a:pt x="0" y="7904"/>
                  </a:moveTo>
                  <a:cubicBezTo>
                    <a:pt x="6019" y="9758"/>
                    <a:pt x="13162" y="10366"/>
                    <a:pt x="19058" y="8815"/>
                  </a:cubicBezTo>
                  <a:cubicBezTo>
                    <a:pt x="25077" y="7204"/>
                    <a:pt x="30730" y="2554"/>
                    <a:pt x="36992" y="1429"/>
                  </a:cubicBezTo>
                  <a:cubicBezTo>
                    <a:pt x="44773" y="1"/>
                    <a:pt x="52038" y="7296"/>
                    <a:pt x="58086" y="10974"/>
                  </a:cubicBezTo>
                  <a:cubicBezTo>
                    <a:pt x="62463" y="13618"/>
                    <a:pt x="66111" y="15806"/>
                    <a:pt x="68482" y="20457"/>
                  </a:cubicBezTo>
                  <a:cubicBezTo>
                    <a:pt x="69910" y="23253"/>
                    <a:pt x="69090" y="26475"/>
                    <a:pt x="73041" y="27387"/>
                  </a:cubicBezTo>
                  <a:cubicBezTo>
                    <a:pt x="81005" y="29180"/>
                    <a:pt x="90002" y="23679"/>
                    <a:pt x="96841" y="22615"/>
                  </a:cubicBezTo>
                  <a:cubicBezTo>
                    <a:pt x="104622" y="21399"/>
                    <a:pt x="107692" y="18360"/>
                    <a:pt x="114714" y="24621"/>
                  </a:cubicBezTo>
                  <a:cubicBezTo>
                    <a:pt x="121917" y="31065"/>
                    <a:pt x="111552" y="46780"/>
                    <a:pt x="118087" y="52767"/>
                  </a:cubicBezTo>
                  <a:cubicBezTo>
                    <a:pt x="120124" y="54682"/>
                    <a:pt x="123224" y="55807"/>
                    <a:pt x="125443" y="58178"/>
                  </a:cubicBezTo>
                  <a:cubicBezTo>
                    <a:pt x="127784" y="60640"/>
                    <a:pt x="127632" y="63771"/>
                    <a:pt x="131918" y="64257"/>
                  </a:cubicBezTo>
                  <a:cubicBezTo>
                    <a:pt x="137905" y="64956"/>
                    <a:pt x="145170" y="64804"/>
                    <a:pt x="149425" y="69576"/>
                  </a:cubicBezTo>
                  <a:cubicBezTo>
                    <a:pt x="151523" y="71947"/>
                    <a:pt x="154471" y="77479"/>
                    <a:pt x="158483" y="765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16"/>
            <p:cNvSpPr/>
            <p:nvPr/>
          </p:nvSpPr>
          <p:spPr>
            <a:xfrm>
              <a:off x="2975000" y="222950"/>
              <a:ext cx="3962100" cy="1955225"/>
            </a:xfrm>
            <a:custGeom>
              <a:rect b="b" l="l" r="r" t="t"/>
              <a:pathLst>
                <a:path extrusionOk="0" fill="none" h="78209" w="158484">
                  <a:moveTo>
                    <a:pt x="0" y="8785"/>
                  </a:moveTo>
                  <a:cubicBezTo>
                    <a:pt x="6079" y="10608"/>
                    <a:pt x="13313" y="11155"/>
                    <a:pt x="19180" y="9453"/>
                  </a:cubicBezTo>
                  <a:cubicBezTo>
                    <a:pt x="25289" y="7690"/>
                    <a:pt x="31125" y="2584"/>
                    <a:pt x="37569" y="1459"/>
                  </a:cubicBezTo>
                  <a:cubicBezTo>
                    <a:pt x="45776" y="0"/>
                    <a:pt x="51642" y="7630"/>
                    <a:pt x="57874" y="11520"/>
                  </a:cubicBezTo>
                  <a:cubicBezTo>
                    <a:pt x="62099" y="14134"/>
                    <a:pt x="67175" y="16596"/>
                    <a:pt x="70123" y="20882"/>
                  </a:cubicBezTo>
                  <a:cubicBezTo>
                    <a:pt x="71886" y="23466"/>
                    <a:pt x="72190" y="26688"/>
                    <a:pt x="75625" y="27569"/>
                  </a:cubicBezTo>
                  <a:cubicBezTo>
                    <a:pt x="83193" y="29484"/>
                    <a:pt x="91339" y="23374"/>
                    <a:pt x="97996" y="22371"/>
                  </a:cubicBezTo>
                  <a:cubicBezTo>
                    <a:pt x="106051" y="21186"/>
                    <a:pt x="108391" y="17630"/>
                    <a:pt x="115473" y="24773"/>
                  </a:cubicBezTo>
                  <a:cubicBezTo>
                    <a:pt x="122039" y="31369"/>
                    <a:pt x="113528" y="46475"/>
                    <a:pt x="119060" y="53101"/>
                  </a:cubicBezTo>
                  <a:cubicBezTo>
                    <a:pt x="120732" y="55107"/>
                    <a:pt x="123802" y="56475"/>
                    <a:pt x="125869" y="58785"/>
                  </a:cubicBezTo>
                  <a:cubicBezTo>
                    <a:pt x="128088" y="61247"/>
                    <a:pt x="128057" y="64348"/>
                    <a:pt x="132191" y="64925"/>
                  </a:cubicBezTo>
                  <a:cubicBezTo>
                    <a:pt x="138179" y="65746"/>
                    <a:pt x="145352" y="65594"/>
                    <a:pt x="149608" y="70305"/>
                  </a:cubicBezTo>
                  <a:cubicBezTo>
                    <a:pt x="151705" y="72615"/>
                    <a:pt x="154502" y="78208"/>
                    <a:pt x="158483" y="7744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16"/>
            <p:cNvSpPr/>
            <p:nvPr/>
          </p:nvSpPr>
          <p:spPr>
            <a:xfrm>
              <a:off x="2975000" y="197875"/>
              <a:ext cx="3962850" cy="1976500"/>
            </a:xfrm>
            <a:custGeom>
              <a:rect b="b" l="l" r="r" t="t"/>
              <a:pathLst>
                <a:path extrusionOk="0" fill="none" h="79060" w="158514">
                  <a:moveTo>
                    <a:pt x="0" y="9788"/>
                  </a:moveTo>
                  <a:cubicBezTo>
                    <a:pt x="6110" y="11551"/>
                    <a:pt x="13222" y="11824"/>
                    <a:pt x="19301" y="10244"/>
                  </a:cubicBezTo>
                  <a:cubicBezTo>
                    <a:pt x="26080" y="8450"/>
                    <a:pt x="31369" y="3040"/>
                    <a:pt x="38208" y="1642"/>
                  </a:cubicBezTo>
                  <a:cubicBezTo>
                    <a:pt x="46384" y="0"/>
                    <a:pt x="51855" y="8207"/>
                    <a:pt x="57600" y="12098"/>
                  </a:cubicBezTo>
                  <a:cubicBezTo>
                    <a:pt x="61886" y="14985"/>
                    <a:pt x="67296" y="17478"/>
                    <a:pt x="71065" y="21368"/>
                  </a:cubicBezTo>
                  <a:cubicBezTo>
                    <a:pt x="73315" y="23678"/>
                    <a:pt x="74743" y="27113"/>
                    <a:pt x="77904" y="27903"/>
                  </a:cubicBezTo>
                  <a:cubicBezTo>
                    <a:pt x="84865" y="29575"/>
                    <a:pt x="91978" y="23648"/>
                    <a:pt x="98847" y="22280"/>
                  </a:cubicBezTo>
                  <a:cubicBezTo>
                    <a:pt x="107419" y="20517"/>
                    <a:pt x="109850" y="17903"/>
                    <a:pt x="116233" y="25077"/>
                  </a:cubicBezTo>
                  <a:cubicBezTo>
                    <a:pt x="122069" y="31642"/>
                    <a:pt x="115656" y="46536"/>
                    <a:pt x="120154" y="53557"/>
                  </a:cubicBezTo>
                  <a:cubicBezTo>
                    <a:pt x="121492" y="55624"/>
                    <a:pt x="124471" y="57235"/>
                    <a:pt x="126325" y="59484"/>
                  </a:cubicBezTo>
                  <a:cubicBezTo>
                    <a:pt x="128422" y="61977"/>
                    <a:pt x="128544" y="65047"/>
                    <a:pt x="132495" y="65685"/>
                  </a:cubicBezTo>
                  <a:cubicBezTo>
                    <a:pt x="138392" y="66658"/>
                    <a:pt x="145565" y="66506"/>
                    <a:pt x="149851" y="71187"/>
                  </a:cubicBezTo>
                  <a:cubicBezTo>
                    <a:pt x="151918" y="73466"/>
                    <a:pt x="154593" y="79059"/>
                    <a:pt x="158514" y="7845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16"/>
            <p:cNvSpPr/>
            <p:nvPr/>
          </p:nvSpPr>
          <p:spPr>
            <a:xfrm>
              <a:off x="2975000" y="180400"/>
              <a:ext cx="3962850" cy="1990925"/>
            </a:xfrm>
            <a:custGeom>
              <a:rect b="b" l="l" r="r" t="t"/>
              <a:pathLst>
                <a:path extrusionOk="0" fill="none" h="79637" w="158514">
                  <a:moveTo>
                    <a:pt x="0" y="10487"/>
                  </a:moveTo>
                  <a:cubicBezTo>
                    <a:pt x="6171" y="12219"/>
                    <a:pt x="13374" y="12371"/>
                    <a:pt x="19453" y="10699"/>
                  </a:cubicBezTo>
                  <a:cubicBezTo>
                    <a:pt x="26384" y="8754"/>
                    <a:pt x="31764" y="2979"/>
                    <a:pt x="38876" y="1611"/>
                  </a:cubicBezTo>
                  <a:cubicBezTo>
                    <a:pt x="47265" y="0"/>
                    <a:pt x="51946" y="8025"/>
                    <a:pt x="57418" y="12280"/>
                  </a:cubicBezTo>
                  <a:cubicBezTo>
                    <a:pt x="61582" y="15532"/>
                    <a:pt x="67083" y="17994"/>
                    <a:pt x="71460" y="21490"/>
                  </a:cubicBezTo>
                  <a:cubicBezTo>
                    <a:pt x="74166" y="23678"/>
                    <a:pt x="76597" y="27143"/>
                    <a:pt x="79789" y="27812"/>
                  </a:cubicBezTo>
                  <a:cubicBezTo>
                    <a:pt x="86172" y="29149"/>
                    <a:pt x="92950" y="23374"/>
                    <a:pt x="99364" y="21733"/>
                  </a:cubicBezTo>
                  <a:cubicBezTo>
                    <a:pt x="107723" y="19605"/>
                    <a:pt x="111218" y="17934"/>
                    <a:pt x="117024" y="25137"/>
                  </a:cubicBezTo>
                  <a:cubicBezTo>
                    <a:pt x="122100" y="31460"/>
                    <a:pt x="117784" y="46475"/>
                    <a:pt x="121249" y="53679"/>
                  </a:cubicBezTo>
                  <a:cubicBezTo>
                    <a:pt x="122708" y="56718"/>
                    <a:pt x="129060" y="65472"/>
                    <a:pt x="132769" y="66171"/>
                  </a:cubicBezTo>
                  <a:cubicBezTo>
                    <a:pt x="138605" y="67296"/>
                    <a:pt x="145748" y="67114"/>
                    <a:pt x="150033" y="71764"/>
                  </a:cubicBezTo>
                  <a:cubicBezTo>
                    <a:pt x="152100" y="73983"/>
                    <a:pt x="154684" y="79637"/>
                    <a:pt x="158514" y="7915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16"/>
            <p:cNvSpPr/>
            <p:nvPr/>
          </p:nvSpPr>
          <p:spPr>
            <a:xfrm>
              <a:off x="2975000" y="165200"/>
              <a:ext cx="3962850" cy="2002325"/>
            </a:xfrm>
            <a:custGeom>
              <a:rect b="b" l="l" r="r" t="t"/>
              <a:pathLst>
                <a:path extrusionOk="0" fill="none" h="80093" w="158514">
                  <a:moveTo>
                    <a:pt x="0" y="11095"/>
                  </a:moveTo>
                  <a:cubicBezTo>
                    <a:pt x="6201" y="12797"/>
                    <a:pt x="13496" y="12858"/>
                    <a:pt x="19575" y="11064"/>
                  </a:cubicBezTo>
                  <a:cubicBezTo>
                    <a:pt x="26688" y="8967"/>
                    <a:pt x="32128" y="2857"/>
                    <a:pt x="39545" y="1520"/>
                  </a:cubicBezTo>
                  <a:cubicBezTo>
                    <a:pt x="47965" y="0"/>
                    <a:pt x="52402" y="7599"/>
                    <a:pt x="57326" y="12280"/>
                  </a:cubicBezTo>
                  <a:cubicBezTo>
                    <a:pt x="61096" y="15867"/>
                    <a:pt x="66840" y="18329"/>
                    <a:pt x="71491" y="21490"/>
                  </a:cubicBezTo>
                  <a:cubicBezTo>
                    <a:pt x="74470" y="23496"/>
                    <a:pt x="77600" y="26870"/>
                    <a:pt x="81157" y="27387"/>
                  </a:cubicBezTo>
                  <a:cubicBezTo>
                    <a:pt x="87449" y="28268"/>
                    <a:pt x="93832" y="22827"/>
                    <a:pt x="99607" y="21034"/>
                  </a:cubicBezTo>
                  <a:cubicBezTo>
                    <a:pt x="107814" y="18450"/>
                    <a:pt x="112677" y="17812"/>
                    <a:pt x="117875" y="25137"/>
                  </a:cubicBezTo>
                  <a:cubicBezTo>
                    <a:pt x="120306" y="28602"/>
                    <a:pt x="119364" y="34773"/>
                    <a:pt x="119759" y="39423"/>
                  </a:cubicBezTo>
                  <a:cubicBezTo>
                    <a:pt x="120185" y="44256"/>
                    <a:pt x="120914" y="49697"/>
                    <a:pt x="122343" y="53679"/>
                  </a:cubicBezTo>
                  <a:cubicBezTo>
                    <a:pt x="123498" y="56810"/>
                    <a:pt x="129425" y="65746"/>
                    <a:pt x="133042" y="66536"/>
                  </a:cubicBezTo>
                  <a:cubicBezTo>
                    <a:pt x="138817" y="67782"/>
                    <a:pt x="145930" y="67600"/>
                    <a:pt x="150246" y="72220"/>
                  </a:cubicBezTo>
                  <a:cubicBezTo>
                    <a:pt x="152313" y="74409"/>
                    <a:pt x="154745" y="80093"/>
                    <a:pt x="158514" y="7975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16"/>
            <p:cNvSpPr/>
            <p:nvPr/>
          </p:nvSpPr>
          <p:spPr>
            <a:xfrm>
              <a:off x="2975000" y="150750"/>
              <a:ext cx="3962850" cy="2014500"/>
            </a:xfrm>
            <a:custGeom>
              <a:rect b="b" l="l" r="r" t="t"/>
              <a:pathLst>
                <a:path extrusionOk="0" fill="none" h="80580" w="158514">
                  <a:moveTo>
                    <a:pt x="0" y="11673"/>
                  </a:moveTo>
                  <a:cubicBezTo>
                    <a:pt x="6262" y="13344"/>
                    <a:pt x="13830" y="13588"/>
                    <a:pt x="19727" y="11429"/>
                  </a:cubicBezTo>
                  <a:cubicBezTo>
                    <a:pt x="26566" y="8907"/>
                    <a:pt x="32767" y="2676"/>
                    <a:pt x="40244" y="1399"/>
                  </a:cubicBezTo>
                  <a:cubicBezTo>
                    <a:pt x="48573" y="1"/>
                    <a:pt x="53162" y="6900"/>
                    <a:pt x="57478" y="12159"/>
                  </a:cubicBezTo>
                  <a:cubicBezTo>
                    <a:pt x="61825" y="17417"/>
                    <a:pt x="74318" y="25807"/>
                    <a:pt x="81917" y="26749"/>
                  </a:cubicBezTo>
                  <a:cubicBezTo>
                    <a:pt x="87692" y="27448"/>
                    <a:pt x="94379" y="22159"/>
                    <a:pt x="99637" y="20244"/>
                  </a:cubicBezTo>
                  <a:cubicBezTo>
                    <a:pt x="108178" y="17144"/>
                    <a:pt x="114045" y="17873"/>
                    <a:pt x="118787" y="25199"/>
                  </a:cubicBezTo>
                  <a:cubicBezTo>
                    <a:pt x="121066" y="28694"/>
                    <a:pt x="119607" y="34895"/>
                    <a:pt x="120215" y="39515"/>
                  </a:cubicBezTo>
                  <a:cubicBezTo>
                    <a:pt x="120853" y="44348"/>
                    <a:pt x="122373" y="49394"/>
                    <a:pt x="123498" y="53649"/>
                  </a:cubicBezTo>
                  <a:cubicBezTo>
                    <a:pt x="124349" y="56962"/>
                    <a:pt x="129729" y="65989"/>
                    <a:pt x="133316" y="66871"/>
                  </a:cubicBezTo>
                  <a:cubicBezTo>
                    <a:pt x="139000" y="68300"/>
                    <a:pt x="146112" y="68087"/>
                    <a:pt x="150459" y="72677"/>
                  </a:cubicBezTo>
                  <a:cubicBezTo>
                    <a:pt x="152495" y="74835"/>
                    <a:pt x="154836" y="80579"/>
                    <a:pt x="158514" y="803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16"/>
            <p:cNvSpPr/>
            <p:nvPr/>
          </p:nvSpPr>
          <p:spPr>
            <a:xfrm>
              <a:off x="2975000" y="138600"/>
              <a:ext cx="3962100" cy="2022075"/>
            </a:xfrm>
            <a:custGeom>
              <a:rect b="b" l="l" r="r" t="t"/>
              <a:pathLst>
                <a:path extrusionOk="0" fill="none" h="80883" w="158484">
                  <a:moveTo>
                    <a:pt x="0" y="12159"/>
                  </a:moveTo>
                  <a:cubicBezTo>
                    <a:pt x="6322" y="13800"/>
                    <a:pt x="13952" y="13952"/>
                    <a:pt x="19849" y="11672"/>
                  </a:cubicBezTo>
                  <a:cubicBezTo>
                    <a:pt x="26900" y="8937"/>
                    <a:pt x="33162" y="2462"/>
                    <a:pt x="40974" y="1247"/>
                  </a:cubicBezTo>
                  <a:cubicBezTo>
                    <a:pt x="48876" y="0"/>
                    <a:pt x="54530" y="5806"/>
                    <a:pt x="58026" y="11855"/>
                  </a:cubicBezTo>
                  <a:cubicBezTo>
                    <a:pt x="61521" y="17873"/>
                    <a:pt x="74500" y="25138"/>
                    <a:pt x="82069" y="25928"/>
                  </a:cubicBezTo>
                  <a:cubicBezTo>
                    <a:pt x="87449" y="26505"/>
                    <a:pt x="94774" y="21186"/>
                    <a:pt x="99637" y="19362"/>
                  </a:cubicBezTo>
                  <a:cubicBezTo>
                    <a:pt x="108178" y="16080"/>
                    <a:pt x="115321" y="17782"/>
                    <a:pt x="119759" y="25107"/>
                  </a:cubicBezTo>
                  <a:cubicBezTo>
                    <a:pt x="121948" y="28724"/>
                    <a:pt x="119790" y="34803"/>
                    <a:pt x="120580" y="39545"/>
                  </a:cubicBezTo>
                  <a:cubicBezTo>
                    <a:pt x="121370" y="44348"/>
                    <a:pt x="123771" y="48937"/>
                    <a:pt x="124623" y="53497"/>
                  </a:cubicBezTo>
                  <a:cubicBezTo>
                    <a:pt x="125291" y="56992"/>
                    <a:pt x="130003" y="66050"/>
                    <a:pt x="133559" y="67053"/>
                  </a:cubicBezTo>
                  <a:cubicBezTo>
                    <a:pt x="139152" y="68603"/>
                    <a:pt x="146355" y="68451"/>
                    <a:pt x="150672" y="72980"/>
                  </a:cubicBezTo>
                  <a:cubicBezTo>
                    <a:pt x="152708" y="75108"/>
                    <a:pt x="154897" y="80883"/>
                    <a:pt x="158483" y="80822"/>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16"/>
            <p:cNvSpPr/>
            <p:nvPr/>
          </p:nvSpPr>
          <p:spPr>
            <a:xfrm>
              <a:off x="2975000" y="124150"/>
              <a:ext cx="3962100" cy="2034250"/>
            </a:xfrm>
            <a:custGeom>
              <a:rect b="b" l="l" r="r" t="t"/>
              <a:pathLst>
                <a:path extrusionOk="0" fill="none" h="81370" w="158484">
                  <a:moveTo>
                    <a:pt x="0" y="12737"/>
                  </a:moveTo>
                  <a:cubicBezTo>
                    <a:pt x="6383" y="14348"/>
                    <a:pt x="13861" y="14226"/>
                    <a:pt x="20001" y="12007"/>
                  </a:cubicBezTo>
                  <a:cubicBezTo>
                    <a:pt x="27721" y="9241"/>
                    <a:pt x="33283" y="2432"/>
                    <a:pt x="41673" y="1186"/>
                  </a:cubicBezTo>
                  <a:cubicBezTo>
                    <a:pt x="49515" y="1"/>
                    <a:pt x="55807" y="4530"/>
                    <a:pt x="58877" y="11551"/>
                  </a:cubicBezTo>
                  <a:cubicBezTo>
                    <a:pt x="61886" y="18481"/>
                    <a:pt x="74378" y="24560"/>
                    <a:pt x="81704" y="25199"/>
                  </a:cubicBezTo>
                  <a:cubicBezTo>
                    <a:pt x="87114" y="25624"/>
                    <a:pt x="94774" y="20244"/>
                    <a:pt x="99607" y="18573"/>
                  </a:cubicBezTo>
                  <a:cubicBezTo>
                    <a:pt x="108118" y="15655"/>
                    <a:pt x="116628" y="17721"/>
                    <a:pt x="120853" y="25199"/>
                  </a:cubicBezTo>
                  <a:cubicBezTo>
                    <a:pt x="123012" y="29029"/>
                    <a:pt x="119972" y="34895"/>
                    <a:pt x="120853" y="39758"/>
                  </a:cubicBezTo>
                  <a:cubicBezTo>
                    <a:pt x="121735" y="44561"/>
                    <a:pt x="125139" y="48512"/>
                    <a:pt x="125778" y="53406"/>
                  </a:cubicBezTo>
                  <a:cubicBezTo>
                    <a:pt x="126294" y="57205"/>
                    <a:pt x="130276" y="66172"/>
                    <a:pt x="133863" y="67297"/>
                  </a:cubicBezTo>
                  <a:cubicBezTo>
                    <a:pt x="139334" y="68999"/>
                    <a:pt x="146568" y="68908"/>
                    <a:pt x="150884" y="73406"/>
                  </a:cubicBezTo>
                  <a:cubicBezTo>
                    <a:pt x="153438" y="76051"/>
                    <a:pt x="154684" y="80428"/>
                    <a:pt x="158483" y="8137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16"/>
            <p:cNvSpPr/>
            <p:nvPr/>
          </p:nvSpPr>
          <p:spPr>
            <a:xfrm>
              <a:off x="2975000" y="108200"/>
              <a:ext cx="3962850" cy="2050975"/>
            </a:xfrm>
            <a:custGeom>
              <a:rect b="b" l="l" r="r" t="t"/>
              <a:pathLst>
                <a:path extrusionOk="0" fill="none" h="82039" w="158514">
                  <a:moveTo>
                    <a:pt x="0" y="13375"/>
                  </a:moveTo>
                  <a:cubicBezTo>
                    <a:pt x="6474" y="14986"/>
                    <a:pt x="14013" y="14712"/>
                    <a:pt x="20183" y="12432"/>
                  </a:cubicBezTo>
                  <a:cubicBezTo>
                    <a:pt x="28116" y="9454"/>
                    <a:pt x="33709" y="2493"/>
                    <a:pt x="42402" y="1156"/>
                  </a:cubicBezTo>
                  <a:cubicBezTo>
                    <a:pt x="50092" y="1"/>
                    <a:pt x="57418" y="4043"/>
                    <a:pt x="59819" y="11217"/>
                  </a:cubicBezTo>
                  <a:cubicBezTo>
                    <a:pt x="62190" y="18390"/>
                    <a:pt x="73862" y="24104"/>
                    <a:pt x="81035" y="24439"/>
                  </a:cubicBezTo>
                  <a:cubicBezTo>
                    <a:pt x="86780" y="24743"/>
                    <a:pt x="94318" y="19454"/>
                    <a:pt x="99607" y="17934"/>
                  </a:cubicBezTo>
                  <a:cubicBezTo>
                    <a:pt x="108452" y="15381"/>
                    <a:pt x="117844" y="17873"/>
                    <a:pt x="122009" y="25350"/>
                  </a:cubicBezTo>
                  <a:cubicBezTo>
                    <a:pt x="124227" y="29332"/>
                    <a:pt x="120154" y="35047"/>
                    <a:pt x="121066" y="40092"/>
                  </a:cubicBezTo>
                  <a:cubicBezTo>
                    <a:pt x="121978" y="44925"/>
                    <a:pt x="126507" y="48512"/>
                    <a:pt x="126963" y="53406"/>
                  </a:cubicBezTo>
                  <a:cubicBezTo>
                    <a:pt x="127297" y="57205"/>
                    <a:pt x="130459" y="66172"/>
                    <a:pt x="134167" y="67570"/>
                  </a:cubicBezTo>
                  <a:cubicBezTo>
                    <a:pt x="139304" y="69485"/>
                    <a:pt x="146842" y="69424"/>
                    <a:pt x="151128" y="73862"/>
                  </a:cubicBezTo>
                  <a:cubicBezTo>
                    <a:pt x="153650" y="76537"/>
                    <a:pt x="154805" y="80883"/>
                    <a:pt x="158514" y="8203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16"/>
            <p:cNvSpPr/>
            <p:nvPr/>
          </p:nvSpPr>
          <p:spPr>
            <a:xfrm>
              <a:off x="2975000" y="89975"/>
              <a:ext cx="3962850" cy="2068425"/>
            </a:xfrm>
            <a:custGeom>
              <a:rect b="b" l="l" r="r" t="t"/>
              <a:pathLst>
                <a:path extrusionOk="0" fill="none" h="82737" w="158514">
                  <a:moveTo>
                    <a:pt x="0" y="14104"/>
                  </a:moveTo>
                  <a:cubicBezTo>
                    <a:pt x="6535" y="15684"/>
                    <a:pt x="14347" y="15502"/>
                    <a:pt x="20335" y="12918"/>
                  </a:cubicBezTo>
                  <a:cubicBezTo>
                    <a:pt x="27995" y="9575"/>
                    <a:pt x="34439" y="2644"/>
                    <a:pt x="43101" y="1216"/>
                  </a:cubicBezTo>
                  <a:cubicBezTo>
                    <a:pt x="50639" y="0"/>
                    <a:pt x="58299" y="3435"/>
                    <a:pt x="60822" y="10882"/>
                  </a:cubicBezTo>
                  <a:cubicBezTo>
                    <a:pt x="63436" y="18572"/>
                    <a:pt x="72190" y="23587"/>
                    <a:pt x="80184" y="23769"/>
                  </a:cubicBezTo>
                  <a:cubicBezTo>
                    <a:pt x="86415" y="23921"/>
                    <a:pt x="93862" y="18663"/>
                    <a:pt x="99759" y="17417"/>
                  </a:cubicBezTo>
                  <a:cubicBezTo>
                    <a:pt x="107875" y="15715"/>
                    <a:pt x="119394" y="17234"/>
                    <a:pt x="123224" y="25593"/>
                  </a:cubicBezTo>
                  <a:cubicBezTo>
                    <a:pt x="125413" y="30396"/>
                    <a:pt x="120367" y="35350"/>
                    <a:pt x="121279" y="40578"/>
                  </a:cubicBezTo>
                  <a:cubicBezTo>
                    <a:pt x="122100" y="45381"/>
                    <a:pt x="127723" y="48937"/>
                    <a:pt x="128118" y="53496"/>
                  </a:cubicBezTo>
                  <a:cubicBezTo>
                    <a:pt x="128422" y="57174"/>
                    <a:pt x="130762" y="66262"/>
                    <a:pt x="134501" y="67873"/>
                  </a:cubicBezTo>
                  <a:cubicBezTo>
                    <a:pt x="139456" y="70001"/>
                    <a:pt x="147085" y="69971"/>
                    <a:pt x="151340" y="74408"/>
                  </a:cubicBezTo>
                  <a:cubicBezTo>
                    <a:pt x="153894" y="77083"/>
                    <a:pt x="154897" y="81430"/>
                    <a:pt x="158514" y="8273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16"/>
            <p:cNvSpPr/>
            <p:nvPr/>
          </p:nvSpPr>
          <p:spPr>
            <a:xfrm>
              <a:off x="2975000" y="69450"/>
              <a:ext cx="3962850" cy="2089725"/>
            </a:xfrm>
            <a:custGeom>
              <a:rect b="b" l="l" r="r" t="t"/>
              <a:pathLst>
                <a:path extrusionOk="0" fill="none" h="83589" w="158514">
                  <a:moveTo>
                    <a:pt x="0" y="14925"/>
                  </a:moveTo>
                  <a:cubicBezTo>
                    <a:pt x="6626" y="16475"/>
                    <a:pt x="14529" y="16201"/>
                    <a:pt x="20517" y="13496"/>
                  </a:cubicBezTo>
                  <a:cubicBezTo>
                    <a:pt x="28359" y="9940"/>
                    <a:pt x="34925" y="3010"/>
                    <a:pt x="43800" y="1338"/>
                  </a:cubicBezTo>
                  <a:cubicBezTo>
                    <a:pt x="51126" y="0"/>
                    <a:pt x="59454" y="3010"/>
                    <a:pt x="61916" y="10517"/>
                  </a:cubicBezTo>
                  <a:cubicBezTo>
                    <a:pt x="64500" y="18359"/>
                    <a:pt x="70853" y="23223"/>
                    <a:pt x="79272" y="23131"/>
                  </a:cubicBezTo>
                  <a:cubicBezTo>
                    <a:pt x="86020" y="23071"/>
                    <a:pt x="93254" y="17934"/>
                    <a:pt x="100032" y="17052"/>
                  </a:cubicBezTo>
                  <a:cubicBezTo>
                    <a:pt x="108574" y="15958"/>
                    <a:pt x="120489" y="17630"/>
                    <a:pt x="124471" y="25989"/>
                  </a:cubicBezTo>
                  <a:cubicBezTo>
                    <a:pt x="126902" y="31065"/>
                    <a:pt x="120671" y="35776"/>
                    <a:pt x="121492" y="41186"/>
                  </a:cubicBezTo>
                  <a:cubicBezTo>
                    <a:pt x="122221" y="46050"/>
                    <a:pt x="128878" y="49393"/>
                    <a:pt x="129243" y="53740"/>
                  </a:cubicBezTo>
                  <a:cubicBezTo>
                    <a:pt x="129516" y="57357"/>
                    <a:pt x="131127" y="66445"/>
                    <a:pt x="134896" y="68238"/>
                  </a:cubicBezTo>
                  <a:cubicBezTo>
                    <a:pt x="139699" y="70549"/>
                    <a:pt x="147359" y="70670"/>
                    <a:pt x="151584" y="75077"/>
                  </a:cubicBezTo>
                  <a:cubicBezTo>
                    <a:pt x="154137" y="77752"/>
                    <a:pt x="154988" y="82068"/>
                    <a:pt x="158514" y="8358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16"/>
            <p:cNvSpPr/>
            <p:nvPr/>
          </p:nvSpPr>
          <p:spPr>
            <a:xfrm>
              <a:off x="2975000" y="45125"/>
              <a:ext cx="3962850" cy="2114050"/>
            </a:xfrm>
            <a:custGeom>
              <a:rect b="b" l="l" r="r" t="t"/>
              <a:pathLst>
                <a:path extrusionOk="0" fill="none" h="84562" w="158514">
                  <a:moveTo>
                    <a:pt x="0" y="15898"/>
                  </a:moveTo>
                  <a:cubicBezTo>
                    <a:pt x="6991" y="17478"/>
                    <a:pt x="14651" y="16809"/>
                    <a:pt x="20700" y="14226"/>
                  </a:cubicBezTo>
                  <a:cubicBezTo>
                    <a:pt x="28511" y="10913"/>
                    <a:pt x="35350" y="3527"/>
                    <a:pt x="44439" y="1551"/>
                  </a:cubicBezTo>
                  <a:cubicBezTo>
                    <a:pt x="51612" y="1"/>
                    <a:pt x="60579" y="2736"/>
                    <a:pt x="63041" y="10214"/>
                  </a:cubicBezTo>
                  <a:cubicBezTo>
                    <a:pt x="65564" y="17934"/>
                    <a:pt x="69515" y="22949"/>
                    <a:pt x="78391" y="22645"/>
                  </a:cubicBezTo>
                  <a:cubicBezTo>
                    <a:pt x="85716" y="22372"/>
                    <a:pt x="93072" y="17417"/>
                    <a:pt x="100488" y="16931"/>
                  </a:cubicBezTo>
                  <a:cubicBezTo>
                    <a:pt x="109273" y="16323"/>
                    <a:pt x="121431" y="18208"/>
                    <a:pt x="125717" y="26536"/>
                  </a:cubicBezTo>
                  <a:cubicBezTo>
                    <a:pt x="128544" y="31946"/>
                    <a:pt x="121036" y="36415"/>
                    <a:pt x="121735" y="41916"/>
                  </a:cubicBezTo>
                  <a:cubicBezTo>
                    <a:pt x="122343" y="46871"/>
                    <a:pt x="129881" y="49971"/>
                    <a:pt x="130276" y="54105"/>
                  </a:cubicBezTo>
                  <a:cubicBezTo>
                    <a:pt x="130641" y="57631"/>
                    <a:pt x="131431" y="66628"/>
                    <a:pt x="135322" y="68664"/>
                  </a:cubicBezTo>
                  <a:cubicBezTo>
                    <a:pt x="140124" y="71157"/>
                    <a:pt x="147632" y="71461"/>
                    <a:pt x="151796" y="75868"/>
                  </a:cubicBezTo>
                  <a:cubicBezTo>
                    <a:pt x="154350" y="78573"/>
                    <a:pt x="155109" y="82859"/>
                    <a:pt x="158514" y="8456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16"/>
            <p:cNvSpPr/>
            <p:nvPr/>
          </p:nvSpPr>
          <p:spPr>
            <a:xfrm>
              <a:off x="2975000" y="20825"/>
              <a:ext cx="3962850" cy="2138350"/>
            </a:xfrm>
            <a:custGeom>
              <a:rect b="b" l="l" r="r" t="t"/>
              <a:pathLst>
                <a:path extrusionOk="0" fill="none" h="85534" w="158514">
                  <a:moveTo>
                    <a:pt x="0" y="16870"/>
                  </a:moveTo>
                  <a:cubicBezTo>
                    <a:pt x="7082" y="18420"/>
                    <a:pt x="14833" y="17629"/>
                    <a:pt x="20912" y="14955"/>
                  </a:cubicBezTo>
                  <a:cubicBezTo>
                    <a:pt x="28876" y="11459"/>
                    <a:pt x="35776" y="3951"/>
                    <a:pt x="45047" y="1702"/>
                  </a:cubicBezTo>
                  <a:cubicBezTo>
                    <a:pt x="52068" y="0"/>
                    <a:pt x="61703" y="2371"/>
                    <a:pt x="64166" y="9818"/>
                  </a:cubicBezTo>
                  <a:cubicBezTo>
                    <a:pt x="66567" y="16991"/>
                    <a:pt x="68877" y="22645"/>
                    <a:pt x="77722" y="22128"/>
                  </a:cubicBezTo>
                  <a:cubicBezTo>
                    <a:pt x="85503" y="21672"/>
                    <a:pt x="93133" y="16961"/>
                    <a:pt x="101127" y="16809"/>
                  </a:cubicBezTo>
                  <a:cubicBezTo>
                    <a:pt x="110063" y="16657"/>
                    <a:pt x="122161" y="18693"/>
                    <a:pt x="126963" y="27083"/>
                  </a:cubicBezTo>
                  <a:cubicBezTo>
                    <a:pt x="130276" y="32858"/>
                    <a:pt x="121705" y="37052"/>
                    <a:pt x="122161" y="42615"/>
                  </a:cubicBezTo>
                  <a:cubicBezTo>
                    <a:pt x="122616" y="47782"/>
                    <a:pt x="130762" y="50518"/>
                    <a:pt x="131279" y="54530"/>
                  </a:cubicBezTo>
                  <a:cubicBezTo>
                    <a:pt x="131735" y="57934"/>
                    <a:pt x="131796" y="66931"/>
                    <a:pt x="135778" y="69089"/>
                  </a:cubicBezTo>
                  <a:cubicBezTo>
                    <a:pt x="140550" y="71703"/>
                    <a:pt x="147936" y="72250"/>
                    <a:pt x="152039" y="76658"/>
                  </a:cubicBezTo>
                  <a:cubicBezTo>
                    <a:pt x="154593" y="79393"/>
                    <a:pt x="155231" y="83649"/>
                    <a:pt x="158514" y="8553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7" name="Google Shape;2347;p16"/>
          <p:cNvGrpSpPr/>
          <p:nvPr/>
        </p:nvGrpSpPr>
        <p:grpSpPr>
          <a:xfrm flipH="1" rot="9096419">
            <a:off x="7029933" y="3103436"/>
            <a:ext cx="3667576" cy="3643988"/>
            <a:chOff x="2975000" y="20825"/>
            <a:chExt cx="3963625" cy="2500050"/>
          </a:xfrm>
        </p:grpSpPr>
        <p:sp>
          <p:nvSpPr>
            <p:cNvPr id="2348" name="Google Shape;2348;p16"/>
            <p:cNvSpPr/>
            <p:nvPr/>
          </p:nvSpPr>
          <p:spPr>
            <a:xfrm>
              <a:off x="2975000" y="442550"/>
              <a:ext cx="3962850" cy="2078325"/>
            </a:xfrm>
            <a:custGeom>
              <a:rect b="b" l="l" r="r" t="t"/>
              <a:pathLst>
                <a:path extrusionOk="0" fill="none" h="83133" w="158514">
                  <a:moveTo>
                    <a:pt x="0" y="1"/>
                  </a:moveTo>
                  <a:cubicBezTo>
                    <a:pt x="4347" y="3071"/>
                    <a:pt x="9423" y="6171"/>
                    <a:pt x="12797" y="10122"/>
                  </a:cubicBezTo>
                  <a:cubicBezTo>
                    <a:pt x="18025" y="16232"/>
                    <a:pt x="11095" y="25411"/>
                    <a:pt x="18298" y="31369"/>
                  </a:cubicBezTo>
                  <a:cubicBezTo>
                    <a:pt x="23952" y="36050"/>
                    <a:pt x="23982" y="41612"/>
                    <a:pt x="23283" y="48269"/>
                  </a:cubicBezTo>
                  <a:cubicBezTo>
                    <a:pt x="22706" y="53497"/>
                    <a:pt x="22463" y="62494"/>
                    <a:pt x="29028" y="64044"/>
                  </a:cubicBezTo>
                  <a:cubicBezTo>
                    <a:pt x="35776" y="65655"/>
                    <a:pt x="41186" y="60913"/>
                    <a:pt x="45624" y="56567"/>
                  </a:cubicBezTo>
                  <a:cubicBezTo>
                    <a:pt x="51855" y="50457"/>
                    <a:pt x="63466" y="46202"/>
                    <a:pt x="71825" y="49515"/>
                  </a:cubicBezTo>
                  <a:cubicBezTo>
                    <a:pt x="79211" y="52463"/>
                    <a:pt x="89728" y="48421"/>
                    <a:pt x="96598" y="51430"/>
                  </a:cubicBezTo>
                  <a:cubicBezTo>
                    <a:pt x="100762" y="53284"/>
                    <a:pt x="101035" y="58390"/>
                    <a:pt x="102343" y="62646"/>
                  </a:cubicBezTo>
                  <a:cubicBezTo>
                    <a:pt x="104197" y="68603"/>
                    <a:pt x="108938" y="75564"/>
                    <a:pt x="114106" y="78482"/>
                  </a:cubicBezTo>
                  <a:cubicBezTo>
                    <a:pt x="122343" y="83132"/>
                    <a:pt x="130914" y="70610"/>
                    <a:pt x="138909" y="69151"/>
                  </a:cubicBezTo>
                  <a:cubicBezTo>
                    <a:pt x="145474" y="67935"/>
                    <a:pt x="152435" y="73892"/>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16"/>
            <p:cNvSpPr/>
            <p:nvPr/>
          </p:nvSpPr>
          <p:spPr>
            <a:xfrm>
              <a:off x="2975000" y="442550"/>
              <a:ext cx="3962850" cy="2057800"/>
            </a:xfrm>
            <a:custGeom>
              <a:rect b="b" l="l" r="r" t="t"/>
              <a:pathLst>
                <a:path extrusionOk="0" fill="none" h="82312" w="158514">
                  <a:moveTo>
                    <a:pt x="0" y="1"/>
                  </a:moveTo>
                  <a:cubicBezTo>
                    <a:pt x="4408" y="3040"/>
                    <a:pt x="9392" y="6049"/>
                    <a:pt x="13040" y="9879"/>
                  </a:cubicBezTo>
                  <a:cubicBezTo>
                    <a:pt x="18602" y="15654"/>
                    <a:pt x="11733" y="24955"/>
                    <a:pt x="18694" y="30609"/>
                  </a:cubicBezTo>
                  <a:cubicBezTo>
                    <a:pt x="24408" y="35259"/>
                    <a:pt x="25077" y="40153"/>
                    <a:pt x="24317" y="46901"/>
                  </a:cubicBezTo>
                  <a:cubicBezTo>
                    <a:pt x="23739" y="52129"/>
                    <a:pt x="23131" y="61248"/>
                    <a:pt x="29849" y="62919"/>
                  </a:cubicBezTo>
                  <a:cubicBezTo>
                    <a:pt x="36870" y="64652"/>
                    <a:pt x="41794" y="59606"/>
                    <a:pt x="46627" y="55503"/>
                  </a:cubicBezTo>
                  <a:cubicBezTo>
                    <a:pt x="53557" y="49606"/>
                    <a:pt x="63983" y="44712"/>
                    <a:pt x="72798" y="48634"/>
                  </a:cubicBezTo>
                  <a:cubicBezTo>
                    <a:pt x="80123" y="51886"/>
                    <a:pt x="90245" y="48208"/>
                    <a:pt x="97266" y="51187"/>
                  </a:cubicBezTo>
                  <a:cubicBezTo>
                    <a:pt x="101522" y="52980"/>
                    <a:pt x="101674" y="58026"/>
                    <a:pt x="102890" y="62251"/>
                  </a:cubicBezTo>
                  <a:cubicBezTo>
                    <a:pt x="104561" y="68087"/>
                    <a:pt x="109303" y="75078"/>
                    <a:pt x="114440" y="77844"/>
                  </a:cubicBezTo>
                  <a:cubicBezTo>
                    <a:pt x="122799" y="82312"/>
                    <a:pt x="131097" y="70032"/>
                    <a:pt x="139243" y="68877"/>
                  </a:cubicBezTo>
                  <a:cubicBezTo>
                    <a:pt x="145656" y="67935"/>
                    <a:pt x="152495" y="73771"/>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16"/>
            <p:cNvSpPr/>
            <p:nvPr/>
          </p:nvSpPr>
          <p:spPr>
            <a:xfrm>
              <a:off x="2975000" y="442550"/>
              <a:ext cx="3962850" cy="2035775"/>
            </a:xfrm>
            <a:custGeom>
              <a:rect b="b" l="l" r="r" t="t"/>
              <a:pathLst>
                <a:path extrusionOk="0" fill="none" h="81431" w="158514">
                  <a:moveTo>
                    <a:pt x="0" y="1"/>
                  </a:moveTo>
                  <a:cubicBezTo>
                    <a:pt x="4468" y="3040"/>
                    <a:pt x="9362" y="5958"/>
                    <a:pt x="13313" y="9606"/>
                  </a:cubicBezTo>
                  <a:cubicBezTo>
                    <a:pt x="19210" y="15077"/>
                    <a:pt x="12432" y="24469"/>
                    <a:pt x="19089" y="29849"/>
                  </a:cubicBezTo>
                  <a:cubicBezTo>
                    <a:pt x="24803" y="34469"/>
                    <a:pt x="26019" y="38694"/>
                    <a:pt x="25350" y="45564"/>
                  </a:cubicBezTo>
                  <a:cubicBezTo>
                    <a:pt x="24833" y="50822"/>
                    <a:pt x="23739" y="60001"/>
                    <a:pt x="30609" y="61795"/>
                  </a:cubicBezTo>
                  <a:cubicBezTo>
                    <a:pt x="37691" y="63649"/>
                    <a:pt x="42797" y="58299"/>
                    <a:pt x="47813" y="54378"/>
                  </a:cubicBezTo>
                  <a:cubicBezTo>
                    <a:pt x="55989" y="47995"/>
                    <a:pt x="63345" y="43375"/>
                    <a:pt x="73801" y="47752"/>
                  </a:cubicBezTo>
                  <a:cubicBezTo>
                    <a:pt x="81704" y="51065"/>
                    <a:pt x="90762" y="48026"/>
                    <a:pt x="97966" y="50944"/>
                  </a:cubicBezTo>
                  <a:cubicBezTo>
                    <a:pt x="102282" y="52707"/>
                    <a:pt x="102343" y="57631"/>
                    <a:pt x="103437" y="61825"/>
                  </a:cubicBezTo>
                  <a:cubicBezTo>
                    <a:pt x="104957" y="67570"/>
                    <a:pt x="109637" y="74531"/>
                    <a:pt x="114774" y="77145"/>
                  </a:cubicBezTo>
                  <a:cubicBezTo>
                    <a:pt x="123285" y="81430"/>
                    <a:pt x="131310" y="69454"/>
                    <a:pt x="139577" y="68573"/>
                  </a:cubicBezTo>
                  <a:cubicBezTo>
                    <a:pt x="145869" y="67904"/>
                    <a:pt x="152587" y="73649"/>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16"/>
            <p:cNvSpPr/>
            <p:nvPr/>
          </p:nvSpPr>
          <p:spPr>
            <a:xfrm>
              <a:off x="2975000" y="442550"/>
              <a:ext cx="3962850" cy="2014500"/>
            </a:xfrm>
            <a:custGeom>
              <a:rect b="b" l="l" r="r" t="t"/>
              <a:pathLst>
                <a:path extrusionOk="0" fill="none" h="80580" w="158514">
                  <a:moveTo>
                    <a:pt x="0" y="1"/>
                  </a:moveTo>
                  <a:cubicBezTo>
                    <a:pt x="4560" y="3010"/>
                    <a:pt x="9392" y="5897"/>
                    <a:pt x="13526" y="9393"/>
                  </a:cubicBezTo>
                  <a:cubicBezTo>
                    <a:pt x="19666" y="14469"/>
                    <a:pt x="13162" y="23952"/>
                    <a:pt x="19484" y="29150"/>
                  </a:cubicBezTo>
                  <a:cubicBezTo>
                    <a:pt x="24560" y="33314"/>
                    <a:pt x="27235" y="37509"/>
                    <a:pt x="26323" y="44348"/>
                  </a:cubicBezTo>
                  <a:cubicBezTo>
                    <a:pt x="25563" y="49728"/>
                    <a:pt x="24317" y="58846"/>
                    <a:pt x="31308" y="60792"/>
                  </a:cubicBezTo>
                  <a:cubicBezTo>
                    <a:pt x="38390" y="62737"/>
                    <a:pt x="43770" y="57296"/>
                    <a:pt x="48998" y="53375"/>
                  </a:cubicBezTo>
                  <a:cubicBezTo>
                    <a:pt x="57813" y="46688"/>
                    <a:pt x="63892" y="42129"/>
                    <a:pt x="74743" y="47023"/>
                  </a:cubicBezTo>
                  <a:cubicBezTo>
                    <a:pt x="82433" y="50488"/>
                    <a:pt x="91248" y="47995"/>
                    <a:pt x="98604" y="50761"/>
                  </a:cubicBezTo>
                  <a:cubicBezTo>
                    <a:pt x="103042" y="52372"/>
                    <a:pt x="103011" y="57266"/>
                    <a:pt x="104014" y="61430"/>
                  </a:cubicBezTo>
                  <a:cubicBezTo>
                    <a:pt x="105382" y="67084"/>
                    <a:pt x="109941" y="74014"/>
                    <a:pt x="115109" y="76445"/>
                  </a:cubicBezTo>
                  <a:cubicBezTo>
                    <a:pt x="123802" y="80579"/>
                    <a:pt x="132100" y="68299"/>
                    <a:pt x="139912" y="68330"/>
                  </a:cubicBezTo>
                  <a:cubicBezTo>
                    <a:pt x="144927" y="68330"/>
                    <a:pt x="153529" y="7331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16"/>
            <p:cNvSpPr/>
            <p:nvPr/>
          </p:nvSpPr>
          <p:spPr>
            <a:xfrm>
              <a:off x="2975000" y="442550"/>
              <a:ext cx="3962850" cy="1991700"/>
            </a:xfrm>
            <a:custGeom>
              <a:rect b="b" l="l" r="r" t="t"/>
              <a:pathLst>
                <a:path extrusionOk="0" fill="none" h="79668" w="158514">
                  <a:moveTo>
                    <a:pt x="0" y="1"/>
                  </a:moveTo>
                  <a:cubicBezTo>
                    <a:pt x="4590" y="3010"/>
                    <a:pt x="9484" y="5897"/>
                    <a:pt x="13769" y="9119"/>
                  </a:cubicBezTo>
                  <a:cubicBezTo>
                    <a:pt x="20122" y="13861"/>
                    <a:pt x="13952" y="23344"/>
                    <a:pt x="19879" y="28360"/>
                  </a:cubicBezTo>
                  <a:cubicBezTo>
                    <a:pt x="24651" y="32402"/>
                    <a:pt x="28055" y="36475"/>
                    <a:pt x="27265" y="43102"/>
                  </a:cubicBezTo>
                  <a:cubicBezTo>
                    <a:pt x="26627" y="48482"/>
                    <a:pt x="24985" y="57600"/>
                    <a:pt x="31946" y="59698"/>
                  </a:cubicBezTo>
                  <a:cubicBezTo>
                    <a:pt x="39028" y="61795"/>
                    <a:pt x="44955" y="56202"/>
                    <a:pt x="50183" y="52251"/>
                  </a:cubicBezTo>
                  <a:cubicBezTo>
                    <a:pt x="59424" y="45260"/>
                    <a:pt x="64561" y="40761"/>
                    <a:pt x="75746" y="46232"/>
                  </a:cubicBezTo>
                  <a:cubicBezTo>
                    <a:pt x="83315" y="49971"/>
                    <a:pt x="91795" y="47813"/>
                    <a:pt x="99273" y="50488"/>
                  </a:cubicBezTo>
                  <a:cubicBezTo>
                    <a:pt x="103832" y="52129"/>
                    <a:pt x="103619" y="56840"/>
                    <a:pt x="104653" y="61035"/>
                  </a:cubicBezTo>
                  <a:cubicBezTo>
                    <a:pt x="106051" y="66749"/>
                    <a:pt x="110124" y="73315"/>
                    <a:pt x="115443" y="75716"/>
                  </a:cubicBezTo>
                  <a:cubicBezTo>
                    <a:pt x="124227" y="79667"/>
                    <a:pt x="132039" y="67995"/>
                    <a:pt x="140246" y="68056"/>
                  </a:cubicBezTo>
                  <a:cubicBezTo>
                    <a:pt x="145535" y="68087"/>
                    <a:pt x="153377" y="7340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16"/>
            <p:cNvSpPr/>
            <p:nvPr/>
          </p:nvSpPr>
          <p:spPr>
            <a:xfrm>
              <a:off x="2975000" y="442550"/>
              <a:ext cx="3963625" cy="1968900"/>
            </a:xfrm>
            <a:custGeom>
              <a:rect b="b" l="l" r="r" t="t"/>
              <a:pathLst>
                <a:path extrusionOk="0" fill="none" h="78756" w="158545">
                  <a:moveTo>
                    <a:pt x="0" y="1"/>
                  </a:moveTo>
                  <a:cubicBezTo>
                    <a:pt x="4651" y="2979"/>
                    <a:pt x="9575" y="5867"/>
                    <a:pt x="14013" y="8876"/>
                  </a:cubicBezTo>
                  <a:cubicBezTo>
                    <a:pt x="20548" y="13283"/>
                    <a:pt x="14985" y="22706"/>
                    <a:pt x="20305" y="27539"/>
                  </a:cubicBezTo>
                  <a:cubicBezTo>
                    <a:pt x="24590" y="31430"/>
                    <a:pt x="28724" y="35715"/>
                    <a:pt x="28147" y="42007"/>
                  </a:cubicBezTo>
                  <a:cubicBezTo>
                    <a:pt x="27630" y="47296"/>
                    <a:pt x="25654" y="56445"/>
                    <a:pt x="32584" y="58664"/>
                  </a:cubicBezTo>
                  <a:cubicBezTo>
                    <a:pt x="39606" y="60913"/>
                    <a:pt x="46354" y="55077"/>
                    <a:pt x="51369" y="51096"/>
                  </a:cubicBezTo>
                  <a:cubicBezTo>
                    <a:pt x="60609" y="43770"/>
                    <a:pt x="65351" y="39576"/>
                    <a:pt x="76749" y="45594"/>
                  </a:cubicBezTo>
                  <a:cubicBezTo>
                    <a:pt x="84166" y="49515"/>
                    <a:pt x="92251" y="47722"/>
                    <a:pt x="99911" y="50275"/>
                  </a:cubicBezTo>
                  <a:cubicBezTo>
                    <a:pt x="104622" y="51855"/>
                    <a:pt x="104318" y="56445"/>
                    <a:pt x="105260" y="60609"/>
                  </a:cubicBezTo>
                  <a:cubicBezTo>
                    <a:pt x="106537" y="66324"/>
                    <a:pt x="110428" y="72676"/>
                    <a:pt x="115808" y="74956"/>
                  </a:cubicBezTo>
                  <a:cubicBezTo>
                    <a:pt x="124714" y="78756"/>
                    <a:pt x="132313" y="67418"/>
                    <a:pt x="140580" y="67813"/>
                  </a:cubicBezTo>
                  <a:cubicBezTo>
                    <a:pt x="145778" y="68056"/>
                    <a:pt x="153438" y="73315"/>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16"/>
            <p:cNvSpPr/>
            <p:nvPr/>
          </p:nvSpPr>
          <p:spPr>
            <a:xfrm>
              <a:off x="2975000" y="442550"/>
              <a:ext cx="3962850" cy="1919500"/>
            </a:xfrm>
            <a:custGeom>
              <a:rect b="b" l="l" r="r" t="t"/>
              <a:pathLst>
                <a:path extrusionOk="0" fill="none" h="76780" w="158514">
                  <a:moveTo>
                    <a:pt x="0" y="1"/>
                  </a:moveTo>
                  <a:cubicBezTo>
                    <a:pt x="4712" y="2949"/>
                    <a:pt x="9666" y="5776"/>
                    <a:pt x="14225" y="8633"/>
                  </a:cubicBezTo>
                  <a:cubicBezTo>
                    <a:pt x="20973" y="12797"/>
                    <a:pt x="16049" y="21977"/>
                    <a:pt x="20760" y="26718"/>
                  </a:cubicBezTo>
                  <a:cubicBezTo>
                    <a:pt x="24438" y="30396"/>
                    <a:pt x="29332" y="35168"/>
                    <a:pt x="28967" y="41004"/>
                  </a:cubicBezTo>
                  <a:cubicBezTo>
                    <a:pt x="28633" y="46202"/>
                    <a:pt x="26444" y="55381"/>
                    <a:pt x="33192" y="57661"/>
                  </a:cubicBezTo>
                  <a:cubicBezTo>
                    <a:pt x="40153" y="60032"/>
                    <a:pt x="47752" y="53953"/>
                    <a:pt x="52494" y="49880"/>
                  </a:cubicBezTo>
                  <a:cubicBezTo>
                    <a:pt x="61703" y="41977"/>
                    <a:pt x="66293" y="38633"/>
                    <a:pt x="77722" y="45016"/>
                  </a:cubicBezTo>
                  <a:cubicBezTo>
                    <a:pt x="84926" y="49059"/>
                    <a:pt x="92707" y="47722"/>
                    <a:pt x="100488" y="50093"/>
                  </a:cubicBezTo>
                  <a:cubicBezTo>
                    <a:pt x="105382" y="51582"/>
                    <a:pt x="104987" y="56080"/>
                    <a:pt x="105838" y="60245"/>
                  </a:cubicBezTo>
                  <a:cubicBezTo>
                    <a:pt x="107023" y="65898"/>
                    <a:pt x="111005" y="72676"/>
                    <a:pt x="116142" y="74227"/>
                  </a:cubicBezTo>
                  <a:cubicBezTo>
                    <a:pt x="124683" y="76780"/>
                    <a:pt x="132191" y="66901"/>
                    <a:pt x="140884" y="67570"/>
                  </a:cubicBezTo>
                  <a:cubicBezTo>
                    <a:pt x="145930" y="67965"/>
                    <a:pt x="153468" y="73224"/>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16"/>
            <p:cNvSpPr/>
            <p:nvPr/>
          </p:nvSpPr>
          <p:spPr>
            <a:xfrm>
              <a:off x="2975000" y="442550"/>
              <a:ext cx="3962100" cy="1896700"/>
            </a:xfrm>
            <a:custGeom>
              <a:rect b="b" l="l" r="r" t="t"/>
              <a:pathLst>
                <a:path extrusionOk="0" fill="none" h="75868" w="158484">
                  <a:moveTo>
                    <a:pt x="0" y="1"/>
                  </a:moveTo>
                  <a:cubicBezTo>
                    <a:pt x="4742" y="2949"/>
                    <a:pt x="9788" y="5441"/>
                    <a:pt x="14438" y="8359"/>
                  </a:cubicBezTo>
                  <a:cubicBezTo>
                    <a:pt x="21520" y="12797"/>
                    <a:pt x="16900" y="20852"/>
                    <a:pt x="21277" y="25837"/>
                  </a:cubicBezTo>
                  <a:cubicBezTo>
                    <a:pt x="24408" y="29424"/>
                    <a:pt x="29758" y="34652"/>
                    <a:pt x="29727" y="40123"/>
                  </a:cubicBezTo>
                  <a:cubicBezTo>
                    <a:pt x="29666" y="45229"/>
                    <a:pt x="27447" y="54014"/>
                    <a:pt x="33770" y="56658"/>
                  </a:cubicBezTo>
                  <a:cubicBezTo>
                    <a:pt x="40396" y="59394"/>
                    <a:pt x="49545" y="52433"/>
                    <a:pt x="53618" y="48542"/>
                  </a:cubicBezTo>
                  <a:cubicBezTo>
                    <a:pt x="62707" y="39788"/>
                    <a:pt x="67448" y="37904"/>
                    <a:pt x="78725" y="44530"/>
                  </a:cubicBezTo>
                  <a:cubicBezTo>
                    <a:pt x="85716" y="48664"/>
                    <a:pt x="93224" y="47722"/>
                    <a:pt x="101066" y="49910"/>
                  </a:cubicBezTo>
                  <a:cubicBezTo>
                    <a:pt x="106142" y="51308"/>
                    <a:pt x="105716" y="55685"/>
                    <a:pt x="106476" y="59849"/>
                  </a:cubicBezTo>
                  <a:cubicBezTo>
                    <a:pt x="107540" y="65503"/>
                    <a:pt x="111279" y="71977"/>
                    <a:pt x="116477" y="73467"/>
                  </a:cubicBezTo>
                  <a:cubicBezTo>
                    <a:pt x="124927" y="75868"/>
                    <a:pt x="132708" y="66354"/>
                    <a:pt x="141188" y="67357"/>
                  </a:cubicBezTo>
                  <a:cubicBezTo>
                    <a:pt x="146143" y="67935"/>
                    <a:pt x="153468" y="7313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16"/>
            <p:cNvSpPr/>
            <p:nvPr/>
          </p:nvSpPr>
          <p:spPr>
            <a:xfrm>
              <a:off x="2975000" y="442550"/>
              <a:ext cx="3962850" cy="1870875"/>
            </a:xfrm>
            <a:custGeom>
              <a:rect b="b" l="l" r="r" t="t"/>
              <a:pathLst>
                <a:path extrusionOk="0" fill="none" h="74835" w="158514">
                  <a:moveTo>
                    <a:pt x="0" y="1"/>
                  </a:moveTo>
                  <a:cubicBezTo>
                    <a:pt x="4803" y="2919"/>
                    <a:pt x="9848" y="5350"/>
                    <a:pt x="14651" y="8116"/>
                  </a:cubicBezTo>
                  <a:cubicBezTo>
                    <a:pt x="21946" y="12311"/>
                    <a:pt x="18086" y="19697"/>
                    <a:pt x="21885" y="24895"/>
                  </a:cubicBezTo>
                  <a:cubicBezTo>
                    <a:pt x="24590" y="28633"/>
                    <a:pt x="30031" y="34013"/>
                    <a:pt x="30396" y="39272"/>
                  </a:cubicBezTo>
                  <a:cubicBezTo>
                    <a:pt x="30791" y="44439"/>
                    <a:pt x="28299" y="52919"/>
                    <a:pt x="34439" y="55625"/>
                  </a:cubicBezTo>
                  <a:cubicBezTo>
                    <a:pt x="41186" y="58603"/>
                    <a:pt x="50670" y="51217"/>
                    <a:pt x="54712" y="47083"/>
                  </a:cubicBezTo>
                  <a:cubicBezTo>
                    <a:pt x="63892" y="37630"/>
                    <a:pt x="68542" y="37266"/>
                    <a:pt x="79789" y="44135"/>
                  </a:cubicBezTo>
                  <a:cubicBezTo>
                    <a:pt x="86476" y="48208"/>
                    <a:pt x="93984" y="47661"/>
                    <a:pt x="101674" y="49728"/>
                  </a:cubicBezTo>
                  <a:cubicBezTo>
                    <a:pt x="106932" y="51126"/>
                    <a:pt x="106416" y="55138"/>
                    <a:pt x="107145" y="59454"/>
                  </a:cubicBezTo>
                  <a:cubicBezTo>
                    <a:pt x="108057" y="64986"/>
                    <a:pt x="111552" y="71339"/>
                    <a:pt x="116872" y="72707"/>
                  </a:cubicBezTo>
                  <a:cubicBezTo>
                    <a:pt x="125322" y="74835"/>
                    <a:pt x="133285" y="65837"/>
                    <a:pt x="141523" y="67114"/>
                  </a:cubicBezTo>
                  <a:cubicBezTo>
                    <a:pt x="146386" y="67874"/>
                    <a:pt x="153559" y="73011"/>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16"/>
            <p:cNvSpPr/>
            <p:nvPr/>
          </p:nvSpPr>
          <p:spPr>
            <a:xfrm>
              <a:off x="2975000" y="442550"/>
              <a:ext cx="3962850" cy="1848075"/>
            </a:xfrm>
            <a:custGeom>
              <a:rect b="b" l="l" r="r" t="t"/>
              <a:pathLst>
                <a:path extrusionOk="0" fill="none" h="73923" w="158514">
                  <a:moveTo>
                    <a:pt x="0" y="1"/>
                  </a:moveTo>
                  <a:cubicBezTo>
                    <a:pt x="4833" y="2888"/>
                    <a:pt x="9909" y="5259"/>
                    <a:pt x="14864" y="7873"/>
                  </a:cubicBezTo>
                  <a:cubicBezTo>
                    <a:pt x="22219" y="11764"/>
                    <a:pt x="19301" y="18390"/>
                    <a:pt x="22584" y="23922"/>
                  </a:cubicBezTo>
                  <a:cubicBezTo>
                    <a:pt x="25046" y="28086"/>
                    <a:pt x="30092" y="33649"/>
                    <a:pt x="31004" y="38542"/>
                  </a:cubicBezTo>
                  <a:cubicBezTo>
                    <a:pt x="31855" y="43284"/>
                    <a:pt x="29150" y="51947"/>
                    <a:pt x="35107" y="54561"/>
                  </a:cubicBezTo>
                  <a:cubicBezTo>
                    <a:pt x="42250" y="57691"/>
                    <a:pt x="51673" y="50032"/>
                    <a:pt x="55746" y="45503"/>
                  </a:cubicBezTo>
                  <a:cubicBezTo>
                    <a:pt x="64834" y="35411"/>
                    <a:pt x="69941" y="36992"/>
                    <a:pt x="80822" y="43770"/>
                  </a:cubicBezTo>
                  <a:cubicBezTo>
                    <a:pt x="87205" y="47782"/>
                    <a:pt x="94683" y="47691"/>
                    <a:pt x="102191" y="49576"/>
                  </a:cubicBezTo>
                  <a:cubicBezTo>
                    <a:pt x="107571" y="50913"/>
                    <a:pt x="107145" y="54682"/>
                    <a:pt x="107783" y="59090"/>
                  </a:cubicBezTo>
                  <a:cubicBezTo>
                    <a:pt x="108604" y="64591"/>
                    <a:pt x="111826" y="70610"/>
                    <a:pt x="117236" y="71917"/>
                  </a:cubicBezTo>
                  <a:cubicBezTo>
                    <a:pt x="125504" y="73923"/>
                    <a:pt x="133863" y="65321"/>
                    <a:pt x="141827" y="66901"/>
                  </a:cubicBezTo>
                  <a:cubicBezTo>
                    <a:pt x="146599" y="67813"/>
                    <a:pt x="153620" y="7292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16"/>
            <p:cNvSpPr/>
            <p:nvPr/>
          </p:nvSpPr>
          <p:spPr>
            <a:xfrm>
              <a:off x="2975000" y="442550"/>
              <a:ext cx="3962100" cy="1826050"/>
            </a:xfrm>
            <a:custGeom>
              <a:rect b="b" l="l" r="r" t="t"/>
              <a:pathLst>
                <a:path extrusionOk="0" fill="none" h="73042" w="158484">
                  <a:moveTo>
                    <a:pt x="0" y="1"/>
                  </a:moveTo>
                  <a:cubicBezTo>
                    <a:pt x="4894" y="2858"/>
                    <a:pt x="10000" y="5168"/>
                    <a:pt x="15076" y="7630"/>
                  </a:cubicBezTo>
                  <a:cubicBezTo>
                    <a:pt x="22402" y="11217"/>
                    <a:pt x="20639" y="16992"/>
                    <a:pt x="23435" y="22980"/>
                  </a:cubicBezTo>
                  <a:cubicBezTo>
                    <a:pt x="25685" y="27813"/>
                    <a:pt x="29910" y="33041"/>
                    <a:pt x="31460" y="37934"/>
                  </a:cubicBezTo>
                  <a:cubicBezTo>
                    <a:pt x="32858" y="42372"/>
                    <a:pt x="29940" y="51096"/>
                    <a:pt x="35867" y="53558"/>
                  </a:cubicBezTo>
                  <a:cubicBezTo>
                    <a:pt x="43618" y="56749"/>
                    <a:pt x="52433" y="48937"/>
                    <a:pt x="56779" y="43831"/>
                  </a:cubicBezTo>
                  <a:cubicBezTo>
                    <a:pt x="65746" y="33314"/>
                    <a:pt x="71552" y="36901"/>
                    <a:pt x="81886" y="43466"/>
                  </a:cubicBezTo>
                  <a:cubicBezTo>
                    <a:pt x="87965" y="47327"/>
                    <a:pt x="95412" y="47752"/>
                    <a:pt x="102707" y="49454"/>
                  </a:cubicBezTo>
                  <a:cubicBezTo>
                    <a:pt x="108148" y="50700"/>
                    <a:pt x="107905" y="54226"/>
                    <a:pt x="108452" y="58725"/>
                  </a:cubicBezTo>
                  <a:cubicBezTo>
                    <a:pt x="109182" y="64226"/>
                    <a:pt x="112130" y="69910"/>
                    <a:pt x="117571" y="71187"/>
                  </a:cubicBezTo>
                  <a:cubicBezTo>
                    <a:pt x="125626" y="73041"/>
                    <a:pt x="134410" y="64895"/>
                    <a:pt x="142100" y="66688"/>
                  </a:cubicBezTo>
                  <a:cubicBezTo>
                    <a:pt x="146751" y="67783"/>
                    <a:pt x="153590" y="72828"/>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16"/>
            <p:cNvSpPr/>
            <p:nvPr/>
          </p:nvSpPr>
          <p:spPr>
            <a:xfrm>
              <a:off x="2975000" y="442550"/>
              <a:ext cx="3962850" cy="1818450"/>
            </a:xfrm>
            <a:custGeom>
              <a:rect b="b" l="l" r="r" t="t"/>
              <a:pathLst>
                <a:path extrusionOk="0" fill="none" h="72738" w="158514">
                  <a:moveTo>
                    <a:pt x="0" y="1"/>
                  </a:moveTo>
                  <a:cubicBezTo>
                    <a:pt x="4924" y="2827"/>
                    <a:pt x="10122" y="5077"/>
                    <a:pt x="15259" y="7387"/>
                  </a:cubicBezTo>
                  <a:cubicBezTo>
                    <a:pt x="22432" y="10609"/>
                    <a:pt x="22159" y="15594"/>
                    <a:pt x="24317" y="22007"/>
                  </a:cubicBezTo>
                  <a:cubicBezTo>
                    <a:pt x="26171" y="27630"/>
                    <a:pt x="29332" y="32402"/>
                    <a:pt x="31733" y="37418"/>
                  </a:cubicBezTo>
                  <a:cubicBezTo>
                    <a:pt x="33831" y="41764"/>
                    <a:pt x="30669" y="50305"/>
                    <a:pt x="36657" y="52615"/>
                  </a:cubicBezTo>
                  <a:cubicBezTo>
                    <a:pt x="44955" y="55868"/>
                    <a:pt x="53162" y="47630"/>
                    <a:pt x="57782" y="42068"/>
                  </a:cubicBezTo>
                  <a:cubicBezTo>
                    <a:pt x="66476" y="31551"/>
                    <a:pt x="73315" y="37022"/>
                    <a:pt x="82950" y="43193"/>
                  </a:cubicBezTo>
                  <a:cubicBezTo>
                    <a:pt x="88695" y="46871"/>
                    <a:pt x="96142" y="47813"/>
                    <a:pt x="103194" y="49333"/>
                  </a:cubicBezTo>
                  <a:cubicBezTo>
                    <a:pt x="108726" y="50488"/>
                    <a:pt x="108634" y="53740"/>
                    <a:pt x="109151" y="58390"/>
                  </a:cubicBezTo>
                  <a:cubicBezTo>
                    <a:pt x="109789" y="63862"/>
                    <a:pt x="112464" y="69211"/>
                    <a:pt x="117996" y="70427"/>
                  </a:cubicBezTo>
                  <a:cubicBezTo>
                    <a:pt x="125778" y="72129"/>
                    <a:pt x="135018" y="64439"/>
                    <a:pt x="142434" y="66506"/>
                  </a:cubicBezTo>
                  <a:cubicBezTo>
                    <a:pt x="146994" y="67752"/>
                    <a:pt x="153650" y="72737"/>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16"/>
            <p:cNvSpPr/>
            <p:nvPr/>
          </p:nvSpPr>
          <p:spPr>
            <a:xfrm>
              <a:off x="2975000" y="442550"/>
              <a:ext cx="3962850" cy="1816175"/>
            </a:xfrm>
            <a:custGeom>
              <a:rect b="b" l="l" r="r" t="t"/>
              <a:pathLst>
                <a:path extrusionOk="0" fill="none" h="72647" w="158514">
                  <a:moveTo>
                    <a:pt x="0" y="1"/>
                  </a:moveTo>
                  <a:cubicBezTo>
                    <a:pt x="4985" y="2797"/>
                    <a:pt x="10244" y="4985"/>
                    <a:pt x="15441" y="7144"/>
                  </a:cubicBezTo>
                  <a:cubicBezTo>
                    <a:pt x="22341" y="10031"/>
                    <a:pt x="23648" y="14621"/>
                    <a:pt x="25259" y="21034"/>
                  </a:cubicBezTo>
                  <a:cubicBezTo>
                    <a:pt x="26688" y="26809"/>
                    <a:pt x="28572" y="31977"/>
                    <a:pt x="31885" y="36992"/>
                  </a:cubicBezTo>
                  <a:cubicBezTo>
                    <a:pt x="34742" y="41278"/>
                    <a:pt x="31429" y="49606"/>
                    <a:pt x="37478" y="51825"/>
                  </a:cubicBezTo>
                  <a:cubicBezTo>
                    <a:pt x="46171" y="55017"/>
                    <a:pt x="54469" y="46202"/>
                    <a:pt x="58755" y="40305"/>
                  </a:cubicBezTo>
                  <a:cubicBezTo>
                    <a:pt x="66232" y="30001"/>
                    <a:pt x="76415" y="38025"/>
                    <a:pt x="84044" y="42889"/>
                  </a:cubicBezTo>
                  <a:cubicBezTo>
                    <a:pt x="89546" y="46384"/>
                    <a:pt x="96841" y="47874"/>
                    <a:pt x="103680" y="49211"/>
                  </a:cubicBezTo>
                  <a:cubicBezTo>
                    <a:pt x="109242" y="50305"/>
                    <a:pt x="109364" y="53254"/>
                    <a:pt x="109850" y="58026"/>
                  </a:cubicBezTo>
                  <a:cubicBezTo>
                    <a:pt x="110397" y="63436"/>
                    <a:pt x="112829" y="68482"/>
                    <a:pt x="118422" y="69667"/>
                  </a:cubicBezTo>
                  <a:cubicBezTo>
                    <a:pt x="125930" y="71278"/>
                    <a:pt x="135626" y="64044"/>
                    <a:pt x="142708" y="66293"/>
                  </a:cubicBezTo>
                  <a:cubicBezTo>
                    <a:pt x="147176" y="67692"/>
                    <a:pt x="153681" y="7264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16"/>
            <p:cNvSpPr/>
            <p:nvPr/>
          </p:nvSpPr>
          <p:spPr>
            <a:xfrm>
              <a:off x="2975000" y="442550"/>
              <a:ext cx="3962850" cy="1813875"/>
            </a:xfrm>
            <a:custGeom>
              <a:rect b="b" l="l" r="r" t="t"/>
              <a:pathLst>
                <a:path extrusionOk="0" fill="none" h="72555" w="158514">
                  <a:moveTo>
                    <a:pt x="0" y="1"/>
                  </a:moveTo>
                  <a:cubicBezTo>
                    <a:pt x="5015" y="2767"/>
                    <a:pt x="10335" y="4894"/>
                    <a:pt x="15624" y="6931"/>
                  </a:cubicBezTo>
                  <a:cubicBezTo>
                    <a:pt x="22189" y="9423"/>
                    <a:pt x="24925" y="13648"/>
                    <a:pt x="26262" y="20031"/>
                  </a:cubicBezTo>
                  <a:cubicBezTo>
                    <a:pt x="27508" y="25958"/>
                    <a:pt x="27843" y="31582"/>
                    <a:pt x="31916" y="36597"/>
                  </a:cubicBezTo>
                  <a:cubicBezTo>
                    <a:pt x="35290" y="40731"/>
                    <a:pt x="32432" y="49150"/>
                    <a:pt x="38299" y="51096"/>
                  </a:cubicBezTo>
                  <a:cubicBezTo>
                    <a:pt x="47326" y="54105"/>
                    <a:pt x="55138" y="44804"/>
                    <a:pt x="59758" y="38512"/>
                  </a:cubicBezTo>
                  <a:cubicBezTo>
                    <a:pt x="66901" y="28816"/>
                    <a:pt x="78512" y="38512"/>
                    <a:pt x="85139" y="42585"/>
                  </a:cubicBezTo>
                  <a:cubicBezTo>
                    <a:pt x="90397" y="45807"/>
                    <a:pt x="97510" y="47995"/>
                    <a:pt x="104105" y="49120"/>
                  </a:cubicBezTo>
                  <a:cubicBezTo>
                    <a:pt x="109698" y="50062"/>
                    <a:pt x="109729" y="52707"/>
                    <a:pt x="110580" y="57691"/>
                  </a:cubicBezTo>
                  <a:cubicBezTo>
                    <a:pt x="111461" y="63071"/>
                    <a:pt x="112829" y="67692"/>
                    <a:pt x="118878" y="68938"/>
                  </a:cubicBezTo>
                  <a:cubicBezTo>
                    <a:pt x="126082" y="70427"/>
                    <a:pt x="136234" y="63649"/>
                    <a:pt x="143012" y="66111"/>
                  </a:cubicBezTo>
                  <a:cubicBezTo>
                    <a:pt x="147359" y="67661"/>
                    <a:pt x="153742" y="7255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16"/>
            <p:cNvSpPr/>
            <p:nvPr/>
          </p:nvSpPr>
          <p:spPr>
            <a:xfrm>
              <a:off x="2975000" y="442550"/>
              <a:ext cx="3962850" cy="1804000"/>
            </a:xfrm>
            <a:custGeom>
              <a:rect b="b" l="l" r="r" t="t"/>
              <a:pathLst>
                <a:path extrusionOk="0" fill="none" h="72160" w="158514">
                  <a:moveTo>
                    <a:pt x="0" y="1"/>
                  </a:moveTo>
                  <a:cubicBezTo>
                    <a:pt x="5076" y="2736"/>
                    <a:pt x="10456" y="4803"/>
                    <a:pt x="15806" y="6688"/>
                  </a:cubicBezTo>
                  <a:cubicBezTo>
                    <a:pt x="22037" y="8876"/>
                    <a:pt x="26049" y="12767"/>
                    <a:pt x="27326" y="18967"/>
                  </a:cubicBezTo>
                  <a:cubicBezTo>
                    <a:pt x="28542" y="24925"/>
                    <a:pt x="27326" y="31126"/>
                    <a:pt x="31855" y="36202"/>
                  </a:cubicBezTo>
                  <a:cubicBezTo>
                    <a:pt x="35381" y="40153"/>
                    <a:pt x="33618" y="48725"/>
                    <a:pt x="39150" y="50457"/>
                  </a:cubicBezTo>
                  <a:cubicBezTo>
                    <a:pt x="48329" y="53314"/>
                    <a:pt x="55746" y="42919"/>
                    <a:pt x="60792" y="36810"/>
                  </a:cubicBezTo>
                  <a:cubicBezTo>
                    <a:pt x="67995" y="28086"/>
                    <a:pt x="80032" y="38360"/>
                    <a:pt x="86263" y="42159"/>
                  </a:cubicBezTo>
                  <a:cubicBezTo>
                    <a:pt x="91430" y="45320"/>
                    <a:pt x="98057" y="48056"/>
                    <a:pt x="104561" y="48998"/>
                  </a:cubicBezTo>
                  <a:cubicBezTo>
                    <a:pt x="115747" y="50700"/>
                    <a:pt x="107692" y="65898"/>
                    <a:pt x="119303" y="68178"/>
                  </a:cubicBezTo>
                  <a:cubicBezTo>
                    <a:pt x="126294" y="69576"/>
                    <a:pt x="136872" y="63254"/>
                    <a:pt x="143316" y="65898"/>
                  </a:cubicBezTo>
                  <a:cubicBezTo>
                    <a:pt x="147784" y="67752"/>
                    <a:pt x="153407" y="7216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16"/>
            <p:cNvSpPr/>
            <p:nvPr/>
          </p:nvSpPr>
          <p:spPr>
            <a:xfrm>
              <a:off x="2975000" y="442550"/>
              <a:ext cx="3962100" cy="1802475"/>
            </a:xfrm>
            <a:custGeom>
              <a:rect b="b" l="l" r="r" t="t"/>
              <a:pathLst>
                <a:path extrusionOk="0" fill="none" h="72099" w="158484">
                  <a:moveTo>
                    <a:pt x="0" y="1"/>
                  </a:moveTo>
                  <a:cubicBezTo>
                    <a:pt x="5107" y="2706"/>
                    <a:pt x="10760" y="4590"/>
                    <a:pt x="15958" y="6444"/>
                  </a:cubicBezTo>
                  <a:cubicBezTo>
                    <a:pt x="21764" y="8511"/>
                    <a:pt x="26931" y="11733"/>
                    <a:pt x="28390" y="17843"/>
                  </a:cubicBezTo>
                  <a:cubicBezTo>
                    <a:pt x="29788" y="23740"/>
                    <a:pt x="26900" y="30579"/>
                    <a:pt x="31672" y="35867"/>
                  </a:cubicBezTo>
                  <a:cubicBezTo>
                    <a:pt x="35107" y="39636"/>
                    <a:pt x="34925" y="48390"/>
                    <a:pt x="40001" y="49849"/>
                  </a:cubicBezTo>
                  <a:cubicBezTo>
                    <a:pt x="49302" y="52494"/>
                    <a:pt x="56415" y="40761"/>
                    <a:pt x="61886" y="35320"/>
                  </a:cubicBezTo>
                  <a:cubicBezTo>
                    <a:pt x="69211" y="28025"/>
                    <a:pt x="81278" y="37873"/>
                    <a:pt x="87327" y="41612"/>
                  </a:cubicBezTo>
                  <a:cubicBezTo>
                    <a:pt x="92585" y="44864"/>
                    <a:pt x="98421" y="48117"/>
                    <a:pt x="104926" y="48968"/>
                  </a:cubicBezTo>
                  <a:cubicBezTo>
                    <a:pt x="116385" y="50457"/>
                    <a:pt x="108239" y="65442"/>
                    <a:pt x="119759" y="67509"/>
                  </a:cubicBezTo>
                  <a:cubicBezTo>
                    <a:pt x="126659" y="68725"/>
                    <a:pt x="137298" y="62980"/>
                    <a:pt x="143559" y="65716"/>
                  </a:cubicBezTo>
                  <a:cubicBezTo>
                    <a:pt x="147936" y="67631"/>
                    <a:pt x="153407" y="72099"/>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16"/>
            <p:cNvSpPr/>
            <p:nvPr/>
          </p:nvSpPr>
          <p:spPr>
            <a:xfrm>
              <a:off x="2975000" y="442550"/>
              <a:ext cx="3962850" cy="1800200"/>
            </a:xfrm>
            <a:custGeom>
              <a:rect b="b" l="l" r="r" t="t"/>
              <a:pathLst>
                <a:path extrusionOk="0" fill="none" h="72008" w="158514">
                  <a:moveTo>
                    <a:pt x="0" y="1"/>
                  </a:moveTo>
                  <a:cubicBezTo>
                    <a:pt x="5167" y="2645"/>
                    <a:pt x="10821" y="4499"/>
                    <a:pt x="16140" y="6201"/>
                  </a:cubicBezTo>
                  <a:cubicBezTo>
                    <a:pt x="21976" y="8055"/>
                    <a:pt x="27630" y="11065"/>
                    <a:pt x="29484" y="16657"/>
                  </a:cubicBezTo>
                  <a:cubicBezTo>
                    <a:pt x="31308" y="22159"/>
                    <a:pt x="26748" y="29940"/>
                    <a:pt x="31521" y="35442"/>
                  </a:cubicBezTo>
                  <a:cubicBezTo>
                    <a:pt x="34621" y="38998"/>
                    <a:pt x="36414" y="48147"/>
                    <a:pt x="40913" y="49211"/>
                  </a:cubicBezTo>
                  <a:cubicBezTo>
                    <a:pt x="50244" y="51430"/>
                    <a:pt x="56749" y="38846"/>
                    <a:pt x="63041" y="34044"/>
                  </a:cubicBezTo>
                  <a:cubicBezTo>
                    <a:pt x="70731" y="28147"/>
                    <a:pt x="82190" y="36992"/>
                    <a:pt x="88391" y="40943"/>
                  </a:cubicBezTo>
                  <a:cubicBezTo>
                    <a:pt x="93862" y="44409"/>
                    <a:pt x="98695" y="48147"/>
                    <a:pt x="105352" y="48907"/>
                  </a:cubicBezTo>
                  <a:cubicBezTo>
                    <a:pt x="117024" y="50184"/>
                    <a:pt x="108786" y="64834"/>
                    <a:pt x="120276" y="66780"/>
                  </a:cubicBezTo>
                  <a:cubicBezTo>
                    <a:pt x="126993" y="67904"/>
                    <a:pt x="137784" y="62585"/>
                    <a:pt x="143863" y="65533"/>
                  </a:cubicBezTo>
                  <a:cubicBezTo>
                    <a:pt x="148149" y="67570"/>
                    <a:pt x="153468" y="72008"/>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16"/>
            <p:cNvSpPr/>
            <p:nvPr/>
          </p:nvSpPr>
          <p:spPr>
            <a:xfrm>
              <a:off x="2975000" y="442550"/>
              <a:ext cx="3963625" cy="1798675"/>
            </a:xfrm>
            <a:custGeom>
              <a:rect b="b" l="l" r="r" t="t"/>
              <a:pathLst>
                <a:path extrusionOk="0" fill="none" h="71947" w="158545">
                  <a:moveTo>
                    <a:pt x="0" y="1"/>
                  </a:moveTo>
                  <a:cubicBezTo>
                    <a:pt x="5198" y="2615"/>
                    <a:pt x="10912" y="4408"/>
                    <a:pt x="16323" y="5958"/>
                  </a:cubicBezTo>
                  <a:cubicBezTo>
                    <a:pt x="22067" y="7630"/>
                    <a:pt x="28147" y="10365"/>
                    <a:pt x="30578" y="15472"/>
                  </a:cubicBezTo>
                  <a:cubicBezTo>
                    <a:pt x="33192" y="20974"/>
                    <a:pt x="26931" y="29059"/>
                    <a:pt x="31369" y="35047"/>
                  </a:cubicBezTo>
                  <a:cubicBezTo>
                    <a:pt x="33831" y="38390"/>
                    <a:pt x="37904" y="47904"/>
                    <a:pt x="41825" y="48542"/>
                  </a:cubicBezTo>
                  <a:cubicBezTo>
                    <a:pt x="50883" y="50062"/>
                    <a:pt x="57296" y="36931"/>
                    <a:pt x="64257" y="33010"/>
                  </a:cubicBezTo>
                  <a:cubicBezTo>
                    <a:pt x="72160" y="28512"/>
                    <a:pt x="83102" y="35928"/>
                    <a:pt x="89424" y="40153"/>
                  </a:cubicBezTo>
                  <a:cubicBezTo>
                    <a:pt x="94804" y="43740"/>
                    <a:pt x="98877" y="48208"/>
                    <a:pt x="105747" y="48846"/>
                  </a:cubicBezTo>
                  <a:cubicBezTo>
                    <a:pt x="117601" y="49971"/>
                    <a:pt x="109425" y="64257"/>
                    <a:pt x="120793" y="66081"/>
                  </a:cubicBezTo>
                  <a:cubicBezTo>
                    <a:pt x="127419" y="67144"/>
                    <a:pt x="138270" y="62281"/>
                    <a:pt x="144167" y="65351"/>
                  </a:cubicBezTo>
                  <a:cubicBezTo>
                    <a:pt x="148362" y="67540"/>
                    <a:pt x="153529" y="71947"/>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16"/>
            <p:cNvSpPr/>
            <p:nvPr/>
          </p:nvSpPr>
          <p:spPr>
            <a:xfrm>
              <a:off x="2975000" y="442550"/>
              <a:ext cx="3962850" cy="1795650"/>
            </a:xfrm>
            <a:custGeom>
              <a:rect b="b" l="l" r="r" t="t"/>
              <a:pathLst>
                <a:path extrusionOk="0" fill="none" h="71826" w="158514">
                  <a:moveTo>
                    <a:pt x="0" y="1"/>
                  </a:moveTo>
                  <a:cubicBezTo>
                    <a:pt x="5259" y="2584"/>
                    <a:pt x="10973" y="4317"/>
                    <a:pt x="16475" y="5745"/>
                  </a:cubicBezTo>
                  <a:cubicBezTo>
                    <a:pt x="22250" y="7235"/>
                    <a:pt x="28542" y="9788"/>
                    <a:pt x="31581" y="14195"/>
                  </a:cubicBezTo>
                  <a:cubicBezTo>
                    <a:pt x="35168" y="19332"/>
                    <a:pt x="27326" y="28238"/>
                    <a:pt x="31247" y="34560"/>
                  </a:cubicBezTo>
                  <a:cubicBezTo>
                    <a:pt x="33253" y="37782"/>
                    <a:pt x="39150" y="47418"/>
                    <a:pt x="42737" y="47722"/>
                  </a:cubicBezTo>
                  <a:cubicBezTo>
                    <a:pt x="51612" y="48482"/>
                    <a:pt x="57752" y="35229"/>
                    <a:pt x="65412" y="32129"/>
                  </a:cubicBezTo>
                  <a:cubicBezTo>
                    <a:pt x="73588" y="28816"/>
                    <a:pt x="84044" y="34804"/>
                    <a:pt x="90275" y="39302"/>
                  </a:cubicBezTo>
                  <a:cubicBezTo>
                    <a:pt x="95351" y="42980"/>
                    <a:pt x="98938" y="48269"/>
                    <a:pt x="106081" y="48816"/>
                  </a:cubicBezTo>
                  <a:cubicBezTo>
                    <a:pt x="111704" y="49241"/>
                    <a:pt x="112981" y="50670"/>
                    <a:pt x="114136" y="56111"/>
                  </a:cubicBezTo>
                  <a:cubicBezTo>
                    <a:pt x="115139" y="60792"/>
                    <a:pt x="115321" y="64470"/>
                    <a:pt x="121279" y="65381"/>
                  </a:cubicBezTo>
                  <a:cubicBezTo>
                    <a:pt x="127784" y="66385"/>
                    <a:pt x="138696" y="61947"/>
                    <a:pt x="144410" y="65169"/>
                  </a:cubicBezTo>
                  <a:cubicBezTo>
                    <a:pt x="148483" y="67448"/>
                    <a:pt x="153529" y="7182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16"/>
            <p:cNvSpPr/>
            <p:nvPr/>
          </p:nvSpPr>
          <p:spPr>
            <a:xfrm>
              <a:off x="2975000" y="442550"/>
              <a:ext cx="3962850" cy="1794125"/>
            </a:xfrm>
            <a:custGeom>
              <a:rect b="b" l="l" r="r" t="t"/>
              <a:pathLst>
                <a:path extrusionOk="0" fill="none" h="71765" w="158514">
                  <a:moveTo>
                    <a:pt x="0" y="1"/>
                  </a:moveTo>
                  <a:cubicBezTo>
                    <a:pt x="5319" y="2554"/>
                    <a:pt x="11064" y="4226"/>
                    <a:pt x="16627" y="5502"/>
                  </a:cubicBezTo>
                  <a:cubicBezTo>
                    <a:pt x="22523" y="6840"/>
                    <a:pt x="28663" y="9302"/>
                    <a:pt x="32554" y="12919"/>
                  </a:cubicBezTo>
                  <a:cubicBezTo>
                    <a:pt x="36931" y="17022"/>
                    <a:pt x="28906" y="28268"/>
                    <a:pt x="31247" y="33983"/>
                  </a:cubicBezTo>
                  <a:cubicBezTo>
                    <a:pt x="32615" y="37326"/>
                    <a:pt x="40031" y="46658"/>
                    <a:pt x="43679" y="46719"/>
                  </a:cubicBezTo>
                  <a:cubicBezTo>
                    <a:pt x="52433" y="46810"/>
                    <a:pt x="58117" y="33861"/>
                    <a:pt x="66628" y="31430"/>
                  </a:cubicBezTo>
                  <a:cubicBezTo>
                    <a:pt x="75108" y="28998"/>
                    <a:pt x="85078" y="33709"/>
                    <a:pt x="91066" y="38451"/>
                  </a:cubicBezTo>
                  <a:cubicBezTo>
                    <a:pt x="95899" y="42250"/>
                    <a:pt x="98847" y="48482"/>
                    <a:pt x="106446" y="48785"/>
                  </a:cubicBezTo>
                  <a:cubicBezTo>
                    <a:pt x="119030" y="49272"/>
                    <a:pt x="110853" y="62950"/>
                    <a:pt x="121826" y="64743"/>
                  </a:cubicBezTo>
                  <a:cubicBezTo>
                    <a:pt x="128088" y="65746"/>
                    <a:pt x="139121" y="61612"/>
                    <a:pt x="144684" y="64986"/>
                  </a:cubicBezTo>
                  <a:cubicBezTo>
                    <a:pt x="148666" y="67388"/>
                    <a:pt x="153559" y="7176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16"/>
            <p:cNvSpPr/>
            <p:nvPr/>
          </p:nvSpPr>
          <p:spPr>
            <a:xfrm>
              <a:off x="2975000" y="442550"/>
              <a:ext cx="3962850" cy="1791075"/>
            </a:xfrm>
            <a:custGeom>
              <a:rect b="b" l="l" r="r" t="t"/>
              <a:pathLst>
                <a:path extrusionOk="0" fill="none" h="71643" w="158514">
                  <a:moveTo>
                    <a:pt x="0" y="1"/>
                  </a:moveTo>
                  <a:cubicBezTo>
                    <a:pt x="5319" y="2523"/>
                    <a:pt x="11155" y="4134"/>
                    <a:pt x="16779" y="5259"/>
                  </a:cubicBezTo>
                  <a:cubicBezTo>
                    <a:pt x="22736" y="6475"/>
                    <a:pt x="29302" y="9058"/>
                    <a:pt x="33405" y="11672"/>
                  </a:cubicBezTo>
                  <a:cubicBezTo>
                    <a:pt x="37660" y="14378"/>
                    <a:pt x="30821" y="28968"/>
                    <a:pt x="31399" y="33314"/>
                  </a:cubicBezTo>
                  <a:cubicBezTo>
                    <a:pt x="31885" y="36931"/>
                    <a:pt x="40578" y="45624"/>
                    <a:pt x="44651" y="45472"/>
                  </a:cubicBezTo>
                  <a:cubicBezTo>
                    <a:pt x="53101" y="45168"/>
                    <a:pt x="58421" y="32828"/>
                    <a:pt x="67874" y="30852"/>
                  </a:cubicBezTo>
                  <a:cubicBezTo>
                    <a:pt x="76658" y="29028"/>
                    <a:pt x="86233" y="32706"/>
                    <a:pt x="91856" y="37509"/>
                  </a:cubicBezTo>
                  <a:cubicBezTo>
                    <a:pt x="96476" y="41491"/>
                    <a:pt x="98908" y="48542"/>
                    <a:pt x="106780" y="48755"/>
                  </a:cubicBezTo>
                  <a:cubicBezTo>
                    <a:pt x="112647" y="48907"/>
                    <a:pt x="114045" y="50184"/>
                    <a:pt x="115565" y="55503"/>
                  </a:cubicBezTo>
                  <a:cubicBezTo>
                    <a:pt x="116841" y="60062"/>
                    <a:pt x="116628" y="63132"/>
                    <a:pt x="122404" y="64044"/>
                  </a:cubicBezTo>
                  <a:cubicBezTo>
                    <a:pt x="128544" y="65047"/>
                    <a:pt x="139486" y="61278"/>
                    <a:pt x="144957" y="64804"/>
                  </a:cubicBezTo>
                  <a:cubicBezTo>
                    <a:pt x="148818" y="67296"/>
                    <a:pt x="153559" y="71643"/>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16"/>
            <p:cNvSpPr/>
            <p:nvPr/>
          </p:nvSpPr>
          <p:spPr>
            <a:xfrm>
              <a:off x="2975000" y="442550"/>
              <a:ext cx="3962100" cy="1789575"/>
            </a:xfrm>
            <a:custGeom>
              <a:rect b="b" l="l" r="r" t="t"/>
              <a:pathLst>
                <a:path extrusionOk="0" fill="none" h="71583" w="158484">
                  <a:moveTo>
                    <a:pt x="0" y="1"/>
                  </a:moveTo>
                  <a:cubicBezTo>
                    <a:pt x="5380" y="2463"/>
                    <a:pt x="11216" y="4043"/>
                    <a:pt x="16900" y="5016"/>
                  </a:cubicBezTo>
                  <a:cubicBezTo>
                    <a:pt x="22797" y="6049"/>
                    <a:pt x="29058" y="8724"/>
                    <a:pt x="34135" y="10457"/>
                  </a:cubicBezTo>
                  <a:cubicBezTo>
                    <a:pt x="39667" y="12372"/>
                    <a:pt x="32037" y="28846"/>
                    <a:pt x="31855" y="32463"/>
                  </a:cubicBezTo>
                  <a:cubicBezTo>
                    <a:pt x="31672" y="36597"/>
                    <a:pt x="40852" y="44712"/>
                    <a:pt x="45503" y="44074"/>
                  </a:cubicBezTo>
                  <a:cubicBezTo>
                    <a:pt x="54165" y="42889"/>
                    <a:pt x="59606" y="32038"/>
                    <a:pt x="69090" y="30335"/>
                  </a:cubicBezTo>
                  <a:cubicBezTo>
                    <a:pt x="77479" y="28846"/>
                    <a:pt x="87388" y="31703"/>
                    <a:pt x="92646" y="36566"/>
                  </a:cubicBezTo>
                  <a:cubicBezTo>
                    <a:pt x="97084" y="40670"/>
                    <a:pt x="98908" y="48634"/>
                    <a:pt x="107084" y="48725"/>
                  </a:cubicBezTo>
                  <a:cubicBezTo>
                    <a:pt x="112890" y="48816"/>
                    <a:pt x="114501" y="49910"/>
                    <a:pt x="116203" y="55229"/>
                  </a:cubicBezTo>
                  <a:cubicBezTo>
                    <a:pt x="117571" y="59606"/>
                    <a:pt x="117297" y="62555"/>
                    <a:pt x="122951" y="63436"/>
                  </a:cubicBezTo>
                  <a:cubicBezTo>
                    <a:pt x="129030" y="64378"/>
                    <a:pt x="139851" y="60944"/>
                    <a:pt x="145200" y="64622"/>
                  </a:cubicBezTo>
                  <a:cubicBezTo>
                    <a:pt x="148939" y="67205"/>
                    <a:pt x="153590" y="7158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16"/>
            <p:cNvSpPr/>
            <p:nvPr/>
          </p:nvSpPr>
          <p:spPr>
            <a:xfrm>
              <a:off x="2975000" y="442550"/>
              <a:ext cx="3962850" cy="1785000"/>
            </a:xfrm>
            <a:custGeom>
              <a:rect b="b" l="l" r="r" t="t"/>
              <a:pathLst>
                <a:path extrusionOk="0" fill="none" h="71400" w="158514">
                  <a:moveTo>
                    <a:pt x="0" y="1"/>
                  </a:moveTo>
                  <a:cubicBezTo>
                    <a:pt x="5411" y="2432"/>
                    <a:pt x="11307" y="3952"/>
                    <a:pt x="17052" y="4803"/>
                  </a:cubicBezTo>
                  <a:cubicBezTo>
                    <a:pt x="22949" y="5685"/>
                    <a:pt x="29028" y="8967"/>
                    <a:pt x="34682" y="9362"/>
                  </a:cubicBezTo>
                  <a:cubicBezTo>
                    <a:pt x="42007" y="9849"/>
                    <a:pt x="33557" y="28360"/>
                    <a:pt x="32858" y="31065"/>
                  </a:cubicBezTo>
                  <a:cubicBezTo>
                    <a:pt x="31308" y="36931"/>
                    <a:pt x="41095" y="43801"/>
                    <a:pt x="46141" y="42676"/>
                  </a:cubicBezTo>
                  <a:cubicBezTo>
                    <a:pt x="54925" y="40761"/>
                    <a:pt x="60731" y="31703"/>
                    <a:pt x="70245" y="29819"/>
                  </a:cubicBezTo>
                  <a:cubicBezTo>
                    <a:pt x="78451" y="28177"/>
                    <a:pt x="88573" y="30731"/>
                    <a:pt x="93497" y="35563"/>
                  </a:cubicBezTo>
                  <a:cubicBezTo>
                    <a:pt x="97753" y="39728"/>
                    <a:pt x="98969" y="48725"/>
                    <a:pt x="107419" y="48755"/>
                  </a:cubicBezTo>
                  <a:cubicBezTo>
                    <a:pt x="113163" y="48755"/>
                    <a:pt x="115018" y="49667"/>
                    <a:pt x="116872" y="54956"/>
                  </a:cubicBezTo>
                  <a:cubicBezTo>
                    <a:pt x="118331" y="59181"/>
                    <a:pt x="118027" y="61977"/>
                    <a:pt x="123559" y="62798"/>
                  </a:cubicBezTo>
                  <a:cubicBezTo>
                    <a:pt x="129638" y="63710"/>
                    <a:pt x="140459" y="60579"/>
                    <a:pt x="145504" y="64470"/>
                  </a:cubicBezTo>
                  <a:cubicBezTo>
                    <a:pt x="148939" y="67144"/>
                    <a:pt x="153802" y="7140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16"/>
            <p:cNvSpPr/>
            <p:nvPr/>
          </p:nvSpPr>
          <p:spPr>
            <a:xfrm>
              <a:off x="2975000" y="442550"/>
              <a:ext cx="3962100" cy="1781975"/>
            </a:xfrm>
            <a:custGeom>
              <a:rect b="b" l="l" r="r" t="t"/>
              <a:pathLst>
                <a:path extrusionOk="0" fill="none" h="71279" w="158484">
                  <a:moveTo>
                    <a:pt x="0" y="1"/>
                  </a:moveTo>
                  <a:cubicBezTo>
                    <a:pt x="5471" y="2402"/>
                    <a:pt x="11247" y="3922"/>
                    <a:pt x="17174" y="4560"/>
                  </a:cubicBezTo>
                  <a:cubicBezTo>
                    <a:pt x="23253" y="5198"/>
                    <a:pt x="29514" y="8420"/>
                    <a:pt x="35107" y="8177"/>
                  </a:cubicBezTo>
                  <a:cubicBezTo>
                    <a:pt x="44044" y="7782"/>
                    <a:pt x="35290" y="26718"/>
                    <a:pt x="34256" y="29089"/>
                  </a:cubicBezTo>
                  <a:cubicBezTo>
                    <a:pt x="31369" y="35959"/>
                    <a:pt x="40578" y="42980"/>
                    <a:pt x="46658" y="41247"/>
                  </a:cubicBezTo>
                  <a:cubicBezTo>
                    <a:pt x="55533" y="38785"/>
                    <a:pt x="61947" y="31490"/>
                    <a:pt x="71369" y="29180"/>
                  </a:cubicBezTo>
                  <a:cubicBezTo>
                    <a:pt x="79424" y="27174"/>
                    <a:pt x="89819" y="29697"/>
                    <a:pt x="94470" y="34439"/>
                  </a:cubicBezTo>
                  <a:cubicBezTo>
                    <a:pt x="98482" y="38573"/>
                    <a:pt x="99090" y="48785"/>
                    <a:pt x="107753" y="48694"/>
                  </a:cubicBezTo>
                  <a:cubicBezTo>
                    <a:pt x="113407" y="48634"/>
                    <a:pt x="115504" y="49424"/>
                    <a:pt x="117510" y="54652"/>
                  </a:cubicBezTo>
                  <a:cubicBezTo>
                    <a:pt x="119060" y="58694"/>
                    <a:pt x="118665" y="61400"/>
                    <a:pt x="124167" y="62160"/>
                  </a:cubicBezTo>
                  <a:cubicBezTo>
                    <a:pt x="130246" y="62980"/>
                    <a:pt x="140793" y="60245"/>
                    <a:pt x="145717" y="64257"/>
                  </a:cubicBezTo>
                  <a:cubicBezTo>
                    <a:pt x="149061" y="66962"/>
                    <a:pt x="153802" y="71278"/>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16"/>
            <p:cNvSpPr/>
            <p:nvPr/>
          </p:nvSpPr>
          <p:spPr>
            <a:xfrm>
              <a:off x="2975000" y="442550"/>
              <a:ext cx="3962850" cy="1781200"/>
            </a:xfrm>
            <a:custGeom>
              <a:rect b="b" l="l" r="r" t="t"/>
              <a:pathLst>
                <a:path extrusionOk="0" fill="none" h="71248" w="158514">
                  <a:moveTo>
                    <a:pt x="0" y="1"/>
                  </a:moveTo>
                  <a:cubicBezTo>
                    <a:pt x="5502" y="2371"/>
                    <a:pt x="11338" y="3830"/>
                    <a:pt x="17326" y="4347"/>
                  </a:cubicBezTo>
                  <a:cubicBezTo>
                    <a:pt x="23405" y="4833"/>
                    <a:pt x="29484" y="7478"/>
                    <a:pt x="35381" y="7083"/>
                  </a:cubicBezTo>
                  <a:cubicBezTo>
                    <a:pt x="46171" y="6384"/>
                    <a:pt x="37660" y="22007"/>
                    <a:pt x="36080" y="26718"/>
                  </a:cubicBezTo>
                  <a:cubicBezTo>
                    <a:pt x="34560" y="31247"/>
                    <a:pt x="33192" y="34591"/>
                    <a:pt x="37387" y="37934"/>
                  </a:cubicBezTo>
                  <a:cubicBezTo>
                    <a:pt x="40062" y="40032"/>
                    <a:pt x="43983" y="40913"/>
                    <a:pt x="47144" y="39940"/>
                  </a:cubicBezTo>
                  <a:cubicBezTo>
                    <a:pt x="52007" y="38421"/>
                    <a:pt x="55959" y="34864"/>
                    <a:pt x="60548" y="32524"/>
                  </a:cubicBezTo>
                  <a:cubicBezTo>
                    <a:pt x="64409" y="30579"/>
                    <a:pt x="68360" y="29758"/>
                    <a:pt x="72403" y="28512"/>
                  </a:cubicBezTo>
                  <a:cubicBezTo>
                    <a:pt x="80275" y="26080"/>
                    <a:pt x="91187" y="28724"/>
                    <a:pt x="95503" y="33314"/>
                  </a:cubicBezTo>
                  <a:cubicBezTo>
                    <a:pt x="99303" y="37296"/>
                    <a:pt x="99212" y="48877"/>
                    <a:pt x="108118" y="48694"/>
                  </a:cubicBezTo>
                  <a:cubicBezTo>
                    <a:pt x="113589" y="48573"/>
                    <a:pt x="115990" y="49302"/>
                    <a:pt x="118148" y="54409"/>
                  </a:cubicBezTo>
                  <a:cubicBezTo>
                    <a:pt x="119820" y="58299"/>
                    <a:pt x="119364" y="60974"/>
                    <a:pt x="124805" y="61612"/>
                  </a:cubicBezTo>
                  <a:cubicBezTo>
                    <a:pt x="130519" y="62281"/>
                    <a:pt x="141249" y="59819"/>
                    <a:pt x="145991" y="64135"/>
                  </a:cubicBezTo>
                  <a:cubicBezTo>
                    <a:pt x="149213" y="67023"/>
                    <a:pt x="153863" y="71248"/>
                    <a:pt x="158514" y="68695"/>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16"/>
            <p:cNvSpPr/>
            <p:nvPr/>
          </p:nvSpPr>
          <p:spPr>
            <a:xfrm>
              <a:off x="2975000" y="442550"/>
              <a:ext cx="3962100" cy="1777400"/>
            </a:xfrm>
            <a:custGeom>
              <a:rect b="b" l="l" r="r" t="t"/>
              <a:pathLst>
                <a:path extrusionOk="0" fill="none" h="71096" w="158484">
                  <a:moveTo>
                    <a:pt x="0" y="1"/>
                  </a:moveTo>
                  <a:cubicBezTo>
                    <a:pt x="5532" y="2341"/>
                    <a:pt x="11429" y="3739"/>
                    <a:pt x="17447" y="4104"/>
                  </a:cubicBezTo>
                  <a:cubicBezTo>
                    <a:pt x="23496" y="4469"/>
                    <a:pt x="29484" y="6596"/>
                    <a:pt x="35533" y="6049"/>
                  </a:cubicBezTo>
                  <a:cubicBezTo>
                    <a:pt x="47357" y="4955"/>
                    <a:pt x="40822" y="16809"/>
                    <a:pt x="38208" y="23983"/>
                  </a:cubicBezTo>
                  <a:cubicBezTo>
                    <a:pt x="36657" y="28329"/>
                    <a:pt x="33557" y="33253"/>
                    <a:pt x="37691" y="36962"/>
                  </a:cubicBezTo>
                  <a:cubicBezTo>
                    <a:pt x="40244" y="39272"/>
                    <a:pt x="44591" y="39636"/>
                    <a:pt x="47661" y="38603"/>
                  </a:cubicBezTo>
                  <a:cubicBezTo>
                    <a:pt x="52646" y="36931"/>
                    <a:pt x="56901" y="33557"/>
                    <a:pt x="61764" y="31460"/>
                  </a:cubicBezTo>
                  <a:cubicBezTo>
                    <a:pt x="65533" y="29819"/>
                    <a:pt x="69576" y="29150"/>
                    <a:pt x="73375" y="27721"/>
                  </a:cubicBezTo>
                  <a:cubicBezTo>
                    <a:pt x="80974" y="24864"/>
                    <a:pt x="92464" y="27721"/>
                    <a:pt x="96659" y="32068"/>
                  </a:cubicBezTo>
                  <a:cubicBezTo>
                    <a:pt x="100884" y="36445"/>
                    <a:pt x="98634" y="48512"/>
                    <a:pt x="108452" y="48664"/>
                  </a:cubicBezTo>
                  <a:cubicBezTo>
                    <a:pt x="114014" y="48755"/>
                    <a:pt x="116416" y="49150"/>
                    <a:pt x="118756" y="54105"/>
                  </a:cubicBezTo>
                  <a:cubicBezTo>
                    <a:pt x="120550" y="57874"/>
                    <a:pt x="120002" y="60488"/>
                    <a:pt x="125413" y="61035"/>
                  </a:cubicBezTo>
                  <a:cubicBezTo>
                    <a:pt x="131158" y="61643"/>
                    <a:pt x="141553" y="59454"/>
                    <a:pt x="146234" y="63922"/>
                  </a:cubicBezTo>
                  <a:cubicBezTo>
                    <a:pt x="149334" y="66871"/>
                    <a:pt x="153894" y="71096"/>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16"/>
            <p:cNvSpPr/>
            <p:nvPr/>
          </p:nvSpPr>
          <p:spPr>
            <a:xfrm>
              <a:off x="2975000" y="442550"/>
              <a:ext cx="3962850" cy="1775125"/>
            </a:xfrm>
            <a:custGeom>
              <a:rect b="b" l="l" r="r" t="t"/>
              <a:pathLst>
                <a:path extrusionOk="0" fill="none" h="71005" w="158514">
                  <a:moveTo>
                    <a:pt x="0" y="1"/>
                  </a:moveTo>
                  <a:cubicBezTo>
                    <a:pt x="5593" y="2311"/>
                    <a:pt x="11520" y="3648"/>
                    <a:pt x="17569" y="3861"/>
                  </a:cubicBezTo>
                  <a:cubicBezTo>
                    <a:pt x="23587" y="4074"/>
                    <a:pt x="29636" y="5837"/>
                    <a:pt x="35594" y="5046"/>
                  </a:cubicBezTo>
                  <a:cubicBezTo>
                    <a:pt x="47569" y="3466"/>
                    <a:pt x="43800" y="12280"/>
                    <a:pt x="40578" y="20974"/>
                  </a:cubicBezTo>
                  <a:cubicBezTo>
                    <a:pt x="39059" y="25107"/>
                    <a:pt x="34773" y="31916"/>
                    <a:pt x="38268" y="35867"/>
                  </a:cubicBezTo>
                  <a:cubicBezTo>
                    <a:pt x="40548" y="38451"/>
                    <a:pt x="45381" y="38208"/>
                    <a:pt x="48238" y="37296"/>
                  </a:cubicBezTo>
                  <a:cubicBezTo>
                    <a:pt x="53405" y="35624"/>
                    <a:pt x="57965" y="32281"/>
                    <a:pt x="63102" y="30366"/>
                  </a:cubicBezTo>
                  <a:cubicBezTo>
                    <a:pt x="66780" y="28968"/>
                    <a:pt x="70701" y="28420"/>
                    <a:pt x="74257" y="26840"/>
                  </a:cubicBezTo>
                  <a:cubicBezTo>
                    <a:pt x="81552" y="23588"/>
                    <a:pt x="94075" y="26779"/>
                    <a:pt x="97935" y="30791"/>
                  </a:cubicBezTo>
                  <a:cubicBezTo>
                    <a:pt x="101887" y="34895"/>
                    <a:pt x="98938" y="48542"/>
                    <a:pt x="108817" y="48664"/>
                  </a:cubicBezTo>
                  <a:cubicBezTo>
                    <a:pt x="114227" y="48694"/>
                    <a:pt x="116872" y="49029"/>
                    <a:pt x="119364" y="53801"/>
                  </a:cubicBezTo>
                  <a:cubicBezTo>
                    <a:pt x="121249" y="57448"/>
                    <a:pt x="120702" y="60032"/>
                    <a:pt x="126021" y="60518"/>
                  </a:cubicBezTo>
                  <a:cubicBezTo>
                    <a:pt x="131826" y="61035"/>
                    <a:pt x="141857" y="59120"/>
                    <a:pt x="146507" y="63771"/>
                  </a:cubicBezTo>
                  <a:cubicBezTo>
                    <a:pt x="149456" y="66719"/>
                    <a:pt x="153924" y="7100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16"/>
            <p:cNvSpPr/>
            <p:nvPr/>
          </p:nvSpPr>
          <p:spPr>
            <a:xfrm>
              <a:off x="2975000" y="442550"/>
              <a:ext cx="3962850" cy="1772850"/>
            </a:xfrm>
            <a:custGeom>
              <a:rect b="b" l="l" r="r" t="t"/>
              <a:pathLst>
                <a:path extrusionOk="0" fill="none" h="70914" w="158514">
                  <a:moveTo>
                    <a:pt x="0" y="1"/>
                  </a:moveTo>
                  <a:cubicBezTo>
                    <a:pt x="5623" y="2280"/>
                    <a:pt x="11611" y="3526"/>
                    <a:pt x="17690" y="3648"/>
                  </a:cubicBezTo>
                  <a:cubicBezTo>
                    <a:pt x="23648" y="3709"/>
                    <a:pt x="29636" y="5016"/>
                    <a:pt x="35563" y="4104"/>
                  </a:cubicBezTo>
                  <a:cubicBezTo>
                    <a:pt x="47022" y="2371"/>
                    <a:pt x="46627" y="7843"/>
                    <a:pt x="43101" y="17812"/>
                  </a:cubicBezTo>
                  <a:cubicBezTo>
                    <a:pt x="41733" y="21612"/>
                    <a:pt x="36232" y="30670"/>
                    <a:pt x="39028" y="34621"/>
                  </a:cubicBezTo>
                  <a:cubicBezTo>
                    <a:pt x="41004" y="37387"/>
                    <a:pt x="46293" y="36901"/>
                    <a:pt x="48968" y="35989"/>
                  </a:cubicBezTo>
                  <a:cubicBezTo>
                    <a:pt x="57235" y="33071"/>
                    <a:pt x="67235" y="29667"/>
                    <a:pt x="75108" y="25867"/>
                  </a:cubicBezTo>
                  <a:cubicBezTo>
                    <a:pt x="82008" y="22524"/>
                    <a:pt x="95655" y="25746"/>
                    <a:pt x="99303" y="29484"/>
                  </a:cubicBezTo>
                  <a:cubicBezTo>
                    <a:pt x="103042" y="33284"/>
                    <a:pt x="99546" y="48573"/>
                    <a:pt x="109242" y="48573"/>
                  </a:cubicBezTo>
                  <a:cubicBezTo>
                    <a:pt x="114379" y="48573"/>
                    <a:pt x="117328" y="48968"/>
                    <a:pt x="119942" y="53527"/>
                  </a:cubicBezTo>
                  <a:cubicBezTo>
                    <a:pt x="121948" y="57023"/>
                    <a:pt x="121340" y="59606"/>
                    <a:pt x="126629" y="60032"/>
                  </a:cubicBezTo>
                  <a:cubicBezTo>
                    <a:pt x="132495" y="60488"/>
                    <a:pt x="142130" y="58725"/>
                    <a:pt x="146751" y="63558"/>
                  </a:cubicBezTo>
                  <a:cubicBezTo>
                    <a:pt x="149608" y="66567"/>
                    <a:pt x="153985" y="70913"/>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16"/>
            <p:cNvSpPr/>
            <p:nvPr/>
          </p:nvSpPr>
          <p:spPr>
            <a:xfrm>
              <a:off x="2975000" y="442550"/>
              <a:ext cx="3962100" cy="1769800"/>
            </a:xfrm>
            <a:custGeom>
              <a:rect b="b" l="l" r="r" t="t"/>
              <a:pathLst>
                <a:path extrusionOk="0" fill="none" h="70792" w="158484">
                  <a:moveTo>
                    <a:pt x="0" y="1"/>
                  </a:moveTo>
                  <a:cubicBezTo>
                    <a:pt x="5654" y="2280"/>
                    <a:pt x="11703" y="3435"/>
                    <a:pt x="17812" y="3405"/>
                  </a:cubicBezTo>
                  <a:cubicBezTo>
                    <a:pt x="23709" y="3344"/>
                    <a:pt x="29606" y="4165"/>
                    <a:pt x="35502" y="3192"/>
                  </a:cubicBezTo>
                  <a:cubicBezTo>
                    <a:pt x="37660" y="2858"/>
                    <a:pt x="42463" y="1976"/>
                    <a:pt x="44621" y="2949"/>
                  </a:cubicBezTo>
                  <a:cubicBezTo>
                    <a:pt x="49545" y="5168"/>
                    <a:pt x="46840" y="10913"/>
                    <a:pt x="45624" y="14742"/>
                  </a:cubicBezTo>
                  <a:cubicBezTo>
                    <a:pt x="43557" y="21369"/>
                    <a:pt x="34135" y="40001"/>
                    <a:pt x="49819" y="34652"/>
                  </a:cubicBezTo>
                  <a:cubicBezTo>
                    <a:pt x="58299" y="31734"/>
                    <a:pt x="67935" y="28177"/>
                    <a:pt x="76050" y="24864"/>
                  </a:cubicBezTo>
                  <a:cubicBezTo>
                    <a:pt x="83072" y="21977"/>
                    <a:pt x="96051" y="24347"/>
                    <a:pt x="100762" y="28117"/>
                  </a:cubicBezTo>
                  <a:cubicBezTo>
                    <a:pt x="105716" y="32098"/>
                    <a:pt x="98908" y="48299"/>
                    <a:pt x="109698" y="48482"/>
                  </a:cubicBezTo>
                  <a:cubicBezTo>
                    <a:pt x="114653" y="48573"/>
                    <a:pt x="117753" y="48846"/>
                    <a:pt x="120458" y="53254"/>
                  </a:cubicBezTo>
                  <a:cubicBezTo>
                    <a:pt x="122586" y="56628"/>
                    <a:pt x="121948" y="59242"/>
                    <a:pt x="127176" y="59576"/>
                  </a:cubicBezTo>
                  <a:cubicBezTo>
                    <a:pt x="133133" y="60001"/>
                    <a:pt x="142404" y="58360"/>
                    <a:pt x="146963" y="63375"/>
                  </a:cubicBezTo>
                  <a:cubicBezTo>
                    <a:pt x="149699" y="66385"/>
                    <a:pt x="153985" y="70792"/>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16"/>
            <p:cNvSpPr/>
            <p:nvPr/>
          </p:nvSpPr>
          <p:spPr>
            <a:xfrm>
              <a:off x="2975000" y="442550"/>
              <a:ext cx="3963625" cy="1767525"/>
            </a:xfrm>
            <a:custGeom>
              <a:rect b="b" l="l" r="r" t="t"/>
              <a:pathLst>
                <a:path extrusionOk="0" fill="none" h="70701" w="158545">
                  <a:moveTo>
                    <a:pt x="0" y="1"/>
                  </a:moveTo>
                  <a:cubicBezTo>
                    <a:pt x="5715" y="2250"/>
                    <a:pt x="11794" y="3314"/>
                    <a:pt x="17934" y="3192"/>
                  </a:cubicBezTo>
                  <a:cubicBezTo>
                    <a:pt x="23770" y="2979"/>
                    <a:pt x="29575" y="3314"/>
                    <a:pt x="35411" y="2341"/>
                  </a:cubicBezTo>
                  <a:cubicBezTo>
                    <a:pt x="44439" y="791"/>
                    <a:pt x="50518" y="2371"/>
                    <a:pt x="48147" y="11916"/>
                  </a:cubicBezTo>
                  <a:cubicBezTo>
                    <a:pt x="46627" y="18086"/>
                    <a:pt x="34894" y="38725"/>
                    <a:pt x="50883" y="33253"/>
                  </a:cubicBezTo>
                  <a:cubicBezTo>
                    <a:pt x="59697" y="30244"/>
                    <a:pt x="68482" y="26688"/>
                    <a:pt x="77418" y="23922"/>
                  </a:cubicBezTo>
                  <a:cubicBezTo>
                    <a:pt x="84227" y="21794"/>
                    <a:pt x="97601" y="22585"/>
                    <a:pt x="102312" y="26779"/>
                  </a:cubicBezTo>
                  <a:cubicBezTo>
                    <a:pt x="107510" y="31399"/>
                    <a:pt x="99394" y="48056"/>
                    <a:pt x="110276" y="48330"/>
                  </a:cubicBezTo>
                  <a:cubicBezTo>
                    <a:pt x="115200" y="48451"/>
                    <a:pt x="117966" y="49181"/>
                    <a:pt x="120945" y="52889"/>
                  </a:cubicBezTo>
                  <a:cubicBezTo>
                    <a:pt x="123376" y="55928"/>
                    <a:pt x="122464" y="58877"/>
                    <a:pt x="127784" y="59150"/>
                  </a:cubicBezTo>
                  <a:cubicBezTo>
                    <a:pt x="133711" y="59454"/>
                    <a:pt x="142769" y="58026"/>
                    <a:pt x="147267" y="63223"/>
                  </a:cubicBezTo>
                  <a:cubicBezTo>
                    <a:pt x="149881" y="66202"/>
                    <a:pt x="154076" y="70701"/>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16"/>
            <p:cNvSpPr/>
            <p:nvPr/>
          </p:nvSpPr>
          <p:spPr>
            <a:xfrm>
              <a:off x="2975000" y="442550"/>
              <a:ext cx="3962850" cy="1765250"/>
            </a:xfrm>
            <a:custGeom>
              <a:rect b="b" l="l" r="r" t="t"/>
              <a:pathLst>
                <a:path extrusionOk="0" fill="none" h="70610" w="158514">
                  <a:moveTo>
                    <a:pt x="0" y="1"/>
                  </a:moveTo>
                  <a:cubicBezTo>
                    <a:pt x="5745" y="2219"/>
                    <a:pt x="11885" y="3223"/>
                    <a:pt x="18025" y="2949"/>
                  </a:cubicBezTo>
                  <a:cubicBezTo>
                    <a:pt x="23800" y="2645"/>
                    <a:pt x="29514" y="2493"/>
                    <a:pt x="35259" y="1490"/>
                  </a:cubicBezTo>
                  <a:cubicBezTo>
                    <a:pt x="38056" y="1004"/>
                    <a:pt x="42189" y="396"/>
                    <a:pt x="44986" y="1064"/>
                  </a:cubicBezTo>
                  <a:cubicBezTo>
                    <a:pt x="50183" y="2280"/>
                    <a:pt x="51065" y="4803"/>
                    <a:pt x="50487" y="9454"/>
                  </a:cubicBezTo>
                  <a:cubicBezTo>
                    <a:pt x="49728" y="14986"/>
                    <a:pt x="36627" y="36870"/>
                    <a:pt x="52068" y="31825"/>
                  </a:cubicBezTo>
                  <a:cubicBezTo>
                    <a:pt x="60944" y="28937"/>
                    <a:pt x="69910" y="25533"/>
                    <a:pt x="79029" y="23010"/>
                  </a:cubicBezTo>
                  <a:cubicBezTo>
                    <a:pt x="86111" y="21095"/>
                    <a:pt x="98969" y="21551"/>
                    <a:pt x="103893" y="25472"/>
                  </a:cubicBezTo>
                  <a:cubicBezTo>
                    <a:pt x="109212" y="29697"/>
                    <a:pt x="100093" y="47661"/>
                    <a:pt x="110823" y="48147"/>
                  </a:cubicBezTo>
                  <a:cubicBezTo>
                    <a:pt x="115595" y="48360"/>
                    <a:pt x="118422" y="49120"/>
                    <a:pt x="121431" y="52646"/>
                  </a:cubicBezTo>
                  <a:cubicBezTo>
                    <a:pt x="123923" y="55594"/>
                    <a:pt x="123103" y="58542"/>
                    <a:pt x="128300" y="58786"/>
                  </a:cubicBezTo>
                  <a:cubicBezTo>
                    <a:pt x="134288" y="59059"/>
                    <a:pt x="143042" y="57783"/>
                    <a:pt x="147480" y="63041"/>
                  </a:cubicBezTo>
                  <a:cubicBezTo>
                    <a:pt x="150003" y="65989"/>
                    <a:pt x="154076" y="7061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16"/>
            <p:cNvSpPr/>
            <p:nvPr/>
          </p:nvSpPr>
          <p:spPr>
            <a:xfrm>
              <a:off x="2975000" y="428125"/>
              <a:ext cx="3962850" cy="1777400"/>
            </a:xfrm>
            <a:custGeom>
              <a:rect b="b" l="l" r="r" t="t"/>
              <a:pathLst>
                <a:path extrusionOk="0" fill="none" h="71096" w="158514">
                  <a:moveTo>
                    <a:pt x="0" y="578"/>
                  </a:moveTo>
                  <a:cubicBezTo>
                    <a:pt x="5715" y="2705"/>
                    <a:pt x="12128" y="3769"/>
                    <a:pt x="18146" y="3313"/>
                  </a:cubicBezTo>
                  <a:cubicBezTo>
                    <a:pt x="23861" y="2888"/>
                    <a:pt x="29484" y="2219"/>
                    <a:pt x="35138" y="1246"/>
                  </a:cubicBezTo>
                  <a:cubicBezTo>
                    <a:pt x="42554" y="0"/>
                    <a:pt x="52281" y="1489"/>
                    <a:pt x="52585" y="7994"/>
                  </a:cubicBezTo>
                  <a:cubicBezTo>
                    <a:pt x="52767" y="12523"/>
                    <a:pt x="39211" y="35350"/>
                    <a:pt x="53436" y="30882"/>
                  </a:cubicBezTo>
                  <a:cubicBezTo>
                    <a:pt x="62372" y="28086"/>
                    <a:pt x="71673" y="25137"/>
                    <a:pt x="80914" y="22736"/>
                  </a:cubicBezTo>
                  <a:cubicBezTo>
                    <a:pt x="88604" y="20760"/>
                    <a:pt x="100032" y="21551"/>
                    <a:pt x="105443" y="24803"/>
                  </a:cubicBezTo>
                  <a:cubicBezTo>
                    <a:pt x="111674" y="28511"/>
                    <a:pt x="99941" y="47508"/>
                    <a:pt x="111431" y="48511"/>
                  </a:cubicBezTo>
                  <a:cubicBezTo>
                    <a:pt x="116081" y="48937"/>
                    <a:pt x="118847" y="49606"/>
                    <a:pt x="121887" y="52980"/>
                  </a:cubicBezTo>
                  <a:cubicBezTo>
                    <a:pt x="124440" y="55837"/>
                    <a:pt x="123741" y="58785"/>
                    <a:pt x="128787" y="58998"/>
                  </a:cubicBezTo>
                  <a:cubicBezTo>
                    <a:pt x="134836" y="59271"/>
                    <a:pt x="143316" y="58147"/>
                    <a:pt x="147723" y="63436"/>
                  </a:cubicBezTo>
                  <a:cubicBezTo>
                    <a:pt x="150125" y="66323"/>
                    <a:pt x="154106" y="71095"/>
                    <a:pt x="158514" y="6924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16"/>
            <p:cNvSpPr/>
            <p:nvPr/>
          </p:nvSpPr>
          <p:spPr>
            <a:xfrm>
              <a:off x="2975000" y="412925"/>
              <a:ext cx="3962850" cy="1789550"/>
            </a:xfrm>
            <a:custGeom>
              <a:rect b="b" l="l" r="r" t="t"/>
              <a:pathLst>
                <a:path extrusionOk="0" fill="none" h="71582" w="158514">
                  <a:moveTo>
                    <a:pt x="0" y="1186"/>
                  </a:moveTo>
                  <a:cubicBezTo>
                    <a:pt x="5745" y="3283"/>
                    <a:pt x="12219" y="4286"/>
                    <a:pt x="18238" y="3678"/>
                  </a:cubicBezTo>
                  <a:cubicBezTo>
                    <a:pt x="23891" y="3131"/>
                    <a:pt x="29454" y="1976"/>
                    <a:pt x="35046" y="1034"/>
                  </a:cubicBezTo>
                  <a:cubicBezTo>
                    <a:pt x="41308" y="0"/>
                    <a:pt x="52980" y="638"/>
                    <a:pt x="54317" y="7082"/>
                  </a:cubicBezTo>
                  <a:cubicBezTo>
                    <a:pt x="55260" y="11672"/>
                    <a:pt x="42159" y="33557"/>
                    <a:pt x="54895" y="29879"/>
                  </a:cubicBezTo>
                  <a:cubicBezTo>
                    <a:pt x="64044" y="27204"/>
                    <a:pt x="73588" y="24864"/>
                    <a:pt x="82950" y="22523"/>
                  </a:cubicBezTo>
                  <a:cubicBezTo>
                    <a:pt x="90488" y="20608"/>
                    <a:pt x="101248" y="21186"/>
                    <a:pt x="106932" y="24256"/>
                  </a:cubicBezTo>
                  <a:cubicBezTo>
                    <a:pt x="113862" y="27964"/>
                    <a:pt x="100762" y="47478"/>
                    <a:pt x="112069" y="48876"/>
                  </a:cubicBezTo>
                  <a:cubicBezTo>
                    <a:pt x="116264" y="49363"/>
                    <a:pt x="119729" y="49879"/>
                    <a:pt x="122343" y="53344"/>
                  </a:cubicBezTo>
                  <a:cubicBezTo>
                    <a:pt x="124562" y="56354"/>
                    <a:pt x="124653" y="59089"/>
                    <a:pt x="129273" y="59272"/>
                  </a:cubicBezTo>
                  <a:cubicBezTo>
                    <a:pt x="135352" y="59545"/>
                    <a:pt x="143620" y="58603"/>
                    <a:pt x="147936" y="63861"/>
                  </a:cubicBezTo>
                  <a:cubicBezTo>
                    <a:pt x="150277" y="66688"/>
                    <a:pt x="154137" y="71582"/>
                    <a:pt x="158514" y="6984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16"/>
            <p:cNvSpPr/>
            <p:nvPr/>
          </p:nvSpPr>
          <p:spPr>
            <a:xfrm>
              <a:off x="2975000" y="386325"/>
              <a:ext cx="3962850" cy="1813875"/>
            </a:xfrm>
            <a:custGeom>
              <a:rect b="b" l="l" r="r" t="t"/>
              <a:pathLst>
                <a:path extrusionOk="0" fill="none" h="72555" w="158514">
                  <a:moveTo>
                    <a:pt x="0" y="2250"/>
                  </a:moveTo>
                  <a:cubicBezTo>
                    <a:pt x="5806" y="4286"/>
                    <a:pt x="12371" y="5259"/>
                    <a:pt x="18390" y="4529"/>
                  </a:cubicBezTo>
                  <a:cubicBezTo>
                    <a:pt x="23982" y="3830"/>
                    <a:pt x="29423" y="2250"/>
                    <a:pt x="35046" y="1307"/>
                  </a:cubicBezTo>
                  <a:cubicBezTo>
                    <a:pt x="42767" y="0"/>
                    <a:pt x="52402" y="2067"/>
                    <a:pt x="55685" y="7174"/>
                  </a:cubicBezTo>
                  <a:cubicBezTo>
                    <a:pt x="57570" y="10183"/>
                    <a:pt x="46658" y="32159"/>
                    <a:pt x="56719" y="29271"/>
                  </a:cubicBezTo>
                  <a:cubicBezTo>
                    <a:pt x="65442" y="26748"/>
                    <a:pt x="75746" y="25077"/>
                    <a:pt x="85139" y="22736"/>
                  </a:cubicBezTo>
                  <a:cubicBezTo>
                    <a:pt x="92494" y="20882"/>
                    <a:pt x="102099" y="21338"/>
                    <a:pt x="108300" y="24317"/>
                  </a:cubicBezTo>
                  <a:cubicBezTo>
                    <a:pt x="116477" y="28207"/>
                    <a:pt x="101765" y="47873"/>
                    <a:pt x="112799" y="49636"/>
                  </a:cubicBezTo>
                  <a:cubicBezTo>
                    <a:pt x="116780" y="50275"/>
                    <a:pt x="120215" y="50852"/>
                    <a:pt x="122768" y="54165"/>
                  </a:cubicBezTo>
                  <a:cubicBezTo>
                    <a:pt x="125048" y="57083"/>
                    <a:pt x="125200" y="59849"/>
                    <a:pt x="129729" y="60032"/>
                  </a:cubicBezTo>
                  <a:cubicBezTo>
                    <a:pt x="135839" y="60336"/>
                    <a:pt x="143893" y="59545"/>
                    <a:pt x="148179" y="64773"/>
                  </a:cubicBezTo>
                  <a:cubicBezTo>
                    <a:pt x="150459" y="67539"/>
                    <a:pt x="154167" y="72555"/>
                    <a:pt x="158514" y="7091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16"/>
            <p:cNvSpPr/>
            <p:nvPr/>
          </p:nvSpPr>
          <p:spPr>
            <a:xfrm>
              <a:off x="2975000" y="367325"/>
              <a:ext cx="3962850" cy="1829825"/>
            </a:xfrm>
            <a:custGeom>
              <a:rect b="b" l="l" r="r" t="t"/>
              <a:pathLst>
                <a:path extrusionOk="0" fill="none" h="73193" w="158514">
                  <a:moveTo>
                    <a:pt x="0" y="3010"/>
                  </a:moveTo>
                  <a:cubicBezTo>
                    <a:pt x="5836" y="5016"/>
                    <a:pt x="12432" y="5897"/>
                    <a:pt x="18481" y="5046"/>
                  </a:cubicBezTo>
                  <a:cubicBezTo>
                    <a:pt x="24104" y="4286"/>
                    <a:pt x="29514" y="2067"/>
                    <a:pt x="35077" y="1216"/>
                  </a:cubicBezTo>
                  <a:cubicBezTo>
                    <a:pt x="43010" y="0"/>
                    <a:pt x="51703" y="2584"/>
                    <a:pt x="56719" y="7447"/>
                  </a:cubicBezTo>
                  <a:cubicBezTo>
                    <a:pt x="60123" y="10791"/>
                    <a:pt x="50335" y="30396"/>
                    <a:pt x="58998" y="28360"/>
                  </a:cubicBezTo>
                  <a:cubicBezTo>
                    <a:pt x="67722" y="26293"/>
                    <a:pt x="78056" y="25016"/>
                    <a:pt x="87357" y="22615"/>
                  </a:cubicBezTo>
                  <a:cubicBezTo>
                    <a:pt x="94531" y="20761"/>
                    <a:pt x="103224" y="21065"/>
                    <a:pt x="109546" y="24104"/>
                  </a:cubicBezTo>
                  <a:cubicBezTo>
                    <a:pt x="118209" y="28268"/>
                    <a:pt x="103376" y="47965"/>
                    <a:pt x="113559" y="50062"/>
                  </a:cubicBezTo>
                  <a:cubicBezTo>
                    <a:pt x="117328" y="50822"/>
                    <a:pt x="120671" y="51551"/>
                    <a:pt x="123194" y="54682"/>
                  </a:cubicBezTo>
                  <a:cubicBezTo>
                    <a:pt x="125474" y="57539"/>
                    <a:pt x="125717" y="60305"/>
                    <a:pt x="130155" y="60518"/>
                  </a:cubicBezTo>
                  <a:cubicBezTo>
                    <a:pt x="136295" y="60852"/>
                    <a:pt x="144137" y="60214"/>
                    <a:pt x="148392" y="65381"/>
                  </a:cubicBezTo>
                  <a:cubicBezTo>
                    <a:pt x="150611" y="68056"/>
                    <a:pt x="154228" y="73193"/>
                    <a:pt x="158514" y="7167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16"/>
            <p:cNvSpPr/>
            <p:nvPr/>
          </p:nvSpPr>
          <p:spPr>
            <a:xfrm>
              <a:off x="2975000" y="347575"/>
              <a:ext cx="3962850" cy="1845775"/>
            </a:xfrm>
            <a:custGeom>
              <a:rect b="b" l="l" r="r" t="t"/>
              <a:pathLst>
                <a:path extrusionOk="0" fill="none" h="73831" w="158514">
                  <a:moveTo>
                    <a:pt x="0" y="3800"/>
                  </a:moveTo>
                  <a:cubicBezTo>
                    <a:pt x="5867" y="5775"/>
                    <a:pt x="12554" y="6566"/>
                    <a:pt x="18602" y="5623"/>
                  </a:cubicBezTo>
                  <a:cubicBezTo>
                    <a:pt x="24256" y="4711"/>
                    <a:pt x="29575" y="1915"/>
                    <a:pt x="35229" y="1125"/>
                  </a:cubicBezTo>
                  <a:cubicBezTo>
                    <a:pt x="43284" y="0"/>
                    <a:pt x="51217" y="3404"/>
                    <a:pt x="57448" y="7903"/>
                  </a:cubicBezTo>
                  <a:cubicBezTo>
                    <a:pt x="62129" y="11247"/>
                    <a:pt x="59454" y="16353"/>
                    <a:pt x="58421" y="20852"/>
                  </a:cubicBezTo>
                  <a:cubicBezTo>
                    <a:pt x="57782" y="23587"/>
                    <a:pt x="56506" y="28420"/>
                    <a:pt x="61582" y="27599"/>
                  </a:cubicBezTo>
                  <a:cubicBezTo>
                    <a:pt x="70305" y="26171"/>
                    <a:pt x="80366" y="24925"/>
                    <a:pt x="89516" y="22493"/>
                  </a:cubicBezTo>
                  <a:cubicBezTo>
                    <a:pt x="96628" y="20639"/>
                    <a:pt x="104501" y="20700"/>
                    <a:pt x="110732" y="23952"/>
                  </a:cubicBezTo>
                  <a:cubicBezTo>
                    <a:pt x="119698" y="28663"/>
                    <a:pt x="104501" y="47600"/>
                    <a:pt x="114379" y="50487"/>
                  </a:cubicBezTo>
                  <a:cubicBezTo>
                    <a:pt x="117996" y="51551"/>
                    <a:pt x="121157" y="52250"/>
                    <a:pt x="123619" y="55229"/>
                  </a:cubicBezTo>
                  <a:cubicBezTo>
                    <a:pt x="125899" y="57995"/>
                    <a:pt x="126203" y="60791"/>
                    <a:pt x="130550" y="61065"/>
                  </a:cubicBezTo>
                  <a:cubicBezTo>
                    <a:pt x="136659" y="61399"/>
                    <a:pt x="144380" y="60913"/>
                    <a:pt x="148605" y="65989"/>
                  </a:cubicBezTo>
                  <a:cubicBezTo>
                    <a:pt x="150793" y="68603"/>
                    <a:pt x="154258" y="73831"/>
                    <a:pt x="158514" y="7246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16"/>
            <p:cNvSpPr/>
            <p:nvPr/>
          </p:nvSpPr>
          <p:spPr>
            <a:xfrm>
              <a:off x="2975000" y="324000"/>
              <a:ext cx="3962850" cy="1867075"/>
            </a:xfrm>
            <a:custGeom>
              <a:rect b="b" l="l" r="r" t="t"/>
              <a:pathLst>
                <a:path extrusionOk="0" fill="none" h="74683" w="158514">
                  <a:moveTo>
                    <a:pt x="0" y="4743"/>
                  </a:moveTo>
                  <a:cubicBezTo>
                    <a:pt x="5897" y="6688"/>
                    <a:pt x="12645" y="7387"/>
                    <a:pt x="18724" y="6323"/>
                  </a:cubicBezTo>
                  <a:cubicBezTo>
                    <a:pt x="24469" y="5290"/>
                    <a:pt x="29758" y="1977"/>
                    <a:pt x="35502" y="1156"/>
                  </a:cubicBezTo>
                  <a:cubicBezTo>
                    <a:pt x="43466" y="1"/>
                    <a:pt x="51460" y="4682"/>
                    <a:pt x="57934" y="8572"/>
                  </a:cubicBezTo>
                  <a:cubicBezTo>
                    <a:pt x="62858" y="11521"/>
                    <a:pt x="62099" y="15411"/>
                    <a:pt x="61339" y="20153"/>
                  </a:cubicBezTo>
                  <a:cubicBezTo>
                    <a:pt x="60883" y="22919"/>
                    <a:pt x="59576" y="27448"/>
                    <a:pt x="64378" y="27144"/>
                  </a:cubicBezTo>
                  <a:cubicBezTo>
                    <a:pt x="73223" y="26597"/>
                    <a:pt x="82737" y="24834"/>
                    <a:pt x="91643" y="22494"/>
                  </a:cubicBezTo>
                  <a:cubicBezTo>
                    <a:pt x="98817" y="20609"/>
                    <a:pt x="105747" y="20366"/>
                    <a:pt x="111856" y="23983"/>
                  </a:cubicBezTo>
                  <a:cubicBezTo>
                    <a:pt x="120519" y="29120"/>
                    <a:pt x="105990" y="47296"/>
                    <a:pt x="115230" y="51035"/>
                  </a:cubicBezTo>
                  <a:cubicBezTo>
                    <a:pt x="118543" y="52372"/>
                    <a:pt x="121705" y="53072"/>
                    <a:pt x="124045" y="55898"/>
                  </a:cubicBezTo>
                  <a:cubicBezTo>
                    <a:pt x="126325" y="58634"/>
                    <a:pt x="126659" y="61461"/>
                    <a:pt x="130914" y="61765"/>
                  </a:cubicBezTo>
                  <a:cubicBezTo>
                    <a:pt x="136994" y="62160"/>
                    <a:pt x="144593" y="61825"/>
                    <a:pt x="148818" y="66810"/>
                  </a:cubicBezTo>
                  <a:cubicBezTo>
                    <a:pt x="150945" y="69364"/>
                    <a:pt x="154289" y="74683"/>
                    <a:pt x="158514" y="73406"/>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16"/>
            <p:cNvSpPr/>
            <p:nvPr/>
          </p:nvSpPr>
          <p:spPr>
            <a:xfrm>
              <a:off x="2975000" y="297425"/>
              <a:ext cx="3962850" cy="1890625"/>
            </a:xfrm>
            <a:custGeom>
              <a:rect b="b" l="l" r="r" t="t"/>
              <a:pathLst>
                <a:path extrusionOk="0" fill="none" h="75625" w="158514">
                  <a:moveTo>
                    <a:pt x="0" y="5806"/>
                  </a:moveTo>
                  <a:cubicBezTo>
                    <a:pt x="5927" y="7690"/>
                    <a:pt x="12918" y="8450"/>
                    <a:pt x="18815" y="7173"/>
                  </a:cubicBezTo>
                  <a:cubicBezTo>
                    <a:pt x="24530" y="5927"/>
                    <a:pt x="30122" y="2128"/>
                    <a:pt x="35928" y="1216"/>
                  </a:cubicBezTo>
                  <a:cubicBezTo>
                    <a:pt x="43648" y="0"/>
                    <a:pt x="52494" y="5593"/>
                    <a:pt x="58178" y="9392"/>
                  </a:cubicBezTo>
                  <a:cubicBezTo>
                    <a:pt x="62585" y="12310"/>
                    <a:pt x="64226" y="14347"/>
                    <a:pt x="64074" y="19940"/>
                  </a:cubicBezTo>
                  <a:cubicBezTo>
                    <a:pt x="64014" y="22797"/>
                    <a:pt x="62828" y="26839"/>
                    <a:pt x="67296" y="27022"/>
                  </a:cubicBezTo>
                  <a:cubicBezTo>
                    <a:pt x="76081" y="27417"/>
                    <a:pt x="85199" y="24560"/>
                    <a:pt x="93589" y="22584"/>
                  </a:cubicBezTo>
                  <a:cubicBezTo>
                    <a:pt x="100975" y="20851"/>
                    <a:pt x="106598" y="19879"/>
                    <a:pt x="112920" y="24165"/>
                  </a:cubicBezTo>
                  <a:cubicBezTo>
                    <a:pt x="121188" y="29788"/>
                    <a:pt x="107753" y="47113"/>
                    <a:pt x="116142" y="51673"/>
                  </a:cubicBezTo>
                  <a:cubicBezTo>
                    <a:pt x="119030" y="53223"/>
                    <a:pt x="122221" y="54013"/>
                    <a:pt x="124501" y="56718"/>
                  </a:cubicBezTo>
                  <a:cubicBezTo>
                    <a:pt x="126781" y="59423"/>
                    <a:pt x="127115" y="62281"/>
                    <a:pt x="131279" y="62615"/>
                  </a:cubicBezTo>
                  <a:cubicBezTo>
                    <a:pt x="137358" y="63101"/>
                    <a:pt x="144836" y="62828"/>
                    <a:pt x="149030" y="67752"/>
                  </a:cubicBezTo>
                  <a:cubicBezTo>
                    <a:pt x="151158" y="70244"/>
                    <a:pt x="154350" y="75624"/>
                    <a:pt x="158514" y="7446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16"/>
            <p:cNvSpPr/>
            <p:nvPr/>
          </p:nvSpPr>
          <p:spPr>
            <a:xfrm>
              <a:off x="2975000" y="270050"/>
              <a:ext cx="3962100" cy="1914200"/>
            </a:xfrm>
            <a:custGeom>
              <a:rect b="b" l="l" r="r" t="t"/>
              <a:pathLst>
                <a:path extrusionOk="0" fill="none" h="76568" w="158484">
                  <a:moveTo>
                    <a:pt x="0" y="6901"/>
                  </a:moveTo>
                  <a:cubicBezTo>
                    <a:pt x="5988" y="8785"/>
                    <a:pt x="13040" y="9484"/>
                    <a:pt x="18937" y="8025"/>
                  </a:cubicBezTo>
                  <a:cubicBezTo>
                    <a:pt x="24803" y="6627"/>
                    <a:pt x="30396" y="2402"/>
                    <a:pt x="36414" y="1338"/>
                  </a:cubicBezTo>
                  <a:cubicBezTo>
                    <a:pt x="44013" y="1"/>
                    <a:pt x="52463" y="6688"/>
                    <a:pt x="58208" y="10244"/>
                  </a:cubicBezTo>
                  <a:cubicBezTo>
                    <a:pt x="62676" y="13010"/>
                    <a:pt x="65138" y="14925"/>
                    <a:pt x="66476" y="20092"/>
                  </a:cubicBezTo>
                  <a:cubicBezTo>
                    <a:pt x="67235" y="22980"/>
                    <a:pt x="65868" y="26536"/>
                    <a:pt x="70214" y="27144"/>
                  </a:cubicBezTo>
                  <a:cubicBezTo>
                    <a:pt x="78695" y="28329"/>
                    <a:pt x="87753" y="24104"/>
                    <a:pt x="95351" y="22646"/>
                  </a:cubicBezTo>
                  <a:cubicBezTo>
                    <a:pt x="102950" y="21187"/>
                    <a:pt x="107327" y="19150"/>
                    <a:pt x="113893" y="24408"/>
                  </a:cubicBezTo>
                  <a:cubicBezTo>
                    <a:pt x="121309" y="30366"/>
                    <a:pt x="109668" y="47023"/>
                    <a:pt x="117084" y="52251"/>
                  </a:cubicBezTo>
                  <a:cubicBezTo>
                    <a:pt x="119577" y="54014"/>
                    <a:pt x="122586" y="54956"/>
                    <a:pt x="125018" y="57418"/>
                  </a:cubicBezTo>
                  <a:cubicBezTo>
                    <a:pt x="127419" y="59880"/>
                    <a:pt x="127145" y="63011"/>
                    <a:pt x="131614" y="63436"/>
                  </a:cubicBezTo>
                  <a:cubicBezTo>
                    <a:pt x="137602" y="64014"/>
                    <a:pt x="144988" y="63832"/>
                    <a:pt x="149213" y="68695"/>
                  </a:cubicBezTo>
                  <a:cubicBezTo>
                    <a:pt x="151310" y="71126"/>
                    <a:pt x="154410" y="76567"/>
                    <a:pt x="158483" y="755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16"/>
            <p:cNvSpPr/>
            <p:nvPr/>
          </p:nvSpPr>
          <p:spPr>
            <a:xfrm>
              <a:off x="2975000" y="244975"/>
              <a:ext cx="3962100" cy="1937000"/>
            </a:xfrm>
            <a:custGeom>
              <a:rect b="b" l="l" r="r" t="t"/>
              <a:pathLst>
                <a:path extrusionOk="0" fill="none" h="77480" w="158484">
                  <a:moveTo>
                    <a:pt x="0" y="7904"/>
                  </a:moveTo>
                  <a:cubicBezTo>
                    <a:pt x="6019" y="9758"/>
                    <a:pt x="13162" y="10366"/>
                    <a:pt x="19058" y="8815"/>
                  </a:cubicBezTo>
                  <a:cubicBezTo>
                    <a:pt x="25077" y="7204"/>
                    <a:pt x="30730" y="2554"/>
                    <a:pt x="36992" y="1429"/>
                  </a:cubicBezTo>
                  <a:cubicBezTo>
                    <a:pt x="44773" y="1"/>
                    <a:pt x="52038" y="7296"/>
                    <a:pt x="58086" y="10974"/>
                  </a:cubicBezTo>
                  <a:cubicBezTo>
                    <a:pt x="62463" y="13618"/>
                    <a:pt x="66111" y="15806"/>
                    <a:pt x="68482" y="20457"/>
                  </a:cubicBezTo>
                  <a:cubicBezTo>
                    <a:pt x="69910" y="23253"/>
                    <a:pt x="69090" y="26475"/>
                    <a:pt x="73041" y="27387"/>
                  </a:cubicBezTo>
                  <a:cubicBezTo>
                    <a:pt x="81005" y="29180"/>
                    <a:pt x="90002" y="23679"/>
                    <a:pt x="96841" y="22615"/>
                  </a:cubicBezTo>
                  <a:cubicBezTo>
                    <a:pt x="104622" y="21399"/>
                    <a:pt x="107692" y="18360"/>
                    <a:pt x="114714" y="24621"/>
                  </a:cubicBezTo>
                  <a:cubicBezTo>
                    <a:pt x="121917" y="31065"/>
                    <a:pt x="111552" y="46780"/>
                    <a:pt x="118087" y="52767"/>
                  </a:cubicBezTo>
                  <a:cubicBezTo>
                    <a:pt x="120124" y="54682"/>
                    <a:pt x="123224" y="55807"/>
                    <a:pt x="125443" y="58178"/>
                  </a:cubicBezTo>
                  <a:cubicBezTo>
                    <a:pt x="127784" y="60640"/>
                    <a:pt x="127632" y="63771"/>
                    <a:pt x="131918" y="64257"/>
                  </a:cubicBezTo>
                  <a:cubicBezTo>
                    <a:pt x="137905" y="64956"/>
                    <a:pt x="145170" y="64804"/>
                    <a:pt x="149425" y="69576"/>
                  </a:cubicBezTo>
                  <a:cubicBezTo>
                    <a:pt x="151523" y="71947"/>
                    <a:pt x="154471" y="77479"/>
                    <a:pt x="158483" y="765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16"/>
            <p:cNvSpPr/>
            <p:nvPr/>
          </p:nvSpPr>
          <p:spPr>
            <a:xfrm>
              <a:off x="2975000" y="222950"/>
              <a:ext cx="3962100" cy="1955225"/>
            </a:xfrm>
            <a:custGeom>
              <a:rect b="b" l="l" r="r" t="t"/>
              <a:pathLst>
                <a:path extrusionOk="0" fill="none" h="78209" w="158484">
                  <a:moveTo>
                    <a:pt x="0" y="8785"/>
                  </a:moveTo>
                  <a:cubicBezTo>
                    <a:pt x="6079" y="10608"/>
                    <a:pt x="13313" y="11155"/>
                    <a:pt x="19180" y="9453"/>
                  </a:cubicBezTo>
                  <a:cubicBezTo>
                    <a:pt x="25289" y="7690"/>
                    <a:pt x="31125" y="2584"/>
                    <a:pt x="37569" y="1459"/>
                  </a:cubicBezTo>
                  <a:cubicBezTo>
                    <a:pt x="45776" y="0"/>
                    <a:pt x="51642" y="7630"/>
                    <a:pt x="57874" y="11520"/>
                  </a:cubicBezTo>
                  <a:cubicBezTo>
                    <a:pt x="62099" y="14134"/>
                    <a:pt x="67175" y="16596"/>
                    <a:pt x="70123" y="20882"/>
                  </a:cubicBezTo>
                  <a:cubicBezTo>
                    <a:pt x="71886" y="23466"/>
                    <a:pt x="72190" y="26688"/>
                    <a:pt x="75625" y="27569"/>
                  </a:cubicBezTo>
                  <a:cubicBezTo>
                    <a:pt x="83193" y="29484"/>
                    <a:pt x="91339" y="23374"/>
                    <a:pt x="97996" y="22371"/>
                  </a:cubicBezTo>
                  <a:cubicBezTo>
                    <a:pt x="106051" y="21186"/>
                    <a:pt x="108391" y="17630"/>
                    <a:pt x="115473" y="24773"/>
                  </a:cubicBezTo>
                  <a:cubicBezTo>
                    <a:pt x="122039" y="31369"/>
                    <a:pt x="113528" y="46475"/>
                    <a:pt x="119060" y="53101"/>
                  </a:cubicBezTo>
                  <a:cubicBezTo>
                    <a:pt x="120732" y="55107"/>
                    <a:pt x="123802" y="56475"/>
                    <a:pt x="125869" y="58785"/>
                  </a:cubicBezTo>
                  <a:cubicBezTo>
                    <a:pt x="128088" y="61247"/>
                    <a:pt x="128057" y="64348"/>
                    <a:pt x="132191" y="64925"/>
                  </a:cubicBezTo>
                  <a:cubicBezTo>
                    <a:pt x="138179" y="65746"/>
                    <a:pt x="145352" y="65594"/>
                    <a:pt x="149608" y="70305"/>
                  </a:cubicBezTo>
                  <a:cubicBezTo>
                    <a:pt x="151705" y="72615"/>
                    <a:pt x="154502" y="78208"/>
                    <a:pt x="158483" y="7744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16"/>
            <p:cNvSpPr/>
            <p:nvPr/>
          </p:nvSpPr>
          <p:spPr>
            <a:xfrm>
              <a:off x="2975000" y="197875"/>
              <a:ext cx="3962850" cy="1976500"/>
            </a:xfrm>
            <a:custGeom>
              <a:rect b="b" l="l" r="r" t="t"/>
              <a:pathLst>
                <a:path extrusionOk="0" fill="none" h="79060" w="158514">
                  <a:moveTo>
                    <a:pt x="0" y="9788"/>
                  </a:moveTo>
                  <a:cubicBezTo>
                    <a:pt x="6110" y="11551"/>
                    <a:pt x="13222" y="11824"/>
                    <a:pt x="19301" y="10244"/>
                  </a:cubicBezTo>
                  <a:cubicBezTo>
                    <a:pt x="26080" y="8450"/>
                    <a:pt x="31369" y="3040"/>
                    <a:pt x="38208" y="1642"/>
                  </a:cubicBezTo>
                  <a:cubicBezTo>
                    <a:pt x="46384" y="0"/>
                    <a:pt x="51855" y="8207"/>
                    <a:pt x="57600" y="12098"/>
                  </a:cubicBezTo>
                  <a:cubicBezTo>
                    <a:pt x="61886" y="14985"/>
                    <a:pt x="67296" y="17478"/>
                    <a:pt x="71065" y="21368"/>
                  </a:cubicBezTo>
                  <a:cubicBezTo>
                    <a:pt x="73315" y="23678"/>
                    <a:pt x="74743" y="27113"/>
                    <a:pt x="77904" y="27903"/>
                  </a:cubicBezTo>
                  <a:cubicBezTo>
                    <a:pt x="84865" y="29575"/>
                    <a:pt x="91978" y="23648"/>
                    <a:pt x="98847" y="22280"/>
                  </a:cubicBezTo>
                  <a:cubicBezTo>
                    <a:pt x="107419" y="20517"/>
                    <a:pt x="109850" y="17903"/>
                    <a:pt x="116233" y="25077"/>
                  </a:cubicBezTo>
                  <a:cubicBezTo>
                    <a:pt x="122069" y="31642"/>
                    <a:pt x="115656" y="46536"/>
                    <a:pt x="120154" y="53557"/>
                  </a:cubicBezTo>
                  <a:cubicBezTo>
                    <a:pt x="121492" y="55624"/>
                    <a:pt x="124471" y="57235"/>
                    <a:pt x="126325" y="59484"/>
                  </a:cubicBezTo>
                  <a:cubicBezTo>
                    <a:pt x="128422" y="61977"/>
                    <a:pt x="128544" y="65047"/>
                    <a:pt x="132495" y="65685"/>
                  </a:cubicBezTo>
                  <a:cubicBezTo>
                    <a:pt x="138392" y="66658"/>
                    <a:pt x="145565" y="66506"/>
                    <a:pt x="149851" y="71187"/>
                  </a:cubicBezTo>
                  <a:cubicBezTo>
                    <a:pt x="151918" y="73466"/>
                    <a:pt x="154593" y="79059"/>
                    <a:pt x="158514" y="7845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16"/>
            <p:cNvSpPr/>
            <p:nvPr/>
          </p:nvSpPr>
          <p:spPr>
            <a:xfrm>
              <a:off x="2975000" y="180400"/>
              <a:ext cx="3962850" cy="1990925"/>
            </a:xfrm>
            <a:custGeom>
              <a:rect b="b" l="l" r="r" t="t"/>
              <a:pathLst>
                <a:path extrusionOk="0" fill="none" h="79637" w="158514">
                  <a:moveTo>
                    <a:pt x="0" y="10487"/>
                  </a:moveTo>
                  <a:cubicBezTo>
                    <a:pt x="6171" y="12219"/>
                    <a:pt x="13374" y="12371"/>
                    <a:pt x="19453" y="10699"/>
                  </a:cubicBezTo>
                  <a:cubicBezTo>
                    <a:pt x="26384" y="8754"/>
                    <a:pt x="31764" y="2979"/>
                    <a:pt x="38876" y="1611"/>
                  </a:cubicBezTo>
                  <a:cubicBezTo>
                    <a:pt x="47265" y="0"/>
                    <a:pt x="51946" y="8025"/>
                    <a:pt x="57418" y="12280"/>
                  </a:cubicBezTo>
                  <a:cubicBezTo>
                    <a:pt x="61582" y="15532"/>
                    <a:pt x="67083" y="17994"/>
                    <a:pt x="71460" y="21490"/>
                  </a:cubicBezTo>
                  <a:cubicBezTo>
                    <a:pt x="74166" y="23678"/>
                    <a:pt x="76597" y="27143"/>
                    <a:pt x="79789" y="27812"/>
                  </a:cubicBezTo>
                  <a:cubicBezTo>
                    <a:pt x="86172" y="29149"/>
                    <a:pt x="92950" y="23374"/>
                    <a:pt x="99364" y="21733"/>
                  </a:cubicBezTo>
                  <a:cubicBezTo>
                    <a:pt x="107723" y="19605"/>
                    <a:pt x="111218" y="17934"/>
                    <a:pt x="117024" y="25137"/>
                  </a:cubicBezTo>
                  <a:cubicBezTo>
                    <a:pt x="122100" y="31460"/>
                    <a:pt x="117784" y="46475"/>
                    <a:pt x="121249" y="53679"/>
                  </a:cubicBezTo>
                  <a:cubicBezTo>
                    <a:pt x="122708" y="56718"/>
                    <a:pt x="129060" y="65472"/>
                    <a:pt x="132769" y="66171"/>
                  </a:cubicBezTo>
                  <a:cubicBezTo>
                    <a:pt x="138605" y="67296"/>
                    <a:pt x="145748" y="67114"/>
                    <a:pt x="150033" y="71764"/>
                  </a:cubicBezTo>
                  <a:cubicBezTo>
                    <a:pt x="152100" y="73983"/>
                    <a:pt x="154684" y="79637"/>
                    <a:pt x="158514" y="7915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16"/>
            <p:cNvSpPr/>
            <p:nvPr/>
          </p:nvSpPr>
          <p:spPr>
            <a:xfrm>
              <a:off x="2975000" y="165200"/>
              <a:ext cx="3962850" cy="2002325"/>
            </a:xfrm>
            <a:custGeom>
              <a:rect b="b" l="l" r="r" t="t"/>
              <a:pathLst>
                <a:path extrusionOk="0" fill="none" h="80093" w="158514">
                  <a:moveTo>
                    <a:pt x="0" y="11095"/>
                  </a:moveTo>
                  <a:cubicBezTo>
                    <a:pt x="6201" y="12797"/>
                    <a:pt x="13496" y="12858"/>
                    <a:pt x="19575" y="11064"/>
                  </a:cubicBezTo>
                  <a:cubicBezTo>
                    <a:pt x="26688" y="8967"/>
                    <a:pt x="32128" y="2857"/>
                    <a:pt x="39545" y="1520"/>
                  </a:cubicBezTo>
                  <a:cubicBezTo>
                    <a:pt x="47965" y="0"/>
                    <a:pt x="52402" y="7599"/>
                    <a:pt x="57326" y="12280"/>
                  </a:cubicBezTo>
                  <a:cubicBezTo>
                    <a:pt x="61096" y="15867"/>
                    <a:pt x="66840" y="18329"/>
                    <a:pt x="71491" y="21490"/>
                  </a:cubicBezTo>
                  <a:cubicBezTo>
                    <a:pt x="74470" y="23496"/>
                    <a:pt x="77600" y="26870"/>
                    <a:pt x="81157" y="27387"/>
                  </a:cubicBezTo>
                  <a:cubicBezTo>
                    <a:pt x="87449" y="28268"/>
                    <a:pt x="93832" y="22827"/>
                    <a:pt x="99607" y="21034"/>
                  </a:cubicBezTo>
                  <a:cubicBezTo>
                    <a:pt x="107814" y="18450"/>
                    <a:pt x="112677" y="17812"/>
                    <a:pt x="117875" y="25137"/>
                  </a:cubicBezTo>
                  <a:cubicBezTo>
                    <a:pt x="120306" y="28602"/>
                    <a:pt x="119364" y="34773"/>
                    <a:pt x="119759" y="39423"/>
                  </a:cubicBezTo>
                  <a:cubicBezTo>
                    <a:pt x="120185" y="44256"/>
                    <a:pt x="120914" y="49697"/>
                    <a:pt x="122343" y="53679"/>
                  </a:cubicBezTo>
                  <a:cubicBezTo>
                    <a:pt x="123498" y="56810"/>
                    <a:pt x="129425" y="65746"/>
                    <a:pt x="133042" y="66536"/>
                  </a:cubicBezTo>
                  <a:cubicBezTo>
                    <a:pt x="138817" y="67782"/>
                    <a:pt x="145930" y="67600"/>
                    <a:pt x="150246" y="72220"/>
                  </a:cubicBezTo>
                  <a:cubicBezTo>
                    <a:pt x="152313" y="74409"/>
                    <a:pt x="154745" y="80093"/>
                    <a:pt x="158514" y="7975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16"/>
            <p:cNvSpPr/>
            <p:nvPr/>
          </p:nvSpPr>
          <p:spPr>
            <a:xfrm>
              <a:off x="2975000" y="150750"/>
              <a:ext cx="3962850" cy="2014500"/>
            </a:xfrm>
            <a:custGeom>
              <a:rect b="b" l="l" r="r" t="t"/>
              <a:pathLst>
                <a:path extrusionOk="0" fill="none" h="80580" w="158514">
                  <a:moveTo>
                    <a:pt x="0" y="11673"/>
                  </a:moveTo>
                  <a:cubicBezTo>
                    <a:pt x="6262" y="13344"/>
                    <a:pt x="13830" y="13588"/>
                    <a:pt x="19727" y="11429"/>
                  </a:cubicBezTo>
                  <a:cubicBezTo>
                    <a:pt x="26566" y="8907"/>
                    <a:pt x="32767" y="2676"/>
                    <a:pt x="40244" y="1399"/>
                  </a:cubicBezTo>
                  <a:cubicBezTo>
                    <a:pt x="48573" y="1"/>
                    <a:pt x="53162" y="6900"/>
                    <a:pt x="57478" y="12159"/>
                  </a:cubicBezTo>
                  <a:cubicBezTo>
                    <a:pt x="61825" y="17417"/>
                    <a:pt x="74318" y="25807"/>
                    <a:pt x="81917" y="26749"/>
                  </a:cubicBezTo>
                  <a:cubicBezTo>
                    <a:pt x="87692" y="27448"/>
                    <a:pt x="94379" y="22159"/>
                    <a:pt x="99637" y="20244"/>
                  </a:cubicBezTo>
                  <a:cubicBezTo>
                    <a:pt x="108178" y="17144"/>
                    <a:pt x="114045" y="17873"/>
                    <a:pt x="118787" y="25199"/>
                  </a:cubicBezTo>
                  <a:cubicBezTo>
                    <a:pt x="121066" y="28694"/>
                    <a:pt x="119607" y="34895"/>
                    <a:pt x="120215" y="39515"/>
                  </a:cubicBezTo>
                  <a:cubicBezTo>
                    <a:pt x="120853" y="44348"/>
                    <a:pt x="122373" y="49394"/>
                    <a:pt x="123498" y="53649"/>
                  </a:cubicBezTo>
                  <a:cubicBezTo>
                    <a:pt x="124349" y="56962"/>
                    <a:pt x="129729" y="65989"/>
                    <a:pt x="133316" y="66871"/>
                  </a:cubicBezTo>
                  <a:cubicBezTo>
                    <a:pt x="139000" y="68300"/>
                    <a:pt x="146112" y="68087"/>
                    <a:pt x="150459" y="72677"/>
                  </a:cubicBezTo>
                  <a:cubicBezTo>
                    <a:pt x="152495" y="74835"/>
                    <a:pt x="154836" y="80579"/>
                    <a:pt x="158514" y="803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16"/>
            <p:cNvSpPr/>
            <p:nvPr/>
          </p:nvSpPr>
          <p:spPr>
            <a:xfrm>
              <a:off x="2975000" y="138600"/>
              <a:ext cx="3962100" cy="2022075"/>
            </a:xfrm>
            <a:custGeom>
              <a:rect b="b" l="l" r="r" t="t"/>
              <a:pathLst>
                <a:path extrusionOk="0" fill="none" h="80883" w="158484">
                  <a:moveTo>
                    <a:pt x="0" y="12159"/>
                  </a:moveTo>
                  <a:cubicBezTo>
                    <a:pt x="6322" y="13800"/>
                    <a:pt x="13952" y="13952"/>
                    <a:pt x="19849" y="11672"/>
                  </a:cubicBezTo>
                  <a:cubicBezTo>
                    <a:pt x="26900" y="8937"/>
                    <a:pt x="33162" y="2462"/>
                    <a:pt x="40974" y="1247"/>
                  </a:cubicBezTo>
                  <a:cubicBezTo>
                    <a:pt x="48876" y="0"/>
                    <a:pt x="54530" y="5806"/>
                    <a:pt x="58026" y="11855"/>
                  </a:cubicBezTo>
                  <a:cubicBezTo>
                    <a:pt x="61521" y="17873"/>
                    <a:pt x="74500" y="25138"/>
                    <a:pt x="82069" y="25928"/>
                  </a:cubicBezTo>
                  <a:cubicBezTo>
                    <a:pt x="87449" y="26505"/>
                    <a:pt x="94774" y="21186"/>
                    <a:pt x="99637" y="19362"/>
                  </a:cubicBezTo>
                  <a:cubicBezTo>
                    <a:pt x="108178" y="16080"/>
                    <a:pt x="115321" y="17782"/>
                    <a:pt x="119759" y="25107"/>
                  </a:cubicBezTo>
                  <a:cubicBezTo>
                    <a:pt x="121948" y="28724"/>
                    <a:pt x="119790" y="34803"/>
                    <a:pt x="120580" y="39545"/>
                  </a:cubicBezTo>
                  <a:cubicBezTo>
                    <a:pt x="121370" y="44348"/>
                    <a:pt x="123771" y="48937"/>
                    <a:pt x="124623" y="53497"/>
                  </a:cubicBezTo>
                  <a:cubicBezTo>
                    <a:pt x="125291" y="56992"/>
                    <a:pt x="130003" y="66050"/>
                    <a:pt x="133559" y="67053"/>
                  </a:cubicBezTo>
                  <a:cubicBezTo>
                    <a:pt x="139152" y="68603"/>
                    <a:pt x="146355" y="68451"/>
                    <a:pt x="150672" y="72980"/>
                  </a:cubicBezTo>
                  <a:cubicBezTo>
                    <a:pt x="152708" y="75108"/>
                    <a:pt x="154897" y="80883"/>
                    <a:pt x="158483" y="80822"/>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16"/>
            <p:cNvSpPr/>
            <p:nvPr/>
          </p:nvSpPr>
          <p:spPr>
            <a:xfrm>
              <a:off x="2975000" y="124150"/>
              <a:ext cx="3962100" cy="2034250"/>
            </a:xfrm>
            <a:custGeom>
              <a:rect b="b" l="l" r="r" t="t"/>
              <a:pathLst>
                <a:path extrusionOk="0" fill="none" h="81370" w="158484">
                  <a:moveTo>
                    <a:pt x="0" y="12737"/>
                  </a:moveTo>
                  <a:cubicBezTo>
                    <a:pt x="6383" y="14348"/>
                    <a:pt x="13861" y="14226"/>
                    <a:pt x="20001" y="12007"/>
                  </a:cubicBezTo>
                  <a:cubicBezTo>
                    <a:pt x="27721" y="9241"/>
                    <a:pt x="33283" y="2432"/>
                    <a:pt x="41673" y="1186"/>
                  </a:cubicBezTo>
                  <a:cubicBezTo>
                    <a:pt x="49515" y="1"/>
                    <a:pt x="55807" y="4530"/>
                    <a:pt x="58877" y="11551"/>
                  </a:cubicBezTo>
                  <a:cubicBezTo>
                    <a:pt x="61886" y="18481"/>
                    <a:pt x="74378" y="24560"/>
                    <a:pt x="81704" y="25199"/>
                  </a:cubicBezTo>
                  <a:cubicBezTo>
                    <a:pt x="87114" y="25624"/>
                    <a:pt x="94774" y="20244"/>
                    <a:pt x="99607" y="18573"/>
                  </a:cubicBezTo>
                  <a:cubicBezTo>
                    <a:pt x="108118" y="15655"/>
                    <a:pt x="116628" y="17721"/>
                    <a:pt x="120853" y="25199"/>
                  </a:cubicBezTo>
                  <a:cubicBezTo>
                    <a:pt x="123012" y="29029"/>
                    <a:pt x="119972" y="34895"/>
                    <a:pt x="120853" y="39758"/>
                  </a:cubicBezTo>
                  <a:cubicBezTo>
                    <a:pt x="121735" y="44561"/>
                    <a:pt x="125139" y="48512"/>
                    <a:pt x="125778" y="53406"/>
                  </a:cubicBezTo>
                  <a:cubicBezTo>
                    <a:pt x="126294" y="57205"/>
                    <a:pt x="130276" y="66172"/>
                    <a:pt x="133863" y="67297"/>
                  </a:cubicBezTo>
                  <a:cubicBezTo>
                    <a:pt x="139334" y="68999"/>
                    <a:pt x="146568" y="68908"/>
                    <a:pt x="150884" y="73406"/>
                  </a:cubicBezTo>
                  <a:cubicBezTo>
                    <a:pt x="153438" y="76051"/>
                    <a:pt x="154684" y="80428"/>
                    <a:pt x="158483" y="8137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16"/>
            <p:cNvSpPr/>
            <p:nvPr/>
          </p:nvSpPr>
          <p:spPr>
            <a:xfrm>
              <a:off x="2975000" y="108200"/>
              <a:ext cx="3962850" cy="2050975"/>
            </a:xfrm>
            <a:custGeom>
              <a:rect b="b" l="l" r="r" t="t"/>
              <a:pathLst>
                <a:path extrusionOk="0" fill="none" h="82039" w="158514">
                  <a:moveTo>
                    <a:pt x="0" y="13375"/>
                  </a:moveTo>
                  <a:cubicBezTo>
                    <a:pt x="6474" y="14986"/>
                    <a:pt x="14013" y="14712"/>
                    <a:pt x="20183" y="12432"/>
                  </a:cubicBezTo>
                  <a:cubicBezTo>
                    <a:pt x="28116" y="9454"/>
                    <a:pt x="33709" y="2493"/>
                    <a:pt x="42402" y="1156"/>
                  </a:cubicBezTo>
                  <a:cubicBezTo>
                    <a:pt x="50092" y="1"/>
                    <a:pt x="57418" y="4043"/>
                    <a:pt x="59819" y="11217"/>
                  </a:cubicBezTo>
                  <a:cubicBezTo>
                    <a:pt x="62190" y="18390"/>
                    <a:pt x="73862" y="24104"/>
                    <a:pt x="81035" y="24439"/>
                  </a:cubicBezTo>
                  <a:cubicBezTo>
                    <a:pt x="86780" y="24743"/>
                    <a:pt x="94318" y="19454"/>
                    <a:pt x="99607" y="17934"/>
                  </a:cubicBezTo>
                  <a:cubicBezTo>
                    <a:pt x="108452" y="15381"/>
                    <a:pt x="117844" y="17873"/>
                    <a:pt x="122009" y="25350"/>
                  </a:cubicBezTo>
                  <a:cubicBezTo>
                    <a:pt x="124227" y="29332"/>
                    <a:pt x="120154" y="35047"/>
                    <a:pt x="121066" y="40092"/>
                  </a:cubicBezTo>
                  <a:cubicBezTo>
                    <a:pt x="121978" y="44925"/>
                    <a:pt x="126507" y="48512"/>
                    <a:pt x="126963" y="53406"/>
                  </a:cubicBezTo>
                  <a:cubicBezTo>
                    <a:pt x="127297" y="57205"/>
                    <a:pt x="130459" y="66172"/>
                    <a:pt x="134167" y="67570"/>
                  </a:cubicBezTo>
                  <a:cubicBezTo>
                    <a:pt x="139304" y="69485"/>
                    <a:pt x="146842" y="69424"/>
                    <a:pt x="151128" y="73862"/>
                  </a:cubicBezTo>
                  <a:cubicBezTo>
                    <a:pt x="153650" y="76537"/>
                    <a:pt x="154805" y="80883"/>
                    <a:pt x="158514" y="8203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16"/>
            <p:cNvSpPr/>
            <p:nvPr/>
          </p:nvSpPr>
          <p:spPr>
            <a:xfrm>
              <a:off x="2975000" y="89975"/>
              <a:ext cx="3962850" cy="2068425"/>
            </a:xfrm>
            <a:custGeom>
              <a:rect b="b" l="l" r="r" t="t"/>
              <a:pathLst>
                <a:path extrusionOk="0" fill="none" h="82737" w="158514">
                  <a:moveTo>
                    <a:pt x="0" y="14104"/>
                  </a:moveTo>
                  <a:cubicBezTo>
                    <a:pt x="6535" y="15684"/>
                    <a:pt x="14347" y="15502"/>
                    <a:pt x="20335" y="12918"/>
                  </a:cubicBezTo>
                  <a:cubicBezTo>
                    <a:pt x="27995" y="9575"/>
                    <a:pt x="34439" y="2644"/>
                    <a:pt x="43101" y="1216"/>
                  </a:cubicBezTo>
                  <a:cubicBezTo>
                    <a:pt x="50639" y="0"/>
                    <a:pt x="58299" y="3435"/>
                    <a:pt x="60822" y="10882"/>
                  </a:cubicBezTo>
                  <a:cubicBezTo>
                    <a:pt x="63436" y="18572"/>
                    <a:pt x="72190" y="23587"/>
                    <a:pt x="80184" y="23769"/>
                  </a:cubicBezTo>
                  <a:cubicBezTo>
                    <a:pt x="86415" y="23921"/>
                    <a:pt x="93862" y="18663"/>
                    <a:pt x="99759" y="17417"/>
                  </a:cubicBezTo>
                  <a:cubicBezTo>
                    <a:pt x="107875" y="15715"/>
                    <a:pt x="119394" y="17234"/>
                    <a:pt x="123224" y="25593"/>
                  </a:cubicBezTo>
                  <a:cubicBezTo>
                    <a:pt x="125413" y="30396"/>
                    <a:pt x="120367" y="35350"/>
                    <a:pt x="121279" y="40578"/>
                  </a:cubicBezTo>
                  <a:cubicBezTo>
                    <a:pt x="122100" y="45381"/>
                    <a:pt x="127723" y="48937"/>
                    <a:pt x="128118" y="53496"/>
                  </a:cubicBezTo>
                  <a:cubicBezTo>
                    <a:pt x="128422" y="57174"/>
                    <a:pt x="130762" y="66262"/>
                    <a:pt x="134501" y="67873"/>
                  </a:cubicBezTo>
                  <a:cubicBezTo>
                    <a:pt x="139456" y="70001"/>
                    <a:pt x="147085" y="69971"/>
                    <a:pt x="151340" y="74408"/>
                  </a:cubicBezTo>
                  <a:cubicBezTo>
                    <a:pt x="153894" y="77083"/>
                    <a:pt x="154897" y="81430"/>
                    <a:pt x="158514" y="8273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16"/>
            <p:cNvSpPr/>
            <p:nvPr/>
          </p:nvSpPr>
          <p:spPr>
            <a:xfrm>
              <a:off x="2975000" y="69450"/>
              <a:ext cx="3962850" cy="2089725"/>
            </a:xfrm>
            <a:custGeom>
              <a:rect b="b" l="l" r="r" t="t"/>
              <a:pathLst>
                <a:path extrusionOk="0" fill="none" h="83589" w="158514">
                  <a:moveTo>
                    <a:pt x="0" y="14925"/>
                  </a:moveTo>
                  <a:cubicBezTo>
                    <a:pt x="6626" y="16475"/>
                    <a:pt x="14529" y="16201"/>
                    <a:pt x="20517" y="13496"/>
                  </a:cubicBezTo>
                  <a:cubicBezTo>
                    <a:pt x="28359" y="9940"/>
                    <a:pt x="34925" y="3010"/>
                    <a:pt x="43800" y="1338"/>
                  </a:cubicBezTo>
                  <a:cubicBezTo>
                    <a:pt x="51126" y="0"/>
                    <a:pt x="59454" y="3010"/>
                    <a:pt x="61916" y="10517"/>
                  </a:cubicBezTo>
                  <a:cubicBezTo>
                    <a:pt x="64500" y="18359"/>
                    <a:pt x="70853" y="23223"/>
                    <a:pt x="79272" y="23131"/>
                  </a:cubicBezTo>
                  <a:cubicBezTo>
                    <a:pt x="86020" y="23071"/>
                    <a:pt x="93254" y="17934"/>
                    <a:pt x="100032" y="17052"/>
                  </a:cubicBezTo>
                  <a:cubicBezTo>
                    <a:pt x="108574" y="15958"/>
                    <a:pt x="120489" y="17630"/>
                    <a:pt x="124471" y="25989"/>
                  </a:cubicBezTo>
                  <a:cubicBezTo>
                    <a:pt x="126902" y="31065"/>
                    <a:pt x="120671" y="35776"/>
                    <a:pt x="121492" y="41186"/>
                  </a:cubicBezTo>
                  <a:cubicBezTo>
                    <a:pt x="122221" y="46050"/>
                    <a:pt x="128878" y="49393"/>
                    <a:pt x="129243" y="53740"/>
                  </a:cubicBezTo>
                  <a:cubicBezTo>
                    <a:pt x="129516" y="57357"/>
                    <a:pt x="131127" y="66445"/>
                    <a:pt x="134896" y="68238"/>
                  </a:cubicBezTo>
                  <a:cubicBezTo>
                    <a:pt x="139699" y="70549"/>
                    <a:pt x="147359" y="70670"/>
                    <a:pt x="151584" y="75077"/>
                  </a:cubicBezTo>
                  <a:cubicBezTo>
                    <a:pt x="154137" y="77752"/>
                    <a:pt x="154988" y="82068"/>
                    <a:pt x="158514" y="8358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16"/>
            <p:cNvSpPr/>
            <p:nvPr/>
          </p:nvSpPr>
          <p:spPr>
            <a:xfrm>
              <a:off x="2975000" y="45125"/>
              <a:ext cx="3962850" cy="2114050"/>
            </a:xfrm>
            <a:custGeom>
              <a:rect b="b" l="l" r="r" t="t"/>
              <a:pathLst>
                <a:path extrusionOk="0" fill="none" h="84562" w="158514">
                  <a:moveTo>
                    <a:pt x="0" y="15898"/>
                  </a:moveTo>
                  <a:cubicBezTo>
                    <a:pt x="6991" y="17478"/>
                    <a:pt x="14651" y="16809"/>
                    <a:pt x="20700" y="14226"/>
                  </a:cubicBezTo>
                  <a:cubicBezTo>
                    <a:pt x="28511" y="10913"/>
                    <a:pt x="35350" y="3527"/>
                    <a:pt x="44439" y="1551"/>
                  </a:cubicBezTo>
                  <a:cubicBezTo>
                    <a:pt x="51612" y="1"/>
                    <a:pt x="60579" y="2736"/>
                    <a:pt x="63041" y="10214"/>
                  </a:cubicBezTo>
                  <a:cubicBezTo>
                    <a:pt x="65564" y="17934"/>
                    <a:pt x="69515" y="22949"/>
                    <a:pt x="78391" y="22645"/>
                  </a:cubicBezTo>
                  <a:cubicBezTo>
                    <a:pt x="85716" y="22372"/>
                    <a:pt x="93072" y="17417"/>
                    <a:pt x="100488" y="16931"/>
                  </a:cubicBezTo>
                  <a:cubicBezTo>
                    <a:pt x="109273" y="16323"/>
                    <a:pt x="121431" y="18208"/>
                    <a:pt x="125717" y="26536"/>
                  </a:cubicBezTo>
                  <a:cubicBezTo>
                    <a:pt x="128544" y="31946"/>
                    <a:pt x="121036" y="36415"/>
                    <a:pt x="121735" y="41916"/>
                  </a:cubicBezTo>
                  <a:cubicBezTo>
                    <a:pt x="122343" y="46871"/>
                    <a:pt x="129881" y="49971"/>
                    <a:pt x="130276" y="54105"/>
                  </a:cubicBezTo>
                  <a:cubicBezTo>
                    <a:pt x="130641" y="57631"/>
                    <a:pt x="131431" y="66628"/>
                    <a:pt x="135322" y="68664"/>
                  </a:cubicBezTo>
                  <a:cubicBezTo>
                    <a:pt x="140124" y="71157"/>
                    <a:pt x="147632" y="71461"/>
                    <a:pt x="151796" y="75868"/>
                  </a:cubicBezTo>
                  <a:cubicBezTo>
                    <a:pt x="154350" y="78573"/>
                    <a:pt x="155109" y="82859"/>
                    <a:pt x="158514" y="8456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16"/>
            <p:cNvSpPr/>
            <p:nvPr/>
          </p:nvSpPr>
          <p:spPr>
            <a:xfrm>
              <a:off x="2975000" y="20825"/>
              <a:ext cx="3962850" cy="2138350"/>
            </a:xfrm>
            <a:custGeom>
              <a:rect b="b" l="l" r="r" t="t"/>
              <a:pathLst>
                <a:path extrusionOk="0" fill="none" h="85534" w="158514">
                  <a:moveTo>
                    <a:pt x="0" y="16870"/>
                  </a:moveTo>
                  <a:cubicBezTo>
                    <a:pt x="7082" y="18420"/>
                    <a:pt x="14833" y="17629"/>
                    <a:pt x="20912" y="14955"/>
                  </a:cubicBezTo>
                  <a:cubicBezTo>
                    <a:pt x="28876" y="11459"/>
                    <a:pt x="35776" y="3951"/>
                    <a:pt x="45047" y="1702"/>
                  </a:cubicBezTo>
                  <a:cubicBezTo>
                    <a:pt x="52068" y="0"/>
                    <a:pt x="61703" y="2371"/>
                    <a:pt x="64166" y="9818"/>
                  </a:cubicBezTo>
                  <a:cubicBezTo>
                    <a:pt x="66567" y="16991"/>
                    <a:pt x="68877" y="22645"/>
                    <a:pt x="77722" y="22128"/>
                  </a:cubicBezTo>
                  <a:cubicBezTo>
                    <a:pt x="85503" y="21672"/>
                    <a:pt x="93133" y="16961"/>
                    <a:pt x="101127" y="16809"/>
                  </a:cubicBezTo>
                  <a:cubicBezTo>
                    <a:pt x="110063" y="16657"/>
                    <a:pt x="122161" y="18693"/>
                    <a:pt x="126963" y="27083"/>
                  </a:cubicBezTo>
                  <a:cubicBezTo>
                    <a:pt x="130276" y="32858"/>
                    <a:pt x="121705" y="37052"/>
                    <a:pt x="122161" y="42615"/>
                  </a:cubicBezTo>
                  <a:cubicBezTo>
                    <a:pt x="122616" y="47782"/>
                    <a:pt x="130762" y="50518"/>
                    <a:pt x="131279" y="54530"/>
                  </a:cubicBezTo>
                  <a:cubicBezTo>
                    <a:pt x="131735" y="57934"/>
                    <a:pt x="131796" y="66931"/>
                    <a:pt x="135778" y="69089"/>
                  </a:cubicBezTo>
                  <a:cubicBezTo>
                    <a:pt x="140550" y="71703"/>
                    <a:pt x="147936" y="72250"/>
                    <a:pt x="152039" y="76658"/>
                  </a:cubicBezTo>
                  <a:cubicBezTo>
                    <a:pt x="154593" y="79393"/>
                    <a:pt x="155231" y="83649"/>
                    <a:pt x="158514" y="8553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00" name="Google Shape;2400;p16"/>
          <p:cNvSpPr/>
          <p:nvPr/>
        </p:nvSpPr>
        <p:spPr>
          <a:xfrm flipH="1">
            <a:off x="8265124" y="604974"/>
            <a:ext cx="654591" cy="595790"/>
          </a:xfrm>
          <a:custGeom>
            <a:rect b="b" l="l" r="r" t="t"/>
            <a:pathLst>
              <a:path extrusionOk="0" h="32231" w="35412">
                <a:moveTo>
                  <a:pt x="17702" y="0"/>
                </a:moveTo>
                <a:cubicBezTo>
                  <a:pt x="10394" y="0"/>
                  <a:pt x="3782" y="5013"/>
                  <a:pt x="2037" y="12437"/>
                </a:cubicBezTo>
                <a:cubicBezTo>
                  <a:pt x="0" y="21100"/>
                  <a:pt x="5350" y="29763"/>
                  <a:pt x="14013" y="31799"/>
                </a:cubicBezTo>
                <a:cubicBezTo>
                  <a:pt x="15252" y="32090"/>
                  <a:pt x="16491" y="32230"/>
                  <a:pt x="17711" y="32230"/>
                </a:cubicBezTo>
                <a:cubicBezTo>
                  <a:pt x="25018" y="32230"/>
                  <a:pt x="31630" y="27221"/>
                  <a:pt x="33375" y="19823"/>
                </a:cubicBezTo>
                <a:cubicBezTo>
                  <a:pt x="35411" y="11161"/>
                  <a:pt x="30062" y="2467"/>
                  <a:pt x="21399" y="431"/>
                </a:cubicBezTo>
                <a:cubicBezTo>
                  <a:pt x="20160" y="140"/>
                  <a:pt x="18921" y="0"/>
                  <a:pt x="17702" y="0"/>
                </a:cubicBezTo>
                <a:close/>
              </a:path>
            </a:pathLst>
          </a:custGeom>
          <a:solidFill>
            <a:srgbClr val="E4BE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01" name="Google Shape;2401;p16"/>
          <p:cNvGrpSpPr/>
          <p:nvPr/>
        </p:nvGrpSpPr>
        <p:grpSpPr>
          <a:xfrm flipH="1">
            <a:off x="8675545" y="534993"/>
            <a:ext cx="315741" cy="316387"/>
            <a:chOff x="4811650" y="1895450"/>
            <a:chExt cx="378450" cy="379225"/>
          </a:xfrm>
        </p:grpSpPr>
        <p:sp>
          <p:nvSpPr>
            <p:cNvPr id="2402" name="Google Shape;2402;p16"/>
            <p:cNvSpPr/>
            <p:nvPr/>
          </p:nvSpPr>
          <p:spPr>
            <a:xfrm>
              <a:off x="4811650" y="1895450"/>
              <a:ext cx="378450" cy="379225"/>
            </a:xfrm>
            <a:custGeom>
              <a:rect b="b" l="l" r="r" t="t"/>
              <a:pathLst>
                <a:path extrusionOk="0" fill="none" h="15169" w="15138">
                  <a:moveTo>
                    <a:pt x="9119" y="882"/>
                  </a:moveTo>
                  <a:cubicBezTo>
                    <a:pt x="12828" y="1733"/>
                    <a:pt x="15138" y="5442"/>
                    <a:pt x="14256" y="9150"/>
                  </a:cubicBezTo>
                  <a:cubicBezTo>
                    <a:pt x="13405" y="12858"/>
                    <a:pt x="9697" y="15168"/>
                    <a:pt x="5989" y="14287"/>
                  </a:cubicBezTo>
                  <a:cubicBezTo>
                    <a:pt x="2280" y="13436"/>
                    <a:pt x="1" y="9728"/>
                    <a:pt x="852" y="6019"/>
                  </a:cubicBezTo>
                  <a:cubicBezTo>
                    <a:pt x="1733" y="2311"/>
                    <a:pt x="5441" y="1"/>
                    <a:pt x="9119" y="882"/>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16"/>
            <p:cNvSpPr/>
            <p:nvPr/>
          </p:nvSpPr>
          <p:spPr>
            <a:xfrm>
              <a:off x="4882325" y="1966125"/>
              <a:ext cx="236350" cy="237125"/>
            </a:xfrm>
            <a:custGeom>
              <a:rect b="b" l="l" r="r" t="t"/>
              <a:pathLst>
                <a:path extrusionOk="0" fill="none" h="9485" w="9454">
                  <a:moveTo>
                    <a:pt x="9453" y="4742"/>
                  </a:moveTo>
                  <a:cubicBezTo>
                    <a:pt x="9453" y="7356"/>
                    <a:pt x="7356" y="9484"/>
                    <a:pt x="4742" y="9484"/>
                  </a:cubicBezTo>
                  <a:cubicBezTo>
                    <a:pt x="2128" y="9484"/>
                    <a:pt x="0" y="7356"/>
                    <a:pt x="0" y="4742"/>
                  </a:cubicBezTo>
                  <a:cubicBezTo>
                    <a:pt x="0" y="2128"/>
                    <a:pt x="2128" y="1"/>
                    <a:pt x="4742" y="1"/>
                  </a:cubicBezTo>
                  <a:cubicBezTo>
                    <a:pt x="7356" y="1"/>
                    <a:pt x="9453" y="2128"/>
                    <a:pt x="9453" y="4742"/>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16"/>
            <p:cNvSpPr/>
            <p:nvPr/>
          </p:nvSpPr>
          <p:spPr>
            <a:xfrm>
              <a:off x="4928675" y="2012475"/>
              <a:ext cx="143650" cy="144425"/>
            </a:xfrm>
            <a:custGeom>
              <a:rect b="b" l="l" r="r" t="t"/>
              <a:pathLst>
                <a:path extrusionOk="0" fill="none" h="5777" w="5746">
                  <a:moveTo>
                    <a:pt x="5745" y="2888"/>
                  </a:moveTo>
                  <a:cubicBezTo>
                    <a:pt x="5745" y="4499"/>
                    <a:pt x="4469" y="5776"/>
                    <a:pt x="2888" y="5776"/>
                  </a:cubicBezTo>
                  <a:cubicBezTo>
                    <a:pt x="1277" y="5776"/>
                    <a:pt x="1" y="4499"/>
                    <a:pt x="1" y="2888"/>
                  </a:cubicBezTo>
                  <a:cubicBezTo>
                    <a:pt x="1" y="1308"/>
                    <a:pt x="1277" y="1"/>
                    <a:pt x="2888" y="1"/>
                  </a:cubicBezTo>
                  <a:cubicBezTo>
                    <a:pt x="4469" y="1"/>
                    <a:pt x="5745" y="1308"/>
                    <a:pt x="5745" y="2888"/>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16"/>
            <p:cNvSpPr/>
            <p:nvPr/>
          </p:nvSpPr>
          <p:spPr>
            <a:xfrm>
              <a:off x="4968950" y="2053525"/>
              <a:ext cx="63100" cy="63100"/>
            </a:xfrm>
            <a:custGeom>
              <a:rect b="b" l="l" r="r" t="t"/>
              <a:pathLst>
                <a:path extrusionOk="0" fill="none" h="2524" w="2524">
                  <a:moveTo>
                    <a:pt x="2523" y="1246"/>
                  </a:moveTo>
                  <a:cubicBezTo>
                    <a:pt x="2523" y="1946"/>
                    <a:pt x="1946" y="2523"/>
                    <a:pt x="1277" y="2523"/>
                  </a:cubicBezTo>
                  <a:cubicBezTo>
                    <a:pt x="578" y="2523"/>
                    <a:pt x="1" y="1946"/>
                    <a:pt x="1" y="1246"/>
                  </a:cubicBezTo>
                  <a:cubicBezTo>
                    <a:pt x="1" y="578"/>
                    <a:pt x="578" y="0"/>
                    <a:pt x="1277" y="0"/>
                  </a:cubicBezTo>
                  <a:cubicBezTo>
                    <a:pt x="1946" y="0"/>
                    <a:pt x="2523" y="578"/>
                    <a:pt x="2523" y="1246"/>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6" name="Google Shape;2406;p16"/>
          <p:cNvGrpSpPr/>
          <p:nvPr/>
        </p:nvGrpSpPr>
        <p:grpSpPr>
          <a:xfrm>
            <a:off x="878872" y="272966"/>
            <a:ext cx="673139" cy="645599"/>
            <a:chOff x="76650" y="3861300"/>
            <a:chExt cx="1531950" cy="1469275"/>
          </a:xfrm>
        </p:grpSpPr>
        <p:sp>
          <p:nvSpPr>
            <p:cNvPr id="2407" name="Google Shape;2407;p16"/>
            <p:cNvSpPr/>
            <p:nvPr/>
          </p:nvSpPr>
          <p:spPr>
            <a:xfrm>
              <a:off x="76650" y="3861300"/>
              <a:ext cx="1513725" cy="1379225"/>
            </a:xfrm>
            <a:custGeom>
              <a:rect b="b" l="l" r="r" t="t"/>
              <a:pathLst>
                <a:path extrusionOk="0" h="55169" w="60549">
                  <a:moveTo>
                    <a:pt x="30289" y="0"/>
                  </a:moveTo>
                  <a:cubicBezTo>
                    <a:pt x="23230" y="0"/>
                    <a:pt x="16171" y="2690"/>
                    <a:pt x="10791" y="8070"/>
                  </a:cubicBezTo>
                  <a:cubicBezTo>
                    <a:pt x="0" y="18861"/>
                    <a:pt x="0" y="36308"/>
                    <a:pt x="10791" y="47098"/>
                  </a:cubicBezTo>
                  <a:cubicBezTo>
                    <a:pt x="16171" y="52478"/>
                    <a:pt x="23230" y="55168"/>
                    <a:pt x="30289" y="55168"/>
                  </a:cubicBezTo>
                  <a:cubicBezTo>
                    <a:pt x="37349" y="55168"/>
                    <a:pt x="44408" y="52478"/>
                    <a:pt x="49788" y="47098"/>
                  </a:cubicBezTo>
                  <a:cubicBezTo>
                    <a:pt x="60548" y="36308"/>
                    <a:pt x="60548" y="18861"/>
                    <a:pt x="49788" y="8070"/>
                  </a:cubicBezTo>
                  <a:cubicBezTo>
                    <a:pt x="44408" y="2690"/>
                    <a:pt x="37349" y="0"/>
                    <a:pt x="30289" y="0"/>
                  </a:cubicBezTo>
                  <a:close/>
                </a:path>
              </a:pathLst>
            </a:custGeom>
            <a:solidFill>
              <a:srgbClr val="96A8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16"/>
            <p:cNvSpPr/>
            <p:nvPr/>
          </p:nvSpPr>
          <p:spPr>
            <a:xfrm>
              <a:off x="919350" y="4640575"/>
              <a:ext cx="689250" cy="690000"/>
            </a:xfrm>
            <a:custGeom>
              <a:rect b="b" l="l" r="r" t="t"/>
              <a:pathLst>
                <a:path extrusionOk="0" fill="none" h="27600" w="27570">
                  <a:moveTo>
                    <a:pt x="27570" y="0"/>
                  </a:moveTo>
                  <a:cubicBezTo>
                    <a:pt x="27570" y="15228"/>
                    <a:pt x="15229" y="27599"/>
                    <a:pt x="1" y="27599"/>
                  </a:cubicBezTo>
                </a:path>
              </a:pathLst>
            </a:custGeom>
            <a:noFill/>
            <a:ln cap="flat" cmpd="sng" w="66875">
              <a:solidFill>
                <a:srgbClr val="E4BEB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09" name="Google Shape;2409;p16"/>
          <p:cNvSpPr/>
          <p:nvPr/>
        </p:nvSpPr>
        <p:spPr>
          <a:xfrm rot="10800000">
            <a:off x="6064856" y="4799248"/>
            <a:ext cx="303975" cy="152025"/>
          </a:xfrm>
          <a:custGeom>
            <a:rect b="b" l="l" r="r" t="t"/>
            <a:pathLst>
              <a:path extrusionOk="0" fill="none" h="6081" w="12159">
                <a:moveTo>
                  <a:pt x="0" y="6080"/>
                </a:moveTo>
                <a:cubicBezTo>
                  <a:pt x="0" y="2737"/>
                  <a:pt x="2736" y="1"/>
                  <a:pt x="6079" y="1"/>
                </a:cubicBezTo>
                <a:cubicBezTo>
                  <a:pt x="9453" y="1"/>
                  <a:pt x="12158" y="2737"/>
                  <a:pt x="12158" y="6080"/>
                </a:cubicBezTo>
              </a:path>
            </a:pathLst>
          </a:custGeom>
          <a:noFill/>
          <a:ln cap="flat" cmpd="sng" w="57000">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16"/>
          <p:cNvSpPr/>
          <p:nvPr/>
        </p:nvSpPr>
        <p:spPr>
          <a:xfrm>
            <a:off x="8871188" y="3801063"/>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16"/>
          <p:cNvSpPr/>
          <p:nvPr/>
        </p:nvSpPr>
        <p:spPr>
          <a:xfrm>
            <a:off x="311775" y="3061350"/>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16"/>
          <p:cNvSpPr/>
          <p:nvPr/>
        </p:nvSpPr>
        <p:spPr>
          <a:xfrm flipH="1" rot="5400000">
            <a:off x="8123444" y="376985"/>
            <a:ext cx="303975" cy="152025"/>
          </a:xfrm>
          <a:custGeom>
            <a:rect b="b" l="l" r="r" t="t"/>
            <a:pathLst>
              <a:path extrusionOk="0" fill="none" h="6081" w="12159">
                <a:moveTo>
                  <a:pt x="0" y="6080"/>
                </a:moveTo>
                <a:cubicBezTo>
                  <a:pt x="0" y="2737"/>
                  <a:pt x="2736" y="1"/>
                  <a:pt x="6079" y="1"/>
                </a:cubicBezTo>
                <a:cubicBezTo>
                  <a:pt x="9453" y="1"/>
                  <a:pt x="12158" y="2737"/>
                  <a:pt x="12158" y="6080"/>
                </a:cubicBezTo>
              </a:path>
            </a:pathLst>
          </a:custGeom>
          <a:noFill/>
          <a:ln cap="flat" cmpd="sng" w="57000">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16"/>
          <p:cNvSpPr/>
          <p:nvPr/>
        </p:nvSpPr>
        <p:spPr>
          <a:xfrm rot="-5400000">
            <a:off x="235794" y="4532485"/>
            <a:ext cx="303975" cy="152025"/>
          </a:xfrm>
          <a:custGeom>
            <a:rect b="b" l="l" r="r" t="t"/>
            <a:pathLst>
              <a:path extrusionOk="0" fill="none" h="6081" w="12159">
                <a:moveTo>
                  <a:pt x="0" y="6080"/>
                </a:moveTo>
                <a:cubicBezTo>
                  <a:pt x="0" y="2737"/>
                  <a:pt x="2736" y="1"/>
                  <a:pt x="6079" y="1"/>
                </a:cubicBezTo>
                <a:cubicBezTo>
                  <a:pt x="9453" y="1"/>
                  <a:pt x="12158" y="2737"/>
                  <a:pt x="12158" y="6080"/>
                </a:cubicBezTo>
              </a:path>
            </a:pathLst>
          </a:custGeom>
          <a:noFill/>
          <a:ln cap="flat" cmpd="sng" w="57000">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TITLE_ONLY_1_1_1_1_1">
    <p:spTree>
      <p:nvGrpSpPr>
        <p:cNvPr id="2414" name="Shape 2414"/>
        <p:cNvGrpSpPr/>
        <p:nvPr/>
      </p:nvGrpSpPr>
      <p:grpSpPr>
        <a:xfrm>
          <a:off x="0" y="0"/>
          <a:ext cx="0" cy="0"/>
          <a:chOff x="0" y="0"/>
          <a:chExt cx="0" cy="0"/>
        </a:xfrm>
      </p:grpSpPr>
      <p:sp>
        <p:nvSpPr>
          <p:cNvPr id="2415" name="Google Shape;2415;p17"/>
          <p:cNvSpPr txBox="1"/>
          <p:nvPr>
            <p:ph type="title"/>
          </p:nvPr>
        </p:nvSpPr>
        <p:spPr>
          <a:xfrm>
            <a:off x="715100" y="445025"/>
            <a:ext cx="77139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2416" name="Google Shape;2416;p17"/>
          <p:cNvGrpSpPr/>
          <p:nvPr/>
        </p:nvGrpSpPr>
        <p:grpSpPr>
          <a:xfrm flipH="1" rot="9418971">
            <a:off x="-1683562" y="-1475025"/>
            <a:ext cx="4568736" cy="2881723"/>
            <a:chOff x="2975000" y="20825"/>
            <a:chExt cx="3963625" cy="2500050"/>
          </a:xfrm>
        </p:grpSpPr>
        <p:sp>
          <p:nvSpPr>
            <p:cNvPr id="2417" name="Google Shape;2417;p17"/>
            <p:cNvSpPr/>
            <p:nvPr/>
          </p:nvSpPr>
          <p:spPr>
            <a:xfrm>
              <a:off x="2975000" y="442550"/>
              <a:ext cx="3962850" cy="2078325"/>
            </a:xfrm>
            <a:custGeom>
              <a:rect b="b" l="l" r="r" t="t"/>
              <a:pathLst>
                <a:path extrusionOk="0" fill="none" h="83133" w="158514">
                  <a:moveTo>
                    <a:pt x="0" y="1"/>
                  </a:moveTo>
                  <a:cubicBezTo>
                    <a:pt x="4347" y="3071"/>
                    <a:pt x="9423" y="6171"/>
                    <a:pt x="12797" y="10122"/>
                  </a:cubicBezTo>
                  <a:cubicBezTo>
                    <a:pt x="18025" y="16232"/>
                    <a:pt x="11095" y="25411"/>
                    <a:pt x="18298" y="31369"/>
                  </a:cubicBezTo>
                  <a:cubicBezTo>
                    <a:pt x="23952" y="36050"/>
                    <a:pt x="23982" y="41612"/>
                    <a:pt x="23283" y="48269"/>
                  </a:cubicBezTo>
                  <a:cubicBezTo>
                    <a:pt x="22706" y="53497"/>
                    <a:pt x="22463" y="62494"/>
                    <a:pt x="29028" y="64044"/>
                  </a:cubicBezTo>
                  <a:cubicBezTo>
                    <a:pt x="35776" y="65655"/>
                    <a:pt x="41186" y="60913"/>
                    <a:pt x="45624" y="56567"/>
                  </a:cubicBezTo>
                  <a:cubicBezTo>
                    <a:pt x="51855" y="50457"/>
                    <a:pt x="63466" y="46202"/>
                    <a:pt x="71825" y="49515"/>
                  </a:cubicBezTo>
                  <a:cubicBezTo>
                    <a:pt x="79211" y="52463"/>
                    <a:pt x="89728" y="48421"/>
                    <a:pt x="96598" y="51430"/>
                  </a:cubicBezTo>
                  <a:cubicBezTo>
                    <a:pt x="100762" y="53284"/>
                    <a:pt x="101035" y="58390"/>
                    <a:pt x="102343" y="62646"/>
                  </a:cubicBezTo>
                  <a:cubicBezTo>
                    <a:pt x="104197" y="68603"/>
                    <a:pt x="108938" y="75564"/>
                    <a:pt x="114106" y="78482"/>
                  </a:cubicBezTo>
                  <a:cubicBezTo>
                    <a:pt x="122343" y="83132"/>
                    <a:pt x="130914" y="70610"/>
                    <a:pt x="138909" y="69151"/>
                  </a:cubicBezTo>
                  <a:cubicBezTo>
                    <a:pt x="145474" y="67935"/>
                    <a:pt x="152435" y="73892"/>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17"/>
            <p:cNvSpPr/>
            <p:nvPr/>
          </p:nvSpPr>
          <p:spPr>
            <a:xfrm>
              <a:off x="2975000" y="442550"/>
              <a:ext cx="3962850" cy="2057800"/>
            </a:xfrm>
            <a:custGeom>
              <a:rect b="b" l="l" r="r" t="t"/>
              <a:pathLst>
                <a:path extrusionOk="0" fill="none" h="82312" w="158514">
                  <a:moveTo>
                    <a:pt x="0" y="1"/>
                  </a:moveTo>
                  <a:cubicBezTo>
                    <a:pt x="4408" y="3040"/>
                    <a:pt x="9392" y="6049"/>
                    <a:pt x="13040" y="9879"/>
                  </a:cubicBezTo>
                  <a:cubicBezTo>
                    <a:pt x="18602" y="15654"/>
                    <a:pt x="11733" y="24955"/>
                    <a:pt x="18694" y="30609"/>
                  </a:cubicBezTo>
                  <a:cubicBezTo>
                    <a:pt x="24408" y="35259"/>
                    <a:pt x="25077" y="40153"/>
                    <a:pt x="24317" y="46901"/>
                  </a:cubicBezTo>
                  <a:cubicBezTo>
                    <a:pt x="23739" y="52129"/>
                    <a:pt x="23131" y="61248"/>
                    <a:pt x="29849" y="62919"/>
                  </a:cubicBezTo>
                  <a:cubicBezTo>
                    <a:pt x="36870" y="64652"/>
                    <a:pt x="41794" y="59606"/>
                    <a:pt x="46627" y="55503"/>
                  </a:cubicBezTo>
                  <a:cubicBezTo>
                    <a:pt x="53557" y="49606"/>
                    <a:pt x="63983" y="44712"/>
                    <a:pt x="72798" y="48634"/>
                  </a:cubicBezTo>
                  <a:cubicBezTo>
                    <a:pt x="80123" y="51886"/>
                    <a:pt x="90245" y="48208"/>
                    <a:pt x="97266" y="51187"/>
                  </a:cubicBezTo>
                  <a:cubicBezTo>
                    <a:pt x="101522" y="52980"/>
                    <a:pt x="101674" y="58026"/>
                    <a:pt x="102890" y="62251"/>
                  </a:cubicBezTo>
                  <a:cubicBezTo>
                    <a:pt x="104561" y="68087"/>
                    <a:pt x="109303" y="75078"/>
                    <a:pt x="114440" y="77844"/>
                  </a:cubicBezTo>
                  <a:cubicBezTo>
                    <a:pt x="122799" y="82312"/>
                    <a:pt x="131097" y="70032"/>
                    <a:pt x="139243" y="68877"/>
                  </a:cubicBezTo>
                  <a:cubicBezTo>
                    <a:pt x="145656" y="67935"/>
                    <a:pt x="152495" y="73771"/>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17"/>
            <p:cNvSpPr/>
            <p:nvPr/>
          </p:nvSpPr>
          <p:spPr>
            <a:xfrm>
              <a:off x="2975000" y="442550"/>
              <a:ext cx="3962850" cy="2035775"/>
            </a:xfrm>
            <a:custGeom>
              <a:rect b="b" l="l" r="r" t="t"/>
              <a:pathLst>
                <a:path extrusionOk="0" fill="none" h="81431" w="158514">
                  <a:moveTo>
                    <a:pt x="0" y="1"/>
                  </a:moveTo>
                  <a:cubicBezTo>
                    <a:pt x="4468" y="3040"/>
                    <a:pt x="9362" y="5958"/>
                    <a:pt x="13313" y="9606"/>
                  </a:cubicBezTo>
                  <a:cubicBezTo>
                    <a:pt x="19210" y="15077"/>
                    <a:pt x="12432" y="24469"/>
                    <a:pt x="19089" y="29849"/>
                  </a:cubicBezTo>
                  <a:cubicBezTo>
                    <a:pt x="24803" y="34469"/>
                    <a:pt x="26019" y="38694"/>
                    <a:pt x="25350" y="45564"/>
                  </a:cubicBezTo>
                  <a:cubicBezTo>
                    <a:pt x="24833" y="50822"/>
                    <a:pt x="23739" y="60001"/>
                    <a:pt x="30609" y="61795"/>
                  </a:cubicBezTo>
                  <a:cubicBezTo>
                    <a:pt x="37691" y="63649"/>
                    <a:pt x="42797" y="58299"/>
                    <a:pt x="47813" y="54378"/>
                  </a:cubicBezTo>
                  <a:cubicBezTo>
                    <a:pt x="55989" y="47995"/>
                    <a:pt x="63345" y="43375"/>
                    <a:pt x="73801" y="47752"/>
                  </a:cubicBezTo>
                  <a:cubicBezTo>
                    <a:pt x="81704" y="51065"/>
                    <a:pt x="90762" y="48026"/>
                    <a:pt x="97966" y="50944"/>
                  </a:cubicBezTo>
                  <a:cubicBezTo>
                    <a:pt x="102282" y="52707"/>
                    <a:pt x="102343" y="57631"/>
                    <a:pt x="103437" y="61825"/>
                  </a:cubicBezTo>
                  <a:cubicBezTo>
                    <a:pt x="104957" y="67570"/>
                    <a:pt x="109637" y="74531"/>
                    <a:pt x="114774" y="77145"/>
                  </a:cubicBezTo>
                  <a:cubicBezTo>
                    <a:pt x="123285" y="81430"/>
                    <a:pt x="131310" y="69454"/>
                    <a:pt x="139577" y="68573"/>
                  </a:cubicBezTo>
                  <a:cubicBezTo>
                    <a:pt x="145869" y="67904"/>
                    <a:pt x="152587" y="73649"/>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17"/>
            <p:cNvSpPr/>
            <p:nvPr/>
          </p:nvSpPr>
          <p:spPr>
            <a:xfrm>
              <a:off x="2975000" y="442550"/>
              <a:ext cx="3962850" cy="2014500"/>
            </a:xfrm>
            <a:custGeom>
              <a:rect b="b" l="l" r="r" t="t"/>
              <a:pathLst>
                <a:path extrusionOk="0" fill="none" h="80580" w="158514">
                  <a:moveTo>
                    <a:pt x="0" y="1"/>
                  </a:moveTo>
                  <a:cubicBezTo>
                    <a:pt x="4560" y="3010"/>
                    <a:pt x="9392" y="5897"/>
                    <a:pt x="13526" y="9393"/>
                  </a:cubicBezTo>
                  <a:cubicBezTo>
                    <a:pt x="19666" y="14469"/>
                    <a:pt x="13162" y="23952"/>
                    <a:pt x="19484" y="29150"/>
                  </a:cubicBezTo>
                  <a:cubicBezTo>
                    <a:pt x="24560" y="33314"/>
                    <a:pt x="27235" y="37509"/>
                    <a:pt x="26323" y="44348"/>
                  </a:cubicBezTo>
                  <a:cubicBezTo>
                    <a:pt x="25563" y="49728"/>
                    <a:pt x="24317" y="58846"/>
                    <a:pt x="31308" y="60792"/>
                  </a:cubicBezTo>
                  <a:cubicBezTo>
                    <a:pt x="38390" y="62737"/>
                    <a:pt x="43770" y="57296"/>
                    <a:pt x="48998" y="53375"/>
                  </a:cubicBezTo>
                  <a:cubicBezTo>
                    <a:pt x="57813" y="46688"/>
                    <a:pt x="63892" y="42129"/>
                    <a:pt x="74743" y="47023"/>
                  </a:cubicBezTo>
                  <a:cubicBezTo>
                    <a:pt x="82433" y="50488"/>
                    <a:pt x="91248" y="47995"/>
                    <a:pt x="98604" y="50761"/>
                  </a:cubicBezTo>
                  <a:cubicBezTo>
                    <a:pt x="103042" y="52372"/>
                    <a:pt x="103011" y="57266"/>
                    <a:pt x="104014" y="61430"/>
                  </a:cubicBezTo>
                  <a:cubicBezTo>
                    <a:pt x="105382" y="67084"/>
                    <a:pt x="109941" y="74014"/>
                    <a:pt x="115109" y="76445"/>
                  </a:cubicBezTo>
                  <a:cubicBezTo>
                    <a:pt x="123802" y="80579"/>
                    <a:pt x="132100" y="68299"/>
                    <a:pt x="139912" y="68330"/>
                  </a:cubicBezTo>
                  <a:cubicBezTo>
                    <a:pt x="144927" y="68330"/>
                    <a:pt x="153529" y="7331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17"/>
            <p:cNvSpPr/>
            <p:nvPr/>
          </p:nvSpPr>
          <p:spPr>
            <a:xfrm>
              <a:off x="2975000" y="442550"/>
              <a:ext cx="3962850" cy="1991700"/>
            </a:xfrm>
            <a:custGeom>
              <a:rect b="b" l="l" r="r" t="t"/>
              <a:pathLst>
                <a:path extrusionOk="0" fill="none" h="79668" w="158514">
                  <a:moveTo>
                    <a:pt x="0" y="1"/>
                  </a:moveTo>
                  <a:cubicBezTo>
                    <a:pt x="4590" y="3010"/>
                    <a:pt x="9484" y="5897"/>
                    <a:pt x="13769" y="9119"/>
                  </a:cubicBezTo>
                  <a:cubicBezTo>
                    <a:pt x="20122" y="13861"/>
                    <a:pt x="13952" y="23344"/>
                    <a:pt x="19879" y="28360"/>
                  </a:cubicBezTo>
                  <a:cubicBezTo>
                    <a:pt x="24651" y="32402"/>
                    <a:pt x="28055" y="36475"/>
                    <a:pt x="27265" y="43102"/>
                  </a:cubicBezTo>
                  <a:cubicBezTo>
                    <a:pt x="26627" y="48482"/>
                    <a:pt x="24985" y="57600"/>
                    <a:pt x="31946" y="59698"/>
                  </a:cubicBezTo>
                  <a:cubicBezTo>
                    <a:pt x="39028" y="61795"/>
                    <a:pt x="44955" y="56202"/>
                    <a:pt x="50183" y="52251"/>
                  </a:cubicBezTo>
                  <a:cubicBezTo>
                    <a:pt x="59424" y="45260"/>
                    <a:pt x="64561" y="40761"/>
                    <a:pt x="75746" y="46232"/>
                  </a:cubicBezTo>
                  <a:cubicBezTo>
                    <a:pt x="83315" y="49971"/>
                    <a:pt x="91795" y="47813"/>
                    <a:pt x="99273" y="50488"/>
                  </a:cubicBezTo>
                  <a:cubicBezTo>
                    <a:pt x="103832" y="52129"/>
                    <a:pt x="103619" y="56840"/>
                    <a:pt x="104653" y="61035"/>
                  </a:cubicBezTo>
                  <a:cubicBezTo>
                    <a:pt x="106051" y="66749"/>
                    <a:pt x="110124" y="73315"/>
                    <a:pt x="115443" y="75716"/>
                  </a:cubicBezTo>
                  <a:cubicBezTo>
                    <a:pt x="124227" y="79667"/>
                    <a:pt x="132039" y="67995"/>
                    <a:pt x="140246" y="68056"/>
                  </a:cubicBezTo>
                  <a:cubicBezTo>
                    <a:pt x="145535" y="68087"/>
                    <a:pt x="153377" y="7340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17"/>
            <p:cNvSpPr/>
            <p:nvPr/>
          </p:nvSpPr>
          <p:spPr>
            <a:xfrm>
              <a:off x="2975000" y="442550"/>
              <a:ext cx="3963625" cy="1968900"/>
            </a:xfrm>
            <a:custGeom>
              <a:rect b="b" l="l" r="r" t="t"/>
              <a:pathLst>
                <a:path extrusionOk="0" fill="none" h="78756" w="158545">
                  <a:moveTo>
                    <a:pt x="0" y="1"/>
                  </a:moveTo>
                  <a:cubicBezTo>
                    <a:pt x="4651" y="2979"/>
                    <a:pt x="9575" y="5867"/>
                    <a:pt x="14013" y="8876"/>
                  </a:cubicBezTo>
                  <a:cubicBezTo>
                    <a:pt x="20548" y="13283"/>
                    <a:pt x="14985" y="22706"/>
                    <a:pt x="20305" y="27539"/>
                  </a:cubicBezTo>
                  <a:cubicBezTo>
                    <a:pt x="24590" y="31430"/>
                    <a:pt x="28724" y="35715"/>
                    <a:pt x="28147" y="42007"/>
                  </a:cubicBezTo>
                  <a:cubicBezTo>
                    <a:pt x="27630" y="47296"/>
                    <a:pt x="25654" y="56445"/>
                    <a:pt x="32584" y="58664"/>
                  </a:cubicBezTo>
                  <a:cubicBezTo>
                    <a:pt x="39606" y="60913"/>
                    <a:pt x="46354" y="55077"/>
                    <a:pt x="51369" y="51096"/>
                  </a:cubicBezTo>
                  <a:cubicBezTo>
                    <a:pt x="60609" y="43770"/>
                    <a:pt x="65351" y="39576"/>
                    <a:pt x="76749" y="45594"/>
                  </a:cubicBezTo>
                  <a:cubicBezTo>
                    <a:pt x="84166" y="49515"/>
                    <a:pt x="92251" y="47722"/>
                    <a:pt x="99911" y="50275"/>
                  </a:cubicBezTo>
                  <a:cubicBezTo>
                    <a:pt x="104622" y="51855"/>
                    <a:pt x="104318" y="56445"/>
                    <a:pt x="105260" y="60609"/>
                  </a:cubicBezTo>
                  <a:cubicBezTo>
                    <a:pt x="106537" y="66324"/>
                    <a:pt x="110428" y="72676"/>
                    <a:pt x="115808" y="74956"/>
                  </a:cubicBezTo>
                  <a:cubicBezTo>
                    <a:pt x="124714" y="78756"/>
                    <a:pt x="132313" y="67418"/>
                    <a:pt x="140580" y="67813"/>
                  </a:cubicBezTo>
                  <a:cubicBezTo>
                    <a:pt x="145778" y="68056"/>
                    <a:pt x="153438" y="73315"/>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17"/>
            <p:cNvSpPr/>
            <p:nvPr/>
          </p:nvSpPr>
          <p:spPr>
            <a:xfrm>
              <a:off x="2975000" y="442550"/>
              <a:ext cx="3962850" cy="1919500"/>
            </a:xfrm>
            <a:custGeom>
              <a:rect b="b" l="l" r="r" t="t"/>
              <a:pathLst>
                <a:path extrusionOk="0" fill="none" h="76780" w="158514">
                  <a:moveTo>
                    <a:pt x="0" y="1"/>
                  </a:moveTo>
                  <a:cubicBezTo>
                    <a:pt x="4712" y="2949"/>
                    <a:pt x="9666" y="5776"/>
                    <a:pt x="14225" y="8633"/>
                  </a:cubicBezTo>
                  <a:cubicBezTo>
                    <a:pt x="20973" y="12797"/>
                    <a:pt x="16049" y="21977"/>
                    <a:pt x="20760" y="26718"/>
                  </a:cubicBezTo>
                  <a:cubicBezTo>
                    <a:pt x="24438" y="30396"/>
                    <a:pt x="29332" y="35168"/>
                    <a:pt x="28967" y="41004"/>
                  </a:cubicBezTo>
                  <a:cubicBezTo>
                    <a:pt x="28633" y="46202"/>
                    <a:pt x="26444" y="55381"/>
                    <a:pt x="33192" y="57661"/>
                  </a:cubicBezTo>
                  <a:cubicBezTo>
                    <a:pt x="40153" y="60032"/>
                    <a:pt x="47752" y="53953"/>
                    <a:pt x="52494" y="49880"/>
                  </a:cubicBezTo>
                  <a:cubicBezTo>
                    <a:pt x="61703" y="41977"/>
                    <a:pt x="66293" y="38633"/>
                    <a:pt x="77722" y="45016"/>
                  </a:cubicBezTo>
                  <a:cubicBezTo>
                    <a:pt x="84926" y="49059"/>
                    <a:pt x="92707" y="47722"/>
                    <a:pt x="100488" y="50093"/>
                  </a:cubicBezTo>
                  <a:cubicBezTo>
                    <a:pt x="105382" y="51582"/>
                    <a:pt x="104987" y="56080"/>
                    <a:pt x="105838" y="60245"/>
                  </a:cubicBezTo>
                  <a:cubicBezTo>
                    <a:pt x="107023" y="65898"/>
                    <a:pt x="111005" y="72676"/>
                    <a:pt x="116142" y="74227"/>
                  </a:cubicBezTo>
                  <a:cubicBezTo>
                    <a:pt x="124683" y="76780"/>
                    <a:pt x="132191" y="66901"/>
                    <a:pt x="140884" y="67570"/>
                  </a:cubicBezTo>
                  <a:cubicBezTo>
                    <a:pt x="145930" y="67965"/>
                    <a:pt x="153468" y="73224"/>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17"/>
            <p:cNvSpPr/>
            <p:nvPr/>
          </p:nvSpPr>
          <p:spPr>
            <a:xfrm>
              <a:off x="2975000" y="442550"/>
              <a:ext cx="3962100" cy="1896700"/>
            </a:xfrm>
            <a:custGeom>
              <a:rect b="b" l="l" r="r" t="t"/>
              <a:pathLst>
                <a:path extrusionOk="0" fill="none" h="75868" w="158484">
                  <a:moveTo>
                    <a:pt x="0" y="1"/>
                  </a:moveTo>
                  <a:cubicBezTo>
                    <a:pt x="4742" y="2949"/>
                    <a:pt x="9788" y="5441"/>
                    <a:pt x="14438" y="8359"/>
                  </a:cubicBezTo>
                  <a:cubicBezTo>
                    <a:pt x="21520" y="12797"/>
                    <a:pt x="16900" y="20852"/>
                    <a:pt x="21277" y="25837"/>
                  </a:cubicBezTo>
                  <a:cubicBezTo>
                    <a:pt x="24408" y="29424"/>
                    <a:pt x="29758" y="34652"/>
                    <a:pt x="29727" y="40123"/>
                  </a:cubicBezTo>
                  <a:cubicBezTo>
                    <a:pt x="29666" y="45229"/>
                    <a:pt x="27447" y="54014"/>
                    <a:pt x="33770" y="56658"/>
                  </a:cubicBezTo>
                  <a:cubicBezTo>
                    <a:pt x="40396" y="59394"/>
                    <a:pt x="49545" y="52433"/>
                    <a:pt x="53618" y="48542"/>
                  </a:cubicBezTo>
                  <a:cubicBezTo>
                    <a:pt x="62707" y="39788"/>
                    <a:pt x="67448" y="37904"/>
                    <a:pt x="78725" y="44530"/>
                  </a:cubicBezTo>
                  <a:cubicBezTo>
                    <a:pt x="85716" y="48664"/>
                    <a:pt x="93224" y="47722"/>
                    <a:pt x="101066" y="49910"/>
                  </a:cubicBezTo>
                  <a:cubicBezTo>
                    <a:pt x="106142" y="51308"/>
                    <a:pt x="105716" y="55685"/>
                    <a:pt x="106476" y="59849"/>
                  </a:cubicBezTo>
                  <a:cubicBezTo>
                    <a:pt x="107540" y="65503"/>
                    <a:pt x="111279" y="71977"/>
                    <a:pt x="116477" y="73467"/>
                  </a:cubicBezTo>
                  <a:cubicBezTo>
                    <a:pt x="124927" y="75868"/>
                    <a:pt x="132708" y="66354"/>
                    <a:pt x="141188" y="67357"/>
                  </a:cubicBezTo>
                  <a:cubicBezTo>
                    <a:pt x="146143" y="67935"/>
                    <a:pt x="153468" y="7313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17"/>
            <p:cNvSpPr/>
            <p:nvPr/>
          </p:nvSpPr>
          <p:spPr>
            <a:xfrm>
              <a:off x="2975000" y="442550"/>
              <a:ext cx="3962850" cy="1870875"/>
            </a:xfrm>
            <a:custGeom>
              <a:rect b="b" l="l" r="r" t="t"/>
              <a:pathLst>
                <a:path extrusionOk="0" fill="none" h="74835" w="158514">
                  <a:moveTo>
                    <a:pt x="0" y="1"/>
                  </a:moveTo>
                  <a:cubicBezTo>
                    <a:pt x="4803" y="2919"/>
                    <a:pt x="9848" y="5350"/>
                    <a:pt x="14651" y="8116"/>
                  </a:cubicBezTo>
                  <a:cubicBezTo>
                    <a:pt x="21946" y="12311"/>
                    <a:pt x="18086" y="19697"/>
                    <a:pt x="21885" y="24895"/>
                  </a:cubicBezTo>
                  <a:cubicBezTo>
                    <a:pt x="24590" y="28633"/>
                    <a:pt x="30031" y="34013"/>
                    <a:pt x="30396" y="39272"/>
                  </a:cubicBezTo>
                  <a:cubicBezTo>
                    <a:pt x="30791" y="44439"/>
                    <a:pt x="28299" y="52919"/>
                    <a:pt x="34439" y="55625"/>
                  </a:cubicBezTo>
                  <a:cubicBezTo>
                    <a:pt x="41186" y="58603"/>
                    <a:pt x="50670" y="51217"/>
                    <a:pt x="54712" y="47083"/>
                  </a:cubicBezTo>
                  <a:cubicBezTo>
                    <a:pt x="63892" y="37630"/>
                    <a:pt x="68542" y="37266"/>
                    <a:pt x="79789" y="44135"/>
                  </a:cubicBezTo>
                  <a:cubicBezTo>
                    <a:pt x="86476" y="48208"/>
                    <a:pt x="93984" y="47661"/>
                    <a:pt x="101674" y="49728"/>
                  </a:cubicBezTo>
                  <a:cubicBezTo>
                    <a:pt x="106932" y="51126"/>
                    <a:pt x="106416" y="55138"/>
                    <a:pt x="107145" y="59454"/>
                  </a:cubicBezTo>
                  <a:cubicBezTo>
                    <a:pt x="108057" y="64986"/>
                    <a:pt x="111552" y="71339"/>
                    <a:pt x="116872" y="72707"/>
                  </a:cubicBezTo>
                  <a:cubicBezTo>
                    <a:pt x="125322" y="74835"/>
                    <a:pt x="133285" y="65837"/>
                    <a:pt x="141523" y="67114"/>
                  </a:cubicBezTo>
                  <a:cubicBezTo>
                    <a:pt x="146386" y="67874"/>
                    <a:pt x="153559" y="73011"/>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17"/>
            <p:cNvSpPr/>
            <p:nvPr/>
          </p:nvSpPr>
          <p:spPr>
            <a:xfrm>
              <a:off x="2975000" y="442550"/>
              <a:ext cx="3962850" cy="1848075"/>
            </a:xfrm>
            <a:custGeom>
              <a:rect b="b" l="l" r="r" t="t"/>
              <a:pathLst>
                <a:path extrusionOk="0" fill="none" h="73923" w="158514">
                  <a:moveTo>
                    <a:pt x="0" y="1"/>
                  </a:moveTo>
                  <a:cubicBezTo>
                    <a:pt x="4833" y="2888"/>
                    <a:pt x="9909" y="5259"/>
                    <a:pt x="14864" y="7873"/>
                  </a:cubicBezTo>
                  <a:cubicBezTo>
                    <a:pt x="22219" y="11764"/>
                    <a:pt x="19301" y="18390"/>
                    <a:pt x="22584" y="23922"/>
                  </a:cubicBezTo>
                  <a:cubicBezTo>
                    <a:pt x="25046" y="28086"/>
                    <a:pt x="30092" y="33649"/>
                    <a:pt x="31004" y="38542"/>
                  </a:cubicBezTo>
                  <a:cubicBezTo>
                    <a:pt x="31855" y="43284"/>
                    <a:pt x="29150" y="51947"/>
                    <a:pt x="35107" y="54561"/>
                  </a:cubicBezTo>
                  <a:cubicBezTo>
                    <a:pt x="42250" y="57691"/>
                    <a:pt x="51673" y="50032"/>
                    <a:pt x="55746" y="45503"/>
                  </a:cubicBezTo>
                  <a:cubicBezTo>
                    <a:pt x="64834" y="35411"/>
                    <a:pt x="69941" y="36992"/>
                    <a:pt x="80822" y="43770"/>
                  </a:cubicBezTo>
                  <a:cubicBezTo>
                    <a:pt x="87205" y="47782"/>
                    <a:pt x="94683" y="47691"/>
                    <a:pt x="102191" y="49576"/>
                  </a:cubicBezTo>
                  <a:cubicBezTo>
                    <a:pt x="107571" y="50913"/>
                    <a:pt x="107145" y="54682"/>
                    <a:pt x="107783" y="59090"/>
                  </a:cubicBezTo>
                  <a:cubicBezTo>
                    <a:pt x="108604" y="64591"/>
                    <a:pt x="111826" y="70610"/>
                    <a:pt x="117236" y="71917"/>
                  </a:cubicBezTo>
                  <a:cubicBezTo>
                    <a:pt x="125504" y="73923"/>
                    <a:pt x="133863" y="65321"/>
                    <a:pt x="141827" y="66901"/>
                  </a:cubicBezTo>
                  <a:cubicBezTo>
                    <a:pt x="146599" y="67813"/>
                    <a:pt x="153620" y="7292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17"/>
            <p:cNvSpPr/>
            <p:nvPr/>
          </p:nvSpPr>
          <p:spPr>
            <a:xfrm>
              <a:off x="2975000" y="442550"/>
              <a:ext cx="3962100" cy="1826050"/>
            </a:xfrm>
            <a:custGeom>
              <a:rect b="b" l="l" r="r" t="t"/>
              <a:pathLst>
                <a:path extrusionOk="0" fill="none" h="73042" w="158484">
                  <a:moveTo>
                    <a:pt x="0" y="1"/>
                  </a:moveTo>
                  <a:cubicBezTo>
                    <a:pt x="4894" y="2858"/>
                    <a:pt x="10000" y="5168"/>
                    <a:pt x="15076" y="7630"/>
                  </a:cubicBezTo>
                  <a:cubicBezTo>
                    <a:pt x="22402" y="11217"/>
                    <a:pt x="20639" y="16992"/>
                    <a:pt x="23435" y="22980"/>
                  </a:cubicBezTo>
                  <a:cubicBezTo>
                    <a:pt x="25685" y="27813"/>
                    <a:pt x="29910" y="33041"/>
                    <a:pt x="31460" y="37934"/>
                  </a:cubicBezTo>
                  <a:cubicBezTo>
                    <a:pt x="32858" y="42372"/>
                    <a:pt x="29940" y="51096"/>
                    <a:pt x="35867" y="53558"/>
                  </a:cubicBezTo>
                  <a:cubicBezTo>
                    <a:pt x="43618" y="56749"/>
                    <a:pt x="52433" y="48937"/>
                    <a:pt x="56779" y="43831"/>
                  </a:cubicBezTo>
                  <a:cubicBezTo>
                    <a:pt x="65746" y="33314"/>
                    <a:pt x="71552" y="36901"/>
                    <a:pt x="81886" y="43466"/>
                  </a:cubicBezTo>
                  <a:cubicBezTo>
                    <a:pt x="87965" y="47327"/>
                    <a:pt x="95412" y="47752"/>
                    <a:pt x="102707" y="49454"/>
                  </a:cubicBezTo>
                  <a:cubicBezTo>
                    <a:pt x="108148" y="50700"/>
                    <a:pt x="107905" y="54226"/>
                    <a:pt x="108452" y="58725"/>
                  </a:cubicBezTo>
                  <a:cubicBezTo>
                    <a:pt x="109182" y="64226"/>
                    <a:pt x="112130" y="69910"/>
                    <a:pt x="117571" y="71187"/>
                  </a:cubicBezTo>
                  <a:cubicBezTo>
                    <a:pt x="125626" y="73041"/>
                    <a:pt x="134410" y="64895"/>
                    <a:pt x="142100" y="66688"/>
                  </a:cubicBezTo>
                  <a:cubicBezTo>
                    <a:pt x="146751" y="67783"/>
                    <a:pt x="153590" y="72828"/>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17"/>
            <p:cNvSpPr/>
            <p:nvPr/>
          </p:nvSpPr>
          <p:spPr>
            <a:xfrm>
              <a:off x="2975000" y="442550"/>
              <a:ext cx="3962850" cy="1818450"/>
            </a:xfrm>
            <a:custGeom>
              <a:rect b="b" l="l" r="r" t="t"/>
              <a:pathLst>
                <a:path extrusionOk="0" fill="none" h="72738" w="158514">
                  <a:moveTo>
                    <a:pt x="0" y="1"/>
                  </a:moveTo>
                  <a:cubicBezTo>
                    <a:pt x="4924" y="2827"/>
                    <a:pt x="10122" y="5077"/>
                    <a:pt x="15259" y="7387"/>
                  </a:cubicBezTo>
                  <a:cubicBezTo>
                    <a:pt x="22432" y="10609"/>
                    <a:pt x="22159" y="15594"/>
                    <a:pt x="24317" y="22007"/>
                  </a:cubicBezTo>
                  <a:cubicBezTo>
                    <a:pt x="26171" y="27630"/>
                    <a:pt x="29332" y="32402"/>
                    <a:pt x="31733" y="37418"/>
                  </a:cubicBezTo>
                  <a:cubicBezTo>
                    <a:pt x="33831" y="41764"/>
                    <a:pt x="30669" y="50305"/>
                    <a:pt x="36657" y="52615"/>
                  </a:cubicBezTo>
                  <a:cubicBezTo>
                    <a:pt x="44955" y="55868"/>
                    <a:pt x="53162" y="47630"/>
                    <a:pt x="57782" y="42068"/>
                  </a:cubicBezTo>
                  <a:cubicBezTo>
                    <a:pt x="66476" y="31551"/>
                    <a:pt x="73315" y="37022"/>
                    <a:pt x="82950" y="43193"/>
                  </a:cubicBezTo>
                  <a:cubicBezTo>
                    <a:pt x="88695" y="46871"/>
                    <a:pt x="96142" y="47813"/>
                    <a:pt x="103194" y="49333"/>
                  </a:cubicBezTo>
                  <a:cubicBezTo>
                    <a:pt x="108726" y="50488"/>
                    <a:pt x="108634" y="53740"/>
                    <a:pt x="109151" y="58390"/>
                  </a:cubicBezTo>
                  <a:cubicBezTo>
                    <a:pt x="109789" y="63862"/>
                    <a:pt x="112464" y="69211"/>
                    <a:pt x="117996" y="70427"/>
                  </a:cubicBezTo>
                  <a:cubicBezTo>
                    <a:pt x="125778" y="72129"/>
                    <a:pt x="135018" y="64439"/>
                    <a:pt x="142434" y="66506"/>
                  </a:cubicBezTo>
                  <a:cubicBezTo>
                    <a:pt x="146994" y="67752"/>
                    <a:pt x="153650" y="72737"/>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17"/>
            <p:cNvSpPr/>
            <p:nvPr/>
          </p:nvSpPr>
          <p:spPr>
            <a:xfrm>
              <a:off x="2975000" y="442550"/>
              <a:ext cx="3962850" cy="1816175"/>
            </a:xfrm>
            <a:custGeom>
              <a:rect b="b" l="l" r="r" t="t"/>
              <a:pathLst>
                <a:path extrusionOk="0" fill="none" h="72647" w="158514">
                  <a:moveTo>
                    <a:pt x="0" y="1"/>
                  </a:moveTo>
                  <a:cubicBezTo>
                    <a:pt x="4985" y="2797"/>
                    <a:pt x="10244" y="4985"/>
                    <a:pt x="15441" y="7144"/>
                  </a:cubicBezTo>
                  <a:cubicBezTo>
                    <a:pt x="22341" y="10031"/>
                    <a:pt x="23648" y="14621"/>
                    <a:pt x="25259" y="21034"/>
                  </a:cubicBezTo>
                  <a:cubicBezTo>
                    <a:pt x="26688" y="26809"/>
                    <a:pt x="28572" y="31977"/>
                    <a:pt x="31885" y="36992"/>
                  </a:cubicBezTo>
                  <a:cubicBezTo>
                    <a:pt x="34742" y="41278"/>
                    <a:pt x="31429" y="49606"/>
                    <a:pt x="37478" y="51825"/>
                  </a:cubicBezTo>
                  <a:cubicBezTo>
                    <a:pt x="46171" y="55017"/>
                    <a:pt x="54469" y="46202"/>
                    <a:pt x="58755" y="40305"/>
                  </a:cubicBezTo>
                  <a:cubicBezTo>
                    <a:pt x="66232" y="30001"/>
                    <a:pt x="76415" y="38025"/>
                    <a:pt x="84044" y="42889"/>
                  </a:cubicBezTo>
                  <a:cubicBezTo>
                    <a:pt x="89546" y="46384"/>
                    <a:pt x="96841" y="47874"/>
                    <a:pt x="103680" y="49211"/>
                  </a:cubicBezTo>
                  <a:cubicBezTo>
                    <a:pt x="109242" y="50305"/>
                    <a:pt x="109364" y="53254"/>
                    <a:pt x="109850" y="58026"/>
                  </a:cubicBezTo>
                  <a:cubicBezTo>
                    <a:pt x="110397" y="63436"/>
                    <a:pt x="112829" y="68482"/>
                    <a:pt x="118422" y="69667"/>
                  </a:cubicBezTo>
                  <a:cubicBezTo>
                    <a:pt x="125930" y="71278"/>
                    <a:pt x="135626" y="64044"/>
                    <a:pt x="142708" y="66293"/>
                  </a:cubicBezTo>
                  <a:cubicBezTo>
                    <a:pt x="147176" y="67692"/>
                    <a:pt x="153681" y="7264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17"/>
            <p:cNvSpPr/>
            <p:nvPr/>
          </p:nvSpPr>
          <p:spPr>
            <a:xfrm>
              <a:off x="2975000" y="442550"/>
              <a:ext cx="3962850" cy="1813875"/>
            </a:xfrm>
            <a:custGeom>
              <a:rect b="b" l="l" r="r" t="t"/>
              <a:pathLst>
                <a:path extrusionOk="0" fill="none" h="72555" w="158514">
                  <a:moveTo>
                    <a:pt x="0" y="1"/>
                  </a:moveTo>
                  <a:cubicBezTo>
                    <a:pt x="5015" y="2767"/>
                    <a:pt x="10335" y="4894"/>
                    <a:pt x="15624" y="6931"/>
                  </a:cubicBezTo>
                  <a:cubicBezTo>
                    <a:pt x="22189" y="9423"/>
                    <a:pt x="24925" y="13648"/>
                    <a:pt x="26262" y="20031"/>
                  </a:cubicBezTo>
                  <a:cubicBezTo>
                    <a:pt x="27508" y="25958"/>
                    <a:pt x="27843" y="31582"/>
                    <a:pt x="31916" y="36597"/>
                  </a:cubicBezTo>
                  <a:cubicBezTo>
                    <a:pt x="35290" y="40731"/>
                    <a:pt x="32432" y="49150"/>
                    <a:pt x="38299" y="51096"/>
                  </a:cubicBezTo>
                  <a:cubicBezTo>
                    <a:pt x="47326" y="54105"/>
                    <a:pt x="55138" y="44804"/>
                    <a:pt x="59758" y="38512"/>
                  </a:cubicBezTo>
                  <a:cubicBezTo>
                    <a:pt x="66901" y="28816"/>
                    <a:pt x="78512" y="38512"/>
                    <a:pt x="85139" y="42585"/>
                  </a:cubicBezTo>
                  <a:cubicBezTo>
                    <a:pt x="90397" y="45807"/>
                    <a:pt x="97510" y="47995"/>
                    <a:pt x="104105" y="49120"/>
                  </a:cubicBezTo>
                  <a:cubicBezTo>
                    <a:pt x="109698" y="50062"/>
                    <a:pt x="109729" y="52707"/>
                    <a:pt x="110580" y="57691"/>
                  </a:cubicBezTo>
                  <a:cubicBezTo>
                    <a:pt x="111461" y="63071"/>
                    <a:pt x="112829" y="67692"/>
                    <a:pt x="118878" y="68938"/>
                  </a:cubicBezTo>
                  <a:cubicBezTo>
                    <a:pt x="126082" y="70427"/>
                    <a:pt x="136234" y="63649"/>
                    <a:pt x="143012" y="66111"/>
                  </a:cubicBezTo>
                  <a:cubicBezTo>
                    <a:pt x="147359" y="67661"/>
                    <a:pt x="153742" y="7255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17"/>
            <p:cNvSpPr/>
            <p:nvPr/>
          </p:nvSpPr>
          <p:spPr>
            <a:xfrm>
              <a:off x="2975000" y="442550"/>
              <a:ext cx="3962850" cy="1804000"/>
            </a:xfrm>
            <a:custGeom>
              <a:rect b="b" l="l" r="r" t="t"/>
              <a:pathLst>
                <a:path extrusionOk="0" fill="none" h="72160" w="158514">
                  <a:moveTo>
                    <a:pt x="0" y="1"/>
                  </a:moveTo>
                  <a:cubicBezTo>
                    <a:pt x="5076" y="2736"/>
                    <a:pt x="10456" y="4803"/>
                    <a:pt x="15806" y="6688"/>
                  </a:cubicBezTo>
                  <a:cubicBezTo>
                    <a:pt x="22037" y="8876"/>
                    <a:pt x="26049" y="12767"/>
                    <a:pt x="27326" y="18967"/>
                  </a:cubicBezTo>
                  <a:cubicBezTo>
                    <a:pt x="28542" y="24925"/>
                    <a:pt x="27326" y="31126"/>
                    <a:pt x="31855" y="36202"/>
                  </a:cubicBezTo>
                  <a:cubicBezTo>
                    <a:pt x="35381" y="40153"/>
                    <a:pt x="33618" y="48725"/>
                    <a:pt x="39150" y="50457"/>
                  </a:cubicBezTo>
                  <a:cubicBezTo>
                    <a:pt x="48329" y="53314"/>
                    <a:pt x="55746" y="42919"/>
                    <a:pt x="60792" y="36810"/>
                  </a:cubicBezTo>
                  <a:cubicBezTo>
                    <a:pt x="67995" y="28086"/>
                    <a:pt x="80032" y="38360"/>
                    <a:pt x="86263" y="42159"/>
                  </a:cubicBezTo>
                  <a:cubicBezTo>
                    <a:pt x="91430" y="45320"/>
                    <a:pt x="98057" y="48056"/>
                    <a:pt x="104561" y="48998"/>
                  </a:cubicBezTo>
                  <a:cubicBezTo>
                    <a:pt x="115747" y="50700"/>
                    <a:pt x="107692" y="65898"/>
                    <a:pt x="119303" y="68178"/>
                  </a:cubicBezTo>
                  <a:cubicBezTo>
                    <a:pt x="126294" y="69576"/>
                    <a:pt x="136872" y="63254"/>
                    <a:pt x="143316" y="65898"/>
                  </a:cubicBezTo>
                  <a:cubicBezTo>
                    <a:pt x="147784" y="67752"/>
                    <a:pt x="153407" y="7216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17"/>
            <p:cNvSpPr/>
            <p:nvPr/>
          </p:nvSpPr>
          <p:spPr>
            <a:xfrm>
              <a:off x="2975000" y="442550"/>
              <a:ext cx="3962100" cy="1802475"/>
            </a:xfrm>
            <a:custGeom>
              <a:rect b="b" l="l" r="r" t="t"/>
              <a:pathLst>
                <a:path extrusionOk="0" fill="none" h="72099" w="158484">
                  <a:moveTo>
                    <a:pt x="0" y="1"/>
                  </a:moveTo>
                  <a:cubicBezTo>
                    <a:pt x="5107" y="2706"/>
                    <a:pt x="10760" y="4590"/>
                    <a:pt x="15958" y="6444"/>
                  </a:cubicBezTo>
                  <a:cubicBezTo>
                    <a:pt x="21764" y="8511"/>
                    <a:pt x="26931" y="11733"/>
                    <a:pt x="28390" y="17843"/>
                  </a:cubicBezTo>
                  <a:cubicBezTo>
                    <a:pt x="29788" y="23740"/>
                    <a:pt x="26900" y="30579"/>
                    <a:pt x="31672" y="35867"/>
                  </a:cubicBezTo>
                  <a:cubicBezTo>
                    <a:pt x="35107" y="39636"/>
                    <a:pt x="34925" y="48390"/>
                    <a:pt x="40001" y="49849"/>
                  </a:cubicBezTo>
                  <a:cubicBezTo>
                    <a:pt x="49302" y="52494"/>
                    <a:pt x="56415" y="40761"/>
                    <a:pt x="61886" y="35320"/>
                  </a:cubicBezTo>
                  <a:cubicBezTo>
                    <a:pt x="69211" y="28025"/>
                    <a:pt x="81278" y="37873"/>
                    <a:pt x="87327" y="41612"/>
                  </a:cubicBezTo>
                  <a:cubicBezTo>
                    <a:pt x="92585" y="44864"/>
                    <a:pt x="98421" y="48117"/>
                    <a:pt x="104926" y="48968"/>
                  </a:cubicBezTo>
                  <a:cubicBezTo>
                    <a:pt x="116385" y="50457"/>
                    <a:pt x="108239" y="65442"/>
                    <a:pt x="119759" y="67509"/>
                  </a:cubicBezTo>
                  <a:cubicBezTo>
                    <a:pt x="126659" y="68725"/>
                    <a:pt x="137298" y="62980"/>
                    <a:pt x="143559" y="65716"/>
                  </a:cubicBezTo>
                  <a:cubicBezTo>
                    <a:pt x="147936" y="67631"/>
                    <a:pt x="153407" y="72099"/>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17"/>
            <p:cNvSpPr/>
            <p:nvPr/>
          </p:nvSpPr>
          <p:spPr>
            <a:xfrm>
              <a:off x="2975000" y="442550"/>
              <a:ext cx="3962850" cy="1800200"/>
            </a:xfrm>
            <a:custGeom>
              <a:rect b="b" l="l" r="r" t="t"/>
              <a:pathLst>
                <a:path extrusionOk="0" fill="none" h="72008" w="158514">
                  <a:moveTo>
                    <a:pt x="0" y="1"/>
                  </a:moveTo>
                  <a:cubicBezTo>
                    <a:pt x="5167" y="2645"/>
                    <a:pt x="10821" y="4499"/>
                    <a:pt x="16140" y="6201"/>
                  </a:cubicBezTo>
                  <a:cubicBezTo>
                    <a:pt x="21976" y="8055"/>
                    <a:pt x="27630" y="11065"/>
                    <a:pt x="29484" y="16657"/>
                  </a:cubicBezTo>
                  <a:cubicBezTo>
                    <a:pt x="31308" y="22159"/>
                    <a:pt x="26748" y="29940"/>
                    <a:pt x="31521" y="35442"/>
                  </a:cubicBezTo>
                  <a:cubicBezTo>
                    <a:pt x="34621" y="38998"/>
                    <a:pt x="36414" y="48147"/>
                    <a:pt x="40913" y="49211"/>
                  </a:cubicBezTo>
                  <a:cubicBezTo>
                    <a:pt x="50244" y="51430"/>
                    <a:pt x="56749" y="38846"/>
                    <a:pt x="63041" y="34044"/>
                  </a:cubicBezTo>
                  <a:cubicBezTo>
                    <a:pt x="70731" y="28147"/>
                    <a:pt x="82190" y="36992"/>
                    <a:pt x="88391" y="40943"/>
                  </a:cubicBezTo>
                  <a:cubicBezTo>
                    <a:pt x="93862" y="44409"/>
                    <a:pt x="98695" y="48147"/>
                    <a:pt x="105352" y="48907"/>
                  </a:cubicBezTo>
                  <a:cubicBezTo>
                    <a:pt x="117024" y="50184"/>
                    <a:pt x="108786" y="64834"/>
                    <a:pt x="120276" y="66780"/>
                  </a:cubicBezTo>
                  <a:cubicBezTo>
                    <a:pt x="126993" y="67904"/>
                    <a:pt x="137784" y="62585"/>
                    <a:pt x="143863" y="65533"/>
                  </a:cubicBezTo>
                  <a:cubicBezTo>
                    <a:pt x="148149" y="67570"/>
                    <a:pt x="153468" y="72008"/>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17"/>
            <p:cNvSpPr/>
            <p:nvPr/>
          </p:nvSpPr>
          <p:spPr>
            <a:xfrm>
              <a:off x="2975000" y="442550"/>
              <a:ext cx="3963625" cy="1798675"/>
            </a:xfrm>
            <a:custGeom>
              <a:rect b="b" l="l" r="r" t="t"/>
              <a:pathLst>
                <a:path extrusionOk="0" fill="none" h="71947" w="158545">
                  <a:moveTo>
                    <a:pt x="0" y="1"/>
                  </a:moveTo>
                  <a:cubicBezTo>
                    <a:pt x="5198" y="2615"/>
                    <a:pt x="10912" y="4408"/>
                    <a:pt x="16323" y="5958"/>
                  </a:cubicBezTo>
                  <a:cubicBezTo>
                    <a:pt x="22067" y="7630"/>
                    <a:pt x="28147" y="10365"/>
                    <a:pt x="30578" y="15472"/>
                  </a:cubicBezTo>
                  <a:cubicBezTo>
                    <a:pt x="33192" y="20974"/>
                    <a:pt x="26931" y="29059"/>
                    <a:pt x="31369" y="35047"/>
                  </a:cubicBezTo>
                  <a:cubicBezTo>
                    <a:pt x="33831" y="38390"/>
                    <a:pt x="37904" y="47904"/>
                    <a:pt x="41825" y="48542"/>
                  </a:cubicBezTo>
                  <a:cubicBezTo>
                    <a:pt x="50883" y="50062"/>
                    <a:pt x="57296" y="36931"/>
                    <a:pt x="64257" y="33010"/>
                  </a:cubicBezTo>
                  <a:cubicBezTo>
                    <a:pt x="72160" y="28512"/>
                    <a:pt x="83102" y="35928"/>
                    <a:pt x="89424" y="40153"/>
                  </a:cubicBezTo>
                  <a:cubicBezTo>
                    <a:pt x="94804" y="43740"/>
                    <a:pt x="98877" y="48208"/>
                    <a:pt x="105747" y="48846"/>
                  </a:cubicBezTo>
                  <a:cubicBezTo>
                    <a:pt x="117601" y="49971"/>
                    <a:pt x="109425" y="64257"/>
                    <a:pt x="120793" y="66081"/>
                  </a:cubicBezTo>
                  <a:cubicBezTo>
                    <a:pt x="127419" y="67144"/>
                    <a:pt x="138270" y="62281"/>
                    <a:pt x="144167" y="65351"/>
                  </a:cubicBezTo>
                  <a:cubicBezTo>
                    <a:pt x="148362" y="67540"/>
                    <a:pt x="153529" y="71947"/>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17"/>
            <p:cNvSpPr/>
            <p:nvPr/>
          </p:nvSpPr>
          <p:spPr>
            <a:xfrm>
              <a:off x="2975000" y="442550"/>
              <a:ext cx="3962850" cy="1795650"/>
            </a:xfrm>
            <a:custGeom>
              <a:rect b="b" l="l" r="r" t="t"/>
              <a:pathLst>
                <a:path extrusionOk="0" fill="none" h="71826" w="158514">
                  <a:moveTo>
                    <a:pt x="0" y="1"/>
                  </a:moveTo>
                  <a:cubicBezTo>
                    <a:pt x="5259" y="2584"/>
                    <a:pt x="10973" y="4317"/>
                    <a:pt x="16475" y="5745"/>
                  </a:cubicBezTo>
                  <a:cubicBezTo>
                    <a:pt x="22250" y="7235"/>
                    <a:pt x="28542" y="9788"/>
                    <a:pt x="31581" y="14195"/>
                  </a:cubicBezTo>
                  <a:cubicBezTo>
                    <a:pt x="35168" y="19332"/>
                    <a:pt x="27326" y="28238"/>
                    <a:pt x="31247" y="34560"/>
                  </a:cubicBezTo>
                  <a:cubicBezTo>
                    <a:pt x="33253" y="37782"/>
                    <a:pt x="39150" y="47418"/>
                    <a:pt x="42737" y="47722"/>
                  </a:cubicBezTo>
                  <a:cubicBezTo>
                    <a:pt x="51612" y="48482"/>
                    <a:pt x="57752" y="35229"/>
                    <a:pt x="65412" y="32129"/>
                  </a:cubicBezTo>
                  <a:cubicBezTo>
                    <a:pt x="73588" y="28816"/>
                    <a:pt x="84044" y="34804"/>
                    <a:pt x="90275" y="39302"/>
                  </a:cubicBezTo>
                  <a:cubicBezTo>
                    <a:pt x="95351" y="42980"/>
                    <a:pt x="98938" y="48269"/>
                    <a:pt x="106081" y="48816"/>
                  </a:cubicBezTo>
                  <a:cubicBezTo>
                    <a:pt x="111704" y="49241"/>
                    <a:pt x="112981" y="50670"/>
                    <a:pt x="114136" y="56111"/>
                  </a:cubicBezTo>
                  <a:cubicBezTo>
                    <a:pt x="115139" y="60792"/>
                    <a:pt x="115321" y="64470"/>
                    <a:pt x="121279" y="65381"/>
                  </a:cubicBezTo>
                  <a:cubicBezTo>
                    <a:pt x="127784" y="66385"/>
                    <a:pt x="138696" y="61947"/>
                    <a:pt x="144410" y="65169"/>
                  </a:cubicBezTo>
                  <a:cubicBezTo>
                    <a:pt x="148483" y="67448"/>
                    <a:pt x="153529" y="7182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17"/>
            <p:cNvSpPr/>
            <p:nvPr/>
          </p:nvSpPr>
          <p:spPr>
            <a:xfrm>
              <a:off x="2975000" y="442550"/>
              <a:ext cx="3962850" cy="1794125"/>
            </a:xfrm>
            <a:custGeom>
              <a:rect b="b" l="l" r="r" t="t"/>
              <a:pathLst>
                <a:path extrusionOk="0" fill="none" h="71765" w="158514">
                  <a:moveTo>
                    <a:pt x="0" y="1"/>
                  </a:moveTo>
                  <a:cubicBezTo>
                    <a:pt x="5319" y="2554"/>
                    <a:pt x="11064" y="4226"/>
                    <a:pt x="16627" y="5502"/>
                  </a:cubicBezTo>
                  <a:cubicBezTo>
                    <a:pt x="22523" y="6840"/>
                    <a:pt x="28663" y="9302"/>
                    <a:pt x="32554" y="12919"/>
                  </a:cubicBezTo>
                  <a:cubicBezTo>
                    <a:pt x="36931" y="17022"/>
                    <a:pt x="28906" y="28268"/>
                    <a:pt x="31247" y="33983"/>
                  </a:cubicBezTo>
                  <a:cubicBezTo>
                    <a:pt x="32615" y="37326"/>
                    <a:pt x="40031" y="46658"/>
                    <a:pt x="43679" y="46719"/>
                  </a:cubicBezTo>
                  <a:cubicBezTo>
                    <a:pt x="52433" y="46810"/>
                    <a:pt x="58117" y="33861"/>
                    <a:pt x="66628" y="31430"/>
                  </a:cubicBezTo>
                  <a:cubicBezTo>
                    <a:pt x="75108" y="28998"/>
                    <a:pt x="85078" y="33709"/>
                    <a:pt x="91066" y="38451"/>
                  </a:cubicBezTo>
                  <a:cubicBezTo>
                    <a:pt x="95899" y="42250"/>
                    <a:pt x="98847" y="48482"/>
                    <a:pt x="106446" y="48785"/>
                  </a:cubicBezTo>
                  <a:cubicBezTo>
                    <a:pt x="119030" y="49272"/>
                    <a:pt x="110853" y="62950"/>
                    <a:pt x="121826" y="64743"/>
                  </a:cubicBezTo>
                  <a:cubicBezTo>
                    <a:pt x="128088" y="65746"/>
                    <a:pt x="139121" y="61612"/>
                    <a:pt x="144684" y="64986"/>
                  </a:cubicBezTo>
                  <a:cubicBezTo>
                    <a:pt x="148666" y="67388"/>
                    <a:pt x="153559" y="7176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17"/>
            <p:cNvSpPr/>
            <p:nvPr/>
          </p:nvSpPr>
          <p:spPr>
            <a:xfrm>
              <a:off x="2975000" y="442550"/>
              <a:ext cx="3962850" cy="1791075"/>
            </a:xfrm>
            <a:custGeom>
              <a:rect b="b" l="l" r="r" t="t"/>
              <a:pathLst>
                <a:path extrusionOk="0" fill="none" h="71643" w="158514">
                  <a:moveTo>
                    <a:pt x="0" y="1"/>
                  </a:moveTo>
                  <a:cubicBezTo>
                    <a:pt x="5319" y="2523"/>
                    <a:pt x="11155" y="4134"/>
                    <a:pt x="16779" y="5259"/>
                  </a:cubicBezTo>
                  <a:cubicBezTo>
                    <a:pt x="22736" y="6475"/>
                    <a:pt x="29302" y="9058"/>
                    <a:pt x="33405" y="11672"/>
                  </a:cubicBezTo>
                  <a:cubicBezTo>
                    <a:pt x="37660" y="14378"/>
                    <a:pt x="30821" y="28968"/>
                    <a:pt x="31399" y="33314"/>
                  </a:cubicBezTo>
                  <a:cubicBezTo>
                    <a:pt x="31885" y="36931"/>
                    <a:pt x="40578" y="45624"/>
                    <a:pt x="44651" y="45472"/>
                  </a:cubicBezTo>
                  <a:cubicBezTo>
                    <a:pt x="53101" y="45168"/>
                    <a:pt x="58421" y="32828"/>
                    <a:pt x="67874" y="30852"/>
                  </a:cubicBezTo>
                  <a:cubicBezTo>
                    <a:pt x="76658" y="29028"/>
                    <a:pt x="86233" y="32706"/>
                    <a:pt x="91856" y="37509"/>
                  </a:cubicBezTo>
                  <a:cubicBezTo>
                    <a:pt x="96476" y="41491"/>
                    <a:pt x="98908" y="48542"/>
                    <a:pt x="106780" y="48755"/>
                  </a:cubicBezTo>
                  <a:cubicBezTo>
                    <a:pt x="112647" y="48907"/>
                    <a:pt x="114045" y="50184"/>
                    <a:pt x="115565" y="55503"/>
                  </a:cubicBezTo>
                  <a:cubicBezTo>
                    <a:pt x="116841" y="60062"/>
                    <a:pt x="116628" y="63132"/>
                    <a:pt x="122404" y="64044"/>
                  </a:cubicBezTo>
                  <a:cubicBezTo>
                    <a:pt x="128544" y="65047"/>
                    <a:pt x="139486" y="61278"/>
                    <a:pt x="144957" y="64804"/>
                  </a:cubicBezTo>
                  <a:cubicBezTo>
                    <a:pt x="148818" y="67296"/>
                    <a:pt x="153559" y="71643"/>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17"/>
            <p:cNvSpPr/>
            <p:nvPr/>
          </p:nvSpPr>
          <p:spPr>
            <a:xfrm>
              <a:off x="2975000" y="442550"/>
              <a:ext cx="3962100" cy="1789575"/>
            </a:xfrm>
            <a:custGeom>
              <a:rect b="b" l="l" r="r" t="t"/>
              <a:pathLst>
                <a:path extrusionOk="0" fill="none" h="71583" w="158484">
                  <a:moveTo>
                    <a:pt x="0" y="1"/>
                  </a:moveTo>
                  <a:cubicBezTo>
                    <a:pt x="5380" y="2463"/>
                    <a:pt x="11216" y="4043"/>
                    <a:pt x="16900" y="5016"/>
                  </a:cubicBezTo>
                  <a:cubicBezTo>
                    <a:pt x="22797" y="6049"/>
                    <a:pt x="29058" y="8724"/>
                    <a:pt x="34135" y="10457"/>
                  </a:cubicBezTo>
                  <a:cubicBezTo>
                    <a:pt x="39667" y="12372"/>
                    <a:pt x="32037" y="28846"/>
                    <a:pt x="31855" y="32463"/>
                  </a:cubicBezTo>
                  <a:cubicBezTo>
                    <a:pt x="31672" y="36597"/>
                    <a:pt x="40852" y="44712"/>
                    <a:pt x="45503" y="44074"/>
                  </a:cubicBezTo>
                  <a:cubicBezTo>
                    <a:pt x="54165" y="42889"/>
                    <a:pt x="59606" y="32038"/>
                    <a:pt x="69090" y="30335"/>
                  </a:cubicBezTo>
                  <a:cubicBezTo>
                    <a:pt x="77479" y="28846"/>
                    <a:pt x="87388" y="31703"/>
                    <a:pt x="92646" y="36566"/>
                  </a:cubicBezTo>
                  <a:cubicBezTo>
                    <a:pt x="97084" y="40670"/>
                    <a:pt x="98908" y="48634"/>
                    <a:pt x="107084" y="48725"/>
                  </a:cubicBezTo>
                  <a:cubicBezTo>
                    <a:pt x="112890" y="48816"/>
                    <a:pt x="114501" y="49910"/>
                    <a:pt x="116203" y="55229"/>
                  </a:cubicBezTo>
                  <a:cubicBezTo>
                    <a:pt x="117571" y="59606"/>
                    <a:pt x="117297" y="62555"/>
                    <a:pt x="122951" y="63436"/>
                  </a:cubicBezTo>
                  <a:cubicBezTo>
                    <a:pt x="129030" y="64378"/>
                    <a:pt x="139851" y="60944"/>
                    <a:pt x="145200" y="64622"/>
                  </a:cubicBezTo>
                  <a:cubicBezTo>
                    <a:pt x="148939" y="67205"/>
                    <a:pt x="153590" y="7158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17"/>
            <p:cNvSpPr/>
            <p:nvPr/>
          </p:nvSpPr>
          <p:spPr>
            <a:xfrm>
              <a:off x="2975000" y="442550"/>
              <a:ext cx="3962850" cy="1785000"/>
            </a:xfrm>
            <a:custGeom>
              <a:rect b="b" l="l" r="r" t="t"/>
              <a:pathLst>
                <a:path extrusionOk="0" fill="none" h="71400" w="158514">
                  <a:moveTo>
                    <a:pt x="0" y="1"/>
                  </a:moveTo>
                  <a:cubicBezTo>
                    <a:pt x="5411" y="2432"/>
                    <a:pt x="11307" y="3952"/>
                    <a:pt x="17052" y="4803"/>
                  </a:cubicBezTo>
                  <a:cubicBezTo>
                    <a:pt x="22949" y="5685"/>
                    <a:pt x="29028" y="8967"/>
                    <a:pt x="34682" y="9362"/>
                  </a:cubicBezTo>
                  <a:cubicBezTo>
                    <a:pt x="42007" y="9849"/>
                    <a:pt x="33557" y="28360"/>
                    <a:pt x="32858" y="31065"/>
                  </a:cubicBezTo>
                  <a:cubicBezTo>
                    <a:pt x="31308" y="36931"/>
                    <a:pt x="41095" y="43801"/>
                    <a:pt x="46141" y="42676"/>
                  </a:cubicBezTo>
                  <a:cubicBezTo>
                    <a:pt x="54925" y="40761"/>
                    <a:pt x="60731" y="31703"/>
                    <a:pt x="70245" y="29819"/>
                  </a:cubicBezTo>
                  <a:cubicBezTo>
                    <a:pt x="78451" y="28177"/>
                    <a:pt x="88573" y="30731"/>
                    <a:pt x="93497" y="35563"/>
                  </a:cubicBezTo>
                  <a:cubicBezTo>
                    <a:pt x="97753" y="39728"/>
                    <a:pt x="98969" y="48725"/>
                    <a:pt x="107419" y="48755"/>
                  </a:cubicBezTo>
                  <a:cubicBezTo>
                    <a:pt x="113163" y="48755"/>
                    <a:pt x="115018" y="49667"/>
                    <a:pt x="116872" y="54956"/>
                  </a:cubicBezTo>
                  <a:cubicBezTo>
                    <a:pt x="118331" y="59181"/>
                    <a:pt x="118027" y="61977"/>
                    <a:pt x="123559" y="62798"/>
                  </a:cubicBezTo>
                  <a:cubicBezTo>
                    <a:pt x="129638" y="63710"/>
                    <a:pt x="140459" y="60579"/>
                    <a:pt x="145504" y="64470"/>
                  </a:cubicBezTo>
                  <a:cubicBezTo>
                    <a:pt x="148939" y="67144"/>
                    <a:pt x="153802" y="7140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17"/>
            <p:cNvSpPr/>
            <p:nvPr/>
          </p:nvSpPr>
          <p:spPr>
            <a:xfrm>
              <a:off x="2975000" y="442550"/>
              <a:ext cx="3962100" cy="1781975"/>
            </a:xfrm>
            <a:custGeom>
              <a:rect b="b" l="l" r="r" t="t"/>
              <a:pathLst>
                <a:path extrusionOk="0" fill="none" h="71279" w="158484">
                  <a:moveTo>
                    <a:pt x="0" y="1"/>
                  </a:moveTo>
                  <a:cubicBezTo>
                    <a:pt x="5471" y="2402"/>
                    <a:pt x="11247" y="3922"/>
                    <a:pt x="17174" y="4560"/>
                  </a:cubicBezTo>
                  <a:cubicBezTo>
                    <a:pt x="23253" y="5198"/>
                    <a:pt x="29514" y="8420"/>
                    <a:pt x="35107" y="8177"/>
                  </a:cubicBezTo>
                  <a:cubicBezTo>
                    <a:pt x="44044" y="7782"/>
                    <a:pt x="35290" y="26718"/>
                    <a:pt x="34256" y="29089"/>
                  </a:cubicBezTo>
                  <a:cubicBezTo>
                    <a:pt x="31369" y="35959"/>
                    <a:pt x="40578" y="42980"/>
                    <a:pt x="46658" y="41247"/>
                  </a:cubicBezTo>
                  <a:cubicBezTo>
                    <a:pt x="55533" y="38785"/>
                    <a:pt x="61947" y="31490"/>
                    <a:pt x="71369" y="29180"/>
                  </a:cubicBezTo>
                  <a:cubicBezTo>
                    <a:pt x="79424" y="27174"/>
                    <a:pt x="89819" y="29697"/>
                    <a:pt x="94470" y="34439"/>
                  </a:cubicBezTo>
                  <a:cubicBezTo>
                    <a:pt x="98482" y="38573"/>
                    <a:pt x="99090" y="48785"/>
                    <a:pt x="107753" y="48694"/>
                  </a:cubicBezTo>
                  <a:cubicBezTo>
                    <a:pt x="113407" y="48634"/>
                    <a:pt x="115504" y="49424"/>
                    <a:pt x="117510" y="54652"/>
                  </a:cubicBezTo>
                  <a:cubicBezTo>
                    <a:pt x="119060" y="58694"/>
                    <a:pt x="118665" y="61400"/>
                    <a:pt x="124167" y="62160"/>
                  </a:cubicBezTo>
                  <a:cubicBezTo>
                    <a:pt x="130246" y="62980"/>
                    <a:pt x="140793" y="60245"/>
                    <a:pt x="145717" y="64257"/>
                  </a:cubicBezTo>
                  <a:cubicBezTo>
                    <a:pt x="149061" y="66962"/>
                    <a:pt x="153802" y="71278"/>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17"/>
            <p:cNvSpPr/>
            <p:nvPr/>
          </p:nvSpPr>
          <p:spPr>
            <a:xfrm>
              <a:off x="2975000" y="442550"/>
              <a:ext cx="3962850" cy="1781200"/>
            </a:xfrm>
            <a:custGeom>
              <a:rect b="b" l="l" r="r" t="t"/>
              <a:pathLst>
                <a:path extrusionOk="0" fill="none" h="71248" w="158514">
                  <a:moveTo>
                    <a:pt x="0" y="1"/>
                  </a:moveTo>
                  <a:cubicBezTo>
                    <a:pt x="5502" y="2371"/>
                    <a:pt x="11338" y="3830"/>
                    <a:pt x="17326" y="4347"/>
                  </a:cubicBezTo>
                  <a:cubicBezTo>
                    <a:pt x="23405" y="4833"/>
                    <a:pt x="29484" y="7478"/>
                    <a:pt x="35381" y="7083"/>
                  </a:cubicBezTo>
                  <a:cubicBezTo>
                    <a:pt x="46171" y="6384"/>
                    <a:pt x="37660" y="22007"/>
                    <a:pt x="36080" y="26718"/>
                  </a:cubicBezTo>
                  <a:cubicBezTo>
                    <a:pt x="34560" y="31247"/>
                    <a:pt x="33192" y="34591"/>
                    <a:pt x="37387" y="37934"/>
                  </a:cubicBezTo>
                  <a:cubicBezTo>
                    <a:pt x="40062" y="40032"/>
                    <a:pt x="43983" y="40913"/>
                    <a:pt x="47144" y="39940"/>
                  </a:cubicBezTo>
                  <a:cubicBezTo>
                    <a:pt x="52007" y="38421"/>
                    <a:pt x="55959" y="34864"/>
                    <a:pt x="60548" y="32524"/>
                  </a:cubicBezTo>
                  <a:cubicBezTo>
                    <a:pt x="64409" y="30579"/>
                    <a:pt x="68360" y="29758"/>
                    <a:pt x="72403" y="28512"/>
                  </a:cubicBezTo>
                  <a:cubicBezTo>
                    <a:pt x="80275" y="26080"/>
                    <a:pt x="91187" y="28724"/>
                    <a:pt x="95503" y="33314"/>
                  </a:cubicBezTo>
                  <a:cubicBezTo>
                    <a:pt x="99303" y="37296"/>
                    <a:pt x="99212" y="48877"/>
                    <a:pt x="108118" y="48694"/>
                  </a:cubicBezTo>
                  <a:cubicBezTo>
                    <a:pt x="113589" y="48573"/>
                    <a:pt x="115990" y="49302"/>
                    <a:pt x="118148" y="54409"/>
                  </a:cubicBezTo>
                  <a:cubicBezTo>
                    <a:pt x="119820" y="58299"/>
                    <a:pt x="119364" y="60974"/>
                    <a:pt x="124805" y="61612"/>
                  </a:cubicBezTo>
                  <a:cubicBezTo>
                    <a:pt x="130519" y="62281"/>
                    <a:pt x="141249" y="59819"/>
                    <a:pt x="145991" y="64135"/>
                  </a:cubicBezTo>
                  <a:cubicBezTo>
                    <a:pt x="149213" y="67023"/>
                    <a:pt x="153863" y="71248"/>
                    <a:pt x="158514" y="68695"/>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17"/>
            <p:cNvSpPr/>
            <p:nvPr/>
          </p:nvSpPr>
          <p:spPr>
            <a:xfrm>
              <a:off x="2975000" y="442550"/>
              <a:ext cx="3962100" cy="1777400"/>
            </a:xfrm>
            <a:custGeom>
              <a:rect b="b" l="l" r="r" t="t"/>
              <a:pathLst>
                <a:path extrusionOk="0" fill="none" h="71096" w="158484">
                  <a:moveTo>
                    <a:pt x="0" y="1"/>
                  </a:moveTo>
                  <a:cubicBezTo>
                    <a:pt x="5532" y="2341"/>
                    <a:pt x="11429" y="3739"/>
                    <a:pt x="17447" y="4104"/>
                  </a:cubicBezTo>
                  <a:cubicBezTo>
                    <a:pt x="23496" y="4469"/>
                    <a:pt x="29484" y="6596"/>
                    <a:pt x="35533" y="6049"/>
                  </a:cubicBezTo>
                  <a:cubicBezTo>
                    <a:pt x="47357" y="4955"/>
                    <a:pt x="40822" y="16809"/>
                    <a:pt x="38208" y="23983"/>
                  </a:cubicBezTo>
                  <a:cubicBezTo>
                    <a:pt x="36657" y="28329"/>
                    <a:pt x="33557" y="33253"/>
                    <a:pt x="37691" y="36962"/>
                  </a:cubicBezTo>
                  <a:cubicBezTo>
                    <a:pt x="40244" y="39272"/>
                    <a:pt x="44591" y="39636"/>
                    <a:pt x="47661" y="38603"/>
                  </a:cubicBezTo>
                  <a:cubicBezTo>
                    <a:pt x="52646" y="36931"/>
                    <a:pt x="56901" y="33557"/>
                    <a:pt x="61764" y="31460"/>
                  </a:cubicBezTo>
                  <a:cubicBezTo>
                    <a:pt x="65533" y="29819"/>
                    <a:pt x="69576" y="29150"/>
                    <a:pt x="73375" y="27721"/>
                  </a:cubicBezTo>
                  <a:cubicBezTo>
                    <a:pt x="80974" y="24864"/>
                    <a:pt x="92464" y="27721"/>
                    <a:pt x="96659" y="32068"/>
                  </a:cubicBezTo>
                  <a:cubicBezTo>
                    <a:pt x="100884" y="36445"/>
                    <a:pt x="98634" y="48512"/>
                    <a:pt x="108452" y="48664"/>
                  </a:cubicBezTo>
                  <a:cubicBezTo>
                    <a:pt x="114014" y="48755"/>
                    <a:pt x="116416" y="49150"/>
                    <a:pt x="118756" y="54105"/>
                  </a:cubicBezTo>
                  <a:cubicBezTo>
                    <a:pt x="120550" y="57874"/>
                    <a:pt x="120002" y="60488"/>
                    <a:pt x="125413" y="61035"/>
                  </a:cubicBezTo>
                  <a:cubicBezTo>
                    <a:pt x="131158" y="61643"/>
                    <a:pt x="141553" y="59454"/>
                    <a:pt x="146234" y="63922"/>
                  </a:cubicBezTo>
                  <a:cubicBezTo>
                    <a:pt x="149334" y="66871"/>
                    <a:pt x="153894" y="71096"/>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17"/>
            <p:cNvSpPr/>
            <p:nvPr/>
          </p:nvSpPr>
          <p:spPr>
            <a:xfrm>
              <a:off x="2975000" y="442550"/>
              <a:ext cx="3962850" cy="1775125"/>
            </a:xfrm>
            <a:custGeom>
              <a:rect b="b" l="l" r="r" t="t"/>
              <a:pathLst>
                <a:path extrusionOk="0" fill="none" h="71005" w="158514">
                  <a:moveTo>
                    <a:pt x="0" y="1"/>
                  </a:moveTo>
                  <a:cubicBezTo>
                    <a:pt x="5593" y="2311"/>
                    <a:pt x="11520" y="3648"/>
                    <a:pt x="17569" y="3861"/>
                  </a:cubicBezTo>
                  <a:cubicBezTo>
                    <a:pt x="23587" y="4074"/>
                    <a:pt x="29636" y="5837"/>
                    <a:pt x="35594" y="5046"/>
                  </a:cubicBezTo>
                  <a:cubicBezTo>
                    <a:pt x="47569" y="3466"/>
                    <a:pt x="43800" y="12280"/>
                    <a:pt x="40578" y="20974"/>
                  </a:cubicBezTo>
                  <a:cubicBezTo>
                    <a:pt x="39059" y="25107"/>
                    <a:pt x="34773" y="31916"/>
                    <a:pt x="38268" y="35867"/>
                  </a:cubicBezTo>
                  <a:cubicBezTo>
                    <a:pt x="40548" y="38451"/>
                    <a:pt x="45381" y="38208"/>
                    <a:pt x="48238" y="37296"/>
                  </a:cubicBezTo>
                  <a:cubicBezTo>
                    <a:pt x="53405" y="35624"/>
                    <a:pt x="57965" y="32281"/>
                    <a:pt x="63102" y="30366"/>
                  </a:cubicBezTo>
                  <a:cubicBezTo>
                    <a:pt x="66780" y="28968"/>
                    <a:pt x="70701" y="28420"/>
                    <a:pt x="74257" y="26840"/>
                  </a:cubicBezTo>
                  <a:cubicBezTo>
                    <a:pt x="81552" y="23588"/>
                    <a:pt x="94075" y="26779"/>
                    <a:pt x="97935" y="30791"/>
                  </a:cubicBezTo>
                  <a:cubicBezTo>
                    <a:pt x="101887" y="34895"/>
                    <a:pt x="98938" y="48542"/>
                    <a:pt x="108817" y="48664"/>
                  </a:cubicBezTo>
                  <a:cubicBezTo>
                    <a:pt x="114227" y="48694"/>
                    <a:pt x="116872" y="49029"/>
                    <a:pt x="119364" y="53801"/>
                  </a:cubicBezTo>
                  <a:cubicBezTo>
                    <a:pt x="121249" y="57448"/>
                    <a:pt x="120702" y="60032"/>
                    <a:pt x="126021" y="60518"/>
                  </a:cubicBezTo>
                  <a:cubicBezTo>
                    <a:pt x="131826" y="61035"/>
                    <a:pt x="141857" y="59120"/>
                    <a:pt x="146507" y="63771"/>
                  </a:cubicBezTo>
                  <a:cubicBezTo>
                    <a:pt x="149456" y="66719"/>
                    <a:pt x="153924" y="7100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17"/>
            <p:cNvSpPr/>
            <p:nvPr/>
          </p:nvSpPr>
          <p:spPr>
            <a:xfrm>
              <a:off x="2975000" y="442550"/>
              <a:ext cx="3962850" cy="1772850"/>
            </a:xfrm>
            <a:custGeom>
              <a:rect b="b" l="l" r="r" t="t"/>
              <a:pathLst>
                <a:path extrusionOk="0" fill="none" h="70914" w="158514">
                  <a:moveTo>
                    <a:pt x="0" y="1"/>
                  </a:moveTo>
                  <a:cubicBezTo>
                    <a:pt x="5623" y="2280"/>
                    <a:pt x="11611" y="3526"/>
                    <a:pt x="17690" y="3648"/>
                  </a:cubicBezTo>
                  <a:cubicBezTo>
                    <a:pt x="23648" y="3709"/>
                    <a:pt x="29636" y="5016"/>
                    <a:pt x="35563" y="4104"/>
                  </a:cubicBezTo>
                  <a:cubicBezTo>
                    <a:pt x="47022" y="2371"/>
                    <a:pt x="46627" y="7843"/>
                    <a:pt x="43101" y="17812"/>
                  </a:cubicBezTo>
                  <a:cubicBezTo>
                    <a:pt x="41733" y="21612"/>
                    <a:pt x="36232" y="30670"/>
                    <a:pt x="39028" y="34621"/>
                  </a:cubicBezTo>
                  <a:cubicBezTo>
                    <a:pt x="41004" y="37387"/>
                    <a:pt x="46293" y="36901"/>
                    <a:pt x="48968" y="35989"/>
                  </a:cubicBezTo>
                  <a:cubicBezTo>
                    <a:pt x="57235" y="33071"/>
                    <a:pt x="67235" y="29667"/>
                    <a:pt x="75108" y="25867"/>
                  </a:cubicBezTo>
                  <a:cubicBezTo>
                    <a:pt x="82008" y="22524"/>
                    <a:pt x="95655" y="25746"/>
                    <a:pt x="99303" y="29484"/>
                  </a:cubicBezTo>
                  <a:cubicBezTo>
                    <a:pt x="103042" y="33284"/>
                    <a:pt x="99546" y="48573"/>
                    <a:pt x="109242" y="48573"/>
                  </a:cubicBezTo>
                  <a:cubicBezTo>
                    <a:pt x="114379" y="48573"/>
                    <a:pt x="117328" y="48968"/>
                    <a:pt x="119942" y="53527"/>
                  </a:cubicBezTo>
                  <a:cubicBezTo>
                    <a:pt x="121948" y="57023"/>
                    <a:pt x="121340" y="59606"/>
                    <a:pt x="126629" y="60032"/>
                  </a:cubicBezTo>
                  <a:cubicBezTo>
                    <a:pt x="132495" y="60488"/>
                    <a:pt x="142130" y="58725"/>
                    <a:pt x="146751" y="63558"/>
                  </a:cubicBezTo>
                  <a:cubicBezTo>
                    <a:pt x="149608" y="66567"/>
                    <a:pt x="153985" y="70913"/>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17"/>
            <p:cNvSpPr/>
            <p:nvPr/>
          </p:nvSpPr>
          <p:spPr>
            <a:xfrm>
              <a:off x="2975000" y="442550"/>
              <a:ext cx="3962100" cy="1769800"/>
            </a:xfrm>
            <a:custGeom>
              <a:rect b="b" l="l" r="r" t="t"/>
              <a:pathLst>
                <a:path extrusionOk="0" fill="none" h="70792" w="158484">
                  <a:moveTo>
                    <a:pt x="0" y="1"/>
                  </a:moveTo>
                  <a:cubicBezTo>
                    <a:pt x="5654" y="2280"/>
                    <a:pt x="11703" y="3435"/>
                    <a:pt x="17812" y="3405"/>
                  </a:cubicBezTo>
                  <a:cubicBezTo>
                    <a:pt x="23709" y="3344"/>
                    <a:pt x="29606" y="4165"/>
                    <a:pt x="35502" y="3192"/>
                  </a:cubicBezTo>
                  <a:cubicBezTo>
                    <a:pt x="37660" y="2858"/>
                    <a:pt x="42463" y="1976"/>
                    <a:pt x="44621" y="2949"/>
                  </a:cubicBezTo>
                  <a:cubicBezTo>
                    <a:pt x="49545" y="5168"/>
                    <a:pt x="46840" y="10913"/>
                    <a:pt x="45624" y="14742"/>
                  </a:cubicBezTo>
                  <a:cubicBezTo>
                    <a:pt x="43557" y="21369"/>
                    <a:pt x="34135" y="40001"/>
                    <a:pt x="49819" y="34652"/>
                  </a:cubicBezTo>
                  <a:cubicBezTo>
                    <a:pt x="58299" y="31734"/>
                    <a:pt x="67935" y="28177"/>
                    <a:pt x="76050" y="24864"/>
                  </a:cubicBezTo>
                  <a:cubicBezTo>
                    <a:pt x="83072" y="21977"/>
                    <a:pt x="96051" y="24347"/>
                    <a:pt x="100762" y="28117"/>
                  </a:cubicBezTo>
                  <a:cubicBezTo>
                    <a:pt x="105716" y="32098"/>
                    <a:pt x="98908" y="48299"/>
                    <a:pt x="109698" y="48482"/>
                  </a:cubicBezTo>
                  <a:cubicBezTo>
                    <a:pt x="114653" y="48573"/>
                    <a:pt x="117753" y="48846"/>
                    <a:pt x="120458" y="53254"/>
                  </a:cubicBezTo>
                  <a:cubicBezTo>
                    <a:pt x="122586" y="56628"/>
                    <a:pt x="121948" y="59242"/>
                    <a:pt x="127176" y="59576"/>
                  </a:cubicBezTo>
                  <a:cubicBezTo>
                    <a:pt x="133133" y="60001"/>
                    <a:pt x="142404" y="58360"/>
                    <a:pt x="146963" y="63375"/>
                  </a:cubicBezTo>
                  <a:cubicBezTo>
                    <a:pt x="149699" y="66385"/>
                    <a:pt x="153985" y="70792"/>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17"/>
            <p:cNvSpPr/>
            <p:nvPr/>
          </p:nvSpPr>
          <p:spPr>
            <a:xfrm>
              <a:off x="2975000" y="442550"/>
              <a:ext cx="3963625" cy="1767525"/>
            </a:xfrm>
            <a:custGeom>
              <a:rect b="b" l="l" r="r" t="t"/>
              <a:pathLst>
                <a:path extrusionOk="0" fill="none" h="70701" w="158545">
                  <a:moveTo>
                    <a:pt x="0" y="1"/>
                  </a:moveTo>
                  <a:cubicBezTo>
                    <a:pt x="5715" y="2250"/>
                    <a:pt x="11794" y="3314"/>
                    <a:pt x="17934" y="3192"/>
                  </a:cubicBezTo>
                  <a:cubicBezTo>
                    <a:pt x="23770" y="2979"/>
                    <a:pt x="29575" y="3314"/>
                    <a:pt x="35411" y="2341"/>
                  </a:cubicBezTo>
                  <a:cubicBezTo>
                    <a:pt x="44439" y="791"/>
                    <a:pt x="50518" y="2371"/>
                    <a:pt x="48147" y="11916"/>
                  </a:cubicBezTo>
                  <a:cubicBezTo>
                    <a:pt x="46627" y="18086"/>
                    <a:pt x="34894" y="38725"/>
                    <a:pt x="50883" y="33253"/>
                  </a:cubicBezTo>
                  <a:cubicBezTo>
                    <a:pt x="59697" y="30244"/>
                    <a:pt x="68482" y="26688"/>
                    <a:pt x="77418" y="23922"/>
                  </a:cubicBezTo>
                  <a:cubicBezTo>
                    <a:pt x="84227" y="21794"/>
                    <a:pt x="97601" y="22585"/>
                    <a:pt x="102312" y="26779"/>
                  </a:cubicBezTo>
                  <a:cubicBezTo>
                    <a:pt x="107510" y="31399"/>
                    <a:pt x="99394" y="48056"/>
                    <a:pt x="110276" y="48330"/>
                  </a:cubicBezTo>
                  <a:cubicBezTo>
                    <a:pt x="115200" y="48451"/>
                    <a:pt x="117966" y="49181"/>
                    <a:pt x="120945" y="52889"/>
                  </a:cubicBezTo>
                  <a:cubicBezTo>
                    <a:pt x="123376" y="55928"/>
                    <a:pt x="122464" y="58877"/>
                    <a:pt x="127784" y="59150"/>
                  </a:cubicBezTo>
                  <a:cubicBezTo>
                    <a:pt x="133711" y="59454"/>
                    <a:pt x="142769" y="58026"/>
                    <a:pt x="147267" y="63223"/>
                  </a:cubicBezTo>
                  <a:cubicBezTo>
                    <a:pt x="149881" y="66202"/>
                    <a:pt x="154076" y="70701"/>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17"/>
            <p:cNvSpPr/>
            <p:nvPr/>
          </p:nvSpPr>
          <p:spPr>
            <a:xfrm>
              <a:off x="2975000" y="442550"/>
              <a:ext cx="3962850" cy="1765250"/>
            </a:xfrm>
            <a:custGeom>
              <a:rect b="b" l="l" r="r" t="t"/>
              <a:pathLst>
                <a:path extrusionOk="0" fill="none" h="70610" w="158514">
                  <a:moveTo>
                    <a:pt x="0" y="1"/>
                  </a:moveTo>
                  <a:cubicBezTo>
                    <a:pt x="5745" y="2219"/>
                    <a:pt x="11885" y="3223"/>
                    <a:pt x="18025" y="2949"/>
                  </a:cubicBezTo>
                  <a:cubicBezTo>
                    <a:pt x="23800" y="2645"/>
                    <a:pt x="29514" y="2493"/>
                    <a:pt x="35259" y="1490"/>
                  </a:cubicBezTo>
                  <a:cubicBezTo>
                    <a:pt x="38056" y="1004"/>
                    <a:pt x="42189" y="396"/>
                    <a:pt x="44986" y="1064"/>
                  </a:cubicBezTo>
                  <a:cubicBezTo>
                    <a:pt x="50183" y="2280"/>
                    <a:pt x="51065" y="4803"/>
                    <a:pt x="50487" y="9454"/>
                  </a:cubicBezTo>
                  <a:cubicBezTo>
                    <a:pt x="49728" y="14986"/>
                    <a:pt x="36627" y="36870"/>
                    <a:pt x="52068" y="31825"/>
                  </a:cubicBezTo>
                  <a:cubicBezTo>
                    <a:pt x="60944" y="28937"/>
                    <a:pt x="69910" y="25533"/>
                    <a:pt x="79029" y="23010"/>
                  </a:cubicBezTo>
                  <a:cubicBezTo>
                    <a:pt x="86111" y="21095"/>
                    <a:pt x="98969" y="21551"/>
                    <a:pt x="103893" y="25472"/>
                  </a:cubicBezTo>
                  <a:cubicBezTo>
                    <a:pt x="109212" y="29697"/>
                    <a:pt x="100093" y="47661"/>
                    <a:pt x="110823" y="48147"/>
                  </a:cubicBezTo>
                  <a:cubicBezTo>
                    <a:pt x="115595" y="48360"/>
                    <a:pt x="118422" y="49120"/>
                    <a:pt x="121431" y="52646"/>
                  </a:cubicBezTo>
                  <a:cubicBezTo>
                    <a:pt x="123923" y="55594"/>
                    <a:pt x="123103" y="58542"/>
                    <a:pt x="128300" y="58786"/>
                  </a:cubicBezTo>
                  <a:cubicBezTo>
                    <a:pt x="134288" y="59059"/>
                    <a:pt x="143042" y="57783"/>
                    <a:pt x="147480" y="63041"/>
                  </a:cubicBezTo>
                  <a:cubicBezTo>
                    <a:pt x="150003" y="65989"/>
                    <a:pt x="154076" y="7061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17"/>
            <p:cNvSpPr/>
            <p:nvPr/>
          </p:nvSpPr>
          <p:spPr>
            <a:xfrm>
              <a:off x="2975000" y="428125"/>
              <a:ext cx="3962850" cy="1777400"/>
            </a:xfrm>
            <a:custGeom>
              <a:rect b="b" l="l" r="r" t="t"/>
              <a:pathLst>
                <a:path extrusionOk="0" fill="none" h="71096" w="158514">
                  <a:moveTo>
                    <a:pt x="0" y="578"/>
                  </a:moveTo>
                  <a:cubicBezTo>
                    <a:pt x="5715" y="2705"/>
                    <a:pt x="12128" y="3769"/>
                    <a:pt x="18146" y="3313"/>
                  </a:cubicBezTo>
                  <a:cubicBezTo>
                    <a:pt x="23861" y="2888"/>
                    <a:pt x="29484" y="2219"/>
                    <a:pt x="35138" y="1246"/>
                  </a:cubicBezTo>
                  <a:cubicBezTo>
                    <a:pt x="42554" y="0"/>
                    <a:pt x="52281" y="1489"/>
                    <a:pt x="52585" y="7994"/>
                  </a:cubicBezTo>
                  <a:cubicBezTo>
                    <a:pt x="52767" y="12523"/>
                    <a:pt x="39211" y="35350"/>
                    <a:pt x="53436" y="30882"/>
                  </a:cubicBezTo>
                  <a:cubicBezTo>
                    <a:pt x="62372" y="28086"/>
                    <a:pt x="71673" y="25137"/>
                    <a:pt x="80914" y="22736"/>
                  </a:cubicBezTo>
                  <a:cubicBezTo>
                    <a:pt x="88604" y="20760"/>
                    <a:pt x="100032" y="21551"/>
                    <a:pt x="105443" y="24803"/>
                  </a:cubicBezTo>
                  <a:cubicBezTo>
                    <a:pt x="111674" y="28511"/>
                    <a:pt x="99941" y="47508"/>
                    <a:pt x="111431" y="48511"/>
                  </a:cubicBezTo>
                  <a:cubicBezTo>
                    <a:pt x="116081" y="48937"/>
                    <a:pt x="118847" y="49606"/>
                    <a:pt x="121887" y="52980"/>
                  </a:cubicBezTo>
                  <a:cubicBezTo>
                    <a:pt x="124440" y="55837"/>
                    <a:pt x="123741" y="58785"/>
                    <a:pt x="128787" y="58998"/>
                  </a:cubicBezTo>
                  <a:cubicBezTo>
                    <a:pt x="134836" y="59271"/>
                    <a:pt x="143316" y="58147"/>
                    <a:pt x="147723" y="63436"/>
                  </a:cubicBezTo>
                  <a:cubicBezTo>
                    <a:pt x="150125" y="66323"/>
                    <a:pt x="154106" y="71095"/>
                    <a:pt x="158514" y="6924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17"/>
            <p:cNvSpPr/>
            <p:nvPr/>
          </p:nvSpPr>
          <p:spPr>
            <a:xfrm>
              <a:off x="2975000" y="412925"/>
              <a:ext cx="3962850" cy="1789550"/>
            </a:xfrm>
            <a:custGeom>
              <a:rect b="b" l="l" r="r" t="t"/>
              <a:pathLst>
                <a:path extrusionOk="0" fill="none" h="71582" w="158514">
                  <a:moveTo>
                    <a:pt x="0" y="1186"/>
                  </a:moveTo>
                  <a:cubicBezTo>
                    <a:pt x="5745" y="3283"/>
                    <a:pt x="12219" y="4286"/>
                    <a:pt x="18238" y="3678"/>
                  </a:cubicBezTo>
                  <a:cubicBezTo>
                    <a:pt x="23891" y="3131"/>
                    <a:pt x="29454" y="1976"/>
                    <a:pt x="35046" y="1034"/>
                  </a:cubicBezTo>
                  <a:cubicBezTo>
                    <a:pt x="41308" y="0"/>
                    <a:pt x="52980" y="638"/>
                    <a:pt x="54317" y="7082"/>
                  </a:cubicBezTo>
                  <a:cubicBezTo>
                    <a:pt x="55260" y="11672"/>
                    <a:pt x="42159" y="33557"/>
                    <a:pt x="54895" y="29879"/>
                  </a:cubicBezTo>
                  <a:cubicBezTo>
                    <a:pt x="64044" y="27204"/>
                    <a:pt x="73588" y="24864"/>
                    <a:pt x="82950" y="22523"/>
                  </a:cubicBezTo>
                  <a:cubicBezTo>
                    <a:pt x="90488" y="20608"/>
                    <a:pt x="101248" y="21186"/>
                    <a:pt x="106932" y="24256"/>
                  </a:cubicBezTo>
                  <a:cubicBezTo>
                    <a:pt x="113862" y="27964"/>
                    <a:pt x="100762" y="47478"/>
                    <a:pt x="112069" y="48876"/>
                  </a:cubicBezTo>
                  <a:cubicBezTo>
                    <a:pt x="116264" y="49363"/>
                    <a:pt x="119729" y="49879"/>
                    <a:pt x="122343" y="53344"/>
                  </a:cubicBezTo>
                  <a:cubicBezTo>
                    <a:pt x="124562" y="56354"/>
                    <a:pt x="124653" y="59089"/>
                    <a:pt x="129273" y="59272"/>
                  </a:cubicBezTo>
                  <a:cubicBezTo>
                    <a:pt x="135352" y="59545"/>
                    <a:pt x="143620" y="58603"/>
                    <a:pt x="147936" y="63861"/>
                  </a:cubicBezTo>
                  <a:cubicBezTo>
                    <a:pt x="150277" y="66688"/>
                    <a:pt x="154137" y="71582"/>
                    <a:pt x="158514" y="6984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17"/>
            <p:cNvSpPr/>
            <p:nvPr/>
          </p:nvSpPr>
          <p:spPr>
            <a:xfrm>
              <a:off x="2975000" y="386325"/>
              <a:ext cx="3962850" cy="1813875"/>
            </a:xfrm>
            <a:custGeom>
              <a:rect b="b" l="l" r="r" t="t"/>
              <a:pathLst>
                <a:path extrusionOk="0" fill="none" h="72555" w="158514">
                  <a:moveTo>
                    <a:pt x="0" y="2250"/>
                  </a:moveTo>
                  <a:cubicBezTo>
                    <a:pt x="5806" y="4286"/>
                    <a:pt x="12371" y="5259"/>
                    <a:pt x="18390" y="4529"/>
                  </a:cubicBezTo>
                  <a:cubicBezTo>
                    <a:pt x="23982" y="3830"/>
                    <a:pt x="29423" y="2250"/>
                    <a:pt x="35046" y="1307"/>
                  </a:cubicBezTo>
                  <a:cubicBezTo>
                    <a:pt x="42767" y="0"/>
                    <a:pt x="52402" y="2067"/>
                    <a:pt x="55685" y="7174"/>
                  </a:cubicBezTo>
                  <a:cubicBezTo>
                    <a:pt x="57570" y="10183"/>
                    <a:pt x="46658" y="32159"/>
                    <a:pt x="56719" y="29271"/>
                  </a:cubicBezTo>
                  <a:cubicBezTo>
                    <a:pt x="65442" y="26748"/>
                    <a:pt x="75746" y="25077"/>
                    <a:pt x="85139" y="22736"/>
                  </a:cubicBezTo>
                  <a:cubicBezTo>
                    <a:pt x="92494" y="20882"/>
                    <a:pt x="102099" y="21338"/>
                    <a:pt x="108300" y="24317"/>
                  </a:cubicBezTo>
                  <a:cubicBezTo>
                    <a:pt x="116477" y="28207"/>
                    <a:pt x="101765" y="47873"/>
                    <a:pt x="112799" y="49636"/>
                  </a:cubicBezTo>
                  <a:cubicBezTo>
                    <a:pt x="116780" y="50275"/>
                    <a:pt x="120215" y="50852"/>
                    <a:pt x="122768" y="54165"/>
                  </a:cubicBezTo>
                  <a:cubicBezTo>
                    <a:pt x="125048" y="57083"/>
                    <a:pt x="125200" y="59849"/>
                    <a:pt x="129729" y="60032"/>
                  </a:cubicBezTo>
                  <a:cubicBezTo>
                    <a:pt x="135839" y="60336"/>
                    <a:pt x="143893" y="59545"/>
                    <a:pt x="148179" y="64773"/>
                  </a:cubicBezTo>
                  <a:cubicBezTo>
                    <a:pt x="150459" y="67539"/>
                    <a:pt x="154167" y="72555"/>
                    <a:pt x="158514" y="7091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17"/>
            <p:cNvSpPr/>
            <p:nvPr/>
          </p:nvSpPr>
          <p:spPr>
            <a:xfrm>
              <a:off x="2975000" y="367325"/>
              <a:ext cx="3962850" cy="1829825"/>
            </a:xfrm>
            <a:custGeom>
              <a:rect b="b" l="l" r="r" t="t"/>
              <a:pathLst>
                <a:path extrusionOk="0" fill="none" h="73193" w="158514">
                  <a:moveTo>
                    <a:pt x="0" y="3010"/>
                  </a:moveTo>
                  <a:cubicBezTo>
                    <a:pt x="5836" y="5016"/>
                    <a:pt x="12432" y="5897"/>
                    <a:pt x="18481" y="5046"/>
                  </a:cubicBezTo>
                  <a:cubicBezTo>
                    <a:pt x="24104" y="4286"/>
                    <a:pt x="29514" y="2067"/>
                    <a:pt x="35077" y="1216"/>
                  </a:cubicBezTo>
                  <a:cubicBezTo>
                    <a:pt x="43010" y="0"/>
                    <a:pt x="51703" y="2584"/>
                    <a:pt x="56719" y="7447"/>
                  </a:cubicBezTo>
                  <a:cubicBezTo>
                    <a:pt x="60123" y="10791"/>
                    <a:pt x="50335" y="30396"/>
                    <a:pt x="58998" y="28360"/>
                  </a:cubicBezTo>
                  <a:cubicBezTo>
                    <a:pt x="67722" y="26293"/>
                    <a:pt x="78056" y="25016"/>
                    <a:pt x="87357" y="22615"/>
                  </a:cubicBezTo>
                  <a:cubicBezTo>
                    <a:pt x="94531" y="20761"/>
                    <a:pt x="103224" y="21065"/>
                    <a:pt x="109546" y="24104"/>
                  </a:cubicBezTo>
                  <a:cubicBezTo>
                    <a:pt x="118209" y="28268"/>
                    <a:pt x="103376" y="47965"/>
                    <a:pt x="113559" y="50062"/>
                  </a:cubicBezTo>
                  <a:cubicBezTo>
                    <a:pt x="117328" y="50822"/>
                    <a:pt x="120671" y="51551"/>
                    <a:pt x="123194" y="54682"/>
                  </a:cubicBezTo>
                  <a:cubicBezTo>
                    <a:pt x="125474" y="57539"/>
                    <a:pt x="125717" y="60305"/>
                    <a:pt x="130155" y="60518"/>
                  </a:cubicBezTo>
                  <a:cubicBezTo>
                    <a:pt x="136295" y="60852"/>
                    <a:pt x="144137" y="60214"/>
                    <a:pt x="148392" y="65381"/>
                  </a:cubicBezTo>
                  <a:cubicBezTo>
                    <a:pt x="150611" y="68056"/>
                    <a:pt x="154228" y="73193"/>
                    <a:pt x="158514" y="7167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17"/>
            <p:cNvSpPr/>
            <p:nvPr/>
          </p:nvSpPr>
          <p:spPr>
            <a:xfrm>
              <a:off x="2975000" y="347575"/>
              <a:ext cx="3962850" cy="1845775"/>
            </a:xfrm>
            <a:custGeom>
              <a:rect b="b" l="l" r="r" t="t"/>
              <a:pathLst>
                <a:path extrusionOk="0" fill="none" h="73831" w="158514">
                  <a:moveTo>
                    <a:pt x="0" y="3800"/>
                  </a:moveTo>
                  <a:cubicBezTo>
                    <a:pt x="5867" y="5775"/>
                    <a:pt x="12554" y="6566"/>
                    <a:pt x="18602" y="5623"/>
                  </a:cubicBezTo>
                  <a:cubicBezTo>
                    <a:pt x="24256" y="4711"/>
                    <a:pt x="29575" y="1915"/>
                    <a:pt x="35229" y="1125"/>
                  </a:cubicBezTo>
                  <a:cubicBezTo>
                    <a:pt x="43284" y="0"/>
                    <a:pt x="51217" y="3404"/>
                    <a:pt x="57448" y="7903"/>
                  </a:cubicBezTo>
                  <a:cubicBezTo>
                    <a:pt x="62129" y="11247"/>
                    <a:pt x="59454" y="16353"/>
                    <a:pt x="58421" y="20852"/>
                  </a:cubicBezTo>
                  <a:cubicBezTo>
                    <a:pt x="57782" y="23587"/>
                    <a:pt x="56506" y="28420"/>
                    <a:pt x="61582" y="27599"/>
                  </a:cubicBezTo>
                  <a:cubicBezTo>
                    <a:pt x="70305" y="26171"/>
                    <a:pt x="80366" y="24925"/>
                    <a:pt x="89516" y="22493"/>
                  </a:cubicBezTo>
                  <a:cubicBezTo>
                    <a:pt x="96628" y="20639"/>
                    <a:pt x="104501" y="20700"/>
                    <a:pt x="110732" y="23952"/>
                  </a:cubicBezTo>
                  <a:cubicBezTo>
                    <a:pt x="119698" y="28663"/>
                    <a:pt x="104501" y="47600"/>
                    <a:pt x="114379" y="50487"/>
                  </a:cubicBezTo>
                  <a:cubicBezTo>
                    <a:pt x="117996" y="51551"/>
                    <a:pt x="121157" y="52250"/>
                    <a:pt x="123619" y="55229"/>
                  </a:cubicBezTo>
                  <a:cubicBezTo>
                    <a:pt x="125899" y="57995"/>
                    <a:pt x="126203" y="60791"/>
                    <a:pt x="130550" y="61065"/>
                  </a:cubicBezTo>
                  <a:cubicBezTo>
                    <a:pt x="136659" y="61399"/>
                    <a:pt x="144380" y="60913"/>
                    <a:pt x="148605" y="65989"/>
                  </a:cubicBezTo>
                  <a:cubicBezTo>
                    <a:pt x="150793" y="68603"/>
                    <a:pt x="154258" y="73831"/>
                    <a:pt x="158514" y="7246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17"/>
            <p:cNvSpPr/>
            <p:nvPr/>
          </p:nvSpPr>
          <p:spPr>
            <a:xfrm>
              <a:off x="2975000" y="324000"/>
              <a:ext cx="3962850" cy="1867075"/>
            </a:xfrm>
            <a:custGeom>
              <a:rect b="b" l="l" r="r" t="t"/>
              <a:pathLst>
                <a:path extrusionOk="0" fill="none" h="74683" w="158514">
                  <a:moveTo>
                    <a:pt x="0" y="4743"/>
                  </a:moveTo>
                  <a:cubicBezTo>
                    <a:pt x="5897" y="6688"/>
                    <a:pt x="12645" y="7387"/>
                    <a:pt x="18724" y="6323"/>
                  </a:cubicBezTo>
                  <a:cubicBezTo>
                    <a:pt x="24469" y="5290"/>
                    <a:pt x="29758" y="1977"/>
                    <a:pt x="35502" y="1156"/>
                  </a:cubicBezTo>
                  <a:cubicBezTo>
                    <a:pt x="43466" y="1"/>
                    <a:pt x="51460" y="4682"/>
                    <a:pt x="57934" y="8572"/>
                  </a:cubicBezTo>
                  <a:cubicBezTo>
                    <a:pt x="62858" y="11521"/>
                    <a:pt x="62099" y="15411"/>
                    <a:pt x="61339" y="20153"/>
                  </a:cubicBezTo>
                  <a:cubicBezTo>
                    <a:pt x="60883" y="22919"/>
                    <a:pt x="59576" y="27448"/>
                    <a:pt x="64378" y="27144"/>
                  </a:cubicBezTo>
                  <a:cubicBezTo>
                    <a:pt x="73223" y="26597"/>
                    <a:pt x="82737" y="24834"/>
                    <a:pt x="91643" y="22494"/>
                  </a:cubicBezTo>
                  <a:cubicBezTo>
                    <a:pt x="98817" y="20609"/>
                    <a:pt x="105747" y="20366"/>
                    <a:pt x="111856" y="23983"/>
                  </a:cubicBezTo>
                  <a:cubicBezTo>
                    <a:pt x="120519" y="29120"/>
                    <a:pt x="105990" y="47296"/>
                    <a:pt x="115230" y="51035"/>
                  </a:cubicBezTo>
                  <a:cubicBezTo>
                    <a:pt x="118543" y="52372"/>
                    <a:pt x="121705" y="53072"/>
                    <a:pt x="124045" y="55898"/>
                  </a:cubicBezTo>
                  <a:cubicBezTo>
                    <a:pt x="126325" y="58634"/>
                    <a:pt x="126659" y="61461"/>
                    <a:pt x="130914" y="61765"/>
                  </a:cubicBezTo>
                  <a:cubicBezTo>
                    <a:pt x="136994" y="62160"/>
                    <a:pt x="144593" y="61825"/>
                    <a:pt x="148818" y="66810"/>
                  </a:cubicBezTo>
                  <a:cubicBezTo>
                    <a:pt x="150945" y="69364"/>
                    <a:pt x="154289" y="74683"/>
                    <a:pt x="158514" y="73406"/>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17"/>
            <p:cNvSpPr/>
            <p:nvPr/>
          </p:nvSpPr>
          <p:spPr>
            <a:xfrm>
              <a:off x="2975000" y="297425"/>
              <a:ext cx="3962850" cy="1890625"/>
            </a:xfrm>
            <a:custGeom>
              <a:rect b="b" l="l" r="r" t="t"/>
              <a:pathLst>
                <a:path extrusionOk="0" fill="none" h="75625" w="158514">
                  <a:moveTo>
                    <a:pt x="0" y="5806"/>
                  </a:moveTo>
                  <a:cubicBezTo>
                    <a:pt x="5927" y="7690"/>
                    <a:pt x="12918" y="8450"/>
                    <a:pt x="18815" y="7173"/>
                  </a:cubicBezTo>
                  <a:cubicBezTo>
                    <a:pt x="24530" y="5927"/>
                    <a:pt x="30122" y="2128"/>
                    <a:pt x="35928" y="1216"/>
                  </a:cubicBezTo>
                  <a:cubicBezTo>
                    <a:pt x="43648" y="0"/>
                    <a:pt x="52494" y="5593"/>
                    <a:pt x="58178" y="9392"/>
                  </a:cubicBezTo>
                  <a:cubicBezTo>
                    <a:pt x="62585" y="12310"/>
                    <a:pt x="64226" y="14347"/>
                    <a:pt x="64074" y="19940"/>
                  </a:cubicBezTo>
                  <a:cubicBezTo>
                    <a:pt x="64014" y="22797"/>
                    <a:pt x="62828" y="26839"/>
                    <a:pt x="67296" y="27022"/>
                  </a:cubicBezTo>
                  <a:cubicBezTo>
                    <a:pt x="76081" y="27417"/>
                    <a:pt x="85199" y="24560"/>
                    <a:pt x="93589" y="22584"/>
                  </a:cubicBezTo>
                  <a:cubicBezTo>
                    <a:pt x="100975" y="20851"/>
                    <a:pt x="106598" y="19879"/>
                    <a:pt x="112920" y="24165"/>
                  </a:cubicBezTo>
                  <a:cubicBezTo>
                    <a:pt x="121188" y="29788"/>
                    <a:pt x="107753" y="47113"/>
                    <a:pt x="116142" y="51673"/>
                  </a:cubicBezTo>
                  <a:cubicBezTo>
                    <a:pt x="119030" y="53223"/>
                    <a:pt x="122221" y="54013"/>
                    <a:pt x="124501" y="56718"/>
                  </a:cubicBezTo>
                  <a:cubicBezTo>
                    <a:pt x="126781" y="59423"/>
                    <a:pt x="127115" y="62281"/>
                    <a:pt x="131279" y="62615"/>
                  </a:cubicBezTo>
                  <a:cubicBezTo>
                    <a:pt x="137358" y="63101"/>
                    <a:pt x="144836" y="62828"/>
                    <a:pt x="149030" y="67752"/>
                  </a:cubicBezTo>
                  <a:cubicBezTo>
                    <a:pt x="151158" y="70244"/>
                    <a:pt x="154350" y="75624"/>
                    <a:pt x="158514" y="7446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17"/>
            <p:cNvSpPr/>
            <p:nvPr/>
          </p:nvSpPr>
          <p:spPr>
            <a:xfrm>
              <a:off x="2975000" y="270050"/>
              <a:ext cx="3962100" cy="1914200"/>
            </a:xfrm>
            <a:custGeom>
              <a:rect b="b" l="l" r="r" t="t"/>
              <a:pathLst>
                <a:path extrusionOk="0" fill="none" h="76568" w="158484">
                  <a:moveTo>
                    <a:pt x="0" y="6901"/>
                  </a:moveTo>
                  <a:cubicBezTo>
                    <a:pt x="5988" y="8785"/>
                    <a:pt x="13040" y="9484"/>
                    <a:pt x="18937" y="8025"/>
                  </a:cubicBezTo>
                  <a:cubicBezTo>
                    <a:pt x="24803" y="6627"/>
                    <a:pt x="30396" y="2402"/>
                    <a:pt x="36414" y="1338"/>
                  </a:cubicBezTo>
                  <a:cubicBezTo>
                    <a:pt x="44013" y="1"/>
                    <a:pt x="52463" y="6688"/>
                    <a:pt x="58208" y="10244"/>
                  </a:cubicBezTo>
                  <a:cubicBezTo>
                    <a:pt x="62676" y="13010"/>
                    <a:pt x="65138" y="14925"/>
                    <a:pt x="66476" y="20092"/>
                  </a:cubicBezTo>
                  <a:cubicBezTo>
                    <a:pt x="67235" y="22980"/>
                    <a:pt x="65868" y="26536"/>
                    <a:pt x="70214" y="27144"/>
                  </a:cubicBezTo>
                  <a:cubicBezTo>
                    <a:pt x="78695" y="28329"/>
                    <a:pt x="87753" y="24104"/>
                    <a:pt x="95351" y="22646"/>
                  </a:cubicBezTo>
                  <a:cubicBezTo>
                    <a:pt x="102950" y="21187"/>
                    <a:pt x="107327" y="19150"/>
                    <a:pt x="113893" y="24408"/>
                  </a:cubicBezTo>
                  <a:cubicBezTo>
                    <a:pt x="121309" y="30366"/>
                    <a:pt x="109668" y="47023"/>
                    <a:pt x="117084" y="52251"/>
                  </a:cubicBezTo>
                  <a:cubicBezTo>
                    <a:pt x="119577" y="54014"/>
                    <a:pt x="122586" y="54956"/>
                    <a:pt x="125018" y="57418"/>
                  </a:cubicBezTo>
                  <a:cubicBezTo>
                    <a:pt x="127419" y="59880"/>
                    <a:pt x="127145" y="63011"/>
                    <a:pt x="131614" y="63436"/>
                  </a:cubicBezTo>
                  <a:cubicBezTo>
                    <a:pt x="137602" y="64014"/>
                    <a:pt x="144988" y="63832"/>
                    <a:pt x="149213" y="68695"/>
                  </a:cubicBezTo>
                  <a:cubicBezTo>
                    <a:pt x="151310" y="71126"/>
                    <a:pt x="154410" y="76567"/>
                    <a:pt x="158483" y="755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17"/>
            <p:cNvSpPr/>
            <p:nvPr/>
          </p:nvSpPr>
          <p:spPr>
            <a:xfrm>
              <a:off x="2975000" y="244975"/>
              <a:ext cx="3962100" cy="1937000"/>
            </a:xfrm>
            <a:custGeom>
              <a:rect b="b" l="l" r="r" t="t"/>
              <a:pathLst>
                <a:path extrusionOk="0" fill="none" h="77480" w="158484">
                  <a:moveTo>
                    <a:pt x="0" y="7904"/>
                  </a:moveTo>
                  <a:cubicBezTo>
                    <a:pt x="6019" y="9758"/>
                    <a:pt x="13162" y="10366"/>
                    <a:pt x="19058" y="8815"/>
                  </a:cubicBezTo>
                  <a:cubicBezTo>
                    <a:pt x="25077" y="7204"/>
                    <a:pt x="30730" y="2554"/>
                    <a:pt x="36992" y="1429"/>
                  </a:cubicBezTo>
                  <a:cubicBezTo>
                    <a:pt x="44773" y="1"/>
                    <a:pt x="52038" y="7296"/>
                    <a:pt x="58086" y="10974"/>
                  </a:cubicBezTo>
                  <a:cubicBezTo>
                    <a:pt x="62463" y="13618"/>
                    <a:pt x="66111" y="15806"/>
                    <a:pt x="68482" y="20457"/>
                  </a:cubicBezTo>
                  <a:cubicBezTo>
                    <a:pt x="69910" y="23253"/>
                    <a:pt x="69090" y="26475"/>
                    <a:pt x="73041" y="27387"/>
                  </a:cubicBezTo>
                  <a:cubicBezTo>
                    <a:pt x="81005" y="29180"/>
                    <a:pt x="90002" y="23679"/>
                    <a:pt x="96841" y="22615"/>
                  </a:cubicBezTo>
                  <a:cubicBezTo>
                    <a:pt x="104622" y="21399"/>
                    <a:pt x="107692" y="18360"/>
                    <a:pt x="114714" y="24621"/>
                  </a:cubicBezTo>
                  <a:cubicBezTo>
                    <a:pt x="121917" y="31065"/>
                    <a:pt x="111552" y="46780"/>
                    <a:pt x="118087" y="52767"/>
                  </a:cubicBezTo>
                  <a:cubicBezTo>
                    <a:pt x="120124" y="54682"/>
                    <a:pt x="123224" y="55807"/>
                    <a:pt x="125443" y="58178"/>
                  </a:cubicBezTo>
                  <a:cubicBezTo>
                    <a:pt x="127784" y="60640"/>
                    <a:pt x="127632" y="63771"/>
                    <a:pt x="131918" y="64257"/>
                  </a:cubicBezTo>
                  <a:cubicBezTo>
                    <a:pt x="137905" y="64956"/>
                    <a:pt x="145170" y="64804"/>
                    <a:pt x="149425" y="69576"/>
                  </a:cubicBezTo>
                  <a:cubicBezTo>
                    <a:pt x="151523" y="71947"/>
                    <a:pt x="154471" y="77479"/>
                    <a:pt x="158483" y="765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17"/>
            <p:cNvSpPr/>
            <p:nvPr/>
          </p:nvSpPr>
          <p:spPr>
            <a:xfrm>
              <a:off x="2975000" y="222950"/>
              <a:ext cx="3962100" cy="1955225"/>
            </a:xfrm>
            <a:custGeom>
              <a:rect b="b" l="l" r="r" t="t"/>
              <a:pathLst>
                <a:path extrusionOk="0" fill="none" h="78209" w="158484">
                  <a:moveTo>
                    <a:pt x="0" y="8785"/>
                  </a:moveTo>
                  <a:cubicBezTo>
                    <a:pt x="6079" y="10608"/>
                    <a:pt x="13313" y="11155"/>
                    <a:pt x="19180" y="9453"/>
                  </a:cubicBezTo>
                  <a:cubicBezTo>
                    <a:pt x="25289" y="7690"/>
                    <a:pt x="31125" y="2584"/>
                    <a:pt x="37569" y="1459"/>
                  </a:cubicBezTo>
                  <a:cubicBezTo>
                    <a:pt x="45776" y="0"/>
                    <a:pt x="51642" y="7630"/>
                    <a:pt x="57874" y="11520"/>
                  </a:cubicBezTo>
                  <a:cubicBezTo>
                    <a:pt x="62099" y="14134"/>
                    <a:pt x="67175" y="16596"/>
                    <a:pt x="70123" y="20882"/>
                  </a:cubicBezTo>
                  <a:cubicBezTo>
                    <a:pt x="71886" y="23466"/>
                    <a:pt x="72190" y="26688"/>
                    <a:pt x="75625" y="27569"/>
                  </a:cubicBezTo>
                  <a:cubicBezTo>
                    <a:pt x="83193" y="29484"/>
                    <a:pt x="91339" y="23374"/>
                    <a:pt x="97996" y="22371"/>
                  </a:cubicBezTo>
                  <a:cubicBezTo>
                    <a:pt x="106051" y="21186"/>
                    <a:pt x="108391" y="17630"/>
                    <a:pt x="115473" y="24773"/>
                  </a:cubicBezTo>
                  <a:cubicBezTo>
                    <a:pt x="122039" y="31369"/>
                    <a:pt x="113528" y="46475"/>
                    <a:pt x="119060" y="53101"/>
                  </a:cubicBezTo>
                  <a:cubicBezTo>
                    <a:pt x="120732" y="55107"/>
                    <a:pt x="123802" y="56475"/>
                    <a:pt x="125869" y="58785"/>
                  </a:cubicBezTo>
                  <a:cubicBezTo>
                    <a:pt x="128088" y="61247"/>
                    <a:pt x="128057" y="64348"/>
                    <a:pt x="132191" y="64925"/>
                  </a:cubicBezTo>
                  <a:cubicBezTo>
                    <a:pt x="138179" y="65746"/>
                    <a:pt x="145352" y="65594"/>
                    <a:pt x="149608" y="70305"/>
                  </a:cubicBezTo>
                  <a:cubicBezTo>
                    <a:pt x="151705" y="72615"/>
                    <a:pt x="154502" y="78208"/>
                    <a:pt x="158483" y="7744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17"/>
            <p:cNvSpPr/>
            <p:nvPr/>
          </p:nvSpPr>
          <p:spPr>
            <a:xfrm>
              <a:off x="2975000" y="197875"/>
              <a:ext cx="3962850" cy="1976500"/>
            </a:xfrm>
            <a:custGeom>
              <a:rect b="b" l="l" r="r" t="t"/>
              <a:pathLst>
                <a:path extrusionOk="0" fill="none" h="79060" w="158514">
                  <a:moveTo>
                    <a:pt x="0" y="9788"/>
                  </a:moveTo>
                  <a:cubicBezTo>
                    <a:pt x="6110" y="11551"/>
                    <a:pt x="13222" y="11824"/>
                    <a:pt x="19301" y="10244"/>
                  </a:cubicBezTo>
                  <a:cubicBezTo>
                    <a:pt x="26080" y="8450"/>
                    <a:pt x="31369" y="3040"/>
                    <a:pt x="38208" y="1642"/>
                  </a:cubicBezTo>
                  <a:cubicBezTo>
                    <a:pt x="46384" y="0"/>
                    <a:pt x="51855" y="8207"/>
                    <a:pt x="57600" y="12098"/>
                  </a:cubicBezTo>
                  <a:cubicBezTo>
                    <a:pt x="61886" y="14985"/>
                    <a:pt x="67296" y="17478"/>
                    <a:pt x="71065" y="21368"/>
                  </a:cubicBezTo>
                  <a:cubicBezTo>
                    <a:pt x="73315" y="23678"/>
                    <a:pt x="74743" y="27113"/>
                    <a:pt x="77904" y="27903"/>
                  </a:cubicBezTo>
                  <a:cubicBezTo>
                    <a:pt x="84865" y="29575"/>
                    <a:pt x="91978" y="23648"/>
                    <a:pt x="98847" y="22280"/>
                  </a:cubicBezTo>
                  <a:cubicBezTo>
                    <a:pt x="107419" y="20517"/>
                    <a:pt x="109850" y="17903"/>
                    <a:pt x="116233" y="25077"/>
                  </a:cubicBezTo>
                  <a:cubicBezTo>
                    <a:pt x="122069" y="31642"/>
                    <a:pt x="115656" y="46536"/>
                    <a:pt x="120154" y="53557"/>
                  </a:cubicBezTo>
                  <a:cubicBezTo>
                    <a:pt x="121492" y="55624"/>
                    <a:pt x="124471" y="57235"/>
                    <a:pt x="126325" y="59484"/>
                  </a:cubicBezTo>
                  <a:cubicBezTo>
                    <a:pt x="128422" y="61977"/>
                    <a:pt x="128544" y="65047"/>
                    <a:pt x="132495" y="65685"/>
                  </a:cubicBezTo>
                  <a:cubicBezTo>
                    <a:pt x="138392" y="66658"/>
                    <a:pt x="145565" y="66506"/>
                    <a:pt x="149851" y="71187"/>
                  </a:cubicBezTo>
                  <a:cubicBezTo>
                    <a:pt x="151918" y="73466"/>
                    <a:pt x="154593" y="79059"/>
                    <a:pt x="158514" y="7845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17"/>
            <p:cNvSpPr/>
            <p:nvPr/>
          </p:nvSpPr>
          <p:spPr>
            <a:xfrm>
              <a:off x="2975000" y="180400"/>
              <a:ext cx="3962850" cy="1990925"/>
            </a:xfrm>
            <a:custGeom>
              <a:rect b="b" l="l" r="r" t="t"/>
              <a:pathLst>
                <a:path extrusionOk="0" fill="none" h="79637" w="158514">
                  <a:moveTo>
                    <a:pt x="0" y="10487"/>
                  </a:moveTo>
                  <a:cubicBezTo>
                    <a:pt x="6171" y="12219"/>
                    <a:pt x="13374" y="12371"/>
                    <a:pt x="19453" y="10699"/>
                  </a:cubicBezTo>
                  <a:cubicBezTo>
                    <a:pt x="26384" y="8754"/>
                    <a:pt x="31764" y="2979"/>
                    <a:pt x="38876" y="1611"/>
                  </a:cubicBezTo>
                  <a:cubicBezTo>
                    <a:pt x="47265" y="0"/>
                    <a:pt x="51946" y="8025"/>
                    <a:pt x="57418" y="12280"/>
                  </a:cubicBezTo>
                  <a:cubicBezTo>
                    <a:pt x="61582" y="15532"/>
                    <a:pt x="67083" y="17994"/>
                    <a:pt x="71460" y="21490"/>
                  </a:cubicBezTo>
                  <a:cubicBezTo>
                    <a:pt x="74166" y="23678"/>
                    <a:pt x="76597" y="27143"/>
                    <a:pt x="79789" y="27812"/>
                  </a:cubicBezTo>
                  <a:cubicBezTo>
                    <a:pt x="86172" y="29149"/>
                    <a:pt x="92950" y="23374"/>
                    <a:pt x="99364" y="21733"/>
                  </a:cubicBezTo>
                  <a:cubicBezTo>
                    <a:pt x="107723" y="19605"/>
                    <a:pt x="111218" y="17934"/>
                    <a:pt x="117024" y="25137"/>
                  </a:cubicBezTo>
                  <a:cubicBezTo>
                    <a:pt x="122100" y="31460"/>
                    <a:pt x="117784" y="46475"/>
                    <a:pt x="121249" y="53679"/>
                  </a:cubicBezTo>
                  <a:cubicBezTo>
                    <a:pt x="122708" y="56718"/>
                    <a:pt x="129060" y="65472"/>
                    <a:pt x="132769" y="66171"/>
                  </a:cubicBezTo>
                  <a:cubicBezTo>
                    <a:pt x="138605" y="67296"/>
                    <a:pt x="145748" y="67114"/>
                    <a:pt x="150033" y="71764"/>
                  </a:cubicBezTo>
                  <a:cubicBezTo>
                    <a:pt x="152100" y="73983"/>
                    <a:pt x="154684" y="79637"/>
                    <a:pt x="158514" y="7915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17"/>
            <p:cNvSpPr/>
            <p:nvPr/>
          </p:nvSpPr>
          <p:spPr>
            <a:xfrm>
              <a:off x="2975000" y="165200"/>
              <a:ext cx="3962850" cy="2002325"/>
            </a:xfrm>
            <a:custGeom>
              <a:rect b="b" l="l" r="r" t="t"/>
              <a:pathLst>
                <a:path extrusionOk="0" fill="none" h="80093" w="158514">
                  <a:moveTo>
                    <a:pt x="0" y="11095"/>
                  </a:moveTo>
                  <a:cubicBezTo>
                    <a:pt x="6201" y="12797"/>
                    <a:pt x="13496" y="12858"/>
                    <a:pt x="19575" y="11064"/>
                  </a:cubicBezTo>
                  <a:cubicBezTo>
                    <a:pt x="26688" y="8967"/>
                    <a:pt x="32128" y="2857"/>
                    <a:pt x="39545" y="1520"/>
                  </a:cubicBezTo>
                  <a:cubicBezTo>
                    <a:pt x="47965" y="0"/>
                    <a:pt x="52402" y="7599"/>
                    <a:pt x="57326" y="12280"/>
                  </a:cubicBezTo>
                  <a:cubicBezTo>
                    <a:pt x="61096" y="15867"/>
                    <a:pt x="66840" y="18329"/>
                    <a:pt x="71491" y="21490"/>
                  </a:cubicBezTo>
                  <a:cubicBezTo>
                    <a:pt x="74470" y="23496"/>
                    <a:pt x="77600" y="26870"/>
                    <a:pt x="81157" y="27387"/>
                  </a:cubicBezTo>
                  <a:cubicBezTo>
                    <a:pt x="87449" y="28268"/>
                    <a:pt x="93832" y="22827"/>
                    <a:pt x="99607" y="21034"/>
                  </a:cubicBezTo>
                  <a:cubicBezTo>
                    <a:pt x="107814" y="18450"/>
                    <a:pt x="112677" y="17812"/>
                    <a:pt x="117875" y="25137"/>
                  </a:cubicBezTo>
                  <a:cubicBezTo>
                    <a:pt x="120306" y="28602"/>
                    <a:pt x="119364" y="34773"/>
                    <a:pt x="119759" y="39423"/>
                  </a:cubicBezTo>
                  <a:cubicBezTo>
                    <a:pt x="120185" y="44256"/>
                    <a:pt x="120914" y="49697"/>
                    <a:pt x="122343" y="53679"/>
                  </a:cubicBezTo>
                  <a:cubicBezTo>
                    <a:pt x="123498" y="56810"/>
                    <a:pt x="129425" y="65746"/>
                    <a:pt x="133042" y="66536"/>
                  </a:cubicBezTo>
                  <a:cubicBezTo>
                    <a:pt x="138817" y="67782"/>
                    <a:pt x="145930" y="67600"/>
                    <a:pt x="150246" y="72220"/>
                  </a:cubicBezTo>
                  <a:cubicBezTo>
                    <a:pt x="152313" y="74409"/>
                    <a:pt x="154745" y="80093"/>
                    <a:pt x="158514" y="7975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17"/>
            <p:cNvSpPr/>
            <p:nvPr/>
          </p:nvSpPr>
          <p:spPr>
            <a:xfrm>
              <a:off x="2975000" y="150750"/>
              <a:ext cx="3962850" cy="2014500"/>
            </a:xfrm>
            <a:custGeom>
              <a:rect b="b" l="l" r="r" t="t"/>
              <a:pathLst>
                <a:path extrusionOk="0" fill="none" h="80580" w="158514">
                  <a:moveTo>
                    <a:pt x="0" y="11673"/>
                  </a:moveTo>
                  <a:cubicBezTo>
                    <a:pt x="6262" y="13344"/>
                    <a:pt x="13830" y="13588"/>
                    <a:pt x="19727" y="11429"/>
                  </a:cubicBezTo>
                  <a:cubicBezTo>
                    <a:pt x="26566" y="8907"/>
                    <a:pt x="32767" y="2676"/>
                    <a:pt x="40244" y="1399"/>
                  </a:cubicBezTo>
                  <a:cubicBezTo>
                    <a:pt x="48573" y="1"/>
                    <a:pt x="53162" y="6900"/>
                    <a:pt x="57478" y="12159"/>
                  </a:cubicBezTo>
                  <a:cubicBezTo>
                    <a:pt x="61825" y="17417"/>
                    <a:pt x="74318" y="25807"/>
                    <a:pt x="81917" y="26749"/>
                  </a:cubicBezTo>
                  <a:cubicBezTo>
                    <a:pt x="87692" y="27448"/>
                    <a:pt x="94379" y="22159"/>
                    <a:pt x="99637" y="20244"/>
                  </a:cubicBezTo>
                  <a:cubicBezTo>
                    <a:pt x="108178" y="17144"/>
                    <a:pt x="114045" y="17873"/>
                    <a:pt x="118787" y="25199"/>
                  </a:cubicBezTo>
                  <a:cubicBezTo>
                    <a:pt x="121066" y="28694"/>
                    <a:pt x="119607" y="34895"/>
                    <a:pt x="120215" y="39515"/>
                  </a:cubicBezTo>
                  <a:cubicBezTo>
                    <a:pt x="120853" y="44348"/>
                    <a:pt x="122373" y="49394"/>
                    <a:pt x="123498" y="53649"/>
                  </a:cubicBezTo>
                  <a:cubicBezTo>
                    <a:pt x="124349" y="56962"/>
                    <a:pt x="129729" y="65989"/>
                    <a:pt x="133316" y="66871"/>
                  </a:cubicBezTo>
                  <a:cubicBezTo>
                    <a:pt x="139000" y="68300"/>
                    <a:pt x="146112" y="68087"/>
                    <a:pt x="150459" y="72677"/>
                  </a:cubicBezTo>
                  <a:cubicBezTo>
                    <a:pt x="152495" y="74835"/>
                    <a:pt x="154836" y="80579"/>
                    <a:pt x="158514" y="803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17"/>
            <p:cNvSpPr/>
            <p:nvPr/>
          </p:nvSpPr>
          <p:spPr>
            <a:xfrm>
              <a:off x="2975000" y="138600"/>
              <a:ext cx="3962100" cy="2022075"/>
            </a:xfrm>
            <a:custGeom>
              <a:rect b="b" l="l" r="r" t="t"/>
              <a:pathLst>
                <a:path extrusionOk="0" fill="none" h="80883" w="158484">
                  <a:moveTo>
                    <a:pt x="0" y="12159"/>
                  </a:moveTo>
                  <a:cubicBezTo>
                    <a:pt x="6322" y="13800"/>
                    <a:pt x="13952" y="13952"/>
                    <a:pt x="19849" y="11672"/>
                  </a:cubicBezTo>
                  <a:cubicBezTo>
                    <a:pt x="26900" y="8937"/>
                    <a:pt x="33162" y="2462"/>
                    <a:pt x="40974" y="1247"/>
                  </a:cubicBezTo>
                  <a:cubicBezTo>
                    <a:pt x="48876" y="0"/>
                    <a:pt x="54530" y="5806"/>
                    <a:pt x="58026" y="11855"/>
                  </a:cubicBezTo>
                  <a:cubicBezTo>
                    <a:pt x="61521" y="17873"/>
                    <a:pt x="74500" y="25138"/>
                    <a:pt x="82069" y="25928"/>
                  </a:cubicBezTo>
                  <a:cubicBezTo>
                    <a:pt x="87449" y="26505"/>
                    <a:pt x="94774" y="21186"/>
                    <a:pt x="99637" y="19362"/>
                  </a:cubicBezTo>
                  <a:cubicBezTo>
                    <a:pt x="108178" y="16080"/>
                    <a:pt x="115321" y="17782"/>
                    <a:pt x="119759" y="25107"/>
                  </a:cubicBezTo>
                  <a:cubicBezTo>
                    <a:pt x="121948" y="28724"/>
                    <a:pt x="119790" y="34803"/>
                    <a:pt x="120580" y="39545"/>
                  </a:cubicBezTo>
                  <a:cubicBezTo>
                    <a:pt x="121370" y="44348"/>
                    <a:pt x="123771" y="48937"/>
                    <a:pt x="124623" y="53497"/>
                  </a:cubicBezTo>
                  <a:cubicBezTo>
                    <a:pt x="125291" y="56992"/>
                    <a:pt x="130003" y="66050"/>
                    <a:pt x="133559" y="67053"/>
                  </a:cubicBezTo>
                  <a:cubicBezTo>
                    <a:pt x="139152" y="68603"/>
                    <a:pt x="146355" y="68451"/>
                    <a:pt x="150672" y="72980"/>
                  </a:cubicBezTo>
                  <a:cubicBezTo>
                    <a:pt x="152708" y="75108"/>
                    <a:pt x="154897" y="80883"/>
                    <a:pt x="158483" y="80822"/>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17"/>
            <p:cNvSpPr/>
            <p:nvPr/>
          </p:nvSpPr>
          <p:spPr>
            <a:xfrm>
              <a:off x="2975000" y="124150"/>
              <a:ext cx="3962100" cy="2034250"/>
            </a:xfrm>
            <a:custGeom>
              <a:rect b="b" l="l" r="r" t="t"/>
              <a:pathLst>
                <a:path extrusionOk="0" fill="none" h="81370" w="158484">
                  <a:moveTo>
                    <a:pt x="0" y="12737"/>
                  </a:moveTo>
                  <a:cubicBezTo>
                    <a:pt x="6383" y="14348"/>
                    <a:pt x="13861" y="14226"/>
                    <a:pt x="20001" y="12007"/>
                  </a:cubicBezTo>
                  <a:cubicBezTo>
                    <a:pt x="27721" y="9241"/>
                    <a:pt x="33283" y="2432"/>
                    <a:pt x="41673" y="1186"/>
                  </a:cubicBezTo>
                  <a:cubicBezTo>
                    <a:pt x="49515" y="1"/>
                    <a:pt x="55807" y="4530"/>
                    <a:pt x="58877" y="11551"/>
                  </a:cubicBezTo>
                  <a:cubicBezTo>
                    <a:pt x="61886" y="18481"/>
                    <a:pt x="74378" y="24560"/>
                    <a:pt x="81704" y="25199"/>
                  </a:cubicBezTo>
                  <a:cubicBezTo>
                    <a:pt x="87114" y="25624"/>
                    <a:pt x="94774" y="20244"/>
                    <a:pt x="99607" y="18573"/>
                  </a:cubicBezTo>
                  <a:cubicBezTo>
                    <a:pt x="108118" y="15655"/>
                    <a:pt x="116628" y="17721"/>
                    <a:pt x="120853" y="25199"/>
                  </a:cubicBezTo>
                  <a:cubicBezTo>
                    <a:pt x="123012" y="29029"/>
                    <a:pt x="119972" y="34895"/>
                    <a:pt x="120853" y="39758"/>
                  </a:cubicBezTo>
                  <a:cubicBezTo>
                    <a:pt x="121735" y="44561"/>
                    <a:pt x="125139" y="48512"/>
                    <a:pt x="125778" y="53406"/>
                  </a:cubicBezTo>
                  <a:cubicBezTo>
                    <a:pt x="126294" y="57205"/>
                    <a:pt x="130276" y="66172"/>
                    <a:pt x="133863" y="67297"/>
                  </a:cubicBezTo>
                  <a:cubicBezTo>
                    <a:pt x="139334" y="68999"/>
                    <a:pt x="146568" y="68908"/>
                    <a:pt x="150884" y="73406"/>
                  </a:cubicBezTo>
                  <a:cubicBezTo>
                    <a:pt x="153438" y="76051"/>
                    <a:pt x="154684" y="80428"/>
                    <a:pt x="158483" y="8137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17"/>
            <p:cNvSpPr/>
            <p:nvPr/>
          </p:nvSpPr>
          <p:spPr>
            <a:xfrm>
              <a:off x="2975000" y="108200"/>
              <a:ext cx="3962850" cy="2050975"/>
            </a:xfrm>
            <a:custGeom>
              <a:rect b="b" l="l" r="r" t="t"/>
              <a:pathLst>
                <a:path extrusionOk="0" fill="none" h="82039" w="158514">
                  <a:moveTo>
                    <a:pt x="0" y="13375"/>
                  </a:moveTo>
                  <a:cubicBezTo>
                    <a:pt x="6474" y="14986"/>
                    <a:pt x="14013" y="14712"/>
                    <a:pt x="20183" y="12432"/>
                  </a:cubicBezTo>
                  <a:cubicBezTo>
                    <a:pt x="28116" y="9454"/>
                    <a:pt x="33709" y="2493"/>
                    <a:pt x="42402" y="1156"/>
                  </a:cubicBezTo>
                  <a:cubicBezTo>
                    <a:pt x="50092" y="1"/>
                    <a:pt x="57418" y="4043"/>
                    <a:pt x="59819" y="11217"/>
                  </a:cubicBezTo>
                  <a:cubicBezTo>
                    <a:pt x="62190" y="18390"/>
                    <a:pt x="73862" y="24104"/>
                    <a:pt x="81035" y="24439"/>
                  </a:cubicBezTo>
                  <a:cubicBezTo>
                    <a:pt x="86780" y="24743"/>
                    <a:pt x="94318" y="19454"/>
                    <a:pt x="99607" y="17934"/>
                  </a:cubicBezTo>
                  <a:cubicBezTo>
                    <a:pt x="108452" y="15381"/>
                    <a:pt x="117844" y="17873"/>
                    <a:pt x="122009" y="25350"/>
                  </a:cubicBezTo>
                  <a:cubicBezTo>
                    <a:pt x="124227" y="29332"/>
                    <a:pt x="120154" y="35047"/>
                    <a:pt x="121066" y="40092"/>
                  </a:cubicBezTo>
                  <a:cubicBezTo>
                    <a:pt x="121978" y="44925"/>
                    <a:pt x="126507" y="48512"/>
                    <a:pt x="126963" y="53406"/>
                  </a:cubicBezTo>
                  <a:cubicBezTo>
                    <a:pt x="127297" y="57205"/>
                    <a:pt x="130459" y="66172"/>
                    <a:pt x="134167" y="67570"/>
                  </a:cubicBezTo>
                  <a:cubicBezTo>
                    <a:pt x="139304" y="69485"/>
                    <a:pt x="146842" y="69424"/>
                    <a:pt x="151128" y="73862"/>
                  </a:cubicBezTo>
                  <a:cubicBezTo>
                    <a:pt x="153650" y="76537"/>
                    <a:pt x="154805" y="80883"/>
                    <a:pt x="158514" y="8203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17"/>
            <p:cNvSpPr/>
            <p:nvPr/>
          </p:nvSpPr>
          <p:spPr>
            <a:xfrm>
              <a:off x="2975000" y="89975"/>
              <a:ext cx="3962850" cy="2068425"/>
            </a:xfrm>
            <a:custGeom>
              <a:rect b="b" l="l" r="r" t="t"/>
              <a:pathLst>
                <a:path extrusionOk="0" fill="none" h="82737" w="158514">
                  <a:moveTo>
                    <a:pt x="0" y="14104"/>
                  </a:moveTo>
                  <a:cubicBezTo>
                    <a:pt x="6535" y="15684"/>
                    <a:pt x="14347" y="15502"/>
                    <a:pt x="20335" y="12918"/>
                  </a:cubicBezTo>
                  <a:cubicBezTo>
                    <a:pt x="27995" y="9575"/>
                    <a:pt x="34439" y="2644"/>
                    <a:pt x="43101" y="1216"/>
                  </a:cubicBezTo>
                  <a:cubicBezTo>
                    <a:pt x="50639" y="0"/>
                    <a:pt x="58299" y="3435"/>
                    <a:pt x="60822" y="10882"/>
                  </a:cubicBezTo>
                  <a:cubicBezTo>
                    <a:pt x="63436" y="18572"/>
                    <a:pt x="72190" y="23587"/>
                    <a:pt x="80184" y="23769"/>
                  </a:cubicBezTo>
                  <a:cubicBezTo>
                    <a:pt x="86415" y="23921"/>
                    <a:pt x="93862" y="18663"/>
                    <a:pt x="99759" y="17417"/>
                  </a:cubicBezTo>
                  <a:cubicBezTo>
                    <a:pt x="107875" y="15715"/>
                    <a:pt x="119394" y="17234"/>
                    <a:pt x="123224" y="25593"/>
                  </a:cubicBezTo>
                  <a:cubicBezTo>
                    <a:pt x="125413" y="30396"/>
                    <a:pt x="120367" y="35350"/>
                    <a:pt x="121279" y="40578"/>
                  </a:cubicBezTo>
                  <a:cubicBezTo>
                    <a:pt x="122100" y="45381"/>
                    <a:pt x="127723" y="48937"/>
                    <a:pt x="128118" y="53496"/>
                  </a:cubicBezTo>
                  <a:cubicBezTo>
                    <a:pt x="128422" y="57174"/>
                    <a:pt x="130762" y="66262"/>
                    <a:pt x="134501" y="67873"/>
                  </a:cubicBezTo>
                  <a:cubicBezTo>
                    <a:pt x="139456" y="70001"/>
                    <a:pt x="147085" y="69971"/>
                    <a:pt x="151340" y="74408"/>
                  </a:cubicBezTo>
                  <a:cubicBezTo>
                    <a:pt x="153894" y="77083"/>
                    <a:pt x="154897" y="81430"/>
                    <a:pt x="158514" y="8273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17"/>
            <p:cNvSpPr/>
            <p:nvPr/>
          </p:nvSpPr>
          <p:spPr>
            <a:xfrm>
              <a:off x="2975000" y="69450"/>
              <a:ext cx="3962850" cy="2089725"/>
            </a:xfrm>
            <a:custGeom>
              <a:rect b="b" l="l" r="r" t="t"/>
              <a:pathLst>
                <a:path extrusionOk="0" fill="none" h="83589" w="158514">
                  <a:moveTo>
                    <a:pt x="0" y="14925"/>
                  </a:moveTo>
                  <a:cubicBezTo>
                    <a:pt x="6626" y="16475"/>
                    <a:pt x="14529" y="16201"/>
                    <a:pt x="20517" y="13496"/>
                  </a:cubicBezTo>
                  <a:cubicBezTo>
                    <a:pt x="28359" y="9940"/>
                    <a:pt x="34925" y="3010"/>
                    <a:pt x="43800" y="1338"/>
                  </a:cubicBezTo>
                  <a:cubicBezTo>
                    <a:pt x="51126" y="0"/>
                    <a:pt x="59454" y="3010"/>
                    <a:pt x="61916" y="10517"/>
                  </a:cubicBezTo>
                  <a:cubicBezTo>
                    <a:pt x="64500" y="18359"/>
                    <a:pt x="70853" y="23223"/>
                    <a:pt x="79272" y="23131"/>
                  </a:cubicBezTo>
                  <a:cubicBezTo>
                    <a:pt x="86020" y="23071"/>
                    <a:pt x="93254" y="17934"/>
                    <a:pt x="100032" y="17052"/>
                  </a:cubicBezTo>
                  <a:cubicBezTo>
                    <a:pt x="108574" y="15958"/>
                    <a:pt x="120489" y="17630"/>
                    <a:pt x="124471" y="25989"/>
                  </a:cubicBezTo>
                  <a:cubicBezTo>
                    <a:pt x="126902" y="31065"/>
                    <a:pt x="120671" y="35776"/>
                    <a:pt x="121492" y="41186"/>
                  </a:cubicBezTo>
                  <a:cubicBezTo>
                    <a:pt x="122221" y="46050"/>
                    <a:pt x="128878" y="49393"/>
                    <a:pt x="129243" y="53740"/>
                  </a:cubicBezTo>
                  <a:cubicBezTo>
                    <a:pt x="129516" y="57357"/>
                    <a:pt x="131127" y="66445"/>
                    <a:pt x="134896" y="68238"/>
                  </a:cubicBezTo>
                  <a:cubicBezTo>
                    <a:pt x="139699" y="70549"/>
                    <a:pt x="147359" y="70670"/>
                    <a:pt x="151584" y="75077"/>
                  </a:cubicBezTo>
                  <a:cubicBezTo>
                    <a:pt x="154137" y="77752"/>
                    <a:pt x="154988" y="82068"/>
                    <a:pt x="158514" y="8358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17"/>
            <p:cNvSpPr/>
            <p:nvPr/>
          </p:nvSpPr>
          <p:spPr>
            <a:xfrm>
              <a:off x="2975000" y="45125"/>
              <a:ext cx="3962850" cy="2114050"/>
            </a:xfrm>
            <a:custGeom>
              <a:rect b="b" l="l" r="r" t="t"/>
              <a:pathLst>
                <a:path extrusionOk="0" fill="none" h="84562" w="158514">
                  <a:moveTo>
                    <a:pt x="0" y="15898"/>
                  </a:moveTo>
                  <a:cubicBezTo>
                    <a:pt x="6991" y="17478"/>
                    <a:pt x="14651" y="16809"/>
                    <a:pt x="20700" y="14226"/>
                  </a:cubicBezTo>
                  <a:cubicBezTo>
                    <a:pt x="28511" y="10913"/>
                    <a:pt x="35350" y="3527"/>
                    <a:pt x="44439" y="1551"/>
                  </a:cubicBezTo>
                  <a:cubicBezTo>
                    <a:pt x="51612" y="1"/>
                    <a:pt x="60579" y="2736"/>
                    <a:pt x="63041" y="10214"/>
                  </a:cubicBezTo>
                  <a:cubicBezTo>
                    <a:pt x="65564" y="17934"/>
                    <a:pt x="69515" y="22949"/>
                    <a:pt x="78391" y="22645"/>
                  </a:cubicBezTo>
                  <a:cubicBezTo>
                    <a:pt x="85716" y="22372"/>
                    <a:pt x="93072" y="17417"/>
                    <a:pt x="100488" y="16931"/>
                  </a:cubicBezTo>
                  <a:cubicBezTo>
                    <a:pt x="109273" y="16323"/>
                    <a:pt x="121431" y="18208"/>
                    <a:pt x="125717" y="26536"/>
                  </a:cubicBezTo>
                  <a:cubicBezTo>
                    <a:pt x="128544" y="31946"/>
                    <a:pt x="121036" y="36415"/>
                    <a:pt x="121735" y="41916"/>
                  </a:cubicBezTo>
                  <a:cubicBezTo>
                    <a:pt x="122343" y="46871"/>
                    <a:pt x="129881" y="49971"/>
                    <a:pt x="130276" y="54105"/>
                  </a:cubicBezTo>
                  <a:cubicBezTo>
                    <a:pt x="130641" y="57631"/>
                    <a:pt x="131431" y="66628"/>
                    <a:pt x="135322" y="68664"/>
                  </a:cubicBezTo>
                  <a:cubicBezTo>
                    <a:pt x="140124" y="71157"/>
                    <a:pt x="147632" y="71461"/>
                    <a:pt x="151796" y="75868"/>
                  </a:cubicBezTo>
                  <a:cubicBezTo>
                    <a:pt x="154350" y="78573"/>
                    <a:pt x="155109" y="82859"/>
                    <a:pt x="158514" y="8456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17"/>
            <p:cNvSpPr/>
            <p:nvPr/>
          </p:nvSpPr>
          <p:spPr>
            <a:xfrm>
              <a:off x="2975000" y="20825"/>
              <a:ext cx="3962850" cy="2138350"/>
            </a:xfrm>
            <a:custGeom>
              <a:rect b="b" l="l" r="r" t="t"/>
              <a:pathLst>
                <a:path extrusionOk="0" fill="none" h="85534" w="158514">
                  <a:moveTo>
                    <a:pt x="0" y="16870"/>
                  </a:moveTo>
                  <a:cubicBezTo>
                    <a:pt x="7082" y="18420"/>
                    <a:pt x="14833" y="17629"/>
                    <a:pt x="20912" y="14955"/>
                  </a:cubicBezTo>
                  <a:cubicBezTo>
                    <a:pt x="28876" y="11459"/>
                    <a:pt x="35776" y="3951"/>
                    <a:pt x="45047" y="1702"/>
                  </a:cubicBezTo>
                  <a:cubicBezTo>
                    <a:pt x="52068" y="0"/>
                    <a:pt x="61703" y="2371"/>
                    <a:pt x="64166" y="9818"/>
                  </a:cubicBezTo>
                  <a:cubicBezTo>
                    <a:pt x="66567" y="16991"/>
                    <a:pt x="68877" y="22645"/>
                    <a:pt x="77722" y="22128"/>
                  </a:cubicBezTo>
                  <a:cubicBezTo>
                    <a:pt x="85503" y="21672"/>
                    <a:pt x="93133" y="16961"/>
                    <a:pt x="101127" y="16809"/>
                  </a:cubicBezTo>
                  <a:cubicBezTo>
                    <a:pt x="110063" y="16657"/>
                    <a:pt x="122161" y="18693"/>
                    <a:pt x="126963" y="27083"/>
                  </a:cubicBezTo>
                  <a:cubicBezTo>
                    <a:pt x="130276" y="32858"/>
                    <a:pt x="121705" y="37052"/>
                    <a:pt x="122161" y="42615"/>
                  </a:cubicBezTo>
                  <a:cubicBezTo>
                    <a:pt x="122616" y="47782"/>
                    <a:pt x="130762" y="50518"/>
                    <a:pt x="131279" y="54530"/>
                  </a:cubicBezTo>
                  <a:cubicBezTo>
                    <a:pt x="131735" y="57934"/>
                    <a:pt x="131796" y="66931"/>
                    <a:pt x="135778" y="69089"/>
                  </a:cubicBezTo>
                  <a:cubicBezTo>
                    <a:pt x="140550" y="71703"/>
                    <a:pt x="147936" y="72250"/>
                    <a:pt x="152039" y="76658"/>
                  </a:cubicBezTo>
                  <a:cubicBezTo>
                    <a:pt x="154593" y="79393"/>
                    <a:pt x="155231" y="83649"/>
                    <a:pt x="158514" y="8553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9" name="Google Shape;2469;p17"/>
          <p:cNvGrpSpPr/>
          <p:nvPr/>
        </p:nvGrpSpPr>
        <p:grpSpPr>
          <a:xfrm flipH="1" rot="9096419">
            <a:off x="7029933" y="3103436"/>
            <a:ext cx="3667576" cy="3643988"/>
            <a:chOff x="2975000" y="20825"/>
            <a:chExt cx="3963625" cy="2500050"/>
          </a:xfrm>
        </p:grpSpPr>
        <p:sp>
          <p:nvSpPr>
            <p:cNvPr id="2470" name="Google Shape;2470;p17"/>
            <p:cNvSpPr/>
            <p:nvPr/>
          </p:nvSpPr>
          <p:spPr>
            <a:xfrm>
              <a:off x="2975000" y="442550"/>
              <a:ext cx="3962850" cy="2078325"/>
            </a:xfrm>
            <a:custGeom>
              <a:rect b="b" l="l" r="r" t="t"/>
              <a:pathLst>
                <a:path extrusionOk="0" fill="none" h="83133" w="158514">
                  <a:moveTo>
                    <a:pt x="0" y="1"/>
                  </a:moveTo>
                  <a:cubicBezTo>
                    <a:pt x="4347" y="3071"/>
                    <a:pt x="9423" y="6171"/>
                    <a:pt x="12797" y="10122"/>
                  </a:cubicBezTo>
                  <a:cubicBezTo>
                    <a:pt x="18025" y="16232"/>
                    <a:pt x="11095" y="25411"/>
                    <a:pt x="18298" y="31369"/>
                  </a:cubicBezTo>
                  <a:cubicBezTo>
                    <a:pt x="23952" y="36050"/>
                    <a:pt x="23982" y="41612"/>
                    <a:pt x="23283" y="48269"/>
                  </a:cubicBezTo>
                  <a:cubicBezTo>
                    <a:pt x="22706" y="53497"/>
                    <a:pt x="22463" y="62494"/>
                    <a:pt x="29028" y="64044"/>
                  </a:cubicBezTo>
                  <a:cubicBezTo>
                    <a:pt x="35776" y="65655"/>
                    <a:pt x="41186" y="60913"/>
                    <a:pt x="45624" y="56567"/>
                  </a:cubicBezTo>
                  <a:cubicBezTo>
                    <a:pt x="51855" y="50457"/>
                    <a:pt x="63466" y="46202"/>
                    <a:pt x="71825" y="49515"/>
                  </a:cubicBezTo>
                  <a:cubicBezTo>
                    <a:pt x="79211" y="52463"/>
                    <a:pt x="89728" y="48421"/>
                    <a:pt x="96598" y="51430"/>
                  </a:cubicBezTo>
                  <a:cubicBezTo>
                    <a:pt x="100762" y="53284"/>
                    <a:pt x="101035" y="58390"/>
                    <a:pt x="102343" y="62646"/>
                  </a:cubicBezTo>
                  <a:cubicBezTo>
                    <a:pt x="104197" y="68603"/>
                    <a:pt x="108938" y="75564"/>
                    <a:pt x="114106" y="78482"/>
                  </a:cubicBezTo>
                  <a:cubicBezTo>
                    <a:pt x="122343" y="83132"/>
                    <a:pt x="130914" y="70610"/>
                    <a:pt x="138909" y="69151"/>
                  </a:cubicBezTo>
                  <a:cubicBezTo>
                    <a:pt x="145474" y="67935"/>
                    <a:pt x="152435" y="73892"/>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17"/>
            <p:cNvSpPr/>
            <p:nvPr/>
          </p:nvSpPr>
          <p:spPr>
            <a:xfrm>
              <a:off x="2975000" y="442550"/>
              <a:ext cx="3962850" cy="2057800"/>
            </a:xfrm>
            <a:custGeom>
              <a:rect b="b" l="l" r="r" t="t"/>
              <a:pathLst>
                <a:path extrusionOk="0" fill="none" h="82312" w="158514">
                  <a:moveTo>
                    <a:pt x="0" y="1"/>
                  </a:moveTo>
                  <a:cubicBezTo>
                    <a:pt x="4408" y="3040"/>
                    <a:pt x="9392" y="6049"/>
                    <a:pt x="13040" y="9879"/>
                  </a:cubicBezTo>
                  <a:cubicBezTo>
                    <a:pt x="18602" y="15654"/>
                    <a:pt x="11733" y="24955"/>
                    <a:pt x="18694" y="30609"/>
                  </a:cubicBezTo>
                  <a:cubicBezTo>
                    <a:pt x="24408" y="35259"/>
                    <a:pt x="25077" y="40153"/>
                    <a:pt x="24317" y="46901"/>
                  </a:cubicBezTo>
                  <a:cubicBezTo>
                    <a:pt x="23739" y="52129"/>
                    <a:pt x="23131" y="61248"/>
                    <a:pt x="29849" y="62919"/>
                  </a:cubicBezTo>
                  <a:cubicBezTo>
                    <a:pt x="36870" y="64652"/>
                    <a:pt x="41794" y="59606"/>
                    <a:pt x="46627" y="55503"/>
                  </a:cubicBezTo>
                  <a:cubicBezTo>
                    <a:pt x="53557" y="49606"/>
                    <a:pt x="63983" y="44712"/>
                    <a:pt x="72798" y="48634"/>
                  </a:cubicBezTo>
                  <a:cubicBezTo>
                    <a:pt x="80123" y="51886"/>
                    <a:pt x="90245" y="48208"/>
                    <a:pt x="97266" y="51187"/>
                  </a:cubicBezTo>
                  <a:cubicBezTo>
                    <a:pt x="101522" y="52980"/>
                    <a:pt x="101674" y="58026"/>
                    <a:pt x="102890" y="62251"/>
                  </a:cubicBezTo>
                  <a:cubicBezTo>
                    <a:pt x="104561" y="68087"/>
                    <a:pt x="109303" y="75078"/>
                    <a:pt x="114440" y="77844"/>
                  </a:cubicBezTo>
                  <a:cubicBezTo>
                    <a:pt x="122799" y="82312"/>
                    <a:pt x="131097" y="70032"/>
                    <a:pt x="139243" y="68877"/>
                  </a:cubicBezTo>
                  <a:cubicBezTo>
                    <a:pt x="145656" y="67935"/>
                    <a:pt x="152495" y="73771"/>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17"/>
            <p:cNvSpPr/>
            <p:nvPr/>
          </p:nvSpPr>
          <p:spPr>
            <a:xfrm>
              <a:off x="2975000" y="442550"/>
              <a:ext cx="3962850" cy="2035775"/>
            </a:xfrm>
            <a:custGeom>
              <a:rect b="b" l="l" r="r" t="t"/>
              <a:pathLst>
                <a:path extrusionOk="0" fill="none" h="81431" w="158514">
                  <a:moveTo>
                    <a:pt x="0" y="1"/>
                  </a:moveTo>
                  <a:cubicBezTo>
                    <a:pt x="4468" y="3040"/>
                    <a:pt x="9362" y="5958"/>
                    <a:pt x="13313" y="9606"/>
                  </a:cubicBezTo>
                  <a:cubicBezTo>
                    <a:pt x="19210" y="15077"/>
                    <a:pt x="12432" y="24469"/>
                    <a:pt x="19089" y="29849"/>
                  </a:cubicBezTo>
                  <a:cubicBezTo>
                    <a:pt x="24803" y="34469"/>
                    <a:pt x="26019" y="38694"/>
                    <a:pt x="25350" y="45564"/>
                  </a:cubicBezTo>
                  <a:cubicBezTo>
                    <a:pt x="24833" y="50822"/>
                    <a:pt x="23739" y="60001"/>
                    <a:pt x="30609" y="61795"/>
                  </a:cubicBezTo>
                  <a:cubicBezTo>
                    <a:pt x="37691" y="63649"/>
                    <a:pt x="42797" y="58299"/>
                    <a:pt x="47813" y="54378"/>
                  </a:cubicBezTo>
                  <a:cubicBezTo>
                    <a:pt x="55989" y="47995"/>
                    <a:pt x="63345" y="43375"/>
                    <a:pt x="73801" y="47752"/>
                  </a:cubicBezTo>
                  <a:cubicBezTo>
                    <a:pt x="81704" y="51065"/>
                    <a:pt x="90762" y="48026"/>
                    <a:pt x="97966" y="50944"/>
                  </a:cubicBezTo>
                  <a:cubicBezTo>
                    <a:pt x="102282" y="52707"/>
                    <a:pt x="102343" y="57631"/>
                    <a:pt x="103437" y="61825"/>
                  </a:cubicBezTo>
                  <a:cubicBezTo>
                    <a:pt x="104957" y="67570"/>
                    <a:pt x="109637" y="74531"/>
                    <a:pt x="114774" y="77145"/>
                  </a:cubicBezTo>
                  <a:cubicBezTo>
                    <a:pt x="123285" y="81430"/>
                    <a:pt x="131310" y="69454"/>
                    <a:pt x="139577" y="68573"/>
                  </a:cubicBezTo>
                  <a:cubicBezTo>
                    <a:pt x="145869" y="67904"/>
                    <a:pt x="152587" y="73649"/>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17"/>
            <p:cNvSpPr/>
            <p:nvPr/>
          </p:nvSpPr>
          <p:spPr>
            <a:xfrm>
              <a:off x="2975000" y="442550"/>
              <a:ext cx="3962850" cy="2014500"/>
            </a:xfrm>
            <a:custGeom>
              <a:rect b="b" l="l" r="r" t="t"/>
              <a:pathLst>
                <a:path extrusionOk="0" fill="none" h="80580" w="158514">
                  <a:moveTo>
                    <a:pt x="0" y="1"/>
                  </a:moveTo>
                  <a:cubicBezTo>
                    <a:pt x="4560" y="3010"/>
                    <a:pt x="9392" y="5897"/>
                    <a:pt x="13526" y="9393"/>
                  </a:cubicBezTo>
                  <a:cubicBezTo>
                    <a:pt x="19666" y="14469"/>
                    <a:pt x="13162" y="23952"/>
                    <a:pt x="19484" y="29150"/>
                  </a:cubicBezTo>
                  <a:cubicBezTo>
                    <a:pt x="24560" y="33314"/>
                    <a:pt x="27235" y="37509"/>
                    <a:pt x="26323" y="44348"/>
                  </a:cubicBezTo>
                  <a:cubicBezTo>
                    <a:pt x="25563" y="49728"/>
                    <a:pt x="24317" y="58846"/>
                    <a:pt x="31308" y="60792"/>
                  </a:cubicBezTo>
                  <a:cubicBezTo>
                    <a:pt x="38390" y="62737"/>
                    <a:pt x="43770" y="57296"/>
                    <a:pt x="48998" y="53375"/>
                  </a:cubicBezTo>
                  <a:cubicBezTo>
                    <a:pt x="57813" y="46688"/>
                    <a:pt x="63892" y="42129"/>
                    <a:pt x="74743" y="47023"/>
                  </a:cubicBezTo>
                  <a:cubicBezTo>
                    <a:pt x="82433" y="50488"/>
                    <a:pt x="91248" y="47995"/>
                    <a:pt x="98604" y="50761"/>
                  </a:cubicBezTo>
                  <a:cubicBezTo>
                    <a:pt x="103042" y="52372"/>
                    <a:pt x="103011" y="57266"/>
                    <a:pt x="104014" y="61430"/>
                  </a:cubicBezTo>
                  <a:cubicBezTo>
                    <a:pt x="105382" y="67084"/>
                    <a:pt x="109941" y="74014"/>
                    <a:pt x="115109" y="76445"/>
                  </a:cubicBezTo>
                  <a:cubicBezTo>
                    <a:pt x="123802" y="80579"/>
                    <a:pt x="132100" y="68299"/>
                    <a:pt x="139912" y="68330"/>
                  </a:cubicBezTo>
                  <a:cubicBezTo>
                    <a:pt x="144927" y="68330"/>
                    <a:pt x="153529" y="7331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17"/>
            <p:cNvSpPr/>
            <p:nvPr/>
          </p:nvSpPr>
          <p:spPr>
            <a:xfrm>
              <a:off x="2975000" y="442550"/>
              <a:ext cx="3962850" cy="1991700"/>
            </a:xfrm>
            <a:custGeom>
              <a:rect b="b" l="l" r="r" t="t"/>
              <a:pathLst>
                <a:path extrusionOk="0" fill="none" h="79668" w="158514">
                  <a:moveTo>
                    <a:pt x="0" y="1"/>
                  </a:moveTo>
                  <a:cubicBezTo>
                    <a:pt x="4590" y="3010"/>
                    <a:pt x="9484" y="5897"/>
                    <a:pt x="13769" y="9119"/>
                  </a:cubicBezTo>
                  <a:cubicBezTo>
                    <a:pt x="20122" y="13861"/>
                    <a:pt x="13952" y="23344"/>
                    <a:pt x="19879" y="28360"/>
                  </a:cubicBezTo>
                  <a:cubicBezTo>
                    <a:pt x="24651" y="32402"/>
                    <a:pt x="28055" y="36475"/>
                    <a:pt x="27265" y="43102"/>
                  </a:cubicBezTo>
                  <a:cubicBezTo>
                    <a:pt x="26627" y="48482"/>
                    <a:pt x="24985" y="57600"/>
                    <a:pt x="31946" y="59698"/>
                  </a:cubicBezTo>
                  <a:cubicBezTo>
                    <a:pt x="39028" y="61795"/>
                    <a:pt x="44955" y="56202"/>
                    <a:pt x="50183" y="52251"/>
                  </a:cubicBezTo>
                  <a:cubicBezTo>
                    <a:pt x="59424" y="45260"/>
                    <a:pt x="64561" y="40761"/>
                    <a:pt x="75746" y="46232"/>
                  </a:cubicBezTo>
                  <a:cubicBezTo>
                    <a:pt x="83315" y="49971"/>
                    <a:pt x="91795" y="47813"/>
                    <a:pt x="99273" y="50488"/>
                  </a:cubicBezTo>
                  <a:cubicBezTo>
                    <a:pt x="103832" y="52129"/>
                    <a:pt x="103619" y="56840"/>
                    <a:pt x="104653" y="61035"/>
                  </a:cubicBezTo>
                  <a:cubicBezTo>
                    <a:pt x="106051" y="66749"/>
                    <a:pt x="110124" y="73315"/>
                    <a:pt x="115443" y="75716"/>
                  </a:cubicBezTo>
                  <a:cubicBezTo>
                    <a:pt x="124227" y="79667"/>
                    <a:pt x="132039" y="67995"/>
                    <a:pt x="140246" y="68056"/>
                  </a:cubicBezTo>
                  <a:cubicBezTo>
                    <a:pt x="145535" y="68087"/>
                    <a:pt x="153377" y="7340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17"/>
            <p:cNvSpPr/>
            <p:nvPr/>
          </p:nvSpPr>
          <p:spPr>
            <a:xfrm>
              <a:off x="2975000" y="442550"/>
              <a:ext cx="3963625" cy="1968900"/>
            </a:xfrm>
            <a:custGeom>
              <a:rect b="b" l="l" r="r" t="t"/>
              <a:pathLst>
                <a:path extrusionOk="0" fill="none" h="78756" w="158545">
                  <a:moveTo>
                    <a:pt x="0" y="1"/>
                  </a:moveTo>
                  <a:cubicBezTo>
                    <a:pt x="4651" y="2979"/>
                    <a:pt x="9575" y="5867"/>
                    <a:pt x="14013" y="8876"/>
                  </a:cubicBezTo>
                  <a:cubicBezTo>
                    <a:pt x="20548" y="13283"/>
                    <a:pt x="14985" y="22706"/>
                    <a:pt x="20305" y="27539"/>
                  </a:cubicBezTo>
                  <a:cubicBezTo>
                    <a:pt x="24590" y="31430"/>
                    <a:pt x="28724" y="35715"/>
                    <a:pt x="28147" y="42007"/>
                  </a:cubicBezTo>
                  <a:cubicBezTo>
                    <a:pt x="27630" y="47296"/>
                    <a:pt x="25654" y="56445"/>
                    <a:pt x="32584" y="58664"/>
                  </a:cubicBezTo>
                  <a:cubicBezTo>
                    <a:pt x="39606" y="60913"/>
                    <a:pt x="46354" y="55077"/>
                    <a:pt x="51369" y="51096"/>
                  </a:cubicBezTo>
                  <a:cubicBezTo>
                    <a:pt x="60609" y="43770"/>
                    <a:pt x="65351" y="39576"/>
                    <a:pt x="76749" y="45594"/>
                  </a:cubicBezTo>
                  <a:cubicBezTo>
                    <a:pt x="84166" y="49515"/>
                    <a:pt x="92251" y="47722"/>
                    <a:pt x="99911" y="50275"/>
                  </a:cubicBezTo>
                  <a:cubicBezTo>
                    <a:pt x="104622" y="51855"/>
                    <a:pt x="104318" y="56445"/>
                    <a:pt x="105260" y="60609"/>
                  </a:cubicBezTo>
                  <a:cubicBezTo>
                    <a:pt x="106537" y="66324"/>
                    <a:pt x="110428" y="72676"/>
                    <a:pt x="115808" y="74956"/>
                  </a:cubicBezTo>
                  <a:cubicBezTo>
                    <a:pt x="124714" y="78756"/>
                    <a:pt x="132313" y="67418"/>
                    <a:pt x="140580" y="67813"/>
                  </a:cubicBezTo>
                  <a:cubicBezTo>
                    <a:pt x="145778" y="68056"/>
                    <a:pt x="153438" y="73315"/>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17"/>
            <p:cNvSpPr/>
            <p:nvPr/>
          </p:nvSpPr>
          <p:spPr>
            <a:xfrm>
              <a:off x="2975000" y="442550"/>
              <a:ext cx="3962850" cy="1919500"/>
            </a:xfrm>
            <a:custGeom>
              <a:rect b="b" l="l" r="r" t="t"/>
              <a:pathLst>
                <a:path extrusionOk="0" fill="none" h="76780" w="158514">
                  <a:moveTo>
                    <a:pt x="0" y="1"/>
                  </a:moveTo>
                  <a:cubicBezTo>
                    <a:pt x="4712" y="2949"/>
                    <a:pt x="9666" y="5776"/>
                    <a:pt x="14225" y="8633"/>
                  </a:cubicBezTo>
                  <a:cubicBezTo>
                    <a:pt x="20973" y="12797"/>
                    <a:pt x="16049" y="21977"/>
                    <a:pt x="20760" y="26718"/>
                  </a:cubicBezTo>
                  <a:cubicBezTo>
                    <a:pt x="24438" y="30396"/>
                    <a:pt x="29332" y="35168"/>
                    <a:pt x="28967" y="41004"/>
                  </a:cubicBezTo>
                  <a:cubicBezTo>
                    <a:pt x="28633" y="46202"/>
                    <a:pt x="26444" y="55381"/>
                    <a:pt x="33192" y="57661"/>
                  </a:cubicBezTo>
                  <a:cubicBezTo>
                    <a:pt x="40153" y="60032"/>
                    <a:pt x="47752" y="53953"/>
                    <a:pt x="52494" y="49880"/>
                  </a:cubicBezTo>
                  <a:cubicBezTo>
                    <a:pt x="61703" y="41977"/>
                    <a:pt x="66293" y="38633"/>
                    <a:pt x="77722" y="45016"/>
                  </a:cubicBezTo>
                  <a:cubicBezTo>
                    <a:pt x="84926" y="49059"/>
                    <a:pt x="92707" y="47722"/>
                    <a:pt x="100488" y="50093"/>
                  </a:cubicBezTo>
                  <a:cubicBezTo>
                    <a:pt x="105382" y="51582"/>
                    <a:pt x="104987" y="56080"/>
                    <a:pt x="105838" y="60245"/>
                  </a:cubicBezTo>
                  <a:cubicBezTo>
                    <a:pt x="107023" y="65898"/>
                    <a:pt x="111005" y="72676"/>
                    <a:pt x="116142" y="74227"/>
                  </a:cubicBezTo>
                  <a:cubicBezTo>
                    <a:pt x="124683" y="76780"/>
                    <a:pt x="132191" y="66901"/>
                    <a:pt x="140884" y="67570"/>
                  </a:cubicBezTo>
                  <a:cubicBezTo>
                    <a:pt x="145930" y="67965"/>
                    <a:pt x="153468" y="73224"/>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17"/>
            <p:cNvSpPr/>
            <p:nvPr/>
          </p:nvSpPr>
          <p:spPr>
            <a:xfrm>
              <a:off x="2975000" y="442550"/>
              <a:ext cx="3962100" cy="1896700"/>
            </a:xfrm>
            <a:custGeom>
              <a:rect b="b" l="l" r="r" t="t"/>
              <a:pathLst>
                <a:path extrusionOk="0" fill="none" h="75868" w="158484">
                  <a:moveTo>
                    <a:pt x="0" y="1"/>
                  </a:moveTo>
                  <a:cubicBezTo>
                    <a:pt x="4742" y="2949"/>
                    <a:pt x="9788" y="5441"/>
                    <a:pt x="14438" y="8359"/>
                  </a:cubicBezTo>
                  <a:cubicBezTo>
                    <a:pt x="21520" y="12797"/>
                    <a:pt x="16900" y="20852"/>
                    <a:pt x="21277" y="25837"/>
                  </a:cubicBezTo>
                  <a:cubicBezTo>
                    <a:pt x="24408" y="29424"/>
                    <a:pt x="29758" y="34652"/>
                    <a:pt x="29727" y="40123"/>
                  </a:cubicBezTo>
                  <a:cubicBezTo>
                    <a:pt x="29666" y="45229"/>
                    <a:pt x="27447" y="54014"/>
                    <a:pt x="33770" y="56658"/>
                  </a:cubicBezTo>
                  <a:cubicBezTo>
                    <a:pt x="40396" y="59394"/>
                    <a:pt x="49545" y="52433"/>
                    <a:pt x="53618" y="48542"/>
                  </a:cubicBezTo>
                  <a:cubicBezTo>
                    <a:pt x="62707" y="39788"/>
                    <a:pt x="67448" y="37904"/>
                    <a:pt x="78725" y="44530"/>
                  </a:cubicBezTo>
                  <a:cubicBezTo>
                    <a:pt x="85716" y="48664"/>
                    <a:pt x="93224" y="47722"/>
                    <a:pt x="101066" y="49910"/>
                  </a:cubicBezTo>
                  <a:cubicBezTo>
                    <a:pt x="106142" y="51308"/>
                    <a:pt x="105716" y="55685"/>
                    <a:pt x="106476" y="59849"/>
                  </a:cubicBezTo>
                  <a:cubicBezTo>
                    <a:pt x="107540" y="65503"/>
                    <a:pt x="111279" y="71977"/>
                    <a:pt x="116477" y="73467"/>
                  </a:cubicBezTo>
                  <a:cubicBezTo>
                    <a:pt x="124927" y="75868"/>
                    <a:pt x="132708" y="66354"/>
                    <a:pt x="141188" y="67357"/>
                  </a:cubicBezTo>
                  <a:cubicBezTo>
                    <a:pt x="146143" y="67935"/>
                    <a:pt x="153468" y="7313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17"/>
            <p:cNvSpPr/>
            <p:nvPr/>
          </p:nvSpPr>
          <p:spPr>
            <a:xfrm>
              <a:off x="2975000" y="442550"/>
              <a:ext cx="3962850" cy="1870875"/>
            </a:xfrm>
            <a:custGeom>
              <a:rect b="b" l="l" r="r" t="t"/>
              <a:pathLst>
                <a:path extrusionOk="0" fill="none" h="74835" w="158514">
                  <a:moveTo>
                    <a:pt x="0" y="1"/>
                  </a:moveTo>
                  <a:cubicBezTo>
                    <a:pt x="4803" y="2919"/>
                    <a:pt x="9848" y="5350"/>
                    <a:pt x="14651" y="8116"/>
                  </a:cubicBezTo>
                  <a:cubicBezTo>
                    <a:pt x="21946" y="12311"/>
                    <a:pt x="18086" y="19697"/>
                    <a:pt x="21885" y="24895"/>
                  </a:cubicBezTo>
                  <a:cubicBezTo>
                    <a:pt x="24590" y="28633"/>
                    <a:pt x="30031" y="34013"/>
                    <a:pt x="30396" y="39272"/>
                  </a:cubicBezTo>
                  <a:cubicBezTo>
                    <a:pt x="30791" y="44439"/>
                    <a:pt x="28299" y="52919"/>
                    <a:pt x="34439" y="55625"/>
                  </a:cubicBezTo>
                  <a:cubicBezTo>
                    <a:pt x="41186" y="58603"/>
                    <a:pt x="50670" y="51217"/>
                    <a:pt x="54712" y="47083"/>
                  </a:cubicBezTo>
                  <a:cubicBezTo>
                    <a:pt x="63892" y="37630"/>
                    <a:pt x="68542" y="37266"/>
                    <a:pt x="79789" y="44135"/>
                  </a:cubicBezTo>
                  <a:cubicBezTo>
                    <a:pt x="86476" y="48208"/>
                    <a:pt x="93984" y="47661"/>
                    <a:pt x="101674" y="49728"/>
                  </a:cubicBezTo>
                  <a:cubicBezTo>
                    <a:pt x="106932" y="51126"/>
                    <a:pt x="106416" y="55138"/>
                    <a:pt x="107145" y="59454"/>
                  </a:cubicBezTo>
                  <a:cubicBezTo>
                    <a:pt x="108057" y="64986"/>
                    <a:pt x="111552" y="71339"/>
                    <a:pt x="116872" y="72707"/>
                  </a:cubicBezTo>
                  <a:cubicBezTo>
                    <a:pt x="125322" y="74835"/>
                    <a:pt x="133285" y="65837"/>
                    <a:pt x="141523" y="67114"/>
                  </a:cubicBezTo>
                  <a:cubicBezTo>
                    <a:pt x="146386" y="67874"/>
                    <a:pt x="153559" y="73011"/>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17"/>
            <p:cNvSpPr/>
            <p:nvPr/>
          </p:nvSpPr>
          <p:spPr>
            <a:xfrm>
              <a:off x="2975000" y="442550"/>
              <a:ext cx="3962850" cy="1848075"/>
            </a:xfrm>
            <a:custGeom>
              <a:rect b="b" l="l" r="r" t="t"/>
              <a:pathLst>
                <a:path extrusionOk="0" fill="none" h="73923" w="158514">
                  <a:moveTo>
                    <a:pt x="0" y="1"/>
                  </a:moveTo>
                  <a:cubicBezTo>
                    <a:pt x="4833" y="2888"/>
                    <a:pt x="9909" y="5259"/>
                    <a:pt x="14864" y="7873"/>
                  </a:cubicBezTo>
                  <a:cubicBezTo>
                    <a:pt x="22219" y="11764"/>
                    <a:pt x="19301" y="18390"/>
                    <a:pt x="22584" y="23922"/>
                  </a:cubicBezTo>
                  <a:cubicBezTo>
                    <a:pt x="25046" y="28086"/>
                    <a:pt x="30092" y="33649"/>
                    <a:pt x="31004" y="38542"/>
                  </a:cubicBezTo>
                  <a:cubicBezTo>
                    <a:pt x="31855" y="43284"/>
                    <a:pt x="29150" y="51947"/>
                    <a:pt x="35107" y="54561"/>
                  </a:cubicBezTo>
                  <a:cubicBezTo>
                    <a:pt x="42250" y="57691"/>
                    <a:pt x="51673" y="50032"/>
                    <a:pt x="55746" y="45503"/>
                  </a:cubicBezTo>
                  <a:cubicBezTo>
                    <a:pt x="64834" y="35411"/>
                    <a:pt x="69941" y="36992"/>
                    <a:pt x="80822" y="43770"/>
                  </a:cubicBezTo>
                  <a:cubicBezTo>
                    <a:pt x="87205" y="47782"/>
                    <a:pt x="94683" y="47691"/>
                    <a:pt x="102191" y="49576"/>
                  </a:cubicBezTo>
                  <a:cubicBezTo>
                    <a:pt x="107571" y="50913"/>
                    <a:pt x="107145" y="54682"/>
                    <a:pt x="107783" y="59090"/>
                  </a:cubicBezTo>
                  <a:cubicBezTo>
                    <a:pt x="108604" y="64591"/>
                    <a:pt x="111826" y="70610"/>
                    <a:pt x="117236" y="71917"/>
                  </a:cubicBezTo>
                  <a:cubicBezTo>
                    <a:pt x="125504" y="73923"/>
                    <a:pt x="133863" y="65321"/>
                    <a:pt x="141827" y="66901"/>
                  </a:cubicBezTo>
                  <a:cubicBezTo>
                    <a:pt x="146599" y="67813"/>
                    <a:pt x="153620" y="7292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17"/>
            <p:cNvSpPr/>
            <p:nvPr/>
          </p:nvSpPr>
          <p:spPr>
            <a:xfrm>
              <a:off x="2975000" y="442550"/>
              <a:ext cx="3962100" cy="1826050"/>
            </a:xfrm>
            <a:custGeom>
              <a:rect b="b" l="l" r="r" t="t"/>
              <a:pathLst>
                <a:path extrusionOk="0" fill="none" h="73042" w="158484">
                  <a:moveTo>
                    <a:pt x="0" y="1"/>
                  </a:moveTo>
                  <a:cubicBezTo>
                    <a:pt x="4894" y="2858"/>
                    <a:pt x="10000" y="5168"/>
                    <a:pt x="15076" y="7630"/>
                  </a:cubicBezTo>
                  <a:cubicBezTo>
                    <a:pt x="22402" y="11217"/>
                    <a:pt x="20639" y="16992"/>
                    <a:pt x="23435" y="22980"/>
                  </a:cubicBezTo>
                  <a:cubicBezTo>
                    <a:pt x="25685" y="27813"/>
                    <a:pt x="29910" y="33041"/>
                    <a:pt x="31460" y="37934"/>
                  </a:cubicBezTo>
                  <a:cubicBezTo>
                    <a:pt x="32858" y="42372"/>
                    <a:pt x="29940" y="51096"/>
                    <a:pt x="35867" y="53558"/>
                  </a:cubicBezTo>
                  <a:cubicBezTo>
                    <a:pt x="43618" y="56749"/>
                    <a:pt x="52433" y="48937"/>
                    <a:pt x="56779" y="43831"/>
                  </a:cubicBezTo>
                  <a:cubicBezTo>
                    <a:pt x="65746" y="33314"/>
                    <a:pt x="71552" y="36901"/>
                    <a:pt x="81886" y="43466"/>
                  </a:cubicBezTo>
                  <a:cubicBezTo>
                    <a:pt x="87965" y="47327"/>
                    <a:pt x="95412" y="47752"/>
                    <a:pt x="102707" y="49454"/>
                  </a:cubicBezTo>
                  <a:cubicBezTo>
                    <a:pt x="108148" y="50700"/>
                    <a:pt x="107905" y="54226"/>
                    <a:pt x="108452" y="58725"/>
                  </a:cubicBezTo>
                  <a:cubicBezTo>
                    <a:pt x="109182" y="64226"/>
                    <a:pt x="112130" y="69910"/>
                    <a:pt x="117571" y="71187"/>
                  </a:cubicBezTo>
                  <a:cubicBezTo>
                    <a:pt x="125626" y="73041"/>
                    <a:pt x="134410" y="64895"/>
                    <a:pt x="142100" y="66688"/>
                  </a:cubicBezTo>
                  <a:cubicBezTo>
                    <a:pt x="146751" y="67783"/>
                    <a:pt x="153590" y="72828"/>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17"/>
            <p:cNvSpPr/>
            <p:nvPr/>
          </p:nvSpPr>
          <p:spPr>
            <a:xfrm>
              <a:off x="2975000" y="442550"/>
              <a:ext cx="3962850" cy="1818450"/>
            </a:xfrm>
            <a:custGeom>
              <a:rect b="b" l="l" r="r" t="t"/>
              <a:pathLst>
                <a:path extrusionOk="0" fill="none" h="72738" w="158514">
                  <a:moveTo>
                    <a:pt x="0" y="1"/>
                  </a:moveTo>
                  <a:cubicBezTo>
                    <a:pt x="4924" y="2827"/>
                    <a:pt x="10122" y="5077"/>
                    <a:pt x="15259" y="7387"/>
                  </a:cubicBezTo>
                  <a:cubicBezTo>
                    <a:pt x="22432" y="10609"/>
                    <a:pt x="22159" y="15594"/>
                    <a:pt x="24317" y="22007"/>
                  </a:cubicBezTo>
                  <a:cubicBezTo>
                    <a:pt x="26171" y="27630"/>
                    <a:pt x="29332" y="32402"/>
                    <a:pt x="31733" y="37418"/>
                  </a:cubicBezTo>
                  <a:cubicBezTo>
                    <a:pt x="33831" y="41764"/>
                    <a:pt x="30669" y="50305"/>
                    <a:pt x="36657" y="52615"/>
                  </a:cubicBezTo>
                  <a:cubicBezTo>
                    <a:pt x="44955" y="55868"/>
                    <a:pt x="53162" y="47630"/>
                    <a:pt x="57782" y="42068"/>
                  </a:cubicBezTo>
                  <a:cubicBezTo>
                    <a:pt x="66476" y="31551"/>
                    <a:pt x="73315" y="37022"/>
                    <a:pt x="82950" y="43193"/>
                  </a:cubicBezTo>
                  <a:cubicBezTo>
                    <a:pt x="88695" y="46871"/>
                    <a:pt x="96142" y="47813"/>
                    <a:pt x="103194" y="49333"/>
                  </a:cubicBezTo>
                  <a:cubicBezTo>
                    <a:pt x="108726" y="50488"/>
                    <a:pt x="108634" y="53740"/>
                    <a:pt x="109151" y="58390"/>
                  </a:cubicBezTo>
                  <a:cubicBezTo>
                    <a:pt x="109789" y="63862"/>
                    <a:pt x="112464" y="69211"/>
                    <a:pt x="117996" y="70427"/>
                  </a:cubicBezTo>
                  <a:cubicBezTo>
                    <a:pt x="125778" y="72129"/>
                    <a:pt x="135018" y="64439"/>
                    <a:pt x="142434" y="66506"/>
                  </a:cubicBezTo>
                  <a:cubicBezTo>
                    <a:pt x="146994" y="67752"/>
                    <a:pt x="153650" y="72737"/>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17"/>
            <p:cNvSpPr/>
            <p:nvPr/>
          </p:nvSpPr>
          <p:spPr>
            <a:xfrm>
              <a:off x="2975000" y="442550"/>
              <a:ext cx="3962850" cy="1816175"/>
            </a:xfrm>
            <a:custGeom>
              <a:rect b="b" l="l" r="r" t="t"/>
              <a:pathLst>
                <a:path extrusionOk="0" fill="none" h="72647" w="158514">
                  <a:moveTo>
                    <a:pt x="0" y="1"/>
                  </a:moveTo>
                  <a:cubicBezTo>
                    <a:pt x="4985" y="2797"/>
                    <a:pt x="10244" y="4985"/>
                    <a:pt x="15441" y="7144"/>
                  </a:cubicBezTo>
                  <a:cubicBezTo>
                    <a:pt x="22341" y="10031"/>
                    <a:pt x="23648" y="14621"/>
                    <a:pt x="25259" y="21034"/>
                  </a:cubicBezTo>
                  <a:cubicBezTo>
                    <a:pt x="26688" y="26809"/>
                    <a:pt x="28572" y="31977"/>
                    <a:pt x="31885" y="36992"/>
                  </a:cubicBezTo>
                  <a:cubicBezTo>
                    <a:pt x="34742" y="41278"/>
                    <a:pt x="31429" y="49606"/>
                    <a:pt x="37478" y="51825"/>
                  </a:cubicBezTo>
                  <a:cubicBezTo>
                    <a:pt x="46171" y="55017"/>
                    <a:pt x="54469" y="46202"/>
                    <a:pt x="58755" y="40305"/>
                  </a:cubicBezTo>
                  <a:cubicBezTo>
                    <a:pt x="66232" y="30001"/>
                    <a:pt x="76415" y="38025"/>
                    <a:pt x="84044" y="42889"/>
                  </a:cubicBezTo>
                  <a:cubicBezTo>
                    <a:pt x="89546" y="46384"/>
                    <a:pt x="96841" y="47874"/>
                    <a:pt x="103680" y="49211"/>
                  </a:cubicBezTo>
                  <a:cubicBezTo>
                    <a:pt x="109242" y="50305"/>
                    <a:pt x="109364" y="53254"/>
                    <a:pt x="109850" y="58026"/>
                  </a:cubicBezTo>
                  <a:cubicBezTo>
                    <a:pt x="110397" y="63436"/>
                    <a:pt x="112829" y="68482"/>
                    <a:pt x="118422" y="69667"/>
                  </a:cubicBezTo>
                  <a:cubicBezTo>
                    <a:pt x="125930" y="71278"/>
                    <a:pt x="135626" y="64044"/>
                    <a:pt x="142708" y="66293"/>
                  </a:cubicBezTo>
                  <a:cubicBezTo>
                    <a:pt x="147176" y="67692"/>
                    <a:pt x="153681" y="7264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17"/>
            <p:cNvSpPr/>
            <p:nvPr/>
          </p:nvSpPr>
          <p:spPr>
            <a:xfrm>
              <a:off x="2975000" y="442550"/>
              <a:ext cx="3962850" cy="1813875"/>
            </a:xfrm>
            <a:custGeom>
              <a:rect b="b" l="l" r="r" t="t"/>
              <a:pathLst>
                <a:path extrusionOk="0" fill="none" h="72555" w="158514">
                  <a:moveTo>
                    <a:pt x="0" y="1"/>
                  </a:moveTo>
                  <a:cubicBezTo>
                    <a:pt x="5015" y="2767"/>
                    <a:pt x="10335" y="4894"/>
                    <a:pt x="15624" y="6931"/>
                  </a:cubicBezTo>
                  <a:cubicBezTo>
                    <a:pt x="22189" y="9423"/>
                    <a:pt x="24925" y="13648"/>
                    <a:pt x="26262" y="20031"/>
                  </a:cubicBezTo>
                  <a:cubicBezTo>
                    <a:pt x="27508" y="25958"/>
                    <a:pt x="27843" y="31582"/>
                    <a:pt x="31916" y="36597"/>
                  </a:cubicBezTo>
                  <a:cubicBezTo>
                    <a:pt x="35290" y="40731"/>
                    <a:pt x="32432" y="49150"/>
                    <a:pt x="38299" y="51096"/>
                  </a:cubicBezTo>
                  <a:cubicBezTo>
                    <a:pt x="47326" y="54105"/>
                    <a:pt x="55138" y="44804"/>
                    <a:pt x="59758" y="38512"/>
                  </a:cubicBezTo>
                  <a:cubicBezTo>
                    <a:pt x="66901" y="28816"/>
                    <a:pt x="78512" y="38512"/>
                    <a:pt x="85139" y="42585"/>
                  </a:cubicBezTo>
                  <a:cubicBezTo>
                    <a:pt x="90397" y="45807"/>
                    <a:pt x="97510" y="47995"/>
                    <a:pt x="104105" y="49120"/>
                  </a:cubicBezTo>
                  <a:cubicBezTo>
                    <a:pt x="109698" y="50062"/>
                    <a:pt x="109729" y="52707"/>
                    <a:pt x="110580" y="57691"/>
                  </a:cubicBezTo>
                  <a:cubicBezTo>
                    <a:pt x="111461" y="63071"/>
                    <a:pt x="112829" y="67692"/>
                    <a:pt x="118878" y="68938"/>
                  </a:cubicBezTo>
                  <a:cubicBezTo>
                    <a:pt x="126082" y="70427"/>
                    <a:pt x="136234" y="63649"/>
                    <a:pt x="143012" y="66111"/>
                  </a:cubicBezTo>
                  <a:cubicBezTo>
                    <a:pt x="147359" y="67661"/>
                    <a:pt x="153742" y="7255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17"/>
            <p:cNvSpPr/>
            <p:nvPr/>
          </p:nvSpPr>
          <p:spPr>
            <a:xfrm>
              <a:off x="2975000" y="442550"/>
              <a:ext cx="3962850" cy="1804000"/>
            </a:xfrm>
            <a:custGeom>
              <a:rect b="b" l="l" r="r" t="t"/>
              <a:pathLst>
                <a:path extrusionOk="0" fill="none" h="72160" w="158514">
                  <a:moveTo>
                    <a:pt x="0" y="1"/>
                  </a:moveTo>
                  <a:cubicBezTo>
                    <a:pt x="5076" y="2736"/>
                    <a:pt x="10456" y="4803"/>
                    <a:pt x="15806" y="6688"/>
                  </a:cubicBezTo>
                  <a:cubicBezTo>
                    <a:pt x="22037" y="8876"/>
                    <a:pt x="26049" y="12767"/>
                    <a:pt x="27326" y="18967"/>
                  </a:cubicBezTo>
                  <a:cubicBezTo>
                    <a:pt x="28542" y="24925"/>
                    <a:pt x="27326" y="31126"/>
                    <a:pt x="31855" y="36202"/>
                  </a:cubicBezTo>
                  <a:cubicBezTo>
                    <a:pt x="35381" y="40153"/>
                    <a:pt x="33618" y="48725"/>
                    <a:pt x="39150" y="50457"/>
                  </a:cubicBezTo>
                  <a:cubicBezTo>
                    <a:pt x="48329" y="53314"/>
                    <a:pt x="55746" y="42919"/>
                    <a:pt x="60792" y="36810"/>
                  </a:cubicBezTo>
                  <a:cubicBezTo>
                    <a:pt x="67995" y="28086"/>
                    <a:pt x="80032" y="38360"/>
                    <a:pt x="86263" y="42159"/>
                  </a:cubicBezTo>
                  <a:cubicBezTo>
                    <a:pt x="91430" y="45320"/>
                    <a:pt x="98057" y="48056"/>
                    <a:pt x="104561" y="48998"/>
                  </a:cubicBezTo>
                  <a:cubicBezTo>
                    <a:pt x="115747" y="50700"/>
                    <a:pt x="107692" y="65898"/>
                    <a:pt x="119303" y="68178"/>
                  </a:cubicBezTo>
                  <a:cubicBezTo>
                    <a:pt x="126294" y="69576"/>
                    <a:pt x="136872" y="63254"/>
                    <a:pt x="143316" y="65898"/>
                  </a:cubicBezTo>
                  <a:cubicBezTo>
                    <a:pt x="147784" y="67752"/>
                    <a:pt x="153407" y="7216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17"/>
            <p:cNvSpPr/>
            <p:nvPr/>
          </p:nvSpPr>
          <p:spPr>
            <a:xfrm>
              <a:off x="2975000" y="442550"/>
              <a:ext cx="3962100" cy="1802475"/>
            </a:xfrm>
            <a:custGeom>
              <a:rect b="b" l="l" r="r" t="t"/>
              <a:pathLst>
                <a:path extrusionOk="0" fill="none" h="72099" w="158484">
                  <a:moveTo>
                    <a:pt x="0" y="1"/>
                  </a:moveTo>
                  <a:cubicBezTo>
                    <a:pt x="5107" y="2706"/>
                    <a:pt x="10760" y="4590"/>
                    <a:pt x="15958" y="6444"/>
                  </a:cubicBezTo>
                  <a:cubicBezTo>
                    <a:pt x="21764" y="8511"/>
                    <a:pt x="26931" y="11733"/>
                    <a:pt x="28390" y="17843"/>
                  </a:cubicBezTo>
                  <a:cubicBezTo>
                    <a:pt x="29788" y="23740"/>
                    <a:pt x="26900" y="30579"/>
                    <a:pt x="31672" y="35867"/>
                  </a:cubicBezTo>
                  <a:cubicBezTo>
                    <a:pt x="35107" y="39636"/>
                    <a:pt x="34925" y="48390"/>
                    <a:pt x="40001" y="49849"/>
                  </a:cubicBezTo>
                  <a:cubicBezTo>
                    <a:pt x="49302" y="52494"/>
                    <a:pt x="56415" y="40761"/>
                    <a:pt x="61886" y="35320"/>
                  </a:cubicBezTo>
                  <a:cubicBezTo>
                    <a:pt x="69211" y="28025"/>
                    <a:pt x="81278" y="37873"/>
                    <a:pt x="87327" y="41612"/>
                  </a:cubicBezTo>
                  <a:cubicBezTo>
                    <a:pt x="92585" y="44864"/>
                    <a:pt x="98421" y="48117"/>
                    <a:pt x="104926" y="48968"/>
                  </a:cubicBezTo>
                  <a:cubicBezTo>
                    <a:pt x="116385" y="50457"/>
                    <a:pt x="108239" y="65442"/>
                    <a:pt x="119759" y="67509"/>
                  </a:cubicBezTo>
                  <a:cubicBezTo>
                    <a:pt x="126659" y="68725"/>
                    <a:pt x="137298" y="62980"/>
                    <a:pt x="143559" y="65716"/>
                  </a:cubicBezTo>
                  <a:cubicBezTo>
                    <a:pt x="147936" y="67631"/>
                    <a:pt x="153407" y="72099"/>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17"/>
            <p:cNvSpPr/>
            <p:nvPr/>
          </p:nvSpPr>
          <p:spPr>
            <a:xfrm>
              <a:off x="2975000" y="442550"/>
              <a:ext cx="3962850" cy="1800200"/>
            </a:xfrm>
            <a:custGeom>
              <a:rect b="b" l="l" r="r" t="t"/>
              <a:pathLst>
                <a:path extrusionOk="0" fill="none" h="72008" w="158514">
                  <a:moveTo>
                    <a:pt x="0" y="1"/>
                  </a:moveTo>
                  <a:cubicBezTo>
                    <a:pt x="5167" y="2645"/>
                    <a:pt x="10821" y="4499"/>
                    <a:pt x="16140" y="6201"/>
                  </a:cubicBezTo>
                  <a:cubicBezTo>
                    <a:pt x="21976" y="8055"/>
                    <a:pt x="27630" y="11065"/>
                    <a:pt x="29484" y="16657"/>
                  </a:cubicBezTo>
                  <a:cubicBezTo>
                    <a:pt x="31308" y="22159"/>
                    <a:pt x="26748" y="29940"/>
                    <a:pt x="31521" y="35442"/>
                  </a:cubicBezTo>
                  <a:cubicBezTo>
                    <a:pt x="34621" y="38998"/>
                    <a:pt x="36414" y="48147"/>
                    <a:pt x="40913" y="49211"/>
                  </a:cubicBezTo>
                  <a:cubicBezTo>
                    <a:pt x="50244" y="51430"/>
                    <a:pt x="56749" y="38846"/>
                    <a:pt x="63041" y="34044"/>
                  </a:cubicBezTo>
                  <a:cubicBezTo>
                    <a:pt x="70731" y="28147"/>
                    <a:pt x="82190" y="36992"/>
                    <a:pt x="88391" y="40943"/>
                  </a:cubicBezTo>
                  <a:cubicBezTo>
                    <a:pt x="93862" y="44409"/>
                    <a:pt x="98695" y="48147"/>
                    <a:pt x="105352" y="48907"/>
                  </a:cubicBezTo>
                  <a:cubicBezTo>
                    <a:pt x="117024" y="50184"/>
                    <a:pt x="108786" y="64834"/>
                    <a:pt x="120276" y="66780"/>
                  </a:cubicBezTo>
                  <a:cubicBezTo>
                    <a:pt x="126993" y="67904"/>
                    <a:pt x="137784" y="62585"/>
                    <a:pt x="143863" y="65533"/>
                  </a:cubicBezTo>
                  <a:cubicBezTo>
                    <a:pt x="148149" y="67570"/>
                    <a:pt x="153468" y="72008"/>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17"/>
            <p:cNvSpPr/>
            <p:nvPr/>
          </p:nvSpPr>
          <p:spPr>
            <a:xfrm>
              <a:off x="2975000" y="442550"/>
              <a:ext cx="3963625" cy="1798675"/>
            </a:xfrm>
            <a:custGeom>
              <a:rect b="b" l="l" r="r" t="t"/>
              <a:pathLst>
                <a:path extrusionOk="0" fill="none" h="71947" w="158545">
                  <a:moveTo>
                    <a:pt x="0" y="1"/>
                  </a:moveTo>
                  <a:cubicBezTo>
                    <a:pt x="5198" y="2615"/>
                    <a:pt x="10912" y="4408"/>
                    <a:pt x="16323" y="5958"/>
                  </a:cubicBezTo>
                  <a:cubicBezTo>
                    <a:pt x="22067" y="7630"/>
                    <a:pt x="28147" y="10365"/>
                    <a:pt x="30578" y="15472"/>
                  </a:cubicBezTo>
                  <a:cubicBezTo>
                    <a:pt x="33192" y="20974"/>
                    <a:pt x="26931" y="29059"/>
                    <a:pt x="31369" y="35047"/>
                  </a:cubicBezTo>
                  <a:cubicBezTo>
                    <a:pt x="33831" y="38390"/>
                    <a:pt x="37904" y="47904"/>
                    <a:pt x="41825" y="48542"/>
                  </a:cubicBezTo>
                  <a:cubicBezTo>
                    <a:pt x="50883" y="50062"/>
                    <a:pt x="57296" y="36931"/>
                    <a:pt x="64257" y="33010"/>
                  </a:cubicBezTo>
                  <a:cubicBezTo>
                    <a:pt x="72160" y="28512"/>
                    <a:pt x="83102" y="35928"/>
                    <a:pt x="89424" y="40153"/>
                  </a:cubicBezTo>
                  <a:cubicBezTo>
                    <a:pt x="94804" y="43740"/>
                    <a:pt x="98877" y="48208"/>
                    <a:pt x="105747" y="48846"/>
                  </a:cubicBezTo>
                  <a:cubicBezTo>
                    <a:pt x="117601" y="49971"/>
                    <a:pt x="109425" y="64257"/>
                    <a:pt x="120793" y="66081"/>
                  </a:cubicBezTo>
                  <a:cubicBezTo>
                    <a:pt x="127419" y="67144"/>
                    <a:pt x="138270" y="62281"/>
                    <a:pt x="144167" y="65351"/>
                  </a:cubicBezTo>
                  <a:cubicBezTo>
                    <a:pt x="148362" y="67540"/>
                    <a:pt x="153529" y="71947"/>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17"/>
            <p:cNvSpPr/>
            <p:nvPr/>
          </p:nvSpPr>
          <p:spPr>
            <a:xfrm>
              <a:off x="2975000" y="442550"/>
              <a:ext cx="3962850" cy="1795650"/>
            </a:xfrm>
            <a:custGeom>
              <a:rect b="b" l="l" r="r" t="t"/>
              <a:pathLst>
                <a:path extrusionOk="0" fill="none" h="71826" w="158514">
                  <a:moveTo>
                    <a:pt x="0" y="1"/>
                  </a:moveTo>
                  <a:cubicBezTo>
                    <a:pt x="5259" y="2584"/>
                    <a:pt x="10973" y="4317"/>
                    <a:pt x="16475" y="5745"/>
                  </a:cubicBezTo>
                  <a:cubicBezTo>
                    <a:pt x="22250" y="7235"/>
                    <a:pt x="28542" y="9788"/>
                    <a:pt x="31581" y="14195"/>
                  </a:cubicBezTo>
                  <a:cubicBezTo>
                    <a:pt x="35168" y="19332"/>
                    <a:pt x="27326" y="28238"/>
                    <a:pt x="31247" y="34560"/>
                  </a:cubicBezTo>
                  <a:cubicBezTo>
                    <a:pt x="33253" y="37782"/>
                    <a:pt x="39150" y="47418"/>
                    <a:pt x="42737" y="47722"/>
                  </a:cubicBezTo>
                  <a:cubicBezTo>
                    <a:pt x="51612" y="48482"/>
                    <a:pt x="57752" y="35229"/>
                    <a:pt x="65412" y="32129"/>
                  </a:cubicBezTo>
                  <a:cubicBezTo>
                    <a:pt x="73588" y="28816"/>
                    <a:pt x="84044" y="34804"/>
                    <a:pt x="90275" y="39302"/>
                  </a:cubicBezTo>
                  <a:cubicBezTo>
                    <a:pt x="95351" y="42980"/>
                    <a:pt x="98938" y="48269"/>
                    <a:pt x="106081" y="48816"/>
                  </a:cubicBezTo>
                  <a:cubicBezTo>
                    <a:pt x="111704" y="49241"/>
                    <a:pt x="112981" y="50670"/>
                    <a:pt x="114136" y="56111"/>
                  </a:cubicBezTo>
                  <a:cubicBezTo>
                    <a:pt x="115139" y="60792"/>
                    <a:pt x="115321" y="64470"/>
                    <a:pt x="121279" y="65381"/>
                  </a:cubicBezTo>
                  <a:cubicBezTo>
                    <a:pt x="127784" y="66385"/>
                    <a:pt x="138696" y="61947"/>
                    <a:pt x="144410" y="65169"/>
                  </a:cubicBezTo>
                  <a:cubicBezTo>
                    <a:pt x="148483" y="67448"/>
                    <a:pt x="153529" y="7182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17"/>
            <p:cNvSpPr/>
            <p:nvPr/>
          </p:nvSpPr>
          <p:spPr>
            <a:xfrm>
              <a:off x="2975000" y="442550"/>
              <a:ext cx="3962850" cy="1794125"/>
            </a:xfrm>
            <a:custGeom>
              <a:rect b="b" l="l" r="r" t="t"/>
              <a:pathLst>
                <a:path extrusionOk="0" fill="none" h="71765" w="158514">
                  <a:moveTo>
                    <a:pt x="0" y="1"/>
                  </a:moveTo>
                  <a:cubicBezTo>
                    <a:pt x="5319" y="2554"/>
                    <a:pt x="11064" y="4226"/>
                    <a:pt x="16627" y="5502"/>
                  </a:cubicBezTo>
                  <a:cubicBezTo>
                    <a:pt x="22523" y="6840"/>
                    <a:pt x="28663" y="9302"/>
                    <a:pt x="32554" y="12919"/>
                  </a:cubicBezTo>
                  <a:cubicBezTo>
                    <a:pt x="36931" y="17022"/>
                    <a:pt x="28906" y="28268"/>
                    <a:pt x="31247" y="33983"/>
                  </a:cubicBezTo>
                  <a:cubicBezTo>
                    <a:pt x="32615" y="37326"/>
                    <a:pt x="40031" y="46658"/>
                    <a:pt x="43679" y="46719"/>
                  </a:cubicBezTo>
                  <a:cubicBezTo>
                    <a:pt x="52433" y="46810"/>
                    <a:pt x="58117" y="33861"/>
                    <a:pt x="66628" y="31430"/>
                  </a:cubicBezTo>
                  <a:cubicBezTo>
                    <a:pt x="75108" y="28998"/>
                    <a:pt x="85078" y="33709"/>
                    <a:pt x="91066" y="38451"/>
                  </a:cubicBezTo>
                  <a:cubicBezTo>
                    <a:pt x="95899" y="42250"/>
                    <a:pt x="98847" y="48482"/>
                    <a:pt x="106446" y="48785"/>
                  </a:cubicBezTo>
                  <a:cubicBezTo>
                    <a:pt x="119030" y="49272"/>
                    <a:pt x="110853" y="62950"/>
                    <a:pt x="121826" y="64743"/>
                  </a:cubicBezTo>
                  <a:cubicBezTo>
                    <a:pt x="128088" y="65746"/>
                    <a:pt x="139121" y="61612"/>
                    <a:pt x="144684" y="64986"/>
                  </a:cubicBezTo>
                  <a:cubicBezTo>
                    <a:pt x="148666" y="67388"/>
                    <a:pt x="153559" y="7176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17"/>
            <p:cNvSpPr/>
            <p:nvPr/>
          </p:nvSpPr>
          <p:spPr>
            <a:xfrm>
              <a:off x="2975000" y="442550"/>
              <a:ext cx="3962850" cy="1791075"/>
            </a:xfrm>
            <a:custGeom>
              <a:rect b="b" l="l" r="r" t="t"/>
              <a:pathLst>
                <a:path extrusionOk="0" fill="none" h="71643" w="158514">
                  <a:moveTo>
                    <a:pt x="0" y="1"/>
                  </a:moveTo>
                  <a:cubicBezTo>
                    <a:pt x="5319" y="2523"/>
                    <a:pt x="11155" y="4134"/>
                    <a:pt x="16779" y="5259"/>
                  </a:cubicBezTo>
                  <a:cubicBezTo>
                    <a:pt x="22736" y="6475"/>
                    <a:pt x="29302" y="9058"/>
                    <a:pt x="33405" y="11672"/>
                  </a:cubicBezTo>
                  <a:cubicBezTo>
                    <a:pt x="37660" y="14378"/>
                    <a:pt x="30821" y="28968"/>
                    <a:pt x="31399" y="33314"/>
                  </a:cubicBezTo>
                  <a:cubicBezTo>
                    <a:pt x="31885" y="36931"/>
                    <a:pt x="40578" y="45624"/>
                    <a:pt x="44651" y="45472"/>
                  </a:cubicBezTo>
                  <a:cubicBezTo>
                    <a:pt x="53101" y="45168"/>
                    <a:pt x="58421" y="32828"/>
                    <a:pt x="67874" y="30852"/>
                  </a:cubicBezTo>
                  <a:cubicBezTo>
                    <a:pt x="76658" y="29028"/>
                    <a:pt x="86233" y="32706"/>
                    <a:pt x="91856" y="37509"/>
                  </a:cubicBezTo>
                  <a:cubicBezTo>
                    <a:pt x="96476" y="41491"/>
                    <a:pt x="98908" y="48542"/>
                    <a:pt x="106780" y="48755"/>
                  </a:cubicBezTo>
                  <a:cubicBezTo>
                    <a:pt x="112647" y="48907"/>
                    <a:pt x="114045" y="50184"/>
                    <a:pt x="115565" y="55503"/>
                  </a:cubicBezTo>
                  <a:cubicBezTo>
                    <a:pt x="116841" y="60062"/>
                    <a:pt x="116628" y="63132"/>
                    <a:pt x="122404" y="64044"/>
                  </a:cubicBezTo>
                  <a:cubicBezTo>
                    <a:pt x="128544" y="65047"/>
                    <a:pt x="139486" y="61278"/>
                    <a:pt x="144957" y="64804"/>
                  </a:cubicBezTo>
                  <a:cubicBezTo>
                    <a:pt x="148818" y="67296"/>
                    <a:pt x="153559" y="71643"/>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17"/>
            <p:cNvSpPr/>
            <p:nvPr/>
          </p:nvSpPr>
          <p:spPr>
            <a:xfrm>
              <a:off x="2975000" y="442550"/>
              <a:ext cx="3962100" cy="1789575"/>
            </a:xfrm>
            <a:custGeom>
              <a:rect b="b" l="l" r="r" t="t"/>
              <a:pathLst>
                <a:path extrusionOk="0" fill="none" h="71583" w="158484">
                  <a:moveTo>
                    <a:pt x="0" y="1"/>
                  </a:moveTo>
                  <a:cubicBezTo>
                    <a:pt x="5380" y="2463"/>
                    <a:pt x="11216" y="4043"/>
                    <a:pt x="16900" y="5016"/>
                  </a:cubicBezTo>
                  <a:cubicBezTo>
                    <a:pt x="22797" y="6049"/>
                    <a:pt x="29058" y="8724"/>
                    <a:pt x="34135" y="10457"/>
                  </a:cubicBezTo>
                  <a:cubicBezTo>
                    <a:pt x="39667" y="12372"/>
                    <a:pt x="32037" y="28846"/>
                    <a:pt x="31855" y="32463"/>
                  </a:cubicBezTo>
                  <a:cubicBezTo>
                    <a:pt x="31672" y="36597"/>
                    <a:pt x="40852" y="44712"/>
                    <a:pt x="45503" y="44074"/>
                  </a:cubicBezTo>
                  <a:cubicBezTo>
                    <a:pt x="54165" y="42889"/>
                    <a:pt x="59606" y="32038"/>
                    <a:pt x="69090" y="30335"/>
                  </a:cubicBezTo>
                  <a:cubicBezTo>
                    <a:pt x="77479" y="28846"/>
                    <a:pt x="87388" y="31703"/>
                    <a:pt x="92646" y="36566"/>
                  </a:cubicBezTo>
                  <a:cubicBezTo>
                    <a:pt x="97084" y="40670"/>
                    <a:pt x="98908" y="48634"/>
                    <a:pt x="107084" y="48725"/>
                  </a:cubicBezTo>
                  <a:cubicBezTo>
                    <a:pt x="112890" y="48816"/>
                    <a:pt x="114501" y="49910"/>
                    <a:pt x="116203" y="55229"/>
                  </a:cubicBezTo>
                  <a:cubicBezTo>
                    <a:pt x="117571" y="59606"/>
                    <a:pt x="117297" y="62555"/>
                    <a:pt x="122951" y="63436"/>
                  </a:cubicBezTo>
                  <a:cubicBezTo>
                    <a:pt x="129030" y="64378"/>
                    <a:pt x="139851" y="60944"/>
                    <a:pt x="145200" y="64622"/>
                  </a:cubicBezTo>
                  <a:cubicBezTo>
                    <a:pt x="148939" y="67205"/>
                    <a:pt x="153590" y="7158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17"/>
            <p:cNvSpPr/>
            <p:nvPr/>
          </p:nvSpPr>
          <p:spPr>
            <a:xfrm>
              <a:off x="2975000" y="442550"/>
              <a:ext cx="3962850" cy="1785000"/>
            </a:xfrm>
            <a:custGeom>
              <a:rect b="b" l="l" r="r" t="t"/>
              <a:pathLst>
                <a:path extrusionOk="0" fill="none" h="71400" w="158514">
                  <a:moveTo>
                    <a:pt x="0" y="1"/>
                  </a:moveTo>
                  <a:cubicBezTo>
                    <a:pt x="5411" y="2432"/>
                    <a:pt x="11307" y="3952"/>
                    <a:pt x="17052" y="4803"/>
                  </a:cubicBezTo>
                  <a:cubicBezTo>
                    <a:pt x="22949" y="5685"/>
                    <a:pt x="29028" y="8967"/>
                    <a:pt x="34682" y="9362"/>
                  </a:cubicBezTo>
                  <a:cubicBezTo>
                    <a:pt x="42007" y="9849"/>
                    <a:pt x="33557" y="28360"/>
                    <a:pt x="32858" y="31065"/>
                  </a:cubicBezTo>
                  <a:cubicBezTo>
                    <a:pt x="31308" y="36931"/>
                    <a:pt x="41095" y="43801"/>
                    <a:pt x="46141" y="42676"/>
                  </a:cubicBezTo>
                  <a:cubicBezTo>
                    <a:pt x="54925" y="40761"/>
                    <a:pt x="60731" y="31703"/>
                    <a:pt x="70245" y="29819"/>
                  </a:cubicBezTo>
                  <a:cubicBezTo>
                    <a:pt x="78451" y="28177"/>
                    <a:pt x="88573" y="30731"/>
                    <a:pt x="93497" y="35563"/>
                  </a:cubicBezTo>
                  <a:cubicBezTo>
                    <a:pt x="97753" y="39728"/>
                    <a:pt x="98969" y="48725"/>
                    <a:pt x="107419" y="48755"/>
                  </a:cubicBezTo>
                  <a:cubicBezTo>
                    <a:pt x="113163" y="48755"/>
                    <a:pt x="115018" y="49667"/>
                    <a:pt x="116872" y="54956"/>
                  </a:cubicBezTo>
                  <a:cubicBezTo>
                    <a:pt x="118331" y="59181"/>
                    <a:pt x="118027" y="61977"/>
                    <a:pt x="123559" y="62798"/>
                  </a:cubicBezTo>
                  <a:cubicBezTo>
                    <a:pt x="129638" y="63710"/>
                    <a:pt x="140459" y="60579"/>
                    <a:pt x="145504" y="64470"/>
                  </a:cubicBezTo>
                  <a:cubicBezTo>
                    <a:pt x="148939" y="67144"/>
                    <a:pt x="153802" y="7140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17"/>
            <p:cNvSpPr/>
            <p:nvPr/>
          </p:nvSpPr>
          <p:spPr>
            <a:xfrm>
              <a:off x="2975000" y="442550"/>
              <a:ext cx="3962100" cy="1781975"/>
            </a:xfrm>
            <a:custGeom>
              <a:rect b="b" l="l" r="r" t="t"/>
              <a:pathLst>
                <a:path extrusionOk="0" fill="none" h="71279" w="158484">
                  <a:moveTo>
                    <a:pt x="0" y="1"/>
                  </a:moveTo>
                  <a:cubicBezTo>
                    <a:pt x="5471" y="2402"/>
                    <a:pt x="11247" y="3922"/>
                    <a:pt x="17174" y="4560"/>
                  </a:cubicBezTo>
                  <a:cubicBezTo>
                    <a:pt x="23253" y="5198"/>
                    <a:pt x="29514" y="8420"/>
                    <a:pt x="35107" y="8177"/>
                  </a:cubicBezTo>
                  <a:cubicBezTo>
                    <a:pt x="44044" y="7782"/>
                    <a:pt x="35290" y="26718"/>
                    <a:pt x="34256" y="29089"/>
                  </a:cubicBezTo>
                  <a:cubicBezTo>
                    <a:pt x="31369" y="35959"/>
                    <a:pt x="40578" y="42980"/>
                    <a:pt x="46658" y="41247"/>
                  </a:cubicBezTo>
                  <a:cubicBezTo>
                    <a:pt x="55533" y="38785"/>
                    <a:pt x="61947" y="31490"/>
                    <a:pt x="71369" y="29180"/>
                  </a:cubicBezTo>
                  <a:cubicBezTo>
                    <a:pt x="79424" y="27174"/>
                    <a:pt x="89819" y="29697"/>
                    <a:pt x="94470" y="34439"/>
                  </a:cubicBezTo>
                  <a:cubicBezTo>
                    <a:pt x="98482" y="38573"/>
                    <a:pt x="99090" y="48785"/>
                    <a:pt x="107753" y="48694"/>
                  </a:cubicBezTo>
                  <a:cubicBezTo>
                    <a:pt x="113407" y="48634"/>
                    <a:pt x="115504" y="49424"/>
                    <a:pt x="117510" y="54652"/>
                  </a:cubicBezTo>
                  <a:cubicBezTo>
                    <a:pt x="119060" y="58694"/>
                    <a:pt x="118665" y="61400"/>
                    <a:pt x="124167" y="62160"/>
                  </a:cubicBezTo>
                  <a:cubicBezTo>
                    <a:pt x="130246" y="62980"/>
                    <a:pt x="140793" y="60245"/>
                    <a:pt x="145717" y="64257"/>
                  </a:cubicBezTo>
                  <a:cubicBezTo>
                    <a:pt x="149061" y="66962"/>
                    <a:pt x="153802" y="71278"/>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17"/>
            <p:cNvSpPr/>
            <p:nvPr/>
          </p:nvSpPr>
          <p:spPr>
            <a:xfrm>
              <a:off x="2975000" y="442550"/>
              <a:ext cx="3962850" cy="1781200"/>
            </a:xfrm>
            <a:custGeom>
              <a:rect b="b" l="l" r="r" t="t"/>
              <a:pathLst>
                <a:path extrusionOk="0" fill="none" h="71248" w="158514">
                  <a:moveTo>
                    <a:pt x="0" y="1"/>
                  </a:moveTo>
                  <a:cubicBezTo>
                    <a:pt x="5502" y="2371"/>
                    <a:pt x="11338" y="3830"/>
                    <a:pt x="17326" y="4347"/>
                  </a:cubicBezTo>
                  <a:cubicBezTo>
                    <a:pt x="23405" y="4833"/>
                    <a:pt x="29484" y="7478"/>
                    <a:pt x="35381" y="7083"/>
                  </a:cubicBezTo>
                  <a:cubicBezTo>
                    <a:pt x="46171" y="6384"/>
                    <a:pt x="37660" y="22007"/>
                    <a:pt x="36080" y="26718"/>
                  </a:cubicBezTo>
                  <a:cubicBezTo>
                    <a:pt x="34560" y="31247"/>
                    <a:pt x="33192" y="34591"/>
                    <a:pt x="37387" y="37934"/>
                  </a:cubicBezTo>
                  <a:cubicBezTo>
                    <a:pt x="40062" y="40032"/>
                    <a:pt x="43983" y="40913"/>
                    <a:pt x="47144" y="39940"/>
                  </a:cubicBezTo>
                  <a:cubicBezTo>
                    <a:pt x="52007" y="38421"/>
                    <a:pt x="55959" y="34864"/>
                    <a:pt x="60548" y="32524"/>
                  </a:cubicBezTo>
                  <a:cubicBezTo>
                    <a:pt x="64409" y="30579"/>
                    <a:pt x="68360" y="29758"/>
                    <a:pt x="72403" y="28512"/>
                  </a:cubicBezTo>
                  <a:cubicBezTo>
                    <a:pt x="80275" y="26080"/>
                    <a:pt x="91187" y="28724"/>
                    <a:pt x="95503" y="33314"/>
                  </a:cubicBezTo>
                  <a:cubicBezTo>
                    <a:pt x="99303" y="37296"/>
                    <a:pt x="99212" y="48877"/>
                    <a:pt x="108118" y="48694"/>
                  </a:cubicBezTo>
                  <a:cubicBezTo>
                    <a:pt x="113589" y="48573"/>
                    <a:pt x="115990" y="49302"/>
                    <a:pt x="118148" y="54409"/>
                  </a:cubicBezTo>
                  <a:cubicBezTo>
                    <a:pt x="119820" y="58299"/>
                    <a:pt x="119364" y="60974"/>
                    <a:pt x="124805" y="61612"/>
                  </a:cubicBezTo>
                  <a:cubicBezTo>
                    <a:pt x="130519" y="62281"/>
                    <a:pt x="141249" y="59819"/>
                    <a:pt x="145991" y="64135"/>
                  </a:cubicBezTo>
                  <a:cubicBezTo>
                    <a:pt x="149213" y="67023"/>
                    <a:pt x="153863" y="71248"/>
                    <a:pt x="158514" y="68695"/>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17"/>
            <p:cNvSpPr/>
            <p:nvPr/>
          </p:nvSpPr>
          <p:spPr>
            <a:xfrm>
              <a:off x="2975000" y="442550"/>
              <a:ext cx="3962100" cy="1777400"/>
            </a:xfrm>
            <a:custGeom>
              <a:rect b="b" l="l" r="r" t="t"/>
              <a:pathLst>
                <a:path extrusionOk="0" fill="none" h="71096" w="158484">
                  <a:moveTo>
                    <a:pt x="0" y="1"/>
                  </a:moveTo>
                  <a:cubicBezTo>
                    <a:pt x="5532" y="2341"/>
                    <a:pt x="11429" y="3739"/>
                    <a:pt x="17447" y="4104"/>
                  </a:cubicBezTo>
                  <a:cubicBezTo>
                    <a:pt x="23496" y="4469"/>
                    <a:pt x="29484" y="6596"/>
                    <a:pt x="35533" y="6049"/>
                  </a:cubicBezTo>
                  <a:cubicBezTo>
                    <a:pt x="47357" y="4955"/>
                    <a:pt x="40822" y="16809"/>
                    <a:pt x="38208" y="23983"/>
                  </a:cubicBezTo>
                  <a:cubicBezTo>
                    <a:pt x="36657" y="28329"/>
                    <a:pt x="33557" y="33253"/>
                    <a:pt x="37691" y="36962"/>
                  </a:cubicBezTo>
                  <a:cubicBezTo>
                    <a:pt x="40244" y="39272"/>
                    <a:pt x="44591" y="39636"/>
                    <a:pt x="47661" y="38603"/>
                  </a:cubicBezTo>
                  <a:cubicBezTo>
                    <a:pt x="52646" y="36931"/>
                    <a:pt x="56901" y="33557"/>
                    <a:pt x="61764" y="31460"/>
                  </a:cubicBezTo>
                  <a:cubicBezTo>
                    <a:pt x="65533" y="29819"/>
                    <a:pt x="69576" y="29150"/>
                    <a:pt x="73375" y="27721"/>
                  </a:cubicBezTo>
                  <a:cubicBezTo>
                    <a:pt x="80974" y="24864"/>
                    <a:pt x="92464" y="27721"/>
                    <a:pt x="96659" y="32068"/>
                  </a:cubicBezTo>
                  <a:cubicBezTo>
                    <a:pt x="100884" y="36445"/>
                    <a:pt x="98634" y="48512"/>
                    <a:pt x="108452" y="48664"/>
                  </a:cubicBezTo>
                  <a:cubicBezTo>
                    <a:pt x="114014" y="48755"/>
                    <a:pt x="116416" y="49150"/>
                    <a:pt x="118756" y="54105"/>
                  </a:cubicBezTo>
                  <a:cubicBezTo>
                    <a:pt x="120550" y="57874"/>
                    <a:pt x="120002" y="60488"/>
                    <a:pt x="125413" y="61035"/>
                  </a:cubicBezTo>
                  <a:cubicBezTo>
                    <a:pt x="131158" y="61643"/>
                    <a:pt x="141553" y="59454"/>
                    <a:pt x="146234" y="63922"/>
                  </a:cubicBezTo>
                  <a:cubicBezTo>
                    <a:pt x="149334" y="66871"/>
                    <a:pt x="153894" y="71096"/>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17"/>
            <p:cNvSpPr/>
            <p:nvPr/>
          </p:nvSpPr>
          <p:spPr>
            <a:xfrm>
              <a:off x="2975000" y="442550"/>
              <a:ext cx="3962850" cy="1775125"/>
            </a:xfrm>
            <a:custGeom>
              <a:rect b="b" l="l" r="r" t="t"/>
              <a:pathLst>
                <a:path extrusionOk="0" fill="none" h="71005" w="158514">
                  <a:moveTo>
                    <a:pt x="0" y="1"/>
                  </a:moveTo>
                  <a:cubicBezTo>
                    <a:pt x="5593" y="2311"/>
                    <a:pt x="11520" y="3648"/>
                    <a:pt x="17569" y="3861"/>
                  </a:cubicBezTo>
                  <a:cubicBezTo>
                    <a:pt x="23587" y="4074"/>
                    <a:pt x="29636" y="5837"/>
                    <a:pt x="35594" y="5046"/>
                  </a:cubicBezTo>
                  <a:cubicBezTo>
                    <a:pt x="47569" y="3466"/>
                    <a:pt x="43800" y="12280"/>
                    <a:pt x="40578" y="20974"/>
                  </a:cubicBezTo>
                  <a:cubicBezTo>
                    <a:pt x="39059" y="25107"/>
                    <a:pt x="34773" y="31916"/>
                    <a:pt x="38268" y="35867"/>
                  </a:cubicBezTo>
                  <a:cubicBezTo>
                    <a:pt x="40548" y="38451"/>
                    <a:pt x="45381" y="38208"/>
                    <a:pt x="48238" y="37296"/>
                  </a:cubicBezTo>
                  <a:cubicBezTo>
                    <a:pt x="53405" y="35624"/>
                    <a:pt x="57965" y="32281"/>
                    <a:pt x="63102" y="30366"/>
                  </a:cubicBezTo>
                  <a:cubicBezTo>
                    <a:pt x="66780" y="28968"/>
                    <a:pt x="70701" y="28420"/>
                    <a:pt x="74257" y="26840"/>
                  </a:cubicBezTo>
                  <a:cubicBezTo>
                    <a:pt x="81552" y="23588"/>
                    <a:pt x="94075" y="26779"/>
                    <a:pt x="97935" y="30791"/>
                  </a:cubicBezTo>
                  <a:cubicBezTo>
                    <a:pt x="101887" y="34895"/>
                    <a:pt x="98938" y="48542"/>
                    <a:pt x="108817" y="48664"/>
                  </a:cubicBezTo>
                  <a:cubicBezTo>
                    <a:pt x="114227" y="48694"/>
                    <a:pt x="116872" y="49029"/>
                    <a:pt x="119364" y="53801"/>
                  </a:cubicBezTo>
                  <a:cubicBezTo>
                    <a:pt x="121249" y="57448"/>
                    <a:pt x="120702" y="60032"/>
                    <a:pt x="126021" y="60518"/>
                  </a:cubicBezTo>
                  <a:cubicBezTo>
                    <a:pt x="131826" y="61035"/>
                    <a:pt x="141857" y="59120"/>
                    <a:pt x="146507" y="63771"/>
                  </a:cubicBezTo>
                  <a:cubicBezTo>
                    <a:pt x="149456" y="66719"/>
                    <a:pt x="153924" y="7100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17"/>
            <p:cNvSpPr/>
            <p:nvPr/>
          </p:nvSpPr>
          <p:spPr>
            <a:xfrm>
              <a:off x="2975000" y="442550"/>
              <a:ext cx="3962850" cy="1772850"/>
            </a:xfrm>
            <a:custGeom>
              <a:rect b="b" l="l" r="r" t="t"/>
              <a:pathLst>
                <a:path extrusionOk="0" fill="none" h="70914" w="158514">
                  <a:moveTo>
                    <a:pt x="0" y="1"/>
                  </a:moveTo>
                  <a:cubicBezTo>
                    <a:pt x="5623" y="2280"/>
                    <a:pt x="11611" y="3526"/>
                    <a:pt x="17690" y="3648"/>
                  </a:cubicBezTo>
                  <a:cubicBezTo>
                    <a:pt x="23648" y="3709"/>
                    <a:pt x="29636" y="5016"/>
                    <a:pt x="35563" y="4104"/>
                  </a:cubicBezTo>
                  <a:cubicBezTo>
                    <a:pt x="47022" y="2371"/>
                    <a:pt x="46627" y="7843"/>
                    <a:pt x="43101" y="17812"/>
                  </a:cubicBezTo>
                  <a:cubicBezTo>
                    <a:pt x="41733" y="21612"/>
                    <a:pt x="36232" y="30670"/>
                    <a:pt x="39028" y="34621"/>
                  </a:cubicBezTo>
                  <a:cubicBezTo>
                    <a:pt x="41004" y="37387"/>
                    <a:pt x="46293" y="36901"/>
                    <a:pt x="48968" y="35989"/>
                  </a:cubicBezTo>
                  <a:cubicBezTo>
                    <a:pt x="57235" y="33071"/>
                    <a:pt x="67235" y="29667"/>
                    <a:pt x="75108" y="25867"/>
                  </a:cubicBezTo>
                  <a:cubicBezTo>
                    <a:pt x="82008" y="22524"/>
                    <a:pt x="95655" y="25746"/>
                    <a:pt x="99303" y="29484"/>
                  </a:cubicBezTo>
                  <a:cubicBezTo>
                    <a:pt x="103042" y="33284"/>
                    <a:pt x="99546" y="48573"/>
                    <a:pt x="109242" y="48573"/>
                  </a:cubicBezTo>
                  <a:cubicBezTo>
                    <a:pt x="114379" y="48573"/>
                    <a:pt x="117328" y="48968"/>
                    <a:pt x="119942" y="53527"/>
                  </a:cubicBezTo>
                  <a:cubicBezTo>
                    <a:pt x="121948" y="57023"/>
                    <a:pt x="121340" y="59606"/>
                    <a:pt x="126629" y="60032"/>
                  </a:cubicBezTo>
                  <a:cubicBezTo>
                    <a:pt x="132495" y="60488"/>
                    <a:pt x="142130" y="58725"/>
                    <a:pt x="146751" y="63558"/>
                  </a:cubicBezTo>
                  <a:cubicBezTo>
                    <a:pt x="149608" y="66567"/>
                    <a:pt x="153985" y="70913"/>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17"/>
            <p:cNvSpPr/>
            <p:nvPr/>
          </p:nvSpPr>
          <p:spPr>
            <a:xfrm>
              <a:off x="2975000" y="442550"/>
              <a:ext cx="3962100" cy="1769800"/>
            </a:xfrm>
            <a:custGeom>
              <a:rect b="b" l="l" r="r" t="t"/>
              <a:pathLst>
                <a:path extrusionOk="0" fill="none" h="70792" w="158484">
                  <a:moveTo>
                    <a:pt x="0" y="1"/>
                  </a:moveTo>
                  <a:cubicBezTo>
                    <a:pt x="5654" y="2280"/>
                    <a:pt x="11703" y="3435"/>
                    <a:pt x="17812" y="3405"/>
                  </a:cubicBezTo>
                  <a:cubicBezTo>
                    <a:pt x="23709" y="3344"/>
                    <a:pt x="29606" y="4165"/>
                    <a:pt x="35502" y="3192"/>
                  </a:cubicBezTo>
                  <a:cubicBezTo>
                    <a:pt x="37660" y="2858"/>
                    <a:pt x="42463" y="1976"/>
                    <a:pt x="44621" y="2949"/>
                  </a:cubicBezTo>
                  <a:cubicBezTo>
                    <a:pt x="49545" y="5168"/>
                    <a:pt x="46840" y="10913"/>
                    <a:pt x="45624" y="14742"/>
                  </a:cubicBezTo>
                  <a:cubicBezTo>
                    <a:pt x="43557" y="21369"/>
                    <a:pt x="34135" y="40001"/>
                    <a:pt x="49819" y="34652"/>
                  </a:cubicBezTo>
                  <a:cubicBezTo>
                    <a:pt x="58299" y="31734"/>
                    <a:pt x="67935" y="28177"/>
                    <a:pt x="76050" y="24864"/>
                  </a:cubicBezTo>
                  <a:cubicBezTo>
                    <a:pt x="83072" y="21977"/>
                    <a:pt x="96051" y="24347"/>
                    <a:pt x="100762" y="28117"/>
                  </a:cubicBezTo>
                  <a:cubicBezTo>
                    <a:pt x="105716" y="32098"/>
                    <a:pt x="98908" y="48299"/>
                    <a:pt x="109698" y="48482"/>
                  </a:cubicBezTo>
                  <a:cubicBezTo>
                    <a:pt x="114653" y="48573"/>
                    <a:pt x="117753" y="48846"/>
                    <a:pt x="120458" y="53254"/>
                  </a:cubicBezTo>
                  <a:cubicBezTo>
                    <a:pt x="122586" y="56628"/>
                    <a:pt x="121948" y="59242"/>
                    <a:pt x="127176" y="59576"/>
                  </a:cubicBezTo>
                  <a:cubicBezTo>
                    <a:pt x="133133" y="60001"/>
                    <a:pt x="142404" y="58360"/>
                    <a:pt x="146963" y="63375"/>
                  </a:cubicBezTo>
                  <a:cubicBezTo>
                    <a:pt x="149699" y="66385"/>
                    <a:pt x="153985" y="70792"/>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17"/>
            <p:cNvSpPr/>
            <p:nvPr/>
          </p:nvSpPr>
          <p:spPr>
            <a:xfrm>
              <a:off x="2975000" y="442550"/>
              <a:ext cx="3963625" cy="1767525"/>
            </a:xfrm>
            <a:custGeom>
              <a:rect b="b" l="l" r="r" t="t"/>
              <a:pathLst>
                <a:path extrusionOk="0" fill="none" h="70701" w="158545">
                  <a:moveTo>
                    <a:pt x="0" y="1"/>
                  </a:moveTo>
                  <a:cubicBezTo>
                    <a:pt x="5715" y="2250"/>
                    <a:pt x="11794" y="3314"/>
                    <a:pt x="17934" y="3192"/>
                  </a:cubicBezTo>
                  <a:cubicBezTo>
                    <a:pt x="23770" y="2979"/>
                    <a:pt x="29575" y="3314"/>
                    <a:pt x="35411" y="2341"/>
                  </a:cubicBezTo>
                  <a:cubicBezTo>
                    <a:pt x="44439" y="791"/>
                    <a:pt x="50518" y="2371"/>
                    <a:pt x="48147" y="11916"/>
                  </a:cubicBezTo>
                  <a:cubicBezTo>
                    <a:pt x="46627" y="18086"/>
                    <a:pt x="34894" y="38725"/>
                    <a:pt x="50883" y="33253"/>
                  </a:cubicBezTo>
                  <a:cubicBezTo>
                    <a:pt x="59697" y="30244"/>
                    <a:pt x="68482" y="26688"/>
                    <a:pt x="77418" y="23922"/>
                  </a:cubicBezTo>
                  <a:cubicBezTo>
                    <a:pt x="84227" y="21794"/>
                    <a:pt x="97601" y="22585"/>
                    <a:pt x="102312" y="26779"/>
                  </a:cubicBezTo>
                  <a:cubicBezTo>
                    <a:pt x="107510" y="31399"/>
                    <a:pt x="99394" y="48056"/>
                    <a:pt x="110276" y="48330"/>
                  </a:cubicBezTo>
                  <a:cubicBezTo>
                    <a:pt x="115200" y="48451"/>
                    <a:pt x="117966" y="49181"/>
                    <a:pt x="120945" y="52889"/>
                  </a:cubicBezTo>
                  <a:cubicBezTo>
                    <a:pt x="123376" y="55928"/>
                    <a:pt x="122464" y="58877"/>
                    <a:pt x="127784" y="59150"/>
                  </a:cubicBezTo>
                  <a:cubicBezTo>
                    <a:pt x="133711" y="59454"/>
                    <a:pt x="142769" y="58026"/>
                    <a:pt x="147267" y="63223"/>
                  </a:cubicBezTo>
                  <a:cubicBezTo>
                    <a:pt x="149881" y="66202"/>
                    <a:pt x="154076" y="70701"/>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17"/>
            <p:cNvSpPr/>
            <p:nvPr/>
          </p:nvSpPr>
          <p:spPr>
            <a:xfrm>
              <a:off x="2975000" y="442550"/>
              <a:ext cx="3962850" cy="1765250"/>
            </a:xfrm>
            <a:custGeom>
              <a:rect b="b" l="l" r="r" t="t"/>
              <a:pathLst>
                <a:path extrusionOk="0" fill="none" h="70610" w="158514">
                  <a:moveTo>
                    <a:pt x="0" y="1"/>
                  </a:moveTo>
                  <a:cubicBezTo>
                    <a:pt x="5745" y="2219"/>
                    <a:pt x="11885" y="3223"/>
                    <a:pt x="18025" y="2949"/>
                  </a:cubicBezTo>
                  <a:cubicBezTo>
                    <a:pt x="23800" y="2645"/>
                    <a:pt x="29514" y="2493"/>
                    <a:pt x="35259" y="1490"/>
                  </a:cubicBezTo>
                  <a:cubicBezTo>
                    <a:pt x="38056" y="1004"/>
                    <a:pt x="42189" y="396"/>
                    <a:pt x="44986" y="1064"/>
                  </a:cubicBezTo>
                  <a:cubicBezTo>
                    <a:pt x="50183" y="2280"/>
                    <a:pt x="51065" y="4803"/>
                    <a:pt x="50487" y="9454"/>
                  </a:cubicBezTo>
                  <a:cubicBezTo>
                    <a:pt x="49728" y="14986"/>
                    <a:pt x="36627" y="36870"/>
                    <a:pt x="52068" y="31825"/>
                  </a:cubicBezTo>
                  <a:cubicBezTo>
                    <a:pt x="60944" y="28937"/>
                    <a:pt x="69910" y="25533"/>
                    <a:pt x="79029" y="23010"/>
                  </a:cubicBezTo>
                  <a:cubicBezTo>
                    <a:pt x="86111" y="21095"/>
                    <a:pt x="98969" y="21551"/>
                    <a:pt x="103893" y="25472"/>
                  </a:cubicBezTo>
                  <a:cubicBezTo>
                    <a:pt x="109212" y="29697"/>
                    <a:pt x="100093" y="47661"/>
                    <a:pt x="110823" y="48147"/>
                  </a:cubicBezTo>
                  <a:cubicBezTo>
                    <a:pt x="115595" y="48360"/>
                    <a:pt x="118422" y="49120"/>
                    <a:pt x="121431" y="52646"/>
                  </a:cubicBezTo>
                  <a:cubicBezTo>
                    <a:pt x="123923" y="55594"/>
                    <a:pt x="123103" y="58542"/>
                    <a:pt x="128300" y="58786"/>
                  </a:cubicBezTo>
                  <a:cubicBezTo>
                    <a:pt x="134288" y="59059"/>
                    <a:pt x="143042" y="57783"/>
                    <a:pt x="147480" y="63041"/>
                  </a:cubicBezTo>
                  <a:cubicBezTo>
                    <a:pt x="150003" y="65989"/>
                    <a:pt x="154076" y="7061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17"/>
            <p:cNvSpPr/>
            <p:nvPr/>
          </p:nvSpPr>
          <p:spPr>
            <a:xfrm>
              <a:off x="2975000" y="428125"/>
              <a:ext cx="3962850" cy="1777400"/>
            </a:xfrm>
            <a:custGeom>
              <a:rect b="b" l="l" r="r" t="t"/>
              <a:pathLst>
                <a:path extrusionOk="0" fill="none" h="71096" w="158514">
                  <a:moveTo>
                    <a:pt x="0" y="578"/>
                  </a:moveTo>
                  <a:cubicBezTo>
                    <a:pt x="5715" y="2705"/>
                    <a:pt x="12128" y="3769"/>
                    <a:pt x="18146" y="3313"/>
                  </a:cubicBezTo>
                  <a:cubicBezTo>
                    <a:pt x="23861" y="2888"/>
                    <a:pt x="29484" y="2219"/>
                    <a:pt x="35138" y="1246"/>
                  </a:cubicBezTo>
                  <a:cubicBezTo>
                    <a:pt x="42554" y="0"/>
                    <a:pt x="52281" y="1489"/>
                    <a:pt x="52585" y="7994"/>
                  </a:cubicBezTo>
                  <a:cubicBezTo>
                    <a:pt x="52767" y="12523"/>
                    <a:pt x="39211" y="35350"/>
                    <a:pt x="53436" y="30882"/>
                  </a:cubicBezTo>
                  <a:cubicBezTo>
                    <a:pt x="62372" y="28086"/>
                    <a:pt x="71673" y="25137"/>
                    <a:pt x="80914" y="22736"/>
                  </a:cubicBezTo>
                  <a:cubicBezTo>
                    <a:pt x="88604" y="20760"/>
                    <a:pt x="100032" y="21551"/>
                    <a:pt x="105443" y="24803"/>
                  </a:cubicBezTo>
                  <a:cubicBezTo>
                    <a:pt x="111674" y="28511"/>
                    <a:pt x="99941" y="47508"/>
                    <a:pt x="111431" y="48511"/>
                  </a:cubicBezTo>
                  <a:cubicBezTo>
                    <a:pt x="116081" y="48937"/>
                    <a:pt x="118847" y="49606"/>
                    <a:pt x="121887" y="52980"/>
                  </a:cubicBezTo>
                  <a:cubicBezTo>
                    <a:pt x="124440" y="55837"/>
                    <a:pt x="123741" y="58785"/>
                    <a:pt x="128787" y="58998"/>
                  </a:cubicBezTo>
                  <a:cubicBezTo>
                    <a:pt x="134836" y="59271"/>
                    <a:pt x="143316" y="58147"/>
                    <a:pt x="147723" y="63436"/>
                  </a:cubicBezTo>
                  <a:cubicBezTo>
                    <a:pt x="150125" y="66323"/>
                    <a:pt x="154106" y="71095"/>
                    <a:pt x="158514" y="6924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17"/>
            <p:cNvSpPr/>
            <p:nvPr/>
          </p:nvSpPr>
          <p:spPr>
            <a:xfrm>
              <a:off x="2975000" y="412925"/>
              <a:ext cx="3962850" cy="1789550"/>
            </a:xfrm>
            <a:custGeom>
              <a:rect b="b" l="l" r="r" t="t"/>
              <a:pathLst>
                <a:path extrusionOk="0" fill="none" h="71582" w="158514">
                  <a:moveTo>
                    <a:pt x="0" y="1186"/>
                  </a:moveTo>
                  <a:cubicBezTo>
                    <a:pt x="5745" y="3283"/>
                    <a:pt x="12219" y="4286"/>
                    <a:pt x="18238" y="3678"/>
                  </a:cubicBezTo>
                  <a:cubicBezTo>
                    <a:pt x="23891" y="3131"/>
                    <a:pt x="29454" y="1976"/>
                    <a:pt x="35046" y="1034"/>
                  </a:cubicBezTo>
                  <a:cubicBezTo>
                    <a:pt x="41308" y="0"/>
                    <a:pt x="52980" y="638"/>
                    <a:pt x="54317" y="7082"/>
                  </a:cubicBezTo>
                  <a:cubicBezTo>
                    <a:pt x="55260" y="11672"/>
                    <a:pt x="42159" y="33557"/>
                    <a:pt x="54895" y="29879"/>
                  </a:cubicBezTo>
                  <a:cubicBezTo>
                    <a:pt x="64044" y="27204"/>
                    <a:pt x="73588" y="24864"/>
                    <a:pt x="82950" y="22523"/>
                  </a:cubicBezTo>
                  <a:cubicBezTo>
                    <a:pt x="90488" y="20608"/>
                    <a:pt x="101248" y="21186"/>
                    <a:pt x="106932" y="24256"/>
                  </a:cubicBezTo>
                  <a:cubicBezTo>
                    <a:pt x="113862" y="27964"/>
                    <a:pt x="100762" y="47478"/>
                    <a:pt x="112069" y="48876"/>
                  </a:cubicBezTo>
                  <a:cubicBezTo>
                    <a:pt x="116264" y="49363"/>
                    <a:pt x="119729" y="49879"/>
                    <a:pt x="122343" y="53344"/>
                  </a:cubicBezTo>
                  <a:cubicBezTo>
                    <a:pt x="124562" y="56354"/>
                    <a:pt x="124653" y="59089"/>
                    <a:pt x="129273" y="59272"/>
                  </a:cubicBezTo>
                  <a:cubicBezTo>
                    <a:pt x="135352" y="59545"/>
                    <a:pt x="143620" y="58603"/>
                    <a:pt x="147936" y="63861"/>
                  </a:cubicBezTo>
                  <a:cubicBezTo>
                    <a:pt x="150277" y="66688"/>
                    <a:pt x="154137" y="71582"/>
                    <a:pt x="158514" y="6984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17"/>
            <p:cNvSpPr/>
            <p:nvPr/>
          </p:nvSpPr>
          <p:spPr>
            <a:xfrm>
              <a:off x="2975000" y="386325"/>
              <a:ext cx="3962850" cy="1813875"/>
            </a:xfrm>
            <a:custGeom>
              <a:rect b="b" l="l" r="r" t="t"/>
              <a:pathLst>
                <a:path extrusionOk="0" fill="none" h="72555" w="158514">
                  <a:moveTo>
                    <a:pt x="0" y="2250"/>
                  </a:moveTo>
                  <a:cubicBezTo>
                    <a:pt x="5806" y="4286"/>
                    <a:pt x="12371" y="5259"/>
                    <a:pt x="18390" y="4529"/>
                  </a:cubicBezTo>
                  <a:cubicBezTo>
                    <a:pt x="23982" y="3830"/>
                    <a:pt x="29423" y="2250"/>
                    <a:pt x="35046" y="1307"/>
                  </a:cubicBezTo>
                  <a:cubicBezTo>
                    <a:pt x="42767" y="0"/>
                    <a:pt x="52402" y="2067"/>
                    <a:pt x="55685" y="7174"/>
                  </a:cubicBezTo>
                  <a:cubicBezTo>
                    <a:pt x="57570" y="10183"/>
                    <a:pt x="46658" y="32159"/>
                    <a:pt x="56719" y="29271"/>
                  </a:cubicBezTo>
                  <a:cubicBezTo>
                    <a:pt x="65442" y="26748"/>
                    <a:pt x="75746" y="25077"/>
                    <a:pt x="85139" y="22736"/>
                  </a:cubicBezTo>
                  <a:cubicBezTo>
                    <a:pt x="92494" y="20882"/>
                    <a:pt x="102099" y="21338"/>
                    <a:pt x="108300" y="24317"/>
                  </a:cubicBezTo>
                  <a:cubicBezTo>
                    <a:pt x="116477" y="28207"/>
                    <a:pt x="101765" y="47873"/>
                    <a:pt x="112799" y="49636"/>
                  </a:cubicBezTo>
                  <a:cubicBezTo>
                    <a:pt x="116780" y="50275"/>
                    <a:pt x="120215" y="50852"/>
                    <a:pt x="122768" y="54165"/>
                  </a:cubicBezTo>
                  <a:cubicBezTo>
                    <a:pt x="125048" y="57083"/>
                    <a:pt x="125200" y="59849"/>
                    <a:pt x="129729" y="60032"/>
                  </a:cubicBezTo>
                  <a:cubicBezTo>
                    <a:pt x="135839" y="60336"/>
                    <a:pt x="143893" y="59545"/>
                    <a:pt x="148179" y="64773"/>
                  </a:cubicBezTo>
                  <a:cubicBezTo>
                    <a:pt x="150459" y="67539"/>
                    <a:pt x="154167" y="72555"/>
                    <a:pt x="158514" y="7091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17"/>
            <p:cNvSpPr/>
            <p:nvPr/>
          </p:nvSpPr>
          <p:spPr>
            <a:xfrm>
              <a:off x="2975000" y="367325"/>
              <a:ext cx="3962850" cy="1829825"/>
            </a:xfrm>
            <a:custGeom>
              <a:rect b="b" l="l" r="r" t="t"/>
              <a:pathLst>
                <a:path extrusionOk="0" fill="none" h="73193" w="158514">
                  <a:moveTo>
                    <a:pt x="0" y="3010"/>
                  </a:moveTo>
                  <a:cubicBezTo>
                    <a:pt x="5836" y="5016"/>
                    <a:pt x="12432" y="5897"/>
                    <a:pt x="18481" y="5046"/>
                  </a:cubicBezTo>
                  <a:cubicBezTo>
                    <a:pt x="24104" y="4286"/>
                    <a:pt x="29514" y="2067"/>
                    <a:pt x="35077" y="1216"/>
                  </a:cubicBezTo>
                  <a:cubicBezTo>
                    <a:pt x="43010" y="0"/>
                    <a:pt x="51703" y="2584"/>
                    <a:pt x="56719" y="7447"/>
                  </a:cubicBezTo>
                  <a:cubicBezTo>
                    <a:pt x="60123" y="10791"/>
                    <a:pt x="50335" y="30396"/>
                    <a:pt x="58998" y="28360"/>
                  </a:cubicBezTo>
                  <a:cubicBezTo>
                    <a:pt x="67722" y="26293"/>
                    <a:pt x="78056" y="25016"/>
                    <a:pt x="87357" y="22615"/>
                  </a:cubicBezTo>
                  <a:cubicBezTo>
                    <a:pt x="94531" y="20761"/>
                    <a:pt x="103224" y="21065"/>
                    <a:pt x="109546" y="24104"/>
                  </a:cubicBezTo>
                  <a:cubicBezTo>
                    <a:pt x="118209" y="28268"/>
                    <a:pt x="103376" y="47965"/>
                    <a:pt x="113559" y="50062"/>
                  </a:cubicBezTo>
                  <a:cubicBezTo>
                    <a:pt x="117328" y="50822"/>
                    <a:pt x="120671" y="51551"/>
                    <a:pt x="123194" y="54682"/>
                  </a:cubicBezTo>
                  <a:cubicBezTo>
                    <a:pt x="125474" y="57539"/>
                    <a:pt x="125717" y="60305"/>
                    <a:pt x="130155" y="60518"/>
                  </a:cubicBezTo>
                  <a:cubicBezTo>
                    <a:pt x="136295" y="60852"/>
                    <a:pt x="144137" y="60214"/>
                    <a:pt x="148392" y="65381"/>
                  </a:cubicBezTo>
                  <a:cubicBezTo>
                    <a:pt x="150611" y="68056"/>
                    <a:pt x="154228" y="73193"/>
                    <a:pt x="158514" y="7167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17"/>
            <p:cNvSpPr/>
            <p:nvPr/>
          </p:nvSpPr>
          <p:spPr>
            <a:xfrm>
              <a:off x="2975000" y="347575"/>
              <a:ext cx="3962850" cy="1845775"/>
            </a:xfrm>
            <a:custGeom>
              <a:rect b="b" l="l" r="r" t="t"/>
              <a:pathLst>
                <a:path extrusionOk="0" fill="none" h="73831" w="158514">
                  <a:moveTo>
                    <a:pt x="0" y="3800"/>
                  </a:moveTo>
                  <a:cubicBezTo>
                    <a:pt x="5867" y="5775"/>
                    <a:pt x="12554" y="6566"/>
                    <a:pt x="18602" y="5623"/>
                  </a:cubicBezTo>
                  <a:cubicBezTo>
                    <a:pt x="24256" y="4711"/>
                    <a:pt x="29575" y="1915"/>
                    <a:pt x="35229" y="1125"/>
                  </a:cubicBezTo>
                  <a:cubicBezTo>
                    <a:pt x="43284" y="0"/>
                    <a:pt x="51217" y="3404"/>
                    <a:pt x="57448" y="7903"/>
                  </a:cubicBezTo>
                  <a:cubicBezTo>
                    <a:pt x="62129" y="11247"/>
                    <a:pt x="59454" y="16353"/>
                    <a:pt x="58421" y="20852"/>
                  </a:cubicBezTo>
                  <a:cubicBezTo>
                    <a:pt x="57782" y="23587"/>
                    <a:pt x="56506" y="28420"/>
                    <a:pt x="61582" y="27599"/>
                  </a:cubicBezTo>
                  <a:cubicBezTo>
                    <a:pt x="70305" y="26171"/>
                    <a:pt x="80366" y="24925"/>
                    <a:pt x="89516" y="22493"/>
                  </a:cubicBezTo>
                  <a:cubicBezTo>
                    <a:pt x="96628" y="20639"/>
                    <a:pt x="104501" y="20700"/>
                    <a:pt x="110732" y="23952"/>
                  </a:cubicBezTo>
                  <a:cubicBezTo>
                    <a:pt x="119698" y="28663"/>
                    <a:pt x="104501" y="47600"/>
                    <a:pt x="114379" y="50487"/>
                  </a:cubicBezTo>
                  <a:cubicBezTo>
                    <a:pt x="117996" y="51551"/>
                    <a:pt x="121157" y="52250"/>
                    <a:pt x="123619" y="55229"/>
                  </a:cubicBezTo>
                  <a:cubicBezTo>
                    <a:pt x="125899" y="57995"/>
                    <a:pt x="126203" y="60791"/>
                    <a:pt x="130550" y="61065"/>
                  </a:cubicBezTo>
                  <a:cubicBezTo>
                    <a:pt x="136659" y="61399"/>
                    <a:pt x="144380" y="60913"/>
                    <a:pt x="148605" y="65989"/>
                  </a:cubicBezTo>
                  <a:cubicBezTo>
                    <a:pt x="150793" y="68603"/>
                    <a:pt x="154258" y="73831"/>
                    <a:pt x="158514" y="7246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17"/>
            <p:cNvSpPr/>
            <p:nvPr/>
          </p:nvSpPr>
          <p:spPr>
            <a:xfrm>
              <a:off x="2975000" y="324000"/>
              <a:ext cx="3962850" cy="1867075"/>
            </a:xfrm>
            <a:custGeom>
              <a:rect b="b" l="l" r="r" t="t"/>
              <a:pathLst>
                <a:path extrusionOk="0" fill="none" h="74683" w="158514">
                  <a:moveTo>
                    <a:pt x="0" y="4743"/>
                  </a:moveTo>
                  <a:cubicBezTo>
                    <a:pt x="5897" y="6688"/>
                    <a:pt x="12645" y="7387"/>
                    <a:pt x="18724" y="6323"/>
                  </a:cubicBezTo>
                  <a:cubicBezTo>
                    <a:pt x="24469" y="5290"/>
                    <a:pt x="29758" y="1977"/>
                    <a:pt x="35502" y="1156"/>
                  </a:cubicBezTo>
                  <a:cubicBezTo>
                    <a:pt x="43466" y="1"/>
                    <a:pt x="51460" y="4682"/>
                    <a:pt x="57934" y="8572"/>
                  </a:cubicBezTo>
                  <a:cubicBezTo>
                    <a:pt x="62858" y="11521"/>
                    <a:pt x="62099" y="15411"/>
                    <a:pt x="61339" y="20153"/>
                  </a:cubicBezTo>
                  <a:cubicBezTo>
                    <a:pt x="60883" y="22919"/>
                    <a:pt x="59576" y="27448"/>
                    <a:pt x="64378" y="27144"/>
                  </a:cubicBezTo>
                  <a:cubicBezTo>
                    <a:pt x="73223" y="26597"/>
                    <a:pt x="82737" y="24834"/>
                    <a:pt x="91643" y="22494"/>
                  </a:cubicBezTo>
                  <a:cubicBezTo>
                    <a:pt x="98817" y="20609"/>
                    <a:pt x="105747" y="20366"/>
                    <a:pt x="111856" y="23983"/>
                  </a:cubicBezTo>
                  <a:cubicBezTo>
                    <a:pt x="120519" y="29120"/>
                    <a:pt x="105990" y="47296"/>
                    <a:pt x="115230" y="51035"/>
                  </a:cubicBezTo>
                  <a:cubicBezTo>
                    <a:pt x="118543" y="52372"/>
                    <a:pt x="121705" y="53072"/>
                    <a:pt x="124045" y="55898"/>
                  </a:cubicBezTo>
                  <a:cubicBezTo>
                    <a:pt x="126325" y="58634"/>
                    <a:pt x="126659" y="61461"/>
                    <a:pt x="130914" y="61765"/>
                  </a:cubicBezTo>
                  <a:cubicBezTo>
                    <a:pt x="136994" y="62160"/>
                    <a:pt x="144593" y="61825"/>
                    <a:pt x="148818" y="66810"/>
                  </a:cubicBezTo>
                  <a:cubicBezTo>
                    <a:pt x="150945" y="69364"/>
                    <a:pt x="154289" y="74683"/>
                    <a:pt x="158514" y="73406"/>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17"/>
            <p:cNvSpPr/>
            <p:nvPr/>
          </p:nvSpPr>
          <p:spPr>
            <a:xfrm>
              <a:off x="2975000" y="297425"/>
              <a:ext cx="3962850" cy="1890625"/>
            </a:xfrm>
            <a:custGeom>
              <a:rect b="b" l="l" r="r" t="t"/>
              <a:pathLst>
                <a:path extrusionOk="0" fill="none" h="75625" w="158514">
                  <a:moveTo>
                    <a:pt x="0" y="5806"/>
                  </a:moveTo>
                  <a:cubicBezTo>
                    <a:pt x="5927" y="7690"/>
                    <a:pt x="12918" y="8450"/>
                    <a:pt x="18815" y="7173"/>
                  </a:cubicBezTo>
                  <a:cubicBezTo>
                    <a:pt x="24530" y="5927"/>
                    <a:pt x="30122" y="2128"/>
                    <a:pt x="35928" y="1216"/>
                  </a:cubicBezTo>
                  <a:cubicBezTo>
                    <a:pt x="43648" y="0"/>
                    <a:pt x="52494" y="5593"/>
                    <a:pt x="58178" y="9392"/>
                  </a:cubicBezTo>
                  <a:cubicBezTo>
                    <a:pt x="62585" y="12310"/>
                    <a:pt x="64226" y="14347"/>
                    <a:pt x="64074" y="19940"/>
                  </a:cubicBezTo>
                  <a:cubicBezTo>
                    <a:pt x="64014" y="22797"/>
                    <a:pt x="62828" y="26839"/>
                    <a:pt x="67296" y="27022"/>
                  </a:cubicBezTo>
                  <a:cubicBezTo>
                    <a:pt x="76081" y="27417"/>
                    <a:pt x="85199" y="24560"/>
                    <a:pt x="93589" y="22584"/>
                  </a:cubicBezTo>
                  <a:cubicBezTo>
                    <a:pt x="100975" y="20851"/>
                    <a:pt x="106598" y="19879"/>
                    <a:pt x="112920" y="24165"/>
                  </a:cubicBezTo>
                  <a:cubicBezTo>
                    <a:pt x="121188" y="29788"/>
                    <a:pt x="107753" y="47113"/>
                    <a:pt x="116142" y="51673"/>
                  </a:cubicBezTo>
                  <a:cubicBezTo>
                    <a:pt x="119030" y="53223"/>
                    <a:pt x="122221" y="54013"/>
                    <a:pt x="124501" y="56718"/>
                  </a:cubicBezTo>
                  <a:cubicBezTo>
                    <a:pt x="126781" y="59423"/>
                    <a:pt x="127115" y="62281"/>
                    <a:pt x="131279" y="62615"/>
                  </a:cubicBezTo>
                  <a:cubicBezTo>
                    <a:pt x="137358" y="63101"/>
                    <a:pt x="144836" y="62828"/>
                    <a:pt x="149030" y="67752"/>
                  </a:cubicBezTo>
                  <a:cubicBezTo>
                    <a:pt x="151158" y="70244"/>
                    <a:pt x="154350" y="75624"/>
                    <a:pt x="158514" y="7446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17"/>
            <p:cNvSpPr/>
            <p:nvPr/>
          </p:nvSpPr>
          <p:spPr>
            <a:xfrm>
              <a:off x="2975000" y="270050"/>
              <a:ext cx="3962100" cy="1914200"/>
            </a:xfrm>
            <a:custGeom>
              <a:rect b="b" l="l" r="r" t="t"/>
              <a:pathLst>
                <a:path extrusionOk="0" fill="none" h="76568" w="158484">
                  <a:moveTo>
                    <a:pt x="0" y="6901"/>
                  </a:moveTo>
                  <a:cubicBezTo>
                    <a:pt x="5988" y="8785"/>
                    <a:pt x="13040" y="9484"/>
                    <a:pt x="18937" y="8025"/>
                  </a:cubicBezTo>
                  <a:cubicBezTo>
                    <a:pt x="24803" y="6627"/>
                    <a:pt x="30396" y="2402"/>
                    <a:pt x="36414" y="1338"/>
                  </a:cubicBezTo>
                  <a:cubicBezTo>
                    <a:pt x="44013" y="1"/>
                    <a:pt x="52463" y="6688"/>
                    <a:pt x="58208" y="10244"/>
                  </a:cubicBezTo>
                  <a:cubicBezTo>
                    <a:pt x="62676" y="13010"/>
                    <a:pt x="65138" y="14925"/>
                    <a:pt x="66476" y="20092"/>
                  </a:cubicBezTo>
                  <a:cubicBezTo>
                    <a:pt x="67235" y="22980"/>
                    <a:pt x="65868" y="26536"/>
                    <a:pt x="70214" y="27144"/>
                  </a:cubicBezTo>
                  <a:cubicBezTo>
                    <a:pt x="78695" y="28329"/>
                    <a:pt x="87753" y="24104"/>
                    <a:pt x="95351" y="22646"/>
                  </a:cubicBezTo>
                  <a:cubicBezTo>
                    <a:pt x="102950" y="21187"/>
                    <a:pt x="107327" y="19150"/>
                    <a:pt x="113893" y="24408"/>
                  </a:cubicBezTo>
                  <a:cubicBezTo>
                    <a:pt x="121309" y="30366"/>
                    <a:pt x="109668" y="47023"/>
                    <a:pt x="117084" y="52251"/>
                  </a:cubicBezTo>
                  <a:cubicBezTo>
                    <a:pt x="119577" y="54014"/>
                    <a:pt x="122586" y="54956"/>
                    <a:pt x="125018" y="57418"/>
                  </a:cubicBezTo>
                  <a:cubicBezTo>
                    <a:pt x="127419" y="59880"/>
                    <a:pt x="127145" y="63011"/>
                    <a:pt x="131614" y="63436"/>
                  </a:cubicBezTo>
                  <a:cubicBezTo>
                    <a:pt x="137602" y="64014"/>
                    <a:pt x="144988" y="63832"/>
                    <a:pt x="149213" y="68695"/>
                  </a:cubicBezTo>
                  <a:cubicBezTo>
                    <a:pt x="151310" y="71126"/>
                    <a:pt x="154410" y="76567"/>
                    <a:pt x="158483" y="755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17"/>
            <p:cNvSpPr/>
            <p:nvPr/>
          </p:nvSpPr>
          <p:spPr>
            <a:xfrm>
              <a:off x="2975000" y="244975"/>
              <a:ext cx="3962100" cy="1937000"/>
            </a:xfrm>
            <a:custGeom>
              <a:rect b="b" l="l" r="r" t="t"/>
              <a:pathLst>
                <a:path extrusionOk="0" fill="none" h="77480" w="158484">
                  <a:moveTo>
                    <a:pt x="0" y="7904"/>
                  </a:moveTo>
                  <a:cubicBezTo>
                    <a:pt x="6019" y="9758"/>
                    <a:pt x="13162" y="10366"/>
                    <a:pt x="19058" y="8815"/>
                  </a:cubicBezTo>
                  <a:cubicBezTo>
                    <a:pt x="25077" y="7204"/>
                    <a:pt x="30730" y="2554"/>
                    <a:pt x="36992" y="1429"/>
                  </a:cubicBezTo>
                  <a:cubicBezTo>
                    <a:pt x="44773" y="1"/>
                    <a:pt x="52038" y="7296"/>
                    <a:pt x="58086" y="10974"/>
                  </a:cubicBezTo>
                  <a:cubicBezTo>
                    <a:pt x="62463" y="13618"/>
                    <a:pt x="66111" y="15806"/>
                    <a:pt x="68482" y="20457"/>
                  </a:cubicBezTo>
                  <a:cubicBezTo>
                    <a:pt x="69910" y="23253"/>
                    <a:pt x="69090" y="26475"/>
                    <a:pt x="73041" y="27387"/>
                  </a:cubicBezTo>
                  <a:cubicBezTo>
                    <a:pt x="81005" y="29180"/>
                    <a:pt x="90002" y="23679"/>
                    <a:pt x="96841" y="22615"/>
                  </a:cubicBezTo>
                  <a:cubicBezTo>
                    <a:pt x="104622" y="21399"/>
                    <a:pt x="107692" y="18360"/>
                    <a:pt x="114714" y="24621"/>
                  </a:cubicBezTo>
                  <a:cubicBezTo>
                    <a:pt x="121917" y="31065"/>
                    <a:pt x="111552" y="46780"/>
                    <a:pt x="118087" y="52767"/>
                  </a:cubicBezTo>
                  <a:cubicBezTo>
                    <a:pt x="120124" y="54682"/>
                    <a:pt x="123224" y="55807"/>
                    <a:pt x="125443" y="58178"/>
                  </a:cubicBezTo>
                  <a:cubicBezTo>
                    <a:pt x="127784" y="60640"/>
                    <a:pt x="127632" y="63771"/>
                    <a:pt x="131918" y="64257"/>
                  </a:cubicBezTo>
                  <a:cubicBezTo>
                    <a:pt x="137905" y="64956"/>
                    <a:pt x="145170" y="64804"/>
                    <a:pt x="149425" y="69576"/>
                  </a:cubicBezTo>
                  <a:cubicBezTo>
                    <a:pt x="151523" y="71947"/>
                    <a:pt x="154471" y="77479"/>
                    <a:pt x="158483" y="765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17"/>
            <p:cNvSpPr/>
            <p:nvPr/>
          </p:nvSpPr>
          <p:spPr>
            <a:xfrm>
              <a:off x="2975000" y="222950"/>
              <a:ext cx="3962100" cy="1955225"/>
            </a:xfrm>
            <a:custGeom>
              <a:rect b="b" l="l" r="r" t="t"/>
              <a:pathLst>
                <a:path extrusionOk="0" fill="none" h="78209" w="158484">
                  <a:moveTo>
                    <a:pt x="0" y="8785"/>
                  </a:moveTo>
                  <a:cubicBezTo>
                    <a:pt x="6079" y="10608"/>
                    <a:pt x="13313" y="11155"/>
                    <a:pt x="19180" y="9453"/>
                  </a:cubicBezTo>
                  <a:cubicBezTo>
                    <a:pt x="25289" y="7690"/>
                    <a:pt x="31125" y="2584"/>
                    <a:pt x="37569" y="1459"/>
                  </a:cubicBezTo>
                  <a:cubicBezTo>
                    <a:pt x="45776" y="0"/>
                    <a:pt x="51642" y="7630"/>
                    <a:pt x="57874" y="11520"/>
                  </a:cubicBezTo>
                  <a:cubicBezTo>
                    <a:pt x="62099" y="14134"/>
                    <a:pt x="67175" y="16596"/>
                    <a:pt x="70123" y="20882"/>
                  </a:cubicBezTo>
                  <a:cubicBezTo>
                    <a:pt x="71886" y="23466"/>
                    <a:pt x="72190" y="26688"/>
                    <a:pt x="75625" y="27569"/>
                  </a:cubicBezTo>
                  <a:cubicBezTo>
                    <a:pt x="83193" y="29484"/>
                    <a:pt x="91339" y="23374"/>
                    <a:pt x="97996" y="22371"/>
                  </a:cubicBezTo>
                  <a:cubicBezTo>
                    <a:pt x="106051" y="21186"/>
                    <a:pt x="108391" y="17630"/>
                    <a:pt x="115473" y="24773"/>
                  </a:cubicBezTo>
                  <a:cubicBezTo>
                    <a:pt x="122039" y="31369"/>
                    <a:pt x="113528" y="46475"/>
                    <a:pt x="119060" y="53101"/>
                  </a:cubicBezTo>
                  <a:cubicBezTo>
                    <a:pt x="120732" y="55107"/>
                    <a:pt x="123802" y="56475"/>
                    <a:pt x="125869" y="58785"/>
                  </a:cubicBezTo>
                  <a:cubicBezTo>
                    <a:pt x="128088" y="61247"/>
                    <a:pt x="128057" y="64348"/>
                    <a:pt x="132191" y="64925"/>
                  </a:cubicBezTo>
                  <a:cubicBezTo>
                    <a:pt x="138179" y="65746"/>
                    <a:pt x="145352" y="65594"/>
                    <a:pt x="149608" y="70305"/>
                  </a:cubicBezTo>
                  <a:cubicBezTo>
                    <a:pt x="151705" y="72615"/>
                    <a:pt x="154502" y="78208"/>
                    <a:pt x="158483" y="7744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17"/>
            <p:cNvSpPr/>
            <p:nvPr/>
          </p:nvSpPr>
          <p:spPr>
            <a:xfrm>
              <a:off x="2975000" y="197875"/>
              <a:ext cx="3962850" cy="1976500"/>
            </a:xfrm>
            <a:custGeom>
              <a:rect b="b" l="l" r="r" t="t"/>
              <a:pathLst>
                <a:path extrusionOk="0" fill="none" h="79060" w="158514">
                  <a:moveTo>
                    <a:pt x="0" y="9788"/>
                  </a:moveTo>
                  <a:cubicBezTo>
                    <a:pt x="6110" y="11551"/>
                    <a:pt x="13222" y="11824"/>
                    <a:pt x="19301" y="10244"/>
                  </a:cubicBezTo>
                  <a:cubicBezTo>
                    <a:pt x="26080" y="8450"/>
                    <a:pt x="31369" y="3040"/>
                    <a:pt x="38208" y="1642"/>
                  </a:cubicBezTo>
                  <a:cubicBezTo>
                    <a:pt x="46384" y="0"/>
                    <a:pt x="51855" y="8207"/>
                    <a:pt x="57600" y="12098"/>
                  </a:cubicBezTo>
                  <a:cubicBezTo>
                    <a:pt x="61886" y="14985"/>
                    <a:pt x="67296" y="17478"/>
                    <a:pt x="71065" y="21368"/>
                  </a:cubicBezTo>
                  <a:cubicBezTo>
                    <a:pt x="73315" y="23678"/>
                    <a:pt x="74743" y="27113"/>
                    <a:pt x="77904" y="27903"/>
                  </a:cubicBezTo>
                  <a:cubicBezTo>
                    <a:pt x="84865" y="29575"/>
                    <a:pt x="91978" y="23648"/>
                    <a:pt x="98847" y="22280"/>
                  </a:cubicBezTo>
                  <a:cubicBezTo>
                    <a:pt x="107419" y="20517"/>
                    <a:pt x="109850" y="17903"/>
                    <a:pt x="116233" y="25077"/>
                  </a:cubicBezTo>
                  <a:cubicBezTo>
                    <a:pt x="122069" y="31642"/>
                    <a:pt x="115656" y="46536"/>
                    <a:pt x="120154" y="53557"/>
                  </a:cubicBezTo>
                  <a:cubicBezTo>
                    <a:pt x="121492" y="55624"/>
                    <a:pt x="124471" y="57235"/>
                    <a:pt x="126325" y="59484"/>
                  </a:cubicBezTo>
                  <a:cubicBezTo>
                    <a:pt x="128422" y="61977"/>
                    <a:pt x="128544" y="65047"/>
                    <a:pt x="132495" y="65685"/>
                  </a:cubicBezTo>
                  <a:cubicBezTo>
                    <a:pt x="138392" y="66658"/>
                    <a:pt x="145565" y="66506"/>
                    <a:pt x="149851" y="71187"/>
                  </a:cubicBezTo>
                  <a:cubicBezTo>
                    <a:pt x="151918" y="73466"/>
                    <a:pt x="154593" y="79059"/>
                    <a:pt x="158514" y="7845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17"/>
            <p:cNvSpPr/>
            <p:nvPr/>
          </p:nvSpPr>
          <p:spPr>
            <a:xfrm>
              <a:off x="2975000" y="180400"/>
              <a:ext cx="3962850" cy="1990925"/>
            </a:xfrm>
            <a:custGeom>
              <a:rect b="b" l="l" r="r" t="t"/>
              <a:pathLst>
                <a:path extrusionOk="0" fill="none" h="79637" w="158514">
                  <a:moveTo>
                    <a:pt x="0" y="10487"/>
                  </a:moveTo>
                  <a:cubicBezTo>
                    <a:pt x="6171" y="12219"/>
                    <a:pt x="13374" y="12371"/>
                    <a:pt x="19453" y="10699"/>
                  </a:cubicBezTo>
                  <a:cubicBezTo>
                    <a:pt x="26384" y="8754"/>
                    <a:pt x="31764" y="2979"/>
                    <a:pt x="38876" y="1611"/>
                  </a:cubicBezTo>
                  <a:cubicBezTo>
                    <a:pt x="47265" y="0"/>
                    <a:pt x="51946" y="8025"/>
                    <a:pt x="57418" y="12280"/>
                  </a:cubicBezTo>
                  <a:cubicBezTo>
                    <a:pt x="61582" y="15532"/>
                    <a:pt x="67083" y="17994"/>
                    <a:pt x="71460" y="21490"/>
                  </a:cubicBezTo>
                  <a:cubicBezTo>
                    <a:pt x="74166" y="23678"/>
                    <a:pt x="76597" y="27143"/>
                    <a:pt x="79789" y="27812"/>
                  </a:cubicBezTo>
                  <a:cubicBezTo>
                    <a:pt x="86172" y="29149"/>
                    <a:pt x="92950" y="23374"/>
                    <a:pt x="99364" y="21733"/>
                  </a:cubicBezTo>
                  <a:cubicBezTo>
                    <a:pt x="107723" y="19605"/>
                    <a:pt x="111218" y="17934"/>
                    <a:pt x="117024" y="25137"/>
                  </a:cubicBezTo>
                  <a:cubicBezTo>
                    <a:pt x="122100" y="31460"/>
                    <a:pt x="117784" y="46475"/>
                    <a:pt x="121249" y="53679"/>
                  </a:cubicBezTo>
                  <a:cubicBezTo>
                    <a:pt x="122708" y="56718"/>
                    <a:pt x="129060" y="65472"/>
                    <a:pt x="132769" y="66171"/>
                  </a:cubicBezTo>
                  <a:cubicBezTo>
                    <a:pt x="138605" y="67296"/>
                    <a:pt x="145748" y="67114"/>
                    <a:pt x="150033" y="71764"/>
                  </a:cubicBezTo>
                  <a:cubicBezTo>
                    <a:pt x="152100" y="73983"/>
                    <a:pt x="154684" y="79637"/>
                    <a:pt x="158514" y="7915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17"/>
            <p:cNvSpPr/>
            <p:nvPr/>
          </p:nvSpPr>
          <p:spPr>
            <a:xfrm>
              <a:off x="2975000" y="165200"/>
              <a:ext cx="3962850" cy="2002325"/>
            </a:xfrm>
            <a:custGeom>
              <a:rect b="b" l="l" r="r" t="t"/>
              <a:pathLst>
                <a:path extrusionOk="0" fill="none" h="80093" w="158514">
                  <a:moveTo>
                    <a:pt x="0" y="11095"/>
                  </a:moveTo>
                  <a:cubicBezTo>
                    <a:pt x="6201" y="12797"/>
                    <a:pt x="13496" y="12858"/>
                    <a:pt x="19575" y="11064"/>
                  </a:cubicBezTo>
                  <a:cubicBezTo>
                    <a:pt x="26688" y="8967"/>
                    <a:pt x="32128" y="2857"/>
                    <a:pt x="39545" y="1520"/>
                  </a:cubicBezTo>
                  <a:cubicBezTo>
                    <a:pt x="47965" y="0"/>
                    <a:pt x="52402" y="7599"/>
                    <a:pt x="57326" y="12280"/>
                  </a:cubicBezTo>
                  <a:cubicBezTo>
                    <a:pt x="61096" y="15867"/>
                    <a:pt x="66840" y="18329"/>
                    <a:pt x="71491" y="21490"/>
                  </a:cubicBezTo>
                  <a:cubicBezTo>
                    <a:pt x="74470" y="23496"/>
                    <a:pt x="77600" y="26870"/>
                    <a:pt x="81157" y="27387"/>
                  </a:cubicBezTo>
                  <a:cubicBezTo>
                    <a:pt x="87449" y="28268"/>
                    <a:pt x="93832" y="22827"/>
                    <a:pt x="99607" y="21034"/>
                  </a:cubicBezTo>
                  <a:cubicBezTo>
                    <a:pt x="107814" y="18450"/>
                    <a:pt x="112677" y="17812"/>
                    <a:pt x="117875" y="25137"/>
                  </a:cubicBezTo>
                  <a:cubicBezTo>
                    <a:pt x="120306" y="28602"/>
                    <a:pt x="119364" y="34773"/>
                    <a:pt x="119759" y="39423"/>
                  </a:cubicBezTo>
                  <a:cubicBezTo>
                    <a:pt x="120185" y="44256"/>
                    <a:pt x="120914" y="49697"/>
                    <a:pt x="122343" y="53679"/>
                  </a:cubicBezTo>
                  <a:cubicBezTo>
                    <a:pt x="123498" y="56810"/>
                    <a:pt x="129425" y="65746"/>
                    <a:pt x="133042" y="66536"/>
                  </a:cubicBezTo>
                  <a:cubicBezTo>
                    <a:pt x="138817" y="67782"/>
                    <a:pt x="145930" y="67600"/>
                    <a:pt x="150246" y="72220"/>
                  </a:cubicBezTo>
                  <a:cubicBezTo>
                    <a:pt x="152313" y="74409"/>
                    <a:pt x="154745" y="80093"/>
                    <a:pt x="158514" y="7975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17"/>
            <p:cNvSpPr/>
            <p:nvPr/>
          </p:nvSpPr>
          <p:spPr>
            <a:xfrm>
              <a:off x="2975000" y="150750"/>
              <a:ext cx="3962850" cy="2014500"/>
            </a:xfrm>
            <a:custGeom>
              <a:rect b="b" l="l" r="r" t="t"/>
              <a:pathLst>
                <a:path extrusionOk="0" fill="none" h="80580" w="158514">
                  <a:moveTo>
                    <a:pt x="0" y="11673"/>
                  </a:moveTo>
                  <a:cubicBezTo>
                    <a:pt x="6262" y="13344"/>
                    <a:pt x="13830" y="13588"/>
                    <a:pt x="19727" y="11429"/>
                  </a:cubicBezTo>
                  <a:cubicBezTo>
                    <a:pt x="26566" y="8907"/>
                    <a:pt x="32767" y="2676"/>
                    <a:pt x="40244" y="1399"/>
                  </a:cubicBezTo>
                  <a:cubicBezTo>
                    <a:pt x="48573" y="1"/>
                    <a:pt x="53162" y="6900"/>
                    <a:pt x="57478" y="12159"/>
                  </a:cubicBezTo>
                  <a:cubicBezTo>
                    <a:pt x="61825" y="17417"/>
                    <a:pt x="74318" y="25807"/>
                    <a:pt x="81917" y="26749"/>
                  </a:cubicBezTo>
                  <a:cubicBezTo>
                    <a:pt x="87692" y="27448"/>
                    <a:pt x="94379" y="22159"/>
                    <a:pt x="99637" y="20244"/>
                  </a:cubicBezTo>
                  <a:cubicBezTo>
                    <a:pt x="108178" y="17144"/>
                    <a:pt x="114045" y="17873"/>
                    <a:pt x="118787" y="25199"/>
                  </a:cubicBezTo>
                  <a:cubicBezTo>
                    <a:pt x="121066" y="28694"/>
                    <a:pt x="119607" y="34895"/>
                    <a:pt x="120215" y="39515"/>
                  </a:cubicBezTo>
                  <a:cubicBezTo>
                    <a:pt x="120853" y="44348"/>
                    <a:pt x="122373" y="49394"/>
                    <a:pt x="123498" y="53649"/>
                  </a:cubicBezTo>
                  <a:cubicBezTo>
                    <a:pt x="124349" y="56962"/>
                    <a:pt x="129729" y="65989"/>
                    <a:pt x="133316" y="66871"/>
                  </a:cubicBezTo>
                  <a:cubicBezTo>
                    <a:pt x="139000" y="68300"/>
                    <a:pt x="146112" y="68087"/>
                    <a:pt x="150459" y="72677"/>
                  </a:cubicBezTo>
                  <a:cubicBezTo>
                    <a:pt x="152495" y="74835"/>
                    <a:pt x="154836" y="80579"/>
                    <a:pt x="158514" y="803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17"/>
            <p:cNvSpPr/>
            <p:nvPr/>
          </p:nvSpPr>
          <p:spPr>
            <a:xfrm>
              <a:off x="2975000" y="138600"/>
              <a:ext cx="3962100" cy="2022075"/>
            </a:xfrm>
            <a:custGeom>
              <a:rect b="b" l="l" r="r" t="t"/>
              <a:pathLst>
                <a:path extrusionOk="0" fill="none" h="80883" w="158484">
                  <a:moveTo>
                    <a:pt x="0" y="12159"/>
                  </a:moveTo>
                  <a:cubicBezTo>
                    <a:pt x="6322" y="13800"/>
                    <a:pt x="13952" y="13952"/>
                    <a:pt x="19849" y="11672"/>
                  </a:cubicBezTo>
                  <a:cubicBezTo>
                    <a:pt x="26900" y="8937"/>
                    <a:pt x="33162" y="2462"/>
                    <a:pt x="40974" y="1247"/>
                  </a:cubicBezTo>
                  <a:cubicBezTo>
                    <a:pt x="48876" y="0"/>
                    <a:pt x="54530" y="5806"/>
                    <a:pt x="58026" y="11855"/>
                  </a:cubicBezTo>
                  <a:cubicBezTo>
                    <a:pt x="61521" y="17873"/>
                    <a:pt x="74500" y="25138"/>
                    <a:pt x="82069" y="25928"/>
                  </a:cubicBezTo>
                  <a:cubicBezTo>
                    <a:pt x="87449" y="26505"/>
                    <a:pt x="94774" y="21186"/>
                    <a:pt x="99637" y="19362"/>
                  </a:cubicBezTo>
                  <a:cubicBezTo>
                    <a:pt x="108178" y="16080"/>
                    <a:pt x="115321" y="17782"/>
                    <a:pt x="119759" y="25107"/>
                  </a:cubicBezTo>
                  <a:cubicBezTo>
                    <a:pt x="121948" y="28724"/>
                    <a:pt x="119790" y="34803"/>
                    <a:pt x="120580" y="39545"/>
                  </a:cubicBezTo>
                  <a:cubicBezTo>
                    <a:pt x="121370" y="44348"/>
                    <a:pt x="123771" y="48937"/>
                    <a:pt x="124623" y="53497"/>
                  </a:cubicBezTo>
                  <a:cubicBezTo>
                    <a:pt x="125291" y="56992"/>
                    <a:pt x="130003" y="66050"/>
                    <a:pt x="133559" y="67053"/>
                  </a:cubicBezTo>
                  <a:cubicBezTo>
                    <a:pt x="139152" y="68603"/>
                    <a:pt x="146355" y="68451"/>
                    <a:pt x="150672" y="72980"/>
                  </a:cubicBezTo>
                  <a:cubicBezTo>
                    <a:pt x="152708" y="75108"/>
                    <a:pt x="154897" y="80883"/>
                    <a:pt x="158483" y="80822"/>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17"/>
            <p:cNvSpPr/>
            <p:nvPr/>
          </p:nvSpPr>
          <p:spPr>
            <a:xfrm>
              <a:off x="2975000" y="124150"/>
              <a:ext cx="3962100" cy="2034250"/>
            </a:xfrm>
            <a:custGeom>
              <a:rect b="b" l="l" r="r" t="t"/>
              <a:pathLst>
                <a:path extrusionOk="0" fill="none" h="81370" w="158484">
                  <a:moveTo>
                    <a:pt x="0" y="12737"/>
                  </a:moveTo>
                  <a:cubicBezTo>
                    <a:pt x="6383" y="14348"/>
                    <a:pt x="13861" y="14226"/>
                    <a:pt x="20001" y="12007"/>
                  </a:cubicBezTo>
                  <a:cubicBezTo>
                    <a:pt x="27721" y="9241"/>
                    <a:pt x="33283" y="2432"/>
                    <a:pt x="41673" y="1186"/>
                  </a:cubicBezTo>
                  <a:cubicBezTo>
                    <a:pt x="49515" y="1"/>
                    <a:pt x="55807" y="4530"/>
                    <a:pt x="58877" y="11551"/>
                  </a:cubicBezTo>
                  <a:cubicBezTo>
                    <a:pt x="61886" y="18481"/>
                    <a:pt x="74378" y="24560"/>
                    <a:pt x="81704" y="25199"/>
                  </a:cubicBezTo>
                  <a:cubicBezTo>
                    <a:pt x="87114" y="25624"/>
                    <a:pt x="94774" y="20244"/>
                    <a:pt x="99607" y="18573"/>
                  </a:cubicBezTo>
                  <a:cubicBezTo>
                    <a:pt x="108118" y="15655"/>
                    <a:pt x="116628" y="17721"/>
                    <a:pt x="120853" y="25199"/>
                  </a:cubicBezTo>
                  <a:cubicBezTo>
                    <a:pt x="123012" y="29029"/>
                    <a:pt x="119972" y="34895"/>
                    <a:pt x="120853" y="39758"/>
                  </a:cubicBezTo>
                  <a:cubicBezTo>
                    <a:pt x="121735" y="44561"/>
                    <a:pt x="125139" y="48512"/>
                    <a:pt x="125778" y="53406"/>
                  </a:cubicBezTo>
                  <a:cubicBezTo>
                    <a:pt x="126294" y="57205"/>
                    <a:pt x="130276" y="66172"/>
                    <a:pt x="133863" y="67297"/>
                  </a:cubicBezTo>
                  <a:cubicBezTo>
                    <a:pt x="139334" y="68999"/>
                    <a:pt x="146568" y="68908"/>
                    <a:pt x="150884" y="73406"/>
                  </a:cubicBezTo>
                  <a:cubicBezTo>
                    <a:pt x="153438" y="76051"/>
                    <a:pt x="154684" y="80428"/>
                    <a:pt x="158483" y="8137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17"/>
            <p:cNvSpPr/>
            <p:nvPr/>
          </p:nvSpPr>
          <p:spPr>
            <a:xfrm>
              <a:off x="2975000" y="108200"/>
              <a:ext cx="3962850" cy="2050975"/>
            </a:xfrm>
            <a:custGeom>
              <a:rect b="b" l="l" r="r" t="t"/>
              <a:pathLst>
                <a:path extrusionOk="0" fill="none" h="82039" w="158514">
                  <a:moveTo>
                    <a:pt x="0" y="13375"/>
                  </a:moveTo>
                  <a:cubicBezTo>
                    <a:pt x="6474" y="14986"/>
                    <a:pt x="14013" y="14712"/>
                    <a:pt x="20183" y="12432"/>
                  </a:cubicBezTo>
                  <a:cubicBezTo>
                    <a:pt x="28116" y="9454"/>
                    <a:pt x="33709" y="2493"/>
                    <a:pt x="42402" y="1156"/>
                  </a:cubicBezTo>
                  <a:cubicBezTo>
                    <a:pt x="50092" y="1"/>
                    <a:pt x="57418" y="4043"/>
                    <a:pt x="59819" y="11217"/>
                  </a:cubicBezTo>
                  <a:cubicBezTo>
                    <a:pt x="62190" y="18390"/>
                    <a:pt x="73862" y="24104"/>
                    <a:pt x="81035" y="24439"/>
                  </a:cubicBezTo>
                  <a:cubicBezTo>
                    <a:pt x="86780" y="24743"/>
                    <a:pt x="94318" y="19454"/>
                    <a:pt x="99607" y="17934"/>
                  </a:cubicBezTo>
                  <a:cubicBezTo>
                    <a:pt x="108452" y="15381"/>
                    <a:pt x="117844" y="17873"/>
                    <a:pt x="122009" y="25350"/>
                  </a:cubicBezTo>
                  <a:cubicBezTo>
                    <a:pt x="124227" y="29332"/>
                    <a:pt x="120154" y="35047"/>
                    <a:pt x="121066" y="40092"/>
                  </a:cubicBezTo>
                  <a:cubicBezTo>
                    <a:pt x="121978" y="44925"/>
                    <a:pt x="126507" y="48512"/>
                    <a:pt x="126963" y="53406"/>
                  </a:cubicBezTo>
                  <a:cubicBezTo>
                    <a:pt x="127297" y="57205"/>
                    <a:pt x="130459" y="66172"/>
                    <a:pt x="134167" y="67570"/>
                  </a:cubicBezTo>
                  <a:cubicBezTo>
                    <a:pt x="139304" y="69485"/>
                    <a:pt x="146842" y="69424"/>
                    <a:pt x="151128" y="73862"/>
                  </a:cubicBezTo>
                  <a:cubicBezTo>
                    <a:pt x="153650" y="76537"/>
                    <a:pt x="154805" y="80883"/>
                    <a:pt x="158514" y="8203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17"/>
            <p:cNvSpPr/>
            <p:nvPr/>
          </p:nvSpPr>
          <p:spPr>
            <a:xfrm>
              <a:off x="2975000" y="89975"/>
              <a:ext cx="3962850" cy="2068425"/>
            </a:xfrm>
            <a:custGeom>
              <a:rect b="b" l="l" r="r" t="t"/>
              <a:pathLst>
                <a:path extrusionOk="0" fill="none" h="82737" w="158514">
                  <a:moveTo>
                    <a:pt x="0" y="14104"/>
                  </a:moveTo>
                  <a:cubicBezTo>
                    <a:pt x="6535" y="15684"/>
                    <a:pt x="14347" y="15502"/>
                    <a:pt x="20335" y="12918"/>
                  </a:cubicBezTo>
                  <a:cubicBezTo>
                    <a:pt x="27995" y="9575"/>
                    <a:pt x="34439" y="2644"/>
                    <a:pt x="43101" y="1216"/>
                  </a:cubicBezTo>
                  <a:cubicBezTo>
                    <a:pt x="50639" y="0"/>
                    <a:pt x="58299" y="3435"/>
                    <a:pt x="60822" y="10882"/>
                  </a:cubicBezTo>
                  <a:cubicBezTo>
                    <a:pt x="63436" y="18572"/>
                    <a:pt x="72190" y="23587"/>
                    <a:pt x="80184" y="23769"/>
                  </a:cubicBezTo>
                  <a:cubicBezTo>
                    <a:pt x="86415" y="23921"/>
                    <a:pt x="93862" y="18663"/>
                    <a:pt x="99759" y="17417"/>
                  </a:cubicBezTo>
                  <a:cubicBezTo>
                    <a:pt x="107875" y="15715"/>
                    <a:pt x="119394" y="17234"/>
                    <a:pt x="123224" y="25593"/>
                  </a:cubicBezTo>
                  <a:cubicBezTo>
                    <a:pt x="125413" y="30396"/>
                    <a:pt x="120367" y="35350"/>
                    <a:pt x="121279" y="40578"/>
                  </a:cubicBezTo>
                  <a:cubicBezTo>
                    <a:pt x="122100" y="45381"/>
                    <a:pt x="127723" y="48937"/>
                    <a:pt x="128118" y="53496"/>
                  </a:cubicBezTo>
                  <a:cubicBezTo>
                    <a:pt x="128422" y="57174"/>
                    <a:pt x="130762" y="66262"/>
                    <a:pt x="134501" y="67873"/>
                  </a:cubicBezTo>
                  <a:cubicBezTo>
                    <a:pt x="139456" y="70001"/>
                    <a:pt x="147085" y="69971"/>
                    <a:pt x="151340" y="74408"/>
                  </a:cubicBezTo>
                  <a:cubicBezTo>
                    <a:pt x="153894" y="77083"/>
                    <a:pt x="154897" y="81430"/>
                    <a:pt x="158514" y="8273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17"/>
            <p:cNvSpPr/>
            <p:nvPr/>
          </p:nvSpPr>
          <p:spPr>
            <a:xfrm>
              <a:off x="2975000" y="69450"/>
              <a:ext cx="3962850" cy="2089725"/>
            </a:xfrm>
            <a:custGeom>
              <a:rect b="b" l="l" r="r" t="t"/>
              <a:pathLst>
                <a:path extrusionOk="0" fill="none" h="83589" w="158514">
                  <a:moveTo>
                    <a:pt x="0" y="14925"/>
                  </a:moveTo>
                  <a:cubicBezTo>
                    <a:pt x="6626" y="16475"/>
                    <a:pt x="14529" y="16201"/>
                    <a:pt x="20517" y="13496"/>
                  </a:cubicBezTo>
                  <a:cubicBezTo>
                    <a:pt x="28359" y="9940"/>
                    <a:pt x="34925" y="3010"/>
                    <a:pt x="43800" y="1338"/>
                  </a:cubicBezTo>
                  <a:cubicBezTo>
                    <a:pt x="51126" y="0"/>
                    <a:pt x="59454" y="3010"/>
                    <a:pt x="61916" y="10517"/>
                  </a:cubicBezTo>
                  <a:cubicBezTo>
                    <a:pt x="64500" y="18359"/>
                    <a:pt x="70853" y="23223"/>
                    <a:pt x="79272" y="23131"/>
                  </a:cubicBezTo>
                  <a:cubicBezTo>
                    <a:pt x="86020" y="23071"/>
                    <a:pt x="93254" y="17934"/>
                    <a:pt x="100032" y="17052"/>
                  </a:cubicBezTo>
                  <a:cubicBezTo>
                    <a:pt x="108574" y="15958"/>
                    <a:pt x="120489" y="17630"/>
                    <a:pt x="124471" y="25989"/>
                  </a:cubicBezTo>
                  <a:cubicBezTo>
                    <a:pt x="126902" y="31065"/>
                    <a:pt x="120671" y="35776"/>
                    <a:pt x="121492" y="41186"/>
                  </a:cubicBezTo>
                  <a:cubicBezTo>
                    <a:pt x="122221" y="46050"/>
                    <a:pt x="128878" y="49393"/>
                    <a:pt x="129243" y="53740"/>
                  </a:cubicBezTo>
                  <a:cubicBezTo>
                    <a:pt x="129516" y="57357"/>
                    <a:pt x="131127" y="66445"/>
                    <a:pt x="134896" y="68238"/>
                  </a:cubicBezTo>
                  <a:cubicBezTo>
                    <a:pt x="139699" y="70549"/>
                    <a:pt x="147359" y="70670"/>
                    <a:pt x="151584" y="75077"/>
                  </a:cubicBezTo>
                  <a:cubicBezTo>
                    <a:pt x="154137" y="77752"/>
                    <a:pt x="154988" y="82068"/>
                    <a:pt x="158514" y="8358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17"/>
            <p:cNvSpPr/>
            <p:nvPr/>
          </p:nvSpPr>
          <p:spPr>
            <a:xfrm>
              <a:off x="2975000" y="45125"/>
              <a:ext cx="3962850" cy="2114050"/>
            </a:xfrm>
            <a:custGeom>
              <a:rect b="b" l="l" r="r" t="t"/>
              <a:pathLst>
                <a:path extrusionOk="0" fill="none" h="84562" w="158514">
                  <a:moveTo>
                    <a:pt x="0" y="15898"/>
                  </a:moveTo>
                  <a:cubicBezTo>
                    <a:pt x="6991" y="17478"/>
                    <a:pt x="14651" y="16809"/>
                    <a:pt x="20700" y="14226"/>
                  </a:cubicBezTo>
                  <a:cubicBezTo>
                    <a:pt x="28511" y="10913"/>
                    <a:pt x="35350" y="3527"/>
                    <a:pt x="44439" y="1551"/>
                  </a:cubicBezTo>
                  <a:cubicBezTo>
                    <a:pt x="51612" y="1"/>
                    <a:pt x="60579" y="2736"/>
                    <a:pt x="63041" y="10214"/>
                  </a:cubicBezTo>
                  <a:cubicBezTo>
                    <a:pt x="65564" y="17934"/>
                    <a:pt x="69515" y="22949"/>
                    <a:pt x="78391" y="22645"/>
                  </a:cubicBezTo>
                  <a:cubicBezTo>
                    <a:pt x="85716" y="22372"/>
                    <a:pt x="93072" y="17417"/>
                    <a:pt x="100488" y="16931"/>
                  </a:cubicBezTo>
                  <a:cubicBezTo>
                    <a:pt x="109273" y="16323"/>
                    <a:pt x="121431" y="18208"/>
                    <a:pt x="125717" y="26536"/>
                  </a:cubicBezTo>
                  <a:cubicBezTo>
                    <a:pt x="128544" y="31946"/>
                    <a:pt x="121036" y="36415"/>
                    <a:pt x="121735" y="41916"/>
                  </a:cubicBezTo>
                  <a:cubicBezTo>
                    <a:pt x="122343" y="46871"/>
                    <a:pt x="129881" y="49971"/>
                    <a:pt x="130276" y="54105"/>
                  </a:cubicBezTo>
                  <a:cubicBezTo>
                    <a:pt x="130641" y="57631"/>
                    <a:pt x="131431" y="66628"/>
                    <a:pt x="135322" y="68664"/>
                  </a:cubicBezTo>
                  <a:cubicBezTo>
                    <a:pt x="140124" y="71157"/>
                    <a:pt x="147632" y="71461"/>
                    <a:pt x="151796" y="75868"/>
                  </a:cubicBezTo>
                  <a:cubicBezTo>
                    <a:pt x="154350" y="78573"/>
                    <a:pt x="155109" y="82859"/>
                    <a:pt x="158514" y="8456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17"/>
            <p:cNvSpPr/>
            <p:nvPr/>
          </p:nvSpPr>
          <p:spPr>
            <a:xfrm>
              <a:off x="2975000" y="20825"/>
              <a:ext cx="3962850" cy="2138350"/>
            </a:xfrm>
            <a:custGeom>
              <a:rect b="b" l="l" r="r" t="t"/>
              <a:pathLst>
                <a:path extrusionOk="0" fill="none" h="85534" w="158514">
                  <a:moveTo>
                    <a:pt x="0" y="16870"/>
                  </a:moveTo>
                  <a:cubicBezTo>
                    <a:pt x="7082" y="18420"/>
                    <a:pt x="14833" y="17629"/>
                    <a:pt x="20912" y="14955"/>
                  </a:cubicBezTo>
                  <a:cubicBezTo>
                    <a:pt x="28876" y="11459"/>
                    <a:pt x="35776" y="3951"/>
                    <a:pt x="45047" y="1702"/>
                  </a:cubicBezTo>
                  <a:cubicBezTo>
                    <a:pt x="52068" y="0"/>
                    <a:pt x="61703" y="2371"/>
                    <a:pt x="64166" y="9818"/>
                  </a:cubicBezTo>
                  <a:cubicBezTo>
                    <a:pt x="66567" y="16991"/>
                    <a:pt x="68877" y="22645"/>
                    <a:pt x="77722" y="22128"/>
                  </a:cubicBezTo>
                  <a:cubicBezTo>
                    <a:pt x="85503" y="21672"/>
                    <a:pt x="93133" y="16961"/>
                    <a:pt x="101127" y="16809"/>
                  </a:cubicBezTo>
                  <a:cubicBezTo>
                    <a:pt x="110063" y="16657"/>
                    <a:pt x="122161" y="18693"/>
                    <a:pt x="126963" y="27083"/>
                  </a:cubicBezTo>
                  <a:cubicBezTo>
                    <a:pt x="130276" y="32858"/>
                    <a:pt x="121705" y="37052"/>
                    <a:pt x="122161" y="42615"/>
                  </a:cubicBezTo>
                  <a:cubicBezTo>
                    <a:pt x="122616" y="47782"/>
                    <a:pt x="130762" y="50518"/>
                    <a:pt x="131279" y="54530"/>
                  </a:cubicBezTo>
                  <a:cubicBezTo>
                    <a:pt x="131735" y="57934"/>
                    <a:pt x="131796" y="66931"/>
                    <a:pt x="135778" y="69089"/>
                  </a:cubicBezTo>
                  <a:cubicBezTo>
                    <a:pt x="140550" y="71703"/>
                    <a:pt x="147936" y="72250"/>
                    <a:pt x="152039" y="76658"/>
                  </a:cubicBezTo>
                  <a:cubicBezTo>
                    <a:pt x="154593" y="79393"/>
                    <a:pt x="155231" y="83649"/>
                    <a:pt x="158514" y="8553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22" name="Google Shape;2522;p17"/>
          <p:cNvSpPr/>
          <p:nvPr/>
        </p:nvSpPr>
        <p:spPr>
          <a:xfrm flipH="1">
            <a:off x="7960630" y="758299"/>
            <a:ext cx="844399" cy="768548"/>
          </a:xfrm>
          <a:custGeom>
            <a:rect b="b" l="l" r="r" t="t"/>
            <a:pathLst>
              <a:path extrusionOk="0" h="32231" w="35412">
                <a:moveTo>
                  <a:pt x="17702" y="0"/>
                </a:moveTo>
                <a:cubicBezTo>
                  <a:pt x="10394" y="0"/>
                  <a:pt x="3782" y="5013"/>
                  <a:pt x="2037" y="12437"/>
                </a:cubicBezTo>
                <a:cubicBezTo>
                  <a:pt x="0" y="21100"/>
                  <a:pt x="5350" y="29763"/>
                  <a:pt x="14013" y="31799"/>
                </a:cubicBezTo>
                <a:cubicBezTo>
                  <a:pt x="15252" y="32090"/>
                  <a:pt x="16491" y="32230"/>
                  <a:pt x="17711" y="32230"/>
                </a:cubicBezTo>
                <a:cubicBezTo>
                  <a:pt x="25018" y="32230"/>
                  <a:pt x="31630" y="27221"/>
                  <a:pt x="33375" y="19823"/>
                </a:cubicBezTo>
                <a:cubicBezTo>
                  <a:pt x="35411" y="11161"/>
                  <a:pt x="30062" y="2467"/>
                  <a:pt x="21399" y="431"/>
                </a:cubicBezTo>
                <a:cubicBezTo>
                  <a:pt x="20160" y="140"/>
                  <a:pt x="18921" y="0"/>
                  <a:pt x="17702" y="0"/>
                </a:cubicBezTo>
                <a:close/>
              </a:path>
            </a:pathLst>
          </a:custGeom>
          <a:solidFill>
            <a:srgbClr val="E4BE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23" name="Google Shape;2523;p17"/>
          <p:cNvGrpSpPr/>
          <p:nvPr/>
        </p:nvGrpSpPr>
        <p:grpSpPr>
          <a:xfrm flipH="1">
            <a:off x="8489859" y="668094"/>
            <a:ext cx="407326" cy="408160"/>
            <a:chOff x="4811650" y="1895450"/>
            <a:chExt cx="378450" cy="379225"/>
          </a:xfrm>
        </p:grpSpPr>
        <p:sp>
          <p:nvSpPr>
            <p:cNvPr id="2524" name="Google Shape;2524;p17"/>
            <p:cNvSpPr/>
            <p:nvPr/>
          </p:nvSpPr>
          <p:spPr>
            <a:xfrm>
              <a:off x="4811650" y="1895450"/>
              <a:ext cx="378450" cy="379225"/>
            </a:xfrm>
            <a:custGeom>
              <a:rect b="b" l="l" r="r" t="t"/>
              <a:pathLst>
                <a:path extrusionOk="0" fill="none" h="15169" w="15138">
                  <a:moveTo>
                    <a:pt x="9119" y="882"/>
                  </a:moveTo>
                  <a:cubicBezTo>
                    <a:pt x="12828" y="1733"/>
                    <a:pt x="15138" y="5442"/>
                    <a:pt x="14256" y="9150"/>
                  </a:cubicBezTo>
                  <a:cubicBezTo>
                    <a:pt x="13405" y="12858"/>
                    <a:pt x="9697" y="15168"/>
                    <a:pt x="5989" y="14287"/>
                  </a:cubicBezTo>
                  <a:cubicBezTo>
                    <a:pt x="2280" y="13436"/>
                    <a:pt x="1" y="9728"/>
                    <a:pt x="852" y="6019"/>
                  </a:cubicBezTo>
                  <a:cubicBezTo>
                    <a:pt x="1733" y="2311"/>
                    <a:pt x="5441" y="1"/>
                    <a:pt x="9119" y="882"/>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17"/>
            <p:cNvSpPr/>
            <p:nvPr/>
          </p:nvSpPr>
          <p:spPr>
            <a:xfrm>
              <a:off x="4882325" y="1966125"/>
              <a:ext cx="236350" cy="237125"/>
            </a:xfrm>
            <a:custGeom>
              <a:rect b="b" l="l" r="r" t="t"/>
              <a:pathLst>
                <a:path extrusionOk="0" fill="none" h="9485" w="9454">
                  <a:moveTo>
                    <a:pt x="9453" y="4742"/>
                  </a:moveTo>
                  <a:cubicBezTo>
                    <a:pt x="9453" y="7356"/>
                    <a:pt x="7356" y="9484"/>
                    <a:pt x="4742" y="9484"/>
                  </a:cubicBezTo>
                  <a:cubicBezTo>
                    <a:pt x="2128" y="9484"/>
                    <a:pt x="0" y="7356"/>
                    <a:pt x="0" y="4742"/>
                  </a:cubicBezTo>
                  <a:cubicBezTo>
                    <a:pt x="0" y="2128"/>
                    <a:pt x="2128" y="1"/>
                    <a:pt x="4742" y="1"/>
                  </a:cubicBezTo>
                  <a:cubicBezTo>
                    <a:pt x="7356" y="1"/>
                    <a:pt x="9453" y="2128"/>
                    <a:pt x="9453" y="4742"/>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17"/>
            <p:cNvSpPr/>
            <p:nvPr/>
          </p:nvSpPr>
          <p:spPr>
            <a:xfrm>
              <a:off x="4928675" y="2012475"/>
              <a:ext cx="143650" cy="144425"/>
            </a:xfrm>
            <a:custGeom>
              <a:rect b="b" l="l" r="r" t="t"/>
              <a:pathLst>
                <a:path extrusionOk="0" fill="none" h="5777" w="5746">
                  <a:moveTo>
                    <a:pt x="5745" y="2888"/>
                  </a:moveTo>
                  <a:cubicBezTo>
                    <a:pt x="5745" y="4499"/>
                    <a:pt x="4469" y="5776"/>
                    <a:pt x="2888" y="5776"/>
                  </a:cubicBezTo>
                  <a:cubicBezTo>
                    <a:pt x="1277" y="5776"/>
                    <a:pt x="1" y="4499"/>
                    <a:pt x="1" y="2888"/>
                  </a:cubicBezTo>
                  <a:cubicBezTo>
                    <a:pt x="1" y="1308"/>
                    <a:pt x="1277" y="1"/>
                    <a:pt x="2888" y="1"/>
                  </a:cubicBezTo>
                  <a:cubicBezTo>
                    <a:pt x="4469" y="1"/>
                    <a:pt x="5745" y="1308"/>
                    <a:pt x="5745" y="2888"/>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17"/>
            <p:cNvSpPr/>
            <p:nvPr/>
          </p:nvSpPr>
          <p:spPr>
            <a:xfrm>
              <a:off x="4968950" y="2053525"/>
              <a:ext cx="63100" cy="63100"/>
            </a:xfrm>
            <a:custGeom>
              <a:rect b="b" l="l" r="r" t="t"/>
              <a:pathLst>
                <a:path extrusionOk="0" fill="none" h="2524" w="2524">
                  <a:moveTo>
                    <a:pt x="2523" y="1246"/>
                  </a:moveTo>
                  <a:cubicBezTo>
                    <a:pt x="2523" y="1946"/>
                    <a:pt x="1946" y="2523"/>
                    <a:pt x="1277" y="2523"/>
                  </a:cubicBezTo>
                  <a:cubicBezTo>
                    <a:pt x="578" y="2523"/>
                    <a:pt x="1" y="1946"/>
                    <a:pt x="1" y="1246"/>
                  </a:cubicBezTo>
                  <a:cubicBezTo>
                    <a:pt x="1" y="578"/>
                    <a:pt x="578" y="0"/>
                    <a:pt x="1277" y="0"/>
                  </a:cubicBezTo>
                  <a:cubicBezTo>
                    <a:pt x="1946" y="0"/>
                    <a:pt x="2523" y="578"/>
                    <a:pt x="2523" y="1246"/>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8" name="Google Shape;2528;p17"/>
          <p:cNvGrpSpPr/>
          <p:nvPr/>
        </p:nvGrpSpPr>
        <p:grpSpPr>
          <a:xfrm rot="-5400000">
            <a:off x="6142325" y="4281363"/>
            <a:ext cx="828300" cy="654275"/>
            <a:chOff x="2024375" y="213075"/>
            <a:chExt cx="828300" cy="654275"/>
          </a:xfrm>
        </p:grpSpPr>
        <p:sp>
          <p:nvSpPr>
            <p:cNvPr id="2529" name="Google Shape;2529;p17"/>
            <p:cNvSpPr/>
            <p:nvPr/>
          </p:nvSpPr>
          <p:spPr>
            <a:xfrm>
              <a:off x="2024375" y="213075"/>
              <a:ext cx="828300" cy="654275"/>
            </a:xfrm>
            <a:custGeom>
              <a:rect b="b" l="l" r="r" t="t"/>
              <a:pathLst>
                <a:path extrusionOk="0" fill="none" h="26171" w="33132">
                  <a:moveTo>
                    <a:pt x="27417" y="0"/>
                  </a:moveTo>
                  <a:cubicBezTo>
                    <a:pt x="31824" y="4377"/>
                    <a:pt x="33131" y="10973"/>
                    <a:pt x="30761" y="16718"/>
                  </a:cubicBezTo>
                  <a:cubicBezTo>
                    <a:pt x="28390" y="22432"/>
                    <a:pt x="22767" y="26171"/>
                    <a:pt x="16566" y="26171"/>
                  </a:cubicBezTo>
                  <a:cubicBezTo>
                    <a:pt x="10365" y="26171"/>
                    <a:pt x="4772" y="22432"/>
                    <a:pt x="2401" y="16718"/>
                  </a:cubicBezTo>
                  <a:cubicBezTo>
                    <a:pt x="0" y="10973"/>
                    <a:pt x="1338" y="4377"/>
                    <a:pt x="5715" y="0"/>
                  </a:cubicBezTo>
                </a:path>
              </a:pathLst>
            </a:custGeom>
            <a:noFill/>
            <a:ln cap="flat" cmpd="sng" w="66875">
              <a:solidFill>
                <a:srgbClr val="E4BEB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17"/>
            <p:cNvSpPr/>
            <p:nvPr/>
          </p:nvSpPr>
          <p:spPr>
            <a:xfrm>
              <a:off x="2194575" y="241175"/>
              <a:ext cx="488650" cy="488650"/>
            </a:xfrm>
            <a:custGeom>
              <a:rect b="b" l="l" r="r" t="t"/>
              <a:pathLst>
                <a:path extrusionOk="0" fill="none" h="19546" w="19546">
                  <a:moveTo>
                    <a:pt x="19545" y="9758"/>
                  </a:moveTo>
                  <a:cubicBezTo>
                    <a:pt x="19545" y="15168"/>
                    <a:pt x="15168" y="19545"/>
                    <a:pt x="9758" y="19545"/>
                  </a:cubicBezTo>
                  <a:cubicBezTo>
                    <a:pt x="4378" y="19545"/>
                    <a:pt x="1" y="15168"/>
                    <a:pt x="1" y="9758"/>
                  </a:cubicBezTo>
                  <a:cubicBezTo>
                    <a:pt x="1" y="4378"/>
                    <a:pt x="4378" y="1"/>
                    <a:pt x="9758" y="1"/>
                  </a:cubicBezTo>
                  <a:cubicBezTo>
                    <a:pt x="15168" y="1"/>
                    <a:pt x="19545" y="4378"/>
                    <a:pt x="19545" y="9758"/>
                  </a:cubicBezTo>
                  <a:close/>
                </a:path>
              </a:pathLst>
            </a:custGeom>
            <a:solidFill>
              <a:schemeClr val="lt2"/>
            </a:solidFill>
            <a:ln cap="flat" cmpd="sng" w="3810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1" name="Google Shape;2531;p17"/>
          <p:cNvGrpSpPr/>
          <p:nvPr/>
        </p:nvGrpSpPr>
        <p:grpSpPr>
          <a:xfrm>
            <a:off x="1638622" y="4396221"/>
            <a:ext cx="1669742" cy="1687101"/>
            <a:chOff x="1996250" y="1552000"/>
            <a:chExt cx="1243200" cy="1256125"/>
          </a:xfrm>
        </p:grpSpPr>
        <p:sp>
          <p:nvSpPr>
            <p:cNvPr id="2532" name="Google Shape;2532;p17"/>
            <p:cNvSpPr/>
            <p:nvPr/>
          </p:nvSpPr>
          <p:spPr>
            <a:xfrm>
              <a:off x="1996250" y="1552000"/>
              <a:ext cx="88925" cy="88925"/>
            </a:xfrm>
            <a:custGeom>
              <a:rect b="b" l="l" r="r" t="t"/>
              <a:pathLst>
                <a:path extrusionOk="0" h="3557" w="3557">
                  <a:moveTo>
                    <a:pt x="1429" y="0"/>
                  </a:moveTo>
                  <a:lnTo>
                    <a:pt x="1429" y="1429"/>
                  </a:lnTo>
                  <a:lnTo>
                    <a:pt x="1" y="1429"/>
                  </a:lnTo>
                  <a:lnTo>
                    <a:pt x="1" y="2128"/>
                  </a:lnTo>
                  <a:lnTo>
                    <a:pt x="1429" y="2128"/>
                  </a:lnTo>
                  <a:lnTo>
                    <a:pt x="1429" y="3557"/>
                  </a:lnTo>
                  <a:lnTo>
                    <a:pt x="2128" y="3557"/>
                  </a:lnTo>
                  <a:lnTo>
                    <a:pt x="2128" y="2128"/>
                  </a:lnTo>
                  <a:lnTo>
                    <a:pt x="3557" y="2128"/>
                  </a:lnTo>
                  <a:lnTo>
                    <a:pt x="355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17"/>
            <p:cNvSpPr/>
            <p:nvPr/>
          </p:nvSpPr>
          <p:spPr>
            <a:xfrm>
              <a:off x="2140625" y="1552000"/>
              <a:ext cx="88925" cy="88925"/>
            </a:xfrm>
            <a:custGeom>
              <a:rect b="b" l="l" r="r" t="t"/>
              <a:pathLst>
                <a:path extrusionOk="0" h="3557" w="3557">
                  <a:moveTo>
                    <a:pt x="1429" y="0"/>
                  </a:moveTo>
                  <a:lnTo>
                    <a:pt x="1429" y="1429"/>
                  </a:lnTo>
                  <a:lnTo>
                    <a:pt x="1" y="1429"/>
                  </a:lnTo>
                  <a:lnTo>
                    <a:pt x="1" y="2128"/>
                  </a:lnTo>
                  <a:lnTo>
                    <a:pt x="1429" y="2128"/>
                  </a:lnTo>
                  <a:lnTo>
                    <a:pt x="1429" y="3557"/>
                  </a:lnTo>
                  <a:lnTo>
                    <a:pt x="2128" y="3557"/>
                  </a:lnTo>
                  <a:lnTo>
                    <a:pt x="2128" y="2128"/>
                  </a:lnTo>
                  <a:lnTo>
                    <a:pt x="3557" y="2128"/>
                  </a:lnTo>
                  <a:lnTo>
                    <a:pt x="355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17"/>
            <p:cNvSpPr/>
            <p:nvPr/>
          </p:nvSpPr>
          <p:spPr>
            <a:xfrm>
              <a:off x="2285000" y="1552000"/>
              <a:ext cx="88950" cy="88925"/>
            </a:xfrm>
            <a:custGeom>
              <a:rect b="b" l="l" r="r" t="t"/>
              <a:pathLst>
                <a:path extrusionOk="0" h="3557" w="3558">
                  <a:moveTo>
                    <a:pt x="1429" y="0"/>
                  </a:moveTo>
                  <a:lnTo>
                    <a:pt x="1429" y="1429"/>
                  </a:lnTo>
                  <a:lnTo>
                    <a:pt x="1" y="1429"/>
                  </a:lnTo>
                  <a:lnTo>
                    <a:pt x="1" y="2128"/>
                  </a:lnTo>
                  <a:lnTo>
                    <a:pt x="1429" y="2128"/>
                  </a:lnTo>
                  <a:lnTo>
                    <a:pt x="1429" y="3557"/>
                  </a:lnTo>
                  <a:lnTo>
                    <a:pt x="2129" y="3557"/>
                  </a:lnTo>
                  <a:lnTo>
                    <a:pt x="2129" y="2128"/>
                  </a:lnTo>
                  <a:lnTo>
                    <a:pt x="3557" y="2128"/>
                  </a:lnTo>
                  <a:lnTo>
                    <a:pt x="3557" y="1429"/>
                  </a:lnTo>
                  <a:lnTo>
                    <a:pt x="2129" y="1429"/>
                  </a:lnTo>
                  <a:lnTo>
                    <a:pt x="212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17"/>
            <p:cNvSpPr/>
            <p:nvPr/>
          </p:nvSpPr>
          <p:spPr>
            <a:xfrm>
              <a:off x="2429400" y="1552000"/>
              <a:ext cx="88925" cy="88925"/>
            </a:xfrm>
            <a:custGeom>
              <a:rect b="b" l="l" r="r" t="t"/>
              <a:pathLst>
                <a:path extrusionOk="0" h="3557" w="3557">
                  <a:moveTo>
                    <a:pt x="1398" y="0"/>
                  </a:moveTo>
                  <a:lnTo>
                    <a:pt x="1398" y="1429"/>
                  </a:lnTo>
                  <a:lnTo>
                    <a:pt x="0" y="1429"/>
                  </a:lnTo>
                  <a:lnTo>
                    <a:pt x="0" y="2128"/>
                  </a:lnTo>
                  <a:lnTo>
                    <a:pt x="1398" y="2128"/>
                  </a:lnTo>
                  <a:lnTo>
                    <a:pt x="1398" y="3557"/>
                  </a:lnTo>
                  <a:lnTo>
                    <a:pt x="2128" y="3557"/>
                  </a:lnTo>
                  <a:lnTo>
                    <a:pt x="2128" y="2128"/>
                  </a:lnTo>
                  <a:lnTo>
                    <a:pt x="3556" y="2128"/>
                  </a:lnTo>
                  <a:lnTo>
                    <a:pt x="3556"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17"/>
            <p:cNvSpPr/>
            <p:nvPr/>
          </p:nvSpPr>
          <p:spPr>
            <a:xfrm>
              <a:off x="2573000" y="1552000"/>
              <a:ext cx="89700" cy="88925"/>
            </a:xfrm>
            <a:custGeom>
              <a:rect b="b" l="l" r="r" t="t"/>
              <a:pathLst>
                <a:path extrusionOk="0" h="3557" w="3588">
                  <a:moveTo>
                    <a:pt x="1429" y="0"/>
                  </a:moveTo>
                  <a:lnTo>
                    <a:pt x="1429" y="1429"/>
                  </a:lnTo>
                  <a:lnTo>
                    <a:pt x="1" y="1429"/>
                  </a:lnTo>
                  <a:lnTo>
                    <a:pt x="1" y="2128"/>
                  </a:lnTo>
                  <a:lnTo>
                    <a:pt x="1429" y="2128"/>
                  </a:lnTo>
                  <a:lnTo>
                    <a:pt x="1429" y="3557"/>
                  </a:lnTo>
                  <a:lnTo>
                    <a:pt x="2159" y="3557"/>
                  </a:lnTo>
                  <a:lnTo>
                    <a:pt x="2159" y="2128"/>
                  </a:lnTo>
                  <a:lnTo>
                    <a:pt x="3588" y="2128"/>
                  </a:lnTo>
                  <a:lnTo>
                    <a:pt x="3588" y="1429"/>
                  </a:lnTo>
                  <a:lnTo>
                    <a:pt x="2159" y="1429"/>
                  </a:lnTo>
                  <a:lnTo>
                    <a:pt x="215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17"/>
            <p:cNvSpPr/>
            <p:nvPr/>
          </p:nvSpPr>
          <p:spPr>
            <a:xfrm>
              <a:off x="2717400" y="1552000"/>
              <a:ext cx="89675" cy="88925"/>
            </a:xfrm>
            <a:custGeom>
              <a:rect b="b" l="l" r="r" t="t"/>
              <a:pathLst>
                <a:path extrusionOk="0" h="3557" w="3587">
                  <a:moveTo>
                    <a:pt x="1429" y="0"/>
                  </a:moveTo>
                  <a:lnTo>
                    <a:pt x="1429" y="1429"/>
                  </a:lnTo>
                  <a:lnTo>
                    <a:pt x="0" y="1429"/>
                  </a:lnTo>
                  <a:lnTo>
                    <a:pt x="0" y="2128"/>
                  </a:lnTo>
                  <a:lnTo>
                    <a:pt x="1429" y="2128"/>
                  </a:lnTo>
                  <a:lnTo>
                    <a:pt x="1429" y="3557"/>
                  </a:lnTo>
                  <a:lnTo>
                    <a:pt x="2158" y="3557"/>
                  </a:lnTo>
                  <a:lnTo>
                    <a:pt x="2158" y="2128"/>
                  </a:lnTo>
                  <a:lnTo>
                    <a:pt x="3587" y="2128"/>
                  </a:lnTo>
                  <a:lnTo>
                    <a:pt x="3587" y="1429"/>
                  </a:lnTo>
                  <a:lnTo>
                    <a:pt x="2158" y="1429"/>
                  </a:lnTo>
                  <a:lnTo>
                    <a:pt x="215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17"/>
            <p:cNvSpPr/>
            <p:nvPr/>
          </p:nvSpPr>
          <p:spPr>
            <a:xfrm>
              <a:off x="2861775" y="1552000"/>
              <a:ext cx="89675" cy="88925"/>
            </a:xfrm>
            <a:custGeom>
              <a:rect b="b" l="l" r="r" t="t"/>
              <a:pathLst>
                <a:path extrusionOk="0" h="3557" w="3587">
                  <a:moveTo>
                    <a:pt x="1429" y="0"/>
                  </a:moveTo>
                  <a:lnTo>
                    <a:pt x="1429" y="1429"/>
                  </a:lnTo>
                  <a:lnTo>
                    <a:pt x="0" y="1429"/>
                  </a:lnTo>
                  <a:lnTo>
                    <a:pt x="0" y="2128"/>
                  </a:lnTo>
                  <a:lnTo>
                    <a:pt x="1429" y="2128"/>
                  </a:lnTo>
                  <a:lnTo>
                    <a:pt x="1429" y="3557"/>
                  </a:lnTo>
                  <a:lnTo>
                    <a:pt x="2158" y="3557"/>
                  </a:lnTo>
                  <a:lnTo>
                    <a:pt x="2158" y="2128"/>
                  </a:lnTo>
                  <a:lnTo>
                    <a:pt x="3587" y="2128"/>
                  </a:lnTo>
                  <a:lnTo>
                    <a:pt x="3587" y="1429"/>
                  </a:lnTo>
                  <a:lnTo>
                    <a:pt x="2158" y="1429"/>
                  </a:lnTo>
                  <a:lnTo>
                    <a:pt x="215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17"/>
            <p:cNvSpPr/>
            <p:nvPr/>
          </p:nvSpPr>
          <p:spPr>
            <a:xfrm>
              <a:off x="3006150" y="1552000"/>
              <a:ext cx="89700" cy="88925"/>
            </a:xfrm>
            <a:custGeom>
              <a:rect b="b" l="l" r="r" t="t"/>
              <a:pathLst>
                <a:path extrusionOk="0" h="3557" w="3588">
                  <a:moveTo>
                    <a:pt x="1429" y="0"/>
                  </a:moveTo>
                  <a:lnTo>
                    <a:pt x="1429" y="1429"/>
                  </a:lnTo>
                  <a:lnTo>
                    <a:pt x="0" y="1429"/>
                  </a:lnTo>
                  <a:lnTo>
                    <a:pt x="0" y="2128"/>
                  </a:lnTo>
                  <a:lnTo>
                    <a:pt x="1429" y="2128"/>
                  </a:lnTo>
                  <a:lnTo>
                    <a:pt x="1429" y="3557"/>
                  </a:lnTo>
                  <a:lnTo>
                    <a:pt x="2128" y="3557"/>
                  </a:lnTo>
                  <a:lnTo>
                    <a:pt x="2128" y="2128"/>
                  </a:lnTo>
                  <a:lnTo>
                    <a:pt x="3587" y="2128"/>
                  </a:lnTo>
                  <a:lnTo>
                    <a:pt x="358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17"/>
            <p:cNvSpPr/>
            <p:nvPr/>
          </p:nvSpPr>
          <p:spPr>
            <a:xfrm>
              <a:off x="3150525" y="1552000"/>
              <a:ext cx="88925" cy="88925"/>
            </a:xfrm>
            <a:custGeom>
              <a:rect b="b" l="l" r="r" t="t"/>
              <a:pathLst>
                <a:path extrusionOk="0" h="3557" w="3557">
                  <a:moveTo>
                    <a:pt x="1429" y="0"/>
                  </a:moveTo>
                  <a:lnTo>
                    <a:pt x="1429" y="1429"/>
                  </a:lnTo>
                  <a:lnTo>
                    <a:pt x="1" y="1429"/>
                  </a:lnTo>
                  <a:lnTo>
                    <a:pt x="1" y="2128"/>
                  </a:lnTo>
                  <a:lnTo>
                    <a:pt x="1429" y="2128"/>
                  </a:lnTo>
                  <a:lnTo>
                    <a:pt x="1429" y="3557"/>
                  </a:lnTo>
                  <a:lnTo>
                    <a:pt x="2159" y="3557"/>
                  </a:lnTo>
                  <a:lnTo>
                    <a:pt x="2159" y="2128"/>
                  </a:lnTo>
                  <a:lnTo>
                    <a:pt x="3557" y="2128"/>
                  </a:lnTo>
                  <a:lnTo>
                    <a:pt x="3557" y="1429"/>
                  </a:lnTo>
                  <a:lnTo>
                    <a:pt x="2159" y="1429"/>
                  </a:lnTo>
                  <a:lnTo>
                    <a:pt x="215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17"/>
            <p:cNvSpPr/>
            <p:nvPr/>
          </p:nvSpPr>
          <p:spPr>
            <a:xfrm>
              <a:off x="1996250" y="1697900"/>
              <a:ext cx="88925" cy="88925"/>
            </a:xfrm>
            <a:custGeom>
              <a:rect b="b" l="l" r="r" t="t"/>
              <a:pathLst>
                <a:path extrusionOk="0" h="3557" w="3557">
                  <a:moveTo>
                    <a:pt x="1429" y="0"/>
                  </a:moveTo>
                  <a:lnTo>
                    <a:pt x="1429" y="1429"/>
                  </a:lnTo>
                  <a:lnTo>
                    <a:pt x="1" y="1429"/>
                  </a:lnTo>
                  <a:lnTo>
                    <a:pt x="1" y="2128"/>
                  </a:lnTo>
                  <a:lnTo>
                    <a:pt x="1429" y="2128"/>
                  </a:lnTo>
                  <a:lnTo>
                    <a:pt x="1429" y="3557"/>
                  </a:lnTo>
                  <a:lnTo>
                    <a:pt x="2128" y="3557"/>
                  </a:lnTo>
                  <a:lnTo>
                    <a:pt x="2128" y="2128"/>
                  </a:lnTo>
                  <a:lnTo>
                    <a:pt x="3557" y="2128"/>
                  </a:lnTo>
                  <a:lnTo>
                    <a:pt x="355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17"/>
            <p:cNvSpPr/>
            <p:nvPr/>
          </p:nvSpPr>
          <p:spPr>
            <a:xfrm>
              <a:off x="2140625" y="1697900"/>
              <a:ext cx="88925" cy="88925"/>
            </a:xfrm>
            <a:custGeom>
              <a:rect b="b" l="l" r="r" t="t"/>
              <a:pathLst>
                <a:path extrusionOk="0" h="3557" w="3557">
                  <a:moveTo>
                    <a:pt x="1429" y="0"/>
                  </a:moveTo>
                  <a:lnTo>
                    <a:pt x="1429" y="1429"/>
                  </a:lnTo>
                  <a:lnTo>
                    <a:pt x="1" y="1429"/>
                  </a:lnTo>
                  <a:lnTo>
                    <a:pt x="1" y="2128"/>
                  </a:lnTo>
                  <a:lnTo>
                    <a:pt x="1429" y="2128"/>
                  </a:lnTo>
                  <a:lnTo>
                    <a:pt x="1429" y="3557"/>
                  </a:lnTo>
                  <a:lnTo>
                    <a:pt x="2128" y="3557"/>
                  </a:lnTo>
                  <a:lnTo>
                    <a:pt x="2128" y="2128"/>
                  </a:lnTo>
                  <a:lnTo>
                    <a:pt x="3557" y="2128"/>
                  </a:lnTo>
                  <a:lnTo>
                    <a:pt x="355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17"/>
            <p:cNvSpPr/>
            <p:nvPr/>
          </p:nvSpPr>
          <p:spPr>
            <a:xfrm>
              <a:off x="2285000" y="1697900"/>
              <a:ext cx="88950" cy="88925"/>
            </a:xfrm>
            <a:custGeom>
              <a:rect b="b" l="l" r="r" t="t"/>
              <a:pathLst>
                <a:path extrusionOk="0" h="3557" w="3558">
                  <a:moveTo>
                    <a:pt x="1429" y="0"/>
                  </a:moveTo>
                  <a:lnTo>
                    <a:pt x="1429" y="1429"/>
                  </a:lnTo>
                  <a:lnTo>
                    <a:pt x="1" y="1429"/>
                  </a:lnTo>
                  <a:lnTo>
                    <a:pt x="1" y="2128"/>
                  </a:lnTo>
                  <a:lnTo>
                    <a:pt x="1429" y="2128"/>
                  </a:lnTo>
                  <a:lnTo>
                    <a:pt x="1429" y="3557"/>
                  </a:lnTo>
                  <a:lnTo>
                    <a:pt x="2129" y="3557"/>
                  </a:lnTo>
                  <a:lnTo>
                    <a:pt x="2129" y="2128"/>
                  </a:lnTo>
                  <a:lnTo>
                    <a:pt x="3557" y="2128"/>
                  </a:lnTo>
                  <a:lnTo>
                    <a:pt x="3557" y="1429"/>
                  </a:lnTo>
                  <a:lnTo>
                    <a:pt x="2129" y="1429"/>
                  </a:lnTo>
                  <a:lnTo>
                    <a:pt x="212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17"/>
            <p:cNvSpPr/>
            <p:nvPr/>
          </p:nvSpPr>
          <p:spPr>
            <a:xfrm>
              <a:off x="2429400" y="1697900"/>
              <a:ext cx="88925" cy="88925"/>
            </a:xfrm>
            <a:custGeom>
              <a:rect b="b" l="l" r="r" t="t"/>
              <a:pathLst>
                <a:path extrusionOk="0" h="3557" w="3557">
                  <a:moveTo>
                    <a:pt x="1398" y="0"/>
                  </a:moveTo>
                  <a:lnTo>
                    <a:pt x="1398" y="1429"/>
                  </a:lnTo>
                  <a:lnTo>
                    <a:pt x="0" y="1429"/>
                  </a:lnTo>
                  <a:lnTo>
                    <a:pt x="0" y="2128"/>
                  </a:lnTo>
                  <a:lnTo>
                    <a:pt x="1398" y="2128"/>
                  </a:lnTo>
                  <a:lnTo>
                    <a:pt x="1398" y="3557"/>
                  </a:lnTo>
                  <a:lnTo>
                    <a:pt x="2128" y="3557"/>
                  </a:lnTo>
                  <a:lnTo>
                    <a:pt x="2128" y="2128"/>
                  </a:lnTo>
                  <a:lnTo>
                    <a:pt x="3556" y="2128"/>
                  </a:lnTo>
                  <a:lnTo>
                    <a:pt x="3556"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17"/>
            <p:cNvSpPr/>
            <p:nvPr/>
          </p:nvSpPr>
          <p:spPr>
            <a:xfrm>
              <a:off x="2573000" y="1697900"/>
              <a:ext cx="89700" cy="88925"/>
            </a:xfrm>
            <a:custGeom>
              <a:rect b="b" l="l" r="r" t="t"/>
              <a:pathLst>
                <a:path extrusionOk="0" h="3557" w="3588">
                  <a:moveTo>
                    <a:pt x="1429" y="0"/>
                  </a:moveTo>
                  <a:lnTo>
                    <a:pt x="1429" y="1429"/>
                  </a:lnTo>
                  <a:lnTo>
                    <a:pt x="1" y="1429"/>
                  </a:lnTo>
                  <a:lnTo>
                    <a:pt x="1" y="2128"/>
                  </a:lnTo>
                  <a:lnTo>
                    <a:pt x="1429" y="2128"/>
                  </a:lnTo>
                  <a:lnTo>
                    <a:pt x="1429" y="3557"/>
                  </a:lnTo>
                  <a:lnTo>
                    <a:pt x="2159" y="3557"/>
                  </a:lnTo>
                  <a:lnTo>
                    <a:pt x="2159" y="2128"/>
                  </a:lnTo>
                  <a:lnTo>
                    <a:pt x="3588" y="2128"/>
                  </a:lnTo>
                  <a:lnTo>
                    <a:pt x="3588" y="1429"/>
                  </a:lnTo>
                  <a:lnTo>
                    <a:pt x="2159" y="1429"/>
                  </a:lnTo>
                  <a:lnTo>
                    <a:pt x="215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17"/>
            <p:cNvSpPr/>
            <p:nvPr/>
          </p:nvSpPr>
          <p:spPr>
            <a:xfrm>
              <a:off x="2717400" y="1697900"/>
              <a:ext cx="89675" cy="88925"/>
            </a:xfrm>
            <a:custGeom>
              <a:rect b="b" l="l" r="r" t="t"/>
              <a:pathLst>
                <a:path extrusionOk="0" h="3557" w="3587">
                  <a:moveTo>
                    <a:pt x="1429" y="0"/>
                  </a:moveTo>
                  <a:lnTo>
                    <a:pt x="1429" y="1429"/>
                  </a:lnTo>
                  <a:lnTo>
                    <a:pt x="0" y="1429"/>
                  </a:lnTo>
                  <a:lnTo>
                    <a:pt x="0" y="2128"/>
                  </a:lnTo>
                  <a:lnTo>
                    <a:pt x="1429" y="2128"/>
                  </a:lnTo>
                  <a:lnTo>
                    <a:pt x="1429" y="3557"/>
                  </a:lnTo>
                  <a:lnTo>
                    <a:pt x="2158" y="3557"/>
                  </a:lnTo>
                  <a:lnTo>
                    <a:pt x="2158" y="2128"/>
                  </a:lnTo>
                  <a:lnTo>
                    <a:pt x="3587" y="2128"/>
                  </a:lnTo>
                  <a:lnTo>
                    <a:pt x="3587" y="1429"/>
                  </a:lnTo>
                  <a:lnTo>
                    <a:pt x="2158" y="1429"/>
                  </a:lnTo>
                  <a:lnTo>
                    <a:pt x="215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17"/>
            <p:cNvSpPr/>
            <p:nvPr/>
          </p:nvSpPr>
          <p:spPr>
            <a:xfrm>
              <a:off x="2861775" y="1697900"/>
              <a:ext cx="89675" cy="88925"/>
            </a:xfrm>
            <a:custGeom>
              <a:rect b="b" l="l" r="r" t="t"/>
              <a:pathLst>
                <a:path extrusionOk="0" h="3557" w="3587">
                  <a:moveTo>
                    <a:pt x="1429" y="0"/>
                  </a:moveTo>
                  <a:lnTo>
                    <a:pt x="1429" y="1429"/>
                  </a:lnTo>
                  <a:lnTo>
                    <a:pt x="0" y="1429"/>
                  </a:lnTo>
                  <a:lnTo>
                    <a:pt x="0" y="2128"/>
                  </a:lnTo>
                  <a:lnTo>
                    <a:pt x="1429" y="2128"/>
                  </a:lnTo>
                  <a:lnTo>
                    <a:pt x="1429" y="3557"/>
                  </a:lnTo>
                  <a:lnTo>
                    <a:pt x="2158" y="3557"/>
                  </a:lnTo>
                  <a:lnTo>
                    <a:pt x="2158" y="2128"/>
                  </a:lnTo>
                  <a:lnTo>
                    <a:pt x="3587" y="2128"/>
                  </a:lnTo>
                  <a:lnTo>
                    <a:pt x="3587" y="1429"/>
                  </a:lnTo>
                  <a:lnTo>
                    <a:pt x="2158" y="1429"/>
                  </a:lnTo>
                  <a:lnTo>
                    <a:pt x="215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17"/>
            <p:cNvSpPr/>
            <p:nvPr/>
          </p:nvSpPr>
          <p:spPr>
            <a:xfrm>
              <a:off x="3006150" y="1697900"/>
              <a:ext cx="89700" cy="88925"/>
            </a:xfrm>
            <a:custGeom>
              <a:rect b="b" l="l" r="r" t="t"/>
              <a:pathLst>
                <a:path extrusionOk="0" h="3557" w="3588">
                  <a:moveTo>
                    <a:pt x="1429" y="0"/>
                  </a:moveTo>
                  <a:lnTo>
                    <a:pt x="1429" y="1429"/>
                  </a:lnTo>
                  <a:lnTo>
                    <a:pt x="0" y="1429"/>
                  </a:lnTo>
                  <a:lnTo>
                    <a:pt x="0" y="2128"/>
                  </a:lnTo>
                  <a:lnTo>
                    <a:pt x="1429" y="2128"/>
                  </a:lnTo>
                  <a:lnTo>
                    <a:pt x="1429" y="3557"/>
                  </a:lnTo>
                  <a:lnTo>
                    <a:pt x="2128" y="3557"/>
                  </a:lnTo>
                  <a:lnTo>
                    <a:pt x="2128" y="2128"/>
                  </a:lnTo>
                  <a:lnTo>
                    <a:pt x="3587" y="2128"/>
                  </a:lnTo>
                  <a:lnTo>
                    <a:pt x="358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17"/>
            <p:cNvSpPr/>
            <p:nvPr/>
          </p:nvSpPr>
          <p:spPr>
            <a:xfrm>
              <a:off x="3150525" y="1697900"/>
              <a:ext cx="88925" cy="88925"/>
            </a:xfrm>
            <a:custGeom>
              <a:rect b="b" l="l" r="r" t="t"/>
              <a:pathLst>
                <a:path extrusionOk="0" h="3557" w="3557">
                  <a:moveTo>
                    <a:pt x="1429" y="0"/>
                  </a:moveTo>
                  <a:lnTo>
                    <a:pt x="1429" y="1429"/>
                  </a:lnTo>
                  <a:lnTo>
                    <a:pt x="1" y="1429"/>
                  </a:lnTo>
                  <a:lnTo>
                    <a:pt x="1" y="2128"/>
                  </a:lnTo>
                  <a:lnTo>
                    <a:pt x="1429" y="2128"/>
                  </a:lnTo>
                  <a:lnTo>
                    <a:pt x="1429" y="3557"/>
                  </a:lnTo>
                  <a:lnTo>
                    <a:pt x="2159" y="3557"/>
                  </a:lnTo>
                  <a:lnTo>
                    <a:pt x="2159" y="2128"/>
                  </a:lnTo>
                  <a:lnTo>
                    <a:pt x="3557" y="2128"/>
                  </a:lnTo>
                  <a:lnTo>
                    <a:pt x="3557" y="1429"/>
                  </a:lnTo>
                  <a:lnTo>
                    <a:pt x="2159" y="1429"/>
                  </a:lnTo>
                  <a:lnTo>
                    <a:pt x="215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17"/>
            <p:cNvSpPr/>
            <p:nvPr/>
          </p:nvSpPr>
          <p:spPr>
            <a:xfrm>
              <a:off x="1996250" y="1843800"/>
              <a:ext cx="88925" cy="88925"/>
            </a:xfrm>
            <a:custGeom>
              <a:rect b="b" l="l" r="r" t="t"/>
              <a:pathLst>
                <a:path extrusionOk="0" h="3557" w="3557">
                  <a:moveTo>
                    <a:pt x="1429" y="0"/>
                  </a:moveTo>
                  <a:lnTo>
                    <a:pt x="1429" y="1429"/>
                  </a:lnTo>
                  <a:lnTo>
                    <a:pt x="1" y="1429"/>
                  </a:lnTo>
                  <a:lnTo>
                    <a:pt x="1" y="2128"/>
                  </a:lnTo>
                  <a:lnTo>
                    <a:pt x="1429" y="2128"/>
                  </a:lnTo>
                  <a:lnTo>
                    <a:pt x="1429" y="3556"/>
                  </a:lnTo>
                  <a:lnTo>
                    <a:pt x="2128" y="3556"/>
                  </a:lnTo>
                  <a:lnTo>
                    <a:pt x="2128" y="2128"/>
                  </a:lnTo>
                  <a:lnTo>
                    <a:pt x="3557" y="2128"/>
                  </a:lnTo>
                  <a:lnTo>
                    <a:pt x="355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17"/>
            <p:cNvSpPr/>
            <p:nvPr/>
          </p:nvSpPr>
          <p:spPr>
            <a:xfrm>
              <a:off x="2140625" y="1843800"/>
              <a:ext cx="88925" cy="88925"/>
            </a:xfrm>
            <a:custGeom>
              <a:rect b="b" l="l" r="r" t="t"/>
              <a:pathLst>
                <a:path extrusionOk="0" h="3557" w="3557">
                  <a:moveTo>
                    <a:pt x="1429" y="0"/>
                  </a:moveTo>
                  <a:lnTo>
                    <a:pt x="1429" y="1429"/>
                  </a:lnTo>
                  <a:lnTo>
                    <a:pt x="1" y="1429"/>
                  </a:lnTo>
                  <a:lnTo>
                    <a:pt x="1" y="2128"/>
                  </a:lnTo>
                  <a:lnTo>
                    <a:pt x="1429" y="2128"/>
                  </a:lnTo>
                  <a:lnTo>
                    <a:pt x="1429" y="3556"/>
                  </a:lnTo>
                  <a:lnTo>
                    <a:pt x="2128" y="3556"/>
                  </a:lnTo>
                  <a:lnTo>
                    <a:pt x="2128" y="2128"/>
                  </a:lnTo>
                  <a:lnTo>
                    <a:pt x="3557" y="2128"/>
                  </a:lnTo>
                  <a:lnTo>
                    <a:pt x="355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17"/>
            <p:cNvSpPr/>
            <p:nvPr/>
          </p:nvSpPr>
          <p:spPr>
            <a:xfrm>
              <a:off x="2285000" y="1843800"/>
              <a:ext cx="88950" cy="88925"/>
            </a:xfrm>
            <a:custGeom>
              <a:rect b="b" l="l" r="r" t="t"/>
              <a:pathLst>
                <a:path extrusionOk="0" h="3557" w="3558">
                  <a:moveTo>
                    <a:pt x="1429" y="0"/>
                  </a:moveTo>
                  <a:lnTo>
                    <a:pt x="1429" y="1429"/>
                  </a:lnTo>
                  <a:lnTo>
                    <a:pt x="1" y="1429"/>
                  </a:lnTo>
                  <a:lnTo>
                    <a:pt x="1" y="2128"/>
                  </a:lnTo>
                  <a:lnTo>
                    <a:pt x="1429" y="2128"/>
                  </a:lnTo>
                  <a:lnTo>
                    <a:pt x="1429" y="3556"/>
                  </a:lnTo>
                  <a:lnTo>
                    <a:pt x="2129" y="3556"/>
                  </a:lnTo>
                  <a:lnTo>
                    <a:pt x="2129" y="2128"/>
                  </a:lnTo>
                  <a:lnTo>
                    <a:pt x="3557" y="2128"/>
                  </a:lnTo>
                  <a:lnTo>
                    <a:pt x="3557" y="1429"/>
                  </a:lnTo>
                  <a:lnTo>
                    <a:pt x="2129" y="1429"/>
                  </a:lnTo>
                  <a:lnTo>
                    <a:pt x="212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17"/>
            <p:cNvSpPr/>
            <p:nvPr/>
          </p:nvSpPr>
          <p:spPr>
            <a:xfrm>
              <a:off x="2429400" y="1843800"/>
              <a:ext cx="88925" cy="88925"/>
            </a:xfrm>
            <a:custGeom>
              <a:rect b="b" l="l" r="r" t="t"/>
              <a:pathLst>
                <a:path extrusionOk="0" h="3557" w="3557">
                  <a:moveTo>
                    <a:pt x="1398" y="0"/>
                  </a:moveTo>
                  <a:lnTo>
                    <a:pt x="1398" y="1429"/>
                  </a:lnTo>
                  <a:lnTo>
                    <a:pt x="0" y="1429"/>
                  </a:lnTo>
                  <a:lnTo>
                    <a:pt x="0" y="2128"/>
                  </a:lnTo>
                  <a:lnTo>
                    <a:pt x="1398" y="2128"/>
                  </a:lnTo>
                  <a:lnTo>
                    <a:pt x="1398" y="3556"/>
                  </a:lnTo>
                  <a:lnTo>
                    <a:pt x="2128" y="3556"/>
                  </a:lnTo>
                  <a:lnTo>
                    <a:pt x="2128" y="2128"/>
                  </a:lnTo>
                  <a:lnTo>
                    <a:pt x="3556" y="2128"/>
                  </a:lnTo>
                  <a:lnTo>
                    <a:pt x="3556"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17"/>
            <p:cNvSpPr/>
            <p:nvPr/>
          </p:nvSpPr>
          <p:spPr>
            <a:xfrm>
              <a:off x="2573000" y="1843800"/>
              <a:ext cx="89700" cy="88925"/>
            </a:xfrm>
            <a:custGeom>
              <a:rect b="b" l="l" r="r" t="t"/>
              <a:pathLst>
                <a:path extrusionOk="0" h="3557" w="3588">
                  <a:moveTo>
                    <a:pt x="1429" y="0"/>
                  </a:moveTo>
                  <a:lnTo>
                    <a:pt x="1429" y="1429"/>
                  </a:lnTo>
                  <a:lnTo>
                    <a:pt x="1" y="1429"/>
                  </a:lnTo>
                  <a:lnTo>
                    <a:pt x="1" y="2128"/>
                  </a:lnTo>
                  <a:lnTo>
                    <a:pt x="1429" y="2128"/>
                  </a:lnTo>
                  <a:lnTo>
                    <a:pt x="1429" y="3556"/>
                  </a:lnTo>
                  <a:lnTo>
                    <a:pt x="2159" y="3556"/>
                  </a:lnTo>
                  <a:lnTo>
                    <a:pt x="2159" y="2128"/>
                  </a:lnTo>
                  <a:lnTo>
                    <a:pt x="3588" y="2128"/>
                  </a:lnTo>
                  <a:lnTo>
                    <a:pt x="3588" y="1429"/>
                  </a:lnTo>
                  <a:lnTo>
                    <a:pt x="2159" y="1429"/>
                  </a:lnTo>
                  <a:lnTo>
                    <a:pt x="215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17"/>
            <p:cNvSpPr/>
            <p:nvPr/>
          </p:nvSpPr>
          <p:spPr>
            <a:xfrm>
              <a:off x="2717400" y="1843800"/>
              <a:ext cx="89675" cy="88925"/>
            </a:xfrm>
            <a:custGeom>
              <a:rect b="b" l="l" r="r" t="t"/>
              <a:pathLst>
                <a:path extrusionOk="0" h="3557" w="3587">
                  <a:moveTo>
                    <a:pt x="1429" y="0"/>
                  </a:moveTo>
                  <a:lnTo>
                    <a:pt x="1429" y="1429"/>
                  </a:lnTo>
                  <a:lnTo>
                    <a:pt x="0" y="1429"/>
                  </a:lnTo>
                  <a:lnTo>
                    <a:pt x="0" y="2128"/>
                  </a:lnTo>
                  <a:lnTo>
                    <a:pt x="1429" y="2128"/>
                  </a:lnTo>
                  <a:lnTo>
                    <a:pt x="1429" y="3556"/>
                  </a:lnTo>
                  <a:lnTo>
                    <a:pt x="2158" y="3556"/>
                  </a:lnTo>
                  <a:lnTo>
                    <a:pt x="2158" y="2128"/>
                  </a:lnTo>
                  <a:lnTo>
                    <a:pt x="3587" y="2128"/>
                  </a:lnTo>
                  <a:lnTo>
                    <a:pt x="3587" y="1429"/>
                  </a:lnTo>
                  <a:lnTo>
                    <a:pt x="2158" y="1429"/>
                  </a:lnTo>
                  <a:lnTo>
                    <a:pt x="215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17"/>
            <p:cNvSpPr/>
            <p:nvPr/>
          </p:nvSpPr>
          <p:spPr>
            <a:xfrm>
              <a:off x="2861775" y="1843800"/>
              <a:ext cx="89675" cy="88925"/>
            </a:xfrm>
            <a:custGeom>
              <a:rect b="b" l="l" r="r" t="t"/>
              <a:pathLst>
                <a:path extrusionOk="0" h="3557" w="3587">
                  <a:moveTo>
                    <a:pt x="1429" y="0"/>
                  </a:moveTo>
                  <a:lnTo>
                    <a:pt x="1429" y="1429"/>
                  </a:lnTo>
                  <a:lnTo>
                    <a:pt x="0" y="1429"/>
                  </a:lnTo>
                  <a:lnTo>
                    <a:pt x="0" y="2128"/>
                  </a:lnTo>
                  <a:lnTo>
                    <a:pt x="1429" y="2128"/>
                  </a:lnTo>
                  <a:lnTo>
                    <a:pt x="1429" y="3556"/>
                  </a:lnTo>
                  <a:lnTo>
                    <a:pt x="2158" y="3556"/>
                  </a:lnTo>
                  <a:lnTo>
                    <a:pt x="2158" y="2128"/>
                  </a:lnTo>
                  <a:lnTo>
                    <a:pt x="3587" y="2128"/>
                  </a:lnTo>
                  <a:lnTo>
                    <a:pt x="3587" y="1429"/>
                  </a:lnTo>
                  <a:lnTo>
                    <a:pt x="2158" y="1429"/>
                  </a:lnTo>
                  <a:lnTo>
                    <a:pt x="215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17"/>
            <p:cNvSpPr/>
            <p:nvPr/>
          </p:nvSpPr>
          <p:spPr>
            <a:xfrm>
              <a:off x="3006150" y="1843800"/>
              <a:ext cx="89700" cy="88925"/>
            </a:xfrm>
            <a:custGeom>
              <a:rect b="b" l="l" r="r" t="t"/>
              <a:pathLst>
                <a:path extrusionOk="0" h="3557" w="3588">
                  <a:moveTo>
                    <a:pt x="1429" y="0"/>
                  </a:moveTo>
                  <a:lnTo>
                    <a:pt x="1429" y="1429"/>
                  </a:lnTo>
                  <a:lnTo>
                    <a:pt x="0" y="1429"/>
                  </a:lnTo>
                  <a:lnTo>
                    <a:pt x="0" y="2128"/>
                  </a:lnTo>
                  <a:lnTo>
                    <a:pt x="1429" y="2128"/>
                  </a:lnTo>
                  <a:lnTo>
                    <a:pt x="1429" y="3556"/>
                  </a:lnTo>
                  <a:lnTo>
                    <a:pt x="2128" y="3556"/>
                  </a:lnTo>
                  <a:lnTo>
                    <a:pt x="2128" y="2128"/>
                  </a:lnTo>
                  <a:lnTo>
                    <a:pt x="3587" y="2128"/>
                  </a:lnTo>
                  <a:lnTo>
                    <a:pt x="358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17"/>
            <p:cNvSpPr/>
            <p:nvPr/>
          </p:nvSpPr>
          <p:spPr>
            <a:xfrm>
              <a:off x="3150525" y="1843800"/>
              <a:ext cx="88925" cy="88925"/>
            </a:xfrm>
            <a:custGeom>
              <a:rect b="b" l="l" r="r" t="t"/>
              <a:pathLst>
                <a:path extrusionOk="0" h="3557" w="3557">
                  <a:moveTo>
                    <a:pt x="1429" y="0"/>
                  </a:moveTo>
                  <a:lnTo>
                    <a:pt x="1429" y="1429"/>
                  </a:lnTo>
                  <a:lnTo>
                    <a:pt x="1" y="1429"/>
                  </a:lnTo>
                  <a:lnTo>
                    <a:pt x="1" y="2128"/>
                  </a:lnTo>
                  <a:lnTo>
                    <a:pt x="1429" y="2128"/>
                  </a:lnTo>
                  <a:lnTo>
                    <a:pt x="1429" y="3556"/>
                  </a:lnTo>
                  <a:lnTo>
                    <a:pt x="2159" y="3556"/>
                  </a:lnTo>
                  <a:lnTo>
                    <a:pt x="2159" y="2128"/>
                  </a:lnTo>
                  <a:lnTo>
                    <a:pt x="3557" y="2128"/>
                  </a:lnTo>
                  <a:lnTo>
                    <a:pt x="3557" y="1429"/>
                  </a:lnTo>
                  <a:lnTo>
                    <a:pt x="2159" y="1429"/>
                  </a:lnTo>
                  <a:lnTo>
                    <a:pt x="215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17"/>
            <p:cNvSpPr/>
            <p:nvPr/>
          </p:nvSpPr>
          <p:spPr>
            <a:xfrm>
              <a:off x="1996250" y="1989700"/>
              <a:ext cx="88925" cy="88925"/>
            </a:xfrm>
            <a:custGeom>
              <a:rect b="b" l="l" r="r" t="t"/>
              <a:pathLst>
                <a:path extrusionOk="0" h="3557" w="3557">
                  <a:moveTo>
                    <a:pt x="1429" y="0"/>
                  </a:moveTo>
                  <a:lnTo>
                    <a:pt x="1429" y="1429"/>
                  </a:lnTo>
                  <a:lnTo>
                    <a:pt x="1" y="1429"/>
                  </a:lnTo>
                  <a:lnTo>
                    <a:pt x="1" y="2128"/>
                  </a:lnTo>
                  <a:lnTo>
                    <a:pt x="1429" y="2128"/>
                  </a:lnTo>
                  <a:lnTo>
                    <a:pt x="1429" y="3556"/>
                  </a:lnTo>
                  <a:lnTo>
                    <a:pt x="2128" y="3556"/>
                  </a:lnTo>
                  <a:lnTo>
                    <a:pt x="2128" y="2128"/>
                  </a:lnTo>
                  <a:lnTo>
                    <a:pt x="3557" y="2128"/>
                  </a:lnTo>
                  <a:lnTo>
                    <a:pt x="355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17"/>
            <p:cNvSpPr/>
            <p:nvPr/>
          </p:nvSpPr>
          <p:spPr>
            <a:xfrm>
              <a:off x="2140625" y="1989700"/>
              <a:ext cx="88925" cy="88925"/>
            </a:xfrm>
            <a:custGeom>
              <a:rect b="b" l="l" r="r" t="t"/>
              <a:pathLst>
                <a:path extrusionOk="0" h="3557" w="3557">
                  <a:moveTo>
                    <a:pt x="1429" y="0"/>
                  </a:moveTo>
                  <a:lnTo>
                    <a:pt x="1429" y="1429"/>
                  </a:lnTo>
                  <a:lnTo>
                    <a:pt x="1" y="1429"/>
                  </a:lnTo>
                  <a:lnTo>
                    <a:pt x="1" y="2128"/>
                  </a:lnTo>
                  <a:lnTo>
                    <a:pt x="1429" y="2128"/>
                  </a:lnTo>
                  <a:lnTo>
                    <a:pt x="1429" y="3556"/>
                  </a:lnTo>
                  <a:lnTo>
                    <a:pt x="2128" y="3556"/>
                  </a:lnTo>
                  <a:lnTo>
                    <a:pt x="2128" y="2128"/>
                  </a:lnTo>
                  <a:lnTo>
                    <a:pt x="3557" y="2128"/>
                  </a:lnTo>
                  <a:lnTo>
                    <a:pt x="355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17"/>
            <p:cNvSpPr/>
            <p:nvPr/>
          </p:nvSpPr>
          <p:spPr>
            <a:xfrm>
              <a:off x="2285000" y="1989700"/>
              <a:ext cx="88950" cy="88925"/>
            </a:xfrm>
            <a:custGeom>
              <a:rect b="b" l="l" r="r" t="t"/>
              <a:pathLst>
                <a:path extrusionOk="0" h="3557" w="3558">
                  <a:moveTo>
                    <a:pt x="1429" y="0"/>
                  </a:moveTo>
                  <a:lnTo>
                    <a:pt x="1429" y="1429"/>
                  </a:lnTo>
                  <a:lnTo>
                    <a:pt x="1" y="1429"/>
                  </a:lnTo>
                  <a:lnTo>
                    <a:pt x="1" y="2128"/>
                  </a:lnTo>
                  <a:lnTo>
                    <a:pt x="1429" y="2128"/>
                  </a:lnTo>
                  <a:lnTo>
                    <a:pt x="1429" y="3556"/>
                  </a:lnTo>
                  <a:lnTo>
                    <a:pt x="2129" y="3556"/>
                  </a:lnTo>
                  <a:lnTo>
                    <a:pt x="2129" y="2128"/>
                  </a:lnTo>
                  <a:lnTo>
                    <a:pt x="3557" y="2128"/>
                  </a:lnTo>
                  <a:lnTo>
                    <a:pt x="3557" y="1429"/>
                  </a:lnTo>
                  <a:lnTo>
                    <a:pt x="2129" y="1429"/>
                  </a:lnTo>
                  <a:lnTo>
                    <a:pt x="212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17"/>
            <p:cNvSpPr/>
            <p:nvPr/>
          </p:nvSpPr>
          <p:spPr>
            <a:xfrm>
              <a:off x="2429400" y="1989700"/>
              <a:ext cx="88925" cy="88925"/>
            </a:xfrm>
            <a:custGeom>
              <a:rect b="b" l="l" r="r" t="t"/>
              <a:pathLst>
                <a:path extrusionOk="0" h="3557" w="3557">
                  <a:moveTo>
                    <a:pt x="1398" y="0"/>
                  </a:moveTo>
                  <a:lnTo>
                    <a:pt x="1398" y="1429"/>
                  </a:lnTo>
                  <a:lnTo>
                    <a:pt x="0" y="1429"/>
                  </a:lnTo>
                  <a:lnTo>
                    <a:pt x="0" y="2128"/>
                  </a:lnTo>
                  <a:lnTo>
                    <a:pt x="1398" y="2128"/>
                  </a:lnTo>
                  <a:lnTo>
                    <a:pt x="1398" y="3556"/>
                  </a:lnTo>
                  <a:lnTo>
                    <a:pt x="2128" y="3556"/>
                  </a:lnTo>
                  <a:lnTo>
                    <a:pt x="2128" y="2128"/>
                  </a:lnTo>
                  <a:lnTo>
                    <a:pt x="3556" y="2128"/>
                  </a:lnTo>
                  <a:lnTo>
                    <a:pt x="3556"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17"/>
            <p:cNvSpPr/>
            <p:nvPr/>
          </p:nvSpPr>
          <p:spPr>
            <a:xfrm>
              <a:off x="2573000" y="1989700"/>
              <a:ext cx="89700" cy="88925"/>
            </a:xfrm>
            <a:custGeom>
              <a:rect b="b" l="l" r="r" t="t"/>
              <a:pathLst>
                <a:path extrusionOk="0" h="3557" w="3588">
                  <a:moveTo>
                    <a:pt x="1429" y="0"/>
                  </a:moveTo>
                  <a:lnTo>
                    <a:pt x="1429" y="1429"/>
                  </a:lnTo>
                  <a:lnTo>
                    <a:pt x="1" y="1429"/>
                  </a:lnTo>
                  <a:lnTo>
                    <a:pt x="1" y="2128"/>
                  </a:lnTo>
                  <a:lnTo>
                    <a:pt x="1429" y="2128"/>
                  </a:lnTo>
                  <a:lnTo>
                    <a:pt x="1429" y="3556"/>
                  </a:lnTo>
                  <a:lnTo>
                    <a:pt x="2159" y="3556"/>
                  </a:lnTo>
                  <a:lnTo>
                    <a:pt x="2159" y="2128"/>
                  </a:lnTo>
                  <a:lnTo>
                    <a:pt x="3588" y="2128"/>
                  </a:lnTo>
                  <a:lnTo>
                    <a:pt x="3588" y="1429"/>
                  </a:lnTo>
                  <a:lnTo>
                    <a:pt x="2159" y="1429"/>
                  </a:lnTo>
                  <a:lnTo>
                    <a:pt x="215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17"/>
            <p:cNvSpPr/>
            <p:nvPr/>
          </p:nvSpPr>
          <p:spPr>
            <a:xfrm>
              <a:off x="2717400" y="1989700"/>
              <a:ext cx="89675" cy="88925"/>
            </a:xfrm>
            <a:custGeom>
              <a:rect b="b" l="l" r="r" t="t"/>
              <a:pathLst>
                <a:path extrusionOk="0" h="3557" w="3587">
                  <a:moveTo>
                    <a:pt x="1429" y="0"/>
                  </a:moveTo>
                  <a:lnTo>
                    <a:pt x="1429" y="1429"/>
                  </a:lnTo>
                  <a:lnTo>
                    <a:pt x="0" y="1429"/>
                  </a:lnTo>
                  <a:lnTo>
                    <a:pt x="0" y="2128"/>
                  </a:lnTo>
                  <a:lnTo>
                    <a:pt x="1429" y="2128"/>
                  </a:lnTo>
                  <a:lnTo>
                    <a:pt x="1429" y="3556"/>
                  </a:lnTo>
                  <a:lnTo>
                    <a:pt x="2158" y="3556"/>
                  </a:lnTo>
                  <a:lnTo>
                    <a:pt x="2158" y="2128"/>
                  </a:lnTo>
                  <a:lnTo>
                    <a:pt x="3587" y="2128"/>
                  </a:lnTo>
                  <a:lnTo>
                    <a:pt x="3587" y="1429"/>
                  </a:lnTo>
                  <a:lnTo>
                    <a:pt x="2158" y="1429"/>
                  </a:lnTo>
                  <a:lnTo>
                    <a:pt x="215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17"/>
            <p:cNvSpPr/>
            <p:nvPr/>
          </p:nvSpPr>
          <p:spPr>
            <a:xfrm>
              <a:off x="2861775" y="1989700"/>
              <a:ext cx="89675" cy="88925"/>
            </a:xfrm>
            <a:custGeom>
              <a:rect b="b" l="l" r="r" t="t"/>
              <a:pathLst>
                <a:path extrusionOk="0" h="3557" w="3587">
                  <a:moveTo>
                    <a:pt x="1429" y="0"/>
                  </a:moveTo>
                  <a:lnTo>
                    <a:pt x="1429" y="1429"/>
                  </a:lnTo>
                  <a:lnTo>
                    <a:pt x="0" y="1429"/>
                  </a:lnTo>
                  <a:lnTo>
                    <a:pt x="0" y="2128"/>
                  </a:lnTo>
                  <a:lnTo>
                    <a:pt x="1429" y="2128"/>
                  </a:lnTo>
                  <a:lnTo>
                    <a:pt x="1429" y="3556"/>
                  </a:lnTo>
                  <a:lnTo>
                    <a:pt x="2158" y="3556"/>
                  </a:lnTo>
                  <a:lnTo>
                    <a:pt x="2158" y="2128"/>
                  </a:lnTo>
                  <a:lnTo>
                    <a:pt x="3587" y="2128"/>
                  </a:lnTo>
                  <a:lnTo>
                    <a:pt x="3587" y="1429"/>
                  </a:lnTo>
                  <a:lnTo>
                    <a:pt x="2158" y="1429"/>
                  </a:lnTo>
                  <a:lnTo>
                    <a:pt x="215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17"/>
            <p:cNvSpPr/>
            <p:nvPr/>
          </p:nvSpPr>
          <p:spPr>
            <a:xfrm>
              <a:off x="3006150" y="1989700"/>
              <a:ext cx="89700" cy="88925"/>
            </a:xfrm>
            <a:custGeom>
              <a:rect b="b" l="l" r="r" t="t"/>
              <a:pathLst>
                <a:path extrusionOk="0" h="3557" w="3588">
                  <a:moveTo>
                    <a:pt x="1429" y="0"/>
                  </a:moveTo>
                  <a:lnTo>
                    <a:pt x="1429" y="1429"/>
                  </a:lnTo>
                  <a:lnTo>
                    <a:pt x="0" y="1429"/>
                  </a:lnTo>
                  <a:lnTo>
                    <a:pt x="0" y="2128"/>
                  </a:lnTo>
                  <a:lnTo>
                    <a:pt x="1429" y="2128"/>
                  </a:lnTo>
                  <a:lnTo>
                    <a:pt x="1429" y="3556"/>
                  </a:lnTo>
                  <a:lnTo>
                    <a:pt x="2128" y="3556"/>
                  </a:lnTo>
                  <a:lnTo>
                    <a:pt x="2128" y="2128"/>
                  </a:lnTo>
                  <a:lnTo>
                    <a:pt x="3587" y="2128"/>
                  </a:lnTo>
                  <a:lnTo>
                    <a:pt x="358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17"/>
            <p:cNvSpPr/>
            <p:nvPr/>
          </p:nvSpPr>
          <p:spPr>
            <a:xfrm>
              <a:off x="3150525" y="1989700"/>
              <a:ext cx="88925" cy="88925"/>
            </a:xfrm>
            <a:custGeom>
              <a:rect b="b" l="l" r="r" t="t"/>
              <a:pathLst>
                <a:path extrusionOk="0" h="3557" w="3557">
                  <a:moveTo>
                    <a:pt x="1429" y="0"/>
                  </a:moveTo>
                  <a:lnTo>
                    <a:pt x="1429" y="1429"/>
                  </a:lnTo>
                  <a:lnTo>
                    <a:pt x="1" y="1429"/>
                  </a:lnTo>
                  <a:lnTo>
                    <a:pt x="1" y="2128"/>
                  </a:lnTo>
                  <a:lnTo>
                    <a:pt x="1429" y="2128"/>
                  </a:lnTo>
                  <a:lnTo>
                    <a:pt x="1429" y="3556"/>
                  </a:lnTo>
                  <a:lnTo>
                    <a:pt x="2159" y="3556"/>
                  </a:lnTo>
                  <a:lnTo>
                    <a:pt x="2159" y="2128"/>
                  </a:lnTo>
                  <a:lnTo>
                    <a:pt x="3557" y="2128"/>
                  </a:lnTo>
                  <a:lnTo>
                    <a:pt x="3557" y="1429"/>
                  </a:lnTo>
                  <a:lnTo>
                    <a:pt x="2159" y="1429"/>
                  </a:lnTo>
                  <a:lnTo>
                    <a:pt x="215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17"/>
            <p:cNvSpPr/>
            <p:nvPr/>
          </p:nvSpPr>
          <p:spPr>
            <a:xfrm>
              <a:off x="1996250" y="2135600"/>
              <a:ext cx="88925" cy="88925"/>
            </a:xfrm>
            <a:custGeom>
              <a:rect b="b" l="l" r="r" t="t"/>
              <a:pathLst>
                <a:path extrusionOk="0" h="3557" w="3557">
                  <a:moveTo>
                    <a:pt x="1429" y="0"/>
                  </a:moveTo>
                  <a:lnTo>
                    <a:pt x="1429" y="1429"/>
                  </a:lnTo>
                  <a:lnTo>
                    <a:pt x="1" y="1429"/>
                  </a:lnTo>
                  <a:lnTo>
                    <a:pt x="1" y="2128"/>
                  </a:lnTo>
                  <a:lnTo>
                    <a:pt x="1429" y="2128"/>
                  </a:lnTo>
                  <a:lnTo>
                    <a:pt x="1429" y="3556"/>
                  </a:lnTo>
                  <a:lnTo>
                    <a:pt x="2128" y="3556"/>
                  </a:lnTo>
                  <a:lnTo>
                    <a:pt x="2128" y="2128"/>
                  </a:lnTo>
                  <a:lnTo>
                    <a:pt x="3557" y="2128"/>
                  </a:lnTo>
                  <a:lnTo>
                    <a:pt x="355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17"/>
            <p:cNvSpPr/>
            <p:nvPr/>
          </p:nvSpPr>
          <p:spPr>
            <a:xfrm>
              <a:off x="2140625" y="2135600"/>
              <a:ext cx="88925" cy="88925"/>
            </a:xfrm>
            <a:custGeom>
              <a:rect b="b" l="l" r="r" t="t"/>
              <a:pathLst>
                <a:path extrusionOk="0" h="3557" w="3557">
                  <a:moveTo>
                    <a:pt x="1429" y="0"/>
                  </a:moveTo>
                  <a:lnTo>
                    <a:pt x="1429" y="1429"/>
                  </a:lnTo>
                  <a:lnTo>
                    <a:pt x="1" y="1429"/>
                  </a:lnTo>
                  <a:lnTo>
                    <a:pt x="1" y="2128"/>
                  </a:lnTo>
                  <a:lnTo>
                    <a:pt x="1429" y="2128"/>
                  </a:lnTo>
                  <a:lnTo>
                    <a:pt x="1429" y="3556"/>
                  </a:lnTo>
                  <a:lnTo>
                    <a:pt x="2128" y="3556"/>
                  </a:lnTo>
                  <a:lnTo>
                    <a:pt x="2128" y="2128"/>
                  </a:lnTo>
                  <a:lnTo>
                    <a:pt x="3557" y="2128"/>
                  </a:lnTo>
                  <a:lnTo>
                    <a:pt x="355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17"/>
            <p:cNvSpPr/>
            <p:nvPr/>
          </p:nvSpPr>
          <p:spPr>
            <a:xfrm>
              <a:off x="2285000" y="2135600"/>
              <a:ext cx="88950" cy="88925"/>
            </a:xfrm>
            <a:custGeom>
              <a:rect b="b" l="l" r="r" t="t"/>
              <a:pathLst>
                <a:path extrusionOk="0" h="3557" w="3558">
                  <a:moveTo>
                    <a:pt x="1429" y="0"/>
                  </a:moveTo>
                  <a:lnTo>
                    <a:pt x="1429" y="1429"/>
                  </a:lnTo>
                  <a:lnTo>
                    <a:pt x="1" y="1429"/>
                  </a:lnTo>
                  <a:lnTo>
                    <a:pt x="1" y="2128"/>
                  </a:lnTo>
                  <a:lnTo>
                    <a:pt x="1429" y="2128"/>
                  </a:lnTo>
                  <a:lnTo>
                    <a:pt x="1429" y="3556"/>
                  </a:lnTo>
                  <a:lnTo>
                    <a:pt x="2129" y="3556"/>
                  </a:lnTo>
                  <a:lnTo>
                    <a:pt x="2129" y="2128"/>
                  </a:lnTo>
                  <a:lnTo>
                    <a:pt x="3557" y="2128"/>
                  </a:lnTo>
                  <a:lnTo>
                    <a:pt x="3557" y="1429"/>
                  </a:lnTo>
                  <a:lnTo>
                    <a:pt x="2129" y="1429"/>
                  </a:lnTo>
                  <a:lnTo>
                    <a:pt x="212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17"/>
            <p:cNvSpPr/>
            <p:nvPr/>
          </p:nvSpPr>
          <p:spPr>
            <a:xfrm>
              <a:off x="2429400" y="2135600"/>
              <a:ext cx="88925" cy="88925"/>
            </a:xfrm>
            <a:custGeom>
              <a:rect b="b" l="l" r="r" t="t"/>
              <a:pathLst>
                <a:path extrusionOk="0" h="3557" w="3557">
                  <a:moveTo>
                    <a:pt x="1398" y="0"/>
                  </a:moveTo>
                  <a:lnTo>
                    <a:pt x="1398" y="1429"/>
                  </a:lnTo>
                  <a:lnTo>
                    <a:pt x="0" y="1429"/>
                  </a:lnTo>
                  <a:lnTo>
                    <a:pt x="0" y="2128"/>
                  </a:lnTo>
                  <a:lnTo>
                    <a:pt x="1398" y="2128"/>
                  </a:lnTo>
                  <a:lnTo>
                    <a:pt x="1398" y="3556"/>
                  </a:lnTo>
                  <a:lnTo>
                    <a:pt x="2128" y="3556"/>
                  </a:lnTo>
                  <a:lnTo>
                    <a:pt x="2128" y="2128"/>
                  </a:lnTo>
                  <a:lnTo>
                    <a:pt x="3556" y="2128"/>
                  </a:lnTo>
                  <a:lnTo>
                    <a:pt x="3556"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17"/>
            <p:cNvSpPr/>
            <p:nvPr/>
          </p:nvSpPr>
          <p:spPr>
            <a:xfrm>
              <a:off x="2573000" y="2135600"/>
              <a:ext cx="89700" cy="88925"/>
            </a:xfrm>
            <a:custGeom>
              <a:rect b="b" l="l" r="r" t="t"/>
              <a:pathLst>
                <a:path extrusionOk="0" h="3557" w="3588">
                  <a:moveTo>
                    <a:pt x="1429" y="0"/>
                  </a:moveTo>
                  <a:lnTo>
                    <a:pt x="1429" y="1429"/>
                  </a:lnTo>
                  <a:lnTo>
                    <a:pt x="1" y="1429"/>
                  </a:lnTo>
                  <a:lnTo>
                    <a:pt x="1" y="2128"/>
                  </a:lnTo>
                  <a:lnTo>
                    <a:pt x="1429" y="2128"/>
                  </a:lnTo>
                  <a:lnTo>
                    <a:pt x="1429" y="3556"/>
                  </a:lnTo>
                  <a:lnTo>
                    <a:pt x="2159" y="3556"/>
                  </a:lnTo>
                  <a:lnTo>
                    <a:pt x="2159" y="2128"/>
                  </a:lnTo>
                  <a:lnTo>
                    <a:pt x="3588" y="2128"/>
                  </a:lnTo>
                  <a:lnTo>
                    <a:pt x="3588" y="1429"/>
                  </a:lnTo>
                  <a:lnTo>
                    <a:pt x="2159" y="1429"/>
                  </a:lnTo>
                  <a:lnTo>
                    <a:pt x="215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17"/>
            <p:cNvSpPr/>
            <p:nvPr/>
          </p:nvSpPr>
          <p:spPr>
            <a:xfrm>
              <a:off x="2717400" y="2135600"/>
              <a:ext cx="89675" cy="88925"/>
            </a:xfrm>
            <a:custGeom>
              <a:rect b="b" l="l" r="r" t="t"/>
              <a:pathLst>
                <a:path extrusionOk="0" h="3557" w="3587">
                  <a:moveTo>
                    <a:pt x="1429" y="0"/>
                  </a:moveTo>
                  <a:lnTo>
                    <a:pt x="1429" y="1429"/>
                  </a:lnTo>
                  <a:lnTo>
                    <a:pt x="0" y="1429"/>
                  </a:lnTo>
                  <a:lnTo>
                    <a:pt x="0" y="2128"/>
                  </a:lnTo>
                  <a:lnTo>
                    <a:pt x="1429" y="2128"/>
                  </a:lnTo>
                  <a:lnTo>
                    <a:pt x="1429" y="3556"/>
                  </a:lnTo>
                  <a:lnTo>
                    <a:pt x="2158" y="3556"/>
                  </a:lnTo>
                  <a:lnTo>
                    <a:pt x="2158" y="2128"/>
                  </a:lnTo>
                  <a:lnTo>
                    <a:pt x="3587" y="2128"/>
                  </a:lnTo>
                  <a:lnTo>
                    <a:pt x="3587" y="1429"/>
                  </a:lnTo>
                  <a:lnTo>
                    <a:pt x="2158" y="1429"/>
                  </a:lnTo>
                  <a:lnTo>
                    <a:pt x="215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17"/>
            <p:cNvSpPr/>
            <p:nvPr/>
          </p:nvSpPr>
          <p:spPr>
            <a:xfrm>
              <a:off x="2861775" y="2135600"/>
              <a:ext cx="89675" cy="88925"/>
            </a:xfrm>
            <a:custGeom>
              <a:rect b="b" l="l" r="r" t="t"/>
              <a:pathLst>
                <a:path extrusionOk="0" h="3557" w="3587">
                  <a:moveTo>
                    <a:pt x="1429" y="0"/>
                  </a:moveTo>
                  <a:lnTo>
                    <a:pt x="1429" y="1429"/>
                  </a:lnTo>
                  <a:lnTo>
                    <a:pt x="0" y="1429"/>
                  </a:lnTo>
                  <a:lnTo>
                    <a:pt x="0" y="2128"/>
                  </a:lnTo>
                  <a:lnTo>
                    <a:pt x="1429" y="2128"/>
                  </a:lnTo>
                  <a:lnTo>
                    <a:pt x="1429" y="3556"/>
                  </a:lnTo>
                  <a:lnTo>
                    <a:pt x="2158" y="3556"/>
                  </a:lnTo>
                  <a:lnTo>
                    <a:pt x="2158" y="2128"/>
                  </a:lnTo>
                  <a:lnTo>
                    <a:pt x="3587" y="2128"/>
                  </a:lnTo>
                  <a:lnTo>
                    <a:pt x="3587" y="1429"/>
                  </a:lnTo>
                  <a:lnTo>
                    <a:pt x="2158" y="1429"/>
                  </a:lnTo>
                  <a:lnTo>
                    <a:pt x="215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17"/>
            <p:cNvSpPr/>
            <p:nvPr/>
          </p:nvSpPr>
          <p:spPr>
            <a:xfrm>
              <a:off x="3006150" y="2135600"/>
              <a:ext cx="89700" cy="88925"/>
            </a:xfrm>
            <a:custGeom>
              <a:rect b="b" l="l" r="r" t="t"/>
              <a:pathLst>
                <a:path extrusionOk="0" h="3557" w="3588">
                  <a:moveTo>
                    <a:pt x="1429" y="0"/>
                  </a:moveTo>
                  <a:lnTo>
                    <a:pt x="1429" y="1429"/>
                  </a:lnTo>
                  <a:lnTo>
                    <a:pt x="0" y="1429"/>
                  </a:lnTo>
                  <a:lnTo>
                    <a:pt x="0" y="2128"/>
                  </a:lnTo>
                  <a:lnTo>
                    <a:pt x="1429" y="2128"/>
                  </a:lnTo>
                  <a:lnTo>
                    <a:pt x="1429" y="3556"/>
                  </a:lnTo>
                  <a:lnTo>
                    <a:pt x="2128" y="3556"/>
                  </a:lnTo>
                  <a:lnTo>
                    <a:pt x="2128" y="2128"/>
                  </a:lnTo>
                  <a:lnTo>
                    <a:pt x="3587" y="2128"/>
                  </a:lnTo>
                  <a:lnTo>
                    <a:pt x="358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17"/>
            <p:cNvSpPr/>
            <p:nvPr/>
          </p:nvSpPr>
          <p:spPr>
            <a:xfrm>
              <a:off x="3150525" y="2135600"/>
              <a:ext cx="88925" cy="88925"/>
            </a:xfrm>
            <a:custGeom>
              <a:rect b="b" l="l" r="r" t="t"/>
              <a:pathLst>
                <a:path extrusionOk="0" h="3557" w="3557">
                  <a:moveTo>
                    <a:pt x="1429" y="0"/>
                  </a:moveTo>
                  <a:lnTo>
                    <a:pt x="1429" y="1429"/>
                  </a:lnTo>
                  <a:lnTo>
                    <a:pt x="1" y="1429"/>
                  </a:lnTo>
                  <a:lnTo>
                    <a:pt x="1" y="2128"/>
                  </a:lnTo>
                  <a:lnTo>
                    <a:pt x="1429" y="2128"/>
                  </a:lnTo>
                  <a:lnTo>
                    <a:pt x="1429" y="3556"/>
                  </a:lnTo>
                  <a:lnTo>
                    <a:pt x="2159" y="3556"/>
                  </a:lnTo>
                  <a:lnTo>
                    <a:pt x="2159" y="2128"/>
                  </a:lnTo>
                  <a:lnTo>
                    <a:pt x="3557" y="2128"/>
                  </a:lnTo>
                  <a:lnTo>
                    <a:pt x="3557" y="1429"/>
                  </a:lnTo>
                  <a:lnTo>
                    <a:pt x="2159" y="1429"/>
                  </a:lnTo>
                  <a:lnTo>
                    <a:pt x="215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17"/>
            <p:cNvSpPr/>
            <p:nvPr/>
          </p:nvSpPr>
          <p:spPr>
            <a:xfrm>
              <a:off x="1996250" y="2281500"/>
              <a:ext cx="88925" cy="88925"/>
            </a:xfrm>
            <a:custGeom>
              <a:rect b="b" l="l" r="r" t="t"/>
              <a:pathLst>
                <a:path extrusionOk="0" h="3557" w="3557">
                  <a:moveTo>
                    <a:pt x="1429" y="0"/>
                  </a:moveTo>
                  <a:lnTo>
                    <a:pt x="1429" y="1429"/>
                  </a:lnTo>
                  <a:lnTo>
                    <a:pt x="1" y="1429"/>
                  </a:lnTo>
                  <a:lnTo>
                    <a:pt x="1" y="2128"/>
                  </a:lnTo>
                  <a:lnTo>
                    <a:pt x="1429" y="2128"/>
                  </a:lnTo>
                  <a:lnTo>
                    <a:pt x="1429" y="3556"/>
                  </a:lnTo>
                  <a:lnTo>
                    <a:pt x="2128" y="3556"/>
                  </a:lnTo>
                  <a:lnTo>
                    <a:pt x="2128" y="2128"/>
                  </a:lnTo>
                  <a:lnTo>
                    <a:pt x="3557" y="2128"/>
                  </a:lnTo>
                  <a:lnTo>
                    <a:pt x="355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17"/>
            <p:cNvSpPr/>
            <p:nvPr/>
          </p:nvSpPr>
          <p:spPr>
            <a:xfrm>
              <a:off x="2140625" y="2281500"/>
              <a:ext cx="88925" cy="88925"/>
            </a:xfrm>
            <a:custGeom>
              <a:rect b="b" l="l" r="r" t="t"/>
              <a:pathLst>
                <a:path extrusionOk="0" h="3557" w="3557">
                  <a:moveTo>
                    <a:pt x="1429" y="0"/>
                  </a:moveTo>
                  <a:lnTo>
                    <a:pt x="1429" y="1429"/>
                  </a:lnTo>
                  <a:lnTo>
                    <a:pt x="1" y="1429"/>
                  </a:lnTo>
                  <a:lnTo>
                    <a:pt x="1" y="2128"/>
                  </a:lnTo>
                  <a:lnTo>
                    <a:pt x="1429" y="2128"/>
                  </a:lnTo>
                  <a:lnTo>
                    <a:pt x="1429" y="3556"/>
                  </a:lnTo>
                  <a:lnTo>
                    <a:pt x="2128" y="3556"/>
                  </a:lnTo>
                  <a:lnTo>
                    <a:pt x="2128" y="2128"/>
                  </a:lnTo>
                  <a:lnTo>
                    <a:pt x="3557" y="2128"/>
                  </a:lnTo>
                  <a:lnTo>
                    <a:pt x="355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17"/>
            <p:cNvSpPr/>
            <p:nvPr/>
          </p:nvSpPr>
          <p:spPr>
            <a:xfrm>
              <a:off x="2285000" y="2281500"/>
              <a:ext cx="88950" cy="88925"/>
            </a:xfrm>
            <a:custGeom>
              <a:rect b="b" l="l" r="r" t="t"/>
              <a:pathLst>
                <a:path extrusionOk="0" h="3557" w="3558">
                  <a:moveTo>
                    <a:pt x="1429" y="0"/>
                  </a:moveTo>
                  <a:lnTo>
                    <a:pt x="1429" y="1429"/>
                  </a:lnTo>
                  <a:lnTo>
                    <a:pt x="1" y="1429"/>
                  </a:lnTo>
                  <a:lnTo>
                    <a:pt x="1" y="2128"/>
                  </a:lnTo>
                  <a:lnTo>
                    <a:pt x="1429" y="2128"/>
                  </a:lnTo>
                  <a:lnTo>
                    <a:pt x="1429" y="3556"/>
                  </a:lnTo>
                  <a:lnTo>
                    <a:pt x="2129" y="3556"/>
                  </a:lnTo>
                  <a:lnTo>
                    <a:pt x="2129" y="2128"/>
                  </a:lnTo>
                  <a:lnTo>
                    <a:pt x="3557" y="2128"/>
                  </a:lnTo>
                  <a:lnTo>
                    <a:pt x="3557" y="1429"/>
                  </a:lnTo>
                  <a:lnTo>
                    <a:pt x="2129" y="1429"/>
                  </a:lnTo>
                  <a:lnTo>
                    <a:pt x="212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17"/>
            <p:cNvSpPr/>
            <p:nvPr/>
          </p:nvSpPr>
          <p:spPr>
            <a:xfrm>
              <a:off x="2429400" y="2281500"/>
              <a:ext cx="88925" cy="88925"/>
            </a:xfrm>
            <a:custGeom>
              <a:rect b="b" l="l" r="r" t="t"/>
              <a:pathLst>
                <a:path extrusionOk="0" h="3557" w="3557">
                  <a:moveTo>
                    <a:pt x="1398" y="0"/>
                  </a:moveTo>
                  <a:lnTo>
                    <a:pt x="1398" y="1429"/>
                  </a:lnTo>
                  <a:lnTo>
                    <a:pt x="0" y="1429"/>
                  </a:lnTo>
                  <a:lnTo>
                    <a:pt x="0" y="2128"/>
                  </a:lnTo>
                  <a:lnTo>
                    <a:pt x="1398" y="2128"/>
                  </a:lnTo>
                  <a:lnTo>
                    <a:pt x="1398" y="3556"/>
                  </a:lnTo>
                  <a:lnTo>
                    <a:pt x="2128" y="3556"/>
                  </a:lnTo>
                  <a:lnTo>
                    <a:pt x="2128" y="2128"/>
                  </a:lnTo>
                  <a:lnTo>
                    <a:pt x="3556" y="2128"/>
                  </a:lnTo>
                  <a:lnTo>
                    <a:pt x="3556"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17"/>
            <p:cNvSpPr/>
            <p:nvPr/>
          </p:nvSpPr>
          <p:spPr>
            <a:xfrm>
              <a:off x="2573000" y="2281500"/>
              <a:ext cx="89700" cy="88925"/>
            </a:xfrm>
            <a:custGeom>
              <a:rect b="b" l="l" r="r" t="t"/>
              <a:pathLst>
                <a:path extrusionOk="0" h="3557" w="3588">
                  <a:moveTo>
                    <a:pt x="1429" y="0"/>
                  </a:moveTo>
                  <a:lnTo>
                    <a:pt x="1429" y="1429"/>
                  </a:lnTo>
                  <a:lnTo>
                    <a:pt x="1" y="1429"/>
                  </a:lnTo>
                  <a:lnTo>
                    <a:pt x="1" y="2128"/>
                  </a:lnTo>
                  <a:lnTo>
                    <a:pt x="1429" y="2128"/>
                  </a:lnTo>
                  <a:lnTo>
                    <a:pt x="1429" y="3556"/>
                  </a:lnTo>
                  <a:lnTo>
                    <a:pt x="2159" y="3556"/>
                  </a:lnTo>
                  <a:lnTo>
                    <a:pt x="2159" y="2128"/>
                  </a:lnTo>
                  <a:lnTo>
                    <a:pt x="3588" y="2128"/>
                  </a:lnTo>
                  <a:lnTo>
                    <a:pt x="3588" y="1429"/>
                  </a:lnTo>
                  <a:lnTo>
                    <a:pt x="2159" y="1429"/>
                  </a:lnTo>
                  <a:lnTo>
                    <a:pt x="215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17"/>
            <p:cNvSpPr/>
            <p:nvPr/>
          </p:nvSpPr>
          <p:spPr>
            <a:xfrm>
              <a:off x="2717400" y="2281500"/>
              <a:ext cx="89675" cy="88925"/>
            </a:xfrm>
            <a:custGeom>
              <a:rect b="b" l="l" r="r" t="t"/>
              <a:pathLst>
                <a:path extrusionOk="0" h="3557" w="3587">
                  <a:moveTo>
                    <a:pt x="1429" y="0"/>
                  </a:moveTo>
                  <a:lnTo>
                    <a:pt x="1429" y="1429"/>
                  </a:lnTo>
                  <a:lnTo>
                    <a:pt x="0" y="1429"/>
                  </a:lnTo>
                  <a:lnTo>
                    <a:pt x="0" y="2128"/>
                  </a:lnTo>
                  <a:lnTo>
                    <a:pt x="1429" y="2128"/>
                  </a:lnTo>
                  <a:lnTo>
                    <a:pt x="1429" y="3556"/>
                  </a:lnTo>
                  <a:lnTo>
                    <a:pt x="2158" y="3556"/>
                  </a:lnTo>
                  <a:lnTo>
                    <a:pt x="2158" y="2128"/>
                  </a:lnTo>
                  <a:lnTo>
                    <a:pt x="3587" y="2128"/>
                  </a:lnTo>
                  <a:lnTo>
                    <a:pt x="3587" y="1429"/>
                  </a:lnTo>
                  <a:lnTo>
                    <a:pt x="2158" y="1429"/>
                  </a:lnTo>
                  <a:lnTo>
                    <a:pt x="215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17"/>
            <p:cNvSpPr/>
            <p:nvPr/>
          </p:nvSpPr>
          <p:spPr>
            <a:xfrm>
              <a:off x="2861775" y="2281500"/>
              <a:ext cx="89675" cy="88925"/>
            </a:xfrm>
            <a:custGeom>
              <a:rect b="b" l="l" r="r" t="t"/>
              <a:pathLst>
                <a:path extrusionOk="0" h="3557" w="3587">
                  <a:moveTo>
                    <a:pt x="1429" y="0"/>
                  </a:moveTo>
                  <a:lnTo>
                    <a:pt x="1429" y="1429"/>
                  </a:lnTo>
                  <a:lnTo>
                    <a:pt x="0" y="1429"/>
                  </a:lnTo>
                  <a:lnTo>
                    <a:pt x="0" y="2128"/>
                  </a:lnTo>
                  <a:lnTo>
                    <a:pt x="1429" y="2128"/>
                  </a:lnTo>
                  <a:lnTo>
                    <a:pt x="1429" y="3556"/>
                  </a:lnTo>
                  <a:lnTo>
                    <a:pt x="2158" y="3556"/>
                  </a:lnTo>
                  <a:lnTo>
                    <a:pt x="2158" y="2128"/>
                  </a:lnTo>
                  <a:lnTo>
                    <a:pt x="3587" y="2128"/>
                  </a:lnTo>
                  <a:lnTo>
                    <a:pt x="3587" y="1429"/>
                  </a:lnTo>
                  <a:lnTo>
                    <a:pt x="2158" y="1429"/>
                  </a:lnTo>
                  <a:lnTo>
                    <a:pt x="215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17"/>
            <p:cNvSpPr/>
            <p:nvPr/>
          </p:nvSpPr>
          <p:spPr>
            <a:xfrm>
              <a:off x="3006150" y="2281500"/>
              <a:ext cx="89700" cy="88925"/>
            </a:xfrm>
            <a:custGeom>
              <a:rect b="b" l="l" r="r" t="t"/>
              <a:pathLst>
                <a:path extrusionOk="0" h="3557" w="3588">
                  <a:moveTo>
                    <a:pt x="1429" y="0"/>
                  </a:moveTo>
                  <a:lnTo>
                    <a:pt x="1429" y="1429"/>
                  </a:lnTo>
                  <a:lnTo>
                    <a:pt x="0" y="1429"/>
                  </a:lnTo>
                  <a:lnTo>
                    <a:pt x="0" y="2128"/>
                  </a:lnTo>
                  <a:lnTo>
                    <a:pt x="1429" y="2128"/>
                  </a:lnTo>
                  <a:lnTo>
                    <a:pt x="1429" y="3556"/>
                  </a:lnTo>
                  <a:lnTo>
                    <a:pt x="2128" y="3556"/>
                  </a:lnTo>
                  <a:lnTo>
                    <a:pt x="2128" y="2128"/>
                  </a:lnTo>
                  <a:lnTo>
                    <a:pt x="3587" y="2128"/>
                  </a:lnTo>
                  <a:lnTo>
                    <a:pt x="358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17"/>
            <p:cNvSpPr/>
            <p:nvPr/>
          </p:nvSpPr>
          <p:spPr>
            <a:xfrm>
              <a:off x="3150525" y="2281500"/>
              <a:ext cx="88925" cy="88925"/>
            </a:xfrm>
            <a:custGeom>
              <a:rect b="b" l="l" r="r" t="t"/>
              <a:pathLst>
                <a:path extrusionOk="0" h="3557" w="3557">
                  <a:moveTo>
                    <a:pt x="1429" y="0"/>
                  </a:moveTo>
                  <a:lnTo>
                    <a:pt x="1429" y="1429"/>
                  </a:lnTo>
                  <a:lnTo>
                    <a:pt x="1" y="1429"/>
                  </a:lnTo>
                  <a:lnTo>
                    <a:pt x="1" y="2128"/>
                  </a:lnTo>
                  <a:lnTo>
                    <a:pt x="1429" y="2128"/>
                  </a:lnTo>
                  <a:lnTo>
                    <a:pt x="1429" y="3556"/>
                  </a:lnTo>
                  <a:lnTo>
                    <a:pt x="2159" y="3556"/>
                  </a:lnTo>
                  <a:lnTo>
                    <a:pt x="2159" y="2128"/>
                  </a:lnTo>
                  <a:lnTo>
                    <a:pt x="3557" y="2128"/>
                  </a:lnTo>
                  <a:lnTo>
                    <a:pt x="3557" y="1429"/>
                  </a:lnTo>
                  <a:lnTo>
                    <a:pt x="2159" y="1429"/>
                  </a:lnTo>
                  <a:lnTo>
                    <a:pt x="215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17"/>
            <p:cNvSpPr/>
            <p:nvPr/>
          </p:nvSpPr>
          <p:spPr>
            <a:xfrm>
              <a:off x="1996250" y="2427375"/>
              <a:ext cx="88925" cy="88950"/>
            </a:xfrm>
            <a:custGeom>
              <a:rect b="b" l="l" r="r" t="t"/>
              <a:pathLst>
                <a:path extrusionOk="0" h="3558" w="3557">
                  <a:moveTo>
                    <a:pt x="1429" y="1"/>
                  </a:moveTo>
                  <a:lnTo>
                    <a:pt x="1429" y="1430"/>
                  </a:lnTo>
                  <a:lnTo>
                    <a:pt x="1" y="1430"/>
                  </a:lnTo>
                  <a:lnTo>
                    <a:pt x="1" y="2129"/>
                  </a:lnTo>
                  <a:lnTo>
                    <a:pt x="1429" y="2129"/>
                  </a:lnTo>
                  <a:lnTo>
                    <a:pt x="1429" y="3557"/>
                  </a:lnTo>
                  <a:lnTo>
                    <a:pt x="2128" y="3557"/>
                  </a:lnTo>
                  <a:lnTo>
                    <a:pt x="2128" y="2129"/>
                  </a:lnTo>
                  <a:lnTo>
                    <a:pt x="3557" y="2129"/>
                  </a:lnTo>
                  <a:lnTo>
                    <a:pt x="3557" y="1430"/>
                  </a:lnTo>
                  <a:lnTo>
                    <a:pt x="2128" y="1430"/>
                  </a:lnTo>
                  <a:lnTo>
                    <a:pt x="21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17"/>
            <p:cNvSpPr/>
            <p:nvPr/>
          </p:nvSpPr>
          <p:spPr>
            <a:xfrm>
              <a:off x="2140625" y="2427375"/>
              <a:ext cx="88925" cy="88950"/>
            </a:xfrm>
            <a:custGeom>
              <a:rect b="b" l="l" r="r" t="t"/>
              <a:pathLst>
                <a:path extrusionOk="0" h="3558" w="3557">
                  <a:moveTo>
                    <a:pt x="1429" y="1"/>
                  </a:moveTo>
                  <a:lnTo>
                    <a:pt x="1429" y="1430"/>
                  </a:lnTo>
                  <a:lnTo>
                    <a:pt x="1" y="1430"/>
                  </a:lnTo>
                  <a:lnTo>
                    <a:pt x="1" y="2129"/>
                  </a:lnTo>
                  <a:lnTo>
                    <a:pt x="1429" y="2129"/>
                  </a:lnTo>
                  <a:lnTo>
                    <a:pt x="1429" y="3557"/>
                  </a:lnTo>
                  <a:lnTo>
                    <a:pt x="2128" y="3557"/>
                  </a:lnTo>
                  <a:lnTo>
                    <a:pt x="2128" y="2129"/>
                  </a:lnTo>
                  <a:lnTo>
                    <a:pt x="3557" y="2129"/>
                  </a:lnTo>
                  <a:lnTo>
                    <a:pt x="3557" y="1430"/>
                  </a:lnTo>
                  <a:lnTo>
                    <a:pt x="2128" y="1430"/>
                  </a:lnTo>
                  <a:lnTo>
                    <a:pt x="21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17"/>
            <p:cNvSpPr/>
            <p:nvPr/>
          </p:nvSpPr>
          <p:spPr>
            <a:xfrm>
              <a:off x="2285000" y="2427375"/>
              <a:ext cx="88950" cy="88950"/>
            </a:xfrm>
            <a:custGeom>
              <a:rect b="b" l="l" r="r" t="t"/>
              <a:pathLst>
                <a:path extrusionOk="0" h="3558" w="3558">
                  <a:moveTo>
                    <a:pt x="1429" y="1"/>
                  </a:moveTo>
                  <a:lnTo>
                    <a:pt x="1429" y="1430"/>
                  </a:lnTo>
                  <a:lnTo>
                    <a:pt x="1" y="1430"/>
                  </a:lnTo>
                  <a:lnTo>
                    <a:pt x="1" y="2129"/>
                  </a:lnTo>
                  <a:lnTo>
                    <a:pt x="1429" y="2129"/>
                  </a:lnTo>
                  <a:lnTo>
                    <a:pt x="1429" y="3557"/>
                  </a:lnTo>
                  <a:lnTo>
                    <a:pt x="2129" y="3557"/>
                  </a:lnTo>
                  <a:lnTo>
                    <a:pt x="2129" y="2129"/>
                  </a:lnTo>
                  <a:lnTo>
                    <a:pt x="3557" y="2129"/>
                  </a:lnTo>
                  <a:lnTo>
                    <a:pt x="3557" y="1430"/>
                  </a:lnTo>
                  <a:lnTo>
                    <a:pt x="2129" y="1430"/>
                  </a:lnTo>
                  <a:lnTo>
                    <a:pt x="2129"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17"/>
            <p:cNvSpPr/>
            <p:nvPr/>
          </p:nvSpPr>
          <p:spPr>
            <a:xfrm>
              <a:off x="2429400" y="2427375"/>
              <a:ext cx="88925" cy="88950"/>
            </a:xfrm>
            <a:custGeom>
              <a:rect b="b" l="l" r="r" t="t"/>
              <a:pathLst>
                <a:path extrusionOk="0" h="3558" w="3557">
                  <a:moveTo>
                    <a:pt x="1398" y="1"/>
                  </a:moveTo>
                  <a:lnTo>
                    <a:pt x="1398" y="1430"/>
                  </a:lnTo>
                  <a:lnTo>
                    <a:pt x="0" y="1430"/>
                  </a:lnTo>
                  <a:lnTo>
                    <a:pt x="0" y="2129"/>
                  </a:lnTo>
                  <a:lnTo>
                    <a:pt x="1398" y="2129"/>
                  </a:lnTo>
                  <a:lnTo>
                    <a:pt x="1398" y="3557"/>
                  </a:lnTo>
                  <a:lnTo>
                    <a:pt x="2128" y="3557"/>
                  </a:lnTo>
                  <a:lnTo>
                    <a:pt x="2128" y="2129"/>
                  </a:lnTo>
                  <a:lnTo>
                    <a:pt x="3556" y="2129"/>
                  </a:lnTo>
                  <a:lnTo>
                    <a:pt x="3556" y="1430"/>
                  </a:lnTo>
                  <a:lnTo>
                    <a:pt x="2128" y="1430"/>
                  </a:lnTo>
                  <a:lnTo>
                    <a:pt x="21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17"/>
            <p:cNvSpPr/>
            <p:nvPr/>
          </p:nvSpPr>
          <p:spPr>
            <a:xfrm>
              <a:off x="2573000" y="2427375"/>
              <a:ext cx="89700" cy="88950"/>
            </a:xfrm>
            <a:custGeom>
              <a:rect b="b" l="l" r="r" t="t"/>
              <a:pathLst>
                <a:path extrusionOk="0" h="3558" w="3588">
                  <a:moveTo>
                    <a:pt x="1429" y="1"/>
                  </a:moveTo>
                  <a:lnTo>
                    <a:pt x="1429" y="1430"/>
                  </a:lnTo>
                  <a:lnTo>
                    <a:pt x="1" y="1430"/>
                  </a:lnTo>
                  <a:lnTo>
                    <a:pt x="1" y="2129"/>
                  </a:lnTo>
                  <a:lnTo>
                    <a:pt x="1429" y="2129"/>
                  </a:lnTo>
                  <a:lnTo>
                    <a:pt x="1429" y="3557"/>
                  </a:lnTo>
                  <a:lnTo>
                    <a:pt x="2159" y="3557"/>
                  </a:lnTo>
                  <a:lnTo>
                    <a:pt x="2159" y="2129"/>
                  </a:lnTo>
                  <a:lnTo>
                    <a:pt x="3588" y="2129"/>
                  </a:lnTo>
                  <a:lnTo>
                    <a:pt x="3588" y="1430"/>
                  </a:lnTo>
                  <a:lnTo>
                    <a:pt x="2159" y="1430"/>
                  </a:lnTo>
                  <a:lnTo>
                    <a:pt x="2159"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17"/>
            <p:cNvSpPr/>
            <p:nvPr/>
          </p:nvSpPr>
          <p:spPr>
            <a:xfrm>
              <a:off x="2717400" y="2427375"/>
              <a:ext cx="89675" cy="88950"/>
            </a:xfrm>
            <a:custGeom>
              <a:rect b="b" l="l" r="r" t="t"/>
              <a:pathLst>
                <a:path extrusionOk="0" h="3558" w="3587">
                  <a:moveTo>
                    <a:pt x="1429" y="1"/>
                  </a:moveTo>
                  <a:lnTo>
                    <a:pt x="1429" y="1430"/>
                  </a:lnTo>
                  <a:lnTo>
                    <a:pt x="0" y="1430"/>
                  </a:lnTo>
                  <a:lnTo>
                    <a:pt x="0" y="2129"/>
                  </a:lnTo>
                  <a:lnTo>
                    <a:pt x="1429" y="2129"/>
                  </a:lnTo>
                  <a:lnTo>
                    <a:pt x="1429" y="3557"/>
                  </a:lnTo>
                  <a:lnTo>
                    <a:pt x="2158" y="3557"/>
                  </a:lnTo>
                  <a:lnTo>
                    <a:pt x="2158" y="2129"/>
                  </a:lnTo>
                  <a:lnTo>
                    <a:pt x="3587" y="2129"/>
                  </a:lnTo>
                  <a:lnTo>
                    <a:pt x="3587" y="1430"/>
                  </a:lnTo>
                  <a:lnTo>
                    <a:pt x="2158" y="1430"/>
                  </a:lnTo>
                  <a:lnTo>
                    <a:pt x="215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17"/>
            <p:cNvSpPr/>
            <p:nvPr/>
          </p:nvSpPr>
          <p:spPr>
            <a:xfrm>
              <a:off x="2861775" y="2427375"/>
              <a:ext cx="89675" cy="88950"/>
            </a:xfrm>
            <a:custGeom>
              <a:rect b="b" l="l" r="r" t="t"/>
              <a:pathLst>
                <a:path extrusionOk="0" h="3558" w="3587">
                  <a:moveTo>
                    <a:pt x="1429" y="1"/>
                  </a:moveTo>
                  <a:lnTo>
                    <a:pt x="1429" y="1430"/>
                  </a:lnTo>
                  <a:lnTo>
                    <a:pt x="0" y="1430"/>
                  </a:lnTo>
                  <a:lnTo>
                    <a:pt x="0" y="2129"/>
                  </a:lnTo>
                  <a:lnTo>
                    <a:pt x="1429" y="2129"/>
                  </a:lnTo>
                  <a:lnTo>
                    <a:pt x="1429" y="3557"/>
                  </a:lnTo>
                  <a:lnTo>
                    <a:pt x="2158" y="3557"/>
                  </a:lnTo>
                  <a:lnTo>
                    <a:pt x="2158" y="2129"/>
                  </a:lnTo>
                  <a:lnTo>
                    <a:pt x="3587" y="2129"/>
                  </a:lnTo>
                  <a:lnTo>
                    <a:pt x="3587" y="1430"/>
                  </a:lnTo>
                  <a:lnTo>
                    <a:pt x="2158" y="1430"/>
                  </a:lnTo>
                  <a:lnTo>
                    <a:pt x="215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17"/>
            <p:cNvSpPr/>
            <p:nvPr/>
          </p:nvSpPr>
          <p:spPr>
            <a:xfrm>
              <a:off x="3006150" y="2427375"/>
              <a:ext cx="89700" cy="88950"/>
            </a:xfrm>
            <a:custGeom>
              <a:rect b="b" l="l" r="r" t="t"/>
              <a:pathLst>
                <a:path extrusionOk="0" h="3558" w="3588">
                  <a:moveTo>
                    <a:pt x="1429" y="1"/>
                  </a:moveTo>
                  <a:lnTo>
                    <a:pt x="1429" y="1430"/>
                  </a:lnTo>
                  <a:lnTo>
                    <a:pt x="0" y="1430"/>
                  </a:lnTo>
                  <a:lnTo>
                    <a:pt x="0" y="2129"/>
                  </a:lnTo>
                  <a:lnTo>
                    <a:pt x="1429" y="2129"/>
                  </a:lnTo>
                  <a:lnTo>
                    <a:pt x="1429" y="3557"/>
                  </a:lnTo>
                  <a:lnTo>
                    <a:pt x="2128" y="3557"/>
                  </a:lnTo>
                  <a:lnTo>
                    <a:pt x="2128" y="2129"/>
                  </a:lnTo>
                  <a:lnTo>
                    <a:pt x="3587" y="2129"/>
                  </a:lnTo>
                  <a:lnTo>
                    <a:pt x="3587" y="1430"/>
                  </a:lnTo>
                  <a:lnTo>
                    <a:pt x="2128" y="1430"/>
                  </a:lnTo>
                  <a:lnTo>
                    <a:pt x="21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17"/>
            <p:cNvSpPr/>
            <p:nvPr/>
          </p:nvSpPr>
          <p:spPr>
            <a:xfrm>
              <a:off x="3150525" y="2427375"/>
              <a:ext cx="88925" cy="88950"/>
            </a:xfrm>
            <a:custGeom>
              <a:rect b="b" l="l" r="r" t="t"/>
              <a:pathLst>
                <a:path extrusionOk="0" h="3558" w="3557">
                  <a:moveTo>
                    <a:pt x="1429" y="1"/>
                  </a:moveTo>
                  <a:lnTo>
                    <a:pt x="1429" y="1430"/>
                  </a:lnTo>
                  <a:lnTo>
                    <a:pt x="1" y="1430"/>
                  </a:lnTo>
                  <a:lnTo>
                    <a:pt x="1" y="2129"/>
                  </a:lnTo>
                  <a:lnTo>
                    <a:pt x="1429" y="2129"/>
                  </a:lnTo>
                  <a:lnTo>
                    <a:pt x="1429" y="3557"/>
                  </a:lnTo>
                  <a:lnTo>
                    <a:pt x="2159" y="3557"/>
                  </a:lnTo>
                  <a:lnTo>
                    <a:pt x="2159" y="2129"/>
                  </a:lnTo>
                  <a:lnTo>
                    <a:pt x="3557" y="2129"/>
                  </a:lnTo>
                  <a:lnTo>
                    <a:pt x="3557" y="1430"/>
                  </a:lnTo>
                  <a:lnTo>
                    <a:pt x="2159" y="1430"/>
                  </a:lnTo>
                  <a:lnTo>
                    <a:pt x="2159"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17"/>
            <p:cNvSpPr/>
            <p:nvPr/>
          </p:nvSpPr>
          <p:spPr>
            <a:xfrm>
              <a:off x="1996250" y="2573275"/>
              <a:ext cx="88925" cy="88950"/>
            </a:xfrm>
            <a:custGeom>
              <a:rect b="b" l="l" r="r" t="t"/>
              <a:pathLst>
                <a:path extrusionOk="0" h="3558" w="3557">
                  <a:moveTo>
                    <a:pt x="1429" y="1"/>
                  </a:moveTo>
                  <a:lnTo>
                    <a:pt x="1429" y="1430"/>
                  </a:lnTo>
                  <a:lnTo>
                    <a:pt x="1" y="1430"/>
                  </a:lnTo>
                  <a:lnTo>
                    <a:pt x="1" y="2129"/>
                  </a:lnTo>
                  <a:lnTo>
                    <a:pt x="1429" y="2129"/>
                  </a:lnTo>
                  <a:lnTo>
                    <a:pt x="1429" y="3557"/>
                  </a:lnTo>
                  <a:lnTo>
                    <a:pt x="2128" y="3557"/>
                  </a:lnTo>
                  <a:lnTo>
                    <a:pt x="2128" y="2129"/>
                  </a:lnTo>
                  <a:lnTo>
                    <a:pt x="3557" y="2129"/>
                  </a:lnTo>
                  <a:lnTo>
                    <a:pt x="3557" y="1430"/>
                  </a:lnTo>
                  <a:lnTo>
                    <a:pt x="2128" y="1430"/>
                  </a:lnTo>
                  <a:lnTo>
                    <a:pt x="21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17"/>
            <p:cNvSpPr/>
            <p:nvPr/>
          </p:nvSpPr>
          <p:spPr>
            <a:xfrm>
              <a:off x="2140625" y="2573275"/>
              <a:ext cx="88925" cy="88950"/>
            </a:xfrm>
            <a:custGeom>
              <a:rect b="b" l="l" r="r" t="t"/>
              <a:pathLst>
                <a:path extrusionOk="0" h="3558" w="3557">
                  <a:moveTo>
                    <a:pt x="1429" y="1"/>
                  </a:moveTo>
                  <a:lnTo>
                    <a:pt x="1429" y="1430"/>
                  </a:lnTo>
                  <a:lnTo>
                    <a:pt x="1" y="1430"/>
                  </a:lnTo>
                  <a:lnTo>
                    <a:pt x="1" y="2129"/>
                  </a:lnTo>
                  <a:lnTo>
                    <a:pt x="1429" y="2129"/>
                  </a:lnTo>
                  <a:lnTo>
                    <a:pt x="1429" y="3557"/>
                  </a:lnTo>
                  <a:lnTo>
                    <a:pt x="2128" y="3557"/>
                  </a:lnTo>
                  <a:lnTo>
                    <a:pt x="2128" y="2129"/>
                  </a:lnTo>
                  <a:lnTo>
                    <a:pt x="3557" y="2129"/>
                  </a:lnTo>
                  <a:lnTo>
                    <a:pt x="3557" y="1430"/>
                  </a:lnTo>
                  <a:lnTo>
                    <a:pt x="2128" y="1430"/>
                  </a:lnTo>
                  <a:lnTo>
                    <a:pt x="21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17"/>
            <p:cNvSpPr/>
            <p:nvPr/>
          </p:nvSpPr>
          <p:spPr>
            <a:xfrm>
              <a:off x="2285000" y="2573275"/>
              <a:ext cx="88950" cy="88950"/>
            </a:xfrm>
            <a:custGeom>
              <a:rect b="b" l="l" r="r" t="t"/>
              <a:pathLst>
                <a:path extrusionOk="0" h="3558" w="3558">
                  <a:moveTo>
                    <a:pt x="1429" y="1"/>
                  </a:moveTo>
                  <a:lnTo>
                    <a:pt x="1429" y="1430"/>
                  </a:lnTo>
                  <a:lnTo>
                    <a:pt x="1" y="1430"/>
                  </a:lnTo>
                  <a:lnTo>
                    <a:pt x="1" y="2129"/>
                  </a:lnTo>
                  <a:lnTo>
                    <a:pt x="1429" y="2129"/>
                  </a:lnTo>
                  <a:lnTo>
                    <a:pt x="1429" y="3557"/>
                  </a:lnTo>
                  <a:lnTo>
                    <a:pt x="2129" y="3557"/>
                  </a:lnTo>
                  <a:lnTo>
                    <a:pt x="2129" y="2129"/>
                  </a:lnTo>
                  <a:lnTo>
                    <a:pt x="3557" y="2129"/>
                  </a:lnTo>
                  <a:lnTo>
                    <a:pt x="3557" y="1430"/>
                  </a:lnTo>
                  <a:lnTo>
                    <a:pt x="2129" y="1430"/>
                  </a:lnTo>
                  <a:lnTo>
                    <a:pt x="2129"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17"/>
            <p:cNvSpPr/>
            <p:nvPr/>
          </p:nvSpPr>
          <p:spPr>
            <a:xfrm>
              <a:off x="2429400" y="2573275"/>
              <a:ext cx="88925" cy="88950"/>
            </a:xfrm>
            <a:custGeom>
              <a:rect b="b" l="l" r="r" t="t"/>
              <a:pathLst>
                <a:path extrusionOk="0" h="3558" w="3557">
                  <a:moveTo>
                    <a:pt x="1398" y="1"/>
                  </a:moveTo>
                  <a:lnTo>
                    <a:pt x="1398" y="1430"/>
                  </a:lnTo>
                  <a:lnTo>
                    <a:pt x="0" y="1430"/>
                  </a:lnTo>
                  <a:lnTo>
                    <a:pt x="0" y="2129"/>
                  </a:lnTo>
                  <a:lnTo>
                    <a:pt x="1398" y="2129"/>
                  </a:lnTo>
                  <a:lnTo>
                    <a:pt x="1398" y="3557"/>
                  </a:lnTo>
                  <a:lnTo>
                    <a:pt x="2128" y="3557"/>
                  </a:lnTo>
                  <a:lnTo>
                    <a:pt x="2128" y="2129"/>
                  </a:lnTo>
                  <a:lnTo>
                    <a:pt x="3556" y="2129"/>
                  </a:lnTo>
                  <a:lnTo>
                    <a:pt x="3556" y="1430"/>
                  </a:lnTo>
                  <a:lnTo>
                    <a:pt x="2128" y="1430"/>
                  </a:lnTo>
                  <a:lnTo>
                    <a:pt x="21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17"/>
            <p:cNvSpPr/>
            <p:nvPr/>
          </p:nvSpPr>
          <p:spPr>
            <a:xfrm>
              <a:off x="2573000" y="2573275"/>
              <a:ext cx="89700" cy="88950"/>
            </a:xfrm>
            <a:custGeom>
              <a:rect b="b" l="l" r="r" t="t"/>
              <a:pathLst>
                <a:path extrusionOk="0" h="3558" w="3588">
                  <a:moveTo>
                    <a:pt x="1429" y="1"/>
                  </a:moveTo>
                  <a:lnTo>
                    <a:pt x="1429" y="1430"/>
                  </a:lnTo>
                  <a:lnTo>
                    <a:pt x="1" y="1430"/>
                  </a:lnTo>
                  <a:lnTo>
                    <a:pt x="1" y="2129"/>
                  </a:lnTo>
                  <a:lnTo>
                    <a:pt x="1429" y="2129"/>
                  </a:lnTo>
                  <a:lnTo>
                    <a:pt x="1429" y="3557"/>
                  </a:lnTo>
                  <a:lnTo>
                    <a:pt x="2159" y="3557"/>
                  </a:lnTo>
                  <a:lnTo>
                    <a:pt x="2159" y="2129"/>
                  </a:lnTo>
                  <a:lnTo>
                    <a:pt x="3588" y="2129"/>
                  </a:lnTo>
                  <a:lnTo>
                    <a:pt x="3588" y="1430"/>
                  </a:lnTo>
                  <a:lnTo>
                    <a:pt x="2159" y="1430"/>
                  </a:lnTo>
                  <a:lnTo>
                    <a:pt x="2159"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17"/>
            <p:cNvSpPr/>
            <p:nvPr/>
          </p:nvSpPr>
          <p:spPr>
            <a:xfrm>
              <a:off x="2717400" y="2573275"/>
              <a:ext cx="89675" cy="88950"/>
            </a:xfrm>
            <a:custGeom>
              <a:rect b="b" l="l" r="r" t="t"/>
              <a:pathLst>
                <a:path extrusionOk="0" h="3558" w="3587">
                  <a:moveTo>
                    <a:pt x="1429" y="1"/>
                  </a:moveTo>
                  <a:lnTo>
                    <a:pt x="1429" y="1430"/>
                  </a:lnTo>
                  <a:lnTo>
                    <a:pt x="0" y="1430"/>
                  </a:lnTo>
                  <a:lnTo>
                    <a:pt x="0" y="2129"/>
                  </a:lnTo>
                  <a:lnTo>
                    <a:pt x="1429" y="2129"/>
                  </a:lnTo>
                  <a:lnTo>
                    <a:pt x="1429" y="3557"/>
                  </a:lnTo>
                  <a:lnTo>
                    <a:pt x="2158" y="3557"/>
                  </a:lnTo>
                  <a:lnTo>
                    <a:pt x="2158" y="2129"/>
                  </a:lnTo>
                  <a:lnTo>
                    <a:pt x="3587" y="2129"/>
                  </a:lnTo>
                  <a:lnTo>
                    <a:pt x="3587" y="1430"/>
                  </a:lnTo>
                  <a:lnTo>
                    <a:pt x="2158" y="1430"/>
                  </a:lnTo>
                  <a:lnTo>
                    <a:pt x="215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17"/>
            <p:cNvSpPr/>
            <p:nvPr/>
          </p:nvSpPr>
          <p:spPr>
            <a:xfrm>
              <a:off x="2861775" y="2573275"/>
              <a:ext cx="89675" cy="88950"/>
            </a:xfrm>
            <a:custGeom>
              <a:rect b="b" l="l" r="r" t="t"/>
              <a:pathLst>
                <a:path extrusionOk="0" h="3558" w="3587">
                  <a:moveTo>
                    <a:pt x="1429" y="1"/>
                  </a:moveTo>
                  <a:lnTo>
                    <a:pt x="1429" y="1430"/>
                  </a:lnTo>
                  <a:lnTo>
                    <a:pt x="0" y="1430"/>
                  </a:lnTo>
                  <a:lnTo>
                    <a:pt x="0" y="2129"/>
                  </a:lnTo>
                  <a:lnTo>
                    <a:pt x="1429" y="2129"/>
                  </a:lnTo>
                  <a:lnTo>
                    <a:pt x="1429" y="3557"/>
                  </a:lnTo>
                  <a:lnTo>
                    <a:pt x="2158" y="3557"/>
                  </a:lnTo>
                  <a:lnTo>
                    <a:pt x="2158" y="2129"/>
                  </a:lnTo>
                  <a:lnTo>
                    <a:pt x="3587" y="2129"/>
                  </a:lnTo>
                  <a:lnTo>
                    <a:pt x="3587" y="1430"/>
                  </a:lnTo>
                  <a:lnTo>
                    <a:pt x="2158" y="1430"/>
                  </a:lnTo>
                  <a:lnTo>
                    <a:pt x="215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17"/>
            <p:cNvSpPr/>
            <p:nvPr/>
          </p:nvSpPr>
          <p:spPr>
            <a:xfrm>
              <a:off x="3006150" y="2573275"/>
              <a:ext cx="89700" cy="88950"/>
            </a:xfrm>
            <a:custGeom>
              <a:rect b="b" l="l" r="r" t="t"/>
              <a:pathLst>
                <a:path extrusionOk="0" h="3558" w="3588">
                  <a:moveTo>
                    <a:pt x="1429" y="1"/>
                  </a:moveTo>
                  <a:lnTo>
                    <a:pt x="1429" y="1430"/>
                  </a:lnTo>
                  <a:lnTo>
                    <a:pt x="0" y="1430"/>
                  </a:lnTo>
                  <a:lnTo>
                    <a:pt x="0" y="2129"/>
                  </a:lnTo>
                  <a:lnTo>
                    <a:pt x="1429" y="2129"/>
                  </a:lnTo>
                  <a:lnTo>
                    <a:pt x="1429" y="3557"/>
                  </a:lnTo>
                  <a:lnTo>
                    <a:pt x="2128" y="3557"/>
                  </a:lnTo>
                  <a:lnTo>
                    <a:pt x="2128" y="2129"/>
                  </a:lnTo>
                  <a:lnTo>
                    <a:pt x="3587" y="2129"/>
                  </a:lnTo>
                  <a:lnTo>
                    <a:pt x="3587" y="1430"/>
                  </a:lnTo>
                  <a:lnTo>
                    <a:pt x="2128" y="1430"/>
                  </a:lnTo>
                  <a:lnTo>
                    <a:pt x="21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17"/>
            <p:cNvSpPr/>
            <p:nvPr/>
          </p:nvSpPr>
          <p:spPr>
            <a:xfrm>
              <a:off x="3150525" y="2573275"/>
              <a:ext cx="88925" cy="88950"/>
            </a:xfrm>
            <a:custGeom>
              <a:rect b="b" l="l" r="r" t="t"/>
              <a:pathLst>
                <a:path extrusionOk="0" h="3558" w="3557">
                  <a:moveTo>
                    <a:pt x="1429" y="1"/>
                  </a:moveTo>
                  <a:lnTo>
                    <a:pt x="1429" y="1430"/>
                  </a:lnTo>
                  <a:lnTo>
                    <a:pt x="1" y="1430"/>
                  </a:lnTo>
                  <a:lnTo>
                    <a:pt x="1" y="2129"/>
                  </a:lnTo>
                  <a:lnTo>
                    <a:pt x="1429" y="2129"/>
                  </a:lnTo>
                  <a:lnTo>
                    <a:pt x="1429" y="3557"/>
                  </a:lnTo>
                  <a:lnTo>
                    <a:pt x="2159" y="3557"/>
                  </a:lnTo>
                  <a:lnTo>
                    <a:pt x="2159" y="2129"/>
                  </a:lnTo>
                  <a:lnTo>
                    <a:pt x="3557" y="2129"/>
                  </a:lnTo>
                  <a:lnTo>
                    <a:pt x="3557" y="1430"/>
                  </a:lnTo>
                  <a:lnTo>
                    <a:pt x="2159" y="1430"/>
                  </a:lnTo>
                  <a:lnTo>
                    <a:pt x="2159"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17"/>
            <p:cNvSpPr/>
            <p:nvPr/>
          </p:nvSpPr>
          <p:spPr>
            <a:xfrm>
              <a:off x="1996250" y="2719175"/>
              <a:ext cx="88925" cy="88950"/>
            </a:xfrm>
            <a:custGeom>
              <a:rect b="b" l="l" r="r" t="t"/>
              <a:pathLst>
                <a:path extrusionOk="0" h="3558" w="3557">
                  <a:moveTo>
                    <a:pt x="1429" y="1"/>
                  </a:moveTo>
                  <a:lnTo>
                    <a:pt x="1429" y="1429"/>
                  </a:lnTo>
                  <a:lnTo>
                    <a:pt x="1" y="1429"/>
                  </a:lnTo>
                  <a:lnTo>
                    <a:pt x="1" y="2129"/>
                  </a:lnTo>
                  <a:lnTo>
                    <a:pt x="1429" y="2129"/>
                  </a:lnTo>
                  <a:lnTo>
                    <a:pt x="1429" y="3557"/>
                  </a:lnTo>
                  <a:lnTo>
                    <a:pt x="2128" y="3557"/>
                  </a:lnTo>
                  <a:lnTo>
                    <a:pt x="2128" y="2129"/>
                  </a:lnTo>
                  <a:lnTo>
                    <a:pt x="3557" y="2129"/>
                  </a:lnTo>
                  <a:lnTo>
                    <a:pt x="3557" y="1429"/>
                  </a:lnTo>
                  <a:lnTo>
                    <a:pt x="2128" y="1429"/>
                  </a:lnTo>
                  <a:lnTo>
                    <a:pt x="21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17"/>
            <p:cNvSpPr/>
            <p:nvPr/>
          </p:nvSpPr>
          <p:spPr>
            <a:xfrm>
              <a:off x="2140625" y="2719175"/>
              <a:ext cx="88925" cy="88950"/>
            </a:xfrm>
            <a:custGeom>
              <a:rect b="b" l="l" r="r" t="t"/>
              <a:pathLst>
                <a:path extrusionOk="0" h="3558" w="3557">
                  <a:moveTo>
                    <a:pt x="1429" y="1"/>
                  </a:moveTo>
                  <a:lnTo>
                    <a:pt x="1429" y="1429"/>
                  </a:lnTo>
                  <a:lnTo>
                    <a:pt x="1" y="1429"/>
                  </a:lnTo>
                  <a:lnTo>
                    <a:pt x="1" y="2129"/>
                  </a:lnTo>
                  <a:lnTo>
                    <a:pt x="1429" y="2129"/>
                  </a:lnTo>
                  <a:lnTo>
                    <a:pt x="1429" y="3557"/>
                  </a:lnTo>
                  <a:lnTo>
                    <a:pt x="2128" y="3557"/>
                  </a:lnTo>
                  <a:lnTo>
                    <a:pt x="2128" y="2129"/>
                  </a:lnTo>
                  <a:lnTo>
                    <a:pt x="3557" y="2129"/>
                  </a:lnTo>
                  <a:lnTo>
                    <a:pt x="3557" y="1429"/>
                  </a:lnTo>
                  <a:lnTo>
                    <a:pt x="2128" y="1429"/>
                  </a:lnTo>
                  <a:lnTo>
                    <a:pt x="21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17"/>
            <p:cNvSpPr/>
            <p:nvPr/>
          </p:nvSpPr>
          <p:spPr>
            <a:xfrm>
              <a:off x="2285000" y="2719175"/>
              <a:ext cx="88950" cy="88950"/>
            </a:xfrm>
            <a:custGeom>
              <a:rect b="b" l="l" r="r" t="t"/>
              <a:pathLst>
                <a:path extrusionOk="0" h="3558" w="3558">
                  <a:moveTo>
                    <a:pt x="1429" y="1"/>
                  </a:moveTo>
                  <a:lnTo>
                    <a:pt x="1429" y="1429"/>
                  </a:lnTo>
                  <a:lnTo>
                    <a:pt x="1" y="1429"/>
                  </a:lnTo>
                  <a:lnTo>
                    <a:pt x="1" y="2129"/>
                  </a:lnTo>
                  <a:lnTo>
                    <a:pt x="1429" y="2129"/>
                  </a:lnTo>
                  <a:lnTo>
                    <a:pt x="1429" y="3557"/>
                  </a:lnTo>
                  <a:lnTo>
                    <a:pt x="2129" y="3557"/>
                  </a:lnTo>
                  <a:lnTo>
                    <a:pt x="2129" y="2129"/>
                  </a:lnTo>
                  <a:lnTo>
                    <a:pt x="3557" y="2129"/>
                  </a:lnTo>
                  <a:lnTo>
                    <a:pt x="3557" y="1429"/>
                  </a:lnTo>
                  <a:lnTo>
                    <a:pt x="2129" y="1429"/>
                  </a:lnTo>
                  <a:lnTo>
                    <a:pt x="2129"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17"/>
            <p:cNvSpPr/>
            <p:nvPr/>
          </p:nvSpPr>
          <p:spPr>
            <a:xfrm>
              <a:off x="2429400" y="2719175"/>
              <a:ext cx="88925" cy="88950"/>
            </a:xfrm>
            <a:custGeom>
              <a:rect b="b" l="l" r="r" t="t"/>
              <a:pathLst>
                <a:path extrusionOk="0" h="3558" w="3557">
                  <a:moveTo>
                    <a:pt x="1398" y="1"/>
                  </a:moveTo>
                  <a:lnTo>
                    <a:pt x="1398" y="1429"/>
                  </a:lnTo>
                  <a:lnTo>
                    <a:pt x="0" y="1429"/>
                  </a:lnTo>
                  <a:lnTo>
                    <a:pt x="0" y="2129"/>
                  </a:lnTo>
                  <a:lnTo>
                    <a:pt x="1398" y="2129"/>
                  </a:lnTo>
                  <a:lnTo>
                    <a:pt x="1398" y="3557"/>
                  </a:lnTo>
                  <a:lnTo>
                    <a:pt x="2128" y="3557"/>
                  </a:lnTo>
                  <a:lnTo>
                    <a:pt x="2128" y="2129"/>
                  </a:lnTo>
                  <a:lnTo>
                    <a:pt x="3556" y="2129"/>
                  </a:lnTo>
                  <a:lnTo>
                    <a:pt x="3556" y="1429"/>
                  </a:lnTo>
                  <a:lnTo>
                    <a:pt x="2128" y="1429"/>
                  </a:lnTo>
                  <a:lnTo>
                    <a:pt x="21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17"/>
            <p:cNvSpPr/>
            <p:nvPr/>
          </p:nvSpPr>
          <p:spPr>
            <a:xfrm>
              <a:off x="2573000" y="2719175"/>
              <a:ext cx="89700" cy="88950"/>
            </a:xfrm>
            <a:custGeom>
              <a:rect b="b" l="l" r="r" t="t"/>
              <a:pathLst>
                <a:path extrusionOk="0" h="3558" w="3588">
                  <a:moveTo>
                    <a:pt x="1429" y="1"/>
                  </a:moveTo>
                  <a:lnTo>
                    <a:pt x="1429" y="1429"/>
                  </a:lnTo>
                  <a:lnTo>
                    <a:pt x="1" y="1429"/>
                  </a:lnTo>
                  <a:lnTo>
                    <a:pt x="1" y="2129"/>
                  </a:lnTo>
                  <a:lnTo>
                    <a:pt x="1429" y="2129"/>
                  </a:lnTo>
                  <a:lnTo>
                    <a:pt x="1429" y="3557"/>
                  </a:lnTo>
                  <a:lnTo>
                    <a:pt x="2159" y="3557"/>
                  </a:lnTo>
                  <a:lnTo>
                    <a:pt x="2159" y="2129"/>
                  </a:lnTo>
                  <a:lnTo>
                    <a:pt x="3588" y="2129"/>
                  </a:lnTo>
                  <a:lnTo>
                    <a:pt x="3588" y="1429"/>
                  </a:lnTo>
                  <a:lnTo>
                    <a:pt x="2159" y="1429"/>
                  </a:lnTo>
                  <a:lnTo>
                    <a:pt x="2159"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17"/>
            <p:cNvSpPr/>
            <p:nvPr/>
          </p:nvSpPr>
          <p:spPr>
            <a:xfrm>
              <a:off x="2717400" y="2719175"/>
              <a:ext cx="89675" cy="88950"/>
            </a:xfrm>
            <a:custGeom>
              <a:rect b="b" l="l" r="r" t="t"/>
              <a:pathLst>
                <a:path extrusionOk="0" h="3558" w="3587">
                  <a:moveTo>
                    <a:pt x="1429" y="1"/>
                  </a:moveTo>
                  <a:lnTo>
                    <a:pt x="1429" y="1429"/>
                  </a:lnTo>
                  <a:lnTo>
                    <a:pt x="0" y="1429"/>
                  </a:lnTo>
                  <a:lnTo>
                    <a:pt x="0" y="2129"/>
                  </a:lnTo>
                  <a:lnTo>
                    <a:pt x="1429" y="2129"/>
                  </a:lnTo>
                  <a:lnTo>
                    <a:pt x="1429" y="3557"/>
                  </a:lnTo>
                  <a:lnTo>
                    <a:pt x="2158" y="3557"/>
                  </a:lnTo>
                  <a:lnTo>
                    <a:pt x="2158" y="2129"/>
                  </a:lnTo>
                  <a:lnTo>
                    <a:pt x="3587" y="2129"/>
                  </a:lnTo>
                  <a:lnTo>
                    <a:pt x="3587" y="1429"/>
                  </a:lnTo>
                  <a:lnTo>
                    <a:pt x="2158" y="1429"/>
                  </a:lnTo>
                  <a:lnTo>
                    <a:pt x="215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17"/>
            <p:cNvSpPr/>
            <p:nvPr/>
          </p:nvSpPr>
          <p:spPr>
            <a:xfrm>
              <a:off x="2861775" y="2719175"/>
              <a:ext cx="89675" cy="88950"/>
            </a:xfrm>
            <a:custGeom>
              <a:rect b="b" l="l" r="r" t="t"/>
              <a:pathLst>
                <a:path extrusionOk="0" h="3558" w="3587">
                  <a:moveTo>
                    <a:pt x="1429" y="1"/>
                  </a:moveTo>
                  <a:lnTo>
                    <a:pt x="1429" y="1429"/>
                  </a:lnTo>
                  <a:lnTo>
                    <a:pt x="0" y="1429"/>
                  </a:lnTo>
                  <a:lnTo>
                    <a:pt x="0" y="2129"/>
                  </a:lnTo>
                  <a:lnTo>
                    <a:pt x="1429" y="2129"/>
                  </a:lnTo>
                  <a:lnTo>
                    <a:pt x="1429" y="3557"/>
                  </a:lnTo>
                  <a:lnTo>
                    <a:pt x="2158" y="3557"/>
                  </a:lnTo>
                  <a:lnTo>
                    <a:pt x="2158" y="2129"/>
                  </a:lnTo>
                  <a:lnTo>
                    <a:pt x="3587" y="2129"/>
                  </a:lnTo>
                  <a:lnTo>
                    <a:pt x="3587" y="1429"/>
                  </a:lnTo>
                  <a:lnTo>
                    <a:pt x="2158" y="1429"/>
                  </a:lnTo>
                  <a:lnTo>
                    <a:pt x="215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17"/>
            <p:cNvSpPr/>
            <p:nvPr/>
          </p:nvSpPr>
          <p:spPr>
            <a:xfrm>
              <a:off x="3006150" y="2719175"/>
              <a:ext cx="89700" cy="88950"/>
            </a:xfrm>
            <a:custGeom>
              <a:rect b="b" l="l" r="r" t="t"/>
              <a:pathLst>
                <a:path extrusionOk="0" h="3558" w="3588">
                  <a:moveTo>
                    <a:pt x="1429" y="1"/>
                  </a:moveTo>
                  <a:lnTo>
                    <a:pt x="1429" y="1429"/>
                  </a:lnTo>
                  <a:lnTo>
                    <a:pt x="0" y="1429"/>
                  </a:lnTo>
                  <a:lnTo>
                    <a:pt x="0" y="2129"/>
                  </a:lnTo>
                  <a:lnTo>
                    <a:pt x="1429" y="2129"/>
                  </a:lnTo>
                  <a:lnTo>
                    <a:pt x="1429" y="3557"/>
                  </a:lnTo>
                  <a:lnTo>
                    <a:pt x="2128" y="3557"/>
                  </a:lnTo>
                  <a:lnTo>
                    <a:pt x="2128" y="2129"/>
                  </a:lnTo>
                  <a:lnTo>
                    <a:pt x="3587" y="2129"/>
                  </a:lnTo>
                  <a:lnTo>
                    <a:pt x="3587" y="1429"/>
                  </a:lnTo>
                  <a:lnTo>
                    <a:pt x="2128" y="1429"/>
                  </a:lnTo>
                  <a:lnTo>
                    <a:pt x="21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17"/>
            <p:cNvSpPr/>
            <p:nvPr/>
          </p:nvSpPr>
          <p:spPr>
            <a:xfrm>
              <a:off x="3150525" y="2719175"/>
              <a:ext cx="88925" cy="88950"/>
            </a:xfrm>
            <a:custGeom>
              <a:rect b="b" l="l" r="r" t="t"/>
              <a:pathLst>
                <a:path extrusionOk="0" h="3558" w="3557">
                  <a:moveTo>
                    <a:pt x="1429" y="1"/>
                  </a:moveTo>
                  <a:lnTo>
                    <a:pt x="1429" y="1429"/>
                  </a:lnTo>
                  <a:lnTo>
                    <a:pt x="1" y="1429"/>
                  </a:lnTo>
                  <a:lnTo>
                    <a:pt x="1" y="2129"/>
                  </a:lnTo>
                  <a:lnTo>
                    <a:pt x="1429" y="2129"/>
                  </a:lnTo>
                  <a:lnTo>
                    <a:pt x="1429" y="3557"/>
                  </a:lnTo>
                  <a:lnTo>
                    <a:pt x="2159" y="3557"/>
                  </a:lnTo>
                  <a:lnTo>
                    <a:pt x="2159" y="2129"/>
                  </a:lnTo>
                  <a:lnTo>
                    <a:pt x="3557" y="2129"/>
                  </a:lnTo>
                  <a:lnTo>
                    <a:pt x="3557" y="1429"/>
                  </a:lnTo>
                  <a:lnTo>
                    <a:pt x="2159" y="1429"/>
                  </a:lnTo>
                  <a:lnTo>
                    <a:pt x="2159"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3" name="Google Shape;2613;p17"/>
          <p:cNvGrpSpPr/>
          <p:nvPr/>
        </p:nvGrpSpPr>
        <p:grpSpPr>
          <a:xfrm rot="5400000">
            <a:off x="5362973" y="-1094420"/>
            <a:ext cx="2781299" cy="1048521"/>
            <a:chOff x="493175" y="2102150"/>
            <a:chExt cx="1201425" cy="452925"/>
          </a:xfrm>
        </p:grpSpPr>
        <p:sp>
          <p:nvSpPr>
            <p:cNvPr id="2614" name="Google Shape;2614;p17"/>
            <p:cNvSpPr/>
            <p:nvPr/>
          </p:nvSpPr>
          <p:spPr>
            <a:xfrm>
              <a:off x="1675575" y="2536050"/>
              <a:ext cx="19025" cy="19025"/>
            </a:xfrm>
            <a:custGeom>
              <a:rect b="b" l="l" r="r" t="t"/>
              <a:pathLst>
                <a:path extrusionOk="0" h="761" w="761">
                  <a:moveTo>
                    <a:pt x="365" y="1"/>
                  </a:moveTo>
                  <a:cubicBezTo>
                    <a:pt x="153" y="1"/>
                    <a:pt x="1" y="153"/>
                    <a:pt x="1" y="365"/>
                  </a:cubicBezTo>
                  <a:cubicBezTo>
                    <a:pt x="1" y="578"/>
                    <a:pt x="153"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17"/>
            <p:cNvSpPr/>
            <p:nvPr/>
          </p:nvSpPr>
          <p:spPr>
            <a:xfrm>
              <a:off x="1576800" y="2536050"/>
              <a:ext cx="19000" cy="19025"/>
            </a:xfrm>
            <a:custGeom>
              <a:rect b="b" l="l" r="r" t="t"/>
              <a:pathLst>
                <a:path extrusionOk="0" h="761" w="760">
                  <a:moveTo>
                    <a:pt x="365" y="1"/>
                  </a:moveTo>
                  <a:cubicBezTo>
                    <a:pt x="182" y="1"/>
                    <a:pt x="0" y="153"/>
                    <a:pt x="0" y="365"/>
                  </a:cubicBezTo>
                  <a:cubicBezTo>
                    <a:pt x="0" y="578"/>
                    <a:pt x="182"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17"/>
            <p:cNvSpPr/>
            <p:nvPr/>
          </p:nvSpPr>
          <p:spPr>
            <a:xfrm>
              <a:off x="14780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17"/>
            <p:cNvSpPr/>
            <p:nvPr/>
          </p:nvSpPr>
          <p:spPr>
            <a:xfrm>
              <a:off x="1379975" y="2536050"/>
              <a:ext cx="19025" cy="19025"/>
            </a:xfrm>
            <a:custGeom>
              <a:rect b="b" l="l" r="r" t="t"/>
              <a:pathLst>
                <a:path extrusionOk="0" h="761" w="761">
                  <a:moveTo>
                    <a:pt x="365" y="1"/>
                  </a:moveTo>
                  <a:cubicBezTo>
                    <a:pt x="153" y="1"/>
                    <a:pt x="1" y="153"/>
                    <a:pt x="1" y="365"/>
                  </a:cubicBezTo>
                  <a:cubicBezTo>
                    <a:pt x="1" y="578"/>
                    <a:pt x="153"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17"/>
            <p:cNvSpPr/>
            <p:nvPr/>
          </p:nvSpPr>
          <p:spPr>
            <a:xfrm>
              <a:off x="1281200" y="2536050"/>
              <a:ext cx="19025" cy="19025"/>
            </a:xfrm>
            <a:custGeom>
              <a:rect b="b" l="l" r="r" t="t"/>
              <a:pathLst>
                <a:path extrusionOk="0" h="761" w="761">
                  <a:moveTo>
                    <a:pt x="395" y="1"/>
                  </a:moveTo>
                  <a:cubicBezTo>
                    <a:pt x="183" y="1"/>
                    <a:pt x="0" y="153"/>
                    <a:pt x="0" y="365"/>
                  </a:cubicBezTo>
                  <a:cubicBezTo>
                    <a:pt x="0" y="578"/>
                    <a:pt x="183" y="760"/>
                    <a:pt x="395" y="760"/>
                  </a:cubicBezTo>
                  <a:cubicBezTo>
                    <a:pt x="578" y="760"/>
                    <a:pt x="760" y="578"/>
                    <a:pt x="760" y="365"/>
                  </a:cubicBezTo>
                  <a:cubicBezTo>
                    <a:pt x="760" y="15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17"/>
            <p:cNvSpPr/>
            <p:nvPr/>
          </p:nvSpPr>
          <p:spPr>
            <a:xfrm>
              <a:off x="11824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17"/>
            <p:cNvSpPr/>
            <p:nvPr/>
          </p:nvSpPr>
          <p:spPr>
            <a:xfrm>
              <a:off x="1084375" y="2536050"/>
              <a:ext cx="19025" cy="19025"/>
            </a:xfrm>
            <a:custGeom>
              <a:rect b="b" l="l" r="r" t="t"/>
              <a:pathLst>
                <a:path extrusionOk="0" h="761" w="761">
                  <a:moveTo>
                    <a:pt x="365" y="1"/>
                  </a:moveTo>
                  <a:cubicBezTo>
                    <a:pt x="153" y="1"/>
                    <a:pt x="1" y="153"/>
                    <a:pt x="1" y="365"/>
                  </a:cubicBezTo>
                  <a:cubicBezTo>
                    <a:pt x="1" y="578"/>
                    <a:pt x="153" y="760"/>
                    <a:pt x="365" y="760"/>
                  </a:cubicBezTo>
                  <a:cubicBezTo>
                    <a:pt x="578" y="760"/>
                    <a:pt x="761" y="578"/>
                    <a:pt x="761" y="365"/>
                  </a:cubicBezTo>
                  <a:cubicBezTo>
                    <a:pt x="761"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17"/>
            <p:cNvSpPr/>
            <p:nvPr/>
          </p:nvSpPr>
          <p:spPr>
            <a:xfrm>
              <a:off x="985600" y="2536050"/>
              <a:ext cx="19025" cy="19025"/>
            </a:xfrm>
            <a:custGeom>
              <a:rect b="b" l="l" r="r" t="t"/>
              <a:pathLst>
                <a:path extrusionOk="0" h="761" w="761">
                  <a:moveTo>
                    <a:pt x="365" y="1"/>
                  </a:moveTo>
                  <a:cubicBezTo>
                    <a:pt x="152" y="1"/>
                    <a:pt x="0" y="153"/>
                    <a:pt x="0" y="365"/>
                  </a:cubicBezTo>
                  <a:cubicBezTo>
                    <a:pt x="0" y="578"/>
                    <a:pt x="152"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17"/>
            <p:cNvSpPr/>
            <p:nvPr/>
          </p:nvSpPr>
          <p:spPr>
            <a:xfrm>
              <a:off x="8868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17"/>
            <p:cNvSpPr/>
            <p:nvPr/>
          </p:nvSpPr>
          <p:spPr>
            <a:xfrm>
              <a:off x="788025" y="2536050"/>
              <a:ext cx="19025" cy="19025"/>
            </a:xfrm>
            <a:custGeom>
              <a:rect b="b" l="l" r="r" t="t"/>
              <a:pathLst>
                <a:path extrusionOk="0" h="761" w="761">
                  <a:moveTo>
                    <a:pt x="395" y="1"/>
                  </a:moveTo>
                  <a:cubicBezTo>
                    <a:pt x="183" y="1"/>
                    <a:pt x="0" y="153"/>
                    <a:pt x="0" y="365"/>
                  </a:cubicBezTo>
                  <a:cubicBezTo>
                    <a:pt x="0" y="578"/>
                    <a:pt x="183" y="760"/>
                    <a:pt x="395" y="760"/>
                  </a:cubicBezTo>
                  <a:cubicBezTo>
                    <a:pt x="608" y="760"/>
                    <a:pt x="760" y="578"/>
                    <a:pt x="760" y="365"/>
                  </a:cubicBezTo>
                  <a:cubicBezTo>
                    <a:pt x="760" y="15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17"/>
            <p:cNvSpPr/>
            <p:nvPr/>
          </p:nvSpPr>
          <p:spPr>
            <a:xfrm>
              <a:off x="690000" y="2536050"/>
              <a:ext cx="19025" cy="19025"/>
            </a:xfrm>
            <a:custGeom>
              <a:rect b="b" l="l" r="r" t="t"/>
              <a:pathLst>
                <a:path extrusionOk="0" h="761" w="761">
                  <a:moveTo>
                    <a:pt x="365" y="1"/>
                  </a:moveTo>
                  <a:cubicBezTo>
                    <a:pt x="152" y="1"/>
                    <a:pt x="0" y="153"/>
                    <a:pt x="0" y="365"/>
                  </a:cubicBezTo>
                  <a:cubicBezTo>
                    <a:pt x="0" y="578"/>
                    <a:pt x="152"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17"/>
            <p:cNvSpPr/>
            <p:nvPr/>
          </p:nvSpPr>
          <p:spPr>
            <a:xfrm>
              <a:off x="5912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17"/>
            <p:cNvSpPr/>
            <p:nvPr/>
          </p:nvSpPr>
          <p:spPr>
            <a:xfrm>
              <a:off x="493175" y="2536050"/>
              <a:ext cx="19025" cy="19025"/>
            </a:xfrm>
            <a:custGeom>
              <a:rect b="b" l="l" r="r" t="t"/>
              <a:pathLst>
                <a:path extrusionOk="0" h="761" w="761">
                  <a:moveTo>
                    <a:pt x="366" y="1"/>
                  </a:moveTo>
                  <a:cubicBezTo>
                    <a:pt x="153" y="1"/>
                    <a:pt x="1" y="153"/>
                    <a:pt x="1" y="365"/>
                  </a:cubicBezTo>
                  <a:cubicBezTo>
                    <a:pt x="1" y="578"/>
                    <a:pt x="153" y="760"/>
                    <a:pt x="366" y="760"/>
                  </a:cubicBezTo>
                  <a:cubicBezTo>
                    <a:pt x="578" y="760"/>
                    <a:pt x="761" y="578"/>
                    <a:pt x="761" y="365"/>
                  </a:cubicBezTo>
                  <a:cubicBezTo>
                    <a:pt x="761" y="15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17"/>
            <p:cNvSpPr/>
            <p:nvPr/>
          </p:nvSpPr>
          <p:spPr>
            <a:xfrm>
              <a:off x="1675575" y="2449425"/>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17"/>
            <p:cNvSpPr/>
            <p:nvPr/>
          </p:nvSpPr>
          <p:spPr>
            <a:xfrm>
              <a:off x="1576800" y="2449425"/>
              <a:ext cx="19000" cy="19025"/>
            </a:xfrm>
            <a:custGeom>
              <a:rect b="b" l="l" r="r" t="t"/>
              <a:pathLst>
                <a:path extrusionOk="0" h="761" w="760">
                  <a:moveTo>
                    <a:pt x="365" y="0"/>
                  </a:moveTo>
                  <a:cubicBezTo>
                    <a:pt x="182" y="0"/>
                    <a:pt x="0" y="152"/>
                    <a:pt x="0" y="365"/>
                  </a:cubicBezTo>
                  <a:cubicBezTo>
                    <a:pt x="0" y="578"/>
                    <a:pt x="18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17"/>
            <p:cNvSpPr/>
            <p:nvPr/>
          </p:nvSpPr>
          <p:spPr>
            <a:xfrm>
              <a:off x="14780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17"/>
            <p:cNvSpPr/>
            <p:nvPr/>
          </p:nvSpPr>
          <p:spPr>
            <a:xfrm>
              <a:off x="1379975" y="2449425"/>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17"/>
            <p:cNvSpPr/>
            <p:nvPr/>
          </p:nvSpPr>
          <p:spPr>
            <a:xfrm>
              <a:off x="1281200" y="2449425"/>
              <a:ext cx="19025" cy="19025"/>
            </a:xfrm>
            <a:custGeom>
              <a:rect b="b" l="l" r="r" t="t"/>
              <a:pathLst>
                <a:path extrusionOk="0" h="761" w="761">
                  <a:moveTo>
                    <a:pt x="395" y="0"/>
                  </a:moveTo>
                  <a:cubicBezTo>
                    <a:pt x="183" y="0"/>
                    <a:pt x="0" y="152"/>
                    <a:pt x="0" y="365"/>
                  </a:cubicBezTo>
                  <a:cubicBezTo>
                    <a:pt x="0" y="578"/>
                    <a:pt x="183" y="760"/>
                    <a:pt x="395" y="760"/>
                  </a:cubicBezTo>
                  <a:cubicBezTo>
                    <a:pt x="578" y="760"/>
                    <a:pt x="760" y="578"/>
                    <a:pt x="760" y="365"/>
                  </a:cubicBezTo>
                  <a:cubicBezTo>
                    <a:pt x="760" y="152"/>
                    <a:pt x="57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17"/>
            <p:cNvSpPr/>
            <p:nvPr/>
          </p:nvSpPr>
          <p:spPr>
            <a:xfrm>
              <a:off x="11824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17"/>
            <p:cNvSpPr/>
            <p:nvPr/>
          </p:nvSpPr>
          <p:spPr>
            <a:xfrm>
              <a:off x="1084375" y="2449425"/>
              <a:ext cx="19025" cy="19025"/>
            </a:xfrm>
            <a:custGeom>
              <a:rect b="b" l="l" r="r" t="t"/>
              <a:pathLst>
                <a:path extrusionOk="0" h="761" w="761">
                  <a:moveTo>
                    <a:pt x="365" y="0"/>
                  </a:moveTo>
                  <a:cubicBezTo>
                    <a:pt x="153" y="0"/>
                    <a:pt x="1" y="152"/>
                    <a:pt x="1" y="365"/>
                  </a:cubicBezTo>
                  <a:cubicBezTo>
                    <a:pt x="1" y="578"/>
                    <a:pt x="153" y="760"/>
                    <a:pt x="365" y="760"/>
                  </a:cubicBezTo>
                  <a:cubicBezTo>
                    <a:pt x="578" y="760"/>
                    <a:pt x="761" y="578"/>
                    <a:pt x="761" y="365"/>
                  </a:cubicBezTo>
                  <a:cubicBezTo>
                    <a:pt x="761"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17"/>
            <p:cNvSpPr/>
            <p:nvPr/>
          </p:nvSpPr>
          <p:spPr>
            <a:xfrm>
              <a:off x="985600" y="2449425"/>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17"/>
            <p:cNvSpPr/>
            <p:nvPr/>
          </p:nvSpPr>
          <p:spPr>
            <a:xfrm>
              <a:off x="8868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17"/>
            <p:cNvSpPr/>
            <p:nvPr/>
          </p:nvSpPr>
          <p:spPr>
            <a:xfrm>
              <a:off x="788025" y="2449425"/>
              <a:ext cx="19025" cy="19025"/>
            </a:xfrm>
            <a:custGeom>
              <a:rect b="b" l="l" r="r" t="t"/>
              <a:pathLst>
                <a:path extrusionOk="0" h="761" w="761">
                  <a:moveTo>
                    <a:pt x="395" y="0"/>
                  </a:moveTo>
                  <a:cubicBezTo>
                    <a:pt x="183" y="0"/>
                    <a:pt x="0" y="152"/>
                    <a:pt x="0" y="365"/>
                  </a:cubicBezTo>
                  <a:cubicBezTo>
                    <a:pt x="0" y="578"/>
                    <a:pt x="183" y="760"/>
                    <a:pt x="395" y="760"/>
                  </a:cubicBezTo>
                  <a:cubicBezTo>
                    <a:pt x="608" y="760"/>
                    <a:pt x="760" y="578"/>
                    <a:pt x="760" y="365"/>
                  </a:cubicBezTo>
                  <a:cubicBezTo>
                    <a:pt x="760" y="152"/>
                    <a:pt x="60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17"/>
            <p:cNvSpPr/>
            <p:nvPr/>
          </p:nvSpPr>
          <p:spPr>
            <a:xfrm>
              <a:off x="690000" y="2449425"/>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17"/>
            <p:cNvSpPr/>
            <p:nvPr/>
          </p:nvSpPr>
          <p:spPr>
            <a:xfrm>
              <a:off x="5912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17"/>
            <p:cNvSpPr/>
            <p:nvPr/>
          </p:nvSpPr>
          <p:spPr>
            <a:xfrm>
              <a:off x="493175" y="2449425"/>
              <a:ext cx="19025" cy="19025"/>
            </a:xfrm>
            <a:custGeom>
              <a:rect b="b" l="l" r="r" t="t"/>
              <a:pathLst>
                <a:path extrusionOk="0" h="761" w="761">
                  <a:moveTo>
                    <a:pt x="366" y="0"/>
                  </a:moveTo>
                  <a:cubicBezTo>
                    <a:pt x="153" y="0"/>
                    <a:pt x="1" y="152"/>
                    <a:pt x="1" y="365"/>
                  </a:cubicBezTo>
                  <a:cubicBezTo>
                    <a:pt x="1" y="578"/>
                    <a:pt x="153" y="760"/>
                    <a:pt x="366" y="760"/>
                  </a:cubicBezTo>
                  <a:cubicBezTo>
                    <a:pt x="578" y="760"/>
                    <a:pt x="761" y="578"/>
                    <a:pt x="761" y="365"/>
                  </a:cubicBezTo>
                  <a:cubicBezTo>
                    <a:pt x="761" y="152"/>
                    <a:pt x="578" y="0"/>
                    <a:pt x="36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17"/>
            <p:cNvSpPr/>
            <p:nvPr/>
          </p:nvSpPr>
          <p:spPr>
            <a:xfrm>
              <a:off x="1675575" y="2362800"/>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17"/>
            <p:cNvSpPr/>
            <p:nvPr/>
          </p:nvSpPr>
          <p:spPr>
            <a:xfrm>
              <a:off x="1576800" y="2362800"/>
              <a:ext cx="19000" cy="19025"/>
            </a:xfrm>
            <a:custGeom>
              <a:rect b="b" l="l" r="r" t="t"/>
              <a:pathLst>
                <a:path extrusionOk="0" h="761" w="760">
                  <a:moveTo>
                    <a:pt x="365" y="0"/>
                  </a:moveTo>
                  <a:cubicBezTo>
                    <a:pt x="182" y="0"/>
                    <a:pt x="0" y="152"/>
                    <a:pt x="0" y="365"/>
                  </a:cubicBezTo>
                  <a:cubicBezTo>
                    <a:pt x="0" y="578"/>
                    <a:pt x="18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17"/>
            <p:cNvSpPr/>
            <p:nvPr/>
          </p:nvSpPr>
          <p:spPr>
            <a:xfrm>
              <a:off x="14780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17"/>
            <p:cNvSpPr/>
            <p:nvPr/>
          </p:nvSpPr>
          <p:spPr>
            <a:xfrm>
              <a:off x="1379975" y="2362800"/>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17"/>
            <p:cNvSpPr/>
            <p:nvPr/>
          </p:nvSpPr>
          <p:spPr>
            <a:xfrm>
              <a:off x="1281200" y="2362800"/>
              <a:ext cx="19025" cy="19025"/>
            </a:xfrm>
            <a:custGeom>
              <a:rect b="b" l="l" r="r" t="t"/>
              <a:pathLst>
                <a:path extrusionOk="0" h="761" w="761">
                  <a:moveTo>
                    <a:pt x="395" y="0"/>
                  </a:moveTo>
                  <a:cubicBezTo>
                    <a:pt x="183" y="0"/>
                    <a:pt x="0" y="152"/>
                    <a:pt x="0" y="365"/>
                  </a:cubicBezTo>
                  <a:cubicBezTo>
                    <a:pt x="0" y="578"/>
                    <a:pt x="183" y="760"/>
                    <a:pt x="395" y="760"/>
                  </a:cubicBezTo>
                  <a:cubicBezTo>
                    <a:pt x="578" y="760"/>
                    <a:pt x="760" y="578"/>
                    <a:pt x="760" y="365"/>
                  </a:cubicBezTo>
                  <a:cubicBezTo>
                    <a:pt x="760" y="152"/>
                    <a:pt x="57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17"/>
            <p:cNvSpPr/>
            <p:nvPr/>
          </p:nvSpPr>
          <p:spPr>
            <a:xfrm>
              <a:off x="11824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17"/>
            <p:cNvSpPr/>
            <p:nvPr/>
          </p:nvSpPr>
          <p:spPr>
            <a:xfrm>
              <a:off x="1084375" y="2362800"/>
              <a:ext cx="19025" cy="19025"/>
            </a:xfrm>
            <a:custGeom>
              <a:rect b="b" l="l" r="r" t="t"/>
              <a:pathLst>
                <a:path extrusionOk="0" h="761" w="761">
                  <a:moveTo>
                    <a:pt x="365" y="0"/>
                  </a:moveTo>
                  <a:cubicBezTo>
                    <a:pt x="153" y="0"/>
                    <a:pt x="1" y="152"/>
                    <a:pt x="1" y="365"/>
                  </a:cubicBezTo>
                  <a:cubicBezTo>
                    <a:pt x="1" y="578"/>
                    <a:pt x="153" y="760"/>
                    <a:pt x="365" y="760"/>
                  </a:cubicBezTo>
                  <a:cubicBezTo>
                    <a:pt x="578" y="760"/>
                    <a:pt x="761" y="578"/>
                    <a:pt x="761" y="365"/>
                  </a:cubicBezTo>
                  <a:cubicBezTo>
                    <a:pt x="761"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17"/>
            <p:cNvSpPr/>
            <p:nvPr/>
          </p:nvSpPr>
          <p:spPr>
            <a:xfrm>
              <a:off x="985600" y="2362800"/>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17"/>
            <p:cNvSpPr/>
            <p:nvPr/>
          </p:nvSpPr>
          <p:spPr>
            <a:xfrm>
              <a:off x="8868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17"/>
            <p:cNvSpPr/>
            <p:nvPr/>
          </p:nvSpPr>
          <p:spPr>
            <a:xfrm>
              <a:off x="788025" y="2362800"/>
              <a:ext cx="19025" cy="19025"/>
            </a:xfrm>
            <a:custGeom>
              <a:rect b="b" l="l" r="r" t="t"/>
              <a:pathLst>
                <a:path extrusionOk="0" h="761" w="761">
                  <a:moveTo>
                    <a:pt x="395" y="0"/>
                  </a:moveTo>
                  <a:cubicBezTo>
                    <a:pt x="183" y="0"/>
                    <a:pt x="0" y="152"/>
                    <a:pt x="0" y="365"/>
                  </a:cubicBezTo>
                  <a:cubicBezTo>
                    <a:pt x="0" y="578"/>
                    <a:pt x="183" y="760"/>
                    <a:pt x="395" y="760"/>
                  </a:cubicBezTo>
                  <a:cubicBezTo>
                    <a:pt x="608" y="760"/>
                    <a:pt x="760" y="578"/>
                    <a:pt x="760" y="365"/>
                  </a:cubicBezTo>
                  <a:cubicBezTo>
                    <a:pt x="760" y="152"/>
                    <a:pt x="60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17"/>
            <p:cNvSpPr/>
            <p:nvPr/>
          </p:nvSpPr>
          <p:spPr>
            <a:xfrm>
              <a:off x="690000" y="2362800"/>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17"/>
            <p:cNvSpPr/>
            <p:nvPr/>
          </p:nvSpPr>
          <p:spPr>
            <a:xfrm>
              <a:off x="5912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17"/>
            <p:cNvSpPr/>
            <p:nvPr/>
          </p:nvSpPr>
          <p:spPr>
            <a:xfrm>
              <a:off x="493175" y="2362800"/>
              <a:ext cx="19025" cy="19025"/>
            </a:xfrm>
            <a:custGeom>
              <a:rect b="b" l="l" r="r" t="t"/>
              <a:pathLst>
                <a:path extrusionOk="0" h="761" w="761">
                  <a:moveTo>
                    <a:pt x="366" y="0"/>
                  </a:moveTo>
                  <a:cubicBezTo>
                    <a:pt x="153" y="0"/>
                    <a:pt x="1" y="152"/>
                    <a:pt x="1" y="365"/>
                  </a:cubicBezTo>
                  <a:cubicBezTo>
                    <a:pt x="1" y="578"/>
                    <a:pt x="153" y="760"/>
                    <a:pt x="366" y="760"/>
                  </a:cubicBezTo>
                  <a:cubicBezTo>
                    <a:pt x="578" y="760"/>
                    <a:pt x="761" y="578"/>
                    <a:pt x="761" y="365"/>
                  </a:cubicBezTo>
                  <a:cubicBezTo>
                    <a:pt x="761" y="152"/>
                    <a:pt x="578" y="0"/>
                    <a:pt x="36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17"/>
            <p:cNvSpPr/>
            <p:nvPr/>
          </p:nvSpPr>
          <p:spPr>
            <a:xfrm>
              <a:off x="1675575" y="227540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17"/>
            <p:cNvSpPr/>
            <p:nvPr/>
          </p:nvSpPr>
          <p:spPr>
            <a:xfrm>
              <a:off x="1576800" y="2275400"/>
              <a:ext cx="19000" cy="19025"/>
            </a:xfrm>
            <a:custGeom>
              <a:rect b="b" l="l" r="r" t="t"/>
              <a:pathLst>
                <a:path extrusionOk="0" h="761" w="760">
                  <a:moveTo>
                    <a:pt x="365" y="1"/>
                  </a:moveTo>
                  <a:cubicBezTo>
                    <a:pt x="182" y="1"/>
                    <a:pt x="0" y="183"/>
                    <a:pt x="0" y="396"/>
                  </a:cubicBezTo>
                  <a:cubicBezTo>
                    <a:pt x="0" y="609"/>
                    <a:pt x="18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17"/>
            <p:cNvSpPr/>
            <p:nvPr/>
          </p:nvSpPr>
          <p:spPr>
            <a:xfrm>
              <a:off x="14780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17"/>
            <p:cNvSpPr/>
            <p:nvPr/>
          </p:nvSpPr>
          <p:spPr>
            <a:xfrm>
              <a:off x="1379975" y="227540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17"/>
            <p:cNvSpPr/>
            <p:nvPr/>
          </p:nvSpPr>
          <p:spPr>
            <a:xfrm>
              <a:off x="1281200" y="2275400"/>
              <a:ext cx="19025" cy="19025"/>
            </a:xfrm>
            <a:custGeom>
              <a:rect b="b" l="l" r="r" t="t"/>
              <a:pathLst>
                <a:path extrusionOk="0" h="761" w="761">
                  <a:moveTo>
                    <a:pt x="395" y="1"/>
                  </a:moveTo>
                  <a:cubicBezTo>
                    <a:pt x="183" y="1"/>
                    <a:pt x="0" y="183"/>
                    <a:pt x="0" y="396"/>
                  </a:cubicBezTo>
                  <a:cubicBezTo>
                    <a:pt x="0" y="609"/>
                    <a:pt x="183" y="761"/>
                    <a:pt x="395" y="761"/>
                  </a:cubicBezTo>
                  <a:cubicBezTo>
                    <a:pt x="578" y="761"/>
                    <a:pt x="760" y="609"/>
                    <a:pt x="760" y="396"/>
                  </a:cubicBezTo>
                  <a:cubicBezTo>
                    <a:pt x="760" y="18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17"/>
            <p:cNvSpPr/>
            <p:nvPr/>
          </p:nvSpPr>
          <p:spPr>
            <a:xfrm>
              <a:off x="11824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17"/>
            <p:cNvSpPr/>
            <p:nvPr/>
          </p:nvSpPr>
          <p:spPr>
            <a:xfrm>
              <a:off x="1084375" y="227540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1" y="609"/>
                    <a:pt x="761" y="396"/>
                  </a:cubicBezTo>
                  <a:cubicBezTo>
                    <a:pt x="761"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17"/>
            <p:cNvSpPr/>
            <p:nvPr/>
          </p:nvSpPr>
          <p:spPr>
            <a:xfrm>
              <a:off x="985600" y="227540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17"/>
            <p:cNvSpPr/>
            <p:nvPr/>
          </p:nvSpPr>
          <p:spPr>
            <a:xfrm>
              <a:off x="8868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17"/>
            <p:cNvSpPr/>
            <p:nvPr/>
          </p:nvSpPr>
          <p:spPr>
            <a:xfrm>
              <a:off x="788025" y="2275400"/>
              <a:ext cx="19025" cy="19025"/>
            </a:xfrm>
            <a:custGeom>
              <a:rect b="b" l="l" r="r" t="t"/>
              <a:pathLst>
                <a:path extrusionOk="0" h="761" w="761">
                  <a:moveTo>
                    <a:pt x="395" y="1"/>
                  </a:moveTo>
                  <a:cubicBezTo>
                    <a:pt x="183" y="1"/>
                    <a:pt x="0" y="183"/>
                    <a:pt x="0" y="396"/>
                  </a:cubicBezTo>
                  <a:cubicBezTo>
                    <a:pt x="0" y="609"/>
                    <a:pt x="183" y="761"/>
                    <a:pt x="395" y="761"/>
                  </a:cubicBezTo>
                  <a:cubicBezTo>
                    <a:pt x="608" y="761"/>
                    <a:pt x="760" y="609"/>
                    <a:pt x="760" y="396"/>
                  </a:cubicBezTo>
                  <a:cubicBezTo>
                    <a:pt x="760" y="18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17"/>
            <p:cNvSpPr/>
            <p:nvPr/>
          </p:nvSpPr>
          <p:spPr>
            <a:xfrm>
              <a:off x="690000" y="227540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17"/>
            <p:cNvSpPr/>
            <p:nvPr/>
          </p:nvSpPr>
          <p:spPr>
            <a:xfrm>
              <a:off x="5912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17"/>
            <p:cNvSpPr/>
            <p:nvPr/>
          </p:nvSpPr>
          <p:spPr>
            <a:xfrm>
              <a:off x="493175" y="2275400"/>
              <a:ext cx="19025" cy="19025"/>
            </a:xfrm>
            <a:custGeom>
              <a:rect b="b" l="l" r="r" t="t"/>
              <a:pathLst>
                <a:path extrusionOk="0" h="761" w="761">
                  <a:moveTo>
                    <a:pt x="366" y="1"/>
                  </a:moveTo>
                  <a:cubicBezTo>
                    <a:pt x="153" y="1"/>
                    <a:pt x="1" y="183"/>
                    <a:pt x="1" y="396"/>
                  </a:cubicBezTo>
                  <a:cubicBezTo>
                    <a:pt x="1" y="609"/>
                    <a:pt x="153" y="761"/>
                    <a:pt x="366" y="761"/>
                  </a:cubicBezTo>
                  <a:cubicBezTo>
                    <a:pt x="578" y="761"/>
                    <a:pt x="761" y="609"/>
                    <a:pt x="761" y="396"/>
                  </a:cubicBezTo>
                  <a:cubicBezTo>
                    <a:pt x="761" y="18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17"/>
            <p:cNvSpPr/>
            <p:nvPr/>
          </p:nvSpPr>
          <p:spPr>
            <a:xfrm>
              <a:off x="1675575" y="2188775"/>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17"/>
            <p:cNvSpPr/>
            <p:nvPr/>
          </p:nvSpPr>
          <p:spPr>
            <a:xfrm>
              <a:off x="1576800" y="2188775"/>
              <a:ext cx="19000" cy="19025"/>
            </a:xfrm>
            <a:custGeom>
              <a:rect b="b" l="l" r="r" t="t"/>
              <a:pathLst>
                <a:path extrusionOk="0" h="761" w="760">
                  <a:moveTo>
                    <a:pt x="365" y="1"/>
                  </a:moveTo>
                  <a:cubicBezTo>
                    <a:pt x="182" y="1"/>
                    <a:pt x="0" y="183"/>
                    <a:pt x="0" y="396"/>
                  </a:cubicBezTo>
                  <a:cubicBezTo>
                    <a:pt x="0" y="609"/>
                    <a:pt x="18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17"/>
            <p:cNvSpPr/>
            <p:nvPr/>
          </p:nvSpPr>
          <p:spPr>
            <a:xfrm>
              <a:off x="14780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17"/>
            <p:cNvSpPr/>
            <p:nvPr/>
          </p:nvSpPr>
          <p:spPr>
            <a:xfrm>
              <a:off x="1379975" y="2188775"/>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17"/>
            <p:cNvSpPr/>
            <p:nvPr/>
          </p:nvSpPr>
          <p:spPr>
            <a:xfrm>
              <a:off x="1281200" y="2188775"/>
              <a:ext cx="19025" cy="19025"/>
            </a:xfrm>
            <a:custGeom>
              <a:rect b="b" l="l" r="r" t="t"/>
              <a:pathLst>
                <a:path extrusionOk="0" h="761" w="761">
                  <a:moveTo>
                    <a:pt x="395" y="1"/>
                  </a:moveTo>
                  <a:cubicBezTo>
                    <a:pt x="183" y="1"/>
                    <a:pt x="0" y="183"/>
                    <a:pt x="0" y="396"/>
                  </a:cubicBezTo>
                  <a:cubicBezTo>
                    <a:pt x="0" y="609"/>
                    <a:pt x="183" y="761"/>
                    <a:pt x="395" y="761"/>
                  </a:cubicBezTo>
                  <a:cubicBezTo>
                    <a:pt x="578" y="761"/>
                    <a:pt x="760" y="609"/>
                    <a:pt x="760" y="396"/>
                  </a:cubicBezTo>
                  <a:cubicBezTo>
                    <a:pt x="760" y="18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17"/>
            <p:cNvSpPr/>
            <p:nvPr/>
          </p:nvSpPr>
          <p:spPr>
            <a:xfrm>
              <a:off x="11824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17"/>
            <p:cNvSpPr/>
            <p:nvPr/>
          </p:nvSpPr>
          <p:spPr>
            <a:xfrm>
              <a:off x="1084375" y="2188775"/>
              <a:ext cx="19025" cy="19025"/>
            </a:xfrm>
            <a:custGeom>
              <a:rect b="b" l="l" r="r" t="t"/>
              <a:pathLst>
                <a:path extrusionOk="0" h="761" w="761">
                  <a:moveTo>
                    <a:pt x="365" y="1"/>
                  </a:moveTo>
                  <a:cubicBezTo>
                    <a:pt x="153" y="1"/>
                    <a:pt x="1" y="183"/>
                    <a:pt x="1" y="396"/>
                  </a:cubicBezTo>
                  <a:cubicBezTo>
                    <a:pt x="1" y="609"/>
                    <a:pt x="153" y="761"/>
                    <a:pt x="365" y="761"/>
                  </a:cubicBezTo>
                  <a:cubicBezTo>
                    <a:pt x="578" y="761"/>
                    <a:pt x="761" y="609"/>
                    <a:pt x="761" y="396"/>
                  </a:cubicBezTo>
                  <a:cubicBezTo>
                    <a:pt x="761"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17"/>
            <p:cNvSpPr/>
            <p:nvPr/>
          </p:nvSpPr>
          <p:spPr>
            <a:xfrm>
              <a:off x="985600" y="2188775"/>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17"/>
            <p:cNvSpPr/>
            <p:nvPr/>
          </p:nvSpPr>
          <p:spPr>
            <a:xfrm>
              <a:off x="8868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17"/>
            <p:cNvSpPr/>
            <p:nvPr/>
          </p:nvSpPr>
          <p:spPr>
            <a:xfrm>
              <a:off x="788025" y="2188775"/>
              <a:ext cx="19025" cy="19025"/>
            </a:xfrm>
            <a:custGeom>
              <a:rect b="b" l="l" r="r" t="t"/>
              <a:pathLst>
                <a:path extrusionOk="0" h="761" w="761">
                  <a:moveTo>
                    <a:pt x="395" y="1"/>
                  </a:moveTo>
                  <a:cubicBezTo>
                    <a:pt x="183" y="1"/>
                    <a:pt x="0" y="183"/>
                    <a:pt x="0" y="396"/>
                  </a:cubicBezTo>
                  <a:cubicBezTo>
                    <a:pt x="0" y="609"/>
                    <a:pt x="183" y="761"/>
                    <a:pt x="395" y="761"/>
                  </a:cubicBezTo>
                  <a:cubicBezTo>
                    <a:pt x="608" y="761"/>
                    <a:pt x="760" y="609"/>
                    <a:pt x="760" y="396"/>
                  </a:cubicBezTo>
                  <a:cubicBezTo>
                    <a:pt x="760" y="18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17"/>
            <p:cNvSpPr/>
            <p:nvPr/>
          </p:nvSpPr>
          <p:spPr>
            <a:xfrm>
              <a:off x="690000" y="2188775"/>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17"/>
            <p:cNvSpPr/>
            <p:nvPr/>
          </p:nvSpPr>
          <p:spPr>
            <a:xfrm>
              <a:off x="5912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17"/>
            <p:cNvSpPr/>
            <p:nvPr/>
          </p:nvSpPr>
          <p:spPr>
            <a:xfrm>
              <a:off x="493175" y="2188775"/>
              <a:ext cx="19025" cy="19025"/>
            </a:xfrm>
            <a:custGeom>
              <a:rect b="b" l="l" r="r" t="t"/>
              <a:pathLst>
                <a:path extrusionOk="0" h="761" w="761">
                  <a:moveTo>
                    <a:pt x="366" y="1"/>
                  </a:moveTo>
                  <a:cubicBezTo>
                    <a:pt x="153" y="1"/>
                    <a:pt x="1" y="183"/>
                    <a:pt x="1" y="396"/>
                  </a:cubicBezTo>
                  <a:cubicBezTo>
                    <a:pt x="1" y="609"/>
                    <a:pt x="153" y="761"/>
                    <a:pt x="366" y="761"/>
                  </a:cubicBezTo>
                  <a:cubicBezTo>
                    <a:pt x="578" y="761"/>
                    <a:pt x="761" y="609"/>
                    <a:pt x="761" y="396"/>
                  </a:cubicBezTo>
                  <a:cubicBezTo>
                    <a:pt x="761" y="18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17"/>
            <p:cNvSpPr/>
            <p:nvPr/>
          </p:nvSpPr>
          <p:spPr>
            <a:xfrm>
              <a:off x="1675575" y="210215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17"/>
            <p:cNvSpPr/>
            <p:nvPr/>
          </p:nvSpPr>
          <p:spPr>
            <a:xfrm>
              <a:off x="1576800" y="2102150"/>
              <a:ext cx="19000" cy="19025"/>
            </a:xfrm>
            <a:custGeom>
              <a:rect b="b" l="l" r="r" t="t"/>
              <a:pathLst>
                <a:path extrusionOk="0" h="761" w="760">
                  <a:moveTo>
                    <a:pt x="365" y="1"/>
                  </a:moveTo>
                  <a:cubicBezTo>
                    <a:pt x="182" y="1"/>
                    <a:pt x="0" y="183"/>
                    <a:pt x="0" y="396"/>
                  </a:cubicBezTo>
                  <a:cubicBezTo>
                    <a:pt x="0" y="609"/>
                    <a:pt x="18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17"/>
            <p:cNvSpPr/>
            <p:nvPr/>
          </p:nvSpPr>
          <p:spPr>
            <a:xfrm>
              <a:off x="14780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17"/>
            <p:cNvSpPr/>
            <p:nvPr/>
          </p:nvSpPr>
          <p:spPr>
            <a:xfrm>
              <a:off x="1379975" y="210215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17"/>
            <p:cNvSpPr/>
            <p:nvPr/>
          </p:nvSpPr>
          <p:spPr>
            <a:xfrm>
              <a:off x="1281200" y="2102150"/>
              <a:ext cx="19025" cy="19025"/>
            </a:xfrm>
            <a:custGeom>
              <a:rect b="b" l="l" r="r" t="t"/>
              <a:pathLst>
                <a:path extrusionOk="0" h="761" w="761">
                  <a:moveTo>
                    <a:pt x="395" y="1"/>
                  </a:moveTo>
                  <a:cubicBezTo>
                    <a:pt x="183" y="1"/>
                    <a:pt x="0" y="183"/>
                    <a:pt x="0" y="396"/>
                  </a:cubicBezTo>
                  <a:cubicBezTo>
                    <a:pt x="0" y="609"/>
                    <a:pt x="183" y="761"/>
                    <a:pt x="395" y="761"/>
                  </a:cubicBezTo>
                  <a:cubicBezTo>
                    <a:pt x="578" y="761"/>
                    <a:pt x="760" y="609"/>
                    <a:pt x="760" y="396"/>
                  </a:cubicBezTo>
                  <a:cubicBezTo>
                    <a:pt x="760" y="18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17"/>
            <p:cNvSpPr/>
            <p:nvPr/>
          </p:nvSpPr>
          <p:spPr>
            <a:xfrm>
              <a:off x="11824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17"/>
            <p:cNvSpPr/>
            <p:nvPr/>
          </p:nvSpPr>
          <p:spPr>
            <a:xfrm>
              <a:off x="1084375" y="210215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1" y="609"/>
                    <a:pt x="761" y="396"/>
                  </a:cubicBezTo>
                  <a:cubicBezTo>
                    <a:pt x="761"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17"/>
            <p:cNvSpPr/>
            <p:nvPr/>
          </p:nvSpPr>
          <p:spPr>
            <a:xfrm>
              <a:off x="985600" y="210215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17"/>
            <p:cNvSpPr/>
            <p:nvPr/>
          </p:nvSpPr>
          <p:spPr>
            <a:xfrm>
              <a:off x="8868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17"/>
            <p:cNvSpPr/>
            <p:nvPr/>
          </p:nvSpPr>
          <p:spPr>
            <a:xfrm>
              <a:off x="788025" y="2102150"/>
              <a:ext cx="19025" cy="19025"/>
            </a:xfrm>
            <a:custGeom>
              <a:rect b="b" l="l" r="r" t="t"/>
              <a:pathLst>
                <a:path extrusionOk="0" h="761" w="761">
                  <a:moveTo>
                    <a:pt x="395" y="1"/>
                  </a:moveTo>
                  <a:cubicBezTo>
                    <a:pt x="183" y="1"/>
                    <a:pt x="0" y="183"/>
                    <a:pt x="0" y="396"/>
                  </a:cubicBezTo>
                  <a:cubicBezTo>
                    <a:pt x="0" y="609"/>
                    <a:pt x="183" y="761"/>
                    <a:pt x="395" y="761"/>
                  </a:cubicBezTo>
                  <a:cubicBezTo>
                    <a:pt x="608" y="761"/>
                    <a:pt x="760" y="609"/>
                    <a:pt x="760" y="396"/>
                  </a:cubicBezTo>
                  <a:cubicBezTo>
                    <a:pt x="760" y="18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17"/>
            <p:cNvSpPr/>
            <p:nvPr/>
          </p:nvSpPr>
          <p:spPr>
            <a:xfrm>
              <a:off x="690000" y="210215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17"/>
            <p:cNvSpPr/>
            <p:nvPr/>
          </p:nvSpPr>
          <p:spPr>
            <a:xfrm>
              <a:off x="5912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17"/>
            <p:cNvSpPr/>
            <p:nvPr/>
          </p:nvSpPr>
          <p:spPr>
            <a:xfrm>
              <a:off x="493175" y="2102150"/>
              <a:ext cx="19025" cy="19025"/>
            </a:xfrm>
            <a:custGeom>
              <a:rect b="b" l="l" r="r" t="t"/>
              <a:pathLst>
                <a:path extrusionOk="0" h="761" w="761">
                  <a:moveTo>
                    <a:pt x="366" y="1"/>
                  </a:moveTo>
                  <a:cubicBezTo>
                    <a:pt x="153" y="1"/>
                    <a:pt x="1" y="183"/>
                    <a:pt x="1" y="396"/>
                  </a:cubicBezTo>
                  <a:cubicBezTo>
                    <a:pt x="1" y="609"/>
                    <a:pt x="153" y="761"/>
                    <a:pt x="366" y="761"/>
                  </a:cubicBezTo>
                  <a:cubicBezTo>
                    <a:pt x="578" y="761"/>
                    <a:pt x="761" y="609"/>
                    <a:pt x="761" y="396"/>
                  </a:cubicBezTo>
                  <a:cubicBezTo>
                    <a:pt x="761" y="18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TITLE_ONLY_1_2_1">
    <p:spTree>
      <p:nvGrpSpPr>
        <p:cNvPr id="2692" name="Shape 2692"/>
        <p:cNvGrpSpPr/>
        <p:nvPr/>
      </p:nvGrpSpPr>
      <p:grpSpPr>
        <a:xfrm>
          <a:off x="0" y="0"/>
          <a:ext cx="0" cy="0"/>
          <a:chOff x="0" y="0"/>
          <a:chExt cx="0" cy="0"/>
        </a:xfrm>
      </p:grpSpPr>
      <p:sp>
        <p:nvSpPr>
          <p:cNvPr id="2693" name="Google Shape;2693;p18"/>
          <p:cNvSpPr txBox="1"/>
          <p:nvPr>
            <p:ph type="title"/>
          </p:nvPr>
        </p:nvSpPr>
        <p:spPr>
          <a:xfrm>
            <a:off x="715100" y="445025"/>
            <a:ext cx="77139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2694" name="Google Shape;2694;p18"/>
          <p:cNvGrpSpPr/>
          <p:nvPr/>
        </p:nvGrpSpPr>
        <p:grpSpPr>
          <a:xfrm rot="2250370">
            <a:off x="-1959433" y="3702961"/>
            <a:ext cx="4568756" cy="2881735"/>
            <a:chOff x="2975000" y="20825"/>
            <a:chExt cx="3963625" cy="2500050"/>
          </a:xfrm>
        </p:grpSpPr>
        <p:sp>
          <p:nvSpPr>
            <p:cNvPr id="2695" name="Google Shape;2695;p18"/>
            <p:cNvSpPr/>
            <p:nvPr/>
          </p:nvSpPr>
          <p:spPr>
            <a:xfrm>
              <a:off x="2975000" y="442550"/>
              <a:ext cx="3962850" cy="2078325"/>
            </a:xfrm>
            <a:custGeom>
              <a:rect b="b" l="l" r="r" t="t"/>
              <a:pathLst>
                <a:path extrusionOk="0" fill="none" h="83133" w="158514">
                  <a:moveTo>
                    <a:pt x="0" y="1"/>
                  </a:moveTo>
                  <a:cubicBezTo>
                    <a:pt x="4347" y="3071"/>
                    <a:pt x="9423" y="6171"/>
                    <a:pt x="12797" y="10122"/>
                  </a:cubicBezTo>
                  <a:cubicBezTo>
                    <a:pt x="18025" y="16232"/>
                    <a:pt x="11095" y="25411"/>
                    <a:pt x="18298" y="31369"/>
                  </a:cubicBezTo>
                  <a:cubicBezTo>
                    <a:pt x="23952" y="36050"/>
                    <a:pt x="23982" y="41612"/>
                    <a:pt x="23283" y="48269"/>
                  </a:cubicBezTo>
                  <a:cubicBezTo>
                    <a:pt x="22706" y="53497"/>
                    <a:pt x="22463" y="62494"/>
                    <a:pt x="29028" y="64044"/>
                  </a:cubicBezTo>
                  <a:cubicBezTo>
                    <a:pt x="35776" y="65655"/>
                    <a:pt x="41186" y="60913"/>
                    <a:pt x="45624" y="56567"/>
                  </a:cubicBezTo>
                  <a:cubicBezTo>
                    <a:pt x="51855" y="50457"/>
                    <a:pt x="63466" y="46202"/>
                    <a:pt x="71825" y="49515"/>
                  </a:cubicBezTo>
                  <a:cubicBezTo>
                    <a:pt x="79211" y="52463"/>
                    <a:pt x="89728" y="48421"/>
                    <a:pt x="96598" y="51430"/>
                  </a:cubicBezTo>
                  <a:cubicBezTo>
                    <a:pt x="100762" y="53284"/>
                    <a:pt x="101035" y="58390"/>
                    <a:pt x="102343" y="62646"/>
                  </a:cubicBezTo>
                  <a:cubicBezTo>
                    <a:pt x="104197" y="68603"/>
                    <a:pt x="108938" y="75564"/>
                    <a:pt x="114106" y="78482"/>
                  </a:cubicBezTo>
                  <a:cubicBezTo>
                    <a:pt x="122343" y="83132"/>
                    <a:pt x="130914" y="70610"/>
                    <a:pt x="138909" y="69151"/>
                  </a:cubicBezTo>
                  <a:cubicBezTo>
                    <a:pt x="145474" y="67935"/>
                    <a:pt x="152435" y="73892"/>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18"/>
            <p:cNvSpPr/>
            <p:nvPr/>
          </p:nvSpPr>
          <p:spPr>
            <a:xfrm>
              <a:off x="2975000" y="442550"/>
              <a:ext cx="3962850" cy="2057800"/>
            </a:xfrm>
            <a:custGeom>
              <a:rect b="b" l="l" r="r" t="t"/>
              <a:pathLst>
                <a:path extrusionOk="0" fill="none" h="82312" w="158514">
                  <a:moveTo>
                    <a:pt x="0" y="1"/>
                  </a:moveTo>
                  <a:cubicBezTo>
                    <a:pt x="4408" y="3040"/>
                    <a:pt x="9392" y="6049"/>
                    <a:pt x="13040" y="9879"/>
                  </a:cubicBezTo>
                  <a:cubicBezTo>
                    <a:pt x="18602" y="15654"/>
                    <a:pt x="11733" y="24955"/>
                    <a:pt x="18694" y="30609"/>
                  </a:cubicBezTo>
                  <a:cubicBezTo>
                    <a:pt x="24408" y="35259"/>
                    <a:pt x="25077" y="40153"/>
                    <a:pt x="24317" y="46901"/>
                  </a:cubicBezTo>
                  <a:cubicBezTo>
                    <a:pt x="23739" y="52129"/>
                    <a:pt x="23131" y="61248"/>
                    <a:pt x="29849" y="62919"/>
                  </a:cubicBezTo>
                  <a:cubicBezTo>
                    <a:pt x="36870" y="64652"/>
                    <a:pt x="41794" y="59606"/>
                    <a:pt x="46627" y="55503"/>
                  </a:cubicBezTo>
                  <a:cubicBezTo>
                    <a:pt x="53557" y="49606"/>
                    <a:pt x="63983" y="44712"/>
                    <a:pt x="72798" y="48634"/>
                  </a:cubicBezTo>
                  <a:cubicBezTo>
                    <a:pt x="80123" y="51886"/>
                    <a:pt x="90245" y="48208"/>
                    <a:pt x="97266" y="51187"/>
                  </a:cubicBezTo>
                  <a:cubicBezTo>
                    <a:pt x="101522" y="52980"/>
                    <a:pt x="101674" y="58026"/>
                    <a:pt x="102890" y="62251"/>
                  </a:cubicBezTo>
                  <a:cubicBezTo>
                    <a:pt x="104561" y="68087"/>
                    <a:pt x="109303" y="75078"/>
                    <a:pt x="114440" y="77844"/>
                  </a:cubicBezTo>
                  <a:cubicBezTo>
                    <a:pt x="122799" y="82312"/>
                    <a:pt x="131097" y="70032"/>
                    <a:pt x="139243" y="68877"/>
                  </a:cubicBezTo>
                  <a:cubicBezTo>
                    <a:pt x="145656" y="67935"/>
                    <a:pt x="152495" y="73771"/>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18"/>
            <p:cNvSpPr/>
            <p:nvPr/>
          </p:nvSpPr>
          <p:spPr>
            <a:xfrm>
              <a:off x="2975000" y="442550"/>
              <a:ext cx="3962850" cy="2035775"/>
            </a:xfrm>
            <a:custGeom>
              <a:rect b="b" l="l" r="r" t="t"/>
              <a:pathLst>
                <a:path extrusionOk="0" fill="none" h="81431" w="158514">
                  <a:moveTo>
                    <a:pt x="0" y="1"/>
                  </a:moveTo>
                  <a:cubicBezTo>
                    <a:pt x="4468" y="3040"/>
                    <a:pt x="9362" y="5958"/>
                    <a:pt x="13313" y="9606"/>
                  </a:cubicBezTo>
                  <a:cubicBezTo>
                    <a:pt x="19210" y="15077"/>
                    <a:pt x="12432" y="24469"/>
                    <a:pt x="19089" y="29849"/>
                  </a:cubicBezTo>
                  <a:cubicBezTo>
                    <a:pt x="24803" y="34469"/>
                    <a:pt x="26019" y="38694"/>
                    <a:pt x="25350" y="45564"/>
                  </a:cubicBezTo>
                  <a:cubicBezTo>
                    <a:pt x="24833" y="50822"/>
                    <a:pt x="23739" y="60001"/>
                    <a:pt x="30609" y="61795"/>
                  </a:cubicBezTo>
                  <a:cubicBezTo>
                    <a:pt x="37691" y="63649"/>
                    <a:pt x="42797" y="58299"/>
                    <a:pt x="47813" y="54378"/>
                  </a:cubicBezTo>
                  <a:cubicBezTo>
                    <a:pt x="55989" y="47995"/>
                    <a:pt x="63345" y="43375"/>
                    <a:pt x="73801" y="47752"/>
                  </a:cubicBezTo>
                  <a:cubicBezTo>
                    <a:pt x="81704" y="51065"/>
                    <a:pt x="90762" y="48026"/>
                    <a:pt x="97966" y="50944"/>
                  </a:cubicBezTo>
                  <a:cubicBezTo>
                    <a:pt x="102282" y="52707"/>
                    <a:pt x="102343" y="57631"/>
                    <a:pt x="103437" y="61825"/>
                  </a:cubicBezTo>
                  <a:cubicBezTo>
                    <a:pt x="104957" y="67570"/>
                    <a:pt x="109637" y="74531"/>
                    <a:pt x="114774" y="77145"/>
                  </a:cubicBezTo>
                  <a:cubicBezTo>
                    <a:pt x="123285" y="81430"/>
                    <a:pt x="131310" y="69454"/>
                    <a:pt x="139577" y="68573"/>
                  </a:cubicBezTo>
                  <a:cubicBezTo>
                    <a:pt x="145869" y="67904"/>
                    <a:pt x="152587" y="73649"/>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18"/>
            <p:cNvSpPr/>
            <p:nvPr/>
          </p:nvSpPr>
          <p:spPr>
            <a:xfrm>
              <a:off x="2975000" y="442550"/>
              <a:ext cx="3962850" cy="2014500"/>
            </a:xfrm>
            <a:custGeom>
              <a:rect b="b" l="l" r="r" t="t"/>
              <a:pathLst>
                <a:path extrusionOk="0" fill="none" h="80580" w="158514">
                  <a:moveTo>
                    <a:pt x="0" y="1"/>
                  </a:moveTo>
                  <a:cubicBezTo>
                    <a:pt x="4560" y="3010"/>
                    <a:pt x="9392" y="5897"/>
                    <a:pt x="13526" y="9393"/>
                  </a:cubicBezTo>
                  <a:cubicBezTo>
                    <a:pt x="19666" y="14469"/>
                    <a:pt x="13162" y="23952"/>
                    <a:pt x="19484" y="29150"/>
                  </a:cubicBezTo>
                  <a:cubicBezTo>
                    <a:pt x="24560" y="33314"/>
                    <a:pt x="27235" y="37509"/>
                    <a:pt x="26323" y="44348"/>
                  </a:cubicBezTo>
                  <a:cubicBezTo>
                    <a:pt x="25563" y="49728"/>
                    <a:pt x="24317" y="58846"/>
                    <a:pt x="31308" y="60792"/>
                  </a:cubicBezTo>
                  <a:cubicBezTo>
                    <a:pt x="38390" y="62737"/>
                    <a:pt x="43770" y="57296"/>
                    <a:pt x="48998" y="53375"/>
                  </a:cubicBezTo>
                  <a:cubicBezTo>
                    <a:pt x="57813" y="46688"/>
                    <a:pt x="63892" y="42129"/>
                    <a:pt x="74743" y="47023"/>
                  </a:cubicBezTo>
                  <a:cubicBezTo>
                    <a:pt x="82433" y="50488"/>
                    <a:pt x="91248" y="47995"/>
                    <a:pt x="98604" y="50761"/>
                  </a:cubicBezTo>
                  <a:cubicBezTo>
                    <a:pt x="103042" y="52372"/>
                    <a:pt x="103011" y="57266"/>
                    <a:pt x="104014" y="61430"/>
                  </a:cubicBezTo>
                  <a:cubicBezTo>
                    <a:pt x="105382" y="67084"/>
                    <a:pt x="109941" y="74014"/>
                    <a:pt x="115109" y="76445"/>
                  </a:cubicBezTo>
                  <a:cubicBezTo>
                    <a:pt x="123802" y="80579"/>
                    <a:pt x="132100" y="68299"/>
                    <a:pt x="139912" y="68330"/>
                  </a:cubicBezTo>
                  <a:cubicBezTo>
                    <a:pt x="144927" y="68330"/>
                    <a:pt x="153529" y="7331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18"/>
            <p:cNvSpPr/>
            <p:nvPr/>
          </p:nvSpPr>
          <p:spPr>
            <a:xfrm>
              <a:off x="2975000" y="442550"/>
              <a:ext cx="3962850" cy="1991700"/>
            </a:xfrm>
            <a:custGeom>
              <a:rect b="b" l="l" r="r" t="t"/>
              <a:pathLst>
                <a:path extrusionOk="0" fill="none" h="79668" w="158514">
                  <a:moveTo>
                    <a:pt x="0" y="1"/>
                  </a:moveTo>
                  <a:cubicBezTo>
                    <a:pt x="4590" y="3010"/>
                    <a:pt x="9484" y="5897"/>
                    <a:pt x="13769" y="9119"/>
                  </a:cubicBezTo>
                  <a:cubicBezTo>
                    <a:pt x="20122" y="13861"/>
                    <a:pt x="13952" y="23344"/>
                    <a:pt x="19879" y="28360"/>
                  </a:cubicBezTo>
                  <a:cubicBezTo>
                    <a:pt x="24651" y="32402"/>
                    <a:pt x="28055" y="36475"/>
                    <a:pt x="27265" y="43102"/>
                  </a:cubicBezTo>
                  <a:cubicBezTo>
                    <a:pt x="26627" y="48482"/>
                    <a:pt x="24985" y="57600"/>
                    <a:pt x="31946" y="59698"/>
                  </a:cubicBezTo>
                  <a:cubicBezTo>
                    <a:pt x="39028" y="61795"/>
                    <a:pt x="44955" y="56202"/>
                    <a:pt x="50183" y="52251"/>
                  </a:cubicBezTo>
                  <a:cubicBezTo>
                    <a:pt x="59424" y="45260"/>
                    <a:pt x="64561" y="40761"/>
                    <a:pt x="75746" y="46232"/>
                  </a:cubicBezTo>
                  <a:cubicBezTo>
                    <a:pt x="83315" y="49971"/>
                    <a:pt x="91795" y="47813"/>
                    <a:pt x="99273" y="50488"/>
                  </a:cubicBezTo>
                  <a:cubicBezTo>
                    <a:pt x="103832" y="52129"/>
                    <a:pt x="103619" y="56840"/>
                    <a:pt x="104653" y="61035"/>
                  </a:cubicBezTo>
                  <a:cubicBezTo>
                    <a:pt x="106051" y="66749"/>
                    <a:pt x="110124" y="73315"/>
                    <a:pt x="115443" y="75716"/>
                  </a:cubicBezTo>
                  <a:cubicBezTo>
                    <a:pt x="124227" y="79667"/>
                    <a:pt x="132039" y="67995"/>
                    <a:pt x="140246" y="68056"/>
                  </a:cubicBezTo>
                  <a:cubicBezTo>
                    <a:pt x="145535" y="68087"/>
                    <a:pt x="153377" y="7340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18"/>
            <p:cNvSpPr/>
            <p:nvPr/>
          </p:nvSpPr>
          <p:spPr>
            <a:xfrm>
              <a:off x="2975000" y="442550"/>
              <a:ext cx="3963625" cy="1968900"/>
            </a:xfrm>
            <a:custGeom>
              <a:rect b="b" l="l" r="r" t="t"/>
              <a:pathLst>
                <a:path extrusionOk="0" fill="none" h="78756" w="158545">
                  <a:moveTo>
                    <a:pt x="0" y="1"/>
                  </a:moveTo>
                  <a:cubicBezTo>
                    <a:pt x="4651" y="2979"/>
                    <a:pt x="9575" y="5867"/>
                    <a:pt x="14013" y="8876"/>
                  </a:cubicBezTo>
                  <a:cubicBezTo>
                    <a:pt x="20548" y="13283"/>
                    <a:pt x="14985" y="22706"/>
                    <a:pt x="20305" y="27539"/>
                  </a:cubicBezTo>
                  <a:cubicBezTo>
                    <a:pt x="24590" y="31430"/>
                    <a:pt x="28724" y="35715"/>
                    <a:pt x="28147" y="42007"/>
                  </a:cubicBezTo>
                  <a:cubicBezTo>
                    <a:pt x="27630" y="47296"/>
                    <a:pt x="25654" y="56445"/>
                    <a:pt x="32584" y="58664"/>
                  </a:cubicBezTo>
                  <a:cubicBezTo>
                    <a:pt x="39606" y="60913"/>
                    <a:pt x="46354" y="55077"/>
                    <a:pt x="51369" y="51096"/>
                  </a:cubicBezTo>
                  <a:cubicBezTo>
                    <a:pt x="60609" y="43770"/>
                    <a:pt x="65351" y="39576"/>
                    <a:pt x="76749" y="45594"/>
                  </a:cubicBezTo>
                  <a:cubicBezTo>
                    <a:pt x="84166" y="49515"/>
                    <a:pt x="92251" y="47722"/>
                    <a:pt x="99911" y="50275"/>
                  </a:cubicBezTo>
                  <a:cubicBezTo>
                    <a:pt x="104622" y="51855"/>
                    <a:pt x="104318" y="56445"/>
                    <a:pt x="105260" y="60609"/>
                  </a:cubicBezTo>
                  <a:cubicBezTo>
                    <a:pt x="106537" y="66324"/>
                    <a:pt x="110428" y="72676"/>
                    <a:pt x="115808" y="74956"/>
                  </a:cubicBezTo>
                  <a:cubicBezTo>
                    <a:pt x="124714" y="78756"/>
                    <a:pt x="132313" y="67418"/>
                    <a:pt x="140580" y="67813"/>
                  </a:cubicBezTo>
                  <a:cubicBezTo>
                    <a:pt x="145778" y="68056"/>
                    <a:pt x="153438" y="73315"/>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18"/>
            <p:cNvSpPr/>
            <p:nvPr/>
          </p:nvSpPr>
          <p:spPr>
            <a:xfrm>
              <a:off x="2975000" y="442550"/>
              <a:ext cx="3962850" cy="1919500"/>
            </a:xfrm>
            <a:custGeom>
              <a:rect b="b" l="l" r="r" t="t"/>
              <a:pathLst>
                <a:path extrusionOk="0" fill="none" h="76780" w="158514">
                  <a:moveTo>
                    <a:pt x="0" y="1"/>
                  </a:moveTo>
                  <a:cubicBezTo>
                    <a:pt x="4712" y="2949"/>
                    <a:pt x="9666" y="5776"/>
                    <a:pt x="14225" y="8633"/>
                  </a:cubicBezTo>
                  <a:cubicBezTo>
                    <a:pt x="20973" y="12797"/>
                    <a:pt x="16049" y="21977"/>
                    <a:pt x="20760" y="26718"/>
                  </a:cubicBezTo>
                  <a:cubicBezTo>
                    <a:pt x="24438" y="30396"/>
                    <a:pt x="29332" y="35168"/>
                    <a:pt x="28967" y="41004"/>
                  </a:cubicBezTo>
                  <a:cubicBezTo>
                    <a:pt x="28633" y="46202"/>
                    <a:pt x="26444" y="55381"/>
                    <a:pt x="33192" y="57661"/>
                  </a:cubicBezTo>
                  <a:cubicBezTo>
                    <a:pt x="40153" y="60032"/>
                    <a:pt x="47752" y="53953"/>
                    <a:pt x="52494" y="49880"/>
                  </a:cubicBezTo>
                  <a:cubicBezTo>
                    <a:pt x="61703" y="41977"/>
                    <a:pt x="66293" y="38633"/>
                    <a:pt x="77722" y="45016"/>
                  </a:cubicBezTo>
                  <a:cubicBezTo>
                    <a:pt x="84926" y="49059"/>
                    <a:pt x="92707" y="47722"/>
                    <a:pt x="100488" y="50093"/>
                  </a:cubicBezTo>
                  <a:cubicBezTo>
                    <a:pt x="105382" y="51582"/>
                    <a:pt x="104987" y="56080"/>
                    <a:pt x="105838" y="60245"/>
                  </a:cubicBezTo>
                  <a:cubicBezTo>
                    <a:pt x="107023" y="65898"/>
                    <a:pt x="111005" y="72676"/>
                    <a:pt x="116142" y="74227"/>
                  </a:cubicBezTo>
                  <a:cubicBezTo>
                    <a:pt x="124683" y="76780"/>
                    <a:pt x="132191" y="66901"/>
                    <a:pt x="140884" y="67570"/>
                  </a:cubicBezTo>
                  <a:cubicBezTo>
                    <a:pt x="145930" y="67965"/>
                    <a:pt x="153468" y="73224"/>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18"/>
            <p:cNvSpPr/>
            <p:nvPr/>
          </p:nvSpPr>
          <p:spPr>
            <a:xfrm>
              <a:off x="2975000" y="442550"/>
              <a:ext cx="3962100" cy="1896700"/>
            </a:xfrm>
            <a:custGeom>
              <a:rect b="b" l="l" r="r" t="t"/>
              <a:pathLst>
                <a:path extrusionOk="0" fill="none" h="75868" w="158484">
                  <a:moveTo>
                    <a:pt x="0" y="1"/>
                  </a:moveTo>
                  <a:cubicBezTo>
                    <a:pt x="4742" y="2949"/>
                    <a:pt x="9788" y="5441"/>
                    <a:pt x="14438" y="8359"/>
                  </a:cubicBezTo>
                  <a:cubicBezTo>
                    <a:pt x="21520" y="12797"/>
                    <a:pt x="16900" y="20852"/>
                    <a:pt x="21277" y="25837"/>
                  </a:cubicBezTo>
                  <a:cubicBezTo>
                    <a:pt x="24408" y="29424"/>
                    <a:pt x="29758" y="34652"/>
                    <a:pt x="29727" y="40123"/>
                  </a:cubicBezTo>
                  <a:cubicBezTo>
                    <a:pt x="29666" y="45229"/>
                    <a:pt x="27447" y="54014"/>
                    <a:pt x="33770" y="56658"/>
                  </a:cubicBezTo>
                  <a:cubicBezTo>
                    <a:pt x="40396" y="59394"/>
                    <a:pt x="49545" y="52433"/>
                    <a:pt x="53618" y="48542"/>
                  </a:cubicBezTo>
                  <a:cubicBezTo>
                    <a:pt x="62707" y="39788"/>
                    <a:pt x="67448" y="37904"/>
                    <a:pt x="78725" y="44530"/>
                  </a:cubicBezTo>
                  <a:cubicBezTo>
                    <a:pt x="85716" y="48664"/>
                    <a:pt x="93224" y="47722"/>
                    <a:pt x="101066" y="49910"/>
                  </a:cubicBezTo>
                  <a:cubicBezTo>
                    <a:pt x="106142" y="51308"/>
                    <a:pt x="105716" y="55685"/>
                    <a:pt x="106476" y="59849"/>
                  </a:cubicBezTo>
                  <a:cubicBezTo>
                    <a:pt x="107540" y="65503"/>
                    <a:pt x="111279" y="71977"/>
                    <a:pt x="116477" y="73467"/>
                  </a:cubicBezTo>
                  <a:cubicBezTo>
                    <a:pt x="124927" y="75868"/>
                    <a:pt x="132708" y="66354"/>
                    <a:pt x="141188" y="67357"/>
                  </a:cubicBezTo>
                  <a:cubicBezTo>
                    <a:pt x="146143" y="67935"/>
                    <a:pt x="153468" y="7313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18"/>
            <p:cNvSpPr/>
            <p:nvPr/>
          </p:nvSpPr>
          <p:spPr>
            <a:xfrm>
              <a:off x="2975000" y="442550"/>
              <a:ext cx="3962850" cy="1870875"/>
            </a:xfrm>
            <a:custGeom>
              <a:rect b="b" l="l" r="r" t="t"/>
              <a:pathLst>
                <a:path extrusionOk="0" fill="none" h="74835" w="158514">
                  <a:moveTo>
                    <a:pt x="0" y="1"/>
                  </a:moveTo>
                  <a:cubicBezTo>
                    <a:pt x="4803" y="2919"/>
                    <a:pt x="9848" y="5350"/>
                    <a:pt x="14651" y="8116"/>
                  </a:cubicBezTo>
                  <a:cubicBezTo>
                    <a:pt x="21946" y="12311"/>
                    <a:pt x="18086" y="19697"/>
                    <a:pt x="21885" y="24895"/>
                  </a:cubicBezTo>
                  <a:cubicBezTo>
                    <a:pt x="24590" y="28633"/>
                    <a:pt x="30031" y="34013"/>
                    <a:pt x="30396" y="39272"/>
                  </a:cubicBezTo>
                  <a:cubicBezTo>
                    <a:pt x="30791" y="44439"/>
                    <a:pt x="28299" y="52919"/>
                    <a:pt x="34439" y="55625"/>
                  </a:cubicBezTo>
                  <a:cubicBezTo>
                    <a:pt x="41186" y="58603"/>
                    <a:pt x="50670" y="51217"/>
                    <a:pt x="54712" y="47083"/>
                  </a:cubicBezTo>
                  <a:cubicBezTo>
                    <a:pt x="63892" y="37630"/>
                    <a:pt x="68542" y="37266"/>
                    <a:pt x="79789" y="44135"/>
                  </a:cubicBezTo>
                  <a:cubicBezTo>
                    <a:pt x="86476" y="48208"/>
                    <a:pt x="93984" y="47661"/>
                    <a:pt x="101674" y="49728"/>
                  </a:cubicBezTo>
                  <a:cubicBezTo>
                    <a:pt x="106932" y="51126"/>
                    <a:pt x="106416" y="55138"/>
                    <a:pt x="107145" y="59454"/>
                  </a:cubicBezTo>
                  <a:cubicBezTo>
                    <a:pt x="108057" y="64986"/>
                    <a:pt x="111552" y="71339"/>
                    <a:pt x="116872" y="72707"/>
                  </a:cubicBezTo>
                  <a:cubicBezTo>
                    <a:pt x="125322" y="74835"/>
                    <a:pt x="133285" y="65837"/>
                    <a:pt x="141523" y="67114"/>
                  </a:cubicBezTo>
                  <a:cubicBezTo>
                    <a:pt x="146386" y="67874"/>
                    <a:pt x="153559" y="73011"/>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18"/>
            <p:cNvSpPr/>
            <p:nvPr/>
          </p:nvSpPr>
          <p:spPr>
            <a:xfrm>
              <a:off x="2975000" y="442550"/>
              <a:ext cx="3962850" cy="1848075"/>
            </a:xfrm>
            <a:custGeom>
              <a:rect b="b" l="l" r="r" t="t"/>
              <a:pathLst>
                <a:path extrusionOk="0" fill="none" h="73923" w="158514">
                  <a:moveTo>
                    <a:pt x="0" y="1"/>
                  </a:moveTo>
                  <a:cubicBezTo>
                    <a:pt x="4833" y="2888"/>
                    <a:pt x="9909" y="5259"/>
                    <a:pt x="14864" y="7873"/>
                  </a:cubicBezTo>
                  <a:cubicBezTo>
                    <a:pt x="22219" y="11764"/>
                    <a:pt x="19301" y="18390"/>
                    <a:pt x="22584" y="23922"/>
                  </a:cubicBezTo>
                  <a:cubicBezTo>
                    <a:pt x="25046" y="28086"/>
                    <a:pt x="30092" y="33649"/>
                    <a:pt x="31004" y="38542"/>
                  </a:cubicBezTo>
                  <a:cubicBezTo>
                    <a:pt x="31855" y="43284"/>
                    <a:pt x="29150" y="51947"/>
                    <a:pt x="35107" y="54561"/>
                  </a:cubicBezTo>
                  <a:cubicBezTo>
                    <a:pt x="42250" y="57691"/>
                    <a:pt x="51673" y="50032"/>
                    <a:pt x="55746" y="45503"/>
                  </a:cubicBezTo>
                  <a:cubicBezTo>
                    <a:pt x="64834" y="35411"/>
                    <a:pt x="69941" y="36992"/>
                    <a:pt x="80822" y="43770"/>
                  </a:cubicBezTo>
                  <a:cubicBezTo>
                    <a:pt x="87205" y="47782"/>
                    <a:pt x="94683" y="47691"/>
                    <a:pt x="102191" y="49576"/>
                  </a:cubicBezTo>
                  <a:cubicBezTo>
                    <a:pt x="107571" y="50913"/>
                    <a:pt x="107145" y="54682"/>
                    <a:pt x="107783" y="59090"/>
                  </a:cubicBezTo>
                  <a:cubicBezTo>
                    <a:pt x="108604" y="64591"/>
                    <a:pt x="111826" y="70610"/>
                    <a:pt x="117236" y="71917"/>
                  </a:cubicBezTo>
                  <a:cubicBezTo>
                    <a:pt x="125504" y="73923"/>
                    <a:pt x="133863" y="65321"/>
                    <a:pt x="141827" y="66901"/>
                  </a:cubicBezTo>
                  <a:cubicBezTo>
                    <a:pt x="146599" y="67813"/>
                    <a:pt x="153620" y="7292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18"/>
            <p:cNvSpPr/>
            <p:nvPr/>
          </p:nvSpPr>
          <p:spPr>
            <a:xfrm>
              <a:off x="2975000" y="442550"/>
              <a:ext cx="3962100" cy="1826050"/>
            </a:xfrm>
            <a:custGeom>
              <a:rect b="b" l="l" r="r" t="t"/>
              <a:pathLst>
                <a:path extrusionOk="0" fill="none" h="73042" w="158484">
                  <a:moveTo>
                    <a:pt x="0" y="1"/>
                  </a:moveTo>
                  <a:cubicBezTo>
                    <a:pt x="4894" y="2858"/>
                    <a:pt x="10000" y="5168"/>
                    <a:pt x="15076" y="7630"/>
                  </a:cubicBezTo>
                  <a:cubicBezTo>
                    <a:pt x="22402" y="11217"/>
                    <a:pt x="20639" y="16992"/>
                    <a:pt x="23435" y="22980"/>
                  </a:cubicBezTo>
                  <a:cubicBezTo>
                    <a:pt x="25685" y="27813"/>
                    <a:pt x="29910" y="33041"/>
                    <a:pt x="31460" y="37934"/>
                  </a:cubicBezTo>
                  <a:cubicBezTo>
                    <a:pt x="32858" y="42372"/>
                    <a:pt x="29940" y="51096"/>
                    <a:pt x="35867" y="53558"/>
                  </a:cubicBezTo>
                  <a:cubicBezTo>
                    <a:pt x="43618" y="56749"/>
                    <a:pt x="52433" y="48937"/>
                    <a:pt x="56779" y="43831"/>
                  </a:cubicBezTo>
                  <a:cubicBezTo>
                    <a:pt x="65746" y="33314"/>
                    <a:pt x="71552" y="36901"/>
                    <a:pt x="81886" y="43466"/>
                  </a:cubicBezTo>
                  <a:cubicBezTo>
                    <a:pt x="87965" y="47327"/>
                    <a:pt x="95412" y="47752"/>
                    <a:pt x="102707" y="49454"/>
                  </a:cubicBezTo>
                  <a:cubicBezTo>
                    <a:pt x="108148" y="50700"/>
                    <a:pt x="107905" y="54226"/>
                    <a:pt x="108452" y="58725"/>
                  </a:cubicBezTo>
                  <a:cubicBezTo>
                    <a:pt x="109182" y="64226"/>
                    <a:pt x="112130" y="69910"/>
                    <a:pt x="117571" y="71187"/>
                  </a:cubicBezTo>
                  <a:cubicBezTo>
                    <a:pt x="125626" y="73041"/>
                    <a:pt x="134410" y="64895"/>
                    <a:pt x="142100" y="66688"/>
                  </a:cubicBezTo>
                  <a:cubicBezTo>
                    <a:pt x="146751" y="67783"/>
                    <a:pt x="153590" y="72828"/>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18"/>
            <p:cNvSpPr/>
            <p:nvPr/>
          </p:nvSpPr>
          <p:spPr>
            <a:xfrm>
              <a:off x="2975000" y="442550"/>
              <a:ext cx="3962850" cy="1818450"/>
            </a:xfrm>
            <a:custGeom>
              <a:rect b="b" l="l" r="r" t="t"/>
              <a:pathLst>
                <a:path extrusionOk="0" fill="none" h="72738" w="158514">
                  <a:moveTo>
                    <a:pt x="0" y="1"/>
                  </a:moveTo>
                  <a:cubicBezTo>
                    <a:pt x="4924" y="2827"/>
                    <a:pt x="10122" y="5077"/>
                    <a:pt x="15259" y="7387"/>
                  </a:cubicBezTo>
                  <a:cubicBezTo>
                    <a:pt x="22432" y="10609"/>
                    <a:pt x="22159" y="15594"/>
                    <a:pt x="24317" y="22007"/>
                  </a:cubicBezTo>
                  <a:cubicBezTo>
                    <a:pt x="26171" y="27630"/>
                    <a:pt x="29332" y="32402"/>
                    <a:pt x="31733" y="37418"/>
                  </a:cubicBezTo>
                  <a:cubicBezTo>
                    <a:pt x="33831" y="41764"/>
                    <a:pt x="30669" y="50305"/>
                    <a:pt x="36657" y="52615"/>
                  </a:cubicBezTo>
                  <a:cubicBezTo>
                    <a:pt x="44955" y="55868"/>
                    <a:pt x="53162" y="47630"/>
                    <a:pt x="57782" y="42068"/>
                  </a:cubicBezTo>
                  <a:cubicBezTo>
                    <a:pt x="66476" y="31551"/>
                    <a:pt x="73315" y="37022"/>
                    <a:pt x="82950" y="43193"/>
                  </a:cubicBezTo>
                  <a:cubicBezTo>
                    <a:pt x="88695" y="46871"/>
                    <a:pt x="96142" y="47813"/>
                    <a:pt x="103194" y="49333"/>
                  </a:cubicBezTo>
                  <a:cubicBezTo>
                    <a:pt x="108726" y="50488"/>
                    <a:pt x="108634" y="53740"/>
                    <a:pt x="109151" y="58390"/>
                  </a:cubicBezTo>
                  <a:cubicBezTo>
                    <a:pt x="109789" y="63862"/>
                    <a:pt x="112464" y="69211"/>
                    <a:pt x="117996" y="70427"/>
                  </a:cubicBezTo>
                  <a:cubicBezTo>
                    <a:pt x="125778" y="72129"/>
                    <a:pt x="135018" y="64439"/>
                    <a:pt x="142434" y="66506"/>
                  </a:cubicBezTo>
                  <a:cubicBezTo>
                    <a:pt x="146994" y="67752"/>
                    <a:pt x="153650" y="72737"/>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18"/>
            <p:cNvSpPr/>
            <p:nvPr/>
          </p:nvSpPr>
          <p:spPr>
            <a:xfrm>
              <a:off x="2975000" y="442550"/>
              <a:ext cx="3962850" cy="1816175"/>
            </a:xfrm>
            <a:custGeom>
              <a:rect b="b" l="l" r="r" t="t"/>
              <a:pathLst>
                <a:path extrusionOk="0" fill="none" h="72647" w="158514">
                  <a:moveTo>
                    <a:pt x="0" y="1"/>
                  </a:moveTo>
                  <a:cubicBezTo>
                    <a:pt x="4985" y="2797"/>
                    <a:pt x="10244" y="4985"/>
                    <a:pt x="15441" y="7144"/>
                  </a:cubicBezTo>
                  <a:cubicBezTo>
                    <a:pt x="22341" y="10031"/>
                    <a:pt x="23648" y="14621"/>
                    <a:pt x="25259" y="21034"/>
                  </a:cubicBezTo>
                  <a:cubicBezTo>
                    <a:pt x="26688" y="26809"/>
                    <a:pt x="28572" y="31977"/>
                    <a:pt x="31885" y="36992"/>
                  </a:cubicBezTo>
                  <a:cubicBezTo>
                    <a:pt x="34742" y="41278"/>
                    <a:pt x="31429" y="49606"/>
                    <a:pt x="37478" y="51825"/>
                  </a:cubicBezTo>
                  <a:cubicBezTo>
                    <a:pt x="46171" y="55017"/>
                    <a:pt x="54469" y="46202"/>
                    <a:pt x="58755" y="40305"/>
                  </a:cubicBezTo>
                  <a:cubicBezTo>
                    <a:pt x="66232" y="30001"/>
                    <a:pt x="76415" y="38025"/>
                    <a:pt x="84044" y="42889"/>
                  </a:cubicBezTo>
                  <a:cubicBezTo>
                    <a:pt x="89546" y="46384"/>
                    <a:pt x="96841" y="47874"/>
                    <a:pt x="103680" y="49211"/>
                  </a:cubicBezTo>
                  <a:cubicBezTo>
                    <a:pt x="109242" y="50305"/>
                    <a:pt x="109364" y="53254"/>
                    <a:pt x="109850" y="58026"/>
                  </a:cubicBezTo>
                  <a:cubicBezTo>
                    <a:pt x="110397" y="63436"/>
                    <a:pt x="112829" y="68482"/>
                    <a:pt x="118422" y="69667"/>
                  </a:cubicBezTo>
                  <a:cubicBezTo>
                    <a:pt x="125930" y="71278"/>
                    <a:pt x="135626" y="64044"/>
                    <a:pt x="142708" y="66293"/>
                  </a:cubicBezTo>
                  <a:cubicBezTo>
                    <a:pt x="147176" y="67692"/>
                    <a:pt x="153681" y="7264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18"/>
            <p:cNvSpPr/>
            <p:nvPr/>
          </p:nvSpPr>
          <p:spPr>
            <a:xfrm>
              <a:off x="2975000" y="442550"/>
              <a:ext cx="3962850" cy="1813875"/>
            </a:xfrm>
            <a:custGeom>
              <a:rect b="b" l="l" r="r" t="t"/>
              <a:pathLst>
                <a:path extrusionOk="0" fill="none" h="72555" w="158514">
                  <a:moveTo>
                    <a:pt x="0" y="1"/>
                  </a:moveTo>
                  <a:cubicBezTo>
                    <a:pt x="5015" y="2767"/>
                    <a:pt x="10335" y="4894"/>
                    <a:pt x="15624" y="6931"/>
                  </a:cubicBezTo>
                  <a:cubicBezTo>
                    <a:pt x="22189" y="9423"/>
                    <a:pt x="24925" y="13648"/>
                    <a:pt x="26262" y="20031"/>
                  </a:cubicBezTo>
                  <a:cubicBezTo>
                    <a:pt x="27508" y="25958"/>
                    <a:pt x="27843" y="31582"/>
                    <a:pt x="31916" y="36597"/>
                  </a:cubicBezTo>
                  <a:cubicBezTo>
                    <a:pt x="35290" y="40731"/>
                    <a:pt x="32432" y="49150"/>
                    <a:pt x="38299" y="51096"/>
                  </a:cubicBezTo>
                  <a:cubicBezTo>
                    <a:pt x="47326" y="54105"/>
                    <a:pt x="55138" y="44804"/>
                    <a:pt x="59758" y="38512"/>
                  </a:cubicBezTo>
                  <a:cubicBezTo>
                    <a:pt x="66901" y="28816"/>
                    <a:pt x="78512" y="38512"/>
                    <a:pt x="85139" y="42585"/>
                  </a:cubicBezTo>
                  <a:cubicBezTo>
                    <a:pt x="90397" y="45807"/>
                    <a:pt x="97510" y="47995"/>
                    <a:pt x="104105" y="49120"/>
                  </a:cubicBezTo>
                  <a:cubicBezTo>
                    <a:pt x="109698" y="50062"/>
                    <a:pt x="109729" y="52707"/>
                    <a:pt x="110580" y="57691"/>
                  </a:cubicBezTo>
                  <a:cubicBezTo>
                    <a:pt x="111461" y="63071"/>
                    <a:pt x="112829" y="67692"/>
                    <a:pt x="118878" y="68938"/>
                  </a:cubicBezTo>
                  <a:cubicBezTo>
                    <a:pt x="126082" y="70427"/>
                    <a:pt x="136234" y="63649"/>
                    <a:pt x="143012" y="66111"/>
                  </a:cubicBezTo>
                  <a:cubicBezTo>
                    <a:pt x="147359" y="67661"/>
                    <a:pt x="153742" y="7255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18"/>
            <p:cNvSpPr/>
            <p:nvPr/>
          </p:nvSpPr>
          <p:spPr>
            <a:xfrm>
              <a:off x="2975000" y="442550"/>
              <a:ext cx="3962850" cy="1804000"/>
            </a:xfrm>
            <a:custGeom>
              <a:rect b="b" l="l" r="r" t="t"/>
              <a:pathLst>
                <a:path extrusionOk="0" fill="none" h="72160" w="158514">
                  <a:moveTo>
                    <a:pt x="0" y="1"/>
                  </a:moveTo>
                  <a:cubicBezTo>
                    <a:pt x="5076" y="2736"/>
                    <a:pt x="10456" y="4803"/>
                    <a:pt x="15806" y="6688"/>
                  </a:cubicBezTo>
                  <a:cubicBezTo>
                    <a:pt x="22037" y="8876"/>
                    <a:pt x="26049" y="12767"/>
                    <a:pt x="27326" y="18967"/>
                  </a:cubicBezTo>
                  <a:cubicBezTo>
                    <a:pt x="28542" y="24925"/>
                    <a:pt x="27326" y="31126"/>
                    <a:pt x="31855" y="36202"/>
                  </a:cubicBezTo>
                  <a:cubicBezTo>
                    <a:pt x="35381" y="40153"/>
                    <a:pt x="33618" y="48725"/>
                    <a:pt x="39150" y="50457"/>
                  </a:cubicBezTo>
                  <a:cubicBezTo>
                    <a:pt x="48329" y="53314"/>
                    <a:pt x="55746" y="42919"/>
                    <a:pt x="60792" y="36810"/>
                  </a:cubicBezTo>
                  <a:cubicBezTo>
                    <a:pt x="67995" y="28086"/>
                    <a:pt x="80032" y="38360"/>
                    <a:pt x="86263" y="42159"/>
                  </a:cubicBezTo>
                  <a:cubicBezTo>
                    <a:pt x="91430" y="45320"/>
                    <a:pt x="98057" y="48056"/>
                    <a:pt x="104561" y="48998"/>
                  </a:cubicBezTo>
                  <a:cubicBezTo>
                    <a:pt x="115747" y="50700"/>
                    <a:pt x="107692" y="65898"/>
                    <a:pt x="119303" y="68178"/>
                  </a:cubicBezTo>
                  <a:cubicBezTo>
                    <a:pt x="126294" y="69576"/>
                    <a:pt x="136872" y="63254"/>
                    <a:pt x="143316" y="65898"/>
                  </a:cubicBezTo>
                  <a:cubicBezTo>
                    <a:pt x="147784" y="67752"/>
                    <a:pt x="153407" y="7216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18"/>
            <p:cNvSpPr/>
            <p:nvPr/>
          </p:nvSpPr>
          <p:spPr>
            <a:xfrm>
              <a:off x="2975000" y="442550"/>
              <a:ext cx="3962100" cy="1802475"/>
            </a:xfrm>
            <a:custGeom>
              <a:rect b="b" l="l" r="r" t="t"/>
              <a:pathLst>
                <a:path extrusionOk="0" fill="none" h="72099" w="158484">
                  <a:moveTo>
                    <a:pt x="0" y="1"/>
                  </a:moveTo>
                  <a:cubicBezTo>
                    <a:pt x="5107" y="2706"/>
                    <a:pt x="10760" y="4590"/>
                    <a:pt x="15958" y="6444"/>
                  </a:cubicBezTo>
                  <a:cubicBezTo>
                    <a:pt x="21764" y="8511"/>
                    <a:pt x="26931" y="11733"/>
                    <a:pt x="28390" y="17843"/>
                  </a:cubicBezTo>
                  <a:cubicBezTo>
                    <a:pt x="29788" y="23740"/>
                    <a:pt x="26900" y="30579"/>
                    <a:pt x="31672" y="35867"/>
                  </a:cubicBezTo>
                  <a:cubicBezTo>
                    <a:pt x="35107" y="39636"/>
                    <a:pt x="34925" y="48390"/>
                    <a:pt x="40001" y="49849"/>
                  </a:cubicBezTo>
                  <a:cubicBezTo>
                    <a:pt x="49302" y="52494"/>
                    <a:pt x="56415" y="40761"/>
                    <a:pt x="61886" y="35320"/>
                  </a:cubicBezTo>
                  <a:cubicBezTo>
                    <a:pt x="69211" y="28025"/>
                    <a:pt x="81278" y="37873"/>
                    <a:pt x="87327" y="41612"/>
                  </a:cubicBezTo>
                  <a:cubicBezTo>
                    <a:pt x="92585" y="44864"/>
                    <a:pt x="98421" y="48117"/>
                    <a:pt x="104926" y="48968"/>
                  </a:cubicBezTo>
                  <a:cubicBezTo>
                    <a:pt x="116385" y="50457"/>
                    <a:pt x="108239" y="65442"/>
                    <a:pt x="119759" y="67509"/>
                  </a:cubicBezTo>
                  <a:cubicBezTo>
                    <a:pt x="126659" y="68725"/>
                    <a:pt x="137298" y="62980"/>
                    <a:pt x="143559" y="65716"/>
                  </a:cubicBezTo>
                  <a:cubicBezTo>
                    <a:pt x="147936" y="67631"/>
                    <a:pt x="153407" y="72099"/>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18"/>
            <p:cNvSpPr/>
            <p:nvPr/>
          </p:nvSpPr>
          <p:spPr>
            <a:xfrm>
              <a:off x="2975000" y="442550"/>
              <a:ext cx="3962850" cy="1800200"/>
            </a:xfrm>
            <a:custGeom>
              <a:rect b="b" l="l" r="r" t="t"/>
              <a:pathLst>
                <a:path extrusionOk="0" fill="none" h="72008" w="158514">
                  <a:moveTo>
                    <a:pt x="0" y="1"/>
                  </a:moveTo>
                  <a:cubicBezTo>
                    <a:pt x="5167" y="2645"/>
                    <a:pt x="10821" y="4499"/>
                    <a:pt x="16140" y="6201"/>
                  </a:cubicBezTo>
                  <a:cubicBezTo>
                    <a:pt x="21976" y="8055"/>
                    <a:pt x="27630" y="11065"/>
                    <a:pt x="29484" y="16657"/>
                  </a:cubicBezTo>
                  <a:cubicBezTo>
                    <a:pt x="31308" y="22159"/>
                    <a:pt x="26748" y="29940"/>
                    <a:pt x="31521" y="35442"/>
                  </a:cubicBezTo>
                  <a:cubicBezTo>
                    <a:pt x="34621" y="38998"/>
                    <a:pt x="36414" y="48147"/>
                    <a:pt x="40913" y="49211"/>
                  </a:cubicBezTo>
                  <a:cubicBezTo>
                    <a:pt x="50244" y="51430"/>
                    <a:pt x="56749" y="38846"/>
                    <a:pt x="63041" y="34044"/>
                  </a:cubicBezTo>
                  <a:cubicBezTo>
                    <a:pt x="70731" y="28147"/>
                    <a:pt x="82190" y="36992"/>
                    <a:pt x="88391" y="40943"/>
                  </a:cubicBezTo>
                  <a:cubicBezTo>
                    <a:pt x="93862" y="44409"/>
                    <a:pt x="98695" y="48147"/>
                    <a:pt x="105352" y="48907"/>
                  </a:cubicBezTo>
                  <a:cubicBezTo>
                    <a:pt x="117024" y="50184"/>
                    <a:pt x="108786" y="64834"/>
                    <a:pt x="120276" y="66780"/>
                  </a:cubicBezTo>
                  <a:cubicBezTo>
                    <a:pt x="126993" y="67904"/>
                    <a:pt x="137784" y="62585"/>
                    <a:pt x="143863" y="65533"/>
                  </a:cubicBezTo>
                  <a:cubicBezTo>
                    <a:pt x="148149" y="67570"/>
                    <a:pt x="153468" y="72008"/>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18"/>
            <p:cNvSpPr/>
            <p:nvPr/>
          </p:nvSpPr>
          <p:spPr>
            <a:xfrm>
              <a:off x="2975000" y="442550"/>
              <a:ext cx="3963625" cy="1798675"/>
            </a:xfrm>
            <a:custGeom>
              <a:rect b="b" l="l" r="r" t="t"/>
              <a:pathLst>
                <a:path extrusionOk="0" fill="none" h="71947" w="158545">
                  <a:moveTo>
                    <a:pt x="0" y="1"/>
                  </a:moveTo>
                  <a:cubicBezTo>
                    <a:pt x="5198" y="2615"/>
                    <a:pt x="10912" y="4408"/>
                    <a:pt x="16323" y="5958"/>
                  </a:cubicBezTo>
                  <a:cubicBezTo>
                    <a:pt x="22067" y="7630"/>
                    <a:pt x="28147" y="10365"/>
                    <a:pt x="30578" y="15472"/>
                  </a:cubicBezTo>
                  <a:cubicBezTo>
                    <a:pt x="33192" y="20974"/>
                    <a:pt x="26931" y="29059"/>
                    <a:pt x="31369" y="35047"/>
                  </a:cubicBezTo>
                  <a:cubicBezTo>
                    <a:pt x="33831" y="38390"/>
                    <a:pt x="37904" y="47904"/>
                    <a:pt x="41825" y="48542"/>
                  </a:cubicBezTo>
                  <a:cubicBezTo>
                    <a:pt x="50883" y="50062"/>
                    <a:pt x="57296" y="36931"/>
                    <a:pt x="64257" y="33010"/>
                  </a:cubicBezTo>
                  <a:cubicBezTo>
                    <a:pt x="72160" y="28512"/>
                    <a:pt x="83102" y="35928"/>
                    <a:pt x="89424" y="40153"/>
                  </a:cubicBezTo>
                  <a:cubicBezTo>
                    <a:pt x="94804" y="43740"/>
                    <a:pt x="98877" y="48208"/>
                    <a:pt x="105747" y="48846"/>
                  </a:cubicBezTo>
                  <a:cubicBezTo>
                    <a:pt x="117601" y="49971"/>
                    <a:pt x="109425" y="64257"/>
                    <a:pt x="120793" y="66081"/>
                  </a:cubicBezTo>
                  <a:cubicBezTo>
                    <a:pt x="127419" y="67144"/>
                    <a:pt x="138270" y="62281"/>
                    <a:pt x="144167" y="65351"/>
                  </a:cubicBezTo>
                  <a:cubicBezTo>
                    <a:pt x="148362" y="67540"/>
                    <a:pt x="153529" y="71947"/>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18"/>
            <p:cNvSpPr/>
            <p:nvPr/>
          </p:nvSpPr>
          <p:spPr>
            <a:xfrm>
              <a:off x="2975000" y="442550"/>
              <a:ext cx="3962850" cy="1795650"/>
            </a:xfrm>
            <a:custGeom>
              <a:rect b="b" l="l" r="r" t="t"/>
              <a:pathLst>
                <a:path extrusionOk="0" fill="none" h="71826" w="158514">
                  <a:moveTo>
                    <a:pt x="0" y="1"/>
                  </a:moveTo>
                  <a:cubicBezTo>
                    <a:pt x="5259" y="2584"/>
                    <a:pt x="10973" y="4317"/>
                    <a:pt x="16475" y="5745"/>
                  </a:cubicBezTo>
                  <a:cubicBezTo>
                    <a:pt x="22250" y="7235"/>
                    <a:pt x="28542" y="9788"/>
                    <a:pt x="31581" y="14195"/>
                  </a:cubicBezTo>
                  <a:cubicBezTo>
                    <a:pt x="35168" y="19332"/>
                    <a:pt x="27326" y="28238"/>
                    <a:pt x="31247" y="34560"/>
                  </a:cubicBezTo>
                  <a:cubicBezTo>
                    <a:pt x="33253" y="37782"/>
                    <a:pt x="39150" y="47418"/>
                    <a:pt x="42737" y="47722"/>
                  </a:cubicBezTo>
                  <a:cubicBezTo>
                    <a:pt x="51612" y="48482"/>
                    <a:pt x="57752" y="35229"/>
                    <a:pt x="65412" y="32129"/>
                  </a:cubicBezTo>
                  <a:cubicBezTo>
                    <a:pt x="73588" y="28816"/>
                    <a:pt x="84044" y="34804"/>
                    <a:pt x="90275" y="39302"/>
                  </a:cubicBezTo>
                  <a:cubicBezTo>
                    <a:pt x="95351" y="42980"/>
                    <a:pt x="98938" y="48269"/>
                    <a:pt x="106081" y="48816"/>
                  </a:cubicBezTo>
                  <a:cubicBezTo>
                    <a:pt x="111704" y="49241"/>
                    <a:pt x="112981" y="50670"/>
                    <a:pt x="114136" y="56111"/>
                  </a:cubicBezTo>
                  <a:cubicBezTo>
                    <a:pt x="115139" y="60792"/>
                    <a:pt x="115321" y="64470"/>
                    <a:pt x="121279" y="65381"/>
                  </a:cubicBezTo>
                  <a:cubicBezTo>
                    <a:pt x="127784" y="66385"/>
                    <a:pt x="138696" y="61947"/>
                    <a:pt x="144410" y="65169"/>
                  </a:cubicBezTo>
                  <a:cubicBezTo>
                    <a:pt x="148483" y="67448"/>
                    <a:pt x="153529" y="7182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18"/>
            <p:cNvSpPr/>
            <p:nvPr/>
          </p:nvSpPr>
          <p:spPr>
            <a:xfrm>
              <a:off x="2975000" y="442550"/>
              <a:ext cx="3962850" cy="1794125"/>
            </a:xfrm>
            <a:custGeom>
              <a:rect b="b" l="l" r="r" t="t"/>
              <a:pathLst>
                <a:path extrusionOk="0" fill="none" h="71765" w="158514">
                  <a:moveTo>
                    <a:pt x="0" y="1"/>
                  </a:moveTo>
                  <a:cubicBezTo>
                    <a:pt x="5319" y="2554"/>
                    <a:pt x="11064" y="4226"/>
                    <a:pt x="16627" y="5502"/>
                  </a:cubicBezTo>
                  <a:cubicBezTo>
                    <a:pt x="22523" y="6840"/>
                    <a:pt x="28663" y="9302"/>
                    <a:pt x="32554" y="12919"/>
                  </a:cubicBezTo>
                  <a:cubicBezTo>
                    <a:pt x="36931" y="17022"/>
                    <a:pt x="28906" y="28268"/>
                    <a:pt x="31247" y="33983"/>
                  </a:cubicBezTo>
                  <a:cubicBezTo>
                    <a:pt x="32615" y="37326"/>
                    <a:pt x="40031" y="46658"/>
                    <a:pt x="43679" y="46719"/>
                  </a:cubicBezTo>
                  <a:cubicBezTo>
                    <a:pt x="52433" y="46810"/>
                    <a:pt x="58117" y="33861"/>
                    <a:pt x="66628" y="31430"/>
                  </a:cubicBezTo>
                  <a:cubicBezTo>
                    <a:pt x="75108" y="28998"/>
                    <a:pt x="85078" y="33709"/>
                    <a:pt x="91066" y="38451"/>
                  </a:cubicBezTo>
                  <a:cubicBezTo>
                    <a:pt x="95899" y="42250"/>
                    <a:pt x="98847" y="48482"/>
                    <a:pt x="106446" y="48785"/>
                  </a:cubicBezTo>
                  <a:cubicBezTo>
                    <a:pt x="119030" y="49272"/>
                    <a:pt x="110853" y="62950"/>
                    <a:pt x="121826" y="64743"/>
                  </a:cubicBezTo>
                  <a:cubicBezTo>
                    <a:pt x="128088" y="65746"/>
                    <a:pt x="139121" y="61612"/>
                    <a:pt x="144684" y="64986"/>
                  </a:cubicBezTo>
                  <a:cubicBezTo>
                    <a:pt x="148666" y="67388"/>
                    <a:pt x="153559" y="7176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18"/>
            <p:cNvSpPr/>
            <p:nvPr/>
          </p:nvSpPr>
          <p:spPr>
            <a:xfrm>
              <a:off x="2975000" y="442550"/>
              <a:ext cx="3962850" cy="1791075"/>
            </a:xfrm>
            <a:custGeom>
              <a:rect b="b" l="l" r="r" t="t"/>
              <a:pathLst>
                <a:path extrusionOk="0" fill="none" h="71643" w="158514">
                  <a:moveTo>
                    <a:pt x="0" y="1"/>
                  </a:moveTo>
                  <a:cubicBezTo>
                    <a:pt x="5319" y="2523"/>
                    <a:pt x="11155" y="4134"/>
                    <a:pt x="16779" y="5259"/>
                  </a:cubicBezTo>
                  <a:cubicBezTo>
                    <a:pt x="22736" y="6475"/>
                    <a:pt x="29302" y="9058"/>
                    <a:pt x="33405" y="11672"/>
                  </a:cubicBezTo>
                  <a:cubicBezTo>
                    <a:pt x="37660" y="14378"/>
                    <a:pt x="30821" y="28968"/>
                    <a:pt x="31399" y="33314"/>
                  </a:cubicBezTo>
                  <a:cubicBezTo>
                    <a:pt x="31885" y="36931"/>
                    <a:pt x="40578" y="45624"/>
                    <a:pt x="44651" y="45472"/>
                  </a:cubicBezTo>
                  <a:cubicBezTo>
                    <a:pt x="53101" y="45168"/>
                    <a:pt x="58421" y="32828"/>
                    <a:pt x="67874" y="30852"/>
                  </a:cubicBezTo>
                  <a:cubicBezTo>
                    <a:pt x="76658" y="29028"/>
                    <a:pt x="86233" y="32706"/>
                    <a:pt x="91856" y="37509"/>
                  </a:cubicBezTo>
                  <a:cubicBezTo>
                    <a:pt x="96476" y="41491"/>
                    <a:pt x="98908" y="48542"/>
                    <a:pt x="106780" y="48755"/>
                  </a:cubicBezTo>
                  <a:cubicBezTo>
                    <a:pt x="112647" y="48907"/>
                    <a:pt x="114045" y="50184"/>
                    <a:pt x="115565" y="55503"/>
                  </a:cubicBezTo>
                  <a:cubicBezTo>
                    <a:pt x="116841" y="60062"/>
                    <a:pt x="116628" y="63132"/>
                    <a:pt x="122404" y="64044"/>
                  </a:cubicBezTo>
                  <a:cubicBezTo>
                    <a:pt x="128544" y="65047"/>
                    <a:pt x="139486" y="61278"/>
                    <a:pt x="144957" y="64804"/>
                  </a:cubicBezTo>
                  <a:cubicBezTo>
                    <a:pt x="148818" y="67296"/>
                    <a:pt x="153559" y="71643"/>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18"/>
            <p:cNvSpPr/>
            <p:nvPr/>
          </p:nvSpPr>
          <p:spPr>
            <a:xfrm>
              <a:off x="2975000" y="442550"/>
              <a:ext cx="3962100" cy="1789575"/>
            </a:xfrm>
            <a:custGeom>
              <a:rect b="b" l="l" r="r" t="t"/>
              <a:pathLst>
                <a:path extrusionOk="0" fill="none" h="71583" w="158484">
                  <a:moveTo>
                    <a:pt x="0" y="1"/>
                  </a:moveTo>
                  <a:cubicBezTo>
                    <a:pt x="5380" y="2463"/>
                    <a:pt x="11216" y="4043"/>
                    <a:pt x="16900" y="5016"/>
                  </a:cubicBezTo>
                  <a:cubicBezTo>
                    <a:pt x="22797" y="6049"/>
                    <a:pt x="29058" y="8724"/>
                    <a:pt x="34135" y="10457"/>
                  </a:cubicBezTo>
                  <a:cubicBezTo>
                    <a:pt x="39667" y="12372"/>
                    <a:pt x="32037" y="28846"/>
                    <a:pt x="31855" y="32463"/>
                  </a:cubicBezTo>
                  <a:cubicBezTo>
                    <a:pt x="31672" y="36597"/>
                    <a:pt x="40852" y="44712"/>
                    <a:pt x="45503" y="44074"/>
                  </a:cubicBezTo>
                  <a:cubicBezTo>
                    <a:pt x="54165" y="42889"/>
                    <a:pt x="59606" y="32038"/>
                    <a:pt x="69090" y="30335"/>
                  </a:cubicBezTo>
                  <a:cubicBezTo>
                    <a:pt x="77479" y="28846"/>
                    <a:pt x="87388" y="31703"/>
                    <a:pt x="92646" y="36566"/>
                  </a:cubicBezTo>
                  <a:cubicBezTo>
                    <a:pt x="97084" y="40670"/>
                    <a:pt x="98908" y="48634"/>
                    <a:pt x="107084" y="48725"/>
                  </a:cubicBezTo>
                  <a:cubicBezTo>
                    <a:pt x="112890" y="48816"/>
                    <a:pt x="114501" y="49910"/>
                    <a:pt x="116203" y="55229"/>
                  </a:cubicBezTo>
                  <a:cubicBezTo>
                    <a:pt x="117571" y="59606"/>
                    <a:pt x="117297" y="62555"/>
                    <a:pt x="122951" y="63436"/>
                  </a:cubicBezTo>
                  <a:cubicBezTo>
                    <a:pt x="129030" y="64378"/>
                    <a:pt x="139851" y="60944"/>
                    <a:pt x="145200" y="64622"/>
                  </a:cubicBezTo>
                  <a:cubicBezTo>
                    <a:pt x="148939" y="67205"/>
                    <a:pt x="153590" y="7158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18"/>
            <p:cNvSpPr/>
            <p:nvPr/>
          </p:nvSpPr>
          <p:spPr>
            <a:xfrm>
              <a:off x="2975000" y="442550"/>
              <a:ext cx="3962850" cy="1785000"/>
            </a:xfrm>
            <a:custGeom>
              <a:rect b="b" l="l" r="r" t="t"/>
              <a:pathLst>
                <a:path extrusionOk="0" fill="none" h="71400" w="158514">
                  <a:moveTo>
                    <a:pt x="0" y="1"/>
                  </a:moveTo>
                  <a:cubicBezTo>
                    <a:pt x="5411" y="2432"/>
                    <a:pt x="11307" y="3952"/>
                    <a:pt x="17052" y="4803"/>
                  </a:cubicBezTo>
                  <a:cubicBezTo>
                    <a:pt x="22949" y="5685"/>
                    <a:pt x="29028" y="8967"/>
                    <a:pt x="34682" y="9362"/>
                  </a:cubicBezTo>
                  <a:cubicBezTo>
                    <a:pt x="42007" y="9849"/>
                    <a:pt x="33557" y="28360"/>
                    <a:pt x="32858" y="31065"/>
                  </a:cubicBezTo>
                  <a:cubicBezTo>
                    <a:pt x="31308" y="36931"/>
                    <a:pt x="41095" y="43801"/>
                    <a:pt x="46141" y="42676"/>
                  </a:cubicBezTo>
                  <a:cubicBezTo>
                    <a:pt x="54925" y="40761"/>
                    <a:pt x="60731" y="31703"/>
                    <a:pt x="70245" y="29819"/>
                  </a:cubicBezTo>
                  <a:cubicBezTo>
                    <a:pt x="78451" y="28177"/>
                    <a:pt x="88573" y="30731"/>
                    <a:pt x="93497" y="35563"/>
                  </a:cubicBezTo>
                  <a:cubicBezTo>
                    <a:pt x="97753" y="39728"/>
                    <a:pt x="98969" y="48725"/>
                    <a:pt x="107419" y="48755"/>
                  </a:cubicBezTo>
                  <a:cubicBezTo>
                    <a:pt x="113163" y="48755"/>
                    <a:pt x="115018" y="49667"/>
                    <a:pt x="116872" y="54956"/>
                  </a:cubicBezTo>
                  <a:cubicBezTo>
                    <a:pt x="118331" y="59181"/>
                    <a:pt x="118027" y="61977"/>
                    <a:pt x="123559" y="62798"/>
                  </a:cubicBezTo>
                  <a:cubicBezTo>
                    <a:pt x="129638" y="63710"/>
                    <a:pt x="140459" y="60579"/>
                    <a:pt x="145504" y="64470"/>
                  </a:cubicBezTo>
                  <a:cubicBezTo>
                    <a:pt x="148939" y="67144"/>
                    <a:pt x="153802" y="7140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18"/>
            <p:cNvSpPr/>
            <p:nvPr/>
          </p:nvSpPr>
          <p:spPr>
            <a:xfrm>
              <a:off x="2975000" y="442550"/>
              <a:ext cx="3962100" cy="1781975"/>
            </a:xfrm>
            <a:custGeom>
              <a:rect b="b" l="l" r="r" t="t"/>
              <a:pathLst>
                <a:path extrusionOk="0" fill="none" h="71279" w="158484">
                  <a:moveTo>
                    <a:pt x="0" y="1"/>
                  </a:moveTo>
                  <a:cubicBezTo>
                    <a:pt x="5471" y="2402"/>
                    <a:pt x="11247" y="3922"/>
                    <a:pt x="17174" y="4560"/>
                  </a:cubicBezTo>
                  <a:cubicBezTo>
                    <a:pt x="23253" y="5198"/>
                    <a:pt x="29514" y="8420"/>
                    <a:pt x="35107" y="8177"/>
                  </a:cubicBezTo>
                  <a:cubicBezTo>
                    <a:pt x="44044" y="7782"/>
                    <a:pt x="35290" y="26718"/>
                    <a:pt x="34256" y="29089"/>
                  </a:cubicBezTo>
                  <a:cubicBezTo>
                    <a:pt x="31369" y="35959"/>
                    <a:pt x="40578" y="42980"/>
                    <a:pt x="46658" y="41247"/>
                  </a:cubicBezTo>
                  <a:cubicBezTo>
                    <a:pt x="55533" y="38785"/>
                    <a:pt x="61947" y="31490"/>
                    <a:pt x="71369" y="29180"/>
                  </a:cubicBezTo>
                  <a:cubicBezTo>
                    <a:pt x="79424" y="27174"/>
                    <a:pt x="89819" y="29697"/>
                    <a:pt x="94470" y="34439"/>
                  </a:cubicBezTo>
                  <a:cubicBezTo>
                    <a:pt x="98482" y="38573"/>
                    <a:pt x="99090" y="48785"/>
                    <a:pt x="107753" y="48694"/>
                  </a:cubicBezTo>
                  <a:cubicBezTo>
                    <a:pt x="113407" y="48634"/>
                    <a:pt x="115504" y="49424"/>
                    <a:pt x="117510" y="54652"/>
                  </a:cubicBezTo>
                  <a:cubicBezTo>
                    <a:pt x="119060" y="58694"/>
                    <a:pt x="118665" y="61400"/>
                    <a:pt x="124167" y="62160"/>
                  </a:cubicBezTo>
                  <a:cubicBezTo>
                    <a:pt x="130246" y="62980"/>
                    <a:pt x="140793" y="60245"/>
                    <a:pt x="145717" y="64257"/>
                  </a:cubicBezTo>
                  <a:cubicBezTo>
                    <a:pt x="149061" y="66962"/>
                    <a:pt x="153802" y="71278"/>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18"/>
            <p:cNvSpPr/>
            <p:nvPr/>
          </p:nvSpPr>
          <p:spPr>
            <a:xfrm>
              <a:off x="2975000" y="442550"/>
              <a:ext cx="3962850" cy="1781200"/>
            </a:xfrm>
            <a:custGeom>
              <a:rect b="b" l="l" r="r" t="t"/>
              <a:pathLst>
                <a:path extrusionOk="0" fill="none" h="71248" w="158514">
                  <a:moveTo>
                    <a:pt x="0" y="1"/>
                  </a:moveTo>
                  <a:cubicBezTo>
                    <a:pt x="5502" y="2371"/>
                    <a:pt x="11338" y="3830"/>
                    <a:pt x="17326" y="4347"/>
                  </a:cubicBezTo>
                  <a:cubicBezTo>
                    <a:pt x="23405" y="4833"/>
                    <a:pt x="29484" y="7478"/>
                    <a:pt x="35381" y="7083"/>
                  </a:cubicBezTo>
                  <a:cubicBezTo>
                    <a:pt x="46171" y="6384"/>
                    <a:pt x="37660" y="22007"/>
                    <a:pt x="36080" y="26718"/>
                  </a:cubicBezTo>
                  <a:cubicBezTo>
                    <a:pt x="34560" y="31247"/>
                    <a:pt x="33192" y="34591"/>
                    <a:pt x="37387" y="37934"/>
                  </a:cubicBezTo>
                  <a:cubicBezTo>
                    <a:pt x="40062" y="40032"/>
                    <a:pt x="43983" y="40913"/>
                    <a:pt x="47144" y="39940"/>
                  </a:cubicBezTo>
                  <a:cubicBezTo>
                    <a:pt x="52007" y="38421"/>
                    <a:pt x="55959" y="34864"/>
                    <a:pt x="60548" y="32524"/>
                  </a:cubicBezTo>
                  <a:cubicBezTo>
                    <a:pt x="64409" y="30579"/>
                    <a:pt x="68360" y="29758"/>
                    <a:pt x="72403" y="28512"/>
                  </a:cubicBezTo>
                  <a:cubicBezTo>
                    <a:pt x="80275" y="26080"/>
                    <a:pt x="91187" y="28724"/>
                    <a:pt x="95503" y="33314"/>
                  </a:cubicBezTo>
                  <a:cubicBezTo>
                    <a:pt x="99303" y="37296"/>
                    <a:pt x="99212" y="48877"/>
                    <a:pt x="108118" y="48694"/>
                  </a:cubicBezTo>
                  <a:cubicBezTo>
                    <a:pt x="113589" y="48573"/>
                    <a:pt x="115990" y="49302"/>
                    <a:pt x="118148" y="54409"/>
                  </a:cubicBezTo>
                  <a:cubicBezTo>
                    <a:pt x="119820" y="58299"/>
                    <a:pt x="119364" y="60974"/>
                    <a:pt x="124805" y="61612"/>
                  </a:cubicBezTo>
                  <a:cubicBezTo>
                    <a:pt x="130519" y="62281"/>
                    <a:pt x="141249" y="59819"/>
                    <a:pt x="145991" y="64135"/>
                  </a:cubicBezTo>
                  <a:cubicBezTo>
                    <a:pt x="149213" y="67023"/>
                    <a:pt x="153863" y="71248"/>
                    <a:pt x="158514" y="68695"/>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18"/>
            <p:cNvSpPr/>
            <p:nvPr/>
          </p:nvSpPr>
          <p:spPr>
            <a:xfrm>
              <a:off x="2975000" y="442550"/>
              <a:ext cx="3962100" cy="1777400"/>
            </a:xfrm>
            <a:custGeom>
              <a:rect b="b" l="l" r="r" t="t"/>
              <a:pathLst>
                <a:path extrusionOk="0" fill="none" h="71096" w="158484">
                  <a:moveTo>
                    <a:pt x="0" y="1"/>
                  </a:moveTo>
                  <a:cubicBezTo>
                    <a:pt x="5532" y="2341"/>
                    <a:pt x="11429" y="3739"/>
                    <a:pt x="17447" y="4104"/>
                  </a:cubicBezTo>
                  <a:cubicBezTo>
                    <a:pt x="23496" y="4469"/>
                    <a:pt x="29484" y="6596"/>
                    <a:pt x="35533" y="6049"/>
                  </a:cubicBezTo>
                  <a:cubicBezTo>
                    <a:pt x="47357" y="4955"/>
                    <a:pt x="40822" y="16809"/>
                    <a:pt x="38208" y="23983"/>
                  </a:cubicBezTo>
                  <a:cubicBezTo>
                    <a:pt x="36657" y="28329"/>
                    <a:pt x="33557" y="33253"/>
                    <a:pt x="37691" y="36962"/>
                  </a:cubicBezTo>
                  <a:cubicBezTo>
                    <a:pt x="40244" y="39272"/>
                    <a:pt x="44591" y="39636"/>
                    <a:pt x="47661" y="38603"/>
                  </a:cubicBezTo>
                  <a:cubicBezTo>
                    <a:pt x="52646" y="36931"/>
                    <a:pt x="56901" y="33557"/>
                    <a:pt x="61764" y="31460"/>
                  </a:cubicBezTo>
                  <a:cubicBezTo>
                    <a:pt x="65533" y="29819"/>
                    <a:pt x="69576" y="29150"/>
                    <a:pt x="73375" y="27721"/>
                  </a:cubicBezTo>
                  <a:cubicBezTo>
                    <a:pt x="80974" y="24864"/>
                    <a:pt x="92464" y="27721"/>
                    <a:pt x="96659" y="32068"/>
                  </a:cubicBezTo>
                  <a:cubicBezTo>
                    <a:pt x="100884" y="36445"/>
                    <a:pt x="98634" y="48512"/>
                    <a:pt x="108452" y="48664"/>
                  </a:cubicBezTo>
                  <a:cubicBezTo>
                    <a:pt x="114014" y="48755"/>
                    <a:pt x="116416" y="49150"/>
                    <a:pt x="118756" y="54105"/>
                  </a:cubicBezTo>
                  <a:cubicBezTo>
                    <a:pt x="120550" y="57874"/>
                    <a:pt x="120002" y="60488"/>
                    <a:pt x="125413" y="61035"/>
                  </a:cubicBezTo>
                  <a:cubicBezTo>
                    <a:pt x="131158" y="61643"/>
                    <a:pt x="141553" y="59454"/>
                    <a:pt x="146234" y="63922"/>
                  </a:cubicBezTo>
                  <a:cubicBezTo>
                    <a:pt x="149334" y="66871"/>
                    <a:pt x="153894" y="71096"/>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18"/>
            <p:cNvSpPr/>
            <p:nvPr/>
          </p:nvSpPr>
          <p:spPr>
            <a:xfrm>
              <a:off x="2975000" y="442550"/>
              <a:ext cx="3962850" cy="1775125"/>
            </a:xfrm>
            <a:custGeom>
              <a:rect b="b" l="l" r="r" t="t"/>
              <a:pathLst>
                <a:path extrusionOk="0" fill="none" h="71005" w="158514">
                  <a:moveTo>
                    <a:pt x="0" y="1"/>
                  </a:moveTo>
                  <a:cubicBezTo>
                    <a:pt x="5593" y="2311"/>
                    <a:pt x="11520" y="3648"/>
                    <a:pt x="17569" y="3861"/>
                  </a:cubicBezTo>
                  <a:cubicBezTo>
                    <a:pt x="23587" y="4074"/>
                    <a:pt x="29636" y="5837"/>
                    <a:pt x="35594" y="5046"/>
                  </a:cubicBezTo>
                  <a:cubicBezTo>
                    <a:pt x="47569" y="3466"/>
                    <a:pt x="43800" y="12280"/>
                    <a:pt x="40578" y="20974"/>
                  </a:cubicBezTo>
                  <a:cubicBezTo>
                    <a:pt x="39059" y="25107"/>
                    <a:pt x="34773" y="31916"/>
                    <a:pt x="38268" y="35867"/>
                  </a:cubicBezTo>
                  <a:cubicBezTo>
                    <a:pt x="40548" y="38451"/>
                    <a:pt x="45381" y="38208"/>
                    <a:pt x="48238" y="37296"/>
                  </a:cubicBezTo>
                  <a:cubicBezTo>
                    <a:pt x="53405" y="35624"/>
                    <a:pt x="57965" y="32281"/>
                    <a:pt x="63102" y="30366"/>
                  </a:cubicBezTo>
                  <a:cubicBezTo>
                    <a:pt x="66780" y="28968"/>
                    <a:pt x="70701" y="28420"/>
                    <a:pt x="74257" y="26840"/>
                  </a:cubicBezTo>
                  <a:cubicBezTo>
                    <a:pt x="81552" y="23588"/>
                    <a:pt x="94075" y="26779"/>
                    <a:pt x="97935" y="30791"/>
                  </a:cubicBezTo>
                  <a:cubicBezTo>
                    <a:pt x="101887" y="34895"/>
                    <a:pt x="98938" y="48542"/>
                    <a:pt x="108817" y="48664"/>
                  </a:cubicBezTo>
                  <a:cubicBezTo>
                    <a:pt x="114227" y="48694"/>
                    <a:pt x="116872" y="49029"/>
                    <a:pt x="119364" y="53801"/>
                  </a:cubicBezTo>
                  <a:cubicBezTo>
                    <a:pt x="121249" y="57448"/>
                    <a:pt x="120702" y="60032"/>
                    <a:pt x="126021" y="60518"/>
                  </a:cubicBezTo>
                  <a:cubicBezTo>
                    <a:pt x="131826" y="61035"/>
                    <a:pt x="141857" y="59120"/>
                    <a:pt x="146507" y="63771"/>
                  </a:cubicBezTo>
                  <a:cubicBezTo>
                    <a:pt x="149456" y="66719"/>
                    <a:pt x="153924" y="7100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18"/>
            <p:cNvSpPr/>
            <p:nvPr/>
          </p:nvSpPr>
          <p:spPr>
            <a:xfrm>
              <a:off x="2975000" y="442550"/>
              <a:ext cx="3962850" cy="1772850"/>
            </a:xfrm>
            <a:custGeom>
              <a:rect b="b" l="l" r="r" t="t"/>
              <a:pathLst>
                <a:path extrusionOk="0" fill="none" h="70914" w="158514">
                  <a:moveTo>
                    <a:pt x="0" y="1"/>
                  </a:moveTo>
                  <a:cubicBezTo>
                    <a:pt x="5623" y="2280"/>
                    <a:pt x="11611" y="3526"/>
                    <a:pt x="17690" y="3648"/>
                  </a:cubicBezTo>
                  <a:cubicBezTo>
                    <a:pt x="23648" y="3709"/>
                    <a:pt x="29636" y="5016"/>
                    <a:pt x="35563" y="4104"/>
                  </a:cubicBezTo>
                  <a:cubicBezTo>
                    <a:pt x="47022" y="2371"/>
                    <a:pt x="46627" y="7843"/>
                    <a:pt x="43101" y="17812"/>
                  </a:cubicBezTo>
                  <a:cubicBezTo>
                    <a:pt x="41733" y="21612"/>
                    <a:pt x="36232" y="30670"/>
                    <a:pt x="39028" y="34621"/>
                  </a:cubicBezTo>
                  <a:cubicBezTo>
                    <a:pt x="41004" y="37387"/>
                    <a:pt x="46293" y="36901"/>
                    <a:pt x="48968" y="35989"/>
                  </a:cubicBezTo>
                  <a:cubicBezTo>
                    <a:pt x="57235" y="33071"/>
                    <a:pt x="67235" y="29667"/>
                    <a:pt x="75108" y="25867"/>
                  </a:cubicBezTo>
                  <a:cubicBezTo>
                    <a:pt x="82008" y="22524"/>
                    <a:pt x="95655" y="25746"/>
                    <a:pt x="99303" y="29484"/>
                  </a:cubicBezTo>
                  <a:cubicBezTo>
                    <a:pt x="103042" y="33284"/>
                    <a:pt x="99546" y="48573"/>
                    <a:pt x="109242" y="48573"/>
                  </a:cubicBezTo>
                  <a:cubicBezTo>
                    <a:pt x="114379" y="48573"/>
                    <a:pt x="117328" y="48968"/>
                    <a:pt x="119942" y="53527"/>
                  </a:cubicBezTo>
                  <a:cubicBezTo>
                    <a:pt x="121948" y="57023"/>
                    <a:pt x="121340" y="59606"/>
                    <a:pt x="126629" y="60032"/>
                  </a:cubicBezTo>
                  <a:cubicBezTo>
                    <a:pt x="132495" y="60488"/>
                    <a:pt x="142130" y="58725"/>
                    <a:pt x="146751" y="63558"/>
                  </a:cubicBezTo>
                  <a:cubicBezTo>
                    <a:pt x="149608" y="66567"/>
                    <a:pt x="153985" y="70913"/>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18"/>
            <p:cNvSpPr/>
            <p:nvPr/>
          </p:nvSpPr>
          <p:spPr>
            <a:xfrm>
              <a:off x="2975000" y="442550"/>
              <a:ext cx="3962100" cy="1769800"/>
            </a:xfrm>
            <a:custGeom>
              <a:rect b="b" l="l" r="r" t="t"/>
              <a:pathLst>
                <a:path extrusionOk="0" fill="none" h="70792" w="158484">
                  <a:moveTo>
                    <a:pt x="0" y="1"/>
                  </a:moveTo>
                  <a:cubicBezTo>
                    <a:pt x="5654" y="2280"/>
                    <a:pt x="11703" y="3435"/>
                    <a:pt x="17812" y="3405"/>
                  </a:cubicBezTo>
                  <a:cubicBezTo>
                    <a:pt x="23709" y="3344"/>
                    <a:pt x="29606" y="4165"/>
                    <a:pt x="35502" y="3192"/>
                  </a:cubicBezTo>
                  <a:cubicBezTo>
                    <a:pt x="37660" y="2858"/>
                    <a:pt x="42463" y="1976"/>
                    <a:pt x="44621" y="2949"/>
                  </a:cubicBezTo>
                  <a:cubicBezTo>
                    <a:pt x="49545" y="5168"/>
                    <a:pt x="46840" y="10913"/>
                    <a:pt x="45624" y="14742"/>
                  </a:cubicBezTo>
                  <a:cubicBezTo>
                    <a:pt x="43557" y="21369"/>
                    <a:pt x="34135" y="40001"/>
                    <a:pt x="49819" y="34652"/>
                  </a:cubicBezTo>
                  <a:cubicBezTo>
                    <a:pt x="58299" y="31734"/>
                    <a:pt x="67935" y="28177"/>
                    <a:pt x="76050" y="24864"/>
                  </a:cubicBezTo>
                  <a:cubicBezTo>
                    <a:pt x="83072" y="21977"/>
                    <a:pt x="96051" y="24347"/>
                    <a:pt x="100762" y="28117"/>
                  </a:cubicBezTo>
                  <a:cubicBezTo>
                    <a:pt x="105716" y="32098"/>
                    <a:pt x="98908" y="48299"/>
                    <a:pt x="109698" y="48482"/>
                  </a:cubicBezTo>
                  <a:cubicBezTo>
                    <a:pt x="114653" y="48573"/>
                    <a:pt x="117753" y="48846"/>
                    <a:pt x="120458" y="53254"/>
                  </a:cubicBezTo>
                  <a:cubicBezTo>
                    <a:pt x="122586" y="56628"/>
                    <a:pt x="121948" y="59242"/>
                    <a:pt x="127176" y="59576"/>
                  </a:cubicBezTo>
                  <a:cubicBezTo>
                    <a:pt x="133133" y="60001"/>
                    <a:pt x="142404" y="58360"/>
                    <a:pt x="146963" y="63375"/>
                  </a:cubicBezTo>
                  <a:cubicBezTo>
                    <a:pt x="149699" y="66385"/>
                    <a:pt x="153985" y="70792"/>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18"/>
            <p:cNvSpPr/>
            <p:nvPr/>
          </p:nvSpPr>
          <p:spPr>
            <a:xfrm>
              <a:off x="2975000" y="442550"/>
              <a:ext cx="3963625" cy="1767525"/>
            </a:xfrm>
            <a:custGeom>
              <a:rect b="b" l="l" r="r" t="t"/>
              <a:pathLst>
                <a:path extrusionOk="0" fill="none" h="70701" w="158545">
                  <a:moveTo>
                    <a:pt x="0" y="1"/>
                  </a:moveTo>
                  <a:cubicBezTo>
                    <a:pt x="5715" y="2250"/>
                    <a:pt x="11794" y="3314"/>
                    <a:pt x="17934" y="3192"/>
                  </a:cubicBezTo>
                  <a:cubicBezTo>
                    <a:pt x="23770" y="2979"/>
                    <a:pt x="29575" y="3314"/>
                    <a:pt x="35411" y="2341"/>
                  </a:cubicBezTo>
                  <a:cubicBezTo>
                    <a:pt x="44439" y="791"/>
                    <a:pt x="50518" y="2371"/>
                    <a:pt x="48147" y="11916"/>
                  </a:cubicBezTo>
                  <a:cubicBezTo>
                    <a:pt x="46627" y="18086"/>
                    <a:pt x="34894" y="38725"/>
                    <a:pt x="50883" y="33253"/>
                  </a:cubicBezTo>
                  <a:cubicBezTo>
                    <a:pt x="59697" y="30244"/>
                    <a:pt x="68482" y="26688"/>
                    <a:pt x="77418" y="23922"/>
                  </a:cubicBezTo>
                  <a:cubicBezTo>
                    <a:pt x="84227" y="21794"/>
                    <a:pt x="97601" y="22585"/>
                    <a:pt x="102312" y="26779"/>
                  </a:cubicBezTo>
                  <a:cubicBezTo>
                    <a:pt x="107510" y="31399"/>
                    <a:pt x="99394" y="48056"/>
                    <a:pt x="110276" y="48330"/>
                  </a:cubicBezTo>
                  <a:cubicBezTo>
                    <a:pt x="115200" y="48451"/>
                    <a:pt x="117966" y="49181"/>
                    <a:pt x="120945" y="52889"/>
                  </a:cubicBezTo>
                  <a:cubicBezTo>
                    <a:pt x="123376" y="55928"/>
                    <a:pt x="122464" y="58877"/>
                    <a:pt x="127784" y="59150"/>
                  </a:cubicBezTo>
                  <a:cubicBezTo>
                    <a:pt x="133711" y="59454"/>
                    <a:pt x="142769" y="58026"/>
                    <a:pt x="147267" y="63223"/>
                  </a:cubicBezTo>
                  <a:cubicBezTo>
                    <a:pt x="149881" y="66202"/>
                    <a:pt x="154076" y="70701"/>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18"/>
            <p:cNvSpPr/>
            <p:nvPr/>
          </p:nvSpPr>
          <p:spPr>
            <a:xfrm>
              <a:off x="2975000" y="442550"/>
              <a:ext cx="3962850" cy="1765250"/>
            </a:xfrm>
            <a:custGeom>
              <a:rect b="b" l="l" r="r" t="t"/>
              <a:pathLst>
                <a:path extrusionOk="0" fill="none" h="70610" w="158514">
                  <a:moveTo>
                    <a:pt x="0" y="1"/>
                  </a:moveTo>
                  <a:cubicBezTo>
                    <a:pt x="5745" y="2219"/>
                    <a:pt x="11885" y="3223"/>
                    <a:pt x="18025" y="2949"/>
                  </a:cubicBezTo>
                  <a:cubicBezTo>
                    <a:pt x="23800" y="2645"/>
                    <a:pt x="29514" y="2493"/>
                    <a:pt x="35259" y="1490"/>
                  </a:cubicBezTo>
                  <a:cubicBezTo>
                    <a:pt x="38056" y="1004"/>
                    <a:pt x="42189" y="396"/>
                    <a:pt x="44986" y="1064"/>
                  </a:cubicBezTo>
                  <a:cubicBezTo>
                    <a:pt x="50183" y="2280"/>
                    <a:pt x="51065" y="4803"/>
                    <a:pt x="50487" y="9454"/>
                  </a:cubicBezTo>
                  <a:cubicBezTo>
                    <a:pt x="49728" y="14986"/>
                    <a:pt x="36627" y="36870"/>
                    <a:pt x="52068" y="31825"/>
                  </a:cubicBezTo>
                  <a:cubicBezTo>
                    <a:pt x="60944" y="28937"/>
                    <a:pt x="69910" y="25533"/>
                    <a:pt x="79029" y="23010"/>
                  </a:cubicBezTo>
                  <a:cubicBezTo>
                    <a:pt x="86111" y="21095"/>
                    <a:pt x="98969" y="21551"/>
                    <a:pt x="103893" y="25472"/>
                  </a:cubicBezTo>
                  <a:cubicBezTo>
                    <a:pt x="109212" y="29697"/>
                    <a:pt x="100093" y="47661"/>
                    <a:pt x="110823" y="48147"/>
                  </a:cubicBezTo>
                  <a:cubicBezTo>
                    <a:pt x="115595" y="48360"/>
                    <a:pt x="118422" y="49120"/>
                    <a:pt x="121431" y="52646"/>
                  </a:cubicBezTo>
                  <a:cubicBezTo>
                    <a:pt x="123923" y="55594"/>
                    <a:pt x="123103" y="58542"/>
                    <a:pt x="128300" y="58786"/>
                  </a:cubicBezTo>
                  <a:cubicBezTo>
                    <a:pt x="134288" y="59059"/>
                    <a:pt x="143042" y="57783"/>
                    <a:pt x="147480" y="63041"/>
                  </a:cubicBezTo>
                  <a:cubicBezTo>
                    <a:pt x="150003" y="65989"/>
                    <a:pt x="154076" y="7061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18"/>
            <p:cNvSpPr/>
            <p:nvPr/>
          </p:nvSpPr>
          <p:spPr>
            <a:xfrm>
              <a:off x="2975000" y="428125"/>
              <a:ext cx="3962850" cy="1777400"/>
            </a:xfrm>
            <a:custGeom>
              <a:rect b="b" l="l" r="r" t="t"/>
              <a:pathLst>
                <a:path extrusionOk="0" fill="none" h="71096" w="158514">
                  <a:moveTo>
                    <a:pt x="0" y="578"/>
                  </a:moveTo>
                  <a:cubicBezTo>
                    <a:pt x="5715" y="2705"/>
                    <a:pt x="12128" y="3769"/>
                    <a:pt x="18146" y="3313"/>
                  </a:cubicBezTo>
                  <a:cubicBezTo>
                    <a:pt x="23861" y="2888"/>
                    <a:pt x="29484" y="2219"/>
                    <a:pt x="35138" y="1246"/>
                  </a:cubicBezTo>
                  <a:cubicBezTo>
                    <a:pt x="42554" y="0"/>
                    <a:pt x="52281" y="1489"/>
                    <a:pt x="52585" y="7994"/>
                  </a:cubicBezTo>
                  <a:cubicBezTo>
                    <a:pt x="52767" y="12523"/>
                    <a:pt x="39211" y="35350"/>
                    <a:pt x="53436" y="30882"/>
                  </a:cubicBezTo>
                  <a:cubicBezTo>
                    <a:pt x="62372" y="28086"/>
                    <a:pt x="71673" y="25137"/>
                    <a:pt x="80914" y="22736"/>
                  </a:cubicBezTo>
                  <a:cubicBezTo>
                    <a:pt x="88604" y="20760"/>
                    <a:pt x="100032" y="21551"/>
                    <a:pt x="105443" y="24803"/>
                  </a:cubicBezTo>
                  <a:cubicBezTo>
                    <a:pt x="111674" y="28511"/>
                    <a:pt x="99941" y="47508"/>
                    <a:pt x="111431" y="48511"/>
                  </a:cubicBezTo>
                  <a:cubicBezTo>
                    <a:pt x="116081" y="48937"/>
                    <a:pt x="118847" y="49606"/>
                    <a:pt x="121887" y="52980"/>
                  </a:cubicBezTo>
                  <a:cubicBezTo>
                    <a:pt x="124440" y="55837"/>
                    <a:pt x="123741" y="58785"/>
                    <a:pt x="128787" y="58998"/>
                  </a:cubicBezTo>
                  <a:cubicBezTo>
                    <a:pt x="134836" y="59271"/>
                    <a:pt x="143316" y="58147"/>
                    <a:pt x="147723" y="63436"/>
                  </a:cubicBezTo>
                  <a:cubicBezTo>
                    <a:pt x="150125" y="66323"/>
                    <a:pt x="154106" y="71095"/>
                    <a:pt x="158514" y="6924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18"/>
            <p:cNvSpPr/>
            <p:nvPr/>
          </p:nvSpPr>
          <p:spPr>
            <a:xfrm>
              <a:off x="2975000" y="412925"/>
              <a:ext cx="3962850" cy="1789550"/>
            </a:xfrm>
            <a:custGeom>
              <a:rect b="b" l="l" r="r" t="t"/>
              <a:pathLst>
                <a:path extrusionOk="0" fill="none" h="71582" w="158514">
                  <a:moveTo>
                    <a:pt x="0" y="1186"/>
                  </a:moveTo>
                  <a:cubicBezTo>
                    <a:pt x="5745" y="3283"/>
                    <a:pt x="12219" y="4286"/>
                    <a:pt x="18238" y="3678"/>
                  </a:cubicBezTo>
                  <a:cubicBezTo>
                    <a:pt x="23891" y="3131"/>
                    <a:pt x="29454" y="1976"/>
                    <a:pt x="35046" y="1034"/>
                  </a:cubicBezTo>
                  <a:cubicBezTo>
                    <a:pt x="41308" y="0"/>
                    <a:pt x="52980" y="638"/>
                    <a:pt x="54317" y="7082"/>
                  </a:cubicBezTo>
                  <a:cubicBezTo>
                    <a:pt x="55260" y="11672"/>
                    <a:pt x="42159" y="33557"/>
                    <a:pt x="54895" y="29879"/>
                  </a:cubicBezTo>
                  <a:cubicBezTo>
                    <a:pt x="64044" y="27204"/>
                    <a:pt x="73588" y="24864"/>
                    <a:pt x="82950" y="22523"/>
                  </a:cubicBezTo>
                  <a:cubicBezTo>
                    <a:pt x="90488" y="20608"/>
                    <a:pt x="101248" y="21186"/>
                    <a:pt x="106932" y="24256"/>
                  </a:cubicBezTo>
                  <a:cubicBezTo>
                    <a:pt x="113862" y="27964"/>
                    <a:pt x="100762" y="47478"/>
                    <a:pt x="112069" y="48876"/>
                  </a:cubicBezTo>
                  <a:cubicBezTo>
                    <a:pt x="116264" y="49363"/>
                    <a:pt x="119729" y="49879"/>
                    <a:pt x="122343" y="53344"/>
                  </a:cubicBezTo>
                  <a:cubicBezTo>
                    <a:pt x="124562" y="56354"/>
                    <a:pt x="124653" y="59089"/>
                    <a:pt x="129273" y="59272"/>
                  </a:cubicBezTo>
                  <a:cubicBezTo>
                    <a:pt x="135352" y="59545"/>
                    <a:pt x="143620" y="58603"/>
                    <a:pt x="147936" y="63861"/>
                  </a:cubicBezTo>
                  <a:cubicBezTo>
                    <a:pt x="150277" y="66688"/>
                    <a:pt x="154137" y="71582"/>
                    <a:pt x="158514" y="6984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18"/>
            <p:cNvSpPr/>
            <p:nvPr/>
          </p:nvSpPr>
          <p:spPr>
            <a:xfrm>
              <a:off x="2975000" y="386325"/>
              <a:ext cx="3962850" cy="1813875"/>
            </a:xfrm>
            <a:custGeom>
              <a:rect b="b" l="l" r="r" t="t"/>
              <a:pathLst>
                <a:path extrusionOk="0" fill="none" h="72555" w="158514">
                  <a:moveTo>
                    <a:pt x="0" y="2250"/>
                  </a:moveTo>
                  <a:cubicBezTo>
                    <a:pt x="5806" y="4286"/>
                    <a:pt x="12371" y="5259"/>
                    <a:pt x="18390" y="4529"/>
                  </a:cubicBezTo>
                  <a:cubicBezTo>
                    <a:pt x="23982" y="3830"/>
                    <a:pt x="29423" y="2250"/>
                    <a:pt x="35046" y="1307"/>
                  </a:cubicBezTo>
                  <a:cubicBezTo>
                    <a:pt x="42767" y="0"/>
                    <a:pt x="52402" y="2067"/>
                    <a:pt x="55685" y="7174"/>
                  </a:cubicBezTo>
                  <a:cubicBezTo>
                    <a:pt x="57570" y="10183"/>
                    <a:pt x="46658" y="32159"/>
                    <a:pt x="56719" y="29271"/>
                  </a:cubicBezTo>
                  <a:cubicBezTo>
                    <a:pt x="65442" y="26748"/>
                    <a:pt x="75746" y="25077"/>
                    <a:pt x="85139" y="22736"/>
                  </a:cubicBezTo>
                  <a:cubicBezTo>
                    <a:pt x="92494" y="20882"/>
                    <a:pt x="102099" y="21338"/>
                    <a:pt x="108300" y="24317"/>
                  </a:cubicBezTo>
                  <a:cubicBezTo>
                    <a:pt x="116477" y="28207"/>
                    <a:pt x="101765" y="47873"/>
                    <a:pt x="112799" y="49636"/>
                  </a:cubicBezTo>
                  <a:cubicBezTo>
                    <a:pt x="116780" y="50275"/>
                    <a:pt x="120215" y="50852"/>
                    <a:pt x="122768" y="54165"/>
                  </a:cubicBezTo>
                  <a:cubicBezTo>
                    <a:pt x="125048" y="57083"/>
                    <a:pt x="125200" y="59849"/>
                    <a:pt x="129729" y="60032"/>
                  </a:cubicBezTo>
                  <a:cubicBezTo>
                    <a:pt x="135839" y="60336"/>
                    <a:pt x="143893" y="59545"/>
                    <a:pt x="148179" y="64773"/>
                  </a:cubicBezTo>
                  <a:cubicBezTo>
                    <a:pt x="150459" y="67539"/>
                    <a:pt x="154167" y="72555"/>
                    <a:pt x="158514" y="7091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18"/>
            <p:cNvSpPr/>
            <p:nvPr/>
          </p:nvSpPr>
          <p:spPr>
            <a:xfrm>
              <a:off x="2975000" y="367325"/>
              <a:ext cx="3962850" cy="1829825"/>
            </a:xfrm>
            <a:custGeom>
              <a:rect b="b" l="l" r="r" t="t"/>
              <a:pathLst>
                <a:path extrusionOk="0" fill="none" h="73193" w="158514">
                  <a:moveTo>
                    <a:pt x="0" y="3010"/>
                  </a:moveTo>
                  <a:cubicBezTo>
                    <a:pt x="5836" y="5016"/>
                    <a:pt x="12432" y="5897"/>
                    <a:pt x="18481" y="5046"/>
                  </a:cubicBezTo>
                  <a:cubicBezTo>
                    <a:pt x="24104" y="4286"/>
                    <a:pt x="29514" y="2067"/>
                    <a:pt x="35077" y="1216"/>
                  </a:cubicBezTo>
                  <a:cubicBezTo>
                    <a:pt x="43010" y="0"/>
                    <a:pt x="51703" y="2584"/>
                    <a:pt x="56719" y="7447"/>
                  </a:cubicBezTo>
                  <a:cubicBezTo>
                    <a:pt x="60123" y="10791"/>
                    <a:pt x="50335" y="30396"/>
                    <a:pt x="58998" y="28360"/>
                  </a:cubicBezTo>
                  <a:cubicBezTo>
                    <a:pt x="67722" y="26293"/>
                    <a:pt x="78056" y="25016"/>
                    <a:pt x="87357" y="22615"/>
                  </a:cubicBezTo>
                  <a:cubicBezTo>
                    <a:pt x="94531" y="20761"/>
                    <a:pt x="103224" y="21065"/>
                    <a:pt x="109546" y="24104"/>
                  </a:cubicBezTo>
                  <a:cubicBezTo>
                    <a:pt x="118209" y="28268"/>
                    <a:pt x="103376" y="47965"/>
                    <a:pt x="113559" y="50062"/>
                  </a:cubicBezTo>
                  <a:cubicBezTo>
                    <a:pt x="117328" y="50822"/>
                    <a:pt x="120671" y="51551"/>
                    <a:pt x="123194" y="54682"/>
                  </a:cubicBezTo>
                  <a:cubicBezTo>
                    <a:pt x="125474" y="57539"/>
                    <a:pt x="125717" y="60305"/>
                    <a:pt x="130155" y="60518"/>
                  </a:cubicBezTo>
                  <a:cubicBezTo>
                    <a:pt x="136295" y="60852"/>
                    <a:pt x="144137" y="60214"/>
                    <a:pt x="148392" y="65381"/>
                  </a:cubicBezTo>
                  <a:cubicBezTo>
                    <a:pt x="150611" y="68056"/>
                    <a:pt x="154228" y="73193"/>
                    <a:pt x="158514" y="7167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18"/>
            <p:cNvSpPr/>
            <p:nvPr/>
          </p:nvSpPr>
          <p:spPr>
            <a:xfrm>
              <a:off x="2975000" y="347575"/>
              <a:ext cx="3962850" cy="1845775"/>
            </a:xfrm>
            <a:custGeom>
              <a:rect b="b" l="l" r="r" t="t"/>
              <a:pathLst>
                <a:path extrusionOk="0" fill="none" h="73831" w="158514">
                  <a:moveTo>
                    <a:pt x="0" y="3800"/>
                  </a:moveTo>
                  <a:cubicBezTo>
                    <a:pt x="5867" y="5775"/>
                    <a:pt x="12554" y="6566"/>
                    <a:pt x="18602" y="5623"/>
                  </a:cubicBezTo>
                  <a:cubicBezTo>
                    <a:pt x="24256" y="4711"/>
                    <a:pt x="29575" y="1915"/>
                    <a:pt x="35229" y="1125"/>
                  </a:cubicBezTo>
                  <a:cubicBezTo>
                    <a:pt x="43284" y="0"/>
                    <a:pt x="51217" y="3404"/>
                    <a:pt x="57448" y="7903"/>
                  </a:cubicBezTo>
                  <a:cubicBezTo>
                    <a:pt x="62129" y="11247"/>
                    <a:pt x="59454" y="16353"/>
                    <a:pt x="58421" y="20852"/>
                  </a:cubicBezTo>
                  <a:cubicBezTo>
                    <a:pt x="57782" y="23587"/>
                    <a:pt x="56506" y="28420"/>
                    <a:pt x="61582" y="27599"/>
                  </a:cubicBezTo>
                  <a:cubicBezTo>
                    <a:pt x="70305" y="26171"/>
                    <a:pt x="80366" y="24925"/>
                    <a:pt x="89516" y="22493"/>
                  </a:cubicBezTo>
                  <a:cubicBezTo>
                    <a:pt x="96628" y="20639"/>
                    <a:pt x="104501" y="20700"/>
                    <a:pt x="110732" y="23952"/>
                  </a:cubicBezTo>
                  <a:cubicBezTo>
                    <a:pt x="119698" y="28663"/>
                    <a:pt x="104501" y="47600"/>
                    <a:pt x="114379" y="50487"/>
                  </a:cubicBezTo>
                  <a:cubicBezTo>
                    <a:pt x="117996" y="51551"/>
                    <a:pt x="121157" y="52250"/>
                    <a:pt x="123619" y="55229"/>
                  </a:cubicBezTo>
                  <a:cubicBezTo>
                    <a:pt x="125899" y="57995"/>
                    <a:pt x="126203" y="60791"/>
                    <a:pt x="130550" y="61065"/>
                  </a:cubicBezTo>
                  <a:cubicBezTo>
                    <a:pt x="136659" y="61399"/>
                    <a:pt x="144380" y="60913"/>
                    <a:pt x="148605" y="65989"/>
                  </a:cubicBezTo>
                  <a:cubicBezTo>
                    <a:pt x="150793" y="68603"/>
                    <a:pt x="154258" y="73831"/>
                    <a:pt x="158514" y="7246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18"/>
            <p:cNvSpPr/>
            <p:nvPr/>
          </p:nvSpPr>
          <p:spPr>
            <a:xfrm>
              <a:off x="2975000" y="324000"/>
              <a:ext cx="3962850" cy="1867075"/>
            </a:xfrm>
            <a:custGeom>
              <a:rect b="b" l="l" r="r" t="t"/>
              <a:pathLst>
                <a:path extrusionOk="0" fill="none" h="74683" w="158514">
                  <a:moveTo>
                    <a:pt x="0" y="4743"/>
                  </a:moveTo>
                  <a:cubicBezTo>
                    <a:pt x="5897" y="6688"/>
                    <a:pt x="12645" y="7387"/>
                    <a:pt x="18724" y="6323"/>
                  </a:cubicBezTo>
                  <a:cubicBezTo>
                    <a:pt x="24469" y="5290"/>
                    <a:pt x="29758" y="1977"/>
                    <a:pt x="35502" y="1156"/>
                  </a:cubicBezTo>
                  <a:cubicBezTo>
                    <a:pt x="43466" y="1"/>
                    <a:pt x="51460" y="4682"/>
                    <a:pt x="57934" y="8572"/>
                  </a:cubicBezTo>
                  <a:cubicBezTo>
                    <a:pt x="62858" y="11521"/>
                    <a:pt x="62099" y="15411"/>
                    <a:pt x="61339" y="20153"/>
                  </a:cubicBezTo>
                  <a:cubicBezTo>
                    <a:pt x="60883" y="22919"/>
                    <a:pt x="59576" y="27448"/>
                    <a:pt x="64378" y="27144"/>
                  </a:cubicBezTo>
                  <a:cubicBezTo>
                    <a:pt x="73223" y="26597"/>
                    <a:pt x="82737" y="24834"/>
                    <a:pt x="91643" y="22494"/>
                  </a:cubicBezTo>
                  <a:cubicBezTo>
                    <a:pt x="98817" y="20609"/>
                    <a:pt x="105747" y="20366"/>
                    <a:pt x="111856" y="23983"/>
                  </a:cubicBezTo>
                  <a:cubicBezTo>
                    <a:pt x="120519" y="29120"/>
                    <a:pt x="105990" y="47296"/>
                    <a:pt x="115230" y="51035"/>
                  </a:cubicBezTo>
                  <a:cubicBezTo>
                    <a:pt x="118543" y="52372"/>
                    <a:pt x="121705" y="53072"/>
                    <a:pt x="124045" y="55898"/>
                  </a:cubicBezTo>
                  <a:cubicBezTo>
                    <a:pt x="126325" y="58634"/>
                    <a:pt x="126659" y="61461"/>
                    <a:pt x="130914" y="61765"/>
                  </a:cubicBezTo>
                  <a:cubicBezTo>
                    <a:pt x="136994" y="62160"/>
                    <a:pt x="144593" y="61825"/>
                    <a:pt x="148818" y="66810"/>
                  </a:cubicBezTo>
                  <a:cubicBezTo>
                    <a:pt x="150945" y="69364"/>
                    <a:pt x="154289" y="74683"/>
                    <a:pt x="158514" y="73406"/>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18"/>
            <p:cNvSpPr/>
            <p:nvPr/>
          </p:nvSpPr>
          <p:spPr>
            <a:xfrm>
              <a:off x="2975000" y="297425"/>
              <a:ext cx="3962850" cy="1890625"/>
            </a:xfrm>
            <a:custGeom>
              <a:rect b="b" l="l" r="r" t="t"/>
              <a:pathLst>
                <a:path extrusionOk="0" fill="none" h="75625" w="158514">
                  <a:moveTo>
                    <a:pt x="0" y="5806"/>
                  </a:moveTo>
                  <a:cubicBezTo>
                    <a:pt x="5927" y="7690"/>
                    <a:pt x="12918" y="8450"/>
                    <a:pt x="18815" y="7173"/>
                  </a:cubicBezTo>
                  <a:cubicBezTo>
                    <a:pt x="24530" y="5927"/>
                    <a:pt x="30122" y="2128"/>
                    <a:pt x="35928" y="1216"/>
                  </a:cubicBezTo>
                  <a:cubicBezTo>
                    <a:pt x="43648" y="0"/>
                    <a:pt x="52494" y="5593"/>
                    <a:pt x="58178" y="9392"/>
                  </a:cubicBezTo>
                  <a:cubicBezTo>
                    <a:pt x="62585" y="12310"/>
                    <a:pt x="64226" y="14347"/>
                    <a:pt x="64074" y="19940"/>
                  </a:cubicBezTo>
                  <a:cubicBezTo>
                    <a:pt x="64014" y="22797"/>
                    <a:pt x="62828" y="26839"/>
                    <a:pt x="67296" y="27022"/>
                  </a:cubicBezTo>
                  <a:cubicBezTo>
                    <a:pt x="76081" y="27417"/>
                    <a:pt x="85199" y="24560"/>
                    <a:pt x="93589" y="22584"/>
                  </a:cubicBezTo>
                  <a:cubicBezTo>
                    <a:pt x="100975" y="20851"/>
                    <a:pt x="106598" y="19879"/>
                    <a:pt x="112920" y="24165"/>
                  </a:cubicBezTo>
                  <a:cubicBezTo>
                    <a:pt x="121188" y="29788"/>
                    <a:pt x="107753" y="47113"/>
                    <a:pt x="116142" y="51673"/>
                  </a:cubicBezTo>
                  <a:cubicBezTo>
                    <a:pt x="119030" y="53223"/>
                    <a:pt x="122221" y="54013"/>
                    <a:pt x="124501" y="56718"/>
                  </a:cubicBezTo>
                  <a:cubicBezTo>
                    <a:pt x="126781" y="59423"/>
                    <a:pt x="127115" y="62281"/>
                    <a:pt x="131279" y="62615"/>
                  </a:cubicBezTo>
                  <a:cubicBezTo>
                    <a:pt x="137358" y="63101"/>
                    <a:pt x="144836" y="62828"/>
                    <a:pt x="149030" y="67752"/>
                  </a:cubicBezTo>
                  <a:cubicBezTo>
                    <a:pt x="151158" y="70244"/>
                    <a:pt x="154350" y="75624"/>
                    <a:pt x="158514" y="7446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18"/>
            <p:cNvSpPr/>
            <p:nvPr/>
          </p:nvSpPr>
          <p:spPr>
            <a:xfrm>
              <a:off x="2975000" y="270050"/>
              <a:ext cx="3962100" cy="1914200"/>
            </a:xfrm>
            <a:custGeom>
              <a:rect b="b" l="l" r="r" t="t"/>
              <a:pathLst>
                <a:path extrusionOk="0" fill="none" h="76568" w="158484">
                  <a:moveTo>
                    <a:pt x="0" y="6901"/>
                  </a:moveTo>
                  <a:cubicBezTo>
                    <a:pt x="5988" y="8785"/>
                    <a:pt x="13040" y="9484"/>
                    <a:pt x="18937" y="8025"/>
                  </a:cubicBezTo>
                  <a:cubicBezTo>
                    <a:pt x="24803" y="6627"/>
                    <a:pt x="30396" y="2402"/>
                    <a:pt x="36414" y="1338"/>
                  </a:cubicBezTo>
                  <a:cubicBezTo>
                    <a:pt x="44013" y="1"/>
                    <a:pt x="52463" y="6688"/>
                    <a:pt x="58208" y="10244"/>
                  </a:cubicBezTo>
                  <a:cubicBezTo>
                    <a:pt x="62676" y="13010"/>
                    <a:pt x="65138" y="14925"/>
                    <a:pt x="66476" y="20092"/>
                  </a:cubicBezTo>
                  <a:cubicBezTo>
                    <a:pt x="67235" y="22980"/>
                    <a:pt x="65868" y="26536"/>
                    <a:pt x="70214" y="27144"/>
                  </a:cubicBezTo>
                  <a:cubicBezTo>
                    <a:pt x="78695" y="28329"/>
                    <a:pt x="87753" y="24104"/>
                    <a:pt x="95351" y="22646"/>
                  </a:cubicBezTo>
                  <a:cubicBezTo>
                    <a:pt x="102950" y="21187"/>
                    <a:pt x="107327" y="19150"/>
                    <a:pt x="113893" y="24408"/>
                  </a:cubicBezTo>
                  <a:cubicBezTo>
                    <a:pt x="121309" y="30366"/>
                    <a:pt x="109668" y="47023"/>
                    <a:pt x="117084" y="52251"/>
                  </a:cubicBezTo>
                  <a:cubicBezTo>
                    <a:pt x="119577" y="54014"/>
                    <a:pt x="122586" y="54956"/>
                    <a:pt x="125018" y="57418"/>
                  </a:cubicBezTo>
                  <a:cubicBezTo>
                    <a:pt x="127419" y="59880"/>
                    <a:pt x="127145" y="63011"/>
                    <a:pt x="131614" y="63436"/>
                  </a:cubicBezTo>
                  <a:cubicBezTo>
                    <a:pt x="137602" y="64014"/>
                    <a:pt x="144988" y="63832"/>
                    <a:pt x="149213" y="68695"/>
                  </a:cubicBezTo>
                  <a:cubicBezTo>
                    <a:pt x="151310" y="71126"/>
                    <a:pt x="154410" y="76567"/>
                    <a:pt x="158483" y="755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18"/>
            <p:cNvSpPr/>
            <p:nvPr/>
          </p:nvSpPr>
          <p:spPr>
            <a:xfrm>
              <a:off x="2975000" y="244975"/>
              <a:ext cx="3962100" cy="1937000"/>
            </a:xfrm>
            <a:custGeom>
              <a:rect b="b" l="l" r="r" t="t"/>
              <a:pathLst>
                <a:path extrusionOk="0" fill="none" h="77480" w="158484">
                  <a:moveTo>
                    <a:pt x="0" y="7904"/>
                  </a:moveTo>
                  <a:cubicBezTo>
                    <a:pt x="6019" y="9758"/>
                    <a:pt x="13162" y="10366"/>
                    <a:pt x="19058" y="8815"/>
                  </a:cubicBezTo>
                  <a:cubicBezTo>
                    <a:pt x="25077" y="7204"/>
                    <a:pt x="30730" y="2554"/>
                    <a:pt x="36992" y="1429"/>
                  </a:cubicBezTo>
                  <a:cubicBezTo>
                    <a:pt x="44773" y="1"/>
                    <a:pt x="52038" y="7296"/>
                    <a:pt x="58086" y="10974"/>
                  </a:cubicBezTo>
                  <a:cubicBezTo>
                    <a:pt x="62463" y="13618"/>
                    <a:pt x="66111" y="15806"/>
                    <a:pt x="68482" y="20457"/>
                  </a:cubicBezTo>
                  <a:cubicBezTo>
                    <a:pt x="69910" y="23253"/>
                    <a:pt x="69090" y="26475"/>
                    <a:pt x="73041" y="27387"/>
                  </a:cubicBezTo>
                  <a:cubicBezTo>
                    <a:pt x="81005" y="29180"/>
                    <a:pt x="90002" y="23679"/>
                    <a:pt x="96841" y="22615"/>
                  </a:cubicBezTo>
                  <a:cubicBezTo>
                    <a:pt x="104622" y="21399"/>
                    <a:pt x="107692" y="18360"/>
                    <a:pt x="114714" y="24621"/>
                  </a:cubicBezTo>
                  <a:cubicBezTo>
                    <a:pt x="121917" y="31065"/>
                    <a:pt x="111552" y="46780"/>
                    <a:pt x="118087" y="52767"/>
                  </a:cubicBezTo>
                  <a:cubicBezTo>
                    <a:pt x="120124" y="54682"/>
                    <a:pt x="123224" y="55807"/>
                    <a:pt x="125443" y="58178"/>
                  </a:cubicBezTo>
                  <a:cubicBezTo>
                    <a:pt x="127784" y="60640"/>
                    <a:pt x="127632" y="63771"/>
                    <a:pt x="131918" y="64257"/>
                  </a:cubicBezTo>
                  <a:cubicBezTo>
                    <a:pt x="137905" y="64956"/>
                    <a:pt x="145170" y="64804"/>
                    <a:pt x="149425" y="69576"/>
                  </a:cubicBezTo>
                  <a:cubicBezTo>
                    <a:pt x="151523" y="71947"/>
                    <a:pt x="154471" y="77479"/>
                    <a:pt x="158483" y="765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18"/>
            <p:cNvSpPr/>
            <p:nvPr/>
          </p:nvSpPr>
          <p:spPr>
            <a:xfrm>
              <a:off x="2975000" y="222950"/>
              <a:ext cx="3962100" cy="1955225"/>
            </a:xfrm>
            <a:custGeom>
              <a:rect b="b" l="l" r="r" t="t"/>
              <a:pathLst>
                <a:path extrusionOk="0" fill="none" h="78209" w="158484">
                  <a:moveTo>
                    <a:pt x="0" y="8785"/>
                  </a:moveTo>
                  <a:cubicBezTo>
                    <a:pt x="6079" y="10608"/>
                    <a:pt x="13313" y="11155"/>
                    <a:pt x="19180" y="9453"/>
                  </a:cubicBezTo>
                  <a:cubicBezTo>
                    <a:pt x="25289" y="7690"/>
                    <a:pt x="31125" y="2584"/>
                    <a:pt x="37569" y="1459"/>
                  </a:cubicBezTo>
                  <a:cubicBezTo>
                    <a:pt x="45776" y="0"/>
                    <a:pt x="51642" y="7630"/>
                    <a:pt x="57874" y="11520"/>
                  </a:cubicBezTo>
                  <a:cubicBezTo>
                    <a:pt x="62099" y="14134"/>
                    <a:pt x="67175" y="16596"/>
                    <a:pt x="70123" y="20882"/>
                  </a:cubicBezTo>
                  <a:cubicBezTo>
                    <a:pt x="71886" y="23466"/>
                    <a:pt x="72190" y="26688"/>
                    <a:pt x="75625" y="27569"/>
                  </a:cubicBezTo>
                  <a:cubicBezTo>
                    <a:pt x="83193" y="29484"/>
                    <a:pt x="91339" y="23374"/>
                    <a:pt x="97996" y="22371"/>
                  </a:cubicBezTo>
                  <a:cubicBezTo>
                    <a:pt x="106051" y="21186"/>
                    <a:pt x="108391" y="17630"/>
                    <a:pt x="115473" y="24773"/>
                  </a:cubicBezTo>
                  <a:cubicBezTo>
                    <a:pt x="122039" y="31369"/>
                    <a:pt x="113528" y="46475"/>
                    <a:pt x="119060" y="53101"/>
                  </a:cubicBezTo>
                  <a:cubicBezTo>
                    <a:pt x="120732" y="55107"/>
                    <a:pt x="123802" y="56475"/>
                    <a:pt x="125869" y="58785"/>
                  </a:cubicBezTo>
                  <a:cubicBezTo>
                    <a:pt x="128088" y="61247"/>
                    <a:pt x="128057" y="64348"/>
                    <a:pt x="132191" y="64925"/>
                  </a:cubicBezTo>
                  <a:cubicBezTo>
                    <a:pt x="138179" y="65746"/>
                    <a:pt x="145352" y="65594"/>
                    <a:pt x="149608" y="70305"/>
                  </a:cubicBezTo>
                  <a:cubicBezTo>
                    <a:pt x="151705" y="72615"/>
                    <a:pt x="154502" y="78208"/>
                    <a:pt x="158483" y="7744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18"/>
            <p:cNvSpPr/>
            <p:nvPr/>
          </p:nvSpPr>
          <p:spPr>
            <a:xfrm>
              <a:off x="2975000" y="197875"/>
              <a:ext cx="3962850" cy="1976500"/>
            </a:xfrm>
            <a:custGeom>
              <a:rect b="b" l="l" r="r" t="t"/>
              <a:pathLst>
                <a:path extrusionOk="0" fill="none" h="79060" w="158514">
                  <a:moveTo>
                    <a:pt x="0" y="9788"/>
                  </a:moveTo>
                  <a:cubicBezTo>
                    <a:pt x="6110" y="11551"/>
                    <a:pt x="13222" y="11824"/>
                    <a:pt x="19301" y="10244"/>
                  </a:cubicBezTo>
                  <a:cubicBezTo>
                    <a:pt x="26080" y="8450"/>
                    <a:pt x="31369" y="3040"/>
                    <a:pt x="38208" y="1642"/>
                  </a:cubicBezTo>
                  <a:cubicBezTo>
                    <a:pt x="46384" y="0"/>
                    <a:pt x="51855" y="8207"/>
                    <a:pt x="57600" y="12098"/>
                  </a:cubicBezTo>
                  <a:cubicBezTo>
                    <a:pt x="61886" y="14985"/>
                    <a:pt x="67296" y="17478"/>
                    <a:pt x="71065" y="21368"/>
                  </a:cubicBezTo>
                  <a:cubicBezTo>
                    <a:pt x="73315" y="23678"/>
                    <a:pt x="74743" y="27113"/>
                    <a:pt x="77904" y="27903"/>
                  </a:cubicBezTo>
                  <a:cubicBezTo>
                    <a:pt x="84865" y="29575"/>
                    <a:pt x="91978" y="23648"/>
                    <a:pt x="98847" y="22280"/>
                  </a:cubicBezTo>
                  <a:cubicBezTo>
                    <a:pt x="107419" y="20517"/>
                    <a:pt x="109850" y="17903"/>
                    <a:pt x="116233" y="25077"/>
                  </a:cubicBezTo>
                  <a:cubicBezTo>
                    <a:pt x="122069" y="31642"/>
                    <a:pt x="115656" y="46536"/>
                    <a:pt x="120154" y="53557"/>
                  </a:cubicBezTo>
                  <a:cubicBezTo>
                    <a:pt x="121492" y="55624"/>
                    <a:pt x="124471" y="57235"/>
                    <a:pt x="126325" y="59484"/>
                  </a:cubicBezTo>
                  <a:cubicBezTo>
                    <a:pt x="128422" y="61977"/>
                    <a:pt x="128544" y="65047"/>
                    <a:pt x="132495" y="65685"/>
                  </a:cubicBezTo>
                  <a:cubicBezTo>
                    <a:pt x="138392" y="66658"/>
                    <a:pt x="145565" y="66506"/>
                    <a:pt x="149851" y="71187"/>
                  </a:cubicBezTo>
                  <a:cubicBezTo>
                    <a:pt x="151918" y="73466"/>
                    <a:pt x="154593" y="79059"/>
                    <a:pt x="158514" y="7845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18"/>
            <p:cNvSpPr/>
            <p:nvPr/>
          </p:nvSpPr>
          <p:spPr>
            <a:xfrm>
              <a:off x="2975000" y="180400"/>
              <a:ext cx="3962850" cy="1990925"/>
            </a:xfrm>
            <a:custGeom>
              <a:rect b="b" l="l" r="r" t="t"/>
              <a:pathLst>
                <a:path extrusionOk="0" fill="none" h="79637" w="158514">
                  <a:moveTo>
                    <a:pt x="0" y="10487"/>
                  </a:moveTo>
                  <a:cubicBezTo>
                    <a:pt x="6171" y="12219"/>
                    <a:pt x="13374" y="12371"/>
                    <a:pt x="19453" y="10699"/>
                  </a:cubicBezTo>
                  <a:cubicBezTo>
                    <a:pt x="26384" y="8754"/>
                    <a:pt x="31764" y="2979"/>
                    <a:pt x="38876" y="1611"/>
                  </a:cubicBezTo>
                  <a:cubicBezTo>
                    <a:pt x="47265" y="0"/>
                    <a:pt x="51946" y="8025"/>
                    <a:pt x="57418" y="12280"/>
                  </a:cubicBezTo>
                  <a:cubicBezTo>
                    <a:pt x="61582" y="15532"/>
                    <a:pt x="67083" y="17994"/>
                    <a:pt x="71460" y="21490"/>
                  </a:cubicBezTo>
                  <a:cubicBezTo>
                    <a:pt x="74166" y="23678"/>
                    <a:pt x="76597" y="27143"/>
                    <a:pt x="79789" y="27812"/>
                  </a:cubicBezTo>
                  <a:cubicBezTo>
                    <a:pt x="86172" y="29149"/>
                    <a:pt x="92950" y="23374"/>
                    <a:pt x="99364" y="21733"/>
                  </a:cubicBezTo>
                  <a:cubicBezTo>
                    <a:pt x="107723" y="19605"/>
                    <a:pt x="111218" y="17934"/>
                    <a:pt x="117024" y="25137"/>
                  </a:cubicBezTo>
                  <a:cubicBezTo>
                    <a:pt x="122100" y="31460"/>
                    <a:pt x="117784" y="46475"/>
                    <a:pt x="121249" y="53679"/>
                  </a:cubicBezTo>
                  <a:cubicBezTo>
                    <a:pt x="122708" y="56718"/>
                    <a:pt x="129060" y="65472"/>
                    <a:pt x="132769" y="66171"/>
                  </a:cubicBezTo>
                  <a:cubicBezTo>
                    <a:pt x="138605" y="67296"/>
                    <a:pt x="145748" y="67114"/>
                    <a:pt x="150033" y="71764"/>
                  </a:cubicBezTo>
                  <a:cubicBezTo>
                    <a:pt x="152100" y="73983"/>
                    <a:pt x="154684" y="79637"/>
                    <a:pt x="158514" y="7915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18"/>
            <p:cNvSpPr/>
            <p:nvPr/>
          </p:nvSpPr>
          <p:spPr>
            <a:xfrm>
              <a:off x="2975000" y="165200"/>
              <a:ext cx="3962850" cy="2002325"/>
            </a:xfrm>
            <a:custGeom>
              <a:rect b="b" l="l" r="r" t="t"/>
              <a:pathLst>
                <a:path extrusionOk="0" fill="none" h="80093" w="158514">
                  <a:moveTo>
                    <a:pt x="0" y="11095"/>
                  </a:moveTo>
                  <a:cubicBezTo>
                    <a:pt x="6201" y="12797"/>
                    <a:pt x="13496" y="12858"/>
                    <a:pt x="19575" y="11064"/>
                  </a:cubicBezTo>
                  <a:cubicBezTo>
                    <a:pt x="26688" y="8967"/>
                    <a:pt x="32128" y="2857"/>
                    <a:pt x="39545" y="1520"/>
                  </a:cubicBezTo>
                  <a:cubicBezTo>
                    <a:pt x="47965" y="0"/>
                    <a:pt x="52402" y="7599"/>
                    <a:pt x="57326" y="12280"/>
                  </a:cubicBezTo>
                  <a:cubicBezTo>
                    <a:pt x="61096" y="15867"/>
                    <a:pt x="66840" y="18329"/>
                    <a:pt x="71491" y="21490"/>
                  </a:cubicBezTo>
                  <a:cubicBezTo>
                    <a:pt x="74470" y="23496"/>
                    <a:pt x="77600" y="26870"/>
                    <a:pt x="81157" y="27387"/>
                  </a:cubicBezTo>
                  <a:cubicBezTo>
                    <a:pt x="87449" y="28268"/>
                    <a:pt x="93832" y="22827"/>
                    <a:pt x="99607" y="21034"/>
                  </a:cubicBezTo>
                  <a:cubicBezTo>
                    <a:pt x="107814" y="18450"/>
                    <a:pt x="112677" y="17812"/>
                    <a:pt x="117875" y="25137"/>
                  </a:cubicBezTo>
                  <a:cubicBezTo>
                    <a:pt x="120306" y="28602"/>
                    <a:pt x="119364" y="34773"/>
                    <a:pt x="119759" y="39423"/>
                  </a:cubicBezTo>
                  <a:cubicBezTo>
                    <a:pt x="120185" y="44256"/>
                    <a:pt x="120914" y="49697"/>
                    <a:pt x="122343" y="53679"/>
                  </a:cubicBezTo>
                  <a:cubicBezTo>
                    <a:pt x="123498" y="56810"/>
                    <a:pt x="129425" y="65746"/>
                    <a:pt x="133042" y="66536"/>
                  </a:cubicBezTo>
                  <a:cubicBezTo>
                    <a:pt x="138817" y="67782"/>
                    <a:pt x="145930" y="67600"/>
                    <a:pt x="150246" y="72220"/>
                  </a:cubicBezTo>
                  <a:cubicBezTo>
                    <a:pt x="152313" y="74409"/>
                    <a:pt x="154745" y="80093"/>
                    <a:pt x="158514" y="7975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18"/>
            <p:cNvSpPr/>
            <p:nvPr/>
          </p:nvSpPr>
          <p:spPr>
            <a:xfrm>
              <a:off x="2975000" y="150750"/>
              <a:ext cx="3962850" cy="2014500"/>
            </a:xfrm>
            <a:custGeom>
              <a:rect b="b" l="l" r="r" t="t"/>
              <a:pathLst>
                <a:path extrusionOk="0" fill="none" h="80580" w="158514">
                  <a:moveTo>
                    <a:pt x="0" y="11673"/>
                  </a:moveTo>
                  <a:cubicBezTo>
                    <a:pt x="6262" y="13344"/>
                    <a:pt x="13830" y="13588"/>
                    <a:pt x="19727" y="11429"/>
                  </a:cubicBezTo>
                  <a:cubicBezTo>
                    <a:pt x="26566" y="8907"/>
                    <a:pt x="32767" y="2676"/>
                    <a:pt x="40244" y="1399"/>
                  </a:cubicBezTo>
                  <a:cubicBezTo>
                    <a:pt x="48573" y="1"/>
                    <a:pt x="53162" y="6900"/>
                    <a:pt x="57478" y="12159"/>
                  </a:cubicBezTo>
                  <a:cubicBezTo>
                    <a:pt x="61825" y="17417"/>
                    <a:pt x="74318" y="25807"/>
                    <a:pt x="81917" y="26749"/>
                  </a:cubicBezTo>
                  <a:cubicBezTo>
                    <a:pt x="87692" y="27448"/>
                    <a:pt x="94379" y="22159"/>
                    <a:pt x="99637" y="20244"/>
                  </a:cubicBezTo>
                  <a:cubicBezTo>
                    <a:pt x="108178" y="17144"/>
                    <a:pt x="114045" y="17873"/>
                    <a:pt x="118787" y="25199"/>
                  </a:cubicBezTo>
                  <a:cubicBezTo>
                    <a:pt x="121066" y="28694"/>
                    <a:pt x="119607" y="34895"/>
                    <a:pt x="120215" y="39515"/>
                  </a:cubicBezTo>
                  <a:cubicBezTo>
                    <a:pt x="120853" y="44348"/>
                    <a:pt x="122373" y="49394"/>
                    <a:pt x="123498" y="53649"/>
                  </a:cubicBezTo>
                  <a:cubicBezTo>
                    <a:pt x="124349" y="56962"/>
                    <a:pt x="129729" y="65989"/>
                    <a:pt x="133316" y="66871"/>
                  </a:cubicBezTo>
                  <a:cubicBezTo>
                    <a:pt x="139000" y="68300"/>
                    <a:pt x="146112" y="68087"/>
                    <a:pt x="150459" y="72677"/>
                  </a:cubicBezTo>
                  <a:cubicBezTo>
                    <a:pt x="152495" y="74835"/>
                    <a:pt x="154836" y="80579"/>
                    <a:pt x="158514" y="803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18"/>
            <p:cNvSpPr/>
            <p:nvPr/>
          </p:nvSpPr>
          <p:spPr>
            <a:xfrm>
              <a:off x="2975000" y="138600"/>
              <a:ext cx="3962100" cy="2022075"/>
            </a:xfrm>
            <a:custGeom>
              <a:rect b="b" l="l" r="r" t="t"/>
              <a:pathLst>
                <a:path extrusionOk="0" fill="none" h="80883" w="158484">
                  <a:moveTo>
                    <a:pt x="0" y="12159"/>
                  </a:moveTo>
                  <a:cubicBezTo>
                    <a:pt x="6322" y="13800"/>
                    <a:pt x="13952" y="13952"/>
                    <a:pt x="19849" y="11672"/>
                  </a:cubicBezTo>
                  <a:cubicBezTo>
                    <a:pt x="26900" y="8937"/>
                    <a:pt x="33162" y="2462"/>
                    <a:pt x="40974" y="1247"/>
                  </a:cubicBezTo>
                  <a:cubicBezTo>
                    <a:pt x="48876" y="0"/>
                    <a:pt x="54530" y="5806"/>
                    <a:pt x="58026" y="11855"/>
                  </a:cubicBezTo>
                  <a:cubicBezTo>
                    <a:pt x="61521" y="17873"/>
                    <a:pt x="74500" y="25138"/>
                    <a:pt x="82069" y="25928"/>
                  </a:cubicBezTo>
                  <a:cubicBezTo>
                    <a:pt x="87449" y="26505"/>
                    <a:pt x="94774" y="21186"/>
                    <a:pt x="99637" y="19362"/>
                  </a:cubicBezTo>
                  <a:cubicBezTo>
                    <a:pt x="108178" y="16080"/>
                    <a:pt x="115321" y="17782"/>
                    <a:pt x="119759" y="25107"/>
                  </a:cubicBezTo>
                  <a:cubicBezTo>
                    <a:pt x="121948" y="28724"/>
                    <a:pt x="119790" y="34803"/>
                    <a:pt x="120580" y="39545"/>
                  </a:cubicBezTo>
                  <a:cubicBezTo>
                    <a:pt x="121370" y="44348"/>
                    <a:pt x="123771" y="48937"/>
                    <a:pt x="124623" y="53497"/>
                  </a:cubicBezTo>
                  <a:cubicBezTo>
                    <a:pt x="125291" y="56992"/>
                    <a:pt x="130003" y="66050"/>
                    <a:pt x="133559" y="67053"/>
                  </a:cubicBezTo>
                  <a:cubicBezTo>
                    <a:pt x="139152" y="68603"/>
                    <a:pt x="146355" y="68451"/>
                    <a:pt x="150672" y="72980"/>
                  </a:cubicBezTo>
                  <a:cubicBezTo>
                    <a:pt x="152708" y="75108"/>
                    <a:pt x="154897" y="80883"/>
                    <a:pt x="158483" y="80822"/>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18"/>
            <p:cNvSpPr/>
            <p:nvPr/>
          </p:nvSpPr>
          <p:spPr>
            <a:xfrm>
              <a:off x="2975000" y="124150"/>
              <a:ext cx="3962100" cy="2034250"/>
            </a:xfrm>
            <a:custGeom>
              <a:rect b="b" l="l" r="r" t="t"/>
              <a:pathLst>
                <a:path extrusionOk="0" fill="none" h="81370" w="158484">
                  <a:moveTo>
                    <a:pt x="0" y="12737"/>
                  </a:moveTo>
                  <a:cubicBezTo>
                    <a:pt x="6383" y="14348"/>
                    <a:pt x="13861" y="14226"/>
                    <a:pt x="20001" y="12007"/>
                  </a:cubicBezTo>
                  <a:cubicBezTo>
                    <a:pt x="27721" y="9241"/>
                    <a:pt x="33283" y="2432"/>
                    <a:pt x="41673" y="1186"/>
                  </a:cubicBezTo>
                  <a:cubicBezTo>
                    <a:pt x="49515" y="1"/>
                    <a:pt x="55807" y="4530"/>
                    <a:pt x="58877" y="11551"/>
                  </a:cubicBezTo>
                  <a:cubicBezTo>
                    <a:pt x="61886" y="18481"/>
                    <a:pt x="74378" y="24560"/>
                    <a:pt x="81704" y="25199"/>
                  </a:cubicBezTo>
                  <a:cubicBezTo>
                    <a:pt x="87114" y="25624"/>
                    <a:pt x="94774" y="20244"/>
                    <a:pt x="99607" y="18573"/>
                  </a:cubicBezTo>
                  <a:cubicBezTo>
                    <a:pt x="108118" y="15655"/>
                    <a:pt x="116628" y="17721"/>
                    <a:pt x="120853" y="25199"/>
                  </a:cubicBezTo>
                  <a:cubicBezTo>
                    <a:pt x="123012" y="29029"/>
                    <a:pt x="119972" y="34895"/>
                    <a:pt x="120853" y="39758"/>
                  </a:cubicBezTo>
                  <a:cubicBezTo>
                    <a:pt x="121735" y="44561"/>
                    <a:pt x="125139" y="48512"/>
                    <a:pt x="125778" y="53406"/>
                  </a:cubicBezTo>
                  <a:cubicBezTo>
                    <a:pt x="126294" y="57205"/>
                    <a:pt x="130276" y="66172"/>
                    <a:pt x="133863" y="67297"/>
                  </a:cubicBezTo>
                  <a:cubicBezTo>
                    <a:pt x="139334" y="68999"/>
                    <a:pt x="146568" y="68908"/>
                    <a:pt x="150884" y="73406"/>
                  </a:cubicBezTo>
                  <a:cubicBezTo>
                    <a:pt x="153438" y="76051"/>
                    <a:pt x="154684" y="80428"/>
                    <a:pt x="158483" y="8137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18"/>
            <p:cNvSpPr/>
            <p:nvPr/>
          </p:nvSpPr>
          <p:spPr>
            <a:xfrm>
              <a:off x="2975000" y="108200"/>
              <a:ext cx="3962850" cy="2050975"/>
            </a:xfrm>
            <a:custGeom>
              <a:rect b="b" l="l" r="r" t="t"/>
              <a:pathLst>
                <a:path extrusionOk="0" fill="none" h="82039" w="158514">
                  <a:moveTo>
                    <a:pt x="0" y="13375"/>
                  </a:moveTo>
                  <a:cubicBezTo>
                    <a:pt x="6474" y="14986"/>
                    <a:pt x="14013" y="14712"/>
                    <a:pt x="20183" y="12432"/>
                  </a:cubicBezTo>
                  <a:cubicBezTo>
                    <a:pt x="28116" y="9454"/>
                    <a:pt x="33709" y="2493"/>
                    <a:pt x="42402" y="1156"/>
                  </a:cubicBezTo>
                  <a:cubicBezTo>
                    <a:pt x="50092" y="1"/>
                    <a:pt x="57418" y="4043"/>
                    <a:pt x="59819" y="11217"/>
                  </a:cubicBezTo>
                  <a:cubicBezTo>
                    <a:pt x="62190" y="18390"/>
                    <a:pt x="73862" y="24104"/>
                    <a:pt x="81035" y="24439"/>
                  </a:cubicBezTo>
                  <a:cubicBezTo>
                    <a:pt x="86780" y="24743"/>
                    <a:pt x="94318" y="19454"/>
                    <a:pt x="99607" y="17934"/>
                  </a:cubicBezTo>
                  <a:cubicBezTo>
                    <a:pt x="108452" y="15381"/>
                    <a:pt x="117844" y="17873"/>
                    <a:pt x="122009" y="25350"/>
                  </a:cubicBezTo>
                  <a:cubicBezTo>
                    <a:pt x="124227" y="29332"/>
                    <a:pt x="120154" y="35047"/>
                    <a:pt x="121066" y="40092"/>
                  </a:cubicBezTo>
                  <a:cubicBezTo>
                    <a:pt x="121978" y="44925"/>
                    <a:pt x="126507" y="48512"/>
                    <a:pt x="126963" y="53406"/>
                  </a:cubicBezTo>
                  <a:cubicBezTo>
                    <a:pt x="127297" y="57205"/>
                    <a:pt x="130459" y="66172"/>
                    <a:pt x="134167" y="67570"/>
                  </a:cubicBezTo>
                  <a:cubicBezTo>
                    <a:pt x="139304" y="69485"/>
                    <a:pt x="146842" y="69424"/>
                    <a:pt x="151128" y="73862"/>
                  </a:cubicBezTo>
                  <a:cubicBezTo>
                    <a:pt x="153650" y="76537"/>
                    <a:pt x="154805" y="80883"/>
                    <a:pt x="158514" y="8203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18"/>
            <p:cNvSpPr/>
            <p:nvPr/>
          </p:nvSpPr>
          <p:spPr>
            <a:xfrm>
              <a:off x="2975000" y="89975"/>
              <a:ext cx="3962850" cy="2068425"/>
            </a:xfrm>
            <a:custGeom>
              <a:rect b="b" l="l" r="r" t="t"/>
              <a:pathLst>
                <a:path extrusionOk="0" fill="none" h="82737" w="158514">
                  <a:moveTo>
                    <a:pt x="0" y="14104"/>
                  </a:moveTo>
                  <a:cubicBezTo>
                    <a:pt x="6535" y="15684"/>
                    <a:pt x="14347" y="15502"/>
                    <a:pt x="20335" y="12918"/>
                  </a:cubicBezTo>
                  <a:cubicBezTo>
                    <a:pt x="27995" y="9575"/>
                    <a:pt x="34439" y="2644"/>
                    <a:pt x="43101" y="1216"/>
                  </a:cubicBezTo>
                  <a:cubicBezTo>
                    <a:pt x="50639" y="0"/>
                    <a:pt x="58299" y="3435"/>
                    <a:pt x="60822" y="10882"/>
                  </a:cubicBezTo>
                  <a:cubicBezTo>
                    <a:pt x="63436" y="18572"/>
                    <a:pt x="72190" y="23587"/>
                    <a:pt x="80184" y="23769"/>
                  </a:cubicBezTo>
                  <a:cubicBezTo>
                    <a:pt x="86415" y="23921"/>
                    <a:pt x="93862" y="18663"/>
                    <a:pt x="99759" y="17417"/>
                  </a:cubicBezTo>
                  <a:cubicBezTo>
                    <a:pt x="107875" y="15715"/>
                    <a:pt x="119394" y="17234"/>
                    <a:pt x="123224" y="25593"/>
                  </a:cubicBezTo>
                  <a:cubicBezTo>
                    <a:pt x="125413" y="30396"/>
                    <a:pt x="120367" y="35350"/>
                    <a:pt x="121279" y="40578"/>
                  </a:cubicBezTo>
                  <a:cubicBezTo>
                    <a:pt x="122100" y="45381"/>
                    <a:pt x="127723" y="48937"/>
                    <a:pt x="128118" y="53496"/>
                  </a:cubicBezTo>
                  <a:cubicBezTo>
                    <a:pt x="128422" y="57174"/>
                    <a:pt x="130762" y="66262"/>
                    <a:pt x="134501" y="67873"/>
                  </a:cubicBezTo>
                  <a:cubicBezTo>
                    <a:pt x="139456" y="70001"/>
                    <a:pt x="147085" y="69971"/>
                    <a:pt x="151340" y="74408"/>
                  </a:cubicBezTo>
                  <a:cubicBezTo>
                    <a:pt x="153894" y="77083"/>
                    <a:pt x="154897" y="81430"/>
                    <a:pt x="158514" y="8273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18"/>
            <p:cNvSpPr/>
            <p:nvPr/>
          </p:nvSpPr>
          <p:spPr>
            <a:xfrm>
              <a:off x="2975000" y="69450"/>
              <a:ext cx="3962850" cy="2089725"/>
            </a:xfrm>
            <a:custGeom>
              <a:rect b="b" l="l" r="r" t="t"/>
              <a:pathLst>
                <a:path extrusionOk="0" fill="none" h="83589" w="158514">
                  <a:moveTo>
                    <a:pt x="0" y="14925"/>
                  </a:moveTo>
                  <a:cubicBezTo>
                    <a:pt x="6626" y="16475"/>
                    <a:pt x="14529" y="16201"/>
                    <a:pt x="20517" y="13496"/>
                  </a:cubicBezTo>
                  <a:cubicBezTo>
                    <a:pt x="28359" y="9940"/>
                    <a:pt x="34925" y="3010"/>
                    <a:pt x="43800" y="1338"/>
                  </a:cubicBezTo>
                  <a:cubicBezTo>
                    <a:pt x="51126" y="0"/>
                    <a:pt x="59454" y="3010"/>
                    <a:pt x="61916" y="10517"/>
                  </a:cubicBezTo>
                  <a:cubicBezTo>
                    <a:pt x="64500" y="18359"/>
                    <a:pt x="70853" y="23223"/>
                    <a:pt x="79272" y="23131"/>
                  </a:cubicBezTo>
                  <a:cubicBezTo>
                    <a:pt x="86020" y="23071"/>
                    <a:pt x="93254" y="17934"/>
                    <a:pt x="100032" y="17052"/>
                  </a:cubicBezTo>
                  <a:cubicBezTo>
                    <a:pt x="108574" y="15958"/>
                    <a:pt x="120489" y="17630"/>
                    <a:pt x="124471" y="25989"/>
                  </a:cubicBezTo>
                  <a:cubicBezTo>
                    <a:pt x="126902" y="31065"/>
                    <a:pt x="120671" y="35776"/>
                    <a:pt x="121492" y="41186"/>
                  </a:cubicBezTo>
                  <a:cubicBezTo>
                    <a:pt x="122221" y="46050"/>
                    <a:pt x="128878" y="49393"/>
                    <a:pt x="129243" y="53740"/>
                  </a:cubicBezTo>
                  <a:cubicBezTo>
                    <a:pt x="129516" y="57357"/>
                    <a:pt x="131127" y="66445"/>
                    <a:pt x="134896" y="68238"/>
                  </a:cubicBezTo>
                  <a:cubicBezTo>
                    <a:pt x="139699" y="70549"/>
                    <a:pt x="147359" y="70670"/>
                    <a:pt x="151584" y="75077"/>
                  </a:cubicBezTo>
                  <a:cubicBezTo>
                    <a:pt x="154137" y="77752"/>
                    <a:pt x="154988" y="82068"/>
                    <a:pt x="158514" y="8358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18"/>
            <p:cNvSpPr/>
            <p:nvPr/>
          </p:nvSpPr>
          <p:spPr>
            <a:xfrm>
              <a:off x="2975000" y="45125"/>
              <a:ext cx="3962850" cy="2114050"/>
            </a:xfrm>
            <a:custGeom>
              <a:rect b="b" l="l" r="r" t="t"/>
              <a:pathLst>
                <a:path extrusionOk="0" fill="none" h="84562" w="158514">
                  <a:moveTo>
                    <a:pt x="0" y="15898"/>
                  </a:moveTo>
                  <a:cubicBezTo>
                    <a:pt x="6991" y="17478"/>
                    <a:pt x="14651" y="16809"/>
                    <a:pt x="20700" y="14226"/>
                  </a:cubicBezTo>
                  <a:cubicBezTo>
                    <a:pt x="28511" y="10913"/>
                    <a:pt x="35350" y="3527"/>
                    <a:pt x="44439" y="1551"/>
                  </a:cubicBezTo>
                  <a:cubicBezTo>
                    <a:pt x="51612" y="1"/>
                    <a:pt x="60579" y="2736"/>
                    <a:pt x="63041" y="10214"/>
                  </a:cubicBezTo>
                  <a:cubicBezTo>
                    <a:pt x="65564" y="17934"/>
                    <a:pt x="69515" y="22949"/>
                    <a:pt x="78391" y="22645"/>
                  </a:cubicBezTo>
                  <a:cubicBezTo>
                    <a:pt x="85716" y="22372"/>
                    <a:pt x="93072" y="17417"/>
                    <a:pt x="100488" y="16931"/>
                  </a:cubicBezTo>
                  <a:cubicBezTo>
                    <a:pt x="109273" y="16323"/>
                    <a:pt x="121431" y="18208"/>
                    <a:pt x="125717" y="26536"/>
                  </a:cubicBezTo>
                  <a:cubicBezTo>
                    <a:pt x="128544" y="31946"/>
                    <a:pt x="121036" y="36415"/>
                    <a:pt x="121735" y="41916"/>
                  </a:cubicBezTo>
                  <a:cubicBezTo>
                    <a:pt x="122343" y="46871"/>
                    <a:pt x="129881" y="49971"/>
                    <a:pt x="130276" y="54105"/>
                  </a:cubicBezTo>
                  <a:cubicBezTo>
                    <a:pt x="130641" y="57631"/>
                    <a:pt x="131431" y="66628"/>
                    <a:pt x="135322" y="68664"/>
                  </a:cubicBezTo>
                  <a:cubicBezTo>
                    <a:pt x="140124" y="71157"/>
                    <a:pt x="147632" y="71461"/>
                    <a:pt x="151796" y="75868"/>
                  </a:cubicBezTo>
                  <a:cubicBezTo>
                    <a:pt x="154350" y="78573"/>
                    <a:pt x="155109" y="82859"/>
                    <a:pt x="158514" y="8456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18"/>
            <p:cNvSpPr/>
            <p:nvPr/>
          </p:nvSpPr>
          <p:spPr>
            <a:xfrm>
              <a:off x="2975000" y="20825"/>
              <a:ext cx="3962850" cy="2138350"/>
            </a:xfrm>
            <a:custGeom>
              <a:rect b="b" l="l" r="r" t="t"/>
              <a:pathLst>
                <a:path extrusionOk="0" fill="none" h="85534" w="158514">
                  <a:moveTo>
                    <a:pt x="0" y="16870"/>
                  </a:moveTo>
                  <a:cubicBezTo>
                    <a:pt x="7082" y="18420"/>
                    <a:pt x="14833" y="17629"/>
                    <a:pt x="20912" y="14955"/>
                  </a:cubicBezTo>
                  <a:cubicBezTo>
                    <a:pt x="28876" y="11459"/>
                    <a:pt x="35776" y="3951"/>
                    <a:pt x="45047" y="1702"/>
                  </a:cubicBezTo>
                  <a:cubicBezTo>
                    <a:pt x="52068" y="0"/>
                    <a:pt x="61703" y="2371"/>
                    <a:pt x="64166" y="9818"/>
                  </a:cubicBezTo>
                  <a:cubicBezTo>
                    <a:pt x="66567" y="16991"/>
                    <a:pt x="68877" y="22645"/>
                    <a:pt x="77722" y="22128"/>
                  </a:cubicBezTo>
                  <a:cubicBezTo>
                    <a:pt x="85503" y="21672"/>
                    <a:pt x="93133" y="16961"/>
                    <a:pt x="101127" y="16809"/>
                  </a:cubicBezTo>
                  <a:cubicBezTo>
                    <a:pt x="110063" y="16657"/>
                    <a:pt x="122161" y="18693"/>
                    <a:pt x="126963" y="27083"/>
                  </a:cubicBezTo>
                  <a:cubicBezTo>
                    <a:pt x="130276" y="32858"/>
                    <a:pt x="121705" y="37052"/>
                    <a:pt x="122161" y="42615"/>
                  </a:cubicBezTo>
                  <a:cubicBezTo>
                    <a:pt x="122616" y="47782"/>
                    <a:pt x="130762" y="50518"/>
                    <a:pt x="131279" y="54530"/>
                  </a:cubicBezTo>
                  <a:cubicBezTo>
                    <a:pt x="131735" y="57934"/>
                    <a:pt x="131796" y="66931"/>
                    <a:pt x="135778" y="69089"/>
                  </a:cubicBezTo>
                  <a:cubicBezTo>
                    <a:pt x="140550" y="71703"/>
                    <a:pt x="147936" y="72250"/>
                    <a:pt x="152039" y="76658"/>
                  </a:cubicBezTo>
                  <a:cubicBezTo>
                    <a:pt x="154593" y="79393"/>
                    <a:pt x="155231" y="83649"/>
                    <a:pt x="158514" y="8553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7" name="Google Shape;2747;p18"/>
          <p:cNvGrpSpPr/>
          <p:nvPr/>
        </p:nvGrpSpPr>
        <p:grpSpPr>
          <a:xfrm rot="10794970">
            <a:off x="7447611" y="-923234"/>
            <a:ext cx="4063513" cy="4037581"/>
            <a:chOff x="2975000" y="20825"/>
            <a:chExt cx="3963625" cy="2500050"/>
          </a:xfrm>
        </p:grpSpPr>
        <p:sp>
          <p:nvSpPr>
            <p:cNvPr id="2748" name="Google Shape;2748;p18"/>
            <p:cNvSpPr/>
            <p:nvPr/>
          </p:nvSpPr>
          <p:spPr>
            <a:xfrm>
              <a:off x="2975000" y="442550"/>
              <a:ext cx="3962850" cy="2078325"/>
            </a:xfrm>
            <a:custGeom>
              <a:rect b="b" l="l" r="r" t="t"/>
              <a:pathLst>
                <a:path extrusionOk="0" fill="none" h="83133" w="158514">
                  <a:moveTo>
                    <a:pt x="0" y="1"/>
                  </a:moveTo>
                  <a:cubicBezTo>
                    <a:pt x="4347" y="3071"/>
                    <a:pt x="9423" y="6171"/>
                    <a:pt x="12797" y="10122"/>
                  </a:cubicBezTo>
                  <a:cubicBezTo>
                    <a:pt x="18025" y="16232"/>
                    <a:pt x="11095" y="25411"/>
                    <a:pt x="18298" y="31369"/>
                  </a:cubicBezTo>
                  <a:cubicBezTo>
                    <a:pt x="23952" y="36050"/>
                    <a:pt x="23982" y="41612"/>
                    <a:pt x="23283" y="48269"/>
                  </a:cubicBezTo>
                  <a:cubicBezTo>
                    <a:pt x="22706" y="53497"/>
                    <a:pt x="22463" y="62494"/>
                    <a:pt x="29028" y="64044"/>
                  </a:cubicBezTo>
                  <a:cubicBezTo>
                    <a:pt x="35776" y="65655"/>
                    <a:pt x="41186" y="60913"/>
                    <a:pt x="45624" y="56567"/>
                  </a:cubicBezTo>
                  <a:cubicBezTo>
                    <a:pt x="51855" y="50457"/>
                    <a:pt x="63466" y="46202"/>
                    <a:pt x="71825" y="49515"/>
                  </a:cubicBezTo>
                  <a:cubicBezTo>
                    <a:pt x="79211" y="52463"/>
                    <a:pt x="89728" y="48421"/>
                    <a:pt x="96598" y="51430"/>
                  </a:cubicBezTo>
                  <a:cubicBezTo>
                    <a:pt x="100762" y="53284"/>
                    <a:pt x="101035" y="58390"/>
                    <a:pt x="102343" y="62646"/>
                  </a:cubicBezTo>
                  <a:cubicBezTo>
                    <a:pt x="104197" y="68603"/>
                    <a:pt x="108938" y="75564"/>
                    <a:pt x="114106" y="78482"/>
                  </a:cubicBezTo>
                  <a:cubicBezTo>
                    <a:pt x="122343" y="83132"/>
                    <a:pt x="130914" y="70610"/>
                    <a:pt x="138909" y="69151"/>
                  </a:cubicBezTo>
                  <a:cubicBezTo>
                    <a:pt x="145474" y="67935"/>
                    <a:pt x="152435" y="73892"/>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18"/>
            <p:cNvSpPr/>
            <p:nvPr/>
          </p:nvSpPr>
          <p:spPr>
            <a:xfrm>
              <a:off x="2975000" y="442550"/>
              <a:ext cx="3962850" cy="2057800"/>
            </a:xfrm>
            <a:custGeom>
              <a:rect b="b" l="l" r="r" t="t"/>
              <a:pathLst>
                <a:path extrusionOk="0" fill="none" h="82312" w="158514">
                  <a:moveTo>
                    <a:pt x="0" y="1"/>
                  </a:moveTo>
                  <a:cubicBezTo>
                    <a:pt x="4408" y="3040"/>
                    <a:pt x="9392" y="6049"/>
                    <a:pt x="13040" y="9879"/>
                  </a:cubicBezTo>
                  <a:cubicBezTo>
                    <a:pt x="18602" y="15654"/>
                    <a:pt x="11733" y="24955"/>
                    <a:pt x="18694" y="30609"/>
                  </a:cubicBezTo>
                  <a:cubicBezTo>
                    <a:pt x="24408" y="35259"/>
                    <a:pt x="25077" y="40153"/>
                    <a:pt x="24317" y="46901"/>
                  </a:cubicBezTo>
                  <a:cubicBezTo>
                    <a:pt x="23739" y="52129"/>
                    <a:pt x="23131" y="61248"/>
                    <a:pt x="29849" y="62919"/>
                  </a:cubicBezTo>
                  <a:cubicBezTo>
                    <a:pt x="36870" y="64652"/>
                    <a:pt x="41794" y="59606"/>
                    <a:pt x="46627" y="55503"/>
                  </a:cubicBezTo>
                  <a:cubicBezTo>
                    <a:pt x="53557" y="49606"/>
                    <a:pt x="63983" y="44712"/>
                    <a:pt x="72798" y="48634"/>
                  </a:cubicBezTo>
                  <a:cubicBezTo>
                    <a:pt x="80123" y="51886"/>
                    <a:pt x="90245" y="48208"/>
                    <a:pt x="97266" y="51187"/>
                  </a:cubicBezTo>
                  <a:cubicBezTo>
                    <a:pt x="101522" y="52980"/>
                    <a:pt x="101674" y="58026"/>
                    <a:pt x="102890" y="62251"/>
                  </a:cubicBezTo>
                  <a:cubicBezTo>
                    <a:pt x="104561" y="68087"/>
                    <a:pt x="109303" y="75078"/>
                    <a:pt x="114440" y="77844"/>
                  </a:cubicBezTo>
                  <a:cubicBezTo>
                    <a:pt x="122799" y="82312"/>
                    <a:pt x="131097" y="70032"/>
                    <a:pt x="139243" y="68877"/>
                  </a:cubicBezTo>
                  <a:cubicBezTo>
                    <a:pt x="145656" y="67935"/>
                    <a:pt x="152495" y="73771"/>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18"/>
            <p:cNvSpPr/>
            <p:nvPr/>
          </p:nvSpPr>
          <p:spPr>
            <a:xfrm>
              <a:off x="2975000" y="442550"/>
              <a:ext cx="3962850" cy="2035775"/>
            </a:xfrm>
            <a:custGeom>
              <a:rect b="b" l="l" r="r" t="t"/>
              <a:pathLst>
                <a:path extrusionOk="0" fill="none" h="81431" w="158514">
                  <a:moveTo>
                    <a:pt x="0" y="1"/>
                  </a:moveTo>
                  <a:cubicBezTo>
                    <a:pt x="4468" y="3040"/>
                    <a:pt x="9362" y="5958"/>
                    <a:pt x="13313" y="9606"/>
                  </a:cubicBezTo>
                  <a:cubicBezTo>
                    <a:pt x="19210" y="15077"/>
                    <a:pt x="12432" y="24469"/>
                    <a:pt x="19089" y="29849"/>
                  </a:cubicBezTo>
                  <a:cubicBezTo>
                    <a:pt x="24803" y="34469"/>
                    <a:pt x="26019" y="38694"/>
                    <a:pt x="25350" y="45564"/>
                  </a:cubicBezTo>
                  <a:cubicBezTo>
                    <a:pt x="24833" y="50822"/>
                    <a:pt x="23739" y="60001"/>
                    <a:pt x="30609" y="61795"/>
                  </a:cubicBezTo>
                  <a:cubicBezTo>
                    <a:pt x="37691" y="63649"/>
                    <a:pt x="42797" y="58299"/>
                    <a:pt x="47813" y="54378"/>
                  </a:cubicBezTo>
                  <a:cubicBezTo>
                    <a:pt x="55989" y="47995"/>
                    <a:pt x="63345" y="43375"/>
                    <a:pt x="73801" y="47752"/>
                  </a:cubicBezTo>
                  <a:cubicBezTo>
                    <a:pt x="81704" y="51065"/>
                    <a:pt x="90762" y="48026"/>
                    <a:pt x="97966" y="50944"/>
                  </a:cubicBezTo>
                  <a:cubicBezTo>
                    <a:pt x="102282" y="52707"/>
                    <a:pt x="102343" y="57631"/>
                    <a:pt x="103437" y="61825"/>
                  </a:cubicBezTo>
                  <a:cubicBezTo>
                    <a:pt x="104957" y="67570"/>
                    <a:pt x="109637" y="74531"/>
                    <a:pt x="114774" y="77145"/>
                  </a:cubicBezTo>
                  <a:cubicBezTo>
                    <a:pt x="123285" y="81430"/>
                    <a:pt x="131310" y="69454"/>
                    <a:pt x="139577" y="68573"/>
                  </a:cubicBezTo>
                  <a:cubicBezTo>
                    <a:pt x="145869" y="67904"/>
                    <a:pt x="152587" y="73649"/>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18"/>
            <p:cNvSpPr/>
            <p:nvPr/>
          </p:nvSpPr>
          <p:spPr>
            <a:xfrm>
              <a:off x="2975000" y="442550"/>
              <a:ext cx="3962850" cy="2014500"/>
            </a:xfrm>
            <a:custGeom>
              <a:rect b="b" l="l" r="r" t="t"/>
              <a:pathLst>
                <a:path extrusionOk="0" fill="none" h="80580" w="158514">
                  <a:moveTo>
                    <a:pt x="0" y="1"/>
                  </a:moveTo>
                  <a:cubicBezTo>
                    <a:pt x="4560" y="3010"/>
                    <a:pt x="9392" y="5897"/>
                    <a:pt x="13526" y="9393"/>
                  </a:cubicBezTo>
                  <a:cubicBezTo>
                    <a:pt x="19666" y="14469"/>
                    <a:pt x="13162" y="23952"/>
                    <a:pt x="19484" y="29150"/>
                  </a:cubicBezTo>
                  <a:cubicBezTo>
                    <a:pt x="24560" y="33314"/>
                    <a:pt x="27235" y="37509"/>
                    <a:pt x="26323" y="44348"/>
                  </a:cubicBezTo>
                  <a:cubicBezTo>
                    <a:pt x="25563" y="49728"/>
                    <a:pt x="24317" y="58846"/>
                    <a:pt x="31308" y="60792"/>
                  </a:cubicBezTo>
                  <a:cubicBezTo>
                    <a:pt x="38390" y="62737"/>
                    <a:pt x="43770" y="57296"/>
                    <a:pt x="48998" y="53375"/>
                  </a:cubicBezTo>
                  <a:cubicBezTo>
                    <a:pt x="57813" y="46688"/>
                    <a:pt x="63892" y="42129"/>
                    <a:pt x="74743" y="47023"/>
                  </a:cubicBezTo>
                  <a:cubicBezTo>
                    <a:pt x="82433" y="50488"/>
                    <a:pt x="91248" y="47995"/>
                    <a:pt x="98604" y="50761"/>
                  </a:cubicBezTo>
                  <a:cubicBezTo>
                    <a:pt x="103042" y="52372"/>
                    <a:pt x="103011" y="57266"/>
                    <a:pt x="104014" y="61430"/>
                  </a:cubicBezTo>
                  <a:cubicBezTo>
                    <a:pt x="105382" y="67084"/>
                    <a:pt x="109941" y="74014"/>
                    <a:pt x="115109" y="76445"/>
                  </a:cubicBezTo>
                  <a:cubicBezTo>
                    <a:pt x="123802" y="80579"/>
                    <a:pt x="132100" y="68299"/>
                    <a:pt x="139912" y="68330"/>
                  </a:cubicBezTo>
                  <a:cubicBezTo>
                    <a:pt x="144927" y="68330"/>
                    <a:pt x="153529" y="7331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18"/>
            <p:cNvSpPr/>
            <p:nvPr/>
          </p:nvSpPr>
          <p:spPr>
            <a:xfrm>
              <a:off x="2975000" y="442550"/>
              <a:ext cx="3962850" cy="1991700"/>
            </a:xfrm>
            <a:custGeom>
              <a:rect b="b" l="l" r="r" t="t"/>
              <a:pathLst>
                <a:path extrusionOk="0" fill="none" h="79668" w="158514">
                  <a:moveTo>
                    <a:pt x="0" y="1"/>
                  </a:moveTo>
                  <a:cubicBezTo>
                    <a:pt x="4590" y="3010"/>
                    <a:pt x="9484" y="5897"/>
                    <a:pt x="13769" y="9119"/>
                  </a:cubicBezTo>
                  <a:cubicBezTo>
                    <a:pt x="20122" y="13861"/>
                    <a:pt x="13952" y="23344"/>
                    <a:pt x="19879" y="28360"/>
                  </a:cubicBezTo>
                  <a:cubicBezTo>
                    <a:pt x="24651" y="32402"/>
                    <a:pt x="28055" y="36475"/>
                    <a:pt x="27265" y="43102"/>
                  </a:cubicBezTo>
                  <a:cubicBezTo>
                    <a:pt x="26627" y="48482"/>
                    <a:pt x="24985" y="57600"/>
                    <a:pt x="31946" y="59698"/>
                  </a:cubicBezTo>
                  <a:cubicBezTo>
                    <a:pt x="39028" y="61795"/>
                    <a:pt x="44955" y="56202"/>
                    <a:pt x="50183" y="52251"/>
                  </a:cubicBezTo>
                  <a:cubicBezTo>
                    <a:pt x="59424" y="45260"/>
                    <a:pt x="64561" y="40761"/>
                    <a:pt x="75746" y="46232"/>
                  </a:cubicBezTo>
                  <a:cubicBezTo>
                    <a:pt x="83315" y="49971"/>
                    <a:pt x="91795" y="47813"/>
                    <a:pt x="99273" y="50488"/>
                  </a:cubicBezTo>
                  <a:cubicBezTo>
                    <a:pt x="103832" y="52129"/>
                    <a:pt x="103619" y="56840"/>
                    <a:pt x="104653" y="61035"/>
                  </a:cubicBezTo>
                  <a:cubicBezTo>
                    <a:pt x="106051" y="66749"/>
                    <a:pt x="110124" y="73315"/>
                    <a:pt x="115443" y="75716"/>
                  </a:cubicBezTo>
                  <a:cubicBezTo>
                    <a:pt x="124227" y="79667"/>
                    <a:pt x="132039" y="67995"/>
                    <a:pt x="140246" y="68056"/>
                  </a:cubicBezTo>
                  <a:cubicBezTo>
                    <a:pt x="145535" y="68087"/>
                    <a:pt x="153377" y="7340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18"/>
            <p:cNvSpPr/>
            <p:nvPr/>
          </p:nvSpPr>
          <p:spPr>
            <a:xfrm>
              <a:off x="2975000" y="442550"/>
              <a:ext cx="3963625" cy="1968900"/>
            </a:xfrm>
            <a:custGeom>
              <a:rect b="b" l="l" r="r" t="t"/>
              <a:pathLst>
                <a:path extrusionOk="0" fill="none" h="78756" w="158545">
                  <a:moveTo>
                    <a:pt x="0" y="1"/>
                  </a:moveTo>
                  <a:cubicBezTo>
                    <a:pt x="4651" y="2979"/>
                    <a:pt x="9575" y="5867"/>
                    <a:pt x="14013" y="8876"/>
                  </a:cubicBezTo>
                  <a:cubicBezTo>
                    <a:pt x="20548" y="13283"/>
                    <a:pt x="14985" y="22706"/>
                    <a:pt x="20305" y="27539"/>
                  </a:cubicBezTo>
                  <a:cubicBezTo>
                    <a:pt x="24590" y="31430"/>
                    <a:pt x="28724" y="35715"/>
                    <a:pt x="28147" y="42007"/>
                  </a:cubicBezTo>
                  <a:cubicBezTo>
                    <a:pt x="27630" y="47296"/>
                    <a:pt x="25654" y="56445"/>
                    <a:pt x="32584" y="58664"/>
                  </a:cubicBezTo>
                  <a:cubicBezTo>
                    <a:pt x="39606" y="60913"/>
                    <a:pt x="46354" y="55077"/>
                    <a:pt x="51369" y="51096"/>
                  </a:cubicBezTo>
                  <a:cubicBezTo>
                    <a:pt x="60609" y="43770"/>
                    <a:pt x="65351" y="39576"/>
                    <a:pt x="76749" y="45594"/>
                  </a:cubicBezTo>
                  <a:cubicBezTo>
                    <a:pt x="84166" y="49515"/>
                    <a:pt x="92251" y="47722"/>
                    <a:pt x="99911" y="50275"/>
                  </a:cubicBezTo>
                  <a:cubicBezTo>
                    <a:pt x="104622" y="51855"/>
                    <a:pt x="104318" y="56445"/>
                    <a:pt x="105260" y="60609"/>
                  </a:cubicBezTo>
                  <a:cubicBezTo>
                    <a:pt x="106537" y="66324"/>
                    <a:pt x="110428" y="72676"/>
                    <a:pt x="115808" y="74956"/>
                  </a:cubicBezTo>
                  <a:cubicBezTo>
                    <a:pt x="124714" y="78756"/>
                    <a:pt x="132313" y="67418"/>
                    <a:pt x="140580" y="67813"/>
                  </a:cubicBezTo>
                  <a:cubicBezTo>
                    <a:pt x="145778" y="68056"/>
                    <a:pt x="153438" y="73315"/>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18"/>
            <p:cNvSpPr/>
            <p:nvPr/>
          </p:nvSpPr>
          <p:spPr>
            <a:xfrm>
              <a:off x="2975000" y="442550"/>
              <a:ext cx="3962850" cy="1919500"/>
            </a:xfrm>
            <a:custGeom>
              <a:rect b="b" l="l" r="r" t="t"/>
              <a:pathLst>
                <a:path extrusionOk="0" fill="none" h="76780" w="158514">
                  <a:moveTo>
                    <a:pt x="0" y="1"/>
                  </a:moveTo>
                  <a:cubicBezTo>
                    <a:pt x="4712" y="2949"/>
                    <a:pt x="9666" y="5776"/>
                    <a:pt x="14225" y="8633"/>
                  </a:cubicBezTo>
                  <a:cubicBezTo>
                    <a:pt x="20973" y="12797"/>
                    <a:pt x="16049" y="21977"/>
                    <a:pt x="20760" y="26718"/>
                  </a:cubicBezTo>
                  <a:cubicBezTo>
                    <a:pt x="24438" y="30396"/>
                    <a:pt x="29332" y="35168"/>
                    <a:pt x="28967" y="41004"/>
                  </a:cubicBezTo>
                  <a:cubicBezTo>
                    <a:pt x="28633" y="46202"/>
                    <a:pt x="26444" y="55381"/>
                    <a:pt x="33192" y="57661"/>
                  </a:cubicBezTo>
                  <a:cubicBezTo>
                    <a:pt x="40153" y="60032"/>
                    <a:pt x="47752" y="53953"/>
                    <a:pt x="52494" y="49880"/>
                  </a:cubicBezTo>
                  <a:cubicBezTo>
                    <a:pt x="61703" y="41977"/>
                    <a:pt x="66293" y="38633"/>
                    <a:pt x="77722" y="45016"/>
                  </a:cubicBezTo>
                  <a:cubicBezTo>
                    <a:pt x="84926" y="49059"/>
                    <a:pt x="92707" y="47722"/>
                    <a:pt x="100488" y="50093"/>
                  </a:cubicBezTo>
                  <a:cubicBezTo>
                    <a:pt x="105382" y="51582"/>
                    <a:pt x="104987" y="56080"/>
                    <a:pt x="105838" y="60245"/>
                  </a:cubicBezTo>
                  <a:cubicBezTo>
                    <a:pt x="107023" y="65898"/>
                    <a:pt x="111005" y="72676"/>
                    <a:pt x="116142" y="74227"/>
                  </a:cubicBezTo>
                  <a:cubicBezTo>
                    <a:pt x="124683" y="76780"/>
                    <a:pt x="132191" y="66901"/>
                    <a:pt x="140884" y="67570"/>
                  </a:cubicBezTo>
                  <a:cubicBezTo>
                    <a:pt x="145930" y="67965"/>
                    <a:pt x="153468" y="73224"/>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18"/>
            <p:cNvSpPr/>
            <p:nvPr/>
          </p:nvSpPr>
          <p:spPr>
            <a:xfrm>
              <a:off x="2975000" y="442550"/>
              <a:ext cx="3962100" cy="1896700"/>
            </a:xfrm>
            <a:custGeom>
              <a:rect b="b" l="l" r="r" t="t"/>
              <a:pathLst>
                <a:path extrusionOk="0" fill="none" h="75868" w="158484">
                  <a:moveTo>
                    <a:pt x="0" y="1"/>
                  </a:moveTo>
                  <a:cubicBezTo>
                    <a:pt x="4742" y="2949"/>
                    <a:pt x="9788" y="5441"/>
                    <a:pt x="14438" y="8359"/>
                  </a:cubicBezTo>
                  <a:cubicBezTo>
                    <a:pt x="21520" y="12797"/>
                    <a:pt x="16900" y="20852"/>
                    <a:pt x="21277" y="25837"/>
                  </a:cubicBezTo>
                  <a:cubicBezTo>
                    <a:pt x="24408" y="29424"/>
                    <a:pt x="29758" y="34652"/>
                    <a:pt x="29727" y="40123"/>
                  </a:cubicBezTo>
                  <a:cubicBezTo>
                    <a:pt x="29666" y="45229"/>
                    <a:pt x="27447" y="54014"/>
                    <a:pt x="33770" y="56658"/>
                  </a:cubicBezTo>
                  <a:cubicBezTo>
                    <a:pt x="40396" y="59394"/>
                    <a:pt x="49545" y="52433"/>
                    <a:pt x="53618" y="48542"/>
                  </a:cubicBezTo>
                  <a:cubicBezTo>
                    <a:pt x="62707" y="39788"/>
                    <a:pt x="67448" y="37904"/>
                    <a:pt x="78725" y="44530"/>
                  </a:cubicBezTo>
                  <a:cubicBezTo>
                    <a:pt x="85716" y="48664"/>
                    <a:pt x="93224" y="47722"/>
                    <a:pt x="101066" y="49910"/>
                  </a:cubicBezTo>
                  <a:cubicBezTo>
                    <a:pt x="106142" y="51308"/>
                    <a:pt x="105716" y="55685"/>
                    <a:pt x="106476" y="59849"/>
                  </a:cubicBezTo>
                  <a:cubicBezTo>
                    <a:pt x="107540" y="65503"/>
                    <a:pt x="111279" y="71977"/>
                    <a:pt x="116477" y="73467"/>
                  </a:cubicBezTo>
                  <a:cubicBezTo>
                    <a:pt x="124927" y="75868"/>
                    <a:pt x="132708" y="66354"/>
                    <a:pt x="141188" y="67357"/>
                  </a:cubicBezTo>
                  <a:cubicBezTo>
                    <a:pt x="146143" y="67935"/>
                    <a:pt x="153468" y="7313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18"/>
            <p:cNvSpPr/>
            <p:nvPr/>
          </p:nvSpPr>
          <p:spPr>
            <a:xfrm>
              <a:off x="2975000" y="442550"/>
              <a:ext cx="3962850" cy="1870875"/>
            </a:xfrm>
            <a:custGeom>
              <a:rect b="b" l="l" r="r" t="t"/>
              <a:pathLst>
                <a:path extrusionOk="0" fill="none" h="74835" w="158514">
                  <a:moveTo>
                    <a:pt x="0" y="1"/>
                  </a:moveTo>
                  <a:cubicBezTo>
                    <a:pt x="4803" y="2919"/>
                    <a:pt x="9848" y="5350"/>
                    <a:pt x="14651" y="8116"/>
                  </a:cubicBezTo>
                  <a:cubicBezTo>
                    <a:pt x="21946" y="12311"/>
                    <a:pt x="18086" y="19697"/>
                    <a:pt x="21885" y="24895"/>
                  </a:cubicBezTo>
                  <a:cubicBezTo>
                    <a:pt x="24590" y="28633"/>
                    <a:pt x="30031" y="34013"/>
                    <a:pt x="30396" y="39272"/>
                  </a:cubicBezTo>
                  <a:cubicBezTo>
                    <a:pt x="30791" y="44439"/>
                    <a:pt x="28299" y="52919"/>
                    <a:pt x="34439" y="55625"/>
                  </a:cubicBezTo>
                  <a:cubicBezTo>
                    <a:pt x="41186" y="58603"/>
                    <a:pt x="50670" y="51217"/>
                    <a:pt x="54712" y="47083"/>
                  </a:cubicBezTo>
                  <a:cubicBezTo>
                    <a:pt x="63892" y="37630"/>
                    <a:pt x="68542" y="37266"/>
                    <a:pt x="79789" y="44135"/>
                  </a:cubicBezTo>
                  <a:cubicBezTo>
                    <a:pt x="86476" y="48208"/>
                    <a:pt x="93984" y="47661"/>
                    <a:pt x="101674" y="49728"/>
                  </a:cubicBezTo>
                  <a:cubicBezTo>
                    <a:pt x="106932" y="51126"/>
                    <a:pt x="106416" y="55138"/>
                    <a:pt x="107145" y="59454"/>
                  </a:cubicBezTo>
                  <a:cubicBezTo>
                    <a:pt x="108057" y="64986"/>
                    <a:pt x="111552" y="71339"/>
                    <a:pt x="116872" y="72707"/>
                  </a:cubicBezTo>
                  <a:cubicBezTo>
                    <a:pt x="125322" y="74835"/>
                    <a:pt x="133285" y="65837"/>
                    <a:pt x="141523" y="67114"/>
                  </a:cubicBezTo>
                  <a:cubicBezTo>
                    <a:pt x="146386" y="67874"/>
                    <a:pt x="153559" y="73011"/>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18"/>
            <p:cNvSpPr/>
            <p:nvPr/>
          </p:nvSpPr>
          <p:spPr>
            <a:xfrm>
              <a:off x="2975000" y="442550"/>
              <a:ext cx="3962850" cy="1848075"/>
            </a:xfrm>
            <a:custGeom>
              <a:rect b="b" l="l" r="r" t="t"/>
              <a:pathLst>
                <a:path extrusionOk="0" fill="none" h="73923" w="158514">
                  <a:moveTo>
                    <a:pt x="0" y="1"/>
                  </a:moveTo>
                  <a:cubicBezTo>
                    <a:pt x="4833" y="2888"/>
                    <a:pt x="9909" y="5259"/>
                    <a:pt x="14864" y="7873"/>
                  </a:cubicBezTo>
                  <a:cubicBezTo>
                    <a:pt x="22219" y="11764"/>
                    <a:pt x="19301" y="18390"/>
                    <a:pt x="22584" y="23922"/>
                  </a:cubicBezTo>
                  <a:cubicBezTo>
                    <a:pt x="25046" y="28086"/>
                    <a:pt x="30092" y="33649"/>
                    <a:pt x="31004" y="38542"/>
                  </a:cubicBezTo>
                  <a:cubicBezTo>
                    <a:pt x="31855" y="43284"/>
                    <a:pt x="29150" y="51947"/>
                    <a:pt x="35107" y="54561"/>
                  </a:cubicBezTo>
                  <a:cubicBezTo>
                    <a:pt x="42250" y="57691"/>
                    <a:pt x="51673" y="50032"/>
                    <a:pt x="55746" y="45503"/>
                  </a:cubicBezTo>
                  <a:cubicBezTo>
                    <a:pt x="64834" y="35411"/>
                    <a:pt x="69941" y="36992"/>
                    <a:pt x="80822" y="43770"/>
                  </a:cubicBezTo>
                  <a:cubicBezTo>
                    <a:pt x="87205" y="47782"/>
                    <a:pt x="94683" y="47691"/>
                    <a:pt x="102191" y="49576"/>
                  </a:cubicBezTo>
                  <a:cubicBezTo>
                    <a:pt x="107571" y="50913"/>
                    <a:pt x="107145" y="54682"/>
                    <a:pt x="107783" y="59090"/>
                  </a:cubicBezTo>
                  <a:cubicBezTo>
                    <a:pt x="108604" y="64591"/>
                    <a:pt x="111826" y="70610"/>
                    <a:pt x="117236" y="71917"/>
                  </a:cubicBezTo>
                  <a:cubicBezTo>
                    <a:pt x="125504" y="73923"/>
                    <a:pt x="133863" y="65321"/>
                    <a:pt x="141827" y="66901"/>
                  </a:cubicBezTo>
                  <a:cubicBezTo>
                    <a:pt x="146599" y="67813"/>
                    <a:pt x="153620" y="7292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18"/>
            <p:cNvSpPr/>
            <p:nvPr/>
          </p:nvSpPr>
          <p:spPr>
            <a:xfrm>
              <a:off x="2975000" y="442550"/>
              <a:ext cx="3962100" cy="1826050"/>
            </a:xfrm>
            <a:custGeom>
              <a:rect b="b" l="l" r="r" t="t"/>
              <a:pathLst>
                <a:path extrusionOk="0" fill="none" h="73042" w="158484">
                  <a:moveTo>
                    <a:pt x="0" y="1"/>
                  </a:moveTo>
                  <a:cubicBezTo>
                    <a:pt x="4894" y="2858"/>
                    <a:pt x="10000" y="5168"/>
                    <a:pt x="15076" y="7630"/>
                  </a:cubicBezTo>
                  <a:cubicBezTo>
                    <a:pt x="22402" y="11217"/>
                    <a:pt x="20639" y="16992"/>
                    <a:pt x="23435" y="22980"/>
                  </a:cubicBezTo>
                  <a:cubicBezTo>
                    <a:pt x="25685" y="27813"/>
                    <a:pt x="29910" y="33041"/>
                    <a:pt x="31460" y="37934"/>
                  </a:cubicBezTo>
                  <a:cubicBezTo>
                    <a:pt x="32858" y="42372"/>
                    <a:pt x="29940" y="51096"/>
                    <a:pt x="35867" y="53558"/>
                  </a:cubicBezTo>
                  <a:cubicBezTo>
                    <a:pt x="43618" y="56749"/>
                    <a:pt x="52433" y="48937"/>
                    <a:pt x="56779" y="43831"/>
                  </a:cubicBezTo>
                  <a:cubicBezTo>
                    <a:pt x="65746" y="33314"/>
                    <a:pt x="71552" y="36901"/>
                    <a:pt x="81886" y="43466"/>
                  </a:cubicBezTo>
                  <a:cubicBezTo>
                    <a:pt x="87965" y="47327"/>
                    <a:pt x="95412" y="47752"/>
                    <a:pt x="102707" y="49454"/>
                  </a:cubicBezTo>
                  <a:cubicBezTo>
                    <a:pt x="108148" y="50700"/>
                    <a:pt x="107905" y="54226"/>
                    <a:pt x="108452" y="58725"/>
                  </a:cubicBezTo>
                  <a:cubicBezTo>
                    <a:pt x="109182" y="64226"/>
                    <a:pt x="112130" y="69910"/>
                    <a:pt x="117571" y="71187"/>
                  </a:cubicBezTo>
                  <a:cubicBezTo>
                    <a:pt x="125626" y="73041"/>
                    <a:pt x="134410" y="64895"/>
                    <a:pt x="142100" y="66688"/>
                  </a:cubicBezTo>
                  <a:cubicBezTo>
                    <a:pt x="146751" y="67783"/>
                    <a:pt x="153590" y="72828"/>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18"/>
            <p:cNvSpPr/>
            <p:nvPr/>
          </p:nvSpPr>
          <p:spPr>
            <a:xfrm>
              <a:off x="2975000" y="442550"/>
              <a:ext cx="3962850" cy="1818450"/>
            </a:xfrm>
            <a:custGeom>
              <a:rect b="b" l="l" r="r" t="t"/>
              <a:pathLst>
                <a:path extrusionOk="0" fill="none" h="72738" w="158514">
                  <a:moveTo>
                    <a:pt x="0" y="1"/>
                  </a:moveTo>
                  <a:cubicBezTo>
                    <a:pt x="4924" y="2827"/>
                    <a:pt x="10122" y="5077"/>
                    <a:pt x="15259" y="7387"/>
                  </a:cubicBezTo>
                  <a:cubicBezTo>
                    <a:pt x="22432" y="10609"/>
                    <a:pt x="22159" y="15594"/>
                    <a:pt x="24317" y="22007"/>
                  </a:cubicBezTo>
                  <a:cubicBezTo>
                    <a:pt x="26171" y="27630"/>
                    <a:pt x="29332" y="32402"/>
                    <a:pt x="31733" y="37418"/>
                  </a:cubicBezTo>
                  <a:cubicBezTo>
                    <a:pt x="33831" y="41764"/>
                    <a:pt x="30669" y="50305"/>
                    <a:pt x="36657" y="52615"/>
                  </a:cubicBezTo>
                  <a:cubicBezTo>
                    <a:pt x="44955" y="55868"/>
                    <a:pt x="53162" y="47630"/>
                    <a:pt x="57782" y="42068"/>
                  </a:cubicBezTo>
                  <a:cubicBezTo>
                    <a:pt x="66476" y="31551"/>
                    <a:pt x="73315" y="37022"/>
                    <a:pt x="82950" y="43193"/>
                  </a:cubicBezTo>
                  <a:cubicBezTo>
                    <a:pt x="88695" y="46871"/>
                    <a:pt x="96142" y="47813"/>
                    <a:pt x="103194" y="49333"/>
                  </a:cubicBezTo>
                  <a:cubicBezTo>
                    <a:pt x="108726" y="50488"/>
                    <a:pt x="108634" y="53740"/>
                    <a:pt x="109151" y="58390"/>
                  </a:cubicBezTo>
                  <a:cubicBezTo>
                    <a:pt x="109789" y="63862"/>
                    <a:pt x="112464" y="69211"/>
                    <a:pt x="117996" y="70427"/>
                  </a:cubicBezTo>
                  <a:cubicBezTo>
                    <a:pt x="125778" y="72129"/>
                    <a:pt x="135018" y="64439"/>
                    <a:pt x="142434" y="66506"/>
                  </a:cubicBezTo>
                  <a:cubicBezTo>
                    <a:pt x="146994" y="67752"/>
                    <a:pt x="153650" y="72737"/>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18"/>
            <p:cNvSpPr/>
            <p:nvPr/>
          </p:nvSpPr>
          <p:spPr>
            <a:xfrm>
              <a:off x="2975000" y="442550"/>
              <a:ext cx="3962850" cy="1816175"/>
            </a:xfrm>
            <a:custGeom>
              <a:rect b="b" l="l" r="r" t="t"/>
              <a:pathLst>
                <a:path extrusionOk="0" fill="none" h="72647" w="158514">
                  <a:moveTo>
                    <a:pt x="0" y="1"/>
                  </a:moveTo>
                  <a:cubicBezTo>
                    <a:pt x="4985" y="2797"/>
                    <a:pt x="10244" y="4985"/>
                    <a:pt x="15441" y="7144"/>
                  </a:cubicBezTo>
                  <a:cubicBezTo>
                    <a:pt x="22341" y="10031"/>
                    <a:pt x="23648" y="14621"/>
                    <a:pt x="25259" y="21034"/>
                  </a:cubicBezTo>
                  <a:cubicBezTo>
                    <a:pt x="26688" y="26809"/>
                    <a:pt x="28572" y="31977"/>
                    <a:pt x="31885" y="36992"/>
                  </a:cubicBezTo>
                  <a:cubicBezTo>
                    <a:pt x="34742" y="41278"/>
                    <a:pt x="31429" y="49606"/>
                    <a:pt x="37478" y="51825"/>
                  </a:cubicBezTo>
                  <a:cubicBezTo>
                    <a:pt x="46171" y="55017"/>
                    <a:pt x="54469" y="46202"/>
                    <a:pt x="58755" y="40305"/>
                  </a:cubicBezTo>
                  <a:cubicBezTo>
                    <a:pt x="66232" y="30001"/>
                    <a:pt x="76415" y="38025"/>
                    <a:pt x="84044" y="42889"/>
                  </a:cubicBezTo>
                  <a:cubicBezTo>
                    <a:pt x="89546" y="46384"/>
                    <a:pt x="96841" y="47874"/>
                    <a:pt x="103680" y="49211"/>
                  </a:cubicBezTo>
                  <a:cubicBezTo>
                    <a:pt x="109242" y="50305"/>
                    <a:pt x="109364" y="53254"/>
                    <a:pt x="109850" y="58026"/>
                  </a:cubicBezTo>
                  <a:cubicBezTo>
                    <a:pt x="110397" y="63436"/>
                    <a:pt x="112829" y="68482"/>
                    <a:pt x="118422" y="69667"/>
                  </a:cubicBezTo>
                  <a:cubicBezTo>
                    <a:pt x="125930" y="71278"/>
                    <a:pt x="135626" y="64044"/>
                    <a:pt x="142708" y="66293"/>
                  </a:cubicBezTo>
                  <a:cubicBezTo>
                    <a:pt x="147176" y="67692"/>
                    <a:pt x="153681" y="7264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18"/>
            <p:cNvSpPr/>
            <p:nvPr/>
          </p:nvSpPr>
          <p:spPr>
            <a:xfrm>
              <a:off x="2975000" y="442550"/>
              <a:ext cx="3962850" cy="1813875"/>
            </a:xfrm>
            <a:custGeom>
              <a:rect b="b" l="l" r="r" t="t"/>
              <a:pathLst>
                <a:path extrusionOk="0" fill="none" h="72555" w="158514">
                  <a:moveTo>
                    <a:pt x="0" y="1"/>
                  </a:moveTo>
                  <a:cubicBezTo>
                    <a:pt x="5015" y="2767"/>
                    <a:pt x="10335" y="4894"/>
                    <a:pt x="15624" y="6931"/>
                  </a:cubicBezTo>
                  <a:cubicBezTo>
                    <a:pt x="22189" y="9423"/>
                    <a:pt x="24925" y="13648"/>
                    <a:pt x="26262" y="20031"/>
                  </a:cubicBezTo>
                  <a:cubicBezTo>
                    <a:pt x="27508" y="25958"/>
                    <a:pt x="27843" y="31582"/>
                    <a:pt x="31916" y="36597"/>
                  </a:cubicBezTo>
                  <a:cubicBezTo>
                    <a:pt x="35290" y="40731"/>
                    <a:pt x="32432" y="49150"/>
                    <a:pt x="38299" y="51096"/>
                  </a:cubicBezTo>
                  <a:cubicBezTo>
                    <a:pt x="47326" y="54105"/>
                    <a:pt x="55138" y="44804"/>
                    <a:pt x="59758" y="38512"/>
                  </a:cubicBezTo>
                  <a:cubicBezTo>
                    <a:pt x="66901" y="28816"/>
                    <a:pt x="78512" y="38512"/>
                    <a:pt x="85139" y="42585"/>
                  </a:cubicBezTo>
                  <a:cubicBezTo>
                    <a:pt x="90397" y="45807"/>
                    <a:pt x="97510" y="47995"/>
                    <a:pt x="104105" y="49120"/>
                  </a:cubicBezTo>
                  <a:cubicBezTo>
                    <a:pt x="109698" y="50062"/>
                    <a:pt x="109729" y="52707"/>
                    <a:pt x="110580" y="57691"/>
                  </a:cubicBezTo>
                  <a:cubicBezTo>
                    <a:pt x="111461" y="63071"/>
                    <a:pt x="112829" y="67692"/>
                    <a:pt x="118878" y="68938"/>
                  </a:cubicBezTo>
                  <a:cubicBezTo>
                    <a:pt x="126082" y="70427"/>
                    <a:pt x="136234" y="63649"/>
                    <a:pt x="143012" y="66111"/>
                  </a:cubicBezTo>
                  <a:cubicBezTo>
                    <a:pt x="147359" y="67661"/>
                    <a:pt x="153742" y="7255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18"/>
            <p:cNvSpPr/>
            <p:nvPr/>
          </p:nvSpPr>
          <p:spPr>
            <a:xfrm>
              <a:off x="2975000" y="442550"/>
              <a:ext cx="3962850" cy="1804000"/>
            </a:xfrm>
            <a:custGeom>
              <a:rect b="b" l="l" r="r" t="t"/>
              <a:pathLst>
                <a:path extrusionOk="0" fill="none" h="72160" w="158514">
                  <a:moveTo>
                    <a:pt x="0" y="1"/>
                  </a:moveTo>
                  <a:cubicBezTo>
                    <a:pt x="5076" y="2736"/>
                    <a:pt x="10456" y="4803"/>
                    <a:pt x="15806" y="6688"/>
                  </a:cubicBezTo>
                  <a:cubicBezTo>
                    <a:pt x="22037" y="8876"/>
                    <a:pt x="26049" y="12767"/>
                    <a:pt x="27326" y="18967"/>
                  </a:cubicBezTo>
                  <a:cubicBezTo>
                    <a:pt x="28542" y="24925"/>
                    <a:pt x="27326" y="31126"/>
                    <a:pt x="31855" y="36202"/>
                  </a:cubicBezTo>
                  <a:cubicBezTo>
                    <a:pt x="35381" y="40153"/>
                    <a:pt x="33618" y="48725"/>
                    <a:pt x="39150" y="50457"/>
                  </a:cubicBezTo>
                  <a:cubicBezTo>
                    <a:pt x="48329" y="53314"/>
                    <a:pt x="55746" y="42919"/>
                    <a:pt x="60792" y="36810"/>
                  </a:cubicBezTo>
                  <a:cubicBezTo>
                    <a:pt x="67995" y="28086"/>
                    <a:pt x="80032" y="38360"/>
                    <a:pt x="86263" y="42159"/>
                  </a:cubicBezTo>
                  <a:cubicBezTo>
                    <a:pt x="91430" y="45320"/>
                    <a:pt x="98057" y="48056"/>
                    <a:pt x="104561" y="48998"/>
                  </a:cubicBezTo>
                  <a:cubicBezTo>
                    <a:pt x="115747" y="50700"/>
                    <a:pt x="107692" y="65898"/>
                    <a:pt x="119303" y="68178"/>
                  </a:cubicBezTo>
                  <a:cubicBezTo>
                    <a:pt x="126294" y="69576"/>
                    <a:pt x="136872" y="63254"/>
                    <a:pt x="143316" y="65898"/>
                  </a:cubicBezTo>
                  <a:cubicBezTo>
                    <a:pt x="147784" y="67752"/>
                    <a:pt x="153407" y="7216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18"/>
            <p:cNvSpPr/>
            <p:nvPr/>
          </p:nvSpPr>
          <p:spPr>
            <a:xfrm>
              <a:off x="2975000" y="442550"/>
              <a:ext cx="3962100" cy="1802475"/>
            </a:xfrm>
            <a:custGeom>
              <a:rect b="b" l="l" r="r" t="t"/>
              <a:pathLst>
                <a:path extrusionOk="0" fill="none" h="72099" w="158484">
                  <a:moveTo>
                    <a:pt x="0" y="1"/>
                  </a:moveTo>
                  <a:cubicBezTo>
                    <a:pt x="5107" y="2706"/>
                    <a:pt x="10760" y="4590"/>
                    <a:pt x="15958" y="6444"/>
                  </a:cubicBezTo>
                  <a:cubicBezTo>
                    <a:pt x="21764" y="8511"/>
                    <a:pt x="26931" y="11733"/>
                    <a:pt x="28390" y="17843"/>
                  </a:cubicBezTo>
                  <a:cubicBezTo>
                    <a:pt x="29788" y="23740"/>
                    <a:pt x="26900" y="30579"/>
                    <a:pt x="31672" y="35867"/>
                  </a:cubicBezTo>
                  <a:cubicBezTo>
                    <a:pt x="35107" y="39636"/>
                    <a:pt x="34925" y="48390"/>
                    <a:pt x="40001" y="49849"/>
                  </a:cubicBezTo>
                  <a:cubicBezTo>
                    <a:pt x="49302" y="52494"/>
                    <a:pt x="56415" y="40761"/>
                    <a:pt x="61886" y="35320"/>
                  </a:cubicBezTo>
                  <a:cubicBezTo>
                    <a:pt x="69211" y="28025"/>
                    <a:pt x="81278" y="37873"/>
                    <a:pt x="87327" y="41612"/>
                  </a:cubicBezTo>
                  <a:cubicBezTo>
                    <a:pt x="92585" y="44864"/>
                    <a:pt x="98421" y="48117"/>
                    <a:pt x="104926" y="48968"/>
                  </a:cubicBezTo>
                  <a:cubicBezTo>
                    <a:pt x="116385" y="50457"/>
                    <a:pt x="108239" y="65442"/>
                    <a:pt x="119759" y="67509"/>
                  </a:cubicBezTo>
                  <a:cubicBezTo>
                    <a:pt x="126659" y="68725"/>
                    <a:pt x="137298" y="62980"/>
                    <a:pt x="143559" y="65716"/>
                  </a:cubicBezTo>
                  <a:cubicBezTo>
                    <a:pt x="147936" y="67631"/>
                    <a:pt x="153407" y="72099"/>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18"/>
            <p:cNvSpPr/>
            <p:nvPr/>
          </p:nvSpPr>
          <p:spPr>
            <a:xfrm>
              <a:off x="2975000" y="442550"/>
              <a:ext cx="3962850" cy="1800200"/>
            </a:xfrm>
            <a:custGeom>
              <a:rect b="b" l="l" r="r" t="t"/>
              <a:pathLst>
                <a:path extrusionOk="0" fill="none" h="72008" w="158514">
                  <a:moveTo>
                    <a:pt x="0" y="1"/>
                  </a:moveTo>
                  <a:cubicBezTo>
                    <a:pt x="5167" y="2645"/>
                    <a:pt x="10821" y="4499"/>
                    <a:pt x="16140" y="6201"/>
                  </a:cubicBezTo>
                  <a:cubicBezTo>
                    <a:pt x="21976" y="8055"/>
                    <a:pt x="27630" y="11065"/>
                    <a:pt x="29484" y="16657"/>
                  </a:cubicBezTo>
                  <a:cubicBezTo>
                    <a:pt x="31308" y="22159"/>
                    <a:pt x="26748" y="29940"/>
                    <a:pt x="31521" y="35442"/>
                  </a:cubicBezTo>
                  <a:cubicBezTo>
                    <a:pt x="34621" y="38998"/>
                    <a:pt x="36414" y="48147"/>
                    <a:pt x="40913" y="49211"/>
                  </a:cubicBezTo>
                  <a:cubicBezTo>
                    <a:pt x="50244" y="51430"/>
                    <a:pt x="56749" y="38846"/>
                    <a:pt x="63041" y="34044"/>
                  </a:cubicBezTo>
                  <a:cubicBezTo>
                    <a:pt x="70731" y="28147"/>
                    <a:pt x="82190" y="36992"/>
                    <a:pt x="88391" y="40943"/>
                  </a:cubicBezTo>
                  <a:cubicBezTo>
                    <a:pt x="93862" y="44409"/>
                    <a:pt x="98695" y="48147"/>
                    <a:pt x="105352" y="48907"/>
                  </a:cubicBezTo>
                  <a:cubicBezTo>
                    <a:pt x="117024" y="50184"/>
                    <a:pt x="108786" y="64834"/>
                    <a:pt x="120276" y="66780"/>
                  </a:cubicBezTo>
                  <a:cubicBezTo>
                    <a:pt x="126993" y="67904"/>
                    <a:pt x="137784" y="62585"/>
                    <a:pt x="143863" y="65533"/>
                  </a:cubicBezTo>
                  <a:cubicBezTo>
                    <a:pt x="148149" y="67570"/>
                    <a:pt x="153468" y="72008"/>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18"/>
            <p:cNvSpPr/>
            <p:nvPr/>
          </p:nvSpPr>
          <p:spPr>
            <a:xfrm>
              <a:off x="2975000" y="442550"/>
              <a:ext cx="3963625" cy="1798675"/>
            </a:xfrm>
            <a:custGeom>
              <a:rect b="b" l="l" r="r" t="t"/>
              <a:pathLst>
                <a:path extrusionOk="0" fill="none" h="71947" w="158545">
                  <a:moveTo>
                    <a:pt x="0" y="1"/>
                  </a:moveTo>
                  <a:cubicBezTo>
                    <a:pt x="5198" y="2615"/>
                    <a:pt x="10912" y="4408"/>
                    <a:pt x="16323" y="5958"/>
                  </a:cubicBezTo>
                  <a:cubicBezTo>
                    <a:pt x="22067" y="7630"/>
                    <a:pt x="28147" y="10365"/>
                    <a:pt x="30578" y="15472"/>
                  </a:cubicBezTo>
                  <a:cubicBezTo>
                    <a:pt x="33192" y="20974"/>
                    <a:pt x="26931" y="29059"/>
                    <a:pt x="31369" y="35047"/>
                  </a:cubicBezTo>
                  <a:cubicBezTo>
                    <a:pt x="33831" y="38390"/>
                    <a:pt x="37904" y="47904"/>
                    <a:pt x="41825" y="48542"/>
                  </a:cubicBezTo>
                  <a:cubicBezTo>
                    <a:pt x="50883" y="50062"/>
                    <a:pt x="57296" y="36931"/>
                    <a:pt x="64257" y="33010"/>
                  </a:cubicBezTo>
                  <a:cubicBezTo>
                    <a:pt x="72160" y="28512"/>
                    <a:pt x="83102" y="35928"/>
                    <a:pt x="89424" y="40153"/>
                  </a:cubicBezTo>
                  <a:cubicBezTo>
                    <a:pt x="94804" y="43740"/>
                    <a:pt x="98877" y="48208"/>
                    <a:pt x="105747" y="48846"/>
                  </a:cubicBezTo>
                  <a:cubicBezTo>
                    <a:pt x="117601" y="49971"/>
                    <a:pt x="109425" y="64257"/>
                    <a:pt x="120793" y="66081"/>
                  </a:cubicBezTo>
                  <a:cubicBezTo>
                    <a:pt x="127419" y="67144"/>
                    <a:pt x="138270" y="62281"/>
                    <a:pt x="144167" y="65351"/>
                  </a:cubicBezTo>
                  <a:cubicBezTo>
                    <a:pt x="148362" y="67540"/>
                    <a:pt x="153529" y="71947"/>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18"/>
            <p:cNvSpPr/>
            <p:nvPr/>
          </p:nvSpPr>
          <p:spPr>
            <a:xfrm>
              <a:off x="2975000" y="442550"/>
              <a:ext cx="3962850" cy="1795650"/>
            </a:xfrm>
            <a:custGeom>
              <a:rect b="b" l="l" r="r" t="t"/>
              <a:pathLst>
                <a:path extrusionOk="0" fill="none" h="71826" w="158514">
                  <a:moveTo>
                    <a:pt x="0" y="1"/>
                  </a:moveTo>
                  <a:cubicBezTo>
                    <a:pt x="5259" y="2584"/>
                    <a:pt x="10973" y="4317"/>
                    <a:pt x="16475" y="5745"/>
                  </a:cubicBezTo>
                  <a:cubicBezTo>
                    <a:pt x="22250" y="7235"/>
                    <a:pt x="28542" y="9788"/>
                    <a:pt x="31581" y="14195"/>
                  </a:cubicBezTo>
                  <a:cubicBezTo>
                    <a:pt x="35168" y="19332"/>
                    <a:pt x="27326" y="28238"/>
                    <a:pt x="31247" y="34560"/>
                  </a:cubicBezTo>
                  <a:cubicBezTo>
                    <a:pt x="33253" y="37782"/>
                    <a:pt x="39150" y="47418"/>
                    <a:pt x="42737" y="47722"/>
                  </a:cubicBezTo>
                  <a:cubicBezTo>
                    <a:pt x="51612" y="48482"/>
                    <a:pt x="57752" y="35229"/>
                    <a:pt x="65412" y="32129"/>
                  </a:cubicBezTo>
                  <a:cubicBezTo>
                    <a:pt x="73588" y="28816"/>
                    <a:pt x="84044" y="34804"/>
                    <a:pt x="90275" y="39302"/>
                  </a:cubicBezTo>
                  <a:cubicBezTo>
                    <a:pt x="95351" y="42980"/>
                    <a:pt x="98938" y="48269"/>
                    <a:pt x="106081" y="48816"/>
                  </a:cubicBezTo>
                  <a:cubicBezTo>
                    <a:pt x="111704" y="49241"/>
                    <a:pt x="112981" y="50670"/>
                    <a:pt x="114136" y="56111"/>
                  </a:cubicBezTo>
                  <a:cubicBezTo>
                    <a:pt x="115139" y="60792"/>
                    <a:pt x="115321" y="64470"/>
                    <a:pt x="121279" y="65381"/>
                  </a:cubicBezTo>
                  <a:cubicBezTo>
                    <a:pt x="127784" y="66385"/>
                    <a:pt x="138696" y="61947"/>
                    <a:pt x="144410" y="65169"/>
                  </a:cubicBezTo>
                  <a:cubicBezTo>
                    <a:pt x="148483" y="67448"/>
                    <a:pt x="153529" y="7182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18"/>
            <p:cNvSpPr/>
            <p:nvPr/>
          </p:nvSpPr>
          <p:spPr>
            <a:xfrm>
              <a:off x="2975000" y="442550"/>
              <a:ext cx="3962850" cy="1794125"/>
            </a:xfrm>
            <a:custGeom>
              <a:rect b="b" l="l" r="r" t="t"/>
              <a:pathLst>
                <a:path extrusionOk="0" fill="none" h="71765" w="158514">
                  <a:moveTo>
                    <a:pt x="0" y="1"/>
                  </a:moveTo>
                  <a:cubicBezTo>
                    <a:pt x="5319" y="2554"/>
                    <a:pt x="11064" y="4226"/>
                    <a:pt x="16627" y="5502"/>
                  </a:cubicBezTo>
                  <a:cubicBezTo>
                    <a:pt x="22523" y="6840"/>
                    <a:pt x="28663" y="9302"/>
                    <a:pt x="32554" y="12919"/>
                  </a:cubicBezTo>
                  <a:cubicBezTo>
                    <a:pt x="36931" y="17022"/>
                    <a:pt x="28906" y="28268"/>
                    <a:pt x="31247" y="33983"/>
                  </a:cubicBezTo>
                  <a:cubicBezTo>
                    <a:pt x="32615" y="37326"/>
                    <a:pt x="40031" y="46658"/>
                    <a:pt x="43679" y="46719"/>
                  </a:cubicBezTo>
                  <a:cubicBezTo>
                    <a:pt x="52433" y="46810"/>
                    <a:pt x="58117" y="33861"/>
                    <a:pt x="66628" y="31430"/>
                  </a:cubicBezTo>
                  <a:cubicBezTo>
                    <a:pt x="75108" y="28998"/>
                    <a:pt x="85078" y="33709"/>
                    <a:pt x="91066" y="38451"/>
                  </a:cubicBezTo>
                  <a:cubicBezTo>
                    <a:pt x="95899" y="42250"/>
                    <a:pt x="98847" y="48482"/>
                    <a:pt x="106446" y="48785"/>
                  </a:cubicBezTo>
                  <a:cubicBezTo>
                    <a:pt x="119030" y="49272"/>
                    <a:pt x="110853" y="62950"/>
                    <a:pt x="121826" y="64743"/>
                  </a:cubicBezTo>
                  <a:cubicBezTo>
                    <a:pt x="128088" y="65746"/>
                    <a:pt x="139121" y="61612"/>
                    <a:pt x="144684" y="64986"/>
                  </a:cubicBezTo>
                  <a:cubicBezTo>
                    <a:pt x="148666" y="67388"/>
                    <a:pt x="153559" y="7176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18"/>
            <p:cNvSpPr/>
            <p:nvPr/>
          </p:nvSpPr>
          <p:spPr>
            <a:xfrm>
              <a:off x="2975000" y="442550"/>
              <a:ext cx="3962850" cy="1791075"/>
            </a:xfrm>
            <a:custGeom>
              <a:rect b="b" l="l" r="r" t="t"/>
              <a:pathLst>
                <a:path extrusionOk="0" fill="none" h="71643" w="158514">
                  <a:moveTo>
                    <a:pt x="0" y="1"/>
                  </a:moveTo>
                  <a:cubicBezTo>
                    <a:pt x="5319" y="2523"/>
                    <a:pt x="11155" y="4134"/>
                    <a:pt x="16779" y="5259"/>
                  </a:cubicBezTo>
                  <a:cubicBezTo>
                    <a:pt x="22736" y="6475"/>
                    <a:pt x="29302" y="9058"/>
                    <a:pt x="33405" y="11672"/>
                  </a:cubicBezTo>
                  <a:cubicBezTo>
                    <a:pt x="37660" y="14378"/>
                    <a:pt x="30821" y="28968"/>
                    <a:pt x="31399" y="33314"/>
                  </a:cubicBezTo>
                  <a:cubicBezTo>
                    <a:pt x="31885" y="36931"/>
                    <a:pt x="40578" y="45624"/>
                    <a:pt x="44651" y="45472"/>
                  </a:cubicBezTo>
                  <a:cubicBezTo>
                    <a:pt x="53101" y="45168"/>
                    <a:pt x="58421" y="32828"/>
                    <a:pt x="67874" y="30852"/>
                  </a:cubicBezTo>
                  <a:cubicBezTo>
                    <a:pt x="76658" y="29028"/>
                    <a:pt x="86233" y="32706"/>
                    <a:pt x="91856" y="37509"/>
                  </a:cubicBezTo>
                  <a:cubicBezTo>
                    <a:pt x="96476" y="41491"/>
                    <a:pt x="98908" y="48542"/>
                    <a:pt x="106780" y="48755"/>
                  </a:cubicBezTo>
                  <a:cubicBezTo>
                    <a:pt x="112647" y="48907"/>
                    <a:pt x="114045" y="50184"/>
                    <a:pt x="115565" y="55503"/>
                  </a:cubicBezTo>
                  <a:cubicBezTo>
                    <a:pt x="116841" y="60062"/>
                    <a:pt x="116628" y="63132"/>
                    <a:pt x="122404" y="64044"/>
                  </a:cubicBezTo>
                  <a:cubicBezTo>
                    <a:pt x="128544" y="65047"/>
                    <a:pt x="139486" y="61278"/>
                    <a:pt x="144957" y="64804"/>
                  </a:cubicBezTo>
                  <a:cubicBezTo>
                    <a:pt x="148818" y="67296"/>
                    <a:pt x="153559" y="71643"/>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18"/>
            <p:cNvSpPr/>
            <p:nvPr/>
          </p:nvSpPr>
          <p:spPr>
            <a:xfrm>
              <a:off x="2975000" y="442550"/>
              <a:ext cx="3962100" cy="1789575"/>
            </a:xfrm>
            <a:custGeom>
              <a:rect b="b" l="l" r="r" t="t"/>
              <a:pathLst>
                <a:path extrusionOk="0" fill="none" h="71583" w="158484">
                  <a:moveTo>
                    <a:pt x="0" y="1"/>
                  </a:moveTo>
                  <a:cubicBezTo>
                    <a:pt x="5380" y="2463"/>
                    <a:pt x="11216" y="4043"/>
                    <a:pt x="16900" y="5016"/>
                  </a:cubicBezTo>
                  <a:cubicBezTo>
                    <a:pt x="22797" y="6049"/>
                    <a:pt x="29058" y="8724"/>
                    <a:pt x="34135" y="10457"/>
                  </a:cubicBezTo>
                  <a:cubicBezTo>
                    <a:pt x="39667" y="12372"/>
                    <a:pt x="32037" y="28846"/>
                    <a:pt x="31855" y="32463"/>
                  </a:cubicBezTo>
                  <a:cubicBezTo>
                    <a:pt x="31672" y="36597"/>
                    <a:pt x="40852" y="44712"/>
                    <a:pt x="45503" y="44074"/>
                  </a:cubicBezTo>
                  <a:cubicBezTo>
                    <a:pt x="54165" y="42889"/>
                    <a:pt x="59606" y="32038"/>
                    <a:pt x="69090" y="30335"/>
                  </a:cubicBezTo>
                  <a:cubicBezTo>
                    <a:pt x="77479" y="28846"/>
                    <a:pt x="87388" y="31703"/>
                    <a:pt x="92646" y="36566"/>
                  </a:cubicBezTo>
                  <a:cubicBezTo>
                    <a:pt x="97084" y="40670"/>
                    <a:pt x="98908" y="48634"/>
                    <a:pt x="107084" y="48725"/>
                  </a:cubicBezTo>
                  <a:cubicBezTo>
                    <a:pt x="112890" y="48816"/>
                    <a:pt x="114501" y="49910"/>
                    <a:pt x="116203" y="55229"/>
                  </a:cubicBezTo>
                  <a:cubicBezTo>
                    <a:pt x="117571" y="59606"/>
                    <a:pt x="117297" y="62555"/>
                    <a:pt x="122951" y="63436"/>
                  </a:cubicBezTo>
                  <a:cubicBezTo>
                    <a:pt x="129030" y="64378"/>
                    <a:pt x="139851" y="60944"/>
                    <a:pt x="145200" y="64622"/>
                  </a:cubicBezTo>
                  <a:cubicBezTo>
                    <a:pt x="148939" y="67205"/>
                    <a:pt x="153590" y="7158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18"/>
            <p:cNvSpPr/>
            <p:nvPr/>
          </p:nvSpPr>
          <p:spPr>
            <a:xfrm>
              <a:off x="2975000" y="442550"/>
              <a:ext cx="3962850" cy="1785000"/>
            </a:xfrm>
            <a:custGeom>
              <a:rect b="b" l="l" r="r" t="t"/>
              <a:pathLst>
                <a:path extrusionOk="0" fill="none" h="71400" w="158514">
                  <a:moveTo>
                    <a:pt x="0" y="1"/>
                  </a:moveTo>
                  <a:cubicBezTo>
                    <a:pt x="5411" y="2432"/>
                    <a:pt x="11307" y="3952"/>
                    <a:pt x="17052" y="4803"/>
                  </a:cubicBezTo>
                  <a:cubicBezTo>
                    <a:pt x="22949" y="5685"/>
                    <a:pt x="29028" y="8967"/>
                    <a:pt x="34682" y="9362"/>
                  </a:cubicBezTo>
                  <a:cubicBezTo>
                    <a:pt x="42007" y="9849"/>
                    <a:pt x="33557" y="28360"/>
                    <a:pt x="32858" y="31065"/>
                  </a:cubicBezTo>
                  <a:cubicBezTo>
                    <a:pt x="31308" y="36931"/>
                    <a:pt x="41095" y="43801"/>
                    <a:pt x="46141" y="42676"/>
                  </a:cubicBezTo>
                  <a:cubicBezTo>
                    <a:pt x="54925" y="40761"/>
                    <a:pt x="60731" y="31703"/>
                    <a:pt x="70245" y="29819"/>
                  </a:cubicBezTo>
                  <a:cubicBezTo>
                    <a:pt x="78451" y="28177"/>
                    <a:pt x="88573" y="30731"/>
                    <a:pt x="93497" y="35563"/>
                  </a:cubicBezTo>
                  <a:cubicBezTo>
                    <a:pt x="97753" y="39728"/>
                    <a:pt x="98969" y="48725"/>
                    <a:pt x="107419" y="48755"/>
                  </a:cubicBezTo>
                  <a:cubicBezTo>
                    <a:pt x="113163" y="48755"/>
                    <a:pt x="115018" y="49667"/>
                    <a:pt x="116872" y="54956"/>
                  </a:cubicBezTo>
                  <a:cubicBezTo>
                    <a:pt x="118331" y="59181"/>
                    <a:pt x="118027" y="61977"/>
                    <a:pt x="123559" y="62798"/>
                  </a:cubicBezTo>
                  <a:cubicBezTo>
                    <a:pt x="129638" y="63710"/>
                    <a:pt x="140459" y="60579"/>
                    <a:pt x="145504" y="64470"/>
                  </a:cubicBezTo>
                  <a:cubicBezTo>
                    <a:pt x="148939" y="67144"/>
                    <a:pt x="153802" y="7140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18"/>
            <p:cNvSpPr/>
            <p:nvPr/>
          </p:nvSpPr>
          <p:spPr>
            <a:xfrm>
              <a:off x="2975000" y="442550"/>
              <a:ext cx="3962100" cy="1781975"/>
            </a:xfrm>
            <a:custGeom>
              <a:rect b="b" l="l" r="r" t="t"/>
              <a:pathLst>
                <a:path extrusionOk="0" fill="none" h="71279" w="158484">
                  <a:moveTo>
                    <a:pt x="0" y="1"/>
                  </a:moveTo>
                  <a:cubicBezTo>
                    <a:pt x="5471" y="2402"/>
                    <a:pt x="11247" y="3922"/>
                    <a:pt x="17174" y="4560"/>
                  </a:cubicBezTo>
                  <a:cubicBezTo>
                    <a:pt x="23253" y="5198"/>
                    <a:pt x="29514" y="8420"/>
                    <a:pt x="35107" y="8177"/>
                  </a:cubicBezTo>
                  <a:cubicBezTo>
                    <a:pt x="44044" y="7782"/>
                    <a:pt x="35290" y="26718"/>
                    <a:pt x="34256" y="29089"/>
                  </a:cubicBezTo>
                  <a:cubicBezTo>
                    <a:pt x="31369" y="35959"/>
                    <a:pt x="40578" y="42980"/>
                    <a:pt x="46658" y="41247"/>
                  </a:cubicBezTo>
                  <a:cubicBezTo>
                    <a:pt x="55533" y="38785"/>
                    <a:pt x="61947" y="31490"/>
                    <a:pt x="71369" y="29180"/>
                  </a:cubicBezTo>
                  <a:cubicBezTo>
                    <a:pt x="79424" y="27174"/>
                    <a:pt x="89819" y="29697"/>
                    <a:pt x="94470" y="34439"/>
                  </a:cubicBezTo>
                  <a:cubicBezTo>
                    <a:pt x="98482" y="38573"/>
                    <a:pt x="99090" y="48785"/>
                    <a:pt x="107753" y="48694"/>
                  </a:cubicBezTo>
                  <a:cubicBezTo>
                    <a:pt x="113407" y="48634"/>
                    <a:pt x="115504" y="49424"/>
                    <a:pt x="117510" y="54652"/>
                  </a:cubicBezTo>
                  <a:cubicBezTo>
                    <a:pt x="119060" y="58694"/>
                    <a:pt x="118665" y="61400"/>
                    <a:pt x="124167" y="62160"/>
                  </a:cubicBezTo>
                  <a:cubicBezTo>
                    <a:pt x="130246" y="62980"/>
                    <a:pt x="140793" y="60245"/>
                    <a:pt x="145717" y="64257"/>
                  </a:cubicBezTo>
                  <a:cubicBezTo>
                    <a:pt x="149061" y="66962"/>
                    <a:pt x="153802" y="71278"/>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18"/>
            <p:cNvSpPr/>
            <p:nvPr/>
          </p:nvSpPr>
          <p:spPr>
            <a:xfrm>
              <a:off x="2975000" y="442550"/>
              <a:ext cx="3962850" cy="1781200"/>
            </a:xfrm>
            <a:custGeom>
              <a:rect b="b" l="l" r="r" t="t"/>
              <a:pathLst>
                <a:path extrusionOk="0" fill="none" h="71248" w="158514">
                  <a:moveTo>
                    <a:pt x="0" y="1"/>
                  </a:moveTo>
                  <a:cubicBezTo>
                    <a:pt x="5502" y="2371"/>
                    <a:pt x="11338" y="3830"/>
                    <a:pt x="17326" y="4347"/>
                  </a:cubicBezTo>
                  <a:cubicBezTo>
                    <a:pt x="23405" y="4833"/>
                    <a:pt x="29484" y="7478"/>
                    <a:pt x="35381" y="7083"/>
                  </a:cubicBezTo>
                  <a:cubicBezTo>
                    <a:pt x="46171" y="6384"/>
                    <a:pt x="37660" y="22007"/>
                    <a:pt x="36080" y="26718"/>
                  </a:cubicBezTo>
                  <a:cubicBezTo>
                    <a:pt x="34560" y="31247"/>
                    <a:pt x="33192" y="34591"/>
                    <a:pt x="37387" y="37934"/>
                  </a:cubicBezTo>
                  <a:cubicBezTo>
                    <a:pt x="40062" y="40032"/>
                    <a:pt x="43983" y="40913"/>
                    <a:pt x="47144" y="39940"/>
                  </a:cubicBezTo>
                  <a:cubicBezTo>
                    <a:pt x="52007" y="38421"/>
                    <a:pt x="55959" y="34864"/>
                    <a:pt x="60548" y="32524"/>
                  </a:cubicBezTo>
                  <a:cubicBezTo>
                    <a:pt x="64409" y="30579"/>
                    <a:pt x="68360" y="29758"/>
                    <a:pt x="72403" y="28512"/>
                  </a:cubicBezTo>
                  <a:cubicBezTo>
                    <a:pt x="80275" y="26080"/>
                    <a:pt x="91187" y="28724"/>
                    <a:pt x="95503" y="33314"/>
                  </a:cubicBezTo>
                  <a:cubicBezTo>
                    <a:pt x="99303" y="37296"/>
                    <a:pt x="99212" y="48877"/>
                    <a:pt x="108118" y="48694"/>
                  </a:cubicBezTo>
                  <a:cubicBezTo>
                    <a:pt x="113589" y="48573"/>
                    <a:pt x="115990" y="49302"/>
                    <a:pt x="118148" y="54409"/>
                  </a:cubicBezTo>
                  <a:cubicBezTo>
                    <a:pt x="119820" y="58299"/>
                    <a:pt x="119364" y="60974"/>
                    <a:pt x="124805" y="61612"/>
                  </a:cubicBezTo>
                  <a:cubicBezTo>
                    <a:pt x="130519" y="62281"/>
                    <a:pt x="141249" y="59819"/>
                    <a:pt x="145991" y="64135"/>
                  </a:cubicBezTo>
                  <a:cubicBezTo>
                    <a:pt x="149213" y="67023"/>
                    <a:pt x="153863" y="71248"/>
                    <a:pt x="158514" y="68695"/>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18"/>
            <p:cNvSpPr/>
            <p:nvPr/>
          </p:nvSpPr>
          <p:spPr>
            <a:xfrm>
              <a:off x="2975000" y="442550"/>
              <a:ext cx="3962100" cy="1777400"/>
            </a:xfrm>
            <a:custGeom>
              <a:rect b="b" l="l" r="r" t="t"/>
              <a:pathLst>
                <a:path extrusionOk="0" fill="none" h="71096" w="158484">
                  <a:moveTo>
                    <a:pt x="0" y="1"/>
                  </a:moveTo>
                  <a:cubicBezTo>
                    <a:pt x="5532" y="2341"/>
                    <a:pt x="11429" y="3739"/>
                    <a:pt x="17447" y="4104"/>
                  </a:cubicBezTo>
                  <a:cubicBezTo>
                    <a:pt x="23496" y="4469"/>
                    <a:pt x="29484" y="6596"/>
                    <a:pt x="35533" y="6049"/>
                  </a:cubicBezTo>
                  <a:cubicBezTo>
                    <a:pt x="47357" y="4955"/>
                    <a:pt x="40822" y="16809"/>
                    <a:pt x="38208" y="23983"/>
                  </a:cubicBezTo>
                  <a:cubicBezTo>
                    <a:pt x="36657" y="28329"/>
                    <a:pt x="33557" y="33253"/>
                    <a:pt x="37691" y="36962"/>
                  </a:cubicBezTo>
                  <a:cubicBezTo>
                    <a:pt x="40244" y="39272"/>
                    <a:pt x="44591" y="39636"/>
                    <a:pt x="47661" y="38603"/>
                  </a:cubicBezTo>
                  <a:cubicBezTo>
                    <a:pt x="52646" y="36931"/>
                    <a:pt x="56901" y="33557"/>
                    <a:pt x="61764" y="31460"/>
                  </a:cubicBezTo>
                  <a:cubicBezTo>
                    <a:pt x="65533" y="29819"/>
                    <a:pt x="69576" y="29150"/>
                    <a:pt x="73375" y="27721"/>
                  </a:cubicBezTo>
                  <a:cubicBezTo>
                    <a:pt x="80974" y="24864"/>
                    <a:pt x="92464" y="27721"/>
                    <a:pt x="96659" y="32068"/>
                  </a:cubicBezTo>
                  <a:cubicBezTo>
                    <a:pt x="100884" y="36445"/>
                    <a:pt x="98634" y="48512"/>
                    <a:pt x="108452" y="48664"/>
                  </a:cubicBezTo>
                  <a:cubicBezTo>
                    <a:pt x="114014" y="48755"/>
                    <a:pt x="116416" y="49150"/>
                    <a:pt x="118756" y="54105"/>
                  </a:cubicBezTo>
                  <a:cubicBezTo>
                    <a:pt x="120550" y="57874"/>
                    <a:pt x="120002" y="60488"/>
                    <a:pt x="125413" y="61035"/>
                  </a:cubicBezTo>
                  <a:cubicBezTo>
                    <a:pt x="131158" y="61643"/>
                    <a:pt x="141553" y="59454"/>
                    <a:pt x="146234" y="63922"/>
                  </a:cubicBezTo>
                  <a:cubicBezTo>
                    <a:pt x="149334" y="66871"/>
                    <a:pt x="153894" y="71096"/>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18"/>
            <p:cNvSpPr/>
            <p:nvPr/>
          </p:nvSpPr>
          <p:spPr>
            <a:xfrm>
              <a:off x="2975000" y="442550"/>
              <a:ext cx="3962850" cy="1775125"/>
            </a:xfrm>
            <a:custGeom>
              <a:rect b="b" l="l" r="r" t="t"/>
              <a:pathLst>
                <a:path extrusionOk="0" fill="none" h="71005" w="158514">
                  <a:moveTo>
                    <a:pt x="0" y="1"/>
                  </a:moveTo>
                  <a:cubicBezTo>
                    <a:pt x="5593" y="2311"/>
                    <a:pt x="11520" y="3648"/>
                    <a:pt x="17569" y="3861"/>
                  </a:cubicBezTo>
                  <a:cubicBezTo>
                    <a:pt x="23587" y="4074"/>
                    <a:pt x="29636" y="5837"/>
                    <a:pt x="35594" y="5046"/>
                  </a:cubicBezTo>
                  <a:cubicBezTo>
                    <a:pt x="47569" y="3466"/>
                    <a:pt x="43800" y="12280"/>
                    <a:pt x="40578" y="20974"/>
                  </a:cubicBezTo>
                  <a:cubicBezTo>
                    <a:pt x="39059" y="25107"/>
                    <a:pt x="34773" y="31916"/>
                    <a:pt x="38268" y="35867"/>
                  </a:cubicBezTo>
                  <a:cubicBezTo>
                    <a:pt x="40548" y="38451"/>
                    <a:pt x="45381" y="38208"/>
                    <a:pt x="48238" y="37296"/>
                  </a:cubicBezTo>
                  <a:cubicBezTo>
                    <a:pt x="53405" y="35624"/>
                    <a:pt x="57965" y="32281"/>
                    <a:pt x="63102" y="30366"/>
                  </a:cubicBezTo>
                  <a:cubicBezTo>
                    <a:pt x="66780" y="28968"/>
                    <a:pt x="70701" y="28420"/>
                    <a:pt x="74257" y="26840"/>
                  </a:cubicBezTo>
                  <a:cubicBezTo>
                    <a:pt x="81552" y="23588"/>
                    <a:pt x="94075" y="26779"/>
                    <a:pt x="97935" y="30791"/>
                  </a:cubicBezTo>
                  <a:cubicBezTo>
                    <a:pt x="101887" y="34895"/>
                    <a:pt x="98938" y="48542"/>
                    <a:pt x="108817" y="48664"/>
                  </a:cubicBezTo>
                  <a:cubicBezTo>
                    <a:pt x="114227" y="48694"/>
                    <a:pt x="116872" y="49029"/>
                    <a:pt x="119364" y="53801"/>
                  </a:cubicBezTo>
                  <a:cubicBezTo>
                    <a:pt x="121249" y="57448"/>
                    <a:pt x="120702" y="60032"/>
                    <a:pt x="126021" y="60518"/>
                  </a:cubicBezTo>
                  <a:cubicBezTo>
                    <a:pt x="131826" y="61035"/>
                    <a:pt x="141857" y="59120"/>
                    <a:pt x="146507" y="63771"/>
                  </a:cubicBezTo>
                  <a:cubicBezTo>
                    <a:pt x="149456" y="66719"/>
                    <a:pt x="153924" y="7100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18"/>
            <p:cNvSpPr/>
            <p:nvPr/>
          </p:nvSpPr>
          <p:spPr>
            <a:xfrm>
              <a:off x="2975000" y="442550"/>
              <a:ext cx="3962850" cy="1772850"/>
            </a:xfrm>
            <a:custGeom>
              <a:rect b="b" l="l" r="r" t="t"/>
              <a:pathLst>
                <a:path extrusionOk="0" fill="none" h="70914" w="158514">
                  <a:moveTo>
                    <a:pt x="0" y="1"/>
                  </a:moveTo>
                  <a:cubicBezTo>
                    <a:pt x="5623" y="2280"/>
                    <a:pt x="11611" y="3526"/>
                    <a:pt x="17690" y="3648"/>
                  </a:cubicBezTo>
                  <a:cubicBezTo>
                    <a:pt x="23648" y="3709"/>
                    <a:pt x="29636" y="5016"/>
                    <a:pt x="35563" y="4104"/>
                  </a:cubicBezTo>
                  <a:cubicBezTo>
                    <a:pt x="47022" y="2371"/>
                    <a:pt x="46627" y="7843"/>
                    <a:pt x="43101" y="17812"/>
                  </a:cubicBezTo>
                  <a:cubicBezTo>
                    <a:pt x="41733" y="21612"/>
                    <a:pt x="36232" y="30670"/>
                    <a:pt x="39028" y="34621"/>
                  </a:cubicBezTo>
                  <a:cubicBezTo>
                    <a:pt x="41004" y="37387"/>
                    <a:pt x="46293" y="36901"/>
                    <a:pt x="48968" y="35989"/>
                  </a:cubicBezTo>
                  <a:cubicBezTo>
                    <a:pt x="57235" y="33071"/>
                    <a:pt x="67235" y="29667"/>
                    <a:pt x="75108" y="25867"/>
                  </a:cubicBezTo>
                  <a:cubicBezTo>
                    <a:pt x="82008" y="22524"/>
                    <a:pt x="95655" y="25746"/>
                    <a:pt x="99303" y="29484"/>
                  </a:cubicBezTo>
                  <a:cubicBezTo>
                    <a:pt x="103042" y="33284"/>
                    <a:pt x="99546" y="48573"/>
                    <a:pt x="109242" y="48573"/>
                  </a:cubicBezTo>
                  <a:cubicBezTo>
                    <a:pt x="114379" y="48573"/>
                    <a:pt x="117328" y="48968"/>
                    <a:pt x="119942" y="53527"/>
                  </a:cubicBezTo>
                  <a:cubicBezTo>
                    <a:pt x="121948" y="57023"/>
                    <a:pt x="121340" y="59606"/>
                    <a:pt x="126629" y="60032"/>
                  </a:cubicBezTo>
                  <a:cubicBezTo>
                    <a:pt x="132495" y="60488"/>
                    <a:pt x="142130" y="58725"/>
                    <a:pt x="146751" y="63558"/>
                  </a:cubicBezTo>
                  <a:cubicBezTo>
                    <a:pt x="149608" y="66567"/>
                    <a:pt x="153985" y="70913"/>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18"/>
            <p:cNvSpPr/>
            <p:nvPr/>
          </p:nvSpPr>
          <p:spPr>
            <a:xfrm>
              <a:off x="2975000" y="442550"/>
              <a:ext cx="3962100" cy="1769800"/>
            </a:xfrm>
            <a:custGeom>
              <a:rect b="b" l="l" r="r" t="t"/>
              <a:pathLst>
                <a:path extrusionOk="0" fill="none" h="70792" w="158484">
                  <a:moveTo>
                    <a:pt x="0" y="1"/>
                  </a:moveTo>
                  <a:cubicBezTo>
                    <a:pt x="5654" y="2280"/>
                    <a:pt x="11703" y="3435"/>
                    <a:pt x="17812" y="3405"/>
                  </a:cubicBezTo>
                  <a:cubicBezTo>
                    <a:pt x="23709" y="3344"/>
                    <a:pt x="29606" y="4165"/>
                    <a:pt x="35502" y="3192"/>
                  </a:cubicBezTo>
                  <a:cubicBezTo>
                    <a:pt x="37660" y="2858"/>
                    <a:pt x="42463" y="1976"/>
                    <a:pt x="44621" y="2949"/>
                  </a:cubicBezTo>
                  <a:cubicBezTo>
                    <a:pt x="49545" y="5168"/>
                    <a:pt x="46840" y="10913"/>
                    <a:pt x="45624" y="14742"/>
                  </a:cubicBezTo>
                  <a:cubicBezTo>
                    <a:pt x="43557" y="21369"/>
                    <a:pt x="34135" y="40001"/>
                    <a:pt x="49819" y="34652"/>
                  </a:cubicBezTo>
                  <a:cubicBezTo>
                    <a:pt x="58299" y="31734"/>
                    <a:pt x="67935" y="28177"/>
                    <a:pt x="76050" y="24864"/>
                  </a:cubicBezTo>
                  <a:cubicBezTo>
                    <a:pt x="83072" y="21977"/>
                    <a:pt x="96051" y="24347"/>
                    <a:pt x="100762" y="28117"/>
                  </a:cubicBezTo>
                  <a:cubicBezTo>
                    <a:pt x="105716" y="32098"/>
                    <a:pt x="98908" y="48299"/>
                    <a:pt x="109698" y="48482"/>
                  </a:cubicBezTo>
                  <a:cubicBezTo>
                    <a:pt x="114653" y="48573"/>
                    <a:pt x="117753" y="48846"/>
                    <a:pt x="120458" y="53254"/>
                  </a:cubicBezTo>
                  <a:cubicBezTo>
                    <a:pt x="122586" y="56628"/>
                    <a:pt x="121948" y="59242"/>
                    <a:pt x="127176" y="59576"/>
                  </a:cubicBezTo>
                  <a:cubicBezTo>
                    <a:pt x="133133" y="60001"/>
                    <a:pt x="142404" y="58360"/>
                    <a:pt x="146963" y="63375"/>
                  </a:cubicBezTo>
                  <a:cubicBezTo>
                    <a:pt x="149699" y="66385"/>
                    <a:pt x="153985" y="70792"/>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18"/>
            <p:cNvSpPr/>
            <p:nvPr/>
          </p:nvSpPr>
          <p:spPr>
            <a:xfrm>
              <a:off x="2975000" y="442550"/>
              <a:ext cx="3963625" cy="1767525"/>
            </a:xfrm>
            <a:custGeom>
              <a:rect b="b" l="l" r="r" t="t"/>
              <a:pathLst>
                <a:path extrusionOk="0" fill="none" h="70701" w="158545">
                  <a:moveTo>
                    <a:pt x="0" y="1"/>
                  </a:moveTo>
                  <a:cubicBezTo>
                    <a:pt x="5715" y="2250"/>
                    <a:pt x="11794" y="3314"/>
                    <a:pt x="17934" y="3192"/>
                  </a:cubicBezTo>
                  <a:cubicBezTo>
                    <a:pt x="23770" y="2979"/>
                    <a:pt x="29575" y="3314"/>
                    <a:pt x="35411" y="2341"/>
                  </a:cubicBezTo>
                  <a:cubicBezTo>
                    <a:pt x="44439" y="791"/>
                    <a:pt x="50518" y="2371"/>
                    <a:pt x="48147" y="11916"/>
                  </a:cubicBezTo>
                  <a:cubicBezTo>
                    <a:pt x="46627" y="18086"/>
                    <a:pt x="34894" y="38725"/>
                    <a:pt x="50883" y="33253"/>
                  </a:cubicBezTo>
                  <a:cubicBezTo>
                    <a:pt x="59697" y="30244"/>
                    <a:pt x="68482" y="26688"/>
                    <a:pt x="77418" y="23922"/>
                  </a:cubicBezTo>
                  <a:cubicBezTo>
                    <a:pt x="84227" y="21794"/>
                    <a:pt x="97601" y="22585"/>
                    <a:pt x="102312" y="26779"/>
                  </a:cubicBezTo>
                  <a:cubicBezTo>
                    <a:pt x="107510" y="31399"/>
                    <a:pt x="99394" y="48056"/>
                    <a:pt x="110276" y="48330"/>
                  </a:cubicBezTo>
                  <a:cubicBezTo>
                    <a:pt x="115200" y="48451"/>
                    <a:pt x="117966" y="49181"/>
                    <a:pt x="120945" y="52889"/>
                  </a:cubicBezTo>
                  <a:cubicBezTo>
                    <a:pt x="123376" y="55928"/>
                    <a:pt x="122464" y="58877"/>
                    <a:pt x="127784" y="59150"/>
                  </a:cubicBezTo>
                  <a:cubicBezTo>
                    <a:pt x="133711" y="59454"/>
                    <a:pt x="142769" y="58026"/>
                    <a:pt x="147267" y="63223"/>
                  </a:cubicBezTo>
                  <a:cubicBezTo>
                    <a:pt x="149881" y="66202"/>
                    <a:pt x="154076" y="70701"/>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18"/>
            <p:cNvSpPr/>
            <p:nvPr/>
          </p:nvSpPr>
          <p:spPr>
            <a:xfrm>
              <a:off x="2975000" y="442550"/>
              <a:ext cx="3962850" cy="1765250"/>
            </a:xfrm>
            <a:custGeom>
              <a:rect b="b" l="l" r="r" t="t"/>
              <a:pathLst>
                <a:path extrusionOk="0" fill="none" h="70610" w="158514">
                  <a:moveTo>
                    <a:pt x="0" y="1"/>
                  </a:moveTo>
                  <a:cubicBezTo>
                    <a:pt x="5745" y="2219"/>
                    <a:pt x="11885" y="3223"/>
                    <a:pt x="18025" y="2949"/>
                  </a:cubicBezTo>
                  <a:cubicBezTo>
                    <a:pt x="23800" y="2645"/>
                    <a:pt x="29514" y="2493"/>
                    <a:pt x="35259" y="1490"/>
                  </a:cubicBezTo>
                  <a:cubicBezTo>
                    <a:pt x="38056" y="1004"/>
                    <a:pt x="42189" y="396"/>
                    <a:pt x="44986" y="1064"/>
                  </a:cubicBezTo>
                  <a:cubicBezTo>
                    <a:pt x="50183" y="2280"/>
                    <a:pt x="51065" y="4803"/>
                    <a:pt x="50487" y="9454"/>
                  </a:cubicBezTo>
                  <a:cubicBezTo>
                    <a:pt x="49728" y="14986"/>
                    <a:pt x="36627" y="36870"/>
                    <a:pt x="52068" y="31825"/>
                  </a:cubicBezTo>
                  <a:cubicBezTo>
                    <a:pt x="60944" y="28937"/>
                    <a:pt x="69910" y="25533"/>
                    <a:pt x="79029" y="23010"/>
                  </a:cubicBezTo>
                  <a:cubicBezTo>
                    <a:pt x="86111" y="21095"/>
                    <a:pt x="98969" y="21551"/>
                    <a:pt x="103893" y="25472"/>
                  </a:cubicBezTo>
                  <a:cubicBezTo>
                    <a:pt x="109212" y="29697"/>
                    <a:pt x="100093" y="47661"/>
                    <a:pt x="110823" y="48147"/>
                  </a:cubicBezTo>
                  <a:cubicBezTo>
                    <a:pt x="115595" y="48360"/>
                    <a:pt x="118422" y="49120"/>
                    <a:pt x="121431" y="52646"/>
                  </a:cubicBezTo>
                  <a:cubicBezTo>
                    <a:pt x="123923" y="55594"/>
                    <a:pt x="123103" y="58542"/>
                    <a:pt x="128300" y="58786"/>
                  </a:cubicBezTo>
                  <a:cubicBezTo>
                    <a:pt x="134288" y="59059"/>
                    <a:pt x="143042" y="57783"/>
                    <a:pt x="147480" y="63041"/>
                  </a:cubicBezTo>
                  <a:cubicBezTo>
                    <a:pt x="150003" y="65989"/>
                    <a:pt x="154076" y="7061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18"/>
            <p:cNvSpPr/>
            <p:nvPr/>
          </p:nvSpPr>
          <p:spPr>
            <a:xfrm>
              <a:off x="2975000" y="428125"/>
              <a:ext cx="3962850" cy="1777400"/>
            </a:xfrm>
            <a:custGeom>
              <a:rect b="b" l="l" r="r" t="t"/>
              <a:pathLst>
                <a:path extrusionOk="0" fill="none" h="71096" w="158514">
                  <a:moveTo>
                    <a:pt x="0" y="578"/>
                  </a:moveTo>
                  <a:cubicBezTo>
                    <a:pt x="5715" y="2705"/>
                    <a:pt x="12128" y="3769"/>
                    <a:pt x="18146" y="3313"/>
                  </a:cubicBezTo>
                  <a:cubicBezTo>
                    <a:pt x="23861" y="2888"/>
                    <a:pt x="29484" y="2219"/>
                    <a:pt x="35138" y="1246"/>
                  </a:cubicBezTo>
                  <a:cubicBezTo>
                    <a:pt x="42554" y="0"/>
                    <a:pt x="52281" y="1489"/>
                    <a:pt x="52585" y="7994"/>
                  </a:cubicBezTo>
                  <a:cubicBezTo>
                    <a:pt x="52767" y="12523"/>
                    <a:pt x="39211" y="35350"/>
                    <a:pt x="53436" y="30882"/>
                  </a:cubicBezTo>
                  <a:cubicBezTo>
                    <a:pt x="62372" y="28086"/>
                    <a:pt x="71673" y="25137"/>
                    <a:pt x="80914" y="22736"/>
                  </a:cubicBezTo>
                  <a:cubicBezTo>
                    <a:pt x="88604" y="20760"/>
                    <a:pt x="100032" y="21551"/>
                    <a:pt x="105443" y="24803"/>
                  </a:cubicBezTo>
                  <a:cubicBezTo>
                    <a:pt x="111674" y="28511"/>
                    <a:pt x="99941" y="47508"/>
                    <a:pt x="111431" y="48511"/>
                  </a:cubicBezTo>
                  <a:cubicBezTo>
                    <a:pt x="116081" y="48937"/>
                    <a:pt x="118847" y="49606"/>
                    <a:pt x="121887" y="52980"/>
                  </a:cubicBezTo>
                  <a:cubicBezTo>
                    <a:pt x="124440" y="55837"/>
                    <a:pt x="123741" y="58785"/>
                    <a:pt x="128787" y="58998"/>
                  </a:cubicBezTo>
                  <a:cubicBezTo>
                    <a:pt x="134836" y="59271"/>
                    <a:pt x="143316" y="58147"/>
                    <a:pt x="147723" y="63436"/>
                  </a:cubicBezTo>
                  <a:cubicBezTo>
                    <a:pt x="150125" y="66323"/>
                    <a:pt x="154106" y="71095"/>
                    <a:pt x="158514" y="6924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18"/>
            <p:cNvSpPr/>
            <p:nvPr/>
          </p:nvSpPr>
          <p:spPr>
            <a:xfrm>
              <a:off x="2975000" y="412925"/>
              <a:ext cx="3962850" cy="1789550"/>
            </a:xfrm>
            <a:custGeom>
              <a:rect b="b" l="l" r="r" t="t"/>
              <a:pathLst>
                <a:path extrusionOk="0" fill="none" h="71582" w="158514">
                  <a:moveTo>
                    <a:pt x="0" y="1186"/>
                  </a:moveTo>
                  <a:cubicBezTo>
                    <a:pt x="5745" y="3283"/>
                    <a:pt x="12219" y="4286"/>
                    <a:pt x="18238" y="3678"/>
                  </a:cubicBezTo>
                  <a:cubicBezTo>
                    <a:pt x="23891" y="3131"/>
                    <a:pt x="29454" y="1976"/>
                    <a:pt x="35046" y="1034"/>
                  </a:cubicBezTo>
                  <a:cubicBezTo>
                    <a:pt x="41308" y="0"/>
                    <a:pt x="52980" y="638"/>
                    <a:pt x="54317" y="7082"/>
                  </a:cubicBezTo>
                  <a:cubicBezTo>
                    <a:pt x="55260" y="11672"/>
                    <a:pt x="42159" y="33557"/>
                    <a:pt x="54895" y="29879"/>
                  </a:cubicBezTo>
                  <a:cubicBezTo>
                    <a:pt x="64044" y="27204"/>
                    <a:pt x="73588" y="24864"/>
                    <a:pt x="82950" y="22523"/>
                  </a:cubicBezTo>
                  <a:cubicBezTo>
                    <a:pt x="90488" y="20608"/>
                    <a:pt x="101248" y="21186"/>
                    <a:pt x="106932" y="24256"/>
                  </a:cubicBezTo>
                  <a:cubicBezTo>
                    <a:pt x="113862" y="27964"/>
                    <a:pt x="100762" y="47478"/>
                    <a:pt x="112069" y="48876"/>
                  </a:cubicBezTo>
                  <a:cubicBezTo>
                    <a:pt x="116264" y="49363"/>
                    <a:pt x="119729" y="49879"/>
                    <a:pt x="122343" y="53344"/>
                  </a:cubicBezTo>
                  <a:cubicBezTo>
                    <a:pt x="124562" y="56354"/>
                    <a:pt x="124653" y="59089"/>
                    <a:pt x="129273" y="59272"/>
                  </a:cubicBezTo>
                  <a:cubicBezTo>
                    <a:pt x="135352" y="59545"/>
                    <a:pt x="143620" y="58603"/>
                    <a:pt x="147936" y="63861"/>
                  </a:cubicBezTo>
                  <a:cubicBezTo>
                    <a:pt x="150277" y="66688"/>
                    <a:pt x="154137" y="71582"/>
                    <a:pt x="158514" y="6984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18"/>
            <p:cNvSpPr/>
            <p:nvPr/>
          </p:nvSpPr>
          <p:spPr>
            <a:xfrm>
              <a:off x="2975000" y="386325"/>
              <a:ext cx="3962850" cy="1813875"/>
            </a:xfrm>
            <a:custGeom>
              <a:rect b="b" l="l" r="r" t="t"/>
              <a:pathLst>
                <a:path extrusionOk="0" fill="none" h="72555" w="158514">
                  <a:moveTo>
                    <a:pt x="0" y="2250"/>
                  </a:moveTo>
                  <a:cubicBezTo>
                    <a:pt x="5806" y="4286"/>
                    <a:pt x="12371" y="5259"/>
                    <a:pt x="18390" y="4529"/>
                  </a:cubicBezTo>
                  <a:cubicBezTo>
                    <a:pt x="23982" y="3830"/>
                    <a:pt x="29423" y="2250"/>
                    <a:pt x="35046" y="1307"/>
                  </a:cubicBezTo>
                  <a:cubicBezTo>
                    <a:pt x="42767" y="0"/>
                    <a:pt x="52402" y="2067"/>
                    <a:pt x="55685" y="7174"/>
                  </a:cubicBezTo>
                  <a:cubicBezTo>
                    <a:pt x="57570" y="10183"/>
                    <a:pt x="46658" y="32159"/>
                    <a:pt x="56719" y="29271"/>
                  </a:cubicBezTo>
                  <a:cubicBezTo>
                    <a:pt x="65442" y="26748"/>
                    <a:pt x="75746" y="25077"/>
                    <a:pt x="85139" y="22736"/>
                  </a:cubicBezTo>
                  <a:cubicBezTo>
                    <a:pt x="92494" y="20882"/>
                    <a:pt x="102099" y="21338"/>
                    <a:pt x="108300" y="24317"/>
                  </a:cubicBezTo>
                  <a:cubicBezTo>
                    <a:pt x="116477" y="28207"/>
                    <a:pt x="101765" y="47873"/>
                    <a:pt x="112799" y="49636"/>
                  </a:cubicBezTo>
                  <a:cubicBezTo>
                    <a:pt x="116780" y="50275"/>
                    <a:pt x="120215" y="50852"/>
                    <a:pt x="122768" y="54165"/>
                  </a:cubicBezTo>
                  <a:cubicBezTo>
                    <a:pt x="125048" y="57083"/>
                    <a:pt x="125200" y="59849"/>
                    <a:pt x="129729" y="60032"/>
                  </a:cubicBezTo>
                  <a:cubicBezTo>
                    <a:pt x="135839" y="60336"/>
                    <a:pt x="143893" y="59545"/>
                    <a:pt x="148179" y="64773"/>
                  </a:cubicBezTo>
                  <a:cubicBezTo>
                    <a:pt x="150459" y="67539"/>
                    <a:pt x="154167" y="72555"/>
                    <a:pt x="158514" y="7091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18"/>
            <p:cNvSpPr/>
            <p:nvPr/>
          </p:nvSpPr>
          <p:spPr>
            <a:xfrm>
              <a:off x="2975000" y="367325"/>
              <a:ext cx="3962850" cy="1829825"/>
            </a:xfrm>
            <a:custGeom>
              <a:rect b="b" l="l" r="r" t="t"/>
              <a:pathLst>
                <a:path extrusionOk="0" fill="none" h="73193" w="158514">
                  <a:moveTo>
                    <a:pt x="0" y="3010"/>
                  </a:moveTo>
                  <a:cubicBezTo>
                    <a:pt x="5836" y="5016"/>
                    <a:pt x="12432" y="5897"/>
                    <a:pt x="18481" y="5046"/>
                  </a:cubicBezTo>
                  <a:cubicBezTo>
                    <a:pt x="24104" y="4286"/>
                    <a:pt x="29514" y="2067"/>
                    <a:pt x="35077" y="1216"/>
                  </a:cubicBezTo>
                  <a:cubicBezTo>
                    <a:pt x="43010" y="0"/>
                    <a:pt x="51703" y="2584"/>
                    <a:pt x="56719" y="7447"/>
                  </a:cubicBezTo>
                  <a:cubicBezTo>
                    <a:pt x="60123" y="10791"/>
                    <a:pt x="50335" y="30396"/>
                    <a:pt x="58998" y="28360"/>
                  </a:cubicBezTo>
                  <a:cubicBezTo>
                    <a:pt x="67722" y="26293"/>
                    <a:pt x="78056" y="25016"/>
                    <a:pt x="87357" y="22615"/>
                  </a:cubicBezTo>
                  <a:cubicBezTo>
                    <a:pt x="94531" y="20761"/>
                    <a:pt x="103224" y="21065"/>
                    <a:pt x="109546" y="24104"/>
                  </a:cubicBezTo>
                  <a:cubicBezTo>
                    <a:pt x="118209" y="28268"/>
                    <a:pt x="103376" y="47965"/>
                    <a:pt x="113559" y="50062"/>
                  </a:cubicBezTo>
                  <a:cubicBezTo>
                    <a:pt x="117328" y="50822"/>
                    <a:pt x="120671" y="51551"/>
                    <a:pt x="123194" y="54682"/>
                  </a:cubicBezTo>
                  <a:cubicBezTo>
                    <a:pt x="125474" y="57539"/>
                    <a:pt x="125717" y="60305"/>
                    <a:pt x="130155" y="60518"/>
                  </a:cubicBezTo>
                  <a:cubicBezTo>
                    <a:pt x="136295" y="60852"/>
                    <a:pt x="144137" y="60214"/>
                    <a:pt x="148392" y="65381"/>
                  </a:cubicBezTo>
                  <a:cubicBezTo>
                    <a:pt x="150611" y="68056"/>
                    <a:pt x="154228" y="73193"/>
                    <a:pt x="158514" y="7167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18"/>
            <p:cNvSpPr/>
            <p:nvPr/>
          </p:nvSpPr>
          <p:spPr>
            <a:xfrm>
              <a:off x="2975000" y="347575"/>
              <a:ext cx="3962850" cy="1845775"/>
            </a:xfrm>
            <a:custGeom>
              <a:rect b="b" l="l" r="r" t="t"/>
              <a:pathLst>
                <a:path extrusionOk="0" fill="none" h="73831" w="158514">
                  <a:moveTo>
                    <a:pt x="0" y="3800"/>
                  </a:moveTo>
                  <a:cubicBezTo>
                    <a:pt x="5867" y="5775"/>
                    <a:pt x="12554" y="6566"/>
                    <a:pt x="18602" y="5623"/>
                  </a:cubicBezTo>
                  <a:cubicBezTo>
                    <a:pt x="24256" y="4711"/>
                    <a:pt x="29575" y="1915"/>
                    <a:pt x="35229" y="1125"/>
                  </a:cubicBezTo>
                  <a:cubicBezTo>
                    <a:pt x="43284" y="0"/>
                    <a:pt x="51217" y="3404"/>
                    <a:pt x="57448" y="7903"/>
                  </a:cubicBezTo>
                  <a:cubicBezTo>
                    <a:pt x="62129" y="11247"/>
                    <a:pt x="59454" y="16353"/>
                    <a:pt x="58421" y="20852"/>
                  </a:cubicBezTo>
                  <a:cubicBezTo>
                    <a:pt x="57782" y="23587"/>
                    <a:pt x="56506" y="28420"/>
                    <a:pt x="61582" y="27599"/>
                  </a:cubicBezTo>
                  <a:cubicBezTo>
                    <a:pt x="70305" y="26171"/>
                    <a:pt x="80366" y="24925"/>
                    <a:pt x="89516" y="22493"/>
                  </a:cubicBezTo>
                  <a:cubicBezTo>
                    <a:pt x="96628" y="20639"/>
                    <a:pt x="104501" y="20700"/>
                    <a:pt x="110732" y="23952"/>
                  </a:cubicBezTo>
                  <a:cubicBezTo>
                    <a:pt x="119698" y="28663"/>
                    <a:pt x="104501" y="47600"/>
                    <a:pt x="114379" y="50487"/>
                  </a:cubicBezTo>
                  <a:cubicBezTo>
                    <a:pt x="117996" y="51551"/>
                    <a:pt x="121157" y="52250"/>
                    <a:pt x="123619" y="55229"/>
                  </a:cubicBezTo>
                  <a:cubicBezTo>
                    <a:pt x="125899" y="57995"/>
                    <a:pt x="126203" y="60791"/>
                    <a:pt x="130550" y="61065"/>
                  </a:cubicBezTo>
                  <a:cubicBezTo>
                    <a:pt x="136659" y="61399"/>
                    <a:pt x="144380" y="60913"/>
                    <a:pt x="148605" y="65989"/>
                  </a:cubicBezTo>
                  <a:cubicBezTo>
                    <a:pt x="150793" y="68603"/>
                    <a:pt x="154258" y="73831"/>
                    <a:pt x="158514" y="7246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18"/>
            <p:cNvSpPr/>
            <p:nvPr/>
          </p:nvSpPr>
          <p:spPr>
            <a:xfrm>
              <a:off x="2975000" y="324000"/>
              <a:ext cx="3962850" cy="1867075"/>
            </a:xfrm>
            <a:custGeom>
              <a:rect b="b" l="l" r="r" t="t"/>
              <a:pathLst>
                <a:path extrusionOk="0" fill="none" h="74683" w="158514">
                  <a:moveTo>
                    <a:pt x="0" y="4743"/>
                  </a:moveTo>
                  <a:cubicBezTo>
                    <a:pt x="5897" y="6688"/>
                    <a:pt x="12645" y="7387"/>
                    <a:pt x="18724" y="6323"/>
                  </a:cubicBezTo>
                  <a:cubicBezTo>
                    <a:pt x="24469" y="5290"/>
                    <a:pt x="29758" y="1977"/>
                    <a:pt x="35502" y="1156"/>
                  </a:cubicBezTo>
                  <a:cubicBezTo>
                    <a:pt x="43466" y="1"/>
                    <a:pt x="51460" y="4682"/>
                    <a:pt x="57934" y="8572"/>
                  </a:cubicBezTo>
                  <a:cubicBezTo>
                    <a:pt x="62858" y="11521"/>
                    <a:pt x="62099" y="15411"/>
                    <a:pt x="61339" y="20153"/>
                  </a:cubicBezTo>
                  <a:cubicBezTo>
                    <a:pt x="60883" y="22919"/>
                    <a:pt x="59576" y="27448"/>
                    <a:pt x="64378" y="27144"/>
                  </a:cubicBezTo>
                  <a:cubicBezTo>
                    <a:pt x="73223" y="26597"/>
                    <a:pt x="82737" y="24834"/>
                    <a:pt x="91643" y="22494"/>
                  </a:cubicBezTo>
                  <a:cubicBezTo>
                    <a:pt x="98817" y="20609"/>
                    <a:pt x="105747" y="20366"/>
                    <a:pt x="111856" y="23983"/>
                  </a:cubicBezTo>
                  <a:cubicBezTo>
                    <a:pt x="120519" y="29120"/>
                    <a:pt x="105990" y="47296"/>
                    <a:pt x="115230" y="51035"/>
                  </a:cubicBezTo>
                  <a:cubicBezTo>
                    <a:pt x="118543" y="52372"/>
                    <a:pt x="121705" y="53072"/>
                    <a:pt x="124045" y="55898"/>
                  </a:cubicBezTo>
                  <a:cubicBezTo>
                    <a:pt x="126325" y="58634"/>
                    <a:pt x="126659" y="61461"/>
                    <a:pt x="130914" y="61765"/>
                  </a:cubicBezTo>
                  <a:cubicBezTo>
                    <a:pt x="136994" y="62160"/>
                    <a:pt x="144593" y="61825"/>
                    <a:pt x="148818" y="66810"/>
                  </a:cubicBezTo>
                  <a:cubicBezTo>
                    <a:pt x="150945" y="69364"/>
                    <a:pt x="154289" y="74683"/>
                    <a:pt x="158514" y="73406"/>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18"/>
            <p:cNvSpPr/>
            <p:nvPr/>
          </p:nvSpPr>
          <p:spPr>
            <a:xfrm>
              <a:off x="2975000" y="297425"/>
              <a:ext cx="3962850" cy="1890625"/>
            </a:xfrm>
            <a:custGeom>
              <a:rect b="b" l="l" r="r" t="t"/>
              <a:pathLst>
                <a:path extrusionOk="0" fill="none" h="75625" w="158514">
                  <a:moveTo>
                    <a:pt x="0" y="5806"/>
                  </a:moveTo>
                  <a:cubicBezTo>
                    <a:pt x="5927" y="7690"/>
                    <a:pt x="12918" y="8450"/>
                    <a:pt x="18815" y="7173"/>
                  </a:cubicBezTo>
                  <a:cubicBezTo>
                    <a:pt x="24530" y="5927"/>
                    <a:pt x="30122" y="2128"/>
                    <a:pt x="35928" y="1216"/>
                  </a:cubicBezTo>
                  <a:cubicBezTo>
                    <a:pt x="43648" y="0"/>
                    <a:pt x="52494" y="5593"/>
                    <a:pt x="58178" y="9392"/>
                  </a:cubicBezTo>
                  <a:cubicBezTo>
                    <a:pt x="62585" y="12310"/>
                    <a:pt x="64226" y="14347"/>
                    <a:pt x="64074" y="19940"/>
                  </a:cubicBezTo>
                  <a:cubicBezTo>
                    <a:pt x="64014" y="22797"/>
                    <a:pt x="62828" y="26839"/>
                    <a:pt x="67296" y="27022"/>
                  </a:cubicBezTo>
                  <a:cubicBezTo>
                    <a:pt x="76081" y="27417"/>
                    <a:pt x="85199" y="24560"/>
                    <a:pt x="93589" y="22584"/>
                  </a:cubicBezTo>
                  <a:cubicBezTo>
                    <a:pt x="100975" y="20851"/>
                    <a:pt x="106598" y="19879"/>
                    <a:pt x="112920" y="24165"/>
                  </a:cubicBezTo>
                  <a:cubicBezTo>
                    <a:pt x="121188" y="29788"/>
                    <a:pt x="107753" y="47113"/>
                    <a:pt x="116142" y="51673"/>
                  </a:cubicBezTo>
                  <a:cubicBezTo>
                    <a:pt x="119030" y="53223"/>
                    <a:pt x="122221" y="54013"/>
                    <a:pt x="124501" y="56718"/>
                  </a:cubicBezTo>
                  <a:cubicBezTo>
                    <a:pt x="126781" y="59423"/>
                    <a:pt x="127115" y="62281"/>
                    <a:pt x="131279" y="62615"/>
                  </a:cubicBezTo>
                  <a:cubicBezTo>
                    <a:pt x="137358" y="63101"/>
                    <a:pt x="144836" y="62828"/>
                    <a:pt x="149030" y="67752"/>
                  </a:cubicBezTo>
                  <a:cubicBezTo>
                    <a:pt x="151158" y="70244"/>
                    <a:pt x="154350" y="75624"/>
                    <a:pt x="158514" y="7446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18"/>
            <p:cNvSpPr/>
            <p:nvPr/>
          </p:nvSpPr>
          <p:spPr>
            <a:xfrm>
              <a:off x="2975000" y="270050"/>
              <a:ext cx="3962100" cy="1914200"/>
            </a:xfrm>
            <a:custGeom>
              <a:rect b="b" l="l" r="r" t="t"/>
              <a:pathLst>
                <a:path extrusionOk="0" fill="none" h="76568" w="158484">
                  <a:moveTo>
                    <a:pt x="0" y="6901"/>
                  </a:moveTo>
                  <a:cubicBezTo>
                    <a:pt x="5988" y="8785"/>
                    <a:pt x="13040" y="9484"/>
                    <a:pt x="18937" y="8025"/>
                  </a:cubicBezTo>
                  <a:cubicBezTo>
                    <a:pt x="24803" y="6627"/>
                    <a:pt x="30396" y="2402"/>
                    <a:pt x="36414" y="1338"/>
                  </a:cubicBezTo>
                  <a:cubicBezTo>
                    <a:pt x="44013" y="1"/>
                    <a:pt x="52463" y="6688"/>
                    <a:pt x="58208" y="10244"/>
                  </a:cubicBezTo>
                  <a:cubicBezTo>
                    <a:pt x="62676" y="13010"/>
                    <a:pt x="65138" y="14925"/>
                    <a:pt x="66476" y="20092"/>
                  </a:cubicBezTo>
                  <a:cubicBezTo>
                    <a:pt x="67235" y="22980"/>
                    <a:pt x="65868" y="26536"/>
                    <a:pt x="70214" y="27144"/>
                  </a:cubicBezTo>
                  <a:cubicBezTo>
                    <a:pt x="78695" y="28329"/>
                    <a:pt x="87753" y="24104"/>
                    <a:pt x="95351" y="22646"/>
                  </a:cubicBezTo>
                  <a:cubicBezTo>
                    <a:pt x="102950" y="21187"/>
                    <a:pt x="107327" y="19150"/>
                    <a:pt x="113893" y="24408"/>
                  </a:cubicBezTo>
                  <a:cubicBezTo>
                    <a:pt x="121309" y="30366"/>
                    <a:pt x="109668" y="47023"/>
                    <a:pt x="117084" y="52251"/>
                  </a:cubicBezTo>
                  <a:cubicBezTo>
                    <a:pt x="119577" y="54014"/>
                    <a:pt x="122586" y="54956"/>
                    <a:pt x="125018" y="57418"/>
                  </a:cubicBezTo>
                  <a:cubicBezTo>
                    <a:pt x="127419" y="59880"/>
                    <a:pt x="127145" y="63011"/>
                    <a:pt x="131614" y="63436"/>
                  </a:cubicBezTo>
                  <a:cubicBezTo>
                    <a:pt x="137602" y="64014"/>
                    <a:pt x="144988" y="63832"/>
                    <a:pt x="149213" y="68695"/>
                  </a:cubicBezTo>
                  <a:cubicBezTo>
                    <a:pt x="151310" y="71126"/>
                    <a:pt x="154410" y="76567"/>
                    <a:pt x="158483" y="755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18"/>
            <p:cNvSpPr/>
            <p:nvPr/>
          </p:nvSpPr>
          <p:spPr>
            <a:xfrm>
              <a:off x="2975000" y="244975"/>
              <a:ext cx="3962100" cy="1937000"/>
            </a:xfrm>
            <a:custGeom>
              <a:rect b="b" l="l" r="r" t="t"/>
              <a:pathLst>
                <a:path extrusionOk="0" fill="none" h="77480" w="158484">
                  <a:moveTo>
                    <a:pt x="0" y="7904"/>
                  </a:moveTo>
                  <a:cubicBezTo>
                    <a:pt x="6019" y="9758"/>
                    <a:pt x="13162" y="10366"/>
                    <a:pt x="19058" y="8815"/>
                  </a:cubicBezTo>
                  <a:cubicBezTo>
                    <a:pt x="25077" y="7204"/>
                    <a:pt x="30730" y="2554"/>
                    <a:pt x="36992" y="1429"/>
                  </a:cubicBezTo>
                  <a:cubicBezTo>
                    <a:pt x="44773" y="1"/>
                    <a:pt x="52038" y="7296"/>
                    <a:pt x="58086" y="10974"/>
                  </a:cubicBezTo>
                  <a:cubicBezTo>
                    <a:pt x="62463" y="13618"/>
                    <a:pt x="66111" y="15806"/>
                    <a:pt x="68482" y="20457"/>
                  </a:cubicBezTo>
                  <a:cubicBezTo>
                    <a:pt x="69910" y="23253"/>
                    <a:pt x="69090" y="26475"/>
                    <a:pt x="73041" y="27387"/>
                  </a:cubicBezTo>
                  <a:cubicBezTo>
                    <a:pt x="81005" y="29180"/>
                    <a:pt x="90002" y="23679"/>
                    <a:pt x="96841" y="22615"/>
                  </a:cubicBezTo>
                  <a:cubicBezTo>
                    <a:pt x="104622" y="21399"/>
                    <a:pt x="107692" y="18360"/>
                    <a:pt x="114714" y="24621"/>
                  </a:cubicBezTo>
                  <a:cubicBezTo>
                    <a:pt x="121917" y="31065"/>
                    <a:pt x="111552" y="46780"/>
                    <a:pt x="118087" y="52767"/>
                  </a:cubicBezTo>
                  <a:cubicBezTo>
                    <a:pt x="120124" y="54682"/>
                    <a:pt x="123224" y="55807"/>
                    <a:pt x="125443" y="58178"/>
                  </a:cubicBezTo>
                  <a:cubicBezTo>
                    <a:pt x="127784" y="60640"/>
                    <a:pt x="127632" y="63771"/>
                    <a:pt x="131918" y="64257"/>
                  </a:cubicBezTo>
                  <a:cubicBezTo>
                    <a:pt x="137905" y="64956"/>
                    <a:pt x="145170" y="64804"/>
                    <a:pt x="149425" y="69576"/>
                  </a:cubicBezTo>
                  <a:cubicBezTo>
                    <a:pt x="151523" y="71947"/>
                    <a:pt x="154471" y="77479"/>
                    <a:pt x="158483" y="765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18"/>
            <p:cNvSpPr/>
            <p:nvPr/>
          </p:nvSpPr>
          <p:spPr>
            <a:xfrm>
              <a:off x="2975000" y="222950"/>
              <a:ext cx="3962100" cy="1955225"/>
            </a:xfrm>
            <a:custGeom>
              <a:rect b="b" l="l" r="r" t="t"/>
              <a:pathLst>
                <a:path extrusionOk="0" fill="none" h="78209" w="158484">
                  <a:moveTo>
                    <a:pt x="0" y="8785"/>
                  </a:moveTo>
                  <a:cubicBezTo>
                    <a:pt x="6079" y="10608"/>
                    <a:pt x="13313" y="11155"/>
                    <a:pt x="19180" y="9453"/>
                  </a:cubicBezTo>
                  <a:cubicBezTo>
                    <a:pt x="25289" y="7690"/>
                    <a:pt x="31125" y="2584"/>
                    <a:pt x="37569" y="1459"/>
                  </a:cubicBezTo>
                  <a:cubicBezTo>
                    <a:pt x="45776" y="0"/>
                    <a:pt x="51642" y="7630"/>
                    <a:pt x="57874" y="11520"/>
                  </a:cubicBezTo>
                  <a:cubicBezTo>
                    <a:pt x="62099" y="14134"/>
                    <a:pt x="67175" y="16596"/>
                    <a:pt x="70123" y="20882"/>
                  </a:cubicBezTo>
                  <a:cubicBezTo>
                    <a:pt x="71886" y="23466"/>
                    <a:pt x="72190" y="26688"/>
                    <a:pt x="75625" y="27569"/>
                  </a:cubicBezTo>
                  <a:cubicBezTo>
                    <a:pt x="83193" y="29484"/>
                    <a:pt x="91339" y="23374"/>
                    <a:pt x="97996" y="22371"/>
                  </a:cubicBezTo>
                  <a:cubicBezTo>
                    <a:pt x="106051" y="21186"/>
                    <a:pt x="108391" y="17630"/>
                    <a:pt x="115473" y="24773"/>
                  </a:cubicBezTo>
                  <a:cubicBezTo>
                    <a:pt x="122039" y="31369"/>
                    <a:pt x="113528" y="46475"/>
                    <a:pt x="119060" y="53101"/>
                  </a:cubicBezTo>
                  <a:cubicBezTo>
                    <a:pt x="120732" y="55107"/>
                    <a:pt x="123802" y="56475"/>
                    <a:pt x="125869" y="58785"/>
                  </a:cubicBezTo>
                  <a:cubicBezTo>
                    <a:pt x="128088" y="61247"/>
                    <a:pt x="128057" y="64348"/>
                    <a:pt x="132191" y="64925"/>
                  </a:cubicBezTo>
                  <a:cubicBezTo>
                    <a:pt x="138179" y="65746"/>
                    <a:pt x="145352" y="65594"/>
                    <a:pt x="149608" y="70305"/>
                  </a:cubicBezTo>
                  <a:cubicBezTo>
                    <a:pt x="151705" y="72615"/>
                    <a:pt x="154502" y="78208"/>
                    <a:pt x="158483" y="7744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18"/>
            <p:cNvSpPr/>
            <p:nvPr/>
          </p:nvSpPr>
          <p:spPr>
            <a:xfrm>
              <a:off x="2975000" y="197875"/>
              <a:ext cx="3962850" cy="1976500"/>
            </a:xfrm>
            <a:custGeom>
              <a:rect b="b" l="l" r="r" t="t"/>
              <a:pathLst>
                <a:path extrusionOk="0" fill="none" h="79060" w="158514">
                  <a:moveTo>
                    <a:pt x="0" y="9788"/>
                  </a:moveTo>
                  <a:cubicBezTo>
                    <a:pt x="6110" y="11551"/>
                    <a:pt x="13222" y="11824"/>
                    <a:pt x="19301" y="10244"/>
                  </a:cubicBezTo>
                  <a:cubicBezTo>
                    <a:pt x="26080" y="8450"/>
                    <a:pt x="31369" y="3040"/>
                    <a:pt x="38208" y="1642"/>
                  </a:cubicBezTo>
                  <a:cubicBezTo>
                    <a:pt x="46384" y="0"/>
                    <a:pt x="51855" y="8207"/>
                    <a:pt x="57600" y="12098"/>
                  </a:cubicBezTo>
                  <a:cubicBezTo>
                    <a:pt x="61886" y="14985"/>
                    <a:pt x="67296" y="17478"/>
                    <a:pt x="71065" y="21368"/>
                  </a:cubicBezTo>
                  <a:cubicBezTo>
                    <a:pt x="73315" y="23678"/>
                    <a:pt x="74743" y="27113"/>
                    <a:pt x="77904" y="27903"/>
                  </a:cubicBezTo>
                  <a:cubicBezTo>
                    <a:pt x="84865" y="29575"/>
                    <a:pt x="91978" y="23648"/>
                    <a:pt x="98847" y="22280"/>
                  </a:cubicBezTo>
                  <a:cubicBezTo>
                    <a:pt x="107419" y="20517"/>
                    <a:pt x="109850" y="17903"/>
                    <a:pt x="116233" y="25077"/>
                  </a:cubicBezTo>
                  <a:cubicBezTo>
                    <a:pt x="122069" y="31642"/>
                    <a:pt x="115656" y="46536"/>
                    <a:pt x="120154" y="53557"/>
                  </a:cubicBezTo>
                  <a:cubicBezTo>
                    <a:pt x="121492" y="55624"/>
                    <a:pt x="124471" y="57235"/>
                    <a:pt x="126325" y="59484"/>
                  </a:cubicBezTo>
                  <a:cubicBezTo>
                    <a:pt x="128422" y="61977"/>
                    <a:pt x="128544" y="65047"/>
                    <a:pt x="132495" y="65685"/>
                  </a:cubicBezTo>
                  <a:cubicBezTo>
                    <a:pt x="138392" y="66658"/>
                    <a:pt x="145565" y="66506"/>
                    <a:pt x="149851" y="71187"/>
                  </a:cubicBezTo>
                  <a:cubicBezTo>
                    <a:pt x="151918" y="73466"/>
                    <a:pt x="154593" y="79059"/>
                    <a:pt x="158514" y="7845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18"/>
            <p:cNvSpPr/>
            <p:nvPr/>
          </p:nvSpPr>
          <p:spPr>
            <a:xfrm>
              <a:off x="2975000" y="180400"/>
              <a:ext cx="3962850" cy="1990925"/>
            </a:xfrm>
            <a:custGeom>
              <a:rect b="b" l="l" r="r" t="t"/>
              <a:pathLst>
                <a:path extrusionOk="0" fill="none" h="79637" w="158514">
                  <a:moveTo>
                    <a:pt x="0" y="10487"/>
                  </a:moveTo>
                  <a:cubicBezTo>
                    <a:pt x="6171" y="12219"/>
                    <a:pt x="13374" y="12371"/>
                    <a:pt x="19453" y="10699"/>
                  </a:cubicBezTo>
                  <a:cubicBezTo>
                    <a:pt x="26384" y="8754"/>
                    <a:pt x="31764" y="2979"/>
                    <a:pt x="38876" y="1611"/>
                  </a:cubicBezTo>
                  <a:cubicBezTo>
                    <a:pt x="47265" y="0"/>
                    <a:pt x="51946" y="8025"/>
                    <a:pt x="57418" y="12280"/>
                  </a:cubicBezTo>
                  <a:cubicBezTo>
                    <a:pt x="61582" y="15532"/>
                    <a:pt x="67083" y="17994"/>
                    <a:pt x="71460" y="21490"/>
                  </a:cubicBezTo>
                  <a:cubicBezTo>
                    <a:pt x="74166" y="23678"/>
                    <a:pt x="76597" y="27143"/>
                    <a:pt x="79789" y="27812"/>
                  </a:cubicBezTo>
                  <a:cubicBezTo>
                    <a:pt x="86172" y="29149"/>
                    <a:pt x="92950" y="23374"/>
                    <a:pt x="99364" y="21733"/>
                  </a:cubicBezTo>
                  <a:cubicBezTo>
                    <a:pt x="107723" y="19605"/>
                    <a:pt x="111218" y="17934"/>
                    <a:pt x="117024" y="25137"/>
                  </a:cubicBezTo>
                  <a:cubicBezTo>
                    <a:pt x="122100" y="31460"/>
                    <a:pt x="117784" y="46475"/>
                    <a:pt x="121249" y="53679"/>
                  </a:cubicBezTo>
                  <a:cubicBezTo>
                    <a:pt x="122708" y="56718"/>
                    <a:pt x="129060" y="65472"/>
                    <a:pt x="132769" y="66171"/>
                  </a:cubicBezTo>
                  <a:cubicBezTo>
                    <a:pt x="138605" y="67296"/>
                    <a:pt x="145748" y="67114"/>
                    <a:pt x="150033" y="71764"/>
                  </a:cubicBezTo>
                  <a:cubicBezTo>
                    <a:pt x="152100" y="73983"/>
                    <a:pt x="154684" y="79637"/>
                    <a:pt x="158514" y="7915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18"/>
            <p:cNvSpPr/>
            <p:nvPr/>
          </p:nvSpPr>
          <p:spPr>
            <a:xfrm>
              <a:off x="2975000" y="165200"/>
              <a:ext cx="3962850" cy="2002325"/>
            </a:xfrm>
            <a:custGeom>
              <a:rect b="b" l="l" r="r" t="t"/>
              <a:pathLst>
                <a:path extrusionOk="0" fill="none" h="80093" w="158514">
                  <a:moveTo>
                    <a:pt x="0" y="11095"/>
                  </a:moveTo>
                  <a:cubicBezTo>
                    <a:pt x="6201" y="12797"/>
                    <a:pt x="13496" y="12858"/>
                    <a:pt x="19575" y="11064"/>
                  </a:cubicBezTo>
                  <a:cubicBezTo>
                    <a:pt x="26688" y="8967"/>
                    <a:pt x="32128" y="2857"/>
                    <a:pt x="39545" y="1520"/>
                  </a:cubicBezTo>
                  <a:cubicBezTo>
                    <a:pt x="47965" y="0"/>
                    <a:pt x="52402" y="7599"/>
                    <a:pt x="57326" y="12280"/>
                  </a:cubicBezTo>
                  <a:cubicBezTo>
                    <a:pt x="61096" y="15867"/>
                    <a:pt x="66840" y="18329"/>
                    <a:pt x="71491" y="21490"/>
                  </a:cubicBezTo>
                  <a:cubicBezTo>
                    <a:pt x="74470" y="23496"/>
                    <a:pt x="77600" y="26870"/>
                    <a:pt x="81157" y="27387"/>
                  </a:cubicBezTo>
                  <a:cubicBezTo>
                    <a:pt x="87449" y="28268"/>
                    <a:pt x="93832" y="22827"/>
                    <a:pt x="99607" y="21034"/>
                  </a:cubicBezTo>
                  <a:cubicBezTo>
                    <a:pt x="107814" y="18450"/>
                    <a:pt x="112677" y="17812"/>
                    <a:pt x="117875" y="25137"/>
                  </a:cubicBezTo>
                  <a:cubicBezTo>
                    <a:pt x="120306" y="28602"/>
                    <a:pt x="119364" y="34773"/>
                    <a:pt x="119759" y="39423"/>
                  </a:cubicBezTo>
                  <a:cubicBezTo>
                    <a:pt x="120185" y="44256"/>
                    <a:pt x="120914" y="49697"/>
                    <a:pt x="122343" y="53679"/>
                  </a:cubicBezTo>
                  <a:cubicBezTo>
                    <a:pt x="123498" y="56810"/>
                    <a:pt x="129425" y="65746"/>
                    <a:pt x="133042" y="66536"/>
                  </a:cubicBezTo>
                  <a:cubicBezTo>
                    <a:pt x="138817" y="67782"/>
                    <a:pt x="145930" y="67600"/>
                    <a:pt x="150246" y="72220"/>
                  </a:cubicBezTo>
                  <a:cubicBezTo>
                    <a:pt x="152313" y="74409"/>
                    <a:pt x="154745" y="80093"/>
                    <a:pt x="158514" y="7975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18"/>
            <p:cNvSpPr/>
            <p:nvPr/>
          </p:nvSpPr>
          <p:spPr>
            <a:xfrm>
              <a:off x="2975000" y="150750"/>
              <a:ext cx="3962850" cy="2014500"/>
            </a:xfrm>
            <a:custGeom>
              <a:rect b="b" l="l" r="r" t="t"/>
              <a:pathLst>
                <a:path extrusionOk="0" fill="none" h="80580" w="158514">
                  <a:moveTo>
                    <a:pt x="0" y="11673"/>
                  </a:moveTo>
                  <a:cubicBezTo>
                    <a:pt x="6262" y="13344"/>
                    <a:pt x="13830" y="13588"/>
                    <a:pt x="19727" y="11429"/>
                  </a:cubicBezTo>
                  <a:cubicBezTo>
                    <a:pt x="26566" y="8907"/>
                    <a:pt x="32767" y="2676"/>
                    <a:pt x="40244" y="1399"/>
                  </a:cubicBezTo>
                  <a:cubicBezTo>
                    <a:pt x="48573" y="1"/>
                    <a:pt x="53162" y="6900"/>
                    <a:pt x="57478" y="12159"/>
                  </a:cubicBezTo>
                  <a:cubicBezTo>
                    <a:pt x="61825" y="17417"/>
                    <a:pt x="74318" y="25807"/>
                    <a:pt x="81917" y="26749"/>
                  </a:cubicBezTo>
                  <a:cubicBezTo>
                    <a:pt x="87692" y="27448"/>
                    <a:pt x="94379" y="22159"/>
                    <a:pt x="99637" y="20244"/>
                  </a:cubicBezTo>
                  <a:cubicBezTo>
                    <a:pt x="108178" y="17144"/>
                    <a:pt x="114045" y="17873"/>
                    <a:pt x="118787" y="25199"/>
                  </a:cubicBezTo>
                  <a:cubicBezTo>
                    <a:pt x="121066" y="28694"/>
                    <a:pt x="119607" y="34895"/>
                    <a:pt x="120215" y="39515"/>
                  </a:cubicBezTo>
                  <a:cubicBezTo>
                    <a:pt x="120853" y="44348"/>
                    <a:pt x="122373" y="49394"/>
                    <a:pt x="123498" y="53649"/>
                  </a:cubicBezTo>
                  <a:cubicBezTo>
                    <a:pt x="124349" y="56962"/>
                    <a:pt x="129729" y="65989"/>
                    <a:pt x="133316" y="66871"/>
                  </a:cubicBezTo>
                  <a:cubicBezTo>
                    <a:pt x="139000" y="68300"/>
                    <a:pt x="146112" y="68087"/>
                    <a:pt x="150459" y="72677"/>
                  </a:cubicBezTo>
                  <a:cubicBezTo>
                    <a:pt x="152495" y="74835"/>
                    <a:pt x="154836" y="80579"/>
                    <a:pt x="158514" y="803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18"/>
            <p:cNvSpPr/>
            <p:nvPr/>
          </p:nvSpPr>
          <p:spPr>
            <a:xfrm>
              <a:off x="2975000" y="138600"/>
              <a:ext cx="3962100" cy="2022075"/>
            </a:xfrm>
            <a:custGeom>
              <a:rect b="b" l="l" r="r" t="t"/>
              <a:pathLst>
                <a:path extrusionOk="0" fill="none" h="80883" w="158484">
                  <a:moveTo>
                    <a:pt x="0" y="12159"/>
                  </a:moveTo>
                  <a:cubicBezTo>
                    <a:pt x="6322" y="13800"/>
                    <a:pt x="13952" y="13952"/>
                    <a:pt x="19849" y="11672"/>
                  </a:cubicBezTo>
                  <a:cubicBezTo>
                    <a:pt x="26900" y="8937"/>
                    <a:pt x="33162" y="2462"/>
                    <a:pt x="40974" y="1247"/>
                  </a:cubicBezTo>
                  <a:cubicBezTo>
                    <a:pt x="48876" y="0"/>
                    <a:pt x="54530" y="5806"/>
                    <a:pt x="58026" y="11855"/>
                  </a:cubicBezTo>
                  <a:cubicBezTo>
                    <a:pt x="61521" y="17873"/>
                    <a:pt x="74500" y="25138"/>
                    <a:pt x="82069" y="25928"/>
                  </a:cubicBezTo>
                  <a:cubicBezTo>
                    <a:pt x="87449" y="26505"/>
                    <a:pt x="94774" y="21186"/>
                    <a:pt x="99637" y="19362"/>
                  </a:cubicBezTo>
                  <a:cubicBezTo>
                    <a:pt x="108178" y="16080"/>
                    <a:pt x="115321" y="17782"/>
                    <a:pt x="119759" y="25107"/>
                  </a:cubicBezTo>
                  <a:cubicBezTo>
                    <a:pt x="121948" y="28724"/>
                    <a:pt x="119790" y="34803"/>
                    <a:pt x="120580" y="39545"/>
                  </a:cubicBezTo>
                  <a:cubicBezTo>
                    <a:pt x="121370" y="44348"/>
                    <a:pt x="123771" y="48937"/>
                    <a:pt x="124623" y="53497"/>
                  </a:cubicBezTo>
                  <a:cubicBezTo>
                    <a:pt x="125291" y="56992"/>
                    <a:pt x="130003" y="66050"/>
                    <a:pt x="133559" y="67053"/>
                  </a:cubicBezTo>
                  <a:cubicBezTo>
                    <a:pt x="139152" y="68603"/>
                    <a:pt x="146355" y="68451"/>
                    <a:pt x="150672" y="72980"/>
                  </a:cubicBezTo>
                  <a:cubicBezTo>
                    <a:pt x="152708" y="75108"/>
                    <a:pt x="154897" y="80883"/>
                    <a:pt x="158483" y="80822"/>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18"/>
            <p:cNvSpPr/>
            <p:nvPr/>
          </p:nvSpPr>
          <p:spPr>
            <a:xfrm>
              <a:off x="2975000" y="124150"/>
              <a:ext cx="3962100" cy="2034250"/>
            </a:xfrm>
            <a:custGeom>
              <a:rect b="b" l="l" r="r" t="t"/>
              <a:pathLst>
                <a:path extrusionOk="0" fill="none" h="81370" w="158484">
                  <a:moveTo>
                    <a:pt x="0" y="12737"/>
                  </a:moveTo>
                  <a:cubicBezTo>
                    <a:pt x="6383" y="14348"/>
                    <a:pt x="13861" y="14226"/>
                    <a:pt x="20001" y="12007"/>
                  </a:cubicBezTo>
                  <a:cubicBezTo>
                    <a:pt x="27721" y="9241"/>
                    <a:pt x="33283" y="2432"/>
                    <a:pt x="41673" y="1186"/>
                  </a:cubicBezTo>
                  <a:cubicBezTo>
                    <a:pt x="49515" y="1"/>
                    <a:pt x="55807" y="4530"/>
                    <a:pt x="58877" y="11551"/>
                  </a:cubicBezTo>
                  <a:cubicBezTo>
                    <a:pt x="61886" y="18481"/>
                    <a:pt x="74378" y="24560"/>
                    <a:pt x="81704" y="25199"/>
                  </a:cubicBezTo>
                  <a:cubicBezTo>
                    <a:pt x="87114" y="25624"/>
                    <a:pt x="94774" y="20244"/>
                    <a:pt x="99607" y="18573"/>
                  </a:cubicBezTo>
                  <a:cubicBezTo>
                    <a:pt x="108118" y="15655"/>
                    <a:pt x="116628" y="17721"/>
                    <a:pt x="120853" y="25199"/>
                  </a:cubicBezTo>
                  <a:cubicBezTo>
                    <a:pt x="123012" y="29029"/>
                    <a:pt x="119972" y="34895"/>
                    <a:pt x="120853" y="39758"/>
                  </a:cubicBezTo>
                  <a:cubicBezTo>
                    <a:pt x="121735" y="44561"/>
                    <a:pt x="125139" y="48512"/>
                    <a:pt x="125778" y="53406"/>
                  </a:cubicBezTo>
                  <a:cubicBezTo>
                    <a:pt x="126294" y="57205"/>
                    <a:pt x="130276" y="66172"/>
                    <a:pt x="133863" y="67297"/>
                  </a:cubicBezTo>
                  <a:cubicBezTo>
                    <a:pt x="139334" y="68999"/>
                    <a:pt x="146568" y="68908"/>
                    <a:pt x="150884" y="73406"/>
                  </a:cubicBezTo>
                  <a:cubicBezTo>
                    <a:pt x="153438" y="76051"/>
                    <a:pt x="154684" y="80428"/>
                    <a:pt x="158483" y="8137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18"/>
            <p:cNvSpPr/>
            <p:nvPr/>
          </p:nvSpPr>
          <p:spPr>
            <a:xfrm>
              <a:off x="2975000" y="108200"/>
              <a:ext cx="3962850" cy="2050975"/>
            </a:xfrm>
            <a:custGeom>
              <a:rect b="b" l="l" r="r" t="t"/>
              <a:pathLst>
                <a:path extrusionOk="0" fill="none" h="82039" w="158514">
                  <a:moveTo>
                    <a:pt x="0" y="13375"/>
                  </a:moveTo>
                  <a:cubicBezTo>
                    <a:pt x="6474" y="14986"/>
                    <a:pt x="14013" y="14712"/>
                    <a:pt x="20183" y="12432"/>
                  </a:cubicBezTo>
                  <a:cubicBezTo>
                    <a:pt x="28116" y="9454"/>
                    <a:pt x="33709" y="2493"/>
                    <a:pt x="42402" y="1156"/>
                  </a:cubicBezTo>
                  <a:cubicBezTo>
                    <a:pt x="50092" y="1"/>
                    <a:pt x="57418" y="4043"/>
                    <a:pt x="59819" y="11217"/>
                  </a:cubicBezTo>
                  <a:cubicBezTo>
                    <a:pt x="62190" y="18390"/>
                    <a:pt x="73862" y="24104"/>
                    <a:pt x="81035" y="24439"/>
                  </a:cubicBezTo>
                  <a:cubicBezTo>
                    <a:pt x="86780" y="24743"/>
                    <a:pt x="94318" y="19454"/>
                    <a:pt x="99607" y="17934"/>
                  </a:cubicBezTo>
                  <a:cubicBezTo>
                    <a:pt x="108452" y="15381"/>
                    <a:pt x="117844" y="17873"/>
                    <a:pt x="122009" y="25350"/>
                  </a:cubicBezTo>
                  <a:cubicBezTo>
                    <a:pt x="124227" y="29332"/>
                    <a:pt x="120154" y="35047"/>
                    <a:pt x="121066" y="40092"/>
                  </a:cubicBezTo>
                  <a:cubicBezTo>
                    <a:pt x="121978" y="44925"/>
                    <a:pt x="126507" y="48512"/>
                    <a:pt x="126963" y="53406"/>
                  </a:cubicBezTo>
                  <a:cubicBezTo>
                    <a:pt x="127297" y="57205"/>
                    <a:pt x="130459" y="66172"/>
                    <a:pt x="134167" y="67570"/>
                  </a:cubicBezTo>
                  <a:cubicBezTo>
                    <a:pt x="139304" y="69485"/>
                    <a:pt x="146842" y="69424"/>
                    <a:pt x="151128" y="73862"/>
                  </a:cubicBezTo>
                  <a:cubicBezTo>
                    <a:pt x="153650" y="76537"/>
                    <a:pt x="154805" y="80883"/>
                    <a:pt x="158514" y="8203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18"/>
            <p:cNvSpPr/>
            <p:nvPr/>
          </p:nvSpPr>
          <p:spPr>
            <a:xfrm>
              <a:off x="2975000" y="89975"/>
              <a:ext cx="3962850" cy="2068425"/>
            </a:xfrm>
            <a:custGeom>
              <a:rect b="b" l="l" r="r" t="t"/>
              <a:pathLst>
                <a:path extrusionOk="0" fill="none" h="82737" w="158514">
                  <a:moveTo>
                    <a:pt x="0" y="14104"/>
                  </a:moveTo>
                  <a:cubicBezTo>
                    <a:pt x="6535" y="15684"/>
                    <a:pt x="14347" y="15502"/>
                    <a:pt x="20335" y="12918"/>
                  </a:cubicBezTo>
                  <a:cubicBezTo>
                    <a:pt x="27995" y="9575"/>
                    <a:pt x="34439" y="2644"/>
                    <a:pt x="43101" y="1216"/>
                  </a:cubicBezTo>
                  <a:cubicBezTo>
                    <a:pt x="50639" y="0"/>
                    <a:pt x="58299" y="3435"/>
                    <a:pt x="60822" y="10882"/>
                  </a:cubicBezTo>
                  <a:cubicBezTo>
                    <a:pt x="63436" y="18572"/>
                    <a:pt x="72190" y="23587"/>
                    <a:pt x="80184" y="23769"/>
                  </a:cubicBezTo>
                  <a:cubicBezTo>
                    <a:pt x="86415" y="23921"/>
                    <a:pt x="93862" y="18663"/>
                    <a:pt x="99759" y="17417"/>
                  </a:cubicBezTo>
                  <a:cubicBezTo>
                    <a:pt x="107875" y="15715"/>
                    <a:pt x="119394" y="17234"/>
                    <a:pt x="123224" y="25593"/>
                  </a:cubicBezTo>
                  <a:cubicBezTo>
                    <a:pt x="125413" y="30396"/>
                    <a:pt x="120367" y="35350"/>
                    <a:pt x="121279" y="40578"/>
                  </a:cubicBezTo>
                  <a:cubicBezTo>
                    <a:pt x="122100" y="45381"/>
                    <a:pt x="127723" y="48937"/>
                    <a:pt x="128118" y="53496"/>
                  </a:cubicBezTo>
                  <a:cubicBezTo>
                    <a:pt x="128422" y="57174"/>
                    <a:pt x="130762" y="66262"/>
                    <a:pt x="134501" y="67873"/>
                  </a:cubicBezTo>
                  <a:cubicBezTo>
                    <a:pt x="139456" y="70001"/>
                    <a:pt x="147085" y="69971"/>
                    <a:pt x="151340" y="74408"/>
                  </a:cubicBezTo>
                  <a:cubicBezTo>
                    <a:pt x="153894" y="77083"/>
                    <a:pt x="154897" y="81430"/>
                    <a:pt x="158514" y="8273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18"/>
            <p:cNvSpPr/>
            <p:nvPr/>
          </p:nvSpPr>
          <p:spPr>
            <a:xfrm>
              <a:off x="2975000" y="69450"/>
              <a:ext cx="3962850" cy="2089725"/>
            </a:xfrm>
            <a:custGeom>
              <a:rect b="b" l="l" r="r" t="t"/>
              <a:pathLst>
                <a:path extrusionOk="0" fill="none" h="83589" w="158514">
                  <a:moveTo>
                    <a:pt x="0" y="14925"/>
                  </a:moveTo>
                  <a:cubicBezTo>
                    <a:pt x="6626" y="16475"/>
                    <a:pt x="14529" y="16201"/>
                    <a:pt x="20517" y="13496"/>
                  </a:cubicBezTo>
                  <a:cubicBezTo>
                    <a:pt x="28359" y="9940"/>
                    <a:pt x="34925" y="3010"/>
                    <a:pt x="43800" y="1338"/>
                  </a:cubicBezTo>
                  <a:cubicBezTo>
                    <a:pt x="51126" y="0"/>
                    <a:pt x="59454" y="3010"/>
                    <a:pt x="61916" y="10517"/>
                  </a:cubicBezTo>
                  <a:cubicBezTo>
                    <a:pt x="64500" y="18359"/>
                    <a:pt x="70853" y="23223"/>
                    <a:pt x="79272" y="23131"/>
                  </a:cubicBezTo>
                  <a:cubicBezTo>
                    <a:pt x="86020" y="23071"/>
                    <a:pt x="93254" y="17934"/>
                    <a:pt x="100032" y="17052"/>
                  </a:cubicBezTo>
                  <a:cubicBezTo>
                    <a:pt x="108574" y="15958"/>
                    <a:pt x="120489" y="17630"/>
                    <a:pt x="124471" y="25989"/>
                  </a:cubicBezTo>
                  <a:cubicBezTo>
                    <a:pt x="126902" y="31065"/>
                    <a:pt x="120671" y="35776"/>
                    <a:pt x="121492" y="41186"/>
                  </a:cubicBezTo>
                  <a:cubicBezTo>
                    <a:pt x="122221" y="46050"/>
                    <a:pt x="128878" y="49393"/>
                    <a:pt x="129243" y="53740"/>
                  </a:cubicBezTo>
                  <a:cubicBezTo>
                    <a:pt x="129516" y="57357"/>
                    <a:pt x="131127" y="66445"/>
                    <a:pt x="134896" y="68238"/>
                  </a:cubicBezTo>
                  <a:cubicBezTo>
                    <a:pt x="139699" y="70549"/>
                    <a:pt x="147359" y="70670"/>
                    <a:pt x="151584" y="75077"/>
                  </a:cubicBezTo>
                  <a:cubicBezTo>
                    <a:pt x="154137" y="77752"/>
                    <a:pt x="154988" y="82068"/>
                    <a:pt x="158514" y="8358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18"/>
            <p:cNvSpPr/>
            <p:nvPr/>
          </p:nvSpPr>
          <p:spPr>
            <a:xfrm>
              <a:off x="2975000" y="45125"/>
              <a:ext cx="3962850" cy="2114050"/>
            </a:xfrm>
            <a:custGeom>
              <a:rect b="b" l="l" r="r" t="t"/>
              <a:pathLst>
                <a:path extrusionOk="0" fill="none" h="84562" w="158514">
                  <a:moveTo>
                    <a:pt x="0" y="15898"/>
                  </a:moveTo>
                  <a:cubicBezTo>
                    <a:pt x="6991" y="17478"/>
                    <a:pt x="14651" y="16809"/>
                    <a:pt x="20700" y="14226"/>
                  </a:cubicBezTo>
                  <a:cubicBezTo>
                    <a:pt x="28511" y="10913"/>
                    <a:pt x="35350" y="3527"/>
                    <a:pt x="44439" y="1551"/>
                  </a:cubicBezTo>
                  <a:cubicBezTo>
                    <a:pt x="51612" y="1"/>
                    <a:pt x="60579" y="2736"/>
                    <a:pt x="63041" y="10214"/>
                  </a:cubicBezTo>
                  <a:cubicBezTo>
                    <a:pt x="65564" y="17934"/>
                    <a:pt x="69515" y="22949"/>
                    <a:pt x="78391" y="22645"/>
                  </a:cubicBezTo>
                  <a:cubicBezTo>
                    <a:pt x="85716" y="22372"/>
                    <a:pt x="93072" y="17417"/>
                    <a:pt x="100488" y="16931"/>
                  </a:cubicBezTo>
                  <a:cubicBezTo>
                    <a:pt x="109273" y="16323"/>
                    <a:pt x="121431" y="18208"/>
                    <a:pt x="125717" y="26536"/>
                  </a:cubicBezTo>
                  <a:cubicBezTo>
                    <a:pt x="128544" y="31946"/>
                    <a:pt x="121036" y="36415"/>
                    <a:pt x="121735" y="41916"/>
                  </a:cubicBezTo>
                  <a:cubicBezTo>
                    <a:pt x="122343" y="46871"/>
                    <a:pt x="129881" y="49971"/>
                    <a:pt x="130276" y="54105"/>
                  </a:cubicBezTo>
                  <a:cubicBezTo>
                    <a:pt x="130641" y="57631"/>
                    <a:pt x="131431" y="66628"/>
                    <a:pt x="135322" y="68664"/>
                  </a:cubicBezTo>
                  <a:cubicBezTo>
                    <a:pt x="140124" y="71157"/>
                    <a:pt x="147632" y="71461"/>
                    <a:pt x="151796" y="75868"/>
                  </a:cubicBezTo>
                  <a:cubicBezTo>
                    <a:pt x="154350" y="78573"/>
                    <a:pt x="155109" y="82859"/>
                    <a:pt x="158514" y="8456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18"/>
            <p:cNvSpPr/>
            <p:nvPr/>
          </p:nvSpPr>
          <p:spPr>
            <a:xfrm>
              <a:off x="2975000" y="20825"/>
              <a:ext cx="3962850" cy="2138350"/>
            </a:xfrm>
            <a:custGeom>
              <a:rect b="b" l="l" r="r" t="t"/>
              <a:pathLst>
                <a:path extrusionOk="0" fill="none" h="85534" w="158514">
                  <a:moveTo>
                    <a:pt x="0" y="16870"/>
                  </a:moveTo>
                  <a:cubicBezTo>
                    <a:pt x="7082" y="18420"/>
                    <a:pt x="14833" y="17629"/>
                    <a:pt x="20912" y="14955"/>
                  </a:cubicBezTo>
                  <a:cubicBezTo>
                    <a:pt x="28876" y="11459"/>
                    <a:pt x="35776" y="3951"/>
                    <a:pt x="45047" y="1702"/>
                  </a:cubicBezTo>
                  <a:cubicBezTo>
                    <a:pt x="52068" y="0"/>
                    <a:pt x="61703" y="2371"/>
                    <a:pt x="64166" y="9818"/>
                  </a:cubicBezTo>
                  <a:cubicBezTo>
                    <a:pt x="66567" y="16991"/>
                    <a:pt x="68877" y="22645"/>
                    <a:pt x="77722" y="22128"/>
                  </a:cubicBezTo>
                  <a:cubicBezTo>
                    <a:pt x="85503" y="21672"/>
                    <a:pt x="93133" y="16961"/>
                    <a:pt x="101127" y="16809"/>
                  </a:cubicBezTo>
                  <a:cubicBezTo>
                    <a:pt x="110063" y="16657"/>
                    <a:pt x="122161" y="18693"/>
                    <a:pt x="126963" y="27083"/>
                  </a:cubicBezTo>
                  <a:cubicBezTo>
                    <a:pt x="130276" y="32858"/>
                    <a:pt x="121705" y="37052"/>
                    <a:pt x="122161" y="42615"/>
                  </a:cubicBezTo>
                  <a:cubicBezTo>
                    <a:pt x="122616" y="47782"/>
                    <a:pt x="130762" y="50518"/>
                    <a:pt x="131279" y="54530"/>
                  </a:cubicBezTo>
                  <a:cubicBezTo>
                    <a:pt x="131735" y="57934"/>
                    <a:pt x="131796" y="66931"/>
                    <a:pt x="135778" y="69089"/>
                  </a:cubicBezTo>
                  <a:cubicBezTo>
                    <a:pt x="140550" y="71703"/>
                    <a:pt x="147936" y="72250"/>
                    <a:pt x="152039" y="76658"/>
                  </a:cubicBezTo>
                  <a:cubicBezTo>
                    <a:pt x="154593" y="79393"/>
                    <a:pt x="155231" y="83649"/>
                    <a:pt x="158514" y="8553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0" name="Google Shape;2800;p18"/>
          <p:cNvGrpSpPr/>
          <p:nvPr/>
        </p:nvGrpSpPr>
        <p:grpSpPr>
          <a:xfrm>
            <a:off x="-418000" y="1782825"/>
            <a:ext cx="828300" cy="654275"/>
            <a:chOff x="2024375" y="213075"/>
            <a:chExt cx="828300" cy="654275"/>
          </a:xfrm>
        </p:grpSpPr>
        <p:sp>
          <p:nvSpPr>
            <p:cNvPr id="2801" name="Google Shape;2801;p18"/>
            <p:cNvSpPr/>
            <p:nvPr/>
          </p:nvSpPr>
          <p:spPr>
            <a:xfrm>
              <a:off x="2024375" y="213075"/>
              <a:ext cx="828300" cy="654275"/>
            </a:xfrm>
            <a:custGeom>
              <a:rect b="b" l="l" r="r" t="t"/>
              <a:pathLst>
                <a:path extrusionOk="0" fill="none" h="26171" w="33132">
                  <a:moveTo>
                    <a:pt x="27417" y="0"/>
                  </a:moveTo>
                  <a:cubicBezTo>
                    <a:pt x="31824" y="4377"/>
                    <a:pt x="33131" y="10973"/>
                    <a:pt x="30761" y="16718"/>
                  </a:cubicBezTo>
                  <a:cubicBezTo>
                    <a:pt x="28390" y="22432"/>
                    <a:pt x="22767" y="26171"/>
                    <a:pt x="16566" y="26171"/>
                  </a:cubicBezTo>
                  <a:cubicBezTo>
                    <a:pt x="10365" y="26171"/>
                    <a:pt x="4772" y="22432"/>
                    <a:pt x="2401" y="16718"/>
                  </a:cubicBezTo>
                  <a:cubicBezTo>
                    <a:pt x="0" y="10973"/>
                    <a:pt x="1338" y="4377"/>
                    <a:pt x="5715" y="0"/>
                  </a:cubicBezTo>
                </a:path>
              </a:pathLst>
            </a:custGeom>
            <a:noFill/>
            <a:ln cap="flat" cmpd="sng" w="66875">
              <a:solidFill>
                <a:schemeClr val="dk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18"/>
            <p:cNvSpPr/>
            <p:nvPr/>
          </p:nvSpPr>
          <p:spPr>
            <a:xfrm>
              <a:off x="2194575" y="241175"/>
              <a:ext cx="488650" cy="488650"/>
            </a:xfrm>
            <a:custGeom>
              <a:rect b="b" l="l" r="r" t="t"/>
              <a:pathLst>
                <a:path extrusionOk="0" fill="none" h="19546" w="19546">
                  <a:moveTo>
                    <a:pt x="19545" y="9758"/>
                  </a:moveTo>
                  <a:cubicBezTo>
                    <a:pt x="19545" y="15168"/>
                    <a:pt x="15168" y="19545"/>
                    <a:pt x="9758" y="19545"/>
                  </a:cubicBezTo>
                  <a:cubicBezTo>
                    <a:pt x="4378" y="19545"/>
                    <a:pt x="1" y="15168"/>
                    <a:pt x="1" y="9758"/>
                  </a:cubicBezTo>
                  <a:cubicBezTo>
                    <a:pt x="1" y="4378"/>
                    <a:pt x="4378" y="1"/>
                    <a:pt x="9758" y="1"/>
                  </a:cubicBezTo>
                  <a:cubicBezTo>
                    <a:pt x="15168" y="1"/>
                    <a:pt x="19545" y="4378"/>
                    <a:pt x="19545" y="9758"/>
                  </a:cubicBezTo>
                  <a:close/>
                </a:path>
              </a:pathLst>
            </a:custGeom>
            <a:solidFill>
              <a:schemeClr val="lt2"/>
            </a:solidFill>
            <a:ln cap="flat" cmpd="sng" w="3810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3" name="Google Shape;2803;p18"/>
          <p:cNvGrpSpPr/>
          <p:nvPr/>
        </p:nvGrpSpPr>
        <p:grpSpPr>
          <a:xfrm flipH="1">
            <a:off x="308977" y="-391135"/>
            <a:ext cx="812240" cy="779010"/>
            <a:chOff x="76650" y="3861300"/>
            <a:chExt cx="1531950" cy="1469275"/>
          </a:xfrm>
        </p:grpSpPr>
        <p:sp>
          <p:nvSpPr>
            <p:cNvPr id="2804" name="Google Shape;2804;p18"/>
            <p:cNvSpPr/>
            <p:nvPr/>
          </p:nvSpPr>
          <p:spPr>
            <a:xfrm>
              <a:off x="76650" y="3861300"/>
              <a:ext cx="1513725" cy="1379225"/>
            </a:xfrm>
            <a:custGeom>
              <a:rect b="b" l="l" r="r" t="t"/>
              <a:pathLst>
                <a:path extrusionOk="0" h="55169" w="60549">
                  <a:moveTo>
                    <a:pt x="30289" y="0"/>
                  </a:moveTo>
                  <a:cubicBezTo>
                    <a:pt x="23230" y="0"/>
                    <a:pt x="16171" y="2690"/>
                    <a:pt x="10791" y="8070"/>
                  </a:cubicBezTo>
                  <a:cubicBezTo>
                    <a:pt x="0" y="18861"/>
                    <a:pt x="0" y="36308"/>
                    <a:pt x="10791" y="47098"/>
                  </a:cubicBezTo>
                  <a:cubicBezTo>
                    <a:pt x="16171" y="52478"/>
                    <a:pt x="23230" y="55168"/>
                    <a:pt x="30289" y="55168"/>
                  </a:cubicBezTo>
                  <a:cubicBezTo>
                    <a:pt x="37349" y="55168"/>
                    <a:pt x="44408" y="52478"/>
                    <a:pt x="49788" y="47098"/>
                  </a:cubicBezTo>
                  <a:cubicBezTo>
                    <a:pt x="60548" y="36308"/>
                    <a:pt x="60548" y="18861"/>
                    <a:pt x="49788" y="8070"/>
                  </a:cubicBezTo>
                  <a:cubicBezTo>
                    <a:pt x="44408" y="2690"/>
                    <a:pt x="37349" y="0"/>
                    <a:pt x="30289" y="0"/>
                  </a:cubicBezTo>
                  <a:close/>
                </a:path>
              </a:pathLst>
            </a:custGeom>
            <a:solidFill>
              <a:srgbClr val="96A8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18"/>
            <p:cNvSpPr/>
            <p:nvPr/>
          </p:nvSpPr>
          <p:spPr>
            <a:xfrm>
              <a:off x="919350" y="4640575"/>
              <a:ext cx="689250" cy="690000"/>
            </a:xfrm>
            <a:custGeom>
              <a:rect b="b" l="l" r="r" t="t"/>
              <a:pathLst>
                <a:path extrusionOk="0" fill="none" h="27600" w="27570">
                  <a:moveTo>
                    <a:pt x="27570" y="0"/>
                  </a:moveTo>
                  <a:cubicBezTo>
                    <a:pt x="27570" y="15228"/>
                    <a:pt x="15229" y="27599"/>
                    <a:pt x="1" y="27599"/>
                  </a:cubicBezTo>
                </a:path>
              </a:pathLst>
            </a:custGeom>
            <a:noFill/>
            <a:ln cap="flat" cmpd="sng" w="66875">
              <a:solidFill>
                <a:srgbClr val="E4BEB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6" name="Google Shape;2806;p18"/>
          <p:cNvGrpSpPr/>
          <p:nvPr/>
        </p:nvGrpSpPr>
        <p:grpSpPr>
          <a:xfrm rot="5400000">
            <a:off x="228435" y="3582241"/>
            <a:ext cx="552421" cy="529821"/>
            <a:chOff x="76650" y="3861300"/>
            <a:chExt cx="1531950" cy="1469275"/>
          </a:xfrm>
        </p:grpSpPr>
        <p:sp>
          <p:nvSpPr>
            <p:cNvPr id="2807" name="Google Shape;2807;p18"/>
            <p:cNvSpPr/>
            <p:nvPr/>
          </p:nvSpPr>
          <p:spPr>
            <a:xfrm>
              <a:off x="76650" y="3861300"/>
              <a:ext cx="1513725" cy="1379225"/>
            </a:xfrm>
            <a:custGeom>
              <a:rect b="b" l="l" r="r" t="t"/>
              <a:pathLst>
                <a:path extrusionOk="0" h="55169" w="60549">
                  <a:moveTo>
                    <a:pt x="30289" y="0"/>
                  </a:moveTo>
                  <a:cubicBezTo>
                    <a:pt x="23230" y="0"/>
                    <a:pt x="16171" y="2690"/>
                    <a:pt x="10791" y="8070"/>
                  </a:cubicBezTo>
                  <a:cubicBezTo>
                    <a:pt x="0" y="18861"/>
                    <a:pt x="0" y="36308"/>
                    <a:pt x="10791" y="47098"/>
                  </a:cubicBezTo>
                  <a:cubicBezTo>
                    <a:pt x="16171" y="52478"/>
                    <a:pt x="23230" y="55168"/>
                    <a:pt x="30289" y="55168"/>
                  </a:cubicBezTo>
                  <a:cubicBezTo>
                    <a:pt x="37349" y="55168"/>
                    <a:pt x="44408" y="52478"/>
                    <a:pt x="49788" y="47098"/>
                  </a:cubicBezTo>
                  <a:cubicBezTo>
                    <a:pt x="60548" y="36308"/>
                    <a:pt x="60548" y="18861"/>
                    <a:pt x="49788" y="8070"/>
                  </a:cubicBezTo>
                  <a:cubicBezTo>
                    <a:pt x="44408" y="2690"/>
                    <a:pt x="37349" y="0"/>
                    <a:pt x="302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18"/>
            <p:cNvSpPr/>
            <p:nvPr/>
          </p:nvSpPr>
          <p:spPr>
            <a:xfrm>
              <a:off x="919350" y="4640575"/>
              <a:ext cx="689250" cy="690000"/>
            </a:xfrm>
            <a:custGeom>
              <a:rect b="b" l="l" r="r" t="t"/>
              <a:pathLst>
                <a:path extrusionOk="0" fill="none" h="27600" w="27570">
                  <a:moveTo>
                    <a:pt x="27570" y="0"/>
                  </a:moveTo>
                  <a:cubicBezTo>
                    <a:pt x="27570" y="15228"/>
                    <a:pt x="15229" y="27599"/>
                    <a:pt x="1" y="27599"/>
                  </a:cubicBezTo>
                </a:path>
              </a:pathLst>
            </a:custGeom>
            <a:noFill/>
            <a:ln cap="flat" cmpd="sng" w="66875">
              <a:solidFill>
                <a:schemeClr val="dk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9" name="Google Shape;2809;p18"/>
          <p:cNvGrpSpPr/>
          <p:nvPr/>
        </p:nvGrpSpPr>
        <p:grpSpPr>
          <a:xfrm rot="10800000">
            <a:off x="7688675" y="4593150"/>
            <a:ext cx="828300" cy="654275"/>
            <a:chOff x="2024375" y="213075"/>
            <a:chExt cx="828300" cy="654275"/>
          </a:xfrm>
        </p:grpSpPr>
        <p:sp>
          <p:nvSpPr>
            <p:cNvPr id="2810" name="Google Shape;2810;p18"/>
            <p:cNvSpPr/>
            <p:nvPr/>
          </p:nvSpPr>
          <p:spPr>
            <a:xfrm>
              <a:off x="2024375" y="213075"/>
              <a:ext cx="828300" cy="654275"/>
            </a:xfrm>
            <a:custGeom>
              <a:rect b="b" l="l" r="r" t="t"/>
              <a:pathLst>
                <a:path extrusionOk="0" fill="none" h="26171" w="33132">
                  <a:moveTo>
                    <a:pt x="27417" y="0"/>
                  </a:moveTo>
                  <a:cubicBezTo>
                    <a:pt x="31824" y="4377"/>
                    <a:pt x="33131" y="10973"/>
                    <a:pt x="30761" y="16718"/>
                  </a:cubicBezTo>
                  <a:cubicBezTo>
                    <a:pt x="28390" y="22432"/>
                    <a:pt x="22767" y="26171"/>
                    <a:pt x="16566" y="26171"/>
                  </a:cubicBezTo>
                  <a:cubicBezTo>
                    <a:pt x="10365" y="26171"/>
                    <a:pt x="4772" y="22432"/>
                    <a:pt x="2401" y="16718"/>
                  </a:cubicBezTo>
                  <a:cubicBezTo>
                    <a:pt x="0" y="10973"/>
                    <a:pt x="1338" y="4377"/>
                    <a:pt x="5715" y="0"/>
                  </a:cubicBezTo>
                </a:path>
              </a:pathLst>
            </a:custGeom>
            <a:noFill/>
            <a:ln cap="flat" cmpd="sng" w="66875">
              <a:solidFill>
                <a:srgbClr val="E4BEB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18"/>
            <p:cNvSpPr/>
            <p:nvPr/>
          </p:nvSpPr>
          <p:spPr>
            <a:xfrm>
              <a:off x="2194575" y="241175"/>
              <a:ext cx="488650" cy="488650"/>
            </a:xfrm>
            <a:custGeom>
              <a:rect b="b" l="l" r="r" t="t"/>
              <a:pathLst>
                <a:path extrusionOk="0" fill="none" h="19546" w="19546">
                  <a:moveTo>
                    <a:pt x="19545" y="9758"/>
                  </a:moveTo>
                  <a:cubicBezTo>
                    <a:pt x="19545" y="15168"/>
                    <a:pt x="15168" y="19545"/>
                    <a:pt x="9758" y="19545"/>
                  </a:cubicBezTo>
                  <a:cubicBezTo>
                    <a:pt x="4378" y="19545"/>
                    <a:pt x="1" y="15168"/>
                    <a:pt x="1" y="9758"/>
                  </a:cubicBezTo>
                  <a:cubicBezTo>
                    <a:pt x="1" y="4378"/>
                    <a:pt x="4378" y="1"/>
                    <a:pt x="9758" y="1"/>
                  </a:cubicBezTo>
                  <a:cubicBezTo>
                    <a:pt x="15168" y="1"/>
                    <a:pt x="19545" y="4378"/>
                    <a:pt x="19545" y="9758"/>
                  </a:cubicBezTo>
                  <a:close/>
                </a:path>
              </a:pathLst>
            </a:custGeom>
            <a:solidFill>
              <a:schemeClr val="lt2"/>
            </a:solidFill>
            <a:ln cap="flat" cmpd="sng" w="3810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2" name="Google Shape;2812;p18"/>
          <p:cNvGrpSpPr/>
          <p:nvPr/>
        </p:nvGrpSpPr>
        <p:grpSpPr>
          <a:xfrm>
            <a:off x="8239675" y="3374025"/>
            <a:ext cx="378450" cy="379225"/>
            <a:chOff x="4811650" y="1895450"/>
            <a:chExt cx="378450" cy="379225"/>
          </a:xfrm>
        </p:grpSpPr>
        <p:sp>
          <p:nvSpPr>
            <p:cNvPr id="2813" name="Google Shape;2813;p18"/>
            <p:cNvSpPr/>
            <p:nvPr/>
          </p:nvSpPr>
          <p:spPr>
            <a:xfrm>
              <a:off x="4811650" y="1895450"/>
              <a:ext cx="378450" cy="379225"/>
            </a:xfrm>
            <a:custGeom>
              <a:rect b="b" l="l" r="r" t="t"/>
              <a:pathLst>
                <a:path extrusionOk="0" fill="none" h="15169" w="15138">
                  <a:moveTo>
                    <a:pt x="9119" y="882"/>
                  </a:moveTo>
                  <a:cubicBezTo>
                    <a:pt x="12828" y="1733"/>
                    <a:pt x="15138" y="5442"/>
                    <a:pt x="14256" y="9150"/>
                  </a:cubicBezTo>
                  <a:cubicBezTo>
                    <a:pt x="13405" y="12858"/>
                    <a:pt x="9697" y="15168"/>
                    <a:pt x="5989" y="14287"/>
                  </a:cubicBezTo>
                  <a:cubicBezTo>
                    <a:pt x="2280" y="13436"/>
                    <a:pt x="1" y="9728"/>
                    <a:pt x="852" y="6019"/>
                  </a:cubicBezTo>
                  <a:cubicBezTo>
                    <a:pt x="1733" y="2311"/>
                    <a:pt x="5441" y="1"/>
                    <a:pt x="9119" y="882"/>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18"/>
            <p:cNvSpPr/>
            <p:nvPr/>
          </p:nvSpPr>
          <p:spPr>
            <a:xfrm>
              <a:off x="4882325" y="1966125"/>
              <a:ext cx="236350" cy="237125"/>
            </a:xfrm>
            <a:custGeom>
              <a:rect b="b" l="l" r="r" t="t"/>
              <a:pathLst>
                <a:path extrusionOk="0" fill="none" h="9485" w="9454">
                  <a:moveTo>
                    <a:pt x="9453" y="4742"/>
                  </a:moveTo>
                  <a:cubicBezTo>
                    <a:pt x="9453" y="7356"/>
                    <a:pt x="7356" y="9484"/>
                    <a:pt x="4742" y="9484"/>
                  </a:cubicBezTo>
                  <a:cubicBezTo>
                    <a:pt x="2128" y="9484"/>
                    <a:pt x="0" y="7356"/>
                    <a:pt x="0" y="4742"/>
                  </a:cubicBezTo>
                  <a:cubicBezTo>
                    <a:pt x="0" y="2128"/>
                    <a:pt x="2128" y="1"/>
                    <a:pt x="4742" y="1"/>
                  </a:cubicBezTo>
                  <a:cubicBezTo>
                    <a:pt x="7356" y="1"/>
                    <a:pt x="9453" y="2128"/>
                    <a:pt x="9453" y="4742"/>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18"/>
            <p:cNvSpPr/>
            <p:nvPr/>
          </p:nvSpPr>
          <p:spPr>
            <a:xfrm>
              <a:off x="4928675" y="2012475"/>
              <a:ext cx="143650" cy="144425"/>
            </a:xfrm>
            <a:custGeom>
              <a:rect b="b" l="l" r="r" t="t"/>
              <a:pathLst>
                <a:path extrusionOk="0" fill="none" h="5777" w="5746">
                  <a:moveTo>
                    <a:pt x="5745" y="2888"/>
                  </a:moveTo>
                  <a:cubicBezTo>
                    <a:pt x="5745" y="4499"/>
                    <a:pt x="4469" y="5776"/>
                    <a:pt x="2888" y="5776"/>
                  </a:cubicBezTo>
                  <a:cubicBezTo>
                    <a:pt x="1277" y="5776"/>
                    <a:pt x="1" y="4499"/>
                    <a:pt x="1" y="2888"/>
                  </a:cubicBezTo>
                  <a:cubicBezTo>
                    <a:pt x="1" y="1308"/>
                    <a:pt x="1277" y="1"/>
                    <a:pt x="2888" y="1"/>
                  </a:cubicBezTo>
                  <a:cubicBezTo>
                    <a:pt x="4469" y="1"/>
                    <a:pt x="5745" y="1308"/>
                    <a:pt x="5745" y="2888"/>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18"/>
            <p:cNvSpPr/>
            <p:nvPr/>
          </p:nvSpPr>
          <p:spPr>
            <a:xfrm>
              <a:off x="4968950" y="2053525"/>
              <a:ext cx="63100" cy="63100"/>
            </a:xfrm>
            <a:custGeom>
              <a:rect b="b" l="l" r="r" t="t"/>
              <a:pathLst>
                <a:path extrusionOk="0" fill="none" h="2524" w="2524">
                  <a:moveTo>
                    <a:pt x="2523" y="1246"/>
                  </a:moveTo>
                  <a:cubicBezTo>
                    <a:pt x="2523" y="1946"/>
                    <a:pt x="1946" y="2523"/>
                    <a:pt x="1277" y="2523"/>
                  </a:cubicBezTo>
                  <a:cubicBezTo>
                    <a:pt x="578" y="2523"/>
                    <a:pt x="1" y="1946"/>
                    <a:pt x="1" y="1246"/>
                  </a:cubicBezTo>
                  <a:cubicBezTo>
                    <a:pt x="1" y="578"/>
                    <a:pt x="578" y="0"/>
                    <a:pt x="1277" y="0"/>
                  </a:cubicBezTo>
                  <a:cubicBezTo>
                    <a:pt x="1946" y="0"/>
                    <a:pt x="2523" y="578"/>
                    <a:pt x="2523" y="1246"/>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17" name="Google Shape;2817;p18"/>
          <p:cNvSpPr/>
          <p:nvPr/>
        </p:nvSpPr>
        <p:spPr>
          <a:xfrm>
            <a:off x="8150875" y="285013"/>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18"/>
          <p:cNvSpPr/>
          <p:nvPr/>
        </p:nvSpPr>
        <p:spPr>
          <a:xfrm>
            <a:off x="8755988" y="3117313"/>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6">
  <p:cSld name="TITLE_ONLY_1_2_1_1">
    <p:spTree>
      <p:nvGrpSpPr>
        <p:cNvPr id="2819" name="Shape 2819"/>
        <p:cNvGrpSpPr/>
        <p:nvPr/>
      </p:nvGrpSpPr>
      <p:grpSpPr>
        <a:xfrm>
          <a:off x="0" y="0"/>
          <a:ext cx="0" cy="0"/>
          <a:chOff x="0" y="0"/>
          <a:chExt cx="0" cy="0"/>
        </a:xfrm>
      </p:grpSpPr>
      <p:sp>
        <p:nvSpPr>
          <p:cNvPr id="2820" name="Google Shape;2820;p19"/>
          <p:cNvSpPr txBox="1"/>
          <p:nvPr>
            <p:ph type="title"/>
          </p:nvPr>
        </p:nvSpPr>
        <p:spPr>
          <a:xfrm>
            <a:off x="715100" y="445025"/>
            <a:ext cx="76857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2821" name="Shape 2821"/>
        <p:cNvGrpSpPr/>
        <p:nvPr/>
      </p:nvGrpSpPr>
      <p:grpSpPr>
        <a:xfrm>
          <a:off x="0" y="0"/>
          <a:ext cx="0" cy="0"/>
          <a:chOff x="0" y="0"/>
          <a:chExt cx="0" cy="0"/>
        </a:xfrm>
      </p:grpSpPr>
      <p:sp>
        <p:nvSpPr>
          <p:cNvPr id="2822" name="Google Shape;2822;p20"/>
          <p:cNvSpPr txBox="1"/>
          <p:nvPr>
            <p:ph type="title"/>
          </p:nvPr>
        </p:nvSpPr>
        <p:spPr>
          <a:xfrm>
            <a:off x="2762250" y="2828119"/>
            <a:ext cx="3619500" cy="531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2823" name="Google Shape;2823;p20"/>
          <p:cNvSpPr txBox="1"/>
          <p:nvPr>
            <p:ph idx="1" type="subTitle"/>
          </p:nvPr>
        </p:nvSpPr>
        <p:spPr>
          <a:xfrm>
            <a:off x="1458150" y="1783481"/>
            <a:ext cx="6227700" cy="1183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2500"/>
              <a:buNone/>
              <a:defRPr sz="2400"/>
            </a:lvl1pPr>
            <a:lvl2pPr lvl="1" rtl="0" algn="ctr">
              <a:lnSpc>
                <a:spcPct val="100000"/>
              </a:lnSpc>
              <a:spcBef>
                <a:spcPts val="0"/>
              </a:spcBef>
              <a:spcAft>
                <a:spcPts val="0"/>
              </a:spcAft>
              <a:buSzPts val="2500"/>
              <a:buNone/>
              <a:defRPr sz="2500"/>
            </a:lvl2pPr>
            <a:lvl3pPr lvl="2" rtl="0" algn="ctr">
              <a:lnSpc>
                <a:spcPct val="100000"/>
              </a:lnSpc>
              <a:spcBef>
                <a:spcPts val="0"/>
              </a:spcBef>
              <a:spcAft>
                <a:spcPts val="0"/>
              </a:spcAft>
              <a:buSzPts val="2500"/>
              <a:buNone/>
              <a:defRPr sz="2500"/>
            </a:lvl3pPr>
            <a:lvl4pPr lvl="3" rtl="0" algn="ctr">
              <a:lnSpc>
                <a:spcPct val="100000"/>
              </a:lnSpc>
              <a:spcBef>
                <a:spcPts val="0"/>
              </a:spcBef>
              <a:spcAft>
                <a:spcPts val="0"/>
              </a:spcAft>
              <a:buSzPts val="2500"/>
              <a:buNone/>
              <a:defRPr sz="2500"/>
            </a:lvl4pPr>
            <a:lvl5pPr lvl="4" rtl="0" algn="ctr">
              <a:lnSpc>
                <a:spcPct val="100000"/>
              </a:lnSpc>
              <a:spcBef>
                <a:spcPts val="0"/>
              </a:spcBef>
              <a:spcAft>
                <a:spcPts val="0"/>
              </a:spcAft>
              <a:buSzPts val="2500"/>
              <a:buNone/>
              <a:defRPr sz="2500"/>
            </a:lvl5pPr>
            <a:lvl6pPr lvl="5" rtl="0" algn="ctr">
              <a:lnSpc>
                <a:spcPct val="100000"/>
              </a:lnSpc>
              <a:spcBef>
                <a:spcPts val="0"/>
              </a:spcBef>
              <a:spcAft>
                <a:spcPts val="0"/>
              </a:spcAft>
              <a:buSzPts val="2500"/>
              <a:buNone/>
              <a:defRPr sz="2500"/>
            </a:lvl6pPr>
            <a:lvl7pPr lvl="6" rtl="0" algn="ctr">
              <a:lnSpc>
                <a:spcPct val="100000"/>
              </a:lnSpc>
              <a:spcBef>
                <a:spcPts val="0"/>
              </a:spcBef>
              <a:spcAft>
                <a:spcPts val="0"/>
              </a:spcAft>
              <a:buSzPts val="2500"/>
              <a:buNone/>
              <a:defRPr sz="2500"/>
            </a:lvl7pPr>
            <a:lvl8pPr lvl="7" rtl="0" algn="ctr">
              <a:lnSpc>
                <a:spcPct val="100000"/>
              </a:lnSpc>
              <a:spcBef>
                <a:spcPts val="0"/>
              </a:spcBef>
              <a:spcAft>
                <a:spcPts val="0"/>
              </a:spcAft>
              <a:buSzPts val="2500"/>
              <a:buNone/>
              <a:defRPr sz="2500"/>
            </a:lvl8pPr>
            <a:lvl9pPr lvl="8" rtl="0" algn="ctr">
              <a:lnSpc>
                <a:spcPct val="100000"/>
              </a:lnSpc>
              <a:spcBef>
                <a:spcPts val="0"/>
              </a:spcBef>
              <a:spcAft>
                <a:spcPts val="0"/>
              </a:spcAft>
              <a:buSzPts val="2500"/>
              <a:buNone/>
              <a:defRPr sz="2500"/>
            </a:lvl9pPr>
          </a:lstStyle>
          <a:p/>
        </p:txBody>
      </p:sp>
      <p:grpSp>
        <p:nvGrpSpPr>
          <p:cNvPr id="2824" name="Google Shape;2824;p20"/>
          <p:cNvGrpSpPr/>
          <p:nvPr/>
        </p:nvGrpSpPr>
        <p:grpSpPr>
          <a:xfrm flipH="1" rot="4016452">
            <a:off x="-3931341" y="1609540"/>
            <a:ext cx="6864072" cy="5602666"/>
            <a:chOff x="2975000" y="20825"/>
            <a:chExt cx="3963625" cy="2500050"/>
          </a:xfrm>
        </p:grpSpPr>
        <p:sp>
          <p:nvSpPr>
            <p:cNvPr id="2825" name="Google Shape;2825;p20"/>
            <p:cNvSpPr/>
            <p:nvPr/>
          </p:nvSpPr>
          <p:spPr>
            <a:xfrm>
              <a:off x="2975000" y="442550"/>
              <a:ext cx="3962850" cy="2078325"/>
            </a:xfrm>
            <a:custGeom>
              <a:rect b="b" l="l" r="r" t="t"/>
              <a:pathLst>
                <a:path extrusionOk="0" fill="none" h="83133" w="158514">
                  <a:moveTo>
                    <a:pt x="0" y="1"/>
                  </a:moveTo>
                  <a:cubicBezTo>
                    <a:pt x="4347" y="3071"/>
                    <a:pt x="9423" y="6171"/>
                    <a:pt x="12797" y="10122"/>
                  </a:cubicBezTo>
                  <a:cubicBezTo>
                    <a:pt x="18025" y="16232"/>
                    <a:pt x="11095" y="25411"/>
                    <a:pt x="18298" y="31369"/>
                  </a:cubicBezTo>
                  <a:cubicBezTo>
                    <a:pt x="23952" y="36050"/>
                    <a:pt x="23982" y="41612"/>
                    <a:pt x="23283" y="48269"/>
                  </a:cubicBezTo>
                  <a:cubicBezTo>
                    <a:pt x="22706" y="53497"/>
                    <a:pt x="22463" y="62494"/>
                    <a:pt x="29028" y="64044"/>
                  </a:cubicBezTo>
                  <a:cubicBezTo>
                    <a:pt x="35776" y="65655"/>
                    <a:pt x="41186" y="60913"/>
                    <a:pt x="45624" y="56567"/>
                  </a:cubicBezTo>
                  <a:cubicBezTo>
                    <a:pt x="51855" y="50457"/>
                    <a:pt x="63466" y="46202"/>
                    <a:pt x="71825" y="49515"/>
                  </a:cubicBezTo>
                  <a:cubicBezTo>
                    <a:pt x="79211" y="52463"/>
                    <a:pt x="89728" y="48421"/>
                    <a:pt x="96598" y="51430"/>
                  </a:cubicBezTo>
                  <a:cubicBezTo>
                    <a:pt x="100762" y="53284"/>
                    <a:pt x="101035" y="58390"/>
                    <a:pt x="102343" y="62646"/>
                  </a:cubicBezTo>
                  <a:cubicBezTo>
                    <a:pt x="104197" y="68603"/>
                    <a:pt x="108938" y="75564"/>
                    <a:pt x="114106" y="78482"/>
                  </a:cubicBezTo>
                  <a:cubicBezTo>
                    <a:pt x="122343" y="83132"/>
                    <a:pt x="130914" y="70610"/>
                    <a:pt x="138909" y="69151"/>
                  </a:cubicBezTo>
                  <a:cubicBezTo>
                    <a:pt x="145474" y="67935"/>
                    <a:pt x="152435" y="73892"/>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20"/>
            <p:cNvSpPr/>
            <p:nvPr/>
          </p:nvSpPr>
          <p:spPr>
            <a:xfrm>
              <a:off x="2975000" y="442550"/>
              <a:ext cx="3962850" cy="2057800"/>
            </a:xfrm>
            <a:custGeom>
              <a:rect b="b" l="l" r="r" t="t"/>
              <a:pathLst>
                <a:path extrusionOk="0" fill="none" h="82312" w="158514">
                  <a:moveTo>
                    <a:pt x="0" y="1"/>
                  </a:moveTo>
                  <a:cubicBezTo>
                    <a:pt x="4408" y="3040"/>
                    <a:pt x="9392" y="6049"/>
                    <a:pt x="13040" y="9879"/>
                  </a:cubicBezTo>
                  <a:cubicBezTo>
                    <a:pt x="18602" y="15654"/>
                    <a:pt x="11733" y="24955"/>
                    <a:pt x="18694" y="30609"/>
                  </a:cubicBezTo>
                  <a:cubicBezTo>
                    <a:pt x="24408" y="35259"/>
                    <a:pt x="25077" y="40153"/>
                    <a:pt x="24317" y="46901"/>
                  </a:cubicBezTo>
                  <a:cubicBezTo>
                    <a:pt x="23739" y="52129"/>
                    <a:pt x="23131" y="61248"/>
                    <a:pt x="29849" y="62919"/>
                  </a:cubicBezTo>
                  <a:cubicBezTo>
                    <a:pt x="36870" y="64652"/>
                    <a:pt x="41794" y="59606"/>
                    <a:pt x="46627" y="55503"/>
                  </a:cubicBezTo>
                  <a:cubicBezTo>
                    <a:pt x="53557" y="49606"/>
                    <a:pt x="63983" y="44712"/>
                    <a:pt x="72798" y="48634"/>
                  </a:cubicBezTo>
                  <a:cubicBezTo>
                    <a:pt x="80123" y="51886"/>
                    <a:pt x="90245" y="48208"/>
                    <a:pt x="97266" y="51187"/>
                  </a:cubicBezTo>
                  <a:cubicBezTo>
                    <a:pt x="101522" y="52980"/>
                    <a:pt x="101674" y="58026"/>
                    <a:pt x="102890" y="62251"/>
                  </a:cubicBezTo>
                  <a:cubicBezTo>
                    <a:pt x="104561" y="68087"/>
                    <a:pt x="109303" y="75078"/>
                    <a:pt x="114440" y="77844"/>
                  </a:cubicBezTo>
                  <a:cubicBezTo>
                    <a:pt x="122799" y="82312"/>
                    <a:pt x="131097" y="70032"/>
                    <a:pt x="139243" y="68877"/>
                  </a:cubicBezTo>
                  <a:cubicBezTo>
                    <a:pt x="145656" y="67935"/>
                    <a:pt x="152495" y="73771"/>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20"/>
            <p:cNvSpPr/>
            <p:nvPr/>
          </p:nvSpPr>
          <p:spPr>
            <a:xfrm>
              <a:off x="2975000" y="442550"/>
              <a:ext cx="3962850" cy="2035775"/>
            </a:xfrm>
            <a:custGeom>
              <a:rect b="b" l="l" r="r" t="t"/>
              <a:pathLst>
                <a:path extrusionOk="0" fill="none" h="81431" w="158514">
                  <a:moveTo>
                    <a:pt x="0" y="1"/>
                  </a:moveTo>
                  <a:cubicBezTo>
                    <a:pt x="4468" y="3040"/>
                    <a:pt x="9362" y="5958"/>
                    <a:pt x="13313" y="9606"/>
                  </a:cubicBezTo>
                  <a:cubicBezTo>
                    <a:pt x="19210" y="15077"/>
                    <a:pt x="12432" y="24469"/>
                    <a:pt x="19089" y="29849"/>
                  </a:cubicBezTo>
                  <a:cubicBezTo>
                    <a:pt x="24803" y="34469"/>
                    <a:pt x="26019" y="38694"/>
                    <a:pt x="25350" y="45564"/>
                  </a:cubicBezTo>
                  <a:cubicBezTo>
                    <a:pt x="24833" y="50822"/>
                    <a:pt x="23739" y="60001"/>
                    <a:pt x="30609" y="61795"/>
                  </a:cubicBezTo>
                  <a:cubicBezTo>
                    <a:pt x="37691" y="63649"/>
                    <a:pt x="42797" y="58299"/>
                    <a:pt x="47813" y="54378"/>
                  </a:cubicBezTo>
                  <a:cubicBezTo>
                    <a:pt x="55989" y="47995"/>
                    <a:pt x="63345" y="43375"/>
                    <a:pt x="73801" y="47752"/>
                  </a:cubicBezTo>
                  <a:cubicBezTo>
                    <a:pt x="81704" y="51065"/>
                    <a:pt x="90762" y="48026"/>
                    <a:pt x="97966" y="50944"/>
                  </a:cubicBezTo>
                  <a:cubicBezTo>
                    <a:pt x="102282" y="52707"/>
                    <a:pt x="102343" y="57631"/>
                    <a:pt x="103437" y="61825"/>
                  </a:cubicBezTo>
                  <a:cubicBezTo>
                    <a:pt x="104957" y="67570"/>
                    <a:pt x="109637" y="74531"/>
                    <a:pt x="114774" y="77145"/>
                  </a:cubicBezTo>
                  <a:cubicBezTo>
                    <a:pt x="123285" y="81430"/>
                    <a:pt x="131310" y="69454"/>
                    <a:pt x="139577" y="68573"/>
                  </a:cubicBezTo>
                  <a:cubicBezTo>
                    <a:pt x="145869" y="67904"/>
                    <a:pt x="152587" y="73649"/>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20"/>
            <p:cNvSpPr/>
            <p:nvPr/>
          </p:nvSpPr>
          <p:spPr>
            <a:xfrm>
              <a:off x="2975000" y="442550"/>
              <a:ext cx="3962850" cy="2014500"/>
            </a:xfrm>
            <a:custGeom>
              <a:rect b="b" l="l" r="r" t="t"/>
              <a:pathLst>
                <a:path extrusionOk="0" fill="none" h="80580" w="158514">
                  <a:moveTo>
                    <a:pt x="0" y="1"/>
                  </a:moveTo>
                  <a:cubicBezTo>
                    <a:pt x="4560" y="3010"/>
                    <a:pt x="9392" y="5897"/>
                    <a:pt x="13526" y="9393"/>
                  </a:cubicBezTo>
                  <a:cubicBezTo>
                    <a:pt x="19666" y="14469"/>
                    <a:pt x="13162" y="23952"/>
                    <a:pt x="19484" y="29150"/>
                  </a:cubicBezTo>
                  <a:cubicBezTo>
                    <a:pt x="24560" y="33314"/>
                    <a:pt x="27235" y="37509"/>
                    <a:pt x="26323" y="44348"/>
                  </a:cubicBezTo>
                  <a:cubicBezTo>
                    <a:pt x="25563" y="49728"/>
                    <a:pt x="24317" y="58846"/>
                    <a:pt x="31308" y="60792"/>
                  </a:cubicBezTo>
                  <a:cubicBezTo>
                    <a:pt x="38390" y="62737"/>
                    <a:pt x="43770" y="57296"/>
                    <a:pt x="48998" y="53375"/>
                  </a:cubicBezTo>
                  <a:cubicBezTo>
                    <a:pt x="57813" y="46688"/>
                    <a:pt x="63892" y="42129"/>
                    <a:pt x="74743" y="47023"/>
                  </a:cubicBezTo>
                  <a:cubicBezTo>
                    <a:pt x="82433" y="50488"/>
                    <a:pt x="91248" y="47995"/>
                    <a:pt x="98604" y="50761"/>
                  </a:cubicBezTo>
                  <a:cubicBezTo>
                    <a:pt x="103042" y="52372"/>
                    <a:pt x="103011" y="57266"/>
                    <a:pt x="104014" y="61430"/>
                  </a:cubicBezTo>
                  <a:cubicBezTo>
                    <a:pt x="105382" y="67084"/>
                    <a:pt x="109941" y="74014"/>
                    <a:pt x="115109" y="76445"/>
                  </a:cubicBezTo>
                  <a:cubicBezTo>
                    <a:pt x="123802" y="80579"/>
                    <a:pt x="132100" y="68299"/>
                    <a:pt x="139912" y="68330"/>
                  </a:cubicBezTo>
                  <a:cubicBezTo>
                    <a:pt x="144927" y="68330"/>
                    <a:pt x="153529" y="7331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20"/>
            <p:cNvSpPr/>
            <p:nvPr/>
          </p:nvSpPr>
          <p:spPr>
            <a:xfrm>
              <a:off x="2975000" y="442550"/>
              <a:ext cx="3962850" cy="1991700"/>
            </a:xfrm>
            <a:custGeom>
              <a:rect b="b" l="l" r="r" t="t"/>
              <a:pathLst>
                <a:path extrusionOk="0" fill="none" h="79668" w="158514">
                  <a:moveTo>
                    <a:pt x="0" y="1"/>
                  </a:moveTo>
                  <a:cubicBezTo>
                    <a:pt x="4590" y="3010"/>
                    <a:pt x="9484" y="5897"/>
                    <a:pt x="13769" y="9119"/>
                  </a:cubicBezTo>
                  <a:cubicBezTo>
                    <a:pt x="20122" y="13861"/>
                    <a:pt x="13952" y="23344"/>
                    <a:pt x="19879" y="28360"/>
                  </a:cubicBezTo>
                  <a:cubicBezTo>
                    <a:pt x="24651" y="32402"/>
                    <a:pt x="28055" y="36475"/>
                    <a:pt x="27265" y="43102"/>
                  </a:cubicBezTo>
                  <a:cubicBezTo>
                    <a:pt x="26627" y="48482"/>
                    <a:pt x="24985" y="57600"/>
                    <a:pt x="31946" y="59698"/>
                  </a:cubicBezTo>
                  <a:cubicBezTo>
                    <a:pt x="39028" y="61795"/>
                    <a:pt x="44955" y="56202"/>
                    <a:pt x="50183" y="52251"/>
                  </a:cubicBezTo>
                  <a:cubicBezTo>
                    <a:pt x="59424" y="45260"/>
                    <a:pt x="64561" y="40761"/>
                    <a:pt x="75746" y="46232"/>
                  </a:cubicBezTo>
                  <a:cubicBezTo>
                    <a:pt x="83315" y="49971"/>
                    <a:pt x="91795" y="47813"/>
                    <a:pt x="99273" y="50488"/>
                  </a:cubicBezTo>
                  <a:cubicBezTo>
                    <a:pt x="103832" y="52129"/>
                    <a:pt x="103619" y="56840"/>
                    <a:pt x="104653" y="61035"/>
                  </a:cubicBezTo>
                  <a:cubicBezTo>
                    <a:pt x="106051" y="66749"/>
                    <a:pt x="110124" y="73315"/>
                    <a:pt x="115443" y="75716"/>
                  </a:cubicBezTo>
                  <a:cubicBezTo>
                    <a:pt x="124227" y="79667"/>
                    <a:pt x="132039" y="67995"/>
                    <a:pt x="140246" y="68056"/>
                  </a:cubicBezTo>
                  <a:cubicBezTo>
                    <a:pt x="145535" y="68087"/>
                    <a:pt x="153377" y="7340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20"/>
            <p:cNvSpPr/>
            <p:nvPr/>
          </p:nvSpPr>
          <p:spPr>
            <a:xfrm>
              <a:off x="2975000" y="442550"/>
              <a:ext cx="3963625" cy="1968900"/>
            </a:xfrm>
            <a:custGeom>
              <a:rect b="b" l="l" r="r" t="t"/>
              <a:pathLst>
                <a:path extrusionOk="0" fill="none" h="78756" w="158545">
                  <a:moveTo>
                    <a:pt x="0" y="1"/>
                  </a:moveTo>
                  <a:cubicBezTo>
                    <a:pt x="4651" y="2979"/>
                    <a:pt x="9575" y="5867"/>
                    <a:pt x="14013" y="8876"/>
                  </a:cubicBezTo>
                  <a:cubicBezTo>
                    <a:pt x="20548" y="13283"/>
                    <a:pt x="14985" y="22706"/>
                    <a:pt x="20305" y="27539"/>
                  </a:cubicBezTo>
                  <a:cubicBezTo>
                    <a:pt x="24590" y="31430"/>
                    <a:pt x="28724" y="35715"/>
                    <a:pt x="28147" y="42007"/>
                  </a:cubicBezTo>
                  <a:cubicBezTo>
                    <a:pt x="27630" y="47296"/>
                    <a:pt x="25654" y="56445"/>
                    <a:pt x="32584" y="58664"/>
                  </a:cubicBezTo>
                  <a:cubicBezTo>
                    <a:pt x="39606" y="60913"/>
                    <a:pt x="46354" y="55077"/>
                    <a:pt x="51369" y="51096"/>
                  </a:cubicBezTo>
                  <a:cubicBezTo>
                    <a:pt x="60609" y="43770"/>
                    <a:pt x="65351" y="39576"/>
                    <a:pt x="76749" y="45594"/>
                  </a:cubicBezTo>
                  <a:cubicBezTo>
                    <a:pt x="84166" y="49515"/>
                    <a:pt x="92251" y="47722"/>
                    <a:pt x="99911" y="50275"/>
                  </a:cubicBezTo>
                  <a:cubicBezTo>
                    <a:pt x="104622" y="51855"/>
                    <a:pt x="104318" y="56445"/>
                    <a:pt x="105260" y="60609"/>
                  </a:cubicBezTo>
                  <a:cubicBezTo>
                    <a:pt x="106537" y="66324"/>
                    <a:pt x="110428" y="72676"/>
                    <a:pt x="115808" y="74956"/>
                  </a:cubicBezTo>
                  <a:cubicBezTo>
                    <a:pt x="124714" y="78756"/>
                    <a:pt x="132313" y="67418"/>
                    <a:pt x="140580" y="67813"/>
                  </a:cubicBezTo>
                  <a:cubicBezTo>
                    <a:pt x="145778" y="68056"/>
                    <a:pt x="153438" y="73315"/>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20"/>
            <p:cNvSpPr/>
            <p:nvPr/>
          </p:nvSpPr>
          <p:spPr>
            <a:xfrm>
              <a:off x="2975000" y="442550"/>
              <a:ext cx="3962850" cy="1919500"/>
            </a:xfrm>
            <a:custGeom>
              <a:rect b="b" l="l" r="r" t="t"/>
              <a:pathLst>
                <a:path extrusionOk="0" fill="none" h="76780" w="158514">
                  <a:moveTo>
                    <a:pt x="0" y="1"/>
                  </a:moveTo>
                  <a:cubicBezTo>
                    <a:pt x="4712" y="2949"/>
                    <a:pt x="9666" y="5776"/>
                    <a:pt x="14225" y="8633"/>
                  </a:cubicBezTo>
                  <a:cubicBezTo>
                    <a:pt x="20973" y="12797"/>
                    <a:pt x="16049" y="21977"/>
                    <a:pt x="20760" y="26718"/>
                  </a:cubicBezTo>
                  <a:cubicBezTo>
                    <a:pt x="24438" y="30396"/>
                    <a:pt x="29332" y="35168"/>
                    <a:pt x="28967" y="41004"/>
                  </a:cubicBezTo>
                  <a:cubicBezTo>
                    <a:pt x="28633" y="46202"/>
                    <a:pt x="26444" y="55381"/>
                    <a:pt x="33192" y="57661"/>
                  </a:cubicBezTo>
                  <a:cubicBezTo>
                    <a:pt x="40153" y="60032"/>
                    <a:pt x="47752" y="53953"/>
                    <a:pt x="52494" y="49880"/>
                  </a:cubicBezTo>
                  <a:cubicBezTo>
                    <a:pt x="61703" y="41977"/>
                    <a:pt x="66293" y="38633"/>
                    <a:pt x="77722" y="45016"/>
                  </a:cubicBezTo>
                  <a:cubicBezTo>
                    <a:pt x="84926" y="49059"/>
                    <a:pt x="92707" y="47722"/>
                    <a:pt x="100488" y="50093"/>
                  </a:cubicBezTo>
                  <a:cubicBezTo>
                    <a:pt x="105382" y="51582"/>
                    <a:pt x="104987" y="56080"/>
                    <a:pt x="105838" y="60245"/>
                  </a:cubicBezTo>
                  <a:cubicBezTo>
                    <a:pt x="107023" y="65898"/>
                    <a:pt x="111005" y="72676"/>
                    <a:pt x="116142" y="74227"/>
                  </a:cubicBezTo>
                  <a:cubicBezTo>
                    <a:pt x="124683" y="76780"/>
                    <a:pt x="132191" y="66901"/>
                    <a:pt x="140884" y="67570"/>
                  </a:cubicBezTo>
                  <a:cubicBezTo>
                    <a:pt x="145930" y="67965"/>
                    <a:pt x="153468" y="73224"/>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20"/>
            <p:cNvSpPr/>
            <p:nvPr/>
          </p:nvSpPr>
          <p:spPr>
            <a:xfrm>
              <a:off x="2975000" y="442550"/>
              <a:ext cx="3962100" cy="1896700"/>
            </a:xfrm>
            <a:custGeom>
              <a:rect b="b" l="l" r="r" t="t"/>
              <a:pathLst>
                <a:path extrusionOk="0" fill="none" h="75868" w="158484">
                  <a:moveTo>
                    <a:pt x="0" y="1"/>
                  </a:moveTo>
                  <a:cubicBezTo>
                    <a:pt x="4742" y="2949"/>
                    <a:pt x="9788" y="5441"/>
                    <a:pt x="14438" y="8359"/>
                  </a:cubicBezTo>
                  <a:cubicBezTo>
                    <a:pt x="21520" y="12797"/>
                    <a:pt x="16900" y="20852"/>
                    <a:pt x="21277" y="25837"/>
                  </a:cubicBezTo>
                  <a:cubicBezTo>
                    <a:pt x="24408" y="29424"/>
                    <a:pt x="29758" y="34652"/>
                    <a:pt x="29727" y="40123"/>
                  </a:cubicBezTo>
                  <a:cubicBezTo>
                    <a:pt x="29666" y="45229"/>
                    <a:pt x="27447" y="54014"/>
                    <a:pt x="33770" y="56658"/>
                  </a:cubicBezTo>
                  <a:cubicBezTo>
                    <a:pt x="40396" y="59394"/>
                    <a:pt x="49545" y="52433"/>
                    <a:pt x="53618" y="48542"/>
                  </a:cubicBezTo>
                  <a:cubicBezTo>
                    <a:pt x="62707" y="39788"/>
                    <a:pt x="67448" y="37904"/>
                    <a:pt x="78725" y="44530"/>
                  </a:cubicBezTo>
                  <a:cubicBezTo>
                    <a:pt x="85716" y="48664"/>
                    <a:pt x="93224" y="47722"/>
                    <a:pt x="101066" y="49910"/>
                  </a:cubicBezTo>
                  <a:cubicBezTo>
                    <a:pt x="106142" y="51308"/>
                    <a:pt x="105716" y="55685"/>
                    <a:pt x="106476" y="59849"/>
                  </a:cubicBezTo>
                  <a:cubicBezTo>
                    <a:pt x="107540" y="65503"/>
                    <a:pt x="111279" y="71977"/>
                    <a:pt x="116477" y="73467"/>
                  </a:cubicBezTo>
                  <a:cubicBezTo>
                    <a:pt x="124927" y="75868"/>
                    <a:pt x="132708" y="66354"/>
                    <a:pt x="141188" y="67357"/>
                  </a:cubicBezTo>
                  <a:cubicBezTo>
                    <a:pt x="146143" y="67935"/>
                    <a:pt x="153468" y="7313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20"/>
            <p:cNvSpPr/>
            <p:nvPr/>
          </p:nvSpPr>
          <p:spPr>
            <a:xfrm>
              <a:off x="2975000" y="442550"/>
              <a:ext cx="3962850" cy="1870875"/>
            </a:xfrm>
            <a:custGeom>
              <a:rect b="b" l="l" r="r" t="t"/>
              <a:pathLst>
                <a:path extrusionOk="0" fill="none" h="74835" w="158514">
                  <a:moveTo>
                    <a:pt x="0" y="1"/>
                  </a:moveTo>
                  <a:cubicBezTo>
                    <a:pt x="4803" y="2919"/>
                    <a:pt x="9848" y="5350"/>
                    <a:pt x="14651" y="8116"/>
                  </a:cubicBezTo>
                  <a:cubicBezTo>
                    <a:pt x="21946" y="12311"/>
                    <a:pt x="18086" y="19697"/>
                    <a:pt x="21885" y="24895"/>
                  </a:cubicBezTo>
                  <a:cubicBezTo>
                    <a:pt x="24590" y="28633"/>
                    <a:pt x="30031" y="34013"/>
                    <a:pt x="30396" y="39272"/>
                  </a:cubicBezTo>
                  <a:cubicBezTo>
                    <a:pt x="30791" y="44439"/>
                    <a:pt x="28299" y="52919"/>
                    <a:pt x="34439" y="55625"/>
                  </a:cubicBezTo>
                  <a:cubicBezTo>
                    <a:pt x="41186" y="58603"/>
                    <a:pt x="50670" y="51217"/>
                    <a:pt x="54712" y="47083"/>
                  </a:cubicBezTo>
                  <a:cubicBezTo>
                    <a:pt x="63892" y="37630"/>
                    <a:pt x="68542" y="37266"/>
                    <a:pt x="79789" y="44135"/>
                  </a:cubicBezTo>
                  <a:cubicBezTo>
                    <a:pt x="86476" y="48208"/>
                    <a:pt x="93984" y="47661"/>
                    <a:pt x="101674" y="49728"/>
                  </a:cubicBezTo>
                  <a:cubicBezTo>
                    <a:pt x="106932" y="51126"/>
                    <a:pt x="106416" y="55138"/>
                    <a:pt x="107145" y="59454"/>
                  </a:cubicBezTo>
                  <a:cubicBezTo>
                    <a:pt x="108057" y="64986"/>
                    <a:pt x="111552" y="71339"/>
                    <a:pt x="116872" y="72707"/>
                  </a:cubicBezTo>
                  <a:cubicBezTo>
                    <a:pt x="125322" y="74835"/>
                    <a:pt x="133285" y="65837"/>
                    <a:pt x="141523" y="67114"/>
                  </a:cubicBezTo>
                  <a:cubicBezTo>
                    <a:pt x="146386" y="67874"/>
                    <a:pt x="153559" y="73011"/>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20"/>
            <p:cNvSpPr/>
            <p:nvPr/>
          </p:nvSpPr>
          <p:spPr>
            <a:xfrm>
              <a:off x="2975000" y="442550"/>
              <a:ext cx="3962850" cy="1848075"/>
            </a:xfrm>
            <a:custGeom>
              <a:rect b="b" l="l" r="r" t="t"/>
              <a:pathLst>
                <a:path extrusionOk="0" fill="none" h="73923" w="158514">
                  <a:moveTo>
                    <a:pt x="0" y="1"/>
                  </a:moveTo>
                  <a:cubicBezTo>
                    <a:pt x="4833" y="2888"/>
                    <a:pt x="9909" y="5259"/>
                    <a:pt x="14864" y="7873"/>
                  </a:cubicBezTo>
                  <a:cubicBezTo>
                    <a:pt x="22219" y="11764"/>
                    <a:pt x="19301" y="18390"/>
                    <a:pt x="22584" y="23922"/>
                  </a:cubicBezTo>
                  <a:cubicBezTo>
                    <a:pt x="25046" y="28086"/>
                    <a:pt x="30092" y="33649"/>
                    <a:pt x="31004" y="38542"/>
                  </a:cubicBezTo>
                  <a:cubicBezTo>
                    <a:pt x="31855" y="43284"/>
                    <a:pt x="29150" y="51947"/>
                    <a:pt x="35107" y="54561"/>
                  </a:cubicBezTo>
                  <a:cubicBezTo>
                    <a:pt x="42250" y="57691"/>
                    <a:pt x="51673" y="50032"/>
                    <a:pt x="55746" y="45503"/>
                  </a:cubicBezTo>
                  <a:cubicBezTo>
                    <a:pt x="64834" y="35411"/>
                    <a:pt x="69941" y="36992"/>
                    <a:pt x="80822" y="43770"/>
                  </a:cubicBezTo>
                  <a:cubicBezTo>
                    <a:pt x="87205" y="47782"/>
                    <a:pt x="94683" y="47691"/>
                    <a:pt x="102191" y="49576"/>
                  </a:cubicBezTo>
                  <a:cubicBezTo>
                    <a:pt x="107571" y="50913"/>
                    <a:pt x="107145" y="54682"/>
                    <a:pt x="107783" y="59090"/>
                  </a:cubicBezTo>
                  <a:cubicBezTo>
                    <a:pt x="108604" y="64591"/>
                    <a:pt x="111826" y="70610"/>
                    <a:pt x="117236" y="71917"/>
                  </a:cubicBezTo>
                  <a:cubicBezTo>
                    <a:pt x="125504" y="73923"/>
                    <a:pt x="133863" y="65321"/>
                    <a:pt x="141827" y="66901"/>
                  </a:cubicBezTo>
                  <a:cubicBezTo>
                    <a:pt x="146599" y="67813"/>
                    <a:pt x="153620" y="7292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20"/>
            <p:cNvSpPr/>
            <p:nvPr/>
          </p:nvSpPr>
          <p:spPr>
            <a:xfrm>
              <a:off x="2975000" y="442550"/>
              <a:ext cx="3962100" cy="1826050"/>
            </a:xfrm>
            <a:custGeom>
              <a:rect b="b" l="l" r="r" t="t"/>
              <a:pathLst>
                <a:path extrusionOk="0" fill="none" h="73042" w="158484">
                  <a:moveTo>
                    <a:pt x="0" y="1"/>
                  </a:moveTo>
                  <a:cubicBezTo>
                    <a:pt x="4894" y="2858"/>
                    <a:pt x="10000" y="5168"/>
                    <a:pt x="15076" y="7630"/>
                  </a:cubicBezTo>
                  <a:cubicBezTo>
                    <a:pt x="22402" y="11217"/>
                    <a:pt x="20639" y="16992"/>
                    <a:pt x="23435" y="22980"/>
                  </a:cubicBezTo>
                  <a:cubicBezTo>
                    <a:pt x="25685" y="27813"/>
                    <a:pt x="29910" y="33041"/>
                    <a:pt x="31460" y="37934"/>
                  </a:cubicBezTo>
                  <a:cubicBezTo>
                    <a:pt x="32858" y="42372"/>
                    <a:pt x="29940" y="51096"/>
                    <a:pt x="35867" y="53558"/>
                  </a:cubicBezTo>
                  <a:cubicBezTo>
                    <a:pt x="43618" y="56749"/>
                    <a:pt x="52433" y="48937"/>
                    <a:pt x="56779" y="43831"/>
                  </a:cubicBezTo>
                  <a:cubicBezTo>
                    <a:pt x="65746" y="33314"/>
                    <a:pt x="71552" y="36901"/>
                    <a:pt x="81886" y="43466"/>
                  </a:cubicBezTo>
                  <a:cubicBezTo>
                    <a:pt x="87965" y="47327"/>
                    <a:pt x="95412" y="47752"/>
                    <a:pt x="102707" y="49454"/>
                  </a:cubicBezTo>
                  <a:cubicBezTo>
                    <a:pt x="108148" y="50700"/>
                    <a:pt x="107905" y="54226"/>
                    <a:pt x="108452" y="58725"/>
                  </a:cubicBezTo>
                  <a:cubicBezTo>
                    <a:pt x="109182" y="64226"/>
                    <a:pt x="112130" y="69910"/>
                    <a:pt x="117571" y="71187"/>
                  </a:cubicBezTo>
                  <a:cubicBezTo>
                    <a:pt x="125626" y="73041"/>
                    <a:pt x="134410" y="64895"/>
                    <a:pt x="142100" y="66688"/>
                  </a:cubicBezTo>
                  <a:cubicBezTo>
                    <a:pt x="146751" y="67783"/>
                    <a:pt x="153590" y="72828"/>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20"/>
            <p:cNvSpPr/>
            <p:nvPr/>
          </p:nvSpPr>
          <p:spPr>
            <a:xfrm>
              <a:off x="2975000" y="442550"/>
              <a:ext cx="3962850" cy="1818450"/>
            </a:xfrm>
            <a:custGeom>
              <a:rect b="b" l="l" r="r" t="t"/>
              <a:pathLst>
                <a:path extrusionOk="0" fill="none" h="72738" w="158514">
                  <a:moveTo>
                    <a:pt x="0" y="1"/>
                  </a:moveTo>
                  <a:cubicBezTo>
                    <a:pt x="4924" y="2827"/>
                    <a:pt x="10122" y="5077"/>
                    <a:pt x="15259" y="7387"/>
                  </a:cubicBezTo>
                  <a:cubicBezTo>
                    <a:pt x="22432" y="10609"/>
                    <a:pt x="22159" y="15594"/>
                    <a:pt x="24317" y="22007"/>
                  </a:cubicBezTo>
                  <a:cubicBezTo>
                    <a:pt x="26171" y="27630"/>
                    <a:pt x="29332" y="32402"/>
                    <a:pt x="31733" y="37418"/>
                  </a:cubicBezTo>
                  <a:cubicBezTo>
                    <a:pt x="33831" y="41764"/>
                    <a:pt x="30669" y="50305"/>
                    <a:pt x="36657" y="52615"/>
                  </a:cubicBezTo>
                  <a:cubicBezTo>
                    <a:pt x="44955" y="55868"/>
                    <a:pt x="53162" y="47630"/>
                    <a:pt x="57782" y="42068"/>
                  </a:cubicBezTo>
                  <a:cubicBezTo>
                    <a:pt x="66476" y="31551"/>
                    <a:pt x="73315" y="37022"/>
                    <a:pt x="82950" y="43193"/>
                  </a:cubicBezTo>
                  <a:cubicBezTo>
                    <a:pt x="88695" y="46871"/>
                    <a:pt x="96142" y="47813"/>
                    <a:pt x="103194" y="49333"/>
                  </a:cubicBezTo>
                  <a:cubicBezTo>
                    <a:pt x="108726" y="50488"/>
                    <a:pt x="108634" y="53740"/>
                    <a:pt x="109151" y="58390"/>
                  </a:cubicBezTo>
                  <a:cubicBezTo>
                    <a:pt x="109789" y="63862"/>
                    <a:pt x="112464" y="69211"/>
                    <a:pt x="117996" y="70427"/>
                  </a:cubicBezTo>
                  <a:cubicBezTo>
                    <a:pt x="125778" y="72129"/>
                    <a:pt x="135018" y="64439"/>
                    <a:pt x="142434" y="66506"/>
                  </a:cubicBezTo>
                  <a:cubicBezTo>
                    <a:pt x="146994" y="67752"/>
                    <a:pt x="153650" y="72737"/>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20"/>
            <p:cNvSpPr/>
            <p:nvPr/>
          </p:nvSpPr>
          <p:spPr>
            <a:xfrm>
              <a:off x="2975000" y="442550"/>
              <a:ext cx="3962850" cy="1816175"/>
            </a:xfrm>
            <a:custGeom>
              <a:rect b="b" l="l" r="r" t="t"/>
              <a:pathLst>
                <a:path extrusionOk="0" fill="none" h="72647" w="158514">
                  <a:moveTo>
                    <a:pt x="0" y="1"/>
                  </a:moveTo>
                  <a:cubicBezTo>
                    <a:pt x="4985" y="2797"/>
                    <a:pt x="10244" y="4985"/>
                    <a:pt x="15441" y="7144"/>
                  </a:cubicBezTo>
                  <a:cubicBezTo>
                    <a:pt x="22341" y="10031"/>
                    <a:pt x="23648" y="14621"/>
                    <a:pt x="25259" y="21034"/>
                  </a:cubicBezTo>
                  <a:cubicBezTo>
                    <a:pt x="26688" y="26809"/>
                    <a:pt x="28572" y="31977"/>
                    <a:pt x="31885" y="36992"/>
                  </a:cubicBezTo>
                  <a:cubicBezTo>
                    <a:pt x="34742" y="41278"/>
                    <a:pt x="31429" y="49606"/>
                    <a:pt x="37478" y="51825"/>
                  </a:cubicBezTo>
                  <a:cubicBezTo>
                    <a:pt x="46171" y="55017"/>
                    <a:pt x="54469" y="46202"/>
                    <a:pt x="58755" y="40305"/>
                  </a:cubicBezTo>
                  <a:cubicBezTo>
                    <a:pt x="66232" y="30001"/>
                    <a:pt x="76415" y="38025"/>
                    <a:pt x="84044" y="42889"/>
                  </a:cubicBezTo>
                  <a:cubicBezTo>
                    <a:pt x="89546" y="46384"/>
                    <a:pt x="96841" y="47874"/>
                    <a:pt x="103680" y="49211"/>
                  </a:cubicBezTo>
                  <a:cubicBezTo>
                    <a:pt x="109242" y="50305"/>
                    <a:pt x="109364" y="53254"/>
                    <a:pt x="109850" y="58026"/>
                  </a:cubicBezTo>
                  <a:cubicBezTo>
                    <a:pt x="110397" y="63436"/>
                    <a:pt x="112829" y="68482"/>
                    <a:pt x="118422" y="69667"/>
                  </a:cubicBezTo>
                  <a:cubicBezTo>
                    <a:pt x="125930" y="71278"/>
                    <a:pt x="135626" y="64044"/>
                    <a:pt x="142708" y="66293"/>
                  </a:cubicBezTo>
                  <a:cubicBezTo>
                    <a:pt x="147176" y="67692"/>
                    <a:pt x="153681" y="7264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20"/>
            <p:cNvSpPr/>
            <p:nvPr/>
          </p:nvSpPr>
          <p:spPr>
            <a:xfrm>
              <a:off x="2975000" y="442550"/>
              <a:ext cx="3962850" cy="1813875"/>
            </a:xfrm>
            <a:custGeom>
              <a:rect b="b" l="l" r="r" t="t"/>
              <a:pathLst>
                <a:path extrusionOk="0" fill="none" h="72555" w="158514">
                  <a:moveTo>
                    <a:pt x="0" y="1"/>
                  </a:moveTo>
                  <a:cubicBezTo>
                    <a:pt x="5015" y="2767"/>
                    <a:pt x="10335" y="4894"/>
                    <a:pt x="15624" y="6931"/>
                  </a:cubicBezTo>
                  <a:cubicBezTo>
                    <a:pt x="22189" y="9423"/>
                    <a:pt x="24925" y="13648"/>
                    <a:pt x="26262" y="20031"/>
                  </a:cubicBezTo>
                  <a:cubicBezTo>
                    <a:pt x="27508" y="25958"/>
                    <a:pt x="27843" y="31582"/>
                    <a:pt x="31916" y="36597"/>
                  </a:cubicBezTo>
                  <a:cubicBezTo>
                    <a:pt x="35290" y="40731"/>
                    <a:pt x="32432" y="49150"/>
                    <a:pt x="38299" y="51096"/>
                  </a:cubicBezTo>
                  <a:cubicBezTo>
                    <a:pt x="47326" y="54105"/>
                    <a:pt x="55138" y="44804"/>
                    <a:pt x="59758" y="38512"/>
                  </a:cubicBezTo>
                  <a:cubicBezTo>
                    <a:pt x="66901" y="28816"/>
                    <a:pt x="78512" y="38512"/>
                    <a:pt x="85139" y="42585"/>
                  </a:cubicBezTo>
                  <a:cubicBezTo>
                    <a:pt x="90397" y="45807"/>
                    <a:pt x="97510" y="47995"/>
                    <a:pt x="104105" y="49120"/>
                  </a:cubicBezTo>
                  <a:cubicBezTo>
                    <a:pt x="109698" y="50062"/>
                    <a:pt x="109729" y="52707"/>
                    <a:pt x="110580" y="57691"/>
                  </a:cubicBezTo>
                  <a:cubicBezTo>
                    <a:pt x="111461" y="63071"/>
                    <a:pt x="112829" y="67692"/>
                    <a:pt x="118878" y="68938"/>
                  </a:cubicBezTo>
                  <a:cubicBezTo>
                    <a:pt x="126082" y="70427"/>
                    <a:pt x="136234" y="63649"/>
                    <a:pt x="143012" y="66111"/>
                  </a:cubicBezTo>
                  <a:cubicBezTo>
                    <a:pt x="147359" y="67661"/>
                    <a:pt x="153742" y="7255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20"/>
            <p:cNvSpPr/>
            <p:nvPr/>
          </p:nvSpPr>
          <p:spPr>
            <a:xfrm>
              <a:off x="2975000" y="442550"/>
              <a:ext cx="3962850" cy="1804000"/>
            </a:xfrm>
            <a:custGeom>
              <a:rect b="b" l="l" r="r" t="t"/>
              <a:pathLst>
                <a:path extrusionOk="0" fill="none" h="72160" w="158514">
                  <a:moveTo>
                    <a:pt x="0" y="1"/>
                  </a:moveTo>
                  <a:cubicBezTo>
                    <a:pt x="5076" y="2736"/>
                    <a:pt x="10456" y="4803"/>
                    <a:pt x="15806" y="6688"/>
                  </a:cubicBezTo>
                  <a:cubicBezTo>
                    <a:pt x="22037" y="8876"/>
                    <a:pt x="26049" y="12767"/>
                    <a:pt x="27326" y="18967"/>
                  </a:cubicBezTo>
                  <a:cubicBezTo>
                    <a:pt x="28542" y="24925"/>
                    <a:pt x="27326" y="31126"/>
                    <a:pt x="31855" y="36202"/>
                  </a:cubicBezTo>
                  <a:cubicBezTo>
                    <a:pt x="35381" y="40153"/>
                    <a:pt x="33618" y="48725"/>
                    <a:pt x="39150" y="50457"/>
                  </a:cubicBezTo>
                  <a:cubicBezTo>
                    <a:pt x="48329" y="53314"/>
                    <a:pt x="55746" y="42919"/>
                    <a:pt x="60792" y="36810"/>
                  </a:cubicBezTo>
                  <a:cubicBezTo>
                    <a:pt x="67995" y="28086"/>
                    <a:pt x="80032" y="38360"/>
                    <a:pt x="86263" y="42159"/>
                  </a:cubicBezTo>
                  <a:cubicBezTo>
                    <a:pt x="91430" y="45320"/>
                    <a:pt x="98057" y="48056"/>
                    <a:pt x="104561" y="48998"/>
                  </a:cubicBezTo>
                  <a:cubicBezTo>
                    <a:pt x="115747" y="50700"/>
                    <a:pt x="107692" y="65898"/>
                    <a:pt x="119303" y="68178"/>
                  </a:cubicBezTo>
                  <a:cubicBezTo>
                    <a:pt x="126294" y="69576"/>
                    <a:pt x="136872" y="63254"/>
                    <a:pt x="143316" y="65898"/>
                  </a:cubicBezTo>
                  <a:cubicBezTo>
                    <a:pt x="147784" y="67752"/>
                    <a:pt x="153407" y="7216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20"/>
            <p:cNvSpPr/>
            <p:nvPr/>
          </p:nvSpPr>
          <p:spPr>
            <a:xfrm>
              <a:off x="2975000" y="442550"/>
              <a:ext cx="3962100" cy="1802475"/>
            </a:xfrm>
            <a:custGeom>
              <a:rect b="b" l="l" r="r" t="t"/>
              <a:pathLst>
                <a:path extrusionOk="0" fill="none" h="72099" w="158484">
                  <a:moveTo>
                    <a:pt x="0" y="1"/>
                  </a:moveTo>
                  <a:cubicBezTo>
                    <a:pt x="5107" y="2706"/>
                    <a:pt x="10760" y="4590"/>
                    <a:pt x="15958" y="6444"/>
                  </a:cubicBezTo>
                  <a:cubicBezTo>
                    <a:pt x="21764" y="8511"/>
                    <a:pt x="26931" y="11733"/>
                    <a:pt x="28390" y="17843"/>
                  </a:cubicBezTo>
                  <a:cubicBezTo>
                    <a:pt x="29788" y="23740"/>
                    <a:pt x="26900" y="30579"/>
                    <a:pt x="31672" y="35867"/>
                  </a:cubicBezTo>
                  <a:cubicBezTo>
                    <a:pt x="35107" y="39636"/>
                    <a:pt x="34925" y="48390"/>
                    <a:pt x="40001" y="49849"/>
                  </a:cubicBezTo>
                  <a:cubicBezTo>
                    <a:pt x="49302" y="52494"/>
                    <a:pt x="56415" y="40761"/>
                    <a:pt x="61886" y="35320"/>
                  </a:cubicBezTo>
                  <a:cubicBezTo>
                    <a:pt x="69211" y="28025"/>
                    <a:pt x="81278" y="37873"/>
                    <a:pt x="87327" y="41612"/>
                  </a:cubicBezTo>
                  <a:cubicBezTo>
                    <a:pt x="92585" y="44864"/>
                    <a:pt x="98421" y="48117"/>
                    <a:pt x="104926" y="48968"/>
                  </a:cubicBezTo>
                  <a:cubicBezTo>
                    <a:pt x="116385" y="50457"/>
                    <a:pt x="108239" y="65442"/>
                    <a:pt x="119759" y="67509"/>
                  </a:cubicBezTo>
                  <a:cubicBezTo>
                    <a:pt x="126659" y="68725"/>
                    <a:pt x="137298" y="62980"/>
                    <a:pt x="143559" y="65716"/>
                  </a:cubicBezTo>
                  <a:cubicBezTo>
                    <a:pt x="147936" y="67631"/>
                    <a:pt x="153407" y="72099"/>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20"/>
            <p:cNvSpPr/>
            <p:nvPr/>
          </p:nvSpPr>
          <p:spPr>
            <a:xfrm>
              <a:off x="2975000" y="442550"/>
              <a:ext cx="3962850" cy="1800200"/>
            </a:xfrm>
            <a:custGeom>
              <a:rect b="b" l="l" r="r" t="t"/>
              <a:pathLst>
                <a:path extrusionOk="0" fill="none" h="72008" w="158514">
                  <a:moveTo>
                    <a:pt x="0" y="1"/>
                  </a:moveTo>
                  <a:cubicBezTo>
                    <a:pt x="5167" y="2645"/>
                    <a:pt x="10821" y="4499"/>
                    <a:pt x="16140" y="6201"/>
                  </a:cubicBezTo>
                  <a:cubicBezTo>
                    <a:pt x="21976" y="8055"/>
                    <a:pt x="27630" y="11065"/>
                    <a:pt x="29484" y="16657"/>
                  </a:cubicBezTo>
                  <a:cubicBezTo>
                    <a:pt x="31308" y="22159"/>
                    <a:pt x="26748" y="29940"/>
                    <a:pt x="31521" y="35442"/>
                  </a:cubicBezTo>
                  <a:cubicBezTo>
                    <a:pt x="34621" y="38998"/>
                    <a:pt x="36414" y="48147"/>
                    <a:pt x="40913" y="49211"/>
                  </a:cubicBezTo>
                  <a:cubicBezTo>
                    <a:pt x="50244" y="51430"/>
                    <a:pt x="56749" y="38846"/>
                    <a:pt x="63041" y="34044"/>
                  </a:cubicBezTo>
                  <a:cubicBezTo>
                    <a:pt x="70731" y="28147"/>
                    <a:pt x="82190" y="36992"/>
                    <a:pt x="88391" y="40943"/>
                  </a:cubicBezTo>
                  <a:cubicBezTo>
                    <a:pt x="93862" y="44409"/>
                    <a:pt x="98695" y="48147"/>
                    <a:pt x="105352" y="48907"/>
                  </a:cubicBezTo>
                  <a:cubicBezTo>
                    <a:pt x="117024" y="50184"/>
                    <a:pt x="108786" y="64834"/>
                    <a:pt x="120276" y="66780"/>
                  </a:cubicBezTo>
                  <a:cubicBezTo>
                    <a:pt x="126993" y="67904"/>
                    <a:pt x="137784" y="62585"/>
                    <a:pt x="143863" y="65533"/>
                  </a:cubicBezTo>
                  <a:cubicBezTo>
                    <a:pt x="148149" y="67570"/>
                    <a:pt x="153468" y="72008"/>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20"/>
            <p:cNvSpPr/>
            <p:nvPr/>
          </p:nvSpPr>
          <p:spPr>
            <a:xfrm>
              <a:off x="2975000" y="442550"/>
              <a:ext cx="3963625" cy="1798675"/>
            </a:xfrm>
            <a:custGeom>
              <a:rect b="b" l="l" r="r" t="t"/>
              <a:pathLst>
                <a:path extrusionOk="0" fill="none" h="71947" w="158545">
                  <a:moveTo>
                    <a:pt x="0" y="1"/>
                  </a:moveTo>
                  <a:cubicBezTo>
                    <a:pt x="5198" y="2615"/>
                    <a:pt x="10912" y="4408"/>
                    <a:pt x="16323" y="5958"/>
                  </a:cubicBezTo>
                  <a:cubicBezTo>
                    <a:pt x="22067" y="7630"/>
                    <a:pt x="28147" y="10365"/>
                    <a:pt x="30578" y="15472"/>
                  </a:cubicBezTo>
                  <a:cubicBezTo>
                    <a:pt x="33192" y="20974"/>
                    <a:pt x="26931" y="29059"/>
                    <a:pt x="31369" y="35047"/>
                  </a:cubicBezTo>
                  <a:cubicBezTo>
                    <a:pt x="33831" y="38390"/>
                    <a:pt x="37904" y="47904"/>
                    <a:pt x="41825" y="48542"/>
                  </a:cubicBezTo>
                  <a:cubicBezTo>
                    <a:pt x="50883" y="50062"/>
                    <a:pt x="57296" y="36931"/>
                    <a:pt x="64257" y="33010"/>
                  </a:cubicBezTo>
                  <a:cubicBezTo>
                    <a:pt x="72160" y="28512"/>
                    <a:pt x="83102" y="35928"/>
                    <a:pt x="89424" y="40153"/>
                  </a:cubicBezTo>
                  <a:cubicBezTo>
                    <a:pt x="94804" y="43740"/>
                    <a:pt x="98877" y="48208"/>
                    <a:pt x="105747" y="48846"/>
                  </a:cubicBezTo>
                  <a:cubicBezTo>
                    <a:pt x="117601" y="49971"/>
                    <a:pt x="109425" y="64257"/>
                    <a:pt x="120793" y="66081"/>
                  </a:cubicBezTo>
                  <a:cubicBezTo>
                    <a:pt x="127419" y="67144"/>
                    <a:pt x="138270" y="62281"/>
                    <a:pt x="144167" y="65351"/>
                  </a:cubicBezTo>
                  <a:cubicBezTo>
                    <a:pt x="148362" y="67540"/>
                    <a:pt x="153529" y="71947"/>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20"/>
            <p:cNvSpPr/>
            <p:nvPr/>
          </p:nvSpPr>
          <p:spPr>
            <a:xfrm>
              <a:off x="2975000" y="442550"/>
              <a:ext cx="3962850" cy="1795650"/>
            </a:xfrm>
            <a:custGeom>
              <a:rect b="b" l="l" r="r" t="t"/>
              <a:pathLst>
                <a:path extrusionOk="0" fill="none" h="71826" w="158514">
                  <a:moveTo>
                    <a:pt x="0" y="1"/>
                  </a:moveTo>
                  <a:cubicBezTo>
                    <a:pt x="5259" y="2584"/>
                    <a:pt x="10973" y="4317"/>
                    <a:pt x="16475" y="5745"/>
                  </a:cubicBezTo>
                  <a:cubicBezTo>
                    <a:pt x="22250" y="7235"/>
                    <a:pt x="28542" y="9788"/>
                    <a:pt x="31581" y="14195"/>
                  </a:cubicBezTo>
                  <a:cubicBezTo>
                    <a:pt x="35168" y="19332"/>
                    <a:pt x="27326" y="28238"/>
                    <a:pt x="31247" y="34560"/>
                  </a:cubicBezTo>
                  <a:cubicBezTo>
                    <a:pt x="33253" y="37782"/>
                    <a:pt x="39150" y="47418"/>
                    <a:pt x="42737" y="47722"/>
                  </a:cubicBezTo>
                  <a:cubicBezTo>
                    <a:pt x="51612" y="48482"/>
                    <a:pt x="57752" y="35229"/>
                    <a:pt x="65412" y="32129"/>
                  </a:cubicBezTo>
                  <a:cubicBezTo>
                    <a:pt x="73588" y="28816"/>
                    <a:pt x="84044" y="34804"/>
                    <a:pt x="90275" y="39302"/>
                  </a:cubicBezTo>
                  <a:cubicBezTo>
                    <a:pt x="95351" y="42980"/>
                    <a:pt x="98938" y="48269"/>
                    <a:pt x="106081" y="48816"/>
                  </a:cubicBezTo>
                  <a:cubicBezTo>
                    <a:pt x="111704" y="49241"/>
                    <a:pt x="112981" y="50670"/>
                    <a:pt x="114136" y="56111"/>
                  </a:cubicBezTo>
                  <a:cubicBezTo>
                    <a:pt x="115139" y="60792"/>
                    <a:pt x="115321" y="64470"/>
                    <a:pt x="121279" y="65381"/>
                  </a:cubicBezTo>
                  <a:cubicBezTo>
                    <a:pt x="127784" y="66385"/>
                    <a:pt x="138696" y="61947"/>
                    <a:pt x="144410" y="65169"/>
                  </a:cubicBezTo>
                  <a:cubicBezTo>
                    <a:pt x="148483" y="67448"/>
                    <a:pt x="153529" y="7182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20"/>
            <p:cNvSpPr/>
            <p:nvPr/>
          </p:nvSpPr>
          <p:spPr>
            <a:xfrm>
              <a:off x="2975000" y="442550"/>
              <a:ext cx="3962850" cy="1794125"/>
            </a:xfrm>
            <a:custGeom>
              <a:rect b="b" l="l" r="r" t="t"/>
              <a:pathLst>
                <a:path extrusionOk="0" fill="none" h="71765" w="158514">
                  <a:moveTo>
                    <a:pt x="0" y="1"/>
                  </a:moveTo>
                  <a:cubicBezTo>
                    <a:pt x="5319" y="2554"/>
                    <a:pt x="11064" y="4226"/>
                    <a:pt x="16627" y="5502"/>
                  </a:cubicBezTo>
                  <a:cubicBezTo>
                    <a:pt x="22523" y="6840"/>
                    <a:pt x="28663" y="9302"/>
                    <a:pt x="32554" y="12919"/>
                  </a:cubicBezTo>
                  <a:cubicBezTo>
                    <a:pt x="36931" y="17022"/>
                    <a:pt x="28906" y="28268"/>
                    <a:pt x="31247" y="33983"/>
                  </a:cubicBezTo>
                  <a:cubicBezTo>
                    <a:pt x="32615" y="37326"/>
                    <a:pt x="40031" y="46658"/>
                    <a:pt x="43679" y="46719"/>
                  </a:cubicBezTo>
                  <a:cubicBezTo>
                    <a:pt x="52433" y="46810"/>
                    <a:pt x="58117" y="33861"/>
                    <a:pt x="66628" y="31430"/>
                  </a:cubicBezTo>
                  <a:cubicBezTo>
                    <a:pt x="75108" y="28998"/>
                    <a:pt x="85078" y="33709"/>
                    <a:pt x="91066" y="38451"/>
                  </a:cubicBezTo>
                  <a:cubicBezTo>
                    <a:pt x="95899" y="42250"/>
                    <a:pt x="98847" y="48482"/>
                    <a:pt x="106446" y="48785"/>
                  </a:cubicBezTo>
                  <a:cubicBezTo>
                    <a:pt x="119030" y="49272"/>
                    <a:pt x="110853" y="62950"/>
                    <a:pt x="121826" y="64743"/>
                  </a:cubicBezTo>
                  <a:cubicBezTo>
                    <a:pt x="128088" y="65746"/>
                    <a:pt x="139121" y="61612"/>
                    <a:pt x="144684" y="64986"/>
                  </a:cubicBezTo>
                  <a:cubicBezTo>
                    <a:pt x="148666" y="67388"/>
                    <a:pt x="153559" y="7176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20"/>
            <p:cNvSpPr/>
            <p:nvPr/>
          </p:nvSpPr>
          <p:spPr>
            <a:xfrm>
              <a:off x="2975000" y="442550"/>
              <a:ext cx="3962850" cy="1791075"/>
            </a:xfrm>
            <a:custGeom>
              <a:rect b="b" l="l" r="r" t="t"/>
              <a:pathLst>
                <a:path extrusionOk="0" fill="none" h="71643" w="158514">
                  <a:moveTo>
                    <a:pt x="0" y="1"/>
                  </a:moveTo>
                  <a:cubicBezTo>
                    <a:pt x="5319" y="2523"/>
                    <a:pt x="11155" y="4134"/>
                    <a:pt x="16779" y="5259"/>
                  </a:cubicBezTo>
                  <a:cubicBezTo>
                    <a:pt x="22736" y="6475"/>
                    <a:pt x="29302" y="9058"/>
                    <a:pt x="33405" y="11672"/>
                  </a:cubicBezTo>
                  <a:cubicBezTo>
                    <a:pt x="37660" y="14378"/>
                    <a:pt x="30821" y="28968"/>
                    <a:pt x="31399" y="33314"/>
                  </a:cubicBezTo>
                  <a:cubicBezTo>
                    <a:pt x="31885" y="36931"/>
                    <a:pt x="40578" y="45624"/>
                    <a:pt x="44651" y="45472"/>
                  </a:cubicBezTo>
                  <a:cubicBezTo>
                    <a:pt x="53101" y="45168"/>
                    <a:pt x="58421" y="32828"/>
                    <a:pt x="67874" y="30852"/>
                  </a:cubicBezTo>
                  <a:cubicBezTo>
                    <a:pt x="76658" y="29028"/>
                    <a:pt x="86233" y="32706"/>
                    <a:pt x="91856" y="37509"/>
                  </a:cubicBezTo>
                  <a:cubicBezTo>
                    <a:pt x="96476" y="41491"/>
                    <a:pt x="98908" y="48542"/>
                    <a:pt x="106780" y="48755"/>
                  </a:cubicBezTo>
                  <a:cubicBezTo>
                    <a:pt x="112647" y="48907"/>
                    <a:pt x="114045" y="50184"/>
                    <a:pt x="115565" y="55503"/>
                  </a:cubicBezTo>
                  <a:cubicBezTo>
                    <a:pt x="116841" y="60062"/>
                    <a:pt x="116628" y="63132"/>
                    <a:pt x="122404" y="64044"/>
                  </a:cubicBezTo>
                  <a:cubicBezTo>
                    <a:pt x="128544" y="65047"/>
                    <a:pt x="139486" y="61278"/>
                    <a:pt x="144957" y="64804"/>
                  </a:cubicBezTo>
                  <a:cubicBezTo>
                    <a:pt x="148818" y="67296"/>
                    <a:pt x="153559" y="71643"/>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20"/>
            <p:cNvSpPr/>
            <p:nvPr/>
          </p:nvSpPr>
          <p:spPr>
            <a:xfrm>
              <a:off x="2975000" y="442550"/>
              <a:ext cx="3962100" cy="1789575"/>
            </a:xfrm>
            <a:custGeom>
              <a:rect b="b" l="l" r="r" t="t"/>
              <a:pathLst>
                <a:path extrusionOk="0" fill="none" h="71583" w="158484">
                  <a:moveTo>
                    <a:pt x="0" y="1"/>
                  </a:moveTo>
                  <a:cubicBezTo>
                    <a:pt x="5380" y="2463"/>
                    <a:pt x="11216" y="4043"/>
                    <a:pt x="16900" y="5016"/>
                  </a:cubicBezTo>
                  <a:cubicBezTo>
                    <a:pt x="22797" y="6049"/>
                    <a:pt x="29058" y="8724"/>
                    <a:pt x="34135" y="10457"/>
                  </a:cubicBezTo>
                  <a:cubicBezTo>
                    <a:pt x="39667" y="12372"/>
                    <a:pt x="32037" y="28846"/>
                    <a:pt x="31855" y="32463"/>
                  </a:cubicBezTo>
                  <a:cubicBezTo>
                    <a:pt x="31672" y="36597"/>
                    <a:pt x="40852" y="44712"/>
                    <a:pt x="45503" y="44074"/>
                  </a:cubicBezTo>
                  <a:cubicBezTo>
                    <a:pt x="54165" y="42889"/>
                    <a:pt x="59606" y="32038"/>
                    <a:pt x="69090" y="30335"/>
                  </a:cubicBezTo>
                  <a:cubicBezTo>
                    <a:pt x="77479" y="28846"/>
                    <a:pt x="87388" y="31703"/>
                    <a:pt x="92646" y="36566"/>
                  </a:cubicBezTo>
                  <a:cubicBezTo>
                    <a:pt x="97084" y="40670"/>
                    <a:pt x="98908" y="48634"/>
                    <a:pt x="107084" y="48725"/>
                  </a:cubicBezTo>
                  <a:cubicBezTo>
                    <a:pt x="112890" y="48816"/>
                    <a:pt x="114501" y="49910"/>
                    <a:pt x="116203" y="55229"/>
                  </a:cubicBezTo>
                  <a:cubicBezTo>
                    <a:pt x="117571" y="59606"/>
                    <a:pt x="117297" y="62555"/>
                    <a:pt x="122951" y="63436"/>
                  </a:cubicBezTo>
                  <a:cubicBezTo>
                    <a:pt x="129030" y="64378"/>
                    <a:pt x="139851" y="60944"/>
                    <a:pt x="145200" y="64622"/>
                  </a:cubicBezTo>
                  <a:cubicBezTo>
                    <a:pt x="148939" y="67205"/>
                    <a:pt x="153590" y="7158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20"/>
            <p:cNvSpPr/>
            <p:nvPr/>
          </p:nvSpPr>
          <p:spPr>
            <a:xfrm>
              <a:off x="2975000" y="442550"/>
              <a:ext cx="3962850" cy="1785000"/>
            </a:xfrm>
            <a:custGeom>
              <a:rect b="b" l="l" r="r" t="t"/>
              <a:pathLst>
                <a:path extrusionOk="0" fill="none" h="71400" w="158514">
                  <a:moveTo>
                    <a:pt x="0" y="1"/>
                  </a:moveTo>
                  <a:cubicBezTo>
                    <a:pt x="5411" y="2432"/>
                    <a:pt x="11307" y="3952"/>
                    <a:pt x="17052" y="4803"/>
                  </a:cubicBezTo>
                  <a:cubicBezTo>
                    <a:pt x="22949" y="5685"/>
                    <a:pt x="29028" y="8967"/>
                    <a:pt x="34682" y="9362"/>
                  </a:cubicBezTo>
                  <a:cubicBezTo>
                    <a:pt x="42007" y="9849"/>
                    <a:pt x="33557" y="28360"/>
                    <a:pt x="32858" y="31065"/>
                  </a:cubicBezTo>
                  <a:cubicBezTo>
                    <a:pt x="31308" y="36931"/>
                    <a:pt x="41095" y="43801"/>
                    <a:pt x="46141" y="42676"/>
                  </a:cubicBezTo>
                  <a:cubicBezTo>
                    <a:pt x="54925" y="40761"/>
                    <a:pt x="60731" y="31703"/>
                    <a:pt x="70245" y="29819"/>
                  </a:cubicBezTo>
                  <a:cubicBezTo>
                    <a:pt x="78451" y="28177"/>
                    <a:pt x="88573" y="30731"/>
                    <a:pt x="93497" y="35563"/>
                  </a:cubicBezTo>
                  <a:cubicBezTo>
                    <a:pt x="97753" y="39728"/>
                    <a:pt x="98969" y="48725"/>
                    <a:pt x="107419" y="48755"/>
                  </a:cubicBezTo>
                  <a:cubicBezTo>
                    <a:pt x="113163" y="48755"/>
                    <a:pt x="115018" y="49667"/>
                    <a:pt x="116872" y="54956"/>
                  </a:cubicBezTo>
                  <a:cubicBezTo>
                    <a:pt x="118331" y="59181"/>
                    <a:pt x="118027" y="61977"/>
                    <a:pt x="123559" y="62798"/>
                  </a:cubicBezTo>
                  <a:cubicBezTo>
                    <a:pt x="129638" y="63710"/>
                    <a:pt x="140459" y="60579"/>
                    <a:pt x="145504" y="64470"/>
                  </a:cubicBezTo>
                  <a:cubicBezTo>
                    <a:pt x="148939" y="67144"/>
                    <a:pt x="153802" y="7140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20"/>
            <p:cNvSpPr/>
            <p:nvPr/>
          </p:nvSpPr>
          <p:spPr>
            <a:xfrm>
              <a:off x="2975000" y="442550"/>
              <a:ext cx="3962100" cy="1781975"/>
            </a:xfrm>
            <a:custGeom>
              <a:rect b="b" l="l" r="r" t="t"/>
              <a:pathLst>
                <a:path extrusionOk="0" fill="none" h="71279" w="158484">
                  <a:moveTo>
                    <a:pt x="0" y="1"/>
                  </a:moveTo>
                  <a:cubicBezTo>
                    <a:pt x="5471" y="2402"/>
                    <a:pt x="11247" y="3922"/>
                    <a:pt x="17174" y="4560"/>
                  </a:cubicBezTo>
                  <a:cubicBezTo>
                    <a:pt x="23253" y="5198"/>
                    <a:pt x="29514" y="8420"/>
                    <a:pt x="35107" y="8177"/>
                  </a:cubicBezTo>
                  <a:cubicBezTo>
                    <a:pt x="44044" y="7782"/>
                    <a:pt x="35290" y="26718"/>
                    <a:pt x="34256" y="29089"/>
                  </a:cubicBezTo>
                  <a:cubicBezTo>
                    <a:pt x="31369" y="35959"/>
                    <a:pt x="40578" y="42980"/>
                    <a:pt x="46658" y="41247"/>
                  </a:cubicBezTo>
                  <a:cubicBezTo>
                    <a:pt x="55533" y="38785"/>
                    <a:pt x="61947" y="31490"/>
                    <a:pt x="71369" y="29180"/>
                  </a:cubicBezTo>
                  <a:cubicBezTo>
                    <a:pt x="79424" y="27174"/>
                    <a:pt x="89819" y="29697"/>
                    <a:pt x="94470" y="34439"/>
                  </a:cubicBezTo>
                  <a:cubicBezTo>
                    <a:pt x="98482" y="38573"/>
                    <a:pt x="99090" y="48785"/>
                    <a:pt x="107753" y="48694"/>
                  </a:cubicBezTo>
                  <a:cubicBezTo>
                    <a:pt x="113407" y="48634"/>
                    <a:pt x="115504" y="49424"/>
                    <a:pt x="117510" y="54652"/>
                  </a:cubicBezTo>
                  <a:cubicBezTo>
                    <a:pt x="119060" y="58694"/>
                    <a:pt x="118665" y="61400"/>
                    <a:pt x="124167" y="62160"/>
                  </a:cubicBezTo>
                  <a:cubicBezTo>
                    <a:pt x="130246" y="62980"/>
                    <a:pt x="140793" y="60245"/>
                    <a:pt x="145717" y="64257"/>
                  </a:cubicBezTo>
                  <a:cubicBezTo>
                    <a:pt x="149061" y="66962"/>
                    <a:pt x="153802" y="71278"/>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20"/>
            <p:cNvSpPr/>
            <p:nvPr/>
          </p:nvSpPr>
          <p:spPr>
            <a:xfrm>
              <a:off x="2975000" y="442550"/>
              <a:ext cx="3962850" cy="1781200"/>
            </a:xfrm>
            <a:custGeom>
              <a:rect b="b" l="l" r="r" t="t"/>
              <a:pathLst>
                <a:path extrusionOk="0" fill="none" h="71248" w="158514">
                  <a:moveTo>
                    <a:pt x="0" y="1"/>
                  </a:moveTo>
                  <a:cubicBezTo>
                    <a:pt x="5502" y="2371"/>
                    <a:pt x="11338" y="3830"/>
                    <a:pt x="17326" y="4347"/>
                  </a:cubicBezTo>
                  <a:cubicBezTo>
                    <a:pt x="23405" y="4833"/>
                    <a:pt x="29484" y="7478"/>
                    <a:pt x="35381" y="7083"/>
                  </a:cubicBezTo>
                  <a:cubicBezTo>
                    <a:pt x="46171" y="6384"/>
                    <a:pt x="37660" y="22007"/>
                    <a:pt x="36080" y="26718"/>
                  </a:cubicBezTo>
                  <a:cubicBezTo>
                    <a:pt x="34560" y="31247"/>
                    <a:pt x="33192" y="34591"/>
                    <a:pt x="37387" y="37934"/>
                  </a:cubicBezTo>
                  <a:cubicBezTo>
                    <a:pt x="40062" y="40032"/>
                    <a:pt x="43983" y="40913"/>
                    <a:pt x="47144" y="39940"/>
                  </a:cubicBezTo>
                  <a:cubicBezTo>
                    <a:pt x="52007" y="38421"/>
                    <a:pt x="55959" y="34864"/>
                    <a:pt x="60548" y="32524"/>
                  </a:cubicBezTo>
                  <a:cubicBezTo>
                    <a:pt x="64409" y="30579"/>
                    <a:pt x="68360" y="29758"/>
                    <a:pt x="72403" y="28512"/>
                  </a:cubicBezTo>
                  <a:cubicBezTo>
                    <a:pt x="80275" y="26080"/>
                    <a:pt x="91187" y="28724"/>
                    <a:pt x="95503" y="33314"/>
                  </a:cubicBezTo>
                  <a:cubicBezTo>
                    <a:pt x="99303" y="37296"/>
                    <a:pt x="99212" y="48877"/>
                    <a:pt x="108118" y="48694"/>
                  </a:cubicBezTo>
                  <a:cubicBezTo>
                    <a:pt x="113589" y="48573"/>
                    <a:pt x="115990" y="49302"/>
                    <a:pt x="118148" y="54409"/>
                  </a:cubicBezTo>
                  <a:cubicBezTo>
                    <a:pt x="119820" y="58299"/>
                    <a:pt x="119364" y="60974"/>
                    <a:pt x="124805" y="61612"/>
                  </a:cubicBezTo>
                  <a:cubicBezTo>
                    <a:pt x="130519" y="62281"/>
                    <a:pt x="141249" y="59819"/>
                    <a:pt x="145991" y="64135"/>
                  </a:cubicBezTo>
                  <a:cubicBezTo>
                    <a:pt x="149213" y="67023"/>
                    <a:pt x="153863" y="71248"/>
                    <a:pt x="158514" y="68695"/>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20"/>
            <p:cNvSpPr/>
            <p:nvPr/>
          </p:nvSpPr>
          <p:spPr>
            <a:xfrm>
              <a:off x="2975000" y="442550"/>
              <a:ext cx="3962100" cy="1777400"/>
            </a:xfrm>
            <a:custGeom>
              <a:rect b="b" l="l" r="r" t="t"/>
              <a:pathLst>
                <a:path extrusionOk="0" fill="none" h="71096" w="158484">
                  <a:moveTo>
                    <a:pt x="0" y="1"/>
                  </a:moveTo>
                  <a:cubicBezTo>
                    <a:pt x="5532" y="2341"/>
                    <a:pt x="11429" y="3739"/>
                    <a:pt x="17447" y="4104"/>
                  </a:cubicBezTo>
                  <a:cubicBezTo>
                    <a:pt x="23496" y="4469"/>
                    <a:pt x="29484" y="6596"/>
                    <a:pt x="35533" y="6049"/>
                  </a:cubicBezTo>
                  <a:cubicBezTo>
                    <a:pt x="47357" y="4955"/>
                    <a:pt x="40822" y="16809"/>
                    <a:pt x="38208" y="23983"/>
                  </a:cubicBezTo>
                  <a:cubicBezTo>
                    <a:pt x="36657" y="28329"/>
                    <a:pt x="33557" y="33253"/>
                    <a:pt x="37691" y="36962"/>
                  </a:cubicBezTo>
                  <a:cubicBezTo>
                    <a:pt x="40244" y="39272"/>
                    <a:pt x="44591" y="39636"/>
                    <a:pt x="47661" y="38603"/>
                  </a:cubicBezTo>
                  <a:cubicBezTo>
                    <a:pt x="52646" y="36931"/>
                    <a:pt x="56901" y="33557"/>
                    <a:pt x="61764" y="31460"/>
                  </a:cubicBezTo>
                  <a:cubicBezTo>
                    <a:pt x="65533" y="29819"/>
                    <a:pt x="69576" y="29150"/>
                    <a:pt x="73375" y="27721"/>
                  </a:cubicBezTo>
                  <a:cubicBezTo>
                    <a:pt x="80974" y="24864"/>
                    <a:pt x="92464" y="27721"/>
                    <a:pt x="96659" y="32068"/>
                  </a:cubicBezTo>
                  <a:cubicBezTo>
                    <a:pt x="100884" y="36445"/>
                    <a:pt x="98634" y="48512"/>
                    <a:pt x="108452" y="48664"/>
                  </a:cubicBezTo>
                  <a:cubicBezTo>
                    <a:pt x="114014" y="48755"/>
                    <a:pt x="116416" y="49150"/>
                    <a:pt x="118756" y="54105"/>
                  </a:cubicBezTo>
                  <a:cubicBezTo>
                    <a:pt x="120550" y="57874"/>
                    <a:pt x="120002" y="60488"/>
                    <a:pt x="125413" y="61035"/>
                  </a:cubicBezTo>
                  <a:cubicBezTo>
                    <a:pt x="131158" y="61643"/>
                    <a:pt x="141553" y="59454"/>
                    <a:pt x="146234" y="63922"/>
                  </a:cubicBezTo>
                  <a:cubicBezTo>
                    <a:pt x="149334" y="66871"/>
                    <a:pt x="153894" y="71096"/>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20"/>
            <p:cNvSpPr/>
            <p:nvPr/>
          </p:nvSpPr>
          <p:spPr>
            <a:xfrm>
              <a:off x="2975000" y="442550"/>
              <a:ext cx="3962850" cy="1775125"/>
            </a:xfrm>
            <a:custGeom>
              <a:rect b="b" l="l" r="r" t="t"/>
              <a:pathLst>
                <a:path extrusionOk="0" fill="none" h="71005" w="158514">
                  <a:moveTo>
                    <a:pt x="0" y="1"/>
                  </a:moveTo>
                  <a:cubicBezTo>
                    <a:pt x="5593" y="2311"/>
                    <a:pt x="11520" y="3648"/>
                    <a:pt x="17569" y="3861"/>
                  </a:cubicBezTo>
                  <a:cubicBezTo>
                    <a:pt x="23587" y="4074"/>
                    <a:pt x="29636" y="5837"/>
                    <a:pt x="35594" y="5046"/>
                  </a:cubicBezTo>
                  <a:cubicBezTo>
                    <a:pt x="47569" y="3466"/>
                    <a:pt x="43800" y="12280"/>
                    <a:pt x="40578" y="20974"/>
                  </a:cubicBezTo>
                  <a:cubicBezTo>
                    <a:pt x="39059" y="25107"/>
                    <a:pt x="34773" y="31916"/>
                    <a:pt x="38268" y="35867"/>
                  </a:cubicBezTo>
                  <a:cubicBezTo>
                    <a:pt x="40548" y="38451"/>
                    <a:pt x="45381" y="38208"/>
                    <a:pt x="48238" y="37296"/>
                  </a:cubicBezTo>
                  <a:cubicBezTo>
                    <a:pt x="53405" y="35624"/>
                    <a:pt x="57965" y="32281"/>
                    <a:pt x="63102" y="30366"/>
                  </a:cubicBezTo>
                  <a:cubicBezTo>
                    <a:pt x="66780" y="28968"/>
                    <a:pt x="70701" y="28420"/>
                    <a:pt x="74257" y="26840"/>
                  </a:cubicBezTo>
                  <a:cubicBezTo>
                    <a:pt x="81552" y="23588"/>
                    <a:pt x="94075" y="26779"/>
                    <a:pt x="97935" y="30791"/>
                  </a:cubicBezTo>
                  <a:cubicBezTo>
                    <a:pt x="101887" y="34895"/>
                    <a:pt x="98938" y="48542"/>
                    <a:pt x="108817" y="48664"/>
                  </a:cubicBezTo>
                  <a:cubicBezTo>
                    <a:pt x="114227" y="48694"/>
                    <a:pt x="116872" y="49029"/>
                    <a:pt x="119364" y="53801"/>
                  </a:cubicBezTo>
                  <a:cubicBezTo>
                    <a:pt x="121249" y="57448"/>
                    <a:pt x="120702" y="60032"/>
                    <a:pt x="126021" y="60518"/>
                  </a:cubicBezTo>
                  <a:cubicBezTo>
                    <a:pt x="131826" y="61035"/>
                    <a:pt x="141857" y="59120"/>
                    <a:pt x="146507" y="63771"/>
                  </a:cubicBezTo>
                  <a:cubicBezTo>
                    <a:pt x="149456" y="66719"/>
                    <a:pt x="153924" y="7100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20"/>
            <p:cNvSpPr/>
            <p:nvPr/>
          </p:nvSpPr>
          <p:spPr>
            <a:xfrm>
              <a:off x="2975000" y="442550"/>
              <a:ext cx="3962850" cy="1772850"/>
            </a:xfrm>
            <a:custGeom>
              <a:rect b="b" l="l" r="r" t="t"/>
              <a:pathLst>
                <a:path extrusionOk="0" fill="none" h="70914" w="158514">
                  <a:moveTo>
                    <a:pt x="0" y="1"/>
                  </a:moveTo>
                  <a:cubicBezTo>
                    <a:pt x="5623" y="2280"/>
                    <a:pt x="11611" y="3526"/>
                    <a:pt x="17690" y="3648"/>
                  </a:cubicBezTo>
                  <a:cubicBezTo>
                    <a:pt x="23648" y="3709"/>
                    <a:pt x="29636" y="5016"/>
                    <a:pt x="35563" y="4104"/>
                  </a:cubicBezTo>
                  <a:cubicBezTo>
                    <a:pt x="47022" y="2371"/>
                    <a:pt x="46627" y="7843"/>
                    <a:pt x="43101" y="17812"/>
                  </a:cubicBezTo>
                  <a:cubicBezTo>
                    <a:pt x="41733" y="21612"/>
                    <a:pt x="36232" y="30670"/>
                    <a:pt x="39028" y="34621"/>
                  </a:cubicBezTo>
                  <a:cubicBezTo>
                    <a:pt x="41004" y="37387"/>
                    <a:pt x="46293" y="36901"/>
                    <a:pt x="48968" y="35989"/>
                  </a:cubicBezTo>
                  <a:cubicBezTo>
                    <a:pt x="57235" y="33071"/>
                    <a:pt x="67235" y="29667"/>
                    <a:pt x="75108" y="25867"/>
                  </a:cubicBezTo>
                  <a:cubicBezTo>
                    <a:pt x="82008" y="22524"/>
                    <a:pt x="95655" y="25746"/>
                    <a:pt x="99303" y="29484"/>
                  </a:cubicBezTo>
                  <a:cubicBezTo>
                    <a:pt x="103042" y="33284"/>
                    <a:pt x="99546" y="48573"/>
                    <a:pt x="109242" y="48573"/>
                  </a:cubicBezTo>
                  <a:cubicBezTo>
                    <a:pt x="114379" y="48573"/>
                    <a:pt x="117328" y="48968"/>
                    <a:pt x="119942" y="53527"/>
                  </a:cubicBezTo>
                  <a:cubicBezTo>
                    <a:pt x="121948" y="57023"/>
                    <a:pt x="121340" y="59606"/>
                    <a:pt x="126629" y="60032"/>
                  </a:cubicBezTo>
                  <a:cubicBezTo>
                    <a:pt x="132495" y="60488"/>
                    <a:pt x="142130" y="58725"/>
                    <a:pt x="146751" y="63558"/>
                  </a:cubicBezTo>
                  <a:cubicBezTo>
                    <a:pt x="149608" y="66567"/>
                    <a:pt x="153985" y="70913"/>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20"/>
            <p:cNvSpPr/>
            <p:nvPr/>
          </p:nvSpPr>
          <p:spPr>
            <a:xfrm>
              <a:off x="2975000" y="442550"/>
              <a:ext cx="3962100" cy="1769800"/>
            </a:xfrm>
            <a:custGeom>
              <a:rect b="b" l="l" r="r" t="t"/>
              <a:pathLst>
                <a:path extrusionOk="0" fill="none" h="70792" w="158484">
                  <a:moveTo>
                    <a:pt x="0" y="1"/>
                  </a:moveTo>
                  <a:cubicBezTo>
                    <a:pt x="5654" y="2280"/>
                    <a:pt x="11703" y="3435"/>
                    <a:pt x="17812" y="3405"/>
                  </a:cubicBezTo>
                  <a:cubicBezTo>
                    <a:pt x="23709" y="3344"/>
                    <a:pt x="29606" y="4165"/>
                    <a:pt x="35502" y="3192"/>
                  </a:cubicBezTo>
                  <a:cubicBezTo>
                    <a:pt x="37660" y="2858"/>
                    <a:pt x="42463" y="1976"/>
                    <a:pt x="44621" y="2949"/>
                  </a:cubicBezTo>
                  <a:cubicBezTo>
                    <a:pt x="49545" y="5168"/>
                    <a:pt x="46840" y="10913"/>
                    <a:pt x="45624" y="14742"/>
                  </a:cubicBezTo>
                  <a:cubicBezTo>
                    <a:pt x="43557" y="21369"/>
                    <a:pt x="34135" y="40001"/>
                    <a:pt x="49819" y="34652"/>
                  </a:cubicBezTo>
                  <a:cubicBezTo>
                    <a:pt x="58299" y="31734"/>
                    <a:pt x="67935" y="28177"/>
                    <a:pt x="76050" y="24864"/>
                  </a:cubicBezTo>
                  <a:cubicBezTo>
                    <a:pt x="83072" y="21977"/>
                    <a:pt x="96051" y="24347"/>
                    <a:pt x="100762" y="28117"/>
                  </a:cubicBezTo>
                  <a:cubicBezTo>
                    <a:pt x="105716" y="32098"/>
                    <a:pt x="98908" y="48299"/>
                    <a:pt x="109698" y="48482"/>
                  </a:cubicBezTo>
                  <a:cubicBezTo>
                    <a:pt x="114653" y="48573"/>
                    <a:pt x="117753" y="48846"/>
                    <a:pt x="120458" y="53254"/>
                  </a:cubicBezTo>
                  <a:cubicBezTo>
                    <a:pt x="122586" y="56628"/>
                    <a:pt x="121948" y="59242"/>
                    <a:pt x="127176" y="59576"/>
                  </a:cubicBezTo>
                  <a:cubicBezTo>
                    <a:pt x="133133" y="60001"/>
                    <a:pt x="142404" y="58360"/>
                    <a:pt x="146963" y="63375"/>
                  </a:cubicBezTo>
                  <a:cubicBezTo>
                    <a:pt x="149699" y="66385"/>
                    <a:pt x="153985" y="70792"/>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20"/>
            <p:cNvSpPr/>
            <p:nvPr/>
          </p:nvSpPr>
          <p:spPr>
            <a:xfrm>
              <a:off x="2975000" y="442550"/>
              <a:ext cx="3963625" cy="1767525"/>
            </a:xfrm>
            <a:custGeom>
              <a:rect b="b" l="l" r="r" t="t"/>
              <a:pathLst>
                <a:path extrusionOk="0" fill="none" h="70701" w="158545">
                  <a:moveTo>
                    <a:pt x="0" y="1"/>
                  </a:moveTo>
                  <a:cubicBezTo>
                    <a:pt x="5715" y="2250"/>
                    <a:pt x="11794" y="3314"/>
                    <a:pt x="17934" y="3192"/>
                  </a:cubicBezTo>
                  <a:cubicBezTo>
                    <a:pt x="23770" y="2979"/>
                    <a:pt x="29575" y="3314"/>
                    <a:pt x="35411" y="2341"/>
                  </a:cubicBezTo>
                  <a:cubicBezTo>
                    <a:pt x="44439" y="791"/>
                    <a:pt x="50518" y="2371"/>
                    <a:pt x="48147" y="11916"/>
                  </a:cubicBezTo>
                  <a:cubicBezTo>
                    <a:pt x="46627" y="18086"/>
                    <a:pt x="34894" y="38725"/>
                    <a:pt x="50883" y="33253"/>
                  </a:cubicBezTo>
                  <a:cubicBezTo>
                    <a:pt x="59697" y="30244"/>
                    <a:pt x="68482" y="26688"/>
                    <a:pt x="77418" y="23922"/>
                  </a:cubicBezTo>
                  <a:cubicBezTo>
                    <a:pt x="84227" y="21794"/>
                    <a:pt x="97601" y="22585"/>
                    <a:pt x="102312" y="26779"/>
                  </a:cubicBezTo>
                  <a:cubicBezTo>
                    <a:pt x="107510" y="31399"/>
                    <a:pt x="99394" y="48056"/>
                    <a:pt x="110276" y="48330"/>
                  </a:cubicBezTo>
                  <a:cubicBezTo>
                    <a:pt x="115200" y="48451"/>
                    <a:pt x="117966" y="49181"/>
                    <a:pt x="120945" y="52889"/>
                  </a:cubicBezTo>
                  <a:cubicBezTo>
                    <a:pt x="123376" y="55928"/>
                    <a:pt x="122464" y="58877"/>
                    <a:pt x="127784" y="59150"/>
                  </a:cubicBezTo>
                  <a:cubicBezTo>
                    <a:pt x="133711" y="59454"/>
                    <a:pt x="142769" y="58026"/>
                    <a:pt x="147267" y="63223"/>
                  </a:cubicBezTo>
                  <a:cubicBezTo>
                    <a:pt x="149881" y="66202"/>
                    <a:pt x="154076" y="70701"/>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20"/>
            <p:cNvSpPr/>
            <p:nvPr/>
          </p:nvSpPr>
          <p:spPr>
            <a:xfrm>
              <a:off x="2975000" y="442550"/>
              <a:ext cx="3962850" cy="1765250"/>
            </a:xfrm>
            <a:custGeom>
              <a:rect b="b" l="l" r="r" t="t"/>
              <a:pathLst>
                <a:path extrusionOk="0" fill="none" h="70610" w="158514">
                  <a:moveTo>
                    <a:pt x="0" y="1"/>
                  </a:moveTo>
                  <a:cubicBezTo>
                    <a:pt x="5745" y="2219"/>
                    <a:pt x="11885" y="3223"/>
                    <a:pt x="18025" y="2949"/>
                  </a:cubicBezTo>
                  <a:cubicBezTo>
                    <a:pt x="23800" y="2645"/>
                    <a:pt x="29514" y="2493"/>
                    <a:pt x="35259" y="1490"/>
                  </a:cubicBezTo>
                  <a:cubicBezTo>
                    <a:pt x="38056" y="1004"/>
                    <a:pt x="42189" y="396"/>
                    <a:pt x="44986" y="1064"/>
                  </a:cubicBezTo>
                  <a:cubicBezTo>
                    <a:pt x="50183" y="2280"/>
                    <a:pt x="51065" y="4803"/>
                    <a:pt x="50487" y="9454"/>
                  </a:cubicBezTo>
                  <a:cubicBezTo>
                    <a:pt x="49728" y="14986"/>
                    <a:pt x="36627" y="36870"/>
                    <a:pt x="52068" y="31825"/>
                  </a:cubicBezTo>
                  <a:cubicBezTo>
                    <a:pt x="60944" y="28937"/>
                    <a:pt x="69910" y="25533"/>
                    <a:pt x="79029" y="23010"/>
                  </a:cubicBezTo>
                  <a:cubicBezTo>
                    <a:pt x="86111" y="21095"/>
                    <a:pt x="98969" y="21551"/>
                    <a:pt x="103893" y="25472"/>
                  </a:cubicBezTo>
                  <a:cubicBezTo>
                    <a:pt x="109212" y="29697"/>
                    <a:pt x="100093" y="47661"/>
                    <a:pt x="110823" y="48147"/>
                  </a:cubicBezTo>
                  <a:cubicBezTo>
                    <a:pt x="115595" y="48360"/>
                    <a:pt x="118422" y="49120"/>
                    <a:pt x="121431" y="52646"/>
                  </a:cubicBezTo>
                  <a:cubicBezTo>
                    <a:pt x="123923" y="55594"/>
                    <a:pt x="123103" y="58542"/>
                    <a:pt x="128300" y="58786"/>
                  </a:cubicBezTo>
                  <a:cubicBezTo>
                    <a:pt x="134288" y="59059"/>
                    <a:pt x="143042" y="57783"/>
                    <a:pt x="147480" y="63041"/>
                  </a:cubicBezTo>
                  <a:cubicBezTo>
                    <a:pt x="150003" y="65989"/>
                    <a:pt x="154076" y="7061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20"/>
            <p:cNvSpPr/>
            <p:nvPr/>
          </p:nvSpPr>
          <p:spPr>
            <a:xfrm>
              <a:off x="2975000" y="428125"/>
              <a:ext cx="3962850" cy="1777400"/>
            </a:xfrm>
            <a:custGeom>
              <a:rect b="b" l="l" r="r" t="t"/>
              <a:pathLst>
                <a:path extrusionOk="0" fill="none" h="71096" w="158514">
                  <a:moveTo>
                    <a:pt x="0" y="578"/>
                  </a:moveTo>
                  <a:cubicBezTo>
                    <a:pt x="5715" y="2705"/>
                    <a:pt x="12128" y="3769"/>
                    <a:pt x="18146" y="3313"/>
                  </a:cubicBezTo>
                  <a:cubicBezTo>
                    <a:pt x="23861" y="2888"/>
                    <a:pt x="29484" y="2219"/>
                    <a:pt x="35138" y="1246"/>
                  </a:cubicBezTo>
                  <a:cubicBezTo>
                    <a:pt x="42554" y="0"/>
                    <a:pt x="52281" y="1489"/>
                    <a:pt x="52585" y="7994"/>
                  </a:cubicBezTo>
                  <a:cubicBezTo>
                    <a:pt x="52767" y="12523"/>
                    <a:pt x="39211" y="35350"/>
                    <a:pt x="53436" y="30882"/>
                  </a:cubicBezTo>
                  <a:cubicBezTo>
                    <a:pt x="62372" y="28086"/>
                    <a:pt x="71673" y="25137"/>
                    <a:pt x="80914" y="22736"/>
                  </a:cubicBezTo>
                  <a:cubicBezTo>
                    <a:pt x="88604" y="20760"/>
                    <a:pt x="100032" y="21551"/>
                    <a:pt x="105443" y="24803"/>
                  </a:cubicBezTo>
                  <a:cubicBezTo>
                    <a:pt x="111674" y="28511"/>
                    <a:pt x="99941" y="47508"/>
                    <a:pt x="111431" y="48511"/>
                  </a:cubicBezTo>
                  <a:cubicBezTo>
                    <a:pt x="116081" y="48937"/>
                    <a:pt x="118847" y="49606"/>
                    <a:pt x="121887" y="52980"/>
                  </a:cubicBezTo>
                  <a:cubicBezTo>
                    <a:pt x="124440" y="55837"/>
                    <a:pt x="123741" y="58785"/>
                    <a:pt x="128787" y="58998"/>
                  </a:cubicBezTo>
                  <a:cubicBezTo>
                    <a:pt x="134836" y="59271"/>
                    <a:pt x="143316" y="58147"/>
                    <a:pt x="147723" y="63436"/>
                  </a:cubicBezTo>
                  <a:cubicBezTo>
                    <a:pt x="150125" y="66323"/>
                    <a:pt x="154106" y="71095"/>
                    <a:pt x="158514" y="6924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20"/>
            <p:cNvSpPr/>
            <p:nvPr/>
          </p:nvSpPr>
          <p:spPr>
            <a:xfrm>
              <a:off x="2975000" y="412925"/>
              <a:ext cx="3962850" cy="1789550"/>
            </a:xfrm>
            <a:custGeom>
              <a:rect b="b" l="l" r="r" t="t"/>
              <a:pathLst>
                <a:path extrusionOk="0" fill="none" h="71582" w="158514">
                  <a:moveTo>
                    <a:pt x="0" y="1186"/>
                  </a:moveTo>
                  <a:cubicBezTo>
                    <a:pt x="5745" y="3283"/>
                    <a:pt x="12219" y="4286"/>
                    <a:pt x="18238" y="3678"/>
                  </a:cubicBezTo>
                  <a:cubicBezTo>
                    <a:pt x="23891" y="3131"/>
                    <a:pt x="29454" y="1976"/>
                    <a:pt x="35046" y="1034"/>
                  </a:cubicBezTo>
                  <a:cubicBezTo>
                    <a:pt x="41308" y="0"/>
                    <a:pt x="52980" y="638"/>
                    <a:pt x="54317" y="7082"/>
                  </a:cubicBezTo>
                  <a:cubicBezTo>
                    <a:pt x="55260" y="11672"/>
                    <a:pt x="42159" y="33557"/>
                    <a:pt x="54895" y="29879"/>
                  </a:cubicBezTo>
                  <a:cubicBezTo>
                    <a:pt x="64044" y="27204"/>
                    <a:pt x="73588" y="24864"/>
                    <a:pt x="82950" y="22523"/>
                  </a:cubicBezTo>
                  <a:cubicBezTo>
                    <a:pt x="90488" y="20608"/>
                    <a:pt x="101248" y="21186"/>
                    <a:pt x="106932" y="24256"/>
                  </a:cubicBezTo>
                  <a:cubicBezTo>
                    <a:pt x="113862" y="27964"/>
                    <a:pt x="100762" y="47478"/>
                    <a:pt x="112069" y="48876"/>
                  </a:cubicBezTo>
                  <a:cubicBezTo>
                    <a:pt x="116264" y="49363"/>
                    <a:pt x="119729" y="49879"/>
                    <a:pt x="122343" y="53344"/>
                  </a:cubicBezTo>
                  <a:cubicBezTo>
                    <a:pt x="124562" y="56354"/>
                    <a:pt x="124653" y="59089"/>
                    <a:pt x="129273" y="59272"/>
                  </a:cubicBezTo>
                  <a:cubicBezTo>
                    <a:pt x="135352" y="59545"/>
                    <a:pt x="143620" y="58603"/>
                    <a:pt x="147936" y="63861"/>
                  </a:cubicBezTo>
                  <a:cubicBezTo>
                    <a:pt x="150277" y="66688"/>
                    <a:pt x="154137" y="71582"/>
                    <a:pt x="158514" y="6984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20"/>
            <p:cNvSpPr/>
            <p:nvPr/>
          </p:nvSpPr>
          <p:spPr>
            <a:xfrm>
              <a:off x="2975000" y="386325"/>
              <a:ext cx="3962850" cy="1813875"/>
            </a:xfrm>
            <a:custGeom>
              <a:rect b="b" l="l" r="r" t="t"/>
              <a:pathLst>
                <a:path extrusionOk="0" fill="none" h="72555" w="158514">
                  <a:moveTo>
                    <a:pt x="0" y="2250"/>
                  </a:moveTo>
                  <a:cubicBezTo>
                    <a:pt x="5806" y="4286"/>
                    <a:pt x="12371" y="5259"/>
                    <a:pt x="18390" y="4529"/>
                  </a:cubicBezTo>
                  <a:cubicBezTo>
                    <a:pt x="23982" y="3830"/>
                    <a:pt x="29423" y="2250"/>
                    <a:pt x="35046" y="1307"/>
                  </a:cubicBezTo>
                  <a:cubicBezTo>
                    <a:pt x="42767" y="0"/>
                    <a:pt x="52402" y="2067"/>
                    <a:pt x="55685" y="7174"/>
                  </a:cubicBezTo>
                  <a:cubicBezTo>
                    <a:pt x="57570" y="10183"/>
                    <a:pt x="46658" y="32159"/>
                    <a:pt x="56719" y="29271"/>
                  </a:cubicBezTo>
                  <a:cubicBezTo>
                    <a:pt x="65442" y="26748"/>
                    <a:pt x="75746" y="25077"/>
                    <a:pt x="85139" y="22736"/>
                  </a:cubicBezTo>
                  <a:cubicBezTo>
                    <a:pt x="92494" y="20882"/>
                    <a:pt x="102099" y="21338"/>
                    <a:pt x="108300" y="24317"/>
                  </a:cubicBezTo>
                  <a:cubicBezTo>
                    <a:pt x="116477" y="28207"/>
                    <a:pt x="101765" y="47873"/>
                    <a:pt x="112799" y="49636"/>
                  </a:cubicBezTo>
                  <a:cubicBezTo>
                    <a:pt x="116780" y="50275"/>
                    <a:pt x="120215" y="50852"/>
                    <a:pt x="122768" y="54165"/>
                  </a:cubicBezTo>
                  <a:cubicBezTo>
                    <a:pt x="125048" y="57083"/>
                    <a:pt x="125200" y="59849"/>
                    <a:pt x="129729" y="60032"/>
                  </a:cubicBezTo>
                  <a:cubicBezTo>
                    <a:pt x="135839" y="60336"/>
                    <a:pt x="143893" y="59545"/>
                    <a:pt x="148179" y="64773"/>
                  </a:cubicBezTo>
                  <a:cubicBezTo>
                    <a:pt x="150459" y="67539"/>
                    <a:pt x="154167" y="72555"/>
                    <a:pt x="158514" y="7091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20"/>
            <p:cNvSpPr/>
            <p:nvPr/>
          </p:nvSpPr>
          <p:spPr>
            <a:xfrm>
              <a:off x="2975000" y="367325"/>
              <a:ext cx="3962850" cy="1829825"/>
            </a:xfrm>
            <a:custGeom>
              <a:rect b="b" l="l" r="r" t="t"/>
              <a:pathLst>
                <a:path extrusionOk="0" fill="none" h="73193" w="158514">
                  <a:moveTo>
                    <a:pt x="0" y="3010"/>
                  </a:moveTo>
                  <a:cubicBezTo>
                    <a:pt x="5836" y="5016"/>
                    <a:pt x="12432" y="5897"/>
                    <a:pt x="18481" y="5046"/>
                  </a:cubicBezTo>
                  <a:cubicBezTo>
                    <a:pt x="24104" y="4286"/>
                    <a:pt x="29514" y="2067"/>
                    <a:pt x="35077" y="1216"/>
                  </a:cubicBezTo>
                  <a:cubicBezTo>
                    <a:pt x="43010" y="0"/>
                    <a:pt x="51703" y="2584"/>
                    <a:pt x="56719" y="7447"/>
                  </a:cubicBezTo>
                  <a:cubicBezTo>
                    <a:pt x="60123" y="10791"/>
                    <a:pt x="50335" y="30396"/>
                    <a:pt x="58998" y="28360"/>
                  </a:cubicBezTo>
                  <a:cubicBezTo>
                    <a:pt x="67722" y="26293"/>
                    <a:pt x="78056" y="25016"/>
                    <a:pt x="87357" y="22615"/>
                  </a:cubicBezTo>
                  <a:cubicBezTo>
                    <a:pt x="94531" y="20761"/>
                    <a:pt x="103224" y="21065"/>
                    <a:pt x="109546" y="24104"/>
                  </a:cubicBezTo>
                  <a:cubicBezTo>
                    <a:pt x="118209" y="28268"/>
                    <a:pt x="103376" y="47965"/>
                    <a:pt x="113559" y="50062"/>
                  </a:cubicBezTo>
                  <a:cubicBezTo>
                    <a:pt x="117328" y="50822"/>
                    <a:pt x="120671" y="51551"/>
                    <a:pt x="123194" y="54682"/>
                  </a:cubicBezTo>
                  <a:cubicBezTo>
                    <a:pt x="125474" y="57539"/>
                    <a:pt x="125717" y="60305"/>
                    <a:pt x="130155" y="60518"/>
                  </a:cubicBezTo>
                  <a:cubicBezTo>
                    <a:pt x="136295" y="60852"/>
                    <a:pt x="144137" y="60214"/>
                    <a:pt x="148392" y="65381"/>
                  </a:cubicBezTo>
                  <a:cubicBezTo>
                    <a:pt x="150611" y="68056"/>
                    <a:pt x="154228" y="73193"/>
                    <a:pt x="158514" y="7167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20"/>
            <p:cNvSpPr/>
            <p:nvPr/>
          </p:nvSpPr>
          <p:spPr>
            <a:xfrm>
              <a:off x="2975000" y="347575"/>
              <a:ext cx="3962850" cy="1845775"/>
            </a:xfrm>
            <a:custGeom>
              <a:rect b="b" l="l" r="r" t="t"/>
              <a:pathLst>
                <a:path extrusionOk="0" fill="none" h="73831" w="158514">
                  <a:moveTo>
                    <a:pt x="0" y="3800"/>
                  </a:moveTo>
                  <a:cubicBezTo>
                    <a:pt x="5867" y="5775"/>
                    <a:pt x="12554" y="6566"/>
                    <a:pt x="18602" y="5623"/>
                  </a:cubicBezTo>
                  <a:cubicBezTo>
                    <a:pt x="24256" y="4711"/>
                    <a:pt x="29575" y="1915"/>
                    <a:pt x="35229" y="1125"/>
                  </a:cubicBezTo>
                  <a:cubicBezTo>
                    <a:pt x="43284" y="0"/>
                    <a:pt x="51217" y="3404"/>
                    <a:pt x="57448" y="7903"/>
                  </a:cubicBezTo>
                  <a:cubicBezTo>
                    <a:pt x="62129" y="11247"/>
                    <a:pt x="59454" y="16353"/>
                    <a:pt x="58421" y="20852"/>
                  </a:cubicBezTo>
                  <a:cubicBezTo>
                    <a:pt x="57782" y="23587"/>
                    <a:pt x="56506" y="28420"/>
                    <a:pt x="61582" y="27599"/>
                  </a:cubicBezTo>
                  <a:cubicBezTo>
                    <a:pt x="70305" y="26171"/>
                    <a:pt x="80366" y="24925"/>
                    <a:pt x="89516" y="22493"/>
                  </a:cubicBezTo>
                  <a:cubicBezTo>
                    <a:pt x="96628" y="20639"/>
                    <a:pt x="104501" y="20700"/>
                    <a:pt x="110732" y="23952"/>
                  </a:cubicBezTo>
                  <a:cubicBezTo>
                    <a:pt x="119698" y="28663"/>
                    <a:pt x="104501" y="47600"/>
                    <a:pt x="114379" y="50487"/>
                  </a:cubicBezTo>
                  <a:cubicBezTo>
                    <a:pt x="117996" y="51551"/>
                    <a:pt x="121157" y="52250"/>
                    <a:pt x="123619" y="55229"/>
                  </a:cubicBezTo>
                  <a:cubicBezTo>
                    <a:pt x="125899" y="57995"/>
                    <a:pt x="126203" y="60791"/>
                    <a:pt x="130550" y="61065"/>
                  </a:cubicBezTo>
                  <a:cubicBezTo>
                    <a:pt x="136659" y="61399"/>
                    <a:pt x="144380" y="60913"/>
                    <a:pt x="148605" y="65989"/>
                  </a:cubicBezTo>
                  <a:cubicBezTo>
                    <a:pt x="150793" y="68603"/>
                    <a:pt x="154258" y="73831"/>
                    <a:pt x="158514" y="7246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20"/>
            <p:cNvSpPr/>
            <p:nvPr/>
          </p:nvSpPr>
          <p:spPr>
            <a:xfrm>
              <a:off x="2975000" y="324000"/>
              <a:ext cx="3962850" cy="1867075"/>
            </a:xfrm>
            <a:custGeom>
              <a:rect b="b" l="l" r="r" t="t"/>
              <a:pathLst>
                <a:path extrusionOk="0" fill="none" h="74683" w="158514">
                  <a:moveTo>
                    <a:pt x="0" y="4743"/>
                  </a:moveTo>
                  <a:cubicBezTo>
                    <a:pt x="5897" y="6688"/>
                    <a:pt x="12645" y="7387"/>
                    <a:pt x="18724" y="6323"/>
                  </a:cubicBezTo>
                  <a:cubicBezTo>
                    <a:pt x="24469" y="5290"/>
                    <a:pt x="29758" y="1977"/>
                    <a:pt x="35502" y="1156"/>
                  </a:cubicBezTo>
                  <a:cubicBezTo>
                    <a:pt x="43466" y="1"/>
                    <a:pt x="51460" y="4682"/>
                    <a:pt x="57934" y="8572"/>
                  </a:cubicBezTo>
                  <a:cubicBezTo>
                    <a:pt x="62858" y="11521"/>
                    <a:pt x="62099" y="15411"/>
                    <a:pt x="61339" y="20153"/>
                  </a:cubicBezTo>
                  <a:cubicBezTo>
                    <a:pt x="60883" y="22919"/>
                    <a:pt x="59576" y="27448"/>
                    <a:pt x="64378" y="27144"/>
                  </a:cubicBezTo>
                  <a:cubicBezTo>
                    <a:pt x="73223" y="26597"/>
                    <a:pt x="82737" y="24834"/>
                    <a:pt x="91643" y="22494"/>
                  </a:cubicBezTo>
                  <a:cubicBezTo>
                    <a:pt x="98817" y="20609"/>
                    <a:pt x="105747" y="20366"/>
                    <a:pt x="111856" y="23983"/>
                  </a:cubicBezTo>
                  <a:cubicBezTo>
                    <a:pt x="120519" y="29120"/>
                    <a:pt x="105990" y="47296"/>
                    <a:pt x="115230" y="51035"/>
                  </a:cubicBezTo>
                  <a:cubicBezTo>
                    <a:pt x="118543" y="52372"/>
                    <a:pt x="121705" y="53072"/>
                    <a:pt x="124045" y="55898"/>
                  </a:cubicBezTo>
                  <a:cubicBezTo>
                    <a:pt x="126325" y="58634"/>
                    <a:pt x="126659" y="61461"/>
                    <a:pt x="130914" y="61765"/>
                  </a:cubicBezTo>
                  <a:cubicBezTo>
                    <a:pt x="136994" y="62160"/>
                    <a:pt x="144593" y="61825"/>
                    <a:pt x="148818" y="66810"/>
                  </a:cubicBezTo>
                  <a:cubicBezTo>
                    <a:pt x="150945" y="69364"/>
                    <a:pt x="154289" y="74683"/>
                    <a:pt x="158514" y="73406"/>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20"/>
            <p:cNvSpPr/>
            <p:nvPr/>
          </p:nvSpPr>
          <p:spPr>
            <a:xfrm>
              <a:off x="2975000" y="297425"/>
              <a:ext cx="3962850" cy="1890625"/>
            </a:xfrm>
            <a:custGeom>
              <a:rect b="b" l="l" r="r" t="t"/>
              <a:pathLst>
                <a:path extrusionOk="0" fill="none" h="75625" w="158514">
                  <a:moveTo>
                    <a:pt x="0" y="5806"/>
                  </a:moveTo>
                  <a:cubicBezTo>
                    <a:pt x="5927" y="7690"/>
                    <a:pt x="12918" y="8450"/>
                    <a:pt x="18815" y="7173"/>
                  </a:cubicBezTo>
                  <a:cubicBezTo>
                    <a:pt x="24530" y="5927"/>
                    <a:pt x="30122" y="2128"/>
                    <a:pt x="35928" y="1216"/>
                  </a:cubicBezTo>
                  <a:cubicBezTo>
                    <a:pt x="43648" y="0"/>
                    <a:pt x="52494" y="5593"/>
                    <a:pt x="58178" y="9392"/>
                  </a:cubicBezTo>
                  <a:cubicBezTo>
                    <a:pt x="62585" y="12310"/>
                    <a:pt x="64226" y="14347"/>
                    <a:pt x="64074" y="19940"/>
                  </a:cubicBezTo>
                  <a:cubicBezTo>
                    <a:pt x="64014" y="22797"/>
                    <a:pt x="62828" y="26839"/>
                    <a:pt x="67296" y="27022"/>
                  </a:cubicBezTo>
                  <a:cubicBezTo>
                    <a:pt x="76081" y="27417"/>
                    <a:pt x="85199" y="24560"/>
                    <a:pt x="93589" y="22584"/>
                  </a:cubicBezTo>
                  <a:cubicBezTo>
                    <a:pt x="100975" y="20851"/>
                    <a:pt x="106598" y="19879"/>
                    <a:pt x="112920" y="24165"/>
                  </a:cubicBezTo>
                  <a:cubicBezTo>
                    <a:pt x="121188" y="29788"/>
                    <a:pt x="107753" y="47113"/>
                    <a:pt x="116142" y="51673"/>
                  </a:cubicBezTo>
                  <a:cubicBezTo>
                    <a:pt x="119030" y="53223"/>
                    <a:pt x="122221" y="54013"/>
                    <a:pt x="124501" y="56718"/>
                  </a:cubicBezTo>
                  <a:cubicBezTo>
                    <a:pt x="126781" y="59423"/>
                    <a:pt x="127115" y="62281"/>
                    <a:pt x="131279" y="62615"/>
                  </a:cubicBezTo>
                  <a:cubicBezTo>
                    <a:pt x="137358" y="63101"/>
                    <a:pt x="144836" y="62828"/>
                    <a:pt x="149030" y="67752"/>
                  </a:cubicBezTo>
                  <a:cubicBezTo>
                    <a:pt x="151158" y="70244"/>
                    <a:pt x="154350" y="75624"/>
                    <a:pt x="158514" y="7446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20"/>
            <p:cNvSpPr/>
            <p:nvPr/>
          </p:nvSpPr>
          <p:spPr>
            <a:xfrm>
              <a:off x="2975000" y="270050"/>
              <a:ext cx="3962100" cy="1914200"/>
            </a:xfrm>
            <a:custGeom>
              <a:rect b="b" l="l" r="r" t="t"/>
              <a:pathLst>
                <a:path extrusionOk="0" fill="none" h="76568" w="158484">
                  <a:moveTo>
                    <a:pt x="0" y="6901"/>
                  </a:moveTo>
                  <a:cubicBezTo>
                    <a:pt x="5988" y="8785"/>
                    <a:pt x="13040" y="9484"/>
                    <a:pt x="18937" y="8025"/>
                  </a:cubicBezTo>
                  <a:cubicBezTo>
                    <a:pt x="24803" y="6627"/>
                    <a:pt x="30396" y="2402"/>
                    <a:pt x="36414" y="1338"/>
                  </a:cubicBezTo>
                  <a:cubicBezTo>
                    <a:pt x="44013" y="1"/>
                    <a:pt x="52463" y="6688"/>
                    <a:pt x="58208" y="10244"/>
                  </a:cubicBezTo>
                  <a:cubicBezTo>
                    <a:pt x="62676" y="13010"/>
                    <a:pt x="65138" y="14925"/>
                    <a:pt x="66476" y="20092"/>
                  </a:cubicBezTo>
                  <a:cubicBezTo>
                    <a:pt x="67235" y="22980"/>
                    <a:pt x="65868" y="26536"/>
                    <a:pt x="70214" y="27144"/>
                  </a:cubicBezTo>
                  <a:cubicBezTo>
                    <a:pt x="78695" y="28329"/>
                    <a:pt x="87753" y="24104"/>
                    <a:pt x="95351" y="22646"/>
                  </a:cubicBezTo>
                  <a:cubicBezTo>
                    <a:pt x="102950" y="21187"/>
                    <a:pt x="107327" y="19150"/>
                    <a:pt x="113893" y="24408"/>
                  </a:cubicBezTo>
                  <a:cubicBezTo>
                    <a:pt x="121309" y="30366"/>
                    <a:pt x="109668" y="47023"/>
                    <a:pt x="117084" y="52251"/>
                  </a:cubicBezTo>
                  <a:cubicBezTo>
                    <a:pt x="119577" y="54014"/>
                    <a:pt x="122586" y="54956"/>
                    <a:pt x="125018" y="57418"/>
                  </a:cubicBezTo>
                  <a:cubicBezTo>
                    <a:pt x="127419" y="59880"/>
                    <a:pt x="127145" y="63011"/>
                    <a:pt x="131614" y="63436"/>
                  </a:cubicBezTo>
                  <a:cubicBezTo>
                    <a:pt x="137602" y="64014"/>
                    <a:pt x="144988" y="63832"/>
                    <a:pt x="149213" y="68695"/>
                  </a:cubicBezTo>
                  <a:cubicBezTo>
                    <a:pt x="151310" y="71126"/>
                    <a:pt x="154410" y="76567"/>
                    <a:pt x="158483" y="755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20"/>
            <p:cNvSpPr/>
            <p:nvPr/>
          </p:nvSpPr>
          <p:spPr>
            <a:xfrm>
              <a:off x="2975000" y="244975"/>
              <a:ext cx="3962100" cy="1937000"/>
            </a:xfrm>
            <a:custGeom>
              <a:rect b="b" l="l" r="r" t="t"/>
              <a:pathLst>
                <a:path extrusionOk="0" fill="none" h="77480" w="158484">
                  <a:moveTo>
                    <a:pt x="0" y="7904"/>
                  </a:moveTo>
                  <a:cubicBezTo>
                    <a:pt x="6019" y="9758"/>
                    <a:pt x="13162" y="10366"/>
                    <a:pt x="19058" y="8815"/>
                  </a:cubicBezTo>
                  <a:cubicBezTo>
                    <a:pt x="25077" y="7204"/>
                    <a:pt x="30730" y="2554"/>
                    <a:pt x="36992" y="1429"/>
                  </a:cubicBezTo>
                  <a:cubicBezTo>
                    <a:pt x="44773" y="1"/>
                    <a:pt x="52038" y="7296"/>
                    <a:pt x="58086" y="10974"/>
                  </a:cubicBezTo>
                  <a:cubicBezTo>
                    <a:pt x="62463" y="13618"/>
                    <a:pt x="66111" y="15806"/>
                    <a:pt x="68482" y="20457"/>
                  </a:cubicBezTo>
                  <a:cubicBezTo>
                    <a:pt x="69910" y="23253"/>
                    <a:pt x="69090" y="26475"/>
                    <a:pt x="73041" y="27387"/>
                  </a:cubicBezTo>
                  <a:cubicBezTo>
                    <a:pt x="81005" y="29180"/>
                    <a:pt x="90002" y="23679"/>
                    <a:pt x="96841" y="22615"/>
                  </a:cubicBezTo>
                  <a:cubicBezTo>
                    <a:pt x="104622" y="21399"/>
                    <a:pt x="107692" y="18360"/>
                    <a:pt x="114714" y="24621"/>
                  </a:cubicBezTo>
                  <a:cubicBezTo>
                    <a:pt x="121917" y="31065"/>
                    <a:pt x="111552" y="46780"/>
                    <a:pt x="118087" y="52767"/>
                  </a:cubicBezTo>
                  <a:cubicBezTo>
                    <a:pt x="120124" y="54682"/>
                    <a:pt x="123224" y="55807"/>
                    <a:pt x="125443" y="58178"/>
                  </a:cubicBezTo>
                  <a:cubicBezTo>
                    <a:pt x="127784" y="60640"/>
                    <a:pt x="127632" y="63771"/>
                    <a:pt x="131918" y="64257"/>
                  </a:cubicBezTo>
                  <a:cubicBezTo>
                    <a:pt x="137905" y="64956"/>
                    <a:pt x="145170" y="64804"/>
                    <a:pt x="149425" y="69576"/>
                  </a:cubicBezTo>
                  <a:cubicBezTo>
                    <a:pt x="151523" y="71947"/>
                    <a:pt x="154471" y="77479"/>
                    <a:pt x="158483" y="765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20"/>
            <p:cNvSpPr/>
            <p:nvPr/>
          </p:nvSpPr>
          <p:spPr>
            <a:xfrm>
              <a:off x="2975000" y="222950"/>
              <a:ext cx="3962100" cy="1955225"/>
            </a:xfrm>
            <a:custGeom>
              <a:rect b="b" l="l" r="r" t="t"/>
              <a:pathLst>
                <a:path extrusionOk="0" fill="none" h="78209" w="158484">
                  <a:moveTo>
                    <a:pt x="0" y="8785"/>
                  </a:moveTo>
                  <a:cubicBezTo>
                    <a:pt x="6079" y="10608"/>
                    <a:pt x="13313" y="11155"/>
                    <a:pt x="19180" y="9453"/>
                  </a:cubicBezTo>
                  <a:cubicBezTo>
                    <a:pt x="25289" y="7690"/>
                    <a:pt x="31125" y="2584"/>
                    <a:pt x="37569" y="1459"/>
                  </a:cubicBezTo>
                  <a:cubicBezTo>
                    <a:pt x="45776" y="0"/>
                    <a:pt x="51642" y="7630"/>
                    <a:pt x="57874" y="11520"/>
                  </a:cubicBezTo>
                  <a:cubicBezTo>
                    <a:pt x="62099" y="14134"/>
                    <a:pt x="67175" y="16596"/>
                    <a:pt x="70123" y="20882"/>
                  </a:cubicBezTo>
                  <a:cubicBezTo>
                    <a:pt x="71886" y="23466"/>
                    <a:pt x="72190" y="26688"/>
                    <a:pt x="75625" y="27569"/>
                  </a:cubicBezTo>
                  <a:cubicBezTo>
                    <a:pt x="83193" y="29484"/>
                    <a:pt x="91339" y="23374"/>
                    <a:pt x="97996" y="22371"/>
                  </a:cubicBezTo>
                  <a:cubicBezTo>
                    <a:pt x="106051" y="21186"/>
                    <a:pt x="108391" y="17630"/>
                    <a:pt x="115473" y="24773"/>
                  </a:cubicBezTo>
                  <a:cubicBezTo>
                    <a:pt x="122039" y="31369"/>
                    <a:pt x="113528" y="46475"/>
                    <a:pt x="119060" y="53101"/>
                  </a:cubicBezTo>
                  <a:cubicBezTo>
                    <a:pt x="120732" y="55107"/>
                    <a:pt x="123802" y="56475"/>
                    <a:pt x="125869" y="58785"/>
                  </a:cubicBezTo>
                  <a:cubicBezTo>
                    <a:pt x="128088" y="61247"/>
                    <a:pt x="128057" y="64348"/>
                    <a:pt x="132191" y="64925"/>
                  </a:cubicBezTo>
                  <a:cubicBezTo>
                    <a:pt x="138179" y="65746"/>
                    <a:pt x="145352" y="65594"/>
                    <a:pt x="149608" y="70305"/>
                  </a:cubicBezTo>
                  <a:cubicBezTo>
                    <a:pt x="151705" y="72615"/>
                    <a:pt x="154502" y="78208"/>
                    <a:pt x="158483" y="7744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20"/>
            <p:cNvSpPr/>
            <p:nvPr/>
          </p:nvSpPr>
          <p:spPr>
            <a:xfrm>
              <a:off x="2975000" y="197875"/>
              <a:ext cx="3962850" cy="1976500"/>
            </a:xfrm>
            <a:custGeom>
              <a:rect b="b" l="l" r="r" t="t"/>
              <a:pathLst>
                <a:path extrusionOk="0" fill="none" h="79060" w="158514">
                  <a:moveTo>
                    <a:pt x="0" y="9788"/>
                  </a:moveTo>
                  <a:cubicBezTo>
                    <a:pt x="6110" y="11551"/>
                    <a:pt x="13222" y="11824"/>
                    <a:pt x="19301" y="10244"/>
                  </a:cubicBezTo>
                  <a:cubicBezTo>
                    <a:pt x="26080" y="8450"/>
                    <a:pt x="31369" y="3040"/>
                    <a:pt x="38208" y="1642"/>
                  </a:cubicBezTo>
                  <a:cubicBezTo>
                    <a:pt x="46384" y="0"/>
                    <a:pt x="51855" y="8207"/>
                    <a:pt x="57600" y="12098"/>
                  </a:cubicBezTo>
                  <a:cubicBezTo>
                    <a:pt x="61886" y="14985"/>
                    <a:pt x="67296" y="17478"/>
                    <a:pt x="71065" y="21368"/>
                  </a:cubicBezTo>
                  <a:cubicBezTo>
                    <a:pt x="73315" y="23678"/>
                    <a:pt x="74743" y="27113"/>
                    <a:pt x="77904" y="27903"/>
                  </a:cubicBezTo>
                  <a:cubicBezTo>
                    <a:pt x="84865" y="29575"/>
                    <a:pt x="91978" y="23648"/>
                    <a:pt x="98847" y="22280"/>
                  </a:cubicBezTo>
                  <a:cubicBezTo>
                    <a:pt x="107419" y="20517"/>
                    <a:pt x="109850" y="17903"/>
                    <a:pt x="116233" y="25077"/>
                  </a:cubicBezTo>
                  <a:cubicBezTo>
                    <a:pt x="122069" y="31642"/>
                    <a:pt x="115656" y="46536"/>
                    <a:pt x="120154" y="53557"/>
                  </a:cubicBezTo>
                  <a:cubicBezTo>
                    <a:pt x="121492" y="55624"/>
                    <a:pt x="124471" y="57235"/>
                    <a:pt x="126325" y="59484"/>
                  </a:cubicBezTo>
                  <a:cubicBezTo>
                    <a:pt x="128422" y="61977"/>
                    <a:pt x="128544" y="65047"/>
                    <a:pt x="132495" y="65685"/>
                  </a:cubicBezTo>
                  <a:cubicBezTo>
                    <a:pt x="138392" y="66658"/>
                    <a:pt x="145565" y="66506"/>
                    <a:pt x="149851" y="71187"/>
                  </a:cubicBezTo>
                  <a:cubicBezTo>
                    <a:pt x="151918" y="73466"/>
                    <a:pt x="154593" y="79059"/>
                    <a:pt x="158514" y="7845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20"/>
            <p:cNvSpPr/>
            <p:nvPr/>
          </p:nvSpPr>
          <p:spPr>
            <a:xfrm>
              <a:off x="2975000" y="180400"/>
              <a:ext cx="3962850" cy="1990925"/>
            </a:xfrm>
            <a:custGeom>
              <a:rect b="b" l="l" r="r" t="t"/>
              <a:pathLst>
                <a:path extrusionOk="0" fill="none" h="79637" w="158514">
                  <a:moveTo>
                    <a:pt x="0" y="10487"/>
                  </a:moveTo>
                  <a:cubicBezTo>
                    <a:pt x="6171" y="12219"/>
                    <a:pt x="13374" y="12371"/>
                    <a:pt x="19453" y="10699"/>
                  </a:cubicBezTo>
                  <a:cubicBezTo>
                    <a:pt x="26384" y="8754"/>
                    <a:pt x="31764" y="2979"/>
                    <a:pt x="38876" y="1611"/>
                  </a:cubicBezTo>
                  <a:cubicBezTo>
                    <a:pt x="47265" y="0"/>
                    <a:pt x="51946" y="8025"/>
                    <a:pt x="57418" y="12280"/>
                  </a:cubicBezTo>
                  <a:cubicBezTo>
                    <a:pt x="61582" y="15532"/>
                    <a:pt x="67083" y="17994"/>
                    <a:pt x="71460" y="21490"/>
                  </a:cubicBezTo>
                  <a:cubicBezTo>
                    <a:pt x="74166" y="23678"/>
                    <a:pt x="76597" y="27143"/>
                    <a:pt x="79789" y="27812"/>
                  </a:cubicBezTo>
                  <a:cubicBezTo>
                    <a:pt x="86172" y="29149"/>
                    <a:pt x="92950" y="23374"/>
                    <a:pt x="99364" y="21733"/>
                  </a:cubicBezTo>
                  <a:cubicBezTo>
                    <a:pt x="107723" y="19605"/>
                    <a:pt x="111218" y="17934"/>
                    <a:pt x="117024" y="25137"/>
                  </a:cubicBezTo>
                  <a:cubicBezTo>
                    <a:pt x="122100" y="31460"/>
                    <a:pt x="117784" y="46475"/>
                    <a:pt x="121249" y="53679"/>
                  </a:cubicBezTo>
                  <a:cubicBezTo>
                    <a:pt x="122708" y="56718"/>
                    <a:pt x="129060" y="65472"/>
                    <a:pt x="132769" y="66171"/>
                  </a:cubicBezTo>
                  <a:cubicBezTo>
                    <a:pt x="138605" y="67296"/>
                    <a:pt x="145748" y="67114"/>
                    <a:pt x="150033" y="71764"/>
                  </a:cubicBezTo>
                  <a:cubicBezTo>
                    <a:pt x="152100" y="73983"/>
                    <a:pt x="154684" y="79637"/>
                    <a:pt x="158514" y="7915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20"/>
            <p:cNvSpPr/>
            <p:nvPr/>
          </p:nvSpPr>
          <p:spPr>
            <a:xfrm>
              <a:off x="2975000" y="165200"/>
              <a:ext cx="3962850" cy="2002325"/>
            </a:xfrm>
            <a:custGeom>
              <a:rect b="b" l="l" r="r" t="t"/>
              <a:pathLst>
                <a:path extrusionOk="0" fill="none" h="80093" w="158514">
                  <a:moveTo>
                    <a:pt x="0" y="11095"/>
                  </a:moveTo>
                  <a:cubicBezTo>
                    <a:pt x="6201" y="12797"/>
                    <a:pt x="13496" y="12858"/>
                    <a:pt x="19575" y="11064"/>
                  </a:cubicBezTo>
                  <a:cubicBezTo>
                    <a:pt x="26688" y="8967"/>
                    <a:pt x="32128" y="2857"/>
                    <a:pt x="39545" y="1520"/>
                  </a:cubicBezTo>
                  <a:cubicBezTo>
                    <a:pt x="47965" y="0"/>
                    <a:pt x="52402" y="7599"/>
                    <a:pt x="57326" y="12280"/>
                  </a:cubicBezTo>
                  <a:cubicBezTo>
                    <a:pt x="61096" y="15867"/>
                    <a:pt x="66840" y="18329"/>
                    <a:pt x="71491" y="21490"/>
                  </a:cubicBezTo>
                  <a:cubicBezTo>
                    <a:pt x="74470" y="23496"/>
                    <a:pt x="77600" y="26870"/>
                    <a:pt x="81157" y="27387"/>
                  </a:cubicBezTo>
                  <a:cubicBezTo>
                    <a:pt x="87449" y="28268"/>
                    <a:pt x="93832" y="22827"/>
                    <a:pt x="99607" y="21034"/>
                  </a:cubicBezTo>
                  <a:cubicBezTo>
                    <a:pt x="107814" y="18450"/>
                    <a:pt x="112677" y="17812"/>
                    <a:pt x="117875" y="25137"/>
                  </a:cubicBezTo>
                  <a:cubicBezTo>
                    <a:pt x="120306" y="28602"/>
                    <a:pt x="119364" y="34773"/>
                    <a:pt x="119759" y="39423"/>
                  </a:cubicBezTo>
                  <a:cubicBezTo>
                    <a:pt x="120185" y="44256"/>
                    <a:pt x="120914" y="49697"/>
                    <a:pt x="122343" y="53679"/>
                  </a:cubicBezTo>
                  <a:cubicBezTo>
                    <a:pt x="123498" y="56810"/>
                    <a:pt x="129425" y="65746"/>
                    <a:pt x="133042" y="66536"/>
                  </a:cubicBezTo>
                  <a:cubicBezTo>
                    <a:pt x="138817" y="67782"/>
                    <a:pt x="145930" y="67600"/>
                    <a:pt x="150246" y="72220"/>
                  </a:cubicBezTo>
                  <a:cubicBezTo>
                    <a:pt x="152313" y="74409"/>
                    <a:pt x="154745" y="80093"/>
                    <a:pt x="158514" y="7975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20"/>
            <p:cNvSpPr/>
            <p:nvPr/>
          </p:nvSpPr>
          <p:spPr>
            <a:xfrm>
              <a:off x="2975000" y="150750"/>
              <a:ext cx="3962850" cy="2014500"/>
            </a:xfrm>
            <a:custGeom>
              <a:rect b="b" l="l" r="r" t="t"/>
              <a:pathLst>
                <a:path extrusionOk="0" fill="none" h="80580" w="158514">
                  <a:moveTo>
                    <a:pt x="0" y="11673"/>
                  </a:moveTo>
                  <a:cubicBezTo>
                    <a:pt x="6262" y="13344"/>
                    <a:pt x="13830" y="13588"/>
                    <a:pt x="19727" y="11429"/>
                  </a:cubicBezTo>
                  <a:cubicBezTo>
                    <a:pt x="26566" y="8907"/>
                    <a:pt x="32767" y="2676"/>
                    <a:pt x="40244" y="1399"/>
                  </a:cubicBezTo>
                  <a:cubicBezTo>
                    <a:pt x="48573" y="1"/>
                    <a:pt x="53162" y="6900"/>
                    <a:pt x="57478" y="12159"/>
                  </a:cubicBezTo>
                  <a:cubicBezTo>
                    <a:pt x="61825" y="17417"/>
                    <a:pt x="74318" y="25807"/>
                    <a:pt x="81917" y="26749"/>
                  </a:cubicBezTo>
                  <a:cubicBezTo>
                    <a:pt x="87692" y="27448"/>
                    <a:pt x="94379" y="22159"/>
                    <a:pt x="99637" y="20244"/>
                  </a:cubicBezTo>
                  <a:cubicBezTo>
                    <a:pt x="108178" y="17144"/>
                    <a:pt x="114045" y="17873"/>
                    <a:pt x="118787" y="25199"/>
                  </a:cubicBezTo>
                  <a:cubicBezTo>
                    <a:pt x="121066" y="28694"/>
                    <a:pt x="119607" y="34895"/>
                    <a:pt x="120215" y="39515"/>
                  </a:cubicBezTo>
                  <a:cubicBezTo>
                    <a:pt x="120853" y="44348"/>
                    <a:pt x="122373" y="49394"/>
                    <a:pt x="123498" y="53649"/>
                  </a:cubicBezTo>
                  <a:cubicBezTo>
                    <a:pt x="124349" y="56962"/>
                    <a:pt x="129729" y="65989"/>
                    <a:pt x="133316" y="66871"/>
                  </a:cubicBezTo>
                  <a:cubicBezTo>
                    <a:pt x="139000" y="68300"/>
                    <a:pt x="146112" y="68087"/>
                    <a:pt x="150459" y="72677"/>
                  </a:cubicBezTo>
                  <a:cubicBezTo>
                    <a:pt x="152495" y="74835"/>
                    <a:pt x="154836" y="80579"/>
                    <a:pt x="158514" y="803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20"/>
            <p:cNvSpPr/>
            <p:nvPr/>
          </p:nvSpPr>
          <p:spPr>
            <a:xfrm>
              <a:off x="2975000" y="138600"/>
              <a:ext cx="3962100" cy="2022075"/>
            </a:xfrm>
            <a:custGeom>
              <a:rect b="b" l="l" r="r" t="t"/>
              <a:pathLst>
                <a:path extrusionOk="0" fill="none" h="80883" w="158484">
                  <a:moveTo>
                    <a:pt x="0" y="12159"/>
                  </a:moveTo>
                  <a:cubicBezTo>
                    <a:pt x="6322" y="13800"/>
                    <a:pt x="13952" y="13952"/>
                    <a:pt x="19849" y="11672"/>
                  </a:cubicBezTo>
                  <a:cubicBezTo>
                    <a:pt x="26900" y="8937"/>
                    <a:pt x="33162" y="2462"/>
                    <a:pt x="40974" y="1247"/>
                  </a:cubicBezTo>
                  <a:cubicBezTo>
                    <a:pt x="48876" y="0"/>
                    <a:pt x="54530" y="5806"/>
                    <a:pt x="58026" y="11855"/>
                  </a:cubicBezTo>
                  <a:cubicBezTo>
                    <a:pt x="61521" y="17873"/>
                    <a:pt x="74500" y="25138"/>
                    <a:pt x="82069" y="25928"/>
                  </a:cubicBezTo>
                  <a:cubicBezTo>
                    <a:pt x="87449" y="26505"/>
                    <a:pt x="94774" y="21186"/>
                    <a:pt x="99637" y="19362"/>
                  </a:cubicBezTo>
                  <a:cubicBezTo>
                    <a:pt x="108178" y="16080"/>
                    <a:pt x="115321" y="17782"/>
                    <a:pt x="119759" y="25107"/>
                  </a:cubicBezTo>
                  <a:cubicBezTo>
                    <a:pt x="121948" y="28724"/>
                    <a:pt x="119790" y="34803"/>
                    <a:pt x="120580" y="39545"/>
                  </a:cubicBezTo>
                  <a:cubicBezTo>
                    <a:pt x="121370" y="44348"/>
                    <a:pt x="123771" y="48937"/>
                    <a:pt x="124623" y="53497"/>
                  </a:cubicBezTo>
                  <a:cubicBezTo>
                    <a:pt x="125291" y="56992"/>
                    <a:pt x="130003" y="66050"/>
                    <a:pt x="133559" y="67053"/>
                  </a:cubicBezTo>
                  <a:cubicBezTo>
                    <a:pt x="139152" y="68603"/>
                    <a:pt x="146355" y="68451"/>
                    <a:pt x="150672" y="72980"/>
                  </a:cubicBezTo>
                  <a:cubicBezTo>
                    <a:pt x="152708" y="75108"/>
                    <a:pt x="154897" y="80883"/>
                    <a:pt x="158483" y="80822"/>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20"/>
            <p:cNvSpPr/>
            <p:nvPr/>
          </p:nvSpPr>
          <p:spPr>
            <a:xfrm>
              <a:off x="2975000" y="124150"/>
              <a:ext cx="3962100" cy="2034250"/>
            </a:xfrm>
            <a:custGeom>
              <a:rect b="b" l="l" r="r" t="t"/>
              <a:pathLst>
                <a:path extrusionOk="0" fill="none" h="81370" w="158484">
                  <a:moveTo>
                    <a:pt x="0" y="12737"/>
                  </a:moveTo>
                  <a:cubicBezTo>
                    <a:pt x="6383" y="14348"/>
                    <a:pt x="13861" y="14226"/>
                    <a:pt x="20001" y="12007"/>
                  </a:cubicBezTo>
                  <a:cubicBezTo>
                    <a:pt x="27721" y="9241"/>
                    <a:pt x="33283" y="2432"/>
                    <a:pt x="41673" y="1186"/>
                  </a:cubicBezTo>
                  <a:cubicBezTo>
                    <a:pt x="49515" y="1"/>
                    <a:pt x="55807" y="4530"/>
                    <a:pt x="58877" y="11551"/>
                  </a:cubicBezTo>
                  <a:cubicBezTo>
                    <a:pt x="61886" y="18481"/>
                    <a:pt x="74378" y="24560"/>
                    <a:pt x="81704" y="25199"/>
                  </a:cubicBezTo>
                  <a:cubicBezTo>
                    <a:pt x="87114" y="25624"/>
                    <a:pt x="94774" y="20244"/>
                    <a:pt x="99607" y="18573"/>
                  </a:cubicBezTo>
                  <a:cubicBezTo>
                    <a:pt x="108118" y="15655"/>
                    <a:pt x="116628" y="17721"/>
                    <a:pt x="120853" y="25199"/>
                  </a:cubicBezTo>
                  <a:cubicBezTo>
                    <a:pt x="123012" y="29029"/>
                    <a:pt x="119972" y="34895"/>
                    <a:pt x="120853" y="39758"/>
                  </a:cubicBezTo>
                  <a:cubicBezTo>
                    <a:pt x="121735" y="44561"/>
                    <a:pt x="125139" y="48512"/>
                    <a:pt x="125778" y="53406"/>
                  </a:cubicBezTo>
                  <a:cubicBezTo>
                    <a:pt x="126294" y="57205"/>
                    <a:pt x="130276" y="66172"/>
                    <a:pt x="133863" y="67297"/>
                  </a:cubicBezTo>
                  <a:cubicBezTo>
                    <a:pt x="139334" y="68999"/>
                    <a:pt x="146568" y="68908"/>
                    <a:pt x="150884" y="73406"/>
                  </a:cubicBezTo>
                  <a:cubicBezTo>
                    <a:pt x="153438" y="76051"/>
                    <a:pt x="154684" y="80428"/>
                    <a:pt x="158483" y="8137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20"/>
            <p:cNvSpPr/>
            <p:nvPr/>
          </p:nvSpPr>
          <p:spPr>
            <a:xfrm>
              <a:off x="2975000" y="108200"/>
              <a:ext cx="3962850" cy="2050975"/>
            </a:xfrm>
            <a:custGeom>
              <a:rect b="b" l="l" r="r" t="t"/>
              <a:pathLst>
                <a:path extrusionOk="0" fill="none" h="82039" w="158514">
                  <a:moveTo>
                    <a:pt x="0" y="13375"/>
                  </a:moveTo>
                  <a:cubicBezTo>
                    <a:pt x="6474" y="14986"/>
                    <a:pt x="14013" y="14712"/>
                    <a:pt x="20183" y="12432"/>
                  </a:cubicBezTo>
                  <a:cubicBezTo>
                    <a:pt x="28116" y="9454"/>
                    <a:pt x="33709" y="2493"/>
                    <a:pt x="42402" y="1156"/>
                  </a:cubicBezTo>
                  <a:cubicBezTo>
                    <a:pt x="50092" y="1"/>
                    <a:pt x="57418" y="4043"/>
                    <a:pt x="59819" y="11217"/>
                  </a:cubicBezTo>
                  <a:cubicBezTo>
                    <a:pt x="62190" y="18390"/>
                    <a:pt x="73862" y="24104"/>
                    <a:pt x="81035" y="24439"/>
                  </a:cubicBezTo>
                  <a:cubicBezTo>
                    <a:pt x="86780" y="24743"/>
                    <a:pt x="94318" y="19454"/>
                    <a:pt x="99607" y="17934"/>
                  </a:cubicBezTo>
                  <a:cubicBezTo>
                    <a:pt x="108452" y="15381"/>
                    <a:pt x="117844" y="17873"/>
                    <a:pt x="122009" y="25350"/>
                  </a:cubicBezTo>
                  <a:cubicBezTo>
                    <a:pt x="124227" y="29332"/>
                    <a:pt x="120154" y="35047"/>
                    <a:pt x="121066" y="40092"/>
                  </a:cubicBezTo>
                  <a:cubicBezTo>
                    <a:pt x="121978" y="44925"/>
                    <a:pt x="126507" y="48512"/>
                    <a:pt x="126963" y="53406"/>
                  </a:cubicBezTo>
                  <a:cubicBezTo>
                    <a:pt x="127297" y="57205"/>
                    <a:pt x="130459" y="66172"/>
                    <a:pt x="134167" y="67570"/>
                  </a:cubicBezTo>
                  <a:cubicBezTo>
                    <a:pt x="139304" y="69485"/>
                    <a:pt x="146842" y="69424"/>
                    <a:pt x="151128" y="73862"/>
                  </a:cubicBezTo>
                  <a:cubicBezTo>
                    <a:pt x="153650" y="76537"/>
                    <a:pt x="154805" y="80883"/>
                    <a:pt x="158514" y="8203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20"/>
            <p:cNvSpPr/>
            <p:nvPr/>
          </p:nvSpPr>
          <p:spPr>
            <a:xfrm>
              <a:off x="2975000" y="89975"/>
              <a:ext cx="3962850" cy="2068425"/>
            </a:xfrm>
            <a:custGeom>
              <a:rect b="b" l="l" r="r" t="t"/>
              <a:pathLst>
                <a:path extrusionOk="0" fill="none" h="82737" w="158514">
                  <a:moveTo>
                    <a:pt x="0" y="14104"/>
                  </a:moveTo>
                  <a:cubicBezTo>
                    <a:pt x="6535" y="15684"/>
                    <a:pt x="14347" y="15502"/>
                    <a:pt x="20335" y="12918"/>
                  </a:cubicBezTo>
                  <a:cubicBezTo>
                    <a:pt x="27995" y="9575"/>
                    <a:pt x="34439" y="2644"/>
                    <a:pt x="43101" y="1216"/>
                  </a:cubicBezTo>
                  <a:cubicBezTo>
                    <a:pt x="50639" y="0"/>
                    <a:pt x="58299" y="3435"/>
                    <a:pt x="60822" y="10882"/>
                  </a:cubicBezTo>
                  <a:cubicBezTo>
                    <a:pt x="63436" y="18572"/>
                    <a:pt x="72190" y="23587"/>
                    <a:pt x="80184" y="23769"/>
                  </a:cubicBezTo>
                  <a:cubicBezTo>
                    <a:pt x="86415" y="23921"/>
                    <a:pt x="93862" y="18663"/>
                    <a:pt x="99759" y="17417"/>
                  </a:cubicBezTo>
                  <a:cubicBezTo>
                    <a:pt x="107875" y="15715"/>
                    <a:pt x="119394" y="17234"/>
                    <a:pt x="123224" y="25593"/>
                  </a:cubicBezTo>
                  <a:cubicBezTo>
                    <a:pt x="125413" y="30396"/>
                    <a:pt x="120367" y="35350"/>
                    <a:pt x="121279" y="40578"/>
                  </a:cubicBezTo>
                  <a:cubicBezTo>
                    <a:pt x="122100" y="45381"/>
                    <a:pt x="127723" y="48937"/>
                    <a:pt x="128118" y="53496"/>
                  </a:cubicBezTo>
                  <a:cubicBezTo>
                    <a:pt x="128422" y="57174"/>
                    <a:pt x="130762" y="66262"/>
                    <a:pt x="134501" y="67873"/>
                  </a:cubicBezTo>
                  <a:cubicBezTo>
                    <a:pt x="139456" y="70001"/>
                    <a:pt x="147085" y="69971"/>
                    <a:pt x="151340" y="74408"/>
                  </a:cubicBezTo>
                  <a:cubicBezTo>
                    <a:pt x="153894" y="77083"/>
                    <a:pt x="154897" y="81430"/>
                    <a:pt x="158514" y="8273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20"/>
            <p:cNvSpPr/>
            <p:nvPr/>
          </p:nvSpPr>
          <p:spPr>
            <a:xfrm>
              <a:off x="2975000" y="69450"/>
              <a:ext cx="3962850" cy="2089725"/>
            </a:xfrm>
            <a:custGeom>
              <a:rect b="b" l="l" r="r" t="t"/>
              <a:pathLst>
                <a:path extrusionOk="0" fill="none" h="83589" w="158514">
                  <a:moveTo>
                    <a:pt x="0" y="14925"/>
                  </a:moveTo>
                  <a:cubicBezTo>
                    <a:pt x="6626" y="16475"/>
                    <a:pt x="14529" y="16201"/>
                    <a:pt x="20517" y="13496"/>
                  </a:cubicBezTo>
                  <a:cubicBezTo>
                    <a:pt x="28359" y="9940"/>
                    <a:pt x="34925" y="3010"/>
                    <a:pt x="43800" y="1338"/>
                  </a:cubicBezTo>
                  <a:cubicBezTo>
                    <a:pt x="51126" y="0"/>
                    <a:pt x="59454" y="3010"/>
                    <a:pt x="61916" y="10517"/>
                  </a:cubicBezTo>
                  <a:cubicBezTo>
                    <a:pt x="64500" y="18359"/>
                    <a:pt x="70853" y="23223"/>
                    <a:pt x="79272" y="23131"/>
                  </a:cubicBezTo>
                  <a:cubicBezTo>
                    <a:pt x="86020" y="23071"/>
                    <a:pt x="93254" y="17934"/>
                    <a:pt x="100032" y="17052"/>
                  </a:cubicBezTo>
                  <a:cubicBezTo>
                    <a:pt x="108574" y="15958"/>
                    <a:pt x="120489" y="17630"/>
                    <a:pt x="124471" y="25989"/>
                  </a:cubicBezTo>
                  <a:cubicBezTo>
                    <a:pt x="126902" y="31065"/>
                    <a:pt x="120671" y="35776"/>
                    <a:pt x="121492" y="41186"/>
                  </a:cubicBezTo>
                  <a:cubicBezTo>
                    <a:pt x="122221" y="46050"/>
                    <a:pt x="128878" y="49393"/>
                    <a:pt x="129243" y="53740"/>
                  </a:cubicBezTo>
                  <a:cubicBezTo>
                    <a:pt x="129516" y="57357"/>
                    <a:pt x="131127" y="66445"/>
                    <a:pt x="134896" y="68238"/>
                  </a:cubicBezTo>
                  <a:cubicBezTo>
                    <a:pt x="139699" y="70549"/>
                    <a:pt x="147359" y="70670"/>
                    <a:pt x="151584" y="75077"/>
                  </a:cubicBezTo>
                  <a:cubicBezTo>
                    <a:pt x="154137" y="77752"/>
                    <a:pt x="154988" y="82068"/>
                    <a:pt x="158514" y="8358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20"/>
            <p:cNvSpPr/>
            <p:nvPr/>
          </p:nvSpPr>
          <p:spPr>
            <a:xfrm>
              <a:off x="2975000" y="45125"/>
              <a:ext cx="3962850" cy="2114050"/>
            </a:xfrm>
            <a:custGeom>
              <a:rect b="b" l="l" r="r" t="t"/>
              <a:pathLst>
                <a:path extrusionOk="0" fill="none" h="84562" w="158514">
                  <a:moveTo>
                    <a:pt x="0" y="15898"/>
                  </a:moveTo>
                  <a:cubicBezTo>
                    <a:pt x="6991" y="17478"/>
                    <a:pt x="14651" y="16809"/>
                    <a:pt x="20700" y="14226"/>
                  </a:cubicBezTo>
                  <a:cubicBezTo>
                    <a:pt x="28511" y="10913"/>
                    <a:pt x="35350" y="3527"/>
                    <a:pt x="44439" y="1551"/>
                  </a:cubicBezTo>
                  <a:cubicBezTo>
                    <a:pt x="51612" y="1"/>
                    <a:pt x="60579" y="2736"/>
                    <a:pt x="63041" y="10214"/>
                  </a:cubicBezTo>
                  <a:cubicBezTo>
                    <a:pt x="65564" y="17934"/>
                    <a:pt x="69515" y="22949"/>
                    <a:pt x="78391" y="22645"/>
                  </a:cubicBezTo>
                  <a:cubicBezTo>
                    <a:pt x="85716" y="22372"/>
                    <a:pt x="93072" y="17417"/>
                    <a:pt x="100488" y="16931"/>
                  </a:cubicBezTo>
                  <a:cubicBezTo>
                    <a:pt x="109273" y="16323"/>
                    <a:pt x="121431" y="18208"/>
                    <a:pt x="125717" y="26536"/>
                  </a:cubicBezTo>
                  <a:cubicBezTo>
                    <a:pt x="128544" y="31946"/>
                    <a:pt x="121036" y="36415"/>
                    <a:pt x="121735" y="41916"/>
                  </a:cubicBezTo>
                  <a:cubicBezTo>
                    <a:pt x="122343" y="46871"/>
                    <a:pt x="129881" y="49971"/>
                    <a:pt x="130276" y="54105"/>
                  </a:cubicBezTo>
                  <a:cubicBezTo>
                    <a:pt x="130641" y="57631"/>
                    <a:pt x="131431" y="66628"/>
                    <a:pt x="135322" y="68664"/>
                  </a:cubicBezTo>
                  <a:cubicBezTo>
                    <a:pt x="140124" y="71157"/>
                    <a:pt x="147632" y="71461"/>
                    <a:pt x="151796" y="75868"/>
                  </a:cubicBezTo>
                  <a:cubicBezTo>
                    <a:pt x="154350" y="78573"/>
                    <a:pt x="155109" y="82859"/>
                    <a:pt x="158514" y="8456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20"/>
            <p:cNvSpPr/>
            <p:nvPr/>
          </p:nvSpPr>
          <p:spPr>
            <a:xfrm>
              <a:off x="2975000" y="20825"/>
              <a:ext cx="3962850" cy="2138350"/>
            </a:xfrm>
            <a:custGeom>
              <a:rect b="b" l="l" r="r" t="t"/>
              <a:pathLst>
                <a:path extrusionOk="0" fill="none" h="85534" w="158514">
                  <a:moveTo>
                    <a:pt x="0" y="16870"/>
                  </a:moveTo>
                  <a:cubicBezTo>
                    <a:pt x="7082" y="18420"/>
                    <a:pt x="14833" y="17629"/>
                    <a:pt x="20912" y="14955"/>
                  </a:cubicBezTo>
                  <a:cubicBezTo>
                    <a:pt x="28876" y="11459"/>
                    <a:pt x="35776" y="3951"/>
                    <a:pt x="45047" y="1702"/>
                  </a:cubicBezTo>
                  <a:cubicBezTo>
                    <a:pt x="52068" y="0"/>
                    <a:pt x="61703" y="2371"/>
                    <a:pt x="64166" y="9818"/>
                  </a:cubicBezTo>
                  <a:cubicBezTo>
                    <a:pt x="66567" y="16991"/>
                    <a:pt x="68877" y="22645"/>
                    <a:pt x="77722" y="22128"/>
                  </a:cubicBezTo>
                  <a:cubicBezTo>
                    <a:pt x="85503" y="21672"/>
                    <a:pt x="93133" y="16961"/>
                    <a:pt x="101127" y="16809"/>
                  </a:cubicBezTo>
                  <a:cubicBezTo>
                    <a:pt x="110063" y="16657"/>
                    <a:pt x="122161" y="18693"/>
                    <a:pt x="126963" y="27083"/>
                  </a:cubicBezTo>
                  <a:cubicBezTo>
                    <a:pt x="130276" y="32858"/>
                    <a:pt x="121705" y="37052"/>
                    <a:pt x="122161" y="42615"/>
                  </a:cubicBezTo>
                  <a:cubicBezTo>
                    <a:pt x="122616" y="47782"/>
                    <a:pt x="130762" y="50518"/>
                    <a:pt x="131279" y="54530"/>
                  </a:cubicBezTo>
                  <a:cubicBezTo>
                    <a:pt x="131735" y="57934"/>
                    <a:pt x="131796" y="66931"/>
                    <a:pt x="135778" y="69089"/>
                  </a:cubicBezTo>
                  <a:cubicBezTo>
                    <a:pt x="140550" y="71703"/>
                    <a:pt x="147936" y="72250"/>
                    <a:pt x="152039" y="76658"/>
                  </a:cubicBezTo>
                  <a:cubicBezTo>
                    <a:pt x="154593" y="79393"/>
                    <a:pt x="155231" y="83649"/>
                    <a:pt x="158514" y="8553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7" name="Google Shape;2877;p20"/>
          <p:cNvGrpSpPr/>
          <p:nvPr/>
        </p:nvGrpSpPr>
        <p:grpSpPr>
          <a:xfrm rot="-9205387">
            <a:off x="5434973" y="-2739436"/>
            <a:ext cx="6864166" cy="5602699"/>
            <a:chOff x="2975000" y="20825"/>
            <a:chExt cx="3963625" cy="2500050"/>
          </a:xfrm>
        </p:grpSpPr>
        <p:sp>
          <p:nvSpPr>
            <p:cNvPr id="2878" name="Google Shape;2878;p20"/>
            <p:cNvSpPr/>
            <p:nvPr/>
          </p:nvSpPr>
          <p:spPr>
            <a:xfrm>
              <a:off x="2975000" y="442550"/>
              <a:ext cx="3962850" cy="2078325"/>
            </a:xfrm>
            <a:custGeom>
              <a:rect b="b" l="l" r="r" t="t"/>
              <a:pathLst>
                <a:path extrusionOk="0" fill="none" h="83133" w="158514">
                  <a:moveTo>
                    <a:pt x="0" y="1"/>
                  </a:moveTo>
                  <a:cubicBezTo>
                    <a:pt x="4347" y="3071"/>
                    <a:pt x="9423" y="6171"/>
                    <a:pt x="12797" y="10122"/>
                  </a:cubicBezTo>
                  <a:cubicBezTo>
                    <a:pt x="18025" y="16232"/>
                    <a:pt x="11095" y="25411"/>
                    <a:pt x="18298" y="31369"/>
                  </a:cubicBezTo>
                  <a:cubicBezTo>
                    <a:pt x="23952" y="36050"/>
                    <a:pt x="23982" y="41612"/>
                    <a:pt x="23283" y="48269"/>
                  </a:cubicBezTo>
                  <a:cubicBezTo>
                    <a:pt x="22706" y="53497"/>
                    <a:pt x="22463" y="62494"/>
                    <a:pt x="29028" y="64044"/>
                  </a:cubicBezTo>
                  <a:cubicBezTo>
                    <a:pt x="35776" y="65655"/>
                    <a:pt x="41186" y="60913"/>
                    <a:pt x="45624" y="56567"/>
                  </a:cubicBezTo>
                  <a:cubicBezTo>
                    <a:pt x="51855" y="50457"/>
                    <a:pt x="63466" y="46202"/>
                    <a:pt x="71825" y="49515"/>
                  </a:cubicBezTo>
                  <a:cubicBezTo>
                    <a:pt x="79211" y="52463"/>
                    <a:pt x="89728" y="48421"/>
                    <a:pt x="96598" y="51430"/>
                  </a:cubicBezTo>
                  <a:cubicBezTo>
                    <a:pt x="100762" y="53284"/>
                    <a:pt x="101035" y="58390"/>
                    <a:pt x="102343" y="62646"/>
                  </a:cubicBezTo>
                  <a:cubicBezTo>
                    <a:pt x="104197" y="68603"/>
                    <a:pt x="108938" y="75564"/>
                    <a:pt x="114106" y="78482"/>
                  </a:cubicBezTo>
                  <a:cubicBezTo>
                    <a:pt x="122343" y="83132"/>
                    <a:pt x="130914" y="70610"/>
                    <a:pt x="138909" y="69151"/>
                  </a:cubicBezTo>
                  <a:cubicBezTo>
                    <a:pt x="145474" y="67935"/>
                    <a:pt x="152435" y="73892"/>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20"/>
            <p:cNvSpPr/>
            <p:nvPr/>
          </p:nvSpPr>
          <p:spPr>
            <a:xfrm>
              <a:off x="2975000" y="442550"/>
              <a:ext cx="3962850" cy="2057800"/>
            </a:xfrm>
            <a:custGeom>
              <a:rect b="b" l="l" r="r" t="t"/>
              <a:pathLst>
                <a:path extrusionOk="0" fill="none" h="82312" w="158514">
                  <a:moveTo>
                    <a:pt x="0" y="1"/>
                  </a:moveTo>
                  <a:cubicBezTo>
                    <a:pt x="4408" y="3040"/>
                    <a:pt x="9392" y="6049"/>
                    <a:pt x="13040" y="9879"/>
                  </a:cubicBezTo>
                  <a:cubicBezTo>
                    <a:pt x="18602" y="15654"/>
                    <a:pt x="11733" y="24955"/>
                    <a:pt x="18694" y="30609"/>
                  </a:cubicBezTo>
                  <a:cubicBezTo>
                    <a:pt x="24408" y="35259"/>
                    <a:pt x="25077" y="40153"/>
                    <a:pt x="24317" y="46901"/>
                  </a:cubicBezTo>
                  <a:cubicBezTo>
                    <a:pt x="23739" y="52129"/>
                    <a:pt x="23131" y="61248"/>
                    <a:pt x="29849" y="62919"/>
                  </a:cubicBezTo>
                  <a:cubicBezTo>
                    <a:pt x="36870" y="64652"/>
                    <a:pt x="41794" y="59606"/>
                    <a:pt x="46627" y="55503"/>
                  </a:cubicBezTo>
                  <a:cubicBezTo>
                    <a:pt x="53557" y="49606"/>
                    <a:pt x="63983" y="44712"/>
                    <a:pt x="72798" y="48634"/>
                  </a:cubicBezTo>
                  <a:cubicBezTo>
                    <a:pt x="80123" y="51886"/>
                    <a:pt x="90245" y="48208"/>
                    <a:pt x="97266" y="51187"/>
                  </a:cubicBezTo>
                  <a:cubicBezTo>
                    <a:pt x="101522" y="52980"/>
                    <a:pt x="101674" y="58026"/>
                    <a:pt x="102890" y="62251"/>
                  </a:cubicBezTo>
                  <a:cubicBezTo>
                    <a:pt x="104561" y="68087"/>
                    <a:pt x="109303" y="75078"/>
                    <a:pt x="114440" y="77844"/>
                  </a:cubicBezTo>
                  <a:cubicBezTo>
                    <a:pt x="122799" y="82312"/>
                    <a:pt x="131097" y="70032"/>
                    <a:pt x="139243" y="68877"/>
                  </a:cubicBezTo>
                  <a:cubicBezTo>
                    <a:pt x="145656" y="67935"/>
                    <a:pt x="152495" y="73771"/>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20"/>
            <p:cNvSpPr/>
            <p:nvPr/>
          </p:nvSpPr>
          <p:spPr>
            <a:xfrm>
              <a:off x="2975000" y="442550"/>
              <a:ext cx="3962850" cy="2035775"/>
            </a:xfrm>
            <a:custGeom>
              <a:rect b="b" l="l" r="r" t="t"/>
              <a:pathLst>
                <a:path extrusionOk="0" fill="none" h="81431" w="158514">
                  <a:moveTo>
                    <a:pt x="0" y="1"/>
                  </a:moveTo>
                  <a:cubicBezTo>
                    <a:pt x="4468" y="3040"/>
                    <a:pt x="9362" y="5958"/>
                    <a:pt x="13313" y="9606"/>
                  </a:cubicBezTo>
                  <a:cubicBezTo>
                    <a:pt x="19210" y="15077"/>
                    <a:pt x="12432" y="24469"/>
                    <a:pt x="19089" y="29849"/>
                  </a:cubicBezTo>
                  <a:cubicBezTo>
                    <a:pt x="24803" y="34469"/>
                    <a:pt x="26019" y="38694"/>
                    <a:pt x="25350" y="45564"/>
                  </a:cubicBezTo>
                  <a:cubicBezTo>
                    <a:pt x="24833" y="50822"/>
                    <a:pt x="23739" y="60001"/>
                    <a:pt x="30609" y="61795"/>
                  </a:cubicBezTo>
                  <a:cubicBezTo>
                    <a:pt x="37691" y="63649"/>
                    <a:pt x="42797" y="58299"/>
                    <a:pt x="47813" y="54378"/>
                  </a:cubicBezTo>
                  <a:cubicBezTo>
                    <a:pt x="55989" y="47995"/>
                    <a:pt x="63345" y="43375"/>
                    <a:pt x="73801" y="47752"/>
                  </a:cubicBezTo>
                  <a:cubicBezTo>
                    <a:pt x="81704" y="51065"/>
                    <a:pt x="90762" y="48026"/>
                    <a:pt x="97966" y="50944"/>
                  </a:cubicBezTo>
                  <a:cubicBezTo>
                    <a:pt x="102282" y="52707"/>
                    <a:pt x="102343" y="57631"/>
                    <a:pt x="103437" y="61825"/>
                  </a:cubicBezTo>
                  <a:cubicBezTo>
                    <a:pt x="104957" y="67570"/>
                    <a:pt x="109637" y="74531"/>
                    <a:pt x="114774" y="77145"/>
                  </a:cubicBezTo>
                  <a:cubicBezTo>
                    <a:pt x="123285" y="81430"/>
                    <a:pt x="131310" y="69454"/>
                    <a:pt x="139577" y="68573"/>
                  </a:cubicBezTo>
                  <a:cubicBezTo>
                    <a:pt x="145869" y="67904"/>
                    <a:pt x="152587" y="73649"/>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20"/>
            <p:cNvSpPr/>
            <p:nvPr/>
          </p:nvSpPr>
          <p:spPr>
            <a:xfrm>
              <a:off x="2975000" y="442550"/>
              <a:ext cx="3962850" cy="2014500"/>
            </a:xfrm>
            <a:custGeom>
              <a:rect b="b" l="l" r="r" t="t"/>
              <a:pathLst>
                <a:path extrusionOk="0" fill="none" h="80580" w="158514">
                  <a:moveTo>
                    <a:pt x="0" y="1"/>
                  </a:moveTo>
                  <a:cubicBezTo>
                    <a:pt x="4560" y="3010"/>
                    <a:pt x="9392" y="5897"/>
                    <a:pt x="13526" y="9393"/>
                  </a:cubicBezTo>
                  <a:cubicBezTo>
                    <a:pt x="19666" y="14469"/>
                    <a:pt x="13162" y="23952"/>
                    <a:pt x="19484" y="29150"/>
                  </a:cubicBezTo>
                  <a:cubicBezTo>
                    <a:pt x="24560" y="33314"/>
                    <a:pt x="27235" y="37509"/>
                    <a:pt x="26323" y="44348"/>
                  </a:cubicBezTo>
                  <a:cubicBezTo>
                    <a:pt x="25563" y="49728"/>
                    <a:pt x="24317" y="58846"/>
                    <a:pt x="31308" y="60792"/>
                  </a:cubicBezTo>
                  <a:cubicBezTo>
                    <a:pt x="38390" y="62737"/>
                    <a:pt x="43770" y="57296"/>
                    <a:pt x="48998" y="53375"/>
                  </a:cubicBezTo>
                  <a:cubicBezTo>
                    <a:pt x="57813" y="46688"/>
                    <a:pt x="63892" y="42129"/>
                    <a:pt x="74743" y="47023"/>
                  </a:cubicBezTo>
                  <a:cubicBezTo>
                    <a:pt x="82433" y="50488"/>
                    <a:pt x="91248" y="47995"/>
                    <a:pt x="98604" y="50761"/>
                  </a:cubicBezTo>
                  <a:cubicBezTo>
                    <a:pt x="103042" y="52372"/>
                    <a:pt x="103011" y="57266"/>
                    <a:pt x="104014" y="61430"/>
                  </a:cubicBezTo>
                  <a:cubicBezTo>
                    <a:pt x="105382" y="67084"/>
                    <a:pt x="109941" y="74014"/>
                    <a:pt x="115109" y="76445"/>
                  </a:cubicBezTo>
                  <a:cubicBezTo>
                    <a:pt x="123802" y="80579"/>
                    <a:pt x="132100" y="68299"/>
                    <a:pt x="139912" y="68330"/>
                  </a:cubicBezTo>
                  <a:cubicBezTo>
                    <a:pt x="144927" y="68330"/>
                    <a:pt x="153529" y="7331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20"/>
            <p:cNvSpPr/>
            <p:nvPr/>
          </p:nvSpPr>
          <p:spPr>
            <a:xfrm>
              <a:off x="2975000" y="442550"/>
              <a:ext cx="3962850" cy="1991700"/>
            </a:xfrm>
            <a:custGeom>
              <a:rect b="b" l="l" r="r" t="t"/>
              <a:pathLst>
                <a:path extrusionOk="0" fill="none" h="79668" w="158514">
                  <a:moveTo>
                    <a:pt x="0" y="1"/>
                  </a:moveTo>
                  <a:cubicBezTo>
                    <a:pt x="4590" y="3010"/>
                    <a:pt x="9484" y="5897"/>
                    <a:pt x="13769" y="9119"/>
                  </a:cubicBezTo>
                  <a:cubicBezTo>
                    <a:pt x="20122" y="13861"/>
                    <a:pt x="13952" y="23344"/>
                    <a:pt x="19879" y="28360"/>
                  </a:cubicBezTo>
                  <a:cubicBezTo>
                    <a:pt x="24651" y="32402"/>
                    <a:pt x="28055" y="36475"/>
                    <a:pt x="27265" y="43102"/>
                  </a:cubicBezTo>
                  <a:cubicBezTo>
                    <a:pt x="26627" y="48482"/>
                    <a:pt x="24985" y="57600"/>
                    <a:pt x="31946" y="59698"/>
                  </a:cubicBezTo>
                  <a:cubicBezTo>
                    <a:pt x="39028" y="61795"/>
                    <a:pt x="44955" y="56202"/>
                    <a:pt x="50183" y="52251"/>
                  </a:cubicBezTo>
                  <a:cubicBezTo>
                    <a:pt x="59424" y="45260"/>
                    <a:pt x="64561" y="40761"/>
                    <a:pt x="75746" y="46232"/>
                  </a:cubicBezTo>
                  <a:cubicBezTo>
                    <a:pt x="83315" y="49971"/>
                    <a:pt x="91795" y="47813"/>
                    <a:pt x="99273" y="50488"/>
                  </a:cubicBezTo>
                  <a:cubicBezTo>
                    <a:pt x="103832" y="52129"/>
                    <a:pt x="103619" y="56840"/>
                    <a:pt x="104653" y="61035"/>
                  </a:cubicBezTo>
                  <a:cubicBezTo>
                    <a:pt x="106051" y="66749"/>
                    <a:pt x="110124" y="73315"/>
                    <a:pt x="115443" y="75716"/>
                  </a:cubicBezTo>
                  <a:cubicBezTo>
                    <a:pt x="124227" y="79667"/>
                    <a:pt x="132039" y="67995"/>
                    <a:pt x="140246" y="68056"/>
                  </a:cubicBezTo>
                  <a:cubicBezTo>
                    <a:pt x="145535" y="68087"/>
                    <a:pt x="153377" y="7340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20"/>
            <p:cNvSpPr/>
            <p:nvPr/>
          </p:nvSpPr>
          <p:spPr>
            <a:xfrm>
              <a:off x="2975000" y="442550"/>
              <a:ext cx="3963625" cy="1968900"/>
            </a:xfrm>
            <a:custGeom>
              <a:rect b="b" l="l" r="r" t="t"/>
              <a:pathLst>
                <a:path extrusionOk="0" fill="none" h="78756" w="158545">
                  <a:moveTo>
                    <a:pt x="0" y="1"/>
                  </a:moveTo>
                  <a:cubicBezTo>
                    <a:pt x="4651" y="2979"/>
                    <a:pt x="9575" y="5867"/>
                    <a:pt x="14013" y="8876"/>
                  </a:cubicBezTo>
                  <a:cubicBezTo>
                    <a:pt x="20548" y="13283"/>
                    <a:pt x="14985" y="22706"/>
                    <a:pt x="20305" y="27539"/>
                  </a:cubicBezTo>
                  <a:cubicBezTo>
                    <a:pt x="24590" y="31430"/>
                    <a:pt x="28724" y="35715"/>
                    <a:pt x="28147" y="42007"/>
                  </a:cubicBezTo>
                  <a:cubicBezTo>
                    <a:pt x="27630" y="47296"/>
                    <a:pt x="25654" y="56445"/>
                    <a:pt x="32584" y="58664"/>
                  </a:cubicBezTo>
                  <a:cubicBezTo>
                    <a:pt x="39606" y="60913"/>
                    <a:pt x="46354" y="55077"/>
                    <a:pt x="51369" y="51096"/>
                  </a:cubicBezTo>
                  <a:cubicBezTo>
                    <a:pt x="60609" y="43770"/>
                    <a:pt x="65351" y="39576"/>
                    <a:pt x="76749" y="45594"/>
                  </a:cubicBezTo>
                  <a:cubicBezTo>
                    <a:pt x="84166" y="49515"/>
                    <a:pt x="92251" y="47722"/>
                    <a:pt x="99911" y="50275"/>
                  </a:cubicBezTo>
                  <a:cubicBezTo>
                    <a:pt x="104622" y="51855"/>
                    <a:pt x="104318" y="56445"/>
                    <a:pt x="105260" y="60609"/>
                  </a:cubicBezTo>
                  <a:cubicBezTo>
                    <a:pt x="106537" y="66324"/>
                    <a:pt x="110428" y="72676"/>
                    <a:pt x="115808" y="74956"/>
                  </a:cubicBezTo>
                  <a:cubicBezTo>
                    <a:pt x="124714" y="78756"/>
                    <a:pt x="132313" y="67418"/>
                    <a:pt x="140580" y="67813"/>
                  </a:cubicBezTo>
                  <a:cubicBezTo>
                    <a:pt x="145778" y="68056"/>
                    <a:pt x="153438" y="73315"/>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20"/>
            <p:cNvSpPr/>
            <p:nvPr/>
          </p:nvSpPr>
          <p:spPr>
            <a:xfrm>
              <a:off x="2975000" y="442550"/>
              <a:ext cx="3962850" cy="1919500"/>
            </a:xfrm>
            <a:custGeom>
              <a:rect b="b" l="l" r="r" t="t"/>
              <a:pathLst>
                <a:path extrusionOk="0" fill="none" h="76780" w="158514">
                  <a:moveTo>
                    <a:pt x="0" y="1"/>
                  </a:moveTo>
                  <a:cubicBezTo>
                    <a:pt x="4712" y="2949"/>
                    <a:pt x="9666" y="5776"/>
                    <a:pt x="14225" y="8633"/>
                  </a:cubicBezTo>
                  <a:cubicBezTo>
                    <a:pt x="20973" y="12797"/>
                    <a:pt x="16049" y="21977"/>
                    <a:pt x="20760" y="26718"/>
                  </a:cubicBezTo>
                  <a:cubicBezTo>
                    <a:pt x="24438" y="30396"/>
                    <a:pt x="29332" y="35168"/>
                    <a:pt x="28967" y="41004"/>
                  </a:cubicBezTo>
                  <a:cubicBezTo>
                    <a:pt x="28633" y="46202"/>
                    <a:pt x="26444" y="55381"/>
                    <a:pt x="33192" y="57661"/>
                  </a:cubicBezTo>
                  <a:cubicBezTo>
                    <a:pt x="40153" y="60032"/>
                    <a:pt x="47752" y="53953"/>
                    <a:pt x="52494" y="49880"/>
                  </a:cubicBezTo>
                  <a:cubicBezTo>
                    <a:pt x="61703" y="41977"/>
                    <a:pt x="66293" y="38633"/>
                    <a:pt x="77722" y="45016"/>
                  </a:cubicBezTo>
                  <a:cubicBezTo>
                    <a:pt x="84926" y="49059"/>
                    <a:pt x="92707" y="47722"/>
                    <a:pt x="100488" y="50093"/>
                  </a:cubicBezTo>
                  <a:cubicBezTo>
                    <a:pt x="105382" y="51582"/>
                    <a:pt x="104987" y="56080"/>
                    <a:pt x="105838" y="60245"/>
                  </a:cubicBezTo>
                  <a:cubicBezTo>
                    <a:pt x="107023" y="65898"/>
                    <a:pt x="111005" y="72676"/>
                    <a:pt x="116142" y="74227"/>
                  </a:cubicBezTo>
                  <a:cubicBezTo>
                    <a:pt x="124683" y="76780"/>
                    <a:pt x="132191" y="66901"/>
                    <a:pt x="140884" y="67570"/>
                  </a:cubicBezTo>
                  <a:cubicBezTo>
                    <a:pt x="145930" y="67965"/>
                    <a:pt x="153468" y="73224"/>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20"/>
            <p:cNvSpPr/>
            <p:nvPr/>
          </p:nvSpPr>
          <p:spPr>
            <a:xfrm>
              <a:off x="2975000" y="442550"/>
              <a:ext cx="3962100" cy="1896700"/>
            </a:xfrm>
            <a:custGeom>
              <a:rect b="b" l="l" r="r" t="t"/>
              <a:pathLst>
                <a:path extrusionOk="0" fill="none" h="75868" w="158484">
                  <a:moveTo>
                    <a:pt x="0" y="1"/>
                  </a:moveTo>
                  <a:cubicBezTo>
                    <a:pt x="4742" y="2949"/>
                    <a:pt x="9788" y="5441"/>
                    <a:pt x="14438" y="8359"/>
                  </a:cubicBezTo>
                  <a:cubicBezTo>
                    <a:pt x="21520" y="12797"/>
                    <a:pt x="16900" y="20852"/>
                    <a:pt x="21277" y="25837"/>
                  </a:cubicBezTo>
                  <a:cubicBezTo>
                    <a:pt x="24408" y="29424"/>
                    <a:pt x="29758" y="34652"/>
                    <a:pt x="29727" y="40123"/>
                  </a:cubicBezTo>
                  <a:cubicBezTo>
                    <a:pt x="29666" y="45229"/>
                    <a:pt x="27447" y="54014"/>
                    <a:pt x="33770" y="56658"/>
                  </a:cubicBezTo>
                  <a:cubicBezTo>
                    <a:pt x="40396" y="59394"/>
                    <a:pt x="49545" y="52433"/>
                    <a:pt x="53618" y="48542"/>
                  </a:cubicBezTo>
                  <a:cubicBezTo>
                    <a:pt x="62707" y="39788"/>
                    <a:pt x="67448" y="37904"/>
                    <a:pt x="78725" y="44530"/>
                  </a:cubicBezTo>
                  <a:cubicBezTo>
                    <a:pt x="85716" y="48664"/>
                    <a:pt x="93224" y="47722"/>
                    <a:pt x="101066" y="49910"/>
                  </a:cubicBezTo>
                  <a:cubicBezTo>
                    <a:pt x="106142" y="51308"/>
                    <a:pt x="105716" y="55685"/>
                    <a:pt x="106476" y="59849"/>
                  </a:cubicBezTo>
                  <a:cubicBezTo>
                    <a:pt x="107540" y="65503"/>
                    <a:pt x="111279" y="71977"/>
                    <a:pt x="116477" y="73467"/>
                  </a:cubicBezTo>
                  <a:cubicBezTo>
                    <a:pt x="124927" y="75868"/>
                    <a:pt x="132708" y="66354"/>
                    <a:pt x="141188" y="67357"/>
                  </a:cubicBezTo>
                  <a:cubicBezTo>
                    <a:pt x="146143" y="67935"/>
                    <a:pt x="153468" y="7313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20"/>
            <p:cNvSpPr/>
            <p:nvPr/>
          </p:nvSpPr>
          <p:spPr>
            <a:xfrm>
              <a:off x="2975000" y="442550"/>
              <a:ext cx="3962850" cy="1870875"/>
            </a:xfrm>
            <a:custGeom>
              <a:rect b="b" l="l" r="r" t="t"/>
              <a:pathLst>
                <a:path extrusionOk="0" fill="none" h="74835" w="158514">
                  <a:moveTo>
                    <a:pt x="0" y="1"/>
                  </a:moveTo>
                  <a:cubicBezTo>
                    <a:pt x="4803" y="2919"/>
                    <a:pt x="9848" y="5350"/>
                    <a:pt x="14651" y="8116"/>
                  </a:cubicBezTo>
                  <a:cubicBezTo>
                    <a:pt x="21946" y="12311"/>
                    <a:pt x="18086" y="19697"/>
                    <a:pt x="21885" y="24895"/>
                  </a:cubicBezTo>
                  <a:cubicBezTo>
                    <a:pt x="24590" y="28633"/>
                    <a:pt x="30031" y="34013"/>
                    <a:pt x="30396" y="39272"/>
                  </a:cubicBezTo>
                  <a:cubicBezTo>
                    <a:pt x="30791" y="44439"/>
                    <a:pt x="28299" y="52919"/>
                    <a:pt x="34439" y="55625"/>
                  </a:cubicBezTo>
                  <a:cubicBezTo>
                    <a:pt x="41186" y="58603"/>
                    <a:pt x="50670" y="51217"/>
                    <a:pt x="54712" y="47083"/>
                  </a:cubicBezTo>
                  <a:cubicBezTo>
                    <a:pt x="63892" y="37630"/>
                    <a:pt x="68542" y="37266"/>
                    <a:pt x="79789" y="44135"/>
                  </a:cubicBezTo>
                  <a:cubicBezTo>
                    <a:pt x="86476" y="48208"/>
                    <a:pt x="93984" y="47661"/>
                    <a:pt x="101674" y="49728"/>
                  </a:cubicBezTo>
                  <a:cubicBezTo>
                    <a:pt x="106932" y="51126"/>
                    <a:pt x="106416" y="55138"/>
                    <a:pt x="107145" y="59454"/>
                  </a:cubicBezTo>
                  <a:cubicBezTo>
                    <a:pt x="108057" y="64986"/>
                    <a:pt x="111552" y="71339"/>
                    <a:pt x="116872" y="72707"/>
                  </a:cubicBezTo>
                  <a:cubicBezTo>
                    <a:pt x="125322" y="74835"/>
                    <a:pt x="133285" y="65837"/>
                    <a:pt x="141523" y="67114"/>
                  </a:cubicBezTo>
                  <a:cubicBezTo>
                    <a:pt x="146386" y="67874"/>
                    <a:pt x="153559" y="73011"/>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20"/>
            <p:cNvSpPr/>
            <p:nvPr/>
          </p:nvSpPr>
          <p:spPr>
            <a:xfrm>
              <a:off x="2975000" y="442550"/>
              <a:ext cx="3962850" cy="1848075"/>
            </a:xfrm>
            <a:custGeom>
              <a:rect b="b" l="l" r="r" t="t"/>
              <a:pathLst>
                <a:path extrusionOk="0" fill="none" h="73923" w="158514">
                  <a:moveTo>
                    <a:pt x="0" y="1"/>
                  </a:moveTo>
                  <a:cubicBezTo>
                    <a:pt x="4833" y="2888"/>
                    <a:pt x="9909" y="5259"/>
                    <a:pt x="14864" y="7873"/>
                  </a:cubicBezTo>
                  <a:cubicBezTo>
                    <a:pt x="22219" y="11764"/>
                    <a:pt x="19301" y="18390"/>
                    <a:pt x="22584" y="23922"/>
                  </a:cubicBezTo>
                  <a:cubicBezTo>
                    <a:pt x="25046" y="28086"/>
                    <a:pt x="30092" y="33649"/>
                    <a:pt x="31004" y="38542"/>
                  </a:cubicBezTo>
                  <a:cubicBezTo>
                    <a:pt x="31855" y="43284"/>
                    <a:pt x="29150" y="51947"/>
                    <a:pt x="35107" y="54561"/>
                  </a:cubicBezTo>
                  <a:cubicBezTo>
                    <a:pt x="42250" y="57691"/>
                    <a:pt x="51673" y="50032"/>
                    <a:pt x="55746" y="45503"/>
                  </a:cubicBezTo>
                  <a:cubicBezTo>
                    <a:pt x="64834" y="35411"/>
                    <a:pt x="69941" y="36992"/>
                    <a:pt x="80822" y="43770"/>
                  </a:cubicBezTo>
                  <a:cubicBezTo>
                    <a:pt x="87205" y="47782"/>
                    <a:pt x="94683" y="47691"/>
                    <a:pt x="102191" y="49576"/>
                  </a:cubicBezTo>
                  <a:cubicBezTo>
                    <a:pt x="107571" y="50913"/>
                    <a:pt x="107145" y="54682"/>
                    <a:pt x="107783" y="59090"/>
                  </a:cubicBezTo>
                  <a:cubicBezTo>
                    <a:pt x="108604" y="64591"/>
                    <a:pt x="111826" y="70610"/>
                    <a:pt x="117236" y="71917"/>
                  </a:cubicBezTo>
                  <a:cubicBezTo>
                    <a:pt x="125504" y="73923"/>
                    <a:pt x="133863" y="65321"/>
                    <a:pt x="141827" y="66901"/>
                  </a:cubicBezTo>
                  <a:cubicBezTo>
                    <a:pt x="146599" y="67813"/>
                    <a:pt x="153620" y="7292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20"/>
            <p:cNvSpPr/>
            <p:nvPr/>
          </p:nvSpPr>
          <p:spPr>
            <a:xfrm>
              <a:off x="2975000" y="442550"/>
              <a:ext cx="3962100" cy="1826050"/>
            </a:xfrm>
            <a:custGeom>
              <a:rect b="b" l="l" r="r" t="t"/>
              <a:pathLst>
                <a:path extrusionOk="0" fill="none" h="73042" w="158484">
                  <a:moveTo>
                    <a:pt x="0" y="1"/>
                  </a:moveTo>
                  <a:cubicBezTo>
                    <a:pt x="4894" y="2858"/>
                    <a:pt x="10000" y="5168"/>
                    <a:pt x="15076" y="7630"/>
                  </a:cubicBezTo>
                  <a:cubicBezTo>
                    <a:pt x="22402" y="11217"/>
                    <a:pt x="20639" y="16992"/>
                    <a:pt x="23435" y="22980"/>
                  </a:cubicBezTo>
                  <a:cubicBezTo>
                    <a:pt x="25685" y="27813"/>
                    <a:pt x="29910" y="33041"/>
                    <a:pt x="31460" y="37934"/>
                  </a:cubicBezTo>
                  <a:cubicBezTo>
                    <a:pt x="32858" y="42372"/>
                    <a:pt x="29940" y="51096"/>
                    <a:pt x="35867" y="53558"/>
                  </a:cubicBezTo>
                  <a:cubicBezTo>
                    <a:pt x="43618" y="56749"/>
                    <a:pt x="52433" y="48937"/>
                    <a:pt x="56779" y="43831"/>
                  </a:cubicBezTo>
                  <a:cubicBezTo>
                    <a:pt x="65746" y="33314"/>
                    <a:pt x="71552" y="36901"/>
                    <a:pt x="81886" y="43466"/>
                  </a:cubicBezTo>
                  <a:cubicBezTo>
                    <a:pt x="87965" y="47327"/>
                    <a:pt x="95412" y="47752"/>
                    <a:pt x="102707" y="49454"/>
                  </a:cubicBezTo>
                  <a:cubicBezTo>
                    <a:pt x="108148" y="50700"/>
                    <a:pt x="107905" y="54226"/>
                    <a:pt x="108452" y="58725"/>
                  </a:cubicBezTo>
                  <a:cubicBezTo>
                    <a:pt x="109182" y="64226"/>
                    <a:pt x="112130" y="69910"/>
                    <a:pt x="117571" y="71187"/>
                  </a:cubicBezTo>
                  <a:cubicBezTo>
                    <a:pt x="125626" y="73041"/>
                    <a:pt x="134410" y="64895"/>
                    <a:pt x="142100" y="66688"/>
                  </a:cubicBezTo>
                  <a:cubicBezTo>
                    <a:pt x="146751" y="67783"/>
                    <a:pt x="153590" y="72828"/>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20"/>
            <p:cNvSpPr/>
            <p:nvPr/>
          </p:nvSpPr>
          <p:spPr>
            <a:xfrm>
              <a:off x="2975000" y="442550"/>
              <a:ext cx="3962850" cy="1818450"/>
            </a:xfrm>
            <a:custGeom>
              <a:rect b="b" l="l" r="r" t="t"/>
              <a:pathLst>
                <a:path extrusionOk="0" fill="none" h="72738" w="158514">
                  <a:moveTo>
                    <a:pt x="0" y="1"/>
                  </a:moveTo>
                  <a:cubicBezTo>
                    <a:pt x="4924" y="2827"/>
                    <a:pt x="10122" y="5077"/>
                    <a:pt x="15259" y="7387"/>
                  </a:cubicBezTo>
                  <a:cubicBezTo>
                    <a:pt x="22432" y="10609"/>
                    <a:pt x="22159" y="15594"/>
                    <a:pt x="24317" y="22007"/>
                  </a:cubicBezTo>
                  <a:cubicBezTo>
                    <a:pt x="26171" y="27630"/>
                    <a:pt x="29332" y="32402"/>
                    <a:pt x="31733" y="37418"/>
                  </a:cubicBezTo>
                  <a:cubicBezTo>
                    <a:pt x="33831" y="41764"/>
                    <a:pt x="30669" y="50305"/>
                    <a:pt x="36657" y="52615"/>
                  </a:cubicBezTo>
                  <a:cubicBezTo>
                    <a:pt x="44955" y="55868"/>
                    <a:pt x="53162" y="47630"/>
                    <a:pt x="57782" y="42068"/>
                  </a:cubicBezTo>
                  <a:cubicBezTo>
                    <a:pt x="66476" y="31551"/>
                    <a:pt x="73315" y="37022"/>
                    <a:pt x="82950" y="43193"/>
                  </a:cubicBezTo>
                  <a:cubicBezTo>
                    <a:pt x="88695" y="46871"/>
                    <a:pt x="96142" y="47813"/>
                    <a:pt x="103194" y="49333"/>
                  </a:cubicBezTo>
                  <a:cubicBezTo>
                    <a:pt x="108726" y="50488"/>
                    <a:pt x="108634" y="53740"/>
                    <a:pt x="109151" y="58390"/>
                  </a:cubicBezTo>
                  <a:cubicBezTo>
                    <a:pt x="109789" y="63862"/>
                    <a:pt x="112464" y="69211"/>
                    <a:pt x="117996" y="70427"/>
                  </a:cubicBezTo>
                  <a:cubicBezTo>
                    <a:pt x="125778" y="72129"/>
                    <a:pt x="135018" y="64439"/>
                    <a:pt x="142434" y="66506"/>
                  </a:cubicBezTo>
                  <a:cubicBezTo>
                    <a:pt x="146994" y="67752"/>
                    <a:pt x="153650" y="72737"/>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20"/>
            <p:cNvSpPr/>
            <p:nvPr/>
          </p:nvSpPr>
          <p:spPr>
            <a:xfrm>
              <a:off x="2975000" y="442550"/>
              <a:ext cx="3962850" cy="1816175"/>
            </a:xfrm>
            <a:custGeom>
              <a:rect b="b" l="l" r="r" t="t"/>
              <a:pathLst>
                <a:path extrusionOk="0" fill="none" h="72647" w="158514">
                  <a:moveTo>
                    <a:pt x="0" y="1"/>
                  </a:moveTo>
                  <a:cubicBezTo>
                    <a:pt x="4985" y="2797"/>
                    <a:pt x="10244" y="4985"/>
                    <a:pt x="15441" y="7144"/>
                  </a:cubicBezTo>
                  <a:cubicBezTo>
                    <a:pt x="22341" y="10031"/>
                    <a:pt x="23648" y="14621"/>
                    <a:pt x="25259" y="21034"/>
                  </a:cubicBezTo>
                  <a:cubicBezTo>
                    <a:pt x="26688" y="26809"/>
                    <a:pt x="28572" y="31977"/>
                    <a:pt x="31885" y="36992"/>
                  </a:cubicBezTo>
                  <a:cubicBezTo>
                    <a:pt x="34742" y="41278"/>
                    <a:pt x="31429" y="49606"/>
                    <a:pt x="37478" y="51825"/>
                  </a:cubicBezTo>
                  <a:cubicBezTo>
                    <a:pt x="46171" y="55017"/>
                    <a:pt x="54469" y="46202"/>
                    <a:pt x="58755" y="40305"/>
                  </a:cubicBezTo>
                  <a:cubicBezTo>
                    <a:pt x="66232" y="30001"/>
                    <a:pt x="76415" y="38025"/>
                    <a:pt x="84044" y="42889"/>
                  </a:cubicBezTo>
                  <a:cubicBezTo>
                    <a:pt x="89546" y="46384"/>
                    <a:pt x="96841" y="47874"/>
                    <a:pt x="103680" y="49211"/>
                  </a:cubicBezTo>
                  <a:cubicBezTo>
                    <a:pt x="109242" y="50305"/>
                    <a:pt x="109364" y="53254"/>
                    <a:pt x="109850" y="58026"/>
                  </a:cubicBezTo>
                  <a:cubicBezTo>
                    <a:pt x="110397" y="63436"/>
                    <a:pt x="112829" y="68482"/>
                    <a:pt x="118422" y="69667"/>
                  </a:cubicBezTo>
                  <a:cubicBezTo>
                    <a:pt x="125930" y="71278"/>
                    <a:pt x="135626" y="64044"/>
                    <a:pt x="142708" y="66293"/>
                  </a:cubicBezTo>
                  <a:cubicBezTo>
                    <a:pt x="147176" y="67692"/>
                    <a:pt x="153681" y="7264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20"/>
            <p:cNvSpPr/>
            <p:nvPr/>
          </p:nvSpPr>
          <p:spPr>
            <a:xfrm>
              <a:off x="2975000" y="442550"/>
              <a:ext cx="3962850" cy="1813875"/>
            </a:xfrm>
            <a:custGeom>
              <a:rect b="b" l="l" r="r" t="t"/>
              <a:pathLst>
                <a:path extrusionOk="0" fill="none" h="72555" w="158514">
                  <a:moveTo>
                    <a:pt x="0" y="1"/>
                  </a:moveTo>
                  <a:cubicBezTo>
                    <a:pt x="5015" y="2767"/>
                    <a:pt x="10335" y="4894"/>
                    <a:pt x="15624" y="6931"/>
                  </a:cubicBezTo>
                  <a:cubicBezTo>
                    <a:pt x="22189" y="9423"/>
                    <a:pt x="24925" y="13648"/>
                    <a:pt x="26262" y="20031"/>
                  </a:cubicBezTo>
                  <a:cubicBezTo>
                    <a:pt x="27508" y="25958"/>
                    <a:pt x="27843" y="31582"/>
                    <a:pt x="31916" y="36597"/>
                  </a:cubicBezTo>
                  <a:cubicBezTo>
                    <a:pt x="35290" y="40731"/>
                    <a:pt x="32432" y="49150"/>
                    <a:pt x="38299" y="51096"/>
                  </a:cubicBezTo>
                  <a:cubicBezTo>
                    <a:pt x="47326" y="54105"/>
                    <a:pt x="55138" y="44804"/>
                    <a:pt x="59758" y="38512"/>
                  </a:cubicBezTo>
                  <a:cubicBezTo>
                    <a:pt x="66901" y="28816"/>
                    <a:pt x="78512" y="38512"/>
                    <a:pt x="85139" y="42585"/>
                  </a:cubicBezTo>
                  <a:cubicBezTo>
                    <a:pt x="90397" y="45807"/>
                    <a:pt x="97510" y="47995"/>
                    <a:pt x="104105" y="49120"/>
                  </a:cubicBezTo>
                  <a:cubicBezTo>
                    <a:pt x="109698" y="50062"/>
                    <a:pt x="109729" y="52707"/>
                    <a:pt x="110580" y="57691"/>
                  </a:cubicBezTo>
                  <a:cubicBezTo>
                    <a:pt x="111461" y="63071"/>
                    <a:pt x="112829" y="67692"/>
                    <a:pt x="118878" y="68938"/>
                  </a:cubicBezTo>
                  <a:cubicBezTo>
                    <a:pt x="126082" y="70427"/>
                    <a:pt x="136234" y="63649"/>
                    <a:pt x="143012" y="66111"/>
                  </a:cubicBezTo>
                  <a:cubicBezTo>
                    <a:pt x="147359" y="67661"/>
                    <a:pt x="153742" y="7255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20"/>
            <p:cNvSpPr/>
            <p:nvPr/>
          </p:nvSpPr>
          <p:spPr>
            <a:xfrm>
              <a:off x="2975000" y="442550"/>
              <a:ext cx="3962850" cy="1804000"/>
            </a:xfrm>
            <a:custGeom>
              <a:rect b="b" l="l" r="r" t="t"/>
              <a:pathLst>
                <a:path extrusionOk="0" fill="none" h="72160" w="158514">
                  <a:moveTo>
                    <a:pt x="0" y="1"/>
                  </a:moveTo>
                  <a:cubicBezTo>
                    <a:pt x="5076" y="2736"/>
                    <a:pt x="10456" y="4803"/>
                    <a:pt x="15806" y="6688"/>
                  </a:cubicBezTo>
                  <a:cubicBezTo>
                    <a:pt x="22037" y="8876"/>
                    <a:pt x="26049" y="12767"/>
                    <a:pt x="27326" y="18967"/>
                  </a:cubicBezTo>
                  <a:cubicBezTo>
                    <a:pt x="28542" y="24925"/>
                    <a:pt x="27326" y="31126"/>
                    <a:pt x="31855" y="36202"/>
                  </a:cubicBezTo>
                  <a:cubicBezTo>
                    <a:pt x="35381" y="40153"/>
                    <a:pt x="33618" y="48725"/>
                    <a:pt x="39150" y="50457"/>
                  </a:cubicBezTo>
                  <a:cubicBezTo>
                    <a:pt x="48329" y="53314"/>
                    <a:pt x="55746" y="42919"/>
                    <a:pt x="60792" y="36810"/>
                  </a:cubicBezTo>
                  <a:cubicBezTo>
                    <a:pt x="67995" y="28086"/>
                    <a:pt x="80032" y="38360"/>
                    <a:pt x="86263" y="42159"/>
                  </a:cubicBezTo>
                  <a:cubicBezTo>
                    <a:pt x="91430" y="45320"/>
                    <a:pt x="98057" y="48056"/>
                    <a:pt x="104561" y="48998"/>
                  </a:cubicBezTo>
                  <a:cubicBezTo>
                    <a:pt x="115747" y="50700"/>
                    <a:pt x="107692" y="65898"/>
                    <a:pt x="119303" y="68178"/>
                  </a:cubicBezTo>
                  <a:cubicBezTo>
                    <a:pt x="126294" y="69576"/>
                    <a:pt x="136872" y="63254"/>
                    <a:pt x="143316" y="65898"/>
                  </a:cubicBezTo>
                  <a:cubicBezTo>
                    <a:pt x="147784" y="67752"/>
                    <a:pt x="153407" y="7216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20"/>
            <p:cNvSpPr/>
            <p:nvPr/>
          </p:nvSpPr>
          <p:spPr>
            <a:xfrm>
              <a:off x="2975000" y="442550"/>
              <a:ext cx="3962100" cy="1802475"/>
            </a:xfrm>
            <a:custGeom>
              <a:rect b="b" l="l" r="r" t="t"/>
              <a:pathLst>
                <a:path extrusionOk="0" fill="none" h="72099" w="158484">
                  <a:moveTo>
                    <a:pt x="0" y="1"/>
                  </a:moveTo>
                  <a:cubicBezTo>
                    <a:pt x="5107" y="2706"/>
                    <a:pt x="10760" y="4590"/>
                    <a:pt x="15958" y="6444"/>
                  </a:cubicBezTo>
                  <a:cubicBezTo>
                    <a:pt x="21764" y="8511"/>
                    <a:pt x="26931" y="11733"/>
                    <a:pt x="28390" y="17843"/>
                  </a:cubicBezTo>
                  <a:cubicBezTo>
                    <a:pt x="29788" y="23740"/>
                    <a:pt x="26900" y="30579"/>
                    <a:pt x="31672" y="35867"/>
                  </a:cubicBezTo>
                  <a:cubicBezTo>
                    <a:pt x="35107" y="39636"/>
                    <a:pt x="34925" y="48390"/>
                    <a:pt x="40001" y="49849"/>
                  </a:cubicBezTo>
                  <a:cubicBezTo>
                    <a:pt x="49302" y="52494"/>
                    <a:pt x="56415" y="40761"/>
                    <a:pt x="61886" y="35320"/>
                  </a:cubicBezTo>
                  <a:cubicBezTo>
                    <a:pt x="69211" y="28025"/>
                    <a:pt x="81278" y="37873"/>
                    <a:pt x="87327" y="41612"/>
                  </a:cubicBezTo>
                  <a:cubicBezTo>
                    <a:pt x="92585" y="44864"/>
                    <a:pt x="98421" y="48117"/>
                    <a:pt x="104926" y="48968"/>
                  </a:cubicBezTo>
                  <a:cubicBezTo>
                    <a:pt x="116385" y="50457"/>
                    <a:pt x="108239" y="65442"/>
                    <a:pt x="119759" y="67509"/>
                  </a:cubicBezTo>
                  <a:cubicBezTo>
                    <a:pt x="126659" y="68725"/>
                    <a:pt x="137298" y="62980"/>
                    <a:pt x="143559" y="65716"/>
                  </a:cubicBezTo>
                  <a:cubicBezTo>
                    <a:pt x="147936" y="67631"/>
                    <a:pt x="153407" y="72099"/>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20"/>
            <p:cNvSpPr/>
            <p:nvPr/>
          </p:nvSpPr>
          <p:spPr>
            <a:xfrm>
              <a:off x="2975000" y="442550"/>
              <a:ext cx="3962850" cy="1800200"/>
            </a:xfrm>
            <a:custGeom>
              <a:rect b="b" l="l" r="r" t="t"/>
              <a:pathLst>
                <a:path extrusionOk="0" fill="none" h="72008" w="158514">
                  <a:moveTo>
                    <a:pt x="0" y="1"/>
                  </a:moveTo>
                  <a:cubicBezTo>
                    <a:pt x="5167" y="2645"/>
                    <a:pt x="10821" y="4499"/>
                    <a:pt x="16140" y="6201"/>
                  </a:cubicBezTo>
                  <a:cubicBezTo>
                    <a:pt x="21976" y="8055"/>
                    <a:pt x="27630" y="11065"/>
                    <a:pt x="29484" y="16657"/>
                  </a:cubicBezTo>
                  <a:cubicBezTo>
                    <a:pt x="31308" y="22159"/>
                    <a:pt x="26748" y="29940"/>
                    <a:pt x="31521" y="35442"/>
                  </a:cubicBezTo>
                  <a:cubicBezTo>
                    <a:pt x="34621" y="38998"/>
                    <a:pt x="36414" y="48147"/>
                    <a:pt x="40913" y="49211"/>
                  </a:cubicBezTo>
                  <a:cubicBezTo>
                    <a:pt x="50244" y="51430"/>
                    <a:pt x="56749" y="38846"/>
                    <a:pt x="63041" y="34044"/>
                  </a:cubicBezTo>
                  <a:cubicBezTo>
                    <a:pt x="70731" y="28147"/>
                    <a:pt x="82190" y="36992"/>
                    <a:pt x="88391" y="40943"/>
                  </a:cubicBezTo>
                  <a:cubicBezTo>
                    <a:pt x="93862" y="44409"/>
                    <a:pt x="98695" y="48147"/>
                    <a:pt x="105352" y="48907"/>
                  </a:cubicBezTo>
                  <a:cubicBezTo>
                    <a:pt x="117024" y="50184"/>
                    <a:pt x="108786" y="64834"/>
                    <a:pt x="120276" y="66780"/>
                  </a:cubicBezTo>
                  <a:cubicBezTo>
                    <a:pt x="126993" y="67904"/>
                    <a:pt x="137784" y="62585"/>
                    <a:pt x="143863" y="65533"/>
                  </a:cubicBezTo>
                  <a:cubicBezTo>
                    <a:pt x="148149" y="67570"/>
                    <a:pt x="153468" y="72008"/>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20"/>
            <p:cNvSpPr/>
            <p:nvPr/>
          </p:nvSpPr>
          <p:spPr>
            <a:xfrm>
              <a:off x="2975000" y="442550"/>
              <a:ext cx="3963625" cy="1798675"/>
            </a:xfrm>
            <a:custGeom>
              <a:rect b="b" l="l" r="r" t="t"/>
              <a:pathLst>
                <a:path extrusionOk="0" fill="none" h="71947" w="158545">
                  <a:moveTo>
                    <a:pt x="0" y="1"/>
                  </a:moveTo>
                  <a:cubicBezTo>
                    <a:pt x="5198" y="2615"/>
                    <a:pt x="10912" y="4408"/>
                    <a:pt x="16323" y="5958"/>
                  </a:cubicBezTo>
                  <a:cubicBezTo>
                    <a:pt x="22067" y="7630"/>
                    <a:pt x="28147" y="10365"/>
                    <a:pt x="30578" y="15472"/>
                  </a:cubicBezTo>
                  <a:cubicBezTo>
                    <a:pt x="33192" y="20974"/>
                    <a:pt x="26931" y="29059"/>
                    <a:pt x="31369" y="35047"/>
                  </a:cubicBezTo>
                  <a:cubicBezTo>
                    <a:pt x="33831" y="38390"/>
                    <a:pt x="37904" y="47904"/>
                    <a:pt x="41825" y="48542"/>
                  </a:cubicBezTo>
                  <a:cubicBezTo>
                    <a:pt x="50883" y="50062"/>
                    <a:pt x="57296" y="36931"/>
                    <a:pt x="64257" y="33010"/>
                  </a:cubicBezTo>
                  <a:cubicBezTo>
                    <a:pt x="72160" y="28512"/>
                    <a:pt x="83102" y="35928"/>
                    <a:pt x="89424" y="40153"/>
                  </a:cubicBezTo>
                  <a:cubicBezTo>
                    <a:pt x="94804" y="43740"/>
                    <a:pt x="98877" y="48208"/>
                    <a:pt x="105747" y="48846"/>
                  </a:cubicBezTo>
                  <a:cubicBezTo>
                    <a:pt x="117601" y="49971"/>
                    <a:pt x="109425" y="64257"/>
                    <a:pt x="120793" y="66081"/>
                  </a:cubicBezTo>
                  <a:cubicBezTo>
                    <a:pt x="127419" y="67144"/>
                    <a:pt x="138270" y="62281"/>
                    <a:pt x="144167" y="65351"/>
                  </a:cubicBezTo>
                  <a:cubicBezTo>
                    <a:pt x="148362" y="67540"/>
                    <a:pt x="153529" y="71947"/>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20"/>
            <p:cNvSpPr/>
            <p:nvPr/>
          </p:nvSpPr>
          <p:spPr>
            <a:xfrm>
              <a:off x="2975000" y="442550"/>
              <a:ext cx="3962850" cy="1795650"/>
            </a:xfrm>
            <a:custGeom>
              <a:rect b="b" l="l" r="r" t="t"/>
              <a:pathLst>
                <a:path extrusionOk="0" fill="none" h="71826" w="158514">
                  <a:moveTo>
                    <a:pt x="0" y="1"/>
                  </a:moveTo>
                  <a:cubicBezTo>
                    <a:pt x="5259" y="2584"/>
                    <a:pt x="10973" y="4317"/>
                    <a:pt x="16475" y="5745"/>
                  </a:cubicBezTo>
                  <a:cubicBezTo>
                    <a:pt x="22250" y="7235"/>
                    <a:pt x="28542" y="9788"/>
                    <a:pt x="31581" y="14195"/>
                  </a:cubicBezTo>
                  <a:cubicBezTo>
                    <a:pt x="35168" y="19332"/>
                    <a:pt x="27326" y="28238"/>
                    <a:pt x="31247" y="34560"/>
                  </a:cubicBezTo>
                  <a:cubicBezTo>
                    <a:pt x="33253" y="37782"/>
                    <a:pt x="39150" y="47418"/>
                    <a:pt x="42737" y="47722"/>
                  </a:cubicBezTo>
                  <a:cubicBezTo>
                    <a:pt x="51612" y="48482"/>
                    <a:pt x="57752" y="35229"/>
                    <a:pt x="65412" y="32129"/>
                  </a:cubicBezTo>
                  <a:cubicBezTo>
                    <a:pt x="73588" y="28816"/>
                    <a:pt x="84044" y="34804"/>
                    <a:pt x="90275" y="39302"/>
                  </a:cubicBezTo>
                  <a:cubicBezTo>
                    <a:pt x="95351" y="42980"/>
                    <a:pt x="98938" y="48269"/>
                    <a:pt x="106081" y="48816"/>
                  </a:cubicBezTo>
                  <a:cubicBezTo>
                    <a:pt x="111704" y="49241"/>
                    <a:pt x="112981" y="50670"/>
                    <a:pt x="114136" y="56111"/>
                  </a:cubicBezTo>
                  <a:cubicBezTo>
                    <a:pt x="115139" y="60792"/>
                    <a:pt x="115321" y="64470"/>
                    <a:pt x="121279" y="65381"/>
                  </a:cubicBezTo>
                  <a:cubicBezTo>
                    <a:pt x="127784" y="66385"/>
                    <a:pt x="138696" y="61947"/>
                    <a:pt x="144410" y="65169"/>
                  </a:cubicBezTo>
                  <a:cubicBezTo>
                    <a:pt x="148483" y="67448"/>
                    <a:pt x="153529" y="7182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20"/>
            <p:cNvSpPr/>
            <p:nvPr/>
          </p:nvSpPr>
          <p:spPr>
            <a:xfrm>
              <a:off x="2975000" y="442550"/>
              <a:ext cx="3962850" cy="1794125"/>
            </a:xfrm>
            <a:custGeom>
              <a:rect b="b" l="l" r="r" t="t"/>
              <a:pathLst>
                <a:path extrusionOk="0" fill="none" h="71765" w="158514">
                  <a:moveTo>
                    <a:pt x="0" y="1"/>
                  </a:moveTo>
                  <a:cubicBezTo>
                    <a:pt x="5319" y="2554"/>
                    <a:pt x="11064" y="4226"/>
                    <a:pt x="16627" y="5502"/>
                  </a:cubicBezTo>
                  <a:cubicBezTo>
                    <a:pt x="22523" y="6840"/>
                    <a:pt x="28663" y="9302"/>
                    <a:pt x="32554" y="12919"/>
                  </a:cubicBezTo>
                  <a:cubicBezTo>
                    <a:pt x="36931" y="17022"/>
                    <a:pt x="28906" y="28268"/>
                    <a:pt x="31247" y="33983"/>
                  </a:cubicBezTo>
                  <a:cubicBezTo>
                    <a:pt x="32615" y="37326"/>
                    <a:pt x="40031" y="46658"/>
                    <a:pt x="43679" y="46719"/>
                  </a:cubicBezTo>
                  <a:cubicBezTo>
                    <a:pt x="52433" y="46810"/>
                    <a:pt x="58117" y="33861"/>
                    <a:pt x="66628" y="31430"/>
                  </a:cubicBezTo>
                  <a:cubicBezTo>
                    <a:pt x="75108" y="28998"/>
                    <a:pt x="85078" y="33709"/>
                    <a:pt x="91066" y="38451"/>
                  </a:cubicBezTo>
                  <a:cubicBezTo>
                    <a:pt x="95899" y="42250"/>
                    <a:pt x="98847" y="48482"/>
                    <a:pt x="106446" y="48785"/>
                  </a:cubicBezTo>
                  <a:cubicBezTo>
                    <a:pt x="119030" y="49272"/>
                    <a:pt x="110853" y="62950"/>
                    <a:pt x="121826" y="64743"/>
                  </a:cubicBezTo>
                  <a:cubicBezTo>
                    <a:pt x="128088" y="65746"/>
                    <a:pt x="139121" y="61612"/>
                    <a:pt x="144684" y="64986"/>
                  </a:cubicBezTo>
                  <a:cubicBezTo>
                    <a:pt x="148666" y="67388"/>
                    <a:pt x="153559" y="7176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20"/>
            <p:cNvSpPr/>
            <p:nvPr/>
          </p:nvSpPr>
          <p:spPr>
            <a:xfrm>
              <a:off x="2975000" y="442550"/>
              <a:ext cx="3962850" cy="1791075"/>
            </a:xfrm>
            <a:custGeom>
              <a:rect b="b" l="l" r="r" t="t"/>
              <a:pathLst>
                <a:path extrusionOk="0" fill="none" h="71643" w="158514">
                  <a:moveTo>
                    <a:pt x="0" y="1"/>
                  </a:moveTo>
                  <a:cubicBezTo>
                    <a:pt x="5319" y="2523"/>
                    <a:pt x="11155" y="4134"/>
                    <a:pt x="16779" y="5259"/>
                  </a:cubicBezTo>
                  <a:cubicBezTo>
                    <a:pt x="22736" y="6475"/>
                    <a:pt x="29302" y="9058"/>
                    <a:pt x="33405" y="11672"/>
                  </a:cubicBezTo>
                  <a:cubicBezTo>
                    <a:pt x="37660" y="14378"/>
                    <a:pt x="30821" y="28968"/>
                    <a:pt x="31399" y="33314"/>
                  </a:cubicBezTo>
                  <a:cubicBezTo>
                    <a:pt x="31885" y="36931"/>
                    <a:pt x="40578" y="45624"/>
                    <a:pt x="44651" y="45472"/>
                  </a:cubicBezTo>
                  <a:cubicBezTo>
                    <a:pt x="53101" y="45168"/>
                    <a:pt x="58421" y="32828"/>
                    <a:pt x="67874" y="30852"/>
                  </a:cubicBezTo>
                  <a:cubicBezTo>
                    <a:pt x="76658" y="29028"/>
                    <a:pt x="86233" y="32706"/>
                    <a:pt x="91856" y="37509"/>
                  </a:cubicBezTo>
                  <a:cubicBezTo>
                    <a:pt x="96476" y="41491"/>
                    <a:pt x="98908" y="48542"/>
                    <a:pt x="106780" y="48755"/>
                  </a:cubicBezTo>
                  <a:cubicBezTo>
                    <a:pt x="112647" y="48907"/>
                    <a:pt x="114045" y="50184"/>
                    <a:pt x="115565" y="55503"/>
                  </a:cubicBezTo>
                  <a:cubicBezTo>
                    <a:pt x="116841" y="60062"/>
                    <a:pt x="116628" y="63132"/>
                    <a:pt x="122404" y="64044"/>
                  </a:cubicBezTo>
                  <a:cubicBezTo>
                    <a:pt x="128544" y="65047"/>
                    <a:pt x="139486" y="61278"/>
                    <a:pt x="144957" y="64804"/>
                  </a:cubicBezTo>
                  <a:cubicBezTo>
                    <a:pt x="148818" y="67296"/>
                    <a:pt x="153559" y="71643"/>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20"/>
            <p:cNvSpPr/>
            <p:nvPr/>
          </p:nvSpPr>
          <p:spPr>
            <a:xfrm>
              <a:off x="2975000" y="442550"/>
              <a:ext cx="3962100" cy="1789575"/>
            </a:xfrm>
            <a:custGeom>
              <a:rect b="b" l="l" r="r" t="t"/>
              <a:pathLst>
                <a:path extrusionOk="0" fill="none" h="71583" w="158484">
                  <a:moveTo>
                    <a:pt x="0" y="1"/>
                  </a:moveTo>
                  <a:cubicBezTo>
                    <a:pt x="5380" y="2463"/>
                    <a:pt x="11216" y="4043"/>
                    <a:pt x="16900" y="5016"/>
                  </a:cubicBezTo>
                  <a:cubicBezTo>
                    <a:pt x="22797" y="6049"/>
                    <a:pt x="29058" y="8724"/>
                    <a:pt x="34135" y="10457"/>
                  </a:cubicBezTo>
                  <a:cubicBezTo>
                    <a:pt x="39667" y="12372"/>
                    <a:pt x="32037" y="28846"/>
                    <a:pt x="31855" y="32463"/>
                  </a:cubicBezTo>
                  <a:cubicBezTo>
                    <a:pt x="31672" y="36597"/>
                    <a:pt x="40852" y="44712"/>
                    <a:pt x="45503" y="44074"/>
                  </a:cubicBezTo>
                  <a:cubicBezTo>
                    <a:pt x="54165" y="42889"/>
                    <a:pt x="59606" y="32038"/>
                    <a:pt x="69090" y="30335"/>
                  </a:cubicBezTo>
                  <a:cubicBezTo>
                    <a:pt x="77479" y="28846"/>
                    <a:pt x="87388" y="31703"/>
                    <a:pt x="92646" y="36566"/>
                  </a:cubicBezTo>
                  <a:cubicBezTo>
                    <a:pt x="97084" y="40670"/>
                    <a:pt x="98908" y="48634"/>
                    <a:pt x="107084" y="48725"/>
                  </a:cubicBezTo>
                  <a:cubicBezTo>
                    <a:pt x="112890" y="48816"/>
                    <a:pt x="114501" y="49910"/>
                    <a:pt x="116203" y="55229"/>
                  </a:cubicBezTo>
                  <a:cubicBezTo>
                    <a:pt x="117571" y="59606"/>
                    <a:pt x="117297" y="62555"/>
                    <a:pt x="122951" y="63436"/>
                  </a:cubicBezTo>
                  <a:cubicBezTo>
                    <a:pt x="129030" y="64378"/>
                    <a:pt x="139851" y="60944"/>
                    <a:pt x="145200" y="64622"/>
                  </a:cubicBezTo>
                  <a:cubicBezTo>
                    <a:pt x="148939" y="67205"/>
                    <a:pt x="153590" y="7158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20"/>
            <p:cNvSpPr/>
            <p:nvPr/>
          </p:nvSpPr>
          <p:spPr>
            <a:xfrm>
              <a:off x="2975000" y="442550"/>
              <a:ext cx="3962850" cy="1785000"/>
            </a:xfrm>
            <a:custGeom>
              <a:rect b="b" l="l" r="r" t="t"/>
              <a:pathLst>
                <a:path extrusionOk="0" fill="none" h="71400" w="158514">
                  <a:moveTo>
                    <a:pt x="0" y="1"/>
                  </a:moveTo>
                  <a:cubicBezTo>
                    <a:pt x="5411" y="2432"/>
                    <a:pt x="11307" y="3952"/>
                    <a:pt x="17052" y="4803"/>
                  </a:cubicBezTo>
                  <a:cubicBezTo>
                    <a:pt x="22949" y="5685"/>
                    <a:pt x="29028" y="8967"/>
                    <a:pt x="34682" y="9362"/>
                  </a:cubicBezTo>
                  <a:cubicBezTo>
                    <a:pt x="42007" y="9849"/>
                    <a:pt x="33557" y="28360"/>
                    <a:pt x="32858" y="31065"/>
                  </a:cubicBezTo>
                  <a:cubicBezTo>
                    <a:pt x="31308" y="36931"/>
                    <a:pt x="41095" y="43801"/>
                    <a:pt x="46141" y="42676"/>
                  </a:cubicBezTo>
                  <a:cubicBezTo>
                    <a:pt x="54925" y="40761"/>
                    <a:pt x="60731" y="31703"/>
                    <a:pt x="70245" y="29819"/>
                  </a:cubicBezTo>
                  <a:cubicBezTo>
                    <a:pt x="78451" y="28177"/>
                    <a:pt x="88573" y="30731"/>
                    <a:pt x="93497" y="35563"/>
                  </a:cubicBezTo>
                  <a:cubicBezTo>
                    <a:pt x="97753" y="39728"/>
                    <a:pt x="98969" y="48725"/>
                    <a:pt x="107419" y="48755"/>
                  </a:cubicBezTo>
                  <a:cubicBezTo>
                    <a:pt x="113163" y="48755"/>
                    <a:pt x="115018" y="49667"/>
                    <a:pt x="116872" y="54956"/>
                  </a:cubicBezTo>
                  <a:cubicBezTo>
                    <a:pt x="118331" y="59181"/>
                    <a:pt x="118027" y="61977"/>
                    <a:pt x="123559" y="62798"/>
                  </a:cubicBezTo>
                  <a:cubicBezTo>
                    <a:pt x="129638" y="63710"/>
                    <a:pt x="140459" y="60579"/>
                    <a:pt x="145504" y="64470"/>
                  </a:cubicBezTo>
                  <a:cubicBezTo>
                    <a:pt x="148939" y="67144"/>
                    <a:pt x="153802" y="7140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20"/>
            <p:cNvSpPr/>
            <p:nvPr/>
          </p:nvSpPr>
          <p:spPr>
            <a:xfrm>
              <a:off x="2975000" y="442550"/>
              <a:ext cx="3962100" cy="1781975"/>
            </a:xfrm>
            <a:custGeom>
              <a:rect b="b" l="l" r="r" t="t"/>
              <a:pathLst>
                <a:path extrusionOk="0" fill="none" h="71279" w="158484">
                  <a:moveTo>
                    <a:pt x="0" y="1"/>
                  </a:moveTo>
                  <a:cubicBezTo>
                    <a:pt x="5471" y="2402"/>
                    <a:pt x="11247" y="3922"/>
                    <a:pt x="17174" y="4560"/>
                  </a:cubicBezTo>
                  <a:cubicBezTo>
                    <a:pt x="23253" y="5198"/>
                    <a:pt x="29514" y="8420"/>
                    <a:pt x="35107" y="8177"/>
                  </a:cubicBezTo>
                  <a:cubicBezTo>
                    <a:pt x="44044" y="7782"/>
                    <a:pt x="35290" y="26718"/>
                    <a:pt x="34256" y="29089"/>
                  </a:cubicBezTo>
                  <a:cubicBezTo>
                    <a:pt x="31369" y="35959"/>
                    <a:pt x="40578" y="42980"/>
                    <a:pt x="46658" y="41247"/>
                  </a:cubicBezTo>
                  <a:cubicBezTo>
                    <a:pt x="55533" y="38785"/>
                    <a:pt x="61947" y="31490"/>
                    <a:pt x="71369" y="29180"/>
                  </a:cubicBezTo>
                  <a:cubicBezTo>
                    <a:pt x="79424" y="27174"/>
                    <a:pt x="89819" y="29697"/>
                    <a:pt x="94470" y="34439"/>
                  </a:cubicBezTo>
                  <a:cubicBezTo>
                    <a:pt x="98482" y="38573"/>
                    <a:pt x="99090" y="48785"/>
                    <a:pt x="107753" y="48694"/>
                  </a:cubicBezTo>
                  <a:cubicBezTo>
                    <a:pt x="113407" y="48634"/>
                    <a:pt x="115504" y="49424"/>
                    <a:pt x="117510" y="54652"/>
                  </a:cubicBezTo>
                  <a:cubicBezTo>
                    <a:pt x="119060" y="58694"/>
                    <a:pt x="118665" y="61400"/>
                    <a:pt x="124167" y="62160"/>
                  </a:cubicBezTo>
                  <a:cubicBezTo>
                    <a:pt x="130246" y="62980"/>
                    <a:pt x="140793" y="60245"/>
                    <a:pt x="145717" y="64257"/>
                  </a:cubicBezTo>
                  <a:cubicBezTo>
                    <a:pt x="149061" y="66962"/>
                    <a:pt x="153802" y="71278"/>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20"/>
            <p:cNvSpPr/>
            <p:nvPr/>
          </p:nvSpPr>
          <p:spPr>
            <a:xfrm>
              <a:off x="2975000" y="442550"/>
              <a:ext cx="3962850" cy="1781200"/>
            </a:xfrm>
            <a:custGeom>
              <a:rect b="b" l="l" r="r" t="t"/>
              <a:pathLst>
                <a:path extrusionOk="0" fill="none" h="71248" w="158514">
                  <a:moveTo>
                    <a:pt x="0" y="1"/>
                  </a:moveTo>
                  <a:cubicBezTo>
                    <a:pt x="5502" y="2371"/>
                    <a:pt x="11338" y="3830"/>
                    <a:pt x="17326" y="4347"/>
                  </a:cubicBezTo>
                  <a:cubicBezTo>
                    <a:pt x="23405" y="4833"/>
                    <a:pt x="29484" y="7478"/>
                    <a:pt x="35381" y="7083"/>
                  </a:cubicBezTo>
                  <a:cubicBezTo>
                    <a:pt x="46171" y="6384"/>
                    <a:pt x="37660" y="22007"/>
                    <a:pt x="36080" y="26718"/>
                  </a:cubicBezTo>
                  <a:cubicBezTo>
                    <a:pt x="34560" y="31247"/>
                    <a:pt x="33192" y="34591"/>
                    <a:pt x="37387" y="37934"/>
                  </a:cubicBezTo>
                  <a:cubicBezTo>
                    <a:pt x="40062" y="40032"/>
                    <a:pt x="43983" y="40913"/>
                    <a:pt x="47144" y="39940"/>
                  </a:cubicBezTo>
                  <a:cubicBezTo>
                    <a:pt x="52007" y="38421"/>
                    <a:pt x="55959" y="34864"/>
                    <a:pt x="60548" y="32524"/>
                  </a:cubicBezTo>
                  <a:cubicBezTo>
                    <a:pt x="64409" y="30579"/>
                    <a:pt x="68360" y="29758"/>
                    <a:pt x="72403" y="28512"/>
                  </a:cubicBezTo>
                  <a:cubicBezTo>
                    <a:pt x="80275" y="26080"/>
                    <a:pt x="91187" y="28724"/>
                    <a:pt x="95503" y="33314"/>
                  </a:cubicBezTo>
                  <a:cubicBezTo>
                    <a:pt x="99303" y="37296"/>
                    <a:pt x="99212" y="48877"/>
                    <a:pt x="108118" y="48694"/>
                  </a:cubicBezTo>
                  <a:cubicBezTo>
                    <a:pt x="113589" y="48573"/>
                    <a:pt x="115990" y="49302"/>
                    <a:pt x="118148" y="54409"/>
                  </a:cubicBezTo>
                  <a:cubicBezTo>
                    <a:pt x="119820" y="58299"/>
                    <a:pt x="119364" y="60974"/>
                    <a:pt x="124805" y="61612"/>
                  </a:cubicBezTo>
                  <a:cubicBezTo>
                    <a:pt x="130519" y="62281"/>
                    <a:pt x="141249" y="59819"/>
                    <a:pt x="145991" y="64135"/>
                  </a:cubicBezTo>
                  <a:cubicBezTo>
                    <a:pt x="149213" y="67023"/>
                    <a:pt x="153863" y="71248"/>
                    <a:pt x="158514" y="68695"/>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20"/>
            <p:cNvSpPr/>
            <p:nvPr/>
          </p:nvSpPr>
          <p:spPr>
            <a:xfrm>
              <a:off x="2975000" y="442550"/>
              <a:ext cx="3962100" cy="1777400"/>
            </a:xfrm>
            <a:custGeom>
              <a:rect b="b" l="l" r="r" t="t"/>
              <a:pathLst>
                <a:path extrusionOk="0" fill="none" h="71096" w="158484">
                  <a:moveTo>
                    <a:pt x="0" y="1"/>
                  </a:moveTo>
                  <a:cubicBezTo>
                    <a:pt x="5532" y="2341"/>
                    <a:pt x="11429" y="3739"/>
                    <a:pt x="17447" y="4104"/>
                  </a:cubicBezTo>
                  <a:cubicBezTo>
                    <a:pt x="23496" y="4469"/>
                    <a:pt x="29484" y="6596"/>
                    <a:pt x="35533" y="6049"/>
                  </a:cubicBezTo>
                  <a:cubicBezTo>
                    <a:pt x="47357" y="4955"/>
                    <a:pt x="40822" y="16809"/>
                    <a:pt x="38208" y="23983"/>
                  </a:cubicBezTo>
                  <a:cubicBezTo>
                    <a:pt x="36657" y="28329"/>
                    <a:pt x="33557" y="33253"/>
                    <a:pt x="37691" y="36962"/>
                  </a:cubicBezTo>
                  <a:cubicBezTo>
                    <a:pt x="40244" y="39272"/>
                    <a:pt x="44591" y="39636"/>
                    <a:pt x="47661" y="38603"/>
                  </a:cubicBezTo>
                  <a:cubicBezTo>
                    <a:pt x="52646" y="36931"/>
                    <a:pt x="56901" y="33557"/>
                    <a:pt x="61764" y="31460"/>
                  </a:cubicBezTo>
                  <a:cubicBezTo>
                    <a:pt x="65533" y="29819"/>
                    <a:pt x="69576" y="29150"/>
                    <a:pt x="73375" y="27721"/>
                  </a:cubicBezTo>
                  <a:cubicBezTo>
                    <a:pt x="80974" y="24864"/>
                    <a:pt x="92464" y="27721"/>
                    <a:pt x="96659" y="32068"/>
                  </a:cubicBezTo>
                  <a:cubicBezTo>
                    <a:pt x="100884" y="36445"/>
                    <a:pt x="98634" y="48512"/>
                    <a:pt x="108452" y="48664"/>
                  </a:cubicBezTo>
                  <a:cubicBezTo>
                    <a:pt x="114014" y="48755"/>
                    <a:pt x="116416" y="49150"/>
                    <a:pt x="118756" y="54105"/>
                  </a:cubicBezTo>
                  <a:cubicBezTo>
                    <a:pt x="120550" y="57874"/>
                    <a:pt x="120002" y="60488"/>
                    <a:pt x="125413" y="61035"/>
                  </a:cubicBezTo>
                  <a:cubicBezTo>
                    <a:pt x="131158" y="61643"/>
                    <a:pt x="141553" y="59454"/>
                    <a:pt x="146234" y="63922"/>
                  </a:cubicBezTo>
                  <a:cubicBezTo>
                    <a:pt x="149334" y="66871"/>
                    <a:pt x="153894" y="71096"/>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20"/>
            <p:cNvSpPr/>
            <p:nvPr/>
          </p:nvSpPr>
          <p:spPr>
            <a:xfrm>
              <a:off x="2975000" y="442550"/>
              <a:ext cx="3962850" cy="1775125"/>
            </a:xfrm>
            <a:custGeom>
              <a:rect b="b" l="l" r="r" t="t"/>
              <a:pathLst>
                <a:path extrusionOk="0" fill="none" h="71005" w="158514">
                  <a:moveTo>
                    <a:pt x="0" y="1"/>
                  </a:moveTo>
                  <a:cubicBezTo>
                    <a:pt x="5593" y="2311"/>
                    <a:pt x="11520" y="3648"/>
                    <a:pt x="17569" y="3861"/>
                  </a:cubicBezTo>
                  <a:cubicBezTo>
                    <a:pt x="23587" y="4074"/>
                    <a:pt x="29636" y="5837"/>
                    <a:pt x="35594" y="5046"/>
                  </a:cubicBezTo>
                  <a:cubicBezTo>
                    <a:pt x="47569" y="3466"/>
                    <a:pt x="43800" y="12280"/>
                    <a:pt x="40578" y="20974"/>
                  </a:cubicBezTo>
                  <a:cubicBezTo>
                    <a:pt x="39059" y="25107"/>
                    <a:pt x="34773" y="31916"/>
                    <a:pt x="38268" y="35867"/>
                  </a:cubicBezTo>
                  <a:cubicBezTo>
                    <a:pt x="40548" y="38451"/>
                    <a:pt x="45381" y="38208"/>
                    <a:pt x="48238" y="37296"/>
                  </a:cubicBezTo>
                  <a:cubicBezTo>
                    <a:pt x="53405" y="35624"/>
                    <a:pt x="57965" y="32281"/>
                    <a:pt x="63102" y="30366"/>
                  </a:cubicBezTo>
                  <a:cubicBezTo>
                    <a:pt x="66780" y="28968"/>
                    <a:pt x="70701" y="28420"/>
                    <a:pt x="74257" y="26840"/>
                  </a:cubicBezTo>
                  <a:cubicBezTo>
                    <a:pt x="81552" y="23588"/>
                    <a:pt x="94075" y="26779"/>
                    <a:pt x="97935" y="30791"/>
                  </a:cubicBezTo>
                  <a:cubicBezTo>
                    <a:pt x="101887" y="34895"/>
                    <a:pt x="98938" y="48542"/>
                    <a:pt x="108817" y="48664"/>
                  </a:cubicBezTo>
                  <a:cubicBezTo>
                    <a:pt x="114227" y="48694"/>
                    <a:pt x="116872" y="49029"/>
                    <a:pt x="119364" y="53801"/>
                  </a:cubicBezTo>
                  <a:cubicBezTo>
                    <a:pt x="121249" y="57448"/>
                    <a:pt x="120702" y="60032"/>
                    <a:pt x="126021" y="60518"/>
                  </a:cubicBezTo>
                  <a:cubicBezTo>
                    <a:pt x="131826" y="61035"/>
                    <a:pt x="141857" y="59120"/>
                    <a:pt x="146507" y="63771"/>
                  </a:cubicBezTo>
                  <a:cubicBezTo>
                    <a:pt x="149456" y="66719"/>
                    <a:pt x="153924" y="7100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20"/>
            <p:cNvSpPr/>
            <p:nvPr/>
          </p:nvSpPr>
          <p:spPr>
            <a:xfrm>
              <a:off x="2975000" y="442550"/>
              <a:ext cx="3962850" cy="1772850"/>
            </a:xfrm>
            <a:custGeom>
              <a:rect b="b" l="l" r="r" t="t"/>
              <a:pathLst>
                <a:path extrusionOk="0" fill="none" h="70914" w="158514">
                  <a:moveTo>
                    <a:pt x="0" y="1"/>
                  </a:moveTo>
                  <a:cubicBezTo>
                    <a:pt x="5623" y="2280"/>
                    <a:pt x="11611" y="3526"/>
                    <a:pt x="17690" y="3648"/>
                  </a:cubicBezTo>
                  <a:cubicBezTo>
                    <a:pt x="23648" y="3709"/>
                    <a:pt x="29636" y="5016"/>
                    <a:pt x="35563" y="4104"/>
                  </a:cubicBezTo>
                  <a:cubicBezTo>
                    <a:pt x="47022" y="2371"/>
                    <a:pt x="46627" y="7843"/>
                    <a:pt x="43101" y="17812"/>
                  </a:cubicBezTo>
                  <a:cubicBezTo>
                    <a:pt x="41733" y="21612"/>
                    <a:pt x="36232" y="30670"/>
                    <a:pt x="39028" y="34621"/>
                  </a:cubicBezTo>
                  <a:cubicBezTo>
                    <a:pt x="41004" y="37387"/>
                    <a:pt x="46293" y="36901"/>
                    <a:pt x="48968" y="35989"/>
                  </a:cubicBezTo>
                  <a:cubicBezTo>
                    <a:pt x="57235" y="33071"/>
                    <a:pt x="67235" y="29667"/>
                    <a:pt x="75108" y="25867"/>
                  </a:cubicBezTo>
                  <a:cubicBezTo>
                    <a:pt x="82008" y="22524"/>
                    <a:pt x="95655" y="25746"/>
                    <a:pt x="99303" y="29484"/>
                  </a:cubicBezTo>
                  <a:cubicBezTo>
                    <a:pt x="103042" y="33284"/>
                    <a:pt x="99546" y="48573"/>
                    <a:pt x="109242" y="48573"/>
                  </a:cubicBezTo>
                  <a:cubicBezTo>
                    <a:pt x="114379" y="48573"/>
                    <a:pt x="117328" y="48968"/>
                    <a:pt x="119942" y="53527"/>
                  </a:cubicBezTo>
                  <a:cubicBezTo>
                    <a:pt x="121948" y="57023"/>
                    <a:pt x="121340" y="59606"/>
                    <a:pt x="126629" y="60032"/>
                  </a:cubicBezTo>
                  <a:cubicBezTo>
                    <a:pt x="132495" y="60488"/>
                    <a:pt x="142130" y="58725"/>
                    <a:pt x="146751" y="63558"/>
                  </a:cubicBezTo>
                  <a:cubicBezTo>
                    <a:pt x="149608" y="66567"/>
                    <a:pt x="153985" y="70913"/>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20"/>
            <p:cNvSpPr/>
            <p:nvPr/>
          </p:nvSpPr>
          <p:spPr>
            <a:xfrm>
              <a:off x="2975000" y="442550"/>
              <a:ext cx="3962100" cy="1769800"/>
            </a:xfrm>
            <a:custGeom>
              <a:rect b="b" l="l" r="r" t="t"/>
              <a:pathLst>
                <a:path extrusionOk="0" fill="none" h="70792" w="158484">
                  <a:moveTo>
                    <a:pt x="0" y="1"/>
                  </a:moveTo>
                  <a:cubicBezTo>
                    <a:pt x="5654" y="2280"/>
                    <a:pt x="11703" y="3435"/>
                    <a:pt x="17812" y="3405"/>
                  </a:cubicBezTo>
                  <a:cubicBezTo>
                    <a:pt x="23709" y="3344"/>
                    <a:pt x="29606" y="4165"/>
                    <a:pt x="35502" y="3192"/>
                  </a:cubicBezTo>
                  <a:cubicBezTo>
                    <a:pt x="37660" y="2858"/>
                    <a:pt x="42463" y="1976"/>
                    <a:pt x="44621" y="2949"/>
                  </a:cubicBezTo>
                  <a:cubicBezTo>
                    <a:pt x="49545" y="5168"/>
                    <a:pt x="46840" y="10913"/>
                    <a:pt x="45624" y="14742"/>
                  </a:cubicBezTo>
                  <a:cubicBezTo>
                    <a:pt x="43557" y="21369"/>
                    <a:pt x="34135" y="40001"/>
                    <a:pt x="49819" y="34652"/>
                  </a:cubicBezTo>
                  <a:cubicBezTo>
                    <a:pt x="58299" y="31734"/>
                    <a:pt x="67935" y="28177"/>
                    <a:pt x="76050" y="24864"/>
                  </a:cubicBezTo>
                  <a:cubicBezTo>
                    <a:pt x="83072" y="21977"/>
                    <a:pt x="96051" y="24347"/>
                    <a:pt x="100762" y="28117"/>
                  </a:cubicBezTo>
                  <a:cubicBezTo>
                    <a:pt x="105716" y="32098"/>
                    <a:pt x="98908" y="48299"/>
                    <a:pt x="109698" y="48482"/>
                  </a:cubicBezTo>
                  <a:cubicBezTo>
                    <a:pt x="114653" y="48573"/>
                    <a:pt x="117753" y="48846"/>
                    <a:pt x="120458" y="53254"/>
                  </a:cubicBezTo>
                  <a:cubicBezTo>
                    <a:pt x="122586" y="56628"/>
                    <a:pt x="121948" y="59242"/>
                    <a:pt x="127176" y="59576"/>
                  </a:cubicBezTo>
                  <a:cubicBezTo>
                    <a:pt x="133133" y="60001"/>
                    <a:pt x="142404" y="58360"/>
                    <a:pt x="146963" y="63375"/>
                  </a:cubicBezTo>
                  <a:cubicBezTo>
                    <a:pt x="149699" y="66385"/>
                    <a:pt x="153985" y="70792"/>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20"/>
            <p:cNvSpPr/>
            <p:nvPr/>
          </p:nvSpPr>
          <p:spPr>
            <a:xfrm>
              <a:off x="2975000" y="442550"/>
              <a:ext cx="3963625" cy="1767525"/>
            </a:xfrm>
            <a:custGeom>
              <a:rect b="b" l="l" r="r" t="t"/>
              <a:pathLst>
                <a:path extrusionOk="0" fill="none" h="70701" w="158545">
                  <a:moveTo>
                    <a:pt x="0" y="1"/>
                  </a:moveTo>
                  <a:cubicBezTo>
                    <a:pt x="5715" y="2250"/>
                    <a:pt x="11794" y="3314"/>
                    <a:pt x="17934" y="3192"/>
                  </a:cubicBezTo>
                  <a:cubicBezTo>
                    <a:pt x="23770" y="2979"/>
                    <a:pt x="29575" y="3314"/>
                    <a:pt x="35411" y="2341"/>
                  </a:cubicBezTo>
                  <a:cubicBezTo>
                    <a:pt x="44439" y="791"/>
                    <a:pt x="50518" y="2371"/>
                    <a:pt x="48147" y="11916"/>
                  </a:cubicBezTo>
                  <a:cubicBezTo>
                    <a:pt x="46627" y="18086"/>
                    <a:pt x="34894" y="38725"/>
                    <a:pt x="50883" y="33253"/>
                  </a:cubicBezTo>
                  <a:cubicBezTo>
                    <a:pt x="59697" y="30244"/>
                    <a:pt x="68482" y="26688"/>
                    <a:pt x="77418" y="23922"/>
                  </a:cubicBezTo>
                  <a:cubicBezTo>
                    <a:pt x="84227" y="21794"/>
                    <a:pt x="97601" y="22585"/>
                    <a:pt x="102312" y="26779"/>
                  </a:cubicBezTo>
                  <a:cubicBezTo>
                    <a:pt x="107510" y="31399"/>
                    <a:pt x="99394" y="48056"/>
                    <a:pt x="110276" y="48330"/>
                  </a:cubicBezTo>
                  <a:cubicBezTo>
                    <a:pt x="115200" y="48451"/>
                    <a:pt x="117966" y="49181"/>
                    <a:pt x="120945" y="52889"/>
                  </a:cubicBezTo>
                  <a:cubicBezTo>
                    <a:pt x="123376" y="55928"/>
                    <a:pt x="122464" y="58877"/>
                    <a:pt x="127784" y="59150"/>
                  </a:cubicBezTo>
                  <a:cubicBezTo>
                    <a:pt x="133711" y="59454"/>
                    <a:pt x="142769" y="58026"/>
                    <a:pt x="147267" y="63223"/>
                  </a:cubicBezTo>
                  <a:cubicBezTo>
                    <a:pt x="149881" y="66202"/>
                    <a:pt x="154076" y="70701"/>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20"/>
            <p:cNvSpPr/>
            <p:nvPr/>
          </p:nvSpPr>
          <p:spPr>
            <a:xfrm>
              <a:off x="2975000" y="442550"/>
              <a:ext cx="3962850" cy="1765250"/>
            </a:xfrm>
            <a:custGeom>
              <a:rect b="b" l="l" r="r" t="t"/>
              <a:pathLst>
                <a:path extrusionOk="0" fill="none" h="70610" w="158514">
                  <a:moveTo>
                    <a:pt x="0" y="1"/>
                  </a:moveTo>
                  <a:cubicBezTo>
                    <a:pt x="5745" y="2219"/>
                    <a:pt x="11885" y="3223"/>
                    <a:pt x="18025" y="2949"/>
                  </a:cubicBezTo>
                  <a:cubicBezTo>
                    <a:pt x="23800" y="2645"/>
                    <a:pt x="29514" y="2493"/>
                    <a:pt x="35259" y="1490"/>
                  </a:cubicBezTo>
                  <a:cubicBezTo>
                    <a:pt x="38056" y="1004"/>
                    <a:pt x="42189" y="396"/>
                    <a:pt x="44986" y="1064"/>
                  </a:cubicBezTo>
                  <a:cubicBezTo>
                    <a:pt x="50183" y="2280"/>
                    <a:pt x="51065" y="4803"/>
                    <a:pt x="50487" y="9454"/>
                  </a:cubicBezTo>
                  <a:cubicBezTo>
                    <a:pt x="49728" y="14986"/>
                    <a:pt x="36627" y="36870"/>
                    <a:pt x="52068" y="31825"/>
                  </a:cubicBezTo>
                  <a:cubicBezTo>
                    <a:pt x="60944" y="28937"/>
                    <a:pt x="69910" y="25533"/>
                    <a:pt x="79029" y="23010"/>
                  </a:cubicBezTo>
                  <a:cubicBezTo>
                    <a:pt x="86111" y="21095"/>
                    <a:pt x="98969" y="21551"/>
                    <a:pt x="103893" y="25472"/>
                  </a:cubicBezTo>
                  <a:cubicBezTo>
                    <a:pt x="109212" y="29697"/>
                    <a:pt x="100093" y="47661"/>
                    <a:pt x="110823" y="48147"/>
                  </a:cubicBezTo>
                  <a:cubicBezTo>
                    <a:pt x="115595" y="48360"/>
                    <a:pt x="118422" y="49120"/>
                    <a:pt x="121431" y="52646"/>
                  </a:cubicBezTo>
                  <a:cubicBezTo>
                    <a:pt x="123923" y="55594"/>
                    <a:pt x="123103" y="58542"/>
                    <a:pt x="128300" y="58786"/>
                  </a:cubicBezTo>
                  <a:cubicBezTo>
                    <a:pt x="134288" y="59059"/>
                    <a:pt x="143042" y="57783"/>
                    <a:pt x="147480" y="63041"/>
                  </a:cubicBezTo>
                  <a:cubicBezTo>
                    <a:pt x="150003" y="65989"/>
                    <a:pt x="154076" y="7061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20"/>
            <p:cNvSpPr/>
            <p:nvPr/>
          </p:nvSpPr>
          <p:spPr>
            <a:xfrm>
              <a:off x="2975000" y="428125"/>
              <a:ext cx="3962850" cy="1777400"/>
            </a:xfrm>
            <a:custGeom>
              <a:rect b="b" l="l" r="r" t="t"/>
              <a:pathLst>
                <a:path extrusionOk="0" fill="none" h="71096" w="158514">
                  <a:moveTo>
                    <a:pt x="0" y="578"/>
                  </a:moveTo>
                  <a:cubicBezTo>
                    <a:pt x="5715" y="2705"/>
                    <a:pt x="12128" y="3769"/>
                    <a:pt x="18146" y="3313"/>
                  </a:cubicBezTo>
                  <a:cubicBezTo>
                    <a:pt x="23861" y="2888"/>
                    <a:pt x="29484" y="2219"/>
                    <a:pt x="35138" y="1246"/>
                  </a:cubicBezTo>
                  <a:cubicBezTo>
                    <a:pt x="42554" y="0"/>
                    <a:pt x="52281" y="1489"/>
                    <a:pt x="52585" y="7994"/>
                  </a:cubicBezTo>
                  <a:cubicBezTo>
                    <a:pt x="52767" y="12523"/>
                    <a:pt x="39211" y="35350"/>
                    <a:pt x="53436" y="30882"/>
                  </a:cubicBezTo>
                  <a:cubicBezTo>
                    <a:pt x="62372" y="28086"/>
                    <a:pt x="71673" y="25137"/>
                    <a:pt x="80914" y="22736"/>
                  </a:cubicBezTo>
                  <a:cubicBezTo>
                    <a:pt x="88604" y="20760"/>
                    <a:pt x="100032" y="21551"/>
                    <a:pt x="105443" y="24803"/>
                  </a:cubicBezTo>
                  <a:cubicBezTo>
                    <a:pt x="111674" y="28511"/>
                    <a:pt x="99941" y="47508"/>
                    <a:pt x="111431" y="48511"/>
                  </a:cubicBezTo>
                  <a:cubicBezTo>
                    <a:pt x="116081" y="48937"/>
                    <a:pt x="118847" y="49606"/>
                    <a:pt x="121887" y="52980"/>
                  </a:cubicBezTo>
                  <a:cubicBezTo>
                    <a:pt x="124440" y="55837"/>
                    <a:pt x="123741" y="58785"/>
                    <a:pt x="128787" y="58998"/>
                  </a:cubicBezTo>
                  <a:cubicBezTo>
                    <a:pt x="134836" y="59271"/>
                    <a:pt x="143316" y="58147"/>
                    <a:pt x="147723" y="63436"/>
                  </a:cubicBezTo>
                  <a:cubicBezTo>
                    <a:pt x="150125" y="66323"/>
                    <a:pt x="154106" y="71095"/>
                    <a:pt x="158514" y="6924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20"/>
            <p:cNvSpPr/>
            <p:nvPr/>
          </p:nvSpPr>
          <p:spPr>
            <a:xfrm>
              <a:off x="2975000" y="412925"/>
              <a:ext cx="3962850" cy="1789550"/>
            </a:xfrm>
            <a:custGeom>
              <a:rect b="b" l="l" r="r" t="t"/>
              <a:pathLst>
                <a:path extrusionOk="0" fill="none" h="71582" w="158514">
                  <a:moveTo>
                    <a:pt x="0" y="1186"/>
                  </a:moveTo>
                  <a:cubicBezTo>
                    <a:pt x="5745" y="3283"/>
                    <a:pt x="12219" y="4286"/>
                    <a:pt x="18238" y="3678"/>
                  </a:cubicBezTo>
                  <a:cubicBezTo>
                    <a:pt x="23891" y="3131"/>
                    <a:pt x="29454" y="1976"/>
                    <a:pt x="35046" y="1034"/>
                  </a:cubicBezTo>
                  <a:cubicBezTo>
                    <a:pt x="41308" y="0"/>
                    <a:pt x="52980" y="638"/>
                    <a:pt x="54317" y="7082"/>
                  </a:cubicBezTo>
                  <a:cubicBezTo>
                    <a:pt x="55260" y="11672"/>
                    <a:pt x="42159" y="33557"/>
                    <a:pt x="54895" y="29879"/>
                  </a:cubicBezTo>
                  <a:cubicBezTo>
                    <a:pt x="64044" y="27204"/>
                    <a:pt x="73588" y="24864"/>
                    <a:pt x="82950" y="22523"/>
                  </a:cubicBezTo>
                  <a:cubicBezTo>
                    <a:pt x="90488" y="20608"/>
                    <a:pt x="101248" y="21186"/>
                    <a:pt x="106932" y="24256"/>
                  </a:cubicBezTo>
                  <a:cubicBezTo>
                    <a:pt x="113862" y="27964"/>
                    <a:pt x="100762" y="47478"/>
                    <a:pt x="112069" y="48876"/>
                  </a:cubicBezTo>
                  <a:cubicBezTo>
                    <a:pt x="116264" y="49363"/>
                    <a:pt x="119729" y="49879"/>
                    <a:pt x="122343" y="53344"/>
                  </a:cubicBezTo>
                  <a:cubicBezTo>
                    <a:pt x="124562" y="56354"/>
                    <a:pt x="124653" y="59089"/>
                    <a:pt x="129273" y="59272"/>
                  </a:cubicBezTo>
                  <a:cubicBezTo>
                    <a:pt x="135352" y="59545"/>
                    <a:pt x="143620" y="58603"/>
                    <a:pt x="147936" y="63861"/>
                  </a:cubicBezTo>
                  <a:cubicBezTo>
                    <a:pt x="150277" y="66688"/>
                    <a:pt x="154137" y="71582"/>
                    <a:pt x="158514" y="6984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20"/>
            <p:cNvSpPr/>
            <p:nvPr/>
          </p:nvSpPr>
          <p:spPr>
            <a:xfrm>
              <a:off x="2975000" y="386325"/>
              <a:ext cx="3962850" cy="1813875"/>
            </a:xfrm>
            <a:custGeom>
              <a:rect b="b" l="l" r="r" t="t"/>
              <a:pathLst>
                <a:path extrusionOk="0" fill="none" h="72555" w="158514">
                  <a:moveTo>
                    <a:pt x="0" y="2250"/>
                  </a:moveTo>
                  <a:cubicBezTo>
                    <a:pt x="5806" y="4286"/>
                    <a:pt x="12371" y="5259"/>
                    <a:pt x="18390" y="4529"/>
                  </a:cubicBezTo>
                  <a:cubicBezTo>
                    <a:pt x="23982" y="3830"/>
                    <a:pt x="29423" y="2250"/>
                    <a:pt x="35046" y="1307"/>
                  </a:cubicBezTo>
                  <a:cubicBezTo>
                    <a:pt x="42767" y="0"/>
                    <a:pt x="52402" y="2067"/>
                    <a:pt x="55685" y="7174"/>
                  </a:cubicBezTo>
                  <a:cubicBezTo>
                    <a:pt x="57570" y="10183"/>
                    <a:pt x="46658" y="32159"/>
                    <a:pt x="56719" y="29271"/>
                  </a:cubicBezTo>
                  <a:cubicBezTo>
                    <a:pt x="65442" y="26748"/>
                    <a:pt x="75746" y="25077"/>
                    <a:pt x="85139" y="22736"/>
                  </a:cubicBezTo>
                  <a:cubicBezTo>
                    <a:pt x="92494" y="20882"/>
                    <a:pt x="102099" y="21338"/>
                    <a:pt x="108300" y="24317"/>
                  </a:cubicBezTo>
                  <a:cubicBezTo>
                    <a:pt x="116477" y="28207"/>
                    <a:pt x="101765" y="47873"/>
                    <a:pt x="112799" y="49636"/>
                  </a:cubicBezTo>
                  <a:cubicBezTo>
                    <a:pt x="116780" y="50275"/>
                    <a:pt x="120215" y="50852"/>
                    <a:pt x="122768" y="54165"/>
                  </a:cubicBezTo>
                  <a:cubicBezTo>
                    <a:pt x="125048" y="57083"/>
                    <a:pt x="125200" y="59849"/>
                    <a:pt x="129729" y="60032"/>
                  </a:cubicBezTo>
                  <a:cubicBezTo>
                    <a:pt x="135839" y="60336"/>
                    <a:pt x="143893" y="59545"/>
                    <a:pt x="148179" y="64773"/>
                  </a:cubicBezTo>
                  <a:cubicBezTo>
                    <a:pt x="150459" y="67539"/>
                    <a:pt x="154167" y="72555"/>
                    <a:pt x="158514" y="7091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20"/>
            <p:cNvSpPr/>
            <p:nvPr/>
          </p:nvSpPr>
          <p:spPr>
            <a:xfrm>
              <a:off x="2975000" y="367325"/>
              <a:ext cx="3962850" cy="1829825"/>
            </a:xfrm>
            <a:custGeom>
              <a:rect b="b" l="l" r="r" t="t"/>
              <a:pathLst>
                <a:path extrusionOk="0" fill="none" h="73193" w="158514">
                  <a:moveTo>
                    <a:pt x="0" y="3010"/>
                  </a:moveTo>
                  <a:cubicBezTo>
                    <a:pt x="5836" y="5016"/>
                    <a:pt x="12432" y="5897"/>
                    <a:pt x="18481" y="5046"/>
                  </a:cubicBezTo>
                  <a:cubicBezTo>
                    <a:pt x="24104" y="4286"/>
                    <a:pt x="29514" y="2067"/>
                    <a:pt x="35077" y="1216"/>
                  </a:cubicBezTo>
                  <a:cubicBezTo>
                    <a:pt x="43010" y="0"/>
                    <a:pt x="51703" y="2584"/>
                    <a:pt x="56719" y="7447"/>
                  </a:cubicBezTo>
                  <a:cubicBezTo>
                    <a:pt x="60123" y="10791"/>
                    <a:pt x="50335" y="30396"/>
                    <a:pt x="58998" y="28360"/>
                  </a:cubicBezTo>
                  <a:cubicBezTo>
                    <a:pt x="67722" y="26293"/>
                    <a:pt x="78056" y="25016"/>
                    <a:pt x="87357" y="22615"/>
                  </a:cubicBezTo>
                  <a:cubicBezTo>
                    <a:pt x="94531" y="20761"/>
                    <a:pt x="103224" y="21065"/>
                    <a:pt x="109546" y="24104"/>
                  </a:cubicBezTo>
                  <a:cubicBezTo>
                    <a:pt x="118209" y="28268"/>
                    <a:pt x="103376" y="47965"/>
                    <a:pt x="113559" y="50062"/>
                  </a:cubicBezTo>
                  <a:cubicBezTo>
                    <a:pt x="117328" y="50822"/>
                    <a:pt x="120671" y="51551"/>
                    <a:pt x="123194" y="54682"/>
                  </a:cubicBezTo>
                  <a:cubicBezTo>
                    <a:pt x="125474" y="57539"/>
                    <a:pt x="125717" y="60305"/>
                    <a:pt x="130155" y="60518"/>
                  </a:cubicBezTo>
                  <a:cubicBezTo>
                    <a:pt x="136295" y="60852"/>
                    <a:pt x="144137" y="60214"/>
                    <a:pt x="148392" y="65381"/>
                  </a:cubicBezTo>
                  <a:cubicBezTo>
                    <a:pt x="150611" y="68056"/>
                    <a:pt x="154228" y="73193"/>
                    <a:pt x="158514" y="7167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20"/>
            <p:cNvSpPr/>
            <p:nvPr/>
          </p:nvSpPr>
          <p:spPr>
            <a:xfrm>
              <a:off x="2975000" y="347575"/>
              <a:ext cx="3962850" cy="1845775"/>
            </a:xfrm>
            <a:custGeom>
              <a:rect b="b" l="l" r="r" t="t"/>
              <a:pathLst>
                <a:path extrusionOk="0" fill="none" h="73831" w="158514">
                  <a:moveTo>
                    <a:pt x="0" y="3800"/>
                  </a:moveTo>
                  <a:cubicBezTo>
                    <a:pt x="5867" y="5775"/>
                    <a:pt x="12554" y="6566"/>
                    <a:pt x="18602" y="5623"/>
                  </a:cubicBezTo>
                  <a:cubicBezTo>
                    <a:pt x="24256" y="4711"/>
                    <a:pt x="29575" y="1915"/>
                    <a:pt x="35229" y="1125"/>
                  </a:cubicBezTo>
                  <a:cubicBezTo>
                    <a:pt x="43284" y="0"/>
                    <a:pt x="51217" y="3404"/>
                    <a:pt x="57448" y="7903"/>
                  </a:cubicBezTo>
                  <a:cubicBezTo>
                    <a:pt x="62129" y="11247"/>
                    <a:pt x="59454" y="16353"/>
                    <a:pt x="58421" y="20852"/>
                  </a:cubicBezTo>
                  <a:cubicBezTo>
                    <a:pt x="57782" y="23587"/>
                    <a:pt x="56506" y="28420"/>
                    <a:pt x="61582" y="27599"/>
                  </a:cubicBezTo>
                  <a:cubicBezTo>
                    <a:pt x="70305" y="26171"/>
                    <a:pt x="80366" y="24925"/>
                    <a:pt x="89516" y="22493"/>
                  </a:cubicBezTo>
                  <a:cubicBezTo>
                    <a:pt x="96628" y="20639"/>
                    <a:pt x="104501" y="20700"/>
                    <a:pt x="110732" y="23952"/>
                  </a:cubicBezTo>
                  <a:cubicBezTo>
                    <a:pt x="119698" y="28663"/>
                    <a:pt x="104501" y="47600"/>
                    <a:pt x="114379" y="50487"/>
                  </a:cubicBezTo>
                  <a:cubicBezTo>
                    <a:pt x="117996" y="51551"/>
                    <a:pt x="121157" y="52250"/>
                    <a:pt x="123619" y="55229"/>
                  </a:cubicBezTo>
                  <a:cubicBezTo>
                    <a:pt x="125899" y="57995"/>
                    <a:pt x="126203" y="60791"/>
                    <a:pt x="130550" y="61065"/>
                  </a:cubicBezTo>
                  <a:cubicBezTo>
                    <a:pt x="136659" y="61399"/>
                    <a:pt x="144380" y="60913"/>
                    <a:pt x="148605" y="65989"/>
                  </a:cubicBezTo>
                  <a:cubicBezTo>
                    <a:pt x="150793" y="68603"/>
                    <a:pt x="154258" y="73831"/>
                    <a:pt x="158514" y="7246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20"/>
            <p:cNvSpPr/>
            <p:nvPr/>
          </p:nvSpPr>
          <p:spPr>
            <a:xfrm>
              <a:off x="2975000" y="324000"/>
              <a:ext cx="3962850" cy="1867075"/>
            </a:xfrm>
            <a:custGeom>
              <a:rect b="b" l="l" r="r" t="t"/>
              <a:pathLst>
                <a:path extrusionOk="0" fill="none" h="74683" w="158514">
                  <a:moveTo>
                    <a:pt x="0" y="4743"/>
                  </a:moveTo>
                  <a:cubicBezTo>
                    <a:pt x="5897" y="6688"/>
                    <a:pt x="12645" y="7387"/>
                    <a:pt x="18724" y="6323"/>
                  </a:cubicBezTo>
                  <a:cubicBezTo>
                    <a:pt x="24469" y="5290"/>
                    <a:pt x="29758" y="1977"/>
                    <a:pt x="35502" y="1156"/>
                  </a:cubicBezTo>
                  <a:cubicBezTo>
                    <a:pt x="43466" y="1"/>
                    <a:pt x="51460" y="4682"/>
                    <a:pt x="57934" y="8572"/>
                  </a:cubicBezTo>
                  <a:cubicBezTo>
                    <a:pt x="62858" y="11521"/>
                    <a:pt x="62099" y="15411"/>
                    <a:pt x="61339" y="20153"/>
                  </a:cubicBezTo>
                  <a:cubicBezTo>
                    <a:pt x="60883" y="22919"/>
                    <a:pt x="59576" y="27448"/>
                    <a:pt x="64378" y="27144"/>
                  </a:cubicBezTo>
                  <a:cubicBezTo>
                    <a:pt x="73223" y="26597"/>
                    <a:pt x="82737" y="24834"/>
                    <a:pt x="91643" y="22494"/>
                  </a:cubicBezTo>
                  <a:cubicBezTo>
                    <a:pt x="98817" y="20609"/>
                    <a:pt x="105747" y="20366"/>
                    <a:pt x="111856" y="23983"/>
                  </a:cubicBezTo>
                  <a:cubicBezTo>
                    <a:pt x="120519" y="29120"/>
                    <a:pt x="105990" y="47296"/>
                    <a:pt x="115230" y="51035"/>
                  </a:cubicBezTo>
                  <a:cubicBezTo>
                    <a:pt x="118543" y="52372"/>
                    <a:pt x="121705" y="53072"/>
                    <a:pt x="124045" y="55898"/>
                  </a:cubicBezTo>
                  <a:cubicBezTo>
                    <a:pt x="126325" y="58634"/>
                    <a:pt x="126659" y="61461"/>
                    <a:pt x="130914" y="61765"/>
                  </a:cubicBezTo>
                  <a:cubicBezTo>
                    <a:pt x="136994" y="62160"/>
                    <a:pt x="144593" y="61825"/>
                    <a:pt x="148818" y="66810"/>
                  </a:cubicBezTo>
                  <a:cubicBezTo>
                    <a:pt x="150945" y="69364"/>
                    <a:pt x="154289" y="74683"/>
                    <a:pt x="158514" y="73406"/>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20"/>
            <p:cNvSpPr/>
            <p:nvPr/>
          </p:nvSpPr>
          <p:spPr>
            <a:xfrm>
              <a:off x="2975000" y="297425"/>
              <a:ext cx="3962850" cy="1890625"/>
            </a:xfrm>
            <a:custGeom>
              <a:rect b="b" l="l" r="r" t="t"/>
              <a:pathLst>
                <a:path extrusionOk="0" fill="none" h="75625" w="158514">
                  <a:moveTo>
                    <a:pt x="0" y="5806"/>
                  </a:moveTo>
                  <a:cubicBezTo>
                    <a:pt x="5927" y="7690"/>
                    <a:pt x="12918" y="8450"/>
                    <a:pt x="18815" y="7173"/>
                  </a:cubicBezTo>
                  <a:cubicBezTo>
                    <a:pt x="24530" y="5927"/>
                    <a:pt x="30122" y="2128"/>
                    <a:pt x="35928" y="1216"/>
                  </a:cubicBezTo>
                  <a:cubicBezTo>
                    <a:pt x="43648" y="0"/>
                    <a:pt x="52494" y="5593"/>
                    <a:pt x="58178" y="9392"/>
                  </a:cubicBezTo>
                  <a:cubicBezTo>
                    <a:pt x="62585" y="12310"/>
                    <a:pt x="64226" y="14347"/>
                    <a:pt x="64074" y="19940"/>
                  </a:cubicBezTo>
                  <a:cubicBezTo>
                    <a:pt x="64014" y="22797"/>
                    <a:pt x="62828" y="26839"/>
                    <a:pt x="67296" y="27022"/>
                  </a:cubicBezTo>
                  <a:cubicBezTo>
                    <a:pt x="76081" y="27417"/>
                    <a:pt x="85199" y="24560"/>
                    <a:pt x="93589" y="22584"/>
                  </a:cubicBezTo>
                  <a:cubicBezTo>
                    <a:pt x="100975" y="20851"/>
                    <a:pt x="106598" y="19879"/>
                    <a:pt x="112920" y="24165"/>
                  </a:cubicBezTo>
                  <a:cubicBezTo>
                    <a:pt x="121188" y="29788"/>
                    <a:pt x="107753" y="47113"/>
                    <a:pt x="116142" y="51673"/>
                  </a:cubicBezTo>
                  <a:cubicBezTo>
                    <a:pt x="119030" y="53223"/>
                    <a:pt x="122221" y="54013"/>
                    <a:pt x="124501" y="56718"/>
                  </a:cubicBezTo>
                  <a:cubicBezTo>
                    <a:pt x="126781" y="59423"/>
                    <a:pt x="127115" y="62281"/>
                    <a:pt x="131279" y="62615"/>
                  </a:cubicBezTo>
                  <a:cubicBezTo>
                    <a:pt x="137358" y="63101"/>
                    <a:pt x="144836" y="62828"/>
                    <a:pt x="149030" y="67752"/>
                  </a:cubicBezTo>
                  <a:cubicBezTo>
                    <a:pt x="151158" y="70244"/>
                    <a:pt x="154350" y="75624"/>
                    <a:pt x="158514" y="7446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20"/>
            <p:cNvSpPr/>
            <p:nvPr/>
          </p:nvSpPr>
          <p:spPr>
            <a:xfrm>
              <a:off x="2975000" y="270050"/>
              <a:ext cx="3962100" cy="1914200"/>
            </a:xfrm>
            <a:custGeom>
              <a:rect b="b" l="l" r="r" t="t"/>
              <a:pathLst>
                <a:path extrusionOk="0" fill="none" h="76568" w="158484">
                  <a:moveTo>
                    <a:pt x="0" y="6901"/>
                  </a:moveTo>
                  <a:cubicBezTo>
                    <a:pt x="5988" y="8785"/>
                    <a:pt x="13040" y="9484"/>
                    <a:pt x="18937" y="8025"/>
                  </a:cubicBezTo>
                  <a:cubicBezTo>
                    <a:pt x="24803" y="6627"/>
                    <a:pt x="30396" y="2402"/>
                    <a:pt x="36414" y="1338"/>
                  </a:cubicBezTo>
                  <a:cubicBezTo>
                    <a:pt x="44013" y="1"/>
                    <a:pt x="52463" y="6688"/>
                    <a:pt x="58208" y="10244"/>
                  </a:cubicBezTo>
                  <a:cubicBezTo>
                    <a:pt x="62676" y="13010"/>
                    <a:pt x="65138" y="14925"/>
                    <a:pt x="66476" y="20092"/>
                  </a:cubicBezTo>
                  <a:cubicBezTo>
                    <a:pt x="67235" y="22980"/>
                    <a:pt x="65868" y="26536"/>
                    <a:pt x="70214" y="27144"/>
                  </a:cubicBezTo>
                  <a:cubicBezTo>
                    <a:pt x="78695" y="28329"/>
                    <a:pt x="87753" y="24104"/>
                    <a:pt x="95351" y="22646"/>
                  </a:cubicBezTo>
                  <a:cubicBezTo>
                    <a:pt x="102950" y="21187"/>
                    <a:pt x="107327" y="19150"/>
                    <a:pt x="113893" y="24408"/>
                  </a:cubicBezTo>
                  <a:cubicBezTo>
                    <a:pt x="121309" y="30366"/>
                    <a:pt x="109668" y="47023"/>
                    <a:pt x="117084" y="52251"/>
                  </a:cubicBezTo>
                  <a:cubicBezTo>
                    <a:pt x="119577" y="54014"/>
                    <a:pt x="122586" y="54956"/>
                    <a:pt x="125018" y="57418"/>
                  </a:cubicBezTo>
                  <a:cubicBezTo>
                    <a:pt x="127419" y="59880"/>
                    <a:pt x="127145" y="63011"/>
                    <a:pt x="131614" y="63436"/>
                  </a:cubicBezTo>
                  <a:cubicBezTo>
                    <a:pt x="137602" y="64014"/>
                    <a:pt x="144988" y="63832"/>
                    <a:pt x="149213" y="68695"/>
                  </a:cubicBezTo>
                  <a:cubicBezTo>
                    <a:pt x="151310" y="71126"/>
                    <a:pt x="154410" y="76567"/>
                    <a:pt x="158483" y="755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20"/>
            <p:cNvSpPr/>
            <p:nvPr/>
          </p:nvSpPr>
          <p:spPr>
            <a:xfrm>
              <a:off x="2975000" y="244975"/>
              <a:ext cx="3962100" cy="1937000"/>
            </a:xfrm>
            <a:custGeom>
              <a:rect b="b" l="l" r="r" t="t"/>
              <a:pathLst>
                <a:path extrusionOk="0" fill="none" h="77480" w="158484">
                  <a:moveTo>
                    <a:pt x="0" y="7904"/>
                  </a:moveTo>
                  <a:cubicBezTo>
                    <a:pt x="6019" y="9758"/>
                    <a:pt x="13162" y="10366"/>
                    <a:pt x="19058" y="8815"/>
                  </a:cubicBezTo>
                  <a:cubicBezTo>
                    <a:pt x="25077" y="7204"/>
                    <a:pt x="30730" y="2554"/>
                    <a:pt x="36992" y="1429"/>
                  </a:cubicBezTo>
                  <a:cubicBezTo>
                    <a:pt x="44773" y="1"/>
                    <a:pt x="52038" y="7296"/>
                    <a:pt x="58086" y="10974"/>
                  </a:cubicBezTo>
                  <a:cubicBezTo>
                    <a:pt x="62463" y="13618"/>
                    <a:pt x="66111" y="15806"/>
                    <a:pt x="68482" y="20457"/>
                  </a:cubicBezTo>
                  <a:cubicBezTo>
                    <a:pt x="69910" y="23253"/>
                    <a:pt x="69090" y="26475"/>
                    <a:pt x="73041" y="27387"/>
                  </a:cubicBezTo>
                  <a:cubicBezTo>
                    <a:pt x="81005" y="29180"/>
                    <a:pt x="90002" y="23679"/>
                    <a:pt x="96841" y="22615"/>
                  </a:cubicBezTo>
                  <a:cubicBezTo>
                    <a:pt x="104622" y="21399"/>
                    <a:pt x="107692" y="18360"/>
                    <a:pt x="114714" y="24621"/>
                  </a:cubicBezTo>
                  <a:cubicBezTo>
                    <a:pt x="121917" y="31065"/>
                    <a:pt x="111552" y="46780"/>
                    <a:pt x="118087" y="52767"/>
                  </a:cubicBezTo>
                  <a:cubicBezTo>
                    <a:pt x="120124" y="54682"/>
                    <a:pt x="123224" y="55807"/>
                    <a:pt x="125443" y="58178"/>
                  </a:cubicBezTo>
                  <a:cubicBezTo>
                    <a:pt x="127784" y="60640"/>
                    <a:pt x="127632" y="63771"/>
                    <a:pt x="131918" y="64257"/>
                  </a:cubicBezTo>
                  <a:cubicBezTo>
                    <a:pt x="137905" y="64956"/>
                    <a:pt x="145170" y="64804"/>
                    <a:pt x="149425" y="69576"/>
                  </a:cubicBezTo>
                  <a:cubicBezTo>
                    <a:pt x="151523" y="71947"/>
                    <a:pt x="154471" y="77479"/>
                    <a:pt x="158483" y="765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20"/>
            <p:cNvSpPr/>
            <p:nvPr/>
          </p:nvSpPr>
          <p:spPr>
            <a:xfrm>
              <a:off x="2975000" y="222950"/>
              <a:ext cx="3962100" cy="1955225"/>
            </a:xfrm>
            <a:custGeom>
              <a:rect b="b" l="l" r="r" t="t"/>
              <a:pathLst>
                <a:path extrusionOk="0" fill="none" h="78209" w="158484">
                  <a:moveTo>
                    <a:pt x="0" y="8785"/>
                  </a:moveTo>
                  <a:cubicBezTo>
                    <a:pt x="6079" y="10608"/>
                    <a:pt x="13313" y="11155"/>
                    <a:pt x="19180" y="9453"/>
                  </a:cubicBezTo>
                  <a:cubicBezTo>
                    <a:pt x="25289" y="7690"/>
                    <a:pt x="31125" y="2584"/>
                    <a:pt x="37569" y="1459"/>
                  </a:cubicBezTo>
                  <a:cubicBezTo>
                    <a:pt x="45776" y="0"/>
                    <a:pt x="51642" y="7630"/>
                    <a:pt x="57874" y="11520"/>
                  </a:cubicBezTo>
                  <a:cubicBezTo>
                    <a:pt x="62099" y="14134"/>
                    <a:pt x="67175" y="16596"/>
                    <a:pt x="70123" y="20882"/>
                  </a:cubicBezTo>
                  <a:cubicBezTo>
                    <a:pt x="71886" y="23466"/>
                    <a:pt x="72190" y="26688"/>
                    <a:pt x="75625" y="27569"/>
                  </a:cubicBezTo>
                  <a:cubicBezTo>
                    <a:pt x="83193" y="29484"/>
                    <a:pt x="91339" y="23374"/>
                    <a:pt x="97996" y="22371"/>
                  </a:cubicBezTo>
                  <a:cubicBezTo>
                    <a:pt x="106051" y="21186"/>
                    <a:pt x="108391" y="17630"/>
                    <a:pt x="115473" y="24773"/>
                  </a:cubicBezTo>
                  <a:cubicBezTo>
                    <a:pt x="122039" y="31369"/>
                    <a:pt x="113528" y="46475"/>
                    <a:pt x="119060" y="53101"/>
                  </a:cubicBezTo>
                  <a:cubicBezTo>
                    <a:pt x="120732" y="55107"/>
                    <a:pt x="123802" y="56475"/>
                    <a:pt x="125869" y="58785"/>
                  </a:cubicBezTo>
                  <a:cubicBezTo>
                    <a:pt x="128088" y="61247"/>
                    <a:pt x="128057" y="64348"/>
                    <a:pt x="132191" y="64925"/>
                  </a:cubicBezTo>
                  <a:cubicBezTo>
                    <a:pt x="138179" y="65746"/>
                    <a:pt x="145352" y="65594"/>
                    <a:pt x="149608" y="70305"/>
                  </a:cubicBezTo>
                  <a:cubicBezTo>
                    <a:pt x="151705" y="72615"/>
                    <a:pt x="154502" y="78208"/>
                    <a:pt x="158483" y="7744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20"/>
            <p:cNvSpPr/>
            <p:nvPr/>
          </p:nvSpPr>
          <p:spPr>
            <a:xfrm>
              <a:off x="2975000" y="197875"/>
              <a:ext cx="3962850" cy="1976500"/>
            </a:xfrm>
            <a:custGeom>
              <a:rect b="b" l="l" r="r" t="t"/>
              <a:pathLst>
                <a:path extrusionOk="0" fill="none" h="79060" w="158514">
                  <a:moveTo>
                    <a:pt x="0" y="9788"/>
                  </a:moveTo>
                  <a:cubicBezTo>
                    <a:pt x="6110" y="11551"/>
                    <a:pt x="13222" y="11824"/>
                    <a:pt x="19301" y="10244"/>
                  </a:cubicBezTo>
                  <a:cubicBezTo>
                    <a:pt x="26080" y="8450"/>
                    <a:pt x="31369" y="3040"/>
                    <a:pt x="38208" y="1642"/>
                  </a:cubicBezTo>
                  <a:cubicBezTo>
                    <a:pt x="46384" y="0"/>
                    <a:pt x="51855" y="8207"/>
                    <a:pt x="57600" y="12098"/>
                  </a:cubicBezTo>
                  <a:cubicBezTo>
                    <a:pt x="61886" y="14985"/>
                    <a:pt x="67296" y="17478"/>
                    <a:pt x="71065" y="21368"/>
                  </a:cubicBezTo>
                  <a:cubicBezTo>
                    <a:pt x="73315" y="23678"/>
                    <a:pt x="74743" y="27113"/>
                    <a:pt x="77904" y="27903"/>
                  </a:cubicBezTo>
                  <a:cubicBezTo>
                    <a:pt x="84865" y="29575"/>
                    <a:pt x="91978" y="23648"/>
                    <a:pt x="98847" y="22280"/>
                  </a:cubicBezTo>
                  <a:cubicBezTo>
                    <a:pt x="107419" y="20517"/>
                    <a:pt x="109850" y="17903"/>
                    <a:pt x="116233" y="25077"/>
                  </a:cubicBezTo>
                  <a:cubicBezTo>
                    <a:pt x="122069" y="31642"/>
                    <a:pt x="115656" y="46536"/>
                    <a:pt x="120154" y="53557"/>
                  </a:cubicBezTo>
                  <a:cubicBezTo>
                    <a:pt x="121492" y="55624"/>
                    <a:pt x="124471" y="57235"/>
                    <a:pt x="126325" y="59484"/>
                  </a:cubicBezTo>
                  <a:cubicBezTo>
                    <a:pt x="128422" y="61977"/>
                    <a:pt x="128544" y="65047"/>
                    <a:pt x="132495" y="65685"/>
                  </a:cubicBezTo>
                  <a:cubicBezTo>
                    <a:pt x="138392" y="66658"/>
                    <a:pt x="145565" y="66506"/>
                    <a:pt x="149851" y="71187"/>
                  </a:cubicBezTo>
                  <a:cubicBezTo>
                    <a:pt x="151918" y="73466"/>
                    <a:pt x="154593" y="79059"/>
                    <a:pt x="158514" y="7845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20"/>
            <p:cNvSpPr/>
            <p:nvPr/>
          </p:nvSpPr>
          <p:spPr>
            <a:xfrm>
              <a:off x="2975000" y="180400"/>
              <a:ext cx="3962850" cy="1990925"/>
            </a:xfrm>
            <a:custGeom>
              <a:rect b="b" l="l" r="r" t="t"/>
              <a:pathLst>
                <a:path extrusionOk="0" fill="none" h="79637" w="158514">
                  <a:moveTo>
                    <a:pt x="0" y="10487"/>
                  </a:moveTo>
                  <a:cubicBezTo>
                    <a:pt x="6171" y="12219"/>
                    <a:pt x="13374" y="12371"/>
                    <a:pt x="19453" y="10699"/>
                  </a:cubicBezTo>
                  <a:cubicBezTo>
                    <a:pt x="26384" y="8754"/>
                    <a:pt x="31764" y="2979"/>
                    <a:pt x="38876" y="1611"/>
                  </a:cubicBezTo>
                  <a:cubicBezTo>
                    <a:pt x="47265" y="0"/>
                    <a:pt x="51946" y="8025"/>
                    <a:pt x="57418" y="12280"/>
                  </a:cubicBezTo>
                  <a:cubicBezTo>
                    <a:pt x="61582" y="15532"/>
                    <a:pt x="67083" y="17994"/>
                    <a:pt x="71460" y="21490"/>
                  </a:cubicBezTo>
                  <a:cubicBezTo>
                    <a:pt x="74166" y="23678"/>
                    <a:pt x="76597" y="27143"/>
                    <a:pt x="79789" y="27812"/>
                  </a:cubicBezTo>
                  <a:cubicBezTo>
                    <a:pt x="86172" y="29149"/>
                    <a:pt x="92950" y="23374"/>
                    <a:pt x="99364" y="21733"/>
                  </a:cubicBezTo>
                  <a:cubicBezTo>
                    <a:pt x="107723" y="19605"/>
                    <a:pt x="111218" y="17934"/>
                    <a:pt x="117024" y="25137"/>
                  </a:cubicBezTo>
                  <a:cubicBezTo>
                    <a:pt x="122100" y="31460"/>
                    <a:pt x="117784" y="46475"/>
                    <a:pt x="121249" y="53679"/>
                  </a:cubicBezTo>
                  <a:cubicBezTo>
                    <a:pt x="122708" y="56718"/>
                    <a:pt x="129060" y="65472"/>
                    <a:pt x="132769" y="66171"/>
                  </a:cubicBezTo>
                  <a:cubicBezTo>
                    <a:pt x="138605" y="67296"/>
                    <a:pt x="145748" y="67114"/>
                    <a:pt x="150033" y="71764"/>
                  </a:cubicBezTo>
                  <a:cubicBezTo>
                    <a:pt x="152100" y="73983"/>
                    <a:pt x="154684" y="79637"/>
                    <a:pt x="158514" y="7915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20"/>
            <p:cNvSpPr/>
            <p:nvPr/>
          </p:nvSpPr>
          <p:spPr>
            <a:xfrm>
              <a:off x="2975000" y="165200"/>
              <a:ext cx="3962850" cy="2002325"/>
            </a:xfrm>
            <a:custGeom>
              <a:rect b="b" l="l" r="r" t="t"/>
              <a:pathLst>
                <a:path extrusionOk="0" fill="none" h="80093" w="158514">
                  <a:moveTo>
                    <a:pt x="0" y="11095"/>
                  </a:moveTo>
                  <a:cubicBezTo>
                    <a:pt x="6201" y="12797"/>
                    <a:pt x="13496" y="12858"/>
                    <a:pt x="19575" y="11064"/>
                  </a:cubicBezTo>
                  <a:cubicBezTo>
                    <a:pt x="26688" y="8967"/>
                    <a:pt x="32128" y="2857"/>
                    <a:pt x="39545" y="1520"/>
                  </a:cubicBezTo>
                  <a:cubicBezTo>
                    <a:pt x="47965" y="0"/>
                    <a:pt x="52402" y="7599"/>
                    <a:pt x="57326" y="12280"/>
                  </a:cubicBezTo>
                  <a:cubicBezTo>
                    <a:pt x="61096" y="15867"/>
                    <a:pt x="66840" y="18329"/>
                    <a:pt x="71491" y="21490"/>
                  </a:cubicBezTo>
                  <a:cubicBezTo>
                    <a:pt x="74470" y="23496"/>
                    <a:pt x="77600" y="26870"/>
                    <a:pt x="81157" y="27387"/>
                  </a:cubicBezTo>
                  <a:cubicBezTo>
                    <a:pt x="87449" y="28268"/>
                    <a:pt x="93832" y="22827"/>
                    <a:pt x="99607" y="21034"/>
                  </a:cubicBezTo>
                  <a:cubicBezTo>
                    <a:pt x="107814" y="18450"/>
                    <a:pt x="112677" y="17812"/>
                    <a:pt x="117875" y="25137"/>
                  </a:cubicBezTo>
                  <a:cubicBezTo>
                    <a:pt x="120306" y="28602"/>
                    <a:pt x="119364" y="34773"/>
                    <a:pt x="119759" y="39423"/>
                  </a:cubicBezTo>
                  <a:cubicBezTo>
                    <a:pt x="120185" y="44256"/>
                    <a:pt x="120914" y="49697"/>
                    <a:pt x="122343" y="53679"/>
                  </a:cubicBezTo>
                  <a:cubicBezTo>
                    <a:pt x="123498" y="56810"/>
                    <a:pt x="129425" y="65746"/>
                    <a:pt x="133042" y="66536"/>
                  </a:cubicBezTo>
                  <a:cubicBezTo>
                    <a:pt x="138817" y="67782"/>
                    <a:pt x="145930" y="67600"/>
                    <a:pt x="150246" y="72220"/>
                  </a:cubicBezTo>
                  <a:cubicBezTo>
                    <a:pt x="152313" y="74409"/>
                    <a:pt x="154745" y="80093"/>
                    <a:pt x="158514" y="7975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20"/>
            <p:cNvSpPr/>
            <p:nvPr/>
          </p:nvSpPr>
          <p:spPr>
            <a:xfrm>
              <a:off x="2975000" y="150750"/>
              <a:ext cx="3962850" cy="2014500"/>
            </a:xfrm>
            <a:custGeom>
              <a:rect b="b" l="l" r="r" t="t"/>
              <a:pathLst>
                <a:path extrusionOk="0" fill="none" h="80580" w="158514">
                  <a:moveTo>
                    <a:pt x="0" y="11673"/>
                  </a:moveTo>
                  <a:cubicBezTo>
                    <a:pt x="6262" y="13344"/>
                    <a:pt x="13830" y="13588"/>
                    <a:pt x="19727" y="11429"/>
                  </a:cubicBezTo>
                  <a:cubicBezTo>
                    <a:pt x="26566" y="8907"/>
                    <a:pt x="32767" y="2676"/>
                    <a:pt x="40244" y="1399"/>
                  </a:cubicBezTo>
                  <a:cubicBezTo>
                    <a:pt x="48573" y="1"/>
                    <a:pt x="53162" y="6900"/>
                    <a:pt x="57478" y="12159"/>
                  </a:cubicBezTo>
                  <a:cubicBezTo>
                    <a:pt x="61825" y="17417"/>
                    <a:pt x="74318" y="25807"/>
                    <a:pt x="81917" y="26749"/>
                  </a:cubicBezTo>
                  <a:cubicBezTo>
                    <a:pt x="87692" y="27448"/>
                    <a:pt x="94379" y="22159"/>
                    <a:pt x="99637" y="20244"/>
                  </a:cubicBezTo>
                  <a:cubicBezTo>
                    <a:pt x="108178" y="17144"/>
                    <a:pt x="114045" y="17873"/>
                    <a:pt x="118787" y="25199"/>
                  </a:cubicBezTo>
                  <a:cubicBezTo>
                    <a:pt x="121066" y="28694"/>
                    <a:pt x="119607" y="34895"/>
                    <a:pt x="120215" y="39515"/>
                  </a:cubicBezTo>
                  <a:cubicBezTo>
                    <a:pt x="120853" y="44348"/>
                    <a:pt x="122373" y="49394"/>
                    <a:pt x="123498" y="53649"/>
                  </a:cubicBezTo>
                  <a:cubicBezTo>
                    <a:pt x="124349" y="56962"/>
                    <a:pt x="129729" y="65989"/>
                    <a:pt x="133316" y="66871"/>
                  </a:cubicBezTo>
                  <a:cubicBezTo>
                    <a:pt x="139000" y="68300"/>
                    <a:pt x="146112" y="68087"/>
                    <a:pt x="150459" y="72677"/>
                  </a:cubicBezTo>
                  <a:cubicBezTo>
                    <a:pt x="152495" y="74835"/>
                    <a:pt x="154836" y="80579"/>
                    <a:pt x="158514" y="803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20"/>
            <p:cNvSpPr/>
            <p:nvPr/>
          </p:nvSpPr>
          <p:spPr>
            <a:xfrm>
              <a:off x="2975000" y="138600"/>
              <a:ext cx="3962100" cy="2022075"/>
            </a:xfrm>
            <a:custGeom>
              <a:rect b="b" l="l" r="r" t="t"/>
              <a:pathLst>
                <a:path extrusionOk="0" fill="none" h="80883" w="158484">
                  <a:moveTo>
                    <a:pt x="0" y="12159"/>
                  </a:moveTo>
                  <a:cubicBezTo>
                    <a:pt x="6322" y="13800"/>
                    <a:pt x="13952" y="13952"/>
                    <a:pt x="19849" y="11672"/>
                  </a:cubicBezTo>
                  <a:cubicBezTo>
                    <a:pt x="26900" y="8937"/>
                    <a:pt x="33162" y="2462"/>
                    <a:pt x="40974" y="1247"/>
                  </a:cubicBezTo>
                  <a:cubicBezTo>
                    <a:pt x="48876" y="0"/>
                    <a:pt x="54530" y="5806"/>
                    <a:pt x="58026" y="11855"/>
                  </a:cubicBezTo>
                  <a:cubicBezTo>
                    <a:pt x="61521" y="17873"/>
                    <a:pt x="74500" y="25138"/>
                    <a:pt x="82069" y="25928"/>
                  </a:cubicBezTo>
                  <a:cubicBezTo>
                    <a:pt x="87449" y="26505"/>
                    <a:pt x="94774" y="21186"/>
                    <a:pt x="99637" y="19362"/>
                  </a:cubicBezTo>
                  <a:cubicBezTo>
                    <a:pt x="108178" y="16080"/>
                    <a:pt x="115321" y="17782"/>
                    <a:pt x="119759" y="25107"/>
                  </a:cubicBezTo>
                  <a:cubicBezTo>
                    <a:pt x="121948" y="28724"/>
                    <a:pt x="119790" y="34803"/>
                    <a:pt x="120580" y="39545"/>
                  </a:cubicBezTo>
                  <a:cubicBezTo>
                    <a:pt x="121370" y="44348"/>
                    <a:pt x="123771" y="48937"/>
                    <a:pt x="124623" y="53497"/>
                  </a:cubicBezTo>
                  <a:cubicBezTo>
                    <a:pt x="125291" y="56992"/>
                    <a:pt x="130003" y="66050"/>
                    <a:pt x="133559" y="67053"/>
                  </a:cubicBezTo>
                  <a:cubicBezTo>
                    <a:pt x="139152" y="68603"/>
                    <a:pt x="146355" y="68451"/>
                    <a:pt x="150672" y="72980"/>
                  </a:cubicBezTo>
                  <a:cubicBezTo>
                    <a:pt x="152708" y="75108"/>
                    <a:pt x="154897" y="80883"/>
                    <a:pt x="158483" y="80822"/>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20"/>
            <p:cNvSpPr/>
            <p:nvPr/>
          </p:nvSpPr>
          <p:spPr>
            <a:xfrm>
              <a:off x="2975000" y="124150"/>
              <a:ext cx="3962100" cy="2034250"/>
            </a:xfrm>
            <a:custGeom>
              <a:rect b="b" l="l" r="r" t="t"/>
              <a:pathLst>
                <a:path extrusionOk="0" fill="none" h="81370" w="158484">
                  <a:moveTo>
                    <a:pt x="0" y="12737"/>
                  </a:moveTo>
                  <a:cubicBezTo>
                    <a:pt x="6383" y="14348"/>
                    <a:pt x="13861" y="14226"/>
                    <a:pt x="20001" y="12007"/>
                  </a:cubicBezTo>
                  <a:cubicBezTo>
                    <a:pt x="27721" y="9241"/>
                    <a:pt x="33283" y="2432"/>
                    <a:pt x="41673" y="1186"/>
                  </a:cubicBezTo>
                  <a:cubicBezTo>
                    <a:pt x="49515" y="1"/>
                    <a:pt x="55807" y="4530"/>
                    <a:pt x="58877" y="11551"/>
                  </a:cubicBezTo>
                  <a:cubicBezTo>
                    <a:pt x="61886" y="18481"/>
                    <a:pt x="74378" y="24560"/>
                    <a:pt x="81704" y="25199"/>
                  </a:cubicBezTo>
                  <a:cubicBezTo>
                    <a:pt x="87114" y="25624"/>
                    <a:pt x="94774" y="20244"/>
                    <a:pt x="99607" y="18573"/>
                  </a:cubicBezTo>
                  <a:cubicBezTo>
                    <a:pt x="108118" y="15655"/>
                    <a:pt x="116628" y="17721"/>
                    <a:pt x="120853" y="25199"/>
                  </a:cubicBezTo>
                  <a:cubicBezTo>
                    <a:pt x="123012" y="29029"/>
                    <a:pt x="119972" y="34895"/>
                    <a:pt x="120853" y="39758"/>
                  </a:cubicBezTo>
                  <a:cubicBezTo>
                    <a:pt x="121735" y="44561"/>
                    <a:pt x="125139" y="48512"/>
                    <a:pt x="125778" y="53406"/>
                  </a:cubicBezTo>
                  <a:cubicBezTo>
                    <a:pt x="126294" y="57205"/>
                    <a:pt x="130276" y="66172"/>
                    <a:pt x="133863" y="67297"/>
                  </a:cubicBezTo>
                  <a:cubicBezTo>
                    <a:pt x="139334" y="68999"/>
                    <a:pt x="146568" y="68908"/>
                    <a:pt x="150884" y="73406"/>
                  </a:cubicBezTo>
                  <a:cubicBezTo>
                    <a:pt x="153438" y="76051"/>
                    <a:pt x="154684" y="80428"/>
                    <a:pt x="158483" y="8137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20"/>
            <p:cNvSpPr/>
            <p:nvPr/>
          </p:nvSpPr>
          <p:spPr>
            <a:xfrm>
              <a:off x="2975000" y="108200"/>
              <a:ext cx="3962850" cy="2050975"/>
            </a:xfrm>
            <a:custGeom>
              <a:rect b="b" l="l" r="r" t="t"/>
              <a:pathLst>
                <a:path extrusionOk="0" fill="none" h="82039" w="158514">
                  <a:moveTo>
                    <a:pt x="0" y="13375"/>
                  </a:moveTo>
                  <a:cubicBezTo>
                    <a:pt x="6474" y="14986"/>
                    <a:pt x="14013" y="14712"/>
                    <a:pt x="20183" y="12432"/>
                  </a:cubicBezTo>
                  <a:cubicBezTo>
                    <a:pt x="28116" y="9454"/>
                    <a:pt x="33709" y="2493"/>
                    <a:pt x="42402" y="1156"/>
                  </a:cubicBezTo>
                  <a:cubicBezTo>
                    <a:pt x="50092" y="1"/>
                    <a:pt x="57418" y="4043"/>
                    <a:pt x="59819" y="11217"/>
                  </a:cubicBezTo>
                  <a:cubicBezTo>
                    <a:pt x="62190" y="18390"/>
                    <a:pt x="73862" y="24104"/>
                    <a:pt x="81035" y="24439"/>
                  </a:cubicBezTo>
                  <a:cubicBezTo>
                    <a:pt x="86780" y="24743"/>
                    <a:pt x="94318" y="19454"/>
                    <a:pt x="99607" y="17934"/>
                  </a:cubicBezTo>
                  <a:cubicBezTo>
                    <a:pt x="108452" y="15381"/>
                    <a:pt x="117844" y="17873"/>
                    <a:pt x="122009" y="25350"/>
                  </a:cubicBezTo>
                  <a:cubicBezTo>
                    <a:pt x="124227" y="29332"/>
                    <a:pt x="120154" y="35047"/>
                    <a:pt x="121066" y="40092"/>
                  </a:cubicBezTo>
                  <a:cubicBezTo>
                    <a:pt x="121978" y="44925"/>
                    <a:pt x="126507" y="48512"/>
                    <a:pt x="126963" y="53406"/>
                  </a:cubicBezTo>
                  <a:cubicBezTo>
                    <a:pt x="127297" y="57205"/>
                    <a:pt x="130459" y="66172"/>
                    <a:pt x="134167" y="67570"/>
                  </a:cubicBezTo>
                  <a:cubicBezTo>
                    <a:pt x="139304" y="69485"/>
                    <a:pt x="146842" y="69424"/>
                    <a:pt x="151128" y="73862"/>
                  </a:cubicBezTo>
                  <a:cubicBezTo>
                    <a:pt x="153650" y="76537"/>
                    <a:pt x="154805" y="80883"/>
                    <a:pt x="158514" y="8203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20"/>
            <p:cNvSpPr/>
            <p:nvPr/>
          </p:nvSpPr>
          <p:spPr>
            <a:xfrm>
              <a:off x="2975000" y="89975"/>
              <a:ext cx="3962850" cy="2068425"/>
            </a:xfrm>
            <a:custGeom>
              <a:rect b="b" l="l" r="r" t="t"/>
              <a:pathLst>
                <a:path extrusionOk="0" fill="none" h="82737" w="158514">
                  <a:moveTo>
                    <a:pt x="0" y="14104"/>
                  </a:moveTo>
                  <a:cubicBezTo>
                    <a:pt x="6535" y="15684"/>
                    <a:pt x="14347" y="15502"/>
                    <a:pt x="20335" y="12918"/>
                  </a:cubicBezTo>
                  <a:cubicBezTo>
                    <a:pt x="27995" y="9575"/>
                    <a:pt x="34439" y="2644"/>
                    <a:pt x="43101" y="1216"/>
                  </a:cubicBezTo>
                  <a:cubicBezTo>
                    <a:pt x="50639" y="0"/>
                    <a:pt x="58299" y="3435"/>
                    <a:pt x="60822" y="10882"/>
                  </a:cubicBezTo>
                  <a:cubicBezTo>
                    <a:pt x="63436" y="18572"/>
                    <a:pt x="72190" y="23587"/>
                    <a:pt x="80184" y="23769"/>
                  </a:cubicBezTo>
                  <a:cubicBezTo>
                    <a:pt x="86415" y="23921"/>
                    <a:pt x="93862" y="18663"/>
                    <a:pt x="99759" y="17417"/>
                  </a:cubicBezTo>
                  <a:cubicBezTo>
                    <a:pt x="107875" y="15715"/>
                    <a:pt x="119394" y="17234"/>
                    <a:pt x="123224" y="25593"/>
                  </a:cubicBezTo>
                  <a:cubicBezTo>
                    <a:pt x="125413" y="30396"/>
                    <a:pt x="120367" y="35350"/>
                    <a:pt x="121279" y="40578"/>
                  </a:cubicBezTo>
                  <a:cubicBezTo>
                    <a:pt x="122100" y="45381"/>
                    <a:pt x="127723" y="48937"/>
                    <a:pt x="128118" y="53496"/>
                  </a:cubicBezTo>
                  <a:cubicBezTo>
                    <a:pt x="128422" y="57174"/>
                    <a:pt x="130762" y="66262"/>
                    <a:pt x="134501" y="67873"/>
                  </a:cubicBezTo>
                  <a:cubicBezTo>
                    <a:pt x="139456" y="70001"/>
                    <a:pt x="147085" y="69971"/>
                    <a:pt x="151340" y="74408"/>
                  </a:cubicBezTo>
                  <a:cubicBezTo>
                    <a:pt x="153894" y="77083"/>
                    <a:pt x="154897" y="81430"/>
                    <a:pt x="158514" y="8273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20"/>
            <p:cNvSpPr/>
            <p:nvPr/>
          </p:nvSpPr>
          <p:spPr>
            <a:xfrm>
              <a:off x="2975000" y="69450"/>
              <a:ext cx="3962850" cy="2089725"/>
            </a:xfrm>
            <a:custGeom>
              <a:rect b="b" l="l" r="r" t="t"/>
              <a:pathLst>
                <a:path extrusionOk="0" fill="none" h="83589" w="158514">
                  <a:moveTo>
                    <a:pt x="0" y="14925"/>
                  </a:moveTo>
                  <a:cubicBezTo>
                    <a:pt x="6626" y="16475"/>
                    <a:pt x="14529" y="16201"/>
                    <a:pt x="20517" y="13496"/>
                  </a:cubicBezTo>
                  <a:cubicBezTo>
                    <a:pt x="28359" y="9940"/>
                    <a:pt x="34925" y="3010"/>
                    <a:pt x="43800" y="1338"/>
                  </a:cubicBezTo>
                  <a:cubicBezTo>
                    <a:pt x="51126" y="0"/>
                    <a:pt x="59454" y="3010"/>
                    <a:pt x="61916" y="10517"/>
                  </a:cubicBezTo>
                  <a:cubicBezTo>
                    <a:pt x="64500" y="18359"/>
                    <a:pt x="70853" y="23223"/>
                    <a:pt x="79272" y="23131"/>
                  </a:cubicBezTo>
                  <a:cubicBezTo>
                    <a:pt x="86020" y="23071"/>
                    <a:pt x="93254" y="17934"/>
                    <a:pt x="100032" y="17052"/>
                  </a:cubicBezTo>
                  <a:cubicBezTo>
                    <a:pt x="108574" y="15958"/>
                    <a:pt x="120489" y="17630"/>
                    <a:pt x="124471" y="25989"/>
                  </a:cubicBezTo>
                  <a:cubicBezTo>
                    <a:pt x="126902" y="31065"/>
                    <a:pt x="120671" y="35776"/>
                    <a:pt x="121492" y="41186"/>
                  </a:cubicBezTo>
                  <a:cubicBezTo>
                    <a:pt x="122221" y="46050"/>
                    <a:pt x="128878" y="49393"/>
                    <a:pt x="129243" y="53740"/>
                  </a:cubicBezTo>
                  <a:cubicBezTo>
                    <a:pt x="129516" y="57357"/>
                    <a:pt x="131127" y="66445"/>
                    <a:pt x="134896" y="68238"/>
                  </a:cubicBezTo>
                  <a:cubicBezTo>
                    <a:pt x="139699" y="70549"/>
                    <a:pt x="147359" y="70670"/>
                    <a:pt x="151584" y="75077"/>
                  </a:cubicBezTo>
                  <a:cubicBezTo>
                    <a:pt x="154137" y="77752"/>
                    <a:pt x="154988" y="82068"/>
                    <a:pt x="158514" y="8358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20"/>
            <p:cNvSpPr/>
            <p:nvPr/>
          </p:nvSpPr>
          <p:spPr>
            <a:xfrm>
              <a:off x="2975000" y="45125"/>
              <a:ext cx="3962850" cy="2114050"/>
            </a:xfrm>
            <a:custGeom>
              <a:rect b="b" l="l" r="r" t="t"/>
              <a:pathLst>
                <a:path extrusionOk="0" fill="none" h="84562" w="158514">
                  <a:moveTo>
                    <a:pt x="0" y="15898"/>
                  </a:moveTo>
                  <a:cubicBezTo>
                    <a:pt x="6991" y="17478"/>
                    <a:pt x="14651" y="16809"/>
                    <a:pt x="20700" y="14226"/>
                  </a:cubicBezTo>
                  <a:cubicBezTo>
                    <a:pt x="28511" y="10913"/>
                    <a:pt x="35350" y="3527"/>
                    <a:pt x="44439" y="1551"/>
                  </a:cubicBezTo>
                  <a:cubicBezTo>
                    <a:pt x="51612" y="1"/>
                    <a:pt x="60579" y="2736"/>
                    <a:pt x="63041" y="10214"/>
                  </a:cubicBezTo>
                  <a:cubicBezTo>
                    <a:pt x="65564" y="17934"/>
                    <a:pt x="69515" y="22949"/>
                    <a:pt x="78391" y="22645"/>
                  </a:cubicBezTo>
                  <a:cubicBezTo>
                    <a:pt x="85716" y="22372"/>
                    <a:pt x="93072" y="17417"/>
                    <a:pt x="100488" y="16931"/>
                  </a:cubicBezTo>
                  <a:cubicBezTo>
                    <a:pt x="109273" y="16323"/>
                    <a:pt x="121431" y="18208"/>
                    <a:pt x="125717" y="26536"/>
                  </a:cubicBezTo>
                  <a:cubicBezTo>
                    <a:pt x="128544" y="31946"/>
                    <a:pt x="121036" y="36415"/>
                    <a:pt x="121735" y="41916"/>
                  </a:cubicBezTo>
                  <a:cubicBezTo>
                    <a:pt x="122343" y="46871"/>
                    <a:pt x="129881" y="49971"/>
                    <a:pt x="130276" y="54105"/>
                  </a:cubicBezTo>
                  <a:cubicBezTo>
                    <a:pt x="130641" y="57631"/>
                    <a:pt x="131431" y="66628"/>
                    <a:pt x="135322" y="68664"/>
                  </a:cubicBezTo>
                  <a:cubicBezTo>
                    <a:pt x="140124" y="71157"/>
                    <a:pt x="147632" y="71461"/>
                    <a:pt x="151796" y="75868"/>
                  </a:cubicBezTo>
                  <a:cubicBezTo>
                    <a:pt x="154350" y="78573"/>
                    <a:pt x="155109" y="82859"/>
                    <a:pt x="158514" y="8456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20"/>
            <p:cNvSpPr/>
            <p:nvPr/>
          </p:nvSpPr>
          <p:spPr>
            <a:xfrm>
              <a:off x="2975000" y="20825"/>
              <a:ext cx="3962850" cy="2138350"/>
            </a:xfrm>
            <a:custGeom>
              <a:rect b="b" l="l" r="r" t="t"/>
              <a:pathLst>
                <a:path extrusionOk="0" fill="none" h="85534" w="158514">
                  <a:moveTo>
                    <a:pt x="0" y="16870"/>
                  </a:moveTo>
                  <a:cubicBezTo>
                    <a:pt x="7082" y="18420"/>
                    <a:pt x="14833" y="17629"/>
                    <a:pt x="20912" y="14955"/>
                  </a:cubicBezTo>
                  <a:cubicBezTo>
                    <a:pt x="28876" y="11459"/>
                    <a:pt x="35776" y="3951"/>
                    <a:pt x="45047" y="1702"/>
                  </a:cubicBezTo>
                  <a:cubicBezTo>
                    <a:pt x="52068" y="0"/>
                    <a:pt x="61703" y="2371"/>
                    <a:pt x="64166" y="9818"/>
                  </a:cubicBezTo>
                  <a:cubicBezTo>
                    <a:pt x="66567" y="16991"/>
                    <a:pt x="68877" y="22645"/>
                    <a:pt x="77722" y="22128"/>
                  </a:cubicBezTo>
                  <a:cubicBezTo>
                    <a:pt x="85503" y="21672"/>
                    <a:pt x="93133" y="16961"/>
                    <a:pt x="101127" y="16809"/>
                  </a:cubicBezTo>
                  <a:cubicBezTo>
                    <a:pt x="110063" y="16657"/>
                    <a:pt x="122161" y="18693"/>
                    <a:pt x="126963" y="27083"/>
                  </a:cubicBezTo>
                  <a:cubicBezTo>
                    <a:pt x="130276" y="32858"/>
                    <a:pt x="121705" y="37052"/>
                    <a:pt x="122161" y="42615"/>
                  </a:cubicBezTo>
                  <a:cubicBezTo>
                    <a:pt x="122616" y="47782"/>
                    <a:pt x="130762" y="50518"/>
                    <a:pt x="131279" y="54530"/>
                  </a:cubicBezTo>
                  <a:cubicBezTo>
                    <a:pt x="131735" y="57934"/>
                    <a:pt x="131796" y="66931"/>
                    <a:pt x="135778" y="69089"/>
                  </a:cubicBezTo>
                  <a:cubicBezTo>
                    <a:pt x="140550" y="71703"/>
                    <a:pt x="147936" y="72250"/>
                    <a:pt x="152039" y="76658"/>
                  </a:cubicBezTo>
                  <a:cubicBezTo>
                    <a:pt x="154593" y="79393"/>
                    <a:pt x="155231" y="83649"/>
                    <a:pt x="158514" y="8553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0" name="Google Shape;2930;p20"/>
          <p:cNvGrpSpPr/>
          <p:nvPr/>
        </p:nvGrpSpPr>
        <p:grpSpPr>
          <a:xfrm rot="10800000">
            <a:off x="6853943" y="4215401"/>
            <a:ext cx="702175" cy="1850350"/>
            <a:chOff x="6601575" y="3455900"/>
            <a:chExt cx="702175" cy="1850350"/>
          </a:xfrm>
        </p:grpSpPr>
        <p:sp>
          <p:nvSpPr>
            <p:cNvPr id="2931" name="Google Shape;2931;p20"/>
            <p:cNvSpPr/>
            <p:nvPr/>
          </p:nvSpPr>
          <p:spPr>
            <a:xfrm>
              <a:off x="6601575" y="5187675"/>
              <a:ext cx="118575" cy="118575"/>
            </a:xfrm>
            <a:custGeom>
              <a:rect b="b" l="l" r="r" t="t"/>
              <a:pathLst>
                <a:path extrusionOk="0" h="4743" w="4743">
                  <a:moveTo>
                    <a:pt x="1885" y="1"/>
                  </a:moveTo>
                  <a:lnTo>
                    <a:pt x="1885" y="1885"/>
                  </a:lnTo>
                  <a:lnTo>
                    <a:pt x="1" y="1885"/>
                  </a:lnTo>
                  <a:lnTo>
                    <a:pt x="1"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20"/>
            <p:cNvSpPr/>
            <p:nvPr/>
          </p:nvSpPr>
          <p:spPr>
            <a:xfrm>
              <a:off x="6601575" y="4994675"/>
              <a:ext cx="118575" cy="119325"/>
            </a:xfrm>
            <a:custGeom>
              <a:rect b="b" l="l" r="r" t="t"/>
              <a:pathLst>
                <a:path extrusionOk="0" h="4773" w="4743">
                  <a:moveTo>
                    <a:pt x="1885" y="0"/>
                  </a:moveTo>
                  <a:lnTo>
                    <a:pt x="1885" y="1915"/>
                  </a:lnTo>
                  <a:lnTo>
                    <a:pt x="1" y="1915"/>
                  </a:lnTo>
                  <a:lnTo>
                    <a:pt x="1" y="2858"/>
                  </a:lnTo>
                  <a:lnTo>
                    <a:pt x="1885" y="2858"/>
                  </a:lnTo>
                  <a:lnTo>
                    <a:pt x="1885" y="4772"/>
                  </a:lnTo>
                  <a:lnTo>
                    <a:pt x="2827" y="4772"/>
                  </a:lnTo>
                  <a:lnTo>
                    <a:pt x="2827" y="2858"/>
                  </a:lnTo>
                  <a:lnTo>
                    <a:pt x="4742" y="2858"/>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20"/>
            <p:cNvSpPr/>
            <p:nvPr/>
          </p:nvSpPr>
          <p:spPr>
            <a:xfrm>
              <a:off x="6601575" y="4802425"/>
              <a:ext cx="118575" cy="119325"/>
            </a:xfrm>
            <a:custGeom>
              <a:rect b="b" l="l" r="r" t="t"/>
              <a:pathLst>
                <a:path extrusionOk="0" h="4773" w="4743">
                  <a:moveTo>
                    <a:pt x="1885" y="0"/>
                  </a:moveTo>
                  <a:lnTo>
                    <a:pt x="1885" y="1915"/>
                  </a:lnTo>
                  <a:lnTo>
                    <a:pt x="1" y="1915"/>
                  </a:lnTo>
                  <a:lnTo>
                    <a:pt x="1" y="2857"/>
                  </a:lnTo>
                  <a:lnTo>
                    <a:pt x="1885" y="2857"/>
                  </a:lnTo>
                  <a:lnTo>
                    <a:pt x="1885" y="4772"/>
                  </a:lnTo>
                  <a:lnTo>
                    <a:pt x="2827" y="477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20"/>
            <p:cNvSpPr/>
            <p:nvPr/>
          </p:nvSpPr>
          <p:spPr>
            <a:xfrm>
              <a:off x="6601575" y="4610175"/>
              <a:ext cx="118575" cy="118550"/>
            </a:xfrm>
            <a:custGeom>
              <a:rect b="b" l="l" r="r" t="t"/>
              <a:pathLst>
                <a:path extrusionOk="0" h="4742" w="4743">
                  <a:moveTo>
                    <a:pt x="1885" y="0"/>
                  </a:moveTo>
                  <a:lnTo>
                    <a:pt x="1885" y="1915"/>
                  </a:lnTo>
                  <a:lnTo>
                    <a:pt x="1" y="1915"/>
                  </a:lnTo>
                  <a:lnTo>
                    <a:pt x="1" y="2857"/>
                  </a:lnTo>
                  <a:lnTo>
                    <a:pt x="1885" y="2857"/>
                  </a:lnTo>
                  <a:lnTo>
                    <a:pt x="1885" y="4742"/>
                  </a:lnTo>
                  <a:lnTo>
                    <a:pt x="2827" y="474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20"/>
            <p:cNvSpPr/>
            <p:nvPr/>
          </p:nvSpPr>
          <p:spPr>
            <a:xfrm>
              <a:off x="6601575" y="4417925"/>
              <a:ext cx="118575" cy="118550"/>
            </a:xfrm>
            <a:custGeom>
              <a:rect b="b" l="l" r="r" t="t"/>
              <a:pathLst>
                <a:path extrusionOk="0" h="4742" w="4743">
                  <a:moveTo>
                    <a:pt x="1885" y="0"/>
                  </a:moveTo>
                  <a:lnTo>
                    <a:pt x="1885" y="1915"/>
                  </a:lnTo>
                  <a:lnTo>
                    <a:pt x="1" y="1915"/>
                  </a:lnTo>
                  <a:lnTo>
                    <a:pt x="1" y="2857"/>
                  </a:lnTo>
                  <a:lnTo>
                    <a:pt x="1885" y="2857"/>
                  </a:lnTo>
                  <a:lnTo>
                    <a:pt x="1885" y="4742"/>
                  </a:lnTo>
                  <a:lnTo>
                    <a:pt x="2827" y="474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20"/>
            <p:cNvSpPr/>
            <p:nvPr/>
          </p:nvSpPr>
          <p:spPr>
            <a:xfrm>
              <a:off x="6601575" y="4225675"/>
              <a:ext cx="118575" cy="118550"/>
            </a:xfrm>
            <a:custGeom>
              <a:rect b="b" l="l" r="r" t="t"/>
              <a:pathLst>
                <a:path extrusionOk="0" h="4742" w="4743">
                  <a:moveTo>
                    <a:pt x="1885" y="0"/>
                  </a:moveTo>
                  <a:lnTo>
                    <a:pt x="1885" y="1885"/>
                  </a:lnTo>
                  <a:lnTo>
                    <a:pt x="1" y="1885"/>
                  </a:lnTo>
                  <a:lnTo>
                    <a:pt x="1" y="2857"/>
                  </a:lnTo>
                  <a:lnTo>
                    <a:pt x="1885" y="2857"/>
                  </a:lnTo>
                  <a:lnTo>
                    <a:pt x="1885" y="4742"/>
                  </a:lnTo>
                  <a:lnTo>
                    <a:pt x="2827" y="4742"/>
                  </a:lnTo>
                  <a:lnTo>
                    <a:pt x="2827" y="2857"/>
                  </a:lnTo>
                  <a:lnTo>
                    <a:pt x="4742" y="2857"/>
                  </a:lnTo>
                  <a:lnTo>
                    <a:pt x="4742" y="1885"/>
                  </a:lnTo>
                  <a:lnTo>
                    <a:pt x="2827" y="188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20"/>
            <p:cNvSpPr/>
            <p:nvPr/>
          </p:nvSpPr>
          <p:spPr>
            <a:xfrm>
              <a:off x="6601575" y="4033400"/>
              <a:ext cx="118575" cy="118575"/>
            </a:xfrm>
            <a:custGeom>
              <a:rect b="b" l="l" r="r" t="t"/>
              <a:pathLst>
                <a:path extrusionOk="0" h="4743" w="4743">
                  <a:moveTo>
                    <a:pt x="1885" y="1"/>
                  </a:moveTo>
                  <a:lnTo>
                    <a:pt x="1885" y="1885"/>
                  </a:lnTo>
                  <a:lnTo>
                    <a:pt x="1" y="1885"/>
                  </a:lnTo>
                  <a:lnTo>
                    <a:pt x="1"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20"/>
            <p:cNvSpPr/>
            <p:nvPr/>
          </p:nvSpPr>
          <p:spPr>
            <a:xfrm>
              <a:off x="6601575" y="3841150"/>
              <a:ext cx="118575" cy="118575"/>
            </a:xfrm>
            <a:custGeom>
              <a:rect b="b" l="l" r="r" t="t"/>
              <a:pathLst>
                <a:path extrusionOk="0" h="4743" w="4743">
                  <a:moveTo>
                    <a:pt x="1885" y="1"/>
                  </a:moveTo>
                  <a:lnTo>
                    <a:pt x="1885" y="1885"/>
                  </a:lnTo>
                  <a:lnTo>
                    <a:pt x="1" y="1885"/>
                  </a:lnTo>
                  <a:lnTo>
                    <a:pt x="1"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20"/>
            <p:cNvSpPr/>
            <p:nvPr/>
          </p:nvSpPr>
          <p:spPr>
            <a:xfrm>
              <a:off x="6601575" y="3648900"/>
              <a:ext cx="118575" cy="118575"/>
            </a:xfrm>
            <a:custGeom>
              <a:rect b="b" l="l" r="r" t="t"/>
              <a:pathLst>
                <a:path extrusionOk="0" h="4743" w="4743">
                  <a:moveTo>
                    <a:pt x="1885" y="1"/>
                  </a:moveTo>
                  <a:lnTo>
                    <a:pt x="1885" y="1885"/>
                  </a:lnTo>
                  <a:lnTo>
                    <a:pt x="1" y="1885"/>
                  </a:lnTo>
                  <a:lnTo>
                    <a:pt x="1" y="2828"/>
                  </a:lnTo>
                  <a:lnTo>
                    <a:pt x="1885" y="2828"/>
                  </a:lnTo>
                  <a:lnTo>
                    <a:pt x="1885" y="4742"/>
                  </a:lnTo>
                  <a:lnTo>
                    <a:pt x="2827" y="4742"/>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20"/>
            <p:cNvSpPr/>
            <p:nvPr/>
          </p:nvSpPr>
          <p:spPr>
            <a:xfrm>
              <a:off x="6796100" y="5187675"/>
              <a:ext cx="118575" cy="118575"/>
            </a:xfrm>
            <a:custGeom>
              <a:rect b="b" l="l" r="r" t="t"/>
              <a:pathLst>
                <a:path extrusionOk="0" h="4743" w="4743">
                  <a:moveTo>
                    <a:pt x="1885" y="1"/>
                  </a:moveTo>
                  <a:lnTo>
                    <a:pt x="1885" y="1885"/>
                  </a:lnTo>
                  <a:lnTo>
                    <a:pt x="1" y="1885"/>
                  </a:lnTo>
                  <a:lnTo>
                    <a:pt x="1" y="2828"/>
                  </a:lnTo>
                  <a:lnTo>
                    <a:pt x="1885" y="2828"/>
                  </a:lnTo>
                  <a:lnTo>
                    <a:pt x="1885" y="4743"/>
                  </a:lnTo>
                  <a:lnTo>
                    <a:pt x="2828" y="4743"/>
                  </a:lnTo>
                  <a:lnTo>
                    <a:pt x="2828" y="2828"/>
                  </a:lnTo>
                  <a:lnTo>
                    <a:pt x="4743" y="2828"/>
                  </a:lnTo>
                  <a:lnTo>
                    <a:pt x="4743" y="1885"/>
                  </a:lnTo>
                  <a:lnTo>
                    <a:pt x="2828" y="1885"/>
                  </a:lnTo>
                  <a:lnTo>
                    <a:pt x="28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20"/>
            <p:cNvSpPr/>
            <p:nvPr/>
          </p:nvSpPr>
          <p:spPr>
            <a:xfrm>
              <a:off x="6796100" y="4994675"/>
              <a:ext cx="118575" cy="119325"/>
            </a:xfrm>
            <a:custGeom>
              <a:rect b="b" l="l" r="r" t="t"/>
              <a:pathLst>
                <a:path extrusionOk="0" h="4773" w="4743">
                  <a:moveTo>
                    <a:pt x="1885" y="0"/>
                  </a:moveTo>
                  <a:lnTo>
                    <a:pt x="1885" y="1915"/>
                  </a:lnTo>
                  <a:lnTo>
                    <a:pt x="1" y="1915"/>
                  </a:lnTo>
                  <a:lnTo>
                    <a:pt x="1" y="2858"/>
                  </a:lnTo>
                  <a:lnTo>
                    <a:pt x="1885" y="2858"/>
                  </a:lnTo>
                  <a:lnTo>
                    <a:pt x="1885" y="4772"/>
                  </a:lnTo>
                  <a:lnTo>
                    <a:pt x="2828" y="4772"/>
                  </a:lnTo>
                  <a:lnTo>
                    <a:pt x="2828" y="2858"/>
                  </a:lnTo>
                  <a:lnTo>
                    <a:pt x="4743" y="2858"/>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20"/>
            <p:cNvSpPr/>
            <p:nvPr/>
          </p:nvSpPr>
          <p:spPr>
            <a:xfrm>
              <a:off x="6796100" y="4802425"/>
              <a:ext cx="118575" cy="119325"/>
            </a:xfrm>
            <a:custGeom>
              <a:rect b="b" l="l" r="r" t="t"/>
              <a:pathLst>
                <a:path extrusionOk="0" h="4773" w="4743">
                  <a:moveTo>
                    <a:pt x="1885" y="0"/>
                  </a:moveTo>
                  <a:lnTo>
                    <a:pt x="1885" y="1915"/>
                  </a:lnTo>
                  <a:lnTo>
                    <a:pt x="1" y="1915"/>
                  </a:lnTo>
                  <a:lnTo>
                    <a:pt x="1" y="2857"/>
                  </a:lnTo>
                  <a:lnTo>
                    <a:pt x="1885" y="2857"/>
                  </a:lnTo>
                  <a:lnTo>
                    <a:pt x="1885" y="4772"/>
                  </a:lnTo>
                  <a:lnTo>
                    <a:pt x="2828" y="4772"/>
                  </a:lnTo>
                  <a:lnTo>
                    <a:pt x="2828" y="2857"/>
                  </a:lnTo>
                  <a:lnTo>
                    <a:pt x="4743" y="2857"/>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20"/>
            <p:cNvSpPr/>
            <p:nvPr/>
          </p:nvSpPr>
          <p:spPr>
            <a:xfrm>
              <a:off x="6796100" y="4610175"/>
              <a:ext cx="118575" cy="118550"/>
            </a:xfrm>
            <a:custGeom>
              <a:rect b="b" l="l" r="r" t="t"/>
              <a:pathLst>
                <a:path extrusionOk="0" h="4742" w="4743">
                  <a:moveTo>
                    <a:pt x="1885" y="0"/>
                  </a:moveTo>
                  <a:lnTo>
                    <a:pt x="1885" y="1915"/>
                  </a:lnTo>
                  <a:lnTo>
                    <a:pt x="1" y="1915"/>
                  </a:lnTo>
                  <a:lnTo>
                    <a:pt x="1" y="2857"/>
                  </a:lnTo>
                  <a:lnTo>
                    <a:pt x="1885" y="2857"/>
                  </a:lnTo>
                  <a:lnTo>
                    <a:pt x="1885" y="4742"/>
                  </a:lnTo>
                  <a:lnTo>
                    <a:pt x="2828" y="4742"/>
                  </a:lnTo>
                  <a:lnTo>
                    <a:pt x="2828" y="2857"/>
                  </a:lnTo>
                  <a:lnTo>
                    <a:pt x="4743" y="2857"/>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20"/>
            <p:cNvSpPr/>
            <p:nvPr/>
          </p:nvSpPr>
          <p:spPr>
            <a:xfrm>
              <a:off x="6796100" y="4417925"/>
              <a:ext cx="118575" cy="118550"/>
            </a:xfrm>
            <a:custGeom>
              <a:rect b="b" l="l" r="r" t="t"/>
              <a:pathLst>
                <a:path extrusionOk="0" h="4742" w="4743">
                  <a:moveTo>
                    <a:pt x="1885" y="0"/>
                  </a:moveTo>
                  <a:lnTo>
                    <a:pt x="1885" y="1915"/>
                  </a:lnTo>
                  <a:lnTo>
                    <a:pt x="1" y="1915"/>
                  </a:lnTo>
                  <a:lnTo>
                    <a:pt x="1" y="2857"/>
                  </a:lnTo>
                  <a:lnTo>
                    <a:pt x="1885" y="2857"/>
                  </a:lnTo>
                  <a:lnTo>
                    <a:pt x="1885" y="4742"/>
                  </a:lnTo>
                  <a:lnTo>
                    <a:pt x="2828" y="4742"/>
                  </a:lnTo>
                  <a:lnTo>
                    <a:pt x="2828" y="2857"/>
                  </a:lnTo>
                  <a:lnTo>
                    <a:pt x="4743" y="2857"/>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20"/>
            <p:cNvSpPr/>
            <p:nvPr/>
          </p:nvSpPr>
          <p:spPr>
            <a:xfrm>
              <a:off x="6796100" y="4225675"/>
              <a:ext cx="118575" cy="118550"/>
            </a:xfrm>
            <a:custGeom>
              <a:rect b="b" l="l" r="r" t="t"/>
              <a:pathLst>
                <a:path extrusionOk="0" h="4742" w="4743">
                  <a:moveTo>
                    <a:pt x="1885" y="0"/>
                  </a:moveTo>
                  <a:lnTo>
                    <a:pt x="1885" y="1885"/>
                  </a:lnTo>
                  <a:lnTo>
                    <a:pt x="1" y="1885"/>
                  </a:lnTo>
                  <a:lnTo>
                    <a:pt x="1" y="2857"/>
                  </a:lnTo>
                  <a:lnTo>
                    <a:pt x="1885" y="2857"/>
                  </a:lnTo>
                  <a:lnTo>
                    <a:pt x="1885" y="4742"/>
                  </a:lnTo>
                  <a:lnTo>
                    <a:pt x="2828" y="4742"/>
                  </a:lnTo>
                  <a:lnTo>
                    <a:pt x="2828" y="2857"/>
                  </a:lnTo>
                  <a:lnTo>
                    <a:pt x="4743" y="2857"/>
                  </a:lnTo>
                  <a:lnTo>
                    <a:pt x="4743" y="1885"/>
                  </a:lnTo>
                  <a:lnTo>
                    <a:pt x="2828" y="188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20"/>
            <p:cNvSpPr/>
            <p:nvPr/>
          </p:nvSpPr>
          <p:spPr>
            <a:xfrm>
              <a:off x="6796100" y="4033400"/>
              <a:ext cx="118575" cy="118575"/>
            </a:xfrm>
            <a:custGeom>
              <a:rect b="b" l="l" r="r" t="t"/>
              <a:pathLst>
                <a:path extrusionOk="0" h="4743" w="4743">
                  <a:moveTo>
                    <a:pt x="1885" y="1"/>
                  </a:moveTo>
                  <a:lnTo>
                    <a:pt x="1885" y="1885"/>
                  </a:lnTo>
                  <a:lnTo>
                    <a:pt x="1" y="1885"/>
                  </a:lnTo>
                  <a:lnTo>
                    <a:pt x="1" y="2828"/>
                  </a:lnTo>
                  <a:lnTo>
                    <a:pt x="1885" y="2828"/>
                  </a:lnTo>
                  <a:lnTo>
                    <a:pt x="1885" y="4743"/>
                  </a:lnTo>
                  <a:lnTo>
                    <a:pt x="2828" y="4743"/>
                  </a:lnTo>
                  <a:lnTo>
                    <a:pt x="2828" y="2828"/>
                  </a:lnTo>
                  <a:lnTo>
                    <a:pt x="4743" y="2828"/>
                  </a:lnTo>
                  <a:lnTo>
                    <a:pt x="4743" y="1885"/>
                  </a:lnTo>
                  <a:lnTo>
                    <a:pt x="2828" y="1885"/>
                  </a:lnTo>
                  <a:lnTo>
                    <a:pt x="28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20"/>
            <p:cNvSpPr/>
            <p:nvPr/>
          </p:nvSpPr>
          <p:spPr>
            <a:xfrm>
              <a:off x="6796100" y="3841150"/>
              <a:ext cx="118575" cy="118575"/>
            </a:xfrm>
            <a:custGeom>
              <a:rect b="b" l="l" r="r" t="t"/>
              <a:pathLst>
                <a:path extrusionOk="0" h="4743" w="4743">
                  <a:moveTo>
                    <a:pt x="1885" y="1"/>
                  </a:moveTo>
                  <a:lnTo>
                    <a:pt x="1885" y="1885"/>
                  </a:lnTo>
                  <a:lnTo>
                    <a:pt x="1" y="1885"/>
                  </a:lnTo>
                  <a:lnTo>
                    <a:pt x="1" y="2828"/>
                  </a:lnTo>
                  <a:lnTo>
                    <a:pt x="1885" y="2828"/>
                  </a:lnTo>
                  <a:lnTo>
                    <a:pt x="1885" y="4743"/>
                  </a:lnTo>
                  <a:lnTo>
                    <a:pt x="2828" y="4743"/>
                  </a:lnTo>
                  <a:lnTo>
                    <a:pt x="2828" y="2828"/>
                  </a:lnTo>
                  <a:lnTo>
                    <a:pt x="4743" y="2828"/>
                  </a:lnTo>
                  <a:lnTo>
                    <a:pt x="4743" y="1885"/>
                  </a:lnTo>
                  <a:lnTo>
                    <a:pt x="2828" y="1885"/>
                  </a:lnTo>
                  <a:lnTo>
                    <a:pt x="28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20"/>
            <p:cNvSpPr/>
            <p:nvPr/>
          </p:nvSpPr>
          <p:spPr>
            <a:xfrm>
              <a:off x="6796100" y="3648900"/>
              <a:ext cx="118575" cy="118575"/>
            </a:xfrm>
            <a:custGeom>
              <a:rect b="b" l="l" r="r" t="t"/>
              <a:pathLst>
                <a:path extrusionOk="0" h="4743" w="4743">
                  <a:moveTo>
                    <a:pt x="1885" y="1"/>
                  </a:moveTo>
                  <a:lnTo>
                    <a:pt x="1885" y="1885"/>
                  </a:lnTo>
                  <a:lnTo>
                    <a:pt x="1" y="1885"/>
                  </a:lnTo>
                  <a:lnTo>
                    <a:pt x="1" y="2828"/>
                  </a:lnTo>
                  <a:lnTo>
                    <a:pt x="1885" y="2828"/>
                  </a:lnTo>
                  <a:lnTo>
                    <a:pt x="1885" y="4742"/>
                  </a:lnTo>
                  <a:lnTo>
                    <a:pt x="2828" y="4742"/>
                  </a:lnTo>
                  <a:lnTo>
                    <a:pt x="2828" y="2828"/>
                  </a:lnTo>
                  <a:lnTo>
                    <a:pt x="4743" y="2828"/>
                  </a:lnTo>
                  <a:lnTo>
                    <a:pt x="4743" y="1885"/>
                  </a:lnTo>
                  <a:lnTo>
                    <a:pt x="2828" y="1885"/>
                  </a:lnTo>
                  <a:lnTo>
                    <a:pt x="28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20"/>
            <p:cNvSpPr/>
            <p:nvPr/>
          </p:nvSpPr>
          <p:spPr>
            <a:xfrm>
              <a:off x="6990650" y="5187675"/>
              <a:ext cx="118550" cy="118575"/>
            </a:xfrm>
            <a:custGeom>
              <a:rect b="b" l="l" r="r" t="t"/>
              <a:pathLst>
                <a:path extrusionOk="0" h="4743" w="4742">
                  <a:moveTo>
                    <a:pt x="1885" y="1"/>
                  </a:moveTo>
                  <a:lnTo>
                    <a:pt x="1885" y="1885"/>
                  </a:lnTo>
                  <a:lnTo>
                    <a:pt x="0" y="1885"/>
                  </a:lnTo>
                  <a:lnTo>
                    <a:pt x="0"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20"/>
            <p:cNvSpPr/>
            <p:nvPr/>
          </p:nvSpPr>
          <p:spPr>
            <a:xfrm>
              <a:off x="6990650" y="4994675"/>
              <a:ext cx="118550" cy="119325"/>
            </a:xfrm>
            <a:custGeom>
              <a:rect b="b" l="l" r="r" t="t"/>
              <a:pathLst>
                <a:path extrusionOk="0" h="4773" w="4742">
                  <a:moveTo>
                    <a:pt x="1885" y="0"/>
                  </a:moveTo>
                  <a:lnTo>
                    <a:pt x="1885" y="1915"/>
                  </a:lnTo>
                  <a:lnTo>
                    <a:pt x="0" y="1915"/>
                  </a:lnTo>
                  <a:lnTo>
                    <a:pt x="0" y="2858"/>
                  </a:lnTo>
                  <a:lnTo>
                    <a:pt x="1885" y="2858"/>
                  </a:lnTo>
                  <a:lnTo>
                    <a:pt x="1885" y="4772"/>
                  </a:lnTo>
                  <a:lnTo>
                    <a:pt x="2827" y="4772"/>
                  </a:lnTo>
                  <a:lnTo>
                    <a:pt x="2827" y="2858"/>
                  </a:lnTo>
                  <a:lnTo>
                    <a:pt x="4742" y="2858"/>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20"/>
            <p:cNvSpPr/>
            <p:nvPr/>
          </p:nvSpPr>
          <p:spPr>
            <a:xfrm>
              <a:off x="6990650" y="4802425"/>
              <a:ext cx="118550" cy="119325"/>
            </a:xfrm>
            <a:custGeom>
              <a:rect b="b" l="l" r="r" t="t"/>
              <a:pathLst>
                <a:path extrusionOk="0" h="4773" w="4742">
                  <a:moveTo>
                    <a:pt x="1885" y="0"/>
                  </a:moveTo>
                  <a:lnTo>
                    <a:pt x="1885" y="1915"/>
                  </a:lnTo>
                  <a:lnTo>
                    <a:pt x="0" y="1915"/>
                  </a:lnTo>
                  <a:lnTo>
                    <a:pt x="0" y="2857"/>
                  </a:lnTo>
                  <a:lnTo>
                    <a:pt x="1885" y="2857"/>
                  </a:lnTo>
                  <a:lnTo>
                    <a:pt x="1885" y="4772"/>
                  </a:lnTo>
                  <a:lnTo>
                    <a:pt x="2827" y="477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20"/>
            <p:cNvSpPr/>
            <p:nvPr/>
          </p:nvSpPr>
          <p:spPr>
            <a:xfrm>
              <a:off x="6990650" y="4610175"/>
              <a:ext cx="118550" cy="118550"/>
            </a:xfrm>
            <a:custGeom>
              <a:rect b="b" l="l" r="r" t="t"/>
              <a:pathLst>
                <a:path extrusionOk="0" h="4742" w="4742">
                  <a:moveTo>
                    <a:pt x="1885" y="0"/>
                  </a:moveTo>
                  <a:lnTo>
                    <a:pt x="1885" y="1915"/>
                  </a:lnTo>
                  <a:lnTo>
                    <a:pt x="0" y="1915"/>
                  </a:lnTo>
                  <a:lnTo>
                    <a:pt x="0" y="2857"/>
                  </a:lnTo>
                  <a:lnTo>
                    <a:pt x="1885" y="2857"/>
                  </a:lnTo>
                  <a:lnTo>
                    <a:pt x="1885" y="4742"/>
                  </a:lnTo>
                  <a:lnTo>
                    <a:pt x="2827" y="474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20"/>
            <p:cNvSpPr/>
            <p:nvPr/>
          </p:nvSpPr>
          <p:spPr>
            <a:xfrm>
              <a:off x="6990650" y="4417925"/>
              <a:ext cx="118550" cy="118550"/>
            </a:xfrm>
            <a:custGeom>
              <a:rect b="b" l="l" r="r" t="t"/>
              <a:pathLst>
                <a:path extrusionOk="0" h="4742" w="4742">
                  <a:moveTo>
                    <a:pt x="1885" y="0"/>
                  </a:moveTo>
                  <a:lnTo>
                    <a:pt x="1885" y="1915"/>
                  </a:lnTo>
                  <a:lnTo>
                    <a:pt x="0" y="1915"/>
                  </a:lnTo>
                  <a:lnTo>
                    <a:pt x="0" y="2857"/>
                  </a:lnTo>
                  <a:lnTo>
                    <a:pt x="1885" y="2857"/>
                  </a:lnTo>
                  <a:lnTo>
                    <a:pt x="1885" y="4742"/>
                  </a:lnTo>
                  <a:lnTo>
                    <a:pt x="2827" y="474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20"/>
            <p:cNvSpPr/>
            <p:nvPr/>
          </p:nvSpPr>
          <p:spPr>
            <a:xfrm>
              <a:off x="6990650" y="4225675"/>
              <a:ext cx="118550" cy="118550"/>
            </a:xfrm>
            <a:custGeom>
              <a:rect b="b" l="l" r="r" t="t"/>
              <a:pathLst>
                <a:path extrusionOk="0" h="4742" w="4742">
                  <a:moveTo>
                    <a:pt x="1885" y="0"/>
                  </a:moveTo>
                  <a:lnTo>
                    <a:pt x="1885" y="1885"/>
                  </a:lnTo>
                  <a:lnTo>
                    <a:pt x="0" y="1885"/>
                  </a:lnTo>
                  <a:lnTo>
                    <a:pt x="0" y="2857"/>
                  </a:lnTo>
                  <a:lnTo>
                    <a:pt x="1885" y="2857"/>
                  </a:lnTo>
                  <a:lnTo>
                    <a:pt x="1885" y="4742"/>
                  </a:lnTo>
                  <a:lnTo>
                    <a:pt x="2827" y="4742"/>
                  </a:lnTo>
                  <a:lnTo>
                    <a:pt x="2827" y="2857"/>
                  </a:lnTo>
                  <a:lnTo>
                    <a:pt x="4742" y="2857"/>
                  </a:lnTo>
                  <a:lnTo>
                    <a:pt x="4742" y="1885"/>
                  </a:lnTo>
                  <a:lnTo>
                    <a:pt x="2827" y="188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20"/>
            <p:cNvSpPr/>
            <p:nvPr/>
          </p:nvSpPr>
          <p:spPr>
            <a:xfrm>
              <a:off x="6990650" y="4033400"/>
              <a:ext cx="118550" cy="118575"/>
            </a:xfrm>
            <a:custGeom>
              <a:rect b="b" l="l" r="r" t="t"/>
              <a:pathLst>
                <a:path extrusionOk="0" h="4743" w="4742">
                  <a:moveTo>
                    <a:pt x="1885" y="1"/>
                  </a:moveTo>
                  <a:lnTo>
                    <a:pt x="1885" y="1885"/>
                  </a:lnTo>
                  <a:lnTo>
                    <a:pt x="0" y="1885"/>
                  </a:lnTo>
                  <a:lnTo>
                    <a:pt x="0"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20"/>
            <p:cNvSpPr/>
            <p:nvPr/>
          </p:nvSpPr>
          <p:spPr>
            <a:xfrm>
              <a:off x="6990650" y="3841150"/>
              <a:ext cx="118550" cy="118575"/>
            </a:xfrm>
            <a:custGeom>
              <a:rect b="b" l="l" r="r" t="t"/>
              <a:pathLst>
                <a:path extrusionOk="0" h="4743" w="4742">
                  <a:moveTo>
                    <a:pt x="1885" y="1"/>
                  </a:moveTo>
                  <a:lnTo>
                    <a:pt x="1885" y="1885"/>
                  </a:lnTo>
                  <a:lnTo>
                    <a:pt x="0" y="1885"/>
                  </a:lnTo>
                  <a:lnTo>
                    <a:pt x="0"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20"/>
            <p:cNvSpPr/>
            <p:nvPr/>
          </p:nvSpPr>
          <p:spPr>
            <a:xfrm>
              <a:off x="6990650" y="3648900"/>
              <a:ext cx="118550" cy="118575"/>
            </a:xfrm>
            <a:custGeom>
              <a:rect b="b" l="l" r="r" t="t"/>
              <a:pathLst>
                <a:path extrusionOk="0" h="4743" w="4742">
                  <a:moveTo>
                    <a:pt x="1885" y="1"/>
                  </a:moveTo>
                  <a:lnTo>
                    <a:pt x="1885" y="1885"/>
                  </a:lnTo>
                  <a:lnTo>
                    <a:pt x="0" y="1885"/>
                  </a:lnTo>
                  <a:lnTo>
                    <a:pt x="0" y="2828"/>
                  </a:lnTo>
                  <a:lnTo>
                    <a:pt x="1885" y="2828"/>
                  </a:lnTo>
                  <a:lnTo>
                    <a:pt x="1885" y="4742"/>
                  </a:lnTo>
                  <a:lnTo>
                    <a:pt x="2827" y="4742"/>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20"/>
            <p:cNvSpPr/>
            <p:nvPr/>
          </p:nvSpPr>
          <p:spPr>
            <a:xfrm>
              <a:off x="7184425" y="5187675"/>
              <a:ext cx="119325" cy="118575"/>
            </a:xfrm>
            <a:custGeom>
              <a:rect b="b" l="l" r="r" t="t"/>
              <a:pathLst>
                <a:path extrusionOk="0" h="4743" w="4773">
                  <a:moveTo>
                    <a:pt x="1915" y="1"/>
                  </a:moveTo>
                  <a:lnTo>
                    <a:pt x="1915" y="1885"/>
                  </a:lnTo>
                  <a:lnTo>
                    <a:pt x="0" y="1885"/>
                  </a:lnTo>
                  <a:lnTo>
                    <a:pt x="0" y="2828"/>
                  </a:lnTo>
                  <a:lnTo>
                    <a:pt x="1915" y="2828"/>
                  </a:lnTo>
                  <a:lnTo>
                    <a:pt x="1915" y="4743"/>
                  </a:lnTo>
                  <a:lnTo>
                    <a:pt x="2857" y="4743"/>
                  </a:lnTo>
                  <a:lnTo>
                    <a:pt x="2857" y="2828"/>
                  </a:lnTo>
                  <a:lnTo>
                    <a:pt x="4772" y="2828"/>
                  </a:lnTo>
                  <a:lnTo>
                    <a:pt x="4772" y="1885"/>
                  </a:lnTo>
                  <a:lnTo>
                    <a:pt x="2857" y="1885"/>
                  </a:lnTo>
                  <a:lnTo>
                    <a:pt x="285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20"/>
            <p:cNvSpPr/>
            <p:nvPr/>
          </p:nvSpPr>
          <p:spPr>
            <a:xfrm>
              <a:off x="7184425" y="4994675"/>
              <a:ext cx="119325" cy="119325"/>
            </a:xfrm>
            <a:custGeom>
              <a:rect b="b" l="l" r="r" t="t"/>
              <a:pathLst>
                <a:path extrusionOk="0" h="4773" w="4773">
                  <a:moveTo>
                    <a:pt x="1915" y="0"/>
                  </a:moveTo>
                  <a:lnTo>
                    <a:pt x="1915" y="1915"/>
                  </a:lnTo>
                  <a:lnTo>
                    <a:pt x="0" y="1915"/>
                  </a:lnTo>
                  <a:lnTo>
                    <a:pt x="0" y="2858"/>
                  </a:lnTo>
                  <a:lnTo>
                    <a:pt x="1915" y="2858"/>
                  </a:lnTo>
                  <a:lnTo>
                    <a:pt x="1915" y="4772"/>
                  </a:lnTo>
                  <a:lnTo>
                    <a:pt x="2857" y="4772"/>
                  </a:lnTo>
                  <a:lnTo>
                    <a:pt x="2857" y="2858"/>
                  </a:lnTo>
                  <a:lnTo>
                    <a:pt x="4772" y="2858"/>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20"/>
            <p:cNvSpPr/>
            <p:nvPr/>
          </p:nvSpPr>
          <p:spPr>
            <a:xfrm>
              <a:off x="7184425" y="4802425"/>
              <a:ext cx="119325" cy="119325"/>
            </a:xfrm>
            <a:custGeom>
              <a:rect b="b" l="l" r="r" t="t"/>
              <a:pathLst>
                <a:path extrusionOk="0" h="4773" w="4773">
                  <a:moveTo>
                    <a:pt x="1915" y="0"/>
                  </a:moveTo>
                  <a:lnTo>
                    <a:pt x="1915" y="1915"/>
                  </a:lnTo>
                  <a:lnTo>
                    <a:pt x="0" y="1915"/>
                  </a:lnTo>
                  <a:lnTo>
                    <a:pt x="0" y="2857"/>
                  </a:lnTo>
                  <a:lnTo>
                    <a:pt x="1915" y="2857"/>
                  </a:lnTo>
                  <a:lnTo>
                    <a:pt x="1915" y="4772"/>
                  </a:lnTo>
                  <a:lnTo>
                    <a:pt x="2857" y="4772"/>
                  </a:lnTo>
                  <a:lnTo>
                    <a:pt x="2857" y="2857"/>
                  </a:lnTo>
                  <a:lnTo>
                    <a:pt x="4772" y="2857"/>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20"/>
            <p:cNvSpPr/>
            <p:nvPr/>
          </p:nvSpPr>
          <p:spPr>
            <a:xfrm>
              <a:off x="7184425" y="4610175"/>
              <a:ext cx="119325" cy="118550"/>
            </a:xfrm>
            <a:custGeom>
              <a:rect b="b" l="l" r="r" t="t"/>
              <a:pathLst>
                <a:path extrusionOk="0" h="4742" w="4773">
                  <a:moveTo>
                    <a:pt x="1915" y="0"/>
                  </a:moveTo>
                  <a:lnTo>
                    <a:pt x="1915" y="1915"/>
                  </a:lnTo>
                  <a:lnTo>
                    <a:pt x="0" y="1915"/>
                  </a:lnTo>
                  <a:lnTo>
                    <a:pt x="0" y="2857"/>
                  </a:lnTo>
                  <a:lnTo>
                    <a:pt x="1915" y="2857"/>
                  </a:lnTo>
                  <a:lnTo>
                    <a:pt x="1915" y="4742"/>
                  </a:lnTo>
                  <a:lnTo>
                    <a:pt x="2857" y="4742"/>
                  </a:lnTo>
                  <a:lnTo>
                    <a:pt x="2857" y="2857"/>
                  </a:lnTo>
                  <a:lnTo>
                    <a:pt x="4772" y="2857"/>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20"/>
            <p:cNvSpPr/>
            <p:nvPr/>
          </p:nvSpPr>
          <p:spPr>
            <a:xfrm>
              <a:off x="7184425" y="4417925"/>
              <a:ext cx="119325" cy="118550"/>
            </a:xfrm>
            <a:custGeom>
              <a:rect b="b" l="l" r="r" t="t"/>
              <a:pathLst>
                <a:path extrusionOk="0" h="4742" w="4773">
                  <a:moveTo>
                    <a:pt x="1915" y="0"/>
                  </a:moveTo>
                  <a:lnTo>
                    <a:pt x="1915" y="1915"/>
                  </a:lnTo>
                  <a:lnTo>
                    <a:pt x="0" y="1915"/>
                  </a:lnTo>
                  <a:lnTo>
                    <a:pt x="0" y="2857"/>
                  </a:lnTo>
                  <a:lnTo>
                    <a:pt x="1915" y="2857"/>
                  </a:lnTo>
                  <a:lnTo>
                    <a:pt x="1915" y="4742"/>
                  </a:lnTo>
                  <a:lnTo>
                    <a:pt x="2857" y="4742"/>
                  </a:lnTo>
                  <a:lnTo>
                    <a:pt x="2857" y="2857"/>
                  </a:lnTo>
                  <a:lnTo>
                    <a:pt x="4772" y="2857"/>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20"/>
            <p:cNvSpPr/>
            <p:nvPr/>
          </p:nvSpPr>
          <p:spPr>
            <a:xfrm>
              <a:off x="7184425" y="4225675"/>
              <a:ext cx="119325" cy="118550"/>
            </a:xfrm>
            <a:custGeom>
              <a:rect b="b" l="l" r="r" t="t"/>
              <a:pathLst>
                <a:path extrusionOk="0" h="4742" w="4773">
                  <a:moveTo>
                    <a:pt x="1915" y="0"/>
                  </a:moveTo>
                  <a:lnTo>
                    <a:pt x="1915" y="1885"/>
                  </a:lnTo>
                  <a:lnTo>
                    <a:pt x="0" y="1885"/>
                  </a:lnTo>
                  <a:lnTo>
                    <a:pt x="0" y="2857"/>
                  </a:lnTo>
                  <a:lnTo>
                    <a:pt x="1915" y="2857"/>
                  </a:lnTo>
                  <a:lnTo>
                    <a:pt x="1915" y="4742"/>
                  </a:lnTo>
                  <a:lnTo>
                    <a:pt x="2857" y="4742"/>
                  </a:lnTo>
                  <a:lnTo>
                    <a:pt x="2857" y="2857"/>
                  </a:lnTo>
                  <a:lnTo>
                    <a:pt x="4772" y="2857"/>
                  </a:lnTo>
                  <a:lnTo>
                    <a:pt x="4772" y="1885"/>
                  </a:lnTo>
                  <a:lnTo>
                    <a:pt x="2857" y="188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20"/>
            <p:cNvSpPr/>
            <p:nvPr/>
          </p:nvSpPr>
          <p:spPr>
            <a:xfrm>
              <a:off x="7184425" y="4033400"/>
              <a:ext cx="119325" cy="118575"/>
            </a:xfrm>
            <a:custGeom>
              <a:rect b="b" l="l" r="r" t="t"/>
              <a:pathLst>
                <a:path extrusionOk="0" h="4743" w="4773">
                  <a:moveTo>
                    <a:pt x="1915" y="1"/>
                  </a:moveTo>
                  <a:lnTo>
                    <a:pt x="1915" y="1885"/>
                  </a:lnTo>
                  <a:lnTo>
                    <a:pt x="0" y="1885"/>
                  </a:lnTo>
                  <a:lnTo>
                    <a:pt x="0" y="2828"/>
                  </a:lnTo>
                  <a:lnTo>
                    <a:pt x="1915" y="2828"/>
                  </a:lnTo>
                  <a:lnTo>
                    <a:pt x="1915" y="4743"/>
                  </a:lnTo>
                  <a:lnTo>
                    <a:pt x="2857" y="4743"/>
                  </a:lnTo>
                  <a:lnTo>
                    <a:pt x="2857" y="2828"/>
                  </a:lnTo>
                  <a:lnTo>
                    <a:pt x="4772" y="2828"/>
                  </a:lnTo>
                  <a:lnTo>
                    <a:pt x="4772" y="1885"/>
                  </a:lnTo>
                  <a:lnTo>
                    <a:pt x="2857" y="1885"/>
                  </a:lnTo>
                  <a:lnTo>
                    <a:pt x="285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20"/>
            <p:cNvSpPr/>
            <p:nvPr/>
          </p:nvSpPr>
          <p:spPr>
            <a:xfrm>
              <a:off x="7184425" y="3841150"/>
              <a:ext cx="119325" cy="118575"/>
            </a:xfrm>
            <a:custGeom>
              <a:rect b="b" l="l" r="r" t="t"/>
              <a:pathLst>
                <a:path extrusionOk="0" h="4743" w="4773">
                  <a:moveTo>
                    <a:pt x="1915" y="1"/>
                  </a:moveTo>
                  <a:lnTo>
                    <a:pt x="1915" y="1885"/>
                  </a:lnTo>
                  <a:lnTo>
                    <a:pt x="0" y="1885"/>
                  </a:lnTo>
                  <a:lnTo>
                    <a:pt x="0" y="2828"/>
                  </a:lnTo>
                  <a:lnTo>
                    <a:pt x="1915" y="2828"/>
                  </a:lnTo>
                  <a:lnTo>
                    <a:pt x="1915" y="4743"/>
                  </a:lnTo>
                  <a:lnTo>
                    <a:pt x="2857" y="4743"/>
                  </a:lnTo>
                  <a:lnTo>
                    <a:pt x="2857" y="2828"/>
                  </a:lnTo>
                  <a:lnTo>
                    <a:pt x="4772" y="2828"/>
                  </a:lnTo>
                  <a:lnTo>
                    <a:pt x="4772" y="1885"/>
                  </a:lnTo>
                  <a:lnTo>
                    <a:pt x="2857" y="1885"/>
                  </a:lnTo>
                  <a:lnTo>
                    <a:pt x="285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20"/>
            <p:cNvSpPr/>
            <p:nvPr/>
          </p:nvSpPr>
          <p:spPr>
            <a:xfrm>
              <a:off x="7184425" y="3648900"/>
              <a:ext cx="119325" cy="118575"/>
            </a:xfrm>
            <a:custGeom>
              <a:rect b="b" l="l" r="r" t="t"/>
              <a:pathLst>
                <a:path extrusionOk="0" h="4743" w="4773">
                  <a:moveTo>
                    <a:pt x="1915" y="1"/>
                  </a:moveTo>
                  <a:lnTo>
                    <a:pt x="1915" y="1885"/>
                  </a:lnTo>
                  <a:lnTo>
                    <a:pt x="0" y="1885"/>
                  </a:lnTo>
                  <a:lnTo>
                    <a:pt x="0" y="2828"/>
                  </a:lnTo>
                  <a:lnTo>
                    <a:pt x="1915" y="2828"/>
                  </a:lnTo>
                  <a:lnTo>
                    <a:pt x="1915" y="4742"/>
                  </a:lnTo>
                  <a:lnTo>
                    <a:pt x="2857" y="4742"/>
                  </a:lnTo>
                  <a:lnTo>
                    <a:pt x="2857" y="2828"/>
                  </a:lnTo>
                  <a:lnTo>
                    <a:pt x="4772" y="2828"/>
                  </a:lnTo>
                  <a:lnTo>
                    <a:pt x="4772" y="1885"/>
                  </a:lnTo>
                  <a:lnTo>
                    <a:pt x="2857" y="1885"/>
                  </a:lnTo>
                  <a:lnTo>
                    <a:pt x="285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20"/>
            <p:cNvSpPr/>
            <p:nvPr/>
          </p:nvSpPr>
          <p:spPr>
            <a:xfrm>
              <a:off x="6601575" y="3455900"/>
              <a:ext cx="118575" cy="119325"/>
            </a:xfrm>
            <a:custGeom>
              <a:rect b="b" l="l" r="r" t="t"/>
              <a:pathLst>
                <a:path extrusionOk="0" h="4773" w="4743">
                  <a:moveTo>
                    <a:pt x="1885" y="0"/>
                  </a:moveTo>
                  <a:lnTo>
                    <a:pt x="1885" y="1915"/>
                  </a:lnTo>
                  <a:lnTo>
                    <a:pt x="1" y="1915"/>
                  </a:lnTo>
                  <a:lnTo>
                    <a:pt x="1" y="2857"/>
                  </a:lnTo>
                  <a:lnTo>
                    <a:pt x="1885" y="2857"/>
                  </a:lnTo>
                  <a:lnTo>
                    <a:pt x="1885" y="4772"/>
                  </a:lnTo>
                  <a:lnTo>
                    <a:pt x="2827" y="477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20"/>
            <p:cNvSpPr/>
            <p:nvPr/>
          </p:nvSpPr>
          <p:spPr>
            <a:xfrm>
              <a:off x="6796100" y="3455900"/>
              <a:ext cx="118575" cy="119325"/>
            </a:xfrm>
            <a:custGeom>
              <a:rect b="b" l="l" r="r" t="t"/>
              <a:pathLst>
                <a:path extrusionOk="0" h="4773" w="4743">
                  <a:moveTo>
                    <a:pt x="1885" y="0"/>
                  </a:moveTo>
                  <a:lnTo>
                    <a:pt x="1885" y="1915"/>
                  </a:lnTo>
                  <a:lnTo>
                    <a:pt x="1" y="1915"/>
                  </a:lnTo>
                  <a:lnTo>
                    <a:pt x="1" y="2857"/>
                  </a:lnTo>
                  <a:lnTo>
                    <a:pt x="1885" y="2857"/>
                  </a:lnTo>
                  <a:lnTo>
                    <a:pt x="1885" y="4772"/>
                  </a:lnTo>
                  <a:lnTo>
                    <a:pt x="2828" y="4772"/>
                  </a:lnTo>
                  <a:lnTo>
                    <a:pt x="2828" y="2857"/>
                  </a:lnTo>
                  <a:lnTo>
                    <a:pt x="4743" y="2857"/>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20"/>
            <p:cNvSpPr/>
            <p:nvPr/>
          </p:nvSpPr>
          <p:spPr>
            <a:xfrm>
              <a:off x="6990650" y="3455900"/>
              <a:ext cx="118550" cy="119325"/>
            </a:xfrm>
            <a:custGeom>
              <a:rect b="b" l="l" r="r" t="t"/>
              <a:pathLst>
                <a:path extrusionOk="0" h="4773" w="4742">
                  <a:moveTo>
                    <a:pt x="1885" y="0"/>
                  </a:moveTo>
                  <a:lnTo>
                    <a:pt x="1885" y="1915"/>
                  </a:lnTo>
                  <a:lnTo>
                    <a:pt x="0" y="1915"/>
                  </a:lnTo>
                  <a:lnTo>
                    <a:pt x="0" y="2857"/>
                  </a:lnTo>
                  <a:lnTo>
                    <a:pt x="1885" y="2857"/>
                  </a:lnTo>
                  <a:lnTo>
                    <a:pt x="1885" y="4772"/>
                  </a:lnTo>
                  <a:lnTo>
                    <a:pt x="2827" y="477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20"/>
            <p:cNvSpPr/>
            <p:nvPr/>
          </p:nvSpPr>
          <p:spPr>
            <a:xfrm>
              <a:off x="7184425" y="3455900"/>
              <a:ext cx="119325" cy="119325"/>
            </a:xfrm>
            <a:custGeom>
              <a:rect b="b" l="l" r="r" t="t"/>
              <a:pathLst>
                <a:path extrusionOk="0" h="4773" w="4773">
                  <a:moveTo>
                    <a:pt x="1915" y="0"/>
                  </a:moveTo>
                  <a:lnTo>
                    <a:pt x="1915" y="1915"/>
                  </a:lnTo>
                  <a:lnTo>
                    <a:pt x="0" y="1915"/>
                  </a:lnTo>
                  <a:lnTo>
                    <a:pt x="0" y="2857"/>
                  </a:lnTo>
                  <a:lnTo>
                    <a:pt x="1915" y="2857"/>
                  </a:lnTo>
                  <a:lnTo>
                    <a:pt x="1915" y="4772"/>
                  </a:lnTo>
                  <a:lnTo>
                    <a:pt x="2857" y="4772"/>
                  </a:lnTo>
                  <a:lnTo>
                    <a:pt x="2857" y="2857"/>
                  </a:lnTo>
                  <a:lnTo>
                    <a:pt x="4772" y="2857"/>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1" name="Google Shape;2971;p20"/>
          <p:cNvGrpSpPr/>
          <p:nvPr/>
        </p:nvGrpSpPr>
        <p:grpSpPr>
          <a:xfrm rot="10800000">
            <a:off x="1657268" y="-938062"/>
            <a:ext cx="702175" cy="1850350"/>
            <a:chOff x="6601575" y="3455900"/>
            <a:chExt cx="702175" cy="1850350"/>
          </a:xfrm>
        </p:grpSpPr>
        <p:sp>
          <p:nvSpPr>
            <p:cNvPr id="2972" name="Google Shape;2972;p20"/>
            <p:cNvSpPr/>
            <p:nvPr/>
          </p:nvSpPr>
          <p:spPr>
            <a:xfrm>
              <a:off x="6601575" y="5187675"/>
              <a:ext cx="118575" cy="118575"/>
            </a:xfrm>
            <a:custGeom>
              <a:rect b="b" l="l" r="r" t="t"/>
              <a:pathLst>
                <a:path extrusionOk="0" h="4743" w="4743">
                  <a:moveTo>
                    <a:pt x="1885" y="1"/>
                  </a:moveTo>
                  <a:lnTo>
                    <a:pt x="1885" y="1885"/>
                  </a:lnTo>
                  <a:lnTo>
                    <a:pt x="1" y="1885"/>
                  </a:lnTo>
                  <a:lnTo>
                    <a:pt x="1"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20"/>
            <p:cNvSpPr/>
            <p:nvPr/>
          </p:nvSpPr>
          <p:spPr>
            <a:xfrm>
              <a:off x="6601575" y="4994675"/>
              <a:ext cx="118575" cy="119325"/>
            </a:xfrm>
            <a:custGeom>
              <a:rect b="b" l="l" r="r" t="t"/>
              <a:pathLst>
                <a:path extrusionOk="0" h="4773" w="4743">
                  <a:moveTo>
                    <a:pt x="1885" y="0"/>
                  </a:moveTo>
                  <a:lnTo>
                    <a:pt x="1885" y="1915"/>
                  </a:lnTo>
                  <a:lnTo>
                    <a:pt x="1" y="1915"/>
                  </a:lnTo>
                  <a:lnTo>
                    <a:pt x="1" y="2858"/>
                  </a:lnTo>
                  <a:lnTo>
                    <a:pt x="1885" y="2858"/>
                  </a:lnTo>
                  <a:lnTo>
                    <a:pt x="1885" y="4772"/>
                  </a:lnTo>
                  <a:lnTo>
                    <a:pt x="2827" y="4772"/>
                  </a:lnTo>
                  <a:lnTo>
                    <a:pt x="2827" y="2858"/>
                  </a:lnTo>
                  <a:lnTo>
                    <a:pt x="4742" y="2858"/>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20"/>
            <p:cNvSpPr/>
            <p:nvPr/>
          </p:nvSpPr>
          <p:spPr>
            <a:xfrm>
              <a:off x="6601575" y="4802425"/>
              <a:ext cx="118575" cy="119325"/>
            </a:xfrm>
            <a:custGeom>
              <a:rect b="b" l="l" r="r" t="t"/>
              <a:pathLst>
                <a:path extrusionOk="0" h="4773" w="4743">
                  <a:moveTo>
                    <a:pt x="1885" y="0"/>
                  </a:moveTo>
                  <a:lnTo>
                    <a:pt x="1885" y="1915"/>
                  </a:lnTo>
                  <a:lnTo>
                    <a:pt x="1" y="1915"/>
                  </a:lnTo>
                  <a:lnTo>
                    <a:pt x="1" y="2857"/>
                  </a:lnTo>
                  <a:lnTo>
                    <a:pt x="1885" y="2857"/>
                  </a:lnTo>
                  <a:lnTo>
                    <a:pt x="1885" y="4772"/>
                  </a:lnTo>
                  <a:lnTo>
                    <a:pt x="2827" y="477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20"/>
            <p:cNvSpPr/>
            <p:nvPr/>
          </p:nvSpPr>
          <p:spPr>
            <a:xfrm>
              <a:off x="6601575" y="4610175"/>
              <a:ext cx="118575" cy="118550"/>
            </a:xfrm>
            <a:custGeom>
              <a:rect b="b" l="l" r="r" t="t"/>
              <a:pathLst>
                <a:path extrusionOk="0" h="4742" w="4743">
                  <a:moveTo>
                    <a:pt x="1885" y="0"/>
                  </a:moveTo>
                  <a:lnTo>
                    <a:pt x="1885" y="1915"/>
                  </a:lnTo>
                  <a:lnTo>
                    <a:pt x="1" y="1915"/>
                  </a:lnTo>
                  <a:lnTo>
                    <a:pt x="1" y="2857"/>
                  </a:lnTo>
                  <a:lnTo>
                    <a:pt x="1885" y="2857"/>
                  </a:lnTo>
                  <a:lnTo>
                    <a:pt x="1885" y="4742"/>
                  </a:lnTo>
                  <a:lnTo>
                    <a:pt x="2827" y="474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20"/>
            <p:cNvSpPr/>
            <p:nvPr/>
          </p:nvSpPr>
          <p:spPr>
            <a:xfrm>
              <a:off x="6601575" y="4417925"/>
              <a:ext cx="118575" cy="118550"/>
            </a:xfrm>
            <a:custGeom>
              <a:rect b="b" l="l" r="r" t="t"/>
              <a:pathLst>
                <a:path extrusionOk="0" h="4742" w="4743">
                  <a:moveTo>
                    <a:pt x="1885" y="0"/>
                  </a:moveTo>
                  <a:lnTo>
                    <a:pt x="1885" y="1915"/>
                  </a:lnTo>
                  <a:lnTo>
                    <a:pt x="1" y="1915"/>
                  </a:lnTo>
                  <a:lnTo>
                    <a:pt x="1" y="2857"/>
                  </a:lnTo>
                  <a:lnTo>
                    <a:pt x="1885" y="2857"/>
                  </a:lnTo>
                  <a:lnTo>
                    <a:pt x="1885" y="4742"/>
                  </a:lnTo>
                  <a:lnTo>
                    <a:pt x="2827" y="474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20"/>
            <p:cNvSpPr/>
            <p:nvPr/>
          </p:nvSpPr>
          <p:spPr>
            <a:xfrm>
              <a:off x="6601575" y="4225675"/>
              <a:ext cx="118575" cy="118550"/>
            </a:xfrm>
            <a:custGeom>
              <a:rect b="b" l="l" r="r" t="t"/>
              <a:pathLst>
                <a:path extrusionOk="0" h="4742" w="4743">
                  <a:moveTo>
                    <a:pt x="1885" y="0"/>
                  </a:moveTo>
                  <a:lnTo>
                    <a:pt x="1885" y="1885"/>
                  </a:lnTo>
                  <a:lnTo>
                    <a:pt x="1" y="1885"/>
                  </a:lnTo>
                  <a:lnTo>
                    <a:pt x="1" y="2857"/>
                  </a:lnTo>
                  <a:lnTo>
                    <a:pt x="1885" y="2857"/>
                  </a:lnTo>
                  <a:lnTo>
                    <a:pt x="1885" y="4742"/>
                  </a:lnTo>
                  <a:lnTo>
                    <a:pt x="2827" y="4742"/>
                  </a:lnTo>
                  <a:lnTo>
                    <a:pt x="2827" y="2857"/>
                  </a:lnTo>
                  <a:lnTo>
                    <a:pt x="4742" y="2857"/>
                  </a:lnTo>
                  <a:lnTo>
                    <a:pt x="4742" y="1885"/>
                  </a:lnTo>
                  <a:lnTo>
                    <a:pt x="2827" y="188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20"/>
            <p:cNvSpPr/>
            <p:nvPr/>
          </p:nvSpPr>
          <p:spPr>
            <a:xfrm>
              <a:off x="6601575" y="4033400"/>
              <a:ext cx="118575" cy="118575"/>
            </a:xfrm>
            <a:custGeom>
              <a:rect b="b" l="l" r="r" t="t"/>
              <a:pathLst>
                <a:path extrusionOk="0" h="4743" w="4743">
                  <a:moveTo>
                    <a:pt x="1885" y="1"/>
                  </a:moveTo>
                  <a:lnTo>
                    <a:pt x="1885" y="1885"/>
                  </a:lnTo>
                  <a:lnTo>
                    <a:pt x="1" y="1885"/>
                  </a:lnTo>
                  <a:lnTo>
                    <a:pt x="1"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20"/>
            <p:cNvSpPr/>
            <p:nvPr/>
          </p:nvSpPr>
          <p:spPr>
            <a:xfrm>
              <a:off x="6601575" y="3841150"/>
              <a:ext cx="118575" cy="118575"/>
            </a:xfrm>
            <a:custGeom>
              <a:rect b="b" l="l" r="r" t="t"/>
              <a:pathLst>
                <a:path extrusionOk="0" h="4743" w="4743">
                  <a:moveTo>
                    <a:pt x="1885" y="1"/>
                  </a:moveTo>
                  <a:lnTo>
                    <a:pt x="1885" y="1885"/>
                  </a:lnTo>
                  <a:lnTo>
                    <a:pt x="1" y="1885"/>
                  </a:lnTo>
                  <a:lnTo>
                    <a:pt x="1"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20"/>
            <p:cNvSpPr/>
            <p:nvPr/>
          </p:nvSpPr>
          <p:spPr>
            <a:xfrm>
              <a:off x="6601575" y="3648900"/>
              <a:ext cx="118575" cy="118575"/>
            </a:xfrm>
            <a:custGeom>
              <a:rect b="b" l="l" r="r" t="t"/>
              <a:pathLst>
                <a:path extrusionOk="0" h="4743" w="4743">
                  <a:moveTo>
                    <a:pt x="1885" y="1"/>
                  </a:moveTo>
                  <a:lnTo>
                    <a:pt x="1885" y="1885"/>
                  </a:lnTo>
                  <a:lnTo>
                    <a:pt x="1" y="1885"/>
                  </a:lnTo>
                  <a:lnTo>
                    <a:pt x="1" y="2828"/>
                  </a:lnTo>
                  <a:lnTo>
                    <a:pt x="1885" y="2828"/>
                  </a:lnTo>
                  <a:lnTo>
                    <a:pt x="1885" y="4742"/>
                  </a:lnTo>
                  <a:lnTo>
                    <a:pt x="2827" y="4742"/>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20"/>
            <p:cNvSpPr/>
            <p:nvPr/>
          </p:nvSpPr>
          <p:spPr>
            <a:xfrm>
              <a:off x="6796100" y="5187675"/>
              <a:ext cx="118575" cy="118575"/>
            </a:xfrm>
            <a:custGeom>
              <a:rect b="b" l="l" r="r" t="t"/>
              <a:pathLst>
                <a:path extrusionOk="0" h="4743" w="4743">
                  <a:moveTo>
                    <a:pt x="1885" y="1"/>
                  </a:moveTo>
                  <a:lnTo>
                    <a:pt x="1885" y="1885"/>
                  </a:lnTo>
                  <a:lnTo>
                    <a:pt x="1" y="1885"/>
                  </a:lnTo>
                  <a:lnTo>
                    <a:pt x="1" y="2828"/>
                  </a:lnTo>
                  <a:lnTo>
                    <a:pt x="1885" y="2828"/>
                  </a:lnTo>
                  <a:lnTo>
                    <a:pt x="1885" y="4743"/>
                  </a:lnTo>
                  <a:lnTo>
                    <a:pt x="2828" y="4743"/>
                  </a:lnTo>
                  <a:lnTo>
                    <a:pt x="2828" y="2828"/>
                  </a:lnTo>
                  <a:lnTo>
                    <a:pt x="4743" y="2828"/>
                  </a:lnTo>
                  <a:lnTo>
                    <a:pt x="4743" y="1885"/>
                  </a:lnTo>
                  <a:lnTo>
                    <a:pt x="2828" y="1885"/>
                  </a:lnTo>
                  <a:lnTo>
                    <a:pt x="28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20"/>
            <p:cNvSpPr/>
            <p:nvPr/>
          </p:nvSpPr>
          <p:spPr>
            <a:xfrm>
              <a:off x="6796100" y="4994675"/>
              <a:ext cx="118575" cy="119325"/>
            </a:xfrm>
            <a:custGeom>
              <a:rect b="b" l="l" r="r" t="t"/>
              <a:pathLst>
                <a:path extrusionOk="0" h="4773" w="4743">
                  <a:moveTo>
                    <a:pt x="1885" y="0"/>
                  </a:moveTo>
                  <a:lnTo>
                    <a:pt x="1885" y="1915"/>
                  </a:lnTo>
                  <a:lnTo>
                    <a:pt x="1" y="1915"/>
                  </a:lnTo>
                  <a:lnTo>
                    <a:pt x="1" y="2858"/>
                  </a:lnTo>
                  <a:lnTo>
                    <a:pt x="1885" y="2858"/>
                  </a:lnTo>
                  <a:lnTo>
                    <a:pt x="1885" y="4772"/>
                  </a:lnTo>
                  <a:lnTo>
                    <a:pt x="2828" y="4772"/>
                  </a:lnTo>
                  <a:lnTo>
                    <a:pt x="2828" y="2858"/>
                  </a:lnTo>
                  <a:lnTo>
                    <a:pt x="4743" y="2858"/>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20"/>
            <p:cNvSpPr/>
            <p:nvPr/>
          </p:nvSpPr>
          <p:spPr>
            <a:xfrm>
              <a:off x="6796100" y="4802425"/>
              <a:ext cx="118575" cy="119325"/>
            </a:xfrm>
            <a:custGeom>
              <a:rect b="b" l="l" r="r" t="t"/>
              <a:pathLst>
                <a:path extrusionOk="0" h="4773" w="4743">
                  <a:moveTo>
                    <a:pt x="1885" y="0"/>
                  </a:moveTo>
                  <a:lnTo>
                    <a:pt x="1885" y="1915"/>
                  </a:lnTo>
                  <a:lnTo>
                    <a:pt x="1" y="1915"/>
                  </a:lnTo>
                  <a:lnTo>
                    <a:pt x="1" y="2857"/>
                  </a:lnTo>
                  <a:lnTo>
                    <a:pt x="1885" y="2857"/>
                  </a:lnTo>
                  <a:lnTo>
                    <a:pt x="1885" y="4772"/>
                  </a:lnTo>
                  <a:lnTo>
                    <a:pt x="2828" y="4772"/>
                  </a:lnTo>
                  <a:lnTo>
                    <a:pt x="2828" y="2857"/>
                  </a:lnTo>
                  <a:lnTo>
                    <a:pt x="4743" y="2857"/>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20"/>
            <p:cNvSpPr/>
            <p:nvPr/>
          </p:nvSpPr>
          <p:spPr>
            <a:xfrm>
              <a:off x="6796100" y="4610175"/>
              <a:ext cx="118575" cy="118550"/>
            </a:xfrm>
            <a:custGeom>
              <a:rect b="b" l="l" r="r" t="t"/>
              <a:pathLst>
                <a:path extrusionOk="0" h="4742" w="4743">
                  <a:moveTo>
                    <a:pt x="1885" y="0"/>
                  </a:moveTo>
                  <a:lnTo>
                    <a:pt x="1885" y="1915"/>
                  </a:lnTo>
                  <a:lnTo>
                    <a:pt x="1" y="1915"/>
                  </a:lnTo>
                  <a:lnTo>
                    <a:pt x="1" y="2857"/>
                  </a:lnTo>
                  <a:lnTo>
                    <a:pt x="1885" y="2857"/>
                  </a:lnTo>
                  <a:lnTo>
                    <a:pt x="1885" y="4742"/>
                  </a:lnTo>
                  <a:lnTo>
                    <a:pt x="2828" y="4742"/>
                  </a:lnTo>
                  <a:lnTo>
                    <a:pt x="2828" y="2857"/>
                  </a:lnTo>
                  <a:lnTo>
                    <a:pt x="4743" y="2857"/>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20"/>
            <p:cNvSpPr/>
            <p:nvPr/>
          </p:nvSpPr>
          <p:spPr>
            <a:xfrm>
              <a:off x="6796100" y="4417925"/>
              <a:ext cx="118575" cy="118550"/>
            </a:xfrm>
            <a:custGeom>
              <a:rect b="b" l="l" r="r" t="t"/>
              <a:pathLst>
                <a:path extrusionOk="0" h="4742" w="4743">
                  <a:moveTo>
                    <a:pt x="1885" y="0"/>
                  </a:moveTo>
                  <a:lnTo>
                    <a:pt x="1885" y="1915"/>
                  </a:lnTo>
                  <a:lnTo>
                    <a:pt x="1" y="1915"/>
                  </a:lnTo>
                  <a:lnTo>
                    <a:pt x="1" y="2857"/>
                  </a:lnTo>
                  <a:lnTo>
                    <a:pt x="1885" y="2857"/>
                  </a:lnTo>
                  <a:lnTo>
                    <a:pt x="1885" y="4742"/>
                  </a:lnTo>
                  <a:lnTo>
                    <a:pt x="2828" y="4742"/>
                  </a:lnTo>
                  <a:lnTo>
                    <a:pt x="2828" y="2857"/>
                  </a:lnTo>
                  <a:lnTo>
                    <a:pt x="4743" y="2857"/>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20"/>
            <p:cNvSpPr/>
            <p:nvPr/>
          </p:nvSpPr>
          <p:spPr>
            <a:xfrm>
              <a:off x="6796100" y="4225675"/>
              <a:ext cx="118575" cy="118550"/>
            </a:xfrm>
            <a:custGeom>
              <a:rect b="b" l="l" r="r" t="t"/>
              <a:pathLst>
                <a:path extrusionOk="0" h="4742" w="4743">
                  <a:moveTo>
                    <a:pt x="1885" y="0"/>
                  </a:moveTo>
                  <a:lnTo>
                    <a:pt x="1885" y="1885"/>
                  </a:lnTo>
                  <a:lnTo>
                    <a:pt x="1" y="1885"/>
                  </a:lnTo>
                  <a:lnTo>
                    <a:pt x="1" y="2857"/>
                  </a:lnTo>
                  <a:lnTo>
                    <a:pt x="1885" y="2857"/>
                  </a:lnTo>
                  <a:lnTo>
                    <a:pt x="1885" y="4742"/>
                  </a:lnTo>
                  <a:lnTo>
                    <a:pt x="2828" y="4742"/>
                  </a:lnTo>
                  <a:lnTo>
                    <a:pt x="2828" y="2857"/>
                  </a:lnTo>
                  <a:lnTo>
                    <a:pt x="4743" y="2857"/>
                  </a:lnTo>
                  <a:lnTo>
                    <a:pt x="4743" y="1885"/>
                  </a:lnTo>
                  <a:lnTo>
                    <a:pt x="2828" y="188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20"/>
            <p:cNvSpPr/>
            <p:nvPr/>
          </p:nvSpPr>
          <p:spPr>
            <a:xfrm>
              <a:off x="6796100" y="4033400"/>
              <a:ext cx="118575" cy="118575"/>
            </a:xfrm>
            <a:custGeom>
              <a:rect b="b" l="l" r="r" t="t"/>
              <a:pathLst>
                <a:path extrusionOk="0" h="4743" w="4743">
                  <a:moveTo>
                    <a:pt x="1885" y="1"/>
                  </a:moveTo>
                  <a:lnTo>
                    <a:pt x="1885" y="1885"/>
                  </a:lnTo>
                  <a:lnTo>
                    <a:pt x="1" y="1885"/>
                  </a:lnTo>
                  <a:lnTo>
                    <a:pt x="1" y="2828"/>
                  </a:lnTo>
                  <a:lnTo>
                    <a:pt x="1885" y="2828"/>
                  </a:lnTo>
                  <a:lnTo>
                    <a:pt x="1885" y="4743"/>
                  </a:lnTo>
                  <a:lnTo>
                    <a:pt x="2828" y="4743"/>
                  </a:lnTo>
                  <a:lnTo>
                    <a:pt x="2828" y="2828"/>
                  </a:lnTo>
                  <a:lnTo>
                    <a:pt x="4743" y="2828"/>
                  </a:lnTo>
                  <a:lnTo>
                    <a:pt x="4743" y="1885"/>
                  </a:lnTo>
                  <a:lnTo>
                    <a:pt x="2828" y="1885"/>
                  </a:lnTo>
                  <a:lnTo>
                    <a:pt x="28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20"/>
            <p:cNvSpPr/>
            <p:nvPr/>
          </p:nvSpPr>
          <p:spPr>
            <a:xfrm>
              <a:off x="6796100" y="3841150"/>
              <a:ext cx="118575" cy="118575"/>
            </a:xfrm>
            <a:custGeom>
              <a:rect b="b" l="l" r="r" t="t"/>
              <a:pathLst>
                <a:path extrusionOk="0" h="4743" w="4743">
                  <a:moveTo>
                    <a:pt x="1885" y="1"/>
                  </a:moveTo>
                  <a:lnTo>
                    <a:pt x="1885" y="1885"/>
                  </a:lnTo>
                  <a:lnTo>
                    <a:pt x="1" y="1885"/>
                  </a:lnTo>
                  <a:lnTo>
                    <a:pt x="1" y="2828"/>
                  </a:lnTo>
                  <a:lnTo>
                    <a:pt x="1885" y="2828"/>
                  </a:lnTo>
                  <a:lnTo>
                    <a:pt x="1885" y="4743"/>
                  </a:lnTo>
                  <a:lnTo>
                    <a:pt x="2828" y="4743"/>
                  </a:lnTo>
                  <a:lnTo>
                    <a:pt x="2828" y="2828"/>
                  </a:lnTo>
                  <a:lnTo>
                    <a:pt x="4743" y="2828"/>
                  </a:lnTo>
                  <a:lnTo>
                    <a:pt x="4743" y="1885"/>
                  </a:lnTo>
                  <a:lnTo>
                    <a:pt x="2828" y="1885"/>
                  </a:lnTo>
                  <a:lnTo>
                    <a:pt x="28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20"/>
            <p:cNvSpPr/>
            <p:nvPr/>
          </p:nvSpPr>
          <p:spPr>
            <a:xfrm>
              <a:off x="6796100" y="3648900"/>
              <a:ext cx="118575" cy="118575"/>
            </a:xfrm>
            <a:custGeom>
              <a:rect b="b" l="l" r="r" t="t"/>
              <a:pathLst>
                <a:path extrusionOk="0" h="4743" w="4743">
                  <a:moveTo>
                    <a:pt x="1885" y="1"/>
                  </a:moveTo>
                  <a:lnTo>
                    <a:pt x="1885" y="1885"/>
                  </a:lnTo>
                  <a:lnTo>
                    <a:pt x="1" y="1885"/>
                  </a:lnTo>
                  <a:lnTo>
                    <a:pt x="1" y="2828"/>
                  </a:lnTo>
                  <a:lnTo>
                    <a:pt x="1885" y="2828"/>
                  </a:lnTo>
                  <a:lnTo>
                    <a:pt x="1885" y="4742"/>
                  </a:lnTo>
                  <a:lnTo>
                    <a:pt x="2828" y="4742"/>
                  </a:lnTo>
                  <a:lnTo>
                    <a:pt x="2828" y="2828"/>
                  </a:lnTo>
                  <a:lnTo>
                    <a:pt x="4743" y="2828"/>
                  </a:lnTo>
                  <a:lnTo>
                    <a:pt x="4743" y="1885"/>
                  </a:lnTo>
                  <a:lnTo>
                    <a:pt x="2828" y="1885"/>
                  </a:lnTo>
                  <a:lnTo>
                    <a:pt x="28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20"/>
            <p:cNvSpPr/>
            <p:nvPr/>
          </p:nvSpPr>
          <p:spPr>
            <a:xfrm>
              <a:off x="6990650" y="5187675"/>
              <a:ext cx="118550" cy="118575"/>
            </a:xfrm>
            <a:custGeom>
              <a:rect b="b" l="l" r="r" t="t"/>
              <a:pathLst>
                <a:path extrusionOk="0" h="4743" w="4742">
                  <a:moveTo>
                    <a:pt x="1885" y="1"/>
                  </a:moveTo>
                  <a:lnTo>
                    <a:pt x="1885" y="1885"/>
                  </a:lnTo>
                  <a:lnTo>
                    <a:pt x="0" y="1885"/>
                  </a:lnTo>
                  <a:lnTo>
                    <a:pt x="0"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20"/>
            <p:cNvSpPr/>
            <p:nvPr/>
          </p:nvSpPr>
          <p:spPr>
            <a:xfrm>
              <a:off x="6990650" y="4994675"/>
              <a:ext cx="118550" cy="119325"/>
            </a:xfrm>
            <a:custGeom>
              <a:rect b="b" l="l" r="r" t="t"/>
              <a:pathLst>
                <a:path extrusionOk="0" h="4773" w="4742">
                  <a:moveTo>
                    <a:pt x="1885" y="0"/>
                  </a:moveTo>
                  <a:lnTo>
                    <a:pt x="1885" y="1915"/>
                  </a:lnTo>
                  <a:lnTo>
                    <a:pt x="0" y="1915"/>
                  </a:lnTo>
                  <a:lnTo>
                    <a:pt x="0" y="2858"/>
                  </a:lnTo>
                  <a:lnTo>
                    <a:pt x="1885" y="2858"/>
                  </a:lnTo>
                  <a:lnTo>
                    <a:pt x="1885" y="4772"/>
                  </a:lnTo>
                  <a:lnTo>
                    <a:pt x="2827" y="4772"/>
                  </a:lnTo>
                  <a:lnTo>
                    <a:pt x="2827" y="2858"/>
                  </a:lnTo>
                  <a:lnTo>
                    <a:pt x="4742" y="2858"/>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20"/>
            <p:cNvSpPr/>
            <p:nvPr/>
          </p:nvSpPr>
          <p:spPr>
            <a:xfrm>
              <a:off x="6990650" y="4802425"/>
              <a:ext cx="118550" cy="119325"/>
            </a:xfrm>
            <a:custGeom>
              <a:rect b="b" l="l" r="r" t="t"/>
              <a:pathLst>
                <a:path extrusionOk="0" h="4773" w="4742">
                  <a:moveTo>
                    <a:pt x="1885" y="0"/>
                  </a:moveTo>
                  <a:lnTo>
                    <a:pt x="1885" y="1915"/>
                  </a:lnTo>
                  <a:lnTo>
                    <a:pt x="0" y="1915"/>
                  </a:lnTo>
                  <a:lnTo>
                    <a:pt x="0" y="2857"/>
                  </a:lnTo>
                  <a:lnTo>
                    <a:pt x="1885" y="2857"/>
                  </a:lnTo>
                  <a:lnTo>
                    <a:pt x="1885" y="4772"/>
                  </a:lnTo>
                  <a:lnTo>
                    <a:pt x="2827" y="477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20"/>
            <p:cNvSpPr/>
            <p:nvPr/>
          </p:nvSpPr>
          <p:spPr>
            <a:xfrm>
              <a:off x="6990650" y="4610175"/>
              <a:ext cx="118550" cy="118550"/>
            </a:xfrm>
            <a:custGeom>
              <a:rect b="b" l="l" r="r" t="t"/>
              <a:pathLst>
                <a:path extrusionOk="0" h="4742" w="4742">
                  <a:moveTo>
                    <a:pt x="1885" y="0"/>
                  </a:moveTo>
                  <a:lnTo>
                    <a:pt x="1885" y="1915"/>
                  </a:lnTo>
                  <a:lnTo>
                    <a:pt x="0" y="1915"/>
                  </a:lnTo>
                  <a:lnTo>
                    <a:pt x="0" y="2857"/>
                  </a:lnTo>
                  <a:lnTo>
                    <a:pt x="1885" y="2857"/>
                  </a:lnTo>
                  <a:lnTo>
                    <a:pt x="1885" y="4742"/>
                  </a:lnTo>
                  <a:lnTo>
                    <a:pt x="2827" y="474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20"/>
            <p:cNvSpPr/>
            <p:nvPr/>
          </p:nvSpPr>
          <p:spPr>
            <a:xfrm>
              <a:off x="6990650" y="4417925"/>
              <a:ext cx="118550" cy="118550"/>
            </a:xfrm>
            <a:custGeom>
              <a:rect b="b" l="l" r="r" t="t"/>
              <a:pathLst>
                <a:path extrusionOk="0" h="4742" w="4742">
                  <a:moveTo>
                    <a:pt x="1885" y="0"/>
                  </a:moveTo>
                  <a:lnTo>
                    <a:pt x="1885" y="1915"/>
                  </a:lnTo>
                  <a:lnTo>
                    <a:pt x="0" y="1915"/>
                  </a:lnTo>
                  <a:lnTo>
                    <a:pt x="0" y="2857"/>
                  </a:lnTo>
                  <a:lnTo>
                    <a:pt x="1885" y="2857"/>
                  </a:lnTo>
                  <a:lnTo>
                    <a:pt x="1885" y="4742"/>
                  </a:lnTo>
                  <a:lnTo>
                    <a:pt x="2827" y="474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20"/>
            <p:cNvSpPr/>
            <p:nvPr/>
          </p:nvSpPr>
          <p:spPr>
            <a:xfrm>
              <a:off x="6990650" y="4225675"/>
              <a:ext cx="118550" cy="118550"/>
            </a:xfrm>
            <a:custGeom>
              <a:rect b="b" l="l" r="r" t="t"/>
              <a:pathLst>
                <a:path extrusionOk="0" h="4742" w="4742">
                  <a:moveTo>
                    <a:pt x="1885" y="0"/>
                  </a:moveTo>
                  <a:lnTo>
                    <a:pt x="1885" y="1885"/>
                  </a:lnTo>
                  <a:lnTo>
                    <a:pt x="0" y="1885"/>
                  </a:lnTo>
                  <a:lnTo>
                    <a:pt x="0" y="2857"/>
                  </a:lnTo>
                  <a:lnTo>
                    <a:pt x="1885" y="2857"/>
                  </a:lnTo>
                  <a:lnTo>
                    <a:pt x="1885" y="4742"/>
                  </a:lnTo>
                  <a:lnTo>
                    <a:pt x="2827" y="4742"/>
                  </a:lnTo>
                  <a:lnTo>
                    <a:pt x="2827" y="2857"/>
                  </a:lnTo>
                  <a:lnTo>
                    <a:pt x="4742" y="2857"/>
                  </a:lnTo>
                  <a:lnTo>
                    <a:pt x="4742" y="1885"/>
                  </a:lnTo>
                  <a:lnTo>
                    <a:pt x="2827" y="188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20"/>
            <p:cNvSpPr/>
            <p:nvPr/>
          </p:nvSpPr>
          <p:spPr>
            <a:xfrm>
              <a:off x="6990650" y="4033400"/>
              <a:ext cx="118550" cy="118575"/>
            </a:xfrm>
            <a:custGeom>
              <a:rect b="b" l="l" r="r" t="t"/>
              <a:pathLst>
                <a:path extrusionOk="0" h="4743" w="4742">
                  <a:moveTo>
                    <a:pt x="1885" y="1"/>
                  </a:moveTo>
                  <a:lnTo>
                    <a:pt x="1885" y="1885"/>
                  </a:lnTo>
                  <a:lnTo>
                    <a:pt x="0" y="1885"/>
                  </a:lnTo>
                  <a:lnTo>
                    <a:pt x="0"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20"/>
            <p:cNvSpPr/>
            <p:nvPr/>
          </p:nvSpPr>
          <p:spPr>
            <a:xfrm>
              <a:off x="6990650" y="3841150"/>
              <a:ext cx="118550" cy="118575"/>
            </a:xfrm>
            <a:custGeom>
              <a:rect b="b" l="l" r="r" t="t"/>
              <a:pathLst>
                <a:path extrusionOk="0" h="4743" w="4742">
                  <a:moveTo>
                    <a:pt x="1885" y="1"/>
                  </a:moveTo>
                  <a:lnTo>
                    <a:pt x="1885" y="1885"/>
                  </a:lnTo>
                  <a:lnTo>
                    <a:pt x="0" y="1885"/>
                  </a:lnTo>
                  <a:lnTo>
                    <a:pt x="0"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20"/>
            <p:cNvSpPr/>
            <p:nvPr/>
          </p:nvSpPr>
          <p:spPr>
            <a:xfrm>
              <a:off x="6990650" y="3648900"/>
              <a:ext cx="118550" cy="118575"/>
            </a:xfrm>
            <a:custGeom>
              <a:rect b="b" l="l" r="r" t="t"/>
              <a:pathLst>
                <a:path extrusionOk="0" h="4743" w="4742">
                  <a:moveTo>
                    <a:pt x="1885" y="1"/>
                  </a:moveTo>
                  <a:lnTo>
                    <a:pt x="1885" y="1885"/>
                  </a:lnTo>
                  <a:lnTo>
                    <a:pt x="0" y="1885"/>
                  </a:lnTo>
                  <a:lnTo>
                    <a:pt x="0" y="2828"/>
                  </a:lnTo>
                  <a:lnTo>
                    <a:pt x="1885" y="2828"/>
                  </a:lnTo>
                  <a:lnTo>
                    <a:pt x="1885" y="4742"/>
                  </a:lnTo>
                  <a:lnTo>
                    <a:pt x="2827" y="4742"/>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20"/>
            <p:cNvSpPr/>
            <p:nvPr/>
          </p:nvSpPr>
          <p:spPr>
            <a:xfrm>
              <a:off x="7184425" y="5187675"/>
              <a:ext cx="119325" cy="118575"/>
            </a:xfrm>
            <a:custGeom>
              <a:rect b="b" l="l" r="r" t="t"/>
              <a:pathLst>
                <a:path extrusionOk="0" h="4743" w="4773">
                  <a:moveTo>
                    <a:pt x="1915" y="1"/>
                  </a:moveTo>
                  <a:lnTo>
                    <a:pt x="1915" y="1885"/>
                  </a:lnTo>
                  <a:lnTo>
                    <a:pt x="0" y="1885"/>
                  </a:lnTo>
                  <a:lnTo>
                    <a:pt x="0" y="2828"/>
                  </a:lnTo>
                  <a:lnTo>
                    <a:pt x="1915" y="2828"/>
                  </a:lnTo>
                  <a:lnTo>
                    <a:pt x="1915" y="4743"/>
                  </a:lnTo>
                  <a:lnTo>
                    <a:pt x="2857" y="4743"/>
                  </a:lnTo>
                  <a:lnTo>
                    <a:pt x="2857" y="2828"/>
                  </a:lnTo>
                  <a:lnTo>
                    <a:pt x="4772" y="2828"/>
                  </a:lnTo>
                  <a:lnTo>
                    <a:pt x="4772" y="1885"/>
                  </a:lnTo>
                  <a:lnTo>
                    <a:pt x="2857" y="1885"/>
                  </a:lnTo>
                  <a:lnTo>
                    <a:pt x="285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20"/>
            <p:cNvSpPr/>
            <p:nvPr/>
          </p:nvSpPr>
          <p:spPr>
            <a:xfrm>
              <a:off x="7184425" y="4994675"/>
              <a:ext cx="119325" cy="119325"/>
            </a:xfrm>
            <a:custGeom>
              <a:rect b="b" l="l" r="r" t="t"/>
              <a:pathLst>
                <a:path extrusionOk="0" h="4773" w="4773">
                  <a:moveTo>
                    <a:pt x="1915" y="0"/>
                  </a:moveTo>
                  <a:lnTo>
                    <a:pt x="1915" y="1915"/>
                  </a:lnTo>
                  <a:lnTo>
                    <a:pt x="0" y="1915"/>
                  </a:lnTo>
                  <a:lnTo>
                    <a:pt x="0" y="2858"/>
                  </a:lnTo>
                  <a:lnTo>
                    <a:pt x="1915" y="2858"/>
                  </a:lnTo>
                  <a:lnTo>
                    <a:pt x="1915" y="4772"/>
                  </a:lnTo>
                  <a:lnTo>
                    <a:pt x="2857" y="4772"/>
                  </a:lnTo>
                  <a:lnTo>
                    <a:pt x="2857" y="2858"/>
                  </a:lnTo>
                  <a:lnTo>
                    <a:pt x="4772" y="2858"/>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20"/>
            <p:cNvSpPr/>
            <p:nvPr/>
          </p:nvSpPr>
          <p:spPr>
            <a:xfrm>
              <a:off x="7184425" y="4802425"/>
              <a:ext cx="119325" cy="119325"/>
            </a:xfrm>
            <a:custGeom>
              <a:rect b="b" l="l" r="r" t="t"/>
              <a:pathLst>
                <a:path extrusionOk="0" h="4773" w="4773">
                  <a:moveTo>
                    <a:pt x="1915" y="0"/>
                  </a:moveTo>
                  <a:lnTo>
                    <a:pt x="1915" y="1915"/>
                  </a:lnTo>
                  <a:lnTo>
                    <a:pt x="0" y="1915"/>
                  </a:lnTo>
                  <a:lnTo>
                    <a:pt x="0" y="2857"/>
                  </a:lnTo>
                  <a:lnTo>
                    <a:pt x="1915" y="2857"/>
                  </a:lnTo>
                  <a:lnTo>
                    <a:pt x="1915" y="4772"/>
                  </a:lnTo>
                  <a:lnTo>
                    <a:pt x="2857" y="4772"/>
                  </a:lnTo>
                  <a:lnTo>
                    <a:pt x="2857" y="2857"/>
                  </a:lnTo>
                  <a:lnTo>
                    <a:pt x="4772" y="2857"/>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20"/>
            <p:cNvSpPr/>
            <p:nvPr/>
          </p:nvSpPr>
          <p:spPr>
            <a:xfrm>
              <a:off x="7184425" y="4610175"/>
              <a:ext cx="119325" cy="118550"/>
            </a:xfrm>
            <a:custGeom>
              <a:rect b="b" l="l" r="r" t="t"/>
              <a:pathLst>
                <a:path extrusionOk="0" h="4742" w="4773">
                  <a:moveTo>
                    <a:pt x="1915" y="0"/>
                  </a:moveTo>
                  <a:lnTo>
                    <a:pt x="1915" y="1915"/>
                  </a:lnTo>
                  <a:lnTo>
                    <a:pt x="0" y="1915"/>
                  </a:lnTo>
                  <a:lnTo>
                    <a:pt x="0" y="2857"/>
                  </a:lnTo>
                  <a:lnTo>
                    <a:pt x="1915" y="2857"/>
                  </a:lnTo>
                  <a:lnTo>
                    <a:pt x="1915" y="4742"/>
                  </a:lnTo>
                  <a:lnTo>
                    <a:pt x="2857" y="4742"/>
                  </a:lnTo>
                  <a:lnTo>
                    <a:pt x="2857" y="2857"/>
                  </a:lnTo>
                  <a:lnTo>
                    <a:pt x="4772" y="2857"/>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20"/>
            <p:cNvSpPr/>
            <p:nvPr/>
          </p:nvSpPr>
          <p:spPr>
            <a:xfrm>
              <a:off x="7184425" y="4417925"/>
              <a:ext cx="119325" cy="118550"/>
            </a:xfrm>
            <a:custGeom>
              <a:rect b="b" l="l" r="r" t="t"/>
              <a:pathLst>
                <a:path extrusionOk="0" h="4742" w="4773">
                  <a:moveTo>
                    <a:pt x="1915" y="0"/>
                  </a:moveTo>
                  <a:lnTo>
                    <a:pt x="1915" y="1915"/>
                  </a:lnTo>
                  <a:lnTo>
                    <a:pt x="0" y="1915"/>
                  </a:lnTo>
                  <a:lnTo>
                    <a:pt x="0" y="2857"/>
                  </a:lnTo>
                  <a:lnTo>
                    <a:pt x="1915" y="2857"/>
                  </a:lnTo>
                  <a:lnTo>
                    <a:pt x="1915" y="4742"/>
                  </a:lnTo>
                  <a:lnTo>
                    <a:pt x="2857" y="4742"/>
                  </a:lnTo>
                  <a:lnTo>
                    <a:pt x="2857" y="2857"/>
                  </a:lnTo>
                  <a:lnTo>
                    <a:pt x="4772" y="2857"/>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20"/>
            <p:cNvSpPr/>
            <p:nvPr/>
          </p:nvSpPr>
          <p:spPr>
            <a:xfrm>
              <a:off x="7184425" y="4225675"/>
              <a:ext cx="119325" cy="118550"/>
            </a:xfrm>
            <a:custGeom>
              <a:rect b="b" l="l" r="r" t="t"/>
              <a:pathLst>
                <a:path extrusionOk="0" h="4742" w="4773">
                  <a:moveTo>
                    <a:pt x="1915" y="0"/>
                  </a:moveTo>
                  <a:lnTo>
                    <a:pt x="1915" y="1885"/>
                  </a:lnTo>
                  <a:lnTo>
                    <a:pt x="0" y="1885"/>
                  </a:lnTo>
                  <a:lnTo>
                    <a:pt x="0" y="2857"/>
                  </a:lnTo>
                  <a:lnTo>
                    <a:pt x="1915" y="2857"/>
                  </a:lnTo>
                  <a:lnTo>
                    <a:pt x="1915" y="4742"/>
                  </a:lnTo>
                  <a:lnTo>
                    <a:pt x="2857" y="4742"/>
                  </a:lnTo>
                  <a:lnTo>
                    <a:pt x="2857" y="2857"/>
                  </a:lnTo>
                  <a:lnTo>
                    <a:pt x="4772" y="2857"/>
                  </a:lnTo>
                  <a:lnTo>
                    <a:pt x="4772" y="1885"/>
                  </a:lnTo>
                  <a:lnTo>
                    <a:pt x="2857" y="188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20"/>
            <p:cNvSpPr/>
            <p:nvPr/>
          </p:nvSpPr>
          <p:spPr>
            <a:xfrm>
              <a:off x="7184425" y="4033400"/>
              <a:ext cx="119325" cy="118575"/>
            </a:xfrm>
            <a:custGeom>
              <a:rect b="b" l="l" r="r" t="t"/>
              <a:pathLst>
                <a:path extrusionOk="0" h="4743" w="4773">
                  <a:moveTo>
                    <a:pt x="1915" y="1"/>
                  </a:moveTo>
                  <a:lnTo>
                    <a:pt x="1915" y="1885"/>
                  </a:lnTo>
                  <a:lnTo>
                    <a:pt x="0" y="1885"/>
                  </a:lnTo>
                  <a:lnTo>
                    <a:pt x="0" y="2828"/>
                  </a:lnTo>
                  <a:lnTo>
                    <a:pt x="1915" y="2828"/>
                  </a:lnTo>
                  <a:lnTo>
                    <a:pt x="1915" y="4743"/>
                  </a:lnTo>
                  <a:lnTo>
                    <a:pt x="2857" y="4743"/>
                  </a:lnTo>
                  <a:lnTo>
                    <a:pt x="2857" y="2828"/>
                  </a:lnTo>
                  <a:lnTo>
                    <a:pt x="4772" y="2828"/>
                  </a:lnTo>
                  <a:lnTo>
                    <a:pt x="4772" y="1885"/>
                  </a:lnTo>
                  <a:lnTo>
                    <a:pt x="2857" y="1885"/>
                  </a:lnTo>
                  <a:lnTo>
                    <a:pt x="285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20"/>
            <p:cNvSpPr/>
            <p:nvPr/>
          </p:nvSpPr>
          <p:spPr>
            <a:xfrm>
              <a:off x="7184425" y="3841150"/>
              <a:ext cx="119325" cy="118575"/>
            </a:xfrm>
            <a:custGeom>
              <a:rect b="b" l="l" r="r" t="t"/>
              <a:pathLst>
                <a:path extrusionOk="0" h="4743" w="4773">
                  <a:moveTo>
                    <a:pt x="1915" y="1"/>
                  </a:moveTo>
                  <a:lnTo>
                    <a:pt x="1915" y="1885"/>
                  </a:lnTo>
                  <a:lnTo>
                    <a:pt x="0" y="1885"/>
                  </a:lnTo>
                  <a:lnTo>
                    <a:pt x="0" y="2828"/>
                  </a:lnTo>
                  <a:lnTo>
                    <a:pt x="1915" y="2828"/>
                  </a:lnTo>
                  <a:lnTo>
                    <a:pt x="1915" y="4743"/>
                  </a:lnTo>
                  <a:lnTo>
                    <a:pt x="2857" y="4743"/>
                  </a:lnTo>
                  <a:lnTo>
                    <a:pt x="2857" y="2828"/>
                  </a:lnTo>
                  <a:lnTo>
                    <a:pt x="4772" y="2828"/>
                  </a:lnTo>
                  <a:lnTo>
                    <a:pt x="4772" y="1885"/>
                  </a:lnTo>
                  <a:lnTo>
                    <a:pt x="2857" y="1885"/>
                  </a:lnTo>
                  <a:lnTo>
                    <a:pt x="285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20"/>
            <p:cNvSpPr/>
            <p:nvPr/>
          </p:nvSpPr>
          <p:spPr>
            <a:xfrm>
              <a:off x="7184425" y="3648900"/>
              <a:ext cx="119325" cy="118575"/>
            </a:xfrm>
            <a:custGeom>
              <a:rect b="b" l="l" r="r" t="t"/>
              <a:pathLst>
                <a:path extrusionOk="0" h="4743" w="4773">
                  <a:moveTo>
                    <a:pt x="1915" y="1"/>
                  </a:moveTo>
                  <a:lnTo>
                    <a:pt x="1915" y="1885"/>
                  </a:lnTo>
                  <a:lnTo>
                    <a:pt x="0" y="1885"/>
                  </a:lnTo>
                  <a:lnTo>
                    <a:pt x="0" y="2828"/>
                  </a:lnTo>
                  <a:lnTo>
                    <a:pt x="1915" y="2828"/>
                  </a:lnTo>
                  <a:lnTo>
                    <a:pt x="1915" y="4742"/>
                  </a:lnTo>
                  <a:lnTo>
                    <a:pt x="2857" y="4742"/>
                  </a:lnTo>
                  <a:lnTo>
                    <a:pt x="2857" y="2828"/>
                  </a:lnTo>
                  <a:lnTo>
                    <a:pt x="4772" y="2828"/>
                  </a:lnTo>
                  <a:lnTo>
                    <a:pt x="4772" y="1885"/>
                  </a:lnTo>
                  <a:lnTo>
                    <a:pt x="2857" y="1885"/>
                  </a:lnTo>
                  <a:lnTo>
                    <a:pt x="285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20"/>
            <p:cNvSpPr/>
            <p:nvPr/>
          </p:nvSpPr>
          <p:spPr>
            <a:xfrm>
              <a:off x="6601575" y="3455900"/>
              <a:ext cx="118575" cy="119325"/>
            </a:xfrm>
            <a:custGeom>
              <a:rect b="b" l="l" r="r" t="t"/>
              <a:pathLst>
                <a:path extrusionOk="0" h="4773" w="4743">
                  <a:moveTo>
                    <a:pt x="1885" y="0"/>
                  </a:moveTo>
                  <a:lnTo>
                    <a:pt x="1885" y="1915"/>
                  </a:lnTo>
                  <a:lnTo>
                    <a:pt x="1" y="1915"/>
                  </a:lnTo>
                  <a:lnTo>
                    <a:pt x="1" y="2857"/>
                  </a:lnTo>
                  <a:lnTo>
                    <a:pt x="1885" y="2857"/>
                  </a:lnTo>
                  <a:lnTo>
                    <a:pt x="1885" y="4772"/>
                  </a:lnTo>
                  <a:lnTo>
                    <a:pt x="2827" y="477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20"/>
            <p:cNvSpPr/>
            <p:nvPr/>
          </p:nvSpPr>
          <p:spPr>
            <a:xfrm>
              <a:off x="6796100" y="3455900"/>
              <a:ext cx="118575" cy="119325"/>
            </a:xfrm>
            <a:custGeom>
              <a:rect b="b" l="l" r="r" t="t"/>
              <a:pathLst>
                <a:path extrusionOk="0" h="4773" w="4743">
                  <a:moveTo>
                    <a:pt x="1885" y="0"/>
                  </a:moveTo>
                  <a:lnTo>
                    <a:pt x="1885" y="1915"/>
                  </a:lnTo>
                  <a:lnTo>
                    <a:pt x="1" y="1915"/>
                  </a:lnTo>
                  <a:lnTo>
                    <a:pt x="1" y="2857"/>
                  </a:lnTo>
                  <a:lnTo>
                    <a:pt x="1885" y="2857"/>
                  </a:lnTo>
                  <a:lnTo>
                    <a:pt x="1885" y="4772"/>
                  </a:lnTo>
                  <a:lnTo>
                    <a:pt x="2828" y="4772"/>
                  </a:lnTo>
                  <a:lnTo>
                    <a:pt x="2828" y="2857"/>
                  </a:lnTo>
                  <a:lnTo>
                    <a:pt x="4743" y="2857"/>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20"/>
            <p:cNvSpPr/>
            <p:nvPr/>
          </p:nvSpPr>
          <p:spPr>
            <a:xfrm>
              <a:off x="6990650" y="3455900"/>
              <a:ext cx="118550" cy="119325"/>
            </a:xfrm>
            <a:custGeom>
              <a:rect b="b" l="l" r="r" t="t"/>
              <a:pathLst>
                <a:path extrusionOk="0" h="4773" w="4742">
                  <a:moveTo>
                    <a:pt x="1885" y="0"/>
                  </a:moveTo>
                  <a:lnTo>
                    <a:pt x="1885" y="1915"/>
                  </a:lnTo>
                  <a:lnTo>
                    <a:pt x="0" y="1915"/>
                  </a:lnTo>
                  <a:lnTo>
                    <a:pt x="0" y="2857"/>
                  </a:lnTo>
                  <a:lnTo>
                    <a:pt x="1885" y="2857"/>
                  </a:lnTo>
                  <a:lnTo>
                    <a:pt x="1885" y="4772"/>
                  </a:lnTo>
                  <a:lnTo>
                    <a:pt x="2827" y="477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20"/>
            <p:cNvSpPr/>
            <p:nvPr/>
          </p:nvSpPr>
          <p:spPr>
            <a:xfrm>
              <a:off x="7184425" y="3455900"/>
              <a:ext cx="119325" cy="119325"/>
            </a:xfrm>
            <a:custGeom>
              <a:rect b="b" l="l" r="r" t="t"/>
              <a:pathLst>
                <a:path extrusionOk="0" h="4773" w="4773">
                  <a:moveTo>
                    <a:pt x="1915" y="0"/>
                  </a:moveTo>
                  <a:lnTo>
                    <a:pt x="1915" y="1915"/>
                  </a:lnTo>
                  <a:lnTo>
                    <a:pt x="0" y="1915"/>
                  </a:lnTo>
                  <a:lnTo>
                    <a:pt x="0" y="2857"/>
                  </a:lnTo>
                  <a:lnTo>
                    <a:pt x="1915" y="2857"/>
                  </a:lnTo>
                  <a:lnTo>
                    <a:pt x="1915" y="4772"/>
                  </a:lnTo>
                  <a:lnTo>
                    <a:pt x="2857" y="4772"/>
                  </a:lnTo>
                  <a:lnTo>
                    <a:pt x="2857" y="2857"/>
                  </a:lnTo>
                  <a:lnTo>
                    <a:pt x="4772" y="2857"/>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3012" name="Shape 3012"/>
        <p:cNvGrpSpPr/>
        <p:nvPr/>
      </p:nvGrpSpPr>
      <p:grpSpPr>
        <a:xfrm>
          <a:off x="0" y="0"/>
          <a:ext cx="0" cy="0"/>
          <a:chOff x="0" y="0"/>
          <a:chExt cx="0" cy="0"/>
        </a:xfrm>
      </p:grpSpPr>
      <p:sp>
        <p:nvSpPr>
          <p:cNvPr id="3013" name="Google Shape;3013;p21"/>
          <p:cNvSpPr txBox="1"/>
          <p:nvPr>
            <p:ph idx="1" type="subTitle"/>
          </p:nvPr>
        </p:nvSpPr>
        <p:spPr>
          <a:xfrm>
            <a:off x="4754063" y="2524125"/>
            <a:ext cx="3285300" cy="13542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014" name="Google Shape;3014;p21"/>
          <p:cNvSpPr txBox="1"/>
          <p:nvPr>
            <p:ph type="title"/>
          </p:nvPr>
        </p:nvSpPr>
        <p:spPr>
          <a:xfrm>
            <a:off x="4754075" y="1265175"/>
            <a:ext cx="2743800" cy="1354200"/>
          </a:xfrm>
          <a:prstGeom prst="rect">
            <a:avLst/>
          </a:prstGeom>
        </p:spPr>
        <p:txBody>
          <a:bodyPr anchorCtr="0" anchor="ctr" bIns="91425" lIns="91425" spcFirstLastPara="1" rIns="91425" wrap="square" tIns="91425">
            <a:noAutofit/>
          </a:bodyPr>
          <a:lstStyle>
            <a:lvl1pPr lvl="0" rtl="0">
              <a:spcBef>
                <a:spcPts val="0"/>
              </a:spcBef>
              <a:spcAft>
                <a:spcPts val="0"/>
              </a:spcAft>
              <a:buSzPts val="3500"/>
              <a:buNone/>
              <a:defRPr sz="42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3015" name="Google Shape;3015;p21"/>
          <p:cNvGrpSpPr/>
          <p:nvPr/>
        </p:nvGrpSpPr>
        <p:grpSpPr>
          <a:xfrm rot="-9354491">
            <a:off x="-1911815" y="284764"/>
            <a:ext cx="6864001" cy="5602676"/>
            <a:chOff x="2975000" y="20825"/>
            <a:chExt cx="3963625" cy="2500050"/>
          </a:xfrm>
        </p:grpSpPr>
        <p:sp>
          <p:nvSpPr>
            <p:cNvPr id="3016" name="Google Shape;3016;p21"/>
            <p:cNvSpPr/>
            <p:nvPr/>
          </p:nvSpPr>
          <p:spPr>
            <a:xfrm>
              <a:off x="2975000" y="442550"/>
              <a:ext cx="3962850" cy="2078325"/>
            </a:xfrm>
            <a:custGeom>
              <a:rect b="b" l="l" r="r" t="t"/>
              <a:pathLst>
                <a:path extrusionOk="0" fill="none" h="83133" w="158514">
                  <a:moveTo>
                    <a:pt x="0" y="1"/>
                  </a:moveTo>
                  <a:cubicBezTo>
                    <a:pt x="4347" y="3071"/>
                    <a:pt x="9423" y="6171"/>
                    <a:pt x="12797" y="10122"/>
                  </a:cubicBezTo>
                  <a:cubicBezTo>
                    <a:pt x="18025" y="16232"/>
                    <a:pt x="11095" y="25411"/>
                    <a:pt x="18298" y="31369"/>
                  </a:cubicBezTo>
                  <a:cubicBezTo>
                    <a:pt x="23952" y="36050"/>
                    <a:pt x="23982" y="41612"/>
                    <a:pt x="23283" y="48269"/>
                  </a:cubicBezTo>
                  <a:cubicBezTo>
                    <a:pt x="22706" y="53497"/>
                    <a:pt x="22463" y="62494"/>
                    <a:pt x="29028" y="64044"/>
                  </a:cubicBezTo>
                  <a:cubicBezTo>
                    <a:pt x="35776" y="65655"/>
                    <a:pt x="41186" y="60913"/>
                    <a:pt x="45624" y="56567"/>
                  </a:cubicBezTo>
                  <a:cubicBezTo>
                    <a:pt x="51855" y="50457"/>
                    <a:pt x="63466" y="46202"/>
                    <a:pt x="71825" y="49515"/>
                  </a:cubicBezTo>
                  <a:cubicBezTo>
                    <a:pt x="79211" y="52463"/>
                    <a:pt x="89728" y="48421"/>
                    <a:pt x="96598" y="51430"/>
                  </a:cubicBezTo>
                  <a:cubicBezTo>
                    <a:pt x="100762" y="53284"/>
                    <a:pt x="101035" y="58390"/>
                    <a:pt x="102343" y="62646"/>
                  </a:cubicBezTo>
                  <a:cubicBezTo>
                    <a:pt x="104197" y="68603"/>
                    <a:pt x="108938" y="75564"/>
                    <a:pt x="114106" y="78482"/>
                  </a:cubicBezTo>
                  <a:cubicBezTo>
                    <a:pt x="122343" y="83132"/>
                    <a:pt x="130914" y="70610"/>
                    <a:pt x="138909" y="69151"/>
                  </a:cubicBezTo>
                  <a:cubicBezTo>
                    <a:pt x="145474" y="67935"/>
                    <a:pt x="152435" y="73892"/>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21"/>
            <p:cNvSpPr/>
            <p:nvPr/>
          </p:nvSpPr>
          <p:spPr>
            <a:xfrm>
              <a:off x="2975000" y="442550"/>
              <a:ext cx="3962850" cy="2057800"/>
            </a:xfrm>
            <a:custGeom>
              <a:rect b="b" l="l" r="r" t="t"/>
              <a:pathLst>
                <a:path extrusionOk="0" fill="none" h="82312" w="158514">
                  <a:moveTo>
                    <a:pt x="0" y="1"/>
                  </a:moveTo>
                  <a:cubicBezTo>
                    <a:pt x="4408" y="3040"/>
                    <a:pt x="9392" y="6049"/>
                    <a:pt x="13040" y="9879"/>
                  </a:cubicBezTo>
                  <a:cubicBezTo>
                    <a:pt x="18602" y="15654"/>
                    <a:pt x="11733" y="24955"/>
                    <a:pt x="18694" y="30609"/>
                  </a:cubicBezTo>
                  <a:cubicBezTo>
                    <a:pt x="24408" y="35259"/>
                    <a:pt x="25077" y="40153"/>
                    <a:pt x="24317" y="46901"/>
                  </a:cubicBezTo>
                  <a:cubicBezTo>
                    <a:pt x="23739" y="52129"/>
                    <a:pt x="23131" y="61248"/>
                    <a:pt x="29849" y="62919"/>
                  </a:cubicBezTo>
                  <a:cubicBezTo>
                    <a:pt x="36870" y="64652"/>
                    <a:pt x="41794" y="59606"/>
                    <a:pt x="46627" y="55503"/>
                  </a:cubicBezTo>
                  <a:cubicBezTo>
                    <a:pt x="53557" y="49606"/>
                    <a:pt x="63983" y="44712"/>
                    <a:pt x="72798" y="48634"/>
                  </a:cubicBezTo>
                  <a:cubicBezTo>
                    <a:pt x="80123" y="51886"/>
                    <a:pt x="90245" y="48208"/>
                    <a:pt x="97266" y="51187"/>
                  </a:cubicBezTo>
                  <a:cubicBezTo>
                    <a:pt x="101522" y="52980"/>
                    <a:pt x="101674" y="58026"/>
                    <a:pt x="102890" y="62251"/>
                  </a:cubicBezTo>
                  <a:cubicBezTo>
                    <a:pt x="104561" y="68087"/>
                    <a:pt x="109303" y="75078"/>
                    <a:pt x="114440" y="77844"/>
                  </a:cubicBezTo>
                  <a:cubicBezTo>
                    <a:pt x="122799" y="82312"/>
                    <a:pt x="131097" y="70032"/>
                    <a:pt x="139243" y="68877"/>
                  </a:cubicBezTo>
                  <a:cubicBezTo>
                    <a:pt x="145656" y="67935"/>
                    <a:pt x="152495" y="73771"/>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21"/>
            <p:cNvSpPr/>
            <p:nvPr/>
          </p:nvSpPr>
          <p:spPr>
            <a:xfrm>
              <a:off x="2975000" y="442550"/>
              <a:ext cx="3962850" cy="2035775"/>
            </a:xfrm>
            <a:custGeom>
              <a:rect b="b" l="l" r="r" t="t"/>
              <a:pathLst>
                <a:path extrusionOk="0" fill="none" h="81431" w="158514">
                  <a:moveTo>
                    <a:pt x="0" y="1"/>
                  </a:moveTo>
                  <a:cubicBezTo>
                    <a:pt x="4468" y="3040"/>
                    <a:pt x="9362" y="5958"/>
                    <a:pt x="13313" y="9606"/>
                  </a:cubicBezTo>
                  <a:cubicBezTo>
                    <a:pt x="19210" y="15077"/>
                    <a:pt x="12432" y="24469"/>
                    <a:pt x="19089" y="29849"/>
                  </a:cubicBezTo>
                  <a:cubicBezTo>
                    <a:pt x="24803" y="34469"/>
                    <a:pt x="26019" y="38694"/>
                    <a:pt x="25350" y="45564"/>
                  </a:cubicBezTo>
                  <a:cubicBezTo>
                    <a:pt x="24833" y="50822"/>
                    <a:pt x="23739" y="60001"/>
                    <a:pt x="30609" y="61795"/>
                  </a:cubicBezTo>
                  <a:cubicBezTo>
                    <a:pt x="37691" y="63649"/>
                    <a:pt x="42797" y="58299"/>
                    <a:pt x="47813" y="54378"/>
                  </a:cubicBezTo>
                  <a:cubicBezTo>
                    <a:pt x="55989" y="47995"/>
                    <a:pt x="63345" y="43375"/>
                    <a:pt x="73801" y="47752"/>
                  </a:cubicBezTo>
                  <a:cubicBezTo>
                    <a:pt x="81704" y="51065"/>
                    <a:pt x="90762" y="48026"/>
                    <a:pt x="97966" y="50944"/>
                  </a:cubicBezTo>
                  <a:cubicBezTo>
                    <a:pt x="102282" y="52707"/>
                    <a:pt x="102343" y="57631"/>
                    <a:pt x="103437" y="61825"/>
                  </a:cubicBezTo>
                  <a:cubicBezTo>
                    <a:pt x="104957" y="67570"/>
                    <a:pt x="109637" y="74531"/>
                    <a:pt x="114774" y="77145"/>
                  </a:cubicBezTo>
                  <a:cubicBezTo>
                    <a:pt x="123285" y="81430"/>
                    <a:pt x="131310" y="69454"/>
                    <a:pt x="139577" y="68573"/>
                  </a:cubicBezTo>
                  <a:cubicBezTo>
                    <a:pt x="145869" y="67904"/>
                    <a:pt x="152587" y="73649"/>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21"/>
            <p:cNvSpPr/>
            <p:nvPr/>
          </p:nvSpPr>
          <p:spPr>
            <a:xfrm>
              <a:off x="2975000" y="442550"/>
              <a:ext cx="3962850" cy="2014500"/>
            </a:xfrm>
            <a:custGeom>
              <a:rect b="b" l="l" r="r" t="t"/>
              <a:pathLst>
                <a:path extrusionOk="0" fill="none" h="80580" w="158514">
                  <a:moveTo>
                    <a:pt x="0" y="1"/>
                  </a:moveTo>
                  <a:cubicBezTo>
                    <a:pt x="4560" y="3010"/>
                    <a:pt x="9392" y="5897"/>
                    <a:pt x="13526" y="9393"/>
                  </a:cubicBezTo>
                  <a:cubicBezTo>
                    <a:pt x="19666" y="14469"/>
                    <a:pt x="13162" y="23952"/>
                    <a:pt x="19484" y="29150"/>
                  </a:cubicBezTo>
                  <a:cubicBezTo>
                    <a:pt x="24560" y="33314"/>
                    <a:pt x="27235" y="37509"/>
                    <a:pt x="26323" y="44348"/>
                  </a:cubicBezTo>
                  <a:cubicBezTo>
                    <a:pt x="25563" y="49728"/>
                    <a:pt x="24317" y="58846"/>
                    <a:pt x="31308" y="60792"/>
                  </a:cubicBezTo>
                  <a:cubicBezTo>
                    <a:pt x="38390" y="62737"/>
                    <a:pt x="43770" y="57296"/>
                    <a:pt x="48998" y="53375"/>
                  </a:cubicBezTo>
                  <a:cubicBezTo>
                    <a:pt x="57813" y="46688"/>
                    <a:pt x="63892" y="42129"/>
                    <a:pt x="74743" y="47023"/>
                  </a:cubicBezTo>
                  <a:cubicBezTo>
                    <a:pt x="82433" y="50488"/>
                    <a:pt x="91248" y="47995"/>
                    <a:pt x="98604" y="50761"/>
                  </a:cubicBezTo>
                  <a:cubicBezTo>
                    <a:pt x="103042" y="52372"/>
                    <a:pt x="103011" y="57266"/>
                    <a:pt x="104014" y="61430"/>
                  </a:cubicBezTo>
                  <a:cubicBezTo>
                    <a:pt x="105382" y="67084"/>
                    <a:pt x="109941" y="74014"/>
                    <a:pt x="115109" y="76445"/>
                  </a:cubicBezTo>
                  <a:cubicBezTo>
                    <a:pt x="123802" y="80579"/>
                    <a:pt x="132100" y="68299"/>
                    <a:pt x="139912" y="68330"/>
                  </a:cubicBezTo>
                  <a:cubicBezTo>
                    <a:pt x="144927" y="68330"/>
                    <a:pt x="153529" y="7331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21"/>
            <p:cNvSpPr/>
            <p:nvPr/>
          </p:nvSpPr>
          <p:spPr>
            <a:xfrm>
              <a:off x="2975000" y="442550"/>
              <a:ext cx="3962850" cy="1991700"/>
            </a:xfrm>
            <a:custGeom>
              <a:rect b="b" l="l" r="r" t="t"/>
              <a:pathLst>
                <a:path extrusionOk="0" fill="none" h="79668" w="158514">
                  <a:moveTo>
                    <a:pt x="0" y="1"/>
                  </a:moveTo>
                  <a:cubicBezTo>
                    <a:pt x="4590" y="3010"/>
                    <a:pt x="9484" y="5897"/>
                    <a:pt x="13769" y="9119"/>
                  </a:cubicBezTo>
                  <a:cubicBezTo>
                    <a:pt x="20122" y="13861"/>
                    <a:pt x="13952" y="23344"/>
                    <a:pt x="19879" y="28360"/>
                  </a:cubicBezTo>
                  <a:cubicBezTo>
                    <a:pt x="24651" y="32402"/>
                    <a:pt x="28055" y="36475"/>
                    <a:pt x="27265" y="43102"/>
                  </a:cubicBezTo>
                  <a:cubicBezTo>
                    <a:pt x="26627" y="48482"/>
                    <a:pt x="24985" y="57600"/>
                    <a:pt x="31946" y="59698"/>
                  </a:cubicBezTo>
                  <a:cubicBezTo>
                    <a:pt x="39028" y="61795"/>
                    <a:pt x="44955" y="56202"/>
                    <a:pt x="50183" y="52251"/>
                  </a:cubicBezTo>
                  <a:cubicBezTo>
                    <a:pt x="59424" y="45260"/>
                    <a:pt x="64561" y="40761"/>
                    <a:pt x="75746" y="46232"/>
                  </a:cubicBezTo>
                  <a:cubicBezTo>
                    <a:pt x="83315" y="49971"/>
                    <a:pt x="91795" y="47813"/>
                    <a:pt x="99273" y="50488"/>
                  </a:cubicBezTo>
                  <a:cubicBezTo>
                    <a:pt x="103832" y="52129"/>
                    <a:pt x="103619" y="56840"/>
                    <a:pt x="104653" y="61035"/>
                  </a:cubicBezTo>
                  <a:cubicBezTo>
                    <a:pt x="106051" y="66749"/>
                    <a:pt x="110124" y="73315"/>
                    <a:pt x="115443" y="75716"/>
                  </a:cubicBezTo>
                  <a:cubicBezTo>
                    <a:pt x="124227" y="79667"/>
                    <a:pt x="132039" y="67995"/>
                    <a:pt x="140246" y="68056"/>
                  </a:cubicBezTo>
                  <a:cubicBezTo>
                    <a:pt x="145535" y="68087"/>
                    <a:pt x="153377" y="7340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21"/>
            <p:cNvSpPr/>
            <p:nvPr/>
          </p:nvSpPr>
          <p:spPr>
            <a:xfrm>
              <a:off x="2975000" y="442550"/>
              <a:ext cx="3963625" cy="1968900"/>
            </a:xfrm>
            <a:custGeom>
              <a:rect b="b" l="l" r="r" t="t"/>
              <a:pathLst>
                <a:path extrusionOk="0" fill="none" h="78756" w="158545">
                  <a:moveTo>
                    <a:pt x="0" y="1"/>
                  </a:moveTo>
                  <a:cubicBezTo>
                    <a:pt x="4651" y="2979"/>
                    <a:pt x="9575" y="5867"/>
                    <a:pt x="14013" y="8876"/>
                  </a:cubicBezTo>
                  <a:cubicBezTo>
                    <a:pt x="20548" y="13283"/>
                    <a:pt x="14985" y="22706"/>
                    <a:pt x="20305" y="27539"/>
                  </a:cubicBezTo>
                  <a:cubicBezTo>
                    <a:pt x="24590" y="31430"/>
                    <a:pt x="28724" y="35715"/>
                    <a:pt x="28147" y="42007"/>
                  </a:cubicBezTo>
                  <a:cubicBezTo>
                    <a:pt x="27630" y="47296"/>
                    <a:pt x="25654" y="56445"/>
                    <a:pt x="32584" y="58664"/>
                  </a:cubicBezTo>
                  <a:cubicBezTo>
                    <a:pt x="39606" y="60913"/>
                    <a:pt x="46354" y="55077"/>
                    <a:pt x="51369" y="51096"/>
                  </a:cubicBezTo>
                  <a:cubicBezTo>
                    <a:pt x="60609" y="43770"/>
                    <a:pt x="65351" y="39576"/>
                    <a:pt x="76749" y="45594"/>
                  </a:cubicBezTo>
                  <a:cubicBezTo>
                    <a:pt x="84166" y="49515"/>
                    <a:pt x="92251" y="47722"/>
                    <a:pt x="99911" y="50275"/>
                  </a:cubicBezTo>
                  <a:cubicBezTo>
                    <a:pt x="104622" y="51855"/>
                    <a:pt x="104318" y="56445"/>
                    <a:pt x="105260" y="60609"/>
                  </a:cubicBezTo>
                  <a:cubicBezTo>
                    <a:pt x="106537" y="66324"/>
                    <a:pt x="110428" y="72676"/>
                    <a:pt x="115808" y="74956"/>
                  </a:cubicBezTo>
                  <a:cubicBezTo>
                    <a:pt x="124714" y="78756"/>
                    <a:pt x="132313" y="67418"/>
                    <a:pt x="140580" y="67813"/>
                  </a:cubicBezTo>
                  <a:cubicBezTo>
                    <a:pt x="145778" y="68056"/>
                    <a:pt x="153438" y="73315"/>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21"/>
            <p:cNvSpPr/>
            <p:nvPr/>
          </p:nvSpPr>
          <p:spPr>
            <a:xfrm>
              <a:off x="2975000" y="442550"/>
              <a:ext cx="3962850" cy="1919500"/>
            </a:xfrm>
            <a:custGeom>
              <a:rect b="b" l="l" r="r" t="t"/>
              <a:pathLst>
                <a:path extrusionOk="0" fill="none" h="76780" w="158514">
                  <a:moveTo>
                    <a:pt x="0" y="1"/>
                  </a:moveTo>
                  <a:cubicBezTo>
                    <a:pt x="4712" y="2949"/>
                    <a:pt x="9666" y="5776"/>
                    <a:pt x="14225" y="8633"/>
                  </a:cubicBezTo>
                  <a:cubicBezTo>
                    <a:pt x="20973" y="12797"/>
                    <a:pt x="16049" y="21977"/>
                    <a:pt x="20760" y="26718"/>
                  </a:cubicBezTo>
                  <a:cubicBezTo>
                    <a:pt x="24438" y="30396"/>
                    <a:pt x="29332" y="35168"/>
                    <a:pt x="28967" y="41004"/>
                  </a:cubicBezTo>
                  <a:cubicBezTo>
                    <a:pt x="28633" y="46202"/>
                    <a:pt x="26444" y="55381"/>
                    <a:pt x="33192" y="57661"/>
                  </a:cubicBezTo>
                  <a:cubicBezTo>
                    <a:pt x="40153" y="60032"/>
                    <a:pt x="47752" y="53953"/>
                    <a:pt x="52494" y="49880"/>
                  </a:cubicBezTo>
                  <a:cubicBezTo>
                    <a:pt x="61703" y="41977"/>
                    <a:pt x="66293" y="38633"/>
                    <a:pt x="77722" y="45016"/>
                  </a:cubicBezTo>
                  <a:cubicBezTo>
                    <a:pt x="84926" y="49059"/>
                    <a:pt x="92707" y="47722"/>
                    <a:pt x="100488" y="50093"/>
                  </a:cubicBezTo>
                  <a:cubicBezTo>
                    <a:pt x="105382" y="51582"/>
                    <a:pt x="104987" y="56080"/>
                    <a:pt x="105838" y="60245"/>
                  </a:cubicBezTo>
                  <a:cubicBezTo>
                    <a:pt x="107023" y="65898"/>
                    <a:pt x="111005" y="72676"/>
                    <a:pt x="116142" y="74227"/>
                  </a:cubicBezTo>
                  <a:cubicBezTo>
                    <a:pt x="124683" y="76780"/>
                    <a:pt x="132191" y="66901"/>
                    <a:pt x="140884" y="67570"/>
                  </a:cubicBezTo>
                  <a:cubicBezTo>
                    <a:pt x="145930" y="67965"/>
                    <a:pt x="153468" y="73224"/>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21"/>
            <p:cNvSpPr/>
            <p:nvPr/>
          </p:nvSpPr>
          <p:spPr>
            <a:xfrm>
              <a:off x="2975000" y="442550"/>
              <a:ext cx="3962100" cy="1896700"/>
            </a:xfrm>
            <a:custGeom>
              <a:rect b="b" l="l" r="r" t="t"/>
              <a:pathLst>
                <a:path extrusionOk="0" fill="none" h="75868" w="158484">
                  <a:moveTo>
                    <a:pt x="0" y="1"/>
                  </a:moveTo>
                  <a:cubicBezTo>
                    <a:pt x="4742" y="2949"/>
                    <a:pt x="9788" y="5441"/>
                    <a:pt x="14438" y="8359"/>
                  </a:cubicBezTo>
                  <a:cubicBezTo>
                    <a:pt x="21520" y="12797"/>
                    <a:pt x="16900" y="20852"/>
                    <a:pt x="21277" y="25837"/>
                  </a:cubicBezTo>
                  <a:cubicBezTo>
                    <a:pt x="24408" y="29424"/>
                    <a:pt x="29758" y="34652"/>
                    <a:pt x="29727" y="40123"/>
                  </a:cubicBezTo>
                  <a:cubicBezTo>
                    <a:pt x="29666" y="45229"/>
                    <a:pt x="27447" y="54014"/>
                    <a:pt x="33770" y="56658"/>
                  </a:cubicBezTo>
                  <a:cubicBezTo>
                    <a:pt x="40396" y="59394"/>
                    <a:pt x="49545" y="52433"/>
                    <a:pt x="53618" y="48542"/>
                  </a:cubicBezTo>
                  <a:cubicBezTo>
                    <a:pt x="62707" y="39788"/>
                    <a:pt x="67448" y="37904"/>
                    <a:pt x="78725" y="44530"/>
                  </a:cubicBezTo>
                  <a:cubicBezTo>
                    <a:pt x="85716" y="48664"/>
                    <a:pt x="93224" y="47722"/>
                    <a:pt x="101066" y="49910"/>
                  </a:cubicBezTo>
                  <a:cubicBezTo>
                    <a:pt x="106142" y="51308"/>
                    <a:pt x="105716" y="55685"/>
                    <a:pt x="106476" y="59849"/>
                  </a:cubicBezTo>
                  <a:cubicBezTo>
                    <a:pt x="107540" y="65503"/>
                    <a:pt x="111279" y="71977"/>
                    <a:pt x="116477" y="73467"/>
                  </a:cubicBezTo>
                  <a:cubicBezTo>
                    <a:pt x="124927" y="75868"/>
                    <a:pt x="132708" y="66354"/>
                    <a:pt x="141188" y="67357"/>
                  </a:cubicBezTo>
                  <a:cubicBezTo>
                    <a:pt x="146143" y="67935"/>
                    <a:pt x="153468" y="7313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21"/>
            <p:cNvSpPr/>
            <p:nvPr/>
          </p:nvSpPr>
          <p:spPr>
            <a:xfrm>
              <a:off x="2975000" y="442550"/>
              <a:ext cx="3962850" cy="1870875"/>
            </a:xfrm>
            <a:custGeom>
              <a:rect b="b" l="l" r="r" t="t"/>
              <a:pathLst>
                <a:path extrusionOk="0" fill="none" h="74835" w="158514">
                  <a:moveTo>
                    <a:pt x="0" y="1"/>
                  </a:moveTo>
                  <a:cubicBezTo>
                    <a:pt x="4803" y="2919"/>
                    <a:pt x="9848" y="5350"/>
                    <a:pt x="14651" y="8116"/>
                  </a:cubicBezTo>
                  <a:cubicBezTo>
                    <a:pt x="21946" y="12311"/>
                    <a:pt x="18086" y="19697"/>
                    <a:pt x="21885" y="24895"/>
                  </a:cubicBezTo>
                  <a:cubicBezTo>
                    <a:pt x="24590" y="28633"/>
                    <a:pt x="30031" y="34013"/>
                    <a:pt x="30396" y="39272"/>
                  </a:cubicBezTo>
                  <a:cubicBezTo>
                    <a:pt x="30791" y="44439"/>
                    <a:pt x="28299" y="52919"/>
                    <a:pt x="34439" y="55625"/>
                  </a:cubicBezTo>
                  <a:cubicBezTo>
                    <a:pt x="41186" y="58603"/>
                    <a:pt x="50670" y="51217"/>
                    <a:pt x="54712" y="47083"/>
                  </a:cubicBezTo>
                  <a:cubicBezTo>
                    <a:pt x="63892" y="37630"/>
                    <a:pt x="68542" y="37266"/>
                    <a:pt x="79789" y="44135"/>
                  </a:cubicBezTo>
                  <a:cubicBezTo>
                    <a:pt x="86476" y="48208"/>
                    <a:pt x="93984" y="47661"/>
                    <a:pt x="101674" y="49728"/>
                  </a:cubicBezTo>
                  <a:cubicBezTo>
                    <a:pt x="106932" y="51126"/>
                    <a:pt x="106416" y="55138"/>
                    <a:pt x="107145" y="59454"/>
                  </a:cubicBezTo>
                  <a:cubicBezTo>
                    <a:pt x="108057" y="64986"/>
                    <a:pt x="111552" y="71339"/>
                    <a:pt x="116872" y="72707"/>
                  </a:cubicBezTo>
                  <a:cubicBezTo>
                    <a:pt x="125322" y="74835"/>
                    <a:pt x="133285" y="65837"/>
                    <a:pt x="141523" y="67114"/>
                  </a:cubicBezTo>
                  <a:cubicBezTo>
                    <a:pt x="146386" y="67874"/>
                    <a:pt x="153559" y="73011"/>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21"/>
            <p:cNvSpPr/>
            <p:nvPr/>
          </p:nvSpPr>
          <p:spPr>
            <a:xfrm>
              <a:off x="2975000" y="442550"/>
              <a:ext cx="3962850" cy="1848075"/>
            </a:xfrm>
            <a:custGeom>
              <a:rect b="b" l="l" r="r" t="t"/>
              <a:pathLst>
                <a:path extrusionOk="0" fill="none" h="73923" w="158514">
                  <a:moveTo>
                    <a:pt x="0" y="1"/>
                  </a:moveTo>
                  <a:cubicBezTo>
                    <a:pt x="4833" y="2888"/>
                    <a:pt x="9909" y="5259"/>
                    <a:pt x="14864" y="7873"/>
                  </a:cubicBezTo>
                  <a:cubicBezTo>
                    <a:pt x="22219" y="11764"/>
                    <a:pt x="19301" y="18390"/>
                    <a:pt x="22584" y="23922"/>
                  </a:cubicBezTo>
                  <a:cubicBezTo>
                    <a:pt x="25046" y="28086"/>
                    <a:pt x="30092" y="33649"/>
                    <a:pt x="31004" y="38542"/>
                  </a:cubicBezTo>
                  <a:cubicBezTo>
                    <a:pt x="31855" y="43284"/>
                    <a:pt x="29150" y="51947"/>
                    <a:pt x="35107" y="54561"/>
                  </a:cubicBezTo>
                  <a:cubicBezTo>
                    <a:pt x="42250" y="57691"/>
                    <a:pt x="51673" y="50032"/>
                    <a:pt x="55746" y="45503"/>
                  </a:cubicBezTo>
                  <a:cubicBezTo>
                    <a:pt x="64834" y="35411"/>
                    <a:pt x="69941" y="36992"/>
                    <a:pt x="80822" y="43770"/>
                  </a:cubicBezTo>
                  <a:cubicBezTo>
                    <a:pt x="87205" y="47782"/>
                    <a:pt x="94683" y="47691"/>
                    <a:pt x="102191" y="49576"/>
                  </a:cubicBezTo>
                  <a:cubicBezTo>
                    <a:pt x="107571" y="50913"/>
                    <a:pt x="107145" y="54682"/>
                    <a:pt x="107783" y="59090"/>
                  </a:cubicBezTo>
                  <a:cubicBezTo>
                    <a:pt x="108604" y="64591"/>
                    <a:pt x="111826" y="70610"/>
                    <a:pt x="117236" y="71917"/>
                  </a:cubicBezTo>
                  <a:cubicBezTo>
                    <a:pt x="125504" y="73923"/>
                    <a:pt x="133863" y="65321"/>
                    <a:pt x="141827" y="66901"/>
                  </a:cubicBezTo>
                  <a:cubicBezTo>
                    <a:pt x="146599" y="67813"/>
                    <a:pt x="153620" y="7292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21"/>
            <p:cNvSpPr/>
            <p:nvPr/>
          </p:nvSpPr>
          <p:spPr>
            <a:xfrm>
              <a:off x="2975000" y="442550"/>
              <a:ext cx="3962100" cy="1826050"/>
            </a:xfrm>
            <a:custGeom>
              <a:rect b="b" l="l" r="r" t="t"/>
              <a:pathLst>
                <a:path extrusionOk="0" fill="none" h="73042" w="158484">
                  <a:moveTo>
                    <a:pt x="0" y="1"/>
                  </a:moveTo>
                  <a:cubicBezTo>
                    <a:pt x="4894" y="2858"/>
                    <a:pt x="10000" y="5168"/>
                    <a:pt x="15076" y="7630"/>
                  </a:cubicBezTo>
                  <a:cubicBezTo>
                    <a:pt x="22402" y="11217"/>
                    <a:pt x="20639" y="16992"/>
                    <a:pt x="23435" y="22980"/>
                  </a:cubicBezTo>
                  <a:cubicBezTo>
                    <a:pt x="25685" y="27813"/>
                    <a:pt x="29910" y="33041"/>
                    <a:pt x="31460" y="37934"/>
                  </a:cubicBezTo>
                  <a:cubicBezTo>
                    <a:pt x="32858" y="42372"/>
                    <a:pt x="29940" y="51096"/>
                    <a:pt x="35867" y="53558"/>
                  </a:cubicBezTo>
                  <a:cubicBezTo>
                    <a:pt x="43618" y="56749"/>
                    <a:pt x="52433" y="48937"/>
                    <a:pt x="56779" y="43831"/>
                  </a:cubicBezTo>
                  <a:cubicBezTo>
                    <a:pt x="65746" y="33314"/>
                    <a:pt x="71552" y="36901"/>
                    <a:pt x="81886" y="43466"/>
                  </a:cubicBezTo>
                  <a:cubicBezTo>
                    <a:pt x="87965" y="47327"/>
                    <a:pt x="95412" y="47752"/>
                    <a:pt x="102707" y="49454"/>
                  </a:cubicBezTo>
                  <a:cubicBezTo>
                    <a:pt x="108148" y="50700"/>
                    <a:pt x="107905" y="54226"/>
                    <a:pt x="108452" y="58725"/>
                  </a:cubicBezTo>
                  <a:cubicBezTo>
                    <a:pt x="109182" y="64226"/>
                    <a:pt x="112130" y="69910"/>
                    <a:pt x="117571" y="71187"/>
                  </a:cubicBezTo>
                  <a:cubicBezTo>
                    <a:pt x="125626" y="73041"/>
                    <a:pt x="134410" y="64895"/>
                    <a:pt x="142100" y="66688"/>
                  </a:cubicBezTo>
                  <a:cubicBezTo>
                    <a:pt x="146751" y="67783"/>
                    <a:pt x="153590" y="72828"/>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21"/>
            <p:cNvSpPr/>
            <p:nvPr/>
          </p:nvSpPr>
          <p:spPr>
            <a:xfrm>
              <a:off x="2975000" y="442550"/>
              <a:ext cx="3962850" cy="1818450"/>
            </a:xfrm>
            <a:custGeom>
              <a:rect b="b" l="l" r="r" t="t"/>
              <a:pathLst>
                <a:path extrusionOk="0" fill="none" h="72738" w="158514">
                  <a:moveTo>
                    <a:pt x="0" y="1"/>
                  </a:moveTo>
                  <a:cubicBezTo>
                    <a:pt x="4924" y="2827"/>
                    <a:pt x="10122" y="5077"/>
                    <a:pt x="15259" y="7387"/>
                  </a:cubicBezTo>
                  <a:cubicBezTo>
                    <a:pt x="22432" y="10609"/>
                    <a:pt x="22159" y="15594"/>
                    <a:pt x="24317" y="22007"/>
                  </a:cubicBezTo>
                  <a:cubicBezTo>
                    <a:pt x="26171" y="27630"/>
                    <a:pt x="29332" y="32402"/>
                    <a:pt x="31733" y="37418"/>
                  </a:cubicBezTo>
                  <a:cubicBezTo>
                    <a:pt x="33831" y="41764"/>
                    <a:pt x="30669" y="50305"/>
                    <a:pt x="36657" y="52615"/>
                  </a:cubicBezTo>
                  <a:cubicBezTo>
                    <a:pt x="44955" y="55868"/>
                    <a:pt x="53162" y="47630"/>
                    <a:pt x="57782" y="42068"/>
                  </a:cubicBezTo>
                  <a:cubicBezTo>
                    <a:pt x="66476" y="31551"/>
                    <a:pt x="73315" y="37022"/>
                    <a:pt x="82950" y="43193"/>
                  </a:cubicBezTo>
                  <a:cubicBezTo>
                    <a:pt x="88695" y="46871"/>
                    <a:pt x="96142" y="47813"/>
                    <a:pt x="103194" y="49333"/>
                  </a:cubicBezTo>
                  <a:cubicBezTo>
                    <a:pt x="108726" y="50488"/>
                    <a:pt x="108634" y="53740"/>
                    <a:pt x="109151" y="58390"/>
                  </a:cubicBezTo>
                  <a:cubicBezTo>
                    <a:pt x="109789" y="63862"/>
                    <a:pt x="112464" y="69211"/>
                    <a:pt x="117996" y="70427"/>
                  </a:cubicBezTo>
                  <a:cubicBezTo>
                    <a:pt x="125778" y="72129"/>
                    <a:pt x="135018" y="64439"/>
                    <a:pt x="142434" y="66506"/>
                  </a:cubicBezTo>
                  <a:cubicBezTo>
                    <a:pt x="146994" y="67752"/>
                    <a:pt x="153650" y="72737"/>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21"/>
            <p:cNvSpPr/>
            <p:nvPr/>
          </p:nvSpPr>
          <p:spPr>
            <a:xfrm>
              <a:off x="2975000" y="442550"/>
              <a:ext cx="3962850" cy="1816175"/>
            </a:xfrm>
            <a:custGeom>
              <a:rect b="b" l="l" r="r" t="t"/>
              <a:pathLst>
                <a:path extrusionOk="0" fill="none" h="72647" w="158514">
                  <a:moveTo>
                    <a:pt x="0" y="1"/>
                  </a:moveTo>
                  <a:cubicBezTo>
                    <a:pt x="4985" y="2797"/>
                    <a:pt x="10244" y="4985"/>
                    <a:pt x="15441" y="7144"/>
                  </a:cubicBezTo>
                  <a:cubicBezTo>
                    <a:pt x="22341" y="10031"/>
                    <a:pt x="23648" y="14621"/>
                    <a:pt x="25259" y="21034"/>
                  </a:cubicBezTo>
                  <a:cubicBezTo>
                    <a:pt x="26688" y="26809"/>
                    <a:pt x="28572" y="31977"/>
                    <a:pt x="31885" y="36992"/>
                  </a:cubicBezTo>
                  <a:cubicBezTo>
                    <a:pt x="34742" y="41278"/>
                    <a:pt x="31429" y="49606"/>
                    <a:pt x="37478" y="51825"/>
                  </a:cubicBezTo>
                  <a:cubicBezTo>
                    <a:pt x="46171" y="55017"/>
                    <a:pt x="54469" y="46202"/>
                    <a:pt x="58755" y="40305"/>
                  </a:cubicBezTo>
                  <a:cubicBezTo>
                    <a:pt x="66232" y="30001"/>
                    <a:pt x="76415" y="38025"/>
                    <a:pt x="84044" y="42889"/>
                  </a:cubicBezTo>
                  <a:cubicBezTo>
                    <a:pt x="89546" y="46384"/>
                    <a:pt x="96841" y="47874"/>
                    <a:pt x="103680" y="49211"/>
                  </a:cubicBezTo>
                  <a:cubicBezTo>
                    <a:pt x="109242" y="50305"/>
                    <a:pt x="109364" y="53254"/>
                    <a:pt x="109850" y="58026"/>
                  </a:cubicBezTo>
                  <a:cubicBezTo>
                    <a:pt x="110397" y="63436"/>
                    <a:pt x="112829" y="68482"/>
                    <a:pt x="118422" y="69667"/>
                  </a:cubicBezTo>
                  <a:cubicBezTo>
                    <a:pt x="125930" y="71278"/>
                    <a:pt x="135626" y="64044"/>
                    <a:pt x="142708" y="66293"/>
                  </a:cubicBezTo>
                  <a:cubicBezTo>
                    <a:pt x="147176" y="67692"/>
                    <a:pt x="153681" y="7264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21"/>
            <p:cNvSpPr/>
            <p:nvPr/>
          </p:nvSpPr>
          <p:spPr>
            <a:xfrm>
              <a:off x="2975000" y="442550"/>
              <a:ext cx="3962850" cy="1813875"/>
            </a:xfrm>
            <a:custGeom>
              <a:rect b="b" l="l" r="r" t="t"/>
              <a:pathLst>
                <a:path extrusionOk="0" fill="none" h="72555" w="158514">
                  <a:moveTo>
                    <a:pt x="0" y="1"/>
                  </a:moveTo>
                  <a:cubicBezTo>
                    <a:pt x="5015" y="2767"/>
                    <a:pt x="10335" y="4894"/>
                    <a:pt x="15624" y="6931"/>
                  </a:cubicBezTo>
                  <a:cubicBezTo>
                    <a:pt x="22189" y="9423"/>
                    <a:pt x="24925" y="13648"/>
                    <a:pt x="26262" y="20031"/>
                  </a:cubicBezTo>
                  <a:cubicBezTo>
                    <a:pt x="27508" y="25958"/>
                    <a:pt x="27843" y="31582"/>
                    <a:pt x="31916" y="36597"/>
                  </a:cubicBezTo>
                  <a:cubicBezTo>
                    <a:pt x="35290" y="40731"/>
                    <a:pt x="32432" y="49150"/>
                    <a:pt x="38299" y="51096"/>
                  </a:cubicBezTo>
                  <a:cubicBezTo>
                    <a:pt x="47326" y="54105"/>
                    <a:pt x="55138" y="44804"/>
                    <a:pt x="59758" y="38512"/>
                  </a:cubicBezTo>
                  <a:cubicBezTo>
                    <a:pt x="66901" y="28816"/>
                    <a:pt x="78512" y="38512"/>
                    <a:pt x="85139" y="42585"/>
                  </a:cubicBezTo>
                  <a:cubicBezTo>
                    <a:pt x="90397" y="45807"/>
                    <a:pt x="97510" y="47995"/>
                    <a:pt x="104105" y="49120"/>
                  </a:cubicBezTo>
                  <a:cubicBezTo>
                    <a:pt x="109698" y="50062"/>
                    <a:pt x="109729" y="52707"/>
                    <a:pt x="110580" y="57691"/>
                  </a:cubicBezTo>
                  <a:cubicBezTo>
                    <a:pt x="111461" y="63071"/>
                    <a:pt x="112829" y="67692"/>
                    <a:pt x="118878" y="68938"/>
                  </a:cubicBezTo>
                  <a:cubicBezTo>
                    <a:pt x="126082" y="70427"/>
                    <a:pt x="136234" y="63649"/>
                    <a:pt x="143012" y="66111"/>
                  </a:cubicBezTo>
                  <a:cubicBezTo>
                    <a:pt x="147359" y="67661"/>
                    <a:pt x="153742" y="7255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21"/>
            <p:cNvSpPr/>
            <p:nvPr/>
          </p:nvSpPr>
          <p:spPr>
            <a:xfrm>
              <a:off x="2975000" y="442550"/>
              <a:ext cx="3962850" cy="1804000"/>
            </a:xfrm>
            <a:custGeom>
              <a:rect b="b" l="l" r="r" t="t"/>
              <a:pathLst>
                <a:path extrusionOk="0" fill="none" h="72160" w="158514">
                  <a:moveTo>
                    <a:pt x="0" y="1"/>
                  </a:moveTo>
                  <a:cubicBezTo>
                    <a:pt x="5076" y="2736"/>
                    <a:pt x="10456" y="4803"/>
                    <a:pt x="15806" y="6688"/>
                  </a:cubicBezTo>
                  <a:cubicBezTo>
                    <a:pt x="22037" y="8876"/>
                    <a:pt x="26049" y="12767"/>
                    <a:pt x="27326" y="18967"/>
                  </a:cubicBezTo>
                  <a:cubicBezTo>
                    <a:pt x="28542" y="24925"/>
                    <a:pt x="27326" y="31126"/>
                    <a:pt x="31855" y="36202"/>
                  </a:cubicBezTo>
                  <a:cubicBezTo>
                    <a:pt x="35381" y="40153"/>
                    <a:pt x="33618" y="48725"/>
                    <a:pt x="39150" y="50457"/>
                  </a:cubicBezTo>
                  <a:cubicBezTo>
                    <a:pt x="48329" y="53314"/>
                    <a:pt x="55746" y="42919"/>
                    <a:pt x="60792" y="36810"/>
                  </a:cubicBezTo>
                  <a:cubicBezTo>
                    <a:pt x="67995" y="28086"/>
                    <a:pt x="80032" y="38360"/>
                    <a:pt x="86263" y="42159"/>
                  </a:cubicBezTo>
                  <a:cubicBezTo>
                    <a:pt x="91430" y="45320"/>
                    <a:pt x="98057" y="48056"/>
                    <a:pt x="104561" y="48998"/>
                  </a:cubicBezTo>
                  <a:cubicBezTo>
                    <a:pt x="115747" y="50700"/>
                    <a:pt x="107692" y="65898"/>
                    <a:pt x="119303" y="68178"/>
                  </a:cubicBezTo>
                  <a:cubicBezTo>
                    <a:pt x="126294" y="69576"/>
                    <a:pt x="136872" y="63254"/>
                    <a:pt x="143316" y="65898"/>
                  </a:cubicBezTo>
                  <a:cubicBezTo>
                    <a:pt x="147784" y="67752"/>
                    <a:pt x="153407" y="7216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21"/>
            <p:cNvSpPr/>
            <p:nvPr/>
          </p:nvSpPr>
          <p:spPr>
            <a:xfrm>
              <a:off x="2975000" y="442550"/>
              <a:ext cx="3962100" cy="1802475"/>
            </a:xfrm>
            <a:custGeom>
              <a:rect b="b" l="l" r="r" t="t"/>
              <a:pathLst>
                <a:path extrusionOk="0" fill="none" h="72099" w="158484">
                  <a:moveTo>
                    <a:pt x="0" y="1"/>
                  </a:moveTo>
                  <a:cubicBezTo>
                    <a:pt x="5107" y="2706"/>
                    <a:pt x="10760" y="4590"/>
                    <a:pt x="15958" y="6444"/>
                  </a:cubicBezTo>
                  <a:cubicBezTo>
                    <a:pt x="21764" y="8511"/>
                    <a:pt x="26931" y="11733"/>
                    <a:pt x="28390" y="17843"/>
                  </a:cubicBezTo>
                  <a:cubicBezTo>
                    <a:pt x="29788" y="23740"/>
                    <a:pt x="26900" y="30579"/>
                    <a:pt x="31672" y="35867"/>
                  </a:cubicBezTo>
                  <a:cubicBezTo>
                    <a:pt x="35107" y="39636"/>
                    <a:pt x="34925" y="48390"/>
                    <a:pt x="40001" y="49849"/>
                  </a:cubicBezTo>
                  <a:cubicBezTo>
                    <a:pt x="49302" y="52494"/>
                    <a:pt x="56415" y="40761"/>
                    <a:pt x="61886" y="35320"/>
                  </a:cubicBezTo>
                  <a:cubicBezTo>
                    <a:pt x="69211" y="28025"/>
                    <a:pt x="81278" y="37873"/>
                    <a:pt x="87327" y="41612"/>
                  </a:cubicBezTo>
                  <a:cubicBezTo>
                    <a:pt x="92585" y="44864"/>
                    <a:pt x="98421" y="48117"/>
                    <a:pt x="104926" y="48968"/>
                  </a:cubicBezTo>
                  <a:cubicBezTo>
                    <a:pt x="116385" y="50457"/>
                    <a:pt x="108239" y="65442"/>
                    <a:pt x="119759" y="67509"/>
                  </a:cubicBezTo>
                  <a:cubicBezTo>
                    <a:pt x="126659" y="68725"/>
                    <a:pt x="137298" y="62980"/>
                    <a:pt x="143559" y="65716"/>
                  </a:cubicBezTo>
                  <a:cubicBezTo>
                    <a:pt x="147936" y="67631"/>
                    <a:pt x="153407" y="72099"/>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21"/>
            <p:cNvSpPr/>
            <p:nvPr/>
          </p:nvSpPr>
          <p:spPr>
            <a:xfrm>
              <a:off x="2975000" y="442550"/>
              <a:ext cx="3962850" cy="1800200"/>
            </a:xfrm>
            <a:custGeom>
              <a:rect b="b" l="l" r="r" t="t"/>
              <a:pathLst>
                <a:path extrusionOk="0" fill="none" h="72008" w="158514">
                  <a:moveTo>
                    <a:pt x="0" y="1"/>
                  </a:moveTo>
                  <a:cubicBezTo>
                    <a:pt x="5167" y="2645"/>
                    <a:pt x="10821" y="4499"/>
                    <a:pt x="16140" y="6201"/>
                  </a:cubicBezTo>
                  <a:cubicBezTo>
                    <a:pt x="21976" y="8055"/>
                    <a:pt x="27630" y="11065"/>
                    <a:pt x="29484" y="16657"/>
                  </a:cubicBezTo>
                  <a:cubicBezTo>
                    <a:pt x="31308" y="22159"/>
                    <a:pt x="26748" y="29940"/>
                    <a:pt x="31521" y="35442"/>
                  </a:cubicBezTo>
                  <a:cubicBezTo>
                    <a:pt x="34621" y="38998"/>
                    <a:pt x="36414" y="48147"/>
                    <a:pt x="40913" y="49211"/>
                  </a:cubicBezTo>
                  <a:cubicBezTo>
                    <a:pt x="50244" y="51430"/>
                    <a:pt x="56749" y="38846"/>
                    <a:pt x="63041" y="34044"/>
                  </a:cubicBezTo>
                  <a:cubicBezTo>
                    <a:pt x="70731" y="28147"/>
                    <a:pt x="82190" y="36992"/>
                    <a:pt x="88391" y="40943"/>
                  </a:cubicBezTo>
                  <a:cubicBezTo>
                    <a:pt x="93862" y="44409"/>
                    <a:pt x="98695" y="48147"/>
                    <a:pt x="105352" y="48907"/>
                  </a:cubicBezTo>
                  <a:cubicBezTo>
                    <a:pt x="117024" y="50184"/>
                    <a:pt x="108786" y="64834"/>
                    <a:pt x="120276" y="66780"/>
                  </a:cubicBezTo>
                  <a:cubicBezTo>
                    <a:pt x="126993" y="67904"/>
                    <a:pt x="137784" y="62585"/>
                    <a:pt x="143863" y="65533"/>
                  </a:cubicBezTo>
                  <a:cubicBezTo>
                    <a:pt x="148149" y="67570"/>
                    <a:pt x="153468" y="72008"/>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21"/>
            <p:cNvSpPr/>
            <p:nvPr/>
          </p:nvSpPr>
          <p:spPr>
            <a:xfrm>
              <a:off x="2975000" y="442550"/>
              <a:ext cx="3963625" cy="1798675"/>
            </a:xfrm>
            <a:custGeom>
              <a:rect b="b" l="l" r="r" t="t"/>
              <a:pathLst>
                <a:path extrusionOk="0" fill="none" h="71947" w="158545">
                  <a:moveTo>
                    <a:pt x="0" y="1"/>
                  </a:moveTo>
                  <a:cubicBezTo>
                    <a:pt x="5198" y="2615"/>
                    <a:pt x="10912" y="4408"/>
                    <a:pt x="16323" y="5958"/>
                  </a:cubicBezTo>
                  <a:cubicBezTo>
                    <a:pt x="22067" y="7630"/>
                    <a:pt x="28147" y="10365"/>
                    <a:pt x="30578" y="15472"/>
                  </a:cubicBezTo>
                  <a:cubicBezTo>
                    <a:pt x="33192" y="20974"/>
                    <a:pt x="26931" y="29059"/>
                    <a:pt x="31369" y="35047"/>
                  </a:cubicBezTo>
                  <a:cubicBezTo>
                    <a:pt x="33831" y="38390"/>
                    <a:pt x="37904" y="47904"/>
                    <a:pt x="41825" y="48542"/>
                  </a:cubicBezTo>
                  <a:cubicBezTo>
                    <a:pt x="50883" y="50062"/>
                    <a:pt x="57296" y="36931"/>
                    <a:pt x="64257" y="33010"/>
                  </a:cubicBezTo>
                  <a:cubicBezTo>
                    <a:pt x="72160" y="28512"/>
                    <a:pt x="83102" y="35928"/>
                    <a:pt x="89424" y="40153"/>
                  </a:cubicBezTo>
                  <a:cubicBezTo>
                    <a:pt x="94804" y="43740"/>
                    <a:pt x="98877" y="48208"/>
                    <a:pt x="105747" y="48846"/>
                  </a:cubicBezTo>
                  <a:cubicBezTo>
                    <a:pt x="117601" y="49971"/>
                    <a:pt x="109425" y="64257"/>
                    <a:pt x="120793" y="66081"/>
                  </a:cubicBezTo>
                  <a:cubicBezTo>
                    <a:pt x="127419" y="67144"/>
                    <a:pt x="138270" y="62281"/>
                    <a:pt x="144167" y="65351"/>
                  </a:cubicBezTo>
                  <a:cubicBezTo>
                    <a:pt x="148362" y="67540"/>
                    <a:pt x="153529" y="71947"/>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21"/>
            <p:cNvSpPr/>
            <p:nvPr/>
          </p:nvSpPr>
          <p:spPr>
            <a:xfrm>
              <a:off x="2975000" y="442550"/>
              <a:ext cx="3962850" cy="1795650"/>
            </a:xfrm>
            <a:custGeom>
              <a:rect b="b" l="l" r="r" t="t"/>
              <a:pathLst>
                <a:path extrusionOk="0" fill="none" h="71826" w="158514">
                  <a:moveTo>
                    <a:pt x="0" y="1"/>
                  </a:moveTo>
                  <a:cubicBezTo>
                    <a:pt x="5259" y="2584"/>
                    <a:pt x="10973" y="4317"/>
                    <a:pt x="16475" y="5745"/>
                  </a:cubicBezTo>
                  <a:cubicBezTo>
                    <a:pt x="22250" y="7235"/>
                    <a:pt x="28542" y="9788"/>
                    <a:pt x="31581" y="14195"/>
                  </a:cubicBezTo>
                  <a:cubicBezTo>
                    <a:pt x="35168" y="19332"/>
                    <a:pt x="27326" y="28238"/>
                    <a:pt x="31247" y="34560"/>
                  </a:cubicBezTo>
                  <a:cubicBezTo>
                    <a:pt x="33253" y="37782"/>
                    <a:pt x="39150" y="47418"/>
                    <a:pt x="42737" y="47722"/>
                  </a:cubicBezTo>
                  <a:cubicBezTo>
                    <a:pt x="51612" y="48482"/>
                    <a:pt x="57752" y="35229"/>
                    <a:pt x="65412" y="32129"/>
                  </a:cubicBezTo>
                  <a:cubicBezTo>
                    <a:pt x="73588" y="28816"/>
                    <a:pt x="84044" y="34804"/>
                    <a:pt x="90275" y="39302"/>
                  </a:cubicBezTo>
                  <a:cubicBezTo>
                    <a:pt x="95351" y="42980"/>
                    <a:pt x="98938" y="48269"/>
                    <a:pt x="106081" y="48816"/>
                  </a:cubicBezTo>
                  <a:cubicBezTo>
                    <a:pt x="111704" y="49241"/>
                    <a:pt x="112981" y="50670"/>
                    <a:pt x="114136" y="56111"/>
                  </a:cubicBezTo>
                  <a:cubicBezTo>
                    <a:pt x="115139" y="60792"/>
                    <a:pt x="115321" y="64470"/>
                    <a:pt x="121279" y="65381"/>
                  </a:cubicBezTo>
                  <a:cubicBezTo>
                    <a:pt x="127784" y="66385"/>
                    <a:pt x="138696" y="61947"/>
                    <a:pt x="144410" y="65169"/>
                  </a:cubicBezTo>
                  <a:cubicBezTo>
                    <a:pt x="148483" y="67448"/>
                    <a:pt x="153529" y="7182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21"/>
            <p:cNvSpPr/>
            <p:nvPr/>
          </p:nvSpPr>
          <p:spPr>
            <a:xfrm>
              <a:off x="2975000" y="442550"/>
              <a:ext cx="3962850" cy="1794125"/>
            </a:xfrm>
            <a:custGeom>
              <a:rect b="b" l="l" r="r" t="t"/>
              <a:pathLst>
                <a:path extrusionOk="0" fill="none" h="71765" w="158514">
                  <a:moveTo>
                    <a:pt x="0" y="1"/>
                  </a:moveTo>
                  <a:cubicBezTo>
                    <a:pt x="5319" y="2554"/>
                    <a:pt x="11064" y="4226"/>
                    <a:pt x="16627" y="5502"/>
                  </a:cubicBezTo>
                  <a:cubicBezTo>
                    <a:pt x="22523" y="6840"/>
                    <a:pt x="28663" y="9302"/>
                    <a:pt x="32554" y="12919"/>
                  </a:cubicBezTo>
                  <a:cubicBezTo>
                    <a:pt x="36931" y="17022"/>
                    <a:pt x="28906" y="28268"/>
                    <a:pt x="31247" y="33983"/>
                  </a:cubicBezTo>
                  <a:cubicBezTo>
                    <a:pt x="32615" y="37326"/>
                    <a:pt x="40031" y="46658"/>
                    <a:pt x="43679" y="46719"/>
                  </a:cubicBezTo>
                  <a:cubicBezTo>
                    <a:pt x="52433" y="46810"/>
                    <a:pt x="58117" y="33861"/>
                    <a:pt x="66628" y="31430"/>
                  </a:cubicBezTo>
                  <a:cubicBezTo>
                    <a:pt x="75108" y="28998"/>
                    <a:pt x="85078" y="33709"/>
                    <a:pt x="91066" y="38451"/>
                  </a:cubicBezTo>
                  <a:cubicBezTo>
                    <a:pt x="95899" y="42250"/>
                    <a:pt x="98847" y="48482"/>
                    <a:pt x="106446" y="48785"/>
                  </a:cubicBezTo>
                  <a:cubicBezTo>
                    <a:pt x="119030" y="49272"/>
                    <a:pt x="110853" y="62950"/>
                    <a:pt x="121826" y="64743"/>
                  </a:cubicBezTo>
                  <a:cubicBezTo>
                    <a:pt x="128088" y="65746"/>
                    <a:pt x="139121" y="61612"/>
                    <a:pt x="144684" y="64986"/>
                  </a:cubicBezTo>
                  <a:cubicBezTo>
                    <a:pt x="148666" y="67388"/>
                    <a:pt x="153559" y="7176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21"/>
            <p:cNvSpPr/>
            <p:nvPr/>
          </p:nvSpPr>
          <p:spPr>
            <a:xfrm>
              <a:off x="2975000" y="442550"/>
              <a:ext cx="3962850" cy="1791075"/>
            </a:xfrm>
            <a:custGeom>
              <a:rect b="b" l="l" r="r" t="t"/>
              <a:pathLst>
                <a:path extrusionOk="0" fill="none" h="71643" w="158514">
                  <a:moveTo>
                    <a:pt x="0" y="1"/>
                  </a:moveTo>
                  <a:cubicBezTo>
                    <a:pt x="5319" y="2523"/>
                    <a:pt x="11155" y="4134"/>
                    <a:pt x="16779" y="5259"/>
                  </a:cubicBezTo>
                  <a:cubicBezTo>
                    <a:pt x="22736" y="6475"/>
                    <a:pt x="29302" y="9058"/>
                    <a:pt x="33405" y="11672"/>
                  </a:cubicBezTo>
                  <a:cubicBezTo>
                    <a:pt x="37660" y="14378"/>
                    <a:pt x="30821" y="28968"/>
                    <a:pt x="31399" y="33314"/>
                  </a:cubicBezTo>
                  <a:cubicBezTo>
                    <a:pt x="31885" y="36931"/>
                    <a:pt x="40578" y="45624"/>
                    <a:pt x="44651" y="45472"/>
                  </a:cubicBezTo>
                  <a:cubicBezTo>
                    <a:pt x="53101" y="45168"/>
                    <a:pt x="58421" y="32828"/>
                    <a:pt x="67874" y="30852"/>
                  </a:cubicBezTo>
                  <a:cubicBezTo>
                    <a:pt x="76658" y="29028"/>
                    <a:pt x="86233" y="32706"/>
                    <a:pt x="91856" y="37509"/>
                  </a:cubicBezTo>
                  <a:cubicBezTo>
                    <a:pt x="96476" y="41491"/>
                    <a:pt x="98908" y="48542"/>
                    <a:pt x="106780" y="48755"/>
                  </a:cubicBezTo>
                  <a:cubicBezTo>
                    <a:pt x="112647" y="48907"/>
                    <a:pt x="114045" y="50184"/>
                    <a:pt x="115565" y="55503"/>
                  </a:cubicBezTo>
                  <a:cubicBezTo>
                    <a:pt x="116841" y="60062"/>
                    <a:pt x="116628" y="63132"/>
                    <a:pt x="122404" y="64044"/>
                  </a:cubicBezTo>
                  <a:cubicBezTo>
                    <a:pt x="128544" y="65047"/>
                    <a:pt x="139486" y="61278"/>
                    <a:pt x="144957" y="64804"/>
                  </a:cubicBezTo>
                  <a:cubicBezTo>
                    <a:pt x="148818" y="67296"/>
                    <a:pt x="153559" y="71643"/>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21"/>
            <p:cNvSpPr/>
            <p:nvPr/>
          </p:nvSpPr>
          <p:spPr>
            <a:xfrm>
              <a:off x="2975000" y="442550"/>
              <a:ext cx="3962100" cy="1789575"/>
            </a:xfrm>
            <a:custGeom>
              <a:rect b="b" l="l" r="r" t="t"/>
              <a:pathLst>
                <a:path extrusionOk="0" fill="none" h="71583" w="158484">
                  <a:moveTo>
                    <a:pt x="0" y="1"/>
                  </a:moveTo>
                  <a:cubicBezTo>
                    <a:pt x="5380" y="2463"/>
                    <a:pt x="11216" y="4043"/>
                    <a:pt x="16900" y="5016"/>
                  </a:cubicBezTo>
                  <a:cubicBezTo>
                    <a:pt x="22797" y="6049"/>
                    <a:pt x="29058" y="8724"/>
                    <a:pt x="34135" y="10457"/>
                  </a:cubicBezTo>
                  <a:cubicBezTo>
                    <a:pt x="39667" y="12372"/>
                    <a:pt x="32037" y="28846"/>
                    <a:pt x="31855" y="32463"/>
                  </a:cubicBezTo>
                  <a:cubicBezTo>
                    <a:pt x="31672" y="36597"/>
                    <a:pt x="40852" y="44712"/>
                    <a:pt x="45503" y="44074"/>
                  </a:cubicBezTo>
                  <a:cubicBezTo>
                    <a:pt x="54165" y="42889"/>
                    <a:pt x="59606" y="32038"/>
                    <a:pt x="69090" y="30335"/>
                  </a:cubicBezTo>
                  <a:cubicBezTo>
                    <a:pt x="77479" y="28846"/>
                    <a:pt x="87388" y="31703"/>
                    <a:pt x="92646" y="36566"/>
                  </a:cubicBezTo>
                  <a:cubicBezTo>
                    <a:pt x="97084" y="40670"/>
                    <a:pt x="98908" y="48634"/>
                    <a:pt x="107084" y="48725"/>
                  </a:cubicBezTo>
                  <a:cubicBezTo>
                    <a:pt x="112890" y="48816"/>
                    <a:pt x="114501" y="49910"/>
                    <a:pt x="116203" y="55229"/>
                  </a:cubicBezTo>
                  <a:cubicBezTo>
                    <a:pt x="117571" y="59606"/>
                    <a:pt x="117297" y="62555"/>
                    <a:pt x="122951" y="63436"/>
                  </a:cubicBezTo>
                  <a:cubicBezTo>
                    <a:pt x="129030" y="64378"/>
                    <a:pt x="139851" y="60944"/>
                    <a:pt x="145200" y="64622"/>
                  </a:cubicBezTo>
                  <a:cubicBezTo>
                    <a:pt x="148939" y="67205"/>
                    <a:pt x="153590" y="7158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21"/>
            <p:cNvSpPr/>
            <p:nvPr/>
          </p:nvSpPr>
          <p:spPr>
            <a:xfrm>
              <a:off x="2975000" y="442550"/>
              <a:ext cx="3962850" cy="1785000"/>
            </a:xfrm>
            <a:custGeom>
              <a:rect b="b" l="l" r="r" t="t"/>
              <a:pathLst>
                <a:path extrusionOk="0" fill="none" h="71400" w="158514">
                  <a:moveTo>
                    <a:pt x="0" y="1"/>
                  </a:moveTo>
                  <a:cubicBezTo>
                    <a:pt x="5411" y="2432"/>
                    <a:pt x="11307" y="3952"/>
                    <a:pt x="17052" y="4803"/>
                  </a:cubicBezTo>
                  <a:cubicBezTo>
                    <a:pt x="22949" y="5685"/>
                    <a:pt x="29028" y="8967"/>
                    <a:pt x="34682" y="9362"/>
                  </a:cubicBezTo>
                  <a:cubicBezTo>
                    <a:pt x="42007" y="9849"/>
                    <a:pt x="33557" y="28360"/>
                    <a:pt x="32858" y="31065"/>
                  </a:cubicBezTo>
                  <a:cubicBezTo>
                    <a:pt x="31308" y="36931"/>
                    <a:pt x="41095" y="43801"/>
                    <a:pt x="46141" y="42676"/>
                  </a:cubicBezTo>
                  <a:cubicBezTo>
                    <a:pt x="54925" y="40761"/>
                    <a:pt x="60731" y="31703"/>
                    <a:pt x="70245" y="29819"/>
                  </a:cubicBezTo>
                  <a:cubicBezTo>
                    <a:pt x="78451" y="28177"/>
                    <a:pt x="88573" y="30731"/>
                    <a:pt x="93497" y="35563"/>
                  </a:cubicBezTo>
                  <a:cubicBezTo>
                    <a:pt x="97753" y="39728"/>
                    <a:pt x="98969" y="48725"/>
                    <a:pt x="107419" y="48755"/>
                  </a:cubicBezTo>
                  <a:cubicBezTo>
                    <a:pt x="113163" y="48755"/>
                    <a:pt x="115018" y="49667"/>
                    <a:pt x="116872" y="54956"/>
                  </a:cubicBezTo>
                  <a:cubicBezTo>
                    <a:pt x="118331" y="59181"/>
                    <a:pt x="118027" y="61977"/>
                    <a:pt x="123559" y="62798"/>
                  </a:cubicBezTo>
                  <a:cubicBezTo>
                    <a:pt x="129638" y="63710"/>
                    <a:pt x="140459" y="60579"/>
                    <a:pt x="145504" y="64470"/>
                  </a:cubicBezTo>
                  <a:cubicBezTo>
                    <a:pt x="148939" y="67144"/>
                    <a:pt x="153802" y="7140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21"/>
            <p:cNvSpPr/>
            <p:nvPr/>
          </p:nvSpPr>
          <p:spPr>
            <a:xfrm>
              <a:off x="2975000" y="442550"/>
              <a:ext cx="3962100" cy="1781975"/>
            </a:xfrm>
            <a:custGeom>
              <a:rect b="b" l="l" r="r" t="t"/>
              <a:pathLst>
                <a:path extrusionOk="0" fill="none" h="71279" w="158484">
                  <a:moveTo>
                    <a:pt x="0" y="1"/>
                  </a:moveTo>
                  <a:cubicBezTo>
                    <a:pt x="5471" y="2402"/>
                    <a:pt x="11247" y="3922"/>
                    <a:pt x="17174" y="4560"/>
                  </a:cubicBezTo>
                  <a:cubicBezTo>
                    <a:pt x="23253" y="5198"/>
                    <a:pt x="29514" y="8420"/>
                    <a:pt x="35107" y="8177"/>
                  </a:cubicBezTo>
                  <a:cubicBezTo>
                    <a:pt x="44044" y="7782"/>
                    <a:pt x="35290" y="26718"/>
                    <a:pt x="34256" y="29089"/>
                  </a:cubicBezTo>
                  <a:cubicBezTo>
                    <a:pt x="31369" y="35959"/>
                    <a:pt x="40578" y="42980"/>
                    <a:pt x="46658" y="41247"/>
                  </a:cubicBezTo>
                  <a:cubicBezTo>
                    <a:pt x="55533" y="38785"/>
                    <a:pt x="61947" y="31490"/>
                    <a:pt x="71369" y="29180"/>
                  </a:cubicBezTo>
                  <a:cubicBezTo>
                    <a:pt x="79424" y="27174"/>
                    <a:pt x="89819" y="29697"/>
                    <a:pt x="94470" y="34439"/>
                  </a:cubicBezTo>
                  <a:cubicBezTo>
                    <a:pt x="98482" y="38573"/>
                    <a:pt x="99090" y="48785"/>
                    <a:pt x="107753" y="48694"/>
                  </a:cubicBezTo>
                  <a:cubicBezTo>
                    <a:pt x="113407" y="48634"/>
                    <a:pt x="115504" y="49424"/>
                    <a:pt x="117510" y="54652"/>
                  </a:cubicBezTo>
                  <a:cubicBezTo>
                    <a:pt x="119060" y="58694"/>
                    <a:pt x="118665" y="61400"/>
                    <a:pt x="124167" y="62160"/>
                  </a:cubicBezTo>
                  <a:cubicBezTo>
                    <a:pt x="130246" y="62980"/>
                    <a:pt x="140793" y="60245"/>
                    <a:pt x="145717" y="64257"/>
                  </a:cubicBezTo>
                  <a:cubicBezTo>
                    <a:pt x="149061" y="66962"/>
                    <a:pt x="153802" y="71278"/>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21"/>
            <p:cNvSpPr/>
            <p:nvPr/>
          </p:nvSpPr>
          <p:spPr>
            <a:xfrm>
              <a:off x="2975000" y="442550"/>
              <a:ext cx="3962850" cy="1781200"/>
            </a:xfrm>
            <a:custGeom>
              <a:rect b="b" l="l" r="r" t="t"/>
              <a:pathLst>
                <a:path extrusionOk="0" fill="none" h="71248" w="158514">
                  <a:moveTo>
                    <a:pt x="0" y="1"/>
                  </a:moveTo>
                  <a:cubicBezTo>
                    <a:pt x="5502" y="2371"/>
                    <a:pt x="11338" y="3830"/>
                    <a:pt x="17326" y="4347"/>
                  </a:cubicBezTo>
                  <a:cubicBezTo>
                    <a:pt x="23405" y="4833"/>
                    <a:pt x="29484" y="7478"/>
                    <a:pt x="35381" y="7083"/>
                  </a:cubicBezTo>
                  <a:cubicBezTo>
                    <a:pt x="46171" y="6384"/>
                    <a:pt x="37660" y="22007"/>
                    <a:pt x="36080" y="26718"/>
                  </a:cubicBezTo>
                  <a:cubicBezTo>
                    <a:pt x="34560" y="31247"/>
                    <a:pt x="33192" y="34591"/>
                    <a:pt x="37387" y="37934"/>
                  </a:cubicBezTo>
                  <a:cubicBezTo>
                    <a:pt x="40062" y="40032"/>
                    <a:pt x="43983" y="40913"/>
                    <a:pt x="47144" y="39940"/>
                  </a:cubicBezTo>
                  <a:cubicBezTo>
                    <a:pt x="52007" y="38421"/>
                    <a:pt x="55959" y="34864"/>
                    <a:pt x="60548" y="32524"/>
                  </a:cubicBezTo>
                  <a:cubicBezTo>
                    <a:pt x="64409" y="30579"/>
                    <a:pt x="68360" y="29758"/>
                    <a:pt x="72403" y="28512"/>
                  </a:cubicBezTo>
                  <a:cubicBezTo>
                    <a:pt x="80275" y="26080"/>
                    <a:pt x="91187" y="28724"/>
                    <a:pt x="95503" y="33314"/>
                  </a:cubicBezTo>
                  <a:cubicBezTo>
                    <a:pt x="99303" y="37296"/>
                    <a:pt x="99212" y="48877"/>
                    <a:pt x="108118" y="48694"/>
                  </a:cubicBezTo>
                  <a:cubicBezTo>
                    <a:pt x="113589" y="48573"/>
                    <a:pt x="115990" y="49302"/>
                    <a:pt x="118148" y="54409"/>
                  </a:cubicBezTo>
                  <a:cubicBezTo>
                    <a:pt x="119820" y="58299"/>
                    <a:pt x="119364" y="60974"/>
                    <a:pt x="124805" y="61612"/>
                  </a:cubicBezTo>
                  <a:cubicBezTo>
                    <a:pt x="130519" y="62281"/>
                    <a:pt x="141249" y="59819"/>
                    <a:pt x="145991" y="64135"/>
                  </a:cubicBezTo>
                  <a:cubicBezTo>
                    <a:pt x="149213" y="67023"/>
                    <a:pt x="153863" y="71248"/>
                    <a:pt x="158514" y="68695"/>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21"/>
            <p:cNvSpPr/>
            <p:nvPr/>
          </p:nvSpPr>
          <p:spPr>
            <a:xfrm>
              <a:off x="2975000" y="442550"/>
              <a:ext cx="3962100" cy="1777400"/>
            </a:xfrm>
            <a:custGeom>
              <a:rect b="b" l="l" r="r" t="t"/>
              <a:pathLst>
                <a:path extrusionOk="0" fill="none" h="71096" w="158484">
                  <a:moveTo>
                    <a:pt x="0" y="1"/>
                  </a:moveTo>
                  <a:cubicBezTo>
                    <a:pt x="5532" y="2341"/>
                    <a:pt x="11429" y="3739"/>
                    <a:pt x="17447" y="4104"/>
                  </a:cubicBezTo>
                  <a:cubicBezTo>
                    <a:pt x="23496" y="4469"/>
                    <a:pt x="29484" y="6596"/>
                    <a:pt x="35533" y="6049"/>
                  </a:cubicBezTo>
                  <a:cubicBezTo>
                    <a:pt x="47357" y="4955"/>
                    <a:pt x="40822" y="16809"/>
                    <a:pt x="38208" y="23983"/>
                  </a:cubicBezTo>
                  <a:cubicBezTo>
                    <a:pt x="36657" y="28329"/>
                    <a:pt x="33557" y="33253"/>
                    <a:pt x="37691" y="36962"/>
                  </a:cubicBezTo>
                  <a:cubicBezTo>
                    <a:pt x="40244" y="39272"/>
                    <a:pt x="44591" y="39636"/>
                    <a:pt x="47661" y="38603"/>
                  </a:cubicBezTo>
                  <a:cubicBezTo>
                    <a:pt x="52646" y="36931"/>
                    <a:pt x="56901" y="33557"/>
                    <a:pt x="61764" y="31460"/>
                  </a:cubicBezTo>
                  <a:cubicBezTo>
                    <a:pt x="65533" y="29819"/>
                    <a:pt x="69576" y="29150"/>
                    <a:pt x="73375" y="27721"/>
                  </a:cubicBezTo>
                  <a:cubicBezTo>
                    <a:pt x="80974" y="24864"/>
                    <a:pt x="92464" y="27721"/>
                    <a:pt x="96659" y="32068"/>
                  </a:cubicBezTo>
                  <a:cubicBezTo>
                    <a:pt x="100884" y="36445"/>
                    <a:pt x="98634" y="48512"/>
                    <a:pt x="108452" y="48664"/>
                  </a:cubicBezTo>
                  <a:cubicBezTo>
                    <a:pt x="114014" y="48755"/>
                    <a:pt x="116416" y="49150"/>
                    <a:pt x="118756" y="54105"/>
                  </a:cubicBezTo>
                  <a:cubicBezTo>
                    <a:pt x="120550" y="57874"/>
                    <a:pt x="120002" y="60488"/>
                    <a:pt x="125413" y="61035"/>
                  </a:cubicBezTo>
                  <a:cubicBezTo>
                    <a:pt x="131158" y="61643"/>
                    <a:pt x="141553" y="59454"/>
                    <a:pt x="146234" y="63922"/>
                  </a:cubicBezTo>
                  <a:cubicBezTo>
                    <a:pt x="149334" y="66871"/>
                    <a:pt x="153894" y="71096"/>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21"/>
            <p:cNvSpPr/>
            <p:nvPr/>
          </p:nvSpPr>
          <p:spPr>
            <a:xfrm>
              <a:off x="2975000" y="442550"/>
              <a:ext cx="3962850" cy="1775125"/>
            </a:xfrm>
            <a:custGeom>
              <a:rect b="b" l="l" r="r" t="t"/>
              <a:pathLst>
                <a:path extrusionOk="0" fill="none" h="71005" w="158514">
                  <a:moveTo>
                    <a:pt x="0" y="1"/>
                  </a:moveTo>
                  <a:cubicBezTo>
                    <a:pt x="5593" y="2311"/>
                    <a:pt x="11520" y="3648"/>
                    <a:pt x="17569" y="3861"/>
                  </a:cubicBezTo>
                  <a:cubicBezTo>
                    <a:pt x="23587" y="4074"/>
                    <a:pt x="29636" y="5837"/>
                    <a:pt x="35594" y="5046"/>
                  </a:cubicBezTo>
                  <a:cubicBezTo>
                    <a:pt x="47569" y="3466"/>
                    <a:pt x="43800" y="12280"/>
                    <a:pt x="40578" y="20974"/>
                  </a:cubicBezTo>
                  <a:cubicBezTo>
                    <a:pt x="39059" y="25107"/>
                    <a:pt x="34773" y="31916"/>
                    <a:pt x="38268" y="35867"/>
                  </a:cubicBezTo>
                  <a:cubicBezTo>
                    <a:pt x="40548" y="38451"/>
                    <a:pt x="45381" y="38208"/>
                    <a:pt x="48238" y="37296"/>
                  </a:cubicBezTo>
                  <a:cubicBezTo>
                    <a:pt x="53405" y="35624"/>
                    <a:pt x="57965" y="32281"/>
                    <a:pt x="63102" y="30366"/>
                  </a:cubicBezTo>
                  <a:cubicBezTo>
                    <a:pt x="66780" y="28968"/>
                    <a:pt x="70701" y="28420"/>
                    <a:pt x="74257" y="26840"/>
                  </a:cubicBezTo>
                  <a:cubicBezTo>
                    <a:pt x="81552" y="23588"/>
                    <a:pt x="94075" y="26779"/>
                    <a:pt x="97935" y="30791"/>
                  </a:cubicBezTo>
                  <a:cubicBezTo>
                    <a:pt x="101887" y="34895"/>
                    <a:pt x="98938" y="48542"/>
                    <a:pt x="108817" y="48664"/>
                  </a:cubicBezTo>
                  <a:cubicBezTo>
                    <a:pt x="114227" y="48694"/>
                    <a:pt x="116872" y="49029"/>
                    <a:pt x="119364" y="53801"/>
                  </a:cubicBezTo>
                  <a:cubicBezTo>
                    <a:pt x="121249" y="57448"/>
                    <a:pt x="120702" y="60032"/>
                    <a:pt x="126021" y="60518"/>
                  </a:cubicBezTo>
                  <a:cubicBezTo>
                    <a:pt x="131826" y="61035"/>
                    <a:pt x="141857" y="59120"/>
                    <a:pt x="146507" y="63771"/>
                  </a:cubicBezTo>
                  <a:cubicBezTo>
                    <a:pt x="149456" y="66719"/>
                    <a:pt x="153924" y="7100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21"/>
            <p:cNvSpPr/>
            <p:nvPr/>
          </p:nvSpPr>
          <p:spPr>
            <a:xfrm>
              <a:off x="2975000" y="442550"/>
              <a:ext cx="3962850" cy="1772850"/>
            </a:xfrm>
            <a:custGeom>
              <a:rect b="b" l="l" r="r" t="t"/>
              <a:pathLst>
                <a:path extrusionOk="0" fill="none" h="70914" w="158514">
                  <a:moveTo>
                    <a:pt x="0" y="1"/>
                  </a:moveTo>
                  <a:cubicBezTo>
                    <a:pt x="5623" y="2280"/>
                    <a:pt x="11611" y="3526"/>
                    <a:pt x="17690" y="3648"/>
                  </a:cubicBezTo>
                  <a:cubicBezTo>
                    <a:pt x="23648" y="3709"/>
                    <a:pt x="29636" y="5016"/>
                    <a:pt x="35563" y="4104"/>
                  </a:cubicBezTo>
                  <a:cubicBezTo>
                    <a:pt x="47022" y="2371"/>
                    <a:pt x="46627" y="7843"/>
                    <a:pt x="43101" y="17812"/>
                  </a:cubicBezTo>
                  <a:cubicBezTo>
                    <a:pt x="41733" y="21612"/>
                    <a:pt x="36232" y="30670"/>
                    <a:pt x="39028" y="34621"/>
                  </a:cubicBezTo>
                  <a:cubicBezTo>
                    <a:pt x="41004" y="37387"/>
                    <a:pt x="46293" y="36901"/>
                    <a:pt x="48968" y="35989"/>
                  </a:cubicBezTo>
                  <a:cubicBezTo>
                    <a:pt x="57235" y="33071"/>
                    <a:pt x="67235" y="29667"/>
                    <a:pt x="75108" y="25867"/>
                  </a:cubicBezTo>
                  <a:cubicBezTo>
                    <a:pt x="82008" y="22524"/>
                    <a:pt x="95655" y="25746"/>
                    <a:pt x="99303" y="29484"/>
                  </a:cubicBezTo>
                  <a:cubicBezTo>
                    <a:pt x="103042" y="33284"/>
                    <a:pt x="99546" y="48573"/>
                    <a:pt x="109242" y="48573"/>
                  </a:cubicBezTo>
                  <a:cubicBezTo>
                    <a:pt x="114379" y="48573"/>
                    <a:pt x="117328" y="48968"/>
                    <a:pt x="119942" y="53527"/>
                  </a:cubicBezTo>
                  <a:cubicBezTo>
                    <a:pt x="121948" y="57023"/>
                    <a:pt x="121340" y="59606"/>
                    <a:pt x="126629" y="60032"/>
                  </a:cubicBezTo>
                  <a:cubicBezTo>
                    <a:pt x="132495" y="60488"/>
                    <a:pt x="142130" y="58725"/>
                    <a:pt x="146751" y="63558"/>
                  </a:cubicBezTo>
                  <a:cubicBezTo>
                    <a:pt x="149608" y="66567"/>
                    <a:pt x="153985" y="70913"/>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21"/>
            <p:cNvSpPr/>
            <p:nvPr/>
          </p:nvSpPr>
          <p:spPr>
            <a:xfrm>
              <a:off x="2975000" y="442550"/>
              <a:ext cx="3962100" cy="1769800"/>
            </a:xfrm>
            <a:custGeom>
              <a:rect b="b" l="l" r="r" t="t"/>
              <a:pathLst>
                <a:path extrusionOk="0" fill="none" h="70792" w="158484">
                  <a:moveTo>
                    <a:pt x="0" y="1"/>
                  </a:moveTo>
                  <a:cubicBezTo>
                    <a:pt x="5654" y="2280"/>
                    <a:pt x="11703" y="3435"/>
                    <a:pt x="17812" y="3405"/>
                  </a:cubicBezTo>
                  <a:cubicBezTo>
                    <a:pt x="23709" y="3344"/>
                    <a:pt x="29606" y="4165"/>
                    <a:pt x="35502" y="3192"/>
                  </a:cubicBezTo>
                  <a:cubicBezTo>
                    <a:pt x="37660" y="2858"/>
                    <a:pt x="42463" y="1976"/>
                    <a:pt x="44621" y="2949"/>
                  </a:cubicBezTo>
                  <a:cubicBezTo>
                    <a:pt x="49545" y="5168"/>
                    <a:pt x="46840" y="10913"/>
                    <a:pt x="45624" y="14742"/>
                  </a:cubicBezTo>
                  <a:cubicBezTo>
                    <a:pt x="43557" y="21369"/>
                    <a:pt x="34135" y="40001"/>
                    <a:pt x="49819" y="34652"/>
                  </a:cubicBezTo>
                  <a:cubicBezTo>
                    <a:pt x="58299" y="31734"/>
                    <a:pt x="67935" y="28177"/>
                    <a:pt x="76050" y="24864"/>
                  </a:cubicBezTo>
                  <a:cubicBezTo>
                    <a:pt x="83072" y="21977"/>
                    <a:pt x="96051" y="24347"/>
                    <a:pt x="100762" y="28117"/>
                  </a:cubicBezTo>
                  <a:cubicBezTo>
                    <a:pt x="105716" y="32098"/>
                    <a:pt x="98908" y="48299"/>
                    <a:pt x="109698" y="48482"/>
                  </a:cubicBezTo>
                  <a:cubicBezTo>
                    <a:pt x="114653" y="48573"/>
                    <a:pt x="117753" y="48846"/>
                    <a:pt x="120458" y="53254"/>
                  </a:cubicBezTo>
                  <a:cubicBezTo>
                    <a:pt x="122586" y="56628"/>
                    <a:pt x="121948" y="59242"/>
                    <a:pt x="127176" y="59576"/>
                  </a:cubicBezTo>
                  <a:cubicBezTo>
                    <a:pt x="133133" y="60001"/>
                    <a:pt x="142404" y="58360"/>
                    <a:pt x="146963" y="63375"/>
                  </a:cubicBezTo>
                  <a:cubicBezTo>
                    <a:pt x="149699" y="66385"/>
                    <a:pt x="153985" y="70792"/>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21"/>
            <p:cNvSpPr/>
            <p:nvPr/>
          </p:nvSpPr>
          <p:spPr>
            <a:xfrm>
              <a:off x="2975000" y="442550"/>
              <a:ext cx="3963625" cy="1767525"/>
            </a:xfrm>
            <a:custGeom>
              <a:rect b="b" l="l" r="r" t="t"/>
              <a:pathLst>
                <a:path extrusionOk="0" fill="none" h="70701" w="158545">
                  <a:moveTo>
                    <a:pt x="0" y="1"/>
                  </a:moveTo>
                  <a:cubicBezTo>
                    <a:pt x="5715" y="2250"/>
                    <a:pt x="11794" y="3314"/>
                    <a:pt x="17934" y="3192"/>
                  </a:cubicBezTo>
                  <a:cubicBezTo>
                    <a:pt x="23770" y="2979"/>
                    <a:pt x="29575" y="3314"/>
                    <a:pt x="35411" y="2341"/>
                  </a:cubicBezTo>
                  <a:cubicBezTo>
                    <a:pt x="44439" y="791"/>
                    <a:pt x="50518" y="2371"/>
                    <a:pt x="48147" y="11916"/>
                  </a:cubicBezTo>
                  <a:cubicBezTo>
                    <a:pt x="46627" y="18086"/>
                    <a:pt x="34894" y="38725"/>
                    <a:pt x="50883" y="33253"/>
                  </a:cubicBezTo>
                  <a:cubicBezTo>
                    <a:pt x="59697" y="30244"/>
                    <a:pt x="68482" y="26688"/>
                    <a:pt x="77418" y="23922"/>
                  </a:cubicBezTo>
                  <a:cubicBezTo>
                    <a:pt x="84227" y="21794"/>
                    <a:pt x="97601" y="22585"/>
                    <a:pt x="102312" y="26779"/>
                  </a:cubicBezTo>
                  <a:cubicBezTo>
                    <a:pt x="107510" y="31399"/>
                    <a:pt x="99394" y="48056"/>
                    <a:pt x="110276" y="48330"/>
                  </a:cubicBezTo>
                  <a:cubicBezTo>
                    <a:pt x="115200" y="48451"/>
                    <a:pt x="117966" y="49181"/>
                    <a:pt x="120945" y="52889"/>
                  </a:cubicBezTo>
                  <a:cubicBezTo>
                    <a:pt x="123376" y="55928"/>
                    <a:pt x="122464" y="58877"/>
                    <a:pt x="127784" y="59150"/>
                  </a:cubicBezTo>
                  <a:cubicBezTo>
                    <a:pt x="133711" y="59454"/>
                    <a:pt x="142769" y="58026"/>
                    <a:pt x="147267" y="63223"/>
                  </a:cubicBezTo>
                  <a:cubicBezTo>
                    <a:pt x="149881" y="66202"/>
                    <a:pt x="154076" y="70701"/>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21"/>
            <p:cNvSpPr/>
            <p:nvPr/>
          </p:nvSpPr>
          <p:spPr>
            <a:xfrm>
              <a:off x="2975000" y="442550"/>
              <a:ext cx="3962850" cy="1765250"/>
            </a:xfrm>
            <a:custGeom>
              <a:rect b="b" l="l" r="r" t="t"/>
              <a:pathLst>
                <a:path extrusionOk="0" fill="none" h="70610" w="158514">
                  <a:moveTo>
                    <a:pt x="0" y="1"/>
                  </a:moveTo>
                  <a:cubicBezTo>
                    <a:pt x="5745" y="2219"/>
                    <a:pt x="11885" y="3223"/>
                    <a:pt x="18025" y="2949"/>
                  </a:cubicBezTo>
                  <a:cubicBezTo>
                    <a:pt x="23800" y="2645"/>
                    <a:pt x="29514" y="2493"/>
                    <a:pt x="35259" y="1490"/>
                  </a:cubicBezTo>
                  <a:cubicBezTo>
                    <a:pt x="38056" y="1004"/>
                    <a:pt x="42189" y="396"/>
                    <a:pt x="44986" y="1064"/>
                  </a:cubicBezTo>
                  <a:cubicBezTo>
                    <a:pt x="50183" y="2280"/>
                    <a:pt x="51065" y="4803"/>
                    <a:pt x="50487" y="9454"/>
                  </a:cubicBezTo>
                  <a:cubicBezTo>
                    <a:pt x="49728" y="14986"/>
                    <a:pt x="36627" y="36870"/>
                    <a:pt x="52068" y="31825"/>
                  </a:cubicBezTo>
                  <a:cubicBezTo>
                    <a:pt x="60944" y="28937"/>
                    <a:pt x="69910" y="25533"/>
                    <a:pt x="79029" y="23010"/>
                  </a:cubicBezTo>
                  <a:cubicBezTo>
                    <a:pt x="86111" y="21095"/>
                    <a:pt x="98969" y="21551"/>
                    <a:pt x="103893" y="25472"/>
                  </a:cubicBezTo>
                  <a:cubicBezTo>
                    <a:pt x="109212" y="29697"/>
                    <a:pt x="100093" y="47661"/>
                    <a:pt x="110823" y="48147"/>
                  </a:cubicBezTo>
                  <a:cubicBezTo>
                    <a:pt x="115595" y="48360"/>
                    <a:pt x="118422" y="49120"/>
                    <a:pt x="121431" y="52646"/>
                  </a:cubicBezTo>
                  <a:cubicBezTo>
                    <a:pt x="123923" y="55594"/>
                    <a:pt x="123103" y="58542"/>
                    <a:pt x="128300" y="58786"/>
                  </a:cubicBezTo>
                  <a:cubicBezTo>
                    <a:pt x="134288" y="59059"/>
                    <a:pt x="143042" y="57783"/>
                    <a:pt x="147480" y="63041"/>
                  </a:cubicBezTo>
                  <a:cubicBezTo>
                    <a:pt x="150003" y="65989"/>
                    <a:pt x="154076" y="7061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21"/>
            <p:cNvSpPr/>
            <p:nvPr/>
          </p:nvSpPr>
          <p:spPr>
            <a:xfrm>
              <a:off x="2975000" y="428125"/>
              <a:ext cx="3962850" cy="1777400"/>
            </a:xfrm>
            <a:custGeom>
              <a:rect b="b" l="l" r="r" t="t"/>
              <a:pathLst>
                <a:path extrusionOk="0" fill="none" h="71096" w="158514">
                  <a:moveTo>
                    <a:pt x="0" y="578"/>
                  </a:moveTo>
                  <a:cubicBezTo>
                    <a:pt x="5715" y="2705"/>
                    <a:pt x="12128" y="3769"/>
                    <a:pt x="18146" y="3313"/>
                  </a:cubicBezTo>
                  <a:cubicBezTo>
                    <a:pt x="23861" y="2888"/>
                    <a:pt x="29484" y="2219"/>
                    <a:pt x="35138" y="1246"/>
                  </a:cubicBezTo>
                  <a:cubicBezTo>
                    <a:pt x="42554" y="0"/>
                    <a:pt x="52281" y="1489"/>
                    <a:pt x="52585" y="7994"/>
                  </a:cubicBezTo>
                  <a:cubicBezTo>
                    <a:pt x="52767" y="12523"/>
                    <a:pt x="39211" y="35350"/>
                    <a:pt x="53436" y="30882"/>
                  </a:cubicBezTo>
                  <a:cubicBezTo>
                    <a:pt x="62372" y="28086"/>
                    <a:pt x="71673" y="25137"/>
                    <a:pt x="80914" y="22736"/>
                  </a:cubicBezTo>
                  <a:cubicBezTo>
                    <a:pt x="88604" y="20760"/>
                    <a:pt x="100032" y="21551"/>
                    <a:pt x="105443" y="24803"/>
                  </a:cubicBezTo>
                  <a:cubicBezTo>
                    <a:pt x="111674" y="28511"/>
                    <a:pt x="99941" y="47508"/>
                    <a:pt x="111431" y="48511"/>
                  </a:cubicBezTo>
                  <a:cubicBezTo>
                    <a:pt x="116081" y="48937"/>
                    <a:pt x="118847" y="49606"/>
                    <a:pt x="121887" y="52980"/>
                  </a:cubicBezTo>
                  <a:cubicBezTo>
                    <a:pt x="124440" y="55837"/>
                    <a:pt x="123741" y="58785"/>
                    <a:pt x="128787" y="58998"/>
                  </a:cubicBezTo>
                  <a:cubicBezTo>
                    <a:pt x="134836" y="59271"/>
                    <a:pt x="143316" y="58147"/>
                    <a:pt x="147723" y="63436"/>
                  </a:cubicBezTo>
                  <a:cubicBezTo>
                    <a:pt x="150125" y="66323"/>
                    <a:pt x="154106" y="71095"/>
                    <a:pt x="158514" y="6924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21"/>
            <p:cNvSpPr/>
            <p:nvPr/>
          </p:nvSpPr>
          <p:spPr>
            <a:xfrm>
              <a:off x="2975000" y="412925"/>
              <a:ext cx="3962850" cy="1789550"/>
            </a:xfrm>
            <a:custGeom>
              <a:rect b="b" l="l" r="r" t="t"/>
              <a:pathLst>
                <a:path extrusionOk="0" fill="none" h="71582" w="158514">
                  <a:moveTo>
                    <a:pt x="0" y="1186"/>
                  </a:moveTo>
                  <a:cubicBezTo>
                    <a:pt x="5745" y="3283"/>
                    <a:pt x="12219" y="4286"/>
                    <a:pt x="18238" y="3678"/>
                  </a:cubicBezTo>
                  <a:cubicBezTo>
                    <a:pt x="23891" y="3131"/>
                    <a:pt x="29454" y="1976"/>
                    <a:pt x="35046" y="1034"/>
                  </a:cubicBezTo>
                  <a:cubicBezTo>
                    <a:pt x="41308" y="0"/>
                    <a:pt x="52980" y="638"/>
                    <a:pt x="54317" y="7082"/>
                  </a:cubicBezTo>
                  <a:cubicBezTo>
                    <a:pt x="55260" y="11672"/>
                    <a:pt x="42159" y="33557"/>
                    <a:pt x="54895" y="29879"/>
                  </a:cubicBezTo>
                  <a:cubicBezTo>
                    <a:pt x="64044" y="27204"/>
                    <a:pt x="73588" y="24864"/>
                    <a:pt x="82950" y="22523"/>
                  </a:cubicBezTo>
                  <a:cubicBezTo>
                    <a:pt x="90488" y="20608"/>
                    <a:pt x="101248" y="21186"/>
                    <a:pt x="106932" y="24256"/>
                  </a:cubicBezTo>
                  <a:cubicBezTo>
                    <a:pt x="113862" y="27964"/>
                    <a:pt x="100762" y="47478"/>
                    <a:pt x="112069" y="48876"/>
                  </a:cubicBezTo>
                  <a:cubicBezTo>
                    <a:pt x="116264" y="49363"/>
                    <a:pt x="119729" y="49879"/>
                    <a:pt x="122343" y="53344"/>
                  </a:cubicBezTo>
                  <a:cubicBezTo>
                    <a:pt x="124562" y="56354"/>
                    <a:pt x="124653" y="59089"/>
                    <a:pt x="129273" y="59272"/>
                  </a:cubicBezTo>
                  <a:cubicBezTo>
                    <a:pt x="135352" y="59545"/>
                    <a:pt x="143620" y="58603"/>
                    <a:pt x="147936" y="63861"/>
                  </a:cubicBezTo>
                  <a:cubicBezTo>
                    <a:pt x="150277" y="66688"/>
                    <a:pt x="154137" y="71582"/>
                    <a:pt x="158514" y="6984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21"/>
            <p:cNvSpPr/>
            <p:nvPr/>
          </p:nvSpPr>
          <p:spPr>
            <a:xfrm>
              <a:off x="2975000" y="386325"/>
              <a:ext cx="3962850" cy="1813875"/>
            </a:xfrm>
            <a:custGeom>
              <a:rect b="b" l="l" r="r" t="t"/>
              <a:pathLst>
                <a:path extrusionOk="0" fill="none" h="72555" w="158514">
                  <a:moveTo>
                    <a:pt x="0" y="2250"/>
                  </a:moveTo>
                  <a:cubicBezTo>
                    <a:pt x="5806" y="4286"/>
                    <a:pt x="12371" y="5259"/>
                    <a:pt x="18390" y="4529"/>
                  </a:cubicBezTo>
                  <a:cubicBezTo>
                    <a:pt x="23982" y="3830"/>
                    <a:pt x="29423" y="2250"/>
                    <a:pt x="35046" y="1307"/>
                  </a:cubicBezTo>
                  <a:cubicBezTo>
                    <a:pt x="42767" y="0"/>
                    <a:pt x="52402" y="2067"/>
                    <a:pt x="55685" y="7174"/>
                  </a:cubicBezTo>
                  <a:cubicBezTo>
                    <a:pt x="57570" y="10183"/>
                    <a:pt x="46658" y="32159"/>
                    <a:pt x="56719" y="29271"/>
                  </a:cubicBezTo>
                  <a:cubicBezTo>
                    <a:pt x="65442" y="26748"/>
                    <a:pt x="75746" y="25077"/>
                    <a:pt x="85139" y="22736"/>
                  </a:cubicBezTo>
                  <a:cubicBezTo>
                    <a:pt x="92494" y="20882"/>
                    <a:pt x="102099" y="21338"/>
                    <a:pt x="108300" y="24317"/>
                  </a:cubicBezTo>
                  <a:cubicBezTo>
                    <a:pt x="116477" y="28207"/>
                    <a:pt x="101765" y="47873"/>
                    <a:pt x="112799" y="49636"/>
                  </a:cubicBezTo>
                  <a:cubicBezTo>
                    <a:pt x="116780" y="50275"/>
                    <a:pt x="120215" y="50852"/>
                    <a:pt x="122768" y="54165"/>
                  </a:cubicBezTo>
                  <a:cubicBezTo>
                    <a:pt x="125048" y="57083"/>
                    <a:pt x="125200" y="59849"/>
                    <a:pt x="129729" y="60032"/>
                  </a:cubicBezTo>
                  <a:cubicBezTo>
                    <a:pt x="135839" y="60336"/>
                    <a:pt x="143893" y="59545"/>
                    <a:pt x="148179" y="64773"/>
                  </a:cubicBezTo>
                  <a:cubicBezTo>
                    <a:pt x="150459" y="67539"/>
                    <a:pt x="154167" y="72555"/>
                    <a:pt x="158514" y="7091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21"/>
            <p:cNvSpPr/>
            <p:nvPr/>
          </p:nvSpPr>
          <p:spPr>
            <a:xfrm>
              <a:off x="2975000" y="367325"/>
              <a:ext cx="3962850" cy="1829825"/>
            </a:xfrm>
            <a:custGeom>
              <a:rect b="b" l="l" r="r" t="t"/>
              <a:pathLst>
                <a:path extrusionOk="0" fill="none" h="73193" w="158514">
                  <a:moveTo>
                    <a:pt x="0" y="3010"/>
                  </a:moveTo>
                  <a:cubicBezTo>
                    <a:pt x="5836" y="5016"/>
                    <a:pt x="12432" y="5897"/>
                    <a:pt x="18481" y="5046"/>
                  </a:cubicBezTo>
                  <a:cubicBezTo>
                    <a:pt x="24104" y="4286"/>
                    <a:pt x="29514" y="2067"/>
                    <a:pt x="35077" y="1216"/>
                  </a:cubicBezTo>
                  <a:cubicBezTo>
                    <a:pt x="43010" y="0"/>
                    <a:pt x="51703" y="2584"/>
                    <a:pt x="56719" y="7447"/>
                  </a:cubicBezTo>
                  <a:cubicBezTo>
                    <a:pt x="60123" y="10791"/>
                    <a:pt x="50335" y="30396"/>
                    <a:pt x="58998" y="28360"/>
                  </a:cubicBezTo>
                  <a:cubicBezTo>
                    <a:pt x="67722" y="26293"/>
                    <a:pt x="78056" y="25016"/>
                    <a:pt x="87357" y="22615"/>
                  </a:cubicBezTo>
                  <a:cubicBezTo>
                    <a:pt x="94531" y="20761"/>
                    <a:pt x="103224" y="21065"/>
                    <a:pt x="109546" y="24104"/>
                  </a:cubicBezTo>
                  <a:cubicBezTo>
                    <a:pt x="118209" y="28268"/>
                    <a:pt x="103376" y="47965"/>
                    <a:pt x="113559" y="50062"/>
                  </a:cubicBezTo>
                  <a:cubicBezTo>
                    <a:pt x="117328" y="50822"/>
                    <a:pt x="120671" y="51551"/>
                    <a:pt x="123194" y="54682"/>
                  </a:cubicBezTo>
                  <a:cubicBezTo>
                    <a:pt x="125474" y="57539"/>
                    <a:pt x="125717" y="60305"/>
                    <a:pt x="130155" y="60518"/>
                  </a:cubicBezTo>
                  <a:cubicBezTo>
                    <a:pt x="136295" y="60852"/>
                    <a:pt x="144137" y="60214"/>
                    <a:pt x="148392" y="65381"/>
                  </a:cubicBezTo>
                  <a:cubicBezTo>
                    <a:pt x="150611" y="68056"/>
                    <a:pt x="154228" y="73193"/>
                    <a:pt x="158514" y="7167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21"/>
            <p:cNvSpPr/>
            <p:nvPr/>
          </p:nvSpPr>
          <p:spPr>
            <a:xfrm>
              <a:off x="2975000" y="347575"/>
              <a:ext cx="3962850" cy="1845775"/>
            </a:xfrm>
            <a:custGeom>
              <a:rect b="b" l="l" r="r" t="t"/>
              <a:pathLst>
                <a:path extrusionOk="0" fill="none" h="73831" w="158514">
                  <a:moveTo>
                    <a:pt x="0" y="3800"/>
                  </a:moveTo>
                  <a:cubicBezTo>
                    <a:pt x="5867" y="5775"/>
                    <a:pt x="12554" y="6566"/>
                    <a:pt x="18602" y="5623"/>
                  </a:cubicBezTo>
                  <a:cubicBezTo>
                    <a:pt x="24256" y="4711"/>
                    <a:pt x="29575" y="1915"/>
                    <a:pt x="35229" y="1125"/>
                  </a:cubicBezTo>
                  <a:cubicBezTo>
                    <a:pt x="43284" y="0"/>
                    <a:pt x="51217" y="3404"/>
                    <a:pt x="57448" y="7903"/>
                  </a:cubicBezTo>
                  <a:cubicBezTo>
                    <a:pt x="62129" y="11247"/>
                    <a:pt x="59454" y="16353"/>
                    <a:pt x="58421" y="20852"/>
                  </a:cubicBezTo>
                  <a:cubicBezTo>
                    <a:pt x="57782" y="23587"/>
                    <a:pt x="56506" y="28420"/>
                    <a:pt x="61582" y="27599"/>
                  </a:cubicBezTo>
                  <a:cubicBezTo>
                    <a:pt x="70305" y="26171"/>
                    <a:pt x="80366" y="24925"/>
                    <a:pt x="89516" y="22493"/>
                  </a:cubicBezTo>
                  <a:cubicBezTo>
                    <a:pt x="96628" y="20639"/>
                    <a:pt x="104501" y="20700"/>
                    <a:pt x="110732" y="23952"/>
                  </a:cubicBezTo>
                  <a:cubicBezTo>
                    <a:pt x="119698" y="28663"/>
                    <a:pt x="104501" y="47600"/>
                    <a:pt x="114379" y="50487"/>
                  </a:cubicBezTo>
                  <a:cubicBezTo>
                    <a:pt x="117996" y="51551"/>
                    <a:pt x="121157" y="52250"/>
                    <a:pt x="123619" y="55229"/>
                  </a:cubicBezTo>
                  <a:cubicBezTo>
                    <a:pt x="125899" y="57995"/>
                    <a:pt x="126203" y="60791"/>
                    <a:pt x="130550" y="61065"/>
                  </a:cubicBezTo>
                  <a:cubicBezTo>
                    <a:pt x="136659" y="61399"/>
                    <a:pt x="144380" y="60913"/>
                    <a:pt x="148605" y="65989"/>
                  </a:cubicBezTo>
                  <a:cubicBezTo>
                    <a:pt x="150793" y="68603"/>
                    <a:pt x="154258" y="73831"/>
                    <a:pt x="158514" y="7246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21"/>
            <p:cNvSpPr/>
            <p:nvPr/>
          </p:nvSpPr>
          <p:spPr>
            <a:xfrm>
              <a:off x="2975000" y="324000"/>
              <a:ext cx="3962850" cy="1867075"/>
            </a:xfrm>
            <a:custGeom>
              <a:rect b="b" l="l" r="r" t="t"/>
              <a:pathLst>
                <a:path extrusionOk="0" fill="none" h="74683" w="158514">
                  <a:moveTo>
                    <a:pt x="0" y="4743"/>
                  </a:moveTo>
                  <a:cubicBezTo>
                    <a:pt x="5897" y="6688"/>
                    <a:pt x="12645" y="7387"/>
                    <a:pt x="18724" y="6323"/>
                  </a:cubicBezTo>
                  <a:cubicBezTo>
                    <a:pt x="24469" y="5290"/>
                    <a:pt x="29758" y="1977"/>
                    <a:pt x="35502" y="1156"/>
                  </a:cubicBezTo>
                  <a:cubicBezTo>
                    <a:pt x="43466" y="1"/>
                    <a:pt x="51460" y="4682"/>
                    <a:pt x="57934" y="8572"/>
                  </a:cubicBezTo>
                  <a:cubicBezTo>
                    <a:pt x="62858" y="11521"/>
                    <a:pt x="62099" y="15411"/>
                    <a:pt x="61339" y="20153"/>
                  </a:cubicBezTo>
                  <a:cubicBezTo>
                    <a:pt x="60883" y="22919"/>
                    <a:pt x="59576" y="27448"/>
                    <a:pt x="64378" y="27144"/>
                  </a:cubicBezTo>
                  <a:cubicBezTo>
                    <a:pt x="73223" y="26597"/>
                    <a:pt x="82737" y="24834"/>
                    <a:pt x="91643" y="22494"/>
                  </a:cubicBezTo>
                  <a:cubicBezTo>
                    <a:pt x="98817" y="20609"/>
                    <a:pt x="105747" y="20366"/>
                    <a:pt x="111856" y="23983"/>
                  </a:cubicBezTo>
                  <a:cubicBezTo>
                    <a:pt x="120519" y="29120"/>
                    <a:pt x="105990" y="47296"/>
                    <a:pt x="115230" y="51035"/>
                  </a:cubicBezTo>
                  <a:cubicBezTo>
                    <a:pt x="118543" y="52372"/>
                    <a:pt x="121705" y="53072"/>
                    <a:pt x="124045" y="55898"/>
                  </a:cubicBezTo>
                  <a:cubicBezTo>
                    <a:pt x="126325" y="58634"/>
                    <a:pt x="126659" y="61461"/>
                    <a:pt x="130914" y="61765"/>
                  </a:cubicBezTo>
                  <a:cubicBezTo>
                    <a:pt x="136994" y="62160"/>
                    <a:pt x="144593" y="61825"/>
                    <a:pt x="148818" y="66810"/>
                  </a:cubicBezTo>
                  <a:cubicBezTo>
                    <a:pt x="150945" y="69364"/>
                    <a:pt x="154289" y="74683"/>
                    <a:pt x="158514" y="73406"/>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21"/>
            <p:cNvSpPr/>
            <p:nvPr/>
          </p:nvSpPr>
          <p:spPr>
            <a:xfrm>
              <a:off x="2975000" y="297425"/>
              <a:ext cx="3962850" cy="1890625"/>
            </a:xfrm>
            <a:custGeom>
              <a:rect b="b" l="l" r="r" t="t"/>
              <a:pathLst>
                <a:path extrusionOk="0" fill="none" h="75625" w="158514">
                  <a:moveTo>
                    <a:pt x="0" y="5806"/>
                  </a:moveTo>
                  <a:cubicBezTo>
                    <a:pt x="5927" y="7690"/>
                    <a:pt x="12918" y="8450"/>
                    <a:pt x="18815" y="7173"/>
                  </a:cubicBezTo>
                  <a:cubicBezTo>
                    <a:pt x="24530" y="5927"/>
                    <a:pt x="30122" y="2128"/>
                    <a:pt x="35928" y="1216"/>
                  </a:cubicBezTo>
                  <a:cubicBezTo>
                    <a:pt x="43648" y="0"/>
                    <a:pt x="52494" y="5593"/>
                    <a:pt x="58178" y="9392"/>
                  </a:cubicBezTo>
                  <a:cubicBezTo>
                    <a:pt x="62585" y="12310"/>
                    <a:pt x="64226" y="14347"/>
                    <a:pt x="64074" y="19940"/>
                  </a:cubicBezTo>
                  <a:cubicBezTo>
                    <a:pt x="64014" y="22797"/>
                    <a:pt x="62828" y="26839"/>
                    <a:pt x="67296" y="27022"/>
                  </a:cubicBezTo>
                  <a:cubicBezTo>
                    <a:pt x="76081" y="27417"/>
                    <a:pt x="85199" y="24560"/>
                    <a:pt x="93589" y="22584"/>
                  </a:cubicBezTo>
                  <a:cubicBezTo>
                    <a:pt x="100975" y="20851"/>
                    <a:pt x="106598" y="19879"/>
                    <a:pt x="112920" y="24165"/>
                  </a:cubicBezTo>
                  <a:cubicBezTo>
                    <a:pt x="121188" y="29788"/>
                    <a:pt x="107753" y="47113"/>
                    <a:pt x="116142" y="51673"/>
                  </a:cubicBezTo>
                  <a:cubicBezTo>
                    <a:pt x="119030" y="53223"/>
                    <a:pt x="122221" y="54013"/>
                    <a:pt x="124501" y="56718"/>
                  </a:cubicBezTo>
                  <a:cubicBezTo>
                    <a:pt x="126781" y="59423"/>
                    <a:pt x="127115" y="62281"/>
                    <a:pt x="131279" y="62615"/>
                  </a:cubicBezTo>
                  <a:cubicBezTo>
                    <a:pt x="137358" y="63101"/>
                    <a:pt x="144836" y="62828"/>
                    <a:pt x="149030" y="67752"/>
                  </a:cubicBezTo>
                  <a:cubicBezTo>
                    <a:pt x="151158" y="70244"/>
                    <a:pt x="154350" y="75624"/>
                    <a:pt x="158514" y="7446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21"/>
            <p:cNvSpPr/>
            <p:nvPr/>
          </p:nvSpPr>
          <p:spPr>
            <a:xfrm>
              <a:off x="2975000" y="270050"/>
              <a:ext cx="3962100" cy="1914200"/>
            </a:xfrm>
            <a:custGeom>
              <a:rect b="b" l="l" r="r" t="t"/>
              <a:pathLst>
                <a:path extrusionOk="0" fill="none" h="76568" w="158484">
                  <a:moveTo>
                    <a:pt x="0" y="6901"/>
                  </a:moveTo>
                  <a:cubicBezTo>
                    <a:pt x="5988" y="8785"/>
                    <a:pt x="13040" y="9484"/>
                    <a:pt x="18937" y="8025"/>
                  </a:cubicBezTo>
                  <a:cubicBezTo>
                    <a:pt x="24803" y="6627"/>
                    <a:pt x="30396" y="2402"/>
                    <a:pt x="36414" y="1338"/>
                  </a:cubicBezTo>
                  <a:cubicBezTo>
                    <a:pt x="44013" y="1"/>
                    <a:pt x="52463" y="6688"/>
                    <a:pt x="58208" y="10244"/>
                  </a:cubicBezTo>
                  <a:cubicBezTo>
                    <a:pt x="62676" y="13010"/>
                    <a:pt x="65138" y="14925"/>
                    <a:pt x="66476" y="20092"/>
                  </a:cubicBezTo>
                  <a:cubicBezTo>
                    <a:pt x="67235" y="22980"/>
                    <a:pt x="65868" y="26536"/>
                    <a:pt x="70214" y="27144"/>
                  </a:cubicBezTo>
                  <a:cubicBezTo>
                    <a:pt x="78695" y="28329"/>
                    <a:pt x="87753" y="24104"/>
                    <a:pt x="95351" y="22646"/>
                  </a:cubicBezTo>
                  <a:cubicBezTo>
                    <a:pt x="102950" y="21187"/>
                    <a:pt x="107327" y="19150"/>
                    <a:pt x="113893" y="24408"/>
                  </a:cubicBezTo>
                  <a:cubicBezTo>
                    <a:pt x="121309" y="30366"/>
                    <a:pt x="109668" y="47023"/>
                    <a:pt x="117084" y="52251"/>
                  </a:cubicBezTo>
                  <a:cubicBezTo>
                    <a:pt x="119577" y="54014"/>
                    <a:pt x="122586" y="54956"/>
                    <a:pt x="125018" y="57418"/>
                  </a:cubicBezTo>
                  <a:cubicBezTo>
                    <a:pt x="127419" y="59880"/>
                    <a:pt x="127145" y="63011"/>
                    <a:pt x="131614" y="63436"/>
                  </a:cubicBezTo>
                  <a:cubicBezTo>
                    <a:pt x="137602" y="64014"/>
                    <a:pt x="144988" y="63832"/>
                    <a:pt x="149213" y="68695"/>
                  </a:cubicBezTo>
                  <a:cubicBezTo>
                    <a:pt x="151310" y="71126"/>
                    <a:pt x="154410" y="76567"/>
                    <a:pt x="158483" y="755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21"/>
            <p:cNvSpPr/>
            <p:nvPr/>
          </p:nvSpPr>
          <p:spPr>
            <a:xfrm>
              <a:off x="2975000" y="244975"/>
              <a:ext cx="3962100" cy="1937000"/>
            </a:xfrm>
            <a:custGeom>
              <a:rect b="b" l="l" r="r" t="t"/>
              <a:pathLst>
                <a:path extrusionOk="0" fill="none" h="77480" w="158484">
                  <a:moveTo>
                    <a:pt x="0" y="7904"/>
                  </a:moveTo>
                  <a:cubicBezTo>
                    <a:pt x="6019" y="9758"/>
                    <a:pt x="13162" y="10366"/>
                    <a:pt x="19058" y="8815"/>
                  </a:cubicBezTo>
                  <a:cubicBezTo>
                    <a:pt x="25077" y="7204"/>
                    <a:pt x="30730" y="2554"/>
                    <a:pt x="36992" y="1429"/>
                  </a:cubicBezTo>
                  <a:cubicBezTo>
                    <a:pt x="44773" y="1"/>
                    <a:pt x="52038" y="7296"/>
                    <a:pt x="58086" y="10974"/>
                  </a:cubicBezTo>
                  <a:cubicBezTo>
                    <a:pt x="62463" y="13618"/>
                    <a:pt x="66111" y="15806"/>
                    <a:pt x="68482" y="20457"/>
                  </a:cubicBezTo>
                  <a:cubicBezTo>
                    <a:pt x="69910" y="23253"/>
                    <a:pt x="69090" y="26475"/>
                    <a:pt x="73041" y="27387"/>
                  </a:cubicBezTo>
                  <a:cubicBezTo>
                    <a:pt x="81005" y="29180"/>
                    <a:pt x="90002" y="23679"/>
                    <a:pt x="96841" y="22615"/>
                  </a:cubicBezTo>
                  <a:cubicBezTo>
                    <a:pt x="104622" y="21399"/>
                    <a:pt x="107692" y="18360"/>
                    <a:pt x="114714" y="24621"/>
                  </a:cubicBezTo>
                  <a:cubicBezTo>
                    <a:pt x="121917" y="31065"/>
                    <a:pt x="111552" y="46780"/>
                    <a:pt x="118087" y="52767"/>
                  </a:cubicBezTo>
                  <a:cubicBezTo>
                    <a:pt x="120124" y="54682"/>
                    <a:pt x="123224" y="55807"/>
                    <a:pt x="125443" y="58178"/>
                  </a:cubicBezTo>
                  <a:cubicBezTo>
                    <a:pt x="127784" y="60640"/>
                    <a:pt x="127632" y="63771"/>
                    <a:pt x="131918" y="64257"/>
                  </a:cubicBezTo>
                  <a:cubicBezTo>
                    <a:pt x="137905" y="64956"/>
                    <a:pt x="145170" y="64804"/>
                    <a:pt x="149425" y="69576"/>
                  </a:cubicBezTo>
                  <a:cubicBezTo>
                    <a:pt x="151523" y="71947"/>
                    <a:pt x="154471" y="77479"/>
                    <a:pt x="158483" y="765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21"/>
            <p:cNvSpPr/>
            <p:nvPr/>
          </p:nvSpPr>
          <p:spPr>
            <a:xfrm>
              <a:off x="2975000" y="222950"/>
              <a:ext cx="3962100" cy="1955225"/>
            </a:xfrm>
            <a:custGeom>
              <a:rect b="b" l="l" r="r" t="t"/>
              <a:pathLst>
                <a:path extrusionOk="0" fill="none" h="78209" w="158484">
                  <a:moveTo>
                    <a:pt x="0" y="8785"/>
                  </a:moveTo>
                  <a:cubicBezTo>
                    <a:pt x="6079" y="10608"/>
                    <a:pt x="13313" y="11155"/>
                    <a:pt x="19180" y="9453"/>
                  </a:cubicBezTo>
                  <a:cubicBezTo>
                    <a:pt x="25289" y="7690"/>
                    <a:pt x="31125" y="2584"/>
                    <a:pt x="37569" y="1459"/>
                  </a:cubicBezTo>
                  <a:cubicBezTo>
                    <a:pt x="45776" y="0"/>
                    <a:pt x="51642" y="7630"/>
                    <a:pt x="57874" y="11520"/>
                  </a:cubicBezTo>
                  <a:cubicBezTo>
                    <a:pt x="62099" y="14134"/>
                    <a:pt x="67175" y="16596"/>
                    <a:pt x="70123" y="20882"/>
                  </a:cubicBezTo>
                  <a:cubicBezTo>
                    <a:pt x="71886" y="23466"/>
                    <a:pt x="72190" y="26688"/>
                    <a:pt x="75625" y="27569"/>
                  </a:cubicBezTo>
                  <a:cubicBezTo>
                    <a:pt x="83193" y="29484"/>
                    <a:pt x="91339" y="23374"/>
                    <a:pt x="97996" y="22371"/>
                  </a:cubicBezTo>
                  <a:cubicBezTo>
                    <a:pt x="106051" y="21186"/>
                    <a:pt x="108391" y="17630"/>
                    <a:pt x="115473" y="24773"/>
                  </a:cubicBezTo>
                  <a:cubicBezTo>
                    <a:pt x="122039" y="31369"/>
                    <a:pt x="113528" y="46475"/>
                    <a:pt x="119060" y="53101"/>
                  </a:cubicBezTo>
                  <a:cubicBezTo>
                    <a:pt x="120732" y="55107"/>
                    <a:pt x="123802" y="56475"/>
                    <a:pt x="125869" y="58785"/>
                  </a:cubicBezTo>
                  <a:cubicBezTo>
                    <a:pt x="128088" y="61247"/>
                    <a:pt x="128057" y="64348"/>
                    <a:pt x="132191" y="64925"/>
                  </a:cubicBezTo>
                  <a:cubicBezTo>
                    <a:pt x="138179" y="65746"/>
                    <a:pt x="145352" y="65594"/>
                    <a:pt x="149608" y="70305"/>
                  </a:cubicBezTo>
                  <a:cubicBezTo>
                    <a:pt x="151705" y="72615"/>
                    <a:pt x="154502" y="78208"/>
                    <a:pt x="158483" y="7744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21"/>
            <p:cNvSpPr/>
            <p:nvPr/>
          </p:nvSpPr>
          <p:spPr>
            <a:xfrm>
              <a:off x="2975000" y="197875"/>
              <a:ext cx="3962850" cy="1976500"/>
            </a:xfrm>
            <a:custGeom>
              <a:rect b="b" l="l" r="r" t="t"/>
              <a:pathLst>
                <a:path extrusionOk="0" fill="none" h="79060" w="158514">
                  <a:moveTo>
                    <a:pt x="0" y="9788"/>
                  </a:moveTo>
                  <a:cubicBezTo>
                    <a:pt x="6110" y="11551"/>
                    <a:pt x="13222" y="11824"/>
                    <a:pt x="19301" y="10244"/>
                  </a:cubicBezTo>
                  <a:cubicBezTo>
                    <a:pt x="26080" y="8450"/>
                    <a:pt x="31369" y="3040"/>
                    <a:pt x="38208" y="1642"/>
                  </a:cubicBezTo>
                  <a:cubicBezTo>
                    <a:pt x="46384" y="0"/>
                    <a:pt x="51855" y="8207"/>
                    <a:pt x="57600" y="12098"/>
                  </a:cubicBezTo>
                  <a:cubicBezTo>
                    <a:pt x="61886" y="14985"/>
                    <a:pt x="67296" y="17478"/>
                    <a:pt x="71065" y="21368"/>
                  </a:cubicBezTo>
                  <a:cubicBezTo>
                    <a:pt x="73315" y="23678"/>
                    <a:pt x="74743" y="27113"/>
                    <a:pt x="77904" y="27903"/>
                  </a:cubicBezTo>
                  <a:cubicBezTo>
                    <a:pt x="84865" y="29575"/>
                    <a:pt x="91978" y="23648"/>
                    <a:pt x="98847" y="22280"/>
                  </a:cubicBezTo>
                  <a:cubicBezTo>
                    <a:pt x="107419" y="20517"/>
                    <a:pt x="109850" y="17903"/>
                    <a:pt x="116233" y="25077"/>
                  </a:cubicBezTo>
                  <a:cubicBezTo>
                    <a:pt x="122069" y="31642"/>
                    <a:pt x="115656" y="46536"/>
                    <a:pt x="120154" y="53557"/>
                  </a:cubicBezTo>
                  <a:cubicBezTo>
                    <a:pt x="121492" y="55624"/>
                    <a:pt x="124471" y="57235"/>
                    <a:pt x="126325" y="59484"/>
                  </a:cubicBezTo>
                  <a:cubicBezTo>
                    <a:pt x="128422" y="61977"/>
                    <a:pt x="128544" y="65047"/>
                    <a:pt x="132495" y="65685"/>
                  </a:cubicBezTo>
                  <a:cubicBezTo>
                    <a:pt x="138392" y="66658"/>
                    <a:pt x="145565" y="66506"/>
                    <a:pt x="149851" y="71187"/>
                  </a:cubicBezTo>
                  <a:cubicBezTo>
                    <a:pt x="151918" y="73466"/>
                    <a:pt x="154593" y="79059"/>
                    <a:pt x="158514" y="7845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21"/>
            <p:cNvSpPr/>
            <p:nvPr/>
          </p:nvSpPr>
          <p:spPr>
            <a:xfrm>
              <a:off x="2975000" y="180400"/>
              <a:ext cx="3962850" cy="1990925"/>
            </a:xfrm>
            <a:custGeom>
              <a:rect b="b" l="l" r="r" t="t"/>
              <a:pathLst>
                <a:path extrusionOk="0" fill="none" h="79637" w="158514">
                  <a:moveTo>
                    <a:pt x="0" y="10487"/>
                  </a:moveTo>
                  <a:cubicBezTo>
                    <a:pt x="6171" y="12219"/>
                    <a:pt x="13374" y="12371"/>
                    <a:pt x="19453" y="10699"/>
                  </a:cubicBezTo>
                  <a:cubicBezTo>
                    <a:pt x="26384" y="8754"/>
                    <a:pt x="31764" y="2979"/>
                    <a:pt x="38876" y="1611"/>
                  </a:cubicBezTo>
                  <a:cubicBezTo>
                    <a:pt x="47265" y="0"/>
                    <a:pt x="51946" y="8025"/>
                    <a:pt x="57418" y="12280"/>
                  </a:cubicBezTo>
                  <a:cubicBezTo>
                    <a:pt x="61582" y="15532"/>
                    <a:pt x="67083" y="17994"/>
                    <a:pt x="71460" y="21490"/>
                  </a:cubicBezTo>
                  <a:cubicBezTo>
                    <a:pt x="74166" y="23678"/>
                    <a:pt x="76597" y="27143"/>
                    <a:pt x="79789" y="27812"/>
                  </a:cubicBezTo>
                  <a:cubicBezTo>
                    <a:pt x="86172" y="29149"/>
                    <a:pt x="92950" y="23374"/>
                    <a:pt x="99364" y="21733"/>
                  </a:cubicBezTo>
                  <a:cubicBezTo>
                    <a:pt x="107723" y="19605"/>
                    <a:pt x="111218" y="17934"/>
                    <a:pt x="117024" y="25137"/>
                  </a:cubicBezTo>
                  <a:cubicBezTo>
                    <a:pt x="122100" y="31460"/>
                    <a:pt x="117784" y="46475"/>
                    <a:pt x="121249" y="53679"/>
                  </a:cubicBezTo>
                  <a:cubicBezTo>
                    <a:pt x="122708" y="56718"/>
                    <a:pt x="129060" y="65472"/>
                    <a:pt x="132769" y="66171"/>
                  </a:cubicBezTo>
                  <a:cubicBezTo>
                    <a:pt x="138605" y="67296"/>
                    <a:pt x="145748" y="67114"/>
                    <a:pt x="150033" y="71764"/>
                  </a:cubicBezTo>
                  <a:cubicBezTo>
                    <a:pt x="152100" y="73983"/>
                    <a:pt x="154684" y="79637"/>
                    <a:pt x="158514" y="7915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21"/>
            <p:cNvSpPr/>
            <p:nvPr/>
          </p:nvSpPr>
          <p:spPr>
            <a:xfrm>
              <a:off x="2975000" y="165200"/>
              <a:ext cx="3962850" cy="2002325"/>
            </a:xfrm>
            <a:custGeom>
              <a:rect b="b" l="l" r="r" t="t"/>
              <a:pathLst>
                <a:path extrusionOk="0" fill="none" h="80093" w="158514">
                  <a:moveTo>
                    <a:pt x="0" y="11095"/>
                  </a:moveTo>
                  <a:cubicBezTo>
                    <a:pt x="6201" y="12797"/>
                    <a:pt x="13496" y="12858"/>
                    <a:pt x="19575" y="11064"/>
                  </a:cubicBezTo>
                  <a:cubicBezTo>
                    <a:pt x="26688" y="8967"/>
                    <a:pt x="32128" y="2857"/>
                    <a:pt x="39545" y="1520"/>
                  </a:cubicBezTo>
                  <a:cubicBezTo>
                    <a:pt x="47965" y="0"/>
                    <a:pt x="52402" y="7599"/>
                    <a:pt x="57326" y="12280"/>
                  </a:cubicBezTo>
                  <a:cubicBezTo>
                    <a:pt x="61096" y="15867"/>
                    <a:pt x="66840" y="18329"/>
                    <a:pt x="71491" y="21490"/>
                  </a:cubicBezTo>
                  <a:cubicBezTo>
                    <a:pt x="74470" y="23496"/>
                    <a:pt x="77600" y="26870"/>
                    <a:pt x="81157" y="27387"/>
                  </a:cubicBezTo>
                  <a:cubicBezTo>
                    <a:pt x="87449" y="28268"/>
                    <a:pt x="93832" y="22827"/>
                    <a:pt x="99607" y="21034"/>
                  </a:cubicBezTo>
                  <a:cubicBezTo>
                    <a:pt x="107814" y="18450"/>
                    <a:pt x="112677" y="17812"/>
                    <a:pt x="117875" y="25137"/>
                  </a:cubicBezTo>
                  <a:cubicBezTo>
                    <a:pt x="120306" y="28602"/>
                    <a:pt x="119364" y="34773"/>
                    <a:pt x="119759" y="39423"/>
                  </a:cubicBezTo>
                  <a:cubicBezTo>
                    <a:pt x="120185" y="44256"/>
                    <a:pt x="120914" y="49697"/>
                    <a:pt x="122343" y="53679"/>
                  </a:cubicBezTo>
                  <a:cubicBezTo>
                    <a:pt x="123498" y="56810"/>
                    <a:pt x="129425" y="65746"/>
                    <a:pt x="133042" y="66536"/>
                  </a:cubicBezTo>
                  <a:cubicBezTo>
                    <a:pt x="138817" y="67782"/>
                    <a:pt x="145930" y="67600"/>
                    <a:pt x="150246" y="72220"/>
                  </a:cubicBezTo>
                  <a:cubicBezTo>
                    <a:pt x="152313" y="74409"/>
                    <a:pt x="154745" y="80093"/>
                    <a:pt x="158514" y="7975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21"/>
            <p:cNvSpPr/>
            <p:nvPr/>
          </p:nvSpPr>
          <p:spPr>
            <a:xfrm>
              <a:off x="2975000" y="150750"/>
              <a:ext cx="3962850" cy="2014500"/>
            </a:xfrm>
            <a:custGeom>
              <a:rect b="b" l="l" r="r" t="t"/>
              <a:pathLst>
                <a:path extrusionOk="0" fill="none" h="80580" w="158514">
                  <a:moveTo>
                    <a:pt x="0" y="11673"/>
                  </a:moveTo>
                  <a:cubicBezTo>
                    <a:pt x="6262" y="13344"/>
                    <a:pt x="13830" y="13588"/>
                    <a:pt x="19727" y="11429"/>
                  </a:cubicBezTo>
                  <a:cubicBezTo>
                    <a:pt x="26566" y="8907"/>
                    <a:pt x="32767" y="2676"/>
                    <a:pt x="40244" y="1399"/>
                  </a:cubicBezTo>
                  <a:cubicBezTo>
                    <a:pt x="48573" y="1"/>
                    <a:pt x="53162" y="6900"/>
                    <a:pt x="57478" y="12159"/>
                  </a:cubicBezTo>
                  <a:cubicBezTo>
                    <a:pt x="61825" y="17417"/>
                    <a:pt x="74318" y="25807"/>
                    <a:pt x="81917" y="26749"/>
                  </a:cubicBezTo>
                  <a:cubicBezTo>
                    <a:pt x="87692" y="27448"/>
                    <a:pt x="94379" y="22159"/>
                    <a:pt x="99637" y="20244"/>
                  </a:cubicBezTo>
                  <a:cubicBezTo>
                    <a:pt x="108178" y="17144"/>
                    <a:pt x="114045" y="17873"/>
                    <a:pt x="118787" y="25199"/>
                  </a:cubicBezTo>
                  <a:cubicBezTo>
                    <a:pt x="121066" y="28694"/>
                    <a:pt x="119607" y="34895"/>
                    <a:pt x="120215" y="39515"/>
                  </a:cubicBezTo>
                  <a:cubicBezTo>
                    <a:pt x="120853" y="44348"/>
                    <a:pt x="122373" y="49394"/>
                    <a:pt x="123498" y="53649"/>
                  </a:cubicBezTo>
                  <a:cubicBezTo>
                    <a:pt x="124349" y="56962"/>
                    <a:pt x="129729" y="65989"/>
                    <a:pt x="133316" y="66871"/>
                  </a:cubicBezTo>
                  <a:cubicBezTo>
                    <a:pt x="139000" y="68300"/>
                    <a:pt x="146112" y="68087"/>
                    <a:pt x="150459" y="72677"/>
                  </a:cubicBezTo>
                  <a:cubicBezTo>
                    <a:pt x="152495" y="74835"/>
                    <a:pt x="154836" y="80579"/>
                    <a:pt x="158514" y="803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21"/>
            <p:cNvSpPr/>
            <p:nvPr/>
          </p:nvSpPr>
          <p:spPr>
            <a:xfrm>
              <a:off x="2975000" y="138600"/>
              <a:ext cx="3962100" cy="2022075"/>
            </a:xfrm>
            <a:custGeom>
              <a:rect b="b" l="l" r="r" t="t"/>
              <a:pathLst>
                <a:path extrusionOk="0" fill="none" h="80883" w="158484">
                  <a:moveTo>
                    <a:pt x="0" y="12159"/>
                  </a:moveTo>
                  <a:cubicBezTo>
                    <a:pt x="6322" y="13800"/>
                    <a:pt x="13952" y="13952"/>
                    <a:pt x="19849" y="11672"/>
                  </a:cubicBezTo>
                  <a:cubicBezTo>
                    <a:pt x="26900" y="8937"/>
                    <a:pt x="33162" y="2462"/>
                    <a:pt x="40974" y="1247"/>
                  </a:cubicBezTo>
                  <a:cubicBezTo>
                    <a:pt x="48876" y="0"/>
                    <a:pt x="54530" y="5806"/>
                    <a:pt x="58026" y="11855"/>
                  </a:cubicBezTo>
                  <a:cubicBezTo>
                    <a:pt x="61521" y="17873"/>
                    <a:pt x="74500" y="25138"/>
                    <a:pt x="82069" y="25928"/>
                  </a:cubicBezTo>
                  <a:cubicBezTo>
                    <a:pt x="87449" y="26505"/>
                    <a:pt x="94774" y="21186"/>
                    <a:pt x="99637" y="19362"/>
                  </a:cubicBezTo>
                  <a:cubicBezTo>
                    <a:pt x="108178" y="16080"/>
                    <a:pt x="115321" y="17782"/>
                    <a:pt x="119759" y="25107"/>
                  </a:cubicBezTo>
                  <a:cubicBezTo>
                    <a:pt x="121948" y="28724"/>
                    <a:pt x="119790" y="34803"/>
                    <a:pt x="120580" y="39545"/>
                  </a:cubicBezTo>
                  <a:cubicBezTo>
                    <a:pt x="121370" y="44348"/>
                    <a:pt x="123771" y="48937"/>
                    <a:pt x="124623" y="53497"/>
                  </a:cubicBezTo>
                  <a:cubicBezTo>
                    <a:pt x="125291" y="56992"/>
                    <a:pt x="130003" y="66050"/>
                    <a:pt x="133559" y="67053"/>
                  </a:cubicBezTo>
                  <a:cubicBezTo>
                    <a:pt x="139152" y="68603"/>
                    <a:pt x="146355" y="68451"/>
                    <a:pt x="150672" y="72980"/>
                  </a:cubicBezTo>
                  <a:cubicBezTo>
                    <a:pt x="152708" y="75108"/>
                    <a:pt x="154897" y="80883"/>
                    <a:pt x="158483" y="80822"/>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21"/>
            <p:cNvSpPr/>
            <p:nvPr/>
          </p:nvSpPr>
          <p:spPr>
            <a:xfrm>
              <a:off x="2975000" y="124150"/>
              <a:ext cx="3962100" cy="2034250"/>
            </a:xfrm>
            <a:custGeom>
              <a:rect b="b" l="l" r="r" t="t"/>
              <a:pathLst>
                <a:path extrusionOk="0" fill="none" h="81370" w="158484">
                  <a:moveTo>
                    <a:pt x="0" y="12737"/>
                  </a:moveTo>
                  <a:cubicBezTo>
                    <a:pt x="6383" y="14348"/>
                    <a:pt x="13861" y="14226"/>
                    <a:pt x="20001" y="12007"/>
                  </a:cubicBezTo>
                  <a:cubicBezTo>
                    <a:pt x="27721" y="9241"/>
                    <a:pt x="33283" y="2432"/>
                    <a:pt x="41673" y="1186"/>
                  </a:cubicBezTo>
                  <a:cubicBezTo>
                    <a:pt x="49515" y="1"/>
                    <a:pt x="55807" y="4530"/>
                    <a:pt x="58877" y="11551"/>
                  </a:cubicBezTo>
                  <a:cubicBezTo>
                    <a:pt x="61886" y="18481"/>
                    <a:pt x="74378" y="24560"/>
                    <a:pt x="81704" y="25199"/>
                  </a:cubicBezTo>
                  <a:cubicBezTo>
                    <a:pt x="87114" y="25624"/>
                    <a:pt x="94774" y="20244"/>
                    <a:pt x="99607" y="18573"/>
                  </a:cubicBezTo>
                  <a:cubicBezTo>
                    <a:pt x="108118" y="15655"/>
                    <a:pt x="116628" y="17721"/>
                    <a:pt x="120853" y="25199"/>
                  </a:cubicBezTo>
                  <a:cubicBezTo>
                    <a:pt x="123012" y="29029"/>
                    <a:pt x="119972" y="34895"/>
                    <a:pt x="120853" y="39758"/>
                  </a:cubicBezTo>
                  <a:cubicBezTo>
                    <a:pt x="121735" y="44561"/>
                    <a:pt x="125139" y="48512"/>
                    <a:pt x="125778" y="53406"/>
                  </a:cubicBezTo>
                  <a:cubicBezTo>
                    <a:pt x="126294" y="57205"/>
                    <a:pt x="130276" y="66172"/>
                    <a:pt x="133863" y="67297"/>
                  </a:cubicBezTo>
                  <a:cubicBezTo>
                    <a:pt x="139334" y="68999"/>
                    <a:pt x="146568" y="68908"/>
                    <a:pt x="150884" y="73406"/>
                  </a:cubicBezTo>
                  <a:cubicBezTo>
                    <a:pt x="153438" y="76051"/>
                    <a:pt x="154684" y="80428"/>
                    <a:pt x="158483" y="8137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21"/>
            <p:cNvSpPr/>
            <p:nvPr/>
          </p:nvSpPr>
          <p:spPr>
            <a:xfrm>
              <a:off x="2975000" y="108200"/>
              <a:ext cx="3962850" cy="2050975"/>
            </a:xfrm>
            <a:custGeom>
              <a:rect b="b" l="l" r="r" t="t"/>
              <a:pathLst>
                <a:path extrusionOk="0" fill="none" h="82039" w="158514">
                  <a:moveTo>
                    <a:pt x="0" y="13375"/>
                  </a:moveTo>
                  <a:cubicBezTo>
                    <a:pt x="6474" y="14986"/>
                    <a:pt x="14013" y="14712"/>
                    <a:pt x="20183" y="12432"/>
                  </a:cubicBezTo>
                  <a:cubicBezTo>
                    <a:pt x="28116" y="9454"/>
                    <a:pt x="33709" y="2493"/>
                    <a:pt x="42402" y="1156"/>
                  </a:cubicBezTo>
                  <a:cubicBezTo>
                    <a:pt x="50092" y="1"/>
                    <a:pt x="57418" y="4043"/>
                    <a:pt x="59819" y="11217"/>
                  </a:cubicBezTo>
                  <a:cubicBezTo>
                    <a:pt x="62190" y="18390"/>
                    <a:pt x="73862" y="24104"/>
                    <a:pt x="81035" y="24439"/>
                  </a:cubicBezTo>
                  <a:cubicBezTo>
                    <a:pt x="86780" y="24743"/>
                    <a:pt x="94318" y="19454"/>
                    <a:pt x="99607" y="17934"/>
                  </a:cubicBezTo>
                  <a:cubicBezTo>
                    <a:pt x="108452" y="15381"/>
                    <a:pt x="117844" y="17873"/>
                    <a:pt x="122009" y="25350"/>
                  </a:cubicBezTo>
                  <a:cubicBezTo>
                    <a:pt x="124227" y="29332"/>
                    <a:pt x="120154" y="35047"/>
                    <a:pt x="121066" y="40092"/>
                  </a:cubicBezTo>
                  <a:cubicBezTo>
                    <a:pt x="121978" y="44925"/>
                    <a:pt x="126507" y="48512"/>
                    <a:pt x="126963" y="53406"/>
                  </a:cubicBezTo>
                  <a:cubicBezTo>
                    <a:pt x="127297" y="57205"/>
                    <a:pt x="130459" y="66172"/>
                    <a:pt x="134167" y="67570"/>
                  </a:cubicBezTo>
                  <a:cubicBezTo>
                    <a:pt x="139304" y="69485"/>
                    <a:pt x="146842" y="69424"/>
                    <a:pt x="151128" y="73862"/>
                  </a:cubicBezTo>
                  <a:cubicBezTo>
                    <a:pt x="153650" y="76537"/>
                    <a:pt x="154805" y="80883"/>
                    <a:pt x="158514" y="8203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21"/>
            <p:cNvSpPr/>
            <p:nvPr/>
          </p:nvSpPr>
          <p:spPr>
            <a:xfrm>
              <a:off x="2975000" y="89975"/>
              <a:ext cx="3962850" cy="2068425"/>
            </a:xfrm>
            <a:custGeom>
              <a:rect b="b" l="l" r="r" t="t"/>
              <a:pathLst>
                <a:path extrusionOk="0" fill="none" h="82737" w="158514">
                  <a:moveTo>
                    <a:pt x="0" y="14104"/>
                  </a:moveTo>
                  <a:cubicBezTo>
                    <a:pt x="6535" y="15684"/>
                    <a:pt x="14347" y="15502"/>
                    <a:pt x="20335" y="12918"/>
                  </a:cubicBezTo>
                  <a:cubicBezTo>
                    <a:pt x="27995" y="9575"/>
                    <a:pt x="34439" y="2644"/>
                    <a:pt x="43101" y="1216"/>
                  </a:cubicBezTo>
                  <a:cubicBezTo>
                    <a:pt x="50639" y="0"/>
                    <a:pt x="58299" y="3435"/>
                    <a:pt x="60822" y="10882"/>
                  </a:cubicBezTo>
                  <a:cubicBezTo>
                    <a:pt x="63436" y="18572"/>
                    <a:pt x="72190" y="23587"/>
                    <a:pt x="80184" y="23769"/>
                  </a:cubicBezTo>
                  <a:cubicBezTo>
                    <a:pt x="86415" y="23921"/>
                    <a:pt x="93862" y="18663"/>
                    <a:pt x="99759" y="17417"/>
                  </a:cubicBezTo>
                  <a:cubicBezTo>
                    <a:pt x="107875" y="15715"/>
                    <a:pt x="119394" y="17234"/>
                    <a:pt x="123224" y="25593"/>
                  </a:cubicBezTo>
                  <a:cubicBezTo>
                    <a:pt x="125413" y="30396"/>
                    <a:pt x="120367" y="35350"/>
                    <a:pt x="121279" y="40578"/>
                  </a:cubicBezTo>
                  <a:cubicBezTo>
                    <a:pt x="122100" y="45381"/>
                    <a:pt x="127723" y="48937"/>
                    <a:pt x="128118" y="53496"/>
                  </a:cubicBezTo>
                  <a:cubicBezTo>
                    <a:pt x="128422" y="57174"/>
                    <a:pt x="130762" y="66262"/>
                    <a:pt x="134501" y="67873"/>
                  </a:cubicBezTo>
                  <a:cubicBezTo>
                    <a:pt x="139456" y="70001"/>
                    <a:pt x="147085" y="69971"/>
                    <a:pt x="151340" y="74408"/>
                  </a:cubicBezTo>
                  <a:cubicBezTo>
                    <a:pt x="153894" y="77083"/>
                    <a:pt x="154897" y="81430"/>
                    <a:pt x="158514" y="8273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21"/>
            <p:cNvSpPr/>
            <p:nvPr/>
          </p:nvSpPr>
          <p:spPr>
            <a:xfrm>
              <a:off x="2975000" y="69450"/>
              <a:ext cx="3962850" cy="2089725"/>
            </a:xfrm>
            <a:custGeom>
              <a:rect b="b" l="l" r="r" t="t"/>
              <a:pathLst>
                <a:path extrusionOk="0" fill="none" h="83589" w="158514">
                  <a:moveTo>
                    <a:pt x="0" y="14925"/>
                  </a:moveTo>
                  <a:cubicBezTo>
                    <a:pt x="6626" y="16475"/>
                    <a:pt x="14529" y="16201"/>
                    <a:pt x="20517" y="13496"/>
                  </a:cubicBezTo>
                  <a:cubicBezTo>
                    <a:pt x="28359" y="9940"/>
                    <a:pt x="34925" y="3010"/>
                    <a:pt x="43800" y="1338"/>
                  </a:cubicBezTo>
                  <a:cubicBezTo>
                    <a:pt x="51126" y="0"/>
                    <a:pt x="59454" y="3010"/>
                    <a:pt x="61916" y="10517"/>
                  </a:cubicBezTo>
                  <a:cubicBezTo>
                    <a:pt x="64500" y="18359"/>
                    <a:pt x="70853" y="23223"/>
                    <a:pt x="79272" y="23131"/>
                  </a:cubicBezTo>
                  <a:cubicBezTo>
                    <a:pt x="86020" y="23071"/>
                    <a:pt x="93254" y="17934"/>
                    <a:pt x="100032" y="17052"/>
                  </a:cubicBezTo>
                  <a:cubicBezTo>
                    <a:pt x="108574" y="15958"/>
                    <a:pt x="120489" y="17630"/>
                    <a:pt x="124471" y="25989"/>
                  </a:cubicBezTo>
                  <a:cubicBezTo>
                    <a:pt x="126902" y="31065"/>
                    <a:pt x="120671" y="35776"/>
                    <a:pt x="121492" y="41186"/>
                  </a:cubicBezTo>
                  <a:cubicBezTo>
                    <a:pt x="122221" y="46050"/>
                    <a:pt x="128878" y="49393"/>
                    <a:pt x="129243" y="53740"/>
                  </a:cubicBezTo>
                  <a:cubicBezTo>
                    <a:pt x="129516" y="57357"/>
                    <a:pt x="131127" y="66445"/>
                    <a:pt x="134896" y="68238"/>
                  </a:cubicBezTo>
                  <a:cubicBezTo>
                    <a:pt x="139699" y="70549"/>
                    <a:pt x="147359" y="70670"/>
                    <a:pt x="151584" y="75077"/>
                  </a:cubicBezTo>
                  <a:cubicBezTo>
                    <a:pt x="154137" y="77752"/>
                    <a:pt x="154988" y="82068"/>
                    <a:pt x="158514" y="8358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21"/>
            <p:cNvSpPr/>
            <p:nvPr/>
          </p:nvSpPr>
          <p:spPr>
            <a:xfrm>
              <a:off x="2975000" y="45125"/>
              <a:ext cx="3962850" cy="2114050"/>
            </a:xfrm>
            <a:custGeom>
              <a:rect b="b" l="l" r="r" t="t"/>
              <a:pathLst>
                <a:path extrusionOk="0" fill="none" h="84562" w="158514">
                  <a:moveTo>
                    <a:pt x="0" y="15898"/>
                  </a:moveTo>
                  <a:cubicBezTo>
                    <a:pt x="6991" y="17478"/>
                    <a:pt x="14651" y="16809"/>
                    <a:pt x="20700" y="14226"/>
                  </a:cubicBezTo>
                  <a:cubicBezTo>
                    <a:pt x="28511" y="10913"/>
                    <a:pt x="35350" y="3527"/>
                    <a:pt x="44439" y="1551"/>
                  </a:cubicBezTo>
                  <a:cubicBezTo>
                    <a:pt x="51612" y="1"/>
                    <a:pt x="60579" y="2736"/>
                    <a:pt x="63041" y="10214"/>
                  </a:cubicBezTo>
                  <a:cubicBezTo>
                    <a:pt x="65564" y="17934"/>
                    <a:pt x="69515" y="22949"/>
                    <a:pt x="78391" y="22645"/>
                  </a:cubicBezTo>
                  <a:cubicBezTo>
                    <a:pt x="85716" y="22372"/>
                    <a:pt x="93072" y="17417"/>
                    <a:pt x="100488" y="16931"/>
                  </a:cubicBezTo>
                  <a:cubicBezTo>
                    <a:pt x="109273" y="16323"/>
                    <a:pt x="121431" y="18208"/>
                    <a:pt x="125717" y="26536"/>
                  </a:cubicBezTo>
                  <a:cubicBezTo>
                    <a:pt x="128544" y="31946"/>
                    <a:pt x="121036" y="36415"/>
                    <a:pt x="121735" y="41916"/>
                  </a:cubicBezTo>
                  <a:cubicBezTo>
                    <a:pt x="122343" y="46871"/>
                    <a:pt x="129881" y="49971"/>
                    <a:pt x="130276" y="54105"/>
                  </a:cubicBezTo>
                  <a:cubicBezTo>
                    <a:pt x="130641" y="57631"/>
                    <a:pt x="131431" y="66628"/>
                    <a:pt x="135322" y="68664"/>
                  </a:cubicBezTo>
                  <a:cubicBezTo>
                    <a:pt x="140124" y="71157"/>
                    <a:pt x="147632" y="71461"/>
                    <a:pt x="151796" y="75868"/>
                  </a:cubicBezTo>
                  <a:cubicBezTo>
                    <a:pt x="154350" y="78573"/>
                    <a:pt x="155109" y="82859"/>
                    <a:pt x="158514" y="8456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21"/>
            <p:cNvSpPr/>
            <p:nvPr/>
          </p:nvSpPr>
          <p:spPr>
            <a:xfrm>
              <a:off x="2975000" y="20825"/>
              <a:ext cx="3962850" cy="2138350"/>
            </a:xfrm>
            <a:custGeom>
              <a:rect b="b" l="l" r="r" t="t"/>
              <a:pathLst>
                <a:path extrusionOk="0" fill="none" h="85534" w="158514">
                  <a:moveTo>
                    <a:pt x="0" y="16870"/>
                  </a:moveTo>
                  <a:cubicBezTo>
                    <a:pt x="7082" y="18420"/>
                    <a:pt x="14833" y="17629"/>
                    <a:pt x="20912" y="14955"/>
                  </a:cubicBezTo>
                  <a:cubicBezTo>
                    <a:pt x="28876" y="11459"/>
                    <a:pt x="35776" y="3951"/>
                    <a:pt x="45047" y="1702"/>
                  </a:cubicBezTo>
                  <a:cubicBezTo>
                    <a:pt x="52068" y="0"/>
                    <a:pt x="61703" y="2371"/>
                    <a:pt x="64166" y="9818"/>
                  </a:cubicBezTo>
                  <a:cubicBezTo>
                    <a:pt x="66567" y="16991"/>
                    <a:pt x="68877" y="22645"/>
                    <a:pt x="77722" y="22128"/>
                  </a:cubicBezTo>
                  <a:cubicBezTo>
                    <a:pt x="85503" y="21672"/>
                    <a:pt x="93133" y="16961"/>
                    <a:pt x="101127" y="16809"/>
                  </a:cubicBezTo>
                  <a:cubicBezTo>
                    <a:pt x="110063" y="16657"/>
                    <a:pt x="122161" y="18693"/>
                    <a:pt x="126963" y="27083"/>
                  </a:cubicBezTo>
                  <a:cubicBezTo>
                    <a:pt x="130276" y="32858"/>
                    <a:pt x="121705" y="37052"/>
                    <a:pt x="122161" y="42615"/>
                  </a:cubicBezTo>
                  <a:cubicBezTo>
                    <a:pt x="122616" y="47782"/>
                    <a:pt x="130762" y="50518"/>
                    <a:pt x="131279" y="54530"/>
                  </a:cubicBezTo>
                  <a:cubicBezTo>
                    <a:pt x="131735" y="57934"/>
                    <a:pt x="131796" y="66931"/>
                    <a:pt x="135778" y="69089"/>
                  </a:cubicBezTo>
                  <a:cubicBezTo>
                    <a:pt x="140550" y="71703"/>
                    <a:pt x="147936" y="72250"/>
                    <a:pt x="152039" y="76658"/>
                  </a:cubicBezTo>
                  <a:cubicBezTo>
                    <a:pt x="154593" y="79393"/>
                    <a:pt x="155231" y="83649"/>
                    <a:pt x="158514" y="8553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8" name="Google Shape;3068;p21"/>
          <p:cNvGrpSpPr/>
          <p:nvPr/>
        </p:nvGrpSpPr>
        <p:grpSpPr>
          <a:xfrm rot="-9205387">
            <a:off x="5427648" y="-3563361"/>
            <a:ext cx="6864166" cy="5602699"/>
            <a:chOff x="2975000" y="20825"/>
            <a:chExt cx="3963625" cy="2500050"/>
          </a:xfrm>
        </p:grpSpPr>
        <p:sp>
          <p:nvSpPr>
            <p:cNvPr id="3069" name="Google Shape;3069;p21"/>
            <p:cNvSpPr/>
            <p:nvPr/>
          </p:nvSpPr>
          <p:spPr>
            <a:xfrm>
              <a:off x="2975000" y="442550"/>
              <a:ext cx="3962850" cy="2078325"/>
            </a:xfrm>
            <a:custGeom>
              <a:rect b="b" l="l" r="r" t="t"/>
              <a:pathLst>
                <a:path extrusionOk="0" fill="none" h="83133" w="158514">
                  <a:moveTo>
                    <a:pt x="0" y="1"/>
                  </a:moveTo>
                  <a:cubicBezTo>
                    <a:pt x="4347" y="3071"/>
                    <a:pt x="9423" y="6171"/>
                    <a:pt x="12797" y="10122"/>
                  </a:cubicBezTo>
                  <a:cubicBezTo>
                    <a:pt x="18025" y="16232"/>
                    <a:pt x="11095" y="25411"/>
                    <a:pt x="18298" y="31369"/>
                  </a:cubicBezTo>
                  <a:cubicBezTo>
                    <a:pt x="23952" y="36050"/>
                    <a:pt x="23982" y="41612"/>
                    <a:pt x="23283" y="48269"/>
                  </a:cubicBezTo>
                  <a:cubicBezTo>
                    <a:pt x="22706" y="53497"/>
                    <a:pt x="22463" y="62494"/>
                    <a:pt x="29028" y="64044"/>
                  </a:cubicBezTo>
                  <a:cubicBezTo>
                    <a:pt x="35776" y="65655"/>
                    <a:pt x="41186" y="60913"/>
                    <a:pt x="45624" y="56567"/>
                  </a:cubicBezTo>
                  <a:cubicBezTo>
                    <a:pt x="51855" y="50457"/>
                    <a:pt x="63466" y="46202"/>
                    <a:pt x="71825" y="49515"/>
                  </a:cubicBezTo>
                  <a:cubicBezTo>
                    <a:pt x="79211" y="52463"/>
                    <a:pt x="89728" y="48421"/>
                    <a:pt x="96598" y="51430"/>
                  </a:cubicBezTo>
                  <a:cubicBezTo>
                    <a:pt x="100762" y="53284"/>
                    <a:pt x="101035" y="58390"/>
                    <a:pt x="102343" y="62646"/>
                  </a:cubicBezTo>
                  <a:cubicBezTo>
                    <a:pt x="104197" y="68603"/>
                    <a:pt x="108938" y="75564"/>
                    <a:pt x="114106" y="78482"/>
                  </a:cubicBezTo>
                  <a:cubicBezTo>
                    <a:pt x="122343" y="83132"/>
                    <a:pt x="130914" y="70610"/>
                    <a:pt x="138909" y="69151"/>
                  </a:cubicBezTo>
                  <a:cubicBezTo>
                    <a:pt x="145474" y="67935"/>
                    <a:pt x="152435" y="73892"/>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21"/>
            <p:cNvSpPr/>
            <p:nvPr/>
          </p:nvSpPr>
          <p:spPr>
            <a:xfrm>
              <a:off x="2975000" y="442550"/>
              <a:ext cx="3962850" cy="2057800"/>
            </a:xfrm>
            <a:custGeom>
              <a:rect b="b" l="l" r="r" t="t"/>
              <a:pathLst>
                <a:path extrusionOk="0" fill="none" h="82312" w="158514">
                  <a:moveTo>
                    <a:pt x="0" y="1"/>
                  </a:moveTo>
                  <a:cubicBezTo>
                    <a:pt x="4408" y="3040"/>
                    <a:pt x="9392" y="6049"/>
                    <a:pt x="13040" y="9879"/>
                  </a:cubicBezTo>
                  <a:cubicBezTo>
                    <a:pt x="18602" y="15654"/>
                    <a:pt x="11733" y="24955"/>
                    <a:pt x="18694" y="30609"/>
                  </a:cubicBezTo>
                  <a:cubicBezTo>
                    <a:pt x="24408" y="35259"/>
                    <a:pt x="25077" y="40153"/>
                    <a:pt x="24317" y="46901"/>
                  </a:cubicBezTo>
                  <a:cubicBezTo>
                    <a:pt x="23739" y="52129"/>
                    <a:pt x="23131" y="61248"/>
                    <a:pt x="29849" y="62919"/>
                  </a:cubicBezTo>
                  <a:cubicBezTo>
                    <a:pt x="36870" y="64652"/>
                    <a:pt x="41794" y="59606"/>
                    <a:pt x="46627" y="55503"/>
                  </a:cubicBezTo>
                  <a:cubicBezTo>
                    <a:pt x="53557" y="49606"/>
                    <a:pt x="63983" y="44712"/>
                    <a:pt x="72798" y="48634"/>
                  </a:cubicBezTo>
                  <a:cubicBezTo>
                    <a:pt x="80123" y="51886"/>
                    <a:pt x="90245" y="48208"/>
                    <a:pt x="97266" y="51187"/>
                  </a:cubicBezTo>
                  <a:cubicBezTo>
                    <a:pt x="101522" y="52980"/>
                    <a:pt x="101674" y="58026"/>
                    <a:pt x="102890" y="62251"/>
                  </a:cubicBezTo>
                  <a:cubicBezTo>
                    <a:pt x="104561" y="68087"/>
                    <a:pt x="109303" y="75078"/>
                    <a:pt x="114440" y="77844"/>
                  </a:cubicBezTo>
                  <a:cubicBezTo>
                    <a:pt x="122799" y="82312"/>
                    <a:pt x="131097" y="70032"/>
                    <a:pt x="139243" y="68877"/>
                  </a:cubicBezTo>
                  <a:cubicBezTo>
                    <a:pt x="145656" y="67935"/>
                    <a:pt x="152495" y="73771"/>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21"/>
            <p:cNvSpPr/>
            <p:nvPr/>
          </p:nvSpPr>
          <p:spPr>
            <a:xfrm>
              <a:off x="2975000" y="442550"/>
              <a:ext cx="3962850" cy="2035775"/>
            </a:xfrm>
            <a:custGeom>
              <a:rect b="b" l="l" r="r" t="t"/>
              <a:pathLst>
                <a:path extrusionOk="0" fill="none" h="81431" w="158514">
                  <a:moveTo>
                    <a:pt x="0" y="1"/>
                  </a:moveTo>
                  <a:cubicBezTo>
                    <a:pt x="4468" y="3040"/>
                    <a:pt x="9362" y="5958"/>
                    <a:pt x="13313" y="9606"/>
                  </a:cubicBezTo>
                  <a:cubicBezTo>
                    <a:pt x="19210" y="15077"/>
                    <a:pt x="12432" y="24469"/>
                    <a:pt x="19089" y="29849"/>
                  </a:cubicBezTo>
                  <a:cubicBezTo>
                    <a:pt x="24803" y="34469"/>
                    <a:pt x="26019" y="38694"/>
                    <a:pt x="25350" y="45564"/>
                  </a:cubicBezTo>
                  <a:cubicBezTo>
                    <a:pt x="24833" y="50822"/>
                    <a:pt x="23739" y="60001"/>
                    <a:pt x="30609" y="61795"/>
                  </a:cubicBezTo>
                  <a:cubicBezTo>
                    <a:pt x="37691" y="63649"/>
                    <a:pt x="42797" y="58299"/>
                    <a:pt x="47813" y="54378"/>
                  </a:cubicBezTo>
                  <a:cubicBezTo>
                    <a:pt x="55989" y="47995"/>
                    <a:pt x="63345" y="43375"/>
                    <a:pt x="73801" y="47752"/>
                  </a:cubicBezTo>
                  <a:cubicBezTo>
                    <a:pt x="81704" y="51065"/>
                    <a:pt x="90762" y="48026"/>
                    <a:pt x="97966" y="50944"/>
                  </a:cubicBezTo>
                  <a:cubicBezTo>
                    <a:pt x="102282" y="52707"/>
                    <a:pt x="102343" y="57631"/>
                    <a:pt x="103437" y="61825"/>
                  </a:cubicBezTo>
                  <a:cubicBezTo>
                    <a:pt x="104957" y="67570"/>
                    <a:pt x="109637" y="74531"/>
                    <a:pt x="114774" y="77145"/>
                  </a:cubicBezTo>
                  <a:cubicBezTo>
                    <a:pt x="123285" y="81430"/>
                    <a:pt x="131310" y="69454"/>
                    <a:pt x="139577" y="68573"/>
                  </a:cubicBezTo>
                  <a:cubicBezTo>
                    <a:pt x="145869" y="67904"/>
                    <a:pt x="152587" y="73649"/>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21"/>
            <p:cNvSpPr/>
            <p:nvPr/>
          </p:nvSpPr>
          <p:spPr>
            <a:xfrm>
              <a:off x="2975000" y="442550"/>
              <a:ext cx="3962850" cy="2014500"/>
            </a:xfrm>
            <a:custGeom>
              <a:rect b="b" l="l" r="r" t="t"/>
              <a:pathLst>
                <a:path extrusionOk="0" fill="none" h="80580" w="158514">
                  <a:moveTo>
                    <a:pt x="0" y="1"/>
                  </a:moveTo>
                  <a:cubicBezTo>
                    <a:pt x="4560" y="3010"/>
                    <a:pt x="9392" y="5897"/>
                    <a:pt x="13526" y="9393"/>
                  </a:cubicBezTo>
                  <a:cubicBezTo>
                    <a:pt x="19666" y="14469"/>
                    <a:pt x="13162" y="23952"/>
                    <a:pt x="19484" y="29150"/>
                  </a:cubicBezTo>
                  <a:cubicBezTo>
                    <a:pt x="24560" y="33314"/>
                    <a:pt x="27235" y="37509"/>
                    <a:pt x="26323" y="44348"/>
                  </a:cubicBezTo>
                  <a:cubicBezTo>
                    <a:pt x="25563" y="49728"/>
                    <a:pt x="24317" y="58846"/>
                    <a:pt x="31308" y="60792"/>
                  </a:cubicBezTo>
                  <a:cubicBezTo>
                    <a:pt x="38390" y="62737"/>
                    <a:pt x="43770" y="57296"/>
                    <a:pt x="48998" y="53375"/>
                  </a:cubicBezTo>
                  <a:cubicBezTo>
                    <a:pt x="57813" y="46688"/>
                    <a:pt x="63892" y="42129"/>
                    <a:pt x="74743" y="47023"/>
                  </a:cubicBezTo>
                  <a:cubicBezTo>
                    <a:pt x="82433" y="50488"/>
                    <a:pt x="91248" y="47995"/>
                    <a:pt x="98604" y="50761"/>
                  </a:cubicBezTo>
                  <a:cubicBezTo>
                    <a:pt x="103042" y="52372"/>
                    <a:pt x="103011" y="57266"/>
                    <a:pt x="104014" y="61430"/>
                  </a:cubicBezTo>
                  <a:cubicBezTo>
                    <a:pt x="105382" y="67084"/>
                    <a:pt x="109941" y="74014"/>
                    <a:pt x="115109" y="76445"/>
                  </a:cubicBezTo>
                  <a:cubicBezTo>
                    <a:pt x="123802" y="80579"/>
                    <a:pt x="132100" y="68299"/>
                    <a:pt x="139912" y="68330"/>
                  </a:cubicBezTo>
                  <a:cubicBezTo>
                    <a:pt x="144927" y="68330"/>
                    <a:pt x="153529" y="7331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21"/>
            <p:cNvSpPr/>
            <p:nvPr/>
          </p:nvSpPr>
          <p:spPr>
            <a:xfrm>
              <a:off x="2975000" y="442550"/>
              <a:ext cx="3962850" cy="1991700"/>
            </a:xfrm>
            <a:custGeom>
              <a:rect b="b" l="l" r="r" t="t"/>
              <a:pathLst>
                <a:path extrusionOk="0" fill="none" h="79668" w="158514">
                  <a:moveTo>
                    <a:pt x="0" y="1"/>
                  </a:moveTo>
                  <a:cubicBezTo>
                    <a:pt x="4590" y="3010"/>
                    <a:pt x="9484" y="5897"/>
                    <a:pt x="13769" y="9119"/>
                  </a:cubicBezTo>
                  <a:cubicBezTo>
                    <a:pt x="20122" y="13861"/>
                    <a:pt x="13952" y="23344"/>
                    <a:pt x="19879" y="28360"/>
                  </a:cubicBezTo>
                  <a:cubicBezTo>
                    <a:pt x="24651" y="32402"/>
                    <a:pt x="28055" y="36475"/>
                    <a:pt x="27265" y="43102"/>
                  </a:cubicBezTo>
                  <a:cubicBezTo>
                    <a:pt x="26627" y="48482"/>
                    <a:pt x="24985" y="57600"/>
                    <a:pt x="31946" y="59698"/>
                  </a:cubicBezTo>
                  <a:cubicBezTo>
                    <a:pt x="39028" y="61795"/>
                    <a:pt x="44955" y="56202"/>
                    <a:pt x="50183" y="52251"/>
                  </a:cubicBezTo>
                  <a:cubicBezTo>
                    <a:pt x="59424" y="45260"/>
                    <a:pt x="64561" y="40761"/>
                    <a:pt x="75746" y="46232"/>
                  </a:cubicBezTo>
                  <a:cubicBezTo>
                    <a:pt x="83315" y="49971"/>
                    <a:pt x="91795" y="47813"/>
                    <a:pt x="99273" y="50488"/>
                  </a:cubicBezTo>
                  <a:cubicBezTo>
                    <a:pt x="103832" y="52129"/>
                    <a:pt x="103619" y="56840"/>
                    <a:pt x="104653" y="61035"/>
                  </a:cubicBezTo>
                  <a:cubicBezTo>
                    <a:pt x="106051" y="66749"/>
                    <a:pt x="110124" y="73315"/>
                    <a:pt x="115443" y="75716"/>
                  </a:cubicBezTo>
                  <a:cubicBezTo>
                    <a:pt x="124227" y="79667"/>
                    <a:pt x="132039" y="67995"/>
                    <a:pt x="140246" y="68056"/>
                  </a:cubicBezTo>
                  <a:cubicBezTo>
                    <a:pt x="145535" y="68087"/>
                    <a:pt x="153377" y="7340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21"/>
            <p:cNvSpPr/>
            <p:nvPr/>
          </p:nvSpPr>
          <p:spPr>
            <a:xfrm>
              <a:off x="2975000" y="442550"/>
              <a:ext cx="3963625" cy="1968900"/>
            </a:xfrm>
            <a:custGeom>
              <a:rect b="b" l="l" r="r" t="t"/>
              <a:pathLst>
                <a:path extrusionOk="0" fill="none" h="78756" w="158545">
                  <a:moveTo>
                    <a:pt x="0" y="1"/>
                  </a:moveTo>
                  <a:cubicBezTo>
                    <a:pt x="4651" y="2979"/>
                    <a:pt x="9575" y="5867"/>
                    <a:pt x="14013" y="8876"/>
                  </a:cubicBezTo>
                  <a:cubicBezTo>
                    <a:pt x="20548" y="13283"/>
                    <a:pt x="14985" y="22706"/>
                    <a:pt x="20305" y="27539"/>
                  </a:cubicBezTo>
                  <a:cubicBezTo>
                    <a:pt x="24590" y="31430"/>
                    <a:pt x="28724" y="35715"/>
                    <a:pt x="28147" y="42007"/>
                  </a:cubicBezTo>
                  <a:cubicBezTo>
                    <a:pt x="27630" y="47296"/>
                    <a:pt x="25654" y="56445"/>
                    <a:pt x="32584" y="58664"/>
                  </a:cubicBezTo>
                  <a:cubicBezTo>
                    <a:pt x="39606" y="60913"/>
                    <a:pt x="46354" y="55077"/>
                    <a:pt x="51369" y="51096"/>
                  </a:cubicBezTo>
                  <a:cubicBezTo>
                    <a:pt x="60609" y="43770"/>
                    <a:pt x="65351" y="39576"/>
                    <a:pt x="76749" y="45594"/>
                  </a:cubicBezTo>
                  <a:cubicBezTo>
                    <a:pt x="84166" y="49515"/>
                    <a:pt x="92251" y="47722"/>
                    <a:pt x="99911" y="50275"/>
                  </a:cubicBezTo>
                  <a:cubicBezTo>
                    <a:pt x="104622" y="51855"/>
                    <a:pt x="104318" y="56445"/>
                    <a:pt x="105260" y="60609"/>
                  </a:cubicBezTo>
                  <a:cubicBezTo>
                    <a:pt x="106537" y="66324"/>
                    <a:pt x="110428" y="72676"/>
                    <a:pt x="115808" y="74956"/>
                  </a:cubicBezTo>
                  <a:cubicBezTo>
                    <a:pt x="124714" y="78756"/>
                    <a:pt x="132313" y="67418"/>
                    <a:pt x="140580" y="67813"/>
                  </a:cubicBezTo>
                  <a:cubicBezTo>
                    <a:pt x="145778" y="68056"/>
                    <a:pt x="153438" y="73315"/>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21"/>
            <p:cNvSpPr/>
            <p:nvPr/>
          </p:nvSpPr>
          <p:spPr>
            <a:xfrm>
              <a:off x="2975000" y="442550"/>
              <a:ext cx="3962850" cy="1919500"/>
            </a:xfrm>
            <a:custGeom>
              <a:rect b="b" l="l" r="r" t="t"/>
              <a:pathLst>
                <a:path extrusionOk="0" fill="none" h="76780" w="158514">
                  <a:moveTo>
                    <a:pt x="0" y="1"/>
                  </a:moveTo>
                  <a:cubicBezTo>
                    <a:pt x="4712" y="2949"/>
                    <a:pt x="9666" y="5776"/>
                    <a:pt x="14225" y="8633"/>
                  </a:cubicBezTo>
                  <a:cubicBezTo>
                    <a:pt x="20973" y="12797"/>
                    <a:pt x="16049" y="21977"/>
                    <a:pt x="20760" y="26718"/>
                  </a:cubicBezTo>
                  <a:cubicBezTo>
                    <a:pt x="24438" y="30396"/>
                    <a:pt x="29332" y="35168"/>
                    <a:pt x="28967" y="41004"/>
                  </a:cubicBezTo>
                  <a:cubicBezTo>
                    <a:pt x="28633" y="46202"/>
                    <a:pt x="26444" y="55381"/>
                    <a:pt x="33192" y="57661"/>
                  </a:cubicBezTo>
                  <a:cubicBezTo>
                    <a:pt x="40153" y="60032"/>
                    <a:pt x="47752" y="53953"/>
                    <a:pt x="52494" y="49880"/>
                  </a:cubicBezTo>
                  <a:cubicBezTo>
                    <a:pt x="61703" y="41977"/>
                    <a:pt x="66293" y="38633"/>
                    <a:pt x="77722" y="45016"/>
                  </a:cubicBezTo>
                  <a:cubicBezTo>
                    <a:pt x="84926" y="49059"/>
                    <a:pt x="92707" y="47722"/>
                    <a:pt x="100488" y="50093"/>
                  </a:cubicBezTo>
                  <a:cubicBezTo>
                    <a:pt x="105382" y="51582"/>
                    <a:pt x="104987" y="56080"/>
                    <a:pt x="105838" y="60245"/>
                  </a:cubicBezTo>
                  <a:cubicBezTo>
                    <a:pt x="107023" y="65898"/>
                    <a:pt x="111005" y="72676"/>
                    <a:pt x="116142" y="74227"/>
                  </a:cubicBezTo>
                  <a:cubicBezTo>
                    <a:pt x="124683" y="76780"/>
                    <a:pt x="132191" y="66901"/>
                    <a:pt x="140884" y="67570"/>
                  </a:cubicBezTo>
                  <a:cubicBezTo>
                    <a:pt x="145930" y="67965"/>
                    <a:pt x="153468" y="73224"/>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21"/>
            <p:cNvSpPr/>
            <p:nvPr/>
          </p:nvSpPr>
          <p:spPr>
            <a:xfrm>
              <a:off x="2975000" y="442550"/>
              <a:ext cx="3962100" cy="1896700"/>
            </a:xfrm>
            <a:custGeom>
              <a:rect b="b" l="l" r="r" t="t"/>
              <a:pathLst>
                <a:path extrusionOk="0" fill="none" h="75868" w="158484">
                  <a:moveTo>
                    <a:pt x="0" y="1"/>
                  </a:moveTo>
                  <a:cubicBezTo>
                    <a:pt x="4742" y="2949"/>
                    <a:pt x="9788" y="5441"/>
                    <a:pt x="14438" y="8359"/>
                  </a:cubicBezTo>
                  <a:cubicBezTo>
                    <a:pt x="21520" y="12797"/>
                    <a:pt x="16900" y="20852"/>
                    <a:pt x="21277" y="25837"/>
                  </a:cubicBezTo>
                  <a:cubicBezTo>
                    <a:pt x="24408" y="29424"/>
                    <a:pt x="29758" y="34652"/>
                    <a:pt x="29727" y="40123"/>
                  </a:cubicBezTo>
                  <a:cubicBezTo>
                    <a:pt x="29666" y="45229"/>
                    <a:pt x="27447" y="54014"/>
                    <a:pt x="33770" y="56658"/>
                  </a:cubicBezTo>
                  <a:cubicBezTo>
                    <a:pt x="40396" y="59394"/>
                    <a:pt x="49545" y="52433"/>
                    <a:pt x="53618" y="48542"/>
                  </a:cubicBezTo>
                  <a:cubicBezTo>
                    <a:pt x="62707" y="39788"/>
                    <a:pt x="67448" y="37904"/>
                    <a:pt x="78725" y="44530"/>
                  </a:cubicBezTo>
                  <a:cubicBezTo>
                    <a:pt x="85716" y="48664"/>
                    <a:pt x="93224" y="47722"/>
                    <a:pt x="101066" y="49910"/>
                  </a:cubicBezTo>
                  <a:cubicBezTo>
                    <a:pt x="106142" y="51308"/>
                    <a:pt x="105716" y="55685"/>
                    <a:pt x="106476" y="59849"/>
                  </a:cubicBezTo>
                  <a:cubicBezTo>
                    <a:pt x="107540" y="65503"/>
                    <a:pt x="111279" y="71977"/>
                    <a:pt x="116477" y="73467"/>
                  </a:cubicBezTo>
                  <a:cubicBezTo>
                    <a:pt x="124927" y="75868"/>
                    <a:pt x="132708" y="66354"/>
                    <a:pt x="141188" y="67357"/>
                  </a:cubicBezTo>
                  <a:cubicBezTo>
                    <a:pt x="146143" y="67935"/>
                    <a:pt x="153468" y="7313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21"/>
            <p:cNvSpPr/>
            <p:nvPr/>
          </p:nvSpPr>
          <p:spPr>
            <a:xfrm>
              <a:off x="2975000" y="442550"/>
              <a:ext cx="3962850" cy="1870875"/>
            </a:xfrm>
            <a:custGeom>
              <a:rect b="b" l="l" r="r" t="t"/>
              <a:pathLst>
                <a:path extrusionOk="0" fill="none" h="74835" w="158514">
                  <a:moveTo>
                    <a:pt x="0" y="1"/>
                  </a:moveTo>
                  <a:cubicBezTo>
                    <a:pt x="4803" y="2919"/>
                    <a:pt x="9848" y="5350"/>
                    <a:pt x="14651" y="8116"/>
                  </a:cubicBezTo>
                  <a:cubicBezTo>
                    <a:pt x="21946" y="12311"/>
                    <a:pt x="18086" y="19697"/>
                    <a:pt x="21885" y="24895"/>
                  </a:cubicBezTo>
                  <a:cubicBezTo>
                    <a:pt x="24590" y="28633"/>
                    <a:pt x="30031" y="34013"/>
                    <a:pt x="30396" y="39272"/>
                  </a:cubicBezTo>
                  <a:cubicBezTo>
                    <a:pt x="30791" y="44439"/>
                    <a:pt x="28299" y="52919"/>
                    <a:pt x="34439" y="55625"/>
                  </a:cubicBezTo>
                  <a:cubicBezTo>
                    <a:pt x="41186" y="58603"/>
                    <a:pt x="50670" y="51217"/>
                    <a:pt x="54712" y="47083"/>
                  </a:cubicBezTo>
                  <a:cubicBezTo>
                    <a:pt x="63892" y="37630"/>
                    <a:pt x="68542" y="37266"/>
                    <a:pt x="79789" y="44135"/>
                  </a:cubicBezTo>
                  <a:cubicBezTo>
                    <a:pt x="86476" y="48208"/>
                    <a:pt x="93984" y="47661"/>
                    <a:pt x="101674" y="49728"/>
                  </a:cubicBezTo>
                  <a:cubicBezTo>
                    <a:pt x="106932" y="51126"/>
                    <a:pt x="106416" y="55138"/>
                    <a:pt x="107145" y="59454"/>
                  </a:cubicBezTo>
                  <a:cubicBezTo>
                    <a:pt x="108057" y="64986"/>
                    <a:pt x="111552" y="71339"/>
                    <a:pt x="116872" y="72707"/>
                  </a:cubicBezTo>
                  <a:cubicBezTo>
                    <a:pt x="125322" y="74835"/>
                    <a:pt x="133285" y="65837"/>
                    <a:pt x="141523" y="67114"/>
                  </a:cubicBezTo>
                  <a:cubicBezTo>
                    <a:pt x="146386" y="67874"/>
                    <a:pt x="153559" y="73011"/>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21"/>
            <p:cNvSpPr/>
            <p:nvPr/>
          </p:nvSpPr>
          <p:spPr>
            <a:xfrm>
              <a:off x="2975000" y="442550"/>
              <a:ext cx="3962850" cy="1848075"/>
            </a:xfrm>
            <a:custGeom>
              <a:rect b="b" l="l" r="r" t="t"/>
              <a:pathLst>
                <a:path extrusionOk="0" fill="none" h="73923" w="158514">
                  <a:moveTo>
                    <a:pt x="0" y="1"/>
                  </a:moveTo>
                  <a:cubicBezTo>
                    <a:pt x="4833" y="2888"/>
                    <a:pt x="9909" y="5259"/>
                    <a:pt x="14864" y="7873"/>
                  </a:cubicBezTo>
                  <a:cubicBezTo>
                    <a:pt x="22219" y="11764"/>
                    <a:pt x="19301" y="18390"/>
                    <a:pt x="22584" y="23922"/>
                  </a:cubicBezTo>
                  <a:cubicBezTo>
                    <a:pt x="25046" y="28086"/>
                    <a:pt x="30092" y="33649"/>
                    <a:pt x="31004" y="38542"/>
                  </a:cubicBezTo>
                  <a:cubicBezTo>
                    <a:pt x="31855" y="43284"/>
                    <a:pt x="29150" y="51947"/>
                    <a:pt x="35107" y="54561"/>
                  </a:cubicBezTo>
                  <a:cubicBezTo>
                    <a:pt x="42250" y="57691"/>
                    <a:pt x="51673" y="50032"/>
                    <a:pt x="55746" y="45503"/>
                  </a:cubicBezTo>
                  <a:cubicBezTo>
                    <a:pt x="64834" y="35411"/>
                    <a:pt x="69941" y="36992"/>
                    <a:pt x="80822" y="43770"/>
                  </a:cubicBezTo>
                  <a:cubicBezTo>
                    <a:pt x="87205" y="47782"/>
                    <a:pt x="94683" y="47691"/>
                    <a:pt x="102191" y="49576"/>
                  </a:cubicBezTo>
                  <a:cubicBezTo>
                    <a:pt x="107571" y="50913"/>
                    <a:pt x="107145" y="54682"/>
                    <a:pt x="107783" y="59090"/>
                  </a:cubicBezTo>
                  <a:cubicBezTo>
                    <a:pt x="108604" y="64591"/>
                    <a:pt x="111826" y="70610"/>
                    <a:pt x="117236" y="71917"/>
                  </a:cubicBezTo>
                  <a:cubicBezTo>
                    <a:pt x="125504" y="73923"/>
                    <a:pt x="133863" y="65321"/>
                    <a:pt x="141827" y="66901"/>
                  </a:cubicBezTo>
                  <a:cubicBezTo>
                    <a:pt x="146599" y="67813"/>
                    <a:pt x="153620" y="7292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21"/>
            <p:cNvSpPr/>
            <p:nvPr/>
          </p:nvSpPr>
          <p:spPr>
            <a:xfrm>
              <a:off x="2975000" y="442550"/>
              <a:ext cx="3962100" cy="1826050"/>
            </a:xfrm>
            <a:custGeom>
              <a:rect b="b" l="l" r="r" t="t"/>
              <a:pathLst>
                <a:path extrusionOk="0" fill="none" h="73042" w="158484">
                  <a:moveTo>
                    <a:pt x="0" y="1"/>
                  </a:moveTo>
                  <a:cubicBezTo>
                    <a:pt x="4894" y="2858"/>
                    <a:pt x="10000" y="5168"/>
                    <a:pt x="15076" y="7630"/>
                  </a:cubicBezTo>
                  <a:cubicBezTo>
                    <a:pt x="22402" y="11217"/>
                    <a:pt x="20639" y="16992"/>
                    <a:pt x="23435" y="22980"/>
                  </a:cubicBezTo>
                  <a:cubicBezTo>
                    <a:pt x="25685" y="27813"/>
                    <a:pt x="29910" y="33041"/>
                    <a:pt x="31460" y="37934"/>
                  </a:cubicBezTo>
                  <a:cubicBezTo>
                    <a:pt x="32858" y="42372"/>
                    <a:pt x="29940" y="51096"/>
                    <a:pt x="35867" y="53558"/>
                  </a:cubicBezTo>
                  <a:cubicBezTo>
                    <a:pt x="43618" y="56749"/>
                    <a:pt x="52433" y="48937"/>
                    <a:pt x="56779" y="43831"/>
                  </a:cubicBezTo>
                  <a:cubicBezTo>
                    <a:pt x="65746" y="33314"/>
                    <a:pt x="71552" y="36901"/>
                    <a:pt x="81886" y="43466"/>
                  </a:cubicBezTo>
                  <a:cubicBezTo>
                    <a:pt x="87965" y="47327"/>
                    <a:pt x="95412" y="47752"/>
                    <a:pt x="102707" y="49454"/>
                  </a:cubicBezTo>
                  <a:cubicBezTo>
                    <a:pt x="108148" y="50700"/>
                    <a:pt x="107905" y="54226"/>
                    <a:pt x="108452" y="58725"/>
                  </a:cubicBezTo>
                  <a:cubicBezTo>
                    <a:pt x="109182" y="64226"/>
                    <a:pt x="112130" y="69910"/>
                    <a:pt x="117571" y="71187"/>
                  </a:cubicBezTo>
                  <a:cubicBezTo>
                    <a:pt x="125626" y="73041"/>
                    <a:pt x="134410" y="64895"/>
                    <a:pt x="142100" y="66688"/>
                  </a:cubicBezTo>
                  <a:cubicBezTo>
                    <a:pt x="146751" y="67783"/>
                    <a:pt x="153590" y="72828"/>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21"/>
            <p:cNvSpPr/>
            <p:nvPr/>
          </p:nvSpPr>
          <p:spPr>
            <a:xfrm>
              <a:off x="2975000" y="442550"/>
              <a:ext cx="3962850" cy="1818450"/>
            </a:xfrm>
            <a:custGeom>
              <a:rect b="b" l="l" r="r" t="t"/>
              <a:pathLst>
                <a:path extrusionOk="0" fill="none" h="72738" w="158514">
                  <a:moveTo>
                    <a:pt x="0" y="1"/>
                  </a:moveTo>
                  <a:cubicBezTo>
                    <a:pt x="4924" y="2827"/>
                    <a:pt x="10122" y="5077"/>
                    <a:pt x="15259" y="7387"/>
                  </a:cubicBezTo>
                  <a:cubicBezTo>
                    <a:pt x="22432" y="10609"/>
                    <a:pt x="22159" y="15594"/>
                    <a:pt x="24317" y="22007"/>
                  </a:cubicBezTo>
                  <a:cubicBezTo>
                    <a:pt x="26171" y="27630"/>
                    <a:pt x="29332" y="32402"/>
                    <a:pt x="31733" y="37418"/>
                  </a:cubicBezTo>
                  <a:cubicBezTo>
                    <a:pt x="33831" y="41764"/>
                    <a:pt x="30669" y="50305"/>
                    <a:pt x="36657" y="52615"/>
                  </a:cubicBezTo>
                  <a:cubicBezTo>
                    <a:pt x="44955" y="55868"/>
                    <a:pt x="53162" y="47630"/>
                    <a:pt x="57782" y="42068"/>
                  </a:cubicBezTo>
                  <a:cubicBezTo>
                    <a:pt x="66476" y="31551"/>
                    <a:pt x="73315" y="37022"/>
                    <a:pt x="82950" y="43193"/>
                  </a:cubicBezTo>
                  <a:cubicBezTo>
                    <a:pt x="88695" y="46871"/>
                    <a:pt x="96142" y="47813"/>
                    <a:pt x="103194" y="49333"/>
                  </a:cubicBezTo>
                  <a:cubicBezTo>
                    <a:pt x="108726" y="50488"/>
                    <a:pt x="108634" y="53740"/>
                    <a:pt x="109151" y="58390"/>
                  </a:cubicBezTo>
                  <a:cubicBezTo>
                    <a:pt x="109789" y="63862"/>
                    <a:pt x="112464" y="69211"/>
                    <a:pt x="117996" y="70427"/>
                  </a:cubicBezTo>
                  <a:cubicBezTo>
                    <a:pt x="125778" y="72129"/>
                    <a:pt x="135018" y="64439"/>
                    <a:pt x="142434" y="66506"/>
                  </a:cubicBezTo>
                  <a:cubicBezTo>
                    <a:pt x="146994" y="67752"/>
                    <a:pt x="153650" y="72737"/>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21"/>
            <p:cNvSpPr/>
            <p:nvPr/>
          </p:nvSpPr>
          <p:spPr>
            <a:xfrm>
              <a:off x="2975000" y="442550"/>
              <a:ext cx="3962850" cy="1816175"/>
            </a:xfrm>
            <a:custGeom>
              <a:rect b="b" l="l" r="r" t="t"/>
              <a:pathLst>
                <a:path extrusionOk="0" fill="none" h="72647" w="158514">
                  <a:moveTo>
                    <a:pt x="0" y="1"/>
                  </a:moveTo>
                  <a:cubicBezTo>
                    <a:pt x="4985" y="2797"/>
                    <a:pt x="10244" y="4985"/>
                    <a:pt x="15441" y="7144"/>
                  </a:cubicBezTo>
                  <a:cubicBezTo>
                    <a:pt x="22341" y="10031"/>
                    <a:pt x="23648" y="14621"/>
                    <a:pt x="25259" y="21034"/>
                  </a:cubicBezTo>
                  <a:cubicBezTo>
                    <a:pt x="26688" y="26809"/>
                    <a:pt x="28572" y="31977"/>
                    <a:pt x="31885" y="36992"/>
                  </a:cubicBezTo>
                  <a:cubicBezTo>
                    <a:pt x="34742" y="41278"/>
                    <a:pt x="31429" y="49606"/>
                    <a:pt x="37478" y="51825"/>
                  </a:cubicBezTo>
                  <a:cubicBezTo>
                    <a:pt x="46171" y="55017"/>
                    <a:pt x="54469" y="46202"/>
                    <a:pt x="58755" y="40305"/>
                  </a:cubicBezTo>
                  <a:cubicBezTo>
                    <a:pt x="66232" y="30001"/>
                    <a:pt x="76415" y="38025"/>
                    <a:pt x="84044" y="42889"/>
                  </a:cubicBezTo>
                  <a:cubicBezTo>
                    <a:pt x="89546" y="46384"/>
                    <a:pt x="96841" y="47874"/>
                    <a:pt x="103680" y="49211"/>
                  </a:cubicBezTo>
                  <a:cubicBezTo>
                    <a:pt x="109242" y="50305"/>
                    <a:pt x="109364" y="53254"/>
                    <a:pt x="109850" y="58026"/>
                  </a:cubicBezTo>
                  <a:cubicBezTo>
                    <a:pt x="110397" y="63436"/>
                    <a:pt x="112829" y="68482"/>
                    <a:pt x="118422" y="69667"/>
                  </a:cubicBezTo>
                  <a:cubicBezTo>
                    <a:pt x="125930" y="71278"/>
                    <a:pt x="135626" y="64044"/>
                    <a:pt x="142708" y="66293"/>
                  </a:cubicBezTo>
                  <a:cubicBezTo>
                    <a:pt x="147176" y="67692"/>
                    <a:pt x="153681" y="7264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21"/>
            <p:cNvSpPr/>
            <p:nvPr/>
          </p:nvSpPr>
          <p:spPr>
            <a:xfrm>
              <a:off x="2975000" y="442550"/>
              <a:ext cx="3962850" cy="1813875"/>
            </a:xfrm>
            <a:custGeom>
              <a:rect b="b" l="l" r="r" t="t"/>
              <a:pathLst>
                <a:path extrusionOk="0" fill="none" h="72555" w="158514">
                  <a:moveTo>
                    <a:pt x="0" y="1"/>
                  </a:moveTo>
                  <a:cubicBezTo>
                    <a:pt x="5015" y="2767"/>
                    <a:pt x="10335" y="4894"/>
                    <a:pt x="15624" y="6931"/>
                  </a:cubicBezTo>
                  <a:cubicBezTo>
                    <a:pt x="22189" y="9423"/>
                    <a:pt x="24925" y="13648"/>
                    <a:pt x="26262" y="20031"/>
                  </a:cubicBezTo>
                  <a:cubicBezTo>
                    <a:pt x="27508" y="25958"/>
                    <a:pt x="27843" y="31582"/>
                    <a:pt x="31916" y="36597"/>
                  </a:cubicBezTo>
                  <a:cubicBezTo>
                    <a:pt x="35290" y="40731"/>
                    <a:pt x="32432" y="49150"/>
                    <a:pt x="38299" y="51096"/>
                  </a:cubicBezTo>
                  <a:cubicBezTo>
                    <a:pt x="47326" y="54105"/>
                    <a:pt x="55138" y="44804"/>
                    <a:pt x="59758" y="38512"/>
                  </a:cubicBezTo>
                  <a:cubicBezTo>
                    <a:pt x="66901" y="28816"/>
                    <a:pt x="78512" y="38512"/>
                    <a:pt x="85139" y="42585"/>
                  </a:cubicBezTo>
                  <a:cubicBezTo>
                    <a:pt x="90397" y="45807"/>
                    <a:pt x="97510" y="47995"/>
                    <a:pt x="104105" y="49120"/>
                  </a:cubicBezTo>
                  <a:cubicBezTo>
                    <a:pt x="109698" y="50062"/>
                    <a:pt x="109729" y="52707"/>
                    <a:pt x="110580" y="57691"/>
                  </a:cubicBezTo>
                  <a:cubicBezTo>
                    <a:pt x="111461" y="63071"/>
                    <a:pt x="112829" y="67692"/>
                    <a:pt x="118878" y="68938"/>
                  </a:cubicBezTo>
                  <a:cubicBezTo>
                    <a:pt x="126082" y="70427"/>
                    <a:pt x="136234" y="63649"/>
                    <a:pt x="143012" y="66111"/>
                  </a:cubicBezTo>
                  <a:cubicBezTo>
                    <a:pt x="147359" y="67661"/>
                    <a:pt x="153742" y="7255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21"/>
            <p:cNvSpPr/>
            <p:nvPr/>
          </p:nvSpPr>
          <p:spPr>
            <a:xfrm>
              <a:off x="2975000" y="442550"/>
              <a:ext cx="3962850" cy="1804000"/>
            </a:xfrm>
            <a:custGeom>
              <a:rect b="b" l="l" r="r" t="t"/>
              <a:pathLst>
                <a:path extrusionOk="0" fill="none" h="72160" w="158514">
                  <a:moveTo>
                    <a:pt x="0" y="1"/>
                  </a:moveTo>
                  <a:cubicBezTo>
                    <a:pt x="5076" y="2736"/>
                    <a:pt x="10456" y="4803"/>
                    <a:pt x="15806" y="6688"/>
                  </a:cubicBezTo>
                  <a:cubicBezTo>
                    <a:pt x="22037" y="8876"/>
                    <a:pt x="26049" y="12767"/>
                    <a:pt x="27326" y="18967"/>
                  </a:cubicBezTo>
                  <a:cubicBezTo>
                    <a:pt x="28542" y="24925"/>
                    <a:pt x="27326" y="31126"/>
                    <a:pt x="31855" y="36202"/>
                  </a:cubicBezTo>
                  <a:cubicBezTo>
                    <a:pt x="35381" y="40153"/>
                    <a:pt x="33618" y="48725"/>
                    <a:pt x="39150" y="50457"/>
                  </a:cubicBezTo>
                  <a:cubicBezTo>
                    <a:pt x="48329" y="53314"/>
                    <a:pt x="55746" y="42919"/>
                    <a:pt x="60792" y="36810"/>
                  </a:cubicBezTo>
                  <a:cubicBezTo>
                    <a:pt x="67995" y="28086"/>
                    <a:pt x="80032" y="38360"/>
                    <a:pt x="86263" y="42159"/>
                  </a:cubicBezTo>
                  <a:cubicBezTo>
                    <a:pt x="91430" y="45320"/>
                    <a:pt x="98057" y="48056"/>
                    <a:pt x="104561" y="48998"/>
                  </a:cubicBezTo>
                  <a:cubicBezTo>
                    <a:pt x="115747" y="50700"/>
                    <a:pt x="107692" y="65898"/>
                    <a:pt x="119303" y="68178"/>
                  </a:cubicBezTo>
                  <a:cubicBezTo>
                    <a:pt x="126294" y="69576"/>
                    <a:pt x="136872" y="63254"/>
                    <a:pt x="143316" y="65898"/>
                  </a:cubicBezTo>
                  <a:cubicBezTo>
                    <a:pt x="147784" y="67752"/>
                    <a:pt x="153407" y="7216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21"/>
            <p:cNvSpPr/>
            <p:nvPr/>
          </p:nvSpPr>
          <p:spPr>
            <a:xfrm>
              <a:off x="2975000" y="442550"/>
              <a:ext cx="3962100" cy="1802475"/>
            </a:xfrm>
            <a:custGeom>
              <a:rect b="b" l="l" r="r" t="t"/>
              <a:pathLst>
                <a:path extrusionOk="0" fill="none" h="72099" w="158484">
                  <a:moveTo>
                    <a:pt x="0" y="1"/>
                  </a:moveTo>
                  <a:cubicBezTo>
                    <a:pt x="5107" y="2706"/>
                    <a:pt x="10760" y="4590"/>
                    <a:pt x="15958" y="6444"/>
                  </a:cubicBezTo>
                  <a:cubicBezTo>
                    <a:pt x="21764" y="8511"/>
                    <a:pt x="26931" y="11733"/>
                    <a:pt x="28390" y="17843"/>
                  </a:cubicBezTo>
                  <a:cubicBezTo>
                    <a:pt x="29788" y="23740"/>
                    <a:pt x="26900" y="30579"/>
                    <a:pt x="31672" y="35867"/>
                  </a:cubicBezTo>
                  <a:cubicBezTo>
                    <a:pt x="35107" y="39636"/>
                    <a:pt x="34925" y="48390"/>
                    <a:pt x="40001" y="49849"/>
                  </a:cubicBezTo>
                  <a:cubicBezTo>
                    <a:pt x="49302" y="52494"/>
                    <a:pt x="56415" y="40761"/>
                    <a:pt x="61886" y="35320"/>
                  </a:cubicBezTo>
                  <a:cubicBezTo>
                    <a:pt x="69211" y="28025"/>
                    <a:pt x="81278" y="37873"/>
                    <a:pt x="87327" y="41612"/>
                  </a:cubicBezTo>
                  <a:cubicBezTo>
                    <a:pt x="92585" y="44864"/>
                    <a:pt x="98421" y="48117"/>
                    <a:pt x="104926" y="48968"/>
                  </a:cubicBezTo>
                  <a:cubicBezTo>
                    <a:pt x="116385" y="50457"/>
                    <a:pt x="108239" y="65442"/>
                    <a:pt x="119759" y="67509"/>
                  </a:cubicBezTo>
                  <a:cubicBezTo>
                    <a:pt x="126659" y="68725"/>
                    <a:pt x="137298" y="62980"/>
                    <a:pt x="143559" y="65716"/>
                  </a:cubicBezTo>
                  <a:cubicBezTo>
                    <a:pt x="147936" y="67631"/>
                    <a:pt x="153407" y="72099"/>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21"/>
            <p:cNvSpPr/>
            <p:nvPr/>
          </p:nvSpPr>
          <p:spPr>
            <a:xfrm>
              <a:off x="2975000" y="442550"/>
              <a:ext cx="3962850" cy="1800200"/>
            </a:xfrm>
            <a:custGeom>
              <a:rect b="b" l="l" r="r" t="t"/>
              <a:pathLst>
                <a:path extrusionOk="0" fill="none" h="72008" w="158514">
                  <a:moveTo>
                    <a:pt x="0" y="1"/>
                  </a:moveTo>
                  <a:cubicBezTo>
                    <a:pt x="5167" y="2645"/>
                    <a:pt x="10821" y="4499"/>
                    <a:pt x="16140" y="6201"/>
                  </a:cubicBezTo>
                  <a:cubicBezTo>
                    <a:pt x="21976" y="8055"/>
                    <a:pt x="27630" y="11065"/>
                    <a:pt x="29484" y="16657"/>
                  </a:cubicBezTo>
                  <a:cubicBezTo>
                    <a:pt x="31308" y="22159"/>
                    <a:pt x="26748" y="29940"/>
                    <a:pt x="31521" y="35442"/>
                  </a:cubicBezTo>
                  <a:cubicBezTo>
                    <a:pt x="34621" y="38998"/>
                    <a:pt x="36414" y="48147"/>
                    <a:pt x="40913" y="49211"/>
                  </a:cubicBezTo>
                  <a:cubicBezTo>
                    <a:pt x="50244" y="51430"/>
                    <a:pt x="56749" y="38846"/>
                    <a:pt x="63041" y="34044"/>
                  </a:cubicBezTo>
                  <a:cubicBezTo>
                    <a:pt x="70731" y="28147"/>
                    <a:pt x="82190" y="36992"/>
                    <a:pt x="88391" y="40943"/>
                  </a:cubicBezTo>
                  <a:cubicBezTo>
                    <a:pt x="93862" y="44409"/>
                    <a:pt x="98695" y="48147"/>
                    <a:pt x="105352" y="48907"/>
                  </a:cubicBezTo>
                  <a:cubicBezTo>
                    <a:pt x="117024" y="50184"/>
                    <a:pt x="108786" y="64834"/>
                    <a:pt x="120276" y="66780"/>
                  </a:cubicBezTo>
                  <a:cubicBezTo>
                    <a:pt x="126993" y="67904"/>
                    <a:pt x="137784" y="62585"/>
                    <a:pt x="143863" y="65533"/>
                  </a:cubicBezTo>
                  <a:cubicBezTo>
                    <a:pt x="148149" y="67570"/>
                    <a:pt x="153468" y="72008"/>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21"/>
            <p:cNvSpPr/>
            <p:nvPr/>
          </p:nvSpPr>
          <p:spPr>
            <a:xfrm>
              <a:off x="2975000" y="442550"/>
              <a:ext cx="3963625" cy="1798675"/>
            </a:xfrm>
            <a:custGeom>
              <a:rect b="b" l="l" r="r" t="t"/>
              <a:pathLst>
                <a:path extrusionOk="0" fill="none" h="71947" w="158545">
                  <a:moveTo>
                    <a:pt x="0" y="1"/>
                  </a:moveTo>
                  <a:cubicBezTo>
                    <a:pt x="5198" y="2615"/>
                    <a:pt x="10912" y="4408"/>
                    <a:pt x="16323" y="5958"/>
                  </a:cubicBezTo>
                  <a:cubicBezTo>
                    <a:pt x="22067" y="7630"/>
                    <a:pt x="28147" y="10365"/>
                    <a:pt x="30578" y="15472"/>
                  </a:cubicBezTo>
                  <a:cubicBezTo>
                    <a:pt x="33192" y="20974"/>
                    <a:pt x="26931" y="29059"/>
                    <a:pt x="31369" y="35047"/>
                  </a:cubicBezTo>
                  <a:cubicBezTo>
                    <a:pt x="33831" y="38390"/>
                    <a:pt x="37904" y="47904"/>
                    <a:pt x="41825" y="48542"/>
                  </a:cubicBezTo>
                  <a:cubicBezTo>
                    <a:pt x="50883" y="50062"/>
                    <a:pt x="57296" y="36931"/>
                    <a:pt x="64257" y="33010"/>
                  </a:cubicBezTo>
                  <a:cubicBezTo>
                    <a:pt x="72160" y="28512"/>
                    <a:pt x="83102" y="35928"/>
                    <a:pt x="89424" y="40153"/>
                  </a:cubicBezTo>
                  <a:cubicBezTo>
                    <a:pt x="94804" y="43740"/>
                    <a:pt x="98877" y="48208"/>
                    <a:pt x="105747" y="48846"/>
                  </a:cubicBezTo>
                  <a:cubicBezTo>
                    <a:pt x="117601" y="49971"/>
                    <a:pt x="109425" y="64257"/>
                    <a:pt x="120793" y="66081"/>
                  </a:cubicBezTo>
                  <a:cubicBezTo>
                    <a:pt x="127419" y="67144"/>
                    <a:pt x="138270" y="62281"/>
                    <a:pt x="144167" y="65351"/>
                  </a:cubicBezTo>
                  <a:cubicBezTo>
                    <a:pt x="148362" y="67540"/>
                    <a:pt x="153529" y="71947"/>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21"/>
            <p:cNvSpPr/>
            <p:nvPr/>
          </p:nvSpPr>
          <p:spPr>
            <a:xfrm>
              <a:off x="2975000" y="442550"/>
              <a:ext cx="3962850" cy="1795650"/>
            </a:xfrm>
            <a:custGeom>
              <a:rect b="b" l="l" r="r" t="t"/>
              <a:pathLst>
                <a:path extrusionOk="0" fill="none" h="71826" w="158514">
                  <a:moveTo>
                    <a:pt x="0" y="1"/>
                  </a:moveTo>
                  <a:cubicBezTo>
                    <a:pt x="5259" y="2584"/>
                    <a:pt x="10973" y="4317"/>
                    <a:pt x="16475" y="5745"/>
                  </a:cubicBezTo>
                  <a:cubicBezTo>
                    <a:pt x="22250" y="7235"/>
                    <a:pt x="28542" y="9788"/>
                    <a:pt x="31581" y="14195"/>
                  </a:cubicBezTo>
                  <a:cubicBezTo>
                    <a:pt x="35168" y="19332"/>
                    <a:pt x="27326" y="28238"/>
                    <a:pt x="31247" y="34560"/>
                  </a:cubicBezTo>
                  <a:cubicBezTo>
                    <a:pt x="33253" y="37782"/>
                    <a:pt x="39150" y="47418"/>
                    <a:pt x="42737" y="47722"/>
                  </a:cubicBezTo>
                  <a:cubicBezTo>
                    <a:pt x="51612" y="48482"/>
                    <a:pt x="57752" y="35229"/>
                    <a:pt x="65412" y="32129"/>
                  </a:cubicBezTo>
                  <a:cubicBezTo>
                    <a:pt x="73588" y="28816"/>
                    <a:pt x="84044" y="34804"/>
                    <a:pt x="90275" y="39302"/>
                  </a:cubicBezTo>
                  <a:cubicBezTo>
                    <a:pt x="95351" y="42980"/>
                    <a:pt x="98938" y="48269"/>
                    <a:pt x="106081" y="48816"/>
                  </a:cubicBezTo>
                  <a:cubicBezTo>
                    <a:pt x="111704" y="49241"/>
                    <a:pt x="112981" y="50670"/>
                    <a:pt x="114136" y="56111"/>
                  </a:cubicBezTo>
                  <a:cubicBezTo>
                    <a:pt x="115139" y="60792"/>
                    <a:pt x="115321" y="64470"/>
                    <a:pt x="121279" y="65381"/>
                  </a:cubicBezTo>
                  <a:cubicBezTo>
                    <a:pt x="127784" y="66385"/>
                    <a:pt x="138696" y="61947"/>
                    <a:pt x="144410" y="65169"/>
                  </a:cubicBezTo>
                  <a:cubicBezTo>
                    <a:pt x="148483" y="67448"/>
                    <a:pt x="153529" y="7182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21"/>
            <p:cNvSpPr/>
            <p:nvPr/>
          </p:nvSpPr>
          <p:spPr>
            <a:xfrm>
              <a:off x="2975000" y="442550"/>
              <a:ext cx="3962850" cy="1794125"/>
            </a:xfrm>
            <a:custGeom>
              <a:rect b="b" l="l" r="r" t="t"/>
              <a:pathLst>
                <a:path extrusionOk="0" fill="none" h="71765" w="158514">
                  <a:moveTo>
                    <a:pt x="0" y="1"/>
                  </a:moveTo>
                  <a:cubicBezTo>
                    <a:pt x="5319" y="2554"/>
                    <a:pt x="11064" y="4226"/>
                    <a:pt x="16627" y="5502"/>
                  </a:cubicBezTo>
                  <a:cubicBezTo>
                    <a:pt x="22523" y="6840"/>
                    <a:pt x="28663" y="9302"/>
                    <a:pt x="32554" y="12919"/>
                  </a:cubicBezTo>
                  <a:cubicBezTo>
                    <a:pt x="36931" y="17022"/>
                    <a:pt x="28906" y="28268"/>
                    <a:pt x="31247" y="33983"/>
                  </a:cubicBezTo>
                  <a:cubicBezTo>
                    <a:pt x="32615" y="37326"/>
                    <a:pt x="40031" y="46658"/>
                    <a:pt x="43679" y="46719"/>
                  </a:cubicBezTo>
                  <a:cubicBezTo>
                    <a:pt x="52433" y="46810"/>
                    <a:pt x="58117" y="33861"/>
                    <a:pt x="66628" y="31430"/>
                  </a:cubicBezTo>
                  <a:cubicBezTo>
                    <a:pt x="75108" y="28998"/>
                    <a:pt x="85078" y="33709"/>
                    <a:pt x="91066" y="38451"/>
                  </a:cubicBezTo>
                  <a:cubicBezTo>
                    <a:pt x="95899" y="42250"/>
                    <a:pt x="98847" y="48482"/>
                    <a:pt x="106446" y="48785"/>
                  </a:cubicBezTo>
                  <a:cubicBezTo>
                    <a:pt x="119030" y="49272"/>
                    <a:pt x="110853" y="62950"/>
                    <a:pt x="121826" y="64743"/>
                  </a:cubicBezTo>
                  <a:cubicBezTo>
                    <a:pt x="128088" y="65746"/>
                    <a:pt x="139121" y="61612"/>
                    <a:pt x="144684" y="64986"/>
                  </a:cubicBezTo>
                  <a:cubicBezTo>
                    <a:pt x="148666" y="67388"/>
                    <a:pt x="153559" y="7176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21"/>
            <p:cNvSpPr/>
            <p:nvPr/>
          </p:nvSpPr>
          <p:spPr>
            <a:xfrm>
              <a:off x="2975000" y="442550"/>
              <a:ext cx="3962850" cy="1791075"/>
            </a:xfrm>
            <a:custGeom>
              <a:rect b="b" l="l" r="r" t="t"/>
              <a:pathLst>
                <a:path extrusionOk="0" fill="none" h="71643" w="158514">
                  <a:moveTo>
                    <a:pt x="0" y="1"/>
                  </a:moveTo>
                  <a:cubicBezTo>
                    <a:pt x="5319" y="2523"/>
                    <a:pt x="11155" y="4134"/>
                    <a:pt x="16779" y="5259"/>
                  </a:cubicBezTo>
                  <a:cubicBezTo>
                    <a:pt x="22736" y="6475"/>
                    <a:pt x="29302" y="9058"/>
                    <a:pt x="33405" y="11672"/>
                  </a:cubicBezTo>
                  <a:cubicBezTo>
                    <a:pt x="37660" y="14378"/>
                    <a:pt x="30821" y="28968"/>
                    <a:pt x="31399" y="33314"/>
                  </a:cubicBezTo>
                  <a:cubicBezTo>
                    <a:pt x="31885" y="36931"/>
                    <a:pt x="40578" y="45624"/>
                    <a:pt x="44651" y="45472"/>
                  </a:cubicBezTo>
                  <a:cubicBezTo>
                    <a:pt x="53101" y="45168"/>
                    <a:pt x="58421" y="32828"/>
                    <a:pt x="67874" y="30852"/>
                  </a:cubicBezTo>
                  <a:cubicBezTo>
                    <a:pt x="76658" y="29028"/>
                    <a:pt x="86233" y="32706"/>
                    <a:pt x="91856" y="37509"/>
                  </a:cubicBezTo>
                  <a:cubicBezTo>
                    <a:pt x="96476" y="41491"/>
                    <a:pt x="98908" y="48542"/>
                    <a:pt x="106780" y="48755"/>
                  </a:cubicBezTo>
                  <a:cubicBezTo>
                    <a:pt x="112647" y="48907"/>
                    <a:pt x="114045" y="50184"/>
                    <a:pt x="115565" y="55503"/>
                  </a:cubicBezTo>
                  <a:cubicBezTo>
                    <a:pt x="116841" y="60062"/>
                    <a:pt x="116628" y="63132"/>
                    <a:pt x="122404" y="64044"/>
                  </a:cubicBezTo>
                  <a:cubicBezTo>
                    <a:pt x="128544" y="65047"/>
                    <a:pt x="139486" y="61278"/>
                    <a:pt x="144957" y="64804"/>
                  </a:cubicBezTo>
                  <a:cubicBezTo>
                    <a:pt x="148818" y="67296"/>
                    <a:pt x="153559" y="71643"/>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21"/>
            <p:cNvSpPr/>
            <p:nvPr/>
          </p:nvSpPr>
          <p:spPr>
            <a:xfrm>
              <a:off x="2975000" y="442550"/>
              <a:ext cx="3962100" cy="1789575"/>
            </a:xfrm>
            <a:custGeom>
              <a:rect b="b" l="l" r="r" t="t"/>
              <a:pathLst>
                <a:path extrusionOk="0" fill="none" h="71583" w="158484">
                  <a:moveTo>
                    <a:pt x="0" y="1"/>
                  </a:moveTo>
                  <a:cubicBezTo>
                    <a:pt x="5380" y="2463"/>
                    <a:pt x="11216" y="4043"/>
                    <a:pt x="16900" y="5016"/>
                  </a:cubicBezTo>
                  <a:cubicBezTo>
                    <a:pt x="22797" y="6049"/>
                    <a:pt x="29058" y="8724"/>
                    <a:pt x="34135" y="10457"/>
                  </a:cubicBezTo>
                  <a:cubicBezTo>
                    <a:pt x="39667" y="12372"/>
                    <a:pt x="32037" y="28846"/>
                    <a:pt x="31855" y="32463"/>
                  </a:cubicBezTo>
                  <a:cubicBezTo>
                    <a:pt x="31672" y="36597"/>
                    <a:pt x="40852" y="44712"/>
                    <a:pt x="45503" y="44074"/>
                  </a:cubicBezTo>
                  <a:cubicBezTo>
                    <a:pt x="54165" y="42889"/>
                    <a:pt x="59606" y="32038"/>
                    <a:pt x="69090" y="30335"/>
                  </a:cubicBezTo>
                  <a:cubicBezTo>
                    <a:pt x="77479" y="28846"/>
                    <a:pt x="87388" y="31703"/>
                    <a:pt x="92646" y="36566"/>
                  </a:cubicBezTo>
                  <a:cubicBezTo>
                    <a:pt x="97084" y="40670"/>
                    <a:pt x="98908" y="48634"/>
                    <a:pt x="107084" y="48725"/>
                  </a:cubicBezTo>
                  <a:cubicBezTo>
                    <a:pt x="112890" y="48816"/>
                    <a:pt x="114501" y="49910"/>
                    <a:pt x="116203" y="55229"/>
                  </a:cubicBezTo>
                  <a:cubicBezTo>
                    <a:pt x="117571" y="59606"/>
                    <a:pt x="117297" y="62555"/>
                    <a:pt x="122951" y="63436"/>
                  </a:cubicBezTo>
                  <a:cubicBezTo>
                    <a:pt x="129030" y="64378"/>
                    <a:pt x="139851" y="60944"/>
                    <a:pt x="145200" y="64622"/>
                  </a:cubicBezTo>
                  <a:cubicBezTo>
                    <a:pt x="148939" y="67205"/>
                    <a:pt x="153590" y="7158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21"/>
            <p:cNvSpPr/>
            <p:nvPr/>
          </p:nvSpPr>
          <p:spPr>
            <a:xfrm>
              <a:off x="2975000" y="442550"/>
              <a:ext cx="3962850" cy="1785000"/>
            </a:xfrm>
            <a:custGeom>
              <a:rect b="b" l="l" r="r" t="t"/>
              <a:pathLst>
                <a:path extrusionOk="0" fill="none" h="71400" w="158514">
                  <a:moveTo>
                    <a:pt x="0" y="1"/>
                  </a:moveTo>
                  <a:cubicBezTo>
                    <a:pt x="5411" y="2432"/>
                    <a:pt x="11307" y="3952"/>
                    <a:pt x="17052" y="4803"/>
                  </a:cubicBezTo>
                  <a:cubicBezTo>
                    <a:pt x="22949" y="5685"/>
                    <a:pt x="29028" y="8967"/>
                    <a:pt x="34682" y="9362"/>
                  </a:cubicBezTo>
                  <a:cubicBezTo>
                    <a:pt x="42007" y="9849"/>
                    <a:pt x="33557" y="28360"/>
                    <a:pt x="32858" y="31065"/>
                  </a:cubicBezTo>
                  <a:cubicBezTo>
                    <a:pt x="31308" y="36931"/>
                    <a:pt x="41095" y="43801"/>
                    <a:pt x="46141" y="42676"/>
                  </a:cubicBezTo>
                  <a:cubicBezTo>
                    <a:pt x="54925" y="40761"/>
                    <a:pt x="60731" y="31703"/>
                    <a:pt x="70245" y="29819"/>
                  </a:cubicBezTo>
                  <a:cubicBezTo>
                    <a:pt x="78451" y="28177"/>
                    <a:pt x="88573" y="30731"/>
                    <a:pt x="93497" y="35563"/>
                  </a:cubicBezTo>
                  <a:cubicBezTo>
                    <a:pt x="97753" y="39728"/>
                    <a:pt x="98969" y="48725"/>
                    <a:pt x="107419" y="48755"/>
                  </a:cubicBezTo>
                  <a:cubicBezTo>
                    <a:pt x="113163" y="48755"/>
                    <a:pt x="115018" y="49667"/>
                    <a:pt x="116872" y="54956"/>
                  </a:cubicBezTo>
                  <a:cubicBezTo>
                    <a:pt x="118331" y="59181"/>
                    <a:pt x="118027" y="61977"/>
                    <a:pt x="123559" y="62798"/>
                  </a:cubicBezTo>
                  <a:cubicBezTo>
                    <a:pt x="129638" y="63710"/>
                    <a:pt x="140459" y="60579"/>
                    <a:pt x="145504" y="64470"/>
                  </a:cubicBezTo>
                  <a:cubicBezTo>
                    <a:pt x="148939" y="67144"/>
                    <a:pt x="153802" y="7140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21"/>
            <p:cNvSpPr/>
            <p:nvPr/>
          </p:nvSpPr>
          <p:spPr>
            <a:xfrm>
              <a:off x="2975000" y="442550"/>
              <a:ext cx="3962100" cy="1781975"/>
            </a:xfrm>
            <a:custGeom>
              <a:rect b="b" l="l" r="r" t="t"/>
              <a:pathLst>
                <a:path extrusionOk="0" fill="none" h="71279" w="158484">
                  <a:moveTo>
                    <a:pt x="0" y="1"/>
                  </a:moveTo>
                  <a:cubicBezTo>
                    <a:pt x="5471" y="2402"/>
                    <a:pt x="11247" y="3922"/>
                    <a:pt x="17174" y="4560"/>
                  </a:cubicBezTo>
                  <a:cubicBezTo>
                    <a:pt x="23253" y="5198"/>
                    <a:pt x="29514" y="8420"/>
                    <a:pt x="35107" y="8177"/>
                  </a:cubicBezTo>
                  <a:cubicBezTo>
                    <a:pt x="44044" y="7782"/>
                    <a:pt x="35290" y="26718"/>
                    <a:pt x="34256" y="29089"/>
                  </a:cubicBezTo>
                  <a:cubicBezTo>
                    <a:pt x="31369" y="35959"/>
                    <a:pt x="40578" y="42980"/>
                    <a:pt x="46658" y="41247"/>
                  </a:cubicBezTo>
                  <a:cubicBezTo>
                    <a:pt x="55533" y="38785"/>
                    <a:pt x="61947" y="31490"/>
                    <a:pt x="71369" y="29180"/>
                  </a:cubicBezTo>
                  <a:cubicBezTo>
                    <a:pt x="79424" y="27174"/>
                    <a:pt x="89819" y="29697"/>
                    <a:pt x="94470" y="34439"/>
                  </a:cubicBezTo>
                  <a:cubicBezTo>
                    <a:pt x="98482" y="38573"/>
                    <a:pt x="99090" y="48785"/>
                    <a:pt x="107753" y="48694"/>
                  </a:cubicBezTo>
                  <a:cubicBezTo>
                    <a:pt x="113407" y="48634"/>
                    <a:pt x="115504" y="49424"/>
                    <a:pt x="117510" y="54652"/>
                  </a:cubicBezTo>
                  <a:cubicBezTo>
                    <a:pt x="119060" y="58694"/>
                    <a:pt x="118665" y="61400"/>
                    <a:pt x="124167" y="62160"/>
                  </a:cubicBezTo>
                  <a:cubicBezTo>
                    <a:pt x="130246" y="62980"/>
                    <a:pt x="140793" y="60245"/>
                    <a:pt x="145717" y="64257"/>
                  </a:cubicBezTo>
                  <a:cubicBezTo>
                    <a:pt x="149061" y="66962"/>
                    <a:pt x="153802" y="71278"/>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21"/>
            <p:cNvSpPr/>
            <p:nvPr/>
          </p:nvSpPr>
          <p:spPr>
            <a:xfrm>
              <a:off x="2975000" y="442550"/>
              <a:ext cx="3962850" cy="1781200"/>
            </a:xfrm>
            <a:custGeom>
              <a:rect b="b" l="l" r="r" t="t"/>
              <a:pathLst>
                <a:path extrusionOk="0" fill="none" h="71248" w="158514">
                  <a:moveTo>
                    <a:pt x="0" y="1"/>
                  </a:moveTo>
                  <a:cubicBezTo>
                    <a:pt x="5502" y="2371"/>
                    <a:pt x="11338" y="3830"/>
                    <a:pt x="17326" y="4347"/>
                  </a:cubicBezTo>
                  <a:cubicBezTo>
                    <a:pt x="23405" y="4833"/>
                    <a:pt x="29484" y="7478"/>
                    <a:pt x="35381" y="7083"/>
                  </a:cubicBezTo>
                  <a:cubicBezTo>
                    <a:pt x="46171" y="6384"/>
                    <a:pt x="37660" y="22007"/>
                    <a:pt x="36080" y="26718"/>
                  </a:cubicBezTo>
                  <a:cubicBezTo>
                    <a:pt x="34560" y="31247"/>
                    <a:pt x="33192" y="34591"/>
                    <a:pt x="37387" y="37934"/>
                  </a:cubicBezTo>
                  <a:cubicBezTo>
                    <a:pt x="40062" y="40032"/>
                    <a:pt x="43983" y="40913"/>
                    <a:pt x="47144" y="39940"/>
                  </a:cubicBezTo>
                  <a:cubicBezTo>
                    <a:pt x="52007" y="38421"/>
                    <a:pt x="55959" y="34864"/>
                    <a:pt x="60548" y="32524"/>
                  </a:cubicBezTo>
                  <a:cubicBezTo>
                    <a:pt x="64409" y="30579"/>
                    <a:pt x="68360" y="29758"/>
                    <a:pt x="72403" y="28512"/>
                  </a:cubicBezTo>
                  <a:cubicBezTo>
                    <a:pt x="80275" y="26080"/>
                    <a:pt x="91187" y="28724"/>
                    <a:pt x="95503" y="33314"/>
                  </a:cubicBezTo>
                  <a:cubicBezTo>
                    <a:pt x="99303" y="37296"/>
                    <a:pt x="99212" y="48877"/>
                    <a:pt x="108118" y="48694"/>
                  </a:cubicBezTo>
                  <a:cubicBezTo>
                    <a:pt x="113589" y="48573"/>
                    <a:pt x="115990" y="49302"/>
                    <a:pt x="118148" y="54409"/>
                  </a:cubicBezTo>
                  <a:cubicBezTo>
                    <a:pt x="119820" y="58299"/>
                    <a:pt x="119364" y="60974"/>
                    <a:pt x="124805" y="61612"/>
                  </a:cubicBezTo>
                  <a:cubicBezTo>
                    <a:pt x="130519" y="62281"/>
                    <a:pt x="141249" y="59819"/>
                    <a:pt x="145991" y="64135"/>
                  </a:cubicBezTo>
                  <a:cubicBezTo>
                    <a:pt x="149213" y="67023"/>
                    <a:pt x="153863" y="71248"/>
                    <a:pt x="158514" y="68695"/>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21"/>
            <p:cNvSpPr/>
            <p:nvPr/>
          </p:nvSpPr>
          <p:spPr>
            <a:xfrm>
              <a:off x="2975000" y="442550"/>
              <a:ext cx="3962100" cy="1777400"/>
            </a:xfrm>
            <a:custGeom>
              <a:rect b="b" l="l" r="r" t="t"/>
              <a:pathLst>
                <a:path extrusionOk="0" fill="none" h="71096" w="158484">
                  <a:moveTo>
                    <a:pt x="0" y="1"/>
                  </a:moveTo>
                  <a:cubicBezTo>
                    <a:pt x="5532" y="2341"/>
                    <a:pt x="11429" y="3739"/>
                    <a:pt x="17447" y="4104"/>
                  </a:cubicBezTo>
                  <a:cubicBezTo>
                    <a:pt x="23496" y="4469"/>
                    <a:pt x="29484" y="6596"/>
                    <a:pt x="35533" y="6049"/>
                  </a:cubicBezTo>
                  <a:cubicBezTo>
                    <a:pt x="47357" y="4955"/>
                    <a:pt x="40822" y="16809"/>
                    <a:pt x="38208" y="23983"/>
                  </a:cubicBezTo>
                  <a:cubicBezTo>
                    <a:pt x="36657" y="28329"/>
                    <a:pt x="33557" y="33253"/>
                    <a:pt x="37691" y="36962"/>
                  </a:cubicBezTo>
                  <a:cubicBezTo>
                    <a:pt x="40244" y="39272"/>
                    <a:pt x="44591" y="39636"/>
                    <a:pt x="47661" y="38603"/>
                  </a:cubicBezTo>
                  <a:cubicBezTo>
                    <a:pt x="52646" y="36931"/>
                    <a:pt x="56901" y="33557"/>
                    <a:pt x="61764" y="31460"/>
                  </a:cubicBezTo>
                  <a:cubicBezTo>
                    <a:pt x="65533" y="29819"/>
                    <a:pt x="69576" y="29150"/>
                    <a:pt x="73375" y="27721"/>
                  </a:cubicBezTo>
                  <a:cubicBezTo>
                    <a:pt x="80974" y="24864"/>
                    <a:pt x="92464" y="27721"/>
                    <a:pt x="96659" y="32068"/>
                  </a:cubicBezTo>
                  <a:cubicBezTo>
                    <a:pt x="100884" y="36445"/>
                    <a:pt x="98634" y="48512"/>
                    <a:pt x="108452" y="48664"/>
                  </a:cubicBezTo>
                  <a:cubicBezTo>
                    <a:pt x="114014" y="48755"/>
                    <a:pt x="116416" y="49150"/>
                    <a:pt x="118756" y="54105"/>
                  </a:cubicBezTo>
                  <a:cubicBezTo>
                    <a:pt x="120550" y="57874"/>
                    <a:pt x="120002" y="60488"/>
                    <a:pt x="125413" y="61035"/>
                  </a:cubicBezTo>
                  <a:cubicBezTo>
                    <a:pt x="131158" y="61643"/>
                    <a:pt x="141553" y="59454"/>
                    <a:pt x="146234" y="63922"/>
                  </a:cubicBezTo>
                  <a:cubicBezTo>
                    <a:pt x="149334" y="66871"/>
                    <a:pt x="153894" y="71096"/>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21"/>
            <p:cNvSpPr/>
            <p:nvPr/>
          </p:nvSpPr>
          <p:spPr>
            <a:xfrm>
              <a:off x="2975000" y="442550"/>
              <a:ext cx="3962850" cy="1775125"/>
            </a:xfrm>
            <a:custGeom>
              <a:rect b="b" l="l" r="r" t="t"/>
              <a:pathLst>
                <a:path extrusionOk="0" fill="none" h="71005" w="158514">
                  <a:moveTo>
                    <a:pt x="0" y="1"/>
                  </a:moveTo>
                  <a:cubicBezTo>
                    <a:pt x="5593" y="2311"/>
                    <a:pt x="11520" y="3648"/>
                    <a:pt x="17569" y="3861"/>
                  </a:cubicBezTo>
                  <a:cubicBezTo>
                    <a:pt x="23587" y="4074"/>
                    <a:pt x="29636" y="5837"/>
                    <a:pt x="35594" y="5046"/>
                  </a:cubicBezTo>
                  <a:cubicBezTo>
                    <a:pt x="47569" y="3466"/>
                    <a:pt x="43800" y="12280"/>
                    <a:pt x="40578" y="20974"/>
                  </a:cubicBezTo>
                  <a:cubicBezTo>
                    <a:pt x="39059" y="25107"/>
                    <a:pt x="34773" y="31916"/>
                    <a:pt x="38268" y="35867"/>
                  </a:cubicBezTo>
                  <a:cubicBezTo>
                    <a:pt x="40548" y="38451"/>
                    <a:pt x="45381" y="38208"/>
                    <a:pt x="48238" y="37296"/>
                  </a:cubicBezTo>
                  <a:cubicBezTo>
                    <a:pt x="53405" y="35624"/>
                    <a:pt x="57965" y="32281"/>
                    <a:pt x="63102" y="30366"/>
                  </a:cubicBezTo>
                  <a:cubicBezTo>
                    <a:pt x="66780" y="28968"/>
                    <a:pt x="70701" y="28420"/>
                    <a:pt x="74257" y="26840"/>
                  </a:cubicBezTo>
                  <a:cubicBezTo>
                    <a:pt x="81552" y="23588"/>
                    <a:pt x="94075" y="26779"/>
                    <a:pt x="97935" y="30791"/>
                  </a:cubicBezTo>
                  <a:cubicBezTo>
                    <a:pt x="101887" y="34895"/>
                    <a:pt x="98938" y="48542"/>
                    <a:pt x="108817" y="48664"/>
                  </a:cubicBezTo>
                  <a:cubicBezTo>
                    <a:pt x="114227" y="48694"/>
                    <a:pt x="116872" y="49029"/>
                    <a:pt x="119364" y="53801"/>
                  </a:cubicBezTo>
                  <a:cubicBezTo>
                    <a:pt x="121249" y="57448"/>
                    <a:pt x="120702" y="60032"/>
                    <a:pt x="126021" y="60518"/>
                  </a:cubicBezTo>
                  <a:cubicBezTo>
                    <a:pt x="131826" y="61035"/>
                    <a:pt x="141857" y="59120"/>
                    <a:pt x="146507" y="63771"/>
                  </a:cubicBezTo>
                  <a:cubicBezTo>
                    <a:pt x="149456" y="66719"/>
                    <a:pt x="153924" y="7100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21"/>
            <p:cNvSpPr/>
            <p:nvPr/>
          </p:nvSpPr>
          <p:spPr>
            <a:xfrm>
              <a:off x="2975000" y="442550"/>
              <a:ext cx="3962850" cy="1772850"/>
            </a:xfrm>
            <a:custGeom>
              <a:rect b="b" l="l" r="r" t="t"/>
              <a:pathLst>
                <a:path extrusionOk="0" fill="none" h="70914" w="158514">
                  <a:moveTo>
                    <a:pt x="0" y="1"/>
                  </a:moveTo>
                  <a:cubicBezTo>
                    <a:pt x="5623" y="2280"/>
                    <a:pt x="11611" y="3526"/>
                    <a:pt x="17690" y="3648"/>
                  </a:cubicBezTo>
                  <a:cubicBezTo>
                    <a:pt x="23648" y="3709"/>
                    <a:pt x="29636" y="5016"/>
                    <a:pt x="35563" y="4104"/>
                  </a:cubicBezTo>
                  <a:cubicBezTo>
                    <a:pt x="47022" y="2371"/>
                    <a:pt x="46627" y="7843"/>
                    <a:pt x="43101" y="17812"/>
                  </a:cubicBezTo>
                  <a:cubicBezTo>
                    <a:pt x="41733" y="21612"/>
                    <a:pt x="36232" y="30670"/>
                    <a:pt x="39028" y="34621"/>
                  </a:cubicBezTo>
                  <a:cubicBezTo>
                    <a:pt x="41004" y="37387"/>
                    <a:pt x="46293" y="36901"/>
                    <a:pt x="48968" y="35989"/>
                  </a:cubicBezTo>
                  <a:cubicBezTo>
                    <a:pt x="57235" y="33071"/>
                    <a:pt x="67235" y="29667"/>
                    <a:pt x="75108" y="25867"/>
                  </a:cubicBezTo>
                  <a:cubicBezTo>
                    <a:pt x="82008" y="22524"/>
                    <a:pt x="95655" y="25746"/>
                    <a:pt x="99303" y="29484"/>
                  </a:cubicBezTo>
                  <a:cubicBezTo>
                    <a:pt x="103042" y="33284"/>
                    <a:pt x="99546" y="48573"/>
                    <a:pt x="109242" y="48573"/>
                  </a:cubicBezTo>
                  <a:cubicBezTo>
                    <a:pt x="114379" y="48573"/>
                    <a:pt x="117328" y="48968"/>
                    <a:pt x="119942" y="53527"/>
                  </a:cubicBezTo>
                  <a:cubicBezTo>
                    <a:pt x="121948" y="57023"/>
                    <a:pt x="121340" y="59606"/>
                    <a:pt x="126629" y="60032"/>
                  </a:cubicBezTo>
                  <a:cubicBezTo>
                    <a:pt x="132495" y="60488"/>
                    <a:pt x="142130" y="58725"/>
                    <a:pt x="146751" y="63558"/>
                  </a:cubicBezTo>
                  <a:cubicBezTo>
                    <a:pt x="149608" y="66567"/>
                    <a:pt x="153985" y="70913"/>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21"/>
            <p:cNvSpPr/>
            <p:nvPr/>
          </p:nvSpPr>
          <p:spPr>
            <a:xfrm>
              <a:off x="2975000" y="442550"/>
              <a:ext cx="3962100" cy="1769800"/>
            </a:xfrm>
            <a:custGeom>
              <a:rect b="b" l="l" r="r" t="t"/>
              <a:pathLst>
                <a:path extrusionOk="0" fill="none" h="70792" w="158484">
                  <a:moveTo>
                    <a:pt x="0" y="1"/>
                  </a:moveTo>
                  <a:cubicBezTo>
                    <a:pt x="5654" y="2280"/>
                    <a:pt x="11703" y="3435"/>
                    <a:pt x="17812" y="3405"/>
                  </a:cubicBezTo>
                  <a:cubicBezTo>
                    <a:pt x="23709" y="3344"/>
                    <a:pt x="29606" y="4165"/>
                    <a:pt x="35502" y="3192"/>
                  </a:cubicBezTo>
                  <a:cubicBezTo>
                    <a:pt x="37660" y="2858"/>
                    <a:pt x="42463" y="1976"/>
                    <a:pt x="44621" y="2949"/>
                  </a:cubicBezTo>
                  <a:cubicBezTo>
                    <a:pt x="49545" y="5168"/>
                    <a:pt x="46840" y="10913"/>
                    <a:pt x="45624" y="14742"/>
                  </a:cubicBezTo>
                  <a:cubicBezTo>
                    <a:pt x="43557" y="21369"/>
                    <a:pt x="34135" y="40001"/>
                    <a:pt x="49819" y="34652"/>
                  </a:cubicBezTo>
                  <a:cubicBezTo>
                    <a:pt x="58299" y="31734"/>
                    <a:pt x="67935" y="28177"/>
                    <a:pt x="76050" y="24864"/>
                  </a:cubicBezTo>
                  <a:cubicBezTo>
                    <a:pt x="83072" y="21977"/>
                    <a:pt x="96051" y="24347"/>
                    <a:pt x="100762" y="28117"/>
                  </a:cubicBezTo>
                  <a:cubicBezTo>
                    <a:pt x="105716" y="32098"/>
                    <a:pt x="98908" y="48299"/>
                    <a:pt x="109698" y="48482"/>
                  </a:cubicBezTo>
                  <a:cubicBezTo>
                    <a:pt x="114653" y="48573"/>
                    <a:pt x="117753" y="48846"/>
                    <a:pt x="120458" y="53254"/>
                  </a:cubicBezTo>
                  <a:cubicBezTo>
                    <a:pt x="122586" y="56628"/>
                    <a:pt x="121948" y="59242"/>
                    <a:pt x="127176" y="59576"/>
                  </a:cubicBezTo>
                  <a:cubicBezTo>
                    <a:pt x="133133" y="60001"/>
                    <a:pt x="142404" y="58360"/>
                    <a:pt x="146963" y="63375"/>
                  </a:cubicBezTo>
                  <a:cubicBezTo>
                    <a:pt x="149699" y="66385"/>
                    <a:pt x="153985" y="70792"/>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21"/>
            <p:cNvSpPr/>
            <p:nvPr/>
          </p:nvSpPr>
          <p:spPr>
            <a:xfrm>
              <a:off x="2975000" y="442550"/>
              <a:ext cx="3963625" cy="1767525"/>
            </a:xfrm>
            <a:custGeom>
              <a:rect b="b" l="l" r="r" t="t"/>
              <a:pathLst>
                <a:path extrusionOk="0" fill="none" h="70701" w="158545">
                  <a:moveTo>
                    <a:pt x="0" y="1"/>
                  </a:moveTo>
                  <a:cubicBezTo>
                    <a:pt x="5715" y="2250"/>
                    <a:pt x="11794" y="3314"/>
                    <a:pt x="17934" y="3192"/>
                  </a:cubicBezTo>
                  <a:cubicBezTo>
                    <a:pt x="23770" y="2979"/>
                    <a:pt x="29575" y="3314"/>
                    <a:pt x="35411" y="2341"/>
                  </a:cubicBezTo>
                  <a:cubicBezTo>
                    <a:pt x="44439" y="791"/>
                    <a:pt x="50518" y="2371"/>
                    <a:pt x="48147" y="11916"/>
                  </a:cubicBezTo>
                  <a:cubicBezTo>
                    <a:pt x="46627" y="18086"/>
                    <a:pt x="34894" y="38725"/>
                    <a:pt x="50883" y="33253"/>
                  </a:cubicBezTo>
                  <a:cubicBezTo>
                    <a:pt x="59697" y="30244"/>
                    <a:pt x="68482" y="26688"/>
                    <a:pt x="77418" y="23922"/>
                  </a:cubicBezTo>
                  <a:cubicBezTo>
                    <a:pt x="84227" y="21794"/>
                    <a:pt x="97601" y="22585"/>
                    <a:pt x="102312" y="26779"/>
                  </a:cubicBezTo>
                  <a:cubicBezTo>
                    <a:pt x="107510" y="31399"/>
                    <a:pt x="99394" y="48056"/>
                    <a:pt x="110276" y="48330"/>
                  </a:cubicBezTo>
                  <a:cubicBezTo>
                    <a:pt x="115200" y="48451"/>
                    <a:pt x="117966" y="49181"/>
                    <a:pt x="120945" y="52889"/>
                  </a:cubicBezTo>
                  <a:cubicBezTo>
                    <a:pt x="123376" y="55928"/>
                    <a:pt x="122464" y="58877"/>
                    <a:pt x="127784" y="59150"/>
                  </a:cubicBezTo>
                  <a:cubicBezTo>
                    <a:pt x="133711" y="59454"/>
                    <a:pt x="142769" y="58026"/>
                    <a:pt x="147267" y="63223"/>
                  </a:cubicBezTo>
                  <a:cubicBezTo>
                    <a:pt x="149881" y="66202"/>
                    <a:pt x="154076" y="70701"/>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21"/>
            <p:cNvSpPr/>
            <p:nvPr/>
          </p:nvSpPr>
          <p:spPr>
            <a:xfrm>
              <a:off x="2975000" y="442550"/>
              <a:ext cx="3962850" cy="1765250"/>
            </a:xfrm>
            <a:custGeom>
              <a:rect b="b" l="l" r="r" t="t"/>
              <a:pathLst>
                <a:path extrusionOk="0" fill="none" h="70610" w="158514">
                  <a:moveTo>
                    <a:pt x="0" y="1"/>
                  </a:moveTo>
                  <a:cubicBezTo>
                    <a:pt x="5745" y="2219"/>
                    <a:pt x="11885" y="3223"/>
                    <a:pt x="18025" y="2949"/>
                  </a:cubicBezTo>
                  <a:cubicBezTo>
                    <a:pt x="23800" y="2645"/>
                    <a:pt x="29514" y="2493"/>
                    <a:pt x="35259" y="1490"/>
                  </a:cubicBezTo>
                  <a:cubicBezTo>
                    <a:pt x="38056" y="1004"/>
                    <a:pt x="42189" y="396"/>
                    <a:pt x="44986" y="1064"/>
                  </a:cubicBezTo>
                  <a:cubicBezTo>
                    <a:pt x="50183" y="2280"/>
                    <a:pt x="51065" y="4803"/>
                    <a:pt x="50487" y="9454"/>
                  </a:cubicBezTo>
                  <a:cubicBezTo>
                    <a:pt x="49728" y="14986"/>
                    <a:pt x="36627" y="36870"/>
                    <a:pt x="52068" y="31825"/>
                  </a:cubicBezTo>
                  <a:cubicBezTo>
                    <a:pt x="60944" y="28937"/>
                    <a:pt x="69910" y="25533"/>
                    <a:pt x="79029" y="23010"/>
                  </a:cubicBezTo>
                  <a:cubicBezTo>
                    <a:pt x="86111" y="21095"/>
                    <a:pt x="98969" y="21551"/>
                    <a:pt x="103893" y="25472"/>
                  </a:cubicBezTo>
                  <a:cubicBezTo>
                    <a:pt x="109212" y="29697"/>
                    <a:pt x="100093" y="47661"/>
                    <a:pt x="110823" y="48147"/>
                  </a:cubicBezTo>
                  <a:cubicBezTo>
                    <a:pt x="115595" y="48360"/>
                    <a:pt x="118422" y="49120"/>
                    <a:pt x="121431" y="52646"/>
                  </a:cubicBezTo>
                  <a:cubicBezTo>
                    <a:pt x="123923" y="55594"/>
                    <a:pt x="123103" y="58542"/>
                    <a:pt x="128300" y="58786"/>
                  </a:cubicBezTo>
                  <a:cubicBezTo>
                    <a:pt x="134288" y="59059"/>
                    <a:pt x="143042" y="57783"/>
                    <a:pt x="147480" y="63041"/>
                  </a:cubicBezTo>
                  <a:cubicBezTo>
                    <a:pt x="150003" y="65989"/>
                    <a:pt x="154076" y="7061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21"/>
            <p:cNvSpPr/>
            <p:nvPr/>
          </p:nvSpPr>
          <p:spPr>
            <a:xfrm>
              <a:off x="2975000" y="428125"/>
              <a:ext cx="3962850" cy="1777400"/>
            </a:xfrm>
            <a:custGeom>
              <a:rect b="b" l="l" r="r" t="t"/>
              <a:pathLst>
                <a:path extrusionOk="0" fill="none" h="71096" w="158514">
                  <a:moveTo>
                    <a:pt x="0" y="578"/>
                  </a:moveTo>
                  <a:cubicBezTo>
                    <a:pt x="5715" y="2705"/>
                    <a:pt x="12128" y="3769"/>
                    <a:pt x="18146" y="3313"/>
                  </a:cubicBezTo>
                  <a:cubicBezTo>
                    <a:pt x="23861" y="2888"/>
                    <a:pt x="29484" y="2219"/>
                    <a:pt x="35138" y="1246"/>
                  </a:cubicBezTo>
                  <a:cubicBezTo>
                    <a:pt x="42554" y="0"/>
                    <a:pt x="52281" y="1489"/>
                    <a:pt x="52585" y="7994"/>
                  </a:cubicBezTo>
                  <a:cubicBezTo>
                    <a:pt x="52767" y="12523"/>
                    <a:pt x="39211" y="35350"/>
                    <a:pt x="53436" y="30882"/>
                  </a:cubicBezTo>
                  <a:cubicBezTo>
                    <a:pt x="62372" y="28086"/>
                    <a:pt x="71673" y="25137"/>
                    <a:pt x="80914" y="22736"/>
                  </a:cubicBezTo>
                  <a:cubicBezTo>
                    <a:pt x="88604" y="20760"/>
                    <a:pt x="100032" y="21551"/>
                    <a:pt x="105443" y="24803"/>
                  </a:cubicBezTo>
                  <a:cubicBezTo>
                    <a:pt x="111674" y="28511"/>
                    <a:pt x="99941" y="47508"/>
                    <a:pt x="111431" y="48511"/>
                  </a:cubicBezTo>
                  <a:cubicBezTo>
                    <a:pt x="116081" y="48937"/>
                    <a:pt x="118847" y="49606"/>
                    <a:pt x="121887" y="52980"/>
                  </a:cubicBezTo>
                  <a:cubicBezTo>
                    <a:pt x="124440" y="55837"/>
                    <a:pt x="123741" y="58785"/>
                    <a:pt x="128787" y="58998"/>
                  </a:cubicBezTo>
                  <a:cubicBezTo>
                    <a:pt x="134836" y="59271"/>
                    <a:pt x="143316" y="58147"/>
                    <a:pt x="147723" y="63436"/>
                  </a:cubicBezTo>
                  <a:cubicBezTo>
                    <a:pt x="150125" y="66323"/>
                    <a:pt x="154106" y="71095"/>
                    <a:pt x="158514" y="6924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21"/>
            <p:cNvSpPr/>
            <p:nvPr/>
          </p:nvSpPr>
          <p:spPr>
            <a:xfrm>
              <a:off x="2975000" y="412925"/>
              <a:ext cx="3962850" cy="1789550"/>
            </a:xfrm>
            <a:custGeom>
              <a:rect b="b" l="l" r="r" t="t"/>
              <a:pathLst>
                <a:path extrusionOk="0" fill="none" h="71582" w="158514">
                  <a:moveTo>
                    <a:pt x="0" y="1186"/>
                  </a:moveTo>
                  <a:cubicBezTo>
                    <a:pt x="5745" y="3283"/>
                    <a:pt x="12219" y="4286"/>
                    <a:pt x="18238" y="3678"/>
                  </a:cubicBezTo>
                  <a:cubicBezTo>
                    <a:pt x="23891" y="3131"/>
                    <a:pt x="29454" y="1976"/>
                    <a:pt x="35046" y="1034"/>
                  </a:cubicBezTo>
                  <a:cubicBezTo>
                    <a:pt x="41308" y="0"/>
                    <a:pt x="52980" y="638"/>
                    <a:pt x="54317" y="7082"/>
                  </a:cubicBezTo>
                  <a:cubicBezTo>
                    <a:pt x="55260" y="11672"/>
                    <a:pt x="42159" y="33557"/>
                    <a:pt x="54895" y="29879"/>
                  </a:cubicBezTo>
                  <a:cubicBezTo>
                    <a:pt x="64044" y="27204"/>
                    <a:pt x="73588" y="24864"/>
                    <a:pt x="82950" y="22523"/>
                  </a:cubicBezTo>
                  <a:cubicBezTo>
                    <a:pt x="90488" y="20608"/>
                    <a:pt x="101248" y="21186"/>
                    <a:pt x="106932" y="24256"/>
                  </a:cubicBezTo>
                  <a:cubicBezTo>
                    <a:pt x="113862" y="27964"/>
                    <a:pt x="100762" y="47478"/>
                    <a:pt x="112069" y="48876"/>
                  </a:cubicBezTo>
                  <a:cubicBezTo>
                    <a:pt x="116264" y="49363"/>
                    <a:pt x="119729" y="49879"/>
                    <a:pt x="122343" y="53344"/>
                  </a:cubicBezTo>
                  <a:cubicBezTo>
                    <a:pt x="124562" y="56354"/>
                    <a:pt x="124653" y="59089"/>
                    <a:pt x="129273" y="59272"/>
                  </a:cubicBezTo>
                  <a:cubicBezTo>
                    <a:pt x="135352" y="59545"/>
                    <a:pt x="143620" y="58603"/>
                    <a:pt x="147936" y="63861"/>
                  </a:cubicBezTo>
                  <a:cubicBezTo>
                    <a:pt x="150277" y="66688"/>
                    <a:pt x="154137" y="71582"/>
                    <a:pt x="158514" y="6984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21"/>
            <p:cNvSpPr/>
            <p:nvPr/>
          </p:nvSpPr>
          <p:spPr>
            <a:xfrm>
              <a:off x="2975000" y="386325"/>
              <a:ext cx="3962850" cy="1813875"/>
            </a:xfrm>
            <a:custGeom>
              <a:rect b="b" l="l" r="r" t="t"/>
              <a:pathLst>
                <a:path extrusionOk="0" fill="none" h="72555" w="158514">
                  <a:moveTo>
                    <a:pt x="0" y="2250"/>
                  </a:moveTo>
                  <a:cubicBezTo>
                    <a:pt x="5806" y="4286"/>
                    <a:pt x="12371" y="5259"/>
                    <a:pt x="18390" y="4529"/>
                  </a:cubicBezTo>
                  <a:cubicBezTo>
                    <a:pt x="23982" y="3830"/>
                    <a:pt x="29423" y="2250"/>
                    <a:pt x="35046" y="1307"/>
                  </a:cubicBezTo>
                  <a:cubicBezTo>
                    <a:pt x="42767" y="0"/>
                    <a:pt x="52402" y="2067"/>
                    <a:pt x="55685" y="7174"/>
                  </a:cubicBezTo>
                  <a:cubicBezTo>
                    <a:pt x="57570" y="10183"/>
                    <a:pt x="46658" y="32159"/>
                    <a:pt x="56719" y="29271"/>
                  </a:cubicBezTo>
                  <a:cubicBezTo>
                    <a:pt x="65442" y="26748"/>
                    <a:pt x="75746" y="25077"/>
                    <a:pt x="85139" y="22736"/>
                  </a:cubicBezTo>
                  <a:cubicBezTo>
                    <a:pt x="92494" y="20882"/>
                    <a:pt x="102099" y="21338"/>
                    <a:pt x="108300" y="24317"/>
                  </a:cubicBezTo>
                  <a:cubicBezTo>
                    <a:pt x="116477" y="28207"/>
                    <a:pt x="101765" y="47873"/>
                    <a:pt x="112799" y="49636"/>
                  </a:cubicBezTo>
                  <a:cubicBezTo>
                    <a:pt x="116780" y="50275"/>
                    <a:pt x="120215" y="50852"/>
                    <a:pt x="122768" y="54165"/>
                  </a:cubicBezTo>
                  <a:cubicBezTo>
                    <a:pt x="125048" y="57083"/>
                    <a:pt x="125200" y="59849"/>
                    <a:pt x="129729" y="60032"/>
                  </a:cubicBezTo>
                  <a:cubicBezTo>
                    <a:pt x="135839" y="60336"/>
                    <a:pt x="143893" y="59545"/>
                    <a:pt x="148179" y="64773"/>
                  </a:cubicBezTo>
                  <a:cubicBezTo>
                    <a:pt x="150459" y="67539"/>
                    <a:pt x="154167" y="72555"/>
                    <a:pt x="158514" y="7091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21"/>
            <p:cNvSpPr/>
            <p:nvPr/>
          </p:nvSpPr>
          <p:spPr>
            <a:xfrm>
              <a:off x="2975000" y="367325"/>
              <a:ext cx="3962850" cy="1829825"/>
            </a:xfrm>
            <a:custGeom>
              <a:rect b="b" l="l" r="r" t="t"/>
              <a:pathLst>
                <a:path extrusionOk="0" fill="none" h="73193" w="158514">
                  <a:moveTo>
                    <a:pt x="0" y="3010"/>
                  </a:moveTo>
                  <a:cubicBezTo>
                    <a:pt x="5836" y="5016"/>
                    <a:pt x="12432" y="5897"/>
                    <a:pt x="18481" y="5046"/>
                  </a:cubicBezTo>
                  <a:cubicBezTo>
                    <a:pt x="24104" y="4286"/>
                    <a:pt x="29514" y="2067"/>
                    <a:pt x="35077" y="1216"/>
                  </a:cubicBezTo>
                  <a:cubicBezTo>
                    <a:pt x="43010" y="0"/>
                    <a:pt x="51703" y="2584"/>
                    <a:pt x="56719" y="7447"/>
                  </a:cubicBezTo>
                  <a:cubicBezTo>
                    <a:pt x="60123" y="10791"/>
                    <a:pt x="50335" y="30396"/>
                    <a:pt x="58998" y="28360"/>
                  </a:cubicBezTo>
                  <a:cubicBezTo>
                    <a:pt x="67722" y="26293"/>
                    <a:pt x="78056" y="25016"/>
                    <a:pt x="87357" y="22615"/>
                  </a:cubicBezTo>
                  <a:cubicBezTo>
                    <a:pt x="94531" y="20761"/>
                    <a:pt x="103224" y="21065"/>
                    <a:pt x="109546" y="24104"/>
                  </a:cubicBezTo>
                  <a:cubicBezTo>
                    <a:pt x="118209" y="28268"/>
                    <a:pt x="103376" y="47965"/>
                    <a:pt x="113559" y="50062"/>
                  </a:cubicBezTo>
                  <a:cubicBezTo>
                    <a:pt x="117328" y="50822"/>
                    <a:pt x="120671" y="51551"/>
                    <a:pt x="123194" y="54682"/>
                  </a:cubicBezTo>
                  <a:cubicBezTo>
                    <a:pt x="125474" y="57539"/>
                    <a:pt x="125717" y="60305"/>
                    <a:pt x="130155" y="60518"/>
                  </a:cubicBezTo>
                  <a:cubicBezTo>
                    <a:pt x="136295" y="60852"/>
                    <a:pt x="144137" y="60214"/>
                    <a:pt x="148392" y="65381"/>
                  </a:cubicBezTo>
                  <a:cubicBezTo>
                    <a:pt x="150611" y="68056"/>
                    <a:pt x="154228" y="73193"/>
                    <a:pt x="158514" y="7167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21"/>
            <p:cNvSpPr/>
            <p:nvPr/>
          </p:nvSpPr>
          <p:spPr>
            <a:xfrm>
              <a:off x="2975000" y="347575"/>
              <a:ext cx="3962850" cy="1845775"/>
            </a:xfrm>
            <a:custGeom>
              <a:rect b="b" l="l" r="r" t="t"/>
              <a:pathLst>
                <a:path extrusionOk="0" fill="none" h="73831" w="158514">
                  <a:moveTo>
                    <a:pt x="0" y="3800"/>
                  </a:moveTo>
                  <a:cubicBezTo>
                    <a:pt x="5867" y="5775"/>
                    <a:pt x="12554" y="6566"/>
                    <a:pt x="18602" y="5623"/>
                  </a:cubicBezTo>
                  <a:cubicBezTo>
                    <a:pt x="24256" y="4711"/>
                    <a:pt x="29575" y="1915"/>
                    <a:pt x="35229" y="1125"/>
                  </a:cubicBezTo>
                  <a:cubicBezTo>
                    <a:pt x="43284" y="0"/>
                    <a:pt x="51217" y="3404"/>
                    <a:pt x="57448" y="7903"/>
                  </a:cubicBezTo>
                  <a:cubicBezTo>
                    <a:pt x="62129" y="11247"/>
                    <a:pt x="59454" y="16353"/>
                    <a:pt x="58421" y="20852"/>
                  </a:cubicBezTo>
                  <a:cubicBezTo>
                    <a:pt x="57782" y="23587"/>
                    <a:pt x="56506" y="28420"/>
                    <a:pt x="61582" y="27599"/>
                  </a:cubicBezTo>
                  <a:cubicBezTo>
                    <a:pt x="70305" y="26171"/>
                    <a:pt x="80366" y="24925"/>
                    <a:pt x="89516" y="22493"/>
                  </a:cubicBezTo>
                  <a:cubicBezTo>
                    <a:pt x="96628" y="20639"/>
                    <a:pt x="104501" y="20700"/>
                    <a:pt x="110732" y="23952"/>
                  </a:cubicBezTo>
                  <a:cubicBezTo>
                    <a:pt x="119698" y="28663"/>
                    <a:pt x="104501" y="47600"/>
                    <a:pt x="114379" y="50487"/>
                  </a:cubicBezTo>
                  <a:cubicBezTo>
                    <a:pt x="117996" y="51551"/>
                    <a:pt x="121157" y="52250"/>
                    <a:pt x="123619" y="55229"/>
                  </a:cubicBezTo>
                  <a:cubicBezTo>
                    <a:pt x="125899" y="57995"/>
                    <a:pt x="126203" y="60791"/>
                    <a:pt x="130550" y="61065"/>
                  </a:cubicBezTo>
                  <a:cubicBezTo>
                    <a:pt x="136659" y="61399"/>
                    <a:pt x="144380" y="60913"/>
                    <a:pt x="148605" y="65989"/>
                  </a:cubicBezTo>
                  <a:cubicBezTo>
                    <a:pt x="150793" y="68603"/>
                    <a:pt x="154258" y="73831"/>
                    <a:pt x="158514" y="7246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21"/>
            <p:cNvSpPr/>
            <p:nvPr/>
          </p:nvSpPr>
          <p:spPr>
            <a:xfrm>
              <a:off x="2975000" y="324000"/>
              <a:ext cx="3962850" cy="1867075"/>
            </a:xfrm>
            <a:custGeom>
              <a:rect b="b" l="l" r="r" t="t"/>
              <a:pathLst>
                <a:path extrusionOk="0" fill="none" h="74683" w="158514">
                  <a:moveTo>
                    <a:pt x="0" y="4743"/>
                  </a:moveTo>
                  <a:cubicBezTo>
                    <a:pt x="5897" y="6688"/>
                    <a:pt x="12645" y="7387"/>
                    <a:pt x="18724" y="6323"/>
                  </a:cubicBezTo>
                  <a:cubicBezTo>
                    <a:pt x="24469" y="5290"/>
                    <a:pt x="29758" y="1977"/>
                    <a:pt x="35502" y="1156"/>
                  </a:cubicBezTo>
                  <a:cubicBezTo>
                    <a:pt x="43466" y="1"/>
                    <a:pt x="51460" y="4682"/>
                    <a:pt x="57934" y="8572"/>
                  </a:cubicBezTo>
                  <a:cubicBezTo>
                    <a:pt x="62858" y="11521"/>
                    <a:pt x="62099" y="15411"/>
                    <a:pt x="61339" y="20153"/>
                  </a:cubicBezTo>
                  <a:cubicBezTo>
                    <a:pt x="60883" y="22919"/>
                    <a:pt x="59576" y="27448"/>
                    <a:pt x="64378" y="27144"/>
                  </a:cubicBezTo>
                  <a:cubicBezTo>
                    <a:pt x="73223" y="26597"/>
                    <a:pt x="82737" y="24834"/>
                    <a:pt x="91643" y="22494"/>
                  </a:cubicBezTo>
                  <a:cubicBezTo>
                    <a:pt x="98817" y="20609"/>
                    <a:pt x="105747" y="20366"/>
                    <a:pt x="111856" y="23983"/>
                  </a:cubicBezTo>
                  <a:cubicBezTo>
                    <a:pt x="120519" y="29120"/>
                    <a:pt x="105990" y="47296"/>
                    <a:pt x="115230" y="51035"/>
                  </a:cubicBezTo>
                  <a:cubicBezTo>
                    <a:pt x="118543" y="52372"/>
                    <a:pt x="121705" y="53072"/>
                    <a:pt x="124045" y="55898"/>
                  </a:cubicBezTo>
                  <a:cubicBezTo>
                    <a:pt x="126325" y="58634"/>
                    <a:pt x="126659" y="61461"/>
                    <a:pt x="130914" y="61765"/>
                  </a:cubicBezTo>
                  <a:cubicBezTo>
                    <a:pt x="136994" y="62160"/>
                    <a:pt x="144593" y="61825"/>
                    <a:pt x="148818" y="66810"/>
                  </a:cubicBezTo>
                  <a:cubicBezTo>
                    <a:pt x="150945" y="69364"/>
                    <a:pt x="154289" y="74683"/>
                    <a:pt x="158514" y="73406"/>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21"/>
            <p:cNvSpPr/>
            <p:nvPr/>
          </p:nvSpPr>
          <p:spPr>
            <a:xfrm>
              <a:off x="2975000" y="297425"/>
              <a:ext cx="3962850" cy="1890625"/>
            </a:xfrm>
            <a:custGeom>
              <a:rect b="b" l="l" r="r" t="t"/>
              <a:pathLst>
                <a:path extrusionOk="0" fill="none" h="75625" w="158514">
                  <a:moveTo>
                    <a:pt x="0" y="5806"/>
                  </a:moveTo>
                  <a:cubicBezTo>
                    <a:pt x="5927" y="7690"/>
                    <a:pt x="12918" y="8450"/>
                    <a:pt x="18815" y="7173"/>
                  </a:cubicBezTo>
                  <a:cubicBezTo>
                    <a:pt x="24530" y="5927"/>
                    <a:pt x="30122" y="2128"/>
                    <a:pt x="35928" y="1216"/>
                  </a:cubicBezTo>
                  <a:cubicBezTo>
                    <a:pt x="43648" y="0"/>
                    <a:pt x="52494" y="5593"/>
                    <a:pt x="58178" y="9392"/>
                  </a:cubicBezTo>
                  <a:cubicBezTo>
                    <a:pt x="62585" y="12310"/>
                    <a:pt x="64226" y="14347"/>
                    <a:pt x="64074" y="19940"/>
                  </a:cubicBezTo>
                  <a:cubicBezTo>
                    <a:pt x="64014" y="22797"/>
                    <a:pt x="62828" y="26839"/>
                    <a:pt x="67296" y="27022"/>
                  </a:cubicBezTo>
                  <a:cubicBezTo>
                    <a:pt x="76081" y="27417"/>
                    <a:pt x="85199" y="24560"/>
                    <a:pt x="93589" y="22584"/>
                  </a:cubicBezTo>
                  <a:cubicBezTo>
                    <a:pt x="100975" y="20851"/>
                    <a:pt x="106598" y="19879"/>
                    <a:pt x="112920" y="24165"/>
                  </a:cubicBezTo>
                  <a:cubicBezTo>
                    <a:pt x="121188" y="29788"/>
                    <a:pt x="107753" y="47113"/>
                    <a:pt x="116142" y="51673"/>
                  </a:cubicBezTo>
                  <a:cubicBezTo>
                    <a:pt x="119030" y="53223"/>
                    <a:pt x="122221" y="54013"/>
                    <a:pt x="124501" y="56718"/>
                  </a:cubicBezTo>
                  <a:cubicBezTo>
                    <a:pt x="126781" y="59423"/>
                    <a:pt x="127115" y="62281"/>
                    <a:pt x="131279" y="62615"/>
                  </a:cubicBezTo>
                  <a:cubicBezTo>
                    <a:pt x="137358" y="63101"/>
                    <a:pt x="144836" y="62828"/>
                    <a:pt x="149030" y="67752"/>
                  </a:cubicBezTo>
                  <a:cubicBezTo>
                    <a:pt x="151158" y="70244"/>
                    <a:pt x="154350" y="75624"/>
                    <a:pt x="158514" y="7446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21"/>
            <p:cNvSpPr/>
            <p:nvPr/>
          </p:nvSpPr>
          <p:spPr>
            <a:xfrm>
              <a:off x="2975000" y="270050"/>
              <a:ext cx="3962100" cy="1914200"/>
            </a:xfrm>
            <a:custGeom>
              <a:rect b="b" l="l" r="r" t="t"/>
              <a:pathLst>
                <a:path extrusionOk="0" fill="none" h="76568" w="158484">
                  <a:moveTo>
                    <a:pt x="0" y="6901"/>
                  </a:moveTo>
                  <a:cubicBezTo>
                    <a:pt x="5988" y="8785"/>
                    <a:pt x="13040" y="9484"/>
                    <a:pt x="18937" y="8025"/>
                  </a:cubicBezTo>
                  <a:cubicBezTo>
                    <a:pt x="24803" y="6627"/>
                    <a:pt x="30396" y="2402"/>
                    <a:pt x="36414" y="1338"/>
                  </a:cubicBezTo>
                  <a:cubicBezTo>
                    <a:pt x="44013" y="1"/>
                    <a:pt x="52463" y="6688"/>
                    <a:pt x="58208" y="10244"/>
                  </a:cubicBezTo>
                  <a:cubicBezTo>
                    <a:pt x="62676" y="13010"/>
                    <a:pt x="65138" y="14925"/>
                    <a:pt x="66476" y="20092"/>
                  </a:cubicBezTo>
                  <a:cubicBezTo>
                    <a:pt x="67235" y="22980"/>
                    <a:pt x="65868" y="26536"/>
                    <a:pt x="70214" y="27144"/>
                  </a:cubicBezTo>
                  <a:cubicBezTo>
                    <a:pt x="78695" y="28329"/>
                    <a:pt x="87753" y="24104"/>
                    <a:pt x="95351" y="22646"/>
                  </a:cubicBezTo>
                  <a:cubicBezTo>
                    <a:pt x="102950" y="21187"/>
                    <a:pt x="107327" y="19150"/>
                    <a:pt x="113893" y="24408"/>
                  </a:cubicBezTo>
                  <a:cubicBezTo>
                    <a:pt x="121309" y="30366"/>
                    <a:pt x="109668" y="47023"/>
                    <a:pt x="117084" y="52251"/>
                  </a:cubicBezTo>
                  <a:cubicBezTo>
                    <a:pt x="119577" y="54014"/>
                    <a:pt x="122586" y="54956"/>
                    <a:pt x="125018" y="57418"/>
                  </a:cubicBezTo>
                  <a:cubicBezTo>
                    <a:pt x="127419" y="59880"/>
                    <a:pt x="127145" y="63011"/>
                    <a:pt x="131614" y="63436"/>
                  </a:cubicBezTo>
                  <a:cubicBezTo>
                    <a:pt x="137602" y="64014"/>
                    <a:pt x="144988" y="63832"/>
                    <a:pt x="149213" y="68695"/>
                  </a:cubicBezTo>
                  <a:cubicBezTo>
                    <a:pt x="151310" y="71126"/>
                    <a:pt x="154410" y="76567"/>
                    <a:pt x="158483" y="755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21"/>
            <p:cNvSpPr/>
            <p:nvPr/>
          </p:nvSpPr>
          <p:spPr>
            <a:xfrm>
              <a:off x="2975000" y="244975"/>
              <a:ext cx="3962100" cy="1937000"/>
            </a:xfrm>
            <a:custGeom>
              <a:rect b="b" l="l" r="r" t="t"/>
              <a:pathLst>
                <a:path extrusionOk="0" fill="none" h="77480" w="158484">
                  <a:moveTo>
                    <a:pt x="0" y="7904"/>
                  </a:moveTo>
                  <a:cubicBezTo>
                    <a:pt x="6019" y="9758"/>
                    <a:pt x="13162" y="10366"/>
                    <a:pt x="19058" y="8815"/>
                  </a:cubicBezTo>
                  <a:cubicBezTo>
                    <a:pt x="25077" y="7204"/>
                    <a:pt x="30730" y="2554"/>
                    <a:pt x="36992" y="1429"/>
                  </a:cubicBezTo>
                  <a:cubicBezTo>
                    <a:pt x="44773" y="1"/>
                    <a:pt x="52038" y="7296"/>
                    <a:pt x="58086" y="10974"/>
                  </a:cubicBezTo>
                  <a:cubicBezTo>
                    <a:pt x="62463" y="13618"/>
                    <a:pt x="66111" y="15806"/>
                    <a:pt x="68482" y="20457"/>
                  </a:cubicBezTo>
                  <a:cubicBezTo>
                    <a:pt x="69910" y="23253"/>
                    <a:pt x="69090" y="26475"/>
                    <a:pt x="73041" y="27387"/>
                  </a:cubicBezTo>
                  <a:cubicBezTo>
                    <a:pt x="81005" y="29180"/>
                    <a:pt x="90002" y="23679"/>
                    <a:pt x="96841" y="22615"/>
                  </a:cubicBezTo>
                  <a:cubicBezTo>
                    <a:pt x="104622" y="21399"/>
                    <a:pt x="107692" y="18360"/>
                    <a:pt x="114714" y="24621"/>
                  </a:cubicBezTo>
                  <a:cubicBezTo>
                    <a:pt x="121917" y="31065"/>
                    <a:pt x="111552" y="46780"/>
                    <a:pt x="118087" y="52767"/>
                  </a:cubicBezTo>
                  <a:cubicBezTo>
                    <a:pt x="120124" y="54682"/>
                    <a:pt x="123224" y="55807"/>
                    <a:pt x="125443" y="58178"/>
                  </a:cubicBezTo>
                  <a:cubicBezTo>
                    <a:pt x="127784" y="60640"/>
                    <a:pt x="127632" y="63771"/>
                    <a:pt x="131918" y="64257"/>
                  </a:cubicBezTo>
                  <a:cubicBezTo>
                    <a:pt x="137905" y="64956"/>
                    <a:pt x="145170" y="64804"/>
                    <a:pt x="149425" y="69576"/>
                  </a:cubicBezTo>
                  <a:cubicBezTo>
                    <a:pt x="151523" y="71947"/>
                    <a:pt x="154471" y="77479"/>
                    <a:pt x="158483" y="765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21"/>
            <p:cNvSpPr/>
            <p:nvPr/>
          </p:nvSpPr>
          <p:spPr>
            <a:xfrm>
              <a:off x="2975000" y="222950"/>
              <a:ext cx="3962100" cy="1955225"/>
            </a:xfrm>
            <a:custGeom>
              <a:rect b="b" l="l" r="r" t="t"/>
              <a:pathLst>
                <a:path extrusionOk="0" fill="none" h="78209" w="158484">
                  <a:moveTo>
                    <a:pt x="0" y="8785"/>
                  </a:moveTo>
                  <a:cubicBezTo>
                    <a:pt x="6079" y="10608"/>
                    <a:pt x="13313" y="11155"/>
                    <a:pt x="19180" y="9453"/>
                  </a:cubicBezTo>
                  <a:cubicBezTo>
                    <a:pt x="25289" y="7690"/>
                    <a:pt x="31125" y="2584"/>
                    <a:pt x="37569" y="1459"/>
                  </a:cubicBezTo>
                  <a:cubicBezTo>
                    <a:pt x="45776" y="0"/>
                    <a:pt x="51642" y="7630"/>
                    <a:pt x="57874" y="11520"/>
                  </a:cubicBezTo>
                  <a:cubicBezTo>
                    <a:pt x="62099" y="14134"/>
                    <a:pt x="67175" y="16596"/>
                    <a:pt x="70123" y="20882"/>
                  </a:cubicBezTo>
                  <a:cubicBezTo>
                    <a:pt x="71886" y="23466"/>
                    <a:pt x="72190" y="26688"/>
                    <a:pt x="75625" y="27569"/>
                  </a:cubicBezTo>
                  <a:cubicBezTo>
                    <a:pt x="83193" y="29484"/>
                    <a:pt x="91339" y="23374"/>
                    <a:pt x="97996" y="22371"/>
                  </a:cubicBezTo>
                  <a:cubicBezTo>
                    <a:pt x="106051" y="21186"/>
                    <a:pt x="108391" y="17630"/>
                    <a:pt x="115473" y="24773"/>
                  </a:cubicBezTo>
                  <a:cubicBezTo>
                    <a:pt x="122039" y="31369"/>
                    <a:pt x="113528" y="46475"/>
                    <a:pt x="119060" y="53101"/>
                  </a:cubicBezTo>
                  <a:cubicBezTo>
                    <a:pt x="120732" y="55107"/>
                    <a:pt x="123802" y="56475"/>
                    <a:pt x="125869" y="58785"/>
                  </a:cubicBezTo>
                  <a:cubicBezTo>
                    <a:pt x="128088" y="61247"/>
                    <a:pt x="128057" y="64348"/>
                    <a:pt x="132191" y="64925"/>
                  </a:cubicBezTo>
                  <a:cubicBezTo>
                    <a:pt x="138179" y="65746"/>
                    <a:pt x="145352" y="65594"/>
                    <a:pt x="149608" y="70305"/>
                  </a:cubicBezTo>
                  <a:cubicBezTo>
                    <a:pt x="151705" y="72615"/>
                    <a:pt x="154502" y="78208"/>
                    <a:pt x="158483" y="7744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21"/>
            <p:cNvSpPr/>
            <p:nvPr/>
          </p:nvSpPr>
          <p:spPr>
            <a:xfrm>
              <a:off x="2975000" y="197875"/>
              <a:ext cx="3962850" cy="1976500"/>
            </a:xfrm>
            <a:custGeom>
              <a:rect b="b" l="l" r="r" t="t"/>
              <a:pathLst>
                <a:path extrusionOk="0" fill="none" h="79060" w="158514">
                  <a:moveTo>
                    <a:pt x="0" y="9788"/>
                  </a:moveTo>
                  <a:cubicBezTo>
                    <a:pt x="6110" y="11551"/>
                    <a:pt x="13222" y="11824"/>
                    <a:pt x="19301" y="10244"/>
                  </a:cubicBezTo>
                  <a:cubicBezTo>
                    <a:pt x="26080" y="8450"/>
                    <a:pt x="31369" y="3040"/>
                    <a:pt x="38208" y="1642"/>
                  </a:cubicBezTo>
                  <a:cubicBezTo>
                    <a:pt x="46384" y="0"/>
                    <a:pt x="51855" y="8207"/>
                    <a:pt x="57600" y="12098"/>
                  </a:cubicBezTo>
                  <a:cubicBezTo>
                    <a:pt x="61886" y="14985"/>
                    <a:pt x="67296" y="17478"/>
                    <a:pt x="71065" y="21368"/>
                  </a:cubicBezTo>
                  <a:cubicBezTo>
                    <a:pt x="73315" y="23678"/>
                    <a:pt x="74743" y="27113"/>
                    <a:pt x="77904" y="27903"/>
                  </a:cubicBezTo>
                  <a:cubicBezTo>
                    <a:pt x="84865" y="29575"/>
                    <a:pt x="91978" y="23648"/>
                    <a:pt x="98847" y="22280"/>
                  </a:cubicBezTo>
                  <a:cubicBezTo>
                    <a:pt x="107419" y="20517"/>
                    <a:pt x="109850" y="17903"/>
                    <a:pt x="116233" y="25077"/>
                  </a:cubicBezTo>
                  <a:cubicBezTo>
                    <a:pt x="122069" y="31642"/>
                    <a:pt x="115656" y="46536"/>
                    <a:pt x="120154" y="53557"/>
                  </a:cubicBezTo>
                  <a:cubicBezTo>
                    <a:pt x="121492" y="55624"/>
                    <a:pt x="124471" y="57235"/>
                    <a:pt x="126325" y="59484"/>
                  </a:cubicBezTo>
                  <a:cubicBezTo>
                    <a:pt x="128422" y="61977"/>
                    <a:pt x="128544" y="65047"/>
                    <a:pt x="132495" y="65685"/>
                  </a:cubicBezTo>
                  <a:cubicBezTo>
                    <a:pt x="138392" y="66658"/>
                    <a:pt x="145565" y="66506"/>
                    <a:pt x="149851" y="71187"/>
                  </a:cubicBezTo>
                  <a:cubicBezTo>
                    <a:pt x="151918" y="73466"/>
                    <a:pt x="154593" y="79059"/>
                    <a:pt x="158514" y="7845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21"/>
            <p:cNvSpPr/>
            <p:nvPr/>
          </p:nvSpPr>
          <p:spPr>
            <a:xfrm>
              <a:off x="2975000" y="180400"/>
              <a:ext cx="3962850" cy="1990925"/>
            </a:xfrm>
            <a:custGeom>
              <a:rect b="b" l="l" r="r" t="t"/>
              <a:pathLst>
                <a:path extrusionOk="0" fill="none" h="79637" w="158514">
                  <a:moveTo>
                    <a:pt x="0" y="10487"/>
                  </a:moveTo>
                  <a:cubicBezTo>
                    <a:pt x="6171" y="12219"/>
                    <a:pt x="13374" y="12371"/>
                    <a:pt x="19453" y="10699"/>
                  </a:cubicBezTo>
                  <a:cubicBezTo>
                    <a:pt x="26384" y="8754"/>
                    <a:pt x="31764" y="2979"/>
                    <a:pt x="38876" y="1611"/>
                  </a:cubicBezTo>
                  <a:cubicBezTo>
                    <a:pt x="47265" y="0"/>
                    <a:pt x="51946" y="8025"/>
                    <a:pt x="57418" y="12280"/>
                  </a:cubicBezTo>
                  <a:cubicBezTo>
                    <a:pt x="61582" y="15532"/>
                    <a:pt x="67083" y="17994"/>
                    <a:pt x="71460" y="21490"/>
                  </a:cubicBezTo>
                  <a:cubicBezTo>
                    <a:pt x="74166" y="23678"/>
                    <a:pt x="76597" y="27143"/>
                    <a:pt x="79789" y="27812"/>
                  </a:cubicBezTo>
                  <a:cubicBezTo>
                    <a:pt x="86172" y="29149"/>
                    <a:pt x="92950" y="23374"/>
                    <a:pt x="99364" y="21733"/>
                  </a:cubicBezTo>
                  <a:cubicBezTo>
                    <a:pt x="107723" y="19605"/>
                    <a:pt x="111218" y="17934"/>
                    <a:pt x="117024" y="25137"/>
                  </a:cubicBezTo>
                  <a:cubicBezTo>
                    <a:pt x="122100" y="31460"/>
                    <a:pt x="117784" y="46475"/>
                    <a:pt x="121249" y="53679"/>
                  </a:cubicBezTo>
                  <a:cubicBezTo>
                    <a:pt x="122708" y="56718"/>
                    <a:pt x="129060" y="65472"/>
                    <a:pt x="132769" y="66171"/>
                  </a:cubicBezTo>
                  <a:cubicBezTo>
                    <a:pt x="138605" y="67296"/>
                    <a:pt x="145748" y="67114"/>
                    <a:pt x="150033" y="71764"/>
                  </a:cubicBezTo>
                  <a:cubicBezTo>
                    <a:pt x="152100" y="73983"/>
                    <a:pt x="154684" y="79637"/>
                    <a:pt x="158514" y="7915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21"/>
            <p:cNvSpPr/>
            <p:nvPr/>
          </p:nvSpPr>
          <p:spPr>
            <a:xfrm>
              <a:off x="2975000" y="165200"/>
              <a:ext cx="3962850" cy="2002325"/>
            </a:xfrm>
            <a:custGeom>
              <a:rect b="b" l="l" r="r" t="t"/>
              <a:pathLst>
                <a:path extrusionOk="0" fill="none" h="80093" w="158514">
                  <a:moveTo>
                    <a:pt x="0" y="11095"/>
                  </a:moveTo>
                  <a:cubicBezTo>
                    <a:pt x="6201" y="12797"/>
                    <a:pt x="13496" y="12858"/>
                    <a:pt x="19575" y="11064"/>
                  </a:cubicBezTo>
                  <a:cubicBezTo>
                    <a:pt x="26688" y="8967"/>
                    <a:pt x="32128" y="2857"/>
                    <a:pt x="39545" y="1520"/>
                  </a:cubicBezTo>
                  <a:cubicBezTo>
                    <a:pt x="47965" y="0"/>
                    <a:pt x="52402" y="7599"/>
                    <a:pt x="57326" y="12280"/>
                  </a:cubicBezTo>
                  <a:cubicBezTo>
                    <a:pt x="61096" y="15867"/>
                    <a:pt x="66840" y="18329"/>
                    <a:pt x="71491" y="21490"/>
                  </a:cubicBezTo>
                  <a:cubicBezTo>
                    <a:pt x="74470" y="23496"/>
                    <a:pt x="77600" y="26870"/>
                    <a:pt x="81157" y="27387"/>
                  </a:cubicBezTo>
                  <a:cubicBezTo>
                    <a:pt x="87449" y="28268"/>
                    <a:pt x="93832" y="22827"/>
                    <a:pt x="99607" y="21034"/>
                  </a:cubicBezTo>
                  <a:cubicBezTo>
                    <a:pt x="107814" y="18450"/>
                    <a:pt x="112677" y="17812"/>
                    <a:pt x="117875" y="25137"/>
                  </a:cubicBezTo>
                  <a:cubicBezTo>
                    <a:pt x="120306" y="28602"/>
                    <a:pt x="119364" y="34773"/>
                    <a:pt x="119759" y="39423"/>
                  </a:cubicBezTo>
                  <a:cubicBezTo>
                    <a:pt x="120185" y="44256"/>
                    <a:pt x="120914" y="49697"/>
                    <a:pt x="122343" y="53679"/>
                  </a:cubicBezTo>
                  <a:cubicBezTo>
                    <a:pt x="123498" y="56810"/>
                    <a:pt x="129425" y="65746"/>
                    <a:pt x="133042" y="66536"/>
                  </a:cubicBezTo>
                  <a:cubicBezTo>
                    <a:pt x="138817" y="67782"/>
                    <a:pt x="145930" y="67600"/>
                    <a:pt x="150246" y="72220"/>
                  </a:cubicBezTo>
                  <a:cubicBezTo>
                    <a:pt x="152313" y="74409"/>
                    <a:pt x="154745" y="80093"/>
                    <a:pt x="158514" y="7975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21"/>
            <p:cNvSpPr/>
            <p:nvPr/>
          </p:nvSpPr>
          <p:spPr>
            <a:xfrm>
              <a:off x="2975000" y="150750"/>
              <a:ext cx="3962850" cy="2014500"/>
            </a:xfrm>
            <a:custGeom>
              <a:rect b="b" l="l" r="r" t="t"/>
              <a:pathLst>
                <a:path extrusionOk="0" fill="none" h="80580" w="158514">
                  <a:moveTo>
                    <a:pt x="0" y="11673"/>
                  </a:moveTo>
                  <a:cubicBezTo>
                    <a:pt x="6262" y="13344"/>
                    <a:pt x="13830" y="13588"/>
                    <a:pt x="19727" y="11429"/>
                  </a:cubicBezTo>
                  <a:cubicBezTo>
                    <a:pt x="26566" y="8907"/>
                    <a:pt x="32767" y="2676"/>
                    <a:pt x="40244" y="1399"/>
                  </a:cubicBezTo>
                  <a:cubicBezTo>
                    <a:pt x="48573" y="1"/>
                    <a:pt x="53162" y="6900"/>
                    <a:pt x="57478" y="12159"/>
                  </a:cubicBezTo>
                  <a:cubicBezTo>
                    <a:pt x="61825" y="17417"/>
                    <a:pt x="74318" y="25807"/>
                    <a:pt x="81917" y="26749"/>
                  </a:cubicBezTo>
                  <a:cubicBezTo>
                    <a:pt x="87692" y="27448"/>
                    <a:pt x="94379" y="22159"/>
                    <a:pt x="99637" y="20244"/>
                  </a:cubicBezTo>
                  <a:cubicBezTo>
                    <a:pt x="108178" y="17144"/>
                    <a:pt x="114045" y="17873"/>
                    <a:pt x="118787" y="25199"/>
                  </a:cubicBezTo>
                  <a:cubicBezTo>
                    <a:pt x="121066" y="28694"/>
                    <a:pt x="119607" y="34895"/>
                    <a:pt x="120215" y="39515"/>
                  </a:cubicBezTo>
                  <a:cubicBezTo>
                    <a:pt x="120853" y="44348"/>
                    <a:pt x="122373" y="49394"/>
                    <a:pt x="123498" y="53649"/>
                  </a:cubicBezTo>
                  <a:cubicBezTo>
                    <a:pt x="124349" y="56962"/>
                    <a:pt x="129729" y="65989"/>
                    <a:pt x="133316" y="66871"/>
                  </a:cubicBezTo>
                  <a:cubicBezTo>
                    <a:pt x="139000" y="68300"/>
                    <a:pt x="146112" y="68087"/>
                    <a:pt x="150459" y="72677"/>
                  </a:cubicBezTo>
                  <a:cubicBezTo>
                    <a:pt x="152495" y="74835"/>
                    <a:pt x="154836" y="80579"/>
                    <a:pt x="158514" y="803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21"/>
            <p:cNvSpPr/>
            <p:nvPr/>
          </p:nvSpPr>
          <p:spPr>
            <a:xfrm>
              <a:off x="2975000" y="138600"/>
              <a:ext cx="3962100" cy="2022075"/>
            </a:xfrm>
            <a:custGeom>
              <a:rect b="b" l="l" r="r" t="t"/>
              <a:pathLst>
                <a:path extrusionOk="0" fill="none" h="80883" w="158484">
                  <a:moveTo>
                    <a:pt x="0" y="12159"/>
                  </a:moveTo>
                  <a:cubicBezTo>
                    <a:pt x="6322" y="13800"/>
                    <a:pt x="13952" y="13952"/>
                    <a:pt x="19849" y="11672"/>
                  </a:cubicBezTo>
                  <a:cubicBezTo>
                    <a:pt x="26900" y="8937"/>
                    <a:pt x="33162" y="2462"/>
                    <a:pt x="40974" y="1247"/>
                  </a:cubicBezTo>
                  <a:cubicBezTo>
                    <a:pt x="48876" y="0"/>
                    <a:pt x="54530" y="5806"/>
                    <a:pt x="58026" y="11855"/>
                  </a:cubicBezTo>
                  <a:cubicBezTo>
                    <a:pt x="61521" y="17873"/>
                    <a:pt x="74500" y="25138"/>
                    <a:pt x="82069" y="25928"/>
                  </a:cubicBezTo>
                  <a:cubicBezTo>
                    <a:pt x="87449" y="26505"/>
                    <a:pt x="94774" y="21186"/>
                    <a:pt x="99637" y="19362"/>
                  </a:cubicBezTo>
                  <a:cubicBezTo>
                    <a:pt x="108178" y="16080"/>
                    <a:pt x="115321" y="17782"/>
                    <a:pt x="119759" y="25107"/>
                  </a:cubicBezTo>
                  <a:cubicBezTo>
                    <a:pt x="121948" y="28724"/>
                    <a:pt x="119790" y="34803"/>
                    <a:pt x="120580" y="39545"/>
                  </a:cubicBezTo>
                  <a:cubicBezTo>
                    <a:pt x="121370" y="44348"/>
                    <a:pt x="123771" y="48937"/>
                    <a:pt x="124623" y="53497"/>
                  </a:cubicBezTo>
                  <a:cubicBezTo>
                    <a:pt x="125291" y="56992"/>
                    <a:pt x="130003" y="66050"/>
                    <a:pt x="133559" y="67053"/>
                  </a:cubicBezTo>
                  <a:cubicBezTo>
                    <a:pt x="139152" y="68603"/>
                    <a:pt x="146355" y="68451"/>
                    <a:pt x="150672" y="72980"/>
                  </a:cubicBezTo>
                  <a:cubicBezTo>
                    <a:pt x="152708" y="75108"/>
                    <a:pt x="154897" y="80883"/>
                    <a:pt x="158483" y="80822"/>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21"/>
            <p:cNvSpPr/>
            <p:nvPr/>
          </p:nvSpPr>
          <p:spPr>
            <a:xfrm>
              <a:off x="2975000" y="124150"/>
              <a:ext cx="3962100" cy="2034250"/>
            </a:xfrm>
            <a:custGeom>
              <a:rect b="b" l="l" r="r" t="t"/>
              <a:pathLst>
                <a:path extrusionOk="0" fill="none" h="81370" w="158484">
                  <a:moveTo>
                    <a:pt x="0" y="12737"/>
                  </a:moveTo>
                  <a:cubicBezTo>
                    <a:pt x="6383" y="14348"/>
                    <a:pt x="13861" y="14226"/>
                    <a:pt x="20001" y="12007"/>
                  </a:cubicBezTo>
                  <a:cubicBezTo>
                    <a:pt x="27721" y="9241"/>
                    <a:pt x="33283" y="2432"/>
                    <a:pt x="41673" y="1186"/>
                  </a:cubicBezTo>
                  <a:cubicBezTo>
                    <a:pt x="49515" y="1"/>
                    <a:pt x="55807" y="4530"/>
                    <a:pt x="58877" y="11551"/>
                  </a:cubicBezTo>
                  <a:cubicBezTo>
                    <a:pt x="61886" y="18481"/>
                    <a:pt x="74378" y="24560"/>
                    <a:pt x="81704" y="25199"/>
                  </a:cubicBezTo>
                  <a:cubicBezTo>
                    <a:pt x="87114" y="25624"/>
                    <a:pt x="94774" y="20244"/>
                    <a:pt x="99607" y="18573"/>
                  </a:cubicBezTo>
                  <a:cubicBezTo>
                    <a:pt x="108118" y="15655"/>
                    <a:pt x="116628" y="17721"/>
                    <a:pt x="120853" y="25199"/>
                  </a:cubicBezTo>
                  <a:cubicBezTo>
                    <a:pt x="123012" y="29029"/>
                    <a:pt x="119972" y="34895"/>
                    <a:pt x="120853" y="39758"/>
                  </a:cubicBezTo>
                  <a:cubicBezTo>
                    <a:pt x="121735" y="44561"/>
                    <a:pt x="125139" y="48512"/>
                    <a:pt x="125778" y="53406"/>
                  </a:cubicBezTo>
                  <a:cubicBezTo>
                    <a:pt x="126294" y="57205"/>
                    <a:pt x="130276" y="66172"/>
                    <a:pt x="133863" y="67297"/>
                  </a:cubicBezTo>
                  <a:cubicBezTo>
                    <a:pt x="139334" y="68999"/>
                    <a:pt x="146568" y="68908"/>
                    <a:pt x="150884" y="73406"/>
                  </a:cubicBezTo>
                  <a:cubicBezTo>
                    <a:pt x="153438" y="76051"/>
                    <a:pt x="154684" y="80428"/>
                    <a:pt x="158483" y="8137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21"/>
            <p:cNvSpPr/>
            <p:nvPr/>
          </p:nvSpPr>
          <p:spPr>
            <a:xfrm>
              <a:off x="2975000" y="108200"/>
              <a:ext cx="3962850" cy="2050975"/>
            </a:xfrm>
            <a:custGeom>
              <a:rect b="b" l="l" r="r" t="t"/>
              <a:pathLst>
                <a:path extrusionOk="0" fill="none" h="82039" w="158514">
                  <a:moveTo>
                    <a:pt x="0" y="13375"/>
                  </a:moveTo>
                  <a:cubicBezTo>
                    <a:pt x="6474" y="14986"/>
                    <a:pt x="14013" y="14712"/>
                    <a:pt x="20183" y="12432"/>
                  </a:cubicBezTo>
                  <a:cubicBezTo>
                    <a:pt x="28116" y="9454"/>
                    <a:pt x="33709" y="2493"/>
                    <a:pt x="42402" y="1156"/>
                  </a:cubicBezTo>
                  <a:cubicBezTo>
                    <a:pt x="50092" y="1"/>
                    <a:pt x="57418" y="4043"/>
                    <a:pt x="59819" y="11217"/>
                  </a:cubicBezTo>
                  <a:cubicBezTo>
                    <a:pt x="62190" y="18390"/>
                    <a:pt x="73862" y="24104"/>
                    <a:pt x="81035" y="24439"/>
                  </a:cubicBezTo>
                  <a:cubicBezTo>
                    <a:pt x="86780" y="24743"/>
                    <a:pt x="94318" y="19454"/>
                    <a:pt x="99607" y="17934"/>
                  </a:cubicBezTo>
                  <a:cubicBezTo>
                    <a:pt x="108452" y="15381"/>
                    <a:pt x="117844" y="17873"/>
                    <a:pt x="122009" y="25350"/>
                  </a:cubicBezTo>
                  <a:cubicBezTo>
                    <a:pt x="124227" y="29332"/>
                    <a:pt x="120154" y="35047"/>
                    <a:pt x="121066" y="40092"/>
                  </a:cubicBezTo>
                  <a:cubicBezTo>
                    <a:pt x="121978" y="44925"/>
                    <a:pt x="126507" y="48512"/>
                    <a:pt x="126963" y="53406"/>
                  </a:cubicBezTo>
                  <a:cubicBezTo>
                    <a:pt x="127297" y="57205"/>
                    <a:pt x="130459" y="66172"/>
                    <a:pt x="134167" y="67570"/>
                  </a:cubicBezTo>
                  <a:cubicBezTo>
                    <a:pt x="139304" y="69485"/>
                    <a:pt x="146842" y="69424"/>
                    <a:pt x="151128" y="73862"/>
                  </a:cubicBezTo>
                  <a:cubicBezTo>
                    <a:pt x="153650" y="76537"/>
                    <a:pt x="154805" y="80883"/>
                    <a:pt x="158514" y="8203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21"/>
            <p:cNvSpPr/>
            <p:nvPr/>
          </p:nvSpPr>
          <p:spPr>
            <a:xfrm>
              <a:off x="2975000" y="89975"/>
              <a:ext cx="3962850" cy="2068425"/>
            </a:xfrm>
            <a:custGeom>
              <a:rect b="b" l="l" r="r" t="t"/>
              <a:pathLst>
                <a:path extrusionOk="0" fill="none" h="82737" w="158514">
                  <a:moveTo>
                    <a:pt x="0" y="14104"/>
                  </a:moveTo>
                  <a:cubicBezTo>
                    <a:pt x="6535" y="15684"/>
                    <a:pt x="14347" y="15502"/>
                    <a:pt x="20335" y="12918"/>
                  </a:cubicBezTo>
                  <a:cubicBezTo>
                    <a:pt x="27995" y="9575"/>
                    <a:pt x="34439" y="2644"/>
                    <a:pt x="43101" y="1216"/>
                  </a:cubicBezTo>
                  <a:cubicBezTo>
                    <a:pt x="50639" y="0"/>
                    <a:pt x="58299" y="3435"/>
                    <a:pt x="60822" y="10882"/>
                  </a:cubicBezTo>
                  <a:cubicBezTo>
                    <a:pt x="63436" y="18572"/>
                    <a:pt x="72190" y="23587"/>
                    <a:pt x="80184" y="23769"/>
                  </a:cubicBezTo>
                  <a:cubicBezTo>
                    <a:pt x="86415" y="23921"/>
                    <a:pt x="93862" y="18663"/>
                    <a:pt x="99759" y="17417"/>
                  </a:cubicBezTo>
                  <a:cubicBezTo>
                    <a:pt x="107875" y="15715"/>
                    <a:pt x="119394" y="17234"/>
                    <a:pt x="123224" y="25593"/>
                  </a:cubicBezTo>
                  <a:cubicBezTo>
                    <a:pt x="125413" y="30396"/>
                    <a:pt x="120367" y="35350"/>
                    <a:pt x="121279" y="40578"/>
                  </a:cubicBezTo>
                  <a:cubicBezTo>
                    <a:pt x="122100" y="45381"/>
                    <a:pt x="127723" y="48937"/>
                    <a:pt x="128118" y="53496"/>
                  </a:cubicBezTo>
                  <a:cubicBezTo>
                    <a:pt x="128422" y="57174"/>
                    <a:pt x="130762" y="66262"/>
                    <a:pt x="134501" y="67873"/>
                  </a:cubicBezTo>
                  <a:cubicBezTo>
                    <a:pt x="139456" y="70001"/>
                    <a:pt x="147085" y="69971"/>
                    <a:pt x="151340" y="74408"/>
                  </a:cubicBezTo>
                  <a:cubicBezTo>
                    <a:pt x="153894" y="77083"/>
                    <a:pt x="154897" y="81430"/>
                    <a:pt x="158514" y="8273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21"/>
            <p:cNvSpPr/>
            <p:nvPr/>
          </p:nvSpPr>
          <p:spPr>
            <a:xfrm>
              <a:off x="2975000" y="69450"/>
              <a:ext cx="3962850" cy="2089725"/>
            </a:xfrm>
            <a:custGeom>
              <a:rect b="b" l="l" r="r" t="t"/>
              <a:pathLst>
                <a:path extrusionOk="0" fill="none" h="83589" w="158514">
                  <a:moveTo>
                    <a:pt x="0" y="14925"/>
                  </a:moveTo>
                  <a:cubicBezTo>
                    <a:pt x="6626" y="16475"/>
                    <a:pt x="14529" y="16201"/>
                    <a:pt x="20517" y="13496"/>
                  </a:cubicBezTo>
                  <a:cubicBezTo>
                    <a:pt x="28359" y="9940"/>
                    <a:pt x="34925" y="3010"/>
                    <a:pt x="43800" y="1338"/>
                  </a:cubicBezTo>
                  <a:cubicBezTo>
                    <a:pt x="51126" y="0"/>
                    <a:pt x="59454" y="3010"/>
                    <a:pt x="61916" y="10517"/>
                  </a:cubicBezTo>
                  <a:cubicBezTo>
                    <a:pt x="64500" y="18359"/>
                    <a:pt x="70853" y="23223"/>
                    <a:pt x="79272" y="23131"/>
                  </a:cubicBezTo>
                  <a:cubicBezTo>
                    <a:pt x="86020" y="23071"/>
                    <a:pt x="93254" y="17934"/>
                    <a:pt x="100032" y="17052"/>
                  </a:cubicBezTo>
                  <a:cubicBezTo>
                    <a:pt x="108574" y="15958"/>
                    <a:pt x="120489" y="17630"/>
                    <a:pt x="124471" y="25989"/>
                  </a:cubicBezTo>
                  <a:cubicBezTo>
                    <a:pt x="126902" y="31065"/>
                    <a:pt x="120671" y="35776"/>
                    <a:pt x="121492" y="41186"/>
                  </a:cubicBezTo>
                  <a:cubicBezTo>
                    <a:pt x="122221" y="46050"/>
                    <a:pt x="128878" y="49393"/>
                    <a:pt x="129243" y="53740"/>
                  </a:cubicBezTo>
                  <a:cubicBezTo>
                    <a:pt x="129516" y="57357"/>
                    <a:pt x="131127" y="66445"/>
                    <a:pt x="134896" y="68238"/>
                  </a:cubicBezTo>
                  <a:cubicBezTo>
                    <a:pt x="139699" y="70549"/>
                    <a:pt x="147359" y="70670"/>
                    <a:pt x="151584" y="75077"/>
                  </a:cubicBezTo>
                  <a:cubicBezTo>
                    <a:pt x="154137" y="77752"/>
                    <a:pt x="154988" y="82068"/>
                    <a:pt x="158514" y="8358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21"/>
            <p:cNvSpPr/>
            <p:nvPr/>
          </p:nvSpPr>
          <p:spPr>
            <a:xfrm>
              <a:off x="2975000" y="45125"/>
              <a:ext cx="3962850" cy="2114050"/>
            </a:xfrm>
            <a:custGeom>
              <a:rect b="b" l="l" r="r" t="t"/>
              <a:pathLst>
                <a:path extrusionOk="0" fill="none" h="84562" w="158514">
                  <a:moveTo>
                    <a:pt x="0" y="15898"/>
                  </a:moveTo>
                  <a:cubicBezTo>
                    <a:pt x="6991" y="17478"/>
                    <a:pt x="14651" y="16809"/>
                    <a:pt x="20700" y="14226"/>
                  </a:cubicBezTo>
                  <a:cubicBezTo>
                    <a:pt x="28511" y="10913"/>
                    <a:pt x="35350" y="3527"/>
                    <a:pt x="44439" y="1551"/>
                  </a:cubicBezTo>
                  <a:cubicBezTo>
                    <a:pt x="51612" y="1"/>
                    <a:pt x="60579" y="2736"/>
                    <a:pt x="63041" y="10214"/>
                  </a:cubicBezTo>
                  <a:cubicBezTo>
                    <a:pt x="65564" y="17934"/>
                    <a:pt x="69515" y="22949"/>
                    <a:pt x="78391" y="22645"/>
                  </a:cubicBezTo>
                  <a:cubicBezTo>
                    <a:pt x="85716" y="22372"/>
                    <a:pt x="93072" y="17417"/>
                    <a:pt x="100488" y="16931"/>
                  </a:cubicBezTo>
                  <a:cubicBezTo>
                    <a:pt x="109273" y="16323"/>
                    <a:pt x="121431" y="18208"/>
                    <a:pt x="125717" y="26536"/>
                  </a:cubicBezTo>
                  <a:cubicBezTo>
                    <a:pt x="128544" y="31946"/>
                    <a:pt x="121036" y="36415"/>
                    <a:pt x="121735" y="41916"/>
                  </a:cubicBezTo>
                  <a:cubicBezTo>
                    <a:pt x="122343" y="46871"/>
                    <a:pt x="129881" y="49971"/>
                    <a:pt x="130276" y="54105"/>
                  </a:cubicBezTo>
                  <a:cubicBezTo>
                    <a:pt x="130641" y="57631"/>
                    <a:pt x="131431" y="66628"/>
                    <a:pt x="135322" y="68664"/>
                  </a:cubicBezTo>
                  <a:cubicBezTo>
                    <a:pt x="140124" y="71157"/>
                    <a:pt x="147632" y="71461"/>
                    <a:pt x="151796" y="75868"/>
                  </a:cubicBezTo>
                  <a:cubicBezTo>
                    <a:pt x="154350" y="78573"/>
                    <a:pt x="155109" y="82859"/>
                    <a:pt x="158514" y="8456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21"/>
            <p:cNvSpPr/>
            <p:nvPr/>
          </p:nvSpPr>
          <p:spPr>
            <a:xfrm>
              <a:off x="2975000" y="20825"/>
              <a:ext cx="3962850" cy="2138350"/>
            </a:xfrm>
            <a:custGeom>
              <a:rect b="b" l="l" r="r" t="t"/>
              <a:pathLst>
                <a:path extrusionOk="0" fill="none" h="85534" w="158514">
                  <a:moveTo>
                    <a:pt x="0" y="16870"/>
                  </a:moveTo>
                  <a:cubicBezTo>
                    <a:pt x="7082" y="18420"/>
                    <a:pt x="14833" y="17629"/>
                    <a:pt x="20912" y="14955"/>
                  </a:cubicBezTo>
                  <a:cubicBezTo>
                    <a:pt x="28876" y="11459"/>
                    <a:pt x="35776" y="3951"/>
                    <a:pt x="45047" y="1702"/>
                  </a:cubicBezTo>
                  <a:cubicBezTo>
                    <a:pt x="52068" y="0"/>
                    <a:pt x="61703" y="2371"/>
                    <a:pt x="64166" y="9818"/>
                  </a:cubicBezTo>
                  <a:cubicBezTo>
                    <a:pt x="66567" y="16991"/>
                    <a:pt x="68877" y="22645"/>
                    <a:pt x="77722" y="22128"/>
                  </a:cubicBezTo>
                  <a:cubicBezTo>
                    <a:pt x="85503" y="21672"/>
                    <a:pt x="93133" y="16961"/>
                    <a:pt x="101127" y="16809"/>
                  </a:cubicBezTo>
                  <a:cubicBezTo>
                    <a:pt x="110063" y="16657"/>
                    <a:pt x="122161" y="18693"/>
                    <a:pt x="126963" y="27083"/>
                  </a:cubicBezTo>
                  <a:cubicBezTo>
                    <a:pt x="130276" y="32858"/>
                    <a:pt x="121705" y="37052"/>
                    <a:pt x="122161" y="42615"/>
                  </a:cubicBezTo>
                  <a:cubicBezTo>
                    <a:pt x="122616" y="47782"/>
                    <a:pt x="130762" y="50518"/>
                    <a:pt x="131279" y="54530"/>
                  </a:cubicBezTo>
                  <a:cubicBezTo>
                    <a:pt x="131735" y="57934"/>
                    <a:pt x="131796" y="66931"/>
                    <a:pt x="135778" y="69089"/>
                  </a:cubicBezTo>
                  <a:cubicBezTo>
                    <a:pt x="140550" y="71703"/>
                    <a:pt x="147936" y="72250"/>
                    <a:pt x="152039" y="76658"/>
                  </a:cubicBezTo>
                  <a:cubicBezTo>
                    <a:pt x="154593" y="79393"/>
                    <a:pt x="155231" y="83649"/>
                    <a:pt x="158514" y="8553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1" name="Google Shape;3121;p21"/>
          <p:cNvGrpSpPr/>
          <p:nvPr/>
        </p:nvGrpSpPr>
        <p:grpSpPr>
          <a:xfrm>
            <a:off x="5001863" y="4627538"/>
            <a:ext cx="378450" cy="379225"/>
            <a:chOff x="4811650" y="1895450"/>
            <a:chExt cx="378450" cy="379225"/>
          </a:xfrm>
        </p:grpSpPr>
        <p:sp>
          <p:nvSpPr>
            <p:cNvPr id="3122" name="Google Shape;3122;p21"/>
            <p:cNvSpPr/>
            <p:nvPr/>
          </p:nvSpPr>
          <p:spPr>
            <a:xfrm>
              <a:off x="4811650" y="1895450"/>
              <a:ext cx="378450" cy="379225"/>
            </a:xfrm>
            <a:custGeom>
              <a:rect b="b" l="l" r="r" t="t"/>
              <a:pathLst>
                <a:path extrusionOk="0" fill="none" h="15169" w="15138">
                  <a:moveTo>
                    <a:pt x="9119" y="882"/>
                  </a:moveTo>
                  <a:cubicBezTo>
                    <a:pt x="12828" y="1733"/>
                    <a:pt x="15138" y="5442"/>
                    <a:pt x="14256" y="9150"/>
                  </a:cubicBezTo>
                  <a:cubicBezTo>
                    <a:pt x="13405" y="12858"/>
                    <a:pt x="9697" y="15168"/>
                    <a:pt x="5989" y="14287"/>
                  </a:cubicBezTo>
                  <a:cubicBezTo>
                    <a:pt x="2280" y="13436"/>
                    <a:pt x="1" y="9728"/>
                    <a:pt x="852" y="6019"/>
                  </a:cubicBezTo>
                  <a:cubicBezTo>
                    <a:pt x="1733" y="2311"/>
                    <a:pt x="5441" y="1"/>
                    <a:pt x="9119" y="882"/>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21"/>
            <p:cNvSpPr/>
            <p:nvPr/>
          </p:nvSpPr>
          <p:spPr>
            <a:xfrm>
              <a:off x="4882325" y="1966125"/>
              <a:ext cx="236350" cy="237125"/>
            </a:xfrm>
            <a:custGeom>
              <a:rect b="b" l="l" r="r" t="t"/>
              <a:pathLst>
                <a:path extrusionOk="0" fill="none" h="9485" w="9454">
                  <a:moveTo>
                    <a:pt x="9453" y="4742"/>
                  </a:moveTo>
                  <a:cubicBezTo>
                    <a:pt x="9453" y="7356"/>
                    <a:pt x="7356" y="9484"/>
                    <a:pt x="4742" y="9484"/>
                  </a:cubicBezTo>
                  <a:cubicBezTo>
                    <a:pt x="2128" y="9484"/>
                    <a:pt x="0" y="7356"/>
                    <a:pt x="0" y="4742"/>
                  </a:cubicBezTo>
                  <a:cubicBezTo>
                    <a:pt x="0" y="2128"/>
                    <a:pt x="2128" y="1"/>
                    <a:pt x="4742" y="1"/>
                  </a:cubicBezTo>
                  <a:cubicBezTo>
                    <a:pt x="7356" y="1"/>
                    <a:pt x="9453" y="2128"/>
                    <a:pt x="9453" y="4742"/>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21"/>
            <p:cNvSpPr/>
            <p:nvPr/>
          </p:nvSpPr>
          <p:spPr>
            <a:xfrm>
              <a:off x="4928675" y="2012475"/>
              <a:ext cx="143650" cy="144425"/>
            </a:xfrm>
            <a:custGeom>
              <a:rect b="b" l="l" r="r" t="t"/>
              <a:pathLst>
                <a:path extrusionOk="0" fill="none" h="5777" w="5746">
                  <a:moveTo>
                    <a:pt x="5745" y="2888"/>
                  </a:moveTo>
                  <a:cubicBezTo>
                    <a:pt x="5745" y="4499"/>
                    <a:pt x="4469" y="5776"/>
                    <a:pt x="2888" y="5776"/>
                  </a:cubicBezTo>
                  <a:cubicBezTo>
                    <a:pt x="1277" y="5776"/>
                    <a:pt x="1" y="4499"/>
                    <a:pt x="1" y="2888"/>
                  </a:cubicBezTo>
                  <a:cubicBezTo>
                    <a:pt x="1" y="1308"/>
                    <a:pt x="1277" y="1"/>
                    <a:pt x="2888" y="1"/>
                  </a:cubicBezTo>
                  <a:cubicBezTo>
                    <a:pt x="4469" y="1"/>
                    <a:pt x="5745" y="1308"/>
                    <a:pt x="5745" y="2888"/>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21"/>
            <p:cNvSpPr/>
            <p:nvPr/>
          </p:nvSpPr>
          <p:spPr>
            <a:xfrm>
              <a:off x="4968950" y="2053525"/>
              <a:ext cx="63100" cy="63100"/>
            </a:xfrm>
            <a:custGeom>
              <a:rect b="b" l="l" r="r" t="t"/>
              <a:pathLst>
                <a:path extrusionOk="0" fill="none" h="2524" w="2524">
                  <a:moveTo>
                    <a:pt x="2523" y="1246"/>
                  </a:moveTo>
                  <a:cubicBezTo>
                    <a:pt x="2523" y="1946"/>
                    <a:pt x="1946" y="2523"/>
                    <a:pt x="1277" y="2523"/>
                  </a:cubicBezTo>
                  <a:cubicBezTo>
                    <a:pt x="578" y="2523"/>
                    <a:pt x="1" y="1946"/>
                    <a:pt x="1" y="1246"/>
                  </a:cubicBezTo>
                  <a:cubicBezTo>
                    <a:pt x="1" y="578"/>
                    <a:pt x="578" y="0"/>
                    <a:pt x="1277" y="0"/>
                  </a:cubicBezTo>
                  <a:cubicBezTo>
                    <a:pt x="1946" y="0"/>
                    <a:pt x="2523" y="578"/>
                    <a:pt x="2523" y="1246"/>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6" name="Google Shape;3126;p21"/>
          <p:cNvGrpSpPr/>
          <p:nvPr/>
        </p:nvGrpSpPr>
        <p:grpSpPr>
          <a:xfrm rot="5400000">
            <a:off x="6497523" y="5182780"/>
            <a:ext cx="2781299" cy="1048521"/>
            <a:chOff x="493175" y="2102150"/>
            <a:chExt cx="1201425" cy="452925"/>
          </a:xfrm>
        </p:grpSpPr>
        <p:sp>
          <p:nvSpPr>
            <p:cNvPr id="3127" name="Google Shape;3127;p21"/>
            <p:cNvSpPr/>
            <p:nvPr/>
          </p:nvSpPr>
          <p:spPr>
            <a:xfrm>
              <a:off x="1675575" y="2536050"/>
              <a:ext cx="19025" cy="19025"/>
            </a:xfrm>
            <a:custGeom>
              <a:rect b="b" l="l" r="r" t="t"/>
              <a:pathLst>
                <a:path extrusionOk="0" h="761" w="761">
                  <a:moveTo>
                    <a:pt x="365" y="1"/>
                  </a:moveTo>
                  <a:cubicBezTo>
                    <a:pt x="153" y="1"/>
                    <a:pt x="1" y="153"/>
                    <a:pt x="1" y="365"/>
                  </a:cubicBezTo>
                  <a:cubicBezTo>
                    <a:pt x="1" y="578"/>
                    <a:pt x="153"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21"/>
            <p:cNvSpPr/>
            <p:nvPr/>
          </p:nvSpPr>
          <p:spPr>
            <a:xfrm>
              <a:off x="1576800" y="2536050"/>
              <a:ext cx="19000" cy="19025"/>
            </a:xfrm>
            <a:custGeom>
              <a:rect b="b" l="l" r="r" t="t"/>
              <a:pathLst>
                <a:path extrusionOk="0" h="761" w="760">
                  <a:moveTo>
                    <a:pt x="365" y="1"/>
                  </a:moveTo>
                  <a:cubicBezTo>
                    <a:pt x="182" y="1"/>
                    <a:pt x="0" y="153"/>
                    <a:pt x="0" y="365"/>
                  </a:cubicBezTo>
                  <a:cubicBezTo>
                    <a:pt x="0" y="578"/>
                    <a:pt x="182"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21"/>
            <p:cNvSpPr/>
            <p:nvPr/>
          </p:nvSpPr>
          <p:spPr>
            <a:xfrm>
              <a:off x="14780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21"/>
            <p:cNvSpPr/>
            <p:nvPr/>
          </p:nvSpPr>
          <p:spPr>
            <a:xfrm>
              <a:off x="1379975" y="2536050"/>
              <a:ext cx="19025" cy="19025"/>
            </a:xfrm>
            <a:custGeom>
              <a:rect b="b" l="l" r="r" t="t"/>
              <a:pathLst>
                <a:path extrusionOk="0" h="761" w="761">
                  <a:moveTo>
                    <a:pt x="365" y="1"/>
                  </a:moveTo>
                  <a:cubicBezTo>
                    <a:pt x="153" y="1"/>
                    <a:pt x="1" y="153"/>
                    <a:pt x="1" y="365"/>
                  </a:cubicBezTo>
                  <a:cubicBezTo>
                    <a:pt x="1" y="578"/>
                    <a:pt x="153"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21"/>
            <p:cNvSpPr/>
            <p:nvPr/>
          </p:nvSpPr>
          <p:spPr>
            <a:xfrm>
              <a:off x="1281200" y="2536050"/>
              <a:ext cx="19025" cy="19025"/>
            </a:xfrm>
            <a:custGeom>
              <a:rect b="b" l="l" r="r" t="t"/>
              <a:pathLst>
                <a:path extrusionOk="0" h="761" w="761">
                  <a:moveTo>
                    <a:pt x="395" y="1"/>
                  </a:moveTo>
                  <a:cubicBezTo>
                    <a:pt x="183" y="1"/>
                    <a:pt x="0" y="153"/>
                    <a:pt x="0" y="365"/>
                  </a:cubicBezTo>
                  <a:cubicBezTo>
                    <a:pt x="0" y="578"/>
                    <a:pt x="183" y="760"/>
                    <a:pt x="395" y="760"/>
                  </a:cubicBezTo>
                  <a:cubicBezTo>
                    <a:pt x="578" y="760"/>
                    <a:pt x="760" y="578"/>
                    <a:pt x="760" y="365"/>
                  </a:cubicBezTo>
                  <a:cubicBezTo>
                    <a:pt x="760" y="15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21"/>
            <p:cNvSpPr/>
            <p:nvPr/>
          </p:nvSpPr>
          <p:spPr>
            <a:xfrm>
              <a:off x="11824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21"/>
            <p:cNvSpPr/>
            <p:nvPr/>
          </p:nvSpPr>
          <p:spPr>
            <a:xfrm>
              <a:off x="1084375" y="2536050"/>
              <a:ext cx="19025" cy="19025"/>
            </a:xfrm>
            <a:custGeom>
              <a:rect b="b" l="l" r="r" t="t"/>
              <a:pathLst>
                <a:path extrusionOk="0" h="761" w="761">
                  <a:moveTo>
                    <a:pt x="365" y="1"/>
                  </a:moveTo>
                  <a:cubicBezTo>
                    <a:pt x="153" y="1"/>
                    <a:pt x="1" y="153"/>
                    <a:pt x="1" y="365"/>
                  </a:cubicBezTo>
                  <a:cubicBezTo>
                    <a:pt x="1" y="578"/>
                    <a:pt x="153" y="760"/>
                    <a:pt x="365" y="760"/>
                  </a:cubicBezTo>
                  <a:cubicBezTo>
                    <a:pt x="578" y="760"/>
                    <a:pt x="761" y="578"/>
                    <a:pt x="761" y="365"/>
                  </a:cubicBezTo>
                  <a:cubicBezTo>
                    <a:pt x="761"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21"/>
            <p:cNvSpPr/>
            <p:nvPr/>
          </p:nvSpPr>
          <p:spPr>
            <a:xfrm>
              <a:off x="985600" y="2536050"/>
              <a:ext cx="19025" cy="19025"/>
            </a:xfrm>
            <a:custGeom>
              <a:rect b="b" l="l" r="r" t="t"/>
              <a:pathLst>
                <a:path extrusionOk="0" h="761" w="761">
                  <a:moveTo>
                    <a:pt x="365" y="1"/>
                  </a:moveTo>
                  <a:cubicBezTo>
                    <a:pt x="152" y="1"/>
                    <a:pt x="0" y="153"/>
                    <a:pt x="0" y="365"/>
                  </a:cubicBezTo>
                  <a:cubicBezTo>
                    <a:pt x="0" y="578"/>
                    <a:pt x="152"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21"/>
            <p:cNvSpPr/>
            <p:nvPr/>
          </p:nvSpPr>
          <p:spPr>
            <a:xfrm>
              <a:off x="8868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21"/>
            <p:cNvSpPr/>
            <p:nvPr/>
          </p:nvSpPr>
          <p:spPr>
            <a:xfrm>
              <a:off x="788025" y="2536050"/>
              <a:ext cx="19025" cy="19025"/>
            </a:xfrm>
            <a:custGeom>
              <a:rect b="b" l="l" r="r" t="t"/>
              <a:pathLst>
                <a:path extrusionOk="0" h="761" w="761">
                  <a:moveTo>
                    <a:pt x="395" y="1"/>
                  </a:moveTo>
                  <a:cubicBezTo>
                    <a:pt x="183" y="1"/>
                    <a:pt x="0" y="153"/>
                    <a:pt x="0" y="365"/>
                  </a:cubicBezTo>
                  <a:cubicBezTo>
                    <a:pt x="0" y="578"/>
                    <a:pt x="183" y="760"/>
                    <a:pt x="395" y="760"/>
                  </a:cubicBezTo>
                  <a:cubicBezTo>
                    <a:pt x="608" y="760"/>
                    <a:pt x="760" y="578"/>
                    <a:pt x="760" y="365"/>
                  </a:cubicBezTo>
                  <a:cubicBezTo>
                    <a:pt x="760" y="15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21"/>
            <p:cNvSpPr/>
            <p:nvPr/>
          </p:nvSpPr>
          <p:spPr>
            <a:xfrm>
              <a:off x="690000" y="2536050"/>
              <a:ext cx="19025" cy="19025"/>
            </a:xfrm>
            <a:custGeom>
              <a:rect b="b" l="l" r="r" t="t"/>
              <a:pathLst>
                <a:path extrusionOk="0" h="761" w="761">
                  <a:moveTo>
                    <a:pt x="365" y="1"/>
                  </a:moveTo>
                  <a:cubicBezTo>
                    <a:pt x="152" y="1"/>
                    <a:pt x="0" y="153"/>
                    <a:pt x="0" y="365"/>
                  </a:cubicBezTo>
                  <a:cubicBezTo>
                    <a:pt x="0" y="578"/>
                    <a:pt x="152"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21"/>
            <p:cNvSpPr/>
            <p:nvPr/>
          </p:nvSpPr>
          <p:spPr>
            <a:xfrm>
              <a:off x="5912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21"/>
            <p:cNvSpPr/>
            <p:nvPr/>
          </p:nvSpPr>
          <p:spPr>
            <a:xfrm>
              <a:off x="493175" y="2536050"/>
              <a:ext cx="19025" cy="19025"/>
            </a:xfrm>
            <a:custGeom>
              <a:rect b="b" l="l" r="r" t="t"/>
              <a:pathLst>
                <a:path extrusionOk="0" h="761" w="761">
                  <a:moveTo>
                    <a:pt x="366" y="1"/>
                  </a:moveTo>
                  <a:cubicBezTo>
                    <a:pt x="153" y="1"/>
                    <a:pt x="1" y="153"/>
                    <a:pt x="1" y="365"/>
                  </a:cubicBezTo>
                  <a:cubicBezTo>
                    <a:pt x="1" y="578"/>
                    <a:pt x="153" y="760"/>
                    <a:pt x="366" y="760"/>
                  </a:cubicBezTo>
                  <a:cubicBezTo>
                    <a:pt x="578" y="760"/>
                    <a:pt x="761" y="578"/>
                    <a:pt x="761" y="365"/>
                  </a:cubicBezTo>
                  <a:cubicBezTo>
                    <a:pt x="761" y="15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21"/>
            <p:cNvSpPr/>
            <p:nvPr/>
          </p:nvSpPr>
          <p:spPr>
            <a:xfrm>
              <a:off x="1675575" y="2449425"/>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21"/>
            <p:cNvSpPr/>
            <p:nvPr/>
          </p:nvSpPr>
          <p:spPr>
            <a:xfrm>
              <a:off x="1576800" y="2449425"/>
              <a:ext cx="19000" cy="19025"/>
            </a:xfrm>
            <a:custGeom>
              <a:rect b="b" l="l" r="r" t="t"/>
              <a:pathLst>
                <a:path extrusionOk="0" h="761" w="760">
                  <a:moveTo>
                    <a:pt x="365" y="0"/>
                  </a:moveTo>
                  <a:cubicBezTo>
                    <a:pt x="182" y="0"/>
                    <a:pt x="0" y="152"/>
                    <a:pt x="0" y="365"/>
                  </a:cubicBezTo>
                  <a:cubicBezTo>
                    <a:pt x="0" y="578"/>
                    <a:pt x="18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21"/>
            <p:cNvSpPr/>
            <p:nvPr/>
          </p:nvSpPr>
          <p:spPr>
            <a:xfrm>
              <a:off x="14780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21"/>
            <p:cNvSpPr/>
            <p:nvPr/>
          </p:nvSpPr>
          <p:spPr>
            <a:xfrm>
              <a:off x="1379975" y="2449425"/>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21"/>
            <p:cNvSpPr/>
            <p:nvPr/>
          </p:nvSpPr>
          <p:spPr>
            <a:xfrm>
              <a:off x="1281200" y="2449425"/>
              <a:ext cx="19025" cy="19025"/>
            </a:xfrm>
            <a:custGeom>
              <a:rect b="b" l="l" r="r" t="t"/>
              <a:pathLst>
                <a:path extrusionOk="0" h="761" w="761">
                  <a:moveTo>
                    <a:pt x="395" y="0"/>
                  </a:moveTo>
                  <a:cubicBezTo>
                    <a:pt x="183" y="0"/>
                    <a:pt x="0" y="152"/>
                    <a:pt x="0" y="365"/>
                  </a:cubicBezTo>
                  <a:cubicBezTo>
                    <a:pt x="0" y="578"/>
                    <a:pt x="183" y="760"/>
                    <a:pt x="395" y="760"/>
                  </a:cubicBezTo>
                  <a:cubicBezTo>
                    <a:pt x="578" y="760"/>
                    <a:pt x="760" y="578"/>
                    <a:pt x="760" y="365"/>
                  </a:cubicBezTo>
                  <a:cubicBezTo>
                    <a:pt x="760" y="152"/>
                    <a:pt x="57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21"/>
            <p:cNvSpPr/>
            <p:nvPr/>
          </p:nvSpPr>
          <p:spPr>
            <a:xfrm>
              <a:off x="11824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21"/>
            <p:cNvSpPr/>
            <p:nvPr/>
          </p:nvSpPr>
          <p:spPr>
            <a:xfrm>
              <a:off x="1084375" y="2449425"/>
              <a:ext cx="19025" cy="19025"/>
            </a:xfrm>
            <a:custGeom>
              <a:rect b="b" l="l" r="r" t="t"/>
              <a:pathLst>
                <a:path extrusionOk="0" h="761" w="761">
                  <a:moveTo>
                    <a:pt x="365" y="0"/>
                  </a:moveTo>
                  <a:cubicBezTo>
                    <a:pt x="153" y="0"/>
                    <a:pt x="1" y="152"/>
                    <a:pt x="1" y="365"/>
                  </a:cubicBezTo>
                  <a:cubicBezTo>
                    <a:pt x="1" y="578"/>
                    <a:pt x="153" y="760"/>
                    <a:pt x="365" y="760"/>
                  </a:cubicBezTo>
                  <a:cubicBezTo>
                    <a:pt x="578" y="760"/>
                    <a:pt x="761" y="578"/>
                    <a:pt x="761" y="365"/>
                  </a:cubicBezTo>
                  <a:cubicBezTo>
                    <a:pt x="761"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21"/>
            <p:cNvSpPr/>
            <p:nvPr/>
          </p:nvSpPr>
          <p:spPr>
            <a:xfrm>
              <a:off x="985600" y="2449425"/>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21"/>
            <p:cNvSpPr/>
            <p:nvPr/>
          </p:nvSpPr>
          <p:spPr>
            <a:xfrm>
              <a:off x="8868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21"/>
            <p:cNvSpPr/>
            <p:nvPr/>
          </p:nvSpPr>
          <p:spPr>
            <a:xfrm>
              <a:off x="788025" y="2449425"/>
              <a:ext cx="19025" cy="19025"/>
            </a:xfrm>
            <a:custGeom>
              <a:rect b="b" l="l" r="r" t="t"/>
              <a:pathLst>
                <a:path extrusionOk="0" h="761" w="761">
                  <a:moveTo>
                    <a:pt x="395" y="0"/>
                  </a:moveTo>
                  <a:cubicBezTo>
                    <a:pt x="183" y="0"/>
                    <a:pt x="0" y="152"/>
                    <a:pt x="0" y="365"/>
                  </a:cubicBezTo>
                  <a:cubicBezTo>
                    <a:pt x="0" y="578"/>
                    <a:pt x="183" y="760"/>
                    <a:pt x="395" y="760"/>
                  </a:cubicBezTo>
                  <a:cubicBezTo>
                    <a:pt x="608" y="760"/>
                    <a:pt x="760" y="578"/>
                    <a:pt x="760" y="365"/>
                  </a:cubicBezTo>
                  <a:cubicBezTo>
                    <a:pt x="760" y="152"/>
                    <a:pt x="60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21"/>
            <p:cNvSpPr/>
            <p:nvPr/>
          </p:nvSpPr>
          <p:spPr>
            <a:xfrm>
              <a:off x="690000" y="2449425"/>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21"/>
            <p:cNvSpPr/>
            <p:nvPr/>
          </p:nvSpPr>
          <p:spPr>
            <a:xfrm>
              <a:off x="5912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21"/>
            <p:cNvSpPr/>
            <p:nvPr/>
          </p:nvSpPr>
          <p:spPr>
            <a:xfrm>
              <a:off x="493175" y="2449425"/>
              <a:ext cx="19025" cy="19025"/>
            </a:xfrm>
            <a:custGeom>
              <a:rect b="b" l="l" r="r" t="t"/>
              <a:pathLst>
                <a:path extrusionOk="0" h="761" w="761">
                  <a:moveTo>
                    <a:pt x="366" y="0"/>
                  </a:moveTo>
                  <a:cubicBezTo>
                    <a:pt x="153" y="0"/>
                    <a:pt x="1" y="152"/>
                    <a:pt x="1" y="365"/>
                  </a:cubicBezTo>
                  <a:cubicBezTo>
                    <a:pt x="1" y="578"/>
                    <a:pt x="153" y="760"/>
                    <a:pt x="366" y="760"/>
                  </a:cubicBezTo>
                  <a:cubicBezTo>
                    <a:pt x="578" y="760"/>
                    <a:pt x="761" y="578"/>
                    <a:pt x="761" y="365"/>
                  </a:cubicBezTo>
                  <a:cubicBezTo>
                    <a:pt x="761" y="152"/>
                    <a:pt x="578" y="0"/>
                    <a:pt x="36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21"/>
            <p:cNvSpPr/>
            <p:nvPr/>
          </p:nvSpPr>
          <p:spPr>
            <a:xfrm>
              <a:off x="1675575" y="2362800"/>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21"/>
            <p:cNvSpPr/>
            <p:nvPr/>
          </p:nvSpPr>
          <p:spPr>
            <a:xfrm>
              <a:off x="1576800" y="2362800"/>
              <a:ext cx="19000" cy="19025"/>
            </a:xfrm>
            <a:custGeom>
              <a:rect b="b" l="l" r="r" t="t"/>
              <a:pathLst>
                <a:path extrusionOk="0" h="761" w="760">
                  <a:moveTo>
                    <a:pt x="365" y="0"/>
                  </a:moveTo>
                  <a:cubicBezTo>
                    <a:pt x="182" y="0"/>
                    <a:pt x="0" y="152"/>
                    <a:pt x="0" y="365"/>
                  </a:cubicBezTo>
                  <a:cubicBezTo>
                    <a:pt x="0" y="578"/>
                    <a:pt x="18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21"/>
            <p:cNvSpPr/>
            <p:nvPr/>
          </p:nvSpPr>
          <p:spPr>
            <a:xfrm>
              <a:off x="14780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21"/>
            <p:cNvSpPr/>
            <p:nvPr/>
          </p:nvSpPr>
          <p:spPr>
            <a:xfrm>
              <a:off x="1379975" y="2362800"/>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21"/>
            <p:cNvSpPr/>
            <p:nvPr/>
          </p:nvSpPr>
          <p:spPr>
            <a:xfrm>
              <a:off x="1281200" y="2362800"/>
              <a:ext cx="19025" cy="19025"/>
            </a:xfrm>
            <a:custGeom>
              <a:rect b="b" l="l" r="r" t="t"/>
              <a:pathLst>
                <a:path extrusionOk="0" h="761" w="761">
                  <a:moveTo>
                    <a:pt x="395" y="0"/>
                  </a:moveTo>
                  <a:cubicBezTo>
                    <a:pt x="183" y="0"/>
                    <a:pt x="0" y="152"/>
                    <a:pt x="0" y="365"/>
                  </a:cubicBezTo>
                  <a:cubicBezTo>
                    <a:pt x="0" y="578"/>
                    <a:pt x="183" y="760"/>
                    <a:pt x="395" y="760"/>
                  </a:cubicBezTo>
                  <a:cubicBezTo>
                    <a:pt x="578" y="760"/>
                    <a:pt x="760" y="578"/>
                    <a:pt x="760" y="365"/>
                  </a:cubicBezTo>
                  <a:cubicBezTo>
                    <a:pt x="760" y="152"/>
                    <a:pt x="57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21"/>
            <p:cNvSpPr/>
            <p:nvPr/>
          </p:nvSpPr>
          <p:spPr>
            <a:xfrm>
              <a:off x="11824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21"/>
            <p:cNvSpPr/>
            <p:nvPr/>
          </p:nvSpPr>
          <p:spPr>
            <a:xfrm>
              <a:off x="1084375" y="2362800"/>
              <a:ext cx="19025" cy="19025"/>
            </a:xfrm>
            <a:custGeom>
              <a:rect b="b" l="l" r="r" t="t"/>
              <a:pathLst>
                <a:path extrusionOk="0" h="761" w="761">
                  <a:moveTo>
                    <a:pt x="365" y="0"/>
                  </a:moveTo>
                  <a:cubicBezTo>
                    <a:pt x="153" y="0"/>
                    <a:pt x="1" y="152"/>
                    <a:pt x="1" y="365"/>
                  </a:cubicBezTo>
                  <a:cubicBezTo>
                    <a:pt x="1" y="578"/>
                    <a:pt x="153" y="760"/>
                    <a:pt x="365" y="760"/>
                  </a:cubicBezTo>
                  <a:cubicBezTo>
                    <a:pt x="578" y="760"/>
                    <a:pt x="761" y="578"/>
                    <a:pt x="761" y="365"/>
                  </a:cubicBezTo>
                  <a:cubicBezTo>
                    <a:pt x="761"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21"/>
            <p:cNvSpPr/>
            <p:nvPr/>
          </p:nvSpPr>
          <p:spPr>
            <a:xfrm>
              <a:off x="985600" y="2362800"/>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21"/>
            <p:cNvSpPr/>
            <p:nvPr/>
          </p:nvSpPr>
          <p:spPr>
            <a:xfrm>
              <a:off x="8868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21"/>
            <p:cNvSpPr/>
            <p:nvPr/>
          </p:nvSpPr>
          <p:spPr>
            <a:xfrm>
              <a:off x="788025" y="2362800"/>
              <a:ext cx="19025" cy="19025"/>
            </a:xfrm>
            <a:custGeom>
              <a:rect b="b" l="l" r="r" t="t"/>
              <a:pathLst>
                <a:path extrusionOk="0" h="761" w="761">
                  <a:moveTo>
                    <a:pt x="395" y="0"/>
                  </a:moveTo>
                  <a:cubicBezTo>
                    <a:pt x="183" y="0"/>
                    <a:pt x="0" y="152"/>
                    <a:pt x="0" y="365"/>
                  </a:cubicBezTo>
                  <a:cubicBezTo>
                    <a:pt x="0" y="578"/>
                    <a:pt x="183" y="760"/>
                    <a:pt x="395" y="760"/>
                  </a:cubicBezTo>
                  <a:cubicBezTo>
                    <a:pt x="608" y="760"/>
                    <a:pt x="760" y="578"/>
                    <a:pt x="760" y="365"/>
                  </a:cubicBezTo>
                  <a:cubicBezTo>
                    <a:pt x="760" y="152"/>
                    <a:pt x="60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21"/>
            <p:cNvSpPr/>
            <p:nvPr/>
          </p:nvSpPr>
          <p:spPr>
            <a:xfrm>
              <a:off x="690000" y="2362800"/>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21"/>
            <p:cNvSpPr/>
            <p:nvPr/>
          </p:nvSpPr>
          <p:spPr>
            <a:xfrm>
              <a:off x="5912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21"/>
            <p:cNvSpPr/>
            <p:nvPr/>
          </p:nvSpPr>
          <p:spPr>
            <a:xfrm>
              <a:off x="493175" y="2362800"/>
              <a:ext cx="19025" cy="19025"/>
            </a:xfrm>
            <a:custGeom>
              <a:rect b="b" l="l" r="r" t="t"/>
              <a:pathLst>
                <a:path extrusionOk="0" h="761" w="761">
                  <a:moveTo>
                    <a:pt x="366" y="0"/>
                  </a:moveTo>
                  <a:cubicBezTo>
                    <a:pt x="153" y="0"/>
                    <a:pt x="1" y="152"/>
                    <a:pt x="1" y="365"/>
                  </a:cubicBezTo>
                  <a:cubicBezTo>
                    <a:pt x="1" y="578"/>
                    <a:pt x="153" y="760"/>
                    <a:pt x="366" y="760"/>
                  </a:cubicBezTo>
                  <a:cubicBezTo>
                    <a:pt x="578" y="760"/>
                    <a:pt x="761" y="578"/>
                    <a:pt x="761" y="365"/>
                  </a:cubicBezTo>
                  <a:cubicBezTo>
                    <a:pt x="761" y="152"/>
                    <a:pt x="578" y="0"/>
                    <a:pt x="36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21"/>
            <p:cNvSpPr/>
            <p:nvPr/>
          </p:nvSpPr>
          <p:spPr>
            <a:xfrm>
              <a:off x="1675575" y="227540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21"/>
            <p:cNvSpPr/>
            <p:nvPr/>
          </p:nvSpPr>
          <p:spPr>
            <a:xfrm>
              <a:off x="1576800" y="2275400"/>
              <a:ext cx="19000" cy="19025"/>
            </a:xfrm>
            <a:custGeom>
              <a:rect b="b" l="l" r="r" t="t"/>
              <a:pathLst>
                <a:path extrusionOk="0" h="761" w="760">
                  <a:moveTo>
                    <a:pt x="365" y="1"/>
                  </a:moveTo>
                  <a:cubicBezTo>
                    <a:pt x="182" y="1"/>
                    <a:pt x="0" y="183"/>
                    <a:pt x="0" y="396"/>
                  </a:cubicBezTo>
                  <a:cubicBezTo>
                    <a:pt x="0" y="609"/>
                    <a:pt x="18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21"/>
            <p:cNvSpPr/>
            <p:nvPr/>
          </p:nvSpPr>
          <p:spPr>
            <a:xfrm>
              <a:off x="14780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21"/>
            <p:cNvSpPr/>
            <p:nvPr/>
          </p:nvSpPr>
          <p:spPr>
            <a:xfrm>
              <a:off x="1379975" y="227540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21"/>
            <p:cNvSpPr/>
            <p:nvPr/>
          </p:nvSpPr>
          <p:spPr>
            <a:xfrm>
              <a:off x="1281200" y="2275400"/>
              <a:ext cx="19025" cy="19025"/>
            </a:xfrm>
            <a:custGeom>
              <a:rect b="b" l="l" r="r" t="t"/>
              <a:pathLst>
                <a:path extrusionOk="0" h="761" w="761">
                  <a:moveTo>
                    <a:pt x="395" y="1"/>
                  </a:moveTo>
                  <a:cubicBezTo>
                    <a:pt x="183" y="1"/>
                    <a:pt x="0" y="183"/>
                    <a:pt x="0" y="396"/>
                  </a:cubicBezTo>
                  <a:cubicBezTo>
                    <a:pt x="0" y="609"/>
                    <a:pt x="183" y="761"/>
                    <a:pt x="395" y="761"/>
                  </a:cubicBezTo>
                  <a:cubicBezTo>
                    <a:pt x="578" y="761"/>
                    <a:pt x="760" y="609"/>
                    <a:pt x="760" y="396"/>
                  </a:cubicBezTo>
                  <a:cubicBezTo>
                    <a:pt x="760" y="18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21"/>
            <p:cNvSpPr/>
            <p:nvPr/>
          </p:nvSpPr>
          <p:spPr>
            <a:xfrm>
              <a:off x="11824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21"/>
            <p:cNvSpPr/>
            <p:nvPr/>
          </p:nvSpPr>
          <p:spPr>
            <a:xfrm>
              <a:off x="1084375" y="227540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1" y="609"/>
                    <a:pt x="761" y="396"/>
                  </a:cubicBezTo>
                  <a:cubicBezTo>
                    <a:pt x="761"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21"/>
            <p:cNvSpPr/>
            <p:nvPr/>
          </p:nvSpPr>
          <p:spPr>
            <a:xfrm>
              <a:off x="985600" y="227540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21"/>
            <p:cNvSpPr/>
            <p:nvPr/>
          </p:nvSpPr>
          <p:spPr>
            <a:xfrm>
              <a:off x="8868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21"/>
            <p:cNvSpPr/>
            <p:nvPr/>
          </p:nvSpPr>
          <p:spPr>
            <a:xfrm>
              <a:off x="788025" y="2275400"/>
              <a:ext cx="19025" cy="19025"/>
            </a:xfrm>
            <a:custGeom>
              <a:rect b="b" l="l" r="r" t="t"/>
              <a:pathLst>
                <a:path extrusionOk="0" h="761" w="761">
                  <a:moveTo>
                    <a:pt x="395" y="1"/>
                  </a:moveTo>
                  <a:cubicBezTo>
                    <a:pt x="183" y="1"/>
                    <a:pt x="0" y="183"/>
                    <a:pt x="0" y="396"/>
                  </a:cubicBezTo>
                  <a:cubicBezTo>
                    <a:pt x="0" y="609"/>
                    <a:pt x="183" y="761"/>
                    <a:pt x="395" y="761"/>
                  </a:cubicBezTo>
                  <a:cubicBezTo>
                    <a:pt x="608" y="761"/>
                    <a:pt x="760" y="609"/>
                    <a:pt x="760" y="396"/>
                  </a:cubicBezTo>
                  <a:cubicBezTo>
                    <a:pt x="760" y="18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21"/>
            <p:cNvSpPr/>
            <p:nvPr/>
          </p:nvSpPr>
          <p:spPr>
            <a:xfrm>
              <a:off x="690000" y="227540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21"/>
            <p:cNvSpPr/>
            <p:nvPr/>
          </p:nvSpPr>
          <p:spPr>
            <a:xfrm>
              <a:off x="5912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21"/>
            <p:cNvSpPr/>
            <p:nvPr/>
          </p:nvSpPr>
          <p:spPr>
            <a:xfrm>
              <a:off x="493175" y="2275400"/>
              <a:ext cx="19025" cy="19025"/>
            </a:xfrm>
            <a:custGeom>
              <a:rect b="b" l="l" r="r" t="t"/>
              <a:pathLst>
                <a:path extrusionOk="0" h="761" w="761">
                  <a:moveTo>
                    <a:pt x="366" y="1"/>
                  </a:moveTo>
                  <a:cubicBezTo>
                    <a:pt x="153" y="1"/>
                    <a:pt x="1" y="183"/>
                    <a:pt x="1" y="396"/>
                  </a:cubicBezTo>
                  <a:cubicBezTo>
                    <a:pt x="1" y="609"/>
                    <a:pt x="153" y="761"/>
                    <a:pt x="366" y="761"/>
                  </a:cubicBezTo>
                  <a:cubicBezTo>
                    <a:pt x="578" y="761"/>
                    <a:pt x="761" y="609"/>
                    <a:pt x="761" y="396"/>
                  </a:cubicBezTo>
                  <a:cubicBezTo>
                    <a:pt x="761" y="18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21"/>
            <p:cNvSpPr/>
            <p:nvPr/>
          </p:nvSpPr>
          <p:spPr>
            <a:xfrm>
              <a:off x="1675575" y="2188775"/>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21"/>
            <p:cNvSpPr/>
            <p:nvPr/>
          </p:nvSpPr>
          <p:spPr>
            <a:xfrm>
              <a:off x="1576800" y="2188775"/>
              <a:ext cx="19000" cy="19025"/>
            </a:xfrm>
            <a:custGeom>
              <a:rect b="b" l="l" r="r" t="t"/>
              <a:pathLst>
                <a:path extrusionOk="0" h="761" w="760">
                  <a:moveTo>
                    <a:pt x="365" y="1"/>
                  </a:moveTo>
                  <a:cubicBezTo>
                    <a:pt x="182" y="1"/>
                    <a:pt x="0" y="183"/>
                    <a:pt x="0" y="396"/>
                  </a:cubicBezTo>
                  <a:cubicBezTo>
                    <a:pt x="0" y="609"/>
                    <a:pt x="18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21"/>
            <p:cNvSpPr/>
            <p:nvPr/>
          </p:nvSpPr>
          <p:spPr>
            <a:xfrm>
              <a:off x="14780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21"/>
            <p:cNvSpPr/>
            <p:nvPr/>
          </p:nvSpPr>
          <p:spPr>
            <a:xfrm>
              <a:off x="1379975" y="2188775"/>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21"/>
            <p:cNvSpPr/>
            <p:nvPr/>
          </p:nvSpPr>
          <p:spPr>
            <a:xfrm>
              <a:off x="1281200" y="2188775"/>
              <a:ext cx="19025" cy="19025"/>
            </a:xfrm>
            <a:custGeom>
              <a:rect b="b" l="l" r="r" t="t"/>
              <a:pathLst>
                <a:path extrusionOk="0" h="761" w="761">
                  <a:moveTo>
                    <a:pt x="395" y="1"/>
                  </a:moveTo>
                  <a:cubicBezTo>
                    <a:pt x="183" y="1"/>
                    <a:pt x="0" y="183"/>
                    <a:pt x="0" y="396"/>
                  </a:cubicBezTo>
                  <a:cubicBezTo>
                    <a:pt x="0" y="609"/>
                    <a:pt x="183" y="761"/>
                    <a:pt x="395" y="761"/>
                  </a:cubicBezTo>
                  <a:cubicBezTo>
                    <a:pt x="578" y="761"/>
                    <a:pt x="760" y="609"/>
                    <a:pt x="760" y="396"/>
                  </a:cubicBezTo>
                  <a:cubicBezTo>
                    <a:pt x="760" y="18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21"/>
            <p:cNvSpPr/>
            <p:nvPr/>
          </p:nvSpPr>
          <p:spPr>
            <a:xfrm>
              <a:off x="11824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21"/>
            <p:cNvSpPr/>
            <p:nvPr/>
          </p:nvSpPr>
          <p:spPr>
            <a:xfrm>
              <a:off x="1084375" y="2188775"/>
              <a:ext cx="19025" cy="19025"/>
            </a:xfrm>
            <a:custGeom>
              <a:rect b="b" l="l" r="r" t="t"/>
              <a:pathLst>
                <a:path extrusionOk="0" h="761" w="761">
                  <a:moveTo>
                    <a:pt x="365" y="1"/>
                  </a:moveTo>
                  <a:cubicBezTo>
                    <a:pt x="153" y="1"/>
                    <a:pt x="1" y="183"/>
                    <a:pt x="1" y="396"/>
                  </a:cubicBezTo>
                  <a:cubicBezTo>
                    <a:pt x="1" y="609"/>
                    <a:pt x="153" y="761"/>
                    <a:pt x="365" y="761"/>
                  </a:cubicBezTo>
                  <a:cubicBezTo>
                    <a:pt x="578" y="761"/>
                    <a:pt x="761" y="609"/>
                    <a:pt x="761" y="396"/>
                  </a:cubicBezTo>
                  <a:cubicBezTo>
                    <a:pt x="761"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21"/>
            <p:cNvSpPr/>
            <p:nvPr/>
          </p:nvSpPr>
          <p:spPr>
            <a:xfrm>
              <a:off x="985600" y="2188775"/>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21"/>
            <p:cNvSpPr/>
            <p:nvPr/>
          </p:nvSpPr>
          <p:spPr>
            <a:xfrm>
              <a:off x="8868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21"/>
            <p:cNvSpPr/>
            <p:nvPr/>
          </p:nvSpPr>
          <p:spPr>
            <a:xfrm>
              <a:off x="788025" y="2188775"/>
              <a:ext cx="19025" cy="19025"/>
            </a:xfrm>
            <a:custGeom>
              <a:rect b="b" l="l" r="r" t="t"/>
              <a:pathLst>
                <a:path extrusionOk="0" h="761" w="761">
                  <a:moveTo>
                    <a:pt x="395" y="1"/>
                  </a:moveTo>
                  <a:cubicBezTo>
                    <a:pt x="183" y="1"/>
                    <a:pt x="0" y="183"/>
                    <a:pt x="0" y="396"/>
                  </a:cubicBezTo>
                  <a:cubicBezTo>
                    <a:pt x="0" y="609"/>
                    <a:pt x="183" y="761"/>
                    <a:pt x="395" y="761"/>
                  </a:cubicBezTo>
                  <a:cubicBezTo>
                    <a:pt x="608" y="761"/>
                    <a:pt x="760" y="609"/>
                    <a:pt x="760" y="396"/>
                  </a:cubicBezTo>
                  <a:cubicBezTo>
                    <a:pt x="760" y="18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21"/>
            <p:cNvSpPr/>
            <p:nvPr/>
          </p:nvSpPr>
          <p:spPr>
            <a:xfrm>
              <a:off x="690000" y="2188775"/>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21"/>
            <p:cNvSpPr/>
            <p:nvPr/>
          </p:nvSpPr>
          <p:spPr>
            <a:xfrm>
              <a:off x="5912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21"/>
            <p:cNvSpPr/>
            <p:nvPr/>
          </p:nvSpPr>
          <p:spPr>
            <a:xfrm>
              <a:off x="493175" y="2188775"/>
              <a:ext cx="19025" cy="19025"/>
            </a:xfrm>
            <a:custGeom>
              <a:rect b="b" l="l" r="r" t="t"/>
              <a:pathLst>
                <a:path extrusionOk="0" h="761" w="761">
                  <a:moveTo>
                    <a:pt x="366" y="1"/>
                  </a:moveTo>
                  <a:cubicBezTo>
                    <a:pt x="153" y="1"/>
                    <a:pt x="1" y="183"/>
                    <a:pt x="1" y="396"/>
                  </a:cubicBezTo>
                  <a:cubicBezTo>
                    <a:pt x="1" y="609"/>
                    <a:pt x="153" y="761"/>
                    <a:pt x="366" y="761"/>
                  </a:cubicBezTo>
                  <a:cubicBezTo>
                    <a:pt x="578" y="761"/>
                    <a:pt x="761" y="609"/>
                    <a:pt x="761" y="396"/>
                  </a:cubicBezTo>
                  <a:cubicBezTo>
                    <a:pt x="761" y="18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21"/>
            <p:cNvSpPr/>
            <p:nvPr/>
          </p:nvSpPr>
          <p:spPr>
            <a:xfrm>
              <a:off x="1675575" y="210215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21"/>
            <p:cNvSpPr/>
            <p:nvPr/>
          </p:nvSpPr>
          <p:spPr>
            <a:xfrm>
              <a:off x="1576800" y="2102150"/>
              <a:ext cx="19000" cy="19025"/>
            </a:xfrm>
            <a:custGeom>
              <a:rect b="b" l="l" r="r" t="t"/>
              <a:pathLst>
                <a:path extrusionOk="0" h="761" w="760">
                  <a:moveTo>
                    <a:pt x="365" y="1"/>
                  </a:moveTo>
                  <a:cubicBezTo>
                    <a:pt x="182" y="1"/>
                    <a:pt x="0" y="183"/>
                    <a:pt x="0" y="396"/>
                  </a:cubicBezTo>
                  <a:cubicBezTo>
                    <a:pt x="0" y="609"/>
                    <a:pt x="18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21"/>
            <p:cNvSpPr/>
            <p:nvPr/>
          </p:nvSpPr>
          <p:spPr>
            <a:xfrm>
              <a:off x="14780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21"/>
            <p:cNvSpPr/>
            <p:nvPr/>
          </p:nvSpPr>
          <p:spPr>
            <a:xfrm>
              <a:off x="1379975" y="210215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21"/>
            <p:cNvSpPr/>
            <p:nvPr/>
          </p:nvSpPr>
          <p:spPr>
            <a:xfrm>
              <a:off x="1281200" y="2102150"/>
              <a:ext cx="19025" cy="19025"/>
            </a:xfrm>
            <a:custGeom>
              <a:rect b="b" l="l" r="r" t="t"/>
              <a:pathLst>
                <a:path extrusionOk="0" h="761" w="761">
                  <a:moveTo>
                    <a:pt x="395" y="1"/>
                  </a:moveTo>
                  <a:cubicBezTo>
                    <a:pt x="183" y="1"/>
                    <a:pt x="0" y="183"/>
                    <a:pt x="0" y="396"/>
                  </a:cubicBezTo>
                  <a:cubicBezTo>
                    <a:pt x="0" y="609"/>
                    <a:pt x="183" y="761"/>
                    <a:pt x="395" y="761"/>
                  </a:cubicBezTo>
                  <a:cubicBezTo>
                    <a:pt x="578" y="761"/>
                    <a:pt x="760" y="609"/>
                    <a:pt x="760" y="396"/>
                  </a:cubicBezTo>
                  <a:cubicBezTo>
                    <a:pt x="760" y="18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21"/>
            <p:cNvSpPr/>
            <p:nvPr/>
          </p:nvSpPr>
          <p:spPr>
            <a:xfrm>
              <a:off x="11824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21"/>
            <p:cNvSpPr/>
            <p:nvPr/>
          </p:nvSpPr>
          <p:spPr>
            <a:xfrm>
              <a:off x="1084375" y="210215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1" y="609"/>
                    <a:pt x="761" y="396"/>
                  </a:cubicBezTo>
                  <a:cubicBezTo>
                    <a:pt x="761"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21"/>
            <p:cNvSpPr/>
            <p:nvPr/>
          </p:nvSpPr>
          <p:spPr>
            <a:xfrm>
              <a:off x="985600" y="210215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21"/>
            <p:cNvSpPr/>
            <p:nvPr/>
          </p:nvSpPr>
          <p:spPr>
            <a:xfrm>
              <a:off x="8868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21"/>
            <p:cNvSpPr/>
            <p:nvPr/>
          </p:nvSpPr>
          <p:spPr>
            <a:xfrm>
              <a:off x="788025" y="2102150"/>
              <a:ext cx="19025" cy="19025"/>
            </a:xfrm>
            <a:custGeom>
              <a:rect b="b" l="l" r="r" t="t"/>
              <a:pathLst>
                <a:path extrusionOk="0" h="761" w="761">
                  <a:moveTo>
                    <a:pt x="395" y="1"/>
                  </a:moveTo>
                  <a:cubicBezTo>
                    <a:pt x="183" y="1"/>
                    <a:pt x="0" y="183"/>
                    <a:pt x="0" y="396"/>
                  </a:cubicBezTo>
                  <a:cubicBezTo>
                    <a:pt x="0" y="609"/>
                    <a:pt x="183" y="761"/>
                    <a:pt x="395" y="761"/>
                  </a:cubicBezTo>
                  <a:cubicBezTo>
                    <a:pt x="608" y="761"/>
                    <a:pt x="760" y="609"/>
                    <a:pt x="760" y="396"/>
                  </a:cubicBezTo>
                  <a:cubicBezTo>
                    <a:pt x="760" y="18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21"/>
            <p:cNvSpPr/>
            <p:nvPr/>
          </p:nvSpPr>
          <p:spPr>
            <a:xfrm>
              <a:off x="690000" y="210215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21"/>
            <p:cNvSpPr/>
            <p:nvPr/>
          </p:nvSpPr>
          <p:spPr>
            <a:xfrm>
              <a:off x="5912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21"/>
            <p:cNvSpPr/>
            <p:nvPr/>
          </p:nvSpPr>
          <p:spPr>
            <a:xfrm>
              <a:off x="493175" y="2102150"/>
              <a:ext cx="19025" cy="19025"/>
            </a:xfrm>
            <a:custGeom>
              <a:rect b="b" l="l" r="r" t="t"/>
              <a:pathLst>
                <a:path extrusionOk="0" h="761" w="761">
                  <a:moveTo>
                    <a:pt x="366" y="1"/>
                  </a:moveTo>
                  <a:cubicBezTo>
                    <a:pt x="153" y="1"/>
                    <a:pt x="1" y="183"/>
                    <a:pt x="1" y="396"/>
                  </a:cubicBezTo>
                  <a:cubicBezTo>
                    <a:pt x="1" y="609"/>
                    <a:pt x="153" y="761"/>
                    <a:pt x="366" y="761"/>
                  </a:cubicBezTo>
                  <a:cubicBezTo>
                    <a:pt x="578" y="761"/>
                    <a:pt x="761" y="609"/>
                    <a:pt x="761" y="396"/>
                  </a:cubicBezTo>
                  <a:cubicBezTo>
                    <a:pt x="761" y="18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05" name="Google Shape;3205;p21"/>
          <p:cNvSpPr/>
          <p:nvPr/>
        </p:nvSpPr>
        <p:spPr>
          <a:xfrm>
            <a:off x="8592038" y="3687563"/>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06" name="Google Shape;3206;p21"/>
          <p:cNvGrpSpPr/>
          <p:nvPr/>
        </p:nvGrpSpPr>
        <p:grpSpPr>
          <a:xfrm>
            <a:off x="4190100" y="285098"/>
            <a:ext cx="343544" cy="303975"/>
            <a:chOff x="4190100" y="580273"/>
            <a:chExt cx="343544" cy="303975"/>
          </a:xfrm>
        </p:grpSpPr>
        <p:sp>
          <p:nvSpPr>
            <p:cNvPr id="3207" name="Google Shape;3207;p21"/>
            <p:cNvSpPr/>
            <p:nvPr/>
          </p:nvSpPr>
          <p:spPr>
            <a:xfrm>
              <a:off x="4190100" y="636888"/>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21"/>
            <p:cNvSpPr/>
            <p:nvPr/>
          </p:nvSpPr>
          <p:spPr>
            <a:xfrm flipH="1" rot="5400000">
              <a:off x="4305644" y="656248"/>
              <a:ext cx="303975" cy="152025"/>
            </a:xfrm>
            <a:custGeom>
              <a:rect b="b" l="l" r="r" t="t"/>
              <a:pathLst>
                <a:path extrusionOk="0" fill="none" h="6081" w="12159">
                  <a:moveTo>
                    <a:pt x="0" y="6080"/>
                  </a:moveTo>
                  <a:cubicBezTo>
                    <a:pt x="0" y="2737"/>
                    <a:pt x="2736" y="1"/>
                    <a:pt x="6079" y="1"/>
                  </a:cubicBezTo>
                  <a:cubicBezTo>
                    <a:pt x="9453" y="1"/>
                    <a:pt x="12158" y="2737"/>
                    <a:pt x="12158" y="6080"/>
                  </a:cubicBezTo>
                </a:path>
              </a:pathLst>
            </a:custGeom>
            <a:noFill/>
            <a:ln cap="flat" cmpd="sng" w="57000">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1">
    <p:spTree>
      <p:nvGrpSpPr>
        <p:cNvPr id="3209" name="Shape 3209"/>
        <p:cNvGrpSpPr/>
        <p:nvPr/>
      </p:nvGrpSpPr>
      <p:grpSpPr>
        <a:xfrm>
          <a:off x="0" y="0"/>
          <a:ext cx="0" cy="0"/>
          <a:chOff x="0" y="0"/>
          <a:chExt cx="0" cy="0"/>
        </a:xfrm>
      </p:grpSpPr>
      <p:sp>
        <p:nvSpPr>
          <p:cNvPr id="3210" name="Google Shape;3210;p22"/>
          <p:cNvSpPr txBox="1"/>
          <p:nvPr>
            <p:ph idx="1" type="subTitle"/>
          </p:nvPr>
        </p:nvSpPr>
        <p:spPr>
          <a:xfrm>
            <a:off x="3960125" y="2049900"/>
            <a:ext cx="4079100" cy="15642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Char char="●"/>
              <a:defRPr/>
            </a:lvl1pPr>
            <a:lvl2pPr lvl="1" rtl="0" algn="ctr">
              <a:lnSpc>
                <a:spcPct val="100000"/>
              </a:lnSpc>
              <a:spcBef>
                <a:spcPts val="0"/>
              </a:spcBef>
              <a:spcAft>
                <a:spcPts val="0"/>
              </a:spcAft>
              <a:buSzPts val="1400"/>
              <a:buChar char="○"/>
              <a:defRPr/>
            </a:lvl2pPr>
            <a:lvl3pPr lvl="2" rtl="0" algn="ctr">
              <a:lnSpc>
                <a:spcPct val="100000"/>
              </a:lnSpc>
              <a:spcBef>
                <a:spcPts val="0"/>
              </a:spcBef>
              <a:spcAft>
                <a:spcPts val="0"/>
              </a:spcAft>
              <a:buSzPts val="1400"/>
              <a:buChar char="■"/>
              <a:defRPr/>
            </a:lvl3pPr>
            <a:lvl4pPr lvl="3" rtl="0" algn="ctr">
              <a:lnSpc>
                <a:spcPct val="100000"/>
              </a:lnSpc>
              <a:spcBef>
                <a:spcPts val="0"/>
              </a:spcBef>
              <a:spcAft>
                <a:spcPts val="0"/>
              </a:spcAft>
              <a:buSzPts val="1400"/>
              <a:buChar char="●"/>
              <a:defRPr/>
            </a:lvl4pPr>
            <a:lvl5pPr lvl="4" rtl="0" algn="ctr">
              <a:lnSpc>
                <a:spcPct val="100000"/>
              </a:lnSpc>
              <a:spcBef>
                <a:spcPts val="0"/>
              </a:spcBef>
              <a:spcAft>
                <a:spcPts val="0"/>
              </a:spcAft>
              <a:buSzPts val="1400"/>
              <a:buChar char="○"/>
              <a:defRPr/>
            </a:lvl5pPr>
            <a:lvl6pPr lvl="5" rtl="0" algn="ctr">
              <a:lnSpc>
                <a:spcPct val="100000"/>
              </a:lnSpc>
              <a:spcBef>
                <a:spcPts val="0"/>
              </a:spcBef>
              <a:spcAft>
                <a:spcPts val="0"/>
              </a:spcAft>
              <a:buSzPts val="1400"/>
              <a:buChar char="■"/>
              <a:defRPr/>
            </a:lvl6pPr>
            <a:lvl7pPr lvl="6" rtl="0" algn="ctr">
              <a:lnSpc>
                <a:spcPct val="100000"/>
              </a:lnSpc>
              <a:spcBef>
                <a:spcPts val="0"/>
              </a:spcBef>
              <a:spcAft>
                <a:spcPts val="0"/>
              </a:spcAft>
              <a:buSzPts val="1400"/>
              <a:buChar char="●"/>
              <a:defRPr/>
            </a:lvl7pPr>
            <a:lvl8pPr lvl="7" rtl="0" algn="ctr">
              <a:lnSpc>
                <a:spcPct val="100000"/>
              </a:lnSpc>
              <a:spcBef>
                <a:spcPts val="0"/>
              </a:spcBef>
              <a:spcAft>
                <a:spcPts val="0"/>
              </a:spcAft>
              <a:buSzPts val="1400"/>
              <a:buChar char="○"/>
              <a:defRPr/>
            </a:lvl8pPr>
            <a:lvl9pPr lvl="8" rtl="0" algn="ctr">
              <a:lnSpc>
                <a:spcPct val="100000"/>
              </a:lnSpc>
              <a:spcBef>
                <a:spcPts val="0"/>
              </a:spcBef>
              <a:spcAft>
                <a:spcPts val="0"/>
              </a:spcAft>
              <a:buSzPts val="1400"/>
              <a:buChar char="■"/>
              <a:defRPr/>
            </a:lvl9pPr>
          </a:lstStyle>
          <a:p/>
        </p:txBody>
      </p:sp>
      <p:sp>
        <p:nvSpPr>
          <p:cNvPr id="3211" name="Google Shape;3211;p22"/>
          <p:cNvSpPr txBox="1"/>
          <p:nvPr>
            <p:ph type="title"/>
          </p:nvPr>
        </p:nvSpPr>
        <p:spPr>
          <a:xfrm>
            <a:off x="3960125" y="1529400"/>
            <a:ext cx="2743800" cy="520500"/>
          </a:xfrm>
          <a:prstGeom prst="rect">
            <a:avLst/>
          </a:prstGeom>
        </p:spPr>
        <p:txBody>
          <a:bodyPr anchorCtr="0" anchor="ctr"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3212" name="Google Shape;3212;p22"/>
          <p:cNvGrpSpPr/>
          <p:nvPr/>
        </p:nvGrpSpPr>
        <p:grpSpPr>
          <a:xfrm flipH="1" rot="5664668">
            <a:off x="-3193205" y="975099"/>
            <a:ext cx="6864325" cy="5602641"/>
            <a:chOff x="2975000" y="20825"/>
            <a:chExt cx="3963625" cy="2500050"/>
          </a:xfrm>
        </p:grpSpPr>
        <p:sp>
          <p:nvSpPr>
            <p:cNvPr id="3213" name="Google Shape;3213;p22"/>
            <p:cNvSpPr/>
            <p:nvPr/>
          </p:nvSpPr>
          <p:spPr>
            <a:xfrm>
              <a:off x="2975000" y="442550"/>
              <a:ext cx="3962850" cy="2078325"/>
            </a:xfrm>
            <a:custGeom>
              <a:rect b="b" l="l" r="r" t="t"/>
              <a:pathLst>
                <a:path extrusionOk="0" fill="none" h="83133" w="158514">
                  <a:moveTo>
                    <a:pt x="0" y="1"/>
                  </a:moveTo>
                  <a:cubicBezTo>
                    <a:pt x="4347" y="3071"/>
                    <a:pt x="9423" y="6171"/>
                    <a:pt x="12797" y="10122"/>
                  </a:cubicBezTo>
                  <a:cubicBezTo>
                    <a:pt x="18025" y="16232"/>
                    <a:pt x="11095" y="25411"/>
                    <a:pt x="18298" y="31369"/>
                  </a:cubicBezTo>
                  <a:cubicBezTo>
                    <a:pt x="23952" y="36050"/>
                    <a:pt x="23982" y="41612"/>
                    <a:pt x="23283" y="48269"/>
                  </a:cubicBezTo>
                  <a:cubicBezTo>
                    <a:pt x="22706" y="53497"/>
                    <a:pt x="22463" y="62494"/>
                    <a:pt x="29028" y="64044"/>
                  </a:cubicBezTo>
                  <a:cubicBezTo>
                    <a:pt x="35776" y="65655"/>
                    <a:pt x="41186" y="60913"/>
                    <a:pt x="45624" y="56567"/>
                  </a:cubicBezTo>
                  <a:cubicBezTo>
                    <a:pt x="51855" y="50457"/>
                    <a:pt x="63466" y="46202"/>
                    <a:pt x="71825" y="49515"/>
                  </a:cubicBezTo>
                  <a:cubicBezTo>
                    <a:pt x="79211" y="52463"/>
                    <a:pt x="89728" y="48421"/>
                    <a:pt x="96598" y="51430"/>
                  </a:cubicBezTo>
                  <a:cubicBezTo>
                    <a:pt x="100762" y="53284"/>
                    <a:pt x="101035" y="58390"/>
                    <a:pt x="102343" y="62646"/>
                  </a:cubicBezTo>
                  <a:cubicBezTo>
                    <a:pt x="104197" y="68603"/>
                    <a:pt x="108938" y="75564"/>
                    <a:pt x="114106" y="78482"/>
                  </a:cubicBezTo>
                  <a:cubicBezTo>
                    <a:pt x="122343" y="83132"/>
                    <a:pt x="130914" y="70610"/>
                    <a:pt x="138909" y="69151"/>
                  </a:cubicBezTo>
                  <a:cubicBezTo>
                    <a:pt x="145474" y="67935"/>
                    <a:pt x="152435" y="73892"/>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22"/>
            <p:cNvSpPr/>
            <p:nvPr/>
          </p:nvSpPr>
          <p:spPr>
            <a:xfrm>
              <a:off x="2975000" y="442550"/>
              <a:ext cx="3962850" cy="2057800"/>
            </a:xfrm>
            <a:custGeom>
              <a:rect b="b" l="l" r="r" t="t"/>
              <a:pathLst>
                <a:path extrusionOk="0" fill="none" h="82312" w="158514">
                  <a:moveTo>
                    <a:pt x="0" y="1"/>
                  </a:moveTo>
                  <a:cubicBezTo>
                    <a:pt x="4408" y="3040"/>
                    <a:pt x="9392" y="6049"/>
                    <a:pt x="13040" y="9879"/>
                  </a:cubicBezTo>
                  <a:cubicBezTo>
                    <a:pt x="18602" y="15654"/>
                    <a:pt x="11733" y="24955"/>
                    <a:pt x="18694" y="30609"/>
                  </a:cubicBezTo>
                  <a:cubicBezTo>
                    <a:pt x="24408" y="35259"/>
                    <a:pt x="25077" y="40153"/>
                    <a:pt x="24317" y="46901"/>
                  </a:cubicBezTo>
                  <a:cubicBezTo>
                    <a:pt x="23739" y="52129"/>
                    <a:pt x="23131" y="61248"/>
                    <a:pt x="29849" y="62919"/>
                  </a:cubicBezTo>
                  <a:cubicBezTo>
                    <a:pt x="36870" y="64652"/>
                    <a:pt x="41794" y="59606"/>
                    <a:pt x="46627" y="55503"/>
                  </a:cubicBezTo>
                  <a:cubicBezTo>
                    <a:pt x="53557" y="49606"/>
                    <a:pt x="63983" y="44712"/>
                    <a:pt x="72798" y="48634"/>
                  </a:cubicBezTo>
                  <a:cubicBezTo>
                    <a:pt x="80123" y="51886"/>
                    <a:pt x="90245" y="48208"/>
                    <a:pt x="97266" y="51187"/>
                  </a:cubicBezTo>
                  <a:cubicBezTo>
                    <a:pt x="101522" y="52980"/>
                    <a:pt x="101674" y="58026"/>
                    <a:pt x="102890" y="62251"/>
                  </a:cubicBezTo>
                  <a:cubicBezTo>
                    <a:pt x="104561" y="68087"/>
                    <a:pt x="109303" y="75078"/>
                    <a:pt x="114440" y="77844"/>
                  </a:cubicBezTo>
                  <a:cubicBezTo>
                    <a:pt x="122799" y="82312"/>
                    <a:pt x="131097" y="70032"/>
                    <a:pt x="139243" y="68877"/>
                  </a:cubicBezTo>
                  <a:cubicBezTo>
                    <a:pt x="145656" y="67935"/>
                    <a:pt x="152495" y="73771"/>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22"/>
            <p:cNvSpPr/>
            <p:nvPr/>
          </p:nvSpPr>
          <p:spPr>
            <a:xfrm>
              <a:off x="2975000" y="442550"/>
              <a:ext cx="3962850" cy="2035775"/>
            </a:xfrm>
            <a:custGeom>
              <a:rect b="b" l="l" r="r" t="t"/>
              <a:pathLst>
                <a:path extrusionOk="0" fill="none" h="81431" w="158514">
                  <a:moveTo>
                    <a:pt x="0" y="1"/>
                  </a:moveTo>
                  <a:cubicBezTo>
                    <a:pt x="4468" y="3040"/>
                    <a:pt x="9362" y="5958"/>
                    <a:pt x="13313" y="9606"/>
                  </a:cubicBezTo>
                  <a:cubicBezTo>
                    <a:pt x="19210" y="15077"/>
                    <a:pt x="12432" y="24469"/>
                    <a:pt x="19089" y="29849"/>
                  </a:cubicBezTo>
                  <a:cubicBezTo>
                    <a:pt x="24803" y="34469"/>
                    <a:pt x="26019" y="38694"/>
                    <a:pt x="25350" y="45564"/>
                  </a:cubicBezTo>
                  <a:cubicBezTo>
                    <a:pt x="24833" y="50822"/>
                    <a:pt x="23739" y="60001"/>
                    <a:pt x="30609" y="61795"/>
                  </a:cubicBezTo>
                  <a:cubicBezTo>
                    <a:pt x="37691" y="63649"/>
                    <a:pt x="42797" y="58299"/>
                    <a:pt x="47813" y="54378"/>
                  </a:cubicBezTo>
                  <a:cubicBezTo>
                    <a:pt x="55989" y="47995"/>
                    <a:pt x="63345" y="43375"/>
                    <a:pt x="73801" y="47752"/>
                  </a:cubicBezTo>
                  <a:cubicBezTo>
                    <a:pt x="81704" y="51065"/>
                    <a:pt x="90762" y="48026"/>
                    <a:pt x="97966" y="50944"/>
                  </a:cubicBezTo>
                  <a:cubicBezTo>
                    <a:pt x="102282" y="52707"/>
                    <a:pt x="102343" y="57631"/>
                    <a:pt x="103437" y="61825"/>
                  </a:cubicBezTo>
                  <a:cubicBezTo>
                    <a:pt x="104957" y="67570"/>
                    <a:pt x="109637" y="74531"/>
                    <a:pt x="114774" y="77145"/>
                  </a:cubicBezTo>
                  <a:cubicBezTo>
                    <a:pt x="123285" y="81430"/>
                    <a:pt x="131310" y="69454"/>
                    <a:pt x="139577" y="68573"/>
                  </a:cubicBezTo>
                  <a:cubicBezTo>
                    <a:pt x="145869" y="67904"/>
                    <a:pt x="152587" y="73649"/>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22"/>
            <p:cNvSpPr/>
            <p:nvPr/>
          </p:nvSpPr>
          <p:spPr>
            <a:xfrm>
              <a:off x="2975000" y="442550"/>
              <a:ext cx="3962850" cy="2014500"/>
            </a:xfrm>
            <a:custGeom>
              <a:rect b="b" l="l" r="r" t="t"/>
              <a:pathLst>
                <a:path extrusionOk="0" fill="none" h="80580" w="158514">
                  <a:moveTo>
                    <a:pt x="0" y="1"/>
                  </a:moveTo>
                  <a:cubicBezTo>
                    <a:pt x="4560" y="3010"/>
                    <a:pt x="9392" y="5897"/>
                    <a:pt x="13526" y="9393"/>
                  </a:cubicBezTo>
                  <a:cubicBezTo>
                    <a:pt x="19666" y="14469"/>
                    <a:pt x="13162" y="23952"/>
                    <a:pt x="19484" y="29150"/>
                  </a:cubicBezTo>
                  <a:cubicBezTo>
                    <a:pt x="24560" y="33314"/>
                    <a:pt x="27235" y="37509"/>
                    <a:pt x="26323" y="44348"/>
                  </a:cubicBezTo>
                  <a:cubicBezTo>
                    <a:pt x="25563" y="49728"/>
                    <a:pt x="24317" y="58846"/>
                    <a:pt x="31308" y="60792"/>
                  </a:cubicBezTo>
                  <a:cubicBezTo>
                    <a:pt x="38390" y="62737"/>
                    <a:pt x="43770" y="57296"/>
                    <a:pt x="48998" y="53375"/>
                  </a:cubicBezTo>
                  <a:cubicBezTo>
                    <a:pt x="57813" y="46688"/>
                    <a:pt x="63892" y="42129"/>
                    <a:pt x="74743" y="47023"/>
                  </a:cubicBezTo>
                  <a:cubicBezTo>
                    <a:pt x="82433" y="50488"/>
                    <a:pt x="91248" y="47995"/>
                    <a:pt x="98604" y="50761"/>
                  </a:cubicBezTo>
                  <a:cubicBezTo>
                    <a:pt x="103042" y="52372"/>
                    <a:pt x="103011" y="57266"/>
                    <a:pt x="104014" y="61430"/>
                  </a:cubicBezTo>
                  <a:cubicBezTo>
                    <a:pt x="105382" y="67084"/>
                    <a:pt x="109941" y="74014"/>
                    <a:pt x="115109" y="76445"/>
                  </a:cubicBezTo>
                  <a:cubicBezTo>
                    <a:pt x="123802" y="80579"/>
                    <a:pt x="132100" y="68299"/>
                    <a:pt x="139912" y="68330"/>
                  </a:cubicBezTo>
                  <a:cubicBezTo>
                    <a:pt x="144927" y="68330"/>
                    <a:pt x="153529" y="7331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22"/>
            <p:cNvSpPr/>
            <p:nvPr/>
          </p:nvSpPr>
          <p:spPr>
            <a:xfrm>
              <a:off x="2975000" y="442550"/>
              <a:ext cx="3962850" cy="1991700"/>
            </a:xfrm>
            <a:custGeom>
              <a:rect b="b" l="l" r="r" t="t"/>
              <a:pathLst>
                <a:path extrusionOk="0" fill="none" h="79668" w="158514">
                  <a:moveTo>
                    <a:pt x="0" y="1"/>
                  </a:moveTo>
                  <a:cubicBezTo>
                    <a:pt x="4590" y="3010"/>
                    <a:pt x="9484" y="5897"/>
                    <a:pt x="13769" y="9119"/>
                  </a:cubicBezTo>
                  <a:cubicBezTo>
                    <a:pt x="20122" y="13861"/>
                    <a:pt x="13952" y="23344"/>
                    <a:pt x="19879" y="28360"/>
                  </a:cubicBezTo>
                  <a:cubicBezTo>
                    <a:pt x="24651" y="32402"/>
                    <a:pt x="28055" y="36475"/>
                    <a:pt x="27265" y="43102"/>
                  </a:cubicBezTo>
                  <a:cubicBezTo>
                    <a:pt x="26627" y="48482"/>
                    <a:pt x="24985" y="57600"/>
                    <a:pt x="31946" y="59698"/>
                  </a:cubicBezTo>
                  <a:cubicBezTo>
                    <a:pt x="39028" y="61795"/>
                    <a:pt x="44955" y="56202"/>
                    <a:pt x="50183" y="52251"/>
                  </a:cubicBezTo>
                  <a:cubicBezTo>
                    <a:pt x="59424" y="45260"/>
                    <a:pt x="64561" y="40761"/>
                    <a:pt x="75746" y="46232"/>
                  </a:cubicBezTo>
                  <a:cubicBezTo>
                    <a:pt x="83315" y="49971"/>
                    <a:pt x="91795" y="47813"/>
                    <a:pt x="99273" y="50488"/>
                  </a:cubicBezTo>
                  <a:cubicBezTo>
                    <a:pt x="103832" y="52129"/>
                    <a:pt x="103619" y="56840"/>
                    <a:pt x="104653" y="61035"/>
                  </a:cubicBezTo>
                  <a:cubicBezTo>
                    <a:pt x="106051" y="66749"/>
                    <a:pt x="110124" y="73315"/>
                    <a:pt x="115443" y="75716"/>
                  </a:cubicBezTo>
                  <a:cubicBezTo>
                    <a:pt x="124227" y="79667"/>
                    <a:pt x="132039" y="67995"/>
                    <a:pt x="140246" y="68056"/>
                  </a:cubicBezTo>
                  <a:cubicBezTo>
                    <a:pt x="145535" y="68087"/>
                    <a:pt x="153377" y="7340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22"/>
            <p:cNvSpPr/>
            <p:nvPr/>
          </p:nvSpPr>
          <p:spPr>
            <a:xfrm>
              <a:off x="2975000" y="442550"/>
              <a:ext cx="3963625" cy="1968900"/>
            </a:xfrm>
            <a:custGeom>
              <a:rect b="b" l="l" r="r" t="t"/>
              <a:pathLst>
                <a:path extrusionOk="0" fill="none" h="78756" w="158545">
                  <a:moveTo>
                    <a:pt x="0" y="1"/>
                  </a:moveTo>
                  <a:cubicBezTo>
                    <a:pt x="4651" y="2979"/>
                    <a:pt x="9575" y="5867"/>
                    <a:pt x="14013" y="8876"/>
                  </a:cubicBezTo>
                  <a:cubicBezTo>
                    <a:pt x="20548" y="13283"/>
                    <a:pt x="14985" y="22706"/>
                    <a:pt x="20305" y="27539"/>
                  </a:cubicBezTo>
                  <a:cubicBezTo>
                    <a:pt x="24590" y="31430"/>
                    <a:pt x="28724" y="35715"/>
                    <a:pt x="28147" y="42007"/>
                  </a:cubicBezTo>
                  <a:cubicBezTo>
                    <a:pt x="27630" y="47296"/>
                    <a:pt x="25654" y="56445"/>
                    <a:pt x="32584" y="58664"/>
                  </a:cubicBezTo>
                  <a:cubicBezTo>
                    <a:pt x="39606" y="60913"/>
                    <a:pt x="46354" y="55077"/>
                    <a:pt x="51369" y="51096"/>
                  </a:cubicBezTo>
                  <a:cubicBezTo>
                    <a:pt x="60609" y="43770"/>
                    <a:pt x="65351" y="39576"/>
                    <a:pt x="76749" y="45594"/>
                  </a:cubicBezTo>
                  <a:cubicBezTo>
                    <a:pt x="84166" y="49515"/>
                    <a:pt x="92251" y="47722"/>
                    <a:pt x="99911" y="50275"/>
                  </a:cubicBezTo>
                  <a:cubicBezTo>
                    <a:pt x="104622" y="51855"/>
                    <a:pt x="104318" y="56445"/>
                    <a:pt x="105260" y="60609"/>
                  </a:cubicBezTo>
                  <a:cubicBezTo>
                    <a:pt x="106537" y="66324"/>
                    <a:pt x="110428" y="72676"/>
                    <a:pt x="115808" y="74956"/>
                  </a:cubicBezTo>
                  <a:cubicBezTo>
                    <a:pt x="124714" y="78756"/>
                    <a:pt x="132313" y="67418"/>
                    <a:pt x="140580" y="67813"/>
                  </a:cubicBezTo>
                  <a:cubicBezTo>
                    <a:pt x="145778" y="68056"/>
                    <a:pt x="153438" y="73315"/>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22"/>
            <p:cNvSpPr/>
            <p:nvPr/>
          </p:nvSpPr>
          <p:spPr>
            <a:xfrm>
              <a:off x="2975000" y="442550"/>
              <a:ext cx="3962850" cy="1919500"/>
            </a:xfrm>
            <a:custGeom>
              <a:rect b="b" l="l" r="r" t="t"/>
              <a:pathLst>
                <a:path extrusionOk="0" fill="none" h="76780" w="158514">
                  <a:moveTo>
                    <a:pt x="0" y="1"/>
                  </a:moveTo>
                  <a:cubicBezTo>
                    <a:pt x="4712" y="2949"/>
                    <a:pt x="9666" y="5776"/>
                    <a:pt x="14225" y="8633"/>
                  </a:cubicBezTo>
                  <a:cubicBezTo>
                    <a:pt x="20973" y="12797"/>
                    <a:pt x="16049" y="21977"/>
                    <a:pt x="20760" y="26718"/>
                  </a:cubicBezTo>
                  <a:cubicBezTo>
                    <a:pt x="24438" y="30396"/>
                    <a:pt x="29332" y="35168"/>
                    <a:pt x="28967" y="41004"/>
                  </a:cubicBezTo>
                  <a:cubicBezTo>
                    <a:pt x="28633" y="46202"/>
                    <a:pt x="26444" y="55381"/>
                    <a:pt x="33192" y="57661"/>
                  </a:cubicBezTo>
                  <a:cubicBezTo>
                    <a:pt x="40153" y="60032"/>
                    <a:pt x="47752" y="53953"/>
                    <a:pt x="52494" y="49880"/>
                  </a:cubicBezTo>
                  <a:cubicBezTo>
                    <a:pt x="61703" y="41977"/>
                    <a:pt x="66293" y="38633"/>
                    <a:pt x="77722" y="45016"/>
                  </a:cubicBezTo>
                  <a:cubicBezTo>
                    <a:pt x="84926" y="49059"/>
                    <a:pt x="92707" y="47722"/>
                    <a:pt x="100488" y="50093"/>
                  </a:cubicBezTo>
                  <a:cubicBezTo>
                    <a:pt x="105382" y="51582"/>
                    <a:pt x="104987" y="56080"/>
                    <a:pt x="105838" y="60245"/>
                  </a:cubicBezTo>
                  <a:cubicBezTo>
                    <a:pt x="107023" y="65898"/>
                    <a:pt x="111005" y="72676"/>
                    <a:pt x="116142" y="74227"/>
                  </a:cubicBezTo>
                  <a:cubicBezTo>
                    <a:pt x="124683" y="76780"/>
                    <a:pt x="132191" y="66901"/>
                    <a:pt x="140884" y="67570"/>
                  </a:cubicBezTo>
                  <a:cubicBezTo>
                    <a:pt x="145930" y="67965"/>
                    <a:pt x="153468" y="73224"/>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22"/>
            <p:cNvSpPr/>
            <p:nvPr/>
          </p:nvSpPr>
          <p:spPr>
            <a:xfrm>
              <a:off x="2975000" y="442550"/>
              <a:ext cx="3962100" cy="1896700"/>
            </a:xfrm>
            <a:custGeom>
              <a:rect b="b" l="l" r="r" t="t"/>
              <a:pathLst>
                <a:path extrusionOk="0" fill="none" h="75868" w="158484">
                  <a:moveTo>
                    <a:pt x="0" y="1"/>
                  </a:moveTo>
                  <a:cubicBezTo>
                    <a:pt x="4742" y="2949"/>
                    <a:pt x="9788" y="5441"/>
                    <a:pt x="14438" y="8359"/>
                  </a:cubicBezTo>
                  <a:cubicBezTo>
                    <a:pt x="21520" y="12797"/>
                    <a:pt x="16900" y="20852"/>
                    <a:pt x="21277" y="25837"/>
                  </a:cubicBezTo>
                  <a:cubicBezTo>
                    <a:pt x="24408" y="29424"/>
                    <a:pt x="29758" y="34652"/>
                    <a:pt x="29727" y="40123"/>
                  </a:cubicBezTo>
                  <a:cubicBezTo>
                    <a:pt x="29666" y="45229"/>
                    <a:pt x="27447" y="54014"/>
                    <a:pt x="33770" y="56658"/>
                  </a:cubicBezTo>
                  <a:cubicBezTo>
                    <a:pt x="40396" y="59394"/>
                    <a:pt x="49545" y="52433"/>
                    <a:pt x="53618" y="48542"/>
                  </a:cubicBezTo>
                  <a:cubicBezTo>
                    <a:pt x="62707" y="39788"/>
                    <a:pt x="67448" y="37904"/>
                    <a:pt x="78725" y="44530"/>
                  </a:cubicBezTo>
                  <a:cubicBezTo>
                    <a:pt x="85716" y="48664"/>
                    <a:pt x="93224" y="47722"/>
                    <a:pt x="101066" y="49910"/>
                  </a:cubicBezTo>
                  <a:cubicBezTo>
                    <a:pt x="106142" y="51308"/>
                    <a:pt x="105716" y="55685"/>
                    <a:pt x="106476" y="59849"/>
                  </a:cubicBezTo>
                  <a:cubicBezTo>
                    <a:pt x="107540" y="65503"/>
                    <a:pt x="111279" y="71977"/>
                    <a:pt x="116477" y="73467"/>
                  </a:cubicBezTo>
                  <a:cubicBezTo>
                    <a:pt x="124927" y="75868"/>
                    <a:pt x="132708" y="66354"/>
                    <a:pt x="141188" y="67357"/>
                  </a:cubicBezTo>
                  <a:cubicBezTo>
                    <a:pt x="146143" y="67935"/>
                    <a:pt x="153468" y="7313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22"/>
            <p:cNvSpPr/>
            <p:nvPr/>
          </p:nvSpPr>
          <p:spPr>
            <a:xfrm>
              <a:off x="2975000" y="442550"/>
              <a:ext cx="3962850" cy="1870875"/>
            </a:xfrm>
            <a:custGeom>
              <a:rect b="b" l="l" r="r" t="t"/>
              <a:pathLst>
                <a:path extrusionOk="0" fill="none" h="74835" w="158514">
                  <a:moveTo>
                    <a:pt x="0" y="1"/>
                  </a:moveTo>
                  <a:cubicBezTo>
                    <a:pt x="4803" y="2919"/>
                    <a:pt x="9848" y="5350"/>
                    <a:pt x="14651" y="8116"/>
                  </a:cubicBezTo>
                  <a:cubicBezTo>
                    <a:pt x="21946" y="12311"/>
                    <a:pt x="18086" y="19697"/>
                    <a:pt x="21885" y="24895"/>
                  </a:cubicBezTo>
                  <a:cubicBezTo>
                    <a:pt x="24590" y="28633"/>
                    <a:pt x="30031" y="34013"/>
                    <a:pt x="30396" y="39272"/>
                  </a:cubicBezTo>
                  <a:cubicBezTo>
                    <a:pt x="30791" y="44439"/>
                    <a:pt x="28299" y="52919"/>
                    <a:pt x="34439" y="55625"/>
                  </a:cubicBezTo>
                  <a:cubicBezTo>
                    <a:pt x="41186" y="58603"/>
                    <a:pt x="50670" y="51217"/>
                    <a:pt x="54712" y="47083"/>
                  </a:cubicBezTo>
                  <a:cubicBezTo>
                    <a:pt x="63892" y="37630"/>
                    <a:pt x="68542" y="37266"/>
                    <a:pt x="79789" y="44135"/>
                  </a:cubicBezTo>
                  <a:cubicBezTo>
                    <a:pt x="86476" y="48208"/>
                    <a:pt x="93984" y="47661"/>
                    <a:pt x="101674" y="49728"/>
                  </a:cubicBezTo>
                  <a:cubicBezTo>
                    <a:pt x="106932" y="51126"/>
                    <a:pt x="106416" y="55138"/>
                    <a:pt x="107145" y="59454"/>
                  </a:cubicBezTo>
                  <a:cubicBezTo>
                    <a:pt x="108057" y="64986"/>
                    <a:pt x="111552" y="71339"/>
                    <a:pt x="116872" y="72707"/>
                  </a:cubicBezTo>
                  <a:cubicBezTo>
                    <a:pt x="125322" y="74835"/>
                    <a:pt x="133285" y="65837"/>
                    <a:pt x="141523" y="67114"/>
                  </a:cubicBezTo>
                  <a:cubicBezTo>
                    <a:pt x="146386" y="67874"/>
                    <a:pt x="153559" y="73011"/>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22"/>
            <p:cNvSpPr/>
            <p:nvPr/>
          </p:nvSpPr>
          <p:spPr>
            <a:xfrm>
              <a:off x="2975000" y="442550"/>
              <a:ext cx="3962850" cy="1848075"/>
            </a:xfrm>
            <a:custGeom>
              <a:rect b="b" l="l" r="r" t="t"/>
              <a:pathLst>
                <a:path extrusionOk="0" fill="none" h="73923" w="158514">
                  <a:moveTo>
                    <a:pt x="0" y="1"/>
                  </a:moveTo>
                  <a:cubicBezTo>
                    <a:pt x="4833" y="2888"/>
                    <a:pt x="9909" y="5259"/>
                    <a:pt x="14864" y="7873"/>
                  </a:cubicBezTo>
                  <a:cubicBezTo>
                    <a:pt x="22219" y="11764"/>
                    <a:pt x="19301" y="18390"/>
                    <a:pt x="22584" y="23922"/>
                  </a:cubicBezTo>
                  <a:cubicBezTo>
                    <a:pt x="25046" y="28086"/>
                    <a:pt x="30092" y="33649"/>
                    <a:pt x="31004" y="38542"/>
                  </a:cubicBezTo>
                  <a:cubicBezTo>
                    <a:pt x="31855" y="43284"/>
                    <a:pt x="29150" y="51947"/>
                    <a:pt x="35107" y="54561"/>
                  </a:cubicBezTo>
                  <a:cubicBezTo>
                    <a:pt x="42250" y="57691"/>
                    <a:pt x="51673" y="50032"/>
                    <a:pt x="55746" y="45503"/>
                  </a:cubicBezTo>
                  <a:cubicBezTo>
                    <a:pt x="64834" y="35411"/>
                    <a:pt x="69941" y="36992"/>
                    <a:pt x="80822" y="43770"/>
                  </a:cubicBezTo>
                  <a:cubicBezTo>
                    <a:pt x="87205" y="47782"/>
                    <a:pt x="94683" y="47691"/>
                    <a:pt x="102191" y="49576"/>
                  </a:cubicBezTo>
                  <a:cubicBezTo>
                    <a:pt x="107571" y="50913"/>
                    <a:pt x="107145" y="54682"/>
                    <a:pt x="107783" y="59090"/>
                  </a:cubicBezTo>
                  <a:cubicBezTo>
                    <a:pt x="108604" y="64591"/>
                    <a:pt x="111826" y="70610"/>
                    <a:pt x="117236" y="71917"/>
                  </a:cubicBezTo>
                  <a:cubicBezTo>
                    <a:pt x="125504" y="73923"/>
                    <a:pt x="133863" y="65321"/>
                    <a:pt x="141827" y="66901"/>
                  </a:cubicBezTo>
                  <a:cubicBezTo>
                    <a:pt x="146599" y="67813"/>
                    <a:pt x="153620" y="7292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22"/>
            <p:cNvSpPr/>
            <p:nvPr/>
          </p:nvSpPr>
          <p:spPr>
            <a:xfrm>
              <a:off x="2975000" y="442550"/>
              <a:ext cx="3962100" cy="1826050"/>
            </a:xfrm>
            <a:custGeom>
              <a:rect b="b" l="l" r="r" t="t"/>
              <a:pathLst>
                <a:path extrusionOk="0" fill="none" h="73042" w="158484">
                  <a:moveTo>
                    <a:pt x="0" y="1"/>
                  </a:moveTo>
                  <a:cubicBezTo>
                    <a:pt x="4894" y="2858"/>
                    <a:pt x="10000" y="5168"/>
                    <a:pt x="15076" y="7630"/>
                  </a:cubicBezTo>
                  <a:cubicBezTo>
                    <a:pt x="22402" y="11217"/>
                    <a:pt x="20639" y="16992"/>
                    <a:pt x="23435" y="22980"/>
                  </a:cubicBezTo>
                  <a:cubicBezTo>
                    <a:pt x="25685" y="27813"/>
                    <a:pt x="29910" y="33041"/>
                    <a:pt x="31460" y="37934"/>
                  </a:cubicBezTo>
                  <a:cubicBezTo>
                    <a:pt x="32858" y="42372"/>
                    <a:pt x="29940" y="51096"/>
                    <a:pt x="35867" y="53558"/>
                  </a:cubicBezTo>
                  <a:cubicBezTo>
                    <a:pt x="43618" y="56749"/>
                    <a:pt x="52433" y="48937"/>
                    <a:pt x="56779" y="43831"/>
                  </a:cubicBezTo>
                  <a:cubicBezTo>
                    <a:pt x="65746" y="33314"/>
                    <a:pt x="71552" y="36901"/>
                    <a:pt x="81886" y="43466"/>
                  </a:cubicBezTo>
                  <a:cubicBezTo>
                    <a:pt x="87965" y="47327"/>
                    <a:pt x="95412" y="47752"/>
                    <a:pt x="102707" y="49454"/>
                  </a:cubicBezTo>
                  <a:cubicBezTo>
                    <a:pt x="108148" y="50700"/>
                    <a:pt x="107905" y="54226"/>
                    <a:pt x="108452" y="58725"/>
                  </a:cubicBezTo>
                  <a:cubicBezTo>
                    <a:pt x="109182" y="64226"/>
                    <a:pt x="112130" y="69910"/>
                    <a:pt x="117571" y="71187"/>
                  </a:cubicBezTo>
                  <a:cubicBezTo>
                    <a:pt x="125626" y="73041"/>
                    <a:pt x="134410" y="64895"/>
                    <a:pt x="142100" y="66688"/>
                  </a:cubicBezTo>
                  <a:cubicBezTo>
                    <a:pt x="146751" y="67783"/>
                    <a:pt x="153590" y="72828"/>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22"/>
            <p:cNvSpPr/>
            <p:nvPr/>
          </p:nvSpPr>
          <p:spPr>
            <a:xfrm>
              <a:off x="2975000" y="442550"/>
              <a:ext cx="3962850" cy="1818450"/>
            </a:xfrm>
            <a:custGeom>
              <a:rect b="b" l="l" r="r" t="t"/>
              <a:pathLst>
                <a:path extrusionOk="0" fill="none" h="72738" w="158514">
                  <a:moveTo>
                    <a:pt x="0" y="1"/>
                  </a:moveTo>
                  <a:cubicBezTo>
                    <a:pt x="4924" y="2827"/>
                    <a:pt x="10122" y="5077"/>
                    <a:pt x="15259" y="7387"/>
                  </a:cubicBezTo>
                  <a:cubicBezTo>
                    <a:pt x="22432" y="10609"/>
                    <a:pt x="22159" y="15594"/>
                    <a:pt x="24317" y="22007"/>
                  </a:cubicBezTo>
                  <a:cubicBezTo>
                    <a:pt x="26171" y="27630"/>
                    <a:pt x="29332" y="32402"/>
                    <a:pt x="31733" y="37418"/>
                  </a:cubicBezTo>
                  <a:cubicBezTo>
                    <a:pt x="33831" y="41764"/>
                    <a:pt x="30669" y="50305"/>
                    <a:pt x="36657" y="52615"/>
                  </a:cubicBezTo>
                  <a:cubicBezTo>
                    <a:pt x="44955" y="55868"/>
                    <a:pt x="53162" y="47630"/>
                    <a:pt x="57782" y="42068"/>
                  </a:cubicBezTo>
                  <a:cubicBezTo>
                    <a:pt x="66476" y="31551"/>
                    <a:pt x="73315" y="37022"/>
                    <a:pt x="82950" y="43193"/>
                  </a:cubicBezTo>
                  <a:cubicBezTo>
                    <a:pt x="88695" y="46871"/>
                    <a:pt x="96142" y="47813"/>
                    <a:pt x="103194" y="49333"/>
                  </a:cubicBezTo>
                  <a:cubicBezTo>
                    <a:pt x="108726" y="50488"/>
                    <a:pt x="108634" y="53740"/>
                    <a:pt x="109151" y="58390"/>
                  </a:cubicBezTo>
                  <a:cubicBezTo>
                    <a:pt x="109789" y="63862"/>
                    <a:pt x="112464" y="69211"/>
                    <a:pt x="117996" y="70427"/>
                  </a:cubicBezTo>
                  <a:cubicBezTo>
                    <a:pt x="125778" y="72129"/>
                    <a:pt x="135018" y="64439"/>
                    <a:pt x="142434" y="66506"/>
                  </a:cubicBezTo>
                  <a:cubicBezTo>
                    <a:pt x="146994" y="67752"/>
                    <a:pt x="153650" y="72737"/>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22"/>
            <p:cNvSpPr/>
            <p:nvPr/>
          </p:nvSpPr>
          <p:spPr>
            <a:xfrm>
              <a:off x="2975000" y="442550"/>
              <a:ext cx="3962850" cy="1816175"/>
            </a:xfrm>
            <a:custGeom>
              <a:rect b="b" l="l" r="r" t="t"/>
              <a:pathLst>
                <a:path extrusionOk="0" fill="none" h="72647" w="158514">
                  <a:moveTo>
                    <a:pt x="0" y="1"/>
                  </a:moveTo>
                  <a:cubicBezTo>
                    <a:pt x="4985" y="2797"/>
                    <a:pt x="10244" y="4985"/>
                    <a:pt x="15441" y="7144"/>
                  </a:cubicBezTo>
                  <a:cubicBezTo>
                    <a:pt x="22341" y="10031"/>
                    <a:pt x="23648" y="14621"/>
                    <a:pt x="25259" y="21034"/>
                  </a:cubicBezTo>
                  <a:cubicBezTo>
                    <a:pt x="26688" y="26809"/>
                    <a:pt x="28572" y="31977"/>
                    <a:pt x="31885" y="36992"/>
                  </a:cubicBezTo>
                  <a:cubicBezTo>
                    <a:pt x="34742" y="41278"/>
                    <a:pt x="31429" y="49606"/>
                    <a:pt x="37478" y="51825"/>
                  </a:cubicBezTo>
                  <a:cubicBezTo>
                    <a:pt x="46171" y="55017"/>
                    <a:pt x="54469" y="46202"/>
                    <a:pt x="58755" y="40305"/>
                  </a:cubicBezTo>
                  <a:cubicBezTo>
                    <a:pt x="66232" y="30001"/>
                    <a:pt x="76415" y="38025"/>
                    <a:pt x="84044" y="42889"/>
                  </a:cubicBezTo>
                  <a:cubicBezTo>
                    <a:pt x="89546" y="46384"/>
                    <a:pt x="96841" y="47874"/>
                    <a:pt x="103680" y="49211"/>
                  </a:cubicBezTo>
                  <a:cubicBezTo>
                    <a:pt x="109242" y="50305"/>
                    <a:pt x="109364" y="53254"/>
                    <a:pt x="109850" y="58026"/>
                  </a:cubicBezTo>
                  <a:cubicBezTo>
                    <a:pt x="110397" y="63436"/>
                    <a:pt x="112829" y="68482"/>
                    <a:pt x="118422" y="69667"/>
                  </a:cubicBezTo>
                  <a:cubicBezTo>
                    <a:pt x="125930" y="71278"/>
                    <a:pt x="135626" y="64044"/>
                    <a:pt x="142708" y="66293"/>
                  </a:cubicBezTo>
                  <a:cubicBezTo>
                    <a:pt x="147176" y="67692"/>
                    <a:pt x="153681" y="7264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22"/>
            <p:cNvSpPr/>
            <p:nvPr/>
          </p:nvSpPr>
          <p:spPr>
            <a:xfrm>
              <a:off x="2975000" y="442550"/>
              <a:ext cx="3962850" cy="1813875"/>
            </a:xfrm>
            <a:custGeom>
              <a:rect b="b" l="l" r="r" t="t"/>
              <a:pathLst>
                <a:path extrusionOk="0" fill="none" h="72555" w="158514">
                  <a:moveTo>
                    <a:pt x="0" y="1"/>
                  </a:moveTo>
                  <a:cubicBezTo>
                    <a:pt x="5015" y="2767"/>
                    <a:pt x="10335" y="4894"/>
                    <a:pt x="15624" y="6931"/>
                  </a:cubicBezTo>
                  <a:cubicBezTo>
                    <a:pt x="22189" y="9423"/>
                    <a:pt x="24925" y="13648"/>
                    <a:pt x="26262" y="20031"/>
                  </a:cubicBezTo>
                  <a:cubicBezTo>
                    <a:pt x="27508" y="25958"/>
                    <a:pt x="27843" y="31582"/>
                    <a:pt x="31916" y="36597"/>
                  </a:cubicBezTo>
                  <a:cubicBezTo>
                    <a:pt x="35290" y="40731"/>
                    <a:pt x="32432" y="49150"/>
                    <a:pt x="38299" y="51096"/>
                  </a:cubicBezTo>
                  <a:cubicBezTo>
                    <a:pt x="47326" y="54105"/>
                    <a:pt x="55138" y="44804"/>
                    <a:pt x="59758" y="38512"/>
                  </a:cubicBezTo>
                  <a:cubicBezTo>
                    <a:pt x="66901" y="28816"/>
                    <a:pt x="78512" y="38512"/>
                    <a:pt x="85139" y="42585"/>
                  </a:cubicBezTo>
                  <a:cubicBezTo>
                    <a:pt x="90397" y="45807"/>
                    <a:pt x="97510" y="47995"/>
                    <a:pt x="104105" y="49120"/>
                  </a:cubicBezTo>
                  <a:cubicBezTo>
                    <a:pt x="109698" y="50062"/>
                    <a:pt x="109729" y="52707"/>
                    <a:pt x="110580" y="57691"/>
                  </a:cubicBezTo>
                  <a:cubicBezTo>
                    <a:pt x="111461" y="63071"/>
                    <a:pt x="112829" y="67692"/>
                    <a:pt x="118878" y="68938"/>
                  </a:cubicBezTo>
                  <a:cubicBezTo>
                    <a:pt x="126082" y="70427"/>
                    <a:pt x="136234" y="63649"/>
                    <a:pt x="143012" y="66111"/>
                  </a:cubicBezTo>
                  <a:cubicBezTo>
                    <a:pt x="147359" y="67661"/>
                    <a:pt x="153742" y="7255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22"/>
            <p:cNvSpPr/>
            <p:nvPr/>
          </p:nvSpPr>
          <p:spPr>
            <a:xfrm>
              <a:off x="2975000" y="442550"/>
              <a:ext cx="3962850" cy="1804000"/>
            </a:xfrm>
            <a:custGeom>
              <a:rect b="b" l="l" r="r" t="t"/>
              <a:pathLst>
                <a:path extrusionOk="0" fill="none" h="72160" w="158514">
                  <a:moveTo>
                    <a:pt x="0" y="1"/>
                  </a:moveTo>
                  <a:cubicBezTo>
                    <a:pt x="5076" y="2736"/>
                    <a:pt x="10456" y="4803"/>
                    <a:pt x="15806" y="6688"/>
                  </a:cubicBezTo>
                  <a:cubicBezTo>
                    <a:pt x="22037" y="8876"/>
                    <a:pt x="26049" y="12767"/>
                    <a:pt x="27326" y="18967"/>
                  </a:cubicBezTo>
                  <a:cubicBezTo>
                    <a:pt x="28542" y="24925"/>
                    <a:pt x="27326" y="31126"/>
                    <a:pt x="31855" y="36202"/>
                  </a:cubicBezTo>
                  <a:cubicBezTo>
                    <a:pt x="35381" y="40153"/>
                    <a:pt x="33618" y="48725"/>
                    <a:pt x="39150" y="50457"/>
                  </a:cubicBezTo>
                  <a:cubicBezTo>
                    <a:pt x="48329" y="53314"/>
                    <a:pt x="55746" y="42919"/>
                    <a:pt x="60792" y="36810"/>
                  </a:cubicBezTo>
                  <a:cubicBezTo>
                    <a:pt x="67995" y="28086"/>
                    <a:pt x="80032" y="38360"/>
                    <a:pt x="86263" y="42159"/>
                  </a:cubicBezTo>
                  <a:cubicBezTo>
                    <a:pt x="91430" y="45320"/>
                    <a:pt x="98057" y="48056"/>
                    <a:pt x="104561" y="48998"/>
                  </a:cubicBezTo>
                  <a:cubicBezTo>
                    <a:pt x="115747" y="50700"/>
                    <a:pt x="107692" y="65898"/>
                    <a:pt x="119303" y="68178"/>
                  </a:cubicBezTo>
                  <a:cubicBezTo>
                    <a:pt x="126294" y="69576"/>
                    <a:pt x="136872" y="63254"/>
                    <a:pt x="143316" y="65898"/>
                  </a:cubicBezTo>
                  <a:cubicBezTo>
                    <a:pt x="147784" y="67752"/>
                    <a:pt x="153407" y="7216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22"/>
            <p:cNvSpPr/>
            <p:nvPr/>
          </p:nvSpPr>
          <p:spPr>
            <a:xfrm>
              <a:off x="2975000" y="442550"/>
              <a:ext cx="3962100" cy="1802475"/>
            </a:xfrm>
            <a:custGeom>
              <a:rect b="b" l="l" r="r" t="t"/>
              <a:pathLst>
                <a:path extrusionOk="0" fill="none" h="72099" w="158484">
                  <a:moveTo>
                    <a:pt x="0" y="1"/>
                  </a:moveTo>
                  <a:cubicBezTo>
                    <a:pt x="5107" y="2706"/>
                    <a:pt x="10760" y="4590"/>
                    <a:pt x="15958" y="6444"/>
                  </a:cubicBezTo>
                  <a:cubicBezTo>
                    <a:pt x="21764" y="8511"/>
                    <a:pt x="26931" y="11733"/>
                    <a:pt x="28390" y="17843"/>
                  </a:cubicBezTo>
                  <a:cubicBezTo>
                    <a:pt x="29788" y="23740"/>
                    <a:pt x="26900" y="30579"/>
                    <a:pt x="31672" y="35867"/>
                  </a:cubicBezTo>
                  <a:cubicBezTo>
                    <a:pt x="35107" y="39636"/>
                    <a:pt x="34925" y="48390"/>
                    <a:pt x="40001" y="49849"/>
                  </a:cubicBezTo>
                  <a:cubicBezTo>
                    <a:pt x="49302" y="52494"/>
                    <a:pt x="56415" y="40761"/>
                    <a:pt x="61886" y="35320"/>
                  </a:cubicBezTo>
                  <a:cubicBezTo>
                    <a:pt x="69211" y="28025"/>
                    <a:pt x="81278" y="37873"/>
                    <a:pt x="87327" y="41612"/>
                  </a:cubicBezTo>
                  <a:cubicBezTo>
                    <a:pt x="92585" y="44864"/>
                    <a:pt x="98421" y="48117"/>
                    <a:pt x="104926" y="48968"/>
                  </a:cubicBezTo>
                  <a:cubicBezTo>
                    <a:pt x="116385" y="50457"/>
                    <a:pt x="108239" y="65442"/>
                    <a:pt x="119759" y="67509"/>
                  </a:cubicBezTo>
                  <a:cubicBezTo>
                    <a:pt x="126659" y="68725"/>
                    <a:pt x="137298" y="62980"/>
                    <a:pt x="143559" y="65716"/>
                  </a:cubicBezTo>
                  <a:cubicBezTo>
                    <a:pt x="147936" y="67631"/>
                    <a:pt x="153407" y="72099"/>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22"/>
            <p:cNvSpPr/>
            <p:nvPr/>
          </p:nvSpPr>
          <p:spPr>
            <a:xfrm>
              <a:off x="2975000" y="442550"/>
              <a:ext cx="3962850" cy="1800200"/>
            </a:xfrm>
            <a:custGeom>
              <a:rect b="b" l="l" r="r" t="t"/>
              <a:pathLst>
                <a:path extrusionOk="0" fill="none" h="72008" w="158514">
                  <a:moveTo>
                    <a:pt x="0" y="1"/>
                  </a:moveTo>
                  <a:cubicBezTo>
                    <a:pt x="5167" y="2645"/>
                    <a:pt x="10821" y="4499"/>
                    <a:pt x="16140" y="6201"/>
                  </a:cubicBezTo>
                  <a:cubicBezTo>
                    <a:pt x="21976" y="8055"/>
                    <a:pt x="27630" y="11065"/>
                    <a:pt x="29484" y="16657"/>
                  </a:cubicBezTo>
                  <a:cubicBezTo>
                    <a:pt x="31308" y="22159"/>
                    <a:pt x="26748" y="29940"/>
                    <a:pt x="31521" y="35442"/>
                  </a:cubicBezTo>
                  <a:cubicBezTo>
                    <a:pt x="34621" y="38998"/>
                    <a:pt x="36414" y="48147"/>
                    <a:pt x="40913" y="49211"/>
                  </a:cubicBezTo>
                  <a:cubicBezTo>
                    <a:pt x="50244" y="51430"/>
                    <a:pt x="56749" y="38846"/>
                    <a:pt x="63041" y="34044"/>
                  </a:cubicBezTo>
                  <a:cubicBezTo>
                    <a:pt x="70731" y="28147"/>
                    <a:pt x="82190" y="36992"/>
                    <a:pt x="88391" y="40943"/>
                  </a:cubicBezTo>
                  <a:cubicBezTo>
                    <a:pt x="93862" y="44409"/>
                    <a:pt x="98695" y="48147"/>
                    <a:pt x="105352" y="48907"/>
                  </a:cubicBezTo>
                  <a:cubicBezTo>
                    <a:pt x="117024" y="50184"/>
                    <a:pt x="108786" y="64834"/>
                    <a:pt x="120276" y="66780"/>
                  </a:cubicBezTo>
                  <a:cubicBezTo>
                    <a:pt x="126993" y="67904"/>
                    <a:pt x="137784" y="62585"/>
                    <a:pt x="143863" y="65533"/>
                  </a:cubicBezTo>
                  <a:cubicBezTo>
                    <a:pt x="148149" y="67570"/>
                    <a:pt x="153468" y="72008"/>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22"/>
            <p:cNvSpPr/>
            <p:nvPr/>
          </p:nvSpPr>
          <p:spPr>
            <a:xfrm>
              <a:off x="2975000" y="442550"/>
              <a:ext cx="3963625" cy="1798675"/>
            </a:xfrm>
            <a:custGeom>
              <a:rect b="b" l="l" r="r" t="t"/>
              <a:pathLst>
                <a:path extrusionOk="0" fill="none" h="71947" w="158545">
                  <a:moveTo>
                    <a:pt x="0" y="1"/>
                  </a:moveTo>
                  <a:cubicBezTo>
                    <a:pt x="5198" y="2615"/>
                    <a:pt x="10912" y="4408"/>
                    <a:pt x="16323" y="5958"/>
                  </a:cubicBezTo>
                  <a:cubicBezTo>
                    <a:pt x="22067" y="7630"/>
                    <a:pt x="28147" y="10365"/>
                    <a:pt x="30578" y="15472"/>
                  </a:cubicBezTo>
                  <a:cubicBezTo>
                    <a:pt x="33192" y="20974"/>
                    <a:pt x="26931" y="29059"/>
                    <a:pt x="31369" y="35047"/>
                  </a:cubicBezTo>
                  <a:cubicBezTo>
                    <a:pt x="33831" y="38390"/>
                    <a:pt x="37904" y="47904"/>
                    <a:pt x="41825" y="48542"/>
                  </a:cubicBezTo>
                  <a:cubicBezTo>
                    <a:pt x="50883" y="50062"/>
                    <a:pt x="57296" y="36931"/>
                    <a:pt x="64257" y="33010"/>
                  </a:cubicBezTo>
                  <a:cubicBezTo>
                    <a:pt x="72160" y="28512"/>
                    <a:pt x="83102" y="35928"/>
                    <a:pt x="89424" y="40153"/>
                  </a:cubicBezTo>
                  <a:cubicBezTo>
                    <a:pt x="94804" y="43740"/>
                    <a:pt x="98877" y="48208"/>
                    <a:pt x="105747" y="48846"/>
                  </a:cubicBezTo>
                  <a:cubicBezTo>
                    <a:pt x="117601" y="49971"/>
                    <a:pt x="109425" y="64257"/>
                    <a:pt x="120793" y="66081"/>
                  </a:cubicBezTo>
                  <a:cubicBezTo>
                    <a:pt x="127419" y="67144"/>
                    <a:pt x="138270" y="62281"/>
                    <a:pt x="144167" y="65351"/>
                  </a:cubicBezTo>
                  <a:cubicBezTo>
                    <a:pt x="148362" y="67540"/>
                    <a:pt x="153529" y="71947"/>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22"/>
            <p:cNvSpPr/>
            <p:nvPr/>
          </p:nvSpPr>
          <p:spPr>
            <a:xfrm>
              <a:off x="2975000" y="442550"/>
              <a:ext cx="3962850" cy="1795650"/>
            </a:xfrm>
            <a:custGeom>
              <a:rect b="b" l="l" r="r" t="t"/>
              <a:pathLst>
                <a:path extrusionOk="0" fill="none" h="71826" w="158514">
                  <a:moveTo>
                    <a:pt x="0" y="1"/>
                  </a:moveTo>
                  <a:cubicBezTo>
                    <a:pt x="5259" y="2584"/>
                    <a:pt x="10973" y="4317"/>
                    <a:pt x="16475" y="5745"/>
                  </a:cubicBezTo>
                  <a:cubicBezTo>
                    <a:pt x="22250" y="7235"/>
                    <a:pt x="28542" y="9788"/>
                    <a:pt x="31581" y="14195"/>
                  </a:cubicBezTo>
                  <a:cubicBezTo>
                    <a:pt x="35168" y="19332"/>
                    <a:pt x="27326" y="28238"/>
                    <a:pt x="31247" y="34560"/>
                  </a:cubicBezTo>
                  <a:cubicBezTo>
                    <a:pt x="33253" y="37782"/>
                    <a:pt x="39150" y="47418"/>
                    <a:pt x="42737" y="47722"/>
                  </a:cubicBezTo>
                  <a:cubicBezTo>
                    <a:pt x="51612" y="48482"/>
                    <a:pt x="57752" y="35229"/>
                    <a:pt x="65412" y="32129"/>
                  </a:cubicBezTo>
                  <a:cubicBezTo>
                    <a:pt x="73588" y="28816"/>
                    <a:pt x="84044" y="34804"/>
                    <a:pt x="90275" y="39302"/>
                  </a:cubicBezTo>
                  <a:cubicBezTo>
                    <a:pt x="95351" y="42980"/>
                    <a:pt x="98938" y="48269"/>
                    <a:pt x="106081" y="48816"/>
                  </a:cubicBezTo>
                  <a:cubicBezTo>
                    <a:pt x="111704" y="49241"/>
                    <a:pt x="112981" y="50670"/>
                    <a:pt x="114136" y="56111"/>
                  </a:cubicBezTo>
                  <a:cubicBezTo>
                    <a:pt x="115139" y="60792"/>
                    <a:pt x="115321" y="64470"/>
                    <a:pt x="121279" y="65381"/>
                  </a:cubicBezTo>
                  <a:cubicBezTo>
                    <a:pt x="127784" y="66385"/>
                    <a:pt x="138696" y="61947"/>
                    <a:pt x="144410" y="65169"/>
                  </a:cubicBezTo>
                  <a:cubicBezTo>
                    <a:pt x="148483" y="67448"/>
                    <a:pt x="153529" y="7182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22"/>
            <p:cNvSpPr/>
            <p:nvPr/>
          </p:nvSpPr>
          <p:spPr>
            <a:xfrm>
              <a:off x="2975000" y="442550"/>
              <a:ext cx="3962850" cy="1794125"/>
            </a:xfrm>
            <a:custGeom>
              <a:rect b="b" l="l" r="r" t="t"/>
              <a:pathLst>
                <a:path extrusionOk="0" fill="none" h="71765" w="158514">
                  <a:moveTo>
                    <a:pt x="0" y="1"/>
                  </a:moveTo>
                  <a:cubicBezTo>
                    <a:pt x="5319" y="2554"/>
                    <a:pt x="11064" y="4226"/>
                    <a:pt x="16627" y="5502"/>
                  </a:cubicBezTo>
                  <a:cubicBezTo>
                    <a:pt x="22523" y="6840"/>
                    <a:pt x="28663" y="9302"/>
                    <a:pt x="32554" y="12919"/>
                  </a:cubicBezTo>
                  <a:cubicBezTo>
                    <a:pt x="36931" y="17022"/>
                    <a:pt x="28906" y="28268"/>
                    <a:pt x="31247" y="33983"/>
                  </a:cubicBezTo>
                  <a:cubicBezTo>
                    <a:pt x="32615" y="37326"/>
                    <a:pt x="40031" y="46658"/>
                    <a:pt x="43679" y="46719"/>
                  </a:cubicBezTo>
                  <a:cubicBezTo>
                    <a:pt x="52433" y="46810"/>
                    <a:pt x="58117" y="33861"/>
                    <a:pt x="66628" y="31430"/>
                  </a:cubicBezTo>
                  <a:cubicBezTo>
                    <a:pt x="75108" y="28998"/>
                    <a:pt x="85078" y="33709"/>
                    <a:pt x="91066" y="38451"/>
                  </a:cubicBezTo>
                  <a:cubicBezTo>
                    <a:pt x="95899" y="42250"/>
                    <a:pt x="98847" y="48482"/>
                    <a:pt x="106446" y="48785"/>
                  </a:cubicBezTo>
                  <a:cubicBezTo>
                    <a:pt x="119030" y="49272"/>
                    <a:pt x="110853" y="62950"/>
                    <a:pt x="121826" y="64743"/>
                  </a:cubicBezTo>
                  <a:cubicBezTo>
                    <a:pt x="128088" y="65746"/>
                    <a:pt x="139121" y="61612"/>
                    <a:pt x="144684" y="64986"/>
                  </a:cubicBezTo>
                  <a:cubicBezTo>
                    <a:pt x="148666" y="67388"/>
                    <a:pt x="153559" y="7176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22"/>
            <p:cNvSpPr/>
            <p:nvPr/>
          </p:nvSpPr>
          <p:spPr>
            <a:xfrm>
              <a:off x="2975000" y="442550"/>
              <a:ext cx="3962850" cy="1791075"/>
            </a:xfrm>
            <a:custGeom>
              <a:rect b="b" l="l" r="r" t="t"/>
              <a:pathLst>
                <a:path extrusionOk="0" fill="none" h="71643" w="158514">
                  <a:moveTo>
                    <a:pt x="0" y="1"/>
                  </a:moveTo>
                  <a:cubicBezTo>
                    <a:pt x="5319" y="2523"/>
                    <a:pt x="11155" y="4134"/>
                    <a:pt x="16779" y="5259"/>
                  </a:cubicBezTo>
                  <a:cubicBezTo>
                    <a:pt x="22736" y="6475"/>
                    <a:pt x="29302" y="9058"/>
                    <a:pt x="33405" y="11672"/>
                  </a:cubicBezTo>
                  <a:cubicBezTo>
                    <a:pt x="37660" y="14378"/>
                    <a:pt x="30821" y="28968"/>
                    <a:pt x="31399" y="33314"/>
                  </a:cubicBezTo>
                  <a:cubicBezTo>
                    <a:pt x="31885" y="36931"/>
                    <a:pt x="40578" y="45624"/>
                    <a:pt x="44651" y="45472"/>
                  </a:cubicBezTo>
                  <a:cubicBezTo>
                    <a:pt x="53101" y="45168"/>
                    <a:pt x="58421" y="32828"/>
                    <a:pt x="67874" y="30852"/>
                  </a:cubicBezTo>
                  <a:cubicBezTo>
                    <a:pt x="76658" y="29028"/>
                    <a:pt x="86233" y="32706"/>
                    <a:pt x="91856" y="37509"/>
                  </a:cubicBezTo>
                  <a:cubicBezTo>
                    <a:pt x="96476" y="41491"/>
                    <a:pt x="98908" y="48542"/>
                    <a:pt x="106780" y="48755"/>
                  </a:cubicBezTo>
                  <a:cubicBezTo>
                    <a:pt x="112647" y="48907"/>
                    <a:pt x="114045" y="50184"/>
                    <a:pt x="115565" y="55503"/>
                  </a:cubicBezTo>
                  <a:cubicBezTo>
                    <a:pt x="116841" y="60062"/>
                    <a:pt x="116628" y="63132"/>
                    <a:pt x="122404" y="64044"/>
                  </a:cubicBezTo>
                  <a:cubicBezTo>
                    <a:pt x="128544" y="65047"/>
                    <a:pt x="139486" y="61278"/>
                    <a:pt x="144957" y="64804"/>
                  </a:cubicBezTo>
                  <a:cubicBezTo>
                    <a:pt x="148818" y="67296"/>
                    <a:pt x="153559" y="71643"/>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22"/>
            <p:cNvSpPr/>
            <p:nvPr/>
          </p:nvSpPr>
          <p:spPr>
            <a:xfrm>
              <a:off x="2975000" y="442550"/>
              <a:ext cx="3962100" cy="1789575"/>
            </a:xfrm>
            <a:custGeom>
              <a:rect b="b" l="l" r="r" t="t"/>
              <a:pathLst>
                <a:path extrusionOk="0" fill="none" h="71583" w="158484">
                  <a:moveTo>
                    <a:pt x="0" y="1"/>
                  </a:moveTo>
                  <a:cubicBezTo>
                    <a:pt x="5380" y="2463"/>
                    <a:pt x="11216" y="4043"/>
                    <a:pt x="16900" y="5016"/>
                  </a:cubicBezTo>
                  <a:cubicBezTo>
                    <a:pt x="22797" y="6049"/>
                    <a:pt x="29058" y="8724"/>
                    <a:pt x="34135" y="10457"/>
                  </a:cubicBezTo>
                  <a:cubicBezTo>
                    <a:pt x="39667" y="12372"/>
                    <a:pt x="32037" y="28846"/>
                    <a:pt x="31855" y="32463"/>
                  </a:cubicBezTo>
                  <a:cubicBezTo>
                    <a:pt x="31672" y="36597"/>
                    <a:pt x="40852" y="44712"/>
                    <a:pt x="45503" y="44074"/>
                  </a:cubicBezTo>
                  <a:cubicBezTo>
                    <a:pt x="54165" y="42889"/>
                    <a:pt x="59606" y="32038"/>
                    <a:pt x="69090" y="30335"/>
                  </a:cubicBezTo>
                  <a:cubicBezTo>
                    <a:pt x="77479" y="28846"/>
                    <a:pt x="87388" y="31703"/>
                    <a:pt x="92646" y="36566"/>
                  </a:cubicBezTo>
                  <a:cubicBezTo>
                    <a:pt x="97084" y="40670"/>
                    <a:pt x="98908" y="48634"/>
                    <a:pt x="107084" y="48725"/>
                  </a:cubicBezTo>
                  <a:cubicBezTo>
                    <a:pt x="112890" y="48816"/>
                    <a:pt x="114501" y="49910"/>
                    <a:pt x="116203" y="55229"/>
                  </a:cubicBezTo>
                  <a:cubicBezTo>
                    <a:pt x="117571" y="59606"/>
                    <a:pt x="117297" y="62555"/>
                    <a:pt x="122951" y="63436"/>
                  </a:cubicBezTo>
                  <a:cubicBezTo>
                    <a:pt x="129030" y="64378"/>
                    <a:pt x="139851" y="60944"/>
                    <a:pt x="145200" y="64622"/>
                  </a:cubicBezTo>
                  <a:cubicBezTo>
                    <a:pt x="148939" y="67205"/>
                    <a:pt x="153590" y="7158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22"/>
            <p:cNvSpPr/>
            <p:nvPr/>
          </p:nvSpPr>
          <p:spPr>
            <a:xfrm>
              <a:off x="2975000" y="442550"/>
              <a:ext cx="3962850" cy="1785000"/>
            </a:xfrm>
            <a:custGeom>
              <a:rect b="b" l="l" r="r" t="t"/>
              <a:pathLst>
                <a:path extrusionOk="0" fill="none" h="71400" w="158514">
                  <a:moveTo>
                    <a:pt x="0" y="1"/>
                  </a:moveTo>
                  <a:cubicBezTo>
                    <a:pt x="5411" y="2432"/>
                    <a:pt x="11307" y="3952"/>
                    <a:pt x="17052" y="4803"/>
                  </a:cubicBezTo>
                  <a:cubicBezTo>
                    <a:pt x="22949" y="5685"/>
                    <a:pt x="29028" y="8967"/>
                    <a:pt x="34682" y="9362"/>
                  </a:cubicBezTo>
                  <a:cubicBezTo>
                    <a:pt x="42007" y="9849"/>
                    <a:pt x="33557" y="28360"/>
                    <a:pt x="32858" y="31065"/>
                  </a:cubicBezTo>
                  <a:cubicBezTo>
                    <a:pt x="31308" y="36931"/>
                    <a:pt x="41095" y="43801"/>
                    <a:pt x="46141" y="42676"/>
                  </a:cubicBezTo>
                  <a:cubicBezTo>
                    <a:pt x="54925" y="40761"/>
                    <a:pt x="60731" y="31703"/>
                    <a:pt x="70245" y="29819"/>
                  </a:cubicBezTo>
                  <a:cubicBezTo>
                    <a:pt x="78451" y="28177"/>
                    <a:pt x="88573" y="30731"/>
                    <a:pt x="93497" y="35563"/>
                  </a:cubicBezTo>
                  <a:cubicBezTo>
                    <a:pt x="97753" y="39728"/>
                    <a:pt x="98969" y="48725"/>
                    <a:pt x="107419" y="48755"/>
                  </a:cubicBezTo>
                  <a:cubicBezTo>
                    <a:pt x="113163" y="48755"/>
                    <a:pt x="115018" y="49667"/>
                    <a:pt x="116872" y="54956"/>
                  </a:cubicBezTo>
                  <a:cubicBezTo>
                    <a:pt x="118331" y="59181"/>
                    <a:pt x="118027" y="61977"/>
                    <a:pt x="123559" y="62798"/>
                  </a:cubicBezTo>
                  <a:cubicBezTo>
                    <a:pt x="129638" y="63710"/>
                    <a:pt x="140459" y="60579"/>
                    <a:pt x="145504" y="64470"/>
                  </a:cubicBezTo>
                  <a:cubicBezTo>
                    <a:pt x="148939" y="67144"/>
                    <a:pt x="153802" y="7140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22"/>
            <p:cNvSpPr/>
            <p:nvPr/>
          </p:nvSpPr>
          <p:spPr>
            <a:xfrm>
              <a:off x="2975000" y="442550"/>
              <a:ext cx="3962100" cy="1781975"/>
            </a:xfrm>
            <a:custGeom>
              <a:rect b="b" l="l" r="r" t="t"/>
              <a:pathLst>
                <a:path extrusionOk="0" fill="none" h="71279" w="158484">
                  <a:moveTo>
                    <a:pt x="0" y="1"/>
                  </a:moveTo>
                  <a:cubicBezTo>
                    <a:pt x="5471" y="2402"/>
                    <a:pt x="11247" y="3922"/>
                    <a:pt x="17174" y="4560"/>
                  </a:cubicBezTo>
                  <a:cubicBezTo>
                    <a:pt x="23253" y="5198"/>
                    <a:pt x="29514" y="8420"/>
                    <a:pt x="35107" y="8177"/>
                  </a:cubicBezTo>
                  <a:cubicBezTo>
                    <a:pt x="44044" y="7782"/>
                    <a:pt x="35290" y="26718"/>
                    <a:pt x="34256" y="29089"/>
                  </a:cubicBezTo>
                  <a:cubicBezTo>
                    <a:pt x="31369" y="35959"/>
                    <a:pt x="40578" y="42980"/>
                    <a:pt x="46658" y="41247"/>
                  </a:cubicBezTo>
                  <a:cubicBezTo>
                    <a:pt x="55533" y="38785"/>
                    <a:pt x="61947" y="31490"/>
                    <a:pt x="71369" y="29180"/>
                  </a:cubicBezTo>
                  <a:cubicBezTo>
                    <a:pt x="79424" y="27174"/>
                    <a:pt x="89819" y="29697"/>
                    <a:pt x="94470" y="34439"/>
                  </a:cubicBezTo>
                  <a:cubicBezTo>
                    <a:pt x="98482" y="38573"/>
                    <a:pt x="99090" y="48785"/>
                    <a:pt x="107753" y="48694"/>
                  </a:cubicBezTo>
                  <a:cubicBezTo>
                    <a:pt x="113407" y="48634"/>
                    <a:pt x="115504" y="49424"/>
                    <a:pt x="117510" y="54652"/>
                  </a:cubicBezTo>
                  <a:cubicBezTo>
                    <a:pt x="119060" y="58694"/>
                    <a:pt x="118665" y="61400"/>
                    <a:pt x="124167" y="62160"/>
                  </a:cubicBezTo>
                  <a:cubicBezTo>
                    <a:pt x="130246" y="62980"/>
                    <a:pt x="140793" y="60245"/>
                    <a:pt x="145717" y="64257"/>
                  </a:cubicBezTo>
                  <a:cubicBezTo>
                    <a:pt x="149061" y="66962"/>
                    <a:pt x="153802" y="71278"/>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22"/>
            <p:cNvSpPr/>
            <p:nvPr/>
          </p:nvSpPr>
          <p:spPr>
            <a:xfrm>
              <a:off x="2975000" y="442550"/>
              <a:ext cx="3962850" cy="1781200"/>
            </a:xfrm>
            <a:custGeom>
              <a:rect b="b" l="l" r="r" t="t"/>
              <a:pathLst>
                <a:path extrusionOk="0" fill="none" h="71248" w="158514">
                  <a:moveTo>
                    <a:pt x="0" y="1"/>
                  </a:moveTo>
                  <a:cubicBezTo>
                    <a:pt x="5502" y="2371"/>
                    <a:pt x="11338" y="3830"/>
                    <a:pt x="17326" y="4347"/>
                  </a:cubicBezTo>
                  <a:cubicBezTo>
                    <a:pt x="23405" y="4833"/>
                    <a:pt x="29484" y="7478"/>
                    <a:pt x="35381" y="7083"/>
                  </a:cubicBezTo>
                  <a:cubicBezTo>
                    <a:pt x="46171" y="6384"/>
                    <a:pt x="37660" y="22007"/>
                    <a:pt x="36080" y="26718"/>
                  </a:cubicBezTo>
                  <a:cubicBezTo>
                    <a:pt x="34560" y="31247"/>
                    <a:pt x="33192" y="34591"/>
                    <a:pt x="37387" y="37934"/>
                  </a:cubicBezTo>
                  <a:cubicBezTo>
                    <a:pt x="40062" y="40032"/>
                    <a:pt x="43983" y="40913"/>
                    <a:pt x="47144" y="39940"/>
                  </a:cubicBezTo>
                  <a:cubicBezTo>
                    <a:pt x="52007" y="38421"/>
                    <a:pt x="55959" y="34864"/>
                    <a:pt x="60548" y="32524"/>
                  </a:cubicBezTo>
                  <a:cubicBezTo>
                    <a:pt x="64409" y="30579"/>
                    <a:pt x="68360" y="29758"/>
                    <a:pt x="72403" y="28512"/>
                  </a:cubicBezTo>
                  <a:cubicBezTo>
                    <a:pt x="80275" y="26080"/>
                    <a:pt x="91187" y="28724"/>
                    <a:pt x="95503" y="33314"/>
                  </a:cubicBezTo>
                  <a:cubicBezTo>
                    <a:pt x="99303" y="37296"/>
                    <a:pt x="99212" y="48877"/>
                    <a:pt x="108118" y="48694"/>
                  </a:cubicBezTo>
                  <a:cubicBezTo>
                    <a:pt x="113589" y="48573"/>
                    <a:pt x="115990" y="49302"/>
                    <a:pt x="118148" y="54409"/>
                  </a:cubicBezTo>
                  <a:cubicBezTo>
                    <a:pt x="119820" y="58299"/>
                    <a:pt x="119364" y="60974"/>
                    <a:pt x="124805" y="61612"/>
                  </a:cubicBezTo>
                  <a:cubicBezTo>
                    <a:pt x="130519" y="62281"/>
                    <a:pt x="141249" y="59819"/>
                    <a:pt x="145991" y="64135"/>
                  </a:cubicBezTo>
                  <a:cubicBezTo>
                    <a:pt x="149213" y="67023"/>
                    <a:pt x="153863" y="71248"/>
                    <a:pt x="158514" y="68695"/>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22"/>
            <p:cNvSpPr/>
            <p:nvPr/>
          </p:nvSpPr>
          <p:spPr>
            <a:xfrm>
              <a:off x="2975000" y="442550"/>
              <a:ext cx="3962100" cy="1777400"/>
            </a:xfrm>
            <a:custGeom>
              <a:rect b="b" l="l" r="r" t="t"/>
              <a:pathLst>
                <a:path extrusionOk="0" fill="none" h="71096" w="158484">
                  <a:moveTo>
                    <a:pt x="0" y="1"/>
                  </a:moveTo>
                  <a:cubicBezTo>
                    <a:pt x="5532" y="2341"/>
                    <a:pt x="11429" y="3739"/>
                    <a:pt x="17447" y="4104"/>
                  </a:cubicBezTo>
                  <a:cubicBezTo>
                    <a:pt x="23496" y="4469"/>
                    <a:pt x="29484" y="6596"/>
                    <a:pt x="35533" y="6049"/>
                  </a:cubicBezTo>
                  <a:cubicBezTo>
                    <a:pt x="47357" y="4955"/>
                    <a:pt x="40822" y="16809"/>
                    <a:pt x="38208" y="23983"/>
                  </a:cubicBezTo>
                  <a:cubicBezTo>
                    <a:pt x="36657" y="28329"/>
                    <a:pt x="33557" y="33253"/>
                    <a:pt x="37691" y="36962"/>
                  </a:cubicBezTo>
                  <a:cubicBezTo>
                    <a:pt x="40244" y="39272"/>
                    <a:pt x="44591" y="39636"/>
                    <a:pt x="47661" y="38603"/>
                  </a:cubicBezTo>
                  <a:cubicBezTo>
                    <a:pt x="52646" y="36931"/>
                    <a:pt x="56901" y="33557"/>
                    <a:pt x="61764" y="31460"/>
                  </a:cubicBezTo>
                  <a:cubicBezTo>
                    <a:pt x="65533" y="29819"/>
                    <a:pt x="69576" y="29150"/>
                    <a:pt x="73375" y="27721"/>
                  </a:cubicBezTo>
                  <a:cubicBezTo>
                    <a:pt x="80974" y="24864"/>
                    <a:pt x="92464" y="27721"/>
                    <a:pt x="96659" y="32068"/>
                  </a:cubicBezTo>
                  <a:cubicBezTo>
                    <a:pt x="100884" y="36445"/>
                    <a:pt x="98634" y="48512"/>
                    <a:pt x="108452" y="48664"/>
                  </a:cubicBezTo>
                  <a:cubicBezTo>
                    <a:pt x="114014" y="48755"/>
                    <a:pt x="116416" y="49150"/>
                    <a:pt x="118756" y="54105"/>
                  </a:cubicBezTo>
                  <a:cubicBezTo>
                    <a:pt x="120550" y="57874"/>
                    <a:pt x="120002" y="60488"/>
                    <a:pt x="125413" y="61035"/>
                  </a:cubicBezTo>
                  <a:cubicBezTo>
                    <a:pt x="131158" y="61643"/>
                    <a:pt x="141553" y="59454"/>
                    <a:pt x="146234" y="63922"/>
                  </a:cubicBezTo>
                  <a:cubicBezTo>
                    <a:pt x="149334" y="66871"/>
                    <a:pt x="153894" y="71096"/>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22"/>
            <p:cNvSpPr/>
            <p:nvPr/>
          </p:nvSpPr>
          <p:spPr>
            <a:xfrm>
              <a:off x="2975000" y="442550"/>
              <a:ext cx="3962850" cy="1775125"/>
            </a:xfrm>
            <a:custGeom>
              <a:rect b="b" l="l" r="r" t="t"/>
              <a:pathLst>
                <a:path extrusionOk="0" fill="none" h="71005" w="158514">
                  <a:moveTo>
                    <a:pt x="0" y="1"/>
                  </a:moveTo>
                  <a:cubicBezTo>
                    <a:pt x="5593" y="2311"/>
                    <a:pt x="11520" y="3648"/>
                    <a:pt x="17569" y="3861"/>
                  </a:cubicBezTo>
                  <a:cubicBezTo>
                    <a:pt x="23587" y="4074"/>
                    <a:pt x="29636" y="5837"/>
                    <a:pt x="35594" y="5046"/>
                  </a:cubicBezTo>
                  <a:cubicBezTo>
                    <a:pt x="47569" y="3466"/>
                    <a:pt x="43800" y="12280"/>
                    <a:pt x="40578" y="20974"/>
                  </a:cubicBezTo>
                  <a:cubicBezTo>
                    <a:pt x="39059" y="25107"/>
                    <a:pt x="34773" y="31916"/>
                    <a:pt x="38268" y="35867"/>
                  </a:cubicBezTo>
                  <a:cubicBezTo>
                    <a:pt x="40548" y="38451"/>
                    <a:pt x="45381" y="38208"/>
                    <a:pt x="48238" y="37296"/>
                  </a:cubicBezTo>
                  <a:cubicBezTo>
                    <a:pt x="53405" y="35624"/>
                    <a:pt x="57965" y="32281"/>
                    <a:pt x="63102" y="30366"/>
                  </a:cubicBezTo>
                  <a:cubicBezTo>
                    <a:pt x="66780" y="28968"/>
                    <a:pt x="70701" y="28420"/>
                    <a:pt x="74257" y="26840"/>
                  </a:cubicBezTo>
                  <a:cubicBezTo>
                    <a:pt x="81552" y="23588"/>
                    <a:pt x="94075" y="26779"/>
                    <a:pt x="97935" y="30791"/>
                  </a:cubicBezTo>
                  <a:cubicBezTo>
                    <a:pt x="101887" y="34895"/>
                    <a:pt x="98938" y="48542"/>
                    <a:pt x="108817" y="48664"/>
                  </a:cubicBezTo>
                  <a:cubicBezTo>
                    <a:pt x="114227" y="48694"/>
                    <a:pt x="116872" y="49029"/>
                    <a:pt x="119364" y="53801"/>
                  </a:cubicBezTo>
                  <a:cubicBezTo>
                    <a:pt x="121249" y="57448"/>
                    <a:pt x="120702" y="60032"/>
                    <a:pt x="126021" y="60518"/>
                  </a:cubicBezTo>
                  <a:cubicBezTo>
                    <a:pt x="131826" y="61035"/>
                    <a:pt x="141857" y="59120"/>
                    <a:pt x="146507" y="63771"/>
                  </a:cubicBezTo>
                  <a:cubicBezTo>
                    <a:pt x="149456" y="66719"/>
                    <a:pt x="153924" y="7100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22"/>
            <p:cNvSpPr/>
            <p:nvPr/>
          </p:nvSpPr>
          <p:spPr>
            <a:xfrm>
              <a:off x="2975000" y="442550"/>
              <a:ext cx="3962850" cy="1772850"/>
            </a:xfrm>
            <a:custGeom>
              <a:rect b="b" l="l" r="r" t="t"/>
              <a:pathLst>
                <a:path extrusionOk="0" fill="none" h="70914" w="158514">
                  <a:moveTo>
                    <a:pt x="0" y="1"/>
                  </a:moveTo>
                  <a:cubicBezTo>
                    <a:pt x="5623" y="2280"/>
                    <a:pt x="11611" y="3526"/>
                    <a:pt x="17690" y="3648"/>
                  </a:cubicBezTo>
                  <a:cubicBezTo>
                    <a:pt x="23648" y="3709"/>
                    <a:pt x="29636" y="5016"/>
                    <a:pt x="35563" y="4104"/>
                  </a:cubicBezTo>
                  <a:cubicBezTo>
                    <a:pt x="47022" y="2371"/>
                    <a:pt x="46627" y="7843"/>
                    <a:pt x="43101" y="17812"/>
                  </a:cubicBezTo>
                  <a:cubicBezTo>
                    <a:pt x="41733" y="21612"/>
                    <a:pt x="36232" y="30670"/>
                    <a:pt x="39028" y="34621"/>
                  </a:cubicBezTo>
                  <a:cubicBezTo>
                    <a:pt x="41004" y="37387"/>
                    <a:pt x="46293" y="36901"/>
                    <a:pt x="48968" y="35989"/>
                  </a:cubicBezTo>
                  <a:cubicBezTo>
                    <a:pt x="57235" y="33071"/>
                    <a:pt x="67235" y="29667"/>
                    <a:pt x="75108" y="25867"/>
                  </a:cubicBezTo>
                  <a:cubicBezTo>
                    <a:pt x="82008" y="22524"/>
                    <a:pt x="95655" y="25746"/>
                    <a:pt x="99303" y="29484"/>
                  </a:cubicBezTo>
                  <a:cubicBezTo>
                    <a:pt x="103042" y="33284"/>
                    <a:pt x="99546" y="48573"/>
                    <a:pt x="109242" y="48573"/>
                  </a:cubicBezTo>
                  <a:cubicBezTo>
                    <a:pt x="114379" y="48573"/>
                    <a:pt x="117328" y="48968"/>
                    <a:pt x="119942" y="53527"/>
                  </a:cubicBezTo>
                  <a:cubicBezTo>
                    <a:pt x="121948" y="57023"/>
                    <a:pt x="121340" y="59606"/>
                    <a:pt x="126629" y="60032"/>
                  </a:cubicBezTo>
                  <a:cubicBezTo>
                    <a:pt x="132495" y="60488"/>
                    <a:pt x="142130" y="58725"/>
                    <a:pt x="146751" y="63558"/>
                  </a:cubicBezTo>
                  <a:cubicBezTo>
                    <a:pt x="149608" y="66567"/>
                    <a:pt x="153985" y="70913"/>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22"/>
            <p:cNvSpPr/>
            <p:nvPr/>
          </p:nvSpPr>
          <p:spPr>
            <a:xfrm>
              <a:off x="2975000" y="442550"/>
              <a:ext cx="3962100" cy="1769800"/>
            </a:xfrm>
            <a:custGeom>
              <a:rect b="b" l="l" r="r" t="t"/>
              <a:pathLst>
                <a:path extrusionOk="0" fill="none" h="70792" w="158484">
                  <a:moveTo>
                    <a:pt x="0" y="1"/>
                  </a:moveTo>
                  <a:cubicBezTo>
                    <a:pt x="5654" y="2280"/>
                    <a:pt x="11703" y="3435"/>
                    <a:pt x="17812" y="3405"/>
                  </a:cubicBezTo>
                  <a:cubicBezTo>
                    <a:pt x="23709" y="3344"/>
                    <a:pt x="29606" y="4165"/>
                    <a:pt x="35502" y="3192"/>
                  </a:cubicBezTo>
                  <a:cubicBezTo>
                    <a:pt x="37660" y="2858"/>
                    <a:pt x="42463" y="1976"/>
                    <a:pt x="44621" y="2949"/>
                  </a:cubicBezTo>
                  <a:cubicBezTo>
                    <a:pt x="49545" y="5168"/>
                    <a:pt x="46840" y="10913"/>
                    <a:pt x="45624" y="14742"/>
                  </a:cubicBezTo>
                  <a:cubicBezTo>
                    <a:pt x="43557" y="21369"/>
                    <a:pt x="34135" y="40001"/>
                    <a:pt x="49819" y="34652"/>
                  </a:cubicBezTo>
                  <a:cubicBezTo>
                    <a:pt x="58299" y="31734"/>
                    <a:pt x="67935" y="28177"/>
                    <a:pt x="76050" y="24864"/>
                  </a:cubicBezTo>
                  <a:cubicBezTo>
                    <a:pt x="83072" y="21977"/>
                    <a:pt x="96051" y="24347"/>
                    <a:pt x="100762" y="28117"/>
                  </a:cubicBezTo>
                  <a:cubicBezTo>
                    <a:pt x="105716" y="32098"/>
                    <a:pt x="98908" y="48299"/>
                    <a:pt x="109698" y="48482"/>
                  </a:cubicBezTo>
                  <a:cubicBezTo>
                    <a:pt x="114653" y="48573"/>
                    <a:pt x="117753" y="48846"/>
                    <a:pt x="120458" y="53254"/>
                  </a:cubicBezTo>
                  <a:cubicBezTo>
                    <a:pt x="122586" y="56628"/>
                    <a:pt x="121948" y="59242"/>
                    <a:pt x="127176" y="59576"/>
                  </a:cubicBezTo>
                  <a:cubicBezTo>
                    <a:pt x="133133" y="60001"/>
                    <a:pt x="142404" y="58360"/>
                    <a:pt x="146963" y="63375"/>
                  </a:cubicBezTo>
                  <a:cubicBezTo>
                    <a:pt x="149699" y="66385"/>
                    <a:pt x="153985" y="70792"/>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22"/>
            <p:cNvSpPr/>
            <p:nvPr/>
          </p:nvSpPr>
          <p:spPr>
            <a:xfrm>
              <a:off x="2975000" y="442550"/>
              <a:ext cx="3963625" cy="1767525"/>
            </a:xfrm>
            <a:custGeom>
              <a:rect b="b" l="l" r="r" t="t"/>
              <a:pathLst>
                <a:path extrusionOk="0" fill="none" h="70701" w="158545">
                  <a:moveTo>
                    <a:pt x="0" y="1"/>
                  </a:moveTo>
                  <a:cubicBezTo>
                    <a:pt x="5715" y="2250"/>
                    <a:pt x="11794" y="3314"/>
                    <a:pt x="17934" y="3192"/>
                  </a:cubicBezTo>
                  <a:cubicBezTo>
                    <a:pt x="23770" y="2979"/>
                    <a:pt x="29575" y="3314"/>
                    <a:pt x="35411" y="2341"/>
                  </a:cubicBezTo>
                  <a:cubicBezTo>
                    <a:pt x="44439" y="791"/>
                    <a:pt x="50518" y="2371"/>
                    <a:pt x="48147" y="11916"/>
                  </a:cubicBezTo>
                  <a:cubicBezTo>
                    <a:pt x="46627" y="18086"/>
                    <a:pt x="34894" y="38725"/>
                    <a:pt x="50883" y="33253"/>
                  </a:cubicBezTo>
                  <a:cubicBezTo>
                    <a:pt x="59697" y="30244"/>
                    <a:pt x="68482" y="26688"/>
                    <a:pt x="77418" y="23922"/>
                  </a:cubicBezTo>
                  <a:cubicBezTo>
                    <a:pt x="84227" y="21794"/>
                    <a:pt x="97601" y="22585"/>
                    <a:pt x="102312" y="26779"/>
                  </a:cubicBezTo>
                  <a:cubicBezTo>
                    <a:pt x="107510" y="31399"/>
                    <a:pt x="99394" y="48056"/>
                    <a:pt x="110276" y="48330"/>
                  </a:cubicBezTo>
                  <a:cubicBezTo>
                    <a:pt x="115200" y="48451"/>
                    <a:pt x="117966" y="49181"/>
                    <a:pt x="120945" y="52889"/>
                  </a:cubicBezTo>
                  <a:cubicBezTo>
                    <a:pt x="123376" y="55928"/>
                    <a:pt x="122464" y="58877"/>
                    <a:pt x="127784" y="59150"/>
                  </a:cubicBezTo>
                  <a:cubicBezTo>
                    <a:pt x="133711" y="59454"/>
                    <a:pt x="142769" y="58026"/>
                    <a:pt x="147267" y="63223"/>
                  </a:cubicBezTo>
                  <a:cubicBezTo>
                    <a:pt x="149881" y="66202"/>
                    <a:pt x="154076" y="70701"/>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22"/>
            <p:cNvSpPr/>
            <p:nvPr/>
          </p:nvSpPr>
          <p:spPr>
            <a:xfrm>
              <a:off x="2975000" y="442550"/>
              <a:ext cx="3962850" cy="1765250"/>
            </a:xfrm>
            <a:custGeom>
              <a:rect b="b" l="l" r="r" t="t"/>
              <a:pathLst>
                <a:path extrusionOk="0" fill="none" h="70610" w="158514">
                  <a:moveTo>
                    <a:pt x="0" y="1"/>
                  </a:moveTo>
                  <a:cubicBezTo>
                    <a:pt x="5745" y="2219"/>
                    <a:pt x="11885" y="3223"/>
                    <a:pt x="18025" y="2949"/>
                  </a:cubicBezTo>
                  <a:cubicBezTo>
                    <a:pt x="23800" y="2645"/>
                    <a:pt x="29514" y="2493"/>
                    <a:pt x="35259" y="1490"/>
                  </a:cubicBezTo>
                  <a:cubicBezTo>
                    <a:pt x="38056" y="1004"/>
                    <a:pt x="42189" y="396"/>
                    <a:pt x="44986" y="1064"/>
                  </a:cubicBezTo>
                  <a:cubicBezTo>
                    <a:pt x="50183" y="2280"/>
                    <a:pt x="51065" y="4803"/>
                    <a:pt x="50487" y="9454"/>
                  </a:cubicBezTo>
                  <a:cubicBezTo>
                    <a:pt x="49728" y="14986"/>
                    <a:pt x="36627" y="36870"/>
                    <a:pt x="52068" y="31825"/>
                  </a:cubicBezTo>
                  <a:cubicBezTo>
                    <a:pt x="60944" y="28937"/>
                    <a:pt x="69910" y="25533"/>
                    <a:pt x="79029" y="23010"/>
                  </a:cubicBezTo>
                  <a:cubicBezTo>
                    <a:pt x="86111" y="21095"/>
                    <a:pt x="98969" y="21551"/>
                    <a:pt x="103893" y="25472"/>
                  </a:cubicBezTo>
                  <a:cubicBezTo>
                    <a:pt x="109212" y="29697"/>
                    <a:pt x="100093" y="47661"/>
                    <a:pt x="110823" y="48147"/>
                  </a:cubicBezTo>
                  <a:cubicBezTo>
                    <a:pt x="115595" y="48360"/>
                    <a:pt x="118422" y="49120"/>
                    <a:pt x="121431" y="52646"/>
                  </a:cubicBezTo>
                  <a:cubicBezTo>
                    <a:pt x="123923" y="55594"/>
                    <a:pt x="123103" y="58542"/>
                    <a:pt x="128300" y="58786"/>
                  </a:cubicBezTo>
                  <a:cubicBezTo>
                    <a:pt x="134288" y="59059"/>
                    <a:pt x="143042" y="57783"/>
                    <a:pt x="147480" y="63041"/>
                  </a:cubicBezTo>
                  <a:cubicBezTo>
                    <a:pt x="150003" y="65989"/>
                    <a:pt x="154076" y="7061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22"/>
            <p:cNvSpPr/>
            <p:nvPr/>
          </p:nvSpPr>
          <p:spPr>
            <a:xfrm>
              <a:off x="2975000" y="428125"/>
              <a:ext cx="3962850" cy="1777400"/>
            </a:xfrm>
            <a:custGeom>
              <a:rect b="b" l="l" r="r" t="t"/>
              <a:pathLst>
                <a:path extrusionOk="0" fill="none" h="71096" w="158514">
                  <a:moveTo>
                    <a:pt x="0" y="578"/>
                  </a:moveTo>
                  <a:cubicBezTo>
                    <a:pt x="5715" y="2705"/>
                    <a:pt x="12128" y="3769"/>
                    <a:pt x="18146" y="3313"/>
                  </a:cubicBezTo>
                  <a:cubicBezTo>
                    <a:pt x="23861" y="2888"/>
                    <a:pt x="29484" y="2219"/>
                    <a:pt x="35138" y="1246"/>
                  </a:cubicBezTo>
                  <a:cubicBezTo>
                    <a:pt x="42554" y="0"/>
                    <a:pt x="52281" y="1489"/>
                    <a:pt x="52585" y="7994"/>
                  </a:cubicBezTo>
                  <a:cubicBezTo>
                    <a:pt x="52767" y="12523"/>
                    <a:pt x="39211" y="35350"/>
                    <a:pt x="53436" y="30882"/>
                  </a:cubicBezTo>
                  <a:cubicBezTo>
                    <a:pt x="62372" y="28086"/>
                    <a:pt x="71673" y="25137"/>
                    <a:pt x="80914" y="22736"/>
                  </a:cubicBezTo>
                  <a:cubicBezTo>
                    <a:pt x="88604" y="20760"/>
                    <a:pt x="100032" y="21551"/>
                    <a:pt x="105443" y="24803"/>
                  </a:cubicBezTo>
                  <a:cubicBezTo>
                    <a:pt x="111674" y="28511"/>
                    <a:pt x="99941" y="47508"/>
                    <a:pt x="111431" y="48511"/>
                  </a:cubicBezTo>
                  <a:cubicBezTo>
                    <a:pt x="116081" y="48937"/>
                    <a:pt x="118847" y="49606"/>
                    <a:pt x="121887" y="52980"/>
                  </a:cubicBezTo>
                  <a:cubicBezTo>
                    <a:pt x="124440" y="55837"/>
                    <a:pt x="123741" y="58785"/>
                    <a:pt x="128787" y="58998"/>
                  </a:cubicBezTo>
                  <a:cubicBezTo>
                    <a:pt x="134836" y="59271"/>
                    <a:pt x="143316" y="58147"/>
                    <a:pt x="147723" y="63436"/>
                  </a:cubicBezTo>
                  <a:cubicBezTo>
                    <a:pt x="150125" y="66323"/>
                    <a:pt x="154106" y="71095"/>
                    <a:pt x="158514" y="6924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22"/>
            <p:cNvSpPr/>
            <p:nvPr/>
          </p:nvSpPr>
          <p:spPr>
            <a:xfrm>
              <a:off x="2975000" y="412925"/>
              <a:ext cx="3962850" cy="1789550"/>
            </a:xfrm>
            <a:custGeom>
              <a:rect b="b" l="l" r="r" t="t"/>
              <a:pathLst>
                <a:path extrusionOk="0" fill="none" h="71582" w="158514">
                  <a:moveTo>
                    <a:pt x="0" y="1186"/>
                  </a:moveTo>
                  <a:cubicBezTo>
                    <a:pt x="5745" y="3283"/>
                    <a:pt x="12219" y="4286"/>
                    <a:pt x="18238" y="3678"/>
                  </a:cubicBezTo>
                  <a:cubicBezTo>
                    <a:pt x="23891" y="3131"/>
                    <a:pt x="29454" y="1976"/>
                    <a:pt x="35046" y="1034"/>
                  </a:cubicBezTo>
                  <a:cubicBezTo>
                    <a:pt x="41308" y="0"/>
                    <a:pt x="52980" y="638"/>
                    <a:pt x="54317" y="7082"/>
                  </a:cubicBezTo>
                  <a:cubicBezTo>
                    <a:pt x="55260" y="11672"/>
                    <a:pt x="42159" y="33557"/>
                    <a:pt x="54895" y="29879"/>
                  </a:cubicBezTo>
                  <a:cubicBezTo>
                    <a:pt x="64044" y="27204"/>
                    <a:pt x="73588" y="24864"/>
                    <a:pt x="82950" y="22523"/>
                  </a:cubicBezTo>
                  <a:cubicBezTo>
                    <a:pt x="90488" y="20608"/>
                    <a:pt x="101248" y="21186"/>
                    <a:pt x="106932" y="24256"/>
                  </a:cubicBezTo>
                  <a:cubicBezTo>
                    <a:pt x="113862" y="27964"/>
                    <a:pt x="100762" y="47478"/>
                    <a:pt x="112069" y="48876"/>
                  </a:cubicBezTo>
                  <a:cubicBezTo>
                    <a:pt x="116264" y="49363"/>
                    <a:pt x="119729" y="49879"/>
                    <a:pt x="122343" y="53344"/>
                  </a:cubicBezTo>
                  <a:cubicBezTo>
                    <a:pt x="124562" y="56354"/>
                    <a:pt x="124653" y="59089"/>
                    <a:pt x="129273" y="59272"/>
                  </a:cubicBezTo>
                  <a:cubicBezTo>
                    <a:pt x="135352" y="59545"/>
                    <a:pt x="143620" y="58603"/>
                    <a:pt x="147936" y="63861"/>
                  </a:cubicBezTo>
                  <a:cubicBezTo>
                    <a:pt x="150277" y="66688"/>
                    <a:pt x="154137" y="71582"/>
                    <a:pt x="158514" y="6984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22"/>
            <p:cNvSpPr/>
            <p:nvPr/>
          </p:nvSpPr>
          <p:spPr>
            <a:xfrm>
              <a:off x="2975000" y="386325"/>
              <a:ext cx="3962850" cy="1813875"/>
            </a:xfrm>
            <a:custGeom>
              <a:rect b="b" l="l" r="r" t="t"/>
              <a:pathLst>
                <a:path extrusionOk="0" fill="none" h="72555" w="158514">
                  <a:moveTo>
                    <a:pt x="0" y="2250"/>
                  </a:moveTo>
                  <a:cubicBezTo>
                    <a:pt x="5806" y="4286"/>
                    <a:pt x="12371" y="5259"/>
                    <a:pt x="18390" y="4529"/>
                  </a:cubicBezTo>
                  <a:cubicBezTo>
                    <a:pt x="23982" y="3830"/>
                    <a:pt x="29423" y="2250"/>
                    <a:pt x="35046" y="1307"/>
                  </a:cubicBezTo>
                  <a:cubicBezTo>
                    <a:pt x="42767" y="0"/>
                    <a:pt x="52402" y="2067"/>
                    <a:pt x="55685" y="7174"/>
                  </a:cubicBezTo>
                  <a:cubicBezTo>
                    <a:pt x="57570" y="10183"/>
                    <a:pt x="46658" y="32159"/>
                    <a:pt x="56719" y="29271"/>
                  </a:cubicBezTo>
                  <a:cubicBezTo>
                    <a:pt x="65442" y="26748"/>
                    <a:pt x="75746" y="25077"/>
                    <a:pt x="85139" y="22736"/>
                  </a:cubicBezTo>
                  <a:cubicBezTo>
                    <a:pt x="92494" y="20882"/>
                    <a:pt x="102099" y="21338"/>
                    <a:pt x="108300" y="24317"/>
                  </a:cubicBezTo>
                  <a:cubicBezTo>
                    <a:pt x="116477" y="28207"/>
                    <a:pt x="101765" y="47873"/>
                    <a:pt x="112799" y="49636"/>
                  </a:cubicBezTo>
                  <a:cubicBezTo>
                    <a:pt x="116780" y="50275"/>
                    <a:pt x="120215" y="50852"/>
                    <a:pt x="122768" y="54165"/>
                  </a:cubicBezTo>
                  <a:cubicBezTo>
                    <a:pt x="125048" y="57083"/>
                    <a:pt x="125200" y="59849"/>
                    <a:pt x="129729" y="60032"/>
                  </a:cubicBezTo>
                  <a:cubicBezTo>
                    <a:pt x="135839" y="60336"/>
                    <a:pt x="143893" y="59545"/>
                    <a:pt x="148179" y="64773"/>
                  </a:cubicBezTo>
                  <a:cubicBezTo>
                    <a:pt x="150459" y="67539"/>
                    <a:pt x="154167" y="72555"/>
                    <a:pt x="158514" y="7091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22"/>
            <p:cNvSpPr/>
            <p:nvPr/>
          </p:nvSpPr>
          <p:spPr>
            <a:xfrm>
              <a:off x="2975000" y="367325"/>
              <a:ext cx="3962850" cy="1829825"/>
            </a:xfrm>
            <a:custGeom>
              <a:rect b="b" l="l" r="r" t="t"/>
              <a:pathLst>
                <a:path extrusionOk="0" fill="none" h="73193" w="158514">
                  <a:moveTo>
                    <a:pt x="0" y="3010"/>
                  </a:moveTo>
                  <a:cubicBezTo>
                    <a:pt x="5836" y="5016"/>
                    <a:pt x="12432" y="5897"/>
                    <a:pt x="18481" y="5046"/>
                  </a:cubicBezTo>
                  <a:cubicBezTo>
                    <a:pt x="24104" y="4286"/>
                    <a:pt x="29514" y="2067"/>
                    <a:pt x="35077" y="1216"/>
                  </a:cubicBezTo>
                  <a:cubicBezTo>
                    <a:pt x="43010" y="0"/>
                    <a:pt x="51703" y="2584"/>
                    <a:pt x="56719" y="7447"/>
                  </a:cubicBezTo>
                  <a:cubicBezTo>
                    <a:pt x="60123" y="10791"/>
                    <a:pt x="50335" y="30396"/>
                    <a:pt x="58998" y="28360"/>
                  </a:cubicBezTo>
                  <a:cubicBezTo>
                    <a:pt x="67722" y="26293"/>
                    <a:pt x="78056" y="25016"/>
                    <a:pt x="87357" y="22615"/>
                  </a:cubicBezTo>
                  <a:cubicBezTo>
                    <a:pt x="94531" y="20761"/>
                    <a:pt x="103224" y="21065"/>
                    <a:pt x="109546" y="24104"/>
                  </a:cubicBezTo>
                  <a:cubicBezTo>
                    <a:pt x="118209" y="28268"/>
                    <a:pt x="103376" y="47965"/>
                    <a:pt x="113559" y="50062"/>
                  </a:cubicBezTo>
                  <a:cubicBezTo>
                    <a:pt x="117328" y="50822"/>
                    <a:pt x="120671" y="51551"/>
                    <a:pt x="123194" y="54682"/>
                  </a:cubicBezTo>
                  <a:cubicBezTo>
                    <a:pt x="125474" y="57539"/>
                    <a:pt x="125717" y="60305"/>
                    <a:pt x="130155" y="60518"/>
                  </a:cubicBezTo>
                  <a:cubicBezTo>
                    <a:pt x="136295" y="60852"/>
                    <a:pt x="144137" y="60214"/>
                    <a:pt x="148392" y="65381"/>
                  </a:cubicBezTo>
                  <a:cubicBezTo>
                    <a:pt x="150611" y="68056"/>
                    <a:pt x="154228" y="73193"/>
                    <a:pt x="158514" y="7167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22"/>
            <p:cNvSpPr/>
            <p:nvPr/>
          </p:nvSpPr>
          <p:spPr>
            <a:xfrm>
              <a:off x="2975000" y="347575"/>
              <a:ext cx="3962850" cy="1845775"/>
            </a:xfrm>
            <a:custGeom>
              <a:rect b="b" l="l" r="r" t="t"/>
              <a:pathLst>
                <a:path extrusionOk="0" fill="none" h="73831" w="158514">
                  <a:moveTo>
                    <a:pt x="0" y="3800"/>
                  </a:moveTo>
                  <a:cubicBezTo>
                    <a:pt x="5867" y="5775"/>
                    <a:pt x="12554" y="6566"/>
                    <a:pt x="18602" y="5623"/>
                  </a:cubicBezTo>
                  <a:cubicBezTo>
                    <a:pt x="24256" y="4711"/>
                    <a:pt x="29575" y="1915"/>
                    <a:pt x="35229" y="1125"/>
                  </a:cubicBezTo>
                  <a:cubicBezTo>
                    <a:pt x="43284" y="0"/>
                    <a:pt x="51217" y="3404"/>
                    <a:pt x="57448" y="7903"/>
                  </a:cubicBezTo>
                  <a:cubicBezTo>
                    <a:pt x="62129" y="11247"/>
                    <a:pt x="59454" y="16353"/>
                    <a:pt x="58421" y="20852"/>
                  </a:cubicBezTo>
                  <a:cubicBezTo>
                    <a:pt x="57782" y="23587"/>
                    <a:pt x="56506" y="28420"/>
                    <a:pt x="61582" y="27599"/>
                  </a:cubicBezTo>
                  <a:cubicBezTo>
                    <a:pt x="70305" y="26171"/>
                    <a:pt x="80366" y="24925"/>
                    <a:pt x="89516" y="22493"/>
                  </a:cubicBezTo>
                  <a:cubicBezTo>
                    <a:pt x="96628" y="20639"/>
                    <a:pt x="104501" y="20700"/>
                    <a:pt x="110732" y="23952"/>
                  </a:cubicBezTo>
                  <a:cubicBezTo>
                    <a:pt x="119698" y="28663"/>
                    <a:pt x="104501" y="47600"/>
                    <a:pt x="114379" y="50487"/>
                  </a:cubicBezTo>
                  <a:cubicBezTo>
                    <a:pt x="117996" y="51551"/>
                    <a:pt x="121157" y="52250"/>
                    <a:pt x="123619" y="55229"/>
                  </a:cubicBezTo>
                  <a:cubicBezTo>
                    <a:pt x="125899" y="57995"/>
                    <a:pt x="126203" y="60791"/>
                    <a:pt x="130550" y="61065"/>
                  </a:cubicBezTo>
                  <a:cubicBezTo>
                    <a:pt x="136659" y="61399"/>
                    <a:pt x="144380" y="60913"/>
                    <a:pt x="148605" y="65989"/>
                  </a:cubicBezTo>
                  <a:cubicBezTo>
                    <a:pt x="150793" y="68603"/>
                    <a:pt x="154258" y="73831"/>
                    <a:pt x="158514" y="7246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22"/>
            <p:cNvSpPr/>
            <p:nvPr/>
          </p:nvSpPr>
          <p:spPr>
            <a:xfrm>
              <a:off x="2975000" y="324000"/>
              <a:ext cx="3962850" cy="1867075"/>
            </a:xfrm>
            <a:custGeom>
              <a:rect b="b" l="l" r="r" t="t"/>
              <a:pathLst>
                <a:path extrusionOk="0" fill="none" h="74683" w="158514">
                  <a:moveTo>
                    <a:pt x="0" y="4743"/>
                  </a:moveTo>
                  <a:cubicBezTo>
                    <a:pt x="5897" y="6688"/>
                    <a:pt x="12645" y="7387"/>
                    <a:pt x="18724" y="6323"/>
                  </a:cubicBezTo>
                  <a:cubicBezTo>
                    <a:pt x="24469" y="5290"/>
                    <a:pt x="29758" y="1977"/>
                    <a:pt x="35502" y="1156"/>
                  </a:cubicBezTo>
                  <a:cubicBezTo>
                    <a:pt x="43466" y="1"/>
                    <a:pt x="51460" y="4682"/>
                    <a:pt x="57934" y="8572"/>
                  </a:cubicBezTo>
                  <a:cubicBezTo>
                    <a:pt x="62858" y="11521"/>
                    <a:pt x="62099" y="15411"/>
                    <a:pt x="61339" y="20153"/>
                  </a:cubicBezTo>
                  <a:cubicBezTo>
                    <a:pt x="60883" y="22919"/>
                    <a:pt x="59576" y="27448"/>
                    <a:pt x="64378" y="27144"/>
                  </a:cubicBezTo>
                  <a:cubicBezTo>
                    <a:pt x="73223" y="26597"/>
                    <a:pt x="82737" y="24834"/>
                    <a:pt x="91643" y="22494"/>
                  </a:cubicBezTo>
                  <a:cubicBezTo>
                    <a:pt x="98817" y="20609"/>
                    <a:pt x="105747" y="20366"/>
                    <a:pt x="111856" y="23983"/>
                  </a:cubicBezTo>
                  <a:cubicBezTo>
                    <a:pt x="120519" y="29120"/>
                    <a:pt x="105990" y="47296"/>
                    <a:pt x="115230" y="51035"/>
                  </a:cubicBezTo>
                  <a:cubicBezTo>
                    <a:pt x="118543" y="52372"/>
                    <a:pt x="121705" y="53072"/>
                    <a:pt x="124045" y="55898"/>
                  </a:cubicBezTo>
                  <a:cubicBezTo>
                    <a:pt x="126325" y="58634"/>
                    <a:pt x="126659" y="61461"/>
                    <a:pt x="130914" y="61765"/>
                  </a:cubicBezTo>
                  <a:cubicBezTo>
                    <a:pt x="136994" y="62160"/>
                    <a:pt x="144593" y="61825"/>
                    <a:pt x="148818" y="66810"/>
                  </a:cubicBezTo>
                  <a:cubicBezTo>
                    <a:pt x="150945" y="69364"/>
                    <a:pt x="154289" y="74683"/>
                    <a:pt x="158514" y="73406"/>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22"/>
            <p:cNvSpPr/>
            <p:nvPr/>
          </p:nvSpPr>
          <p:spPr>
            <a:xfrm>
              <a:off x="2975000" y="297425"/>
              <a:ext cx="3962850" cy="1890625"/>
            </a:xfrm>
            <a:custGeom>
              <a:rect b="b" l="l" r="r" t="t"/>
              <a:pathLst>
                <a:path extrusionOk="0" fill="none" h="75625" w="158514">
                  <a:moveTo>
                    <a:pt x="0" y="5806"/>
                  </a:moveTo>
                  <a:cubicBezTo>
                    <a:pt x="5927" y="7690"/>
                    <a:pt x="12918" y="8450"/>
                    <a:pt x="18815" y="7173"/>
                  </a:cubicBezTo>
                  <a:cubicBezTo>
                    <a:pt x="24530" y="5927"/>
                    <a:pt x="30122" y="2128"/>
                    <a:pt x="35928" y="1216"/>
                  </a:cubicBezTo>
                  <a:cubicBezTo>
                    <a:pt x="43648" y="0"/>
                    <a:pt x="52494" y="5593"/>
                    <a:pt x="58178" y="9392"/>
                  </a:cubicBezTo>
                  <a:cubicBezTo>
                    <a:pt x="62585" y="12310"/>
                    <a:pt x="64226" y="14347"/>
                    <a:pt x="64074" y="19940"/>
                  </a:cubicBezTo>
                  <a:cubicBezTo>
                    <a:pt x="64014" y="22797"/>
                    <a:pt x="62828" y="26839"/>
                    <a:pt x="67296" y="27022"/>
                  </a:cubicBezTo>
                  <a:cubicBezTo>
                    <a:pt x="76081" y="27417"/>
                    <a:pt x="85199" y="24560"/>
                    <a:pt x="93589" y="22584"/>
                  </a:cubicBezTo>
                  <a:cubicBezTo>
                    <a:pt x="100975" y="20851"/>
                    <a:pt x="106598" y="19879"/>
                    <a:pt x="112920" y="24165"/>
                  </a:cubicBezTo>
                  <a:cubicBezTo>
                    <a:pt x="121188" y="29788"/>
                    <a:pt x="107753" y="47113"/>
                    <a:pt x="116142" y="51673"/>
                  </a:cubicBezTo>
                  <a:cubicBezTo>
                    <a:pt x="119030" y="53223"/>
                    <a:pt x="122221" y="54013"/>
                    <a:pt x="124501" y="56718"/>
                  </a:cubicBezTo>
                  <a:cubicBezTo>
                    <a:pt x="126781" y="59423"/>
                    <a:pt x="127115" y="62281"/>
                    <a:pt x="131279" y="62615"/>
                  </a:cubicBezTo>
                  <a:cubicBezTo>
                    <a:pt x="137358" y="63101"/>
                    <a:pt x="144836" y="62828"/>
                    <a:pt x="149030" y="67752"/>
                  </a:cubicBezTo>
                  <a:cubicBezTo>
                    <a:pt x="151158" y="70244"/>
                    <a:pt x="154350" y="75624"/>
                    <a:pt x="158514" y="7446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22"/>
            <p:cNvSpPr/>
            <p:nvPr/>
          </p:nvSpPr>
          <p:spPr>
            <a:xfrm>
              <a:off x="2975000" y="270050"/>
              <a:ext cx="3962100" cy="1914200"/>
            </a:xfrm>
            <a:custGeom>
              <a:rect b="b" l="l" r="r" t="t"/>
              <a:pathLst>
                <a:path extrusionOk="0" fill="none" h="76568" w="158484">
                  <a:moveTo>
                    <a:pt x="0" y="6901"/>
                  </a:moveTo>
                  <a:cubicBezTo>
                    <a:pt x="5988" y="8785"/>
                    <a:pt x="13040" y="9484"/>
                    <a:pt x="18937" y="8025"/>
                  </a:cubicBezTo>
                  <a:cubicBezTo>
                    <a:pt x="24803" y="6627"/>
                    <a:pt x="30396" y="2402"/>
                    <a:pt x="36414" y="1338"/>
                  </a:cubicBezTo>
                  <a:cubicBezTo>
                    <a:pt x="44013" y="1"/>
                    <a:pt x="52463" y="6688"/>
                    <a:pt x="58208" y="10244"/>
                  </a:cubicBezTo>
                  <a:cubicBezTo>
                    <a:pt x="62676" y="13010"/>
                    <a:pt x="65138" y="14925"/>
                    <a:pt x="66476" y="20092"/>
                  </a:cubicBezTo>
                  <a:cubicBezTo>
                    <a:pt x="67235" y="22980"/>
                    <a:pt x="65868" y="26536"/>
                    <a:pt x="70214" y="27144"/>
                  </a:cubicBezTo>
                  <a:cubicBezTo>
                    <a:pt x="78695" y="28329"/>
                    <a:pt x="87753" y="24104"/>
                    <a:pt x="95351" y="22646"/>
                  </a:cubicBezTo>
                  <a:cubicBezTo>
                    <a:pt x="102950" y="21187"/>
                    <a:pt x="107327" y="19150"/>
                    <a:pt x="113893" y="24408"/>
                  </a:cubicBezTo>
                  <a:cubicBezTo>
                    <a:pt x="121309" y="30366"/>
                    <a:pt x="109668" y="47023"/>
                    <a:pt x="117084" y="52251"/>
                  </a:cubicBezTo>
                  <a:cubicBezTo>
                    <a:pt x="119577" y="54014"/>
                    <a:pt x="122586" y="54956"/>
                    <a:pt x="125018" y="57418"/>
                  </a:cubicBezTo>
                  <a:cubicBezTo>
                    <a:pt x="127419" y="59880"/>
                    <a:pt x="127145" y="63011"/>
                    <a:pt x="131614" y="63436"/>
                  </a:cubicBezTo>
                  <a:cubicBezTo>
                    <a:pt x="137602" y="64014"/>
                    <a:pt x="144988" y="63832"/>
                    <a:pt x="149213" y="68695"/>
                  </a:cubicBezTo>
                  <a:cubicBezTo>
                    <a:pt x="151310" y="71126"/>
                    <a:pt x="154410" y="76567"/>
                    <a:pt x="158483" y="755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22"/>
            <p:cNvSpPr/>
            <p:nvPr/>
          </p:nvSpPr>
          <p:spPr>
            <a:xfrm>
              <a:off x="2975000" y="244975"/>
              <a:ext cx="3962100" cy="1937000"/>
            </a:xfrm>
            <a:custGeom>
              <a:rect b="b" l="l" r="r" t="t"/>
              <a:pathLst>
                <a:path extrusionOk="0" fill="none" h="77480" w="158484">
                  <a:moveTo>
                    <a:pt x="0" y="7904"/>
                  </a:moveTo>
                  <a:cubicBezTo>
                    <a:pt x="6019" y="9758"/>
                    <a:pt x="13162" y="10366"/>
                    <a:pt x="19058" y="8815"/>
                  </a:cubicBezTo>
                  <a:cubicBezTo>
                    <a:pt x="25077" y="7204"/>
                    <a:pt x="30730" y="2554"/>
                    <a:pt x="36992" y="1429"/>
                  </a:cubicBezTo>
                  <a:cubicBezTo>
                    <a:pt x="44773" y="1"/>
                    <a:pt x="52038" y="7296"/>
                    <a:pt x="58086" y="10974"/>
                  </a:cubicBezTo>
                  <a:cubicBezTo>
                    <a:pt x="62463" y="13618"/>
                    <a:pt x="66111" y="15806"/>
                    <a:pt x="68482" y="20457"/>
                  </a:cubicBezTo>
                  <a:cubicBezTo>
                    <a:pt x="69910" y="23253"/>
                    <a:pt x="69090" y="26475"/>
                    <a:pt x="73041" y="27387"/>
                  </a:cubicBezTo>
                  <a:cubicBezTo>
                    <a:pt x="81005" y="29180"/>
                    <a:pt x="90002" y="23679"/>
                    <a:pt x="96841" y="22615"/>
                  </a:cubicBezTo>
                  <a:cubicBezTo>
                    <a:pt x="104622" y="21399"/>
                    <a:pt x="107692" y="18360"/>
                    <a:pt x="114714" y="24621"/>
                  </a:cubicBezTo>
                  <a:cubicBezTo>
                    <a:pt x="121917" y="31065"/>
                    <a:pt x="111552" y="46780"/>
                    <a:pt x="118087" y="52767"/>
                  </a:cubicBezTo>
                  <a:cubicBezTo>
                    <a:pt x="120124" y="54682"/>
                    <a:pt x="123224" y="55807"/>
                    <a:pt x="125443" y="58178"/>
                  </a:cubicBezTo>
                  <a:cubicBezTo>
                    <a:pt x="127784" y="60640"/>
                    <a:pt x="127632" y="63771"/>
                    <a:pt x="131918" y="64257"/>
                  </a:cubicBezTo>
                  <a:cubicBezTo>
                    <a:pt x="137905" y="64956"/>
                    <a:pt x="145170" y="64804"/>
                    <a:pt x="149425" y="69576"/>
                  </a:cubicBezTo>
                  <a:cubicBezTo>
                    <a:pt x="151523" y="71947"/>
                    <a:pt x="154471" y="77479"/>
                    <a:pt x="158483" y="765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22"/>
            <p:cNvSpPr/>
            <p:nvPr/>
          </p:nvSpPr>
          <p:spPr>
            <a:xfrm>
              <a:off x="2975000" y="222950"/>
              <a:ext cx="3962100" cy="1955225"/>
            </a:xfrm>
            <a:custGeom>
              <a:rect b="b" l="l" r="r" t="t"/>
              <a:pathLst>
                <a:path extrusionOk="0" fill="none" h="78209" w="158484">
                  <a:moveTo>
                    <a:pt x="0" y="8785"/>
                  </a:moveTo>
                  <a:cubicBezTo>
                    <a:pt x="6079" y="10608"/>
                    <a:pt x="13313" y="11155"/>
                    <a:pt x="19180" y="9453"/>
                  </a:cubicBezTo>
                  <a:cubicBezTo>
                    <a:pt x="25289" y="7690"/>
                    <a:pt x="31125" y="2584"/>
                    <a:pt x="37569" y="1459"/>
                  </a:cubicBezTo>
                  <a:cubicBezTo>
                    <a:pt x="45776" y="0"/>
                    <a:pt x="51642" y="7630"/>
                    <a:pt x="57874" y="11520"/>
                  </a:cubicBezTo>
                  <a:cubicBezTo>
                    <a:pt x="62099" y="14134"/>
                    <a:pt x="67175" y="16596"/>
                    <a:pt x="70123" y="20882"/>
                  </a:cubicBezTo>
                  <a:cubicBezTo>
                    <a:pt x="71886" y="23466"/>
                    <a:pt x="72190" y="26688"/>
                    <a:pt x="75625" y="27569"/>
                  </a:cubicBezTo>
                  <a:cubicBezTo>
                    <a:pt x="83193" y="29484"/>
                    <a:pt x="91339" y="23374"/>
                    <a:pt x="97996" y="22371"/>
                  </a:cubicBezTo>
                  <a:cubicBezTo>
                    <a:pt x="106051" y="21186"/>
                    <a:pt x="108391" y="17630"/>
                    <a:pt x="115473" y="24773"/>
                  </a:cubicBezTo>
                  <a:cubicBezTo>
                    <a:pt x="122039" y="31369"/>
                    <a:pt x="113528" y="46475"/>
                    <a:pt x="119060" y="53101"/>
                  </a:cubicBezTo>
                  <a:cubicBezTo>
                    <a:pt x="120732" y="55107"/>
                    <a:pt x="123802" y="56475"/>
                    <a:pt x="125869" y="58785"/>
                  </a:cubicBezTo>
                  <a:cubicBezTo>
                    <a:pt x="128088" y="61247"/>
                    <a:pt x="128057" y="64348"/>
                    <a:pt x="132191" y="64925"/>
                  </a:cubicBezTo>
                  <a:cubicBezTo>
                    <a:pt x="138179" y="65746"/>
                    <a:pt x="145352" y="65594"/>
                    <a:pt x="149608" y="70305"/>
                  </a:cubicBezTo>
                  <a:cubicBezTo>
                    <a:pt x="151705" y="72615"/>
                    <a:pt x="154502" y="78208"/>
                    <a:pt x="158483" y="7744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22"/>
            <p:cNvSpPr/>
            <p:nvPr/>
          </p:nvSpPr>
          <p:spPr>
            <a:xfrm>
              <a:off x="2975000" y="197875"/>
              <a:ext cx="3962850" cy="1976500"/>
            </a:xfrm>
            <a:custGeom>
              <a:rect b="b" l="l" r="r" t="t"/>
              <a:pathLst>
                <a:path extrusionOk="0" fill="none" h="79060" w="158514">
                  <a:moveTo>
                    <a:pt x="0" y="9788"/>
                  </a:moveTo>
                  <a:cubicBezTo>
                    <a:pt x="6110" y="11551"/>
                    <a:pt x="13222" y="11824"/>
                    <a:pt x="19301" y="10244"/>
                  </a:cubicBezTo>
                  <a:cubicBezTo>
                    <a:pt x="26080" y="8450"/>
                    <a:pt x="31369" y="3040"/>
                    <a:pt x="38208" y="1642"/>
                  </a:cubicBezTo>
                  <a:cubicBezTo>
                    <a:pt x="46384" y="0"/>
                    <a:pt x="51855" y="8207"/>
                    <a:pt x="57600" y="12098"/>
                  </a:cubicBezTo>
                  <a:cubicBezTo>
                    <a:pt x="61886" y="14985"/>
                    <a:pt x="67296" y="17478"/>
                    <a:pt x="71065" y="21368"/>
                  </a:cubicBezTo>
                  <a:cubicBezTo>
                    <a:pt x="73315" y="23678"/>
                    <a:pt x="74743" y="27113"/>
                    <a:pt x="77904" y="27903"/>
                  </a:cubicBezTo>
                  <a:cubicBezTo>
                    <a:pt x="84865" y="29575"/>
                    <a:pt x="91978" y="23648"/>
                    <a:pt x="98847" y="22280"/>
                  </a:cubicBezTo>
                  <a:cubicBezTo>
                    <a:pt x="107419" y="20517"/>
                    <a:pt x="109850" y="17903"/>
                    <a:pt x="116233" y="25077"/>
                  </a:cubicBezTo>
                  <a:cubicBezTo>
                    <a:pt x="122069" y="31642"/>
                    <a:pt x="115656" y="46536"/>
                    <a:pt x="120154" y="53557"/>
                  </a:cubicBezTo>
                  <a:cubicBezTo>
                    <a:pt x="121492" y="55624"/>
                    <a:pt x="124471" y="57235"/>
                    <a:pt x="126325" y="59484"/>
                  </a:cubicBezTo>
                  <a:cubicBezTo>
                    <a:pt x="128422" y="61977"/>
                    <a:pt x="128544" y="65047"/>
                    <a:pt x="132495" y="65685"/>
                  </a:cubicBezTo>
                  <a:cubicBezTo>
                    <a:pt x="138392" y="66658"/>
                    <a:pt x="145565" y="66506"/>
                    <a:pt x="149851" y="71187"/>
                  </a:cubicBezTo>
                  <a:cubicBezTo>
                    <a:pt x="151918" y="73466"/>
                    <a:pt x="154593" y="79059"/>
                    <a:pt x="158514" y="7845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22"/>
            <p:cNvSpPr/>
            <p:nvPr/>
          </p:nvSpPr>
          <p:spPr>
            <a:xfrm>
              <a:off x="2975000" y="180400"/>
              <a:ext cx="3962850" cy="1990925"/>
            </a:xfrm>
            <a:custGeom>
              <a:rect b="b" l="l" r="r" t="t"/>
              <a:pathLst>
                <a:path extrusionOk="0" fill="none" h="79637" w="158514">
                  <a:moveTo>
                    <a:pt x="0" y="10487"/>
                  </a:moveTo>
                  <a:cubicBezTo>
                    <a:pt x="6171" y="12219"/>
                    <a:pt x="13374" y="12371"/>
                    <a:pt x="19453" y="10699"/>
                  </a:cubicBezTo>
                  <a:cubicBezTo>
                    <a:pt x="26384" y="8754"/>
                    <a:pt x="31764" y="2979"/>
                    <a:pt x="38876" y="1611"/>
                  </a:cubicBezTo>
                  <a:cubicBezTo>
                    <a:pt x="47265" y="0"/>
                    <a:pt x="51946" y="8025"/>
                    <a:pt x="57418" y="12280"/>
                  </a:cubicBezTo>
                  <a:cubicBezTo>
                    <a:pt x="61582" y="15532"/>
                    <a:pt x="67083" y="17994"/>
                    <a:pt x="71460" y="21490"/>
                  </a:cubicBezTo>
                  <a:cubicBezTo>
                    <a:pt x="74166" y="23678"/>
                    <a:pt x="76597" y="27143"/>
                    <a:pt x="79789" y="27812"/>
                  </a:cubicBezTo>
                  <a:cubicBezTo>
                    <a:pt x="86172" y="29149"/>
                    <a:pt x="92950" y="23374"/>
                    <a:pt x="99364" y="21733"/>
                  </a:cubicBezTo>
                  <a:cubicBezTo>
                    <a:pt x="107723" y="19605"/>
                    <a:pt x="111218" y="17934"/>
                    <a:pt x="117024" y="25137"/>
                  </a:cubicBezTo>
                  <a:cubicBezTo>
                    <a:pt x="122100" y="31460"/>
                    <a:pt x="117784" y="46475"/>
                    <a:pt x="121249" y="53679"/>
                  </a:cubicBezTo>
                  <a:cubicBezTo>
                    <a:pt x="122708" y="56718"/>
                    <a:pt x="129060" y="65472"/>
                    <a:pt x="132769" y="66171"/>
                  </a:cubicBezTo>
                  <a:cubicBezTo>
                    <a:pt x="138605" y="67296"/>
                    <a:pt x="145748" y="67114"/>
                    <a:pt x="150033" y="71764"/>
                  </a:cubicBezTo>
                  <a:cubicBezTo>
                    <a:pt x="152100" y="73983"/>
                    <a:pt x="154684" y="79637"/>
                    <a:pt x="158514" y="7915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22"/>
            <p:cNvSpPr/>
            <p:nvPr/>
          </p:nvSpPr>
          <p:spPr>
            <a:xfrm>
              <a:off x="2975000" y="165200"/>
              <a:ext cx="3962850" cy="2002325"/>
            </a:xfrm>
            <a:custGeom>
              <a:rect b="b" l="l" r="r" t="t"/>
              <a:pathLst>
                <a:path extrusionOk="0" fill="none" h="80093" w="158514">
                  <a:moveTo>
                    <a:pt x="0" y="11095"/>
                  </a:moveTo>
                  <a:cubicBezTo>
                    <a:pt x="6201" y="12797"/>
                    <a:pt x="13496" y="12858"/>
                    <a:pt x="19575" y="11064"/>
                  </a:cubicBezTo>
                  <a:cubicBezTo>
                    <a:pt x="26688" y="8967"/>
                    <a:pt x="32128" y="2857"/>
                    <a:pt x="39545" y="1520"/>
                  </a:cubicBezTo>
                  <a:cubicBezTo>
                    <a:pt x="47965" y="0"/>
                    <a:pt x="52402" y="7599"/>
                    <a:pt x="57326" y="12280"/>
                  </a:cubicBezTo>
                  <a:cubicBezTo>
                    <a:pt x="61096" y="15867"/>
                    <a:pt x="66840" y="18329"/>
                    <a:pt x="71491" y="21490"/>
                  </a:cubicBezTo>
                  <a:cubicBezTo>
                    <a:pt x="74470" y="23496"/>
                    <a:pt x="77600" y="26870"/>
                    <a:pt x="81157" y="27387"/>
                  </a:cubicBezTo>
                  <a:cubicBezTo>
                    <a:pt x="87449" y="28268"/>
                    <a:pt x="93832" y="22827"/>
                    <a:pt x="99607" y="21034"/>
                  </a:cubicBezTo>
                  <a:cubicBezTo>
                    <a:pt x="107814" y="18450"/>
                    <a:pt x="112677" y="17812"/>
                    <a:pt x="117875" y="25137"/>
                  </a:cubicBezTo>
                  <a:cubicBezTo>
                    <a:pt x="120306" y="28602"/>
                    <a:pt x="119364" y="34773"/>
                    <a:pt x="119759" y="39423"/>
                  </a:cubicBezTo>
                  <a:cubicBezTo>
                    <a:pt x="120185" y="44256"/>
                    <a:pt x="120914" y="49697"/>
                    <a:pt x="122343" y="53679"/>
                  </a:cubicBezTo>
                  <a:cubicBezTo>
                    <a:pt x="123498" y="56810"/>
                    <a:pt x="129425" y="65746"/>
                    <a:pt x="133042" y="66536"/>
                  </a:cubicBezTo>
                  <a:cubicBezTo>
                    <a:pt x="138817" y="67782"/>
                    <a:pt x="145930" y="67600"/>
                    <a:pt x="150246" y="72220"/>
                  </a:cubicBezTo>
                  <a:cubicBezTo>
                    <a:pt x="152313" y="74409"/>
                    <a:pt x="154745" y="80093"/>
                    <a:pt x="158514" y="7975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22"/>
            <p:cNvSpPr/>
            <p:nvPr/>
          </p:nvSpPr>
          <p:spPr>
            <a:xfrm>
              <a:off x="2975000" y="150750"/>
              <a:ext cx="3962850" cy="2014500"/>
            </a:xfrm>
            <a:custGeom>
              <a:rect b="b" l="l" r="r" t="t"/>
              <a:pathLst>
                <a:path extrusionOk="0" fill="none" h="80580" w="158514">
                  <a:moveTo>
                    <a:pt x="0" y="11673"/>
                  </a:moveTo>
                  <a:cubicBezTo>
                    <a:pt x="6262" y="13344"/>
                    <a:pt x="13830" y="13588"/>
                    <a:pt x="19727" y="11429"/>
                  </a:cubicBezTo>
                  <a:cubicBezTo>
                    <a:pt x="26566" y="8907"/>
                    <a:pt x="32767" y="2676"/>
                    <a:pt x="40244" y="1399"/>
                  </a:cubicBezTo>
                  <a:cubicBezTo>
                    <a:pt x="48573" y="1"/>
                    <a:pt x="53162" y="6900"/>
                    <a:pt x="57478" y="12159"/>
                  </a:cubicBezTo>
                  <a:cubicBezTo>
                    <a:pt x="61825" y="17417"/>
                    <a:pt x="74318" y="25807"/>
                    <a:pt x="81917" y="26749"/>
                  </a:cubicBezTo>
                  <a:cubicBezTo>
                    <a:pt x="87692" y="27448"/>
                    <a:pt x="94379" y="22159"/>
                    <a:pt x="99637" y="20244"/>
                  </a:cubicBezTo>
                  <a:cubicBezTo>
                    <a:pt x="108178" y="17144"/>
                    <a:pt x="114045" y="17873"/>
                    <a:pt x="118787" y="25199"/>
                  </a:cubicBezTo>
                  <a:cubicBezTo>
                    <a:pt x="121066" y="28694"/>
                    <a:pt x="119607" y="34895"/>
                    <a:pt x="120215" y="39515"/>
                  </a:cubicBezTo>
                  <a:cubicBezTo>
                    <a:pt x="120853" y="44348"/>
                    <a:pt x="122373" y="49394"/>
                    <a:pt x="123498" y="53649"/>
                  </a:cubicBezTo>
                  <a:cubicBezTo>
                    <a:pt x="124349" y="56962"/>
                    <a:pt x="129729" y="65989"/>
                    <a:pt x="133316" y="66871"/>
                  </a:cubicBezTo>
                  <a:cubicBezTo>
                    <a:pt x="139000" y="68300"/>
                    <a:pt x="146112" y="68087"/>
                    <a:pt x="150459" y="72677"/>
                  </a:cubicBezTo>
                  <a:cubicBezTo>
                    <a:pt x="152495" y="74835"/>
                    <a:pt x="154836" y="80579"/>
                    <a:pt x="158514" y="803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22"/>
            <p:cNvSpPr/>
            <p:nvPr/>
          </p:nvSpPr>
          <p:spPr>
            <a:xfrm>
              <a:off x="2975000" y="138600"/>
              <a:ext cx="3962100" cy="2022075"/>
            </a:xfrm>
            <a:custGeom>
              <a:rect b="b" l="l" r="r" t="t"/>
              <a:pathLst>
                <a:path extrusionOk="0" fill="none" h="80883" w="158484">
                  <a:moveTo>
                    <a:pt x="0" y="12159"/>
                  </a:moveTo>
                  <a:cubicBezTo>
                    <a:pt x="6322" y="13800"/>
                    <a:pt x="13952" y="13952"/>
                    <a:pt x="19849" y="11672"/>
                  </a:cubicBezTo>
                  <a:cubicBezTo>
                    <a:pt x="26900" y="8937"/>
                    <a:pt x="33162" y="2462"/>
                    <a:pt x="40974" y="1247"/>
                  </a:cubicBezTo>
                  <a:cubicBezTo>
                    <a:pt x="48876" y="0"/>
                    <a:pt x="54530" y="5806"/>
                    <a:pt x="58026" y="11855"/>
                  </a:cubicBezTo>
                  <a:cubicBezTo>
                    <a:pt x="61521" y="17873"/>
                    <a:pt x="74500" y="25138"/>
                    <a:pt x="82069" y="25928"/>
                  </a:cubicBezTo>
                  <a:cubicBezTo>
                    <a:pt x="87449" y="26505"/>
                    <a:pt x="94774" y="21186"/>
                    <a:pt x="99637" y="19362"/>
                  </a:cubicBezTo>
                  <a:cubicBezTo>
                    <a:pt x="108178" y="16080"/>
                    <a:pt x="115321" y="17782"/>
                    <a:pt x="119759" y="25107"/>
                  </a:cubicBezTo>
                  <a:cubicBezTo>
                    <a:pt x="121948" y="28724"/>
                    <a:pt x="119790" y="34803"/>
                    <a:pt x="120580" y="39545"/>
                  </a:cubicBezTo>
                  <a:cubicBezTo>
                    <a:pt x="121370" y="44348"/>
                    <a:pt x="123771" y="48937"/>
                    <a:pt x="124623" y="53497"/>
                  </a:cubicBezTo>
                  <a:cubicBezTo>
                    <a:pt x="125291" y="56992"/>
                    <a:pt x="130003" y="66050"/>
                    <a:pt x="133559" y="67053"/>
                  </a:cubicBezTo>
                  <a:cubicBezTo>
                    <a:pt x="139152" y="68603"/>
                    <a:pt x="146355" y="68451"/>
                    <a:pt x="150672" y="72980"/>
                  </a:cubicBezTo>
                  <a:cubicBezTo>
                    <a:pt x="152708" y="75108"/>
                    <a:pt x="154897" y="80883"/>
                    <a:pt x="158483" y="80822"/>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22"/>
            <p:cNvSpPr/>
            <p:nvPr/>
          </p:nvSpPr>
          <p:spPr>
            <a:xfrm>
              <a:off x="2975000" y="124150"/>
              <a:ext cx="3962100" cy="2034250"/>
            </a:xfrm>
            <a:custGeom>
              <a:rect b="b" l="l" r="r" t="t"/>
              <a:pathLst>
                <a:path extrusionOk="0" fill="none" h="81370" w="158484">
                  <a:moveTo>
                    <a:pt x="0" y="12737"/>
                  </a:moveTo>
                  <a:cubicBezTo>
                    <a:pt x="6383" y="14348"/>
                    <a:pt x="13861" y="14226"/>
                    <a:pt x="20001" y="12007"/>
                  </a:cubicBezTo>
                  <a:cubicBezTo>
                    <a:pt x="27721" y="9241"/>
                    <a:pt x="33283" y="2432"/>
                    <a:pt x="41673" y="1186"/>
                  </a:cubicBezTo>
                  <a:cubicBezTo>
                    <a:pt x="49515" y="1"/>
                    <a:pt x="55807" y="4530"/>
                    <a:pt x="58877" y="11551"/>
                  </a:cubicBezTo>
                  <a:cubicBezTo>
                    <a:pt x="61886" y="18481"/>
                    <a:pt x="74378" y="24560"/>
                    <a:pt x="81704" y="25199"/>
                  </a:cubicBezTo>
                  <a:cubicBezTo>
                    <a:pt x="87114" y="25624"/>
                    <a:pt x="94774" y="20244"/>
                    <a:pt x="99607" y="18573"/>
                  </a:cubicBezTo>
                  <a:cubicBezTo>
                    <a:pt x="108118" y="15655"/>
                    <a:pt x="116628" y="17721"/>
                    <a:pt x="120853" y="25199"/>
                  </a:cubicBezTo>
                  <a:cubicBezTo>
                    <a:pt x="123012" y="29029"/>
                    <a:pt x="119972" y="34895"/>
                    <a:pt x="120853" y="39758"/>
                  </a:cubicBezTo>
                  <a:cubicBezTo>
                    <a:pt x="121735" y="44561"/>
                    <a:pt x="125139" y="48512"/>
                    <a:pt x="125778" y="53406"/>
                  </a:cubicBezTo>
                  <a:cubicBezTo>
                    <a:pt x="126294" y="57205"/>
                    <a:pt x="130276" y="66172"/>
                    <a:pt x="133863" y="67297"/>
                  </a:cubicBezTo>
                  <a:cubicBezTo>
                    <a:pt x="139334" y="68999"/>
                    <a:pt x="146568" y="68908"/>
                    <a:pt x="150884" y="73406"/>
                  </a:cubicBezTo>
                  <a:cubicBezTo>
                    <a:pt x="153438" y="76051"/>
                    <a:pt x="154684" y="80428"/>
                    <a:pt x="158483" y="8137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22"/>
            <p:cNvSpPr/>
            <p:nvPr/>
          </p:nvSpPr>
          <p:spPr>
            <a:xfrm>
              <a:off x="2975000" y="108200"/>
              <a:ext cx="3962850" cy="2050975"/>
            </a:xfrm>
            <a:custGeom>
              <a:rect b="b" l="l" r="r" t="t"/>
              <a:pathLst>
                <a:path extrusionOk="0" fill="none" h="82039" w="158514">
                  <a:moveTo>
                    <a:pt x="0" y="13375"/>
                  </a:moveTo>
                  <a:cubicBezTo>
                    <a:pt x="6474" y="14986"/>
                    <a:pt x="14013" y="14712"/>
                    <a:pt x="20183" y="12432"/>
                  </a:cubicBezTo>
                  <a:cubicBezTo>
                    <a:pt x="28116" y="9454"/>
                    <a:pt x="33709" y="2493"/>
                    <a:pt x="42402" y="1156"/>
                  </a:cubicBezTo>
                  <a:cubicBezTo>
                    <a:pt x="50092" y="1"/>
                    <a:pt x="57418" y="4043"/>
                    <a:pt x="59819" y="11217"/>
                  </a:cubicBezTo>
                  <a:cubicBezTo>
                    <a:pt x="62190" y="18390"/>
                    <a:pt x="73862" y="24104"/>
                    <a:pt x="81035" y="24439"/>
                  </a:cubicBezTo>
                  <a:cubicBezTo>
                    <a:pt x="86780" y="24743"/>
                    <a:pt x="94318" y="19454"/>
                    <a:pt x="99607" y="17934"/>
                  </a:cubicBezTo>
                  <a:cubicBezTo>
                    <a:pt x="108452" y="15381"/>
                    <a:pt x="117844" y="17873"/>
                    <a:pt x="122009" y="25350"/>
                  </a:cubicBezTo>
                  <a:cubicBezTo>
                    <a:pt x="124227" y="29332"/>
                    <a:pt x="120154" y="35047"/>
                    <a:pt x="121066" y="40092"/>
                  </a:cubicBezTo>
                  <a:cubicBezTo>
                    <a:pt x="121978" y="44925"/>
                    <a:pt x="126507" y="48512"/>
                    <a:pt x="126963" y="53406"/>
                  </a:cubicBezTo>
                  <a:cubicBezTo>
                    <a:pt x="127297" y="57205"/>
                    <a:pt x="130459" y="66172"/>
                    <a:pt x="134167" y="67570"/>
                  </a:cubicBezTo>
                  <a:cubicBezTo>
                    <a:pt x="139304" y="69485"/>
                    <a:pt x="146842" y="69424"/>
                    <a:pt x="151128" y="73862"/>
                  </a:cubicBezTo>
                  <a:cubicBezTo>
                    <a:pt x="153650" y="76537"/>
                    <a:pt x="154805" y="80883"/>
                    <a:pt x="158514" y="8203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22"/>
            <p:cNvSpPr/>
            <p:nvPr/>
          </p:nvSpPr>
          <p:spPr>
            <a:xfrm>
              <a:off x="2975000" y="89975"/>
              <a:ext cx="3962850" cy="2068425"/>
            </a:xfrm>
            <a:custGeom>
              <a:rect b="b" l="l" r="r" t="t"/>
              <a:pathLst>
                <a:path extrusionOk="0" fill="none" h="82737" w="158514">
                  <a:moveTo>
                    <a:pt x="0" y="14104"/>
                  </a:moveTo>
                  <a:cubicBezTo>
                    <a:pt x="6535" y="15684"/>
                    <a:pt x="14347" y="15502"/>
                    <a:pt x="20335" y="12918"/>
                  </a:cubicBezTo>
                  <a:cubicBezTo>
                    <a:pt x="27995" y="9575"/>
                    <a:pt x="34439" y="2644"/>
                    <a:pt x="43101" y="1216"/>
                  </a:cubicBezTo>
                  <a:cubicBezTo>
                    <a:pt x="50639" y="0"/>
                    <a:pt x="58299" y="3435"/>
                    <a:pt x="60822" y="10882"/>
                  </a:cubicBezTo>
                  <a:cubicBezTo>
                    <a:pt x="63436" y="18572"/>
                    <a:pt x="72190" y="23587"/>
                    <a:pt x="80184" y="23769"/>
                  </a:cubicBezTo>
                  <a:cubicBezTo>
                    <a:pt x="86415" y="23921"/>
                    <a:pt x="93862" y="18663"/>
                    <a:pt x="99759" y="17417"/>
                  </a:cubicBezTo>
                  <a:cubicBezTo>
                    <a:pt x="107875" y="15715"/>
                    <a:pt x="119394" y="17234"/>
                    <a:pt x="123224" y="25593"/>
                  </a:cubicBezTo>
                  <a:cubicBezTo>
                    <a:pt x="125413" y="30396"/>
                    <a:pt x="120367" y="35350"/>
                    <a:pt x="121279" y="40578"/>
                  </a:cubicBezTo>
                  <a:cubicBezTo>
                    <a:pt x="122100" y="45381"/>
                    <a:pt x="127723" y="48937"/>
                    <a:pt x="128118" y="53496"/>
                  </a:cubicBezTo>
                  <a:cubicBezTo>
                    <a:pt x="128422" y="57174"/>
                    <a:pt x="130762" y="66262"/>
                    <a:pt x="134501" y="67873"/>
                  </a:cubicBezTo>
                  <a:cubicBezTo>
                    <a:pt x="139456" y="70001"/>
                    <a:pt x="147085" y="69971"/>
                    <a:pt x="151340" y="74408"/>
                  </a:cubicBezTo>
                  <a:cubicBezTo>
                    <a:pt x="153894" y="77083"/>
                    <a:pt x="154897" y="81430"/>
                    <a:pt x="158514" y="8273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22"/>
            <p:cNvSpPr/>
            <p:nvPr/>
          </p:nvSpPr>
          <p:spPr>
            <a:xfrm>
              <a:off x="2975000" y="69450"/>
              <a:ext cx="3962850" cy="2089725"/>
            </a:xfrm>
            <a:custGeom>
              <a:rect b="b" l="l" r="r" t="t"/>
              <a:pathLst>
                <a:path extrusionOk="0" fill="none" h="83589" w="158514">
                  <a:moveTo>
                    <a:pt x="0" y="14925"/>
                  </a:moveTo>
                  <a:cubicBezTo>
                    <a:pt x="6626" y="16475"/>
                    <a:pt x="14529" y="16201"/>
                    <a:pt x="20517" y="13496"/>
                  </a:cubicBezTo>
                  <a:cubicBezTo>
                    <a:pt x="28359" y="9940"/>
                    <a:pt x="34925" y="3010"/>
                    <a:pt x="43800" y="1338"/>
                  </a:cubicBezTo>
                  <a:cubicBezTo>
                    <a:pt x="51126" y="0"/>
                    <a:pt x="59454" y="3010"/>
                    <a:pt x="61916" y="10517"/>
                  </a:cubicBezTo>
                  <a:cubicBezTo>
                    <a:pt x="64500" y="18359"/>
                    <a:pt x="70853" y="23223"/>
                    <a:pt x="79272" y="23131"/>
                  </a:cubicBezTo>
                  <a:cubicBezTo>
                    <a:pt x="86020" y="23071"/>
                    <a:pt x="93254" y="17934"/>
                    <a:pt x="100032" y="17052"/>
                  </a:cubicBezTo>
                  <a:cubicBezTo>
                    <a:pt x="108574" y="15958"/>
                    <a:pt x="120489" y="17630"/>
                    <a:pt x="124471" y="25989"/>
                  </a:cubicBezTo>
                  <a:cubicBezTo>
                    <a:pt x="126902" y="31065"/>
                    <a:pt x="120671" y="35776"/>
                    <a:pt x="121492" y="41186"/>
                  </a:cubicBezTo>
                  <a:cubicBezTo>
                    <a:pt x="122221" y="46050"/>
                    <a:pt x="128878" y="49393"/>
                    <a:pt x="129243" y="53740"/>
                  </a:cubicBezTo>
                  <a:cubicBezTo>
                    <a:pt x="129516" y="57357"/>
                    <a:pt x="131127" y="66445"/>
                    <a:pt x="134896" y="68238"/>
                  </a:cubicBezTo>
                  <a:cubicBezTo>
                    <a:pt x="139699" y="70549"/>
                    <a:pt x="147359" y="70670"/>
                    <a:pt x="151584" y="75077"/>
                  </a:cubicBezTo>
                  <a:cubicBezTo>
                    <a:pt x="154137" y="77752"/>
                    <a:pt x="154988" y="82068"/>
                    <a:pt x="158514" y="8358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22"/>
            <p:cNvSpPr/>
            <p:nvPr/>
          </p:nvSpPr>
          <p:spPr>
            <a:xfrm>
              <a:off x="2975000" y="45125"/>
              <a:ext cx="3962850" cy="2114050"/>
            </a:xfrm>
            <a:custGeom>
              <a:rect b="b" l="l" r="r" t="t"/>
              <a:pathLst>
                <a:path extrusionOk="0" fill="none" h="84562" w="158514">
                  <a:moveTo>
                    <a:pt x="0" y="15898"/>
                  </a:moveTo>
                  <a:cubicBezTo>
                    <a:pt x="6991" y="17478"/>
                    <a:pt x="14651" y="16809"/>
                    <a:pt x="20700" y="14226"/>
                  </a:cubicBezTo>
                  <a:cubicBezTo>
                    <a:pt x="28511" y="10913"/>
                    <a:pt x="35350" y="3527"/>
                    <a:pt x="44439" y="1551"/>
                  </a:cubicBezTo>
                  <a:cubicBezTo>
                    <a:pt x="51612" y="1"/>
                    <a:pt x="60579" y="2736"/>
                    <a:pt x="63041" y="10214"/>
                  </a:cubicBezTo>
                  <a:cubicBezTo>
                    <a:pt x="65564" y="17934"/>
                    <a:pt x="69515" y="22949"/>
                    <a:pt x="78391" y="22645"/>
                  </a:cubicBezTo>
                  <a:cubicBezTo>
                    <a:pt x="85716" y="22372"/>
                    <a:pt x="93072" y="17417"/>
                    <a:pt x="100488" y="16931"/>
                  </a:cubicBezTo>
                  <a:cubicBezTo>
                    <a:pt x="109273" y="16323"/>
                    <a:pt x="121431" y="18208"/>
                    <a:pt x="125717" y="26536"/>
                  </a:cubicBezTo>
                  <a:cubicBezTo>
                    <a:pt x="128544" y="31946"/>
                    <a:pt x="121036" y="36415"/>
                    <a:pt x="121735" y="41916"/>
                  </a:cubicBezTo>
                  <a:cubicBezTo>
                    <a:pt x="122343" y="46871"/>
                    <a:pt x="129881" y="49971"/>
                    <a:pt x="130276" y="54105"/>
                  </a:cubicBezTo>
                  <a:cubicBezTo>
                    <a:pt x="130641" y="57631"/>
                    <a:pt x="131431" y="66628"/>
                    <a:pt x="135322" y="68664"/>
                  </a:cubicBezTo>
                  <a:cubicBezTo>
                    <a:pt x="140124" y="71157"/>
                    <a:pt x="147632" y="71461"/>
                    <a:pt x="151796" y="75868"/>
                  </a:cubicBezTo>
                  <a:cubicBezTo>
                    <a:pt x="154350" y="78573"/>
                    <a:pt x="155109" y="82859"/>
                    <a:pt x="158514" y="8456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22"/>
            <p:cNvSpPr/>
            <p:nvPr/>
          </p:nvSpPr>
          <p:spPr>
            <a:xfrm>
              <a:off x="2975000" y="20825"/>
              <a:ext cx="3962850" cy="2138350"/>
            </a:xfrm>
            <a:custGeom>
              <a:rect b="b" l="l" r="r" t="t"/>
              <a:pathLst>
                <a:path extrusionOk="0" fill="none" h="85534" w="158514">
                  <a:moveTo>
                    <a:pt x="0" y="16870"/>
                  </a:moveTo>
                  <a:cubicBezTo>
                    <a:pt x="7082" y="18420"/>
                    <a:pt x="14833" y="17629"/>
                    <a:pt x="20912" y="14955"/>
                  </a:cubicBezTo>
                  <a:cubicBezTo>
                    <a:pt x="28876" y="11459"/>
                    <a:pt x="35776" y="3951"/>
                    <a:pt x="45047" y="1702"/>
                  </a:cubicBezTo>
                  <a:cubicBezTo>
                    <a:pt x="52068" y="0"/>
                    <a:pt x="61703" y="2371"/>
                    <a:pt x="64166" y="9818"/>
                  </a:cubicBezTo>
                  <a:cubicBezTo>
                    <a:pt x="66567" y="16991"/>
                    <a:pt x="68877" y="22645"/>
                    <a:pt x="77722" y="22128"/>
                  </a:cubicBezTo>
                  <a:cubicBezTo>
                    <a:pt x="85503" y="21672"/>
                    <a:pt x="93133" y="16961"/>
                    <a:pt x="101127" y="16809"/>
                  </a:cubicBezTo>
                  <a:cubicBezTo>
                    <a:pt x="110063" y="16657"/>
                    <a:pt x="122161" y="18693"/>
                    <a:pt x="126963" y="27083"/>
                  </a:cubicBezTo>
                  <a:cubicBezTo>
                    <a:pt x="130276" y="32858"/>
                    <a:pt x="121705" y="37052"/>
                    <a:pt x="122161" y="42615"/>
                  </a:cubicBezTo>
                  <a:cubicBezTo>
                    <a:pt x="122616" y="47782"/>
                    <a:pt x="130762" y="50518"/>
                    <a:pt x="131279" y="54530"/>
                  </a:cubicBezTo>
                  <a:cubicBezTo>
                    <a:pt x="131735" y="57934"/>
                    <a:pt x="131796" y="66931"/>
                    <a:pt x="135778" y="69089"/>
                  </a:cubicBezTo>
                  <a:cubicBezTo>
                    <a:pt x="140550" y="71703"/>
                    <a:pt x="147936" y="72250"/>
                    <a:pt x="152039" y="76658"/>
                  </a:cubicBezTo>
                  <a:cubicBezTo>
                    <a:pt x="154593" y="79393"/>
                    <a:pt x="155231" y="83649"/>
                    <a:pt x="158514" y="8553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5" name="Google Shape;3265;p22"/>
          <p:cNvGrpSpPr/>
          <p:nvPr/>
        </p:nvGrpSpPr>
        <p:grpSpPr>
          <a:xfrm rot="-9205387">
            <a:off x="5427648" y="-3372861"/>
            <a:ext cx="6864166" cy="5602699"/>
            <a:chOff x="2975000" y="20825"/>
            <a:chExt cx="3963625" cy="2500050"/>
          </a:xfrm>
        </p:grpSpPr>
        <p:sp>
          <p:nvSpPr>
            <p:cNvPr id="3266" name="Google Shape;3266;p22"/>
            <p:cNvSpPr/>
            <p:nvPr/>
          </p:nvSpPr>
          <p:spPr>
            <a:xfrm>
              <a:off x="2975000" y="442550"/>
              <a:ext cx="3962850" cy="2078325"/>
            </a:xfrm>
            <a:custGeom>
              <a:rect b="b" l="l" r="r" t="t"/>
              <a:pathLst>
                <a:path extrusionOk="0" fill="none" h="83133" w="158514">
                  <a:moveTo>
                    <a:pt x="0" y="1"/>
                  </a:moveTo>
                  <a:cubicBezTo>
                    <a:pt x="4347" y="3071"/>
                    <a:pt x="9423" y="6171"/>
                    <a:pt x="12797" y="10122"/>
                  </a:cubicBezTo>
                  <a:cubicBezTo>
                    <a:pt x="18025" y="16232"/>
                    <a:pt x="11095" y="25411"/>
                    <a:pt x="18298" y="31369"/>
                  </a:cubicBezTo>
                  <a:cubicBezTo>
                    <a:pt x="23952" y="36050"/>
                    <a:pt x="23982" y="41612"/>
                    <a:pt x="23283" y="48269"/>
                  </a:cubicBezTo>
                  <a:cubicBezTo>
                    <a:pt x="22706" y="53497"/>
                    <a:pt x="22463" y="62494"/>
                    <a:pt x="29028" y="64044"/>
                  </a:cubicBezTo>
                  <a:cubicBezTo>
                    <a:pt x="35776" y="65655"/>
                    <a:pt x="41186" y="60913"/>
                    <a:pt x="45624" y="56567"/>
                  </a:cubicBezTo>
                  <a:cubicBezTo>
                    <a:pt x="51855" y="50457"/>
                    <a:pt x="63466" y="46202"/>
                    <a:pt x="71825" y="49515"/>
                  </a:cubicBezTo>
                  <a:cubicBezTo>
                    <a:pt x="79211" y="52463"/>
                    <a:pt x="89728" y="48421"/>
                    <a:pt x="96598" y="51430"/>
                  </a:cubicBezTo>
                  <a:cubicBezTo>
                    <a:pt x="100762" y="53284"/>
                    <a:pt x="101035" y="58390"/>
                    <a:pt x="102343" y="62646"/>
                  </a:cubicBezTo>
                  <a:cubicBezTo>
                    <a:pt x="104197" y="68603"/>
                    <a:pt x="108938" y="75564"/>
                    <a:pt x="114106" y="78482"/>
                  </a:cubicBezTo>
                  <a:cubicBezTo>
                    <a:pt x="122343" y="83132"/>
                    <a:pt x="130914" y="70610"/>
                    <a:pt x="138909" y="69151"/>
                  </a:cubicBezTo>
                  <a:cubicBezTo>
                    <a:pt x="145474" y="67935"/>
                    <a:pt x="152435" y="73892"/>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22"/>
            <p:cNvSpPr/>
            <p:nvPr/>
          </p:nvSpPr>
          <p:spPr>
            <a:xfrm>
              <a:off x="2975000" y="442550"/>
              <a:ext cx="3962850" cy="2057800"/>
            </a:xfrm>
            <a:custGeom>
              <a:rect b="b" l="l" r="r" t="t"/>
              <a:pathLst>
                <a:path extrusionOk="0" fill="none" h="82312" w="158514">
                  <a:moveTo>
                    <a:pt x="0" y="1"/>
                  </a:moveTo>
                  <a:cubicBezTo>
                    <a:pt x="4408" y="3040"/>
                    <a:pt x="9392" y="6049"/>
                    <a:pt x="13040" y="9879"/>
                  </a:cubicBezTo>
                  <a:cubicBezTo>
                    <a:pt x="18602" y="15654"/>
                    <a:pt x="11733" y="24955"/>
                    <a:pt x="18694" y="30609"/>
                  </a:cubicBezTo>
                  <a:cubicBezTo>
                    <a:pt x="24408" y="35259"/>
                    <a:pt x="25077" y="40153"/>
                    <a:pt x="24317" y="46901"/>
                  </a:cubicBezTo>
                  <a:cubicBezTo>
                    <a:pt x="23739" y="52129"/>
                    <a:pt x="23131" y="61248"/>
                    <a:pt x="29849" y="62919"/>
                  </a:cubicBezTo>
                  <a:cubicBezTo>
                    <a:pt x="36870" y="64652"/>
                    <a:pt x="41794" y="59606"/>
                    <a:pt x="46627" y="55503"/>
                  </a:cubicBezTo>
                  <a:cubicBezTo>
                    <a:pt x="53557" y="49606"/>
                    <a:pt x="63983" y="44712"/>
                    <a:pt x="72798" y="48634"/>
                  </a:cubicBezTo>
                  <a:cubicBezTo>
                    <a:pt x="80123" y="51886"/>
                    <a:pt x="90245" y="48208"/>
                    <a:pt x="97266" y="51187"/>
                  </a:cubicBezTo>
                  <a:cubicBezTo>
                    <a:pt x="101522" y="52980"/>
                    <a:pt x="101674" y="58026"/>
                    <a:pt x="102890" y="62251"/>
                  </a:cubicBezTo>
                  <a:cubicBezTo>
                    <a:pt x="104561" y="68087"/>
                    <a:pt x="109303" y="75078"/>
                    <a:pt x="114440" y="77844"/>
                  </a:cubicBezTo>
                  <a:cubicBezTo>
                    <a:pt x="122799" y="82312"/>
                    <a:pt x="131097" y="70032"/>
                    <a:pt x="139243" y="68877"/>
                  </a:cubicBezTo>
                  <a:cubicBezTo>
                    <a:pt x="145656" y="67935"/>
                    <a:pt x="152495" y="73771"/>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22"/>
            <p:cNvSpPr/>
            <p:nvPr/>
          </p:nvSpPr>
          <p:spPr>
            <a:xfrm>
              <a:off x="2975000" y="442550"/>
              <a:ext cx="3962850" cy="2035775"/>
            </a:xfrm>
            <a:custGeom>
              <a:rect b="b" l="l" r="r" t="t"/>
              <a:pathLst>
                <a:path extrusionOk="0" fill="none" h="81431" w="158514">
                  <a:moveTo>
                    <a:pt x="0" y="1"/>
                  </a:moveTo>
                  <a:cubicBezTo>
                    <a:pt x="4468" y="3040"/>
                    <a:pt x="9362" y="5958"/>
                    <a:pt x="13313" y="9606"/>
                  </a:cubicBezTo>
                  <a:cubicBezTo>
                    <a:pt x="19210" y="15077"/>
                    <a:pt x="12432" y="24469"/>
                    <a:pt x="19089" y="29849"/>
                  </a:cubicBezTo>
                  <a:cubicBezTo>
                    <a:pt x="24803" y="34469"/>
                    <a:pt x="26019" y="38694"/>
                    <a:pt x="25350" y="45564"/>
                  </a:cubicBezTo>
                  <a:cubicBezTo>
                    <a:pt x="24833" y="50822"/>
                    <a:pt x="23739" y="60001"/>
                    <a:pt x="30609" y="61795"/>
                  </a:cubicBezTo>
                  <a:cubicBezTo>
                    <a:pt x="37691" y="63649"/>
                    <a:pt x="42797" y="58299"/>
                    <a:pt x="47813" y="54378"/>
                  </a:cubicBezTo>
                  <a:cubicBezTo>
                    <a:pt x="55989" y="47995"/>
                    <a:pt x="63345" y="43375"/>
                    <a:pt x="73801" y="47752"/>
                  </a:cubicBezTo>
                  <a:cubicBezTo>
                    <a:pt x="81704" y="51065"/>
                    <a:pt x="90762" y="48026"/>
                    <a:pt x="97966" y="50944"/>
                  </a:cubicBezTo>
                  <a:cubicBezTo>
                    <a:pt x="102282" y="52707"/>
                    <a:pt x="102343" y="57631"/>
                    <a:pt x="103437" y="61825"/>
                  </a:cubicBezTo>
                  <a:cubicBezTo>
                    <a:pt x="104957" y="67570"/>
                    <a:pt x="109637" y="74531"/>
                    <a:pt x="114774" y="77145"/>
                  </a:cubicBezTo>
                  <a:cubicBezTo>
                    <a:pt x="123285" y="81430"/>
                    <a:pt x="131310" y="69454"/>
                    <a:pt x="139577" y="68573"/>
                  </a:cubicBezTo>
                  <a:cubicBezTo>
                    <a:pt x="145869" y="67904"/>
                    <a:pt x="152587" y="73649"/>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22"/>
            <p:cNvSpPr/>
            <p:nvPr/>
          </p:nvSpPr>
          <p:spPr>
            <a:xfrm>
              <a:off x="2975000" y="442550"/>
              <a:ext cx="3962850" cy="2014500"/>
            </a:xfrm>
            <a:custGeom>
              <a:rect b="b" l="l" r="r" t="t"/>
              <a:pathLst>
                <a:path extrusionOk="0" fill="none" h="80580" w="158514">
                  <a:moveTo>
                    <a:pt x="0" y="1"/>
                  </a:moveTo>
                  <a:cubicBezTo>
                    <a:pt x="4560" y="3010"/>
                    <a:pt x="9392" y="5897"/>
                    <a:pt x="13526" y="9393"/>
                  </a:cubicBezTo>
                  <a:cubicBezTo>
                    <a:pt x="19666" y="14469"/>
                    <a:pt x="13162" y="23952"/>
                    <a:pt x="19484" y="29150"/>
                  </a:cubicBezTo>
                  <a:cubicBezTo>
                    <a:pt x="24560" y="33314"/>
                    <a:pt x="27235" y="37509"/>
                    <a:pt x="26323" y="44348"/>
                  </a:cubicBezTo>
                  <a:cubicBezTo>
                    <a:pt x="25563" y="49728"/>
                    <a:pt x="24317" y="58846"/>
                    <a:pt x="31308" y="60792"/>
                  </a:cubicBezTo>
                  <a:cubicBezTo>
                    <a:pt x="38390" y="62737"/>
                    <a:pt x="43770" y="57296"/>
                    <a:pt x="48998" y="53375"/>
                  </a:cubicBezTo>
                  <a:cubicBezTo>
                    <a:pt x="57813" y="46688"/>
                    <a:pt x="63892" y="42129"/>
                    <a:pt x="74743" y="47023"/>
                  </a:cubicBezTo>
                  <a:cubicBezTo>
                    <a:pt x="82433" y="50488"/>
                    <a:pt x="91248" y="47995"/>
                    <a:pt x="98604" y="50761"/>
                  </a:cubicBezTo>
                  <a:cubicBezTo>
                    <a:pt x="103042" y="52372"/>
                    <a:pt x="103011" y="57266"/>
                    <a:pt x="104014" y="61430"/>
                  </a:cubicBezTo>
                  <a:cubicBezTo>
                    <a:pt x="105382" y="67084"/>
                    <a:pt x="109941" y="74014"/>
                    <a:pt x="115109" y="76445"/>
                  </a:cubicBezTo>
                  <a:cubicBezTo>
                    <a:pt x="123802" y="80579"/>
                    <a:pt x="132100" y="68299"/>
                    <a:pt x="139912" y="68330"/>
                  </a:cubicBezTo>
                  <a:cubicBezTo>
                    <a:pt x="144927" y="68330"/>
                    <a:pt x="153529" y="7331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22"/>
            <p:cNvSpPr/>
            <p:nvPr/>
          </p:nvSpPr>
          <p:spPr>
            <a:xfrm>
              <a:off x="2975000" y="442550"/>
              <a:ext cx="3962850" cy="1991700"/>
            </a:xfrm>
            <a:custGeom>
              <a:rect b="b" l="l" r="r" t="t"/>
              <a:pathLst>
                <a:path extrusionOk="0" fill="none" h="79668" w="158514">
                  <a:moveTo>
                    <a:pt x="0" y="1"/>
                  </a:moveTo>
                  <a:cubicBezTo>
                    <a:pt x="4590" y="3010"/>
                    <a:pt x="9484" y="5897"/>
                    <a:pt x="13769" y="9119"/>
                  </a:cubicBezTo>
                  <a:cubicBezTo>
                    <a:pt x="20122" y="13861"/>
                    <a:pt x="13952" y="23344"/>
                    <a:pt x="19879" y="28360"/>
                  </a:cubicBezTo>
                  <a:cubicBezTo>
                    <a:pt x="24651" y="32402"/>
                    <a:pt x="28055" y="36475"/>
                    <a:pt x="27265" y="43102"/>
                  </a:cubicBezTo>
                  <a:cubicBezTo>
                    <a:pt x="26627" y="48482"/>
                    <a:pt x="24985" y="57600"/>
                    <a:pt x="31946" y="59698"/>
                  </a:cubicBezTo>
                  <a:cubicBezTo>
                    <a:pt x="39028" y="61795"/>
                    <a:pt x="44955" y="56202"/>
                    <a:pt x="50183" y="52251"/>
                  </a:cubicBezTo>
                  <a:cubicBezTo>
                    <a:pt x="59424" y="45260"/>
                    <a:pt x="64561" y="40761"/>
                    <a:pt x="75746" y="46232"/>
                  </a:cubicBezTo>
                  <a:cubicBezTo>
                    <a:pt x="83315" y="49971"/>
                    <a:pt x="91795" y="47813"/>
                    <a:pt x="99273" y="50488"/>
                  </a:cubicBezTo>
                  <a:cubicBezTo>
                    <a:pt x="103832" y="52129"/>
                    <a:pt x="103619" y="56840"/>
                    <a:pt x="104653" y="61035"/>
                  </a:cubicBezTo>
                  <a:cubicBezTo>
                    <a:pt x="106051" y="66749"/>
                    <a:pt x="110124" y="73315"/>
                    <a:pt x="115443" y="75716"/>
                  </a:cubicBezTo>
                  <a:cubicBezTo>
                    <a:pt x="124227" y="79667"/>
                    <a:pt x="132039" y="67995"/>
                    <a:pt x="140246" y="68056"/>
                  </a:cubicBezTo>
                  <a:cubicBezTo>
                    <a:pt x="145535" y="68087"/>
                    <a:pt x="153377" y="7340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22"/>
            <p:cNvSpPr/>
            <p:nvPr/>
          </p:nvSpPr>
          <p:spPr>
            <a:xfrm>
              <a:off x="2975000" y="442550"/>
              <a:ext cx="3963625" cy="1968900"/>
            </a:xfrm>
            <a:custGeom>
              <a:rect b="b" l="l" r="r" t="t"/>
              <a:pathLst>
                <a:path extrusionOk="0" fill="none" h="78756" w="158545">
                  <a:moveTo>
                    <a:pt x="0" y="1"/>
                  </a:moveTo>
                  <a:cubicBezTo>
                    <a:pt x="4651" y="2979"/>
                    <a:pt x="9575" y="5867"/>
                    <a:pt x="14013" y="8876"/>
                  </a:cubicBezTo>
                  <a:cubicBezTo>
                    <a:pt x="20548" y="13283"/>
                    <a:pt x="14985" y="22706"/>
                    <a:pt x="20305" y="27539"/>
                  </a:cubicBezTo>
                  <a:cubicBezTo>
                    <a:pt x="24590" y="31430"/>
                    <a:pt x="28724" y="35715"/>
                    <a:pt x="28147" y="42007"/>
                  </a:cubicBezTo>
                  <a:cubicBezTo>
                    <a:pt x="27630" y="47296"/>
                    <a:pt x="25654" y="56445"/>
                    <a:pt x="32584" y="58664"/>
                  </a:cubicBezTo>
                  <a:cubicBezTo>
                    <a:pt x="39606" y="60913"/>
                    <a:pt x="46354" y="55077"/>
                    <a:pt x="51369" y="51096"/>
                  </a:cubicBezTo>
                  <a:cubicBezTo>
                    <a:pt x="60609" y="43770"/>
                    <a:pt x="65351" y="39576"/>
                    <a:pt x="76749" y="45594"/>
                  </a:cubicBezTo>
                  <a:cubicBezTo>
                    <a:pt x="84166" y="49515"/>
                    <a:pt x="92251" y="47722"/>
                    <a:pt x="99911" y="50275"/>
                  </a:cubicBezTo>
                  <a:cubicBezTo>
                    <a:pt x="104622" y="51855"/>
                    <a:pt x="104318" y="56445"/>
                    <a:pt x="105260" y="60609"/>
                  </a:cubicBezTo>
                  <a:cubicBezTo>
                    <a:pt x="106537" y="66324"/>
                    <a:pt x="110428" y="72676"/>
                    <a:pt x="115808" y="74956"/>
                  </a:cubicBezTo>
                  <a:cubicBezTo>
                    <a:pt x="124714" y="78756"/>
                    <a:pt x="132313" y="67418"/>
                    <a:pt x="140580" y="67813"/>
                  </a:cubicBezTo>
                  <a:cubicBezTo>
                    <a:pt x="145778" y="68056"/>
                    <a:pt x="153438" y="73315"/>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22"/>
            <p:cNvSpPr/>
            <p:nvPr/>
          </p:nvSpPr>
          <p:spPr>
            <a:xfrm>
              <a:off x="2975000" y="442550"/>
              <a:ext cx="3962850" cy="1919500"/>
            </a:xfrm>
            <a:custGeom>
              <a:rect b="b" l="l" r="r" t="t"/>
              <a:pathLst>
                <a:path extrusionOk="0" fill="none" h="76780" w="158514">
                  <a:moveTo>
                    <a:pt x="0" y="1"/>
                  </a:moveTo>
                  <a:cubicBezTo>
                    <a:pt x="4712" y="2949"/>
                    <a:pt x="9666" y="5776"/>
                    <a:pt x="14225" y="8633"/>
                  </a:cubicBezTo>
                  <a:cubicBezTo>
                    <a:pt x="20973" y="12797"/>
                    <a:pt x="16049" y="21977"/>
                    <a:pt x="20760" y="26718"/>
                  </a:cubicBezTo>
                  <a:cubicBezTo>
                    <a:pt x="24438" y="30396"/>
                    <a:pt x="29332" y="35168"/>
                    <a:pt x="28967" y="41004"/>
                  </a:cubicBezTo>
                  <a:cubicBezTo>
                    <a:pt x="28633" y="46202"/>
                    <a:pt x="26444" y="55381"/>
                    <a:pt x="33192" y="57661"/>
                  </a:cubicBezTo>
                  <a:cubicBezTo>
                    <a:pt x="40153" y="60032"/>
                    <a:pt x="47752" y="53953"/>
                    <a:pt x="52494" y="49880"/>
                  </a:cubicBezTo>
                  <a:cubicBezTo>
                    <a:pt x="61703" y="41977"/>
                    <a:pt x="66293" y="38633"/>
                    <a:pt x="77722" y="45016"/>
                  </a:cubicBezTo>
                  <a:cubicBezTo>
                    <a:pt x="84926" y="49059"/>
                    <a:pt x="92707" y="47722"/>
                    <a:pt x="100488" y="50093"/>
                  </a:cubicBezTo>
                  <a:cubicBezTo>
                    <a:pt x="105382" y="51582"/>
                    <a:pt x="104987" y="56080"/>
                    <a:pt x="105838" y="60245"/>
                  </a:cubicBezTo>
                  <a:cubicBezTo>
                    <a:pt x="107023" y="65898"/>
                    <a:pt x="111005" y="72676"/>
                    <a:pt x="116142" y="74227"/>
                  </a:cubicBezTo>
                  <a:cubicBezTo>
                    <a:pt x="124683" y="76780"/>
                    <a:pt x="132191" y="66901"/>
                    <a:pt x="140884" y="67570"/>
                  </a:cubicBezTo>
                  <a:cubicBezTo>
                    <a:pt x="145930" y="67965"/>
                    <a:pt x="153468" y="73224"/>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22"/>
            <p:cNvSpPr/>
            <p:nvPr/>
          </p:nvSpPr>
          <p:spPr>
            <a:xfrm>
              <a:off x="2975000" y="442550"/>
              <a:ext cx="3962100" cy="1896700"/>
            </a:xfrm>
            <a:custGeom>
              <a:rect b="b" l="l" r="r" t="t"/>
              <a:pathLst>
                <a:path extrusionOk="0" fill="none" h="75868" w="158484">
                  <a:moveTo>
                    <a:pt x="0" y="1"/>
                  </a:moveTo>
                  <a:cubicBezTo>
                    <a:pt x="4742" y="2949"/>
                    <a:pt x="9788" y="5441"/>
                    <a:pt x="14438" y="8359"/>
                  </a:cubicBezTo>
                  <a:cubicBezTo>
                    <a:pt x="21520" y="12797"/>
                    <a:pt x="16900" y="20852"/>
                    <a:pt x="21277" y="25837"/>
                  </a:cubicBezTo>
                  <a:cubicBezTo>
                    <a:pt x="24408" y="29424"/>
                    <a:pt x="29758" y="34652"/>
                    <a:pt x="29727" y="40123"/>
                  </a:cubicBezTo>
                  <a:cubicBezTo>
                    <a:pt x="29666" y="45229"/>
                    <a:pt x="27447" y="54014"/>
                    <a:pt x="33770" y="56658"/>
                  </a:cubicBezTo>
                  <a:cubicBezTo>
                    <a:pt x="40396" y="59394"/>
                    <a:pt x="49545" y="52433"/>
                    <a:pt x="53618" y="48542"/>
                  </a:cubicBezTo>
                  <a:cubicBezTo>
                    <a:pt x="62707" y="39788"/>
                    <a:pt x="67448" y="37904"/>
                    <a:pt x="78725" y="44530"/>
                  </a:cubicBezTo>
                  <a:cubicBezTo>
                    <a:pt x="85716" y="48664"/>
                    <a:pt x="93224" y="47722"/>
                    <a:pt x="101066" y="49910"/>
                  </a:cubicBezTo>
                  <a:cubicBezTo>
                    <a:pt x="106142" y="51308"/>
                    <a:pt x="105716" y="55685"/>
                    <a:pt x="106476" y="59849"/>
                  </a:cubicBezTo>
                  <a:cubicBezTo>
                    <a:pt x="107540" y="65503"/>
                    <a:pt x="111279" y="71977"/>
                    <a:pt x="116477" y="73467"/>
                  </a:cubicBezTo>
                  <a:cubicBezTo>
                    <a:pt x="124927" y="75868"/>
                    <a:pt x="132708" y="66354"/>
                    <a:pt x="141188" y="67357"/>
                  </a:cubicBezTo>
                  <a:cubicBezTo>
                    <a:pt x="146143" y="67935"/>
                    <a:pt x="153468" y="7313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22"/>
            <p:cNvSpPr/>
            <p:nvPr/>
          </p:nvSpPr>
          <p:spPr>
            <a:xfrm>
              <a:off x="2975000" y="442550"/>
              <a:ext cx="3962850" cy="1870875"/>
            </a:xfrm>
            <a:custGeom>
              <a:rect b="b" l="l" r="r" t="t"/>
              <a:pathLst>
                <a:path extrusionOk="0" fill="none" h="74835" w="158514">
                  <a:moveTo>
                    <a:pt x="0" y="1"/>
                  </a:moveTo>
                  <a:cubicBezTo>
                    <a:pt x="4803" y="2919"/>
                    <a:pt x="9848" y="5350"/>
                    <a:pt x="14651" y="8116"/>
                  </a:cubicBezTo>
                  <a:cubicBezTo>
                    <a:pt x="21946" y="12311"/>
                    <a:pt x="18086" y="19697"/>
                    <a:pt x="21885" y="24895"/>
                  </a:cubicBezTo>
                  <a:cubicBezTo>
                    <a:pt x="24590" y="28633"/>
                    <a:pt x="30031" y="34013"/>
                    <a:pt x="30396" y="39272"/>
                  </a:cubicBezTo>
                  <a:cubicBezTo>
                    <a:pt x="30791" y="44439"/>
                    <a:pt x="28299" y="52919"/>
                    <a:pt x="34439" y="55625"/>
                  </a:cubicBezTo>
                  <a:cubicBezTo>
                    <a:pt x="41186" y="58603"/>
                    <a:pt x="50670" y="51217"/>
                    <a:pt x="54712" y="47083"/>
                  </a:cubicBezTo>
                  <a:cubicBezTo>
                    <a:pt x="63892" y="37630"/>
                    <a:pt x="68542" y="37266"/>
                    <a:pt x="79789" y="44135"/>
                  </a:cubicBezTo>
                  <a:cubicBezTo>
                    <a:pt x="86476" y="48208"/>
                    <a:pt x="93984" y="47661"/>
                    <a:pt x="101674" y="49728"/>
                  </a:cubicBezTo>
                  <a:cubicBezTo>
                    <a:pt x="106932" y="51126"/>
                    <a:pt x="106416" y="55138"/>
                    <a:pt x="107145" y="59454"/>
                  </a:cubicBezTo>
                  <a:cubicBezTo>
                    <a:pt x="108057" y="64986"/>
                    <a:pt x="111552" y="71339"/>
                    <a:pt x="116872" y="72707"/>
                  </a:cubicBezTo>
                  <a:cubicBezTo>
                    <a:pt x="125322" y="74835"/>
                    <a:pt x="133285" y="65837"/>
                    <a:pt x="141523" y="67114"/>
                  </a:cubicBezTo>
                  <a:cubicBezTo>
                    <a:pt x="146386" y="67874"/>
                    <a:pt x="153559" y="73011"/>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22"/>
            <p:cNvSpPr/>
            <p:nvPr/>
          </p:nvSpPr>
          <p:spPr>
            <a:xfrm>
              <a:off x="2975000" y="442550"/>
              <a:ext cx="3962850" cy="1848075"/>
            </a:xfrm>
            <a:custGeom>
              <a:rect b="b" l="l" r="r" t="t"/>
              <a:pathLst>
                <a:path extrusionOk="0" fill="none" h="73923" w="158514">
                  <a:moveTo>
                    <a:pt x="0" y="1"/>
                  </a:moveTo>
                  <a:cubicBezTo>
                    <a:pt x="4833" y="2888"/>
                    <a:pt x="9909" y="5259"/>
                    <a:pt x="14864" y="7873"/>
                  </a:cubicBezTo>
                  <a:cubicBezTo>
                    <a:pt x="22219" y="11764"/>
                    <a:pt x="19301" y="18390"/>
                    <a:pt x="22584" y="23922"/>
                  </a:cubicBezTo>
                  <a:cubicBezTo>
                    <a:pt x="25046" y="28086"/>
                    <a:pt x="30092" y="33649"/>
                    <a:pt x="31004" y="38542"/>
                  </a:cubicBezTo>
                  <a:cubicBezTo>
                    <a:pt x="31855" y="43284"/>
                    <a:pt x="29150" y="51947"/>
                    <a:pt x="35107" y="54561"/>
                  </a:cubicBezTo>
                  <a:cubicBezTo>
                    <a:pt x="42250" y="57691"/>
                    <a:pt x="51673" y="50032"/>
                    <a:pt x="55746" y="45503"/>
                  </a:cubicBezTo>
                  <a:cubicBezTo>
                    <a:pt x="64834" y="35411"/>
                    <a:pt x="69941" y="36992"/>
                    <a:pt x="80822" y="43770"/>
                  </a:cubicBezTo>
                  <a:cubicBezTo>
                    <a:pt x="87205" y="47782"/>
                    <a:pt x="94683" y="47691"/>
                    <a:pt x="102191" y="49576"/>
                  </a:cubicBezTo>
                  <a:cubicBezTo>
                    <a:pt x="107571" y="50913"/>
                    <a:pt x="107145" y="54682"/>
                    <a:pt x="107783" y="59090"/>
                  </a:cubicBezTo>
                  <a:cubicBezTo>
                    <a:pt x="108604" y="64591"/>
                    <a:pt x="111826" y="70610"/>
                    <a:pt x="117236" y="71917"/>
                  </a:cubicBezTo>
                  <a:cubicBezTo>
                    <a:pt x="125504" y="73923"/>
                    <a:pt x="133863" y="65321"/>
                    <a:pt x="141827" y="66901"/>
                  </a:cubicBezTo>
                  <a:cubicBezTo>
                    <a:pt x="146599" y="67813"/>
                    <a:pt x="153620" y="7292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22"/>
            <p:cNvSpPr/>
            <p:nvPr/>
          </p:nvSpPr>
          <p:spPr>
            <a:xfrm>
              <a:off x="2975000" y="442550"/>
              <a:ext cx="3962100" cy="1826050"/>
            </a:xfrm>
            <a:custGeom>
              <a:rect b="b" l="l" r="r" t="t"/>
              <a:pathLst>
                <a:path extrusionOk="0" fill="none" h="73042" w="158484">
                  <a:moveTo>
                    <a:pt x="0" y="1"/>
                  </a:moveTo>
                  <a:cubicBezTo>
                    <a:pt x="4894" y="2858"/>
                    <a:pt x="10000" y="5168"/>
                    <a:pt x="15076" y="7630"/>
                  </a:cubicBezTo>
                  <a:cubicBezTo>
                    <a:pt x="22402" y="11217"/>
                    <a:pt x="20639" y="16992"/>
                    <a:pt x="23435" y="22980"/>
                  </a:cubicBezTo>
                  <a:cubicBezTo>
                    <a:pt x="25685" y="27813"/>
                    <a:pt x="29910" y="33041"/>
                    <a:pt x="31460" y="37934"/>
                  </a:cubicBezTo>
                  <a:cubicBezTo>
                    <a:pt x="32858" y="42372"/>
                    <a:pt x="29940" y="51096"/>
                    <a:pt x="35867" y="53558"/>
                  </a:cubicBezTo>
                  <a:cubicBezTo>
                    <a:pt x="43618" y="56749"/>
                    <a:pt x="52433" y="48937"/>
                    <a:pt x="56779" y="43831"/>
                  </a:cubicBezTo>
                  <a:cubicBezTo>
                    <a:pt x="65746" y="33314"/>
                    <a:pt x="71552" y="36901"/>
                    <a:pt x="81886" y="43466"/>
                  </a:cubicBezTo>
                  <a:cubicBezTo>
                    <a:pt x="87965" y="47327"/>
                    <a:pt x="95412" y="47752"/>
                    <a:pt x="102707" y="49454"/>
                  </a:cubicBezTo>
                  <a:cubicBezTo>
                    <a:pt x="108148" y="50700"/>
                    <a:pt x="107905" y="54226"/>
                    <a:pt x="108452" y="58725"/>
                  </a:cubicBezTo>
                  <a:cubicBezTo>
                    <a:pt x="109182" y="64226"/>
                    <a:pt x="112130" y="69910"/>
                    <a:pt x="117571" y="71187"/>
                  </a:cubicBezTo>
                  <a:cubicBezTo>
                    <a:pt x="125626" y="73041"/>
                    <a:pt x="134410" y="64895"/>
                    <a:pt x="142100" y="66688"/>
                  </a:cubicBezTo>
                  <a:cubicBezTo>
                    <a:pt x="146751" y="67783"/>
                    <a:pt x="153590" y="72828"/>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22"/>
            <p:cNvSpPr/>
            <p:nvPr/>
          </p:nvSpPr>
          <p:spPr>
            <a:xfrm>
              <a:off x="2975000" y="442550"/>
              <a:ext cx="3962850" cy="1818450"/>
            </a:xfrm>
            <a:custGeom>
              <a:rect b="b" l="l" r="r" t="t"/>
              <a:pathLst>
                <a:path extrusionOk="0" fill="none" h="72738" w="158514">
                  <a:moveTo>
                    <a:pt x="0" y="1"/>
                  </a:moveTo>
                  <a:cubicBezTo>
                    <a:pt x="4924" y="2827"/>
                    <a:pt x="10122" y="5077"/>
                    <a:pt x="15259" y="7387"/>
                  </a:cubicBezTo>
                  <a:cubicBezTo>
                    <a:pt x="22432" y="10609"/>
                    <a:pt x="22159" y="15594"/>
                    <a:pt x="24317" y="22007"/>
                  </a:cubicBezTo>
                  <a:cubicBezTo>
                    <a:pt x="26171" y="27630"/>
                    <a:pt x="29332" y="32402"/>
                    <a:pt x="31733" y="37418"/>
                  </a:cubicBezTo>
                  <a:cubicBezTo>
                    <a:pt x="33831" y="41764"/>
                    <a:pt x="30669" y="50305"/>
                    <a:pt x="36657" y="52615"/>
                  </a:cubicBezTo>
                  <a:cubicBezTo>
                    <a:pt x="44955" y="55868"/>
                    <a:pt x="53162" y="47630"/>
                    <a:pt x="57782" y="42068"/>
                  </a:cubicBezTo>
                  <a:cubicBezTo>
                    <a:pt x="66476" y="31551"/>
                    <a:pt x="73315" y="37022"/>
                    <a:pt x="82950" y="43193"/>
                  </a:cubicBezTo>
                  <a:cubicBezTo>
                    <a:pt x="88695" y="46871"/>
                    <a:pt x="96142" y="47813"/>
                    <a:pt x="103194" y="49333"/>
                  </a:cubicBezTo>
                  <a:cubicBezTo>
                    <a:pt x="108726" y="50488"/>
                    <a:pt x="108634" y="53740"/>
                    <a:pt x="109151" y="58390"/>
                  </a:cubicBezTo>
                  <a:cubicBezTo>
                    <a:pt x="109789" y="63862"/>
                    <a:pt x="112464" y="69211"/>
                    <a:pt x="117996" y="70427"/>
                  </a:cubicBezTo>
                  <a:cubicBezTo>
                    <a:pt x="125778" y="72129"/>
                    <a:pt x="135018" y="64439"/>
                    <a:pt x="142434" y="66506"/>
                  </a:cubicBezTo>
                  <a:cubicBezTo>
                    <a:pt x="146994" y="67752"/>
                    <a:pt x="153650" y="72737"/>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22"/>
            <p:cNvSpPr/>
            <p:nvPr/>
          </p:nvSpPr>
          <p:spPr>
            <a:xfrm>
              <a:off x="2975000" y="442550"/>
              <a:ext cx="3962850" cy="1816175"/>
            </a:xfrm>
            <a:custGeom>
              <a:rect b="b" l="l" r="r" t="t"/>
              <a:pathLst>
                <a:path extrusionOk="0" fill="none" h="72647" w="158514">
                  <a:moveTo>
                    <a:pt x="0" y="1"/>
                  </a:moveTo>
                  <a:cubicBezTo>
                    <a:pt x="4985" y="2797"/>
                    <a:pt x="10244" y="4985"/>
                    <a:pt x="15441" y="7144"/>
                  </a:cubicBezTo>
                  <a:cubicBezTo>
                    <a:pt x="22341" y="10031"/>
                    <a:pt x="23648" y="14621"/>
                    <a:pt x="25259" y="21034"/>
                  </a:cubicBezTo>
                  <a:cubicBezTo>
                    <a:pt x="26688" y="26809"/>
                    <a:pt x="28572" y="31977"/>
                    <a:pt x="31885" y="36992"/>
                  </a:cubicBezTo>
                  <a:cubicBezTo>
                    <a:pt x="34742" y="41278"/>
                    <a:pt x="31429" y="49606"/>
                    <a:pt x="37478" y="51825"/>
                  </a:cubicBezTo>
                  <a:cubicBezTo>
                    <a:pt x="46171" y="55017"/>
                    <a:pt x="54469" y="46202"/>
                    <a:pt x="58755" y="40305"/>
                  </a:cubicBezTo>
                  <a:cubicBezTo>
                    <a:pt x="66232" y="30001"/>
                    <a:pt x="76415" y="38025"/>
                    <a:pt x="84044" y="42889"/>
                  </a:cubicBezTo>
                  <a:cubicBezTo>
                    <a:pt x="89546" y="46384"/>
                    <a:pt x="96841" y="47874"/>
                    <a:pt x="103680" y="49211"/>
                  </a:cubicBezTo>
                  <a:cubicBezTo>
                    <a:pt x="109242" y="50305"/>
                    <a:pt x="109364" y="53254"/>
                    <a:pt x="109850" y="58026"/>
                  </a:cubicBezTo>
                  <a:cubicBezTo>
                    <a:pt x="110397" y="63436"/>
                    <a:pt x="112829" y="68482"/>
                    <a:pt x="118422" y="69667"/>
                  </a:cubicBezTo>
                  <a:cubicBezTo>
                    <a:pt x="125930" y="71278"/>
                    <a:pt x="135626" y="64044"/>
                    <a:pt x="142708" y="66293"/>
                  </a:cubicBezTo>
                  <a:cubicBezTo>
                    <a:pt x="147176" y="67692"/>
                    <a:pt x="153681" y="7264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22"/>
            <p:cNvSpPr/>
            <p:nvPr/>
          </p:nvSpPr>
          <p:spPr>
            <a:xfrm>
              <a:off x="2975000" y="442550"/>
              <a:ext cx="3962850" cy="1813875"/>
            </a:xfrm>
            <a:custGeom>
              <a:rect b="b" l="l" r="r" t="t"/>
              <a:pathLst>
                <a:path extrusionOk="0" fill="none" h="72555" w="158514">
                  <a:moveTo>
                    <a:pt x="0" y="1"/>
                  </a:moveTo>
                  <a:cubicBezTo>
                    <a:pt x="5015" y="2767"/>
                    <a:pt x="10335" y="4894"/>
                    <a:pt x="15624" y="6931"/>
                  </a:cubicBezTo>
                  <a:cubicBezTo>
                    <a:pt x="22189" y="9423"/>
                    <a:pt x="24925" y="13648"/>
                    <a:pt x="26262" y="20031"/>
                  </a:cubicBezTo>
                  <a:cubicBezTo>
                    <a:pt x="27508" y="25958"/>
                    <a:pt x="27843" y="31582"/>
                    <a:pt x="31916" y="36597"/>
                  </a:cubicBezTo>
                  <a:cubicBezTo>
                    <a:pt x="35290" y="40731"/>
                    <a:pt x="32432" y="49150"/>
                    <a:pt x="38299" y="51096"/>
                  </a:cubicBezTo>
                  <a:cubicBezTo>
                    <a:pt x="47326" y="54105"/>
                    <a:pt x="55138" y="44804"/>
                    <a:pt x="59758" y="38512"/>
                  </a:cubicBezTo>
                  <a:cubicBezTo>
                    <a:pt x="66901" y="28816"/>
                    <a:pt x="78512" y="38512"/>
                    <a:pt x="85139" y="42585"/>
                  </a:cubicBezTo>
                  <a:cubicBezTo>
                    <a:pt x="90397" y="45807"/>
                    <a:pt x="97510" y="47995"/>
                    <a:pt x="104105" y="49120"/>
                  </a:cubicBezTo>
                  <a:cubicBezTo>
                    <a:pt x="109698" y="50062"/>
                    <a:pt x="109729" y="52707"/>
                    <a:pt x="110580" y="57691"/>
                  </a:cubicBezTo>
                  <a:cubicBezTo>
                    <a:pt x="111461" y="63071"/>
                    <a:pt x="112829" y="67692"/>
                    <a:pt x="118878" y="68938"/>
                  </a:cubicBezTo>
                  <a:cubicBezTo>
                    <a:pt x="126082" y="70427"/>
                    <a:pt x="136234" y="63649"/>
                    <a:pt x="143012" y="66111"/>
                  </a:cubicBezTo>
                  <a:cubicBezTo>
                    <a:pt x="147359" y="67661"/>
                    <a:pt x="153742" y="7255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22"/>
            <p:cNvSpPr/>
            <p:nvPr/>
          </p:nvSpPr>
          <p:spPr>
            <a:xfrm>
              <a:off x="2975000" y="442550"/>
              <a:ext cx="3962850" cy="1804000"/>
            </a:xfrm>
            <a:custGeom>
              <a:rect b="b" l="l" r="r" t="t"/>
              <a:pathLst>
                <a:path extrusionOk="0" fill="none" h="72160" w="158514">
                  <a:moveTo>
                    <a:pt x="0" y="1"/>
                  </a:moveTo>
                  <a:cubicBezTo>
                    <a:pt x="5076" y="2736"/>
                    <a:pt x="10456" y="4803"/>
                    <a:pt x="15806" y="6688"/>
                  </a:cubicBezTo>
                  <a:cubicBezTo>
                    <a:pt x="22037" y="8876"/>
                    <a:pt x="26049" y="12767"/>
                    <a:pt x="27326" y="18967"/>
                  </a:cubicBezTo>
                  <a:cubicBezTo>
                    <a:pt x="28542" y="24925"/>
                    <a:pt x="27326" y="31126"/>
                    <a:pt x="31855" y="36202"/>
                  </a:cubicBezTo>
                  <a:cubicBezTo>
                    <a:pt x="35381" y="40153"/>
                    <a:pt x="33618" y="48725"/>
                    <a:pt x="39150" y="50457"/>
                  </a:cubicBezTo>
                  <a:cubicBezTo>
                    <a:pt x="48329" y="53314"/>
                    <a:pt x="55746" y="42919"/>
                    <a:pt x="60792" y="36810"/>
                  </a:cubicBezTo>
                  <a:cubicBezTo>
                    <a:pt x="67995" y="28086"/>
                    <a:pt x="80032" y="38360"/>
                    <a:pt x="86263" y="42159"/>
                  </a:cubicBezTo>
                  <a:cubicBezTo>
                    <a:pt x="91430" y="45320"/>
                    <a:pt x="98057" y="48056"/>
                    <a:pt x="104561" y="48998"/>
                  </a:cubicBezTo>
                  <a:cubicBezTo>
                    <a:pt x="115747" y="50700"/>
                    <a:pt x="107692" y="65898"/>
                    <a:pt x="119303" y="68178"/>
                  </a:cubicBezTo>
                  <a:cubicBezTo>
                    <a:pt x="126294" y="69576"/>
                    <a:pt x="136872" y="63254"/>
                    <a:pt x="143316" y="65898"/>
                  </a:cubicBezTo>
                  <a:cubicBezTo>
                    <a:pt x="147784" y="67752"/>
                    <a:pt x="153407" y="7216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22"/>
            <p:cNvSpPr/>
            <p:nvPr/>
          </p:nvSpPr>
          <p:spPr>
            <a:xfrm>
              <a:off x="2975000" y="442550"/>
              <a:ext cx="3962100" cy="1802475"/>
            </a:xfrm>
            <a:custGeom>
              <a:rect b="b" l="l" r="r" t="t"/>
              <a:pathLst>
                <a:path extrusionOk="0" fill="none" h="72099" w="158484">
                  <a:moveTo>
                    <a:pt x="0" y="1"/>
                  </a:moveTo>
                  <a:cubicBezTo>
                    <a:pt x="5107" y="2706"/>
                    <a:pt x="10760" y="4590"/>
                    <a:pt x="15958" y="6444"/>
                  </a:cubicBezTo>
                  <a:cubicBezTo>
                    <a:pt x="21764" y="8511"/>
                    <a:pt x="26931" y="11733"/>
                    <a:pt x="28390" y="17843"/>
                  </a:cubicBezTo>
                  <a:cubicBezTo>
                    <a:pt x="29788" y="23740"/>
                    <a:pt x="26900" y="30579"/>
                    <a:pt x="31672" y="35867"/>
                  </a:cubicBezTo>
                  <a:cubicBezTo>
                    <a:pt x="35107" y="39636"/>
                    <a:pt x="34925" y="48390"/>
                    <a:pt x="40001" y="49849"/>
                  </a:cubicBezTo>
                  <a:cubicBezTo>
                    <a:pt x="49302" y="52494"/>
                    <a:pt x="56415" y="40761"/>
                    <a:pt x="61886" y="35320"/>
                  </a:cubicBezTo>
                  <a:cubicBezTo>
                    <a:pt x="69211" y="28025"/>
                    <a:pt x="81278" y="37873"/>
                    <a:pt x="87327" y="41612"/>
                  </a:cubicBezTo>
                  <a:cubicBezTo>
                    <a:pt x="92585" y="44864"/>
                    <a:pt x="98421" y="48117"/>
                    <a:pt x="104926" y="48968"/>
                  </a:cubicBezTo>
                  <a:cubicBezTo>
                    <a:pt x="116385" y="50457"/>
                    <a:pt x="108239" y="65442"/>
                    <a:pt x="119759" y="67509"/>
                  </a:cubicBezTo>
                  <a:cubicBezTo>
                    <a:pt x="126659" y="68725"/>
                    <a:pt x="137298" y="62980"/>
                    <a:pt x="143559" y="65716"/>
                  </a:cubicBezTo>
                  <a:cubicBezTo>
                    <a:pt x="147936" y="67631"/>
                    <a:pt x="153407" y="72099"/>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22"/>
            <p:cNvSpPr/>
            <p:nvPr/>
          </p:nvSpPr>
          <p:spPr>
            <a:xfrm>
              <a:off x="2975000" y="442550"/>
              <a:ext cx="3962850" cy="1800200"/>
            </a:xfrm>
            <a:custGeom>
              <a:rect b="b" l="l" r="r" t="t"/>
              <a:pathLst>
                <a:path extrusionOk="0" fill="none" h="72008" w="158514">
                  <a:moveTo>
                    <a:pt x="0" y="1"/>
                  </a:moveTo>
                  <a:cubicBezTo>
                    <a:pt x="5167" y="2645"/>
                    <a:pt x="10821" y="4499"/>
                    <a:pt x="16140" y="6201"/>
                  </a:cubicBezTo>
                  <a:cubicBezTo>
                    <a:pt x="21976" y="8055"/>
                    <a:pt x="27630" y="11065"/>
                    <a:pt x="29484" y="16657"/>
                  </a:cubicBezTo>
                  <a:cubicBezTo>
                    <a:pt x="31308" y="22159"/>
                    <a:pt x="26748" y="29940"/>
                    <a:pt x="31521" y="35442"/>
                  </a:cubicBezTo>
                  <a:cubicBezTo>
                    <a:pt x="34621" y="38998"/>
                    <a:pt x="36414" y="48147"/>
                    <a:pt x="40913" y="49211"/>
                  </a:cubicBezTo>
                  <a:cubicBezTo>
                    <a:pt x="50244" y="51430"/>
                    <a:pt x="56749" y="38846"/>
                    <a:pt x="63041" y="34044"/>
                  </a:cubicBezTo>
                  <a:cubicBezTo>
                    <a:pt x="70731" y="28147"/>
                    <a:pt x="82190" y="36992"/>
                    <a:pt x="88391" y="40943"/>
                  </a:cubicBezTo>
                  <a:cubicBezTo>
                    <a:pt x="93862" y="44409"/>
                    <a:pt x="98695" y="48147"/>
                    <a:pt x="105352" y="48907"/>
                  </a:cubicBezTo>
                  <a:cubicBezTo>
                    <a:pt x="117024" y="50184"/>
                    <a:pt x="108786" y="64834"/>
                    <a:pt x="120276" y="66780"/>
                  </a:cubicBezTo>
                  <a:cubicBezTo>
                    <a:pt x="126993" y="67904"/>
                    <a:pt x="137784" y="62585"/>
                    <a:pt x="143863" y="65533"/>
                  </a:cubicBezTo>
                  <a:cubicBezTo>
                    <a:pt x="148149" y="67570"/>
                    <a:pt x="153468" y="72008"/>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22"/>
            <p:cNvSpPr/>
            <p:nvPr/>
          </p:nvSpPr>
          <p:spPr>
            <a:xfrm>
              <a:off x="2975000" y="442550"/>
              <a:ext cx="3963625" cy="1798675"/>
            </a:xfrm>
            <a:custGeom>
              <a:rect b="b" l="l" r="r" t="t"/>
              <a:pathLst>
                <a:path extrusionOk="0" fill="none" h="71947" w="158545">
                  <a:moveTo>
                    <a:pt x="0" y="1"/>
                  </a:moveTo>
                  <a:cubicBezTo>
                    <a:pt x="5198" y="2615"/>
                    <a:pt x="10912" y="4408"/>
                    <a:pt x="16323" y="5958"/>
                  </a:cubicBezTo>
                  <a:cubicBezTo>
                    <a:pt x="22067" y="7630"/>
                    <a:pt x="28147" y="10365"/>
                    <a:pt x="30578" y="15472"/>
                  </a:cubicBezTo>
                  <a:cubicBezTo>
                    <a:pt x="33192" y="20974"/>
                    <a:pt x="26931" y="29059"/>
                    <a:pt x="31369" y="35047"/>
                  </a:cubicBezTo>
                  <a:cubicBezTo>
                    <a:pt x="33831" y="38390"/>
                    <a:pt x="37904" y="47904"/>
                    <a:pt x="41825" y="48542"/>
                  </a:cubicBezTo>
                  <a:cubicBezTo>
                    <a:pt x="50883" y="50062"/>
                    <a:pt x="57296" y="36931"/>
                    <a:pt x="64257" y="33010"/>
                  </a:cubicBezTo>
                  <a:cubicBezTo>
                    <a:pt x="72160" y="28512"/>
                    <a:pt x="83102" y="35928"/>
                    <a:pt x="89424" y="40153"/>
                  </a:cubicBezTo>
                  <a:cubicBezTo>
                    <a:pt x="94804" y="43740"/>
                    <a:pt x="98877" y="48208"/>
                    <a:pt x="105747" y="48846"/>
                  </a:cubicBezTo>
                  <a:cubicBezTo>
                    <a:pt x="117601" y="49971"/>
                    <a:pt x="109425" y="64257"/>
                    <a:pt x="120793" y="66081"/>
                  </a:cubicBezTo>
                  <a:cubicBezTo>
                    <a:pt x="127419" y="67144"/>
                    <a:pt x="138270" y="62281"/>
                    <a:pt x="144167" y="65351"/>
                  </a:cubicBezTo>
                  <a:cubicBezTo>
                    <a:pt x="148362" y="67540"/>
                    <a:pt x="153529" y="71947"/>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22"/>
            <p:cNvSpPr/>
            <p:nvPr/>
          </p:nvSpPr>
          <p:spPr>
            <a:xfrm>
              <a:off x="2975000" y="442550"/>
              <a:ext cx="3962850" cy="1795650"/>
            </a:xfrm>
            <a:custGeom>
              <a:rect b="b" l="l" r="r" t="t"/>
              <a:pathLst>
                <a:path extrusionOk="0" fill="none" h="71826" w="158514">
                  <a:moveTo>
                    <a:pt x="0" y="1"/>
                  </a:moveTo>
                  <a:cubicBezTo>
                    <a:pt x="5259" y="2584"/>
                    <a:pt x="10973" y="4317"/>
                    <a:pt x="16475" y="5745"/>
                  </a:cubicBezTo>
                  <a:cubicBezTo>
                    <a:pt x="22250" y="7235"/>
                    <a:pt x="28542" y="9788"/>
                    <a:pt x="31581" y="14195"/>
                  </a:cubicBezTo>
                  <a:cubicBezTo>
                    <a:pt x="35168" y="19332"/>
                    <a:pt x="27326" y="28238"/>
                    <a:pt x="31247" y="34560"/>
                  </a:cubicBezTo>
                  <a:cubicBezTo>
                    <a:pt x="33253" y="37782"/>
                    <a:pt x="39150" y="47418"/>
                    <a:pt x="42737" y="47722"/>
                  </a:cubicBezTo>
                  <a:cubicBezTo>
                    <a:pt x="51612" y="48482"/>
                    <a:pt x="57752" y="35229"/>
                    <a:pt x="65412" y="32129"/>
                  </a:cubicBezTo>
                  <a:cubicBezTo>
                    <a:pt x="73588" y="28816"/>
                    <a:pt x="84044" y="34804"/>
                    <a:pt x="90275" y="39302"/>
                  </a:cubicBezTo>
                  <a:cubicBezTo>
                    <a:pt x="95351" y="42980"/>
                    <a:pt x="98938" y="48269"/>
                    <a:pt x="106081" y="48816"/>
                  </a:cubicBezTo>
                  <a:cubicBezTo>
                    <a:pt x="111704" y="49241"/>
                    <a:pt x="112981" y="50670"/>
                    <a:pt x="114136" y="56111"/>
                  </a:cubicBezTo>
                  <a:cubicBezTo>
                    <a:pt x="115139" y="60792"/>
                    <a:pt x="115321" y="64470"/>
                    <a:pt x="121279" y="65381"/>
                  </a:cubicBezTo>
                  <a:cubicBezTo>
                    <a:pt x="127784" y="66385"/>
                    <a:pt x="138696" y="61947"/>
                    <a:pt x="144410" y="65169"/>
                  </a:cubicBezTo>
                  <a:cubicBezTo>
                    <a:pt x="148483" y="67448"/>
                    <a:pt x="153529" y="7182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22"/>
            <p:cNvSpPr/>
            <p:nvPr/>
          </p:nvSpPr>
          <p:spPr>
            <a:xfrm>
              <a:off x="2975000" y="442550"/>
              <a:ext cx="3962850" cy="1794125"/>
            </a:xfrm>
            <a:custGeom>
              <a:rect b="b" l="l" r="r" t="t"/>
              <a:pathLst>
                <a:path extrusionOk="0" fill="none" h="71765" w="158514">
                  <a:moveTo>
                    <a:pt x="0" y="1"/>
                  </a:moveTo>
                  <a:cubicBezTo>
                    <a:pt x="5319" y="2554"/>
                    <a:pt x="11064" y="4226"/>
                    <a:pt x="16627" y="5502"/>
                  </a:cubicBezTo>
                  <a:cubicBezTo>
                    <a:pt x="22523" y="6840"/>
                    <a:pt x="28663" y="9302"/>
                    <a:pt x="32554" y="12919"/>
                  </a:cubicBezTo>
                  <a:cubicBezTo>
                    <a:pt x="36931" y="17022"/>
                    <a:pt x="28906" y="28268"/>
                    <a:pt x="31247" y="33983"/>
                  </a:cubicBezTo>
                  <a:cubicBezTo>
                    <a:pt x="32615" y="37326"/>
                    <a:pt x="40031" y="46658"/>
                    <a:pt x="43679" y="46719"/>
                  </a:cubicBezTo>
                  <a:cubicBezTo>
                    <a:pt x="52433" y="46810"/>
                    <a:pt x="58117" y="33861"/>
                    <a:pt x="66628" y="31430"/>
                  </a:cubicBezTo>
                  <a:cubicBezTo>
                    <a:pt x="75108" y="28998"/>
                    <a:pt x="85078" y="33709"/>
                    <a:pt x="91066" y="38451"/>
                  </a:cubicBezTo>
                  <a:cubicBezTo>
                    <a:pt x="95899" y="42250"/>
                    <a:pt x="98847" y="48482"/>
                    <a:pt x="106446" y="48785"/>
                  </a:cubicBezTo>
                  <a:cubicBezTo>
                    <a:pt x="119030" y="49272"/>
                    <a:pt x="110853" y="62950"/>
                    <a:pt x="121826" y="64743"/>
                  </a:cubicBezTo>
                  <a:cubicBezTo>
                    <a:pt x="128088" y="65746"/>
                    <a:pt x="139121" y="61612"/>
                    <a:pt x="144684" y="64986"/>
                  </a:cubicBezTo>
                  <a:cubicBezTo>
                    <a:pt x="148666" y="67388"/>
                    <a:pt x="153559" y="7176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22"/>
            <p:cNvSpPr/>
            <p:nvPr/>
          </p:nvSpPr>
          <p:spPr>
            <a:xfrm>
              <a:off x="2975000" y="442550"/>
              <a:ext cx="3962850" cy="1791075"/>
            </a:xfrm>
            <a:custGeom>
              <a:rect b="b" l="l" r="r" t="t"/>
              <a:pathLst>
                <a:path extrusionOk="0" fill="none" h="71643" w="158514">
                  <a:moveTo>
                    <a:pt x="0" y="1"/>
                  </a:moveTo>
                  <a:cubicBezTo>
                    <a:pt x="5319" y="2523"/>
                    <a:pt x="11155" y="4134"/>
                    <a:pt x="16779" y="5259"/>
                  </a:cubicBezTo>
                  <a:cubicBezTo>
                    <a:pt x="22736" y="6475"/>
                    <a:pt x="29302" y="9058"/>
                    <a:pt x="33405" y="11672"/>
                  </a:cubicBezTo>
                  <a:cubicBezTo>
                    <a:pt x="37660" y="14378"/>
                    <a:pt x="30821" y="28968"/>
                    <a:pt x="31399" y="33314"/>
                  </a:cubicBezTo>
                  <a:cubicBezTo>
                    <a:pt x="31885" y="36931"/>
                    <a:pt x="40578" y="45624"/>
                    <a:pt x="44651" y="45472"/>
                  </a:cubicBezTo>
                  <a:cubicBezTo>
                    <a:pt x="53101" y="45168"/>
                    <a:pt x="58421" y="32828"/>
                    <a:pt x="67874" y="30852"/>
                  </a:cubicBezTo>
                  <a:cubicBezTo>
                    <a:pt x="76658" y="29028"/>
                    <a:pt x="86233" y="32706"/>
                    <a:pt x="91856" y="37509"/>
                  </a:cubicBezTo>
                  <a:cubicBezTo>
                    <a:pt x="96476" y="41491"/>
                    <a:pt x="98908" y="48542"/>
                    <a:pt x="106780" y="48755"/>
                  </a:cubicBezTo>
                  <a:cubicBezTo>
                    <a:pt x="112647" y="48907"/>
                    <a:pt x="114045" y="50184"/>
                    <a:pt x="115565" y="55503"/>
                  </a:cubicBezTo>
                  <a:cubicBezTo>
                    <a:pt x="116841" y="60062"/>
                    <a:pt x="116628" y="63132"/>
                    <a:pt x="122404" y="64044"/>
                  </a:cubicBezTo>
                  <a:cubicBezTo>
                    <a:pt x="128544" y="65047"/>
                    <a:pt x="139486" y="61278"/>
                    <a:pt x="144957" y="64804"/>
                  </a:cubicBezTo>
                  <a:cubicBezTo>
                    <a:pt x="148818" y="67296"/>
                    <a:pt x="153559" y="71643"/>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22"/>
            <p:cNvSpPr/>
            <p:nvPr/>
          </p:nvSpPr>
          <p:spPr>
            <a:xfrm>
              <a:off x="2975000" y="442550"/>
              <a:ext cx="3962100" cy="1789575"/>
            </a:xfrm>
            <a:custGeom>
              <a:rect b="b" l="l" r="r" t="t"/>
              <a:pathLst>
                <a:path extrusionOk="0" fill="none" h="71583" w="158484">
                  <a:moveTo>
                    <a:pt x="0" y="1"/>
                  </a:moveTo>
                  <a:cubicBezTo>
                    <a:pt x="5380" y="2463"/>
                    <a:pt x="11216" y="4043"/>
                    <a:pt x="16900" y="5016"/>
                  </a:cubicBezTo>
                  <a:cubicBezTo>
                    <a:pt x="22797" y="6049"/>
                    <a:pt x="29058" y="8724"/>
                    <a:pt x="34135" y="10457"/>
                  </a:cubicBezTo>
                  <a:cubicBezTo>
                    <a:pt x="39667" y="12372"/>
                    <a:pt x="32037" y="28846"/>
                    <a:pt x="31855" y="32463"/>
                  </a:cubicBezTo>
                  <a:cubicBezTo>
                    <a:pt x="31672" y="36597"/>
                    <a:pt x="40852" y="44712"/>
                    <a:pt x="45503" y="44074"/>
                  </a:cubicBezTo>
                  <a:cubicBezTo>
                    <a:pt x="54165" y="42889"/>
                    <a:pt x="59606" y="32038"/>
                    <a:pt x="69090" y="30335"/>
                  </a:cubicBezTo>
                  <a:cubicBezTo>
                    <a:pt x="77479" y="28846"/>
                    <a:pt x="87388" y="31703"/>
                    <a:pt x="92646" y="36566"/>
                  </a:cubicBezTo>
                  <a:cubicBezTo>
                    <a:pt x="97084" y="40670"/>
                    <a:pt x="98908" y="48634"/>
                    <a:pt x="107084" y="48725"/>
                  </a:cubicBezTo>
                  <a:cubicBezTo>
                    <a:pt x="112890" y="48816"/>
                    <a:pt x="114501" y="49910"/>
                    <a:pt x="116203" y="55229"/>
                  </a:cubicBezTo>
                  <a:cubicBezTo>
                    <a:pt x="117571" y="59606"/>
                    <a:pt x="117297" y="62555"/>
                    <a:pt x="122951" y="63436"/>
                  </a:cubicBezTo>
                  <a:cubicBezTo>
                    <a:pt x="129030" y="64378"/>
                    <a:pt x="139851" y="60944"/>
                    <a:pt x="145200" y="64622"/>
                  </a:cubicBezTo>
                  <a:cubicBezTo>
                    <a:pt x="148939" y="67205"/>
                    <a:pt x="153590" y="7158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22"/>
            <p:cNvSpPr/>
            <p:nvPr/>
          </p:nvSpPr>
          <p:spPr>
            <a:xfrm>
              <a:off x="2975000" y="442550"/>
              <a:ext cx="3962850" cy="1785000"/>
            </a:xfrm>
            <a:custGeom>
              <a:rect b="b" l="l" r="r" t="t"/>
              <a:pathLst>
                <a:path extrusionOk="0" fill="none" h="71400" w="158514">
                  <a:moveTo>
                    <a:pt x="0" y="1"/>
                  </a:moveTo>
                  <a:cubicBezTo>
                    <a:pt x="5411" y="2432"/>
                    <a:pt x="11307" y="3952"/>
                    <a:pt x="17052" y="4803"/>
                  </a:cubicBezTo>
                  <a:cubicBezTo>
                    <a:pt x="22949" y="5685"/>
                    <a:pt x="29028" y="8967"/>
                    <a:pt x="34682" y="9362"/>
                  </a:cubicBezTo>
                  <a:cubicBezTo>
                    <a:pt x="42007" y="9849"/>
                    <a:pt x="33557" y="28360"/>
                    <a:pt x="32858" y="31065"/>
                  </a:cubicBezTo>
                  <a:cubicBezTo>
                    <a:pt x="31308" y="36931"/>
                    <a:pt x="41095" y="43801"/>
                    <a:pt x="46141" y="42676"/>
                  </a:cubicBezTo>
                  <a:cubicBezTo>
                    <a:pt x="54925" y="40761"/>
                    <a:pt x="60731" y="31703"/>
                    <a:pt x="70245" y="29819"/>
                  </a:cubicBezTo>
                  <a:cubicBezTo>
                    <a:pt x="78451" y="28177"/>
                    <a:pt x="88573" y="30731"/>
                    <a:pt x="93497" y="35563"/>
                  </a:cubicBezTo>
                  <a:cubicBezTo>
                    <a:pt x="97753" y="39728"/>
                    <a:pt x="98969" y="48725"/>
                    <a:pt x="107419" y="48755"/>
                  </a:cubicBezTo>
                  <a:cubicBezTo>
                    <a:pt x="113163" y="48755"/>
                    <a:pt x="115018" y="49667"/>
                    <a:pt x="116872" y="54956"/>
                  </a:cubicBezTo>
                  <a:cubicBezTo>
                    <a:pt x="118331" y="59181"/>
                    <a:pt x="118027" y="61977"/>
                    <a:pt x="123559" y="62798"/>
                  </a:cubicBezTo>
                  <a:cubicBezTo>
                    <a:pt x="129638" y="63710"/>
                    <a:pt x="140459" y="60579"/>
                    <a:pt x="145504" y="64470"/>
                  </a:cubicBezTo>
                  <a:cubicBezTo>
                    <a:pt x="148939" y="67144"/>
                    <a:pt x="153802" y="7140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22"/>
            <p:cNvSpPr/>
            <p:nvPr/>
          </p:nvSpPr>
          <p:spPr>
            <a:xfrm>
              <a:off x="2975000" y="442550"/>
              <a:ext cx="3962100" cy="1781975"/>
            </a:xfrm>
            <a:custGeom>
              <a:rect b="b" l="l" r="r" t="t"/>
              <a:pathLst>
                <a:path extrusionOk="0" fill="none" h="71279" w="158484">
                  <a:moveTo>
                    <a:pt x="0" y="1"/>
                  </a:moveTo>
                  <a:cubicBezTo>
                    <a:pt x="5471" y="2402"/>
                    <a:pt x="11247" y="3922"/>
                    <a:pt x="17174" y="4560"/>
                  </a:cubicBezTo>
                  <a:cubicBezTo>
                    <a:pt x="23253" y="5198"/>
                    <a:pt x="29514" y="8420"/>
                    <a:pt x="35107" y="8177"/>
                  </a:cubicBezTo>
                  <a:cubicBezTo>
                    <a:pt x="44044" y="7782"/>
                    <a:pt x="35290" y="26718"/>
                    <a:pt x="34256" y="29089"/>
                  </a:cubicBezTo>
                  <a:cubicBezTo>
                    <a:pt x="31369" y="35959"/>
                    <a:pt x="40578" y="42980"/>
                    <a:pt x="46658" y="41247"/>
                  </a:cubicBezTo>
                  <a:cubicBezTo>
                    <a:pt x="55533" y="38785"/>
                    <a:pt x="61947" y="31490"/>
                    <a:pt x="71369" y="29180"/>
                  </a:cubicBezTo>
                  <a:cubicBezTo>
                    <a:pt x="79424" y="27174"/>
                    <a:pt x="89819" y="29697"/>
                    <a:pt x="94470" y="34439"/>
                  </a:cubicBezTo>
                  <a:cubicBezTo>
                    <a:pt x="98482" y="38573"/>
                    <a:pt x="99090" y="48785"/>
                    <a:pt x="107753" y="48694"/>
                  </a:cubicBezTo>
                  <a:cubicBezTo>
                    <a:pt x="113407" y="48634"/>
                    <a:pt x="115504" y="49424"/>
                    <a:pt x="117510" y="54652"/>
                  </a:cubicBezTo>
                  <a:cubicBezTo>
                    <a:pt x="119060" y="58694"/>
                    <a:pt x="118665" y="61400"/>
                    <a:pt x="124167" y="62160"/>
                  </a:cubicBezTo>
                  <a:cubicBezTo>
                    <a:pt x="130246" y="62980"/>
                    <a:pt x="140793" y="60245"/>
                    <a:pt x="145717" y="64257"/>
                  </a:cubicBezTo>
                  <a:cubicBezTo>
                    <a:pt x="149061" y="66962"/>
                    <a:pt x="153802" y="71278"/>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22"/>
            <p:cNvSpPr/>
            <p:nvPr/>
          </p:nvSpPr>
          <p:spPr>
            <a:xfrm>
              <a:off x="2975000" y="442550"/>
              <a:ext cx="3962850" cy="1781200"/>
            </a:xfrm>
            <a:custGeom>
              <a:rect b="b" l="l" r="r" t="t"/>
              <a:pathLst>
                <a:path extrusionOk="0" fill="none" h="71248" w="158514">
                  <a:moveTo>
                    <a:pt x="0" y="1"/>
                  </a:moveTo>
                  <a:cubicBezTo>
                    <a:pt x="5502" y="2371"/>
                    <a:pt x="11338" y="3830"/>
                    <a:pt x="17326" y="4347"/>
                  </a:cubicBezTo>
                  <a:cubicBezTo>
                    <a:pt x="23405" y="4833"/>
                    <a:pt x="29484" y="7478"/>
                    <a:pt x="35381" y="7083"/>
                  </a:cubicBezTo>
                  <a:cubicBezTo>
                    <a:pt x="46171" y="6384"/>
                    <a:pt x="37660" y="22007"/>
                    <a:pt x="36080" y="26718"/>
                  </a:cubicBezTo>
                  <a:cubicBezTo>
                    <a:pt x="34560" y="31247"/>
                    <a:pt x="33192" y="34591"/>
                    <a:pt x="37387" y="37934"/>
                  </a:cubicBezTo>
                  <a:cubicBezTo>
                    <a:pt x="40062" y="40032"/>
                    <a:pt x="43983" y="40913"/>
                    <a:pt x="47144" y="39940"/>
                  </a:cubicBezTo>
                  <a:cubicBezTo>
                    <a:pt x="52007" y="38421"/>
                    <a:pt x="55959" y="34864"/>
                    <a:pt x="60548" y="32524"/>
                  </a:cubicBezTo>
                  <a:cubicBezTo>
                    <a:pt x="64409" y="30579"/>
                    <a:pt x="68360" y="29758"/>
                    <a:pt x="72403" y="28512"/>
                  </a:cubicBezTo>
                  <a:cubicBezTo>
                    <a:pt x="80275" y="26080"/>
                    <a:pt x="91187" y="28724"/>
                    <a:pt x="95503" y="33314"/>
                  </a:cubicBezTo>
                  <a:cubicBezTo>
                    <a:pt x="99303" y="37296"/>
                    <a:pt x="99212" y="48877"/>
                    <a:pt x="108118" y="48694"/>
                  </a:cubicBezTo>
                  <a:cubicBezTo>
                    <a:pt x="113589" y="48573"/>
                    <a:pt x="115990" y="49302"/>
                    <a:pt x="118148" y="54409"/>
                  </a:cubicBezTo>
                  <a:cubicBezTo>
                    <a:pt x="119820" y="58299"/>
                    <a:pt x="119364" y="60974"/>
                    <a:pt x="124805" y="61612"/>
                  </a:cubicBezTo>
                  <a:cubicBezTo>
                    <a:pt x="130519" y="62281"/>
                    <a:pt x="141249" y="59819"/>
                    <a:pt x="145991" y="64135"/>
                  </a:cubicBezTo>
                  <a:cubicBezTo>
                    <a:pt x="149213" y="67023"/>
                    <a:pt x="153863" y="71248"/>
                    <a:pt x="158514" y="68695"/>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22"/>
            <p:cNvSpPr/>
            <p:nvPr/>
          </p:nvSpPr>
          <p:spPr>
            <a:xfrm>
              <a:off x="2975000" y="442550"/>
              <a:ext cx="3962100" cy="1777400"/>
            </a:xfrm>
            <a:custGeom>
              <a:rect b="b" l="l" r="r" t="t"/>
              <a:pathLst>
                <a:path extrusionOk="0" fill="none" h="71096" w="158484">
                  <a:moveTo>
                    <a:pt x="0" y="1"/>
                  </a:moveTo>
                  <a:cubicBezTo>
                    <a:pt x="5532" y="2341"/>
                    <a:pt x="11429" y="3739"/>
                    <a:pt x="17447" y="4104"/>
                  </a:cubicBezTo>
                  <a:cubicBezTo>
                    <a:pt x="23496" y="4469"/>
                    <a:pt x="29484" y="6596"/>
                    <a:pt x="35533" y="6049"/>
                  </a:cubicBezTo>
                  <a:cubicBezTo>
                    <a:pt x="47357" y="4955"/>
                    <a:pt x="40822" y="16809"/>
                    <a:pt x="38208" y="23983"/>
                  </a:cubicBezTo>
                  <a:cubicBezTo>
                    <a:pt x="36657" y="28329"/>
                    <a:pt x="33557" y="33253"/>
                    <a:pt x="37691" y="36962"/>
                  </a:cubicBezTo>
                  <a:cubicBezTo>
                    <a:pt x="40244" y="39272"/>
                    <a:pt x="44591" y="39636"/>
                    <a:pt x="47661" y="38603"/>
                  </a:cubicBezTo>
                  <a:cubicBezTo>
                    <a:pt x="52646" y="36931"/>
                    <a:pt x="56901" y="33557"/>
                    <a:pt x="61764" y="31460"/>
                  </a:cubicBezTo>
                  <a:cubicBezTo>
                    <a:pt x="65533" y="29819"/>
                    <a:pt x="69576" y="29150"/>
                    <a:pt x="73375" y="27721"/>
                  </a:cubicBezTo>
                  <a:cubicBezTo>
                    <a:pt x="80974" y="24864"/>
                    <a:pt x="92464" y="27721"/>
                    <a:pt x="96659" y="32068"/>
                  </a:cubicBezTo>
                  <a:cubicBezTo>
                    <a:pt x="100884" y="36445"/>
                    <a:pt x="98634" y="48512"/>
                    <a:pt x="108452" y="48664"/>
                  </a:cubicBezTo>
                  <a:cubicBezTo>
                    <a:pt x="114014" y="48755"/>
                    <a:pt x="116416" y="49150"/>
                    <a:pt x="118756" y="54105"/>
                  </a:cubicBezTo>
                  <a:cubicBezTo>
                    <a:pt x="120550" y="57874"/>
                    <a:pt x="120002" y="60488"/>
                    <a:pt x="125413" y="61035"/>
                  </a:cubicBezTo>
                  <a:cubicBezTo>
                    <a:pt x="131158" y="61643"/>
                    <a:pt x="141553" y="59454"/>
                    <a:pt x="146234" y="63922"/>
                  </a:cubicBezTo>
                  <a:cubicBezTo>
                    <a:pt x="149334" y="66871"/>
                    <a:pt x="153894" y="71096"/>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22"/>
            <p:cNvSpPr/>
            <p:nvPr/>
          </p:nvSpPr>
          <p:spPr>
            <a:xfrm>
              <a:off x="2975000" y="442550"/>
              <a:ext cx="3962850" cy="1775125"/>
            </a:xfrm>
            <a:custGeom>
              <a:rect b="b" l="l" r="r" t="t"/>
              <a:pathLst>
                <a:path extrusionOk="0" fill="none" h="71005" w="158514">
                  <a:moveTo>
                    <a:pt x="0" y="1"/>
                  </a:moveTo>
                  <a:cubicBezTo>
                    <a:pt x="5593" y="2311"/>
                    <a:pt x="11520" y="3648"/>
                    <a:pt x="17569" y="3861"/>
                  </a:cubicBezTo>
                  <a:cubicBezTo>
                    <a:pt x="23587" y="4074"/>
                    <a:pt x="29636" y="5837"/>
                    <a:pt x="35594" y="5046"/>
                  </a:cubicBezTo>
                  <a:cubicBezTo>
                    <a:pt x="47569" y="3466"/>
                    <a:pt x="43800" y="12280"/>
                    <a:pt x="40578" y="20974"/>
                  </a:cubicBezTo>
                  <a:cubicBezTo>
                    <a:pt x="39059" y="25107"/>
                    <a:pt x="34773" y="31916"/>
                    <a:pt x="38268" y="35867"/>
                  </a:cubicBezTo>
                  <a:cubicBezTo>
                    <a:pt x="40548" y="38451"/>
                    <a:pt x="45381" y="38208"/>
                    <a:pt x="48238" y="37296"/>
                  </a:cubicBezTo>
                  <a:cubicBezTo>
                    <a:pt x="53405" y="35624"/>
                    <a:pt x="57965" y="32281"/>
                    <a:pt x="63102" y="30366"/>
                  </a:cubicBezTo>
                  <a:cubicBezTo>
                    <a:pt x="66780" y="28968"/>
                    <a:pt x="70701" y="28420"/>
                    <a:pt x="74257" y="26840"/>
                  </a:cubicBezTo>
                  <a:cubicBezTo>
                    <a:pt x="81552" y="23588"/>
                    <a:pt x="94075" y="26779"/>
                    <a:pt x="97935" y="30791"/>
                  </a:cubicBezTo>
                  <a:cubicBezTo>
                    <a:pt x="101887" y="34895"/>
                    <a:pt x="98938" y="48542"/>
                    <a:pt x="108817" y="48664"/>
                  </a:cubicBezTo>
                  <a:cubicBezTo>
                    <a:pt x="114227" y="48694"/>
                    <a:pt x="116872" y="49029"/>
                    <a:pt x="119364" y="53801"/>
                  </a:cubicBezTo>
                  <a:cubicBezTo>
                    <a:pt x="121249" y="57448"/>
                    <a:pt x="120702" y="60032"/>
                    <a:pt x="126021" y="60518"/>
                  </a:cubicBezTo>
                  <a:cubicBezTo>
                    <a:pt x="131826" y="61035"/>
                    <a:pt x="141857" y="59120"/>
                    <a:pt x="146507" y="63771"/>
                  </a:cubicBezTo>
                  <a:cubicBezTo>
                    <a:pt x="149456" y="66719"/>
                    <a:pt x="153924" y="7100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22"/>
            <p:cNvSpPr/>
            <p:nvPr/>
          </p:nvSpPr>
          <p:spPr>
            <a:xfrm>
              <a:off x="2975000" y="442550"/>
              <a:ext cx="3962850" cy="1772850"/>
            </a:xfrm>
            <a:custGeom>
              <a:rect b="b" l="l" r="r" t="t"/>
              <a:pathLst>
                <a:path extrusionOk="0" fill="none" h="70914" w="158514">
                  <a:moveTo>
                    <a:pt x="0" y="1"/>
                  </a:moveTo>
                  <a:cubicBezTo>
                    <a:pt x="5623" y="2280"/>
                    <a:pt x="11611" y="3526"/>
                    <a:pt x="17690" y="3648"/>
                  </a:cubicBezTo>
                  <a:cubicBezTo>
                    <a:pt x="23648" y="3709"/>
                    <a:pt x="29636" y="5016"/>
                    <a:pt x="35563" y="4104"/>
                  </a:cubicBezTo>
                  <a:cubicBezTo>
                    <a:pt x="47022" y="2371"/>
                    <a:pt x="46627" y="7843"/>
                    <a:pt x="43101" y="17812"/>
                  </a:cubicBezTo>
                  <a:cubicBezTo>
                    <a:pt x="41733" y="21612"/>
                    <a:pt x="36232" y="30670"/>
                    <a:pt x="39028" y="34621"/>
                  </a:cubicBezTo>
                  <a:cubicBezTo>
                    <a:pt x="41004" y="37387"/>
                    <a:pt x="46293" y="36901"/>
                    <a:pt x="48968" y="35989"/>
                  </a:cubicBezTo>
                  <a:cubicBezTo>
                    <a:pt x="57235" y="33071"/>
                    <a:pt x="67235" y="29667"/>
                    <a:pt x="75108" y="25867"/>
                  </a:cubicBezTo>
                  <a:cubicBezTo>
                    <a:pt x="82008" y="22524"/>
                    <a:pt x="95655" y="25746"/>
                    <a:pt x="99303" y="29484"/>
                  </a:cubicBezTo>
                  <a:cubicBezTo>
                    <a:pt x="103042" y="33284"/>
                    <a:pt x="99546" y="48573"/>
                    <a:pt x="109242" y="48573"/>
                  </a:cubicBezTo>
                  <a:cubicBezTo>
                    <a:pt x="114379" y="48573"/>
                    <a:pt x="117328" y="48968"/>
                    <a:pt x="119942" y="53527"/>
                  </a:cubicBezTo>
                  <a:cubicBezTo>
                    <a:pt x="121948" y="57023"/>
                    <a:pt x="121340" y="59606"/>
                    <a:pt x="126629" y="60032"/>
                  </a:cubicBezTo>
                  <a:cubicBezTo>
                    <a:pt x="132495" y="60488"/>
                    <a:pt x="142130" y="58725"/>
                    <a:pt x="146751" y="63558"/>
                  </a:cubicBezTo>
                  <a:cubicBezTo>
                    <a:pt x="149608" y="66567"/>
                    <a:pt x="153985" y="70913"/>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22"/>
            <p:cNvSpPr/>
            <p:nvPr/>
          </p:nvSpPr>
          <p:spPr>
            <a:xfrm>
              <a:off x="2975000" y="442550"/>
              <a:ext cx="3962100" cy="1769800"/>
            </a:xfrm>
            <a:custGeom>
              <a:rect b="b" l="l" r="r" t="t"/>
              <a:pathLst>
                <a:path extrusionOk="0" fill="none" h="70792" w="158484">
                  <a:moveTo>
                    <a:pt x="0" y="1"/>
                  </a:moveTo>
                  <a:cubicBezTo>
                    <a:pt x="5654" y="2280"/>
                    <a:pt x="11703" y="3435"/>
                    <a:pt x="17812" y="3405"/>
                  </a:cubicBezTo>
                  <a:cubicBezTo>
                    <a:pt x="23709" y="3344"/>
                    <a:pt x="29606" y="4165"/>
                    <a:pt x="35502" y="3192"/>
                  </a:cubicBezTo>
                  <a:cubicBezTo>
                    <a:pt x="37660" y="2858"/>
                    <a:pt x="42463" y="1976"/>
                    <a:pt x="44621" y="2949"/>
                  </a:cubicBezTo>
                  <a:cubicBezTo>
                    <a:pt x="49545" y="5168"/>
                    <a:pt x="46840" y="10913"/>
                    <a:pt x="45624" y="14742"/>
                  </a:cubicBezTo>
                  <a:cubicBezTo>
                    <a:pt x="43557" y="21369"/>
                    <a:pt x="34135" y="40001"/>
                    <a:pt x="49819" y="34652"/>
                  </a:cubicBezTo>
                  <a:cubicBezTo>
                    <a:pt x="58299" y="31734"/>
                    <a:pt x="67935" y="28177"/>
                    <a:pt x="76050" y="24864"/>
                  </a:cubicBezTo>
                  <a:cubicBezTo>
                    <a:pt x="83072" y="21977"/>
                    <a:pt x="96051" y="24347"/>
                    <a:pt x="100762" y="28117"/>
                  </a:cubicBezTo>
                  <a:cubicBezTo>
                    <a:pt x="105716" y="32098"/>
                    <a:pt x="98908" y="48299"/>
                    <a:pt x="109698" y="48482"/>
                  </a:cubicBezTo>
                  <a:cubicBezTo>
                    <a:pt x="114653" y="48573"/>
                    <a:pt x="117753" y="48846"/>
                    <a:pt x="120458" y="53254"/>
                  </a:cubicBezTo>
                  <a:cubicBezTo>
                    <a:pt x="122586" y="56628"/>
                    <a:pt x="121948" y="59242"/>
                    <a:pt x="127176" y="59576"/>
                  </a:cubicBezTo>
                  <a:cubicBezTo>
                    <a:pt x="133133" y="60001"/>
                    <a:pt x="142404" y="58360"/>
                    <a:pt x="146963" y="63375"/>
                  </a:cubicBezTo>
                  <a:cubicBezTo>
                    <a:pt x="149699" y="66385"/>
                    <a:pt x="153985" y="70792"/>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22"/>
            <p:cNvSpPr/>
            <p:nvPr/>
          </p:nvSpPr>
          <p:spPr>
            <a:xfrm>
              <a:off x="2975000" y="442550"/>
              <a:ext cx="3963625" cy="1767525"/>
            </a:xfrm>
            <a:custGeom>
              <a:rect b="b" l="l" r="r" t="t"/>
              <a:pathLst>
                <a:path extrusionOk="0" fill="none" h="70701" w="158545">
                  <a:moveTo>
                    <a:pt x="0" y="1"/>
                  </a:moveTo>
                  <a:cubicBezTo>
                    <a:pt x="5715" y="2250"/>
                    <a:pt x="11794" y="3314"/>
                    <a:pt x="17934" y="3192"/>
                  </a:cubicBezTo>
                  <a:cubicBezTo>
                    <a:pt x="23770" y="2979"/>
                    <a:pt x="29575" y="3314"/>
                    <a:pt x="35411" y="2341"/>
                  </a:cubicBezTo>
                  <a:cubicBezTo>
                    <a:pt x="44439" y="791"/>
                    <a:pt x="50518" y="2371"/>
                    <a:pt x="48147" y="11916"/>
                  </a:cubicBezTo>
                  <a:cubicBezTo>
                    <a:pt x="46627" y="18086"/>
                    <a:pt x="34894" y="38725"/>
                    <a:pt x="50883" y="33253"/>
                  </a:cubicBezTo>
                  <a:cubicBezTo>
                    <a:pt x="59697" y="30244"/>
                    <a:pt x="68482" y="26688"/>
                    <a:pt x="77418" y="23922"/>
                  </a:cubicBezTo>
                  <a:cubicBezTo>
                    <a:pt x="84227" y="21794"/>
                    <a:pt x="97601" y="22585"/>
                    <a:pt x="102312" y="26779"/>
                  </a:cubicBezTo>
                  <a:cubicBezTo>
                    <a:pt x="107510" y="31399"/>
                    <a:pt x="99394" y="48056"/>
                    <a:pt x="110276" y="48330"/>
                  </a:cubicBezTo>
                  <a:cubicBezTo>
                    <a:pt x="115200" y="48451"/>
                    <a:pt x="117966" y="49181"/>
                    <a:pt x="120945" y="52889"/>
                  </a:cubicBezTo>
                  <a:cubicBezTo>
                    <a:pt x="123376" y="55928"/>
                    <a:pt x="122464" y="58877"/>
                    <a:pt x="127784" y="59150"/>
                  </a:cubicBezTo>
                  <a:cubicBezTo>
                    <a:pt x="133711" y="59454"/>
                    <a:pt x="142769" y="58026"/>
                    <a:pt x="147267" y="63223"/>
                  </a:cubicBezTo>
                  <a:cubicBezTo>
                    <a:pt x="149881" y="66202"/>
                    <a:pt x="154076" y="70701"/>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22"/>
            <p:cNvSpPr/>
            <p:nvPr/>
          </p:nvSpPr>
          <p:spPr>
            <a:xfrm>
              <a:off x="2975000" y="442550"/>
              <a:ext cx="3962850" cy="1765250"/>
            </a:xfrm>
            <a:custGeom>
              <a:rect b="b" l="l" r="r" t="t"/>
              <a:pathLst>
                <a:path extrusionOk="0" fill="none" h="70610" w="158514">
                  <a:moveTo>
                    <a:pt x="0" y="1"/>
                  </a:moveTo>
                  <a:cubicBezTo>
                    <a:pt x="5745" y="2219"/>
                    <a:pt x="11885" y="3223"/>
                    <a:pt x="18025" y="2949"/>
                  </a:cubicBezTo>
                  <a:cubicBezTo>
                    <a:pt x="23800" y="2645"/>
                    <a:pt x="29514" y="2493"/>
                    <a:pt x="35259" y="1490"/>
                  </a:cubicBezTo>
                  <a:cubicBezTo>
                    <a:pt x="38056" y="1004"/>
                    <a:pt x="42189" y="396"/>
                    <a:pt x="44986" y="1064"/>
                  </a:cubicBezTo>
                  <a:cubicBezTo>
                    <a:pt x="50183" y="2280"/>
                    <a:pt x="51065" y="4803"/>
                    <a:pt x="50487" y="9454"/>
                  </a:cubicBezTo>
                  <a:cubicBezTo>
                    <a:pt x="49728" y="14986"/>
                    <a:pt x="36627" y="36870"/>
                    <a:pt x="52068" y="31825"/>
                  </a:cubicBezTo>
                  <a:cubicBezTo>
                    <a:pt x="60944" y="28937"/>
                    <a:pt x="69910" y="25533"/>
                    <a:pt x="79029" y="23010"/>
                  </a:cubicBezTo>
                  <a:cubicBezTo>
                    <a:pt x="86111" y="21095"/>
                    <a:pt x="98969" y="21551"/>
                    <a:pt x="103893" y="25472"/>
                  </a:cubicBezTo>
                  <a:cubicBezTo>
                    <a:pt x="109212" y="29697"/>
                    <a:pt x="100093" y="47661"/>
                    <a:pt x="110823" y="48147"/>
                  </a:cubicBezTo>
                  <a:cubicBezTo>
                    <a:pt x="115595" y="48360"/>
                    <a:pt x="118422" y="49120"/>
                    <a:pt x="121431" y="52646"/>
                  </a:cubicBezTo>
                  <a:cubicBezTo>
                    <a:pt x="123923" y="55594"/>
                    <a:pt x="123103" y="58542"/>
                    <a:pt x="128300" y="58786"/>
                  </a:cubicBezTo>
                  <a:cubicBezTo>
                    <a:pt x="134288" y="59059"/>
                    <a:pt x="143042" y="57783"/>
                    <a:pt x="147480" y="63041"/>
                  </a:cubicBezTo>
                  <a:cubicBezTo>
                    <a:pt x="150003" y="65989"/>
                    <a:pt x="154076" y="7061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22"/>
            <p:cNvSpPr/>
            <p:nvPr/>
          </p:nvSpPr>
          <p:spPr>
            <a:xfrm>
              <a:off x="2975000" y="428125"/>
              <a:ext cx="3962850" cy="1777400"/>
            </a:xfrm>
            <a:custGeom>
              <a:rect b="b" l="l" r="r" t="t"/>
              <a:pathLst>
                <a:path extrusionOk="0" fill="none" h="71096" w="158514">
                  <a:moveTo>
                    <a:pt x="0" y="578"/>
                  </a:moveTo>
                  <a:cubicBezTo>
                    <a:pt x="5715" y="2705"/>
                    <a:pt x="12128" y="3769"/>
                    <a:pt x="18146" y="3313"/>
                  </a:cubicBezTo>
                  <a:cubicBezTo>
                    <a:pt x="23861" y="2888"/>
                    <a:pt x="29484" y="2219"/>
                    <a:pt x="35138" y="1246"/>
                  </a:cubicBezTo>
                  <a:cubicBezTo>
                    <a:pt x="42554" y="0"/>
                    <a:pt x="52281" y="1489"/>
                    <a:pt x="52585" y="7994"/>
                  </a:cubicBezTo>
                  <a:cubicBezTo>
                    <a:pt x="52767" y="12523"/>
                    <a:pt x="39211" y="35350"/>
                    <a:pt x="53436" y="30882"/>
                  </a:cubicBezTo>
                  <a:cubicBezTo>
                    <a:pt x="62372" y="28086"/>
                    <a:pt x="71673" y="25137"/>
                    <a:pt x="80914" y="22736"/>
                  </a:cubicBezTo>
                  <a:cubicBezTo>
                    <a:pt x="88604" y="20760"/>
                    <a:pt x="100032" y="21551"/>
                    <a:pt x="105443" y="24803"/>
                  </a:cubicBezTo>
                  <a:cubicBezTo>
                    <a:pt x="111674" y="28511"/>
                    <a:pt x="99941" y="47508"/>
                    <a:pt x="111431" y="48511"/>
                  </a:cubicBezTo>
                  <a:cubicBezTo>
                    <a:pt x="116081" y="48937"/>
                    <a:pt x="118847" y="49606"/>
                    <a:pt x="121887" y="52980"/>
                  </a:cubicBezTo>
                  <a:cubicBezTo>
                    <a:pt x="124440" y="55837"/>
                    <a:pt x="123741" y="58785"/>
                    <a:pt x="128787" y="58998"/>
                  </a:cubicBezTo>
                  <a:cubicBezTo>
                    <a:pt x="134836" y="59271"/>
                    <a:pt x="143316" y="58147"/>
                    <a:pt x="147723" y="63436"/>
                  </a:cubicBezTo>
                  <a:cubicBezTo>
                    <a:pt x="150125" y="66323"/>
                    <a:pt x="154106" y="71095"/>
                    <a:pt x="158514" y="6924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22"/>
            <p:cNvSpPr/>
            <p:nvPr/>
          </p:nvSpPr>
          <p:spPr>
            <a:xfrm>
              <a:off x="2975000" y="412925"/>
              <a:ext cx="3962850" cy="1789550"/>
            </a:xfrm>
            <a:custGeom>
              <a:rect b="b" l="l" r="r" t="t"/>
              <a:pathLst>
                <a:path extrusionOk="0" fill="none" h="71582" w="158514">
                  <a:moveTo>
                    <a:pt x="0" y="1186"/>
                  </a:moveTo>
                  <a:cubicBezTo>
                    <a:pt x="5745" y="3283"/>
                    <a:pt x="12219" y="4286"/>
                    <a:pt x="18238" y="3678"/>
                  </a:cubicBezTo>
                  <a:cubicBezTo>
                    <a:pt x="23891" y="3131"/>
                    <a:pt x="29454" y="1976"/>
                    <a:pt x="35046" y="1034"/>
                  </a:cubicBezTo>
                  <a:cubicBezTo>
                    <a:pt x="41308" y="0"/>
                    <a:pt x="52980" y="638"/>
                    <a:pt x="54317" y="7082"/>
                  </a:cubicBezTo>
                  <a:cubicBezTo>
                    <a:pt x="55260" y="11672"/>
                    <a:pt x="42159" y="33557"/>
                    <a:pt x="54895" y="29879"/>
                  </a:cubicBezTo>
                  <a:cubicBezTo>
                    <a:pt x="64044" y="27204"/>
                    <a:pt x="73588" y="24864"/>
                    <a:pt x="82950" y="22523"/>
                  </a:cubicBezTo>
                  <a:cubicBezTo>
                    <a:pt x="90488" y="20608"/>
                    <a:pt x="101248" y="21186"/>
                    <a:pt x="106932" y="24256"/>
                  </a:cubicBezTo>
                  <a:cubicBezTo>
                    <a:pt x="113862" y="27964"/>
                    <a:pt x="100762" y="47478"/>
                    <a:pt x="112069" y="48876"/>
                  </a:cubicBezTo>
                  <a:cubicBezTo>
                    <a:pt x="116264" y="49363"/>
                    <a:pt x="119729" y="49879"/>
                    <a:pt x="122343" y="53344"/>
                  </a:cubicBezTo>
                  <a:cubicBezTo>
                    <a:pt x="124562" y="56354"/>
                    <a:pt x="124653" y="59089"/>
                    <a:pt x="129273" y="59272"/>
                  </a:cubicBezTo>
                  <a:cubicBezTo>
                    <a:pt x="135352" y="59545"/>
                    <a:pt x="143620" y="58603"/>
                    <a:pt x="147936" y="63861"/>
                  </a:cubicBezTo>
                  <a:cubicBezTo>
                    <a:pt x="150277" y="66688"/>
                    <a:pt x="154137" y="71582"/>
                    <a:pt x="158514" y="6984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22"/>
            <p:cNvSpPr/>
            <p:nvPr/>
          </p:nvSpPr>
          <p:spPr>
            <a:xfrm>
              <a:off x="2975000" y="386325"/>
              <a:ext cx="3962850" cy="1813875"/>
            </a:xfrm>
            <a:custGeom>
              <a:rect b="b" l="l" r="r" t="t"/>
              <a:pathLst>
                <a:path extrusionOk="0" fill="none" h="72555" w="158514">
                  <a:moveTo>
                    <a:pt x="0" y="2250"/>
                  </a:moveTo>
                  <a:cubicBezTo>
                    <a:pt x="5806" y="4286"/>
                    <a:pt x="12371" y="5259"/>
                    <a:pt x="18390" y="4529"/>
                  </a:cubicBezTo>
                  <a:cubicBezTo>
                    <a:pt x="23982" y="3830"/>
                    <a:pt x="29423" y="2250"/>
                    <a:pt x="35046" y="1307"/>
                  </a:cubicBezTo>
                  <a:cubicBezTo>
                    <a:pt x="42767" y="0"/>
                    <a:pt x="52402" y="2067"/>
                    <a:pt x="55685" y="7174"/>
                  </a:cubicBezTo>
                  <a:cubicBezTo>
                    <a:pt x="57570" y="10183"/>
                    <a:pt x="46658" y="32159"/>
                    <a:pt x="56719" y="29271"/>
                  </a:cubicBezTo>
                  <a:cubicBezTo>
                    <a:pt x="65442" y="26748"/>
                    <a:pt x="75746" y="25077"/>
                    <a:pt x="85139" y="22736"/>
                  </a:cubicBezTo>
                  <a:cubicBezTo>
                    <a:pt x="92494" y="20882"/>
                    <a:pt x="102099" y="21338"/>
                    <a:pt x="108300" y="24317"/>
                  </a:cubicBezTo>
                  <a:cubicBezTo>
                    <a:pt x="116477" y="28207"/>
                    <a:pt x="101765" y="47873"/>
                    <a:pt x="112799" y="49636"/>
                  </a:cubicBezTo>
                  <a:cubicBezTo>
                    <a:pt x="116780" y="50275"/>
                    <a:pt x="120215" y="50852"/>
                    <a:pt x="122768" y="54165"/>
                  </a:cubicBezTo>
                  <a:cubicBezTo>
                    <a:pt x="125048" y="57083"/>
                    <a:pt x="125200" y="59849"/>
                    <a:pt x="129729" y="60032"/>
                  </a:cubicBezTo>
                  <a:cubicBezTo>
                    <a:pt x="135839" y="60336"/>
                    <a:pt x="143893" y="59545"/>
                    <a:pt x="148179" y="64773"/>
                  </a:cubicBezTo>
                  <a:cubicBezTo>
                    <a:pt x="150459" y="67539"/>
                    <a:pt x="154167" y="72555"/>
                    <a:pt x="158514" y="7091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22"/>
            <p:cNvSpPr/>
            <p:nvPr/>
          </p:nvSpPr>
          <p:spPr>
            <a:xfrm>
              <a:off x="2975000" y="367325"/>
              <a:ext cx="3962850" cy="1829825"/>
            </a:xfrm>
            <a:custGeom>
              <a:rect b="b" l="l" r="r" t="t"/>
              <a:pathLst>
                <a:path extrusionOk="0" fill="none" h="73193" w="158514">
                  <a:moveTo>
                    <a:pt x="0" y="3010"/>
                  </a:moveTo>
                  <a:cubicBezTo>
                    <a:pt x="5836" y="5016"/>
                    <a:pt x="12432" y="5897"/>
                    <a:pt x="18481" y="5046"/>
                  </a:cubicBezTo>
                  <a:cubicBezTo>
                    <a:pt x="24104" y="4286"/>
                    <a:pt x="29514" y="2067"/>
                    <a:pt x="35077" y="1216"/>
                  </a:cubicBezTo>
                  <a:cubicBezTo>
                    <a:pt x="43010" y="0"/>
                    <a:pt x="51703" y="2584"/>
                    <a:pt x="56719" y="7447"/>
                  </a:cubicBezTo>
                  <a:cubicBezTo>
                    <a:pt x="60123" y="10791"/>
                    <a:pt x="50335" y="30396"/>
                    <a:pt x="58998" y="28360"/>
                  </a:cubicBezTo>
                  <a:cubicBezTo>
                    <a:pt x="67722" y="26293"/>
                    <a:pt x="78056" y="25016"/>
                    <a:pt x="87357" y="22615"/>
                  </a:cubicBezTo>
                  <a:cubicBezTo>
                    <a:pt x="94531" y="20761"/>
                    <a:pt x="103224" y="21065"/>
                    <a:pt x="109546" y="24104"/>
                  </a:cubicBezTo>
                  <a:cubicBezTo>
                    <a:pt x="118209" y="28268"/>
                    <a:pt x="103376" y="47965"/>
                    <a:pt x="113559" y="50062"/>
                  </a:cubicBezTo>
                  <a:cubicBezTo>
                    <a:pt x="117328" y="50822"/>
                    <a:pt x="120671" y="51551"/>
                    <a:pt x="123194" y="54682"/>
                  </a:cubicBezTo>
                  <a:cubicBezTo>
                    <a:pt x="125474" y="57539"/>
                    <a:pt x="125717" y="60305"/>
                    <a:pt x="130155" y="60518"/>
                  </a:cubicBezTo>
                  <a:cubicBezTo>
                    <a:pt x="136295" y="60852"/>
                    <a:pt x="144137" y="60214"/>
                    <a:pt x="148392" y="65381"/>
                  </a:cubicBezTo>
                  <a:cubicBezTo>
                    <a:pt x="150611" y="68056"/>
                    <a:pt x="154228" y="73193"/>
                    <a:pt x="158514" y="7167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22"/>
            <p:cNvSpPr/>
            <p:nvPr/>
          </p:nvSpPr>
          <p:spPr>
            <a:xfrm>
              <a:off x="2975000" y="347575"/>
              <a:ext cx="3962850" cy="1845775"/>
            </a:xfrm>
            <a:custGeom>
              <a:rect b="b" l="l" r="r" t="t"/>
              <a:pathLst>
                <a:path extrusionOk="0" fill="none" h="73831" w="158514">
                  <a:moveTo>
                    <a:pt x="0" y="3800"/>
                  </a:moveTo>
                  <a:cubicBezTo>
                    <a:pt x="5867" y="5775"/>
                    <a:pt x="12554" y="6566"/>
                    <a:pt x="18602" y="5623"/>
                  </a:cubicBezTo>
                  <a:cubicBezTo>
                    <a:pt x="24256" y="4711"/>
                    <a:pt x="29575" y="1915"/>
                    <a:pt x="35229" y="1125"/>
                  </a:cubicBezTo>
                  <a:cubicBezTo>
                    <a:pt x="43284" y="0"/>
                    <a:pt x="51217" y="3404"/>
                    <a:pt x="57448" y="7903"/>
                  </a:cubicBezTo>
                  <a:cubicBezTo>
                    <a:pt x="62129" y="11247"/>
                    <a:pt x="59454" y="16353"/>
                    <a:pt x="58421" y="20852"/>
                  </a:cubicBezTo>
                  <a:cubicBezTo>
                    <a:pt x="57782" y="23587"/>
                    <a:pt x="56506" y="28420"/>
                    <a:pt x="61582" y="27599"/>
                  </a:cubicBezTo>
                  <a:cubicBezTo>
                    <a:pt x="70305" y="26171"/>
                    <a:pt x="80366" y="24925"/>
                    <a:pt x="89516" y="22493"/>
                  </a:cubicBezTo>
                  <a:cubicBezTo>
                    <a:pt x="96628" y="20639"/>
                    <a:pt x="104501" y="20700"/>
                    <a:pt x="110732" y="23952"/>
                  </a:cubicBezTo>
                  <a:cubicBezTo>
                    <a:pt x="119698" y="28663"/>
                    <a:pt x="104501" y="47600"/>
                    <a:pt x="114379" y="50487"/>
                  </a:cubicBezTo>
                  <a:cubicBezTo>
                    <a:pt x="117996" y="51551"/>
                    <a:pt x="121157" y="52250"/>
                    <a:pt x="123619" y="55229"/>
                  </a:cubicBezTo>
                  <a:cubicBezTo>
                    <a:pt x="125899" y="57995"/>
                    <a:pt x="126203" y="60791"/>
                    <a:pt x="130550" y="61065"/>
                  </a:cubicBezTo>
                  <a:cubicBezTo>
                    <a:pt x="136659" y="61399"/>
                    <a:pt x="144380" y="60913"/>
                    <a:pt x="148605" y="65989"/>
                  </a:cubicBezTo>
                  <a:cubicBezTo>
                    <a:pt x="150793" y="68603"/>
                    <a:pt x="154258" y="73831"/>
                    <a:pt x="158514" y="7246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22"/>
            <p:cNvSpPr/>
            <p:nvPr/>
          </p:nvSpPr>
          <p:spPr>
            <a:xfrm>
              <a:off x="2975000" y="324000"/>
              <a:ext cx="3962850" cy="1867075"/>
            </a:xfrm>
            <a:custGeom>
              <a:rect b="b" l="l" r="r" t="t"/>
              <a:pathLst>
                <a:path extrusionOk="0" fill="none" h="74683" w="158514">
                  <a:moveTo>
                    <a:pt x="0" y="4743"/>
                  </a:moveTo>
                  <a:cubicBezTo>
                    <a:pt x="5897" y="6688"/>
                    <a:pt x="12645" y="7387"/>
                    <a:pt x="18724" y="6323"/>
                  </a:cubicBezTo>
                  <a:cubicBezTo>
                    <a:pt x="24469" y="5290"/>
                    <a:pt x="29758" y="1977"/>
                    <a:pt x="35502" y="1156"/>
                  </a:cubicBezTo>
                  <a:cubicBezTo>
                    <a:pt x="43466" y="1"/>
                    <a:pt x="51460" y="4682"/>
                    <a:pt x="57934" y="8572"/>
                  </a:cubicBezTo>
                  <a:cubicBezTo>
                    <a:pt x="62858" y="11521"/>
                    <a:pt x="62099" y="15411"/>
                    <a:pt x="61339" y="20153"/>
                  </a:cubicBezTo>
                  <a:cubicBezTo>
                    <a:pt x="60883" y="22919"/>
                    <a:pt x="59576" y="27448"/>
                    <a:pt x="64378" y="27144"/>
                  </a:cubicBezTo>
                  <a:cubicBezTo>
                    <a:pt x="73223" y="26597"/>
                    <a:pt x="82737" y="24834"/>
                    <a:pt x="91643" y="22494"/>
                  </a:cubicBezTo>
                  <a:cubicBezTo>
                    <a:pt x="98817" y="20609"/>
                    <a:pt x="105747" y="20366"/>
                    <a:pt x="111856" y="23983"/>
                  </a:cubicBezTo>
                  <a:cubicBezTo>
                    <a:pt x="120519" y="29120"/>
                    <a:pt x="105990" y="47296"/>
                    <a:pt x="115230" y="51035"/>
                  </a:cubicBezTo>
                  <a:cubicBezTo>
                    <a:pt x="118543" y="52372"/>
                    <a:pt x="121705" y="53072"/>
                    <a:pt x="124045" y="55898"/>
                  </a:cubicBezTo>
                  <a:cubicBezTo>
                    <a:pt x="126325" y="58634"/>
                    <a:pt x="126659" y="61461"/>
                    <a:pt x="130914" y="61765"/>
                  </a:cubicBezTo>
                  <a:cubicBezTo>
                    <a:pt x="136994" y="62160"/>
                    <a:pt x="144593" y="61825"/>
                    <a:pt x="148818" y="66810"/>
                  </a:cubicBezTo>
                  <a:cubicBezTo>
                    <a:pt x="150945" y="69364"/>
                    <a:pt x="154289" y="74683"/>
                    <a:pt x="158514" y="73406"/>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22"/>
            <p:cNvSpPr/>
            <p:nvPr/>
          </p:nvSpPr>
          <p:spPr>
            <a:xfrm>
              <a:off x="2975000" y="297425"/>
              <a:ext cx="3962850" cy="1890625"/>
            </a:xfrm>
            <a:custGeom>
              <a:rect b="b" l="l" r="r" t="t"/>
              <a:pathLst>
                <a:path extrusionOk="0" fill="none" h="75625" w="158514">
                  <a:moveTo>
                    <a:pt x="0" y="5806"/>
                  </a:moveTo>
                  <a:cubicBezTo>
                    <a:pt x="5927" y="7690"/>
                    <a:pt x="12918" y="8450"/>
                    <a:pt x="18815" y="7173"/>
                  </a:cubicBezTo>
                  <a:cubicBezTo>
                    <a:pt x="24530" y="5927"/>
                    <a:pt x="30122" y="2128"/>
                    <a:pt x="35928" y="1216"/>
                  </a:cubicBezTo>
                  <a:cubicBezTo>
                    <a:pt x="43648" y="0"/>
                    <a:pt x="52494" y="5593"/>
                    <a:pt x="58178" y="9392"/>
                  </a:cubicBezTo>
                  <a:cubicBezTo>
                    <a:pt x="62585" y="12310"/>
                    <a:pt x="64226" y="14347"/>
                    <a:pt x="64074" y="19940"/>
                  </a:cubicBezTo>
                  <a:cubicBezTo>
                    <a:pt x="64014" y="22797"/>
                    <a:pt x="62828" y="26839"/>
                    <a:pt x="67296" y="27022"/>
                  </a:cubicBezTo>
                  <a:cubicBezTo>
                    <a:pt x="76081" y="27417"/>
                    <a:pt x="85199" y="24560"/>
                    <a:pt x="93589" y="22584"/>
                  </a:cubicBezTo>
                  <a:cubicBezTo>
                    <a:pt x="100975" y="20851"/>
                    <a:pt x="106598" y="19879"/>
                    <a:pt x="112920" y="24165"/>
                  </a:cubicBezTo>
                  <a:cubicBezTo>
                    <a:pt x="121188" y="29788"/>
                    <a:pt x="107753" y="47113"/>
                    <a:pt x="116142" y="51673"/>
                  </a:cubicBezTo>
                  <a:cubicBezTo>
                    <a:pt x="119030" y="53223"/>
                    <a:pt x="122221" y="54013"/>
                    <a:pt x="124501" y="56718"/>
                  </a:cubicBezTo>
                  <a:cubicBezTo>
                    <a:pt x="126781" y="59423"/>
                    <a:pt x="127115" y="62281"/>
                    <a:pt x="131279" y="62615"/>
                  </a:cubicBezTo>
                  <a:cubicBezTo>
                    <a:pt x="137358" y="63101"/>
                    <a:pt x="144836" y="62828"/>
                    <a:pt x="149030" y="67752"/>
                  </a:cubicBezTo>
                  <a:cubicBezTo>
                    <a:pt x="151158" y="70244"/>
                    <a:pt x="154350" y="75624"/>
                    <a:pt x="158514" y="7446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22"/>
            <p:cNvSpPr/>
            <p:nvPr/>
          </p:nvSpPr>
          <p:spPr>
            <a:xfrm>
              <a:off x="2975000" y="270050"/>
              <a:ext cx="3962100" cy="1914200"/>
            </a:xfrm>
            <a:custGeom>
              <a:rect b="b" l="l" r="r" t="t"/>
              <a:pathLst>
                <a:path extrusionOk="0" fill="none" h="76568" w="158484">
                  <a:moveTo>
                    <a:pt x="0" y="6901"/>
                  </a:moveTo>
                  <a:cubicBezTo>
                    <a:pt x="5988" y="8785"/>
                    <a:pt x="13040" y="9484"/>
                    <a:pt x="18937" y="8025"/>
                  </a:cubicBezTo>
                  <a:cubicBezTo>
                    <a:pt x="24803" y="6627"/>
                    <a:pt x="30396" y="2402"/>
                    <a:pt x="36414" y="1338"/>
                  </a:cubicBezTo>
                  <a:cubicBezTo>
                    <a:pt x="44013" y="1"/>
                    <a:pt x="52463" y="6688"/>
                    <a:pt x="58208" y="10244"/>
                  </a:cubicBezTo>
                  <a:cubicBezTo>
                    <a:pt x="62676" y="13010"/>
                    <a:pt x="65138" y="14925"/>
                    <a:pt x="66476" y="20092"/>
                  </a:cubicBezTo>
                  <a:cubicBezTo>
                    <a:pt x="67235" y="22980"/>
                    <a:pt x="65868" y="26536"/>
                    <a:pt x="70214" y="27144"/>
                  </a:cubicBezTo>
                  <a:cubicBezTo>
                    <a:pt x="78695" y="28329"/>
                    <a:pt x="87753" y="24104"/>
                    <a:pt x="95351" y="22646"/>
                  </a:cubicBezTo>
                  <a:cubicBezTo>
                    <a:pt x="102950" y="21187"/>
                    <a:pt x="107327" y="19150"/>
                    <a:pt x="113893" y="24408"/>
                  </a:cubicBezTo>
                  <a:cubicBezTo>
                    <a:pt x="121309" y="30366"/>
                    <a:pt x="109668" y="47023"/>
                    <a:pt x="117084" y="52251"/>
                  </a:cubicBezTo>
                  <a:cubicBezTo>
                    <a:pt x="119577" y="54014"/>
                    <a:pt x="122586" y="54956"/>
                    <a:pt x="125018" y="57418"/>
                  </a:cubicBezTo>
                  <a:cubicBezTo>
                    <a:pt x="127419" y="59880"/>
                    <a:pt x="127145" y="63011"/>
                    <a:pt x="131614" y="63436"/>
                  </a:cubicBezTo>
                  <a:cubicBezTo>
                    <a:pt x="137602" y="64014"/>
                    <a:pt x="144988" y="63832"/>
                    <a:pt x="149213" y="68695"/>
                  </a:cubicBezTo>
                  <a:cubicBezTo>
                    <a:pt x="151310" y="71126"/>
                    <a:pt x="154410" y="76567"/>
                    <a:pt x="158483" y="755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22"/>
            <p:cNvSpPr/>
            <p:nvPr/>
          </p:nvSpPr>
          <p:spPr>
            <a:xfrm>
              <a:off x="2975000" y="244975"/>
              <a:ext cx="3962100" cy="1937000"/>
            </a:xfrm>
            <a:custGeom>
              <a:rect b="b" l="l" r="r" t="t"/>
              <a:pathLst>
                <a:path extrusionOk="0" fill="none" h="77480" w="158484">
                  <a:moveTo>
                    <a:pt x="0" y="7904"/>
                  </a:moveTo>
                  <a:cubicBezTo>
                    <a:pt x="6019" y="9758"/>
                    <a:pt x="13162" y="10366"/>
                    <a:pt x="19058" y="8815"/>
                  </a:cubicBezTo>
                  <a:cubicBezTo>
                    <a:pt x="25077" y="7204"/>
                    <a:pt x="30730" y="2554"/>
                    <a:pt x="36992" y="1429"/>
                  </a:cubicBezTo>
                  <a:cubicBezTo>
                    <a:pt x="44773" y="1"/>
                    <a:pt x="52038" y="7296"/>
                    <a:pt x="58086" y="10974"/>
                  </a:cubicBezTo>
                  <a:cubicBezTo>
                    <a:pt x="62463" y="13618"/>
                    <a:pt x="66111" y="15806"/>
                    <a:pt x="68482" y="20457"/>
                  </a:cubicBezTo>
                  <a:cubicBezTo>
                    <a:pt x="69910" y="23253"/>
                    <a:pt x="69090" y="26475"/>
                    <a:pt x="73041" y="27387"/>
                  </a:cubicBezTo>
                  <a:cubicBezTo>
                    <a:pt x="81005" y="29180"/>
                    <a:pt x="90002" y="23679"/>
                    <a:pt x="96841" y="22615"/>
                  </a:cubicBezTo>
                  <a:cubicBezTo>
                    <a:pt x="104622" y="21399"/>
                    <a:pt x="107692" y="18360"/>
                    <a:pt x="114714" y="24621"/>
                  </a:cubicBezTo>
                  <a:cubicBezTo>
                    <a:pt x="121917" y="31065"/>
                    <a:pt x="111552" y="46780"/>
                    <a:pt x="118087" y="52767"/>
                  </a:cubicBezTo>
                  <a:cubicBezTo>
                    <a:pt x="120124" y="54682"/>
                    <a:pt x="123224" y="55807"/>
                    <a:pt x="125443" y="58178"/>
                  </a:cubicBezTo>
                  <a:cubicBezTo>
                    <a:pt x="127784" y="60640"/>
                    <a:pt x="127632" y="63771"/>
                    <a:pt x="131918" y="64257"/>
                  </a:cubicBezTo>
                  <a:cubicBezTo>
                    <a:pt x="137905" y="64956"/>
                    <a:pt x="145170" y="64804"/>
                    <a:pt x="149425" y="69576"/>
                  </a:cubicBezTo>
                  <a:cubicBezTo>
                    <a:pt x="151523" y="71947"/>
                    <a:pt x="154471" y="77479"/>
                    <a:pt x="158483" y="765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22"/>
            <p:cNvSpPr/>
            <p:nvPr/>
          </p:nvSpPr>
          <p:spPr>
            <a:xfrm>
              <a:off x="2975000" y="222950"/>
              <a:ext cx="3962100" cy="1955225"/>
            </a:xfrm>
            <a:custGeom>
              <a:rect b="b" l="l" r="r" t="t"/>
              <a:pathLst>
                <a:path extrusionOk="0" fill="none" h="78209" w="158484">
                  <a:moveTo>
                    <a:pt x="0" y="8785"/>
                  </a:moveTo>
                  <a:cubicBezTo>
                    <a:pt x="6079" y="10608"/>
                    <a:pt x="13313" y="11155"/>
                    <a:pt x="19180" y="9453"/>
                  </a:cubicBezTo>
                  <a:cubicBezTo>
                    <a:pt x="25289" y="7690"/>
                    <a:pt x="31125" y="2584"/>
                    <a:pt x="37569" y="1459"/>
                  </a:cubicBezTo>
                  <a:cubicBezTo>
                    <a:pt x="45776" y="0"/>
                    <a:pt x="51642" y="7630"/>
                    <a:pt x="57874" y="11520"/>
                  </a:cubicBezTo>
                  <a:cubicBezTo>
                    <a:pt x="62099" y="14134"/>
                    <a:pt x="67175" y="16596"/>
                    <a:pt x="70123" y="20882"/>
                  </a:cubicBezTo>
                  <a:cubicBezTo>
                    <a:pt x="71886" y="23466"/>
                    <a:pt x="72190" y="26688"/>
                    <a:pt x="75625" y="27569"/>
                  </a:cubicBezTo>
                  <a:cubicBezTo>
                    <a:pt x="83193" y="29484"/>
                    <a:pt x="91339" y="23374"/>
                    <a:pt x="97996" y="22371"/>
                  </a:cubicBezTo>
                  <a:cubicBezTo>
                    <a:pt x="106051" y="21186"/>
                    <a:pt x="108391" y="17630"/>
                    <a:pt x="115473" y="24773"/>
                  </a:cubicBezTo>
                  <a:cubicBezTo>
                    <a:pt x="122039" y="31369"/>
                    <a:pt x="113528" y="46475"/>
                    <a:pt x="119060" y="53101"/>
                  </a:cubicBezTo>
                  <a:cubicBezTo>
                    <a:pt x="120732" y="55107"/>
                    <a:pt x="123802" y="56475"/>
                    <a:pt x="125869" y="58785"/>
                  </a:cubicBezTo>
                  <a:cubicBezTo>
                    <a:pt x="128088" y="61247"/>
                    <a:pt x="128057" y="64348"/>
                    <a:pt x="132191" y="64925"/>
                  </a:cubicBezTo>
                  <a:cubicBezTo>
                    <a:pt x="138179" y="65746"/>
                    <a:pt x="145352" y="65594"/>
                    <a:pt x="149608" y="70305"/>
                  </a:cubicBezTo>
                  <a:cubicBezTo>
                    <a:pt x="151705" y="72615"/>
                    <a:pt x="154502" y="78208"/>
                    <a:pt x="158483" y="7744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22"/>
            <p:cNvSpPr/>
            <p:nvPr/>
          </p:nvSpPr>
          <p:spPr>
            <a:xfrm>
              <a:off x="2975000" y="197875"/>
              <a:ext cx="3962850" cy="1976500"/>
            </a:xfrm>
            <a:custGeom>
              <a:rect b="b" l="l" r="r" t="t"/>
              <a:pathLst>
                <a:path extrusionOk="0" fill="none" h="79060" w="158514">
                  <a:moveTo>
                    <a:pt x="0" y="9788"/>
                  </a:moveTo>
                  <a:cubicBezTo>
                    <a:pt x="6110" y="11551"/>
                    <a:pt x="13222" y="11824"/>
                    <a:pt x="19301" y="10244"/>
                  </a:cubicBezTo>
                  <a:cubicBezTo>
                    <a:pt x="26080" y="8450"/>
                    <a:pt x="31369" y="3040"/>
                    <a:pt x="38208" y="1642"/>
                  </a:cubicBezTo>
                  <a:cubicBezTo>
                    <a:pt x="46384" y="0"/>
                    <a:pt x="51855" y="8207"/>
                    <a:pt x="57600" y="12098"/>
                  </a:cubicBezTo>
                  <a:cubicBezTo>
                    <a:pt x="61886" y="14985"/>
                    <a:pt x="67296" y="17478"/>
                    <a:pt x="71065" y="21368"/>
                  </a:cubicBezTo>
                  <a:cubicBezTo>
                    <a:pt x="73315" y="23678"/>
                    <a:pt x="74743" y="27113"/>
                    <a:pt x="77904" y="27903"/>
                  </a:cubicBezTo>
                  <a:cubicBezTo>
                    <a:pt x="84865" y="29575"/>
                    <a:pt x="91978" y="23648"/>
                    <a:pt x="98847" y="22280"/>
                  </a:cubicBezTo>
                  <a:cubicBezTo>
                    <a:pt x="107419" y="20517"/>
                    <a:pt x="109850" y="17903"/>
                    <a:pt x="116233" y="25077"/>
                  </a:cubicBezTo>
                  <a:cubicBezTo>
                    <a:pt x="122069" y="31642"/>
                    <a:pt x="115656" y="46536"/>
                    <a:pt x="120154" y="53557"/>
                  </a:cubicBezTo>
                  <a:cubicBezTo>
                    <a:pt x="121492" y="55624"/>
                    <a:pt x="124471" y="57235"/>
                    <a:pt x="126325" y="59484"/>
                  </a:cubicBezTo>
                  <a:cubicBezTo>
                    <a:pt x="128422" y="61977"/>
                    <a:pt x="128544" y="65047"/>
                    <a:pt x="132495" y="65685"/>
                  </a:cubicBezTo>
                  <a:cubicBezTo>
                    <a:pt x="138392" y="66658"/>
                    <a:pt x="145565" y="66506"/>
                    <a:pt x="149851" y="71187"/>
                  </a:cubicBezTo>
                  <a:cubicBezTo>
                    <a:pt x="151918" y="73466"/>
                    <a:pt x="154593" y="79059"/>
                    <a:pt x="158514" y="7845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22"/>
            <p:cNvSpPr/>
            <p:nvPr/>
          </p:nvSpPr>
          <p:spPr>
            <a:xfrm>
              <a:off x="2975000" y="180400"/>
              <a:ext cx="3962850" cy="1990925"/>
            </a:xfrm>
            <a:custGeom>
              <a:rect b="b" l="l" r="r" t="t"/>
              <a:pathLst>
                <a:path extrusionOk="0" fill="none" h="79637" w="158514">
                  <a:moveTo>
                    <a:pt x="0" y="10487"/>
                  </a:moveTo>
                  <a:cubicBezTo>
                    <a:pt x="6171" y="12219"/>
                    <a:pt x="13374" y="12371"/>
                    <a:pt x="19453" y="10699"/>
                  </a:cubicBezTo>
                  <a:cubicBezTo>
                    <a:pt x="26384" y="8754"/>
                    <a:pt x="31764" y="2979"/>
                    <a:pt x="38876" y="1611"/>
                  </a:cubicBezTo>
                  <a:cubicBezTo>
                    <a:pt x="47265" y="0"/>
                    <a:pt x="51946" y="8025"/>
                    <a:pt x="57418" y="12280"/>
                  </a:cubicBezTo>
                  <a:cubicBezTo>
                    <a:pt x="61582" y="15532"/>
                    <a:pt x="67083" y="17994"/>
                    <a:pt x="71460" y="21490"/>
                  </a:cubicBezTo>
                  <a:cubicBezTo>
                    <a:pt x="74166" y="23678"/>
                    <a:pt x="76597" y="27143"/>
                    <a:pt x="79789" y="27812"/>
                  </a:cubicBezTo>
                  <a:cubicBezTo>
                    <a:pt x="86172" y="29149"/>
                    <a:pt x="92950" y="23374"/>
                    <a:pt x="99364" y="21733"/>
                  </a:cubicBezTo>
                  <a:cubicBezTo>
                    <a:pt x="107723" y="19605"/>
                    <a:pt x="111218" y="17934"/>
                    <a:pt x="117024" y="25137"/>
                  </a:cubicBezTo>
                  <a:cubicBezTo>
                    <a:pt x="122100" y="31460"/>
                    <a:pt x="117784" y="46475"/>
                    <a:pt x="121249" y="53679"/>
                  </a:cubicBezTo>
                  <a:cubicBezTo>
                    <a:pt x="122708" y="56718"/>
                    <a:pt x="129060" y="65472"/>
                    <a:pt x="132769" y="66171"/>
                  </a:cubicBezTo>
                  <a:cubicBezTo>
                    <a:pt x="138605" y="67296"/>
                    <a:pt x="145748" y="67114"/>
                    <a:pt x="150033" y="71764"/>
                  </a:cubicBezTo>
                  <a:cubicBezTo>
                    <a:pt x="152100" y="73983"/>
                    <a:pt x="154684" y="79637"/>
                    <a:pt x="158514" y="7915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22"/>
            <p:cNvSpPr/>
            <p:nvPr/>
          </p:nvSpPr>
          <p:spPr>
            <a:xfrm>
              <a:off x="2975000" y="165200"/>
              <a:ext cx="3962850" cy="2002325"/>
            </a:xfrm>
            <a:custGeom>
              <a:rect b="b" l="l" r="r" t="t"/>
              <a:pathLst>
                <a:path extrusionOk="0" fill="none" h="80093" w="158514">
                  <a:moveTo>
                    <a:pt x="0" y="11095"/>
                  </a:moveTo>
                  <a:cubicBezTo>
                    <a:pt x="6201" y="12797"/>
                    <a:pt x="13496" y="12858"/>
                    <a:pt x="19575" y="11064"/>
                  </a:cubicBezTo>
                  <a:cubicBezTo>
                    <a:pt x="26688" y="8967"/>
                    <a:pt x="32128" y="2857"/>
                    <a:pt x="39545" y="1520"/>
                  </a:cubicBezTo>
                  <a:cubicBezTo>
                    <a:pt x="47965" y="0"/>
                    <a:pt x="52402" y="7599"/>
                    <a:pt x="57326" y="12280"/>
                  </a:cubicBezTo>
                  <a:cubicBezTo>
                    <a:pt x="61096" y="15867"/>
                    <a:pt x="66840" y="18329"/>
                    <a:pt x="71491" y="21490"/>
                  </a:cubicBezTo>
                  <a:cubicBezTo>
                    <a:pt x="74470" y="23496"/>
                    <a:pt x="77600" y="26870"/>
                    <a:pt x="81157" y="27387"/>
                  </a:cubicBezTo>
                  <a:cubicBezTo>
                    <a:pt x="87449" y="28268"/>
                    <a:pt x="93832" y="22827"/>
                    <a:pt x="99607" y="21034"/>
                  </a:cubicBezTo>
                  <a:cubicBezTo>
                    <a:pt x="107814" y="18450"/>
                    <a:pt x="112677" y="17812"/>
                    <a:pt x="117875" y="25137"/>
                  </a:cubicBezTo>
                  <a:cubicBezTo>
                    <a:pt x="120306" y="28602"/>
                    <a:pt x="119364" y="34773"/>
                    <a:pt x="119759" y="39423"/>
                  </a:cubicBezTo>
                  <a:cubicBezTo>
                    <a:pt x="120185" y="44256"/>
                    <a:pt x="120914" y="49697"/>
                    <a:pt x="122343" y="53679"/>
                  </a:cubicBezTo>
                  <a:cubicBezTo>
                    <a:pt x="123498" y="56810"/>
                    <a:pt x="129425" y="65746"/>
                    <a:pt x="133042" y="66536"/>
                  </a:cubicBezTo>
                  <a:cubicBezTo>
                    <a:pt x="138817" y="67782"/>
                    <a:pt x="145930" y="67600"/>
                    <a:pt x="150246" y="72220"/>
                  </a:cubicBezTo>
                  <a:cubicBezTo>
                    <a:pt x="152313" y="74409"/>
                    <a:pt x="154745" y="80093"/>
                    <a:pt x="158514" y="7975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22"/>
            <p:cNvSpPr/>
            <p:nvPr/>
          </p:nvSpPr>
          <p:spPr>
            <a:xfrm>
              <a:off x="2975000" y="150750"/>
              <a:ext cx="3962850" cy="2014500"/>
            </a:xfrm>
            <a:custGeom>
              <a:rect b="b" l="l" r="r" t="t"/>
              <a:pathLst>
                <a:path extrusionOk="0" fill="none" h="80580" w="158514">
                  <a:moveTo>
                    <a:pt x="0" y="11673"/>
                  </a:moveTo>
                  <a:cubicBezTo>
                    <a:pt x="6262" y="13344"/>
                    <a:pt x="13830" y="13588"/>
                    <a:pt x="19727" y="11429"/>
                  </a:cubicBezTo>
                  <a:cubicBezTo>
                    <a:pt x="26566" y="8907"/>
                    <a:pt x="32767" y="2676"/>
                    <a:pt x="40244" y="1399"/>
                  </a:cubicBezTo>
                  <a:cubicBezTo>
                    <a:pt x="48573" y="1"/>
                    <a:pt x="53162" y="6900"/>
                    <a:pt x="57478" y="12159"/>
                  </a:cubicBezTo>
                  <a:cubicBezTo>
                    <a:pt x="61825" y="17417"/>
                    <a:pt x="74318" y="25807"/>
                    <a:pt x="81917" y="26749"/>
                  </a:cubicBezTo>
                  <a:cubicBezTo>
                    <a:pt x="87692" y="27448"/>
                    <a:pt x="94379" y="22159"/>
                    <a:pt x="99637" y="20244"/>
                  </a:cubicBezTo>
                  <a:cubicBezTo>
                    <a:pt x="108178" y="17144"/>
                    <a:pt x="114045" y="17873"/>
                    <a:pt x="118787" y="25199"/>
                  </a:cubicBezTo>
                  <a:cubicBezTo>
                    <a:pt x="121066" y="28694"/>
                    <a:pt x="119607" y="34895"/>
                    <a:pt x="120215" y="39515"/>
                  </a:cubicBezTo>
                  <a:cubicBezTo>
                    <a:pt x="120853" y="44348"/>
                    <a:pt x="122373" y="49394"/>
                    <a:pt x="123498" y="53649"/>
                  </a:cubicBezTo>
                  <a:cubicBezTo>
                    <a:pt x="124349" y="56962"/>
                    <a:pt x="129729" y="65989"/>
                    <a:pt x="133316" y="66871"/>
                  </a:cubicBezTo>
                  <a:cubicBezTo>
                    <a:pt x="139000" y="68300"/>
                    <a:pt x="146112" y="68087"/>
                    <a:pt x="150459" y="72677"/>
                  </a:cubicBezTo>
                  <a:cubicBezTo>
                    <a:pt x="152495" y="74835"/>
                    <a:pt x="154836" y="80579"/>
                    <a:pt x="158514" y="803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22"/>
            <p:cNvSpPr/>
            <p:nvPr/>
          </p:nvSpPr>
          <p:spPr>
            <a:xfrm>
              <a:off x="2975000" y="138600"/>
              <a:ext cx="3962100" cy="2022075"/>
            </a:xfrm>
            <a:custGeom>
              <a:rect b="b" l="l" r="r" t="t"/>
              <a:pathLst>
                <a:path extrusionOk="0" fill="none" h="80883" w="158484">
                  <a:moveTo>
                    <a:pt x="0" y="12159"/>
                  </a:moveTo>
                  <a:cubicBezTo>
                    <a:pt x="6322" y="13800"/>
                    <a:pt x="13952" y="13952"/>
                    <a:pt x="19849" y="11672"/>
                  </a:cubicBezTo>
                  <a:cubicBezTo>
                    <a:pt x="26900" y="8937"/>
                    <a:pt x="33162" y="2462"/>
                    <a:pt x="40974" y="1247"/>
                  </a:cubicBezTo>
                  <a:cubicBezTo>
                    <a:pt x="48876" y="0"/>
                    <a:pt x="54530" y="5806"/>
                    <a:pt x="58026" y="11855"/>
                  </a:cubicBezTo>
                  <a:cubicBezTo>
                    <a:pt x="61521" y="17873"/>
                    <a:pt x="74500" y="25138"/>
                    <a:pt x="82069" y="25928"/>
                  </a:cubicBezTo>
                  <a:cubicBezTo>
                    <a:pt x="87449" y="26505"/>
                    <a:pt x="94774" y="21186"/>
                    <a:pt x="99637" y="19362"/>
                  </a:cubicBezTo>
                  <a:cubicBezTo>
                    <a:pt x="108178" y="16080"/>
                    <a:pt x="115321" y="17782"/>
                    <a:pt x="119759" y="25107"/>
                  </a:cubicBezTo>
                  <a:cubicBezTo>
                    <a:pt x="121948" y="28724"/>
                    <a:pt x="119790" y="34803"/>
                    <a:pt x="120580" y="39545"/>
                  </a:cubicBezTo>
                  <a:cubicBezTo>
                    <a:pt x="121370" y="44348"/>
                    <a:pt x="123771" y="48937"/>
                    <a:pt x="124623" y="53497"/>
                  </a:cubicBezTo>
                  <a:cubicBezTo>
                    <a:pt x="125291" y="56992"/>
                    <a:pt x="130003" y="66050"/>
                    <a:pt x="133559" y="67053"/>
                  </a:cubicBezTo>
                  <a:cubicBezTo>
                    <a:pt x="139152" y="68603"/>
                    <a:pt x="146355" y="68451"/>
                    <a:pt x="150672" y="72980"/>
                  </a:cubicBezTo>
                  <a:cubicBezTo>
                    <a:pt x="152708" y="75108"/>
                    <a:pt x="154897" y="80883"/>
                    <a:pt x="158483" y="80822"/>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22"/>
            <p:cNvSpPr/>
            <p:nvPr/>
          </p:nvSpPr>
          <p:spPr>
            <a:xfrm>
              <a:off x="2975000" y="124150"/>
              <a:ext cx="3962100" cy="2034250"/>
            </a:xfrm>
            <a:custGeom>
              <a:rect b="b" l="l" r="r" t="t"/>
              <a:pathLst>
                <a:path extrusionOk="0" fill="none" h="81370" w="158484">
                  <a:moveTo>
                    <a:pt x="0" y="12737"/>
                  </a:moveTo>
                  <a:cubicBezTo>
                    <a:pt x="6383" y="14348"/>
                    <a:pt x="13861" y="14226"/>
                    <a:pt x="20001" y="12007"/>
                  </a:cubicBezTo>
                  <a:cubicBezTo>
                    <a:pt x="27721" y="9241"/>
                    <a:pt x="33283" y="2432"/>
                    <a:pt x="41673" y="1186"/>
                  </a:cubicBezTo>
                  <a:cubicBezTo>
                    <a:pt x="49515" y="1"/>
                    <a:pt x="55807" y="4530"/>
                    <a:pt x="58877" y="11551"/>
                  </a:cubicBezTo>
                  <a:cubicBezTo>
                    <a:pt x="61886" y="18481"/>
                    <a:pt x="74378" y="24560"/>
                    <a:pt x="81704" y="25199"/>
                  </a:cubicBezTo>
                  <a:cubicBezTo>
                    <a:pt x="87114" y="25624"/>
                    <a:pt x="94774" y="20244"/>
                    <a:pt x="99607" y="18573"/>
                  </a:cubicBezTo>
                  <a:cubicBezTo>
                    <a:pt x="108118" y="15655"/>
                    <a:pt x="116628" y="17721"/>
                    <a:pt x="120853" y="25199"/>
                  </a:cubicBezTo>
                  <a:cubicBezTo>
                    <a:pt x="123012" y="29029"/>
                    <a:pt x="119972" y="34895"/>
                    <a:pt x="120853" y="39758"/>
                  </a:cubicBezTo>
                  <a:cubicBezTo>
                    <a:pt x="121735" y="44561"/>
                    <a:pt x="125139" y="48512"/>
                    <a:pt x="125778" y="53406"/>
                  </a:cubicBezTo>
                  <a:cubicBezTo>
                    <a:pt x="126294" y="57205"/>
                    <a:pt x="130276" y="66172"/>
                    <a:pt x="133863" y="67297"/>
                  </a:cubicBezTo>
                  <a:cubicBezTo>
                    <a:pt x="139334" y="68999"/>
                    <a:pt x="146568" y="68908"/>
                    <a:pt x="150884" y="73406"/>
                  </a:cubicBezTo>
                  <a:cubicBezTo>
                    <a:pt x="153438" y="76051"/>
                    <a:pt x="154684" y="80428"/>
                    <a:pt x="158483" y="8137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22"/>
            <p:cNvSpPr/>
            <p:nvPr/>
          </p:nvSpPr>
          <p:spPr>
            <a:xfrm>
              <a:off x="2975000" y="108200"/>
              <a:ext cx="3962850" cy="2050975"/>
            </a:xfrm>
            <a:custGeom>
              <a:rect b="b" l="l" r="r" t="t"/>
              <a:pathLst>
                <a:path extrusionOk="0" fill="none" h="82039" w="158514">
                  <a:moveTo>
                    <a:pt x="0" y="13375"/>
                  </a:moveTo>
                  <a:cubicBezTo>
                    <a:pt x="6474" y="14986"/>
                    <a:pt x="14013" y="14712"/>
                    <a:pt x="20183" y="12432"/>
                  </a:cubicBezTo>
                  <a:cubicBezTo>
                    <a:pt x="28116" y="9454"/>
                    <a:pt x="33709" y="2493"/>
                    <a:pt x="42402" y="1156"/>
                  </a:cubicBezTo>
                  <a:cubicBezTo>
                    <a:pt x="50092" y="1"/>
                    <a:pt x="57418" y="4043"/>
                    <a:pt x="59819" y="11217"/>
                  </a:cubicBezTo>
                  <a:cubicBezTo>
                    <a:pt x="62190" y="18390"/>
                    <a:pt x="73862" y="24104"/>
                    <a:pt x="81035" y="24439"/>
                  </a:cubicBezTo>
                  <a:cubicBezTo>
                    <a:pt x="86780" y="24743"/>
                    <a:pt x="94318" y="19454"/>
                    <a:pt x="99607" y="17934"/>
                  </a:cubicBezTo>
                  <a:cubicBezTo>
                    <a:pt x="108452" y="15381"/>
                    <a:pt x="117844" y="17873"/>
                    <a:pt x="122009" y="25350"/>
                  </a:cubicBezTo>
                  <a:cubicBezTo>
                    <a:pt x="124227" y="29332"/>
                    <a:pt x="120154" y="35047"/>
                    <a:pt x="121066" y="40092"/>
                  </a:cubicBezTo>
                  <a:cubicBezTo>
                    <a:pt x="121978" y="44925"/>
                    <a:pt x="126507" y="48512"/>
                    <a:pt x="126963" y="53406"/>
                  </a:cubicBezTo>
                  <a:cubicBezTo>
                    <a:pt x="127297" y="57205"/>
                    <a:pt x="130459" y="66172"/>
                    <a:pt x="134167" y="67570"/>
                  </a:cubicBezTo>
                  <a:cubicBezTo>
                    <a:pt x="139304" y="69485"/>
                    <a:pt x="146842" y="69424"/>
                    <a:pt x="151128" y="73862"/>
                  </a:cubicBezTo>
                  <a:cubicBezTo>
                    <a:pt x="153650" y="76537"/>
                    <a:pt x="154805" y="80883"/>
                    <a:pt x="158514" y="8203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22"/>
            <p:cNvSpPr/>
            <p:nvPr/>
          </p:nvSpPr>
          <p:spPr>
            <a:xfrm>
              <a:off x="2975000" y="89975"/>
              <a:ext cx="3962850" cy="2068425"/>
            </a:xfrm>
            <a:custGeom>
              <a:rect b="b" l="l" r="r" t="t"/>
              <a:pathLst>
                <a:path extrusionOk="0" fill="none" h="82737" w="158514">
                  <a:moveTo>
                    <a:pt x="0" y="14104"/>
                  </a:moveTo>
                  <a:cubicBezTo>
                    <a:pt x="6535" y="15684"/>
                    <a:pt x="14347" y="15502"/>
                    <a:pt x="20335" y="12918"/>
                  </a:cubicBezTo>
                  <a:cubicBezTo>
                    <a:pt x="27995" y="9575"/>
                    <a:pt x="34439" y="2644"/>
                    <a:pt x="43101" y="1216"/>
                  </a:cubicBezTo>
                  <a:cubicBezTo>
                    <a:pt x="50639" y="0"/>
                    <a:pt x="58299" y="3435"/>
                    <a:pt x="60822" y="10882"/>
                  </a:cubicBezTo>
                  <a:cubicBezTo>
                    <a:pt x="63436" y="18572"/>
                    <a:pt x="72190" y="23587"/>
                    <a:pt x="80184" y="23769"/>
                  </a:cubicBezTo>
                  <a:cubicBezTo>
                    <a:pt x="86415" y="23921"/>
                    <a:pt x="93862" y="18663"/>
                    <a:pt x="99759" y="17417"/>
                  </a:cubicBezTo>
                  <a:cubicBezTo>
                    <a:pt x="107875" y="15715"/>
                    <a:pt x="119394" y="17234"/>
                    <a:pt x="123224" y="25593"/>
                  </a:cubicBezTo>
                  <a:cubicBezTo>
                    <a:pt x="125413" y="30396"/>
                    <a:pt x="120367" y="35350"/>
                    <a:pt x="121279" y="40578"/>
                  </a:cubicBezTo>
                  <a:cubicBezTo>
                    <a:pt x="122100" y="45381"/>
                    <a:pt x="127723" y="48937"/>
                    <a:pt x="128118" y="53496"/>
                  </a:cubicBezTo>
                  <a:cubicBezTo>
                    <a:pt x="128422" y="57174"/>
                    <a:pt x="130762" y="66262"/>
                    <a:pt x="134501" y="67873"/>
                  </a:cubicBezTo>
                  <a:cubicBezTo>
                    <a:pt x="139456" y="70001"/>
                    <a:pt x="147085" y="69971"/>
                    <a:pt x="151340" y="74408"/>
                  </a:cubicBezTo>
                  <a:cubicBezTo>
                    <a:pt x="153894" y="77083"/>
                    <a:pt x="154897" y="81430"/>
                    <a:pt x="158514" y="8273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22"/>
            <p:cNvSpPr/>
            <p:nvPr/>
          </p:nvSpPr>
          <p:spPr>
            <a:xfrm>
              <a:off x="2975000" y="69450"/>
              <a:ext cx="3962850" cy="2089725"/>
            </a:xfrm>
            <a:custGeom>
              <a:rect b="b" l="l" r="r" t="t"/>
              <a:pathLst>
                <a:path extrusionOk="0" fill="none" h="83589" w="158514">
                  <a:moveTo>
                    <a:pt x="0" y="14925"/>
                  </a:moveTo>
                  <a:cubicBezTo>
                    <a:pt x="6626" y="16475"/>
                    <a:pt x="14529" y="16201"/>
                    <a:pt x="20517" y="13496"/>
                  </a:cubicBezTo>
                  <a:cubicBezTo>
                    <a:pt x="28359" y="9940"/>
                    <a:pt x="34925" y="3010"/>
                    <a:pt x="43800" y="1338"/>
                  </a:cubicBezTo>
                  <a:cubicBezTo>
                    <a:pt x="51126" y="0"/>
                    <a:pt x="59454" y="3010"/>
                    <a:pt x="61916" y="10517"/>
                  </a:cubicBezTo>
                  <a:cubicBezTo>
                    <a:pt x="64500" y="18359"/>
                    <a:pt x="70853" y="23223"/>
                    <a:pt x="79272" y="23131"/>
                  </a:cubicBezTo>
                  <a:cubicBezTo>
                    <a:pt x="86020" y="23071"/>
                    <a:pt x="93254" y="17934"/>
                    <a:pt x="100032" y="17052"/>
                  </a:cubicBezTo>
                  <a:cubicBezTo>
                    <a:pt x="108574" y="15958"/>
                    <a:pt x="120489" y="17630"/>
                    <a:pt x="124471" y="25989"/>
                  </a:cubicBezTo>
                  <a:cubicBezTo>
                    <a:pt x="126902" y="31065"/>
                    <a:pt x="120671" y="35776"/>
                    <a:pt x="121492" y="41186"/>
                  </a:cubicBezTo>
                  <a:cubicBezTo>
                    <a:pt x="122221" y="46050"/>
                    <a:pt x="128878" y="49393"/>
                    <a:pt x="129243" y="53740"/>
                  </a:cubicBezTo>
                  <a:cubicBezTo>
                    <a:pt x="129516" y="57357"/>
                    <a:pt x="131127" y="66445"/>
                    <a:pt x="134896" y="68238"/>
                  </a:cubicBezTo>
                  <a:cubicBezTo>
                    <a:pt x="139699" y="70549"/>
                    <a:pt x="147359" y="70670"/>
                    <a:pt x="151584" y="75077"/>
                  </a:cubicBezTo>
                  <a:cubicBezTo>
                    <a:pt x="154137" y="77752"/>
                    <a:pt x="154988" y="82068"/>
                    <a:pt x="158514" y="8358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22"/>
            <p:cNvSpPr/>
            <p:nvPr/>
          </p:nvSpPr>
          <p:spPr>
            <a:xfrm>
              <a:off x="2975000" y="45125"/>
              <a:ext cx="3962850" cy="2114050"/>
            </a:xfrm>
            <a:custGeom>
              <a:rect b="b" l="l" r="r" t="t"/>
              <a:pathLst>
                <a:path extrusionOk="0" fill="none" h="84562" w="158514">
                  <a:moveTo>
                    <a:pt x="0" y="15898"/>
                  </a:moveTo>
                  <a:cubicBezTo>
                    <a:pt x="6991" y="17478"/>
                    <a:pt x="14651" y="16809"/>
                    <a:pt x="20700" y="14226"/>
                  </a:cubicBezTo>
                  <a:cubicBezTo>
                    <a:pt x="28511" y="10913"/>
                    <a:pt x="35350" y="3527"/>
                    <a:pt x="44439" y="1551"/>
                  </a:cubicBezTo>
                  <a:cubicBezTo>
                    <a:pt x="51612" y="1"/>
                    <a:pt x="60579" y="2736"/>
                    <a:pt x="63041" y="10214"/>
                  </a:cubicBezTo>
                  <a:cubicBezTo>
                    <a:pt x="65564" y="17934"/>
                    <a:pt x="69515" y="22949"/>
                    <a:pt x="78391" y="22645"/>
                  </a:cubicBezTo>
                  <a:cubicBezTo>
                    <a:pt x="85716" y="22372"/>
                    <a:pt x="93072" y="17417"/>
                    <a:pt x="100488" y="16931"/>
                  </a:cubicBezTo>
                  <a:cubicBezTo>
                    <a:pt x="109273" y="16323"/>
                    <a:pt x="121431" y="18208"/>
                    <a:pt x="125717" y="26536"/>
                  </a:cubicBezTo>
                  <a:cubicBezTo>
                    <a:pt x="128544" y="31946"/>
                    <a:pt x="121036" y="36415"/>
                    <a:pt x="121735" y="41916"/>
                  </a:cubicBezTo>
                  <a:cubicBezTo>
                    <a:pt x="122343" y="46871"/>
                    <a:pt x="129881" y="49971"/>
                    <a:pt x="130276" y="54105"/>
                  </a:cubicBezTo>
                  <a:cubicBezTo>
                    <a:pt x="130641" y="57631"/>
                    <a:pt x="131431" y="66628"/>
                    <a:pt x="135322" y="68664"/>
                  </a:cubicBezTo>
                  <a:cubicBezTo>
                    <a:pt x="140124" y="71157"/>
                    <a:pt x="147632" y="71461"/>
                    <a:pt x="151796" y="75868"/>
                  </a:cubicBezTo>
                  <a:cubicBezTo>
                    <a:pt x="154350" y="78573"/>
                    <a:pt x="155109" y="82859"/>
                    <a:pt x="158514" y="8456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22"/>
            <p:cNvSpPr/>
            <p:nvPr/>
          </p:nvSpPr>
          <p:spPr>
            <a:xfrm>
              <a:off x="2975000" y="20825"/>
              <a:ext cx="3962850" cy="2138350"/>
            </a:xfrm>
            <a:custGeom>
              <a:rect b="b" l="l" r="r" t="t"/>
              <a:pathLst>
                <a:path extrusionOk="0" fill="none" h="85534" w="158514">
                  <a:moveTo>
                    <a:pt x="0" y="16870"/>
                  </a:moveTo>
                  <a:cubicBezTo>
                    <a:pt x="7082" y="18420"/>
                    <a:pt x="14833" y="17629"/>
                    <a:pt x="20912" y="14955"/>
                  </a:cubicBezTo>
                  <a:cubicBezTo>
                    <a:pt x="28876" y="11459"/>
                    <a:pt x="35776" y="3951"/>
                    <a:pt x="45047" y="1702"/>
                  </a:cubicBezTo>
                  <a:cubicBezTo>
                    <a:pt x="52068" y="0"/>
                    <a:pt x="61703" y="2371"/>
                    <a:pt x="64166" y="9818"/>
                  </a:cubicBezTo>
                  <a:cubicBezTo>
                    <a:pt x="66567" y="16991"/>
                    <a:pt x="68877" y="22645"/>
                    <a:pt x="77722" y="22128"/>
                  </a:cubicBezTo>
                  <a:cubicBezTo>
                    <a:pt x="85503" y="21672"/>
                    <a:pt x="93133" y="16961"/>
                    <a:pt x="101127" y="16809"/>
                  </a:cubicBezTo>
                  <a:cubicBezTo>
                    <a:pt x="110063" y="16657"/>
                    <a:pt x="122161" y="18693"/>
                    <a:pt x="126963" y="27083"/>
                  </a:cubicBezTo>
                  <a:cubicBezTo>
                    <a:pt x="130276" y="32858"/>
                    <a:pt x="121705" y="37052"/>
                    <a:pt x="122161" y="42615"/>
                  </a:cubicBezTo>
                  <a:cubicBezTo>
                    <a:pt x="122616" y="47782"/>
                    <a:pt x="130762" y="50518"/>
                    <a:pt x="131279" y="54530"/>
                  </a:cubicBezTo>
                  <a:cubicBezTo>
                    <a:pt x="131735" y="57934"/>
                    <a:pt x="131796" y="66931"/>
                    <a:pt x="135778" y="69089"/>
                  </a:cubicBezTo>
                  <a:cubicBezTo>
                    <a:pt x="140550" y="71703"/>
                    <a:pt x="147936" y="72250"/>
                    <a:pt x="152039" y="76658"/>
                  </a:cubicBezTo>
                  <a:cubicBezTo>
                    <a:pt x="154593" y="79393"/>
                    <a:pt x="155231" y="83649"/>
                    <a:pt x="158514" y="8553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8" name="Google Shape;3318;p22"/>
          <p:cNvGrpSpPr/>
          <p:nvPr/>
        </p:nvGrpSpPr>
        <p:grpSpPr>
          <a:xfrm>
            <a:off x="5605704" y="4203625"/>
            <a:ext cx="702175" cy="1850350"/>
            <a:chOff x="6601575" y="3455900"/>
            <a:chExt cx="702175" cy="1850350"/>
          </a:xfrm>
        </p:grpSpPr>
        <p:sp>
          <p:nvSpPr>
            <p:cNvPr id="3319" name="Google Shape;3319;p22"/>
            <p:cNvSpPr/>
            <p:nvPr/>
          </p:nvSpPr>
          <p:spPr>
            <a:xfrm>
              <a:off x="6601575" y="5187675"/>
              <a:ext cx="118575" cy="118575"/>
            </a:xfrm>
            <a:custGeom>
              <a:rect b="b" l="l" r="r" t="t"/>
              <a:pathLst>
                <a:path extrusionOk="0" h="4743" w="4743">
                  <a:moveTo>
                    <a:pt x="1885" y="1"/>
                  </a:moveTo>
                  <a:lnTo>
                    <a:pt x="1885" y="1885"/>
                  </a:lnTo>
                  <a:lnTo>
                    <a:pt x="1" y="1885"/>
                  </a:lnTo>
                  <a:lnTo>
                    <a:pt x="1"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22"/>
            <p:cNvSpPr/>
            <p:nvPr/>
          </p:nvSpPr>
          <p:spPr>
            <a:xfrm>
              <a:off x="6601575" y="4994675"/>
              <a:ext cx="118575" cy="119325"/>
            </a:xfrm>
            <a:custGeom>
              <a:rect b="b" l="l" r="r" t="t"/>
              <a:pathLst>
                <a:path extrusionOk="0" h="4773" w="4743">
                  <a:moveTo>
                    <a:pt x="1885" y="0"/>
                  </a:moveTo>
                  <a:lnTo>
                    <a:pt x="1885" y="1915"/>
                  </a:lnTo>
                  <a:lnTo>
                    <a:pt x="1" y="1915"/>
                  </a:lnTo>
                  <a:lnTo>
                    <a:pt x="1" y="2858"/>
                  </a:lnTo>
                  <a:lnTo>
                    <a:pt x="1885" y="2858"/>
                  </a:lnTo>
                  <a:lnTo>
                    <a:pt x="1885" y="4772"/>
                  </a:lnTo>
                  <a:lnTo>
                    <a:pt x="2827" y="4772"/>
                  </a:lnTo>
                  <a:lnTo>
                    <a:pt x="2827" y="2858"/>
                  </a:lnTo>
                  <a:lnTo>
                    <a:pt x="4742" y="2858"/>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22"/>
            <p:cNvSpPr/>
            <p:nvPr/>
          </p:nvSpPr>
          <p:spPr>
            <a:xfrm>
              <a:off x="6601575" y="4802425"/>
              <a:ext cx="118575" cy="119325"/>
            </a:xfrm>
            <a:custGeom>
              <a:rect b="b" l="l" r="r" t="t"/>
              <a:pathLst>
                <a:path extrusionOk="0" h="4773" w="4743">
                  <a:moveTo>
                    <a:pt x="1885" y="0"/>
                  </a:moveTo>
                  <a:lnTo>
                    <a:pt x="1885" y="1915"/>
                  </a:lnTo>
                  <a:lnTo>
                    <a:pt x="1" y="1915"/>
                  </a:lnTo>
                  <a:lnTo>
                    <a:pt x="1" y="2857"/>
                  </a:lnTo>
                  <a:lnTo>
                    <a:pt x="1885" y="2857"/>
                  </a:lnTo>
                  <a:lnTo>
                    <a:pt x="1885" y="4772"/>
                  </a:lnTo>
                  <a:lnTo>
                    <a:pt x="2827" y="477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22"/>
            <p:cNvSpPr/>
            <p:nvPr/>
          </p:nvSpPr>
          <p:spPr>
            <a:xfrm>
              <a:off x="6601575" y="4610175"/>
              <a:ext cx="118575" cy="118550"/>
            </a:xfrm>
            <a:custGeom>
              <a:rect b="b" l="l" r="r" t="t"/>
              <a:pathLst>
                <a:path extrusionOk="0" h="4742" w="4743">
                  <a:moveTo>
                    <a:pt x="1885" y="0"/>
                  </a:moveTo>
                  <a:lnTo>
                    <a:pt x="1885" y="1915"/>
                  </a:lnTo>
                  <a:lnTo>
                    <a:pt x="1" y="1915"/>
                  </a:lnTo>
                  <a:lnTo>
                    <a:pt x="1" y="2857"/>
                  </a:lnTo>
                  <a:lnTo>
                    <a:pt x="1885" y="2857"/>
                  </a:lnTo>
                  <a:lnTo>
                    <a:pt x="1885" y="4742"/>
                  </a:lnTo>
                  <a:lnTo>
                    <a:pt x="2827" y="474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22"/>
            <p:cNvSpPr/>
            <p:nvPr/>
          </p:nvSpPr>
          <p:spPr>
            <a:xfrm>
              <a:off x="6601575" y="4417925"/>
              <a:ext cx="118575" cy="118550"/>
            </a:xfrm>
            <a:custGeom>
              <a:rect b="b" l="l" r="r" t="t"/>
              <a:pathLst>
                <a:path extrusionOk="0" h="4742" w="4743">
                  <a:moveTo>
                    <a:pt x="1885" y="0"/>
                  </a:moveTo>
                  <a:lnTo>
                    <a:pt x="1885" y="1915"/>
                  </a:lnTo>
                  <a:lnTo>
                    <a:pt x="1" y="1915"/>
                  </a:lnTo>
                  <a:lnTo>
                    <a:pt x="1" y="2857"/>
                  </a:lnTo>
                  <a:lnTo>
                    <a:pt x="1885" y="2857"/>
                  </a:lnTo>
                  <a:lnTo>
                    <a:pt x="1885" y="4742"/>
                  </a:lnTo>
                  <a:lnTo>
                    <a:pt x="2827" y="474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22"/>
            <p:cNvSpPr/>
            <p:nvPr/>
          </p:nvSpPr>
          <p:spPr>
            <a:xfrm>
              <a:off x="6601575" y="4225675"/>
              <a:ext cx="118575" cy="118550"/>
            </a:xfrm>
            <a:custGeom>
              <a:rect b="b" l="l" r="r" t="t"/>
              <a:pathLst>
                <a:path extrusionOk="0" h="4742" w="4743">
                  <a:moveTo>
                    <a:pt x="1885" y="0"/>
                  </a:moveTo>
                  <a:lnTo>
                    <a:pt x="1885" y="1885"/>
                  </a:lnTo>
                  <a:lnTo>
                    <a:pt x="1" y="1885"/>
                  </a:lnTo>
                  <a:lnTo>
                    <a:pt x="1" y="2857"/>
                  </a:lnTo>
                  <a:lnTo>
                    <a:pt x="1885" y="2857"/>
                  </a:lnTo>
                  <a:lnTo>
                    <a:pt x="1885" y="4742"/>
                  </a:lnTo>
                  <a:lnTo>
                    <a:pt x="2827" y="4742"/>
                  </a:lnTo>
                  <a:lnTo>
                    <a:pt x="2827" y="2857"/>
                  </a:lnTo>
                  <a:lnTo>
                    <a:pt x="4742" y="2857"/>
                  </a:lnTo>
                  <a:lnTo>
                    <a:pt x="4742" y="1885"/>
                  </a:lnTo>
                  <a:lnTo>
                    <a:pt x="2827" y="188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22"/>
            <p:cNvSpPr/>
            <p:nvPr/>
          </p:nvSpPr>
          <p:spPr>
            <a:xfrm>
              <a:off x="6601575" y="4033400"/>
              <a:ext cx="118575" cy="118575"/>
            </a:xfrm>
            <a:custGeom>
              <a:rect b="b" l="l" r="r" t="t"/>
              <a:pathLst>
                <a:path extrusionOk="0" h="4743" w="4743">
                  <a:moveTo>
                    <a:pt x="1885" y="1"/>
                  </a:moveTo>
                  <a:lnTo>
                    <a:pt x="1885" y="1885"/>
                  </a:lnTo>
                  <a:lnTo>
                    <a:pt x="1" y="1885"/>
                  </a:lnTo>
                  <a:lnTo>
                    <a:pt x="1"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22"/>
            <p:cNvSpPr/>
            <p:nvPr/>
          </p:nvSpPr>
          <p:spPr>
            <a:xfrm>
              <a:off x="6601575" y="3841150"/>
              <a:ext cx="118575" cy="118575"/>
            </a:xfrm>
            <a:custGeom>
              <a:rect b="b" l="l" r="r" t="t"/>
              <a:pathLst>
                <a:path extrusionOk="0" h="4743" w="4743">
                  <a:moveTo>
                    <a:pt x="1885" y="1"/>
                  </a:moveTo>
                  <a:lnTo>
                    <a:pt x="1885" y="1885"/>
                  </a:lnTo>
                  <a:lnTo>
                    <a:pt x="1" y="1885"/>
                  </a:lnTo>
                  <a:lnTo>
                    <a:pt x="1"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22"/>
            <p:cNvSpPr/>
            <p:nvPr/>
          </p:nvSpPr>
          <p:spPr>
            <a:xfrm>
              <a:off x="6601575" y="3648900"/>
              <a:ext cx="118575" cy="118575"/>
            </a:xfrm>
            <a:custGeom>
              <a:rect b="b" l="l" r="r" t="t"/>
              <a:pathLst>
                <a:path extrusionOk="0" h="4743" w="4743">
                  <a:moveTo>
                    <a:pt x="1885" y="1"/>
                  </a:moveTo>
                  <a:lnTo>
                    <a:pt x="1885" y="1885"/>
                  </a:lnTo>
                  <a:lnTo>
                    <a:pt x="1" y="1885"/>
                  </a:lnTo>
                  <a:lnTo>
                    <a:pt x="1" y="2828"/>
                  </a:lnTo>
                  <a:lnTo>
                    <a:pt x="1885" y="2828"/>
                  </a:lnTo>
                  <a:lnTo>
                    <a:pt x="1885" y="4742"/>
                  </a:lnTo>
                  <a:lnTo>
                    <a:pt x="2827" y="4742"/>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22"/>
            <p:cNvSpPr/>
            <p:nvPr/>
          </p:nvSpPr>
          <p:spPr>
            <a:xfrm>
              <a:off x="6796100" y="5187675"/>
              <a:ext cx="118575" cy="118575"/>
            </a:xfrm>
            <a:custGeom>
              <a:rect b="b" l="l" r="r" t="t"/>
              <a:pathLst>
                <a:path extrusionOk="0" h="4743" w="4743">
                  <a:moveTo>
                    <a:pt x="1885" y="1"/>
                  </a:moveTo>
                  <a:lnTo>
                    <a:pt x="1885" y="1885"/>
                  </a:lnTo>
                  <a:lnTo>
                    <a:pt x="1" y="1885"/>
                  </a:lnTo>
                  <a:lnTo>
                    <a:pt x="1" y="2828"/>
                  </a:lnTo>
                  <a:lnTo>
                    <a:pt x="1885" y="2828"/>
                  </a:lnTo>
                  <a:lnTo>
                    <a:pt x="1885" y="4743"/>
                  </a:lnTo>
                  <a:lnTo>
                    <a:pt x="2828" y="4743"/>
                  </a:lnTo>
                  <a:lnTo>
                    <a:pt x="2828" y="2828"/>
                  </a:lnTo>
                  <a:lnTo>
                    <a:pt x="4743" y="2828"/>
                  </a:lnTo>
                  <a:lnTo>
                    <a:pt x="4743" y="1885"/>
                  </a:lnTo>
                  <a:lnTo>
                    <a:pt x="2828" y="1885"/>
                  </a:lnTo>
                  <a:lnTo>
                    <a:pt x="28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22"/>
            <p:cNvSpPr/>
            <p:nvPr/>
          </p:nvSpPr>
          <p:spPr>
            <a:xfrm>
              <a:off x="6796100" y="4994675"/>
              <a:ext cx="118575" cy="119325"/>
            </a:xfrm>
            <a:custGeom>
              <a:rect b="b" l="l" r="r" t="t"/>
              <a:pathLst>
                <a:path extrusionOk="0" h="4773" w="4743">
                  <a:moveTo>
                    <a:pt x="1885" y="0"/>
                  </a:moveTo>
                  <a:lnTo>
                    <a:pt x="1885" y="1915"/>
                  </a:lnTo>
                  <a:lnTo>
                    <a:pt x="1" y="1915"/>
                  </a:lnTo>
                  <a:lnTo>
                    <a:pt x="1" y="2858"/>
                  </a:lnTo>
                  <a:lnTo>
                    <a:pt x="1885" y="2858"/>
                  </a:lnTo>
                  <a:lnTo>
                    <a:pt x="1885" y="4772"/>
                  </a:lnTo>
                  <a:lnTo>
                    <a:pt x="2828" y="4772"/>
                  </a:lnTo>
                  <a:lnTo>
                    <a:pt x="2828" y="2858"/>
                  </a:lnTo>
                  <a:lnTo>
                    <a:pt x="4743" y="2858"/>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22"/>
            <p:cNvSpPr/>
            <p:nvPr/>
          </p:nvSpPr>
          <p:spPr>
            <a:xfrm>
              <a:off x="6796100" y="4802425"/>
              <a:ext cx="118575" cy="119325"/>
            </a:xfrm>
            <a:custGeom>
              <a:rect b="b" l="l" r="r" t="t"/>
              <a:pathLst>
                <a:path extrusionOk="0" h="4773" w="4743">
                  <a:moveTo>
                    <a:pt x="1885" y="0"/>
                  </a:moveTo>
                  <a:lnTo>
                    <a:pt x="1885" y="1915"/>
                  </a:lnTo>
                  <a:lnTo>
                    <a:pt x="1" y="1915"/>
                  </a:lnTo>
                  <a:lnTo>
                    <a:pt x="1" y="2857"/>
                  </a:lnTo>
                  <a:lnTo>
                    <a:pt x="1885" y="2857"/>
                  </a:lnTo>
                  <a:lnTo>
                    <a:pt x="1885" y="4772"/>
                  </a:lnTo>
                  <a:lnTo>
                    <a:pt x="2828" y="4772"/>
                  </a:lnTo>
                  <a:lnTo>
                    <a:pt x="2828" y="2857"/>
                  </a:lnTo>
                  <a:lnTo>
                    <a:pt x="4743" y="2857"/>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22"/>
            <p:cNvSpPr/>
            <p:nvPr/>
          </p:nvSpPr>
          <p:spPr>
            <a:xfrm>
              <a:off x="6796100" y="4610175"/>
              <a:ext cx="118575" cy="118550"/>
            </a:xfrm>
            <a:custGeom>
              <a:rect b="b" l="l" r="r" t="t"/>
              <a:pathLst>
                <a:path extrusionOk="0" h="4742" w="4743">
                  <a:moveTo>
                    <a:pt x="1885" y="0"/>
                  </a:moveTo>
                  <a:lnTo>
                    <a:pt x="1885" y="1915"/>
                  </a:lnTo>
                  <a:lnTo>
                    <a:pt x="1" y="1915"/>
                  </a:lnTo>
                  <a:lnTo>
                    <a:pt x="1" y="2857"/>
                  </a:lnTo>
                  <a:lnTo>
                    <a:pt x="1885" y="2857"/>
                  </a:lnTo>
                  <a:lnTo>
                    <a:pt x="1885" y="4742"/>
                  </a:lnTo>
                  <a:lnTo>
                    <a:pt x="2828" y="4742"/>
                  </a:lnTo>
                  <a:lnTo>
                    <a:pt x="2828" y="2857"/>
                  </a:lnTo>
                  <a:lnTo>
                    <a:pt x="4743" y="2857"/>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22"/>
            <p:cNvSpPr/>
            <p:nvPr/>
          </p:nvSpPr>
          <p:spPr>
            <a:xfrm>
              <a:off x="6796100" y="4417925"/>
              <a:ext cx="118575" cy="118550"/>
            </a:xfrm>
            <a:custGeom>
              <a:rect b="b" l="l" r="r" t="t"/>
              <a:pathLst>
                <a:path extrusionOk="0" h="4742" w="4743">
                  <a:moveTo>
                    <a:pt x="1885" y="0"/>
                  </a:moveTo>
                  <a:lnTo>
                    <a:pt x="1885" y="1915"/>
                  </a:lnTo>
                  <a:lnTo>
                    <a:pt x="1" y="1915"/>
                  </a:lnTo>
                  <a:lnTo>
                    <a:pt x="1" y="2857"/>
                  </a:lnTo>
                  <a:lnTo>
                    <a:pt x="1885" y="2857"/>
                  </a:lnTo>
                  <a:lnTo>
                    <a:pt x="1885" y="4742"/>
                  </a:lnTo>
                  <a:lnTo>
                    <a:pt x="2828" y="4742"/>
                  </a:lnTo>
                  <a:lnTo>
                    <a:pt x="2828" y="2857"/>
                  </a:lnTo>
                  <a:lnTo>
                    <a:pt x="4743" y="2857"/>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22"/>
            <p:cNvSpPr/>
            <p:nvPr/>
          </p:nvSpPr>
          <p:spPr>
            <a:xfrm>
              <a:off x="6796100" y="4225675"/>
              <a:ext cx="118575" cy="118550"/>
            </a:xfrm>
            <a:custGeom>
              <a:rect b="b" l="l" r="r" t="t"/>
              <a:pathLst>
                <a:path extrusionOk="0" h="4742" w="4743">
                  <a:moveTo>
                    <a:pt x="1885" y="0"/>
                  </a:moveTo>
                  <a:lnTo>
                    <a:pt x="1885" y="1885"/>
                  </a:lnTo>
                  <a:lnTo>
                    <a:pt x="1" y="1885"/>
                  </a:lnTo>
                  <a:lnTo>
                    <a:pt x="1" y="2857"/>
                  </a:lnTo>
                  <a:lnTo>
                    <a:pt x="1885" y="2857"/>
                  </a:lnTo>
                  <a:lnTo>
                    <a:pt x="1885" y="4742"/>
                  </a:lnTo>
                  <a:lnTo>
                    <a:pt x="2828" y="4742"/>
                  </a:lnTo>
                  <a:lnTo>
                    <a:pt x="2828" y="2857"/>
                  </a:lnTo>
                  <a:lnTo>
                    <a:pt x="4743" y="2857"/>
                  </a:lnTo>
                  <a:lnTo>
                    <a:pt x="4743" y="1885"/>
                  </a:lnTo>
                  <a:lnTo>
                    <a:pt x="2828" y="188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22"/>
            <p:cNvSpPr/>
            <p:nvPr/>
          </p:nvSpPr>
          <p:spPr>
            <a:xfrm>
              <a:off x="6796100" y="4033400"/>
              <a:ext cx="118575" cy="118575"/>
            </a:xfrm>
            <a:custGeom>
              <a:rect b="b" l="l" r="r" t="t"/>
              <a:pathLst>
                <a:path extrusionOk="0" h="4743" w="4743">
                  <a:moveTo>
                    <a:pt x="1885" y="1"/>
                  </a:moveTo>
                  <a:lnTo>
                    <a:pt x="1885" y="1885"/>
                  </a:lnTo>
                  <a:lnTo>
                    <a:pt x="1" y="1885"/>
                  </a:lnTo>
                  <a:lnTo>
                    <a:pt x="1" y="2828"/>
                  </a:lnTo>
                  <a:lnTo>
                    <a:pt x="1885" y="2828"/>
                  </a:lnTo>
                  <a:lnTo>
                    <a:pt x="1885" y="4743"/>
                  </a:lnTo>
                  <a:lnTo>
                    <a:pt x="2828" y="4743"/>
                  </a:lnTo>
                  <a:lnTo>
                    <a:pt x="2828" y="2828"/>
                  </a:lnTo>
                  <a:lnTo>
                    <a:pt x="4743" y="2828"/>
                  </a:lnTo>
                  <a:lnTo>
                    <a:pt x="4743" y="1885"/>
                  </a:lnTo>
                  <a:lnTo>
                    <a:pt x="2828" y="1885"/>
                  </a:lnTo>
                  <a:lnTo>
                    <a:pt x="28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22"/>
            <p:cNvSpPr/>
            <p:nvPr/>
          </p:nvSpPr>
          <p:spPr>
            <a:xfrm>
              <a:off x="6796100" y="3841150"/>
              <a:ext cx="118575" cy="118575"/>
            </a:xfrm>
            <a:custGeom>
              <a:rect b="b" l="l" r="r" t="t"/>
              <a:pathLst>
                <a:path extrusionOk="0" h="4743" w="4743">
                  <a:moveTo>
                    <a:pt x="1885" y="1"/>
                  </a:moveTo>
                  <a:lnTo>
                    <a:pt x="1885" y="1885"/>
                  </a:lnTo>
                  <a:lnTo>
                    <a:pt x="1" y="1885"/>
                  </a:lnTo>
                  <a:lnTo>
                    <a:pt x="1" y="2828"/>
                  </a:lnTo>
                  <a:lnTo>
                    <a:pt x="1885" y="2828"/>
                  </a:lnTo>
                  <a:lnTo>
                    <a:pt x="1885" y="4743"/>
                  </a:lnTo>
                  <a:lnTo>
                    <a:pt x="2828" y="4743"/>
                  </a:lnTo>
                  <a:lnTo>
                    <a:pt x="2828" y="2828"/>
                  </a:lnTo>
                  <a:lnTo>
                    <a:pt x="4743" y="2828"/>
                  </a:lnTo>
                  <a:lnTo>
                    <a:pt x="4743" y="1885"/>
                  </a:lnTo>
                  <a:lnTo>
                    <a:pt x="2828" y="1885"/>
                  </a:lnTo>
                  <a:lnTo>
                    <a:pt x="28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22"/>
            <p:cNvSpPr/>
            <p:nvPr/>
          </p:nvSpPr>
          <p:spPr>
            <a:xfrm>
              <a:off x="6796100" y="3648900"/>
              <a:ext cx="118575" cy="118575"/>
            </a:xfrm>
            <a:custGeom>
              <a:rect b="b" l="l" r="r" t="t"/>
              <a:pathLst>
                <a:path extrusionOk="0" h="4743" w="4743">
                  <a:moveTo>
                    <a:pt x="1885" y="1"/>
                  </a:moveTo>
                  <a:lnTo>
                    <a:pt x="1885" y="1885"/>
                  </a:lnTo>
                  <a:lnTo>
                    <a:pt x="1" y="1885"/>
                  </a:lnTo>
                  <a:lnTo>
                    <a:pt x="1" y="2828"/>
                  </a:lnTo>
                  <a:lnTo>
                    <a:pt x="1885" y="2828"/>
                  </a:lnTo>
                  <a:lnTo>
                    <a:pt x="1885" y="4742"/>
                  </a:lnTo>
                  <a:lnTo>
                    <a:pt x="2828" y="4742"/>
                  </a:lnTo>
                  <a:lnTo>
                    <a:pt x="2828" y="2828"/>
                  </a:lnTo>
                  <a:lnTo>
                    <a:pt x="4743" y="2828"/>
                  </a:lnTo>
                  <a:lnTo>
                    <a:pt x="4743" y="1885"/>
                  </a:lnTo>
                  <a:lnTo>
                    <a:pt x="2828" y="1885"/>
                  </a:lnTo>
                  <a:lnTo>
                    <a:pt x="28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22"/>
            <p:cNvSpPr/>
            <p:nvPr/>
          </p:nvSpPr>
          <p:spPr>
            <a:xfrm>
              <a:off x="6990650" y="5187675"/>
              <a:ext cx="118550" cy="118575"/>
            </a:xfrm>
            <a:custGeom>
              <a:rect b="b" l="l" r="r" t="t"/>
              <a:pathLst>
                <a:path extrusionOk="0" h="4743" w="4742">
                  <a:moveTo>
                    <a:pt x="1885" y="1"/>
                  </a:moveTo>
                  <a:lnTo>
                    <a:pt x="1885" y="1885"/>
                  </a:lnTo>
                  <a:lnTo>
                    <a:pt x="0" y="1885"/>
                  </a:lnTo>
                  <a:lnTo>
                    <a:pt x="0"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22"/>
            <p:cNvSpPr/>
            <p:nvPr/>
          </p:nvSpPr>
          <p:spPr>
            <a:xfrm>
              <a:off x="6990650" y="4994675"/>
              <a:ext cx="118550" cy="119325"/>
            </a:xfrm>
            <a:custGeom>
              <a:rect b="b" l="l" r="r" t="t"/>
              <a:pathLst>
                <a:path extrusionOk="0" h="4773" w="4742">
                  <a:moveTo>
                    <a:pt x="1885" y="0"/>
                  </a:moveTo>
                  <a:lnTo>
                    <a:pt x="1885" y="1915"/>
                  </a:lnTo>
                  <a:lnTo>
                    <a:pt x="0" y="1915"/>
                  </a:lnTo>
                  <a:lnTo>
                    <a:pt x="0" y="2858"/>
                  </a:lnTo>
                  <a:lnTo>
                    <a:pt x="1885" y="2858"/>
                  </a:lnTo>
                  <a:lnTo>
                    <a:pt x="1885" y="4772"/>
                  </a:lnTo>
                  <a:lnTo>
                    <a:pt x="2827" y="4772"/>
                  </a:lnTo>
                  <a:lnTo>
                    <a:pt x="2827" y="2858"/>
                  </a:lnTo>
                  <a:lnTo>
                    <a:pt x="4742" y="2858"/>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22"/>
            <p:cNvSpPr/>
            <p:nvPr/>
          </p:nvSpPr>
          <p:spPr>
            <a:xfrm>
              <a:off x="6990650" y="4802425"/>
              <a:ext cx="118550" cy="119325"/>
            </a:xfrm>
            <a:custGeom>
              <a:rect b="b" l="l" r="r" t="t"/>
              <a:pathLst>
                <a:path extrusionOk="0" h="4773" w="4742">
                  <a:moveTo>
                    <a:pt x="1885" y="0"/>
                  </a:moveTo>
                  <a:lnTo>
                    <a:pt x="1885" y="1915"/>
                  </a:lnTo>
                  <a:lnTo>
                    <a:pt x="0" y="1915"/>
                  </a:lnTo>
                  <a:lnTo>
                    <a:pt x="0" y="2857"/>
                  </a:lnTo>
                  <a:lnTo>
                    <a:pt x="1885" y="2857"/>
                  </a:lnTo>
                  <a:lnTo>
                    <a:pt x="1885" y="4772"/>
                  </a:lnTo>
                  <a:lnTo>
                    <a:pt x="2827" y="477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22"/>
            <p:cNvSpPr/>
            <p:nvPr/>
          </p:nvSpPr>
          <p:spPr>
            <a:xfrm>
              <a:off x="6990650" y="4610175"/>
              <a:ext cx="118550" cy="118550"/>
            </a:xfrm>
            <a:custGeom>
              <a:rect b="b" l="l" r="r" t="t"/>
              <a:pathLst>
                <a:path extrusionOk="0" h="4742" w="4742">
                  <a:moveTo>
                    <a:pt x="1885" y="0"/>
                  </a:moveTo>
                  <a:lnTo>
                    <a:pt x="1885" y="1915"/>
                  </a:lnTo>
                  <a:lnTo>
                    <a:pt x="0" y="1915"/>
                  </a:lnTo>
                  <a:lnTo>
                    <a:pt x="0" y="2857"/>
                  </a:lnTo>
                  <a:lnTo>
                    <a:pt x="1885" y="2857"/>
                  </a:lnTo>
                  <a:lnTo>
                    <a:pt x="1885" y="4742"/>
                  </a:lnTo>
                  <a:lnTo>
                    <a:pt x="2827" y="474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22"/>
            <p:cNvSpPr/>
            <p:nvPr/>
          </p:nvSpPr>
          <p:spPr>
            <a:xfrm>
              <a:off x="6990650" y="4417925"/>
              <a:ext cx="118550" cy="118550"/>
            </a:xfrm>
            <a:custGeom>
              <a:rect b="b" l="l" r="r" t="t"/>
              <a:pathLst>
                <a:path extrusionOk="0" h="4742" w="4742">
                  <a:moveTo>
                    <a:pt x="1885" y="0"/>
                  </a:moveTo>
                  <a:lnTo>
                    <a:pt x="1885" y="1915"/>
                  </a:lnTo>
                  <a:lnTo>
                    <a:pt x="0" y="1915"/>
                  </a:lnTo>
                  <a:lnTo>
                    <a:pt x="0" y="2857"/>
                  </a:lnTo>
                  <a:lnTo>
                    <a:pt x="1885" y="2857"/>
                  </a:lnTo>
                  <a:lnTo>
                    <a:pt x="1885" y="4742"/>
                  </a:lnTo>
                  <a:lnTo>
                    <a:pt x="2827" y="474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22"/>
            <p:cNvSpPr/>
            <p:nvPr/>
          </p:nvSpPr>
          <p:spPr>
            <a:xfrm>
              <a:off x="6990650" y="4225675"/>
              <a:ext cx="118550" cy="118550"/>
            </a:xfrm>
            <a:custGeom>
              <a:rect b="b" l="l" r="r" t="t"/>
              <a:pathLst>
                <a:path extrusionOk="0" h="4742" w="4742">
                  <a:moveTo>
                    <a:pt x="1885" y="0"/>
                  </a:moveTo>
                  <a:lnTo>
                    <a:pt x="1885" y="1885"/>
                  </a:lnTo>
                  <a:lnTo>
                    <a:pt x="0" y="1885"/>
                  </a:lnTo>
                  <a:lnTo>
                    <a:pt x="0" y="2857"/>
                  </a:lnTo>
                  <a:lnTo>
                    <a:pt x="1885" y="2857"/>
                  </a:lnTo>
                  <a:lnTo>
                    <a:pt x="1885" y="4742"/>
                  </a:lnTo>
                  <a:lnTo>
                    <a:pt x="2827" y="4742"/>
                  </a:lnTo>
                  <a:lnTo>
                    <a:pt x="2827" y="2857"/>
                  </a:lnTo>
                  <a:lnTo>
                    <a:pt x="4742" y="2857"/>
                  </a:lnTo>
                  <a:lnTo>
                    <a:pt x="4742" y="1885"/>
                  </a:lnTo>
                  <a:lnTo>
                    <a:pt x="2827" y="188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22"/>
            <p:cNvSpPr/>
            <p:nvPr/>
          </p:nvSpPr>
          <p:spPr>
            <a:xfrm>
              <a:off x="6990650" y="4033400"/>
              <a:ext cx="118550" cy="118575"/>
            </a:xfrm>
            <a:custGeom>
              <a:rect b="b" l="l" r="r" t="t"/>
              <a:pathLst>
                <a:path extrusionOk="0" h="4743" w="4742">
                  <a:moveTo>
                    <a:pt x="1885" y="1"/>
                  </a:moveTo>
                  <a:lnTo>
                    <a:pt x="1885" y="1885"/>
                  </a:lnTo>
                  <a:lnTo>
                    <a:pt x="0" y="1885"/>
                  </a:lnTo>
                  <a:lnTo>
                    <a:pt x="0"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22"/>
            <p:cNvSpPr/>
            <p:nvPr/>
          </p:nvSpPr>
          <p:spPr>
            <a:xfrm>
              <a:off x="6990650" y="3841150"/>
              <a:ext cx="118550" cy="118575"/>
            </a:xfrm>
            <a:custGeom>
              <a:rect b="b" l="l" r="r" t="t"/>
              <a:pathLst>
                <a:path extrusionOk="0" h="4743" w="4742">
                  <a:moveTo>
                    <a:pt x="1885" y="1"/>
                  </a:moveTo>
                  <a:lnTo>
                    <a:pt x="1885" y="1885"/>
                  </a:lnTo>
                  <a:lnTo>
                    <a:pt x="0" y="1885"/>
                  </a:lnTo>
                  <a:lnTo>
                    <a:pt x="0"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22"/>
            <p:cNvSpPr/>
            <p:nvPr/>
          </p:nvSpPr>
          <p:spPr>
            <a:xfrm>
              <a:off x="6990650" y="3648900"/>
              <a:ext cx="118550" cy="118575"/>
            </a:xfrm>
            <a:custGeom>
              <a:rect b="b" l="l" r="r" t="t"/>
              <a:pathLst>
                <a:path extrusionOk="0" h="4743" w="4742">
                  <a:moveTo>
                    <a:pt x="1885" y="1"/>
                  </a:moveTo>
                  <a:lnTo>
                    <a:pt x="1885" y="1885"/>
                  </a:lnTo>
                  <a:lnTo>
                    <a:pt x="0" y="1885"/>
                  </a:lnTo>
                  <a:lnTo>
                    <a:pt x="0" y="2828"/>
                  </a:lnTo>
                  <a:lnTo>
                    <a:pt x="1885" y="2828"/>
                  </a:lnTo>
                  <a:lnTo>
                    <a:pt x="1885" y="4742"/>
                  </a:lnTo>
                  <a:lnTo>
                    <a:pt x="2827" y="4742"/>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22"/>
            <p:cNvSpPr/>
            <p:nvPr/>
          </p:nvSpPr>
          <p:spPr>
            <a:xfrm>
              <a:off x="7184425" y="5187675"/>
              <a:ext cx="119325" cy="118575"/>
            </a:xfrm>
            <a:custGeom>
              <a:rect b="b" l="l" r="r" t="t"/>
              <a:pathLst>
                <a:path extrusionOk="0" h="4743" w="4773">
                  <a:moveTo>
                    <a:pt x="1915" y="1"/>
                  </a:moveTo>
                  <a:lnTo>
                    <a:pt x="1915" y="1885"/>
                  </a:lnTo>
                  <a:lnTo>
                    <a:pt x="0" y="1885"/>
                  </a:lnTo>
                  <a:lnTo>
                    <a:pt x="0" y="2828"/>
                  </a:lnTo>
                  <a:lnTo>
                    <a:pt x="1915" y="2828"/>
                  </a:lnTo>
                  <a:lnTo>
                    <a:pt x="1915" y="4743"/>
                  </a:lnTo>
                  <a:lnTo>
                    <a:pt x="2857" y="4743"/>
                  </a:lnTo>
                  <a:lnTo>
                    <a:pt x="2857" y="2828"/>
                  </a:lnTo>
                  <a:lnTo>
                    <a:pt x="4772" y="2828"/>
                  </a:lnTo>
                  <a:lnTo>
                    <a:pt x="4772" y="1885"/>
                  </a:lnTo>
                  <a:lnTo>
                    <a:pt x="2857" y="1885"/>
                  </a:lnTo>
                  <a:lnTo>
                    <a:pt x="285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22"/>
            <p:cNvSpPr/>
            <p:nvPr/>
          </p:nvSpPr>
          <p:spPr>
            <a:xfrm>
              <a:off x="7184425" y="4994675"/>
              <a:ext cx="119325" cy="119325"/>
            </a:xfrm>
            <a:custGeom>
              <a:rect b="b" l="l" r="r" t="t"/>
              <a:pathLst>
                <a:path extrusionOk="0" h="4773" w="4773">
                  <a:moveTo>
                    <a:pt x="1915" y="0"/>
                  </a:moveTo>
                  <a:lnTo>
                    <a:pt x="1915" y="1915"/>
                  </a:lnTo>
                  <a:lnTo>
                    <a:pt x="0" y="1915"/>
                  </a:lnTo>
                  <a:lnTo>
                    <a:pt x="0" y="2858"/>
                  </a:lnTo>
                  <a:lnTo>
                    <a:pt x="1915" y="2858"/>
                  </a:lnTo>
                  <a:lnTo>
                    <a:pt x="1915" y="4772"/>
                  </a:lnTo>
                  <a:lnTo>
                    <a:pt x="2857" y="4772"/>
                  </a:lnTo>
                  <a:lnTo>
                    <a:pt x="2857" y="2858"/>
                  </a:lnTo>
                  <a:lnTo>
                    <a:pt x="4772" y="2858"/>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22"/>
            <p:cNvSpPr/>
            <p:nvPr/>
          </p:nvSpPr>
          <p:spPr>
            <a:xfrm>
              <a:off x="7184425" y="4802425"/>
              <a:ext cx="119325" cy="119325"/>
            </a:xfrm>
            <a:custGeom>
              <a:rect b="b" l="l" r="r" t="t"/>
              <a:pathLst>
                <a:path extrusionOk="0" h="4773" w="4773">
                  <a:moveTo>
                    <a:pt x="1915" y="0"/>
                  </a:moveTo>
                  <a:lnTo>
                    <a:pt x="1915" y="1915"/>
                  </a:lnTo>
                  <a:lnTo>
                    <a:pt x="0" y="1915"/>
                  </a:lnTo>
                  <a:lnTo>
                    <a:pt x="0" y="2857"/>
                  </a:lnTo>
                  <a:lnTo>
                    <a:pt x="1915" y="2857"/>
                  </a:lnTo>
                  <a:lnTo>
                    <a:pt x="1915" y="4772"/>
                  </a:lnTo>
                  <a:lnTo>
                    <a:pt x="2857" y="4772"/>
                  </a:lnTo>
                  <a:lnTo>
                    <a:pt x="2857" y="2857"/>
                  </a:lnTo>
                  <a:lnTo>
                    <a:pt x="4772" y="2857"/>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22"/>
            <p:cNvSpPr/>
            <p:nvPr/>
          </p:nvSpPr>
          <p:spPr>
            <a:xfrm>
              <a:off x="7184425" y="4610175"/>
              <a:ext cx="119325" cy="118550"/>
            </a:xfrm>
            <a:custGeom>
              <a:rect b="b" l="l" r="r" t="t"/>
              <a:pathLst>
                <a:path extrusionOk="0" h="4742" w="4773">
                  <a:moveTo>
                    <a:pt x="1915" y="0"/>
                  </a:moveTo>
                  <a:lnTo>
                    <a:pt x="1915" y="1915"/>
                  </a:lnTo>
                  <a:lnTo>
                    <a:pt x="0" y="1915"/>
                  </a:lnTo>
                  <a:lnTo>
                    <a:pt x="0" y="2857"/>
                  </a:lnTo>
                  <a:lnTo>
                    <a:pt x="1915" y="2857"/>
                  </a:lnTo>
                  <a:lnTo>
                    <a:pt x="1915" y="4742"/>
                  </a:lnTo>
                  <a:lnTo>
                    <a:pt x="2857" y="4742"/>
                  </a:lnTo>
                  <a:lnTo>
                    <a:pt x="2857" y="2857"/>
                  </a:lnTo>
                  <a:lnTo>
                    <a:pt x="4772" y="2857"/>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22"/>
            <p:cNvSpPr/>
            <p:nvPr/>
          </p:nvSpPr>
          <p:spPr>
            <a:xfrm>
              <a:off x="7184425" y="4417925"/>
              <a:ext cx="119325" cy="118550"/>
            </a:xfrm>
            <a:custGeom>
              <a:rect b="b" l="l" r="r" t="t"/>
              <a:pathLst>
                <a:path extrusionOk="0" h="4742" w="4773">
                  <a:moveTo>
                    <a:pt x="1915" y="0"/>
                  </a:moveTo>
                  <a:lnTo>
                    <a:pt x="1915" y="1915"/>
                  </a:lnTo>
                  <a:lnTo>
                    <a:pt x="0" y="1915"/>
                  </a:lnTo>
                  <a:lnTo>
                    <a:pt x="0" y="2857"/>
                  </a:lnTo>
                  <a:lnTo>
                    <a:pt x="1915" y="2857"/>
                  </a:lnTo>
                  <a:lnTo>
                    <a:pt x="1915" y="4742"/>
                  </a:lnTo>
                  <a:lnTo>
                    <a:pt x="2857" y="4742"/>
                  </a:lnTo>
                  <a:lnTo>
                    <a:pt x="2857" y="2857"/>
                  </a:lnTo>
                  <a:lnTo>
                    <a:pt x="4772" y="2857"/>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22"/>
            <p:cNvSpPr/>
            <p:nvPr/>
          </p:nvSpPr>
          <p:spPr>
            <a:xfrm>
              <a:off x="7184425" y="4225675"/>
              <a:ext cx="119325" cy="118550"/>
            </a:xfrm>
            <a:custGeom>
              <a:rect b="b" l="l" r="r" t="t"/>
              <a:pathLst>
                <a:path extrusionOk="0" h="4742" w="4773">
                  <a:moveTo>
                    <a:pt x="1915" y="0"/>
                  </a:moveTo>
                  <a:lnTo>
                    <a:pt x="1915" y="1885"/>
                  </a:lnTo>
                  <a:lnTo>
                    <a:pt x="0" y="1885"/>
                  </a:lnTo>
                  <a:lnTo>
                    <a:pt x="0" y="2857"/>
                  </a:lnTo>
                  <a:lnTo>
                    <a:pt x="1915" y="2857"/>
                  </a:lnTo>
                  <a:lnTo>
                    <a:pt x="1915" y="4742"/>
                  </a:lnTo>
                  <a:lnTo>
                    <a:pt x="2857" y="4742"/>
                  </a:lnTo>
                  <a:lnTo>
                    <a:pt x="2857" y="2857"/>
                  </a:lnTo>
                  <a:lnTo>
                    <a:pt x="4772" y="2857"/>
                  </a:lnTo>
                  <a:lnTo>
                    <a:pt x="4772" y="1885"/>
                  </a:lnTo>
                  <a:lnTo>
                    <a:pt x="2857" y="188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22"/>
            <p:cNvSpPr/>
            <p:nvPr/>
          </p:nvSpPr>
          <p:spPr>
            <a:xfrm>
              <a:off x="7184425" y="4033400"/>
              <a:ext cx="119325" cy="118575"/>
            </a:xfrm>
            <a:custGeom>
              <a:rect b="b" l="l" r="r" t="t"/>
              <a:pathLst>
                <a:path extrusionOk="0" h="4743" w="4773">
                  <a:moveTo>
                    <a:pt x="1915" y="1"/>
                  </a:moveTo>
                  <a:lnTo>
                    <a:pt x="1915" y="1885"/>
                  </a:lnTo>
                  <a:lnTo>
                    <a:pt x="0" y="1885"/>
                  </a:lnTo>
                  <a:lnTo>
                    <a:pt x="0" y="2828"/>
                  </a:lnTo>
                  <a:lnTo>
                    <a:pt x="1915" y="2828"/>
                  </a:lnTo>
                  <a:lnTo>
                    <a:pt x="1915" y="4743"/>
                  </a:lnTo>
                  <a:lnTo>
                    <a:pt x="2857" y="4743"/>
                  </a:lnTo>
                  <a:lnTo>
                    <a:pt x="2857" y="2828"/>
                  </a:lnTo>
                  <a:lnTo>
                    <a:pt x="4772" y="2828"/>
                  </a:lnTo>
                  <a:lnTo>
                    <a:pt x="4772" y="1885"/>
                  </a:lnTo>
                  <a:lnTo>
                    <a:pt x="2857" y="1885"/>
                  </a:lnTo>
                  <a:lnTo>
                    <a:pt x="285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22"/>
            <p:cNvSpPr/>
            <p:nvPr/>
          </p:nvSpPr>
          <p:spPr>
            <a:xfrm>
              <a:off x="7184425" y="3841150"/>
              <a:ext cx="119325" cy="118575"/>
            </a:xfrm>
            <a:custGeom>
              <a:rect b="b" l="l" r="r" t="t"/>
              <a:pathLst>
                <a:path extrusionOk="0" h="4743" w="4773">
                  <a:moveTo>
                    <a:pt x="1915" y="1"/>
                  </a:moveTo>
                  <a:lnTo>
                    <a:pt x="1915" y="1885"/>
                  </a:lnTo>
                  <a:lnTo>
                    <a:pt x="0" y="1885"/>
                  </a:lnTo>
                  <a:lnTo>
                    <a:pt x="0" y="2828"/>
                  </a:lnTo>
                  <a:lnTo>
                    <a:pt x="1915" y="2828"/>
                  </a:lnTo>
                  <a:lnTo>
                    <a:pt x="1915" y="4743"/>
                  </a:lnTo>
                  <a:lnTo>
                    <a:pt x="2857" y="4743"/>
                  </a:lnTo>
                  <a:lnTo>
                    <a:pt x="2857" y="2828"/>
                  </a:lnTo>
                  <a:lnTo>
                    <a:pt x="4772" y="2828"/>
                  </a:lnTo>
                  <a:lnTo>
                    <a:pt x="4772" y="1885"/>
                  </a:lnTo>
                  <a:lnTo>
                    <a:pt x="2857" y="1885"/>
                  </a:lnTo>
                  <a:lnTo>
                    <a:pt x="285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22"/>
            <p:cNvSpPr/>
            <p:nvPr/>
          </p:nvSpPr>
          <p:spPr>
            <a:xfrm>
              <a:off x="7184425" y="3648900"/>
              <a:ext cx="119325" cy="118575"/>
            </a:xfrm>
            <a:custGeom>
              <a:rect b="b" l="l" r="r" t="t"/>
              <a:pathLst>
                <a:path extrusionOk="0" h="4743" w="4773">
                  <a:moveTo>
                    <a:pt x="1915" y="1"/>
                  </a:moveTo>
                  <a:lnTo>
                    <a:pt x="1915" y="1885"/>
                  </a:lnTo>
                  <a:lnTo>
                    <a:pt x="0" y="1885"/>
                  </a:lnTo>
                  <a:lnTo>
                    <a:pt x="0" y="2828"/>
                  </a:lnTo>
                  <a:lnTo>
                    <a:pt x="1915" y="2828"/>
                  </a:lnTo>
                  <a:lnTo>
                    <a:pt x="1915" y="4742"/>
                  </a:lnTo>
                  <a:lnTo>
                    <a:pt x="2857" y="4742"/>
                  </a:lnTo>
                  <a:lnTo>
                    <a:pt x="2857" y="2828"/>
                  </a:lnTo>
                  <a:lnTo>
                    <a:pt x="4772" y="2828"/>
                  </a:lnTo>
                  <a:lnTo>
                    <a:pt x="4772" y="1885"/>
                  </a:lnTo>
                  <a:lnTo>
                    <a:pt x="2857" y="1885"/>
                  </a:lnTo>
                  <a:lnTo>
                    <a:pt x="285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22"/>
            <p:cNvSpPr/>
            <p:nvPr/>
          </p:nvSpPr>
          <p:spPr>
            <a:xfrm>
              <a:off x="6601575" y="3455900"/>
              <a:ext cx="118575" cy="119325"/>
            </a:xfrm>
            <a:custGeom>
              <a:rect b="b" l="l" r="r" t="t"/>
              <a:pathLst>
                <a:path extrusionOk="0" h="4773" w="4743">
                  <a:moveTo>
                    <a:pt x="1885" y="0"/>
                  </a:moveTo>
                  <a:lnTo>
                    <a:pt x="1885" y="1915"/>
                  </a:lnTo>
                  <a:lnTo>
                    <a:pt x="1" y="1915"/>
                  </a:lnTo>
                  <a:lnTo>
                    <a:pt x="1" y="2857"/>
                  </a:lnTo>
                  <a:lnTo>
                    <a:pt x="1885" y="2857"/>
                  </a:lnTo>
                  <a:lnTo>
                    <a:pt x="1885" y="4772"/>
                  </a:lnTo>
                  <a:lnTo>
                    <a:pt x="2827" y="477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22"/>
            <p:cNvSpPr/>
            <p:nvPr/>
          </p:nvSpPr>
          <p:spPr>
            <a:xfrm>
              <a:off x="6796100" y="3455900"/>
              <a:ext cx="118575" cy="119325"/>
            </a:xfrm>
            <a:custGeom>
              <a:rect b="b" l="l" r="r" t="t"/>
              <a:pathLst>
                <a:path extrusionOk="0" h="4773" w="4743">
                  <a:moveTo>
                    <a:pt x="1885" y="0"/>
                  </a:moveTo>
                  <a:lnTo>
                    <a:pt x="1885" y="1915"/>
                  </a:lnTo>
                  <a:lnTo>
                    <a:pt x="1" y="1915"/>
                  </a:lnTo>
                  <a:lnTo>
                    <a:pt x="1" y="2857"/>
                  </a:lnTo>
                  <a:lnTo>
                    <a:pt x="1885" y="2857"/>
                  </a:lnTo>
                  <a:lnTo>
                    <a:pt x="1885" y="4772"/>
                  </a:lnTo>
                  <a:lnTo>
                    <a:pt x="2828" y="4772"/>
                  </a:lnTo>
                  <a:lnTo>
                    <a:pt x="2828" y="2857"/>
                  </a:lnTo>
                  <a:lnTo>
                    <a:pt x="4743" y="2857"/>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22"/>
            <p:cNvSpPr/>
            <p:nvPr/>
          </p:nvSpPr>
          <p:spPr>
            <a:xfrm>
              <a:off x="6990650" y="3455900"/>
              <a:ext cx="118550" cy="119325"/>
            </a:xfrm>
            <a:custGeom>
              <a:rect b="b" l="l" r="r" t="t"/>
              <a:pathLst>
                <a:path extrusionOk="0" h="4773" w="4742">
                  <a:moveTo>
                    <a:pt x="1885" y="0"/>
                  </a:moveTo>
                  <a:lnTo>
                    <a:pt x="1885" y="1915"/>
                  </a:lnTo>
                  <a:lnTo>
                    <a:pt x="0" y="1915"/>
                  </a:lnTo>
                  <a:lnTo>
                    <a:pt x="0" y="2857"/>
                  </a:lnTo>
                  <a:lnTo>
                    <a:pt x="1885" y="2857"/>
                  </a:lnTo>
                  <a:lnTo>
                    <a:pt x="1885" y="4772"/>
                  </a:lnTo>
                  <a:lnTo>
                    <a:pt x="2827" y="477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22"/>
            <p:cNvSpPr/>
            <p:nvPr/>
          </p:nvSpPr>
          <p:spPr>
            <a:xfrm>
              <a:off x="7184425" y="3455900"/>
              <a:ext cx="119325" cy="119325"/>
            </a:xfrm>
            <a:custGeom>
              <a:rect b="b" l="l" r="r" t="t"/>
              <a:pathLst>
                <a:path extrusionOk="0" h="4773" w="4773">
                  <a:moveTo>
                    <a:pt x="1915" y="0"/>
                  </a:moveTo>
                  <a:lnTo>
                    <a:pt x="1915" y="1915"/>
                  </a:lnTo>
                  <a:lnTo>
                    <a:pt x="0" y="1915"/>
                  </a:lnTo>
                  <a:lnTo>
                    <a:pt x="0" y="2857"/>
                  </a:lnTo>
                  <a:lnTo>
                    <a:pt x="1915" y="2857"/>
                  </a:lnTo>
                  <a:lnTo>
                    <a:pt x="1915" y="4772"/>
                  </a:lnTo>
                  <a:lnTo>
                    <a:pt x="2857" y="4772"/>
                  </a:lnTo>
                  <a:lnTo>
                    <a:pt x="2857" y="2857"/>
                  </a:lnTo>
                  <a:lnTo>
                    <a:pt x="4772" y="2857"/>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59" name="Google Shape;3359;p22"/>
          <p:cNvSpPr/>
          <p:nvPr/>
        </p:nvSpPr>
        <p:spPr>
          <a:xfrm flipH="1" rot="5400000">
            <a:off x="4924119" y="4684473"/>
            <a:ext cx="303975" cy="152025"/>
          </a:xfrm>
          <a:custGeom>
            <a:rect b="b" l="l" r="r" t="t"/>
            <a:pathLst>
              <a:path extrusionOk="0" fill="none" h="6081" w="12159">
                <a:moveTo>
                  <a:pt x="0" y="6080"/>
                </a:moveTo>
                <a:cubicBezTo>
                  <a:pt x="0" y="2737"/>
                  <a:pt x="2736" y="1"/>
                  <a:pt x="6079" y="1"/>
                </a:cubicBezTo>
                <a:cubicBezTo>
                  <a:pt x="9453" y="1"/>
                  <a:pt x="12158" y="2737"/>
                  <a:pt x="12158" y="6080"/>
                </a:cubicBezTo>
              </a:path>
            </a:pathLst>
          </a:custGeom>
          <a:noFill/>
          <a:ln cap="flat" cmpd="sng" w="57000">
            <a:solidFill>
              <a:schemeClr val="dk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_1">
    <p:spTree>
      <p:nvGrpSpPr>
        <p:cNvPr id="3360" name="Shape 3360"/>
        <p:cNvGrpSpPr/>
        <p:nvPr/>
      </p:nvGrpSpPr>
      <p:grpSpPr>
        <a:xfrm>
          <a:off x="0" y="0"/>
          <a:ext cx="0" cy="0"/>
          <a:chOff x="0" y="0"/>
          <a:chExt cx="0" cy="0"/>
        </a:xfrm>
      </p:grpSpPr>
      <p:sp>
        <p:nvSpPr>
          <p:cNvPr id="3361" name="Google Shape;3361;p23"/>
          <p:cNvSpPr txBox="1"/>
          <p:nvPr>
            <p:ph idx="1" type="subTitle"/>
          </p:nvPr>
        </p:nvSpPr>
        <p:spPr>
          <a:xfrm>
            <a:off x="6217900" y="2110950"/>
            <a:ext cx="2211000" cy="921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362" name="Google Shape;3362;p23"/>
          <p:cNvSpPr txBox="1"/>
          <p:nvPr>
            <p:ph type="title"/>
          </p:nvPr>
        </p:nvSpPr>
        <p:spPr>
          <a:xfrm>
            <a:off x="715100" y="445025"/>
            <a:ext cx="77088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3363" name="Google Shape;3363;p23"/>
          <p:cNvGrpSpPr/>
          <p:nvPr/>
        </p:nvGrpSpPr>
        <p:grpSpPr>
          <a:xfrm rot="-5145836">
            <a:off x="6206125" y="2775011"/>
            <a:ext cx="5054747" cy="5022346"/>
            <a:chOff x="2975000" y="20825"/>
            <a:chExt cx="3963625" cy="2500050"/>
          </a:xfrm>
        </p:grpSpPr>
        <p:sp>
          <p:nvSpPr>
            <p:cNvPr id="3364" name="Google Shape;3364;p23"/>
            <p:cNvSpPr/>
            <p:nvPr/>
          </p:nvSpPr>
          <p:spPr>
            <a:xfrm>
              <a:off x="2975000" y="442550"/>
              <a:ext cx="3962850" cy="2078325"/>
            </a:xfrm>
            <a:custGeom>
              <a:rect b="b" l="l" r="r" t="t"/>
              <a:pathLst>
                <a:path extrusionOk="0" fill="none" h="83133" w="158514">
                  <a:moveTo>
                    <a:pt x="0" y="1"/>
                  </a:moveTo>
                  <a:cubicBezTo>
                    <a:pt x="4347" y="3071"/>
                    <a:pt x="9423" y="6171"/>
                    <a:pt x="12797" y="10122"/>
                  </a:cubicBezTo>
                  <a:cubicBezTo>
                    <a:pt x="18025" y="16232"/>
                    <a:pt x="11095" y="25411"/>
                    <a:pt x="18298" y="31369"/>
                  </a:cubicBezTo>
                  <a:cubicBezTo>
                    <a:pt x="23952" y="36050"/>
                    <a:pt x="23982" y="41612"/>
                    <a:pt x="23283" y="48269"/>
                  </a:cubicBezTo>
                  <a:cubicBezTo>
                    <a:pt x="22706" y="53497"/>
                    <a:pt x="22463" y="62494"/>
                    <a:pt x="29028" y="64044"/>
                  </a:cubicBezTo>
                  <a:cubicBezTo>
                    <a:pt x="35776" y="65655"/>
                    <a:pt x="41186" y="60913"/>
                    <a:pt x="45624" y="56567"/>
                  </a:cubicBezTo>
                  <a:cubicBezTo>
                    <a:pt x="51855" y="50457"/>
                    <a:pt x="63466" y="46202"/>
                    <a:pt x="71825" y="49515"/>
                  </a:cubicBezTo>
                  <a:cubicBezTo>
                    <a:pt x="79211" y="52463"/>
                    <a:pt x="89728" y="48421"/>
                    <a:pt x="96598" y="51430"/>
                  </a:cubicBezTo>
                  <a:cubicBezTo>
                    <a:pt x="100762" y="53284"/>
                    <a:pt x="101035" y="58390"/>
                    <a:pt x="102343" y="62646"/>
                  </a:cubicBezTo>
                  <a:cubicBezTo>
                    <a:pt x="104197" y="68603"/>
                    <a:pt x="108938" y="75564"/>
                    <a:pt x="114106" y="78482"/>
                  </a:cubicBezTo>
                  <a:cubicBezTo>
                    <a:pt x="122343" y="83132"/>
                    <a:pt x="130914" y="70610"/>
                    <a:pt x="138909" y="69151"/>
                  </a:cubicBezTo>
                  <a:cubicBezTo>
                    <a:pt x="145474" y="67935"/>
                    <a:pt x="152435" y="73892"/>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23"/>
            <p:cNvSpPr/>
            <p:nvPr/>
          </p:nvSpPr>
          <p:spPr>
            <a:xfrm>
              <a:off x="2975000" y="442550"/>
              <a:ext cx="3962850" cy="2057800"/>
            </a:xfrm>
            <a:custGeom>
              <a:rect b="b" l="l" r="r" t="t"/>
              <a:pathLst>
                <a:path extrusionOk="0" fill="none" h="82312" w="158514">
                  <a:moveTo>
                    <a:pt x="0" y="1"/>
                  </a:moveTo>
                  <a:cubicBezTo>
                    <a:pt x="4408" y="3040"/>
                    <a:pt x="9392" y="6049"/>
                    <a:pt x="13040" y="9879"/>
                  </a:cubicBezTo>
                  <a:cubicBezTo>
                    <a:pt x="18602" y="15654"/>
                    <a:pt x="11733" y="24955"/>
                    <a:pt x="18694" y="30609"/>
                  </a:cubicBezTo>
                  <a:cubicBezTo>
                    <a:pt x="24408" y="35259"/>
                    <a:pt x="25077" y="40153"/>
                    <a:pt x="24317" y="46901"/>
                  </a:cubicBezTo>
                  <a:cubicBezTo>
                    <a:pt x="23739" y="52129"/>
                    <a:pt x="23131" y="61248"/>
                    <a:pt x="29849" y="62919"/>
                  </a:cubicBezTo>
                  <a:cubicBezTo>
                    <a:pt x="36870" y="64652"/>
                    <a:pt x="41794" y="59606"/>
                    <a:pt x="46627" y="55503"/>
                  </a:cubicBezTo>
                  <a:cubicBezTo>
                    <a:pt x="53557" y="49606"/>
                    <a:pt x="63983" y="44712"/>
                    <a:pt x="72798" y="48634"/>
                  </a:cubicBezTo>
                  <a:cubicBezTo>
                    <a:pt x="80123" y="51886"/>
                    <a:pt x="90245" y="48208"/>
                    <a:pt x="97266" y="51187"/>
                  </a:cubicBezTo>
                  <a:cubicBezTo>
                    <a:pt x="101522" y="52980"/>
                    <a:pt x="101674" y="58026"/>
                    <a:pt x="102890" y="62251"/>
                  </a:cubicBezTo>
                  <a:cubicBezTo>
                    <a:pt x="104561" y="68087"/>
                    <a:pt x="109303" y="75078"/>
                    <a:pt x="114440" y="77844"/>
                  </a:cubicBezTo>
                  <a:cubicBezTo>
                    <a:pt x="122799" y="82312"/>
                    <a:pt x="131097" y="70032"/>
                    <a:pt x="139243" y="68877"/>
                  </a:cubicBezTo>
                  <a:cubicBezTo>
                    <a:pt x="145656" y="67935"/>
                    <a:pt x="152495" y="73771"/>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23"/>
            <p:cNvSpPr/>
            <p:nvPr/>
          </p:nvSpPr>
          <p:spPr>
            <a:xfrm>
              <a:off x="2975000" y="442550"/>
              <a:ext cx="3962850" cy="2035775"/>
            </a:xfrm>
            <a:custGeom>
              <a:rect b="b" l="l" r="r" t="t"/>
              <a:pathLst>
                <a:path extrusionOk="0" fill="none" h="81431" w="158514">
                  <a:moveTo>
                    <a:pt x="0" y="1"/>
                  </a:moveTo>
                  <a:cubicBezTo>
                    <a:pt x="4468" y="3040"/>
                    <a:pt x="9362" y="5958"/>
                    <a:pt x="13313" y="9606"/>
                  </a:cubicBezTo>
                  <a:cubicBezTo>
                    <a:pt x="19210" y="15077"/>
                    <a:pt x="12432" y="24469"/>
                    <a:pt x="19089" y="29849"/>
                  </a:cubicBezTo>
                  <a:cubicBezTo>
                    <a:pt x="24803" y="34469"/>
                    <a:pt x="26019" y="38694"/>
                    <a:pt x="25350" y="45564"/>
                  </a:cubicBezTo>
                  <a:cubicBezTo>
                    <a:pt x="24833" y="50822"/>
                    <a:pt x="23739" y="60001"/>
                    <a:pt x="30609" y="61795"/>
                  </a:cubicBezTo>
                  <a:cubicBezTo>
                    <a:pt x="37691" y="63649"/>
                    <a:pt x="42797" y="58299"/>
                    <a:pt x="47813" y="54378"/>
                  </a:cubicBezTo>
                  <a:cubicBezTo>
                    <a:pt x="55989" y="47995"/>
                    <a:pt x="63345" y="43375"/>
                    <a:pt x="73801" y="47752"/>
                  </a:cubicBezTo>
                  <a:cubicBezTo>
                    <a:pt x="81704" y="51065"/>
                    <a:pt x="90762" y="48026"/>
                    <a:pt x="97966" y="50944"/>
                  </a:cubicBezTo>
                  <a:cubicBezTo>
                    <a:pt x="102282" y="52707"/>
                    <a:pt x="102343" y="57631"/>
                    <a:pt x="103437" y="61825"/>
                  </a:cubicBezTo>
                  <a:cubicBezTo>
                    <a:pt x="104957" y="67570"/>
                    <a:pt x="109637" y="74531"/>
                    <a:pt x="114774" y="77145"/>
                  </a:cubicBezTo>
                  <a:cubicBezTo>
                    <a:pt x="123285" y="81430"/>
                    <a:pt x="131310" y="69454"/>
                    <a:pt x="139577" y="68573"/>
                  </a:cubicBezTo>
                  <a:cubicBezTo>
                    <a:pt x="145869" y="67904"/>
                    <a:pt x="152587" y="73649"/>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23"/>
            <p:cNvSpPr/>
            <p:nvPr/>
          </p:nvSpPr>
          <p:spPr>
            <a:xfrm>
              <a:off x="2975000" y="442550"/>
              <a:ext cx="3962850" cy="2014500"/>
            </a:xfrm>
            <a:custGeom>
              <a:rect b="b" l="l" r="r" t="t"/>
              <a:pathLst>
                <a:path extrusionOk="0" fill="none" h="80580" w="158514">
                  <a:moveTo>
                    <a:pt x="0" y="1"/>
                  </a:moveTo>
                  <a:cubicBezTo>
                    <a:pt x="4560" y="3010"/>
                    <a:pt x="9392" y="5897"/>
                    <a:pt x="13526" y="9393"/>
                  </a:cubicBezTo>
                  <a:cubicBezTo>
                    <a:pt x="19666" y="14469"/>
                    <a:pt x="13162" y="23952"/>
                    <a:pt x="19484" y="29150"/>
                  </a:cubicBezTo>
                  <a:cubicBezTo>
                    <a:pt x="24560" y="33314"/>
                    <a:pt x="27235" y="37509"/>
                    <a:pt x="26323" y="44348"/>
                  </a:cubicBezTo>
                  <a:cubicBezTo>
                    <a:pt x="25563" y="49728"/>
                    <a:pt x="24317" y="58846"/>
                    <a:pt x="31308" y="60792"/>
                  </a:cubicBezTo>
                  <a:cubicBezTo>
                    <a:pt x="38390" y="62737"/>
                    <a:pt x="43770" y="57296"/>
                    <a:pt x="48998" y="53375"/>
                  </a:cubicBezTo>
                  <a:cubicBezTo>
                    <a:pt x="57813" y="46688"/>
                    <a:pt x="63892" y="42129"/>
                    <a:pt x="74743" y="47023"/>
                  </a:cubicBezTo>
                  <a:cubicBezTo>
                    <a:pt x="82433" y="50488"/>
                    <a:pt x="91248" y="47995"/>
                    <a:pt x="98604" y="50761"/>
                  </a:cubicBezTo>
                  <a:cubicBezTo>
                    <a:pt x="103042" y="52372"/>
                    <a:pt x="103011" y="57266"/>
                    <a:pt x="104014" y="61430"/>
                  </a:cubicBezTo>
                  <a:cubicBezTo>
                    <a:pt x="105382" y="67084"/>
                    <a:pt x="109941" y="74014"/>
                    <a:pt x="115109" y="76445"/>
                  </a:cubicBezTo>
                  <a:cubicBezTo>
                    <a:pt x="123802" y="80579"/>
                    <a:pt x="132100" y="68299"/>
                    <a:pt x="139912" y="68330"/>
                  </a:cubicBezTo>
                  <a:cubicBezTo>
                    <a:pt x="144927" y="68330"/>
                    <a:pt x="153529" y="7331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23"/>
            <p:cNvSpPr/>
            <p:nvPr/>
          </p:nvSpPr>
          <p:spPr>
            <a:xfrm>
              <a:off x="2975000" y="442550"/>
              <a:ext cx="3962850" cy="1991700"/>
            </a:xfrm>
            <a:custGeom>
              <a:rect b="b" l="l" r="r" t="t"/>
              <a:pathLst>
                <a:path extrusionOk="0" fill="none" h="79668" w="158514">
                  <a:moveTo>
                    <a:pt x="0" y="1"/>
                  </a:moveTo>
                  <a:cubicBezTo>
                    <a:pt x="4590" y="3010"/>
                    <a:pt x="9484" y="5897"/>
                    <a:pt x="13769" y="9119"/>
                  </a:cubicBezTo>
                  <a:cubicBezTo>
                    <a:pt x="20122" y="13861"/>
                    <a:pt x="13952" y="23344"/>
                    <a:pt x="19879" y="28360"/>
                  </a:cubicBezTo>
                  <a:cubicBezTo>
                    <a:pt x="24651" y="32402"/>
                    <a:pt x="28055" y="36475"/>
                    <a:pt x="27265" y="43102"/>
                  </a:cubicBezTo>
                  <a:cubicBezTo>
                    <a:pt x="26627" y="48482"/>
                    <a:pt x="24985" y="57600"/>
                    <a:pt x="31946" y="59698"/>
                  </a:cubicBezTo>
                  <a:cubicBezTo>
                    <a:pt x="39028" y="61795"/>
                    <a:pt x="44955" y="56202"/>
                    <a:pt x="50183" y="52251"/>
                  </a:cubicBezTo>
                  <a:cubicBezTo>
                    <a:pt x="59424" y="45260"/>
                    <a:pt x="64561" y="40761"/>
                    <a:pt x="75746" y="46232"/>
                  </a:cubicBezTo>
                  <a:cubicBezTo>
                    <a:pt x="83315" y="49971"/>
                    <a:pt x="91795" y="47813"/>
                    <a:pt x="99273" y="50488"/>
                  </a:cubicBezTo>
                  <a:cubicBezTo>
                    <a:pt x="103832" y="52129"/>
                    <a:pt x="103619" y="56840"/>
                    <a:pt x="104653" y="61035"/>
                  </a:cubicBezTo>
                  <a:cubicBezTo>
                    <a:pt x="106051" y="66749"/>
                    <a:pt x="110124" y="73315"/>
                    <a:pt x="115443" y="75716"/>
                  </a:cubicBezTo>
                  <a:cubicBezTo>
                    <a:pt x="124227" y="79667"/>
                    <a:pt x="132039" y="67995"/>
                    <a:pt x="140246" y="68056"/>
                  </a:cubicBezTo>
                  <a:cubicBezTo>
                    <a:pt x="145535" y="68087"/>
                    <a:pt x="153377" y="7340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23"/>
            <p:cNvSpPr/>
            <p:nvPr/>
          </p:nvSpPr>
          <p:spPr>
            <a:xfrm>
              <a:off x="2975000" y="442550"/>
              <a:ext cx="3963625" cy="1968900"/>
            </a:xfrm>
            <a:custGeom>
              <a:rect b="b" l="l" r="r" t="t"/>
              <a:pathLst>
                <a:path extrusionOk="0" fill="none" h="78756" w="158545">
                  <a:moveTo>
                    <a:pt x="0" y="1"/>
                  </a:moveTo>
                  <a:cubicBezTo>
                    <a:pt x="4651" y="2979"/>
                    <a:pt x="9575" y="5867"/>
                    <a:pt x="14013" y="8876"/>
                  </a:cubicBezTo>
                  <a:cubicBezTo>
                    <a:pt x="20548" y="13283"/>
                    <a:pt x="14985" y="22706"/>
                    <a:pt x="20305" y="27539"/>
                  </a:cubicBezTo>
                  <a:cubicBezTo>
                    <a:pt x="24590" y="31430"/>
                    <a:pt x="28724" y="35715"/>
                    <a:pt x="28147" y="42007"/>
                  </a:cubicBezTo>
                  <a:cubicBezTo>
                    <a:pt x="27630" y="47296"/>
                    <a:pt x="25654" y="56445"/>
                    <a:pt x="32584" y="58664"/>
                  </a:cubicBezTo>
                  <a:cubicBezTo>
                    <a:pt x="39606" y="60913"/>
                    <a:pt x="46354" y="55077"/>
                    <a:pt x="51369" y="51096"/>
                  </a:cubicBezTo>
                  <a:cubicBezTo>
                    <a:pt x="60609" y="43770"/>
                    <a:pt x="65351" y="39576"/>
                    <a:pt x="76749" y="45594"/>
                  </a:cubicBezTo>
                  <a:cubicBezTo>
                    <a:pt x="84166" y="49515"/>
                    <a:pt x="92251" y="47722"/>
                    <a:pt x="99911" y="50275"/>
                  </a:cubicBezTo>
                  <a:cubicBezTo>
                    <a:pt x="104622" y="51855"/>
                    <a:pt x="104318" y="56445"/>
                    <a:pt x="105260" y="60609"/>
                  </a:cubicBezTo>
                  <a:cubicBezTo>
                    <a:pt x="106537" y="66324"/>
                    <a:pt x="110428" y="72676"/>
                    <a:pt x="115808" y="74956"/>
                  </a:cubicBezTo>
                  <a:cubicBezTo>
                    <a:pt x="124714" y="78756"/>
                    <a:pt x="132313" y="67418"/>
                    <a:pt x="140580" y="67813"/>
                  </a:cubicBezTo>
                  <a:cubicBezTo>
                    <a:pt x="145778" y="68056"/>
                    <a:pt x="153438" y="73315"/>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23"/>
            <p:cNvSpPr/>
            <p:nvPr/>
          </p:nvSpPr>
          <p:spPr>
            <a:xfrm>
              <a:off x="2975000" y="442550"/>
              <a:ext cx="3962850" cy="1919500"/>
            </a:xfrm>
            <a:custGeom>
              <a:rect b="b" l="l" r="r" t="t"/>
              <a:pathLst>
                <a:path extrusionOk="0" fill="none" h="76780" w="158514">
                  <a:moveTo>
                    <a:pt x="0" y="1"/>
                  </a:moveTo>
                  <a:cubicBezTo>
                    <a:pt x="4712" y="2949"/>
                    <a:pt x="9666" y="5776"/>
                    <a:pt x="14225" y="8633"/>
                  </a:cubicBezTo>
                  <a:cubicBezTo>
                    <a:pt x="20973" y="12797"/>
                    <a:pt x="16049" y="21977"/>
                    <a:pt x="20760" y="26718"/>
                  </a:cubicBezTo>
                  <a:cubicBezTo>
                    <a:pt x="24438" y="30396"/>
                    <a:pt x="29332" y="35168"/>
                    <a:pt x="28967" y="41004"/>
                  </a:cubicBezTo>
                  <a:cubicBezTo>
                    <a:pt x="28633" y="46202"/>
                    <a:pt x="26444" y="55381"/>
                    <a:pt x="33192" y="57661"/>
                  </a:cubicBezTo>
                  <a:cubicBezTo>
                    <a:pt x="40153" y="60032"/>
                    <a:pt x="47752" y="53953"/>
                    <a:pt x="52494" y="49880"/>
                  </a:cubicBezTo>
                  <a:cubicBezTo>
                    <a:pt x="61703" y="41977"/>
                    <a:pt x="66293" y="38633"/>
                    <a:pt x="77722" y="45016"/>
                  </a:cubicBezTo>
                  <a:cubicBezTo>
                    <a:pt x="84926" y="49059"/>
                    <a:pt x="92707" y="47722"/>
                    <a:pt x="100488" y="50093"/>
                  </a:cubicBezTo>
                  <a:cubicBezTo>
                    <a:pt x="105382" y="51582"/>
                    <a:pt x="104987" y="56080"/>
                    <a:pt x="105838" y="60245"/>
                  </a:cubicBezTo>
                  <a:cubicBezTo>
                    <a:pt x="107023" y="65898"/>
                    <a:pt x="111005" y="72676"/>
                    <a:pt x="116142" y="74227"/>
                  </a:cubicBezTo>
                  <a:cubicBezTo>
                    <a:pt x="124683" y="76780"/>
                    <a:pt x="132191" y="66901"/>
                    <a:pt x="140884" y="67570"/>
                  </a:cubicBezTo>
                  <a:cubicBezTo>
                    <a:pt x="145930" y="67965"/>
                    <a:pt x="153468" y="73224"/>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23"/>
            <p:cNvSpPr/>
            <p:nvPr/>
          </p:nvSpPr>
          <p:spPr>
            <a:xfrm>
              <a:off x="2975000" y="442550"/>
              <a:ext cx="3962100" cy="1896700"/>
            </a:xfrm>
            <a:custGeom>
              <a:rect b="b" l="l" r="r" t="t"/>
              <a:pathLst>
                <a:path extrusionOk="0" fill="none" h="75868" w="158484">
                  <a:moveTo>
                    <a:pt x="0" y="1"/>
                  </a:moveTo>
                  <a:cubicBezTo>
                    <a:pt x="4742" y="2949"/>
                    <a:pt x="9788" y="5441"/>
                    <a:pt x="14438" y="8359"/>
                  </a:cubicBezTo>
                  <a:cubicBezTo>
                    <a:pt x="21520" y="12797"/>
                    <a:pt x="16900" y="20852"/>
                    <a:pt x="21277" y="25837"/>
                  </a:cubicBezTo>
                  <a:cubicBezTo>
                    <a:pt x="24408" y="29424"/>
                    <a:pt x="29758" y="34652"/>
                    <a:pt x="29727" y="40123"/>
                  </a:cubicBezTo>
                  <a:cubicBezTo>
                    <a:pt x="29666" y="45229"/>
                    <a:pt x="27447" y="54014"/>
                    <a:pt x="33770" y="56658"/>
                  </a:cubicBezTo>
                  <a:cubicBezTo>
                    <a:pt x="40396" y="59394"/>
                    <a:pt x="49545" y="52433"/>
                    <a:pt x="53618" y="48542"/>
                  </a:cubicBezTo>
                  <a:cubicBezTo>
                    <a:pt x="62707" y="39788"/>
                    <a:pt x="67448" y="37904"/>
                    <a:pt x="78725" y="44530"/>
                  </a:cubicBezTo>
                  <a:cubicBezTo>
                    <a:pt x="85716" y="48664"/>
                    <a:pt x="93224" y="47722"/>
                    <a:pt x="101066" y="49910"/>
                  </a:cubicBezTo>
                  <a:cubicBezTo>
                    <a:pt x="106142" y="51308"/>
                    <a:pt x="105716" y="55685"/>
                    <a:pt x="106476" y="59849"/>
                  </a:cubicBezTo>
                  <a:cubicBezTo>
                    <a:pt x="107540" y="65503"/>
                    <a:pt x="111279" y="71977"/>
                    <a:pt x="116477" y="73467"/>
                  </a:cubicBezTo>
                  <a:cubicBezTo>
                    <a:pt x="124927" y="75868"/>
                    <a:pt x="132708" y="66354"/>
                    <a:pt x="141188" y="67357"/>
                  </a:cubicBezTo>
                  <a:cubicBezTo>
                    <a:pt x="146143" y="67935"/>
                    <a:pt x="153468" y="7313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23"/>
            <p:cNvSpPr/>
            <p:nvPr/>
          </p:nvSpPr>
          <p:spPr>
            <a:xfrm>
              <a:off x="2975000" y="442550"/>
              <a:ext cx="3962850" cy="1870875"/>
            </a:xfrm>
            <a:custGeom>
              <a:rect b="b" l="l" r="r" t="t"/>
              <a:pathLst>
                <a:path extrusionOk="0" fill="none" h="74835" w="158514">
                  <a:moveTo>
                    <a:pt x="0" y="1"/>
                  </a:moveTo>
                  <a:cubicBezTo>
                    <a:pt x="4803" y="2919"/>
                    <a:pt x="9848" y="5350"/>
                    <a:pt x="14651" y="8116"/>
                  </a:cubicBezTo>
                  <a:cubicBezTo>
                    <a:pt x="21946" y="12311"/>
                    <a:pt x="18086" y="19697"/>
                    <a:pt x="21885" y="24895"/>
                  </a:cubicBezTo>
                  <a:cubicBezTo>
                    <a:pt x="24590" y="28633"/>
                    <a:pt x="30031" y="34013"/>
                    <a:pt x="30396" y="39272"/>
                  </a:cubicBezTo>
                  <a:cubicBezTo>
                    <a:pt x="30791" y="44439"/>
                    <a:pt x="28299" y="52919"/>
                    <a:pt x="34439" y="55625"/>
                  </a:cubicBezTo>
                  <a:cubicBezTo>
                    <a:pt x="41186" y="58603"/>
                    <a:pt x="50670" y="51217"/>
                    <a:pt x="54712" y="47083"/>
                  </a:cubicBezTo>
                  <a:cubicBezTo>
                    <a:pt x="63892" y="37630"/>
                    <a:pt x="68542" y="37266"/>
                    <a:pt x="79789" y="44135"/>
                  </a:cubicBezTo>
                  <a:cubicBezTo>
                    <a:pt x="86476" y="48208"/>
                    <a:pt x="93984" y="47661"/>
                    <a:pt x="101674" y="49728"/>
                  </a:cubicBezTo>
                  <a:cubicBezTo>
                    <a:pt x="106932" y="51126"/>
                    <a:pt x="106416" y="55138"/>
                    <a:pt x="107145" y="59454"/>
                  </a:cubicBezTo>
                  <a:cubicBezTo>
                    <a:pt x="108057" y="64986"/>
                    <a:pt x="111552" y="71339"/>
                    <a:pt x="116872" y="72707"/>
                  </a:cubicBezTo>
                  <a:cubicBezTo>
                    <a:pt x="125322" y="74835"/>
                    <a:pt x="133285" y="65837"/>
                    <a:pt x="141523" y="67114"/>
                  </a:cubicBezTo>
                  <a:cubicBezTo>
                    <a:pt x="146386" y="67874"/>
                    <a:pt x="153559" y="73011"/>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23"/>
            <p:cNvSpPr/>
            <p:nvPr/>
          </p:nvSpPr>
          <p:spPr>
            <a:xfrm>
              <a:off x="2975000" y="442550"/>
              <a:ext cx="3962850" cy="1848075"/>
            </a:xfrm>
            <a:custGeom>
              <a:rect b="b" l="l" r="r" t="t"/>
              <a:pathLst>
                <a:path extrusionOk="0" fill="none" h="73923" w="158514">
                  <a:moveTo>
                    <a:pt x="0" y="1"/>
                  </a:moveTo>
                  <a:cubicBezTo>
                    <a:pt x="4833" y="2888"/>
                    <a:pt x="9909" y="5259"/>
                    <a:pt x="14864" y="7873"/>
                  </a:cubicBezTo>
                  <a:cubicBezTo>
                    <a:pt x="22219" y="11764"/>
                    <a:pt x="19301" y="18390"/>
                    <a:pt x="22584" y="23922"/>
                  </a:cubicBezTo>
                  <a:cubicBezTo>
                    <a:pt x="25046" y="28086"/>
                    <a:pt x="30092" y="33649"/>
                    <a:pt x="31004" y="38542"/>
                  </a:cubicBezTo>
                  <a:cubicBezTo>
                    <a:pt x="31855" y="43284"/>
                    <a:pt x="29150" y="51947"/>
                    <a:pt x="35107" y="54561"/>
                  </a:cubicBezTo>
                  <a:cubicBezTo>
                    <a:pt x="42250" y="57691"/>
                    <a:pt x="51673" y="50032"/>
                    <a:pt x="55746" y="45503"/>
                  </a:cubicBezTo>
                  <a:cubicBezTo>
                    <a:pt x="64834" y="35411"/>
                    <a:pt x="69941" y="36992"/>
                    <a:pt x="80822" y="43770"/>
                  </a:cubicBezTo>
                  <a:cubicBezTo>
                    <a:pt x="87205" y="47782"/>
                    <a:pt x="94683" y="47691"/>
                    <a:pt x="102191" y="49576"/>
                  </a:cubicBezTo>
                  <a:cubicBezTo>
                    <a:pt x="107571" y="50913"/>
                    <a:pt x="107145" y="54682"/>
                    <a:pt x="107783" y="59090"/>
                  </a:cubicBezTo>
                  <a:cubicBezTo>
                    <a:pt x="108604" y="64591"/>
                    <a:pt x="111826" y="70610"/>
                    <a:pt x="117236" y="71917"/>
                  </a:cubicBezTo>
                  <a:cubicBezTo>
                    <a:pt x="125504" y="73923"/>
                    <a:pt x="133863" y="65321"/>
                    <a:pt x="141827" y="66901"/>
                  </a:cubicBezTo>
                  <a:cubicBezTo>
                    <a:pt x="146599" y="67813"/>
                    <a:pt x="153620" y="7292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23"/>
            <p:cNvSpPr/>
            <p:nvPr/>
          </p:nvSpPr>
          <p:spPr>
            <a:xfrm>
              <a:off x="2975000" y="442550"/>
              <a:ext cx="3962100" cy="1826050"/>
            </a:xfrm>
            <a:custGeom>
              <a:rect b="b" l="l" r="r" t="t"/>
              <a:pathLst>
                <a:path extrusionOk="0" fill="none" h="73042" w="158484">
                  <a:moveTo>
                    <a:pt x="0" y="1"/>
                  </a:moveTo>
                  <a:cubicBezTo>
                    <a:pt x="4894" y="2858"/>
                    <a:pt x="10000" y="5168"/>
                    <a:pt x="15076" y="7630"/>
                  </a:cubicBezTo>
                  <a:cubicBezTo>
                    <a:pt x="22402" y="11217"/>
                    <a:pt x="20639" y="16992"/>
                    <a:pt x="23435" y="22980"/>
                  </a:cubicBezTo>
                  <a:cubicBezTo>
                    <a:pt x="25685" y="27813"/>
                    <a:pt x="29910" y="33041"/>
                    <a:pt x="31460" y="37934"/>
                  </a:cubicBezTo>
                  <a:cubicBezTo>
                    <a:pt x="32858" y="42372"/>
                    <a:pt x="29940" y="51096"/>
                    <a:pt x="35867" y="53558"/>
                  </a:cubicBezTo>
                  <a:cubicBezTo>
                    <a:pt x="43618" y="56749"/>
                    <a:pt x="52433" y="48937"/>
                    <a:pt x="56779" y="43831"/>
                  </a:cubicBezTo>
                  <a:cubicBezTo>
                    <a:pt x="65746" y="33314"/>
                    <a:pt x="71552" y="36901"/>
                    <a:pt x="81886" y="43466"/>
                  </a:cubicBezTo>
                  <a:cubicBezTo>
                    <a:pt x="87965" y="47327"/>
                    <a:pt x="95412" y="47752"/>
                    <a:pt x="102707" y="49454"/>
                  </a:cubicBezTo>
                  <a:cubicBezTo>
                    <a:pt x="108148" y="50700"/>
                    <a:pt x="107905" y="54226"/>
                    <a:pt x="108452" y="58725"/>
                  </a:cubicBezTo>
                  <a:cubicBezTo>
                    <a:pt x="109182" y="64226"/>
                    <a:pt x="112130" y="69910"/>
                    <a:pt x="117571" y="71187"/>
                  </a:cubicBezTo>
                  <a:cubicBezTo>
                    <a:pt x="125626" y="73041"/>
                    <a:pt x="134410" y="64895"/>
                    <a:pt x="142100" y="66688"/>
                  </a:cubicBezTo>
                  <a:cubicBezTo>
                    <a:pt x="146751" y="67783"/>
                    <a:pt x="153590" y="72828"/>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23"/>
            <p:cNvSpPr/>
            <p:nvPr/>
          </p:nvSpPr>
          <p:spPr>
            <a:xfrm>
              <a:off x="2975000" y="442550"/>
              <a:ext cx="3962850" cy="1818450"/>
            </a:xfrm>
            <a:custGeom>
              <a:rect b="b" l="l" r="r" t="t"/>
              <a:pathLst>
                <a:path extrusionOk="0" fill="none" h="72738" w="158514">
                  <a:moveTo>
                    <a:pt x="0" y="1"/>
                  </a:moveTo>
                  <a:cubicBezTo>
                    <a:pt x="4924" y="2827"/>
                    <a:pt x="10122" y="5077"/>
                    <a:pt x="15259" y="7387"/>
                  </a:cubicBezTo>
                  <a:cubicBezTo>
                    <a:pt x="22432" y="10609"/>
                    <a:pt x="22159" y="15594"/>
                    <a:pt x="24317" y="22007"/>
                  </a:cubicBezTo>
                  <a:cubicBezTo>
                    <a:pt x="26171" y="27630"/>
                    <a:pt x="29332" y="32402"/>
                    <a:pt x="31733" y="37418"/>
                  </a:cubicBezTo>
                  <a:cubicBezTo>
                    <a:pt x="33831" y="41764"/>
                    <a:pt x="30669" y="50305"/>
                    <a:pt x="36657" y="52615"/>
                  </a:cubicBezTo>
                  <a:cubicBezTo>
                    <a:pt x="44955" y="55868"/>
                    <a:pt x="53162" y="47630"/>
                    <a:pt x="57782" y="42068"/>
                  </a:cubicBezTo>
                  <a:cubicBezTo>
                    <a:pt x="66476" y="31551"/>
                    <a:pt x="73315" y="37022"/>
                    <a:pt x="82950" y="43193"/>
                  </a:cubicBezTo>
                  <a:cubicBezTo>
                    <a:pt x="88695" y="46871"/>
                    <a:pt x="96142" y="47813"/>
                    <a:pt x="103194" y="49333"/>
                  </a:cubicBezTo>
                  <a:cubicBezTo>
                    <a:pt x="108726" y="50488"/>
                    <a:pt x="108634" y="53740"/>
                    <a:pt x="109151" y="58390"/>
                  </a:cubicBezTo>
                  <a:cubicBezTo>
                    <a:pt x="109789" y="63862"/>
                    <a:pt x="112464" y="69211"/>
                    <a:pt x="117996" y="70427"/>
                  </a:cubicBezTo>
                  <a:cubicBezTo>
                    <a:pt x="125778" y="72129"/>
                    <a:pt x="135018" y="64439"/>
                    <a:pt x="142434" y="66506"/>
                  </a:cubicBezTo>
                  <a:cubicBezTo>
                    <a:pt x="146994" y="67752"/>
                    <a:pt x="153650" y="72737"/>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23"/>
            <p:cNvSpPr/>
            <p:nvPr/>
          </p:nvSpPr>
          <p:spPr>
            <a:xfrm>
              <a:off x="2975000" y="442550"/>
              <a:ext cx="3962850" cy="1816175"/>
            </a:xfrm>
            <a:custGeom>
              <a:rect b="b" l="l" r="r" t="t"/>
              <a:pathLst>
                <a:path extrusionOk="0" fill="none" h="72647" w="158514">
                  <a:moveTo>
                    <a:pt x="0" y="1"/>
                  </a:moveTo>
                  <a:cubicBezTo>
                    <a:pt x="4985" y="2797"/>
                    <a:pt x="10244" y="4985"/>
                    <a:pt x="15441" y="7144"/>
                  </a:cubicBezTo>
                  <a:cubicBezTo>
                    <a:pt x="22341" y="10031"/>
                    <a:pt x="23648" y="14621"/>
                    <a:pt x="25259" y="21034"/>
                  </a:cubicBezTo>
                  <a:cubicBezTo>
                    <a:pt x="26688" y="26809"/>
                    <a:pt x="28572" y="31977"/>
                    <a:pt x="31885" y="36992"/>
                  </a:cubicBezTo>
                  <a:cubicBezTo>
                    <a:pt x="34742" y="41278"/>
                    <a:pt x="31429" y="49606"/>
                    <a:pt x="37478" y="51825"/>
                  </a:cubicBezTo>
                  <a:cubicBezTo>
                    <a:pt x="46171" y="55017"/>
                    <a:pt x="54469" y="46202"/>
                    <a:pt x="58755" y="40305"/>
                  </a:cubicBezTo>
                  <a:cubicBezTo>
                    <a:pt x="66232" y="30001"/>
                    <a:pt x="76415" y="38025"/>
                    <a:pt x="84044" y="42889"/>
                  </a:cubicBezTo>
                  <a:cubicBezTo>
                    <a:pt x="89546" y="46384"/>
                    <a:pt x="96841" y="47874"/>
                    <a:pt x="103680" y="49211"/>
                  </a:cubicBezTo>
                  <a:cubicBezTo>
                    <a:pt x="109242" y="50305"/>
                    <a:pt x="109364" y="53254"/>
                    <a:pt x="109850" y="58026"/>
                  </a:cubicBezTo>
                  <a:cubicBezTo>
                    <a:pt x="110397" y="63436"/>
                    <a:pt x="112829" y="68482"/>
                    <a:pt x="118422" y="69667"/>
                  </a:cubicBezTo>
                  <a:cubicBezTo>
                    <a:pt x="125930" y="71278"/>
                    <a:pt x="135626" y="64044"/>
                    <a:pt x="142708" y="66293"/>
                  </a:cubicBezTo>
                  <a:cubicBezTo>
                    <a:pt x="147176" y="67692"/>
                    <a:pt x="153681" y="7264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23"/>
            <p:cNvSpPr/>
            <p:nvPr/>
          </p:nvSpPr>
          <p:spPr>
            <a:xfrm>
              <a:off x="2975000" y="442550"/>
              <a:ext cx="3962850" cy="1813875"/>
            </a:xfrm>
            <a:custGeom>
              <a:rect b="b" l="l" r="r" t="t"/>
              <a:pathLst>
                <a:path extrusionOk="0" fill="none" h="72555" w="158514">
                  <a:moveTo>
                    <a:pt x="0" y="1"/>
                  </a:moveTo>
                  <a:cubicBezTo>
                    <a:pt x="5015" y="2767"/>
                    <a:pt x="10335" y="4894"/>
                    <a:pt x="15624" y="6931"/>
                  </a:cubicBezTo>
                  <a:cubicBezTo>
                    <a:pt x="22189" y="9423"/>
                    <a:pt x="24925" y="13648"/>
                    <a:pt x="26262" y="20031"/>
                  </a:cubicBezTo>
                  <a:cubicBezTo>
                    <a:pt x="27508" y="25958"/>
                    <a:pt x="27843" y="31582"/>
                    <a:pt x="31916" y="36597"/>
                  </a:cubicBezTo>
                  <a:cubicBezTo>
                    <a:pt x="35290" y="40731"/>
                    <a:pt x="32432" y="49150"/>
                    <a:pt x="38299" y="51096"/>
                  </a:cubicBezTo>
                  <a:cubicBezTo>
                    <a:pt x="47326" y="54105"/>
                    <a:pt x="55138" y="44804"/>
                    <a:pt x="59758" y="38512"/>
                  </a:cubicBezTo>
                  <a:cubicBezTo>
                    <a:pt x="66901" y="28816"/>
                    <a:pt x="78512" y="38512"/>
                    <a:pt x="85139" y="42585"/>
                  </a:cubicBezTo>
                  <a:cubicBezTo>
                    <a:pt x="90397" y="45807"/>
                    <a:pt x="97510" y="47995"/>
                    <a:pt x="104105" y="49120"/>
                  </a:cubicBezTo>
                  <a:cubicBezTo>
                    <a:pt x="109698" y="50062"/>
                    <a:pt x="109729" y="52707"/>
                    <a:pt x="110580" y="57691"/>
                  </a:cubicBezTo>
                  <a:cubicBezTo>
                    <a:pt x="111461" y="63071"/>
                    <a:pt x="112829" y="67692"/>
                    <a:pt x="118878" y="68938"/>
                  </a:cubicBezTo>
                  <a:cubicBezTo>
                    <a:pt x="126082" y="70427"/>
                    <a:pt x="136234" y="63649"/>
                    <a:pt x="143012" y="66111"/>
                  </a:cubicBezTo>
                  <a:cubicBezTo>
                    <a:pt x="147359" y="67661"/>
                    <a:pt x="153742" y="7255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23"/>
            <p:cNvSpPr/>
            <p:nvPr/>
          </p:nvSpPr>
          <p:spPr>
            <a:xfrm>
              <a:off x="2975000" y="442550"/>
              <a:ext cx="3962850" cy="1804000"/>
            </a:xfrm>
            <a:custGeom>
              <a:rect b="b" l="l" r="r" t="t"/>
              <a:pathLst>
                <a:path extrusionOk="0" fill="none" h="72160" w="158514">
                  <a:moveTo>
                    <a:pt x="0" y="1"/>
                  </a:moveTo>
                  <a:cubicBezTo>
                    <a:pt x="5076" y="2736"/>
                    <a:pt x="10456" y="4803"/>
                    <a:pt x="15806" y="6688"/>
                  </a:cubicBezTo>
                  <a:cubicBezTo>
                    <a:pt x="22037" y="8876"/>
                    <a:pt x="26049" y="12767"/>
                    <a:pt x="27326" y="18967"/>
                  </a:cubicBezTo>
                  <a:cubicBezTo>
                    <a:pt x="28542" y="24925"/>
                    <a:pt x="27326" y="31126"/>
                    <a:pt x="31855" y="36202"/>
                  </a:cubicBezTo>
                  <a:cubicBezTo>
                    <a:pt x="35381" y="40153"/>
                    <a:pt x="33618" y="48725"/>
                    <a:pt x="39150" y="50457"/>
                  </a:cubicBezTo>
                  <a:cubicBezTo>
                    <a:pt x="48329" y="53314"/>
                    <a:pt x="55746" y="42919"/>
                    <a:pt x="60792" y="36810"/>
                  </a:cubicBezTo>
                  <a:cubicBezTo>
                    <a:pt x="67995" y="28086"/>
                    <a:pt x="80032" y="38360"/>
                    <a:pt x="86263" y="42159"/>
                  </a:cubicBezTo>
                  <a:cubicBezTo>
                    <a:pt x="91430" y="45320"/>
                    <a:pt x="98057" y="48056"/>
                    <a:pt x="104561" y="48998"/>
                  </a:cubicBezTo>
                  <a:cubicBezTo>
                    <a:pt x="115747" y="50700"/>
                    <a:pt x="107692" y="65898"/>
                    <a:pt x="119303" y="68178"/>
                  </a:cubicBezTo>
                  <a:cubicBezTo>
                    <a:pt x="126294" y="69576"/>
                    <a:pt x="136872" y="63254"/>
                    <a:pt x="143316" y="65898"/>
                  </a:cubicBezTo>
                  <a:cubicBezTo>
                    <a:pt x="147784" y="67752"/>
                    <a:pt x="153407" y="7216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23"/>
            <p:cNvSpPr/>
            <p:nvPr/>
          </p:nvSpPr>
          <p:spPr>
            <a:xfrm>
              <a:off x="2975000" y="442550"/>
              <a:ext cx="3962100" cy="1802475"/>
            </a:xfrm>
            <a:custGeom>
              <a:rect b="b" l="l" r="r" t="t"/>
              <a:pathLst>
                <a:path extrusionOk="0" fill="none" h="72099" w="158484">
                  <a:moveTo>
                    <a:pt x="0" y="1"/>
                  </a:moveTo>
                  <a:cubicBezTo>
                    <a:pt x="5107" y="2706"/>
                    <a:pt x="10760" y="4590"/>
                    <a:pt x="15958" y="6444"/>
                  </a:cubicBezTo>
                  <a:cubicBezTo>
                    <a:pt x="21764" y="8511"/>
                    <a:pt x="26931" y="11733"/>
                    <a:pt x="28390" y="17843"/>
                  </a:cubicBezTo>
                  <a:cubicBezTo>
                    <a:pt x="29788" y="23740"/>
                    <a:pt x="26900" y="30579"/>
                    <a:pt x="31672" y="35867"/>
                  </a:cubicBezTo>
                  <a:cubicBezTo>
                    <a:pt x="35107" y="39636"/>
                    <a:pt x="34925" y="48390"/>
                    <a:pt x="40001" y="49849"/>
                  </a:cubicBezTo>
                  <a:cubicBezTo>
                    <a:pt x="49302" y="52494"/>
                    <a:pt x="56415" y="40761"/>
                    <a:pt x="61886" y="35320"/>
                  </a:cubicBezTo>
                  <a:cubicBezTo>
                    <a:pt x="69211" y="28025"/>
                    <a:pt x="81278" y="37873"/>
                    <a:pt x="87327" y="41612"/>
                  </a:cubicBezTo>
                  <a:cubicBezTo>
                    <a:pt x="92585" y="44864"/>
                    <a:pt x="98421" y="48117"/>
                    <a:pt x="104926" y="48968"/>
                  </a:cubicBezTo>
                  <a:cubicBezTo>
                    <a:pt x="116385" y="50457"/>
                    <a:pt x="108239" y="65442"/>
                    <a:pt x="119759" y="67509"/>
                  </a:cubicBezTo>
                  <a:cubicBezTo>
                    <a:pt x="126659" y="68725"/>
                    <a:pt x="137298" y="62980"/>
                    <a:pt x="143559" y="65716"/>
                  </a:cubicBezTo>
                  <a:cubicBezTo>
                    <a:pt x="147936" y="67631"/>
                    <a:pt x="153407" y="72099"/>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23"/>
            <p:cNvSpPr/>
            <p:nvPr/>
          </p:nvSpPr>
          <p:spPr>
            <a:xfrm>
              <a:off x="2975000" y="442550"/>
              <a:ext cx="3962850" cy="1800200"/>
            </a:xfrm>
            <a:custGeom>
              <a:rect b="b" l="l" r="r" t="t"/>
              <a:pathLst>
                <a:path extrusionOk="0" fill="none" h="72008" w="158514">
                  <a:moveTo>
                    <a:pt x="0" y="1"/>
                  </a:moveTo>
                  <a:cubicBezTo>
                    <a:pt x="5167" y="2645"/>
                    <a:pt x="10821" y="4499"/>
                    <a:pt x="16140" y="6201"/>
                  </a:cubicBezTo>
                  <a:cubicBezTo>
                    <a:pt x="21976" y="8055"/>
                    <a:pt x="27630" y="11065"/>
                    <a:pt x="29484" y="16657"/>
                  </a:cubicBezTo>
                  <a:cubicBezTo>
                    <a:pt x="31308" y="22159"/>
                    <a:pt x="26748" y="29940"/>
                    <a:pt x="31521" y="35442"/>
                  </a:cubicBezTo>
                  <a:cubicBezTo>
                    <a:pt x="34621" y="38998"/>
                    <a:pt x="36414" y="48147"/>
                    <a:pt x="40913" y="49211"/>
                  </a:cubicBezTo>
                  <a:cubicBezTo>
                    <a:pt x="50244" y="51430"/>
                    <a:pt x="56749" y="38846"/>
                    <a:pt x="63041" y="34044"/>
                  </a:cubicBezTo>
                  <a:cubicBezTo>
                    <a:pt x="70731" y="28147"/>
                    <a:pt x="82190" y="36992"/>
                    <a:pt x="88391" y="40943"/>
                  </a:cubicBezTo>
                  <a:cubicBezTo>
                    <a:pt x="93862" y="44409"/>
                    <a:pt x="98695" y="48147"/>
                    <a:pt x="105352" y="48907"/>
                  </a:cubicBezTo>
                  <a:cubicBezTo>
                    <a:pt x="117024" y="50184"/>
                    <a:pt x="108786" y="64834"/>
                    <a:pt x="120276" y="66780"/>
                  </a:cubicBezTo>
                  <a:cubicBezTo>
                    <a:pt x="126993" y="67904"/>
                    <a:pt x="137784" y="62585"/>
                    <a:pt x="143863" y="65533"/>
                  </a:cubicBezTo>
                  <a:cubicBezTo>
                    <a:pt x="148149" y="67570"/>
                    <a:pt x="153468" y="72008"/>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23"/>
            <p:cNvSpPr/>
            <p:nvPr/>
          </p:nvSpPr>
          <p:spPr>
            <a:xfrm>
              <a:off x="2975000" y="442550"/>
              <a:ext cx="3963625" cy="1798675"/>
            </a:xfrm>
            <a:custGeom>
              <a:rect b="b" l="l" r="r" t="t"/>
              <a:pathLst>
                <a:path extrusionOk="0" fill="none" h="71947" w="158545">
                  <a:moveTo>
                    <a:pt x="0" y="1"/>
                  </a:moveTo>
                  <a:cubicBezTo>
                    <a:pt x="5198" y="2615"/>
                    <a:pt x="10912" y="4408"/>
                    <a:pt x="16323" y="5958"/>
                  </a:cubicBezTo>
                  <a:cubicBezTo>
                    <a:pt x="22067" y="7630"/>
                    <a:pt x="28147" y="10365"/>
                    <a:pt x="30578" y="15472"/>
                  </a:cubicBezTo>
                  <a:cubicBezTo>
                    <a:pt x="33192" y="20974"/>
                    <a:pt x="26931" y="29059"/>
                    <a:pt x="31369" y="35047"/>
                  </a:cubicBezTo>
                  <a:cubicBezTo>
                    <a:pt x="33831" y="38390"/>
                    <a:pt x="37904" y="47904"/>
                    <a:pt x="41825" y="48542"/>
                  </a:cubicBezTo>
                  <a:cubicBezTo>
                    <a:pt x="50883" y="50062"/>
                    <a:pt x="57296" y="36931"/>
                    <a:pt x="64257" y="33010"/>
                  </a:cubicBezTo>
                  <a:cubicBezTo>
                    <a:pt x="72160" y="28512"/>
                    <a:pt x="83102" y="35928"/>
                    <a:pt x="89424" y="40153"/>
                  </a:cubicBezTo>
                  <a:cubicBezTo>
                    <a:pt x="94804" y="43740"/>
                    <a:pt x="98877" y="48208"/>
                    <a:pt x="105747" y="48846"/>
                  </a:cubicBezTo>
                  <a:cubicBezTo>
                    <a:pt x="117601" y="49971"/>
                    <a:pt x="109425" y="64257"/>
                    <a:pt x="120793" y="66081"/>
                  </a:cubicBezTo>
                  <a:cubicBezTo>
                    <a:pt x="127419" y="67144"/>
                    <a:pt x="138270" y="62281"/>
                    <a:pt x="144167" y="65351"/>
                  </a:cubicBezTo>
                  <a:cubicBezTo>
                    <a:pt x="148362" y="67540"/>
                    <a:pt x="153529" y="71947"/>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23"/>
            <p:cNvSpPr/>
            <p:nvPr/>
          </p:nvSpPr>
          <p:spPr>
            <a:xfrm>
              <a:off x="2975000" y="442550"/>
              <a:ext cx="3962850" cy="1795650"/>
            </a:xfrm>
            <a:custGeom>
              <a:rect b="b" l="l" r="r" t="t"/>
              <a:pathLst>
                <a:path extrusionOk="0" fill="none" h="71826" w="158514">
                  <a:moveTo>
                    <a:pt x="0" y="1"/>
                  </a:moveTo>
                  <a:cubicBezTo>
                    <a:pt x="5259" y="2584"/>
                    <a:pt x="10973" y="4317"/>
                    <a:pt x="16475" y="5745"/>
                  </a:cubicBezTo>
                  <a:cubicBezTo>
                    <a:pt x="22250" y="7235"/>
                    <a:pt x="28542" y="9788"/>
                    <a:pt x="31581" y="14195"/>
                  </a:cubicBezTo>
                  <a:cubicBezTo>
                    <a:pt x="35168" y="19332"/>
                    <a:pt x="27326" y="28238"/>
                    <a:pt x="31247" y="34560"/>
                  </a:cubicBezTo>
                  <a:cubicBezTo>
                    <a:pt x="33253" y="37782"/>
                    <a:pt x="39150" y="47418"/>
                    <a:pt x="42737" y="47722"/>
                  </a:cubicBezTo>
                  <a:cubicBezTo>
                    <a:pt x="51612" y="48482"/>
                    <a:pt x="57752" y="35229"/>
                    <a:pt x="65412" y="32129"/>
                  </a:cubicBezTo>
                  <a:cubicBezTo>
                    <a:pt x="73588" y="28816"/>
                    <a:pt x="84044" y="34804"/>
                    <a:pt x="90275" y="39302"/>
                  </a:cubicBezTo>
                  <a:cubicBezTo>
                    <a:pt x="95351" y="42980"/>
                    <a:pt x="98938" y="48269"/>
                    <a:pt x="106081" y="48816"/>
                  </a:cubicBezTo>
                  <a:cubicBezTo>
                    <a:pt x="111704" y="49241"/>
                    <a:pt x="112981" y="50670"/>
                    <a:pt x="114136" y="56111"/>
                  </a:cubicBezTo>
                  <a:cubicBezTo>
                    <a:pt x="115139" y="60792"/>
                    <a:pt x="115321" y="64470"/>
                    <a:pt x="121279" y="65381"/>
                  </a:cubicBezTo>
                  <a:cubicBezTo>
                    <a:pt x="127784" y="66385"/>
                    <a:pt x="138696" y="61947"/>
                    <a:pt x="144410" y="65169"/>
                  </a:cubicBezTo>
                  <a:cubicBezTo>
                    <a:pt x="148483" y="67448"/>
                    <a:pt x="153529" y="7182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23"/>
            <p:cNvSpPr/>
            <p:nvPr/>
          </p:nvSpPr>
          <p:spPr>
            <a:xfrm>
              <a:off x="2975000" y="442550"/>
              <a:ext cx="3962850" cy="1794125"/>
            </a:xfrm>
            <a:custGeom>
              <a:rect b="b" l="l" r="r" t="t"/>
              <a:pathLst>
                <a:path extrusionOk="0" fill="none" h="71765" w="158514">
                  <a:moveTo>
                    <a:pt x="0" y="1"/>
                  </a:moveTo>
                  <a:cubicBezTo>
                    <a:pt x="5319" y="2554"/>
                    <a:pt x="11064" y="4226"/>
                    <a:pt x="16627" y="5502"/>
                  </a:cubicBezTo>
                  <a:cubicBezTo>
                    <a:pt x="22523" y="6840"/>
                    <a:pt x="28663" y="9302"/>
                    <a:pt x="32554" y="12919"/>
                  </a:cubicBezTo>
                  <a:cubicBezTo>
                    <a:pt x="36931" y="17022"/>
                    <a:pt x="28906" y="28268"/>
                    <a:pt x="31247" y="33983"/>
                  </a:cubicBezTo>
                  <a:cubicBezTo>
                    <a:pt x="32615" y="37326"/>
                    <a:pt x="40031" y="46658"/>
                    <a:pt x="43679" y="46719"/>
                  </a:cubicBezTo>
                  <a:cubicBezTo>
                    <a:pt x="52433" y="46810"/>
                    <a:pt x="58117" y="33861"/>
                    <a:pt x="66628" y="31430"/>
                  </a:cubicBezTo>
                  <a:cubicBezTo>
                    <a:pt x="75108" y="28998"/>
                    <a:pt x="85078" y="33709"/>
                    <a:pt x="91066" y="38451"/>
                  </a:cubicBezTo>
                  <a:cubicBezTo>
                    <a:pt x="95899" y="42250"/>
                    <a:pt x="98847" y="48482"/>
                    <a:pt x="106446" y="48785"/>
                  </a:cubicBezTo>
                  <a:cubicBezTo>
                    <a:pt x="119030" y="49272"/>
                    <a:pt x="110853" y="62950"/>
                    <a:pt x="121826" y="64743"/>
                  </a:cubicBezTo>
                  <a:cubicBezTo>
                    <a:pt x="128088" y="65746"/>
                    <a:pt x="139121" y="61612"/>
                    <a:pt x="144684" y="64986"/>
                  </a:cubicBezTo>
                  <a:cubicBezTo>
                    <a:pt x="148666" y="67388"/>
                    <a:pt x="153559" y="7176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23"/>
            <p:cNvSpPr/>
            <p:nvPr/>
          </p:nvSpPr>
          <p:spPr>
            <a:xfrm>
              <a:off x="2975000" y="442550"/>
              <a:ext cx="3962850" cy="1791075"/>
            </a:xfrm>
            <a:custGeom>
              <a:rect b="b" l="l" r="r" t="t"/>
              <a:pathLst>
                <a:path extrusionOk="0" fill="none" h="71643" w="158514">
                  <a:moveTo>
                    <a:pt x="0" y="1"/>
                  </a:moveTo>
                  <a:cubicBezTo>
                    <a:pt x="5319" y="2523"/>
                    <a:pt x="11155" y="4134"/>
                    <a:pt x="16779" y="5259"/>
                  </a:cubicBezTo>
                  <a:cubicBezTo>
                    <a:pt x="22736" y="6475"/>
                    <a:pt x="29302" y="9058"/>
                    <a:pt x="33405" y="11672"/>
                  </a:cubicBezTo>
                  <a:cubicBezTo>
                    <a:pt x="37660" y="14378"/>
                    <a:pt x="30821" y="28968"/>
                    <a:pt x="31399" y="33314"/>
                  </a:cubicBezTo>
                  <a:cubicBezTo>
                    <a:pt x="31885" y="36931"/>
                    <a:pt x="40578" y="45624"/>
                    <a:pt x="44651" y="45472"/>
                  </a:cubicBezTo>
                  <a:cubicBezTo>
                    <a:pt x="53101" y="45168"/>
                    <a:pt x="58421" y="32828"/>
                    <a:pt x="67874" y="30852"/>
                  </a:cubicBezTo>
                  <a:cubicBezTo>
                    <a:pt x="76658" y="29028"/>
                    <a:pt x="86233" y="32706"/>
                    <a:pt x="91856" y="37509"/>
                  </a:cubicBezTo>
                  <a:cubicBezTo>
                    <a:pt x="96476" y="41491"/>
                    <a:pt x="98908" y="48542"/>
                    <a:pt x="106780" y="48755"/>
                  </a:cubicBezTo>
                  <a:cubicBezTo>
                    <a:pt x="112647" y="48907"/>
                    <a:pt x="114045" y="50184"/>
                    <a:pt x="115565" y="55503"/>
                  </a:cubicBezTo>
                  <a:cubicBezTo>
                    <a:pt x="116841" y="60062"/>
                    <a:pt x="116628" y="63132"/>
                    <a:pt x="122404" y="64044"/>
                  </a:cubicBezTo>
                  <a:cubicBezTo>
                    <a:pt x="128544" y="65047"/>
                    <a:pt x="139486" y="61278"/>
                    <a:pt x="144957" y="64804"/>
                  </a:cubicBezTo>
                  <a:cubicBezTo>
                    <a:pt x="148818" y="67296"/>
                    <a:pt x="153559" y="71643"/>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23"/>
            <p:cNvSpPr/>
            <p:nvPr/>
          </p:nvSpPr>
          <p:spPr>
            <a:xfrm>
              <a:off x="2975000" y="442550"/>
              <a:ext cx="3962100" cy="1789575"/>
            </a:xfrm>
            <a:custGeom>
              <a:rect b="b" l="l" r="r" t="t"/>
              <a:pathLst>
                <a:path extrusionOk="0" fill="none" h="71583" w="158484">
                  <a:moveTo>
                    <a:pt x="0" y="1"/>
                  </a:moveTo>
                  <a:cubicBezTo>
                    <a:pt x="5380" y="2463"/>
                    <a:pt x="11216" y="4043"/>
                    <a:pt x="16900" y="5016"/>
                  </a:cubicBezTo>
                  <a:cubicBezTo>
                    <a:pt x="22797" y="6049"/>
                    <a:pt x="29058" y="8724"/>
                    <a:pt x="34135" y="10457"/>
                  </a:cubicBezTo>
                  <a:cubicBezTo>
                    <a:pt x="39667" y="12372"/>
                    <a:pt x="32037" y="28846"/>
                    <a:pt x="31855" y="32463"/>
                  </a:cubicBezTo>
                  <a:cubicBezTo>
                    <a:pt x="31672" y="36597"/>
                    <a:pt x="40852" y="44712"/>
                    <a:pt x="45503" y="44074"/>
                  </a:cubicBezTo>
                  <a:cubicBezTo>
                    <a:pt x="54165" y="42889"/>
                    <a:pt x="59606" y="32038"/>
                    <a:pt x="69090" y="30335"/>
                  </a:cubicBezTo>
                  <a:cubicBezTo>
                    <a:pt x="77479" y="28846"/>
                    <a:pt x="87388" y="31703"/>
                    <a:pt x="92646" y="36566"/>
                  </a:cubicBezTo>
                  <a:cubicBezTo>
                    <a:pt x="97084" y="40670"/>
                    <a:pt x="98908" y="48634"/>
                    <a:pt x="107084" y="48725"/>
                  </a:cubicBezTo>
                  <a:cubicBezTo>
                    <a:pt x="112890" y="48816"/>
                    <a:pt x="114501" y="49910"/>
                    <a:pt x="116203" y="55229"/>
                  </a:cubicBezTo>
                  <a:cubicBezTo>
                    <a:pt x="117571" y="59606"/>
                    <a:pt x="117297" y="62555"/>
                    <a:pt x="122951" y="63436"/>
                  </a:cubicBezTo>
                  <a:cubicBezTo>
                    <a:pt x="129030" y="64378"/>
                    <a:pt x="139851" y="60944"/>
                    <a:pt x="145200" y="64622"/>
                  </a:cubicBezTo>
                  <a:cubicBezTo>
                    <a:pt x="148939" y="67205"/>
                    <a:pt x="153590" y="7158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23"/>
            <p:cNvSpPr/>
            <p:nvPr/>
          </p:nvSpPr>
          <p:spPr>
            <a:xfrm>
              <a:off x="2975000" y="442550"/>
              <a:ext cx="3962850" cy="1785000"/>
            </a:xfrm>
            <a:custGeom>
              <a:rect b="b" l="l" r="r" t="t"/>
              <a:pathLst>
                <a:path extrusionOk="0" fill="none" h="71400" w="158514">
                  <a:moveTo>
                    <a:pt x="0" y="1"/>
                  </a:moveTo>
                  <a:cubicBezTo>
                    <a:pt x="5411" y="2432"/>
                    <a:pt x="11307" y="3952"/>
                    <a:pt x="17052" y="4803"/>
                  </a:cubicBezTo>
                  <a:cubicBezTo>
                    <a:pt x="22949" y="5685"/>
                    <a:pt x="29028" y="8967"/>
                    <a:pt x="34682" y="9362"/>
                  </a:cubicBezTo>
                  <a:cubicBezTo>
                    <a:pt x="42007" y="9849"/>
                    <a:pt x="33557" y="28360"/>
                    <a:pt x="32858" y="31065"/>
                  </a:cubicBezTo>
                  <a:cubicBezTo>
                    <a:pt x="31308" y="36931"/>
                    <a:pt x="41095" y="43801"/>
                    <a:pt x="46141" y="42676"/>
                  </a:cubicBezTo>
                  <a:cubicBezTo>
                    <a:pt x="54925" y="40761"/>
                    <a:pt x="60731" y="31703"/>
                    <a:pt x="70245" y="29819"/>
                  </a:cubicBezTo>
                  <a:cubicBezTo>
                    <a:pt x="78451" y="28177"/>
                    <a:pt x="88573" y="30731"/>
                    <a:pt x="93497" y="35563"/>
                  </a:cubicBezTo>
                  <a:cubicBezTo>
                    <a:pt x="97753" y="39728"/>
                    <a:pt x="98969" y="48725"/>
                    <a:pt x="107419" y="48755"/>
                  </a:cubicBezTo>
                  <a:cubicBezTo>
                    <a:pt x="113163" y="48755"/>
                    <a:pt x="115018" y="49667"/>
                    <a:pt x="116872" y="54956"/>
                  </a:cubicBezTo>
                  <a:cubicBezTo>
                    <a:pt x="118331" y="59181"/>
                    <a:pt x="118027" y="61977"/>
                    <a:pt x="123559" y="62798"/>
                  </a:cubicBezTo>
                  <a:cubicBezTo>
                    <a:pt x="129638" y="63710"/>
                    <a:pt x="140459" y="60579"/>
                    <a:pt x="145504" y="64470"/>
                  </a:cubicBezTo>
                  <a:cubicBezTo>
                    <a:pt x="148939" y="67144"/>
                    <a:pt x="153802" y="7140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23"/>
            <p:cNvSpPr/>
            <p:nvPr/>
          </p:nvSpPr>
          <p:spPr>
            <a:xfrm>
              <a:off x="2975000" y="442550"/>
              <a:ext cx="3962100" cy="1781975"/>
            </a:xfrm>
            <a:custGeom>
              <a:rect b="b" l="l" r="r" t="t"/>
              <a:pathLst>
                <a:path extrusionOk="0" fill="none" h="71279" w="158484">
                  <a:moveTo>
                    <a:pt x="0" y="1"/>
                  </a:moveTo>
                  <a:cubicBezTo>
                    <a:pt x="5471" y="2402"/>
                    <a:pt x="11247" y="3922"/>
                    <a:pt x="17174" y="4560"/>
                  </a:cubicBezTo>
                  <a:cubicBezTo>
                    <a:pt x="23253" y="5198"/>
                    <a:pt x="29514" y="8420"/>
                    <a:pt x="35107" y="8177"/>
                  </a:cubicBezTo>
                  <a:cubicBezTo>
                    <a:pt x="44044" y="7782"/>
                    <a:pt x="35290" y="26718"/>
                    <a:pt x="34256" y="29089"/>
                  </a:cubicBezTo>
                  <a:cubicBezTo>
                    <a:pt x="31369" y="35959"/>
                    <a:pt x="40578" y="42980"/>
                    <a:pt x="46658" y="41247"/>
                  </a:cubicBezTo>
                  <a:cubicBezTo>
                    <a:pt x="55533" y="38785"/>
                    <a:pt x="61947" y="31490"/>
                    <a:pt x="71369" y="29180"/>
                  </a:cubicBezTo>
                  <a:cubicBezTo>
                    <a:pt x="79424" y="27174"/>
                    <a:pt x="89819" y="29697"/>
                    <a:pt x="94470" y="34439"/>
                  </a:cubicBezTo>
                  <a:cubicBezTo>
                    <a:pt x="98482" y="38573"/>
                    <a:pt x="99090" y="48785"/>
                    <a:pt x="107753" y="48694"/>
                  </a:cubicBezTo>
                  <a:cubicBezTo>
                    <a:pt x="113407" y="48634"/>
                    <a:pt x="115504" y="49424"/>
                    <a:pt x="117510" y="54652"/>
                  </a:cubicBezTo>
                  <a:cubicBezTo>
                    <a:pt x="119060" y="58694"/>
                    <a:pt x="118665" y="61400"/>
                    <a:pt x="124167" y="62160"/>
                  </a:cubicBezTo>
                  <a:cubicBezTo>
                    <a:pt x="130246" y="62980"/>
                    <a:pt x="140793" y="60245"/>
                    <a:pt x="145717" y="64257"/>
                  </a:cubicBezTo>
                  <a:cubicBezTo>
                    <a:pt x="149061" y="66962"/>
                    <a:pt x="153802" y="71278"/>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23"/>
            <p:cNvSpPr/>
            <p:nvPr/>
          </p:nvSpPr>
          <p:spPr>
            <a:xfrm>
              <a:off x="2975000" y="442550"/>
              <a:ext cx="3962850" cy="1781200"/>
            </a:xfrm>
            <a:custGeom>
              <a:rect b="b" l="l" r="r" t="t"/>
              <a:pathLst>
                <a:path extrusionOk="0" fill="none" h="71248" w="158514">
                  <a:moveTo>
                    <a:pt x="0" y="1"/>
                  </a:moveTo>
                  <a:cubicBezTo>
                    <a:pt x="5502" y="2371"/>
                    <a:pt x="11338" y="3830"/>
                    <a:pt x="17326" y="4347"/>
                  </a:cubicBezTo>
                  <a:cubicBezTo>
                    <a:pt x="23405" y="4833"/>
                    <a:pt x="29484" y="7478"/>
                    <a:pt x="35381" y="7083"/>
                  </a:cubicBezTo>
                  <a:cubicBezTo>
                    <a:pt x="46171" y="6384"/>
                    <a:pt x="37660" y="22007"/>
                    <a:pt x="36080" y="26718"/>
                  </a:cubicBezTo>
                  <a:cubicBezTo>
                    <a:pt x="34560" y="31247"/>
                    <a:pt x="33192" y="34591"/>
                    <a:pt x="37387" y="37934"/>
                  </a:cubicBezTo>
                  <a:cubicBezTo>
                    <a:pt x="40062" y="40032"/>
                    <a:pt x="43983" y="40913"/>
                    <a:pt x="47144" y="39940"/>
                  </a:cubicBezTo>
                  <a:cubicBezTo>
                    <a:pt x="52007" y="38421"/>
                    <a:pt x="55959" y="34864"/>
                    <a:pt x="60548" y="32524"/>
                  </a:cubicBezTo>
                  <a:cubicBezTo>
                    <a:pt x="64409" y="30579"/>
                    <a:pt x="68360" y="29758"/>
                    <a:pt x="72403" y="28512"/>
                  </a:cubicBezTo>
                  <a:cubicBezTo>
                    <a:pt x="80275" y="26080"/>
                    <a:pt x="91187" y="28724"/>
                    <a:pt x="95503" y="33314"/>
                  </a:cubicBezTo>
                  <a:cubicBezTo>
                    <a:pt x="99303" y="37296"/>
                    <a:pt x="99212" y="48877"/>
                    <a:pt x="108118" y="48694"/>
                  </a:cubicBezTo>
                  <a:cubicBezTo>
                    <a:pt x="113589" y="48573"/>
                    <a:pt x="115990" y="49302"/>
                    <a:pt x="118148" y="54409"/>
                  </a:cubicBezTo>
                  <a:cubicBezTo>
                    <a:pt x="119820" y="58299"/>
                    <a:pt x="119364" y="60974"/>
                    <a:pt x="124805" y="61612"/>
                  </a:cubicBezTo>
                  <a:cubicBezTo>
                    <a:pt x="130519" y="62281"/>
                    <a:pt x="141249" y="59819"/>
                    <a:pt x="145991" y="64135"/>
                  </a:cubicBezTo>
                  <a:cubicBezTo>
                    <a:pt x="149213" y="67023"/>
                    <a:pt x="153863" y="71248"/>
                    <a:pt x="158514" y="68695"/>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23"/>
            <p:cNvSpPr/>
            <p:nvPr/>
          </p:nvSpPr>
          <p:spPr>
            <a:xfrm>
              <a:off x="2975000" y="442550"/>
              <a:ext cx="3962100" cy="1777400"/>
            </a:xfrm>
            <a:custGeom>
              <a:rect b="b" l="l" r="r" t="t"/>
              <a:pathLst>
                <a:path extrusionOk="0" fill="none" h="71096" w="158484">
                  <a:moveTo>
                    <a:pt x="0" y="1"/>
                  </a:moveTo>
                  <a:cubicBezTo>
                    <a:pt x="5532" y="2341"/>
                    <a:pt x="11429" y="3739"/>
                    <a:pt x="17447" y="4104"/>
                  </a:cubicBezTo>
                  <a:cubicBezTo>
                    <a:pt x="23496" y="4469"/>
                    <a:pt x="29484" y="6596"/>
                    <a:pt x="35533" y="6049"/>
                  </a:cubicBezTo>
                  <a:cubicBezTo>
                    <a:pt x="47357" y="4955"/>
                    <a:pt x="40822" y="16809"/>
                    <a:pt x="38208" y="23983"/>
                  </a:cubicBezTo>
                  <a:cubicBezTo>
                    <a:pt x="36657" y="28329"/>
                    <a:pt x="33557" y="33253"/>
                    <a:pt x="37691" y="36962"/>
                  </a:cubicBezTo>
                  <a:cubicBezTo>
                    <a:pt x="40244" y="39272"/>
                    <a:pt x="44591" y="39636"/>
                    <a:pt x="47661" y="38603"/>
                  </a:cubicBezTo>
                  <a:cubicBezTo>
                    <a:pt x="52646" y="36931"/>
                    <a:pt x="56901" y="33557"/>
                    <a:pt x="61764" y="31460"/>
                  </a:cubicBezTo>
                  <a:cubicBezTo>
                    <a:pt x="65533" y="29819"/>
                    <a:pt x="69576" y="29150"/>
                    <a:pt x="73375" y="27721"/>
                  </a:cubicBezTo>
                  <a:cubicBezTo>
                    <a:pt x="80974" y="24864"/>
                    <a:pt x="92464" y="27721"/>
                    <a:pt x="96659" y="32068"/>
                  </a:cubicBezTo>
                  <a:cubicBezTo>
                    <a:pt x="100884" y="36445"/>
                    <a:pt x="98634" y="48512"/>
                    <a:pt x="108452" y="48664"/>
                  </a:cubicBezTo>
                  <a:cubicBezTo>
                    <a:pt x="114014" y="48755"/>
                    <a:pt x="116416" y="49150"/>
                    <a:pt x="118756" y="54105"/>
                  </a:cubicBezTo>
                  <a:cubicBezTo>
                    <a:pt x="120550" y="57874"/>
                    <a:pt x="120002" y="60488"/>
                    <a:pt x="125413" y="61035"/>
                  </a:cubicBezTo>
                  <a:cubicBezTo>
                    <a:pt x="131158" y="61643"/>
                    <a:pt x="141553" y="59454"/>
                    <a:pt x="146234" y="63922"/>
                  </a:cubicBezTo>
                  <a:cubicBezTo>
                    <a:pt x="149334" y="66871"/>
                    <a:pt x="153894" y="71096"/>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23"/>
            <p:cNvSpPr/>
            <p:nvPr/>
          </p:nvSpPr>
          <p:spPr>
            <a:xfrm>
              <a:off x="2975000" y="442550"/>
              <a:ext cx="3962850" cy="1775125"/>
            </a:xfrm>
            <a:custGeom>
              <a:rect b="b" l="l" r="r" t="t"/>
              <a:pathLst>
                <a:path extrusionOk="0" fill="none" h="71005" w="158514">
                  <a:moveTo>
                    <a:pt x="0" y="1"/>
                  </a:moveTo>
                  <a:cubicBezTo>
                    <a:pt x="5593" y="2311"/>
                    <a:pt x="11520" y="3648"/>
                    <a:pt x="17569" y="3861"/>
                  </a:cubicBezTo>
                  <a:cubicBezTo>
                    <a:pt x="23587" y="4074"/>
                    <a:pt x="29636" y="5837"/>
                    <a:pt x="35594" y="5046"/>
                  </a:cubicBezTo>
                  <a:cubicBezTo>
                    <a:pt x="47569" y="3466"/>
                    <a:pt x="43800" y="12280"/>
                    <a:pt x="40578" y="20974"/>
                  </a:cubicBezTo>
                  <a:cubicBezTo>
                    <a:pt x="39059" y="25107"/>
                    <a:pt x="34773" y="31916"/>
                    <a:pt x="38268" y="35867"/>
                  </a:cubicBezTo>
                  <a:cubicBezTo>
                    <a:pt x="40548" y="38451"/>
                    <a:pt x="45381" y="38208"/>
                    <a:pt x="48238" y="37296"/>
                  </a:cubicBezTo>
                  <a:cubicBezTo>
                    <a:pt x="53405" y="35624"/>
                    <a:pt x="57965" y="32281"/>
                    <a:pt x="63102" y="30366"/>
                  </a:cubicBezTo>
                  <a:cubicBezTo>
                    <a:pt x="66780" y="28968"/>
                    <a:pt x="70701" y="28420"/>
                    <a:pt x="74257" y="26840"/>
                  </a:cubicBezTo>
                  <a:cubicBezTo>
                    <a:pt x="81552" y="23588"/>
                    <a:pt x="94075" y="26779"/>
                    <a:pt x="97935" y="30791"/>
                  </a:cubicBezTo>
                  <a:cubicBezTo>
                    <a:pt x="101887" y="34895"/>
                    <a:pt x="98938" y="48542"/>
                    <a:pt x="108817" y="48664"/>
                  </a:cubicBezTo>
                  <a:cubicBezTo>
                    <a:pt x="114227" y="48694"/>
                    <a:pt x="116872" y="49029"/>
                    <a:pt x="119364" y="53801"/>
                  </a:cubicBezTo>
                  <a:cubicBezTo>
                    <a:pt x="121249" y="57448"/>
                    <a:pt x="120702" y="60032"/>
                    <a:pt x="126021" y="60518"/>
                  </a:cubicBezTo>
                  <a:cubicBezTo>
                    <a:pt x="131826" y="61035"/>
                    <a:pt x="141857" y="59120"/>
                    <a:pt x="146507" y="63771"/>
                  </a:cubicBezTo>
                  <a:cubicBezTo>
                    <a:pt x="149456" y="66719"/>
                    <a:pt x="153924" y="7100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23"/>
            <p:cNvSpPr/>
            <p:nvPr/>
          </p:nvSpPr>
          <p:spPr>
            <a:xfrm>
              <a:off x="2975000" y="442550"/>
              <a:ext cx="3962850" cy="1772850"/>
            </a:xfrm>
            <a:custGeom>
              <a:rect b="b" l="l" r="r" t="t"/>
              <a:pathLst>
                <a:path extrusionOk="0" fill="none" h="70914" w="158514">
                  <a:moveTo>
                    <a:pt x="0" y="1"/>
                  </a:moveTo>
                  <a:cubicBezTo>
                    <a:pt x="5623" y="2280"/>
                    <a:pt x="11611" y="3526"/>
                    <a:pt x="17690" y="3648"/>
                  </a:cubicBezTo>
                  <a:cubicBezTo>
                    <a:pt x="23648" y="3709"/>
                    <a:pt x="29636" y="5016"/>
                    <a:pt x="35563" y="4104"/>
                  </a:cubicBezTo>
                  <a:cubicBezTo>
                    <a:pt x="47022" y="2371"/>
                    <a:pt x="46627" y="7843"/>
                    <a:pt x="43101" y="17812"/>
                  </a:cubicBezTo>
                  <a:cubicBezTo>
                    <a:pt x="41733" y="21612"/>
                    <a:pt x="36232" y="30670"/>
                    <a:pt x="39028" y="34621"/>
                  </a:cubicBezTo>
                  <a:cubicBezTo>
                    <a:pt x="41004" y="37387"/>
                    <a:pt x="46293" y="36901"/>
                    <a:pt x="48968" y="35989"/>
                  </a:cubicBezTo>
                  <a:cubicBezTo>
                    <a:pt x="57235" y="33071"/>
                    <a:pt x="67235" y="29667"/>
                    <a:pt x="75108" y="25867"/>
                  </a:cubicBezTo>
                  <a:cubicBezTo>
                    <a:pt x="82008" y="22524"/>
                    <a:pt x="95655" y="25746"/>
                    <a:pt x="99303" y="29484"/>
                  </a:cubicBezTo>
                  <a:cubicBezTo>
                    <a:pt x="103042" y="33284"/>
                    <a:pt x="99546" y="48573"/>
                    <a:pt x="109242" y="48573"/>
                  </a:cubicBezTo>
                  <a:cubicBezTo>
                    <a:pt x="114379" y="48573"/>
                    <a:pt x="117328" y="48968"/>
                    <a:pt x="119942" y="53527"/>
                  </a:cubicBezTo>
                  <a:cubicBezTo>
                    <a:pt x="121948" y="57023"/>
                    <a:pt x="121340" y="59606"/>
                    <a:pt x="126629" y="60032"/>
                  </a:cubicBezTo>
                  <a:cubicBezTo>
                    <a:pt x="132495" y="60488"/>
                    <a:pt x="142130" y="58725"/>
                    <a:pt x="146751" y="63558"/>
                  </a:cubicBezTo>
                  <a:cubicBezTo>
                    <a:pt x="149608" y="66567"/>
                    <a:pt x="153985" y="70913"/>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23"/>
            <p:cNvSpPr/>
            <p:nvPr/>
          </p:nvSpPr>
          <p:spPr>
            <a:xfrm>
              <a:off x="2975000" y="442550"/>
              <a:ext cx="3962100" cy="1769800"/>
            </a:xfrm>
            <a:custGeom>
              <a:rect b="b" l="l" r="r" t="t"/>
              <a:pathLst>
                <a:path extrusionOk="0" fill="none" h="70792" w="158484">
                  <a:moveTo>
                    <a:pt x="0" y="1"/>
                  </a:moveTo>
                  <a:cubicBezTo>
                    <a:pt x="5654" y="2280"/>
                    <a:pt x="11703" y="3435"/>
                    <a:pt x="17812" y="3405"/>
                  </a:cubicBezTo>
                  <a:cubicBezTo>
                    <a:pt x="23709" y="3344"/>
                    <a:pt x="29606" y="4165"/>
                    <a:pt x="35502" y="3192"/>
                  </a:cubicBezTo>
                  <a:cubicBezTo>
                    <a:pt x="37660" y="2858"/>
                    <a:pt x="42463" y="1976"/>
                    <a:pt x="44621" y="2949"/>
                  </a:cubicBezTo>
                  <a:cubicBezTo>
                    <a:pt x="49545" y="5168"/>
                    <a:pt x="46840" y="10913"/>
                    <a:pt x="45624" y="14742"/>
                  </a:cubicBezTo>
                  <a:cubicBezTo>
                    <a:pt x="43557" y="21369"/>
                    <a:pt x="34135" y="40001"/>
                    <a:pt x="49819" y="34652"/>
                  </a:cubicBezTo>
                  <a:cubicBezTo>
                    <a:pt x="58299" y="31734"/>
                    <a:pt x="67935" y="28177"/>
                    <a:pt x="76050" y="24864"/>
                  </a:cubicBezTo>
                  <a:cubicBezTo>
                    <a:pt x="83072" y="21977"/>
                    <a:pt x="96051" y="24347"/>
                    <a:pt x="100762" y="28117"/>
                  </a:cubicBezTo>
                  <a:cubicBezTo>
                    <a:pt x="105716" y="32098"/>
                    <a:pt x="98908" y="48299"/>
                    <a:pt x="109698" y="48482"/>
                  </a:cubicBezTo>
                  <a:cubicBezTo>
                    <a:pt x="114653" y="48573"/>
                    <a:pt x="117753" y="48846"/>
                    <a:pt x="120458" y="53254"/>
                  </a:cubicBezTo>
                  <a:cubicBezTo>
                    <a:pt x="122586" y="56628"/>
                    <a:pt x="121948" y="59242"/>
                    <a:pt x="127176" y="59576"/>
                  </a:cubicBezTo>
                  <a:cubicBezTo>
                    <a:pt x="133133" y="60001"/>
                    <a:pt x="142404" y="58360"/>
                    <a:pt x="146963" y="63375"/>
                  </a:cubicBezTo>
                  <a:cubicBezTo>
                    <a:pt x="149699" y="66385"/>
                    <a:pt x="153985" y="70792"/>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23"/>
            <p:cNvSpPr/>
            <p:nvPr/>
          </p:nvSpPr>
          <p:spPr>
            <a:xfrm>
              <a:off x="2975000" y="442550"/>
              <a:ext cx="3963625" cy="1767525"/>
            </a:xfrm>
            <a:custGeom>
              <a:rect b="b" l="l" r="r" t="t"/>
              <a:pathLst>
                <a:path extrusionOk="0" fill="none" h="70701" w="158545">
                  <a:moveTo>
                    <a:pt x="0" y="1"/>
                  </a:moveTo>
                  <a:cubicBezTo>
                    <a:pt x="5715" y="2250"/>
                    <a:pt x="11794" y="3314"/>
                    <a:pt x="17934" y="3192"/>
                  </a:cubicBezTo>
                  <a:cubicBezTo>
                    <a:pt x="23770" y="2979"/>
                    <a:pt x="29575" y="3314"/>
                    <a:pt x="35411" y="2341"/>
                  </a:cubicBezTo>
                  <a:cubicBezTo>
                    <a:pt x="44439" y="791"/>
                    <a:pt x="50518" y="2371"/>
                    <a:pt x="48147" y="11916"/>
                  </a:cubicBezTo>
                  <a:cubicBezTo>
                    <a:pt x="46627" y="18086"/>
                    <a:pt x="34894" y="38725"/>
                    <a:pt x="50883" y="33253"/>
                  </a:cubicBezTo>
                  <a:cubicBezTo>
                    <a:pt x="59697" y="30244"/>
                    <a:pt x="68482" y="26688"/>
                    <a:pt x="77418" y="23922"/>
                  </a:cubicBezTo>
                  <a:cubicBezTo>
                    <a:pt x="84227" y="21794"/>
                    <a:pt x="97601" y="22585"/>
                    <a:pt x="102312" y="26779"/>
                  </a:cubicBezTo>
                  <a:cubicBezTo>
                    <a:pt x="107510" y="31399"/>
                    <a:pt x="99394" y="48056"/>
                    <a:pt x="110276" y="48330"/>
                  </a:cubicBezTo>
                  <a:cubicBezTo>
                    <a:pt x="115200" y="48451"/>
                    <a:pt x="117966" y="49181"/>
                    <a:pt x="120945" y="52889"/>
                  </a:cubicBezTo>
                  <a:cubicBezTo>
                    <a:pt x="123376" y="55928"/>
                    <a:pt x="122464" y="58877"/>
                    <a:pt x="127784" y="59150"/>
                  </a:cubicBezTo>
                  <a:cubicBezTo>
                    <a:pt x="133711" y="59454"/>
                    <a:pt x="142769" y="58026"/>
                    <a:pt x="147267" y="63223"/>
                  </a:cubicBezTo>
                  <a:cubicBezTo>
                    <a:pt x="149881" y="66202"/>
                    <a:pt x="154076" y="70701"/>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23"/>
            <p:cNvSpPr/>
            <p:nvPr/>
          </p:nvSpPr>
          <p:spPr>
            <a:xfrm>
              <a:off x="2975000" y="442550"/>
              <a:ext cx="3962850" cy="1765250"/>
            </a:xfrm>
            <a:custGeom>
              <a:rect b="b" l="l" r="r" t="t"/>
              <a:pathLst>
                <a:path extrusionOk="0" fill="none" h="70610" w="158514">
                  <a:moveTo>
                    <a:pt x="0" y="1"/>
                  </a:moveTo>
                  <a:cubicBezTo>
                    <a:pt x="5745" y="2219"/>
                    <a:pt x="11885" y="3223"/>
                    <a:pt x="18025" y="2949"/>
                  </a:cubicBezTo>
                  <a:cubicBezTo>
                    <a:pt x="23800" y="2645"/>
                    <a:pt x="29514" y="2493"/>
                    <a:pt x="35259" y="1490"/>
                  </a:cubicBezTo>
                  <a:cubicBezTo>
                    <a:pt x="38056" y="1004"/>
                    <a:pt x="42189" y="396"/>
                    <a:pt x="44986" y="1064"/>
                  </a:cubicBezTo>
                  <a:cubicBezTo>
                    <a:pt x="50183" y="2280"/>
                    <a:pt x="51065" y="4803"/>
                    <a:pt x="50487" y="9454"/>
                  </a:cubicBezTo>
                  <a:cubicBezTo>
                    <a:pt x="49728" y="14986"/>
                    <a:pt x="36627" y="36870"/>
                    <a:pt x="52068" y="31825"/>
                  </a:cubicBezTo>
                  <a:cubicBezTo>
                    <a:pt x="60944" y="28937"/>
                    <a:pt x="69910" y="25533"/>
                    <a:pt x="79029" y="23010"/>
                  </a:cubicBezTo>
                  <a:cubicBezTo>
                    <a:pt x="86111" y="21095"/>
                    <a:pt x="98969" y="21551"/>
                    <a:pt x="103893" y="25472"/>
                  </a:cubicBezTo>
                  <a:cubicBezTo>
                    <a:pt x="109212" y="29697"/>
                    <a:pt x="100093" y="47661"/>
                    <a:pt x="110823" y="48147"/>
                  </a:cubicBezTo>
                  <a:cubicBezTo>
                    <a:pt x="115595" y="48360"/>
                    <a:pt x="118422" y="49120"/>
                    <a:pt x="121431" y="52646"/>
                  </a:cubicBezTo>
                  <a:cubicBezTo>
                    <a:pt x="123923" y="55594"/>
                    <a:pt x="123103" y="58542"/>
                    <a:pt x="128300" y="58786"/>
                  </a:cubicBezTo>
                  <a:cubicBezTo>
                    <a:pt x="134288" y="59059"/>
                    <a:pt x="143042" y="57783"/>
                    <a:pt x="147480" y="63041"/>
                  </a:cubicBezTo>
                  <a:cubicBezTo>
                    <a:pt x="150003" y="65989"/>
                    <a:pt x="154076" y="7061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23"/>
            <p:cNvSpPr/>
            <p:nvPr/>
          </p:nvSpPr>
          <p:spPr>
            <a:xfrm>
              <a:off x="2975000" y="428125"/>
              <a:ext cx="3962850" cy="1777400"/>
            </a:xfrm>
            <a:custGeom>
              <a:rect b="b" l="l" r="r" t="t"/>
              <a:pathLst>
                <a:path extrusionOk="0" fill="none" h="71096" w="158514">
                  <a:moveTo>
                    <a:pt x="0" y="578"/>
                  </a:moveTo>
                  <a:cubicBezTo>
                    <a:pt x="5715" y="2705"/>
                    <a:pt x="12128" y="3769"/>
                    <a:pt x="18146" y="3313"/>
                  </a:cubicBezTo>
                  <a:cubicBezTo>
                    <a:pt x="23861" y="2888"/>
                    <a:pt x="29484" y="2219"/>
                    <a:pt x="35138" y="1246"/>
                  </a:cubicBezTo>
                  <a:cubicBezTo>
                    <a:pt x="42554" y="0"/>
                    <a:pt x="52281" y="1489"/>
                    <a:pt x="52585" y="7994"/>
                  </a:cubicBezTo>
                  <a:cubicBezTo>
                    <a:pt x="52767" y="12523"/>
                    <a:pt x="39211" y="35350"/>
                    <a:pt x="53436" y="30882"/>
                  </a:cubicBezTo>
                  <a:cubicBezTo>
                    <a:pt x="62372" y="28086"/>
                    <a:pt x="71673" y="25137"/>
                    <a:pt x="80914" y="22736"/>
                  </a:cubicBezTo>
                  <a:cubicBezTo>
                    <a:pt x="88604" y="20760"/>
                    <a:pt x="100032" y="21551"/>
                    <a:pt x="105443" y="24803"/>
                  </a:cubicBezTo>
                  <a:cubicBezTo>
                    <a:pt x="111674" y="28511"/>
                    <a:pt x="99941" y="47508"/>
                    <a:pt x="111431" y="48511"/>
                  </a:cubicBezTo>
                  <a:cubicBezTo>
                    <a:pt x="116081" y="48937"/>
                    <a:pt x="118847" y="49606"/>
                    <a:pt x="121887" y="52980"/>
                  </a:cubicBezTo>
                  <a:cubicBezTo>
                    <a:pt x="124440" y="55837"/>
                    <a:pt x="123741" y="58785"/>
                    <a:pt x="128787" y="58998"/>
                  </a:cubicBezTo>
                  <a:cubicBezTo>
                    <a:pt x="134836" y="59271"/>
                    <a:pt x="143316" y="58147"/>
                    <a:pt x="147723" y="63436"/>
                  </a:cubicBezTo>
                  <a:cubicBezTo>
                    <a:pt x="150125" y="66323"/>
                    <a:pt x="154106" y="71095"/>
                    <a:pt x="158514" y="6924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23"/>
            <p:cNvSpPr/>
            <p:nvPr/>
          </p:nvSpPr>
          <p:spPr>
            <a:xfrm>
              <a:off x="2975000" y="412925"/>
              <a:ext cx="3962850" cy="1789550"/>
            </a:xfrm>
            <a:custGeom>
              <a:rect b="b" l="l" r="r" t="t"/>
              <a:pathLst>
                <a:path extrusionOk="0" fill="none" h="71582" w="158514">
                  <a:moveTo>
                    <a:pt x="0" y="1186"/>
                  </a:moveTo>
                  <a:cubicBezTo>
                    <a:pt x="5745" y="3283"/>
                    <a:pt x="12219" y="4286"/>
                    <a:pt x="18238" y="3678"/>
                  </a:cubicBezTo>
                  <a:cubicBezTo>
                    <a:pt x="23891" y="3131"/>
                    <a:pt x="29454" y="1976"/>
                    <a:pt x="35046" y="1034"/>
                  </a:cubicBezTo>
                  <a:cubicBezTo>
                    <a:pt x="41308" y="0"/>
                    <a:pt x="52980" y="638"/>
                    <a:pt x="54317" y="7082"/>
                  </a:cubicBezTo>
                  <a:cubicBezTo>
                    <a:pt x="55260" y="11672"/>
                    <a:pt x="42159" y="33557"/>
                    <a:pt x="54895" y="29879"/>
                  </a:cubicBezTo>
                  <a:cubicBezTo>
                    <a:pt x="64044" y="27204"/>
                    <a:pt x="73588" y="24864"/>
                    <a:pt x="82950" y="22523"/>
                  </a:cubicBezTo>
                  <a:cubicBezTo>
                    <a:pt x="90488" y="20608"/>
                    <a:pt x="101248" y="21186"/>
                    <a:pt x="106932" y="24256"/>
                  </a:cubicBezTo>
                  <a:cubicBezTo>
                    <a:pt x="113862" y="27964"/>
                    <a:pt x="100762" y="47478"/>
                    <a:pt x="112069" y="48876"/>
                  </a:cubicBezTo>
                  <a:cubicBezTo>
                    <a:pt x="116264" y="49363"/>
                    <a:pt x="119729" y="49879"/>
                    <a:pt x="122343" y="53344"/>
                  </a:cubicBezTo>
                  <a:cubicBezTo>
                    <a:pt x="124562" y="56354"/>
                    <a:pt x="124653" y="59089"/>
                    <a:pt x="129273" y="59272"/>
                  </a:cubicBezTo>
                  <a:cubicBezTo>
                    <a:pt x="135352" y="59545"/>
                    <a:pt x="143620" y="58603"/>
                    <a:pt x="147936" y="63861"/>
                  </a:cubicBezTo>
                  <a:cubicBezTo>
                    <a:pt x="150277" y="66688"/>
                    <a:pt x="154137" y="71582"/>
                    <a:pt x="158514" y="6984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23"/>
            <p:cNvSpPr/>
            <p:nvPr/>
          </p:nvSpPr>
          <p:spPr>
            <a:xfrm>
              <a:off x="2975000" y="386325"/>
              <a:ext cx="3962850" cy="1813875"/>
            </a:xfrm>
            <a:custGeom>
              <a:rect b="b" l="l" r="r" t="t"/>
              <a:pathLst>
                <a:path extrusionOk="0" fill="none" h="72555" w="158514">
                  <a:moveTo>
                    <a:pt x="0" y="2250"/>
                  </a:moveTo>
                  <a:cubicBezTo>
                    <a:pt x="5806" y="4286"/>
                    <a:pt x="12371" y="5259"/>
                    <a:pt x="18390" y="4529"/>
                  </a:cubicBezTo>
                  <a:cubicBezTo>
                    <a:pt x="23982" y="3830"/>
                    <a:pt x="29423" y="2250"/>
                    <a:pt x="35046" y="1307"/>
                  </a:cubicBezTo>
                  <a:cubicBezTo>
                    <a:pt x="42767" y="0"/>
                    <a:pt x="52402" y="2067"/>
                    <a:pt x="55685" y="7174"/>
                  </a:cubicBezTo>
                  <a:cubicBezTo>
                    <a:pt x="57570" y="10183"/>
                    <a:pt x="46658" y="32159"/>
                    <a:pt x="56719" y="29271"/>
                  </a:cubicBezTo>
                  <a:cubicBezTo>
                    <a:pt x="65442" y="26748"/>
                    <a:pt x="75746" y="25077"/>
                    <a:pt x="85139" y="22736"/>
                  </a:cubicBezTo>
                  <a:cubicBezTo>
                    <a:pt x="92494" y="20882"/>
                    <a:pt x="102099" y="21338"/>
                    <a:pt x="108300" y="24317"/>
                  </a:cubicBezTo>
                  <a:cubicBezTo>
                    <a:pt x="116477" y="28207"/>
                    <a:pt x="101765" y="47873"/>
                    <a:pt x="112799" y="49636"/>
                  </a:cubicBezTo>
                  <a:cubicBezTo>
                    <a:pt x="116780" y="50275"/>
                    <a:pt x="120215" y="50852"/>
                    <a:pt x="122768" y="54165"/>
                  </a:cubicBezTo>
                  <a:cubicBezTo>
                    <a:pt x="125048" y="57083"/>
                    <a:pt x="125200" y="59849"/>
                    <a:pt x="129729" y="60032"/>
                  </a:cubicBezTo>
                  <a:cubicBezTo>
                    <a:pt x="135839" y="60336"/>
                    <a:pt x="143893" y="59545"/>
                    <a:pt x="148179" y="64773"/>
                  </a:cubicBezTo>
                  <a:cubicBezTo>
                    <a:pt x="150459" y="67539"/>
                    <a:pt x="154167" y="72555"/>
                    <a:pt x="158514" y="7091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23"/>
            <p:cNvSpPr/>
            <p:nvPr/>
          </p:nvSpPr>
          <p:spPr>
            <a:xfrm>
              <a:off x="2975000" y="367325"/>
              <a:ext cx="3962850" cy="1829825"/>
            </a:xfrm>
            <a:custGeom>
              <a:rect b="b" l="l" r="r" t="t"/>
              <a:pathLst>
                <a:path extrusionOk="0" fill="none" h="73193" w="158514">
                  <a:moveTo>
                    <a:pt x="0" y="3010"/>
                  </a:moveTo>
                  <a:cubicBezTo>
                    <a:pt x="5836" y="5016"/>
                    <a:pt x="12432" y="5897"/>
                    <a:pt x="18481" y="5046"/>
                  </a:cubicBezTo>
                  <a:cubicBezTo>
                    <a:pt x="24104" y="4286"/>
                    <a:pt x="29514" y="2067"/>
                    <a:pt x="35077" y="1216"/>
                  </a:cubicBezTo>
                  <a:cubicBezTo>
                    <a:pt x="43010" y="0"/>
                    <a:pt x="51703" y="2584"/>
                    <a:pt x="56719" y="7447"/>
                  </a:cubicBezTo>
                  <a:cubicBezTo>
                    <a:pt x="60123" y="10791"/>
                    <a:pt x="50335" y="30396"/>
                    <a:pt x="58998" y="28360"/>
                  </a:cubicBezTo>
                  <a:cubicBezTo>
                    <a:pt x="67722" y="26293"/>
                    <a:pt x="78056" y="25016"/>
                    <a:pt x="87357" y="22615"/>
                  </a:cubicBezTo>
                  <a:cubicBezTo>
                    <a:pt x="94531" y="20761"/>
                    <a:pt x="103224" y="21065"/>
                    <a:pt x="109546" y="24104"/>
                  </a:cubicBezTo>
                  <a:cubicBezTo>
                    <a:pt x="118209" y="28268"/>
                    <a:pt x="103376" y="47965"/>
                    <a:pt x="113559" y="50062"/>
                  </a:cubicBezTo>
                  <a:cubicBezTo>
                    <a:pt x="117328" y="50822"/>
                    <a:pt x="120671" y="51551"/>
                    <a:pt x="123194" y="54682"/>
                  </a:cubicBezTo>
                  <a:cubicBezTo>
                    <a:pt x="125474" y="57539"/>
                    <a:pt x="125717" y="60305"/>
                    <a:pt x="130155" y="60518"/>
                  </a:cubicBezTo>
                  <a:cubicBezTo>
                    <a:pt x="136295" y="60852"/>
                    <a:pt x="144137" y="60214"/>
                    <a:pt x="148392" y="65381"/>
                  </a:cubicBezTo>
                  <a:cubicBezTo>
                    <a:pt x="150611" y="68056"/>
                    <a:pt x="154228" y="73193"/>
                    <a:pt x="158514" y="7167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23"/>
            <p:cNvSpPr/>
            <p:nvPr/>
          </p:nvSpPr>
          <p:spPr>
            <a:xfrm>
              <a:off x="2975000" y="347575"/>
              <a:ext cx="3962850" cy="1845775"/>
            </a:xfrm>
            <a:custGeom>
              <a:rect b="b" l="l" r="r" t="t"/>
              <a:pathLst>
                <a:path extrusionOk="0" fill="none" h="73831" w="158514">
                  <a:moveTo>
                    <a:pt x="0" y="3800"/>
                  </a:moveTo>
                  <a:cubicBezTo>
                    <a:pt x="5867" y="5775"/>
                    <a:pt x="12554" y="6566"/>
                    <a:pt x="18602" y="5623"/>
                  </a:cubicBezTo>
                  <a:cubicBezTo>
                    <a:pt x="24256" y="4711"/>
                    <a:pt x="29575" y="1915"/>
                    <a:pt x="35229" y="1125"/>
                  </a:cubicBezTo>
                  <a:cubicBezTo>
                    <a:pt x="43284" y="0"/>
                    <a:pt x="51217" y="3404"/>
                    <a:pt x="57448" y="7903"/>
                  </a:cubicBezTo>
                  <a:cubicBezTo>
                    <a:pt x="62129" y="11247"/>
                    <a:pt x="59454" y="16353"/>
                    <a:pt x="58421" y="20852"/>
                  </a:cubicBezTo>
                  <a:cubicBezTo>
                    <a:pt x="57782" y="23587"/>
                    <a:pt x="56506" y="28420"/>
                    <a:pt x="61582" y="27599"/>
                  </a:cubicBezTo>
                  <a:cubicBezTo>
                    <a:pt x="70305" y="26171"/>
                    <a:pt x="80366" y="24925"/>
                    <a:pt x="89516" y="22493"/>
                  </a:cubicBezTo>
                  <a:cubicBezTo>
                    <a:pt x="96628" y="20639"/>
                    <a:pt x="104501" y="20700"/>
                    <a:pt x="110732" y="23952"/>
                  </a:cubicBezTo>
                  <a:cubicBezTo>
                    <a:pt x="119698" y="28663"/>
                    <a:pt x="104501" y="47600"/>
                    <a:pt x="114379" y="50487"/>
                  </a:cubicBezTo>
                  <a:cubicBezTo>
                    <a:pt x="117996" y="51551"/>
                    <a:pt x="121157" y="52250"/>
                    <a:pt x="123619" y="55229"/>
                  </a:cubicBezTo>
                  <a:cubicBezTo>
                    <a:pt x="125899" y="57995"/>
                    <a:pt x="126203" y="60791"/>
                    <a:pt x="130550" y="61065"/>
                  </a:cubicBezTo>
                  <a:cubicBezTo>
                    <a:pt x="136659" y="61399"/>
                    <a:pt x="144380" y="60913"/>
                    <a:pt x="148605" y="65989"/>
                  </a:cubicBezTo>
                  <a:cubicBezTo>
                    <a:pt x="150793" y="68603"/>
                    <a:pt x="154258" y="73831"/>
                    <a:pt x="158514" y="7246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23"/>
            <p:cNvSpPr/>
            <p:nvPr/>
          </p:nvSpPr>
          <p:spPr>
            <a:xfrm>
              <a:off x="2975000" y="324000"/>
              <a:ext cx="3962850" cy="1867075"/>
            </a:xfrm>
            <a:custGeom>
              <a:rect b="b" l="l" r="r" t="t"/>
              <a:pathLst>
                <a:path extrusionOk="0" fill="none" h="74683" w="158514">
                  <a:moveTo>
                    <a:pt x="0" y="4743"/>
                  </a:moveTo>
                  <a:cubicBezTo>
                    <a:pt x="5897" y="6688"/>
                    <a:pt x="12645" y="7387"/>
                    <a:pt x="18724" y="6323"/>
                  </a:cubicBezTo>
                  <a:cubicBezTo>
                    <a:pt x="24469" y="5290"/>
                    <a:pt x="29758" y="1977"/>
                    <a:pt x="35502" y="1156"/>
                  </a:cubicBezTo>
                  <a:cubicBezTo>
                    <a:pt x="43466" y="1"/>
                    <a:pt x="51460" y="4682"/>
                    <a:pt x="57934" y="8572"/>
                  </a:cubicBezTo>
                  <a:cubicBezTo>
                    <a:pt x="62858" y="11521"/>
                    <a:pt x="62099" y="15411"/>
                    <a:pt x="61339" y="20153"/>
                  </a:cubicBezTo>
                  <a:cubicBezTo>
                    <a:pt x="60883" y="22919"/>
                    <a:pt x="59576" y="27448"/>
                    <a:pt x="64378" y="27144"/>
                  </a:cubicBezTo>
                  <a:cubicBezTo>
                    <a:pt x="73223" y="26597"/>
                    <a:pt x="82737" y="24834"/>
                    <a:pt x="91643" y="22494"/>
                  </a:cubicBezTo>
                  <a:cubicBezTo>
                    <a:pt x="98817" y="20609"/>
                    <a:pt x="105747" y="20366"/>
                    <a:pt x="111856" y="23983"/>
                  </a:cubicBezTo>
                  <a:cubicBezTo>
                    <a:pt x="120519" y="29120"/>
                    <a:pt x="105990" y="47296"/>
                    <a:pt x="115230" y="51035"/>
                  </a:cubicBezTo>
                  <a:cubicBezTo>
                    <a:pt x="118543" y="52372"/>
                    <a:pt x="121705" y="53072"/>
                    <a:pt x="124045" y="55898"/>
                  </a:cubicBezTo>
                  <a:cubicBezTo>
                    <a:pt x="126325" y="58634"/>
                    <a:pt x="126659" y="61461"/>
                    <a:pt x="130914" y="61765"/>
                  </a:cubicBezTo>
                  <a:cubicBezTo>
                    <a:pt x="136994" y="62160"/>
                    <a:pt x="144593" y="61825"/>
                    <a:pt x="148818" y="66810"/>
                  </a:cubicBezTo>
                  <a:cubicBezTo>
                    <a:pt x="150945" y="69364"/>
                    <a:pt x="154289" y="74683"/>
                    <a:pt x="158514" y="73406"/>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23"/>
            <p:cNvSpPr/>
            <p:nvPr/>
          </p:nvSpPr>
          <p:spPr>
            <a:xfrm>
              <a:off x="2975000" y="297425"/>
              <a:ext cx="3962850" cy="1890625"/>
            </a:xfrm>
            <a:custGeom>
              <a:rect b="b" l="l" r="r" t="t"/>
              <a:pathLst>
                <a:path extrusionOk="0" fill="none" h="75625" w="158514">
                  <a:moveTo>
                    <a:pt x="0" y="5806"/>
                  </a:moveTo>
                  <a:cubicBezTo>
                    <a:pt x="5927" y="7690"/>
                    <a:pt x="12918" y="8450"/>
                    <a:pt x="18815" y="7173"/>
                  </a:cubicBezTo>
                  <a:cubicBezTo>
                    <a:pt x="24530" y="5927"/>
                    <a:pt x="30122" y="2128"/>
                    <a:pt x="35928" y="1216"/>
                  </a:cubicBezTo>
                  <a:cubicBezTo>
                    <a:pt x="43648" y="0"/>
                    <a:pt x="52494" y="5593"/>
                    <a:pt x="58178" y="9392"/>
                  </a:cubicBezTo>
                  <a:cubicBezTo>
                    <a:pt x="62585" y="12310"/>
                    <a:pt x="64226" y="14347"/>
                    <a:pt x="64074" y="19940"/>
                  </a:cubicBezTo>
                  <a:cubicBezTo>
                    <a:pt x="64014" y="22797"/>
                    <a:pt x="62828" y="26839"/>
                    <a:pt x="67296" y="27022"/>
                  </a:cubicBezTo>
                  <a:cubicBezTo>
                    <a:pt x="76081" y="27417"/>
                    <a:pt x="85199" y="24560"/>
                    <a:pt x="93589" y="22584"/>
                  </a:cubicBezTo>
                  <a:cubicBezTo>
                    <a:pt x="100975" y="20851"/>
                    <a:pt x="106598" y="19879"/>
                    <a:pt x="112920" y="24165"/>
                  </a:cubicBezTo>
                  <a:cubicBezTo>
                    <a:pt x="121188" y="29788"/>
                    <a:pt x="107753" y="47113"/>
                    <a:pt x="116142" y="51673"/>
                  </a:cubicBezTo>
                  <a:cubicBezTo>
                    <a:pt x="119030" y="53223"/>
                    <a:pt x="122221" y="54013"/>
                    <a:pt x="124501" y="56718"/>
                  </a:cubicBezTo>
                  <a:cubicBezTo>
                    <a:pt x="126781" y="59423"/>
                    <a:pt x="127115" y="62281"/>
                    <a:pt x="131279" y="62615"/>
                  </a:cubicBezTo>
                  <a:cubicBezTo>
                    <a:pt x="137358" y="63101"/>
                    <a:pt x="144836" y="62828"/>
                    <a:pt x="149030" y="67752"/>
                  </a:cubicBezTo>
                  <a:cubicBezTo>
                    <a:pt x="151158" y="70244"/>
                    <a:pt x="154350" y="75624"/>
                    <a:pt x="158514" y="7446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23"/>
            <p:cNvSpPr/>
            <p:nvPr/>
          </p:nvSpPr>
          <p:spPr>
            <a:xfrm>
              <a:off x="2975000" y="270050"/>
              <a:ext cx="3962100" cy="1914200"/>
            </a:xfrm>
            <a:custGeom>
              <a:rect b="b" l="l" r="r" t="t"/>
              <a:pathLst>
                <a:path extrusionOk="0" fill="none" h="76568" w="158484">
                  <a:moveTo>
                    <a:pt x="0" y="6901"/>
                  </a:moveTo>
                  <a:cubicBezTo>
                    <a:pt x="5988" y="8785"/>
                    <a:pt x="13040" y="9484"/>
                    <a:pt x="18937" y="8025"/>
                  </a:cubicBezTo>
                  <a:cubicBezTo>
                    <a:pt x="24803" y="6627"/>
                    <a:pt x="30396" y="2402"/>
                    <a:pt x="36414" y="1338"/>
                  </a:cubicBezTo>
                  <a:cubicBezTo>
                    <a:pt x="44013" y="1"/>
                    <a:pt x="52463" y="6688"/>
                    <a:pt x="58208" y="10244"/>
                  </a:cubicBezTo>
                  <a:cubicBezTo>
                    <a:pt x="62676" y="13010"/>
                    <a:pt x="65138" y="14925"/>
                    <a:pt x="66476" y="20092"/>
                  </a:cubicBezTo>
                  <a:cubicBezTo>
                    <a:pt x="67235" y="22980"/>
                    <a:pt x="65868" y="26536"/>
                    <a:pt x="70214" y="27144"/>
                  </a:cubicBezTo>
                  <a:cubicBezTo>
                    <a:pt x="78695" y="28329"/>
                    <a:pt x="87753" y="24104"/>
                    <a:pt x="95351" y="22646"/>
                  </a:cubicBezTo>
                  <a:cubicBezTo>
                    <a:pt x="102950" y="21187"/>
                    <a:pt x="107327" y="19150"/>
                    <a:pt x="113893" y="24408"/>
                  </a:cubicBezTo>
                  <a:cubicBezTo>
                    <a:pt x="121309" y="30366"/>
                    <a:pt x="109668" y="47023"/>
                    <a:pt x="117084" y="52251"/>
                  </a:cubicBezTo>
                  <a:cubicBezTo>
                    <a:pt x="119577" y="54014"/>
                    <a:pt x="122586" y="54956"/>
                    <a:pt x="125018" y="57418"/>
                  </a:cubicBezTo>
                  <a:cubicBezTo>
                    <a:pt x="127419" y="59880"/>
                    <a:pt x="127145" y="63011"/>
                    <a:pt x="131614" y="63436"/>
                  </a:cubicBezTo>
                  <a:cubicBezTo>
                    <a:pt x="137602" y="64014"/>
                    <a:pt x="144988" y="63832"/>
                    <a:pt x="149213" y="68695"/>
                  </a:cubicBezTo>
                  <a:cubicBezTo>
                    <a:pt x="151310" y="71126"/>
                    <a:pt x="154410" y="76567"/>
                    <a:pt x="158483" y="755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23"/>
            <p:cNvSpPr/>
            <p:nvPr/>
          </p:nvSpPr>
          <p:spPr>
            <a:xfrm>
              <a:off x="2975000" y="244975"/>
              <a:ext cx="3962100" cy="1937000"/>
            </a:xfrm>
            <a:custGeom>
              <a:rect b="b" l="l" r="r" t="t"/>
              <a:pathLst>
                <a:path extrusionOk="0" fill="none" h="77480" w="158484">
                  <a:moveTo>
                    <a:pt x="0" y="7904"/>
                  </a:moveTo>
                  <a:cubicBezTo>
                    <a:pt x="6019" y="9758"/>
                    <a:pt x="13162" y="10366"/>
                    <a:pt x="19058" y="8815"/>
                  </a:cubicBezTo>
                  <a:cubicBezTo>
                    <a:pt x="25077" y="7204"/>
                    <a:pt x="30730" y="2554"/>
                    <a:pt x="36992" y="1429"/>
                  </a:cubicBezTo>
                  <a:cubicBezTo>
                    <a:pt x="44773" y="1"/>
                    <a:pt x="52038" y="7296"/>
                    <a:pt x="58086" y="10974"/>
                  </a:cubicBezTo>
                  <a:cubicBezTo>
                    <a:pt x="62463" y="13618"/>
                    <a:pt x="66111" y="15806"/>
                    <a:pt x="68482" y="20457"/>
                  </a:cubicBezTo>
                  <a:cubicBezTo>
                    <a:pt x="69910" y="23253"/>
                    <a:pt x="69090" y="26475"/>
                    <a:pt x="73041" y="27387"/>
                  </a:cubicBezTo>
                  <a:cubicBezTo>
                    <a:pt x="81005" y="29180"/>
                    <a:pt x="90002" y="23679"/>
                    <a:pt x="96841" y="22615"/>
                  </a:cubicBezTo>
                  <a:cubicBezTo>
                    <a:pt x="104622" y="21399"/>
                    <a:pt x="107692" y="18360"/>
                    <a:pt x="114714" y="24621"/>
                  </a:cubicBezTo>
                  <a:cubicBezTo>
                    <a:pt x="121917" y="31065"/>
                    <a:pt x="111552" y="46780"/>
                    <a:pt x="118087" y="52767"/>
                  </a:cubicBezTo>
                  <a:cubicBezTo>
                    <a:pt x="120124" y="54682"/>
                    <a:pt x="123224" y="55807"/>
                    <a:pt x="125443" y="58178"/>
                  </a:cubicBezTo>
                  <a:cubicBezTo>
                    <a:pt x="127784" y="60640"/>
                    <a:pt x="127632" y="63771"/>
                    <a:pt x="131918" y="64257"/>
                  </a:cubicBezTo>
                  <a:cubicBezTo>
                    <a:pt x="137905" y="64956"/>
                    <a:pt x="145170" y="64804"/>
                    <a:pt x="149425" y="69576"/>
                  </a:cubicBezTo>
                  <a:cubicBezTo>
                    <a:pt x="151523" y="71947"/>
                    <a:pt x="154471" y="77479"/>
                    <a:pt x="158483" y="765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23"/>
            <p:cNvSpPr/>
            <p:nvPr/>
          </p:nvSpPr>
          <p:spPr>
            <a:xfrm>
              <a:off x="2975000" y="222950"/>
              <a:ext cx="3962100" cy="1955225"/>
            </a:xfrm>
            <a:custGeom>
              <a:rect b="b" l="l" r="r" t="t"/>
              <a:pathLst>
                <a:path extrusionOk="0" fill="none" h="78209" w="158484">
                  <a:moveTo>
                    <a:pt x="0" y="8785"/>
                  </a:moveTo>
                  <a:cubicBezTo>
                    <a:pt x="6079" y="10608"/>
                    <a:pt x="13313" y="11155"/>
                    <a:pt x="19180" y="9453"/>
                  </a:cubicBezTo>
                  <a:cubicBezTo>
                    <a:pt x="25289" y="7690"/>
                    <a:pt x="31125" y="2584"/>
                    <a:pt x="37569" y="1459"/>
                  </a:cubicBezTo>
                  <a:cubicBezTo>
                    <a:pt x="45776" y="0"/>
                    <a:pt x="51642" y="7630"/>
                    <a:pt x="57874" y="11520"/>
                  </a:cubicBezTo>
                  <a:cubicBezTo>
                    <a:pt x="62099" y="14134"/>
                    <a:pt x="67175" y="16596"/>
                    <a:pt x="70123" y="20882"/>
                  </a:cubicBezTo>
                  <a:cubicBezTo>
                    <a:pt x="71886" y="23466"/>
                    <a:pt x="72190" y="26688"/>
                    <a:pt x="75625" y="27569"/>
                  </a:cubicBezTo>
                  <a:cubicBezTo>
                    <a:pt x="83193" y="29484"/>
                    <a:pt x="91339" y="23374"/>
                    <a:pt x="97996" y="22371"/>
                  </a:cubicBezTo>
                  <a:cubicBezTo>
                    <a:pt x="106051" y="21186"/>
                    <a:pt x="108391" y="17630"/>
                    <a:pt x="115473" y="24773"/>
                  </a:cubicBezTo>
                  <a:cubicBezTo>
                    <a:pt x="122039" y="31369"/>
                    <a:pt x="113528" y="46475"/>
                    <a:pt x="119060" y="53101"/>
                  </a:cubicBezTo>
                  <a:cubicBezTo>
                    <a:pt x="120732" y="55107"/>
                    <a:pt x="123802" y="56475"/>
                    <a:pt x="125869" y="58785"/>
                  </a:cubicBezTo>
                  <a:cubicBezTo>
                    <a:pt x="128088" y="61247"/>
                    <a:pt x="128057" y="64348"/>
                    <a:pt x="132191" y="64925"/>
                  </a:cubicBezTo>
                  <a:cubicBezTo>
                    <a:pt x="138179" y="65746"/>
                    <a:pt x="145352" y="65594"/>
                    <a:pt x="149608" y="70305"/>
                  </a:cubicBezTo>
                  <a:cubicBezTo>
                    <a:pt x="151705" y="72615"/>
                    <a:pt x="154502" y="78208"/>
                    <a:pt x="158483" y="7744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23"/>
            <p:cNvSpPr/>
            <p:nvPr/>
          </p:nvSpPr>
          <p:spPr>
            <a:xfrm>
              <a:off x="2975000" y="197875"/>
              <a:ext cx="3962850" cy="1976500"/>
            </a:xfrm>
            <a:custGeom>
              <a:rect b="b" l="l" r="r" t="t"/>
              <a:pathLst>
                <a:path extrusionOk="0" fill="none" h="79060" w="158514">
                  <a:moveTo>
                    <a:pt x="0" y="9788"/>
                  </a:moveTo>
                  <a:cubicBezTo>
                    <a:pt x="6110" y="11551"/>
                    <a:pt x="13222" y="11824"/>
                    <a:pt x="19301" y="10244"/>
                  </a:cubicBezTo>
                  <a:cubicBezTo>
                    <a:pt x="26080" y="8450"/>
                    <a:pt x="31369" y="3040"/>
                    <a:pt x="38208" y="1642"/>
                  </a:cubicBezTo>
                  <a:cubicBezTo>
                    <a:pt x="46384" y="0"/>
                    <a:pt x="51855" y="8207"/>
                    <a:pt x="57600" y="12098"/>
                  </a:cubicBezTo>
                  <a:cubicBezTo>
                    <a:pt x="61886" y="14985"/>
                    <a:pt x="67296" y="17478"/>
                    <a:pt x="71065" y="21368"/>
                  </a:cubicBezTo>
                  <a:cubicBezTo>
                    <a:pt x="73315" y="23678"/>
                    <a:pt x="74743" y="27113"/>
                    <a:pt x="77904" y="27903"/>
                  </a:cubicBezTo>
                  <a:cubicBezTo>
                    <a:pt x="84865" y="29575"/>
                    <a:pt x="91978" y="23648"/>
                    <a:pt x="98847" y="22280"/>
                  </a:cubicBezTo>
                  <a:cubicBezTo>
                    <a:pt x="107419" y="20517"/>
                    <a:pt x="109850" y="17903"/>
                    <a:pt x="116233" y="25077"/>
                  </a:cubicBezTo>
                  <a:cubicBezTo>
                    <a:pt x="122069" y="31642"/>
                    <a:pt x="115656" y="46536"/>
                    <a:pt x="120154" y="53557"/>
                  </a:cubicBezTo>
                  <a:cubicBezTo>
                    <a:pt x="121492" y="55624"/>
                    <a:pt x="124471" y="57235"/>
                    <a:pt x="126325" y="59484"/>
                  </a:cubicBezTo>
                  <a:cubicBezTo>
                    <a:pt x="128422" y="61977"/>
                    <a:pt x="128544" y="65047"/>
                    <a:pt x="132495" y="65685"/>
                  </a:cubicBezTo>
                  <a:cubicBezTo>
                    <a:pt x="138392" y="66658"/>
                    <a:pt x="145565" y="66506"/>
                    <a:pt x="149851" y="71187"/>
                  </a:cubicBezTo>
                  <a:cubicBezTo>
                    <a:pt x="151918" y="73466"/>
                    <a:pt x="154593" y="79059"/>
                    <a:pt x="158514" y="7845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23"/>
            <p:cNvSpPr/>
            <p:nvPr/>
          </p:nvSpPr>
          <p:spPr>
            <a:xfrm>
              <a:off x="2975000" y="180400"/>
              <a:ext cx="3962850" cy="1990925"/>
            </a:xfrm>
            <a:custGeom>
              <a:rect b="b" l="l" r="r" t="t"/>
              <a:pathLst>
                <a:path extrusionOk="0" fill="none" h="79637" w="158514">
                  <a:moveTo>
                    <a:pt x="0" y="10487"/>
                  </a:moveTo>
                  <a:cubicBezTo>
                    <a:pt x="6171" y="12219"/>
                    <a:pt x="13374" y="12371"/>
                    <a:pt x="19453" y="10699"/>
                  </a:cubicBezTo>
                  <a:cubicBezTo>
                    <a:pt x="26384" y="8754"/>
                    <a:pt x="31764" y="2979"/>
                    <a:pt x="38876" y="1611"/>
                  </a:cubicBezTo>
                  <a:cubicBezTo>
                    <a:pt x="47265" y="0"/>
                    <a:pt x="51946" y="8025"/>
                    <a:pt x="57418" y="12280"/>
                  </a:cubicBezTo>
                  <a:cubicBezTo>
                    <a:pt x="61582" y="15532"/>
                    <a:pt x="67083" y="17994"/>
                    <a:pt x="71460" y="21490"/>
                  </a:cubicBezTo>
                  <a:cubicBezTo>
                    <a:pt x="74166" y="23678"/>
                    <a:pt x="76597" y="27143"/>
                    <a:pt x="79789" y="27812"/>
                  </a:cubicBezTo>
                  <a:cubicBezTo>
                    <a:pt x="86172" y="29149"/>
                    <a:pt x="92950" y="23374"/>
                    <a:pt x="99364" y="21733"/>
                  </a:cubicBezTo>
                  <a:cubicBezTo>
                    <a:pt x="107723" y="19605"/>
                    <a:pt x="111218" y="17934"/>
                    <a:pt x="117024" y="25137"/>
                  </a:cubicBezTo>
                  <a:cubicBezTo>
                    <a:pt x="122100" y="31460"/>
                    <a:pt x="117784" y="46475"/>
                    <a:pt x="121249" y="53679"/>
                  </a:cubicBezTo>
                  <a:cubicBezTo>
                    <a:pt x="122708" y="56718"/>
                    <a:pt x="129060" y="65472"/>
                    <a:pt x="132769" y="66171"/>
                  </a:cubicBezTo>
                  <a:cubicBezTo>
                    <a:pt x="138605" y="67296"/>
                    <a:pt x="145748" y="67114"/>
                    <a:pt x="150033" y="71764"/>
                  </a:cubicBezTo>
                  <a:cubicBezTo>
                    <a:pt x="152100" y="73983"/>
                    <a:pt x="154684" y="79637"/>
                    <a:pt x="158514" y="7915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23"/>
            <p:cNvSpPr/>
            <p:nvPr/>
          </p:nvSpPr>
          <p:spPr>
            <a:xfrm>
              <a:off x="2975000" y="165200"/>
              <a:ext cx="3962850" cy="2002325"/>
            </a:xfrm>
            <a:custGeom>
              <a:rect b="b" l="l" r="r" t="t"/>
              <a:pathLst>
                <a:path extrusionOk="0" fill="none" h="80093" w="158514">
                  <a:moveTo>
                    <a:pt x="0" y="11095"/>
                  </a:moveTo>
                  <a:cubicBezTo>
                    <a:pt x="6201" y="12797"/>
                    <a:pt x="13496" y="12858"/>
                    <a:pt x="19575" y="11064"/>
                  </a:cubicBezTo>
                  <a:cubicBezTo>
                    <a:pt x="26688" y="8967"/>
                    <a:pt x="32128" y="2857"/>
                    <a:pt x="39545" y="1520"/>
                  </a:cubicBezTo>
                  <a:cubicBezTo>
                    <a:pt x="47965" y="0"/>
                    <a:pt x="52402" y="7599"/>
                    <a:pt x="57326" y="12280"/>
                  </a:cubicBezTo>
                  <a:cubicBezTo>
                    <a:pt x="61096" y="15867"/>
                    <a:pt x="66840" y="18329"/>
                    <a:pt x="71491" y="21490"/>
                  </a:cubicBezTo>
                  <a:cubicBezTo>
                    <a:pt x="74470" y="23496"/>
                    <a:pt x="77600" y="26870"/>
                    <a:pt x="81157" y="27387"/>
                  </a:cubicBezTo>
                  <a:cubicBezTo>
                    <a:pt x="87449" y="28268"/>
                    <a:pt x="93832" y="22827"/>
                    <a:pt x="99607" y="21034"/>
                  </a:cubicBezTo>
                  <a:cubicBezTo>
                    <a:pt x="107814" y="18450"/>
                    <a:pt x="112677" y="17812"/>
                    <a:pt x="117875" y="25137"/>
                  </a:cubicBezTo>
                  <a:cubicBezTo>
                    <a:pt x="120306" y="28602"/>
                    <a:pt x="119364" y="34773"/>
                    <a:pt x="119759" y="39423"/>
                  </a:cubicBezTo>
                  <a:cubicBezTo>
                    <a:pt x="120185" y="44256"/>
                    <a:pt x="120914" y="49697"/>
                    <a:pt x="122343" y="53679"/>
                  </a:cubicBezTo>
                  <a:cubicBezTo>
                    <a:pt x="123498" y="56810"/>
                    <a:pt x="129425" y="65746"/>
                    <a:pt x="133042" y="66536"/>
                  </a:cubicBezTo>
                  <a:cubicBezTo>
                    <a:pt x="138817" y="67782"/>
                    <a:pt x="145930" y="67600"/>
                    <a:pt x="150246" y="72220"/>
                  </a:cubicBezTo>
                  <a:cubicBezTo>
                    <a:pt x="152313" y="74409"/>
                    <a:pt x="154745" y="80093"/>
                    <a:pt x="158514" y="7975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23"/>
            <p:cNvSpPr/>
            <p:nvPr/>
          </p:nvSpPr>
          <p:spPr>
            <a:xfrm>
              <a:off x="2975000" y="150750"/>
              <a:ext cx="3962850" cy="2014500"/>
            </a:xfrm>
            <a:custGeom>
              <a:rect b="b" l="l" r="r" t="t"/>
              <a:pathLst>
                <a:path extrusionOk="0" fill="none" h="80580" w="158514">
                  <a:moveTo>
                    <a:pt x="0" y="11673"/>
                  </a:moveTo>
                  <a:cubicBezTo>
                    <a:pt x="6262" y="13344"/>
                    <a:pt x="13830" y="13588"/>
                    <a:pt x="19727" y="11429"/>
                  </a:cubicBezTo>
                  <a:cubicBezTo>
                    <a:pt x="26566" y="8907"/>
                    <a:pt x="32767" y="2676"/>
                    <a:pt x="40244" y="1399"/>
                  </a:cubicBezTo>
                  <a:cubicBezTo>
                    <a:pt x="48573" y="1"/>
                    <a:pt x="53162" y="6900"/>
                    <a:pt x="57478" y="12159"/>
                  </a:cubicBezTo>
                  <a:cubicBezTo>
                    <a:pt x="61825" y="17417"/>
                    <a:pt x="74318" y="25807"/>
                    <a:pt x="81917" y="26749"/>
                  </a:cubicBezTo>
                  <a:cubicBezTo>
                    <a:pt x="87692" y="27448"/>
                    <a:pt x="94379" y="22159"/>
                    <a:pt x="99637" y="20244"/>
                  </a:cubicBezTo>
                  <a:cubicBezTo>
                    <a:pt x="108178" y="17144"/>
                    <a:pt x="114045" y="17873"/>
                    <a:pt x="118787" y="25199"/>
                  </a:cubicBezTo>
                  <a:cubicBezTo>
                    <a:pt x="121066" y="28694"/>
                    <a:pt x="119607" y="34895"/>
                    <a:pt x="120215" y="39515"/>
                  </a:cubicBezTo>
                  <a:cubicBezTo>
                    <a:pt x="120853" y="44348"/>
                    <a:pt x="122373" y="49394"/>
                    <a:pt x="123498" y="53649"/>
                  </a:cubicBezTo>
                  <a:cubicBezTo>
                    <a:pt x="124349" y="56962"/>
                    <a:pt x="129729" y="65989"/>
                    <a:pt x="133316" y="66871"/>
                  </a:cubicBezTo>
                  <a:cubicBezTo>
                    <a:pt x="139000" y="68300"/>
                    <a:pt x="146112" y="68087"/>
                    <a:pt x="150459" y="72677"/>
                  </a:cubicBezTo>
                  <a:cubicBezTo>
                    <a:pt x="152495" y="74835"/>
                    <a:pt x="154836" y="80579"/>
                    <a:pt x="158514" y="803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23"/>
            <p:cNvSpPr/>
            <p:nvPr/>
          </p:nvSpPr>
          <p:spPr>
            <a:xfrm>
              <a:off x="2975000" y="138600"/>
              <a:ext cx="3962100" cy="2022075"/>
            </a:xfrm>
            <a:custGeom>
              <a:rect b="b" l="l" r="r" t="t"/>
              <a:pathLst>
                <a:path extrusionOk="0" fill="none" h="80883" w="158484">
                  <a:moveTo>
                    <a:pt x="0" y="12159"/>
                  </a:moveTo>
                  <a:cubicBezTo>
                    <a:pt x="6322" y="13800"/>
                    <a:pt x="13952" y="13952"/>
                    <a:pt x="19849" y="11672"/>
                  </a:cubicBezTo>
                  <a:cubicBezTo>
                    <a:pt x="26900" y="8937"/>
                    <a:pt x="33162" y="2462"/>
                    <a:pt x="40974" y="1247"/>
                  </a:cubicBezTo>
                  <a:cubicBezTo>
                    <a:pt x="48876" y="0"/>
                    <a:pt x="54530" y="5806"/>
                    <a:pt x="58026" y="11855"/>
                  </a:cubicBezTo>
                  <a:cubicBezTo>
                    <a:pt x="61521" y="17873"/>
                    <a:pt x="74500" y="25138"/>
                    <a:pt x="82069" y="25928"/>
                  </a:cubicBezTo>
                  <a:cubicBezTo>
                    <a:pt x="87449" y="26505"/>
                    <a:pt x="94774" y="21186"/>
                    <a:pt x="99637" y="19362"/>
                  </a:cubicBezTo>
                  <a:cubicBezTo>
                    <a:pt x="108178" y="16080"/>
                    <a:pt x="115321" y="17782"/>
                    <a:pt x="119759" y="25107"/>
                  </a:cubicBezTo>
                  <a:cubicBezTo>
                    <a:pt x="121948" y="28724"/>
                    <a:pt x="119790" y="34803"/>
                    <a:pt x="120580" y="39545"/>
                  </a:cubicBezTo>
                  <a:cubicBezTo>
                    <a:pt x="121370" y="44348"/>
                    <a:pt x="123771" y="48937"/>
                    <a:pt x="124623" y="53497"/>
                  </a:cubicBezTo>
                  <a:cubicBezTo>
                    <a:pt x="125291" y="56992"/>
                    <a:pt x="130003" y="66050"/>
                    <a:pt x="133559" y="67053"/>
                  </a:cubicBezTo>
                  <a:cubicBezTo>
                    <a:pt x="139152" y="68603"/>
                    <a:pt x="146355" y="68451"/>
                    <a:pt x="150672" y="72980"/>
                  </a:cubicBezTo>
                  <a:cubicBezTo>
                    <a:pt x="152708" y="75108"/>
                    <a:pt x="154897" y="80883"/>
                    <a:pt x="158483" y="80822"/>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23"/>
            <p:cNvSpPr/>
            <p:nvPr/>
          </p:nvSpPr>
          <p:spPr>
            <a:xfrm>
              <a:off x="2975000" y="124150"/>
              <a:ext cx="3962100" cy="2034250"/>
            </a:xfrm>
            <a:custGeom>
              <a:rect b="b" l="l" r="r" t="t"/>
              <a:pathLst>
                <a:path extrusionOk="0" fill="none" h="81370" w="158484">
                  <a:moveTo>
                    <a:pt x="0" y="12737"/>
                  </a:moveTo>
                  <a:cubicBezTo>
                    <a:pt x="6383" y="14348"/>
                    <a:pt x="13861" y="14226"/>
                    <a:pt x="20001" y="12007"/>
                  </a:cubicBezTo>
                  <a:cubicBezTo>
                    <a:pt x="27721" y="9241"/>
                    <a:pt x="33283" y="2432"/>
                    <a:pt x="41673" y="1186"/>
                  </a:cubicBezTo>
                  <a:cubicBezTo>
                    <a:pt x="49515" y="1"/>
                    <a:pt x="55807" y="4530"/>
                    <a:pt x="58877" y="11551"/>
                  </a:cubicBezTo>
                  <a:cubicBezTo>
                    <a:pt x="61886" y="18481"/>
                    <a:pt x="74378" y="24560"/>
                    <a:pt x="81704" y="25199"/>
                  </a:cubicBezTo>
                  <a:cubicBezTo>
                    <a:pt x="87114" y="25624"/>
                    <a:pt x="94774" y="20244"/>
                    <a:pt x="99607" y="18573"/>
                  </a:cubicBezTo>
                  <a:cubicBezTo>
                    <a:pt x="108118" y="15655"/>
                    <a:pt x="116628" y="17721"/>
                    <a:pt x="120853" y="25199"/>
                  </a:cubicBezTo>
                  <a:cubicBezTo>
                    <a:pt x="123012" y="29029"/>
                    <a:pt x="119972" y="34895"/>
                    <a:pt x="120853" y="39758"/>
                  </a:cubicBezTo>
                  <a:cubicBezTo>
                    <a:pt x="121735" y="44561"/>
                    <a:pt x="125139" y="48512"/>
                    <a:pt x="125778" y="53406"/>
                  </a:cubicBezTo>
                  <a:cubicBezTo>
                    <a:pt x="126294" y="57205"/>
                    <a:pt x="130276" y="66172"/>
                    <a:pt x="133863" y="67297"/>
                  </a:cubicBezTo>
                  <a:cubicBezTo>
                    <a:pt x="139334" y="68999"/>
                    <a:pt x="146568" y="68908"/>
                    <a:pt x="150884" y="73406"/>
                  </a:cubicBezTo>
                  <a:cubicBezTo>
                    <a:pt x="153438" y="76051"/>
                    <a:pt x="154684" y="80428"/>
                    <a:pt x="158483" y="8137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23"/>
            <p:cNvSpPr/>
            <p:nvPr/>
          </p:nvSpPr>
          <p:spPr>
            <a:xfrm>
              <a:off x="2975000" y="108200"/>
              <a:ext cx="3962850" cy="2050975"/>
            </a:xfrm>
            <a:custGeom>
              <a:rect b="b" l="l" r="r" t="t"/>
              <a:pathLst>
                <a:path extrusionOk="0" fill="none" h="82039" w="158514">
                  <a:moveTo>
                    <a:pt x="0" y="13375"/>
                  </a:moveTo>
                  <a:cubicBezTo>
                    <a:pt x="6474" y="14986"/>
                    <a:pt x="14013" y="14712"/>
                    <a:pt x="20183" y="12432"/>
                  </a:cubicBezTo>
                  <a:cubicBezTo>
                    <a:pt x="28116" y="9454"/>
                    <a:pt x="33709" y="2493"/>
                    <a:pt x="42402" y="1156"/>
                  </a:cubicBezTo>
                  <a:cubicBezTo>
                    <a:pt x="50092" y="1"/>
                    <a:pt x="57418" y="4043"/>
                    <a:pt x="59819" y="11217"/>
                  </a:cubicBezTo>
                  <a:cubicBezTo>
                    <a:pt x="62190" y="18390"/>
                    <a:pt x="73862" y="24104"/>
                    <a:pt x="81035" y="24439"/>
                  </a:cubicBezTo>
                  <a:cubicBezTo>
                    <a:pt x="86780" y="24743"/>
                    <a:pt x="94318" y="19454"/>
                    <a:pt x="99607" y="17934"/>
                  </a:cubicBezTo>
                  <a:cubicBezTo>
                    <a:pt x="108452" y="15381"/>
                    <a:pt x="117844" y="17873"/>
                    <a:pt x="122009" y="25350"/>
                  </a:cubicBezTo>
                  <a:cubicBezTo>
                    <a:pt x="124227" y="29332"/>
                    <a:pt x="120154" y="35047"/>
                    <a:pt x="121066" y="40092"/>
                  </a:cubicBezTo>
                  <a:cubicBezTo>
                    <a:pt x="121978" y="44925"/>
                    <a:pt x="126507" y="48512"/>
                    <a:pt x="126963" y="53406"/>
                  </a:cubicBezTo>
                  <a:cubicBezTo>
                    <a:pt x="127297" y="57205"/>
                    <a:pt x="130459" y="66172"/>
                    <a:pt x="134167" y="67570"/>
                  </a:cubicBezTo>
                  <a:cubicBezTo>
                    <a:pt x="139304" y="69485"/>
                    <a:pt x="146842" y="69424"/>
                    <a:pt x="151128" y="73862"/>
                  </a:cubicBezTo>
                  <a:cubicBezTo>
                    <a:pt x="153650" y="76537"/>
                    <a:pt x="154805" y="80883"/>
                    <a:pt x="158514" y="8203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23"/>
            <p:cNvSpPr/>
            <p:nvPr/>
          </p:nvSpPr>
          <p:spPr>
            <a:xfrm>
              <a:off x="2975000" y="89975"/>
              <a:ext cx="3962850" cy="2068425"/>
            </a:xfrm>
            <a:custGeom>
              <a:rect b="b" l="l" r="r" t="t"/>
              <a:pathLst>
                <a:path extrusionOk="0" fill="none" h="82737" w="158514">
                  <a:moveTo>
                    <a:pt x="0" y="14104"/>
                  </a:moveTo>
                  <a:cubicBezTo>
                    <a:pt x="6535" y="15684"/>
                    <a:pt x="14347" y="15502"/>
                    <a:pt x="20335" y="12918"/>
                  </a:cubicBezTo>
                  <a:cubicBezTo>
                    <a:pt x="27995" y="9575"/>
                    <a:pt x="34439" y="2644"/>
                    <a:pt x="43101" y="1216"/>
                  </a:cubicBezTo>
                  <a:cubicBezTo>
                    <a:pt x="50639" y="0"/>
                    <a:pt x="58299" y="3435"/>
                    <a:pt x="60822" y="10882"/>
                  </a:cubicBezTo>
                  <a:cubicBezTo>
                    <a:pt x="63436" y="18572"/>
                    <a:pt x="72190" y="23587"/>
                    <a:pt x="80184" y="23769"/>
                  </a:cubicBezTo>
                  <a:cubicBezTo>
                    <a:pt x="86415" y="23921"/>
                    <a:pt x="93862" y="18663"/>
                    <a:pt x="99759" y="17417"/>
                  </a:cubicBezTo>
                  <a:cubicBezTo>
                    <a:pt x="107875" y="15715"/>
                    <a:pt x="119394" y="17234"/>
                    <a:pt x="123224" y="25593"/>
                  </a:cubicBezTo>
                  <a:cubicBezTo>
                    <a:pt x="125413" y="30396"/>
                    <a:pt x="120367" y="35350"/>
                    <a:pt x="121279" y="40578"/>
                  </a:cubicBezTo>
                  <a:cubicBezTo>
                    <a:pt x="122100" y="45381"/>
                    <a:pt x="127723" y="48937"/>
                    <a:pt x="128118" y="53496"/>
                  </a:cubicBezTo>
                  <a:cubicBezTo>
                    <a:pt x="128422" y="57174"/>
                    <a:pt x="130762" y="66262"/>
                    <a:pt x="134501" y="67873"/>
                  </a:cubicBezTo>
                  <a:cubicBezTo>
                    <a:pt x="139456" y="70001"/>
                    <a:pt x="147085" y="69971"/>
                    <a:pt x="151340" y="74408"/>
                  </a:cubicBezTo>
                  <a:cubicBezTo>
                    <a:pt x="153894" y="77083"/>
                    <a:pt x="154897" y="81430"/>
                    <a:pt x="158514" y="8273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23"/>
            <p:cNvSpPr/>
            <p:nvPr/>
          </p:nvSpPr>
          <p:spPr>
            <a:xfrm>
              <a:off x="2975000" y="69450"/>
              <a:ext cx="3962850" cy="2089725"/>
            </a:xfrm>
            <a:custGeom>
              <a:rect b="b" l="l" r="r" t="t"/>
              <a:pathLst>
                <a:path extrusionOk="0" fill="none" h="83589" w="158514">
                  <a:moveTo>
                    <a:pt x="0" y="14925"/>
                  </a:moveTo>
                  <a:cubicBezTo>
                    <a:pt x="6626" y="16475"/>
                    <a:pt x="14529" y="16201"/>
                    <a:pt x="20517" y="13496"/>
                  </a:cubicBezTo>
                  <a:cubicBezTo>
                    <a:pt x="28359" y="9940"/>
                    <a:pt x="34925" y="3010"/>
                    <a:pt x="43800" y="1338"/>
                  </a:cubicBezTo>
                  <a:cubicBezTo>
                    <a:pt x="51126" y="0"/>
                    <a:pt x="59454" y="3010"/>
                    <a:pt x="61916" y="10517"/>
                  </a:cubicBezTo>
                  <a:cubicBezTo>
                    <a:pt x="64500" y="18359"/>
                    <a:pt x="70853" y="23223"/>
                    <a:pt x="79272" y="23131"/>
                  </a:cubicBezTo>
                  <a:cubicBezTo>
                    <a:pt x="86020" y="23071"/>
                    <a:pt x="93254" y="17934"/>
                    <a:pt x="100032" y="17052"/>
                  </a:cubicBezTo>
                  <a:cubicBezTo>
                    <a:pt x="108574" y="15958"/>
                    <a:pt x="120489" y="17630"/>
                    <a:pt x="124471" y="25989"/>
                  </a:cubicBezTo>
                  <a:cubicBezTo>
                    <a:pt x="126902" y="31065"/>
                    <a:pt x="120671" y="35776"/>
                    <a:pt x="121492" y="41186"/>
                  </a:cubicBezTo>
                  <a:cubicBezTo>
                    <a:pt x="122221" y="46050"/>
                    <a:pt x="128878" y="49393"/>
                    <a:pt x="129243" y="53740"/>
                  </a:cubicBezTo>
                  <a:cubicBezTo>
                    <a:pt x="129516" y="57357"/>
                    <a:pt x="131127" y="66445"/>
                    <a:pt x="134896" y="68238"/>
                  </a:cubicBezTo>
                  <a:cubicBezTo>
                    <a:pt x="139699" y="70549"/>
                    <a:pt x="147359" y="70670"/>
                    <a:pt x="151584" y="75077"/>
                  </a:cubicBezTo>
                  <a:cubicBezTo>
                    <a:pt x="154137" y="77752"/>
                    <a:pt x="154988" y="82068"/>
                    <a:pt x="158514" y="8358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23"/>
            <p:cNvSpPr/>
            <p:nvPr/>
          </p:nvSpPr>
          <p:spPr>
            <a:xfrm>
              <a:off x="2975000" y="45125"/>
              <a:ext cx="3962850" cy="2114050"/>
            </a:xfrm>
            <a:custGeom>
              <a:rect b="b" l="l" r="r" t="t"/>
              <a:pathLst>
                <a:path extrusionOk="0" fill="none" h="84562" w="158514">
                  <a:moveTo>
                    <a:pt x="0" y="15898"/>
                  </a:moveTo>
                  <a:cubicBezTo>
                    <a:pt x="6991" y="17478"/>
                    <a:pt x="14651" y="16809"/>
                    <a:pt x="20700" y="14226"/>
                  </a:cubicBezTo>
                  <a:cubicBezTo>
                    <a:pt x="28511" y="10913"/>
                    <a:pt x="35350" y="3527"/>
                    <a:pt x="44439" y="1551"/>
                  </a:cubicBezTo>
                  <a:cubicBezTo>
                    <a:pt x="51612" y="1"/>
                    <a:pt x="60579" y="2736"/>
                    <a:pt x="63041" y="10214"/>
                  </a:cubicBezTo>
                  <a:cubicBezTo>
                    <a:pt x="65564" y="17934"/>
                    <a:pt x="69515" y="22949"/>
                    <a:pt x="78391" y="22645"/>
                  </a:cubicBezTo>
                  <a:cubicBezTo>
                    <a:pt x="85716" y="22372"/>
                    <a:pt x="93072" y="17417"/>
                    <a:pt x="100488" y="16931"/>
                  </a:cubicBezTo>
                  <a:cubicBezTo>
                    <a:pt x="109273" y="16323"/>
                    <a:pt x="121431" y="18208"/>
                    <a:pt x="125717" y="26536"/>
                  </a:cubicBezTo>
                  <a:cubicBezTo>
                    <a:pt x="128544" y="31946"/>
                    <a:pt x="121036" y="36415"/>
                    <a:pt x="121735" y="41916"/>
                  </a:cubicBezTo>
                  <a:cubicBezTo>
                    <a:pt x="122343" y="46871"/>
                    <a:pt x="129881" y="49971"/>
                    <a:pt x="130276" y="54105"/>
                  </a:cubicBezTo>
                  <a:cubicBezTo>
                    <a:pt x="130641" y="57631"/>
                    <a:pt x="131431" y="66628"/>
                    <a:pt x="135322" y="68664"/>
                  </a:cubicBezTo>
                  <a:cubicBezTo>
                    <a:pt x="140124" y="71157"/>
                    <a:pt x="147632" y="71461"/>
                    <a:pt x="151796" y="75868"/>
                  </a:cubicBezTo>
                  <a:cubicBezTo>
                    <a:pt x="154350" y="78573"/>
                    <a:pt x="155109" y="82859"/>
                    <a:pt x="158514" y="8456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23"/>
            <p:cNvSpPr/>
            <p:nvPr/>
          </p:nvSpPr>
          <p:spPr>
            <a:xfrm>
              <a:off x="2975000" y="20825"/>
              <a:ext cx="3962850" cy="2138350"/>
            </a:xfrm>
            <a:custGeom>
              <a:rect b="b" l="l" r="r" t="t"/>
              <a:pathLst>
                <a:path extrusionOk="0" fill="none" h="85534" w="158514">
                  <a:moveTo>
                    <a:pt x="0" y="16870"/>
                  </a:moveTo>
                  <a:cubicBezTo>
                    <a:pt x="7082" y="18420"/>
                    <a:pt x="14833" y="17629"/>
                    <a:pt x="20912" y="14955"/>
                  </a:cubicBezTo>
                  <a:cubicBezTo>
                    <a:pt x="28876" y="11459"/>
                    <a:pt x="35776" y="3951"/>
                    <a:pt x="45047" y="1702"/>
                  </a:cubicBezTo>
                  <a:cubicBezTo>
                    <a:pt x="52068" y="0"/>
                    <a:pt x="61703" y="2371"/>
                    <a:pt x="64166" y="9818"/>
                  </a:cubicBezTo>
                  <a:cubicBezTo>
                    <a:pt x="66567" y="16991"/>
                    <a:pt x="68877" y="22645"/>
                    <a:pt x="77722" y="22128"/>
                  </a:cubicBezTo>
                  <a:cubicBezTo>
                    <a:pt x="85503" y="21672"/>
                    <a:pt x="93133" y="16961"/>
                    <a:pt x="101127" y="16809"/>
                  </a:cubicBezTo>
                  <a:cubicBezTo>
                    <a:pt x="110063" y="16657"/>
                    <a:pt x="122161" y="18693"/>
                    <a:pt x="126963" y="27083"/>
                  </a:cubicBezTo>
                  <a:cubicBezTo>
                    <a:pt x="130276" y="32858"/>
                    <a:pt x="121705" y="37052"/>
                    <a:pt x="122161" y="42615"/>
                  </a:cubicBezTo>
                  <a:cubicBezTo>
                    <a:pt x="122616" y="47782"/>
                    <a:pt x="130762" y="50518"/>
                    <a:pt x="131279" y="54530"/>
                  </a:cubicBezTo>
                  <a:cubicBezTo>
                    <a:pt x="131735" y="57934"/>
                    <a:pt x="131796" y="66931"/>
                    <a:pt x="135778" y="69089"/>
                  </a:cubicBezTo>
                  <a:cubicBezTo>
                    <a:pt x="140550" y="71703"/>
                    <a:pt x="147936" y="72250"/>
                    <a:pt x="152039" y="76658"/>
                  </a:cubicBezTo>
                  <a:cubicBezTo>
                    <a:pt x="154593" y="79393"/>
                    <a:pt x="155231" y="83649"/>
                    <a:pt x="158514" y="8553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16" name="Google Shape;3416;p23"/>
          <p:cNvGrpSpPr/>
          <p:nvPr/>
        </p:nvGrpSpPr>
        <p:grpSpPr>
          <a:xfrm flipH="1" rot="9094036">
            <a:off x="-1569213" y="-1115378"/>
            <a:ext cx="4568611" cy="2881644"/>
            <a:chOff x="2975000" y="20825"/>
            <a:chExt cx="3963625" cy="2500050"/>
          </a:xfrm>
        </p:grpSpPr>
        <p:sp>
          <p:nvSpPr>
            <p:cNvPr id="3417" name="Google Shape;3417;p23"/>
            <p:cNvSpPr/>
            <p:nvPr/>
          </p:nvSpPr>
          <p:spPr>
            <a:xfrm>
              <a:off x="2975000" y="442550"/>
              <a:ext cx="3962850" cy="2078325"/>
            </a:xfrm>
            <a:custGeom>
              <a:rect b="b" l="l" r="r" t="t"/>
              <a:pathLst>
                <a:path extrusionOk="0" fill="none" h="83133" w="158514">
                  <a:moveTo>
                    <a:pt x="0" y="1"/>
                  </a:moveTo>
                  <a:cubicBezTo>
                    <a:pt x="4347" y="3071"/>
                    <a:pt x="9423" y="6171"/>
                    <a:pt x="12797" y="10122"/>
                  </a:cubicBezTo>
                  <a:cubicBezTo>
                    <a:pt x="18025" y="16232"/>
                    <a:pt x="11095" y="25411"/>
                    <a:pt x="18298" y="31369"/>
                  </a:cubicBezTo>
                  <a:cubicBezTo>
                    <a:pt x="23952" y="36050"/>
                    <a:pt x="23982" y="41612"/>
                    <a:pt x="23283" y="48269"/>
                  </a:cubicBezTo>
                  <a:cubicBezTo>
                    <a:pt x="22706" y="53497"/>
                    <a:pt x="22463" y="62494"/>
                    <a:pt x="29028" y="64044"/>
                  </a:cubicBezTo>
                  <a:cubicBezTo>
                    <a:pt x="35776" y="65655"/>
                    <a:pt x="41186" y="60913"/>
                    <a:pt x="45624" y="56567"/>
                  </a:cubicBezTo>
                  <a:cubicBezTo>
                    <a:pt x="51855" y="50457"/>
                    <a:pt x="63466" y="46202"/>
                    <a:pt x="71825" y="49515"/>
                  </a:cubicBezTo>
                  <a:cubicBezTo>
                    <a:pt x="79211" y="52463"/>
                    <a:pt x="89728" y="48421"/>
                    <a:pt x="96598" y="51430"/>
                  </a:cubicBezTo>
                  <a:cubicBezTo>
                    <a:pt x="100762" y="53284"/>
                    <a:pt x="101035" y="58390"/>
                    <a:pt x="102343" y="62646"/>
                  </a:cubicBezTo>
                  <a:cubicBezTo>
                    <a:pt x="104197" y="68603"/>
                    <a:pt x="108938" y="75564"/>
                    <a:pt x="114106" y="78482"/>
                  </a:cubicBezTo>
                  <a:cubicBezTo>
                    <a:pt x="122343" y="83132"/>
                    <a:pt x="130914" y="70610"/>
                    <a:pt x="138909" y="69151"/>
                  </a:cubicBezTo>
                  <a:cubicBezTo>
                    <a:pt x="145474" y="67935"/>
                    <a:pt x="152435" y="73892"/>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23"/>
            <p:cNvSpPr/>
            <p:nvPr/>
          </p:nvSpPr>
          <p:spPr>
            <a:xfrm>
              <a:off x="2975000" y="442550"/>
              <a:ext cx="3962850" cy="2057800"/>
            </a:xfrm>
            <a:custGeom>
              <a:rect b="b" l="l" r="r" t="t"/>
              <a:pathLst>
                <a:path extrusionOk="0" fill="none" h="82312" w="158514">
                  <a:moveTo>
                    <a:pt x="0" y="1"/>
                  </a:moveTo>
                  <a:cubicBezTo>
                    <a:pt x="4408" y="3040"/>
                    <a:pt x="9392" y="6049"/>
                    <a:pt x="13040" y="9879"/>
                  </a:cubicBezTo>
                  <a:cubicBezTo>
                    <a:pt x="18602" y="15654"/>
                    <a:pt x="11733" y="24955"/>
                    <a:pt x="18694" y="30609"/>
                  </a:cubicBezTo>
                  <a:cubicBezTo>
                    <a:pt x="24408" y="35259"/>
                    <a:pt x="25077" y="40153"/>
                    <a:pt x="24317" y="46901"/>
                  </a:cubicBezTo>
                  <a:cubicBezTo>
                    <a:pt x="23739" y="52129"/>
                    <a:pt x="23131" y="61248"/>
                    <a:pt x="29849" y="62919"/>
                  </a:cubicBezTo>
                  <a:cubicBezTo>
                    <a:pt x="36870" y="64652"/>
                    <a:pt x="41794" y="59606"/>
                    <a:pt x="46627" y="55503"/>
                  </a:cubicBezTo>
                  <a:cubicBezTo>
                    <a:pt x="53557" y="49606"/>
                    <a:pt x="63983" y="44712"/>
                    <a:pt x="72798" y="48634"/>
                  </a:cubicBezTo>
                  <a:cubicBezTo>
                    <a:pt x="80123" y="51886"/>
                    <a:pt x="90245" y="48208"/>
                    <a:pt x="97266" y="51187"/>
                  </a:cubicBezTo>
                  <a:cubicBezTo>
                    <a:pt x="101522" y="52980"/>
                    <a:pt x="101674" y="58026"/>
                    <a:pt x="102890" y="62251"/>
                  </a:cubicBezTo>
                  <a:cubicBezTo>
                    <a:pt x="104561" y="68087"/>
                    <a:pt x="109303" y="75078"/>
                    <a:pt x="114440" y="77844"/>
                  </a:cubicBezTo>
                  <a:cubicBezTo>
                    <a:pt x="122799" y="82312"/>
                    <a:pt x="131097" y="70032"/>
                    <a:pt x="139243" y="68877"/>
                  </a:cubicBezTo>
                  <a:cubicBezTo>
                    <a:pt x="145656" y="67935"/>
                    <a:pt x="152495" y="73771"/>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23"/>
            <p:cNvSpPr/>
            <p:nvPr/>
          </p:nvSpPr>
          <p:spPr>
            <a:xfrm>
              <a:off x="2975000" y="442550"/>
              <a:ext cx="3962850" cy="2035775"/>
            </a:xfrm>
            <a:custGeom>
              <a:rect b="b" l="l" r="r" t="t"/>
              <a:pathLst>
                <a:path extrusionOk="0" fill="none" h="81431" w="158514">
                  <a:moveTo>
                    <a:pt x="0" y="1"/>
                  </a:moveTo>
                  <a:cubicBezTo>
                    <a:pt x="4468" y="3040"/>
                    <a:pt x="9362" y="5958"/>
                    <a:pt x="13313" y="9606"/>
                  </a:cubicBezTo>
                  <a:cubicBezTo>
                    <a:pt x="19210" y="15077"/>
                    <a:pt x="12432" y="24469"/>
                    <a:pt x="19089" y="29849"/>
                  </a:cubicBezTo>
                  <a:cubicBezTo>
                    <a:pt x="24803" y="34469"/>
                    <a:pt x="26019" y="38694"/>
                    <a:pt x="25350" y="45564"/>
                  </a:cubicBezTo>
                  <a:cubicBezTo>
                    <a:pt x="24833" y="50822"/>
                    <a:pt x="23739" y="60001"/>
                    <a:pt x="30609" y="61795"/>
                  </a:cubicBezTo>
                  <a:cubicBezTo>
                    <a:pt x="37691" y="63649"/>
                    <a:pt x="42797" y="58299"/>
                    <a:pt x="47813" y="54378"/>
                  </a:cubicBezTo>
                  <a:cubicBezTo>
                    <a:pt x="55989" y="47995"/>
                    <a:pt x="63345" y="43375"/>
                    <a:pt x="73801" y="47752"/>
                  </a:cubicBezTo>
                  <a:cubicBezTo>
                    <a:pt x="81704" y="51065"/>
                    <a:pt x="90762" y="48026"/>
                    <a:pt x="97966" y="50944"/>
                  </a:cubicBezTo>
                  <a:cubicBezTo>
                    <a:pt x="102282" y="52707"/>
                    <a:pt x="102343" y="57631"/>
                    <a:pt x="103437" y="61825"/>
                  </a:cubicBezTo>
                  <a:cubicBezTo>
                    <a:pt x="104957" y="67570"/>
                    <a:pt x="109637" y="74531"/>
                    <a:pt x="114774" y="77145"/>
                  </a:cubicBezTo>
                  <a:cubicBezTo>
                    <a:pt x="123285" y="81430"/>
                    <a:pt x="131310" y="69454"/>
                    <a:pt x="139577" y="68573"/>
                  </a:cubicBezTo>
                  <a:cubicBezTo>
                    <a:pt x="145869" y="67904"/>
                    <a:pt x="152587" y="73649"/>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23"/>
            <p:cNvSpPr/>
            <p:nvPr/>
          </p:nvSpPr>
          <p:spPr>
            <a:xfrm>
              <a:off x="2975000" y="442550"/>
              <a:ext cx="3962850" cy="2014500"/>
            </a:xfrm>
            <a:custGeom>
              <a:rect b="b" l="l" r="r" t="t"/>
              <a:pathLst>
                <a:path extrusionOk="0" fill="none" h="80580" w="158514">
                  <a:moveTo>
                    <a:pt x="0" y="1"/>
                  </a:moveTo>
                  <a:cubicBezTo>
                    <a:pt x="4560" y="3010"/>
                    <a:pt x="9392" y="5897"/>
                    <a:pt x="13526" y="9393"/>
                  </a:cubicBezTo>
                  <a:cubicBezTo>
                    <a:pt x="19666" y="14469"/>
                    <a:pt x="13162" y="23952"/>
                    <a:pt x="19484" y="29150"/>
                  </a:cubicBezTo>
                  <a:cubicBezTo>
                    <a:pt x="24560" y="33314"/>
                    <a:pt x="27235" y="37509"/>
                    <a:pt x="26323" y="44348"/>
                  </a:cubicBezTo>
                  <a:cubicBezTo>
                    <a:pt x="25563" y="49728"/>
                    <a:pt x="24317" y="58846"/>
                    <a:pt x="31308" y="60792"/>
                  </a:cubicBezTo>
                  <a:cubicBezTo>
                    <a:pt x="38390" y="62737"/>
                    <a:pt x="43770" y="57296"/>
                    <a:pt x="48998" y="53375"/>
                  </a:cubicBezTo>
                  <a:cubicBezTo>
                    <a:pt x="57813" y="46688"/>
                    <a:pt x="63892" y="42129"/>
                    <a:pt x="74743" y="47023"/>
                  </a:cubicBezTo>
                  <a:cubicBezTo>
                    <a:pt x="82433" y="50488"/>
                    <a:pt x="91248" y="47995"/>
                    <a:pt x="98604" y="50761"/>
                  </a:cubicBezTo>
                  <a:cubicBezTo>
                    <a:pt x="103042" y="52372"/>
                    <a:pt x="103011" y="57266"/>
                    <a:pt x="104014" y="61430"/>
                  </a:cubicBezTo>
                  <a:cubicBezTo>
                    <a:pt x="105382" y="67084"/>
                    <a:pt x="109941" y="74014"/>
                    <a:pt x="115109" y="76445"/>
                  </a:cubicBezTo>
                  <a:cubicBezTo>
                    <a:pt x="123802" y="80579"/>
                    <a:pt x="132100" y="68299"/>
                    <a:pt x="139912" y="68330"/>
                  </a:cubicBezTo>
                  <a:cubicBezTo>
                    <a:pt x="144927" y="68330"/>
                    <a:pt x="153529" y="7331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23"/>
            <p:cNvSpPr/>
            <p:nvPr/>
          </p:nvSpPr>
          <p:spPr>
            <a:xfrm>
              <a:off x="2975000" y="442550"/>
              <a:ext cx="3962850" cy="1991700"/>
            </a:xfrm>
            <a:custGeom>
              <a:rect b="b" l="l" r="r" t="t"/>
              <a:pathLst>
                <a:path extrusionOk="0" fill="none" h="79668" w="158514">
                  <a:moveTo>
                    <a:pt x="0" y="1"/>
                  </a:moveTo>
                  <a:cubicBezTo>
                    <a:pt x="4590" y="3010"/>
                    <a:pt x="9484" y="5897"/>
                    <a:pt x="13769" y="9119"/>
                  </a:cubicBezTo>
                  <a:cubicBezTo>
                    <a:pt x="20122" y="13861"/>
                    <a:pt x="13952" y="23344"/>
                    <a:pt x="19879" y="28360"/>
                  </a:cubicBezTo>
                  <a:cubicBezTo>
                    <a:pt x="24651" y="32402"/>
                    <a:pt x="28055" y="36475"/>
                    <a:pt x="27265" y="43102"/>
                  </a:cubicBezTo>
                  <a:cubicBezTo>
                    <a:pt x="26627" y="48482"/>
                    <a:pt x="24985" y="57600"/>
                    <a:pt x="31946" y="59698"/>
                  </a:cubicBezTo>
                  <a:cubicBezTo>
                    <a:pt x="39028" y="61795"/>
                    <a:pt x="44955" y="56202"/>
                    <a:pt x="50183" y="52251"/>
                  </a:cubicBezTo>
                  <a:cubicBezTo>
                    <a:pt x="59424" y="45260"/>
                    <a:pt x="64561" y="40761"/>
                    <a:pt x="75746" y="46232"/>
                  </a:cubicBezTo>
                  <a:cubicBezTo>
                    <a:pt x="83315" y="49971"/>
                    <a:pt x="91795" y="47813"/>
                    <a:pt x="99273" y="50488"/>
                  </a:cubicBezTo>
                  <a:cubicBezTo>
                    <a:pt x="103832" y="52129"/>
                    <a:pt x="103619" y="56840"/>
                    <a:pt x="104653" y="61035"/>
                  </a:cubicBezTo>
                  <a:cubicBezTo>
                    <a:pt x="106051" y="66749"/>
                    <a:pt x="110124" y="73315"/>
                    <a:pt x="115443" y="75716"/>
                  </a:cubicBezTo>
                  <a:cubicBezTo>
                    <a:pt x="124227" y="79667"/>
                    <a:pt x="132039" y="67995"/>
                    <a:pt x="140246" y="68056"/>
                  </a:cubicBezTo>
                  <a:cubicBezTo>
                    <a:pt x="145535" y="68087"/>
                    <a:pt x="153377" y="7340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23"/>
            <p:cNvSpPr/>
            <p:nvPr/>
          </p:nvSpPr>
          <p:spPr>
            <a:xfrm>
              <a:off x="2975000" y="442550"/>
              <a:ext cx="3963625" cy="1968900"/>
            </a:xfrm>
            <a:custGeom>
              <a:rect b="b" l="l" r="r" t="t"/>
              <a:pathLst>
                <a:path extrusionOk="0" fill="none" h="78756" w="158545">
                  <a:moveTo>
                    <a:pt x="0" y="1"/>
                  </a:moveTo>
                  <a:cubicBezTo>
                    <a:pt x="4651" y="2979"/>
                    <a:pt x="9575" y="5867"/>
                    <a:pt x="14013" y="8876"/>
                  </a:cubicBezTo>
                  <a:cubicBezTo>
                    <a:pt x="20548" y="13283"/>
                    <a:pt x="14985" y="22706"/>
                    <a:pt x="20305" y="27539"/>
                  </a:cubicBezTo>
                  <a:cubicBezTo>
                    <a:pt x="24590" y="31430"/>
                    <a:pt x="28724" y="35715"/>
                    <a:pt x="28147" y="42007"/>
                  </a:cubicBezTo>
                  <a:cubicBezTo>
                    <a:pt x="27630" y="47296"/>
                    <a:pt x="25654" y="56445"/>
                    <a:pt x="32584" y="58664"/>
                  </a:cubicBezTo>
                  <a:cubicBezTo>
                    <a:pt x="39606" y="60913"/>
                    <a:pt x="46354" y="55077"/>
                    <a:pt x="51369" y="51096"/>
                  </a:cubicBezTo>
                  <a:cubicBezTo>
                    <a:pt x="60609" y="43770"/>
                    <a:pt x="65351" y="39576"/>
                    <a:pt x="76749" y="45594"/>
                  </a:cubicBezTo>
                  <a:cubicBezTo>
                    <a:pt x="84166" y="49515"/>
                    <a:pt x="92251" y="47722"/>
                    <a:pt x="99911" y="50275"/>
                  </a:cubicBezTo>
                  <a:cubicBezTo>
                    <a:pt x="104622" y="51855"/>
                    <a:pt x="104318" y="56445"/>
                    <a:pt x="105260" y="60609"/>
                  </a:cubicBezTo>
                  <a:cubicBezTo>
                    <a:pt x="106537" y="66324"/>
                    <a:pt x="110428" y="72676"/>
                    <a:pt x="115808" y="74956"/>
                  </a:cubicBezTo>
                  <a:cubicBezTo>
                    <a:pt x="124714" y="78756"/>
                    <a:pt x="132313" y="67418"/>
                    <a:pt x="140580" y="67813"/>
                  </a:cubicBezTo>
                  <a:cubicBezTo>
                    <a:pt x="145778" y="68056"/>
                    <a:pt x="153438" y="73315"/>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23"/>
            <p:cNvSpPr/>
            <p:nvPr/>
          </p:nvSpPr>
          <p:spPr>
            <a:xfrm>
              <a:off x="2975000" y="442550"/>
              <a:ext cx="3962850" cy="1919500"/>
            </a:xfrm>
            <a:custGeom>
              <a:rect b="b" l="l" r="r" t="t"/>
              <a:pathLst>
                <a:path extrusionOk="0" fill="none" h="76780" w="158514">
                  <a:moveTo>
                    <a:pt x="0" y="1"/>
                  </a:moveTo>
                  <a:cubicBezTo>
                    <a:pt x="4712" y="2949"/>
                    <a:pt x="9666" y="5776"/>
                    <a:pt x="14225" y="8633"/>
                  </a:cubicBezTo>
                  <a:cubicBezTo>
                    <a:pt x="20973" y="12797"/>
                    <a:pt x="16049" y="21977"/>
                    <a:pt x="20760" y="26718"/>
                  </a:cubicBezTo>
                  <a:cubicBezTo>
                    <a:pt x="24438" y="30396"/>
                    <a:pt x="29332" y="35168"/>
                    <a:pt x="28967" y="41004"/>
                  </a:cubicBezTo>
                  <a:cubicBezTo>
                    <a:pt x="28633" y="46202"/>
                    <a:pt x="26444" y="55381"/>
                    <a:pt x="33192" y="57661"/>
                  </a:cubicBezTo>
                  <a:cubicBezTo>
                    <a:pt x="40153" y="60032"/>
                    <a:pt x="47752" y="53953"/>
                    <a:pt x="52494" y="49880"/>
                  </a:cubicBezTo>
                  <a:cubicBezTo>
                    <a:pt x="61703" y="41977"/>
                    <a:pt x="66293" y="38633"/>
                    <a:pt x="77722" y="45016"/>
                  </a:cubicBezTo>
                  <a:cubicBezTo>
                    <a:pt x="84926" y="49059"/>
                    <a:pt x="92707" y="47722"/>
                    <a:pt x="100488" y="50093"/>
                  </a:cubicBezTo>
                  <a:cubicBezTo>
                    <a:pt x="105382" y="51582"/>
                    <a:pt x="104987" y="56080"/>
                    <a:pt x="105838" y="60245"/>
                  </a:cubicBezTo>
                  <a:cubicBezTo>
                    <a:pt x="107023" y="65898"/>
                    <a:pt x="111005" y="72676"/>
                    <a:pt x="116142" y="74227"/>
                  </a:cubicBezTo>
                  <a:cubicBezTo>
                    <a:pt x="124683" y="76780"/>
                    <a:pt x="132191" y="66901"/>
                    <a:pt x="140884" y="67570"/>
                  </a:cubicBezTo>
                  <a:cubicBezTo>
                    <a:pt x="145930" y="67965"/>
                    <a:pt x="153468" y="73224"/>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23"/>
            <p:cNvSpPr/>
            <p:nvPr/>
          </p:nvSpPr>
          <p:spPr>
            <a:xfrm>
              <a:off x="2975000" y="442550"/>
              <a:ext cx="3962100" cy="1896700"/>
            </a:xfrm>
            <a:custGeom>
              <a:rect b="b" l="l" r="r" t="t"/>
              <a:pathLst>
                <a:path extrusionOk="0" fill="none" h="75868" w="158484">
                  <a:moveTo>
                    <a:pt x="0" y="1"/>
                  </a:moveTo>
                  <a:cubicBezTo>
                    <a:pt x="4742" y="2949"/>
                    <a:pt x="9788" y="5441"/>
                    <a:pt x="14438" y="8359"/>
                  </a:cubicBezTo>
                  <a:cubicBezTo>
                    <a:pt x="21520" y="12797"/>
                    <a:pt x="16900" y="20852"/>
                    <a:pt x="21277" y="25837"/>
                  </a:cubicBezTo>
                  <a:cubicBezTo>
                    <a:pt x="24408" y="29424"/>
                    <a:pt x="29758" y="34652"/>
                    <a:pt x="29727" y="40123"/>
                  </a:cubicBezTo>
                  <a:cubicBezTo>
                    <a:pt x="29666" y="45229"/>
                    <a:pt x="27447" y="54014"/>
                    <a:pt x="33770" y="56658"/>
                  </a:cubicBezTo>
                  <a:cubicBezTo>
                    <a:pt x="40396" y="59394"/>
                    <a:pt x="49545" y="52433"/>
                    <a:pt x="53618" y="48542"/>
                  </a:cubicBezTo>
                  <a:cubicBezTo>
                    <a:pt x="62707" y="39788"/>
                    <a:pt x="67448" y="37904"/>
                    <a:pt x="78725" y="44530"/>
                  </a:cubicBezTo>
                  <a:cubicBezTo>
                    <a:pt x="85716" y="48664"/>
                    <a:pt x="93224" y="47722"/>
                    <a:pt x="101066" y="49910"/>
                  </a:cubicBezTo>
                  <a:cubicBezTo>
                    <a:pt x="106142" y="51308"/>
                    <a:pt x="105716" y="55685"/>
                    <a:pt x="106476" y="59849"/>
                  </a:cubicBezTo>
                  <a:cubicBezTo>
                    <a:pt x="107540" y="65503"/>
                    <a:pt x="111279" y="71977"/>
                    <a:pt x="116477" y="73467"/>
                  </a:cubicBezTo>
                  <a:cubicBezTo>
                    <a:pt x="124927" y="75868"/>
                    <a:pt x="132708" y="66354"/>
                    <a:pt x="141188" y="67357"/>
                  </a:cubicBezTo>
                  <a:cubicBezTo>
                    <a:pt x="146143" y="67935"/>
                    <a:pt x="153468" y="7313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23"/>
            <p:cNvSpPr/>
            <p:nvPr/>
          </p:nvSpPr>
          <p:spPr>
            <a:xfrm>
              <a:off x="2975000" y="442550"/>
              <a:ext cx="3962850" cy="1870875"/>
            </a:xfrm>
            <a:custGeom>
              <a:rect b="b" l="l" r="r" t="t"/>
              <a:pathLst>
                <a:path extrusionOk="0" fill="none" h="74835" w="158514">
                  <a:moveTo>
                    <a:pt x="0" y="1"/>
                  </a:moveTo>
                  <a:cubicBezTo>
                    <a:pt x="4803" y="2919"/>
                    <a:pt x="9848" y="5350"/>
                    <a:pt x="14651" y="8116"/>
                  </a:cubicBezTo>
                  <a:cubicBezTo>
                    <a:pt x="21946" y="12311"/>
                    <a:pt x="18086" y="19697"/>
                    <a:pt x="21885" y="24895"/>
                  </a:cubicBezTo>
                  <a:cubicBezTo>
                    <a:pt x="24590" y="28633"/>
                    <a:pt x="30031" y="34013"/>
                    <a:pt x="30396" y="39272"/>
                  </a:cubicBezTo>
                  <a:cubicBezTo>
                    <a:pt x="30791" y="44439"/>
                    <a:pt x="28299" y="52919"/>
                    <a:pt x="34439" y="55625"/>
                  </a:cubicBezTo>
                  <a:cubicBezTo>
                    <a:pt x="41186" y="58603"/>
                    <a:pt x="50670" y="51217"/>
                    <a:pt x="54712" y="47083"/>
                  </a:cubicBezTo>
                  <a:cubicBezTo>
                    <a:pt x="63892" y="37630"/>
                    <a:pt x="68542" y="37266"/>
                    <a:pt x="79789" y="44135"/>
                  </a:cubicBezTo>
                  <a:cubicBezTo>
                    <a:pt x="86476" y="48208"/>
                    <a:pt x="93984" y="47661"/>
                    <a:pt x="101674" y="49728"/>
                  </a:cubicBezTo>
                  <a:cubicBezTo>
                    <a:pt x="106932" y="51126"/>
                    <a:pt x="106416" y="55138"/>
                    <a:pt x="107145" y="59454"/>
                  </a:cubicBezTo>
                  <a:cubicBezTo>
                    <a:pt x="108057" y="64986"/>
                    <a:pt x="111552" y="71339"/>
                    <a:pt x="116872" y="72707"/>
                  </a:cubicBezTo>
                  <a:cubicBezTo>
                    <a:pt x="125322" y="74835"/>
                    <a:pt x="133285" y="65837"/>
                    <a:pt x="141523" y="67114"/>
                  </a:cubicBezTo>
                  <a:cubicBezTo>
                    <a:pt x="146386" y="67874"/>
                    <a:pt x="153559" y="73011"/>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23"/>
            <p:cNvSpPr/>
            <p:nvPr/>
          </p:nvSpPr>
          <p:spPr>
            <a:xfrm>
              <a:off x="2975000" y="442550"/>
              <a:ext cx="3962850" cy="1848075"/>
            </a:xfrm>
            <a:custGeom>
              <a:rect b="b" l="l" r="r" t="t"/>
              <a:pathLst>
                <a:path extrusionOk="0" fill="none" h="73923" w="158514">
                  <a:moveTo>
                    <a:pt x="0" y="1"/>
                  </a:moveTo>
                  <a:cubicBezTo>
                    <a:pt x="4833" y="2888"/>
                    <a:pt x="9909" y="5259"/>
                    <a:pt x="14864" y="7873"/>
                  </a:cubicBezTo>
                  <a:cubicBezTo>
                    <a:pt x="22219" y="11764"/>
                    <a:pt x="19301" y="18390"/>
                    <a:pt x="22584" y="23922"/>
                  </a:cubicBezTo>
                  <a:cubicBezTo>
                    <a:pt x="25046" y="28086"/>
                    <a:pt x="30092" y="33649"/>
                    <a:pt x="31004" y="38542"/>
                  </a:cubicBezTo>
                  <a:cubicBezTo>
                    <a:pt x="31855" y="43284"/>
                    <a:pt x="29150" y="51947"/>
                    <a:pt x="35107" y="54561"/>
                  </a:cubicBezTo>
                  <a:cubicBezTo>
                    <a:pt x="42250" y="57691"/>
                    <a:pt x="51673" y="50032"/>
                    <a:pt x="55746" y="45503"/>
                  </a:cubicBezTo>
                  <a:cubicBezTo>
                    <a:pt x="64834" y="35411"/>
                    <a:pt x="69941" y="36992"/>
                    <a:pt x="80822" y="43770"/>
                  </a:cubicBezTo>
                  <a:cubicBezTo>
                    <a:pt x="87205" y="47782"/>
                    <a:pt x="94683" y="47691"/>
                    <a:pt x="102191" y="49576"/>
                  </a:cubicBezTo>
                  <a:cubicBezTo>
                    <a:pt x="107571" y="50913"/>
                    <a:pt x="107145" y="54682"/>
                    <a:pt x="107783" y="59090"/>
                  </a:cubicBezTo>
                  <a:cubicBezTo>
                    <a:pt x="108604" y="64591"/>
                    <a:pt x="111826" y="70610"/>
                    <a:pt x="117236" y="71917"/>
                  </a:cubicBezTo>
                  <a:cubicBezTo>
                    <a:pt x="125504" y="73923"/>
                    <a:pt x="133863" y="65321"/>
                    <a:pt x="141827" y="66901"/>
                  </a:cubicBezTo>
                  <a:cubicBezTo>
                    <a:pt x="146599" y="67813"/>
                    <a:pt x="153620" y="7292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23"/>
            <p:cNvSpPr/>
            <p:nvPr/>
          </p:nvSpPr>
          <p:spPr>
            <a:xfrm>
              <a:off x="2975000" y="442550"/>
              <a:ext cx="3962100" cy="1826050"/>
            </a:xfrm>
            <a:custGeom>
              <a:rect b="b" l="l" r="r" t="t"/>
              <a:pathLst>
                <a:path extrusionOk="0" fill="none" h="73042" w="158484">
                  <a:moveTo>
                    <a:pt x="0" y="1"/>
                  </a:moveTo>
                  <a:cubicBezTo>
                    <a:pt x="4894" y="2858"/>
                    <a:pt x="10000" y="5168"/>
                    <a:pt x="15076" y="7630"/>
                  </a:cubicBezTo>
                  <a:cubicBezTo>
                    <a:pt x="22402" y="11217"/>
                    <a:pt x="20639" y="16992"/>
                    <a:pt x="23435" y="22980"/>
                  </a:cubicBezTo>
                  <a:cubicBezTo>
                    <a:pt x="25685" y="27813"/>
                    <a:pt x="29910" y="33041"/>
                    <a:pt x="31460" y="37934"/>
                  </a:cubicBezTo>
                  <a:cubicBezTo>
                    <a:pt x="32858" y="42372"/>
                    <a:pt x="29940" y="51096"/>
                    <a:pt x="35867" y="53558"/>
                  </a:cubicBezTo>
                  <a:cubicBezTo>
                    <a:pt x="43618" y="56749"/>
                    <a:pt x="52433" y="48937"/>
                    <a:pt x="56779" y="43831"/>
                  </a:cubicBezTo>
                  <a:cubicBezTo>
                    <a:pt x="65746" y="33314"/>
                    <a:pt x="71552" y="36901"/>
                    <a:pt x="81886" y="43466"/>
                  </a:cubicBezTo>
                  <a:cubicBezTo>
                    <a:pt x="87965" y="47327"/>
                    <a:pt x="95412" y="47752"/>
                    <a:pt x="102707" y="49454"/>
                  </a:cubicBezTo>
                  <a:cubicBezTo>
                    <a:pt x="108148" y="50700"/>
                    <a:pt x="107905" y="54226"/>
                    <a:pt x="108452" y="58725"/>
                  </a:cubicBezTo>
                  <a:cubicBezTo>
                    <a:pt x="109182" y="64226"/>
                    <a:pt x="112130" y="69910"/>
                    <a:pt x="117571" y="71187"/>
                  </a:cubicBezTo>
                  <a:cubicBezTo>
                    <a:pt x="125626" y="73041"/>
                    <a:pt x="134410" y="64895"/>
                    <a:pt x="142100" y="66688"/>
                  </a:cubicBezTo>
                  <a:cubicBezTo>
                    <a:pt x="146751" y="67783"/>
                    <a:pt x="153590" y="72828"/>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23"/>
            <p:cNvSpPr/>
            <p:nvPr/>
          </p:nvSpPr>
          <p:spPr>
            <a:xfrm>
              <a:off x="2975000" y="442550"/>
              <a:ext cx="3962850" cy="1818450"/>
            </a:xfrm>
            <a:custGeom>
              <a:rect b="b" l="l" r="r" t="t"/>
              <a:pathLst>
                <a:path extrusionOk="0" fill="none" h="72738" w="158514">
                  <a:moveTo>
                    <a:pt x="0" y="1"/>
                  </a:moveTo>
                  <a:cubicBezTo>
                    <a:pt x="4924" y="2827"/>
                    <a:pt x="10122" y="5077"/>
                    <a:pt x="15259" y="7387"/>
                  </a:cubicBezTo>
                  <a:cubicBezTo>
                    <a:pt x="22432" y="10609"/>
                    <a:pt x="22159" y="15594"/>
                    <a:pt x="24317" y="22007"/>
                  </a:cubicBezTo>
                  <a:cubicBezTo>
                    <a:pt x="26171" y="27630"/>
                    <a:pt x="29332" y="32402"/>
                    <a:pt x="31733" y="37418"/>
                  </a:cubicBezTo>
                  <a:cubicBezTo>
                    <a:pt x="33831" y="41764"/>
                    <a:pt x="30669" y="50305"/>
                    <a:pt x="36657" y="52615"/>
                  </a:cubicBezTo>
                  <a:cubicBezTo>
                    <a:pt x="44955" y="55868"/>
                    <a:pt x="53162" y="47630"/>
                    <a:pt x="57782" y="42068"/>
                  </a:cubicBezTo>
                  <a:cubicBezTo>
                    <a:pt x="66476" y="31551"/>
                    <a:pt x="73315" y="37022"/>
                    <a:pt x="82950" y="43193"/>
                  </a:cubicBezTo>
                  <a:cubicBezTo>
                    <a:pt x="88695" y="46871"/>
                    <a:pt x="96142" y="47813"/>
                    <a:pt x="103194" y="49333"/>
                  </a:cubicBezTo>
                  <a:cubicBezTo>
                    <a:pt x="108726" y="50488"/>
                    <a:pt x="108634" y="53740"/>
                    <a:pt x="109151" y="58390"/>
                  </a:cubicBezTo>
                  <a:cubicBezTo>
                    <a:pt x="109789" y="63862"/>
                    <a:pt x="112464" y="69211"/>
                    <a:pt x="117996" y="70427"/>
                  </a:cubicBezTo>
                  <a:cubicBezTo>
                    <a:pt x="125778" y="72129"/>
                    <a:pt x="135018" y="64439"/>
                    <a:pt x="142434" y="66506"/>
                  </a:cubicBezTo>
                  <a:cubicBezTo>
                    <a:pt x="146994" y="67752"/>
                    <a:pt x="153650" y="72737"/>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23"/>
            <p:cNvSpPr/>
            <p:nvPr/>
          </p:nvSpPr>
          <p:spPr>
            <a:xfrm>
              <a:off x="2975000" y="442550"/>
              <a:ext cx="3962850" cy="1816175"/>
            </a:xfrm>
            <a:custGeom>
              <a:rect b="b" l="l" r="r" t="t"/>
              <a:pathLst>
                <a:path extrusionOk="0" fill="none" h="72647" w="158514">
                  <a:moveTo>
                    <a:pt x="0" y="1"/>
                  </a:moveTo>
                  <a:cubicBezTo>
                    <a:pt x="4985" y="2797"/>
                    <a:pt x="10244" y="4985"/>
                    <a:pt x="15441" y="7144"/>
                  </a:cubicBezTo>
                  <a:cubicBezTo>
                    <a:pt x="22341" y="10031"/>
                    <a:pt x="23648" y="14621"/>
                    <a:pt x="25259" y="21034"/>
                  </a:cubicBezTo>
                  <a:cubicBezTo>
                    <a:pt x="26688" y="26809"/>
                    <a:pt x="28572" y="31977"/>
                    <a:pt x="31885" y="36992"/>
                  </a:cubicBezTo>
                  <a:cubicBezTo>
                    <a:pt x="34742" y="41278"/>
                    <a:pt x="31429" y="49606"/>
                    <a:pt x="37478" y="51825"/>
                  </a:cubicBezTo>
                  <a:cubicBezTo>
                    <a:pt x="46171" y="55017"/>
                    <a:pt x="54469" y="46202"/>
                    <a:pt x="58755" y="40305"/>
                  </a:cubicBezTo>
                  <a:cubicBezTo>
                    <a:pt x="66232" y="30001"/>
                    <a:pt x="76415" y="38025"/>
                    <a:pt x="84044" y="42889"/>
                  </a:cubicBezTo>
                  <a:cubicBezTo>
                    <a:pt x="89546" y="46384"/>
                    <a:pt x="96841" y="47874"/>
                    <a:pt x="103680" y="49211"/>
                  </a:cubicBezTo>
                  <a:cubicBezTo>
                    <a:pt x="109242" y="50305"/>
                    <a:pt x="109364" y="53254"/>
                    <a:pt x="109850" y="58026"/>
                  </a:cubicBezTo>
                  <a:cubicBezTo>
                    <a:pt x="110397" y="63436"/>
                    <a:pt x="112829" y="68482"/>
                    <a:pt x="118422" y="69667"/>
                  </a:cubicBezTo>
                  <a:cubicBezTo>
                    <a:pt x="125930" y="71278"/>
                    <a:pt x="135626" y="64044"/>
                    <a:pt x="142708" y="66293"/>
                  </a:cubicBezTo>
                  <a:cubicBezTo>
                    <a:pt x="147176" y="67692"/>
                    <a:pt x="153681" y="7264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23"/>
            <p:cNvSpPr/>
            <p:nvPr/>
          </p:nvSpPr>
          <p:spPr>
            <a:xfrm>
              <a:off x="2975000" y="442550"/>
              <a:ext cx="3962850" cy="1813875"/>
            </a:xfrm>
            <a:custGeom>
              <a:rect b="b" l="l" r="r" t="t"/>
              <a:pathLst>
                <a:path extrusionOk="0" fill="none" h="72555" w="158514">
                  <a:moveTo>
                    <a:pt x="0" y="1"/>
                  </a:moveTo>
                  <a:cubicBezTo>
                    <a:pt x="5015" y="2767"/>
                    <a:pt x="10335" y="4894"/>
                    <a:pt x="15624" y="6931"/>
                  </a:cubicBezTo>
                  <a:cubicBezTo>
                    <a:pt x="22189" y="9423"/>
                    <a:pt x="24925" y="13648"/>
                    <a:pt x="26262" y="20031"/>
                  </a:cubicBezTo>
                  <a:cubicBezTo>
                    <a:pt x="27508" y="25958"/>
                    <a:pt x="27843" y="31582"/>
                    <a:pt x="31916" y="36597"/>
                  </a:cubicBezTo>
                  <a:cubicBezTo>
                    <a:pt x="35290" y="40731"/>
                    <a:pt x="32432" y="49150"/>
                    <a:pt x="38299" y="51096"/>
                  </a:cubicBezTo>
                  <a:cubicBezTo>
                    <a:pt x="47326" y="54105"/>
                    <a:pt x="55138" y="44804"/>
                    <a:pt x="59758" y="38512"/>
                  </a:cubicBezTo>
                  <a:cubicBezTo>
                    <a:pt x="66901" y="28816"/>
                    <a:pt x="78512" y="38512"/>
                    <a:pt x="85139" y="42585"/>
                  </a:cubicBezTo>
                  <a:cubicBezTo>
                    <a:pt x="90397" y="45807"/>
                    <a:pt x="97510" y="47995"/>
                    <a:pt x="104105" y="49120"/>
                  </a:cubicBezTo>
                  <a:cubicBezTo>
                    <a:pt x="109698" y="50062"/>
                    <a:pt x="109729" y="52707"/>
                    <a:pt x="110580" y="57691"/>
                  </a:cubicBezTo>
                  <a:cubicBezTo>
                    <a:pt x="111461" y="63071"/>
                    <a:pt x="112829" y="67692"/>
                    <a:pt x="118878" y="68938"/>
                  </a:cubicBezTo>
                  <a:cubicBezTo>
                    <a:pt x="126082" y="70427"/>
                    <a:pt x="136234" y="63649"/>
                    <a:pt x="143012" y="66111"/>
                  </a:cubicBezTo>
                  <a:cubicBezTo>
                    <a:pt x="147359" y="67661"/>
                    <a:pt x="153742" y="7255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23"/>
            <p:cNvSpPr/>
            <p:nvPr/>
          </p:nvSpPr>
          <p:spPr>
            <a:xfrm>
              <a:off x="2975000" y="442550"/>
              <a:ext cx="3962850" cy="1804000"/>
            </a:xfrm>
            <a:custGeom>
              <a:rect b="b" l="l" r="r" t="t"/>
              <a:pathLst>
                <a:path extrusionOk="0" fill="none" h="72160" w="158514">
                  <a:moveTo>
                    <a:pt x="0" y="1"/>
                  </a:moveTo>
                  <a:cubicBezTo>
                    <a:pt x="5076" y="2736"/>
                    <a:pt x="10456" y="4803"/>
                    <a:pt x="15806" y="6688"/>
                  </a:cubicBezTo>
                  <a:cubicBezTo>
                    <a:pt x="22037" y="8876"/>
                    <a:pt x="26049" y="12767"/>
                    <a:pt x="27326" y="18967"/>
                  </a:cubicBezTo>
                  <a:cubicBezTo>
                    <a:pt x="28542" y="24925"/>
                    <a:pt x="27326" y="31126"/>
                    <a:pt x="31855" y="36202"/>
                  </a:cubicBezTo>
                  <a:cubicBezTo>
                    <a:pt x="35381" y="40153"/>
                    <a:pt x="33618" y="48725"/>
                    <a:pt x="39150" y="50457"/>
                  </a:cubicBezTo>
                  <a:cubicBezTo>
                    <a:pt x="48329" y="53314"/>
                    <a:pt x="55746" y="42919"/>
                    <a:pt x="60792" y="36810"/>
                  </a:cubicBezTo>
                  <a:cubicBezTo>
                    <a:pt x="67995" y="28086"/>
                    <a:pt x="80032" y="38360"/>
                    <a:pt x="86263" y="42159"/>
                  </a:cubicBezTo>
                  <a:cubicBezTo>
                    <a:pt x="91430" y="45320"/>
                    <a:pt x="98057" y="48056"/>
                    <a:pt x="104561" y="48998"/>
                  </a:cubicBezTo>
                  <a:cubicBezTo>
                    <a:pt x="115747" y="50700"/>
                    <a:pt x="107692" y="65898"/>
                    <a:pt x="119303" y="68178"/>
                  </a:cubicBezTo>
                  <a:cubicBezTo>
                    <a:pt x="126294" y="69576"/>
                    <a:pt x="136872" y="63254"/>
                    <a:pt x="143316" y="65898"/>
                  </a:cubicBezTo>
                  <a:cubicBezTo>
                    <a:pt x="147784" y="67752"/>
                    <a:pt x="153407" y="7216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23"/>
            <p:cNvSpPr/>
            <p:nvPr/>
          </p:nvSpPr>
          <p:spPr>
            <a:xfrm>
              <a:off x="2975000" y="442550"/>
              <a:ext cx="3962100" cy="1802475"/>
            </a:xfrm>
            <a:custGeom>
              <a:rect b="b" l="l" r="r" t="t"/>
              <a:pathLst>
                <a:path extrusionOk="0" fill="none" h="72099" w="158484">
                  <a:moveTo>
                    <a:pt x="0" y="1"/>
                  </a:moveTo>
                  <a:cubicBezTo>
                    <a:pt x="5107" y="2706"/>
                    <a:pt x="10760" y="4590"/>
                    <a:pt x="15958" y="6444"/>
                  </a:cubicBezTo>
                  <a:cubicBezTo>
                    <a:pt x="21764" y="8511"/>
                    <a:pt x="26931" y="11733"/>
                    <a:pt x="28390" y="17843"/>
                  </a:cubicBezTo>
                  <a:cubicBezTo>
                    <a:pt x="29788" y="23740"/>
                    <a:pt x="26900" y="30579"/>
                    <a:pt x="31672" y="35867"/>
                  </a:cubicBezTo>
                  <a:cubicBezTo>
                    <a:pt x="35107" y="39636"/>
                    <a:pt x="34925" y="48390"/>
                    <a:pt x="40001" y="49849"/>
                  </a:cubicBezTo>
                  <a:cubicBezTo>
                    <a:pt x="49302" y="52494"/>
                    <a:pt x="56415" y="40761"/>
                    <a:pt x="61886" y="35320"/>
                  </a:cubicBezTo>
                  <a:cubicBezTo>
                    <a:pt x="69211" y="28025"/>
                    <a:pt x="81278" y="37873"/>
                    <a:pt x="87327" y="41612"/>
                  </a:cubicBezTo>
                  <a:cubicBezTo>
                    <a:pt x="92585" y="44864"/>
                    <a:pt x="98421" y="48117"/>
                    <a:pt x="104926" y="48968"/>
                  </a:cubicBezTo>
                  <a:cubicBezTo>
                    <a:pt x="116385" y="50457"/>
                    <a:pt x="108239" y="65442"/>
                    <a:pt x="119759" y="67509"/>
                  </a:cubicBezTo>
                  <a:cubicBezTo>
                    <a:pt x="126659" y="68725"/>
                    <a:pt x="137298" y="62980"/>
                    <a:pt x="143559" y="65716"/>
                  </a:cubicBezTo>
                  <a:cubicBezTo>
                    <a:pt x="147936" y="67631"/>
                    <a:pt x="153407" y="72099"/>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23"/>
            <p:cNvSpPr/>
            <p:nvPr/>
          </p:nvSpPr>
          <p:spPr>
            <a:xfrm>
              <a:off x="2975000" y="442550"/>
              <a:ext cx="3962850" cy="1800200"/>
            </a:xfrm>
            <a:custGeom>
              <a:rect b="b" l="l" r="r" t="t"/>
              <a:pathLst>
                <a:path extrusionOk="0" fill="none" h="72008" w="158514">
                  <a:moveTo>
                    <a:pt x="0" y="1"/>
                  </a:moveTo>
                  <a:cubicBezTo>
                    <a:pt x="5167" y="2645"/>
                    <a:pt x="10821" y="4499"/>
                    <a:pt x="16140" y="6201"/>
                  </a:cubicBezTo>
                  <a:cubicBezTo>
                    <a:pt x="21976" y="8055"/>
                    <a:pt x="27630" y="11065"/>
                    <a:pt x="29484" y="16657"/>
                  </a:cubicBezTo>
                  <a:cubicBezTo>
                    <a:pt x="31308" y="22159"/>
                    <a:pt x="26748" y="29940"/>
                    <a:pt x="31521" y="35442"/>
                  </a:cubicBezTo>
                  <a:cubicBezTo>
                    <a:pt x="34621" y="38998"/>
                    <a:pt x="36414" y="48147"/>
                    <a:pt x="40913" y="49211"/>
                  </a:cubicBezTo>
                  <a:cubicBezTo>
                    <a:pt x="50244" y="51430"/>
                    <a:pt x="56749" y="38846"/>
                    <a:pt x="63041" y="34044"/>
                  </a:cubicBezTo>
                  <a:cubicBezTo>
                    <a:pt x="70731" y="28147"/>
                    <a:pt x="82190" y="36992"/>
                    <a:pt x="88391" y="40943"/>
                  </a:cubicBezTo>
                  <a:cubicBezTo>
                    <a:pt x="93862" y="44409"/>
                    <a:pt x="98695" y="48147"/>
                    <a:pt x="105352" y="48907"/>
                  </a:cubicBezTo>
                  <a:cubicBezTo>
                    <a:pt x="117024" y="50184"/>
                    <a:pt x="108786" y="64834"/>
                    <a:pt x="120276" y="66780"/>
                  </a:cubicBezTo>
                  <a:cubicBezTo>
                    <a:pt x="126993" y="67904"/>
                    <a:pt x="137784" y="62585"/>
                    <a:pt x="143863" y="65533"/>
                  </a:cubicBezTo>
                  <a:cubicBezTo>
                    <a:pt x="148149" y="67570"/>
                    <a:pt x="153468" y="72008"/>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23"/>
            <p:cNvSpPr/>
            <p:nvPr/>
          </p:nvSpPr>
          <p:spPr>
            <a:xfrm>
              <a:off x="2975000" y="442550"/>
              <a:ext cx="3963625" cy="1798675"/>
            </a:xfrm>
            <a:custGeom>
              <a:rect b="b" l="l" r="r" t="t"/>
              <a:pathLst>
                <a:path extrusionOk="0" fill="none" h="71947" w="158545">
                  <a:moveTo>
                    <a:pt x="0" y="1"/>
                  </a:moveTo>
                  <a:cubicBezTo>
                    <a:pt x="5198" y="2615"/>
                    <a:pt x="10912" y="4408"/>
                    <a:pt x="16323" y="5958"/>
                  </a:cubicBezTo>
                  <a:cubicBezTo>
                    <a:pt x="22067" y="7630"/>
                    <a:pt x="28147" y="10365"/>
                    <a:pt x="30578" y="15472"/>
                  </a:cubicBezTo>
                  <a:cubicBezTo>
                    <a:pt x="33192" y="20974"/>
                    <a:pt x="26931" y="29059"/>
                    <a:pt x="31369" y="35047"/>
                  </a:cubicBezTo>
                  <a:cubicBezTo>
                    <a:pt x="33831" y="38390"/>
                    <a:pt x="37904" y="47904"/>
                    <a:pt x="41825" y="48542"/>
                  </a:cubicBezTo>
                  <a:cubicBezTo>
                    <a:pt x="50883" y="50062"/>
                    <a:pt x="57296" y="36931"/>
                    <a:pt x="64257" y="33010"/>
                  </a:cubicBezTo>
                  <a:cubicBezTo>
                    <a:pt x="72160" y="28512"/>
                    <a:pt x="83102" y="35928"/>
                    <a:pt x="89424" y="40153"/>
                  </a:cubicBezTo>
                  <a:cubicBezTo>
                    <a:pt x="94804" y="43740"/>
                    <a:pt x="98877" y="48208"/>
                    <a:pt x="105747" y="48846"/>
                  </a:cubicBezTo>
                  <a:cubicBezTo>
                    <a:pt x="117601" y="49971"/>
                    <a:pt x="109425" y="64257"/>
                    <a:pt x="120793" y="66081"/>
                  </a:cubicBezTo>
                  <a:cubicBezTo>
                    <a:pt x="127419" y="67144"/>
                    <a:pt x="138270" y="62281"/>
                    <a:pt x="144167" y="65351"/>
                  </a:cubicBezTo>
                  <a:cubicBezTo>
                    <a:pt x="148362" y="67540"/>
                    <a:pt x="153529" y="71947"/>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23"/>
            <p:cNvSpPr/>
            <p:nvPr/>
          </p:nvSpPr>
          <p:spPr>
            <a:xfrm>
              <a:off x="2975000" y="442550"/>
              <a:ext cx="3962850" cy="1795650"/>
            </a:xfrm>
            <a:custGeom>
              <a:rect b="b" l="l" r="r" t="t"/>
              <a:pathLst>
                <a:path extrusionOk="0" fill="none" h="71826" w="158514">
                  <a:moveTo>
                    <a:pt x="0" y="1"/>
                  </a:moveTo>
                  <a:cubicBezTo>
                    <a:pt x="5259" y="2584"/>
                    <a:pt x="10973" y="4317"/>
                    <a:pt x="16475" y="5745"/>
                  </a:cubicBezTo>
                  <a:cubicBezTo>
                    <a:pt x="22250" y="7235"/>
                    <a:pt x="28542" y="9788"/>
                    <a:pt x="31581" y="14195"/>
                  </a:cubicBezTo>
                  <a:cubicBezTo>
                    <a:pt x="35168" y="19332"/>
                    <a:pt x="27326" y="28238"/>
                    <a:pt x="31247" y="34560"/>
                  </a:cubicBezTo>
                  <a:cubicBezTo>
                    <a:pt x="33253" y="37782"/>
                    <a:pt x="39150" y="47418"/>
                    <a:pt x="42737" y="47722"/>
                  </a:cubicBezTo>
                  <a:cubicBezTo>
                    <a:pt x="51612" y="48482"/>
                    <a:pt x="57752" y="35229"/>
                    <a:pt x="65412" y="32129"/>
                  </a:cubicBezTo>
                  <a:cubicBezTo>
                    <a:pt x="73588" y="28816"/>
                    <a:pt x="84044" y="34804"/>
                    <a:pt x="90275" y="39302"/>
                  </a:cubicBezTo>
                  <a:cubicBezTo>
                    <a:pt x="95351" y="42980"/>
                    <a:pt x="98938" y="48269"/>
                    <a:pt x="106081" y="48816"/>
                  </a:cubicBezTo>
                  <a:cubicBezTo>
                    <a:pt x="111704" y="49241"/>
                    <a:pt x="112981" y="50670"/>
                    <a:pt x="114136" y="56111"/>
                  </a:cubicBezTo>
                  <a:cubicBezTo>
                    <a:pt x="115139" y="60792"/>
                    <a:pt x="115321" y="64470"/>
                    <a:pt x="121279" y="65381"/>
                  </a:cubicBezTo>
                  <a:cubicBezTo>
                    <a:pt x="127784" y="66385"/>
                    <a:pt x="138696" y="61947"/>
                    <a:pt x="144410" y="65169"/>
                  </a:cubicBezTo>
                  <a:cubicBezTo>
                    <a:pt x="148483" y="67448"/>
                    <a:pt x="153529" y="7182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23"/>
            <p:cNvSpPr/>
            <p:nvPr/>
          </p:nvSpPr>
          <p:spPr>
            <a:xfrm>
              <a:off x="2975000" y="442550"/>
              <a:ext cx="3962850" cy="1794125"/>
            </a:xfrm>
            <a:custGeom>
              <a:rect b="b" l="l" r="r" t="t"/>
              <a:pathLst>
                <a:path extrusionOk="0" fill="none" h="71765" w="158514">
                  <a:moveTo>
                    <a:pt x="0" y="1"/>
                  </a:moveTo>
                  <a:cubicBezTo>
                    <a:pt x="5319" y="2554"/>
                    <a:pt x="11064" y="4226"/>
                    <a:pt x="16627" y="5502"/>
                  </a:cubicBezTo>
                  <a:cubicBezTo>
                    <a:pt x="22523" y="6840"/>
                    <a:pt x="28663" y="9302"/>
                    <a:pt x="32554" y="12919"/>
                  </a:cubicBezTo>
                  <a:cubicBezTo>
                    <a:pt x="36931" y="17022"/>
                    <a:pt x="28906" y="28268"/>
                    <a:pt x="31247" y="33983"/>
                  </a:cubicBezTo>
                  <a:cubicBezTo>
                    <a:pt x="32615" y="37326"/>
                    <a:pt x="40031" y="46658"/>
                    <a:pt x="43679" y="46719"/>
                  </a:cubicBezTo>
                  <a:cubicBezTo>
                    <a:pt x="52433" y="46810"/>
                    <a:pt x="58117" y="33861"/>
                    <a:pt x="66628" y="31430"/>
                  </a:cubicBezTo>
                  <a:cubicBezTo>
                    <a:pt x="75108" y="28998"/>
                    <a:pt x="85078" y="33709"/>
                    <a:pt x="91066" y="38451"/>
                  </a:cubicBezTo>
                  <a:cubicBezTo>
                    <a:pt x="95899" y="42250"/>
                    <a:pt x="98847" y="48482"/>
                    <a:pt x="106446" y="48785"/>
                  </a:cubicBezTo>
                  <a:cubicBezTo>
                    <a:pt x="119030" y="49272"/>
                    <a:pt x="110853" y="62950"/>
                    <a:pt x="121826" y="64743"/>
                  </a:cubicBezTo>
                  <a:cubicBezTo>
                    <a:pt x="128088" y="65746"/>
                    <a:pt x="139121" y="61612"/>
                    <a:pt x="144684" y="64986"/>
                  </a:cubicBezTo>
                  <a:cubicBezTo>
                    <a:pt x="148666" y="67388"/>
                    <a:pt x="153559" y="7176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23"/>
            <p:cNvSpPr/>
            <p:nvPr/>
          </p:nvSpPr>
          <p:spPr>
            <a:xfrm>
              <a:off x="2975000" y="442550"/>
              <a:ext cx="3962850" cy="1791075"/>
            </a:xfrm>
            <a:custGeom>
              <a:rect b="b" l="l" r="r" t="t"/>
              <a:pathLst>
                <a:path extrusionOk="0" fill="none" h="71643" w="158514">
                  <a:moveTo>
                    <a:pt x="0" y="1"/>
                  </a:moveTo>
                  <a:cubicBezTo>
                    <a:pt x="5319" y="2523"/>
                    <a:pt x="11155" y="4134"/>
                    <a:pt x="16779" y="5259"/>
                  </a:cubicBezTo>
                  <a:cubicBezTo>
                    <a:pt x="22736" y="6475"/>
                    <a:pt x="29302" y="9058"/>
                    <a:pt x="33405" y="11672"/>
                  </a:cubicBezTo>
                  <a:cubicBezTo>
                    <a:pt x="37660" y="14378"/>
                    <a:pt x="30821" y="28968"/>
                    <a:pt x="31399" y="33314"/>
                  </a:cubicBezTo>
                  <a:cubicBezTo>
                    <a:pt x="31885" y="36931"/>
                    <a:pt x="40578" y="45624"/>
                    <a:pt x="44651" y="45472"/>
                  </a:cubicBezTo>
                  <a:cubicBezTo>
                    <a:pt x="53101" y="45168"/>
                    <a:pt x="58421" y="32828"/>
                    <a:pt x="67874" y="30852"/>
                  </a:cubicBezTo>
                  <a:cubicBezTo>
                    <a:pt x="76658" y="29028"/>
                    <a:pt x="86233" y="32706"/>
                    <a:pt x="91856" y="37509"/>
                  </a:cubicBezTo>
                  <a:cubicBezTo>
                    <a:pt x="96476" y="41491"/>
                    <a:pt x="98908" y="48542"/>
                    <a:pt x="106780" y="48755"/>
                  </a:cubicBezTo>
                  <a:cubicBezTo>
                    <a:pt x="112647" y="48907"/>
                    <a:pt x="114045" y="50184"/>
                    <a:pt x="115565" y="55503"/>
                  </a:cubicBezTo>
                  <a:cubicBezTo>
                    <a:pt x="116841" y="60062"/>
                    <a:pt x="116628" y="63132"/>
                    <a:pt x="122404" y="64044"/>
                  </a:cubicBezTo>
                  <a:cubicBezTo>
                    <a:pt x="128544" y="65047"/>
                    <a:pt x="139486" y="61278"/>
                    <a:pt x="144957" y="64804"/>
                  </a:cubicBezTo>
                  <a:cubicBezTo>
                    <a:pt x="148818" y="67296"/>
                    <a:pt x="153559" y="71643"/>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23"/>
            <p:cNvSpPr/>
            <p:nvPr/>
          </p:nvSpPr>
          <p:spPr>
            <a:xfrm>
              <a:off x="2975000" y="442550"/>
              <a:ext cx="3962100" cy="1789575"/>
            </a:xfrm>
            <a:custGeom>
              <a:rect b="b" l="l" r="r" t="t"/>
              <a:pathLst>
                <a:path extrusionOk="0" fill="none" h="71583" w="158484">
                  <a:moveTo>
                    <a:pt x="0" y="1"/>
                  </a:moveTo>
                  <a:cubicBezTo>
                    <a:pt x="5380" y="2463"/>
                    <a:pt x="11216" y="4043"/>
                    <a:pt x="16900" y="5016"/>
                  </a:cubicBezTo>
                  <a:cubicBezTo>
                    <a:pt x="22797" y="6049"/>
                    <a:pt x="29058" y="8724"/>
                    <a:pt x="34135" y="10457"/>
                  </a:cubicBezTo>
                  <a:cubicBezTo>
                    <a:pt x="39667" y="12372"/>
                    <a:pt x="32037" y="28846"/>
                    <a:pt x="31855" y="32463"/>
                  </a:cubicBezTo>
                  <a:cubicBezTo>
                    <a:pt x="31672" y="36597"/>
                    <a:pt x="40852" y="44712"/>
                    <a:pt x="45503" y="44074"/>
                  </a:cubicBezTo>
                  <a:cubicBezTo>
                    <a:pt x="54165" y="42889"/>
                    <a:pt x="59606" y="32038"/>
                    <a:pt x="69090" y="30335"/>
                  </a:cubicBezTo>
                  <a:cubicBezTo>
                    <a:pt x="77479" y="28846"/>
                    <a:pt x="87388" y="31703"/>
                    <a:pt x="92646" y="36566"/>
                  </a:cubicBezTo>
                  <a:cubicBezTo>
                    <a:pt x="97084" y="40670"/>
                    <a:pt x="98908" y="48634"/>
                    <a:pt x="107084" y="48725"/>
                  </a:cubicBezTo>
                  <a:cubicBezTo>
                    <a:pt x="112890" y="48816"/>
                    <a:pt x="114501" y="49910"/>
                    <a:pt x="116203" y="55229"/>
                  </a:cubicBezTo>
                  <a:cubicBezTo>
                    <a:pt x="117571" y="59606"/>
                    <a:pt x="117297" y="62555"/>
                    <a:pt x="122951" y="63436"/>
                  </a:cubicBezTo>
                  <a:cubicBezTo>
                    <a:pt x="129030" y="64378"/>
                    <a:pt x="139851" y="60944"/>
                    <a:pt x="145200" y="64622"/>
                  </a:cubicBezTo>
                  <a:cubicBezTo>
                    <a:pt x="148939" y="67205"/>
                    <a:pt x="153590" y="7158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23"/>
            <p:cNvSpPr/>
            <p:nvPr/>
          </p:nvSpPr>
          <p:spPr>
            <a:xfrm>
              <a:off x="2975000" y="442550"/>
              <a:ext cx="3962850" cy="1785000"/>
            </a:xfrm>
            <a:custGeom>
              <a:rect b="b" l="l" r="r" t="t"/>
              <a:pathLst>
                <a:path extrusionOk="0" fill="none" h="71400" w="158514">
                  <a:moveTo>
                    <a:pt x="0" y="1"/>
                  </a:moveTo>
                  <a:cubicBezTo>
                    <a:pt x="5411" y="2432"/>
                    <a:pt x="11307" y="3952"/>
                    <a:pt x="17052" y="4803"/>
                  </a:cubicBezTo>
                  <a:cubicBezTo>
                    <a:pt x="22949" y="5685"/>
                    <a:pt x="29028" y="8967"/>
                    <a:pt x="34682" y="9362"/>
                  </a:cubicBezTo>
                  <a:cubicBezTo>
                    <a:pt x="42007" y="9849"/>
                    <a:pt x="33557" y="28360"/>
                    <a:pt x="32858" y="31065"/>
                  </a:cubicBezTo>
                  <a:cubicBezTo>
                    <a:pt x="31308" y="36931"/>
                    <a:pt x="41095" y="43801"/>
                    <a:pt x="46141" y="42676"/>
                  </a:cubicBezTo>
                  <a:cubicBezTo>
                    <a:pt x="54925" y="40761"/>
                    <a:pt x="60731" y="31703"/>
                    <a:pt x="70245" y="29819"/>
                  </a:cubicBezTo>
                  <a:cubicBezTo>
                    <a:pt x="78451" y="28177"/>
                    <a:pt x="88573" y="30731"/>
                    <a:pt x="93497" y="35563"/>
                  </a:cubicBezTo>
                  <a:cubicBezTo>
                    <a:pt x="97753" y="39728"/>
                    <a:pt x="98969" y="48725"/>
                    <a:pt x="107419" y="48755"/>
                  </a:cubicBezTo>
                  <a:cubicBezTo>
                    <a:pt x="113163" y="48755"/>
                    <a:pt x="115018" y="49667"/>
                    <a:pt x="116872" y="54956"/>
                  </a:cubicBezTo>
                  <a:cubicBezTo>
                    <a:pt x="118331" y="59181"/>
                    <a:pt x="118027" y="61977"/>
                    <a:pt x="123559" y="62798"/>
                  </a:cubicBezTo>
                  <a:cubicBezTo>
                    <a:pt x="129638" y="63710"/>
                    <a:pt x="140459" y="60579"/>
                    <a:pt x="145504" y="64470"/>
                  </a:cubicBezTo>
                  <a:cubicBezTo>
                    <a:pt x="148939" y="67144"/>
                    <a:pt x="153802" y="7140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23"/>
            <p:cNvSpPr/>
            <p:nvPr/>
          </p:nvSpPr>
          <p:spPr>
            <a:xfrm>
              <a:off x="2975000" y="442550"/>
              <a:ext cx="3962100" cy="1781975"/>
            </a:xfrm>
            <a:custGeom>
              <a:rect b="b" l="l" r="r" t="t"/>
              <a:pathLst>
                <a:path extrusionOk="0" fill="none" h="71279" w="158484">
                  <a:moveTo>
                    <a:pt x="0" y="1"/>
                  </a:moveTo>
                  <a:cubicBezTo>
                    <a:pt x="5471" y="2402"/>
                    <a:pt x="11247" y="3922"/>
                    <a:pt x="17174" y="4560"/>
                  </a:cubicBezTo>
                  <a:cubicBezTo>
                    <a:pt x="23253" y="5198"/>
                    <a:pt x="29514" y="8420"/>
                    <a:pt x="35107" y="8177"/>
                  </a:cubicBezTo>
                  <a:cubicBezTo>
                    <a:pt x="44044" y="7782"/>
                    <a:pt x="35290" y="26718"/>
                    <a:pt x="34256" y="29089"/>
                  </a:cubicBezTo>
                  <a:cubicBezTo>
                    <a:pt x="31369" y="35959"/>
                    <a:pt x="40578" y="42980"/>
                    <a:pt x="46658" y="41247"/>
                  </a:cubicBezTo>
                  <a:cubicBezTo>
                    <a:pt x="55533" y="38785"/>
                    <a:pt x="61947" y="31490"/>
                    <a:pt x="71369" y="29180"/>
                  </a:cubicBezTo>
                  <a:cubicBezTo>
                    <a:pt x="79424" y="27174"/>
                    <a:pt x="89819" y="29697"/>
                    <a:pt x="94470" y="34439"/>
                  </a:cubicBezTo>
                  <a:cubicBezTo>
                    <a:pt x="98482" y="38573"/>
                    <a:pt x="99090" y="48785"/>
                    <a:pt x="107753" y="48694"/>
                  </a:cubicBezTo>
                  <a:cubicBezTo>
                    <a:pt x="113407" y="48634"/>
                    <a:pt x="115504" y="49424"/>
                    <a:pt x="117510" y="54652"/>
                  </a:cubicBezTo>
                  <a:cubicBezTo>
                    <a:pt x="119060" y="58694"/>
                    <a:pt x="118665" y="61400"/>
                    <a:pt x="124167" y="62160"/>
                  </a:cubicBezTo>
                  <a:cubicBezTo>
                    <a:pt x="130246" y="62980"/>
                    <a:pt x="140793" y="60245"/>
                    <a:pt x="145717" y="64257"/>
                  </a:cubicBezTo>
                  <a:cubicBezTo>
                    <a:pt x="149061" y="66962"/>
                    <a:pt x="153802" y="71278"/>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23"/>
            <p:cNvSpPr/>
            <p:nvPr/>
          </p:nvSpPr>
          <p:spPr>
            <a:xfrm>
              <a:off x="2975000" y="442550"/>
              <a:ext cx="3962850" cy="1781200"/>
            </a:xfrm>
            <a:custGeom>
              <a:rect b="b" l="l" r="r" t="t"/>
              <a:pathLst>
                <a:path extrusionOk="0" fill="none" h="71248" w="158514">
                  <a:moveTo>
                    <a:pt x="0" y="1"/>
                  </a:moveTo>
                  <a:cubicBezTo>
                    <a:pt x="5502" y="2371"/>
                    <a:pt x="11338" y="3830"/>
                    <a:pt x="17326" y="4347"/>
                  </a:cubicBezTo>
                  <a:cubicBezTo>
                    <a:pt x="23405" y="4833"/>
                    <a:pt x="29484" y="7478"/>
                    <a:pt x="35381" y="7083"/>
                  </a:cubicBezTo>
                  <a:cubicBezTo>
                    <a:pt x="46171" y="6384"/>
                    <a:pt x="37660" y="22007"/>
                    <a:pt x="36080" y="26718"/>
                  </a:cubicBezTo>
                  <a:cubicBezTo>
                    <a:pt x="34560" y="31247"/>
                    <a:pt x="33192" y="34591"/>
                    <a:pt x="37387" y="37934"/>
                  </a:cubicBezTo>
                  <a:cubicBezTo>
                    <a:pt x="40062" y="40032"/>
                    <a:pt x="43983" y="40913"/>
                    <a:pt x="47144" y="39940"/>
                  </a:cubicBezTo>
                  <a:cubicBezTo>
                    <a:pt x="52007" y="38421"/>
                    <a:pt x="55959" y="34864"/>
                    <a:pt x="60548" y="32524"/>
                  </a:cubicBezTo>
                  <a:cubicBezTo>
                    <a:pt x="64409" y="30579"/>
                    <a:pt x="68360" y="29758"/>
                    <a:pt x="72403" y="28512"/>
                  </a:cubicBezTo>
                  <a:cubicBezTo>
                    <a:pt x="80275" y="26080"/>
                    <a:pt x="91187" y="28724"/>
                    <a:pt x="95503" y="33314"/>
                  </a:cubicBezTo>
                  <a:cubicBezTo>
                    <a:pt x="99303" y="37296"/>
                    <a:pt x="99212" y="48877"/>
                    <a:pt x="108118" y="48694"/>
                  </a:cubicBezTo>
                  <a:cubicBezTo>
                    <a:pt x="113589" y="48573"/>
                    <a:pt x="115990" y="49302"/>
                    <a:pt x="118148" y="54409"/>
                  </a:cubicBezTo>
                  <a:cubicBezTo>
                    <a:pt x="119820" y="58299"/>
                    <a:pt x="119364" y="60974"/>
                    <a:pt x="124805" y="61612"/>
                  </a:cubicBezTo>
                  <a:cubicBezTo>
                    <a:pt x="130519" y="62281"/>
                    <a:pt x="141249" y="59819"/>
                    <a:pt x="145991" y="64135"/>
                  </a:cubicBezTo>
                  <a:cubicBezTo>
                    <a:pt x="149213" y="67023"/>
                    <a:pt x="153863" y="71248"/>
                    <a:pt x="158514" y="68695"/>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23"/>
            <p:cNvSpPr/>
            <p:nvPr/>
          </p:nvSpPr>
          <p:spPr>
            <a:xfrm>
              <a:off x="2975000" y="442550"/>
              <a:ext cx="3962100" cy="1777400"/>
            </a:xfrm>
            <a:custGeom>
              <a:rect b="b" l="l" r="r" t="t"/>
              <a:pathLst>
                <a:path extrusionOk="0" fill="none" h="71096" w="158484">
                  <a:moveTo>
                    <a:pt x="0" y="1"/>
                  </a:moveTo>
                  <a:cubicBezTo>
                    <a:pt x="5532" y="2341"/>
                    <a:pt x="11429" y="3739"/>
                    <a:pt x="17447" y="4104"/>
                  </a:cubicBezTo>
                  <a:cubicBezTo>
                    <a:pt x="23496" y="4469"/>
                    <a:pt x="29484" y="6596"/>
                    <a:pt x="35533" y="6049"/>
                  </a:cubicBezTo>
                  <a:cubicBezTo>
                    <a:pt x="47357" y="4955"/>
                    <a:pt x="40822" y="16809"/>
                    <a:pt x="38208" y="23983"/>
                  </a:cubicBezTo>
                  <a:cubicBezTo>
                    <a:pt x="36657" y="28329"/>
                    <a:pt x="33557" y="33253"/>
                    <a:pt x="37691" y="36962"/>
                  </a:cubicBezTo>
                  <a:cubicBezTo>
                    <a:pt x="40244" y="39272"/>
                    <a:pt x="44591" y="39636"/>
                    <a:pt x="47661" y="38603"/>
                  </a:cubicBezTo>
                  <a:cubicBezTo>
                    <a:pt x="52646" y="36931"/>
                    <a:pt x="56901" y="33557"/>
                    <a:pt x="61764" y="31460"/>
                  </a:cubicBezTo>
                  <a:cubicBezTo>
                    <a:pt x="65533" y="29819"/>
                    <a:pt x="69576" y="29150"/>
                    <a:pt x="73375" y="27721"/>
                  </a:cubicBezTo>
                  <a:cubicBezTo>
                    <a:pt x="80974" y="24864"/>
                    <a:pt x="92464" y="27721"/>
                    <a:pt x="96659" y="32068"/>
                  </a:cubicBezTo>
                  <a:cubicBezTo>
                    <a:pt x="100884" y="36445"/>
                    <a:pt x="98634" y="48512"/>
                    <a:pt x="108452" y="48664"/>
                  </a:cubicBezTo>
                  <a:cubicBezTo>
                    <a:pt x="114014" y="48755"/>
                    <a:pt x="116416" y="49150"/>
                    <a:pt x="118756" y="54105"/>
                  </a:cubicBezTo>
                  <a:cubicBezTo>
                    <a:pt x="120550" y="57874"/>
                    <a:pt x="120002" y="60488"/>
                    <a:pt x="125413" y="61035"/>
                  </a:cubicBezTo>
                  <a:cubicBezTo>
                    <a:pt x="131158" y="61643"/>
                    <a:pt x="141553" y="59454"/>
                    <a:pt x="146234" y="63922"/>
                  </a:cubicBezTo>
                  <a:cubicBezTo>
                    <a:pt x="149334" y="66871"/>
                    <a:pt x="153894" y="71096"/>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23"/>
            <p:cNvSpPr/>
            <p:nvPr/>
          </p:nvSpPr>
          <p:spPr>
            <a:xfrm>
              <a:off x="2975000" y="442550"/>
              <a:ext cx="3962850" cy="1775125"/>
            </a:xfrm>
            <a:custGeom>
              <a:rect b="b" l="l" r="r" t="t"/>
              <a:pathLst>
                <a:path extrusionOk="0" fill="none" h="71005" w="158514">
                  <a:moveTo>
                    <a:pt x="0" y="1"/>
                  </a:moveTo>
                  <a:cubicBezTo>
                    <a:pt x="5593" y="2311"/>
                    <a:pt x="11520" y="3648"/>
                    <a:pt x="17569" y="3861"/>
                  </a:cubicBezTo>
                  <a:cubicBezTo>
                    <a:pt x="23587" y="4074"/>
                    <a:pt x="29636" y="5837"/>
                    <a:pt x="35594" y="5046"/>
                  </a:cubicBezTo>
                  <a:cubicBezTo>
                    <a:pt x="47569" y="3466"/>
                    <a:pt x="43800" y="12280"/>
                    <a:pt x="40578" y="20974"/>
                  </a:cubicBezTo>
                  <a:cubicBezTo>
                    <a:pt x="39059" y="25107"/>
                    <a:pt x="34773" y="31916"/>
                    <a:pt x="38268" y="35867"/>
                  </a:cubicBezTo>
                  <a:cubicBezTo>
                    <a:pt x="40548" y="38451"/>
                    <a:pt x="45381" y="38208"/>
                    <a:pt x="48238" y="37296"/>
                  </a:cubicBezTo>
                  <a:cubicBezTo>
                    <a:pt x="53405" y="35624"/>
                    <a:pt x="57965" y="32281"/>
                    <a:pt x="63102" y="30366"/>
                  </a:cubicBezTo>
                  <a:cubicBezTo>
                    <a:pt x="66780" y="28968"/>
                    <a:pt x="70701" y="28420"/>
                    <a:pt x="74257" y="26840"/>
                  </a:cubicBezTo>
                  <a:cubicBezTo>
                    <a:pt x="81552" y="23588"/>
                    <a:pt x="94075" y="26779"/>
                    <a:pt x="97935" y="30791"/>
                  </a:cubicBezTo>
                  <a:cubicBezTo>
                    <a:pt x="101887" y="34895"/>
                    <a:pt x="98938" y="48542"/>
                    <a:pt x="108817" y="48664"/>
                  </a:cubicBezTo>
                  <a:cubicBezTo>
                    <a:pt x="114227" y="48694"/>
                    <a:pt x="116872" y="49029"/>
                    <a:pt x="119364" y="53801"/>
                  </a:cubicBezTo>
                  <a:cubicBezTo>
                    <a:pt x="121249" y="57448"/>
                    <a:pt x="120702" y="60032"/>
                    <a:pt x="126021" y="60518"/>
                  </a:cubicBezTo>
                  <a:cubicBezTo>
                    <a:pt x="131826" y="61035"/>
                    <a:pt x="141857" y="59120"/>
                    <a:pt x="146507" y="63771"/>
                  </a:cubicBezTo>
                  <a:cubicBezTo>
                    <a:pt x="149456" y="66719"/>
                    <a:pt x="153924" y="7100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23"/>
            <p:cNvSpPr/>
            <p:nvPr/>
          </p:nvSpPr>
          <p:spPr>
            <a:xfrm>
              <a:off x="2975000" y="442550"/>
              <a:ext cx="3962850" cy="1772850"/>
            </a:xfrm>
            <a:custGeom>
              <a:rect b="b" l="l" r="r" t="t"/>
              <a:pathLst>
                <a:path extrusionOk="0" fill="none" h="70914" w="158514">
                  <a:moveTo>
                    <a:pt x="0" y="1"/>
                  </a:moveTo>
                  <a:cubicBezTo>
                    <a:pt x="5623" y="2280"/>
                    <a:pt x="11611" y="3526"/>
                    <a:pt x="17690" y="3648"/>
                  </a:cubicBezTo>
                  <a:cubicBezTo>
                    <a:pt x="23648" y="3709"/>
                    <a:pt x="29636" y="5016"/>
                    <a:pt x="35563" y="4104"/>
                  </a:cubicBezTo>
                  <a:cubicBezTo>
                    <a:pt x="47022" y="2371"/>
                    <a:pt x="46627" y="7843"/>
                    <a:pt x="43101" y="17812"/>
                  </a:cubicBezTo>
                  <a:cubicBezTo>
                    <a:pt x="41733" y="21612"/>
                    <a:pt x="36232" y="30670"/>
                    <a:pt x="39028" y="34621"/>
                  </a:cubicBezTo>
                  <a:cubicBezTo>
                    <a:pt x="41004" y="37387"/>
                    <a:pt x="46293" y="36901"/>
                    <a:pt x="48968" y="35989"/>
                  </a:cubicBezTo>
                  <a:cubicBezTo>
                    <a:pt x="57235" y="33071"/>
                    <a:pt x="67235" y="29667"/>
                    <a:pt x="75108" y="25867"/>
                  </a:cubicBezTo>
                  <a:cubicBezTo>
                    <a:pt x="82008" y="22524"/>
                    <a:pt x="95655" y="25746"/>
                    <a:pt x="99303" y="29484"/>
                  </a:cubicBezTo>
                  <a:cubicBezTo>
                    <a:pt x="103042" y="33284"/>
                    <a:pt x="99546" y="48573"/>
                    <a:pt x="109242" y="48573"/>
                  </a:cubicBezTo>
                  <a:cubicBezTo>
                    <a:pt x="114379" y="48573"/>
                    <a:pt x="117328" y="48968"/>
                    <a:pt x="119942" y="53527"/>
                  </a:cubicBezTo>
                  <a:cubicBezTo>
                    <a:pt x="121948" y="57023"/>
                    <a:pt x="121340" y="59606"/>
                    <a:pt x="126629" y="60032"/>
                  </a:cubicBezTo>
                  <a:cubicBezTo>
                    <a:pt x="132495" y="60488"/>
                    <a:pt x="142130" y="58725"/>
                    <a:pt x="146751" y="63558"/>
                  </a:cubicBezTo>
                  <a:cubicBezTo>
                    <a:pt x="149608" y="66567"/>
                    <a:pt x="153985" y="70913"/>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23"/>
            <p:cNvSpPr/>
            <p:nvPr/>
          </p:nvSpPr>
          <p:spPr>
            <a:xfrm>
              <a:off x="2975000" y="442550"/>
              <a:ext cx="3962100" cy="1769800"/>
            </a:xfrm>
            <a:custGeom>
              <a:rect b="b" l="l" r="r" t="t"/>
              <a:pathLst>
                <a:path extrusionOk="0" fill="none" h="70792" w="158484">
                  <a:moveTo>
                    <a:pt x="0" y="1"/>
                  </a:moveTo>
                  <a:cubicBezTo>
                    <a:pt x="5654" y="2280"/>
                    <a:pt x="11703" y="3435"/>
                    <a:pt x="17812" y="3405"/>
                  </a:cubicBezTo>
                  <a:cubicBezTo>
                    <a:pt x="23709" y="3344"/>
                    <a:pt x="29606" y="4165"/>
                    <a:pt x="35502" y="3192"/>
                  </a:cubicBezTo>
                  <a:cubicBezTo>
                    <a:pt x="37660" y="2858"/>
                    <a:pt x="42463" y="1976"/>
                    <a:pt x="44621" y="2949"/>
                  </a:cubicBezTo>
                  <a:cubicBezTo>
                    <a:pt x="49545" y="5168"/>
                    <a:pt x="46840" y="10913"/>
                    <a:pt x="45624" y="14742"/>
                  </a:cubicBezTo>
                  <a:cubicBezTo>
                    <a:pt x="43557" y="21369"/>
                    <a:pt x="34135" y="40001"/>
                    <a:pt x="49819" y="34652"/>
                  </a:cubicBezTo>
                  <a:cubicBezTo>
                    <a:pt x="58299" y="31734"/>
                    <a:pt x="67935" y="28177"/>
                    <a:pt x="76050" y="24864"/>
                  </a:cubicBezTo>
                  <a:cubicBezTo>
                    <a:pt x="83072" y="21977"/>
                    <a:pt x="96051" y="24347"/>
                    <a:pt x="100762" y="28117"/>
                  </a:cubicBezTo>
                  <a:cubicBezTo>
                    <a:pt x="105716" y="32098"/>
                    <a:pt x="98908" y="48299"/>
                    <a:pt x="109698" y="48482"/>
                  </a:cubicBezTo>
                  <a:cubicBezTo>
                    <a:pt x="114653" y="48573"/>
                    <a:pt x="117753" y="48846"/>
                    <a:pt x="120458" y="53254"/>
                  </a:cubicBezTo>
                  <a:cubicBezTo>
                    <a:pt x="122586" y="56628"/>
                    <a:pt x="121948" y="59242"/>
                    <a:pt x="127176" y="59576"/>
                  </a:cubicBezTo>
                  <a:cubicBezTo>
                    <a:pt x="133133" y="60001"/>
                    <a:pt x="142404" y="58360"/>
                    <a:pt x="146963" y="63375"/>
                  </a:cubicBezTo>
                  <a:cubicBezTo>
                    <a:pt x="149699" y="66385"/>
                    <a:pt x="153985" y="70792"/>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23"/>
            <p:cNvSpPr/>
            <p:nvPr/>
          </p:nvSpPr>
          <p:spPr>
            <a:xfrm>
              <a:off x="2975000" y="442550"/>
              <a:ext cx="3963625" cy="1767525"/>
            </a:xfrm>
            <a:custGeom>
              <a:rect b="b" l="l" r="r" t="t"/>
              <a:pathLst>
                <a:path extrusionOk="0" fill="none" h="70701" w="158545">
                  <a:moveTo>
                    <a:pt x="0" y="1"/>
                  </a:moveTo>
                  <a:cubicBezTo>
                    <a:pt x="5715" y="2250"/>
                    <a:pt x="11794" y="3314"/>
                    <a:pt x="17934" y="3192"/>
                  </a:cubicBezTo>
                  <a:cubicBezTo>
                    <a:pt x="23770" y="2979"/>
                    <a:pt x="29575" y="3314"/>
                    <a:pt x="35411" y="2341"/>
                  </a:cubicBezTo>
                  <a:cubicBezTo>
                    <a:pt x="44439" y="791"/>
                    <a:pt x="50518" y="2371"/>
                    <a:pt x="48147" y="11916"/>
                  </a:cubicBezTo>
                  <a:cubicBezTo>
                    <a:pt x="46627" y="18086"/>
                    <a:pt x="34894" y="38725"/>
                    <a:pt x="50883" y="33253"/>
                  </a:cubicBezTo>
                  <a:cubicBezTo>
                    <a:pt x="59697" y="30244"/>
                    <a:pt x="68482" y="26688"/>
                    <a:pt x="77418" y="23922"/>
                  </a:cubicBezTo>
                  <a:cubicBezTo>
                    <a:pt x="84227" y="21794"/>
                    <a:pt x="97601" y="22585"/>
                    <a:pt x="102312" y="26779"/>
                  </a:cubicBezTo>
                  <a:cubicBezTo>
                    <a:pt x="107510" y="31399"/>
                    <a:pt x="99394" y="48056"/>
                    <a:pt x="110276" y="48330"/>
                  </a:cubicBezTo>
                  <a:cubicBezTo>
                    <a:pt x="115200" y="48451"/>
                    <a:pt x="117966" y="49181"/>
                    <a:pt x="120945" y="52889"/>
                  </a:cubicBezTo>
                  <a:cubicBezTo>
                    <a:pt x="123376" y="55928"/>
                    <a:pt x="122464" y="58877"/>
                    <a:pt x="127784" y="59150"/>
                  </a:cubicBezTo>
                  <a:cubicBezTo>
                    <a:pt x="133711" y="59454"/>
                    <a:pt x="142769" y="58026"/>
                    <a:pt x="147267" y="63223"/>
                  </a:cubicBezTo>
                  <a:cubicBezTo>
                    <a:pt x="149881" y="66202"/>
                    <a:pt x="154076" y="70701"/>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23"/>
            <p:cNvSpPr/>
            <p:nvPr/>
          </p:nvSpPr>
          <p:spPr>
            <a:xfrm>
              <a:off x="2975000" y="442550"/>
              <a:ext cx="3962850" cy="1765250"/>
            </a:xfrm>
            <a:custGeom>
              <a:rect b="b" l="l" r="r" t="t"/>
              <a:pathLst>
                <a:path extrusionOk="0" fill="none" h="70610" w="158514">
                  <a:moveTo>
                    <a:pt x="0" y="1"/>
                  </a:moveTo>
                  <a:cubicBezTo>
                    <a:pt x="5745" y="2219"/>
                    <a:pt x="11885" y="3223"/>
                    <a:pt x="18025" y="2949"/>
                  </a:cubicBezTo>
                  <a:cubicBezTo>
                    <a:pt x="23800" y="2645"/>
                    <a:pt x="29514" y="2493"/>
                    <a:pt x="35259" y="1490"/>
                  </a:cubicBezTo>
                  <a:cubicBezTo>
                    <a:pt x="38056" y="1004"/>
                    <a:pt x="42189" y="396"/>
                    <a:pt x="44986" y="1064"/>
                  </a:cubicBezTo>
                  <a:cubicBezTo>
                    <a:pt x="50183" y="2280"/>
                    <a:pt x="51065" y="4803"/>
                    <a:pt x="50487" y="9454"/>
                  </a:cubicBezTo>
                  <a:cubicBezTo>
                    <a:pt x="49728" y="14986"/>
                    <a:pt x="36627" y="36870"/>
                    <a:pt x="52068" y="31825"/>
                  </a:cubicBezTo>
                  <a:cubicBezTo>
                    <a:pt x="60944" y="28937"/>
                    <a:pt x="69910" y="25533"/>
                    <a:pt x="79029" y="23010"/>
                  </a:cubicBezTo>
                  <a:cubicBezTo>
                    <a:pt x="86111" y="21095"/>
                    <a:pt x="98969" y="21551"/>
                    <a:pt x="103893" y="25472"/>
                  </a:cubicBezTo>
                  <a:cubicBezTo>
                    <a:pt x="109212" y="29697"/>
                    <a:pt x="100093" y="47661"/>
                    <a:pt x="110823" y="48147"/>
                  </a:cubicBezTo>
                  <a:cubicBezTo>
                    <a:pt x="115595" y="48360"/>
                    <a:pt x="118422" y="49120"/>
                    <a:pt x="121431" y="52646"/>
                  </a:cubicBezTo>
                  <a:cubicBezTo>
                    <a:pt x="123923" y="55594"/>
                    <a:pt x="123103" y="58542"/>
                    <a:pt x="128300" y="58786"/>
                  </a:cubicBezTo>
                  <a:cubicBezTo>
                    <a:pt x="134288" y="59059"/>
                    <a:pt x="143042" y="57783"/>
                    <a:pt x="147480" y="63041"/>
                  </a:cubicBezTo>
                  <a:cubicBezTo>
                    <a:pt x="150003" y="65989"/>
                    <a:pt x="154076" y="7061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23"/>
            <p:cNvSpPr/>
            <p:nvPr/>
          </p:nvSpPr>
          <p:spPr>
            <a:xfrm>
              <a:off x="2975000" y="428125"/>
              <a:ext cx="3962850" cy="1777400"/>
            </a:xfrm>
            <a:custGeom>
              <a:rect b="b" l="l" r="r" t="t"/>
              <a:pathLst>
                <a:path extrusionOk="0" fill="none" h="71096" w="158514">
                  <a:moveTo>
                    <a:pt x="0" y="578"/>
                  </a:moveTo>
                  <a:cubicBezTo>
                    <a:pt x="5715" y="2705"/>
                    <a:pt x="12128" y="3769"/>
                    <a:pt x="18146" y="3313"/>
                  </a:cubicBezTo>
                  <a:cubicBezTo>
                    <a:pt x="23861" y="2888"/>
                    <a:pt x="29484" y="2219"/>
                    <a:pt x="35138" y="1246"/>
                  </a:cubicBezTo>
                  <a:cubicBezTo>
                    <a:pt x="42554" y="0"/>
                    <a:pt x="52281" y="1489"/>
                    <a:pt x="52585" y="7994"/>
                  </a:cubicBezTo>
                  <a:cubicBezTo>
                    <a:pt x="52767" y="12523"/>
                    <a:pt x="39211" y="35350"/>
                    <a:pt x="53436" y="30882"/>
                  </a:cubicBezTo>
                  <a:cubicBezTo>
                    <a:pt x="62372" y="28086"/>
                    <a:pt x="71673" y="25137"/>
                    <a:pt x="80914" y="22736"/>
                  </a:cubicBezTo>
                  <a:cubicBezTo>
                    <a:pt x="88604" y="20760"/>
                    <a:pt x="100032" y="21551"/>
                    <a:pt x="105443" y="24803"/>
                  </a:cubicBezTo>
                  <a:cubicBezTo>
                    <a:pt x="111674" y="28511"/>
                    <a:pt x="99941" y="47508"/>
                    <a:pt x="111431" y="48511"/>
                  </a:cubicBezTo>
                  <a:cubicBezTo>
                    <a:pt x="116081" y="48937"/>
                    <a:pt x="118847" y="49606"/>
                    <a:pt x="121887" y="52980"/>
                  </a:cubicBezTo>
                  <a:cubicBezTo>
                    <a:pt x="124440" y="55837"/>
                    <a:pt x="123741" y="58785"/>
                    <a:pt x="128787" y="58998"/>
                  </a:cubicBezTo>
                  <a:cubicBezTo>
                    <a:pt x="134836" y="59271"/>
                    <a:pt x="143316" y="58147"/>
                    <a:pt x="147723" y="63436"/>
                  </a:cubicBezTo>
                  <a:cubicBezTo>
                    <a:pt x="150125" y="66323"/>
                    <a:pt x="154106" y="71095"/>
                    <a:pt x="158514" y="6924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23"/>
            <p:cNvSpPr/>
            <p:nvPr/>
          </p:nvSpPr>
          <p:spPr>
            <a:xfrm>
              <a:off x="2975000" y="412925"/>
              <a:ext cx="3962850" cy="1789550"/>
            </a:xfrm>
            <a:custGeom>
              <a:rect b="b" l="l" r="r" t="t"/>
              <a:pathLst>
                <a:path extrusionOk="0" fill="none" h="71582" w="158514">
                  <a:moveTo>
                    <a:pt x="0" y="1186"/>
                  </a:moveTo>
                  <a:cubicBezTo>
                    <a:pt x="5745" y="3283"/>
                    <a:pt x="12219" y="4286"/>
                    <a:pt x="18238" y="3678"/>
                  </a:cubicBezTo>
                  <a:cubicBezTo>
                    <a:pt x="23891" y="3131"/>
                    <a:pt x="29454" y="1976"/>
                    <a:pt x="35046" y="1034"/>
                  </a:cubicBezTo>
                  <a:cubicBezTo>
                    <a:pt x="41308" y="0"/>
                    <a:pt x="52980" y="638"/>
                    <a:pt x="54317" y="7082"/>
                  </a:cubicBezTo>
                  <a:cubicBezTo>
                    <a:pt x="55260" y="11672"/>
                    <a:pt x="42159" y="33557"/>
                    <a:pt x="54895" y="29879"/>
                  </a:cubicBezTo>
                  <a:cubicBezTo>
                    <a:pt x="64044" y="27204"/>
                    <a:pt x="73588" y="24864"/>
                    <a:pt x="82950" y="22523"/>
                  </a:cubicBezTo>
                  <a:cubicBezTo>
                    <a:pt x="90488" y="20608"/>
                    <a:pt x="101248" y="21186"/>
                    <a:pt x="106932" y="24256"/>
                  </a:cubicBezTo>
                  <a:cubicBezTo>
                    <a:pt x="113862" y="27964"/>
                    <a:pt x="100762" y="47478"/>
                    <a:pt x="112069" y="48876"/>
                  </a:cubicBezTo>
                  <a:cubicBezTo>
                    <a:pt x="116264" y="49363"/>
                    <a:pt x="119729" y="49879"/>
                    <a:pt x="122343" y="53344"/>
                  </a:cubicBezTo>
                  <a:cubicBezTo>
                    <a:pt x="124562" y="56354"/>
                    <a:pt x="124653" y="59089"/>
                    <a:pt x="129273" y="59272"/>
                  </a:cubicBezTo>
                  <a:cubicBezTo>
                    <a:pt x="135352" y="59545"/>
                    <a:pt x="143620" y="58603"/>
                    <a:pt x="147936" y="63861"/>
                  </a:cubicBezTo>
                  <a:cubicBezTo>
                    <a:pt x="150277" y="66688"/>
                    <a:pt x="154137" y="71582"/>
                    <a:pt x="158514" y="6984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23"/>
            <p:cNvSpPr/>
            <p:nvPr/>
          </p:nvSpPr>
          <p:spPr>
            <a:xfrm>
              <a:off x="2975000" y="386325"/>
              <a:ext cx="3962850" cy="1813875"/>
            </a:xfrm>
            <a:custGeom>
              <a:rect b="b" l="l" r="r" t="t"/>
              <a:pathLst>
                <a:path extrusionOk="0" fill="none" h="72555" w="158514">
                  <a:moveTo>
                    <a:pt x="0" y="2250"/>
                  </a:moveTo>
                  <a:cubicBezTo>
                    <a:pt x="5806" y="4286"/>
                    <a:pt x="12371" y="5259"/>
                    <a:pt x="18390" y="4529"/>
                  </a:cubicBezTo>
                  <a:cubicBezTo>
                    <a:pt x="23982" y="3830"/>
                    <a:pt x="29423" y="2250"/>
                    <a:pt x="35046" y="1307"/>
                  </a:cubicBezTo>
                  <a:cubicBezTo>
                    <a:pt x="42767" y="0"/>
                    <a:pt x="52402" y="2067"/>
                    <a:pt x="55685" y="7174"/>
                  </a:cubicBezTo>
                  <a:cubicBezTo>
                    <a:pt x="57570" y="10183"/>
                    <a:pt x="46658" y="32159"/>
                    <a:pt x="56719" y="29271"/>
                  </a:cubicBezTo>
                  <a:cubicBezTo>
                    <a:pt x="65442" y="26748"/>
                    <a:pt x="75746" y="25077"/>
                    <a:pt x="85139" y="22736"/>
                  </a:cubicBezTo>
                  <a:cubicBezTo>
                    <a:pt x="92494" y="20882"/>
                    <a:pt x="102099" y="21338"/>
                    <a:pt x="108300" y="24317"/>
                  </a:cubicBezTo>
                  <a:cubicBezTo>
                    <a:pt x="116477" y="28207"/>
                    <a:pt x="101765" y="47873"/>
                    <a:pt x="112799" y="49636"/>
                  </a:cubicBezTo>
                  <a:cubicBezTo>
                    <a:pt x="116780" y="50275"/>
                    <a:pt x="120215" y="50852"/>
                    <a:pt x="122768" y="54165"/>
                  </a:cubicBezTo>
                  <a:cubicBezTo>
                    <a:pt x="125048" y="57083"/>
                    <a:pt x="125200" y="59849"/>
                    <a:pt x="129729" y="60032"/>
                  </a:cubicBezTo>
                  <a:cubicBezTo>
                    <a:pt x="135839" y="60336"/>
                    <a:pt x="143893" y="59545"/>
                    <a:pt x="148179" y="64773"/>
                  </a:cubicBezTo>
                  <a:cubicBezTo>
                    <a:pt x="150459" y="67539"/>
                    <a:pt x="154167" y="72555"/>
                    <a:pt x="158514" y="7091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23"/>
            <p:cNvSpPr/>
            <p:nvPr/>
          </p:nvSpPr>
          <p:spPr>
            <a:xfrm>
              <a:off x="2975000" y="367325"/>
              <a:ext cx="3962850" cy="1829825"/>
            </a:xfrm>
            <a:custGeom>
              <a:rect b="b" l="l" r="r" t="t"/>
              <a:pathLst>
                <a:path extrusionOk="0" fill="none" h="73193" w="158514">
                  <a:moveTo>
                    <a:pt x="0" y="3010"/>
                  </a:moveTo>
                  <a:cubicBezTo>
                    <a:pt x="5836" y="5016"/>
                    <a:pt x="12432" y="5897"/>
                    <a:pt x="18481" y="5046"/>
                  </a:cubicBezTo>
                  <a:cubicBezTo>
                    <a:pt x="24104" y="4286"/>
                    <a:pt x="29514" y="2067"/>
                    <a:pt x="35077" y="1216"/>
                  </a:cubicBezTo>
                  <a:cubicBezTo>
                    <a:pt x="43010" y="0"/>
                    <a:pt x="51703" y="2584"/>
                    <a:pt x="56719" y="7447"/>
                  </a:cubicBezTo>
                  <a:cubicBezTo>
                    <a:pt x="60123" y="10791"/>
                    <a:pt x="50335" y="30396"/>
                    <a:pt x="58998" y="28360"/>
                  </a:cubicBezTo>
                  <a:cubicBezTo>
                    <a:pt x="67722" y="26293"/>
                    <a:pt x="78056" y="25016"/>
                    <a:pt x="87357" y="22615"/>
                  </a:cubicBezTo>
                  <a:cubicBezTo>
                    <a:pt x="94531" y="20761"/>
                    <a:pt x="103224" y="21065"/>
                    <a:pt x="109546" y="24104"/>
                  </a:cubicBezTo>
                  <a:cubicBezTo>
                    <a:pt x="118209" y="28268"/>
                    <a:pt x="103376" y="47965"/>
                    <a:pt x="113559" y="50062"/>
                  </a:cubicBezTo>
                  <a:cubicBezTo>
                    <a:pt x="117328" y="50822"/>
                    <a:pt x="120671" y="51551"/>
                    <a:pt x="123194" y="54682"/>
                  </a:cubicBezTo>
                  <a:cubicBezTo>
                    <a:pt x="125474" y="57539"/>
                    <a:pt x="125717" y="60305"/>
                    <a:pt x="130155" y="60518"/>
                  </a:cubicBezTo>
                  <a:cubicBezTo>
                    <a:pt x="136295" y="60852"/>
                    <a:pt x="144137" y="60214"/>
                    <a:pt x="148392" y="65381"/>
                  </a:cubicBezTo>
                  <a:cubicBezTo>
                    <a:pt x="150611" y="68056"/>
                    <a:pt x="154228" y="73193"/>
                    <a:pt x="158514" y="7167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23"/>
            <p:cNvSpPr/>
            <p:nvPr/>
          </p:nvSpPr>
          <p:spPr>
            <a:xfrm>
              <a:off x="2975000" y="347575"/>
              <a:ext cx="3962850" cy="1845775"/>
            </a:xfrm>
            <a:custGeom>
              <a:rect b="b" l="l" r="r" t="t"/>
              <a:pathLst>
                <a:path extrusionOk="0" fill="none" h="73831" w="158514">
                  <a:moveTo>
                    <a:pt x="0" y="3800"/>
                  </a:moveTo>
                  <a:cubicBezTo>
                    <a:pt x="5867" y="5775"/>
                    <a:pt x="12554" y="6566"/>
                    <a:pt x="18602" y="5623"/>
                  </a:cubicBezTo>
                  <a:cubicBezTo>
                    <a:pt x="24256" y="4711"/>
                    <a:pt x="29575" y="1915"/>
                    <a:pt x="35229" y="1125"/>
                  </a:cubicBezTo>
                  <a:cubicBezTo>
                    <a:pt x="43284" y="0"/>
                    <a:pt x="51217" y="3404"/>
                    <a:pt x="57448" y="7903"/>
                  </a:cubicBezTo>
                  <a:cubicBezTo>
                    <a:pt x="62129" y="11247"/>
                    <a:pt x="59454" y="16353"/>
                    <a:pt x="58421" y="20852"/>
                  </a:cubicBezTo>
                  <a:cubicBezTo>
                    <a:pt x="57782" y="23587"/>
                    <a:pt x="56506" y="28420"/>
                    <a:pt x="61582" y="27599"/>
                  </a:cubicBezTo>
                  <a:cubicBezTo>
                    <a:pt x="70305" y="26171"/>
                    <a:pt x="80366" y="24925"/>
                    <a:pt x="89516" y="22493"/>
                  </a:cubicBezTo>
                  <a:cubicBezTo>
                    <a:pt x="96628" y="20639"/>
                    <a:pt x="104501" y="20700"/>
                    <a:pt x="110732" y="23952"/>
                  </a:cubicBezTo>
                  <a:cubicBezTo>
                    <a:pt x="119698" y="28663"/>
                    <a:pt x="104501" y="47600"/>
                    <a:pt x="114379" y="50487"/>
                  </a:cubicBezTo>
                  <a:cubicBezTo>
                    <a:pt x="117996" y="51551"/>
                    <a:pt x="121157" y="52250"/>
                    <a:pt x="123619" y="55229"/>
                  </a:cubicBezTo>
                  <a:cubicBezTo>
                    <a:pt x="125899" y="57995"/>
                    <a:pt x="126203" y="60791"/>
                    <a:pt x="130550" y="61065"/>
                  </a:cubicBezTo>
                  <a:cubicBezTo>
                    <a:pt x="136659" y="61399"/>
                    <a:pt x="144380" y="60913"/>
                    <a:pt x="148605" y="65989"/>
                  </a:cubicBezTo>
                  <a:cubicBezTo>
                    <a:pt x="150793" y="68603"/>
                    <a:pt x="154258" y="73831"/>
                    <a:pt x="158514" y="7246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23"/>
            <p:cNvSpPr/>
            <p:nvPr/>
          </p:nvSpPr>
          <p:spPr>
            <a:xfrm>
              <a:off x="2975000" y="324000"/>
              <a:ext cx="3962850" cy="1867075"/>
            </a:xfrm>
            <a:custGeom>
              <a:rect b="b" l="l" r="r" t="t"/>
              <a:pathLst>
                <a:path extrusionOk="0" fill="none" h="74683" w="158514">
                  <a:moveTo>
                    <a:pt x="0" y="4743"/>
                  </a:moveTo>
                  <a:cubicBezTo>
                    <a:pt x="5897" y="6688"/>
                    <a:pt x="12645" y="7387"/>
                    <a:pt x="18724" y="6323"/>
                  </a:cubicBezTo>
                  <a:cubicBezTo>
                    <a:pt x="24469" y="5290"/>
                    <a:pt x="29758" y="1977"/>
                    <a:pt x="35502" y="1156"/>
                  </a:cubicBezTo>
                  <a:cubicBezTo>
                    <a:pt x="43466" y="1"/>
                    <a:pt x="51460" y="4682"/>
                    <a:pt x="57934" y="8572"/>
                  </a:cubicBezTo>
                  <a:cubicBezTo>
                    <a:pt x="62858" y="11521"/>
                    <a:pt x="62099" y="15411"/>
                    <a:pt x="61339" y="20153"/>
                  </a:cubicBezTo>
                  <a:cubicBezTo>
                    <a:pt x="60883" y="22919"/>
                    <a:pt x="59576" y="27448"/>
                    <a:pt x="64378" y="27144"/>
                  </a:cubicBezTo>
                  <a:cubicBezTo>
                    <a:pt x="73223" y="26597"/>
                    <a:pt x="82737" y="24834"/>
                    <a:pt x="91643" y="22494"/>
                  </a:cubicBezTo>
                  <a:cubicBezTo>
                    <a:pt x="98817" y="20609"/>
                    <a:pt x="105747" y="20366"/>
                    <a:pt x="111856" y="23983"/>
                  </a:cubicBezTo>
                  <a:cubicBezTo>
                    <a:pt x="120519" y="29120"/>
                    <a:pt x="105990" y="47296"/>
                    <a:pt x="115230" y="51035"/>
                  </a:cubicBezTo>
                  <a:cubicBezTo>
                    <a:pt x="118543" y="52372"/>
                    <a:pt x="121705" y="53072"/>
                    <a:pt x="124045" y="55898"/>
                  </a:cubicBezTo>
                  <a:cubicBezTo>
                    <a:pt x="126325" y="58634"/>
                    <a:pt x="126659" y="61461"/>
                    <a:pt x="130914" y="61765"/>
                  </a:cubicBezTo>
                  <a:cubicBezTo>
                    <a:pt x="136994" y="62160"/>
                    <a:pt x="144593" y="61825"/>
                    <a:pt x="148818" y="66810"/>
                  </a:cubicBezTo>
                  <a:cubicBezTo>
                    <a:pt x="150945" y="69364"/>
                    <a:pt x="154289" y="74683"/>
                    <a:pt x="158514" y="73406"/>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23"/>
            <p:cNvSpPr/>
            <p:nvPr/>
          </p:nvSpPr>
          <p:spPr>
            <a:xfrm>
              <a:off x="2975000" y="297425"/>
              <a:ext cx="3962850" cy="1890625"/>
            </a:xfrm>
            <a:custGeom>
              <a:rect b="b" l="l" r="r" t="t"/>
              <a:pathLst>
                <a:path extrusionOk="0" fill="none" h="75625" w="158514">
                  <a:moveTo>
                    <a:pt x="0" y="5806"/>
                  </a:moveTo>
                  <a:cubicBezTo>
                    <a:pt x="5927" y="7690"/>
                    <a:pt x="12918" y="8450"/>
                    <a:pt x="18815" y="7173"/>
                  </a:cubicBezTo>
                  <a:cubicBezTo>
                    <a:pt x="24530" y="5927"/>
                    <a:pt x="30122" y="2128"/>
                    <a:pt x="35928" y="1216"/>
                  </a:cubicBezTo>
                  <a:cubicBezTo>
                    <a:pt x="43648" y="0"/>
                    <a:pt x="52494" y="5593"/>
                    <a:pt x="58178" y="9392"/>
                  </a:cubicBezTo>
                  <a:cubicBezTo>
                    <a:pt x="62585" y="12310"/>
                    <a:pt x="64226" y="14347"/>
                    <a:pt x="64074" y="19940"/>
                  </a:cubicBezTo>
                  <a:cubicBezTo>
                    <a:pt x="64014" y="22797"/>
                    <a:pt x="62828" y="26839"/>
                    <a:pt x="67296" y="27022"/>
                  </a:cubicBezTo>
                  <a:cubicBezTo>
                    <a:pt x="76081" y="27417"/>
                    <a:pt x="85199" y="24560"/>
                    <a:pt x="93589" y="22584"/>
                  </a:cubicBezTo>
                  <a:cubicBezTo>
                    <a:pt x="100975" y="20851"/>
                    <a:pt x="106598" y="19879"/>
                    <a:pt x="112920" y="24165"/>
                  </a:cubicBezTo>
                  <a:cubicBezTo>
                    <a:pt x="121188" y="29788"/>
                    <a:pt x="107753" y="47113"/>
                    <a:pt x="116142" y="51673"/>
                  </a:cubicBezTo>
                  <a:cubicBezTo>
                    <a:pt x="119030" y="53223"/>
                    <a:pt x="122221" y="54013"/>
                    <a:pt x="124501" y="56718"/>
                  </a:cubicBezTo>
                  <a:cubicBezTo>
                    <a:pt x="126781" y="59423"/>
                    <a:pt x="127115" y="62281"/>
                    <a:pt x="131279" y="62615"/>
                  </a:cubicBezTo>
                  <a:cubicBezTo>
                    <a:pt x="137358" y="63101"/>
                    <a:pt x="144836" y="62828"/>
                    <a:pt x="149030" y="67752"/>
                  </a:cubicBezTo>
                  <a:cubicBezTo>
                    <a:pt x="151158" y="70244"/>
                    <a:pt x="154350" y="75624"/>
                    <a:pt x="158514" y="7446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23"/>
            <p:cNvSpPr/>
            <p:nvPr/>
          </p:nvSpPr>
          <p:spPr>
            <a:xfrm>
              <a:off x="2975000" y="270050"/>
              <a:ext cx="3962100" cy="1914200"/>
            </a:xfrm>
            <a:custGeom>
              <a:rect b="b" l="l" r="r" t="t"/>
              <a:pathLst>
                <a:path extrusionOk="0" fill="none" h="76568" w="158484">
                  <a:moveTo>
                    <a:pt x="0" y="6901"/>
                  </a:moveTo>
                  <a:cubicBezTo>
                    <a:pt x="5988" y="8785"/>
                    <a:pt x="13040" y="9484"/>
                    <a:pt x="18937" y="8025"/>
                  </a:cubicBezTo>
                  <a:cubicBezTo>
                    <a:pt x="24803" y="6627"/>
                    <a:pt x="30396" y="2402"/>
                    <a:pt x="36414" y="1338"/>
                  </a:cubicBezTo>
                  <a:cubicBezTo>
                    <a:pt x="44013" y="1"/>
                    <a:pt x="52463" y="6688"/>
                    <a:pt x="58208" y="10244"/>
                  </a:cubicBezTo>
                  <a:cubicBezTo>
                    <a:pt x="62676" y="13010"/>
                    <a:pt x="65138" y="14925"/>
                    <a:pt x="66476" y="20092"/>
                  </a:cubicBezTo>
                  <a:cubicBezTo>
                    <a:pt x="67235" y="22980"/>
                    <a:pt x="65868" y="26536"/>
                    <a:pt x="70214" y="27144"/>
                  </a:cubicBezTo>
                  <a:cubicBezTo>
                    <a:pt x="78695" y="28329"/>
                    <a:pt x="87753" y="24104"/>
                    <a:pt x="95351" y="22646"/>
                  </a:cubicBezTo>
                  <a:cubicBezTo>
                    <a:pt x="102950" y="21187"/>
                    <a:pt x="107327" y="19150"/>
                    <a:pt x="113893" y="24408"/>
                  </a:cubicBezTo>
                  <a:cubicBezTo>
                    <a:pt x="121309" y="30366"/>
                    <a:pt x="109668" y="47023"/>
                    <a:pt x="117084" y="52251"/>
                  </a:cubicBezTo>
                  <a:cubicBezTo>
                    <a:pt x="119577" y="54014"/>
                    <a:pt x="122586" y="54956"/>
                    <a:pt x="125018" y="57418"/>
                  </a:cubicBezTo>
                  <a:cubicBezTo>
                    <a:pt x="127419" y="59880"/>
                    <a:pt x="127145" y="63011"/>
                    <a:pt x="131614" y="63436"/>
                  </a:cubicBezTo>
                  <a:cubicBezTo>
                    <a:pt x="137602" y="64014"/>
                    <a:pt x="144988" y="63832"/>
                    <a:pt x="149213" y="68695"/>
                  </a:cubicBezTo>
                  <a:cubicBezTo>
                    <a:pt x="151310" y="71126"/>
                    <a:pt x="154410" y="76567"/>
                    <a:pt x="158483" y="755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23"/>
            <p:cNvSpPr/>
            <p:nvPr/>
          </p:nvSpPr>
          <p:spPr>
            <a:xfrm>
              <a:off x="2975000" y="244975"/>
              <a:ext cx="3962100" cy="1937000"/>
            </a:xfrm>
            <a:custGeom>
              <a:rect b="b" l="l" r="r" t="t"/>
              <a:pathLst>
                <a:path extrusionOk="0" fill="none" h="77480" w="158484">
                  <a:moveTo>
                    <a:pt x="0" y="7904"/>
                  </a:moveTo>
                  <a:cubicBezTo>
                    <a:pt x="6019" y="9758"/>
                    <a:pt x="13162" y="10366"/>
                    <a:pt x="19058" y="8815"/>
                  </a:cubicBezTo>
                  <a:cubicBezTo>
                    <a:pt x="25077" y="7204"/>
                    <a:pt x="30730" y="2554"/>
                    <a:pt x="36992" y="1429"/>
                  </a:cubicBezTo>
                  <a:cubicBezTo>
                    <a:pt x="44773" y="1"/>
                    <a:pt x="52038" y="7296"/>
                    <a:pt x="58086" y="10974"/>
                  </a:cubicBezTo>
                  <a:cubicBezTo>
                    <a:pt x="62463" y="13618"/>
                    <a:pt x="66111" y="15806"/>
                    <a:pt x="68482" y="20457"/>
                  </a:cubicBezTo>
                  <a:cubicBezTo>
                    <a:pt x="69910" y="23253"/>
                    <a:pt x="69090" y="26475"/>
                    <a:pt x="73041" y="27387"/>
                  </a:cubicBezTo>
                  <a:cubicBezTo>
                    <a:pt x="81005" y="29180"/>
                    <a:pt x="90002" y="23679"/>
                    <a:pt x="96841" y="22615"/>
                  </a:cubicBezTo>
                  <a:cubicBezTo>
                    <a:pt x="104622" y="21399"/>
                    <a:pt x="107692" y="18360"/>
                    <a:pt x="114714" y="24621"/>
                  </a:cubicBezTo>
                  <a:cubicBezTo>
                    <a:pt x="121917" y="31065"/>
                    <a:pt x="111552" y="46780"/>
                    <a:pt x="118087" y="52767"/>
                  </a:cubicBezTo>
                  <a:cubicBezTo>
                    <a:pt x="120124" y="54682"/>
                    <a:pt x="123224" y="55807"/>
                    <a:pt x="125443" y="58178"/>
                  </a:cubicBezTo>
                  <a:cubicBezTo>
                    <a:pt x="127784" y="60640"/>
                    <a:pt x="127632" y="63771"/>
                    <a:pt x="131918" y="64257"/>
                  </a:cubicBezTo>
                  <a:cubicBezTo>
                    <a:pt x="137905" y="64956"/>
                    <a:pt x="145170" y="64804"/>
                    <a:pt x="149425" y="69576"/>
                  </a:cubicBezTo>
                  <a:cubicBezTo>
                    <a:pt x="151523" y="71947"/>
                    <a:pt x="154471" y="77479"/>
                    <a:pt x="158483" y="765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23"/>
            <p:cNvSpPr/>
            <p:nvPr/>
          </p:nvSpPr>
          <p:spPr>
            <a:xfrm>
              <a:off x="2975000" y="222950"/>
              <a:ext cx="3962100" cy="1955225"/>
            </a:xfrm>
            <a:custGeom>
              <a:rect b="b" l="l" r="r" t="t"/>
              <a:pathLst>
                <a:path extrusionOk="0" fill="none" h="78209" w="158484">
                  <a:moveTo>
                    <a:pt x="0" y="8785"/>
                  </a:moveTo>
                  <a:cubicBezTo>
                    <a:pt x="6079" y="10608"/>
                    <a:pt x="13313" y="11155"/>
                    <a:pt x="19180" y="9453"/>
                  </a:cubicBezTo>
                  <a:cubicBezTo>
                    <a:pt x="25289" y="7690"/>
                    <a:pt x="31125" y="2584"/>
                    <a:pt x="37569" y="1459"/>
                  </a:cubicBezTo>
                  <a:cubicBezTo>
                    <a:pt x="45776" y="0"/>
                    <a:pt x="51642" y="7630"/>
                    <a:pt x="57874" y="11520"/>
                  </a:cubicBezTo>
                  <a:cubicBezTo>
                    <a:pt x="62099" y="14134"/>
                    <a:pt x="67175" y="16596"/>
                    <a:pt x="70123" y="20882"/>
                  </a:cubicBezTo>
                  <a:cubicBezTo>
                    <a:pt x="71886" y="23466"/>
                    <a:pt x="72190" y="26688"/>
                    <a:pt x="75625" y="27569"/>
                  </a:cubicBezTo>
                  <a:cubicBezTo>
                    <a:pt x="83193" y="29484"/>
                    <a:pt x="91339" y="23374"/>
                    <a:pt x="97996" y="22371"/>
                  </a:cubicBezTo>
                  <a:cubicBezTo>
                    <a:pt x="106051" y="21186"/>
                    <a:pt x="108391" y="17630"/>
                    <a:pt x="115473" y="24773"/>
                  </a:cubicBezTo>
                  <a:cubicBezTo>
                    <a:pt x="122039" y="31369"/>
                    <a:pt x="113528" y="46475"/>
                    <a:pt x="119060" y="53101"/>
                  </a:cubicBezTo>
                  <a:cubicBezTo>
                    <a:pt x="120732" y="55107"/>
                    <a:pt x="123802" y="56475"/>
                    <a:pt x="125869" y="58785"/>
                  </a:cubicBezTo>
                  <a:cubicBezTo>
                    <a:pt x="128088" y="61247"/>
                    <a:pt x="128057" y="64348"/>
                    <a:pt x="132191" y="64925"/>
                  </a:cubicBezTo>
                  <a:cubicBezTo>
                    <a:pt x="138179" y="65746"/>
                    <a:pt x="145352" y="65594"/>
                    <a:pt x="149608" y="70305"/>
                  </a:cubicBezTo>
                  <a:cubicBezTo>
                    <a:pt x="151705" y="72615"/>
                    <a:pt x="154502" y="78208"/>
                    <a:pt x="158483" y="7744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23"/>
            <p:cNvSpPr/>
            <p:nvPr/>
          </p:nvSpPr>
          <p:spPr>
            <a:xfrm>
              <a:off x="2975000" y="197875"/>
              <a:ext cx="3962850" cy="1976500"/>
            </a:xfrm>
            <a:custGeom>
              <a:rect b="b" l="l" r="r" t="t"/>
              <a:pathLst>
                <a:path extrusionOk="0" fill="none" h="79060" w="158514">
                  <a:moveTo>
                    <a:pt x="0" y="9788"/>
                  </a:moveTo>
                  <a:cubicBezTo>
                    <a:pt x="6110" y="11551"/>
                    <a:pt x="13222" y="11824"/>
                    <a:pt x="19301" y="10244"/>
                  </a:cubicBezTo>
                  <a:cubicBezTo>
                    <a:pt x="26080" y="8450"/>
                    <a:pt x="31369" y="3040"/>
                    <a:pt x="38208" y="1642"/>
                  </a:cubicBezTo>
                  <a:cubicBezTo>
                    <a:pt x="46384" y="0"/>
                    <a:pt x="51855" y="8207"/>
                    <a:pt x="57600" y="12098"/>
                  </a:cubicBezTo>
                  <a:cubicBezTo>
                    <a:pt x="61886" y="14985"/>
                    <a:pt x="67296" y="17478"/>
                    <a:pt x="71065" y="21368"/>
                  </a:cubicBezTo>
                  <a:cubicBezTo>
                    <a:pt x="73315" y="23678"/>
                    <a:pt x="74743" y="27113"/>
                    <a:pt x="77904" y="27903"/>
                  </a:cubicBezTo>
                  <a:cubicBezTo>
                    <a:pt x="84865" y="29575"/>
                    <a:pt x="91978" y="23648"/>
                    <a:pt x="98847" y="22280"/>
                  </a:cubicBezTo>
                  <a:cubicBezTo>
                    <a:pt x="107419" y="20517"/>
                    <a:pt x="109850" y="17903"/>
                    <a:pt x="116233" y="25077"/>
                  </a:cubicBezTo>
                  <a:cubicBezTo>
                    <a:pt x="122069" y="31642"/>
                    <a:pt x="115656" y="46536"/>
                    <a:pt x="120154" y="53557"/>
                  </a:cubicBezTo>
                  <a:cubicBezTo>
                    <a:pt x="121492" y="55624"/>
                    <a:pt x="124471" y="57235"/>
                    <a:pt x="126325" y="59484"/>
                  </a:cubicBezTo>
                  <a:cubicBezTo>
                    <a:pt x="128422" y="61977"/>
                    <a:pt x="128544" y="65047"/>
                    <a:pt x="132495" y="65685"/>
                  </a:cubicBezTo>
                  <a:cubicBezTo>
                    <a:pt x="138392" y="66658"/>
                    <a:pt x="145565" y="66506"/>
                    <a:pt x="149851" y="71187"/>
                  </a:cubicBezTo>
                  <a:cubicBezTo>
                    <a:pt x="151918" y="73466"/>
                    <a:pt x="154593" y="79059"/>
                    <a:pt x="158514" y="7845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23"/>
            <p:cNvSpPr/>
            <p:nvPr/>
          </p:nvSpPr>
          <p:spPr>
            <a:xfrm>
              <a:off x="2975000" y="180400"/>
              <a:ext cx="3962850" cy="1990925"/>
            </a:xfrm>
            <a:custGeom>
              <a:rect b="b" l="l" r="r" t="t"/>
              <a:pathLst>
                <a:path extrusionOk="0" fill="none" h="79637" w="158514">
                  <a:moveTo>
                    <a:pt x="0" y="10487"/>
                  </a:moveTo>
                  <a:cubicBezTo>
                    <a:pt x="6171" y="12219"/>
                    <a:pt x="13374" y="12371"/>
                    <a:pt x="19453" y="10699"/>
                  </a:cubicBezTo>
                  <a:cubicBezTo>
                    <a:pt x="26384" y="8754"/>
                    <a:pt x="31764" y="2979"/>
                    <a:pt x="38876" y="1611"/>
                  </a:cubicBezTo>
                  <a:cubicBezTo>
                    <a:pt x="47265" y="0"/>
                    <a:pt x="51946" y="8025"/>
                    <a:pt x="57418" y="12280"/>
                  </a:cubicBezTo>
                  <a:cubicBezTo>
                    <a:pt x="61582" y="15532"/>
                    <a:pt x="67083" y="17994"/>
                    <a:pt x="71460" y="21490"/>
                  </a:cubicBezTo>
                  <a:cubicBezTo>
                    <a:pt x="74166" y="23678"/>
                    <a:pt x="76597" y="27143"/>
                    <a:pt x="79789" y="27812"/>
                  </a:cubicBezTo>
                  <a:cubicBezTo>
                    <a:pt x="86172" y="29149"/>
                    <a:pt x="92950" y="23374"/>
                    <a:pt x="99364" y="21733"/>
                  </a:cubicBezTo>
                  <a:cubicBezTo>
                    <a:pt x="107723" y="19605"/>
                    <a:pt x="111218" y="17934"/>
                    <a:pt x="117024" y="25137"/>
                  </a:cubicBezTo>
                  <a:cubicBezTo>
                    <a:pt x="122100" y="31460"/>
                    <a:pt x="117784" y="46475"/>
                    <a:pt x="121249" y="53679"/>
                  </a:cubicBezTo>
                  <a:cubicBezTo>
                    <a:pt x="122708" y="56718"/>
                    <a:pt x="129060" y="65472"/>
                    <a:pt x="132769" y="66171"/>
                  </a:cubicBezTo>
                  <a:cubicBezTo>
                    <a:pt x="138605" y="67296"/>
                    <a:pt x="145748" y="67114"/>
                    <a:pt x="150033" y="71764"/>
                  </a:cubicBezTo>
                  <a:cubicBezTo>
                    <a:pt x="152100" y="73983"/>
                    <a:pt x="154684" y="79637"/>
                    <a:pt x="158514" y="7915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23"/>
            <p:cNvSpPr/>
            <p:nvPr/>
          </p:nvSpPr>
          <p:spPr>
            <a:xfrm>
              <a:off x="2975000" y="165200"/>
              <a:ext cx="3962850" cy="2002325"/>
            </a:xfrm>
            <a:custGeom>
              <a:rect b="b" l="l" r="r" t="t"/>
              <a:pathLst>
                <a:path extrusionOk="0" fill="none" h="80093" w="158514">
                  <a:moveTo>
                    <a:pt x="0" y="11095"/>
                  </a:moveTo>
                  <a:cubicBezTo>
                    <a:pt x="6201" y="12797"/>
                    <a:pt x="13496" y="12858"/>
                    <a:pt x="19575" y="11064"/>
                  </a:cubicBezTo>
                  <a:cubicBezTo>
                    <a:pt x="26688" y="8967"/>
                    <a:pt x="32128" y="2857"/>
                    <a:pt x="39545" y="1520"/>
                  </a:cubicBezTo>
                  <a:cubicBezTo>
                    <a:pt x="47965" y="0"/>
                    <a:pt x="52402" y="7599"/>
                    <a:pt x="57326" y="12280"/>
                  </a:cubicBezTo>
                  <a:cubicBezTo>
                    <a:pt x="61096" y="15867"/>
                    <a:pt x="66840" y="18329"/>
                    <a:pt x="71491" y="21490"/>
                  </a:cubicBezTo>
                  <a:cubicBezTo>
                    <a:pt x="74470" y="23496"/>
                    <a:pt x="77600" y="26870"/>
                    <a:pt x="81157" y="27387"/>
                  </a:cubicBezTo>
                  <a:cubicBezTo>
                    <a:pt x="87449" y="28268"/>
                    <a:pt x="93832" y="22827"/>
                    <a:pt x="99607" y="21034"/>
                  </a:cubicBezTo>
                  <a:cubicBezTo>
                    <a:pt x="107814" y="18450"/>
                    <a:pt x="112677" y="17812"/>
                    <a:pt x="117875" y="25137"/>
                  </a:cubicBezTo>
                  <a:cubicBezTo>
                    <a:pt x="120306" y="28602"/>
                    <a:pt x="119364" y="34773"/>
                    <a:pt x="119759" y="39423"/>
                  </a:cubicBezTo>
                  <a:cubicBezTo>
                    <a:pt x="120185" y="44256"/>
                    <a:pt x="120914" y="49697"/>
                    <a:pt x="122343" y="53679"/>
                  </a:cubicBezTo>
                  <a:cubicBezTo>
                    <a:pt x="123498" y="56810"/>
                    <a:pt x="129425" y="65746"/>
                    <a:pt x="133042" y="66536"/>
                  </a:cubicBezTo>
                  <a:cubicBezTo>
                    <a:pt x="138817" y="67782"/>
                    <a:pt x="145930" y="67600"/>
                    <a:pt x="150246" y="72220"/>
                  </a:cubicBezTo>
                  <a:cubicBezTo>
                    <a:pt x="152313" y="74409"/>
                    <a:pt x="154745" y="80093"/>
                    <a:pt x="158514" y="7975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23"/>
            <p:cNvSpPr/>
            <p:nvPr/>
          </p:nvSpPr>
          <p:spPr>
            <a:xfrm>
              <a:off x="2975000" y="150750"/>
              <a:ext cx="3962850" cy="2014500"/>
            </a:xfrm>
            <a:custGeom>
              <a:rect b="b" l="l" r="r" t="t"/>
              <a:pathLst>
                <a:path extrusionOk="0" fill="none" h="80580" w="158514">
                  <a:moveTo>
                    <a:pt x="0" y="11673"/>
                  </a:moveTo>
                  <a:cubicBezTo>
                    <a:pt x="6262" y="13344"/>
                    <a:pt x="13830" y="13588"/>
                    <a:pt x="19727" y="11429"/>
                  </a:cubicBezTo>
                  <a:cubicBezTo>
                    <a:pt x="26566" y="8907"/>
                    <a:pt x="32767" y="2676"/>
                    <a:pt x="40244" y="1399"/>
                  </a:cubicBezTo>
                  <a:cubicBezTo>
                    <a:pt x="48573" y="1"/>
                    <a:pt x="53162" y="6900"/>
                    <a:pt x="57478" y="12159"/>
                  </a:cubicBezTo>
                  <a:cubicBezTo>
                    <a:pt x="61825" y="17417"/>
                    <a:pt x="74318" y="25807"/>
                    <a:pt x="81917" y="26749"/>
                  </a:cubicBezTo>
                  <a:cubicBezTo>
                    <a:pt x="87692" y="27448"/>
                    <a:pt x="94379" y="22159"/>
                    <a:pt x="99637" y="20244"/>
                  </a:cubicBezTo>
                  <a:cubicBezTo>
                    <a:pt x="108178" y="17144"/>
                    <a:pt x="114045" y="17873"/>
                    <a:pt x="118787" y="25199"/>
                  </a:cubicBezTo>
                  <a:cubicBezTo>
                    <a:pt x="121066" y="28694"/>
                    <a:pt x="119607" y="34895"/>
                    <a:pt x="120215" y="39515"/>
                  </a:cubicBezTo>
                  <a:cubicBezTo>
                    <a:pt x="120853" y="44348"/>
                    <a:pt x="122373" y="49394"/>
                    <a:pt x="123498" y="53649"/>
                  </a:cubicBezTo>
                  <a:cubicBezTo>
                    <a:pt x="124349" y="56962"/>
                    <a:pt x="129729" y="65989"/>
                    <a:pt x="133316" y="66871"/>
                  </a:cubicBezTo>
                  <a:cubicBezTo>
                    <a:pt x="139000" y="68300"/>
                    <a:pt x="146112" y="68087"/>
                    <a:pt x="150459" y="72677"/>
                  </a:cubicBezTo>
                  <a:cubicBezTo>
                    <a:pt x="152495" y="74835"/>
                    <a:pt x="154836" y="80579"/>
                    <a:pt x="158514" y="803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23"/>
            <p:cNvSpPr/>
            <p:nvPr/>
          </p:nvSpPr>
          <p:spPr>
            <a:xfrm>
              <a:off x="2975000" y="138600"/>
              <a:ext cx="3962100" cy="2022075"/>
            </a:xfrm>
            <a:custGeom>
              <a:rect b="b" l="l" r="r" t="t"/>
              <a:pathLst>
                <a:path extrusionOk="0" fill="none" h="80883" w="158484">
                  <a:moveTo>
                    <a:pt x="0" y="12159"/>
                  </a:moveTo>
                  <a:cubicBezTo>
                    <a:pt x="6322" y="13800"/>
                    <a:pt x="13952" y="13952"/>
                    <a:pt x="19849" y="11672"/>
                  </a:cubicBezTo>
                  <a:cubicBezTo>
                    <a:pt x="26900" y="8937"/>
                    <a:pt x="33162" y="2462"/>
                    <a:pt x="40974" y="1247"/>
                  </a:cubicBezTo>
                  <a:cubicBezTo>
                    <a:pt x="48876" y="0"/>
                    <a:pt x="54530" y="5806"/>
                    <a:pt x="58026" y="11855"/>
                  </a:cubicBezTo>
                  <a:cubicBezTo>
                    <a:pt x="61521" y="17873"/>
                    <a:pt x="74500" y="25138"/>
                    <a:pt x="82069" y="25928"/>
                  </a:cubicBezTo>
                  <a:cubicBezTo>
                    <a:pt x="87449" y="26505"/>
                    <a:pt x="94774" y="21186"/>
                    <a:pt x="99637" y="19362"/>
                  </a:cubicBezTo>
                  <a:cubicBezTo>
                    <a:pt x="108178" y="16080"/>
                    <a:pt x="115321" y="17782"/>
                    <a:pt x="119759" y="25107"/>
                  </a:cubicBezTo>
                  <a:cubicBezTo>
                    <a:pt x="121948" y="28724"/>
                    <a:pt x="119790" y="34803"/>
                    <a:pt x="120580" y="39545"/>
                  </a:cubicBezTo>
                  <a:cubicBezTo>
                    <a:pt x="121370" y="44348"/>
                    <a:pt x="123771" y="48937"/>
                    <a:pt x="124623" y="53497"/>
                  </a:cubicBezTo>
                  <a:cubicBezTo>
                    <a:pt x="125291" y="56992"/>
                    <a:pt x="130003" y="66050"/>
                    <a:pt x="133559" y="67053"/>
                  </a:cubicBezTo>
                  <a:cubicBezTo>
                    <a:pt x="139152" y="68603"/>
                    <a:pt x="146355" y="68451"/>
                    <a:pt x="150672" y="72980"/>
                  </a:cubicBezTo>
                  <a:cubicBezTo>
                    <a:pt x="152708" y="75108"/>
                    <a:pt x="154897" y="80883"/>
                    <a:pt x="158483" y="80822"/>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23"/>
            <p:cNvSpPr/>
            <p:nvPr/>
          </p:nvSpPr>
          <p:spPr>
            <a:xfrm>
              <a:off x="2975000" y="124150"/>
              <a:ext cx="3962100" cy="2034250"/>
            </a:xfrm>
            <a:custGeom>
              <a:rect b="b" l="l" r="r" t="t"/>
              <a:pathLst>
                <a:path extrusionOk="0" fill="none" h="81370" w="158484">
                  <a:moveTo>
                    <a:pt x="0" y="12737"/>
                  </a:moveTo>
                  <a:cubicBezTo>
                    <a:pt x="6383" y="14348"/>
                    <a:pt x="13861" y="14226"/>
                    <a:pt x="20001" y="12007"/>
                  </a:cubicBezTo>
                  <a:cubicBezTo>
                    <a:pt x="27721" y="9241"/>
                    <a:pt x="33283" y="2432"/>
                    <a:pt x="41673" y="1186"/>
                  </a:cubicBezTo>
                  <a:cubicBezTo>
                    <a:pt x="49515" y="1"/>
                    <a:pt x="55807" y="4530"/>
                    <a:pt x="58877" y="11551"/>
                  </a:cubicBezTo>
                  <a:cubicBezTo>
                    <a:pt x="61886" y="18481"/>
                    <a:pt x="74378" y="24560"/>
                    <a:pt x="81704" y="25199"/>
                  </a:cubicBezTo>
                  <a:cubicBezTo>
                    <a:pt x="87114" y="25624"/>
                    <a:pt x="94774" y="20244"/>
                    <a:pt x="99607" y="18573"/>
                  </a:cubicBezTo>
                  <a:cubicBezTo>
                    <a:pt x="108118" y="15655"/>
                    <a:pt x="116628" y="17721"/>
                    <a:pt x="120853" y="25199"/>
                  </a:cubicBezTo>
                  <a:cubicBezTo>
                    <a:pt x="123012" y="29029"/>
                    <a:pt x="119972" y="34895"/>
                    <a:pt x="120853" y="39758"/>
                  </a:cubicBezTo>
                  <a:cubicBezTo>
                    <a:pt x="121735" y="44561"/>
                    <a:pt x="125139" y="48512"/>
                    <a:pt x="125778" y="53406"/>
                  </a:cubicBezTo>
                  <a:cubicBezTo>
                    <a:pt x="126294" y="57205"/>
                    <a:pt x="130276" y="66172"/>
                    <a:pt x="133863" y="67297"/>
                  </a:cubicBezTo>
                  <a:cubicBezTo>
                    <a:pt x="139334" y="68999"/>
                    <a:pt x="146568" y="68908"/>
                    <a:pt x="150884" y="73406"/>
                  </a:cubicBezTo>
                  <a:cubicBezTo>
                    <a:pt x="153438" y="76051"/>
                    <a:pt x="154684" y="80428"/>
                    <a:pt x="158483" y="8137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23"/>
            <p:cNvSpPr/>
            <p:nvPr/>
          </p:nvSpPr>
          <p:spPr>
            <a:xfrm>
              <a:off x="2975000" y="108200"/>
              <a:ext cx="3962850" cy="2050975"/>
            </a:xfrm>
            <a:custGeom>
              <a:rect b="b" l="l" r="r" t="t"/>
              <a:pathLst>
                <a:path extrusionOk="0" fill="none" h="82039" w="158514">
                  <a:moveTo>
                    <a:pt x="0" y="13375"/>
                  </a:moveTo>
                  <a:cubicBezTo>
                    <a:pt x="6474" y="14986"/>
                    <a:pt x="14013" y="14712"/>
                    <a:pt x="20183" y="12432"/>
                  </a:cubicBezTo>
                  <a:cubicBezTo>
                    <a:pt x="28116" y="9454"/>
                    <a:pt x="33709" y="2493"/>
                    <a:pt x="42402" y="1156"/>
                  </a:cubicBezTo>
                  <a:cubicBezTo>
                    <a:pt x="50092" y="1"/>
                    <a:pt x="57418" y="4043"/>
                    <a:pt x="59819" y="11217"/>
                  </a:cubicBezTo>
                  <a:cubicBezTo>
                    <a:pt x="62190" y="18390"/>
                    <a:pt x="73862" y="24104"/>
                    <a:pt x="81035" y="24439"/>
                  </a:cubicBezTo>
                  <a:cubicBezTo>
                    <a:pt x="86780" y="24743"/>
                    <a:pt x="94318" y="19454"/>
                    <a:pt x="99607" y="17934"/>
                  </a:cubicBezTo>
                  <a:cubicBezTo>
                    <a:pt x="108452" y="15381"/>
                    <a:pt x="117844" y="17873"/>
                    <a:pt x="122009" y="25350"/>
                  </a:cubicBezTo>
                  <a:cubicBezTo>
                    <a:pt x="124227" y="29332"/>
                    <a:pt x="120154" y="35047"/>
                    <a:pt x="121066" y="40092"/>
                  </a:cubicBezTo>
                  <a:cubicBezTo>
                    <a:pt x="121978" y="44925"/>
                    <a:pt x="126507" y="48512"/>
                    <a:pt x="126963" y="53406"/>
                  </a:cubicBezTo>
                  <a:cubicBezTo>
                    <a:pt x="127297" y="57205"/>
                    <a:pt x="130459" y="66172"/>
                    <a:pt x="134167" y="67570"/>
                  </a:cubicBezTo>
                  <a:cubicBezTo>
                    <a:pt x="139304" y="69485"/>
                    <a:pt x="146842" y="69424"/>
                    <a:pt x="151128" y="73862"/>
                  </a:cubicBezTo>
                  <a:cubicBezTo>
                    <a:pt x="153650" y="76537"/>
                    <a:pt x="154805" y="80883"/>
                    <a:pt x="158514" y="8203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23"/>
            <p:cNvSpPr/>
            <p:nvPr/>
          </p:nvSpPr>
          <p:spPr>
            <a:xfrm>
              <a:off x="2975000" y="89975"/>
              <a:ext cx="3962850" cy="2068425"/>
            </a:xfrm>
            <a:custGeom>
              <a:rect b="b" l="l" r="r" t="t"/>
              <a:pathLst>
                <a:path extrusionOk="0" fill="none" h="82737" w="158514">
                  <a:moveTo>
                    <a:pt x="0" y="14104"/>
                  </a:moveTo>
                  <a:cubicBezTo>
                    <a:pt x="6535" y="15684"/>
                    <a:pt x="14347" y="15502"/>
                    <a:pt x="20335" y="12918"/>
                  </a:cubicBezTo>
                  <a:cubicBezTo>
                    <a:pt x="27995" y="9575"/>
                    <a:pt x="34439" y="2644"/>
                    <a:pt x="43101" y="1216"/>
                  </a:cubicBezTo>
                  <a:cubicBezTo>
                    <a:pt x="50639" y="0"/>
                    <a:pt x="58299" y="3435"/>
                    <a:pt x="60822" y="10882"/>
                  </a:cubicBezTo>
                  <a:cubicBezTo>
                    <a:pt x="63436" y="18572"/>
                    <a:pt x="72190" y="23587"/>
                    <a:pt x="80184" y="23769"/>
                  </a:cubicBezTo>
                  <a:cubicBezTo>
                    <a:pt x="86415" y="23921"/>
                    <a:pt x="93862" y="18663"/>
                    <a:pt x="99759" y="17417"/>
                  </a:cubicBezTo>
                  <a:cubicBezTo>
                    <a:pt x="107875" y="15715"/>
                    <a:pt x="119394" y="17234"/>
                    <a:pt x="123224" y="25593"/>
                  </a:cubicBezTo>
                  <a:cubicBezTo>
                    <a:pt x="125413" y="30396"/>
                    <a:pt x="120367" y="35350"/>
                    <a:pt x="121279" y="40578"/>
                  </a:cubicBezTo>
                  <a:cubicBezTo>
                    <a:pt x="122100" y="45381"/>
                    <a:pt x="127723" y="48937"/>
                    <a:pt x="128118" y="53496"/>
                  </a:cubicBezTo>
                  <a:cubicBezTo>
                    <a:pt x="128422" y="57174"/>
                    <a:pt x="130762" y="66262"/>
                    <a:pt x="134501" y="67873"/>
                  </a:cubicBezTo>
                  <a:cubicBezTo>
                    <a:pt x="139456" y="70001"/>
                    <a:pt x="147085" y="69971"/>
                    <a:pt x="151340" y="74408"/>
                  </a:cubicBezTo>
                  <a:cubicBezTo>
                    <a:pt x="153894" y="77083"/>
                    <a:pt x="154897" y="81430"/>
                    <a:pt x="158514" y="8273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23"/>
            <p:cNvSpPr/>
            <p:nvPr/>
          </p:nvSpPr>
          <p:spPr>
            <a:xfrm>
              <a:off x="2975000" y="69450"/>
              <a:ext cx="3962850" cy="2089725"/>
            </a:xfrm>
            <a:custGeom>
              <a:rect b="b" l="l" r="r" t="t"/>
              <a:pathLst>
                <a:path extrusionOk="0" fill="none" h="83589" w="158514">
                  <a:moveTo>
                    <a:pt x="0" y="14925"/>
                  </a:moveTo>
                  <a:cubicBezTo>
                    <a:pt x="6626" y="16475"/>
                    <a:pt x="14529" y="16201"/>
                    <a:pt x="20517" y="13496"/>
                  </a:cubicBezTo>
                  <a:cubicBezTo>
                    <a:pt x="28359" y="9940"/>
                    <a:pt x="34925" y="3010"/>
                    <a:pt x="43800" y="1338"/>
                  </a:cubicBezTo>
                  <a:cubicBezTo>
                    <a:pt x="51126" y="0"/>
                    <a:pt x="59454" y="3010"/>
                    <a:pt x="61916" y="10517"/>
                  </a:cubicBezTo>
                  <a:cubicBezTo>
                    <a:pt x="64500" y="18359"/>
                    <a:pt x="70853" y="23223"/>
                    <a:pt x="79272" y="23131"/>
                  </a:cubicBezTo>
                  <a:cubicBezTo>
                    <a:pt x="86020" y="23071"/>
                    <a:pt x="93254" y="17934"/>
                    <a:pt x="100032" y="17052"/>
                  </a:cubicBezTo>
                  <a:cubicBezTo>
                    <a:pt x="108574" y="15958"/>
                    <a:pt x="120489" y="17630"/>
                    <a:pt x="124471" y="25989"/>
                  </a:cubicBezTo>
                  <a:cubicBezTo>
                    <a:pt x="126902" y="31065"/>
                    <a:pt x="120671" y="35776"/>
                    <a:pt x="121492" y="41186"/>
                  </a:cubicBezTo>
                  <a:cubicBezTo>
                    <a:pt x="122221" y="46050"/>
                    <a:pt x="128878" y="49393"/>
                    <a:pt x="129243" y="53740"/>
                  </a:cubicBezTo>
                  <a:cubicBezTo>
                    <a:pt x="129516" y="57357"/>
                    <a:pt x="131127" y="66445"/>
                    <a:pt x="134896" y="68238"/>
                  </a:cubicBezTo>
                  <a:cubicBezTo>
                    <a:pt x="139699" y="70549"/>
                    <a:pt x="147359" y="70670"/>
                    <a:pt x="151584" y="75077"/>
                  </a:cubicBezTo>
                  <a:cubicBezTo>
                    <a:pt x="154137" y="77752"/>
                    <a:pt x="154988" y="82068"/>
                    <a:pt x="158514" y="8358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23"/>
            <p:cNvSpPr/>
            <p:nvPr/>
          </p:nvSpPr>
          <p:spPr>
            <a:xfrm>
              <a:off x="2975000" y="45125"/>
              <a:ext cx="3962850" cy="2114050"/>
            </a:xfrm>
            <a:custGeom>
              <a:rect b="b" l="l" r="r" t="t"/>
              <a:pathLst>
                <a:path extrusionOk="0" fill="none" h="84562" w="158514">
                  <a:moveTo>
                    <a:pt x="0" y="15898"/>
                  </a:moveTo>
                  <a:cubicBezTo>
                    <a:pt x="6991" y="17478"/>
                    <a:pt x="14651" y="16809"/>
                    <a:pt x="20700" y="14226"/>
                  </a:cubicBezTo>
                  <a:cubicBezTo>
                    <a:pt x="28511" y="10913"/>
                    <a:pt x="35350" y="3527"/>
                    <a:pt x="44439" y="1551"/>
                  </a:cubicBezTo>
                  <a:cubicBezTo>
                    <a:pt x="51612" y="1"/>
                    <a:pt x="60579" y="2736"/>
                    <a:pt x="63041" y="10214"/>
                  </a:cubicBezTo>
                  <a:cubicBezTo>
                    <a:pt x="65564" y="17934"/>
                    <a:pt x="69515" y="22949"/>
                    <a:pt x="78391" y="22645"/>
                  </a:cubicBezTo>
                  <a:cubicBezTo>
                    <a:pt x="85716" y="22372"/>
                    <a:pt x="93072" y="17417"/>
                    <a:pt x="100488" y="16931"/>
                  </a:cubicBezTo>
                  <a:cubicBezTo>
                    <a:pt x="109273" y="16323"/>
                    <a:pt x="121431" y="18208"/>
                    <a:pt x="125717" y="26536"/>
                  </a:cubicBezTo>
                  <a:cubicBezTo>
                    <a:pt x="128544" y="31946"/>
                    <a:pt x="121036" y="36415"/>
                    <a:pt x="121735" y="41916"/>
                  </a:cubicBezTo>
                  <a:cubicBezTo>
                    <a:pt x="122343" y="46871"/>
                    <a:pt x="129881" y="49971"/>
                    <a:pt x="130276" y="54105"/>
                  </a:cubicBezTo>
                  <a:cubicBezTo>
                    <a:pt x="130641" y="57631"/>
                    <a:pt x="131431" y="66628"/>
                    <a:pt x="135322" y="68664"/>
                  </a:cubicBezTo>
                  <a:cubicBezTo>
                    <a:pt x="140124" y="71157"/>
                    <a:pt x="147632" y="71461"/>
                    <a:pt x="151796" y="75868"/>
                  </a:cubicBezTo>
                  <a:cubicBezTo>
                    <a:pt x="154350" y="78573"/>
                    <a:pt x="155109" y="82859"/>
                    <a:pt x="158514" y="8456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23"/>
            <p:cNvSpPr/>
            <p:nvPr/>
          </p:nvSpPr>
          <p:spPr>
            <a:xfrm>
              <a:off x="2975000" y="20825"/>
              <a:ext cx="3962850" cy="2138350"/>
            </a:xfrm>
            <a:custGeom>
              <a:rect b="b" l="l" r="r" t="t"/>
              <a:pathLst>
                <a:path extrusionOk="0" fill="none" h="85534" w="158514">
                  <a:moveTo>
                    <a:pt x="0" y="16870"/>
                  </a:moveTo>
                  <a:cubicBezTo>
                    <a:pt x="7082" y="18420"/>
                    <a:pt x="14833" y="17629"/>
                    <a:pt x="20912" y="14955"/>
                  </a:cubicBezTo>
                  <a:cubicBezTo>
                    <a:pt x="28876" y="11459"/>
                    <a:pt x="35776" y="3951"/>
                    <a:pt x="45047" y="1702"/>
                  </a:cubicBezTo>
                  <a:cubicBezTo>
                    <a:pt x="52068" y="0"/>
                    <a:pt x="61703" y="2371"/>
                    <a:pt x="64166" y="9818"/>
                  </a:cubicBezTo>
                  <a:cubicBezTo>
                    <a:pt x="66567" y="16991"/>
                    <a:pt x="68877" y="22645"/>
                    <a:pt x="77722" y="22128"/>
                  </a:cubicBezTo>
                  <a:cubicBezTo>
                    <a:pt x="85503" y="21672"/>
                    <a:pt x="93133" y="16961"/>
                    <a:pt x="101127" y="16809"/>
                  </a:cubicBezTo>
                  <a:cubicBezTo>
                    <a:pt x="110063" y="16657"/>
                    <a:pt x="122161" y="18693"/>
                    <a:pt x="126963" y="27083"/>
                  </a:cubicBezTo>
                  <a:cubicBezTo>
                    <a:pt x="130276" y="32858"/>
                    <a:pt x="121705" y="37052"/>
                    <a:pt x="122161" y="42615"/>
                  </a:cubicBezTo>
                  <a:cubicBezTo>
                    <a:pt x="122616" y="47782"/>
                    <a:pt x="130762" y="50518"/>
                    <a:pt x="131279" y="54530"/>
                  </a:cubicBezTo>
                  <a:cubicBezTo>
                    <a:pt x="131735" y="57934"/>
                    <a:pt x="131796" y="66931"/>
                    <a:pt x="135778" y="69089"/>
                  </a:cubicBezTo>
                  <a:cubicBezTo>
                    <a:pt x="140550" y="71703"/>
                    <a:pt x="147936" y="72250"/>
                    <a:pt x="152039" y="76658"/>
                  </a:cubicBezTo>
                  <a:cubicBezTo>
                    <a:pt x="154593" y="79393"/>
                    <a:pt x="155231" y="83649"/>
                    <a:pt x="158514" y="8553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9" name="Google Shape;3469;p23"/>
          <p:cNvGrpSpPr/>
          <p:nvPr/>
        </p:nvGrpSpPr>
        <p:grpSpPr>
          <a:xfrm>
            <a:off x="2554263" y="4830975"/>
            <a:ext cx="828300" cy="654275"/>
            <a:chOff x="2024375" y="213075"/>
            <a:chExt cx="828300" cy="654275"/>
          </a:xfrm>
        </p:grpSpPr>
        <p:sp>
          <p:nvSpPr>
            <p:cNvPr id="3470" name="Google Shape;3470;p23"/>
            <p:cNvSpPr/>
            <p:nvPr/>
          </p:nvSpPr>
          <p:spPr>
            <a:xfrm>
              <a:off x="2024375" y="213075"/>
              <a:ext cx="828300" cy="654275"/>
            </a:xfrm>
            <a:custGeom>
              <a:rect b="b" l="l" r="r" t="t"/>
              <a:pathLst>
                <a:path extrusionOk="0" fill="none" h="26171" w="33132">
                  <a:moveTo>
                    <a:pt x="27417" y="0"/>
                  </a:moveTo>
                  <a:cubicBezTo>
                    <a:pt x="31824" y="4377"/>
                    <a:pt x="33131" y="10973"/>
                    <a:pt x="30761" y="16718"/>
                  </a:cubicBezTo>
                  <a:cubicBezTo>
                    <a:pt x="28390" y="22432"/>
                    <a:pt x="22767" y="26171"/>
                    <a:pt x="16566" y="26171"/>
                  </a:cubicBezTo>
                  <a:cubicBezTo>
                    <a:pt x="10365" y="26171"/>
                    <a:pt x="4772" y="22432"/>
                    <a:pt x="2401" y="16718"/>
                  </a:cubicBezTo>
                  <a:cubicBezTo>
                    <a:pt x="0" y="10973"/>
                    <a:pt x="1338" y="4377"/>
                    <a:pt x="5715" y="0"/>
                  </a:cubicBezTo>
                </a:path>
              </a:pathLst>
            </a:custGeom>
            <a:noFill/>
            <a:ln cap="flat" cmpd="sng" w="66875">
              <a:solidFill>
                <a:srgbClr val="E4BEB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23"/>
            <p:cNvSpPr/>
            <p:nvPr/>
          </p:nvSpPr>
          <p:spPr>
            <a:xfrm>
              <a:off x="2194575" y="241175"/>
              <a:ext cx="488650" cy="488650"/>
            </a:xfrm>
            <a:custGeom>
              <a:rect b="b" l="l" r="r" t="t"/>
              <a:pathLst>
                <a:path extrusionOk="0" fill="none" h="19546" w="19546">
                  <a:moveTo>
                    <a:pt x="19545" y="9758"/>
                  </a:moveTo>
                  <a:cubicBezTo>
                    <a:pt x="19545" y="15168"/>
                    <a:pt x="15168" y="19545"/>
                    <a:pt x="9758" y="19545"/>
                  </a:cubicBezTo>
                  <a:cubicBezTo>
                    <a:pt x="4378" y="19545"/>
                    <a:pt x="1" y="15168"/>
                    <a:pt x="1" y="9758"/>
                  </a:cubicBezTo>
                  <a:cubicBezTo>
                    <a:pt x="1" y="4378"/>
                    <a:pt x="4378" y="1"/>
                    <a:pt x="9758" y="1"/>
                  </a:cubicBezTo>
                  <a:cubicBezTo>
                    <a:pt x="15168" y="1"/>
                    <a:pt x="19545" y="4378"/>
                    <a:pt x="19545" y="9758"/>
                  </a:cubicBezTo>
                  <a:close/>
                </a:path>
              </a:pathLst>
            </a:custGeom>
            <a:solidFill>
              <a:schemeClr val="lt2"/>
            </a:solidFill>
            <a:ln cap="flat" cmpd="sng" w="3810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2" name="Google Shape;3472;p23"/>
          <p:cNvGrpSpPr/>
          <p:nvPr/>
        </p:nvGrpSpPr>
        <p:grpSpPr>
          <a:xfrm>
            <a:off x="5924872" y="-1156454"/>
            <a:ext cx="1669742" cy="1687101"/>
            <a:chOff x="1996250" y="1552000"/>
            <a:chExt cx="1243200" cy="1256125"/>
          </a:xfrm>
        </p:grpSpPr>
        <p:sp>
          <p:nvSpPr>
            <p:cNvPr id="3473" name="Google Shape;3473;p23"/>
            <p:cNvSpPr/>
            <p:nvPr/>
          </p:nvSpPr>
          <p:spPr>
            <a:xfrm>
              <a:off x="1996250" y="1552000"/>
              <a:ext cx="88925" cy="88925"/>
            </a:xfrm>
            <a:custGeom>
              <a:rect b="b" l="l" r="r" t="t"/>
              <a:pathLst>
                <a:path extrusionOk="0" h="3557" w="3557">
                  <a:moveTo>
                    <a:pt x="1429" y="0"/>
                  </a:moveTo>
                  <a:lnTo>
                    <a:pt x="1429" y="1429"/>
                  </a:lnTo>
                  <a:lnTo>
                    <a:pt x="1" y="1429"/>
                  </a:lnTo>
                  <a:lnTo>
                    <a:pt x="1" y="2128"/>
                  </a:lnTo>
                  <a:lnTo>
                    <a:pt x="1429" y="2128"/>
                  </a:lnTo>
                  <a:lnTo>
                    <a:pt x="1429" y="3557"/>
                  </a:lnTo>
                  <a:lnTo>
                    <a:pt x="2128" y="3557"/>
                  </a:lnTo>
                  <a:lnTo>
                    <a:pt x="2128" y="2128"/>
                  </a:lnTo>
                  <a:lnTo>
                    <a:pt x="3557" y="2128"/>
                  </a:lnTo>
                  <a:lnTo>
                    <a:pt x="355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23"/>
            <p:cNvSpPr/>
            <p:nvPr/>
          </p:nvSpPr>
          <p:spPr>
            <a:xfrm>
              <a:off x="2140625" y="1552000"/>
              <a:ext cx="88925" cy="88925"/>
            </a:xfrm>
            <a:custGeom>
              <a:rect b="b" l="l" r="r" t="t"/>
              <a:pathLst>
                <a:path extrusionOk="0" h="3557" w="3557">
                  <a:moveTo>
                    <a:pt x="1429" y="0"/>
                  </a:moveTo>
                  <a:lnTo>
                    <a:pt x="1429" y="1429"/>
                  </a:lnTo>
                  <a:lnTo>
                    <a:pt x="1" y="1429"/>
                  </a:lnTo>
                  <a:lnTo>
                    <a:pt x="1" y="2128"/>
                  </a:lnTo>
                  <a:lnTo>
                    <a:pt x="1429" y="2128"/>
                  </a:lnTo>
                  <a:lnTo>
                    <a:pt x="1429" y="3557"/>
                  </a:lnTo>
                  <a:lnTo>
                    <a:pt x="2128" y="3557"/>
                  </a:lnTo>
                  <a:lnTo>
                    <a:pt x="2128" y="2128"/>
                  </a:lnTo>
                  <a:lnTo>
                    <a:pt x="3557" y="2128"/>
                  </a:lnTo>
                  <a:lnTo>
                    <a:pt x="355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23"/>
            <p:cNvSpPr/>
            <p:nvPr/>
          </p:nvSpPr>
          <p:spPr>
            <a:xfrm>
              <a:off x="2285000" y="1552000"/>
              <a:ext cx="88950" cy="88925"/>
            </a:xfrm>
            <a:custGeom>
              <a:rect b="b" l="l" r="r" t="t"/>
              <a:pathLst>
                <a:path extrusionOk="0" h="3557" w="3558">
                  <a:moveTo>
                    <a:pt x="1429" y="0"/>
                  </a:moveTo>
                  <a:lnTo>
                    <a:pt x="1429" y="1429"/>
                  </a:lnTo>
                  <a:lnTo>
                    <a:pt x="1" y="1429"/>
                  </a:lnTo>
                  <a:lnTo>
                    <a:pt x="1" y="2128"/>
                  </a:lnTo>
                  <a:lnTo>
                    <a:pt x="1429" y="2128"/>
                  </a:lnTo>
                  <a:lnTo>
                    <a:pt x="1429" y="3557"/>
                  </a:lnTo>
                  <a:lnTo>
                    <a:pt x="2129" y="3557"/>
                  </a:lnTo>
                  <a:lnTo>
                    <a:pt x="2129" y="2128"/>
                  </a:lnTo>
                  <a:lnTo>
                    <a:pt x="3557" y="2128"/>
                  </a:lnTo>
                  <a:lnTo>
                    <a:pt x="3557" y="1429"/>
                  </a:lnTo>
                  <a:lnTo>
                    <a:pt x="2129" y="1429"/>
                  </a:lnTo>
                  <a:lnTo>
                    <a:pt x="212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23"/>
            <p:cNvSpPr/>
            <p:nvPr/>
          </p:nvSpPr>
          <p:spPr>
            <a:xfrm>
              <a:off x="2429400" y="1552000"/>
              <a:ext cx="88925" cy="88925"/>
            </a:xfrm>
            <a:custGeom>
              <a:rect b="b" l="l" r="r" t="t"/>
              <a:pathLst>
                <a:path extrusionOk="0" h="3557" w="3557">
                  <a:moveTo>
                    <a:pt x="1398" y="0"/>
                  </a:moveTo>
                  <a:lnTo>
                    <a:pt x="1398" y="1429"/>
                  </a:lnTo>
                  <a:lnTo>
                    <a:pt x="0" y="1429"/>
                  </a:lnTo>
                  <a:lnTo>
                    <a:pt x="0" y="2128"/>
                  </a:lnTo>
                  <a:lnTo>
                    <a:pt x="1398" y="2128"/>
                  </a:lnTo>
                  <a:lnTo>
                    <a:pt x="1398" y="3557"/>
                  </a:lnTo>
                  <a:lnTo>
                    <a:pt x="2128" y="3557"/>
                  </a:lnTo>
                  <a:lnTo>
                    <a:pt x="2128" y="2128"/>
                  </a:lnTo>
                  <a:lnTo>
                    <a:pt x="3556" y="2128"/>
                  </a:lnTo>
                  <a:lnTo>
                    <a:pt x="3556"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23"/>
            <p:cNvSpPr/>
            <p:nvPr/>
          </p:nvSpPr>
          <p:spPr>
            <a:xfrm>
              <a:off x="2573000" y="1552000"/>
              <a:ext cx="89700" cy="88925"/>
            </a:xfrm>
            <a:custGeom>
              <a:rect b="b" l="l" r="r" t="t"/>
              <a:pathLst>
                <a:path extrusionOk="0" h="3557" w="3588">
                  <a:moveTo>
                    <a:pt x="1429" y="0"/>
                  </a:moveTo>
                  <a:lnTo>
                    <a:pt x="1429" y="1429"/>
                  </a:lnTo>
                  <a:lnTo>
                    <a:pt x="1" y="1429"/>
                  </a:lnTo>
                  <a:lnTo>
                    <a:pt x="1" y="2128"/>
                  </a:lnTo>
                  <a:lnTo>
                    <a:pt x="1429" y="2128"/>
                  </a:lnTo>
                  <a:lnTo>
                    <a:pt x="1429" y="3557"/>
                  </a:lnTo>
                  <a:lnTo>
                    <a:pt x="2159" y="3557"/>
                  </a:lnTo>
                  <a:lnTo>
                    <a:pt x="2159" y="2128"/>
                  </a:lnTo>
                  <a:lnTo>
                    <a:pt x="3588" y="2128"/>
                  </a:lnTo>
                  <a:lnTo>
                    <a:pt x="3588" y="1429"/>
                  </a:lnTo>
                  <a:lnTo>
                    <a:pt x="2159" y="1429"/>
                  </a:lnTo>
                  <a:lnTo>
                    <a:pt x="215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23"/>
            <p:cNvSpPr/>
            <p:nvPr/>
          </p:nvSpPr>
          <p:spPr>
            <a:xfrm>
              <a:off x="2717400" y="1552000"/>
              <a:ext cx="89675" cy="88925"/>
            </a:xfrm>
            <a:custGeom>
              <a:rect b="b" l="l" r="r" t="t"/>
              <a:pathLst>
                <a:path extrusionOk="0" h="3557" w="3587">
                  <a:moveTo>
                    <a:pt x="1429" y="0"/>
                  </a:moveTo>
                  <a:lnTo>
                    <a:pt x="1429" y="1429"/>
                  </a:lnTo>
                  <a:lnTo>
                    <a:pt x="0" y="1429"/>
                  </a:lnTo>
                  <a:lnTo>
                    <a:pt x="0" y="2128"/>
                  </a:lnTo>
                  <a:lnTo>
                    <a:pt x="1429" y="2128"/>
                  </a:lnTo>
                  <a:lnTo>
                    <a:pt x="1429" y="3557"/>
                  </a:lnTo>
                  <a:lnTo>
                    <a:pt x="2158" y="3557"/>
                  </a:lnTo>
                  <a:lnTo>
                    <a:pt x="2158" y="2128"/>
                  </a:lnTo>
                  <a:lnTo>
                    <a:pt x="3587" y="2128"/>
                  </a:lnTo>
                  <a:lnTo>
                    <a:pt x="3587" y="1429"/>
                  </a:lnTo>
                  <a:lnTo>
                    <a:pt x="2158" y="1429"/>
                  </a:lnTo>
                  <a:lnTo>
                    <a:pt x="215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23"/>
            <p:cNvSpPr/>
            <p:nvPr/>
          </p:nvSpPr>
          <p:spPr>
            <a:xfrm>
              <a:off x="2861775" y="1552000"/>
              <a:ext cx="89675" cy="88925"/>
            </a:xfrm>
            <a:custGeom>
              <a:rect b="b" l="l" r="r" t="t"/>
              <a:pathLst>
                <a:path extrusionOk="0" h="3557" w="3587">
                  <a:moveTo>
                    <a:pt x="1429" y="0"/>
                  </a:moveTo>
                  <a:lnTo>
                    <a:pt x="1429" y="1429"/>
                  </a:lnTo>
                  <a:lnTo>
                    <a:pt x="0" y="1429"/>
                  </a:lnTo>
                  <a:lnTo>
                    <a:pt x="0" y="2128"/>
                  </a:lnTo>
                  <a:lnTo>
                    <a:pt x="1429" y="2128"/>
                  </a:lnTo>
                  <a:lnTo>
                    <a:pt x="1429" y="3557"/>
                  </a:lnTo>
                  <a:lnTo>
                    <a:pt x="2158" y="3557"/>
                  </a:lnTo>
                  <a:lnTo>
                    <a:pt x="2158" y="2128"/>
                  </a:lnTo>
                  <a:lnTo>
                    <a:pt x="3587" y="2128"/>
                  </a:lnTo>
                  <a:lnTo>
                    <a:pt x="3587" y="1429"/>
                  </a:lnTo>
                  <a:lnTo>
                    <a:pt x="2158" y="1429"/>
                  </a:lnTo>
                  <a:lnTo>
                    <a:pt x="215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23"/>
            <p:cNvSpPr/>
            <p:nvPr/>
          </p:nvSpPr>
          <p:spPr>
            <a:xfrm>
              <a:off x="3006150" y="1552000"/>
              <a:ext cx="89700" cy="88925"/>
            </a:xfrm>
            <a:custGeom>
              <a:rect b="b" l="l" r="r" t="t"/>
              <a:pathLst>
                <a:path extrusionOk="0" h="3557" w="3588">
                  <a:moveTo>
                    <a:pt x="1429" y="0"/>
                  </a:moveTo>
                  <a:lnTo>
                    <a:pt x="1429" y="1429"/>
                  </a:lnTo>
                  <a:lnTo>
                    <a:pt x="0" y="1429"/>
                  </a:lnTo>
                  <a:lnTo>
                    <a:pt x="0" y="2128"/>
                  </a:lnTo>
                  <a:lnTo>
                    <a:pt x="1429" y="2128"/>
                  </a:lnTo>
                  <a:lnTo>
                    <a:pt x="1429" y="3557"/>
                  </a:lnTo>
                  <a:lnTo>
                    <a:pt x="2128" y="3557"/>
                  </a:lnTo>
                  <a:lnTo>
                    <a:pt x="2128" y="2128"/>
                  </a:lnTo>
                  <a:lnTo>
                    <a:pt x="3587" y="2128"/>
                  </a:lnTo>
                  <a:lnTo>
                    <a:pt x="358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23"/>
            <p:cNvSpPr/>
            <p:nvPr/>
          </p:nvSpPr>
          <p:spPr>
            <a:xfrm>
              <a:off x="3150525" y="1552000"/>
              <a:ext cx="88925" cy="88925"/>
            </a:xfrm>
            <a:custGeom>
              <a:rect b="b" l="l" r="r" t="t"/>
              <a:pathLst>
                <a:path extrusionOk="0" h="3557" w="3557">
                  <a:moveTo>
                    <a:pt x="1429" y="0"/>
                  </a:moveTo>
                  <a:lnTo>
                    <a:pt x="1429" y="1429"/>
                  </a:lnTo>
                  <a:lnTo>
                    <a:pt x="1" y="1429"/>
                  </a:lnTo>
                  <a:lnTo>
                    <a:pt x="1" y="2128"/>
                  </a:lnTo>
                  <a:lnTo>
                    <a:pt x="1429" y="2128"/>
                  </a:lnTo>
                  <a:lnTo>
                    <a:pt x="1429" y="3557"/>
                  </a:lnTo>
                  <a:lnTo>
                    <a:pt x="2159" y="3557"/>
                  </a:lnTo>
                  <a:lnTo>
                    <a:pt x="2159" y="2128"/>
                  </a:lnTo>
                  <a:lnTo>
                    <a:pt x="3557" y="2128"/>
                  </a:lnTo>
                  <a:lnTo>
                    <a:pt x="3557" y="1429"/>
                  </a:lnTo>
                  <a:lnTo>
                    <a:pt x="2159" y="1429"/>
                  </a:lnTo>
                  <a:lnTo>
                    <a:pt x="215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23"/>
            <p:cNvSpPr/>
            <p:nvPr/>
          </p:nvSpPr>
          <p:spPr>
            <a:xfrm>
              <a:off x="1996250" y="1697900"/>
              <a:ext cx="88925" cy="88925"/>
            </a:xfrm>
            <a:custGeom>
              <a:rect b="b" l="l" r="r" t="t"/>
              <a:pathLst>
                <a:path extrusionOk="0" h="3557" w="3557">
                  <a:moveTo>
                    <a:pt x="1429" y="0"/>
                  </a:moveTo>
                  <a:lnTo>
                    <a:pt x="1429" y="1429"/>
                  </a:lnTo>
                  <a:lnTo>
                    <a:pt x="1" y="1429"/>
                  </a:lnTo>
                  <a:lnTo>
                    <a:pt x="1" y="2128"/>
                  </a:lnTo>
                  <a:lnTo>
                    <a:pt x="1429" y="2128"/>
                  </a:lnTo>
                  <a:lnTo>
                    <a:pt x="1429" y="3557"/>
                  </a:lnTo>
                  <a:lnTo>
                    <a:pt x="2128" y="3557"/>
                  </a:lnTo>
                  <a:lnTo>
                    <a:pt x="2128" y="2128"/>
                  </a:lnTo>
                  <a:lnTo>
                    <a:pt x="3557" y="2128"/>
                  </a:lnTo>
                  <a:lnTo>
                    <a:pt x="355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23"/>
            <p:cNvSpPr/>
            <p:nvPr/>
          </p:nvSpPr>
          <p:spPr>
            <a:xfrm>
              <a:off x="2140625" y="1697900"/>
              <a:ext cx="88925" cy="88925"/>
            </a:xfrm>
            <a:custGeom>
              <a:rect b="b" l="l" r="r" t="t"/>
              <a:pathLst>
                <a:path extrusionOk="0" h="3557" w="3557">
                  <a:moveTo>
                    <a:pt x="1429" y="0"/>
                  </a:moveTo>
                  <a:lnTo>
                    <a:pt x="1429" y="1429"/>
                  </a:lnTo>
                  <a:lnTo>
                    <a:pt x="1" y="1429"/>
                  </a:lnTo>
                  <a:lnTo>
                    <a:pt x="1" y="2128"/>
                  </a:lnTo>
                  <a:lnTo>
                    <a:pt x="1429" y="2128"/>
                  </a:lnTo>
                  <a:lnTo>
                    <a:pt x="1429" y="3557"/>
                  </a:lnTo>
                  <a:lnTo>
                    <a:pt x="2128" y="3557"/>
                  </a:lnTo>
                  <a:lnTo>
                    <a:pt x="2128" y="2128"/>
                  </a:lnTo>
                  <a:lnTo>
                    <a:pt x="3557" y="2128"/>
                  </a:lnTo>
                  <a:lnTo>
                    <a:pt x="355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23"/>
            <p:cNvSpPr/>
            <p:nvPr/>
          </p:nvSpPr>
          <p:spPr>
            <a:xfrm>
              <a:off x="2285000" y="1697900"/>
              <a:ext cx="88950" cy="88925"/>
            </a:xfrm>
            <a:custGeom>
              <a:rect b="b" l="l" r="r" t="t"/>
              <a:pathLst>
                <a:path extrusionOk="0" h="3557" w="3558">
                  <a:moveTo>
                    <a:pt x="1429" y="0"/>
                  </a:moveTo>
                  <a:lnTo>
                    <a:pt x="1429" y="1429"/>
                  </a:lnTo>
                  <a:lnTo>
                    <a:pt x="1" y="1429"/>
                  </a:lnTo>
                  <a:lnTo>
                    <a:pt x="1" y="2128"/>
                  </a:lnTo>
                  <a:lnTo>
                    <a:pt x="1429" y="2128"/>
                  </a:lnTo>
                  <a:lnTo>
                    <a:pt x="1429" y="3557"/>
                  </a:lnTo>
                  <a:lnTo>
                    <a:pt x="2129" y="3557"/>
                  </a:lnTo>
                  <a:lnTo>
                    <a:pt x="2129" y="2128"/>
                  </a:lnTo>
                  <a:lnTo>
                    <a:pt x="3557" y="2128"/>
                  </a:lnTo>
                  <a:lnTo>
                    <a:pt x="3557" y="1429"/>
                  </a:lnTo>
                  <a:lnTo>
                    <a:pt x="2129" y="1429"/>
                  </a:lnTo>
                  <a:lnTo>
                    <a:pt x="212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23"/>
            <p:cNvSpPr/>
            <p:nvPr/>
          </p:nvSpPr>
          <p:spPr>
            <a:xfrm>
              <a:off x="2429400" y="1697900"/>
              <a:ext cx="88925" cy="88925"/>
            </a:xfrm>
            <a:custGeom>
              <a:rect b="b" l="l" r="r" t="t"/>
              <a:pathLst>
                <a:path extrusionOk="0" h="3557" w="3557">
                  <a:moveTo>
                    <a:pt x="1398" y="0"/>
                  </a:moveTo>
                  <a:lnTo>
                    <a:pt x="1398" y="1429"/>
                  </a:lnTo>
                  <a:lnTo>
                    <a:pt x="0" y="1429"/>
                  </a:lnTo>
                  <a:lnTo>
                    <a:pt x="0" y="2128"/>
                  </a:lnTo>
                  <a:lnTo>
                    <a:pt x="1398" y="2128"/>
                  </a:lnTo>
                  <a:lnTo>
                    <a:pt x="1398" y="3557"/>
                  </a:lnTo>
                  <a:lnTo>
                    <a:pt x="2128" y="3557"/>
                  </a:lnTo>
                  <a:lnTo>
                    <a:pt x="2128" y="2128"/>
                  </a:lnTo>
                  <a:lnTo>
                    <a:pt x="3556" y="2128"/>
                  </a:lnTo>
                  <a:lnTo>
                    <a:pt x="3556"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23"/>
            <p:cNvSpPr/>
            <p:nvPr/>
          </p:nvSpPr>
          <p:spPr>
            <a:xfrm>
              <a:off x="2573000" y="1697900"/>
              <a:ext cx="89700" cy="88925"/>
            </a:xfrm>
            <a:custGeom>
              <a:rect b="b" l="l" r="r" t="t"/>
              <a:pathLst>
                <a:path extrusionOk="0" h="3557" w="3588">
                  <a:moveTo>
                    <a:pt x="1429" y="0"/>
                  </a:moveTo>
                  <a:lnTo>
                    <a:pt x="1429" y="1429"/>
                  </a:lnTo>
                  <a:lnTo>
                    <a:pt x="1" y="1429"/>
                  </a:lnTo>
                  <a:lnTo>
                    <a:pt x="1" y="2128"/>
                  </a:lnTo>
                  <a:lnTo>
                    <a:pt x="1429" y="2128"/>
                  </a:lnTo>
                  <a:lnTo>
                    <a:pt x="1429" y="3557"/>
                  </a:lnTo>
                  <a:lnTo>
                    <a:pt x="2159" y="3557"/>
                  </a:lnTo>
                  <a:lnTo>
                    <a:pt x="2159" y="2128"/>
                  </a:lnTo>
                  <a:lnTo>
                    <a:pt x="3588" y="2128"/>
                  </a:lnTo>
                  <a:lnTo>
                    <a:pt x="3588" y="1429"/>
                  </a:lnTo>
                  <a:lnTo>
                    <a:pt x="2159" y="1429"/>
                  </a:lnTo>
                  <a:lnTo>
                    <a:pt x="215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23"/>
            <p:cNvSpPr/>
            <p:nvPr/>
          </p:nvSpPr>
          <p:spPr>
            <a:xfrm>
              <a:off x="2717400" y="1697900"/>
              <a:ext cx="89675" cy="88925"/>
            </a:xfrm>
            <a:custGeom>
              <a:rect b="b" l="l" r="r" t="t"/>
              <a:pathLst>
                <a:path extrusionOk="0" h="3557" w="3587">
                  <a:moveTo>
                    <a:pt x="1429" y="0"/>
                  </a:moveTo>
                  <a:lnTo>
                    <a:pt x="1429" y="1429"/>
                  </a:lnTo>
                  <a:lnTo>
                    <a:pt x="0" y="1429"/>
                  </a:lnTo>
                  <a:lnTo>
                    <a:pt x="0" y="2128"/>
                  </a:lnTo>
                  <a:lnTo>
                    <a:pt x="1429" y="2128"/>
                  </a:lnTo>
                  <a:lnTo>
                    <a:pt x="1429" y="3557"/>
                  </a:lnTo>
                  <a:lnTo>
                    <a:pt x="2158" y="3557"/>
                  </a:lnTo>
                  <a:lnTo>
                    <a:pt x="2158" y="2128"/>
                  </a:lnTo>
                  <a:lnTo>
                    <a:pt x="3587" y="2128"/>
                  </a:lnTo>
                  <a:lnTo>
                    <a:pt x="3587" y="1429"/>
                  </a:lnTo>
                  <a:lnTo>
                    <a:pt x="2158" y="1429"/>
                  </a:lnTo>
                  <a:lnTo>
                    <a:pt x="215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23"/>
            <p:cNvSpPr/>
            <p:nvPr/>
          </p:nvSpPr>
          <p:spPr>
            <a:xfrm>
              <a:off x="2861775" y="1697900"/>
              <a:ext cx="89675" cy="88925"/>
            </a:xfrm>
            <a:custGeom>
              <a:rect b="b" l="l" r="r" t="t"/>
              <a:pathLst>
                <a:path extrusionOk="0" h="3557" w="3587">
                  <a:moveTo>
                    <a:pt x="1429" y="0"/>
                  </a:moveTo>
                  <a:lnTo>
                    <a:pt x="1429" y="1429"/>
                  </a:lnTo>
                  <a:lnTo>
                    <a:pt x="0" y="1429"/>
                  </a:lnTo>
                  <a:lnTo>
                    <a:pt x="0" y="2128"/>
                  </a:lnTo>
                  <a:lnTo>
                    <a:pt x="1429" y="2128"/>
                  </a:lnTo>
                  <a:lnTo>
                    <a:pt x="1429" y="3557"/>
                  </a:lnTo>
                  <a:lnTo>
                    <a:pt x="2158" y="3557"/>
                  </a:lnTo>
                  <a:lnTo>
                    <a:pt x="2158" y="2128"/>
                  </a:lnTo>
                  <a:lnTo>
                    <a:pt x="3587" y="2128"/>
                  </a:lnTo>
                  <a:lnTo>
                    <a:pt x="3587" y="1429"/>
                  </a:lnTo>
                  <a:lnTo>
                    <a:pt x="2158" y="1429"/>
                  </a:lnTo>
                  <a:lnTo>
                    <a:pt x="215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23"/>
            <p:cNvSpPr/>
            <p:nvPr/>
          </p:nvSpPr>
          <p:spPr>
            <a:xfrm>
              <a:off x="3006150" y="1697900"/>
              <a:ext cx="89700" cy="88925"/>
            </a:xfrm>
            <a:custGeom>
              <a:rect b="b" l="l" r="r" t="t"/>
              <a:pathLst>
                <a:path extrusionOk="0" h="3557" w="3588">
                  <a:moveTo>
                    <a:pt x="1429" y="0"/>
                  </a:moveTo>
                  <a:lnTo>
                    <a:pt x="1429" y="1429"/>
                  </a:lnTo>
                  <a:lnTo>
                    <a:pt x="0" y="1429"/>
                  </a:lnTo>
                  <a:lnTo>
                    <a:pt x="0" y="2128"/>
                  </a:lnTo>
                  <a:lnTo>
                    <a:pt x="1429" y="2128"/>
                  </a:lnTo>
                  <a:lnTo>
                    <a:pt x="1429" y="3557"/>
                  </a:lnTo>
                  <a:lnTo>
                    <a:pt x="2128" y="3557"/>
                  </a:lnTo>
                  <a:lnTo>
                    <a:pt x="2128" y="2128"/>
                  </a:lnTo>
                  <a:lnTo>
                    <a:pt x="3587" y="2128"/>
                  </a:lnTo>
                  <a:lnTo>
                    <a:pt x="358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23"/>
            <p:cNvSpPr/>
            <p:nvPr/>
          </p:nvSpPr>
          <p:spPr>
            <a:xfrm>
              <a:off x="3150525" y="1697900"/>
              <a:ext cx="88925" cy="88925"/>
            </a:xfrm>
            <a:custGeom>
              <a:rect b="b" l="l" r="r" t="t"/>
              <a:pathLst>
                <a:path extrusionOk="0" h="3557" w="3557">
                  <a:moveTo>
                    <a:pt x="1429" y="0"/>
                  </a:moveTo>
                  <a:lnTo>
                    <a:pt x="1429" y="1429"/>
                  </a:lnTo>
                  <a:lnTo>
                    <a:pt x="1" y="1429"/>
                  </a:lnTo>
                  <a:lnTo>
                    <a:pt x="1" y="2128"/>
                  </a:lnTo>
                  <a:lnTo>
                    <a:pt x="1429" y="2128"/>
                  </a:lnTo>
                  <a:lnTo>
                    <a:pt x="1429" y="3557"/>
                  </a:lnTo>
                  <a:lnTo>
                    <a:pt x="2159" y="3557"/>
                  </a:lnTo>
                  <a:lnTo>
                    <a:pt x="2159" y="2128"/>
                  </a:lnTo>
                  <a:lnTo>
                    <a:pt x="3557" y="2128"/>
                  </a:lnTo>
                  <a:lnTo>
                    <a:pt x="3557" y="1429"/>
                  </a:lnTo>
                  <a:lnTo>
                    <a:pt x="2159" y="1429"/>
                  </a:lnTo>
                  <a:lnTo>
                    <a:pt x="215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23"/>
            <p:cNvSpPr/>
            <p:nvPr/>
          </p:nvSpPr>
          <p:spPr>
            <a:xfrm>
              <a:off x="1996250" y="1843800"/>
              <a:ext cx="88925" cy="88925"/>
            </a:xfrm>
            <a:custGeom>
              <a:rect b="b" l="l" r="r" t="t"/>
              <a:pathLst>
                <a:path extrusionOk="0" h="3557" w="3557">
                  <a:moveTo>
                    <a:pt x="1429" y="0"/>
                  </a:moveTo>
                  <a:lnTo>
                    <a:pt x="1429" y="1429"/>
                  </a:lnTo>
                  <a:lnTo>
                    <a:pt x="1" y="1429"/>
                  </a:lnTo>
                  <a:lnTo>
                    <a:pt x="1" y="2128"/>
                  </a:lnTo>
                  <a:lnTo>
                    <a:pt x="1429" y="2128"/>
                  </a:lnTo>
                  <a:lnTo>
                    <a:pt x="1429" y="3556"/>
                  </a:lnTo>
                  <a:lnTo>
                    <a:pt x="2128" y="3556"/>
                  </a:lnTo>
                  <a:lnTo>
                    <a:pt x="2128" y="2128"/>
                  </a:lnTo>
                  <a:lnTo>
                    <a:pt x="3557" y="2128"/>
                  </a:lnTo>
                  <a:lnTo>
                    <a:pt x="355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23"/>
            <p:cNvSpPr/>
            <p:nvPr/>
          </p:nvSpPr>
          <p:spPr>
            <a:xfrm>
              <a:off x="2140625" y="1843800"/>
              <a:ext cx="88925" cy="88925"/>
            </a:xfrm>
            <a:custGeom>
              <a:rect b="b" l="l" r="r" t="t"/>
              <a:pathLst>
                <a:path extrusionOk="0" h="3557" w="3557">
                  <a:moveTo>
                    <a:pt x="1429" y="0"/>
                  </a:moveTo>
                  <a:lnTo>
                    <a:pt x="1429" y="1429"/>
                  </a:lnTo>
                  <a:lnTo>
                    <a:pt x="1" y="1429"/>
                  </a:lnTo>
                  <a:lnTo>
                    <a:pt x="1" y="2128"/>
                  </a:lnTo>
                  <a:lnTo>
                    <a:pt x="1429" y="2128"/>
                  </a:lnTo>
                  <a:lnTo>
                    <a:pt x="1429" y="3556"/>
                  </a:lnTo>
                  <a:lnTo>
                    <a:pt x="2128" y="3556"/>
                  </a:lnTo>
                  <a:lnTo>
                    <a:pt x="2128" y="2128"/>
                  </a:lnTo>
                  <a:lnTo>
                    <a:pt x="3557" y="2128"/>
                  </a:lnTo>
                  <a:lnTo>
                    <a:pt x="355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23"/>
            <p:cNvSpPr/>
            <p:nvPr/>
          </p:nvSpPr>
          <p:spPr>
            <a:xfrm>
              <a:off x="2285000" y="1843800"/>
              <a:ext cx="88950" cy="88925"/>
            </a:xfrm>
            <a:custGeom>
              <a:rect b="b" l="l" r="r" t="t"/>
              <a:pathLst>
                <a:path extrusionOk="0" h="3557" w="3558">
                  <a:moveTo>
                    <a:pt x="1429" y="0"/>
                  </a:moveTo>
                  <a:lnTo>
                    <a:pt x="1429" y="1429"/>
                  </a:lnTo>
                  <a:lnTo>
                    <a:pt x="1" y="1429"/>
                  </a:lnTo>
                  <a:lnTo>
                    <a:pt x="1" y="2128"/>
                  </a:lnTo>
                  <a:lnTo>
                    <a:pt x="1429" y="2128"/>
                  </a:lnTo>
                  <a:lnTo>
                    <a:pt x="1429" y="3556"/>
                  </a:lnTo>
                  <a:lnTo>
                    <a:pt x="2129" y="3556"/>
                  </a:lnTo>
                  <a:lnTo>
                    <a:pt x="2129" y="2128"/>
                  </a:lnTo>
                  <a:lnTo>
                    <a:pt x="3557" y="2128"/>
                  </a:lnTo>
                  <a:lnTo>
                    <a:pt x="3557" y="1429"/>
                  </a:lnTo>
                  <a:lnTo>
                    <a:pt x="2129" y="1429"/>
                  </a:lnTo>
                  <a:lnTo>
                    <a:pt x="212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23"/>
            <p:cNvSpPr/>
            <p:nvPr/>
          </p:nvSpPr>
          <p:spPr>
            <a:xfrm>
              <a:off x="2429400" y="1843800"/>
              <a:ext cx="88925" cy="88925"/>
            </a:xfrm>
            <a:custGeom>
              <a:rect b="b" l="l" r="r" t="t"/>
              <a:pathLst>
                <a:path extrusionOk="0" h="3557" w="3557">
                  <a:moveTo>
                    <a:pt x="1398" y="0"/>
                  </a:moveTo>
                  <a:lnTo>
                    <a:pt x="1398" y="1429"/>
                  </a:lnTo>
                  <a:lnTo>
                    <a:pt x="0" y="1429"/>
                  </a:lnTo>
                  <a:lnTo>
                    <a:pt x="0" y="2128"/>
                  </a:lnTo>
                  <a:lnTo>
                    <a:pt x="1398" y="2128"/>
                  </a:lnTo>
                  <a:lnTo>
                    <a:pt x="1398" y="3556"/>
                  </a:lnTo>
                  <a:lnTo>
                    <a:pt x="2128" y="3556"/>
                  </a:lnTo>
                  <a:lnTo>
                    <a:pt x="2128" y="2128"/>
                  </a:lnTo>
                  <a:lnTo>
                    <a:pt x="3556" y="2128"/>
                  </a:lnTo>
                  <a:lnTo>
                    <a:pt x="3556"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23"/>
            <p:cNvSpPr/>
            <p:nvPr/>
          </p:nvSpPr>
          <p:spPr>
            <a:xfrm>
              <a:off x="2573000" y="1843800"/>
              <a:ext cx="89700" cy="88925"/>
            </a:xfrm>
            <a:custGeom>
              <a:rect b="b" l="l" r="r" t="t"/>
              <a:pathLst>
                <a:path extrusionOk="0" h="3557" w="3588">
                  <a:moveTo>
                    <a:pt x="1429" y="0"/>
                  </a:moveTo>
                  <a:lnTo>
                    <a:pt x="1429" y="1429"/>
                  </a:lnTo>
                  <a:lnTo>
                    <a:pt x="1" y="1429"/>
                  </a:lnTo>
                  <a:lnTo>
                    <a:pt x="1" y="2128"/>
                  </a:lnTo>
                  <a:lnTo>
                    <a:pt x="1429" y="2128"/>
                  </a:lnTo>
                  <a:lnTo>
                    <a:pt x="1429" y="3556"/>
                  </a:lnTo>
                  <a:lnTo>
                    <a:pt x="2159" y="3556"/>
                  </a:lnTo>
                  <a:lnTo>
                    <a:pt x="2159" y="2128"/>
                  </a:lnTo>
                  <a:lnTo>
                    <a:pt x="3588" y="2128"/>
                  </a:lnTo>
                  <a:lnTo>
                    <a:pt x="3588" y="1429"/>
                  </a:lnTo>
                  <a:lnTo>
                    <a:pt x="2159" y="1429"/>
                  </a:lnTo>
                  <a:lnTo>
                    <a:pt x="215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23"/>
            <p:cNvSpPr/>
            <p:nvPr/>
          </p:nvSpPr>
          <p:spPr>
            <a:xfrm>
              <a:off x="2717400" y="1843800"/>
              <a:ext cx="89675" cy="88925"/>
            </a:xfrm>
            <a:custGeom>
              <a:rect b="b" l="l" r="r" t="t"/>
              <a:pathLst>
                <a:path extrusionOk="0" h="3557" w="3587">
                  <a:moveTo>
                    <a:pt x="1429" y="0"/>
                  </a:moveTo>
                  <a:lnTo>
                    <a:pt x="1429" y="1429"/>
                  </a:lnTo>
                  <a:lnTo>
                    <a:pt x="0" y="1429"/>
                  </a:lnTo>
                  <a:lnTo>
                    <a:pt x="0" y="2128"/>
                  </a:lnTo>
                  <a:lnTo>
                    <a:pt x="1429" y="2128"/>
                  </a:lnTo>
                  <a:lnTo>
                    <a:pt x="1429" y="3556"/>
                  </a:lnTo>
                  <a:lnTo>
                    <a:pt x="2158" y="3556"/>
                  </a:lnTo>
                  <a:lnTo>
                    <a:pt x="2158" y="2128"/>
                  </a:lnTo>
                  <a:lnTo>
                    <a:pt x="3587" y="2128"/>
                  </a:lnTo>
                  <a:lnTo>
                    <a:pt x="3587" y="1429"/>
                  </a:lnTo>
                  <a:lnTo>
                    <a:pt x="2158" y="1429"/>
                  </a:lnTo>
                  <a:lnTo>
                    <a:pt x="215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23"/>
            <p:cNvSpPr/>
            <p:nvPr/>
          </p:nvSpPr>
          <p:spPr>
            <a:xfrm>
              <a:off x="2861775" y="1843800"/>
              <a:ext cx="89675" cy="88925"/>
            </a:xfrm>
            <a:custGeom>
              <a:rect b="b" l="l" r="r" t="t"/>
              <a:pathLst>
                <a:path extrusionOk="0" h="3557" w="3587">
                  <a:moveTo>
                    <a:pt x="1429" y="0"/>
                  </a:moveTo>
                  <a:lnTo>
                    <a:pt x="1429" y="1429"/>
                  </a:lnTo>
                  <a:lnTo>
                    <a:pt x="0" y="1429"/>
                  </a:lnTo>
                  <a:lnTo>
                    <a:pt x="0" y="2128"/>
                  </a:lnTo>
                  <a:lnTo>
                    <a:pt x="1429" y="2128"/>
                  </a:lnTo>
                  <a:lnTo>
                    <a:pt x="1429" y="3556"/>
                  </a:lnTo>
                  <a:lnTo>
                    <a:pt x="2158" y="3556"/>
                  </a:lnTo>
                  <a:lnTo>
                    <a:pt x="2158" y="2128"/>
                  </a:lnTo>
                  <a:lnTo>
                    <a:pt x="3587" y="2128"/>
                  </a:lnTo>
                  <a:lnTo>
                    <a:pt x="3587" y="1429"/>
                  </a:lnTo>
                  <a:lnTo>
                    <a:pt x="2158" y="1429"/>
                  </a:lnTo>
                  <a:lnTo>
                    <a:pt x="215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23"/>
            <p:cNvSpPr/>
            <p:nvPr/>
          </p:nvSpPr>
          <p:spPr>
            <a:xfrm>
              <a:off x="3006150" y="1843800"/>
              <a:ext cx="89700" cy="88925"/>
            </a:xfrm>
            <a:custGeom>
              <a:rect b="b" l="l" r="r" t="t"/>
              <a:pathLst>
                <a:path extrusionOk="0" h="3557" w="3588">
                  <a:moveTo>
                    <a:pt x="1429" y="0"/>
                  </a:moveTo>
                  <a:lnTo>
                    <a:pt x="1429" y="1429"/>
                  </a:lnTo>
                  <a:lnTo>
                    <a:pt x="0" y="1429"/>
                  </a:lnTo>
                  <a:lnTo>
                    <a:pt x="0" y="2128"/>
                  </a:lnTo>
                  <a:lnTo>
                    <a:pt x="1429" y="2128"/>
                  </a:lnTo>
                  <a:lnTo>
                    <a:pt x="1429" y="3556"/>
                  </a:lnTo>
                  <a:lnTo>
                    <a:pt x="2128" y="3556"/>
                  </a:lnTo>
                  <a:lnTo>
                    <a:pt x="2128" y="2128"/>
                  </a:lnTo>
                  <a:lnTo>
                    <a:pt x="3587" y="2128"/>
                  </a:lnTo>
                  <a:lnTo>
                    <a:pt x="358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23"/>
            <p:cNvSpPr/>
            <p:nvPr/>
          </p:nvSpPr>
          <p:spPr>
            <a:xfrm>
              <a:off x="3150525" y="1843800"/>
              <a:ext cx="88925" cy="88925"/>
            </a:xfrm>
            <a:custGeom>
              <a:rect b="b" l="l" r="r" t="t"/>
              <a:pathLst>
                <a:path extrusionOk="0" h="3557" w="3557">
                  <a:moveTo>
                    <a:pt x="1429" y="0"/>
                  </a:moveTo>
                  <a:lnTo>
                    <a:pt x="1429" y="1429"/>
                  </a:lnTo>
                  <a:lnTo>
                    <a:pt x="1" y="1429"/>
                  </a:lnTo>
                  <a:lnTo>
                    <a:pt x="1" y="2128"/>
                  </a:lnTo>
                  <a:lnTo>
                    <a:pt x="1429" y="2128"/>
                  </a:lnTo>
                  <a:lnTo>
                    <a:pt x="1429" y="3556"/>
                  </a:lnTo>
                  <a:lnTo>
                    <a:pt x="2159" y="3556"/>
                  </a:lnTo>
                  <a:lnTo>
                    <a:pt x="2159" y="2128"/>
                  </a:lnTo>
                  <a:lnTo>
                    <a:pt x="3557" y="2128"/>
                  </a:lnTo>
                  <a:lnTo>
                    <a:pt x="3557" y="1429"/>
                  </a:lnTo>
                  <a:lnTo>
                    <a:pt x="2159" y="1429"/>
                  </a:lnTo>
                  <a:lnTo>
                    <a:pt x="215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23"/>
            <p:cNvSpPr/>
            <p:nvPr/>
          </p:nvSpPr>
          <p:spPr>
            <a:xfrm>
              <a:off x="1996250" y="1989700"/>
              <a:ext cx="88925" cy="88925"/>
            </a:xfrm>
            <a:custGeom>
              <a:rect b="b" l="l" r="r" t="t"/>
              <a:pathLst>
                <a:path extrusionOk="0" h="3557" w="3557">
                  <a:moveTo>
                    <a:pt x="1429" y="0"/>
                  </a:moveTo>
                  <a:lnTo>
                    <a:pt x="1429" y="1429"/>
                  </a:lnTo>
                  <a:lnTo>
                    <a:pt x="1" y="1429"/>
                  </a:lnTo>
                  <a:lnTo>
                    <a:pt x="1" y="2128"/>
                  </a:lnTo>
                  <a:lnTo>
                    <a:pt x="1429" y="2128"/>
                  </a:lnTo>
                  <a:lnTo>
                    <a:pt x="1429" y="3556"/>
                  </a:lnTo>
                  <a:lnTo>
                    <a:pt x="2128" y="3556"/>
                  </a:lnTo>
                  <a:lnTo>
                    <a:pt x="2128" y="2128"/>
                  </a:lnTo>
                  <a:lnTo>
                    <a:pt x="3557" y="2128"/>
                  </a:lnTo>
                  <a:lnTo>
                    <a:pt x="355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23"/>
            <p:cNvSpPr/>
            <p:nvPr/>
          </p:nvSpPr>
          <p:spPr>
            <a:xfrm>
              <a:off x="2140625" y="1989700"/>
              <a:ext cx="88925" cy="88925"/>
            </a:xfrm>
            <a:custGeom>
              <a:rect b="b" l="l" r="r" t="t"/>
              <a:pathLst>
                <a:path extrusionOk="0" h="3557" w="3557">
                  <a:moveTo>
                    <a:pt x="1429" y="0"/>
                  </a:moveTo>
                  <a:lnTo>
                    <a:pt x="1429" y="1429"/>
                  </a:lnTo>
                  <a:lnTo>
                    <a:pt x="1" y="1429"/>
                  </a:lnTo>
                  <a:lnTo>
                    <a:pt x="1" y="2128"/>
                  </a:lnTo>
                  <a:lnTo>
                    <a:pt x="1429" y="2128"/>
                  </a:lnTo>
                  <a:lnTo>
                    <a:pt x="1429" y="3556"/>
                  </a:lnTo>
                  <a:lnTo>
                    <a:pt x="2128" y="3556"/>
                  </a:lnTo>
                  <a:lnTo>
                    <a:pt x="2128" y="2128"/>
                  </a:lnTo>
                  <a:lnTo>
                    <a:pt x="3557" y="2128"/>
                  </a:lnTo>
                  <a:lnTo>
                    <a:pt x="355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23"/>
            <p:cNvSpPr/>
            <p:nvPr/>
          </p:nvSpPr>
          <p:spPr>
            <a:xfrm>
              <a:off x="2285000" y="1989700"/>
              <a:ext cx="88950" cy="88925"/>
            </a:xfrm>
            <a:custGeom>
              <a:rect b="b" l="l" r="r" t="t"/>
              <a:pathLst>
                <a:path extrusionOk="0" h="3557" w="3558">
                  <a:moveTo>
                    <a:pt x="1429" y="0"/>
                  </a:moveTo>
                  <a:lnTo>
                    <a:pt x="1429" y="1429"/>
                  </a:lnTo>
                  <a:lnTo>
                    <a:pt x="1" y="1429"/>
                  </a:lnTo>
                  <a:lnTo>
                    <a:pt x="1" y="2128"/>
                  </a:lnTo>
                  <a:lnTo>
                    <a:pt x="1429" y="2128"/>
                  </a:lnTo>
                  <a:lnTo>
                    <a:pt x="1429" y="3556"/>
                  </a:lnTo>
                  <a:lnTo>
                    <a:pt x="2129" y="3556"/>
                  </a:lnTo>
                  <a:lnTo>
                    <a:pt x="2129" y="2128"/>
                  </a:lnTo>
                  <a:lnTo>
                    <a:pt x="3557" y="2128"/>
                  </a:lnTo>
                  <a:lnTo>
                    <a:pt x="3557" y="1429"/>
                  </a:lnTo>
                  <a:lnTo>
                    <a:pt x="2129" y="1429"/>
                  </a:lnTo>
                  <a:lnTo>
                    <a:pt x="212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23"/>
            <p:cNvSpPr/>
            <p:nvPr/>
          </p:nvSpPr>
          <p:spPr>
            <a:xfrm>
              <a:off x="2429400" y="1989700"/>
              <a:ext cx="88925" cy="88925"/>
            </a:xfrm>
            <a:custGeom>
              <a:rect b="b" l="l" r="r" t="t"/>
              <a:pathLst>
                <a:path extrusionOk="0" h="3557" w="3557">
                  <a:moveTo>
                    <a:pt x="1398" y="0"/>
                  </a:moveTo>
                  <a:lnTo>
                    <a:pt x="1398" y="1429"/>
                  </a:lnTo>
                  <a:lnTo>
                    <a:pt x="0" y="1429"/>
                  </a:lnTo>
                  <a:lnTo>
                    <a:pt x="0" y="2128"/>
                  </a:lnTo>
                  <a:lnTo>
                    <a:pt x="1398" y="2128"/>
                  </a:lnTo>
                  <a:lnTo>
                    <a:pt x="1398" y="3556"/>
                  </a:lnTo>
                  <a:lnTo>
                    <a:pt x="2128" y="3556"/>
                  </a:lnTo>
                  <a:lnTo>
                    <a:pt x="2128" y="2128"/>
                  </a:lnTo>
                  <a:lnTo>
                    <a:pt x="3556" y="2128"/>
                  </a:lnTo>
                  <a:lnTo>
                    <a:pt x="3556"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23"/>
            <p:cNvSpPr/>
            <p:nvPr/>
          </p:nvSpPr>
          <p:spPr>
            <a:xfrm>
              <a:off x="2573000" y="1989700"/>
              <a:ext cx="89700" cy="88925"/>
            </a:xfrm>
            <a:custGeom>
              <a:rect b="b" l="l" r="r" t="t"/>
              <a:pathLst>
                <a:path extrusionOk="0" h="3557" w="3588">
                  <a:moveTo>
                    <a:pt x="1429" y="0"/>
                  </a:moveTo>
                  <a:lnTo>
                    <a:pt x="1429" y="1429"/>
                  </a:lnTo>
                  <a:lnTo>
                    <a:pt x="1" y="1429"/>
                  </a:lnTo>
                  <a:lnTo>
                    <a:pt x="1" y="2128"/>
                  </a:lnTo>
                  <a:lnTo>
                    <a:pt x="1429" y="2128"/>
                  </a:lnTo>
                  <a:lnTo>
                    <a:pt x="1429" y="3556"/>
                  </a:lnTo>
                  <a:lnTo>
                    <a:pt x="2159" y="3556"/>
                  </a:lnTo>
                  <a:lnTo>
                    <a:pt x="2159" y="2128"/>
                  </a:lnTo>
                  <a:lnTo>
                    <a:pt x="3588" y="2128"/>
                  </a:lnTo>
                  <a:lnTo>
                    <a:pt x="3588" y="1429"/>
                  </a:lnTo>
                  <a:lnTo>
                    <a:pt x="2159" y="1429"/>
                  </a:lnTo>
                  <a:lnTo>
                    <a:pt x="215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23"/>
            <p:cNvSpPr/>
            <p:nvPr/>
          </p:nvSpPr>
          <p:spPr>
            <a:xfrm>
              <a:off x="2717400" y="1989700"/>
              <a:ext cx="89675" cy="88925"/>
            </a:xfrm>
            <a:custGeom>
              <a:rect b="b" l="l" r="r" t="t"/>
              <a:pathLst>
                <a:path extrusionOk="0" h="3557" w="3587">
                  <a:moveTo>
                    <a:pt x="1429" y="0"/>
                  </a:moveTo>
                  <a:lnTo>
                    <a:pt x="1429" y="1429"/>
                  </a:lnTo>
                  <a:lnTo>
                    <a:pt x="0" y="1429"/>
                  </a:lnTo>
                  <a:lnTo>
                    <a:pt x="0" y="2128"/>
                  </a:lnTo>
                  <a:lnTo>
                    <a:pt x="1429" y="2128"/>
                  </a:lnTo>
                  <a:lnTo>
                    <a:pt x="1429" y="3556"/>
                  </a:lnTo>
                  <a:lnTo>
                    <a:pt x="2158" y="3556"/>
                  </a:lnTo>
                  <a:lnTo>
                    <a:pt x="2158" y="2128"/>
                  </a:lnTo>
                  <a:lnTo>
                    <a:pt x="3587" y="2128"/>
                  </a:lnTo>
                  <a:lnTo>
                    <a:pt x="3587" y="1429"/>
                  </a:lnTo>
                  <a:lnTo>
                    <a:pt x="2158" y="1429"/>
                  </a:lnTo>
                  <a:lnTo>
                    <a:pt x="215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23"/>
            <p:cNvSpPr/>
            <p:nvPr/>
          </p:nvSpPr>
          <p:spPr>
            <a:xfrm>
              <a:off x="2861775" y="1989700"/>
              <a:ext cx="89675" cy="88925"/>
            </a:xfrm>
            <a:custGeom>
              <a:rect b="b" l="l" r="r" t="t"/>
              <a:pathLst>
                <a:path extrusionOk="0" h="3557" w="3587">
                  <a:moveTo>
                    <a:pt x="1429" y="0"/>
                  </a:moveTo>
                  <a:lnTo>
                    <a:pt x="1429" y="1429"/>
                  </a:lnTo>
                  <a:lnTo>
                    <a:pt x="0" y="1429"/>
                  </a:lnTo>
                  <a:lnTo>
                    <a:pt x="0" y="2128"/>
                  </a:lnTo>
                  <a:lnTo>
                    <a:pt x="1429" y="2128"/>
                  </a:lnTo>
                  <a:lnTo>
                    <a:pt x="1429" y="3556"/>
                  </a:lnTo>
                  <a:lnTo>
                    <a:pt x="2158" y="3556"/>
                  </a:lnTo>
                  <a:lnTo>
                    <a:pt x="2158" y="2128"/>
                  </a:lnTo>
                  <a:lnTo>
                    <a:pt x="3587" y="2128"/>
                  </a:lnTo>
                  <a:lnTo>
                    <a:pt x="3587" y="1429"/>
                  </a:lnTo>
                  <a:lnTo>
                    <a:pt x="2158" y="1429"/>
                  </a:lnTo>
                  <a:lnTo>
                    <a:pt x="215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23"/>
            <p:cNvSpPr/>
            <p:nvPr/>
          </p:nvSpPr>
          <p:spPr>
            <a:xfrm>
              <a:off x="3006150" y="1989700"/>
              <a:ext cx="89700" cy="88925"/>
            </a:xfrm>
            <a:custGeom>
              <a:rect b="b" l="l" r="r" t="t"/>
              <a:pathLst>
                <a:path extrusionOk="0" h="3557" w="3588">
                  <a:moveTo>
                    <a:pt x="1429" y="0"/>
                  </a:moveTo>
                  <a:lnTo>
                    <a:pt x="1429" y="1429"/>
                  </a:lnTo>
                  <a:lnTo>
                    <a:pt x="0" y="1429"/>
                  </a:lnTo>
                  <a:lnTo>
                    <a:pt x="0" y="2128"/>
                  </a:lnTo>
                  <a:lnTo>
                    <a:pt x="1429" y="2128"/>
                  </a:lnTo>
                  <a:lnTo>
                    <a:pt x="1429" y="3556"/>
                  </a:lnTo>
                  <a:lnTo>
                    <a:pt x="2128" y="3556"/>
                  </a:lnTo>
                  <a:lnTo>
                    <a:pt x="2128" y="2128"/>
                  </a:lnTo>
                  <a:lnTo>
                    <a:pt x="3587" y="2128"/>
                  </a:lnTo>
                  <a:lnTo>
                    <a:pt x="358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23"/>
            <p:cNvSpPr/>
            <p:nvPr/>
          </p:nvSpPr>
          <p:spPr>
            <a:xfrm>
              <a:off x="3150525" y="1989700"/>
              <a:ext cx="88925" cy="88925"/>
            </a:xfrm>
            <a:custGeom>
              <a:rect b="b" l="l" r="r" t="t"/>
              <a:pathLst>
                <a:path extrusionOk="0" h="3557" w="3557">
                  <a:moveTo>
                    <a:pt x="1429" y="0"/>
                  </a:moveTo>
                  <a:lnTo>
                    <a:pt x="1429" y="1429"/>
                  </a:lnTo>
                  <a:lnTo>
                    <a:pt x="1" y="1429"/>
                  </a:lnTo>
                  <a:lnTo>
                    <a:pt x="1" y="2128"/>
                  </a:lnTo>
                  <a:lnTo>
                    <a:pt x="1429" y="2128"/>
                  </a:lnTo>
                  <a:lnTo>
                    <a:pt x="1429" y="3556"/>
                  </a:lnTo>
                  <a:lnTo>
                    <a:pt x="2159" y="3556"/>
                  </a:lnTo>
                  <a:lnTo>
                    <a:pt x="2159" y="2128"/>
                  </a:lnTo>
                  <a:lnTo>
                    <a:pt x="3557" y="2128"/>
                  </a:lnTo>
                  <a:lnTo>
                    <a:pt x="3557" y="1429"/>
                  </a:lnTo>
                  <a:lnTo>
                    <a:pt x="2159" y="1429"/>
                  </a:lnTo>
                  <a:lnTo>
                    <a:pt x="215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23"/>
            <p:cNvSpPr/>
            <p:nvPr/>
          </p:nvSpPr>
          <p:spPr>
            <a:xfrm>
              <a:off x="1996250" y="2135600"/>
              <a:ext cx="88925" cy="88925"/>
            </a:xfrm>
            <a:custGeom>
              <a:rect b="b" l="l" r="r" t="t"/>
              <a:pathLst>
                <a:path extrusionOk="0" h="3557" w="3557">
                  <a:moveTo>
                    <a:pt x="1429" y="0"/>
                  </a:moveTo>
                  <a:lnTo>
                    <a:pt x="1429" y="1429"/>
                  </a:lnTo>
                  <a:lnTo>
                    <a:pt x="1" y="1429"/>
                  </a:lnTo>
                  <a:lnTo>
                    <a:pt x="1" y="2128"/>
                  </a:lnTo>
                  <a:lnTo>
                    <a:pt x="1429" y="2128"/>
                  </a:lnTo>
                  <a:lnTo>
                    <a:pt x="1429" y="3556"/>
                  </a:lnTo>
                  <a:lnTo>
                    <a:pt x="2128" y="3556"/>
                  </a:lnTo>
                  <a:lnTo>
                    <a:pt x="2128" y="2128"/>
                  </a:lnTo>
                  <a:lnTo>
                    <a:pt x="3557" y="2128"/>
                  </a:lnTo>
                  <a:lnTo>
                    <a:pt x="355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23"/>
            <p:cNvSpPr/>
            <p:nvPr/>
          </p:nvSpPr>
          <p:spPr>
            <a:xfrm>
              <a:off x="2140625" y="2135600"/>
              <a:ext cx="88925" cy="88925"/>
            </a:xfrm>
            <a:custGeom>
              <a:rect b="b" l="l" r="r" t="t"/>
              <a:pathLst>
                <a:path extrusionOk="0" h="3557" w="3557">
                  <a:moveTo>
                    <a:pt x="1429" y="0"/>
                  </a:moveTo>
                  <a:lnTo>
                    <a:pt x="1429" y="1429"/>
                  </a:lnTo>
                  <a:lnTo>
                    <a:pt x="1" y="1429"/>
                  </a:lnTo>
                  <a:lnTo>
                    <a:pt x="1" y="2128"/>
                  </a:lnTo>
                  <a:lnTo>
                    <a:pt x="1429" y="2128"/>
                  </a:lnTo>
                  <a:lnTo>
                    <a:pt x="1429" y="3556"/>
                  </a:lnTo>
                  <a:lnTo>
                    <a:pt x="2128" y="3556"/>
                  </a:lnTo>
                  <a:lnTo>
                    <a:pt x="2128" y="2128"/>
                  </a:lnTo>
                  <a:lnTo>
                    <a:pt x="3557" y="2128"/>
                  </a:lnTo>
                  <a:lnTo>
                    <a:pt x="355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23"/>
            <p:cNvSpPr/>
            <p:nvPr/>
          </p:nvSpPr>
          <p:spPr>
            <a:xfrm>
              <a:off x="2285000" y="2135600"/>
              <a:ext cx="88950" cy="88925"/>
            </a:xfrm>
            <a:custGeom>
              <a:rect b="b" l="l" r="r" t="t"/>
              <a:pathLst>
                <a:path extrusionOk="0" h="3557" w="3558">
                  <a:moveTo>
                    <a:pt x="1429" y="0"/>
                  </a:moveTo>
                  <a:lnTo>
                    <a:pt x="1429" y="1429"/>
                  </a:lnTo>
                  <a:lnTo>
                    <a:pt x="1" y="1429"/>
                  </a:lnTo>
                  <a:lnTo>
                    <a:pt x="1" y="2128"/>
                  </a:lnTo>
                  <a:lnTo>
                    <a:pt x="1429" y="2128"/>
                  </a:lnTo>
                  <a:lnTo>
                    <a:pt x="1429" y="3556"/>
                  </a:lnTo>
                  <a:lnTo>
                    <a:pt x="2129" y="3556"/>
                  </a:lnTo>
                  <a:lnTo>
                    <a:pt x="2129" y="2128"/>
                  </a:lnTo>
                  <a:lnTo>
                    <a:pt x="3557" y="2128"/>
                  </a:lnTo>
                  <a:lnTo>
                    <a:pt x="3557" y="1429"/>
                  </a:lnTo>
                  <a:lnTo>
                    <a:pt x="2129" y="1429"/>
                  </a:lnTo>
                  <a:lnTo>
                    <a:pt x="212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23"/>
            <p:cNvSpPr/>
            <p:nvPr/>
          </p:nvSpPr>
          <p:spPr>
            <a:xfrm>
              <a:off x="2429400" y="2135600"/>
              <a:ext cx="88925" cy="88925"/>
            </a:xfrm>
            <a:custGeom>
              <a:rect b="b" l="l" r="r" t="t"/>
              <a:pathLst>
                <a:path extrusionOk="0" h="3557" w="3557">
                  <a:moveTo>
                    <a:pt x="1398" y="0"/>
                  </a:moveTo>
                  <a:lnTo>
                    <a:pt x="1398" y="1429"/>
                  </a:lnTo>
                  <a:lnTo>
                    <a:pt x="0" y="1429"/>
                  </a:lnTo>
                  <a:lnTo>
                    <a:pt x="0" y="2128"/>
                  </a:lnTo>
                  <a:lnTo>
                    <a:pt x="1398" y="2128"/>
                  </a:lnTo>
                  <a:lnTo>
                    <a:pt x="1398" y="3556"/>
                  </a:lnTo>
                  <a:lnTo>
                    <a:pt x="2128" y="3556"/>
                  </a:lnTo>
                  <a:lnTo>
                    <a:pt x="2128" y="2128"/>
                  </a:lnTo>
                  <a:lnTo>
                    <a:pt x="3556" y="2128"/>
                  </a:lnTo>
                  <a:lnTo>
                    <a:pt x="3556"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23"/>
            <p:cNvSpPr/>
            <p:nvPr/>
          </p:nvSpPr>
          <p:spPr>
            <a:xfrm>
              <a:off x="2573000" y="2135600"/>
              <a:ext cx="89700" cy="88925"/>
            </a:xfrm>
            <a:custGeom>
              <a:rect b="b" l="l" r="r" t="t"/>
              <a:pathLst>
                <a:path extrusionOk="0" h="3557" w="3588">
                  <a:moveTo>
                    <a:pt x="1429" y="0"/>
                  </a:moveTo>
                  <a:lnTo>
                    <a:pt x="1429" y="1429"/>
                  </a:lnTo>
                  <a:lnTo>
                    <a:pt x="1" y="1429"/>
                  </a:lnTo>
                  <a:lnTo>
                    <a:pt x="1" y="2128"/>
                  </a:lnTo>
                  <a:lnTo>
                    <a:pt x="1429" y="2128"/>
                  </a:lnTo>
                  <a:lnTo>
                    <a:pt x="1429" y="3556"/>
                  </a:lnTo>
                  <a:lnTo>
                    <a:pt x="2159" y="3556"/>
                  </a:lnTo>
                  <a:lnTo>
                    <a:pt x="2159" y="2128"/>
                  </a:lnTo>
                  <a:lnTo>
                    <a:pt x="3588" y="2128"/>
                  </a:lnTo>
                  <a:lnTo>
                    <a:pt x="3588" y="1429"/>
                  </a:lnTo>
                  <a:lnTo>
                    <a:pt x="2159" y="1429"/>
                  </a:lnTo>
                  <a:lnTo>
                    <a:pt x="215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23"/>
            <p:cNvSpPr/>
            <p:nvPr/>
          </p:nvSpPr>
          <p:spPr>
            <a:xfrm>
              <a:off x="2717400" y="2135600"/>
              <a:ext cx="89675" cy="88925"/>
            </a:xfrm>
            <a:custGeom>
              <a:rect b="b" l="l" r="r" t="t"/>
              <a:pathLst>
                <a:path extrusionOk="0" h="3557" w="3587">
                  <a:moveTo>
                    <a:pt x="1429" y="0"/>
                  </a:moveTo>
                  <a:lnTo>
                    <a:pt x="1429" y="1429"/>
                  </a:lnTo>
                  <a:lnTo>
                    <a:pt x="0" y="1429"/>
                  </a:lnTo>
                  <a:lnTo>
                    <a:pt x="0" y="2128"/>
                  </a:lnTo>
                  <a:lnTo>
                    <a:pt x="1429" y="2128"/>
                  </a:lnTo>
                  <a:lnTo>
                    <a:pt x="1429" y="3556"/>
                  </a:lnTo>
                  <a:lnTo>
                    <a:pt x="2158" y="3556"/>
                  </a:lnTo>
                  <a:lnTo>
                    <a:pt x="2158" y="2128"/>
                  </a:lnTo>
                  <a:lnTo>
                    <a:pt x="3587" y="2128"/>
                  </a:lnTo>
                  <a:lnTo>
                    <a:pt x="3587" y="1429"/>
                  </a:lnTo>
                  <a:lnTo>
                    <a:pt x="2158" y="1429"/>
                  </a:lnTo>
                  <a:lnTo>
                    <a:pt x="215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23"/>
            <p:cNvSpPr/>
            <p:nvPr/>
          </p:nvSpPr>
          <p:spPr>
            <a:xfrm>
              <a:off x="2861775" y="2135600"/>
              <a:ext cx="89675" cy="88925"/>
            </a:xfrm>
            <a:custGeom>
              <a:rect b="b" l="l" r="r" t="t"/>
              <a:pathLst>
                <a:path extrusionOk="0" h="3557" w="3587">
                  <a:moveTo>
                    <a:pt x="1429" y="0"/>
                  </a:moveTo>
                  <a:lnTo>
                    <a:pt x="1429" y="1429"/>
                  </a:lnTo>
                  <a:lnTo>
                    <a:pt x="0" y="1429"/>
                  </a:lnTo>
                  <a:lnTo>
                    <a:pt x="0" y="2128"/>
                  </a:lnTo>
                  <a:lnTo>
                    <a:pt x="1429" y="2128"/>
                  </a:lnTo>
                  <a:lnTo>
                    <a:pt x="1429" y="3556"/>
                  </a:lnTo>
                  <a:lnTo>
                    <a:pt x="2158" y="3556"/>
                  </a:lnTo>
                  <a:lnTo>
                    <a:pt x="2158" y="2128"/>
                  </a:lnTo>
                  <a:lnTo>
                    <a:pt x="3587" y="2128"/>
                  </a:lnTo>
                  <a:lnTo>
                    <a:pt x="3587" y="1429"/>
                  </a:lnTo>
                  <a:lnTo>
                    <a:pt x="2158" y="1429"/>
                  </a:lnTo>
                  <a:lnTo>
                    <a:pt x="215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23"/>
            <p:cNvSpPr/>
            <p:nvPr/>
          </p:nvSpPr>
          <p:spPr>
            <a:xfrm>
              <a:off x="3006150" y="2135600"/>
              <a:ext cx="89700" cy="88925"/>
            </a:xfrm>
            <a:custGeom>
              <a:rect b="b" l="l" r="r" t="t"/>
              <a:pathLst>
                <a:path extrusionOk="0" h="3557" w="3588">
                  <a:moveTo>
                    <a:pt x="1429" y="0"/>
                  </a:moveTo>
                  <a:lnTo>
                    <a:pt x="1429" y="1429"/>
                  </a:lnTo>
                  <a:lnTo>
                    <a:pt x="0" y="1429"/>
                  </a:lnTo>
                  <a:lnTo>
                    <a:pt x="0" y="2128"/>
                  </a:lnTo>
                  <a:lnTo>
                    <a:pt x="1429" y="2128"/>
                  </a:lnTo>
                  <a:lnTo>
                    <a:pt x="1429" y="3556"/>
                  </a:lnTo>
                  <a:lnTo>
                    <a:pt x="2128" y="3556"/>
                  </a:lnTo>
                  <a:lnTo>
                    <a:pt x="2128" y="2128"/>
                  </a:lnTo>
                  <a:lnTo>
                    <a:pt x="3587" y="2128"/>
                  </a:lnTo>
                  <a:lnTo>
                    <a:pt x="358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23"/>
            <p:cNvSpPr/>
            <p:nvPr/>
          </p:nvSpPr>
          <p:spPr>
            <a:xfrm>
              <a:off x="3150525" y="2135600"/>
              <a:ext cx="88925" cy="88925"/>
            </a:xfrm>
            <a:custGeom>
              <a:rect b="b" l="l" r="r" t="t"/>
              <a:pathLst>
                <a:path extrusionOk="0" h="3557" w="3557">
                  <a:moveTo>
                    <a:pt x="1429" y="0"/>
                  </a:moveTo>
                  <a:lnTo>
                    <a:pt x="1429" y="1429"/>
                  </a:lnTo>
                  <a:lnTo>
                    <a:pt x="1" y="1429"/>
                  </a:lnTo>
                  <a:lnTo>
                    <a:pt x="1" y="2128"/>
                  </a:lnTo>
                  <a:lnTo>
                    <a:pt x="1429" y="2128"/>
                  </a:lnTo>
                  <a:lnTo>
                    <a:pt x="1429" y="3556"/>
                  </a:lnTo>
                  <a:lnTo>
                    <a:pt x="2159" y="3556"/>
                  </a:lnTo>
                  <a:lnTo>
                    <a:pt x="2159" y="2128"/>
                  </a:lnTo>
                  <a:lnTo>
                    <a:pt x="3557" y="2128"/>
                  </a:lnTo>
                  <a:lnTo>
                    <a:pt x="3557" y="1429"/>
                  </a:lnTo>
                  <a:lnTo>
                    <a:pt x="2159" y="1429"/>
                  </a:lnTo>
                  <a:lnTo>
                    <a:pt x="215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23"/>
            <p:cNvSpPr/>
            <p:nvPr/>
          </p:nvSpPr>
          <p:spPr>
            <a:xfrm>
              <a:off x="1996250" y="2281500"/>
              <a:ext cx="88925" cy="88925"/>
            </a:xfrm>
            <a:custGeom>
              <a:rect b="b" l="l" r="r" t="t"/>
              <a:pathLst>
                <a:path extrusionOk="0" h="3557" w="3557">
                  <a:moveTo>
                    <a:pt x="1429" y="0"/>
                  </a:moveTo>
                  <a:lnTo>
                    <a:pt x="1429" y="1429"/>
                  </a:lnTo>
                  <a:lnTo>
                    <a:pt x="1" y="1429"/>
                  </a:lnTo>
                  <a:lnTo>
                    <a:pt x="1" y="2128"/>
                  </a:lnTo>
                  <a:lnTo>
                    <a:pt x="1429" y="2128"/>
                  </a:lnTo>
                  <a:lnTo>
                    <a:pt x="1429" y="3556"/>
                  </a:lnTo>
                  <a:lnTo>
                    <a:pt x="2128" y="3556"/>
                  </a:lnTo>
                  <a:lnTo>
                    <a:pt x="2128" y="2128"/>
                  </a:lnTo>
                  <a:lnTo>
                    <a:pt x="3557" y="2128"/>
                  </a:lnTo>
                  <a:lnTo>
                    <a:pt x="355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23"/>
            <p:cNvSpPr/>
            <p:nvPr/>
          </p:nvSpPr>
          <p:spPr>
            <a:xfrm>
              <a:off x="2140625" y="2281500"/>
              <a:ext cx="88925" cy="88925"/>
            </a:xfrm>
            <a:custGeom>
              <a:rect b="b" l="l" r="r" t="t"/>
              <a:pathLst>
                <a:path extrusionOk="0" h="3557" w="3557">
                  <a:moveTo>
                    <a:pt x="1429" y="0"/>
                  </a:moveTo>
                  <a:lnTo>
                    <a:pt x="1429" y="1429"/>
                  </a:lnTo>
                  <a:lnTo>
                    <a:pt x="1" y="1429"/>
                  </a:lnTo>
                  <a:lnTo>
                    <a:pt x="1" y="2128"/>
                  </a:lnTo>
                  <a:lnTo>
                    <a:pt x="1429" y="2128"/>
                  </a:lnTo>
                  <a:lnTo>
                    <a:pt x="1429" y="3556"/>
                  </a:lnTo>
                  <a:lnTo>
                    <a:pt x="2128" y="3556"/>
                  </a:lnTo>
                  <a:lnTo>
                    <a:pt x="2128" y="2128"/>
                  </a:lnTo>
                  <a:lnTo>
                    <a:pt x="3557" y="2128"/>
                  </a:lnTo>
                  <a:lnTo>
                    <a:pt x="355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23"/>
            <p:cNvSpPr/>
            <p:nvPr/>
          </p:nvSpPr>
          <p:spPr>
            <a:xfrm>
              <a:off x="2285000" y="2281500"/>
              <a:ext cx="88950" cy="88925"/>
            </a:xfrm>
            <a:custGeom>
              <a:rect b="b" l="l" r="r" t="t"/>
              <a:pathLst>
                <a:path extrusionOk="0" h="3557" w="3558">
                  <a:moveTo>
                    <a:pt x="1429" y="0"/>
                  </a:moveTo>
                  <a:lnTo>
                    <a:pt x="1429" y="1429"/>
                  </a:lnTo>
                  <a:lnTo>
                    <a:pt x="1" y="1429"/>
                  </a:lnTo>
                  <a:lnTo>
                    <a:pt x="1" y="2128"/>
                  </a:lnTo>
                  <a:lnTo>
                    <a:pt x="1429" y="2128"/>
                  </a:lnTo>
                  <a:lnTo>
                    <a:pt x="1429" y="3556"/>
                  </a:lnTo>
                  <a:lnTo>
                    <a:pt x="2129" y="3556"/>
                  </a:lnTo>
                  <a:lnTo>
                    <a:pt x="2129" y="2128"/>
                  </a:lnTo>
                  <a:lnTo>
                    <a:pt x="3557" y="2128"/>
                  </a:lnTo>
                  <a:lnTo>
                    <a:pt x="3557" y="1429"/>
                  </a:lnTo>
                  <a:lnTo>
                    <a:pt x="2129" y="1429"/>
                  </a:lnTo>
                  <a:lnTo>
                    <a:pt x="212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23"/>
            <p:cNvSpPr/>
            <p:nvPr/>
          </p:nvSpPr>
          <p:spPr>
            <a:xfrm>
              <a:off x="2429400" y="2281500"/>
              <a:ext cx="88925" cy="88925"/>
            </a:xfrm>
            <a:custGeom>
              <a:rect b="b" l="l" r="r" t="t"/>
              <a:pathLst>
                <a:path extrusionOk="0" h="3557" w="3557">
                  <a:moveTo>
                    <a:pt x="1398" y="0"/>
                  </a:moveTo>
                  <a:lnTo>
                    <a:pt x="1398" y="1429"/>
                  </a:lnTo>
                  <a:lnTo>
                    <a:pt x="0" y="1429"/>
                  </a:lnTo>
                  <a:lnTo>
                    <a:pt x="0" y="2128"/>
                  </a:lnTo>
                  <a:lnTo>
                    <a:pt x="1398" y="2128"/>
                  </a:lnTo>
                  <a:lnTo>
                    <a:pt x="1398" y="3556"/>
                  </a:lnTo>
                  <a:lnTo>
                    <a:pt x="2128" y="3556"/>
                  </a:lnTo>
                  <a:lnTo>
                    <a:pt x="2128" y="2128"/>
                  </a:lnTo>
                  <a:lnTo>
                    <a:pt x="3556" y="2128"/>
                  </a:lnTo>
                  <a:lnTo>
                    <a:pt x="3556"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23"/>
            <p:cNvSpPr/>
            <p:nvPr/>
          </p:nvSpPr>
          <p:spPr>
            <a:xfrm>
              <a:off x="2573000" y="2281500"/>
              <a:ext cx="89700" cy="88925"/>
            </a:xfrm>
            <a:custGeom>
              <a:rect b="b" l="l" r="r" t="t"/>
              <a:pathLst>
                <a:path extrusionOk="0" h="3557" w="3588">
                  <a:moveTo>
                    <a:pt x="1429" y="0"/>
                  </a:moveTo>
                  <a:lnTo>
                    <a:pt x="1429" y="1429"/>
                  </a:lnTo>
                  <a:lnTo>
                    <a:pt x="1" y="1429"/>
                  </a:lnTo>
                  <a:lnTo>
                    <a:pt x="1" y="2128"/>
                  </a:lnTo>
                  <a:lnTo>
                    <a:pt x="1429" y="2128"/>
                  </a:lnTo>
                  <a:lnTo>
                    <a:pt x="1429" y="3556"/>
                  </a:lnTo>
                  <a:lnTo>
                    <a:pt x="2159" y="3556"/>
                  </a:lnTo>
                  <a:lnTo>
                    <a:pt x="2159" y="2128"/>
                  </a:lnTo>
                  <a:lnTo>
                    <a:pt x="3588" y="2128"/>
                  </a:lnTo>
                  <a:lnTo>
                    <a:pt x="3588" y="1429"/>
                  </a:lnTo>
                  <a:lnTo>
                    <a:pt x="2159" y="1429"/>
                  </a:lnTo>
                  <a:lnTo>
                    <a:pt x="215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23"/>
            <p:cNvSpPr/>
            <p:nvPr/>
          </p:nvSpPr>
          <p:spPr>
            <a:xfrm>
              <a:off x="2717400" y="2281500"/>
              <a:ext cx="89675" cy="88925"/>
            </a:xfrm>
            <a:custGeom>
              <a:rect b="b" l="l" r="r" t="t"/>
              <a:pathLst>
                <a:path extrusionOk="0" h="3557" w="3587">
                  <a:moveTo>
                    <a:pt x="1429" y="0"/>
                  </a:moveTo>
                  <a:lnTo>
                    <a:pt x="1429" y="1429"/>
                  </a:lnTo>
                  <a:lnTo>
                    <a:pt x="0" y="1429"/>
                  </a:lnTo>
                  <a:lnTo>
                    <a:pt x="0" y="2128"/>
                  </a:lnTo>
                  <a:lnTo>
                    <a:pt x="1429" y="2128"/>
                  </a:lnTo>
                  <a:lnTo>
                    <a:pt x="1429" y="3556"/>
                  </a:lnTo>
                  <a:lnTo>
                    <a:pt x="2158" y="3556"/>
                  </a:lnTo>
                  <a:lnTo>
                    <a:pt x="2158" y="2128"/>
                  </a:lnTo>
                  <a:lnTo>
                    <a:pt x="3587" y="2128"/>
                  </a:lnTo>
                  <a:lnTo>
                    <a:pt x="3587" y="1429"/>
                  </a:lnTo>
                  <a:lnTo>
                    <a:pt x="2158" y="1429"/>
                  </a:lnTo>
                  <a:lnTo>
                    <a:pt x="215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23"/>
            <p:cNvSpPr/>
            <p:nvPr/>
          </p:nvSpPr>
          <p:spPr>
            <a:xfrm>
              <a:off x="2861775" y="2281500"/>
              <a:ext cx="89675" cy="88925"/>
            </a:xfrm>
            <a:custGeom>
              <a:rect b="b" l="l" r="r" t="t"/>
              <a:pathLst>
                <a:path extrusionOk="0" h="3557" w="3587">
                  <a:moveTo>
                    <a:pt x="1429" y="0"/>
                  </a:moveTo>
                  <a:lnTo>
                    <a:pt x="1429" y="1429"/>
                  </a:lnTo>
                  <a:lnTo>
                    <a:pt x="0" y="1429"/>
                  </a:lnTo>
                  <a:lnTo>
                    <a:pt x="0" y="2128"/>
                  </a:lnTo>
                  <a:lnTo>
                    <a:pt x="1429" y="2128"/>
                  </a:lnTo>
                  <a:lnTo>
                    <a:pt x="1429" y="3556"/>
                  </a:lnTo>
                  <a:lnTo>
                    <a:pt x="2158" y="3556"/>
                  </a:lnTo>
                  <a:lnTo>
                    <a:pt x="2158" y="2128"/>
                  </a:lnTo>
                  <a:lnTo>
                    <a:pt x="3587" y="2128"/>
                  </a:lnTo>
                  <a:lnTo>
                    <a:pt x="3587" y="1429"/>
                  </a:lnTo>
                  <a:lnTo>
                    <a:pt x="2158" y="1429"/>
                  </a:lnTo>
                  <a:lnTo>
                    <a:pt x="215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23"/>
            <p:cNvSpPr/>
            <p:nvPr/>
          </p:nvSpPr>
          <p:spPr>
            <a:xfrm>
              <a:off x="3006150" y="2281500"/>
              <a:ext cx="89700" cy="88925"/>
            </a:xfrm>
            <a:custGeom>
              <a:rect b="b" l="l" r="r" t="t"/>
              <a:pathLst>
                <a:path extrusionOk="0" h="3557" w="3588">
                  <a:moveTo>
                    <a:pt x="1429" y="0"/>
                  </a:moveTo>
                  <a:lnTo>
                    <a:pt x="1429" y="1429"/>
                  </a:lnTo>
                  <a:lnTo>
                    <a:pt x="0" y="1429"/>
                  </a:lnTo>
                  <a:lnTo>
                    <a:pt x="0" y="2128"/>
                  </a:lnTo>
                  <a:lnTo>
                    <a:pt x="1429" y="2128"/>
                  </a:lnTo>
                  <a:lnTo>
                    <a:pt x="1429" y="3556"/>
                  </a:lnTo>
                  <a:lnTo>
                    <a:pt x="2128" y="3556"/>
                  </a:lnTo>
                  <a:lnTo>
                    <a:pt x="2128" y="2128"/>
                  </a:lnTo>
                  <a:lnTo>
                    <a:pt x="3587" y="2128"/>
                  </a:lnTo>
                  <a:lnTo>
                    <a:pt x="3587" y="1429"/>
                  </a:lnTo>
                  <a:lnTo>
                    <a:pt x="2128" y="1429"/>
                  </a:lnTo>
                  <a:lnTo>
                    <a:pt x="21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23"/>
            <p:cNvSpPr/>
            <p:nvPr/>
          </p:nvSpPr>
          <p:spPr>
            <a:xfrm>
              <a:off x="3150525" y="2281500"/>
              <a:ext cx="88925" cy="88925"/>
            </a:xfrm>
            <a:custGeom>
              <a:rect b="b" l="l" r="r" t="t"/>
              <a:pathLst>
                <a:path extrusionOk="0" h="3557" w="3557">
                  <a:moveTo>
                    <a:pt x="1429" y="0"/>
                  </a:moveTo>
                  <a:lnTo>
                    <a:pt x="1429" y="1429"/>
                  </a:lnTo>
                  <a:lnTo>
                    <a:pt x="1" y="1429"/>
                  </a:lnTo>
                  <a:lnTo>
                    <a:pt x="1" y="2128"/>
                  </a:lnTo>
                  <a:lnTo>
                    <a:pt x="1429" y="2128"/>
                  </a:lnTo>
                  <a:lnTo>
                    <a:pt x="1429" y="3556"/>
                  </a:lnTo>
                  <a:lnTo>
                    <a:pt x="2159" y="3556"/>
                  </a:lnTo>
                  <a:lnTo>
                    <a:pt x="2159" y="2128"/>
                  </a:lnTo>
                  <a:lnTo>
                    <a:pt x="3557" y="2128"/>
                  </a:lnTo>
                  <a:lnTo>
                    <a:pt x="3557" y="1429"/>
                  </a:lnTo>
                  <a:lnTo>
                    <a:pt x="2159" y="1429"/>
                  </a:lnTo>
                  <a:lnTo>
                    <a:pt x="2159"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23"/>
            <p:cNvSpPr/>
            <p:nvPr/>
          </p:nvSpPr>
          <p:spPr>
            <a:xfrm>
              <a:off x="1996250" y="2427375"/>
              <a:ext cx="88925" cy="88950"/>
            </a:xfrm>
            <a:custGeom>
              <a:rect b="b" l="l" r="r" t="t"/>
              <a:pathLst>
                <a:path extrusionOk="0" h="3558" w="3557">
                  <a:moveTo>
                    <a:pt x="1429" y="1"/>
                  </a:moveTo>
                  <a:lnTo>
                    <a:pt x="1429" y="1430"/>
                  </a:lnTo>
                  <a:lnTo>
                    <a:pt x="1" y="1430"/>
                  </a:lnTo>
                  <a:lnTo>
                    <a:pt x="1" y="2129"/>
                  </a:lnTo>
                  <a:lnTo>
                    <a:pt x="1429" y="2129"/>
                  </a:lnTo>
                  <a:lnTo>
                    <a:pt x="1429" y="3557"/>
                  </a:lnTo>
                  <a:lnTo>
                    <a:pt x="2128" y="3557"/>
                  </a:lnTo>
                  <a:lnTo>
                    <a:pt x="2128" y="2129"/>
                  </a:lnTo>
                  <a:lnTo>
                    <a:pt x="3557" y="2129"/>
                  </a:lnTo>
                  <a:lnTo>
                    <a:pt x="3557" y="1430"/>
                  </a:lnTo>
                  <a:lnTo>
                    <a:pt x="2128" y="1430"/>
                  </a:lnTo>
                  <a:lnTo>
                    <a:pt x="21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23"/>
            <p:cNvSpPr/>
            <p:nvPr/>
          </p:nvSpPr>
          <p:spPr>
            <a:xfrm>
              <a:off x="2140625" y="2427375"/>
              <a:ext cx="88925" cy="88950"/>
            </a:xfrm>
            <a:custGeom>
              <a:rect b="b" l="l" r="r" t="t"/>
              <a:pathLst>
                <a:path extrusionOk="0" h="3558" w="3557">
                  <a:moveTo>
                    <a:pt x="1429" y="1"/>
                  </a:moveTo>
                  <a:lnTo>
                    <a:pt x="1429" y="1430"/>
                  </a:lnTo>
                  <a:lnTo>
                    <a:pt x="1" y="1430"/>
                  </a:lnTo>
                  <a:lnTo>
                    <a:pt x="1" y="2129"/>
                  </a:lnTo>
                  <a:lnTo>
                    <a:pt x="1429" y="2129"/>
                  </a:lnTo>
                  <a:lnTo>
                    <a:pt x="1429" y="3557"/>
                  </a:lnTo>
                  <a:lnTo>
                    <a:pt x="2128" y="3557"/>
                  </a:lnTo>
                  <a:lnTo>
                    <a:pt x="2128" y="2129"/>
                  </a:lnTo>
                  <a:lnTo>
                    <a:pt x="3557" y="2129"/>
                  </a:lnTo>
                  <a:lnTo>
                    <a:pt x="3557" y="1430"/>
                  </a:lnTo>
                  <a:lnTo>
                    <a:pt x="2128" y="1430"/>
                  </a:lnTo>
                  <a:lnTo>
                    <a:pt x="21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23"/>
            <p:cNvSpPr/>
            <p:nvPr/>
          </p:nvSpPr>
          <p:spPr>
            <a:xfrm>
              <a:off x="2285000" y="2427375"/>
              <a:ext cx="88950" cy="88950"/>
            </a:xfrm>
            <a:custGeom>
              <a:rect b="b" l="l" r="r" t="t"/>
              <a:pathLst>
                <a:path extrusionOk="0" h="3558" w="3558">
                  <a:moveTo>
                    <a:pt x="1429" y="1"/>
                  </a:moveTo>
                  <a:lnTo>
                    <a:pt x="1429" y="1430"/>
                  </a:lnTo>
                  <a:lnTo>
                    <a:pt x="1" y="1430"/>
                  </a:lnTo>
                  <a:lnTo>
                    <a:pt x="1" y="2129"/>
                  </a:lnTo>
                  <a:lnTo>
                    <a:pt x="1429" y="2129"/>
                  </a:lnTo>
                  <a:lnTo>
                    <a:pt x="1429" y="3557"/>
                  </a:lnTo>
                  <a:lnTo>
                    <a:pt x="2129" y="3557"/>
                  </a:lnTo>
                  <a:lnTo>
                    <a:pt x="2129" y="2129"/>
                  </a:lnTo>
                  <a:lnTo>
                    <a:pt x="3557" y="2129"/>
                  </a:lnTo>
                  <a:lnTo>
                    <a:pt x="3557" y="1430"/>
                  </a:lnTo>
                  <a:lnTo>
                    <a:pt x="2129" y="1430"/>
                  </a:lnTo>
                  <a:lnTo>
                    <a:pt x="2129"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23"/>
            <p:cNvSpPr/>
            <p:nvPr/>
          </p:nvSpPr>
          <p:spPr>
            <a:xfrm>
              <a:off x="2429400" y="2427375"/>
              <a:ext cx="88925" cy="88950"/>
            </a:xfrm>
            <a:custGeom>
              <a:rect b="b" l="l" r="r" t="t"/>
              <a:pathLst>
                <a:path extrusionOk="0" h="3558" w="3557">
                  <a:moveTo>
                    <a:pt x="1398" y="1"/>
                  </a:moveTo>
                  <a:lnTo>
                    <a:pt x="1398" y="1430"/>
                  </a:lnTo>
                  <a:lnTo>
                    <a:pt x="0" y="1430"/>
                  </a:lnTo>
                  <a:lnTo>
                    <a:pt x="0" y="2129"/>
                  </a:lnTo>
                  <a:lnTo>
                    <a:pt x="1398" y="2129"/>
                  </a:lnTo>
                  <a:lnTo>
                    <a:pt x="1398" y="3557"/>
                  </a:lnTo>
                  <a:lnTo>
                    <a:pt x="2128" y="3557"/>
                  </a:lnTo>
                  <a:lnTo>
                    <a:pt x="2128" y="2129"/>
                  </a:lnTo>
                  <a:lnTo>
                    <a:pt x="3556" y="2129"/>
                  </a:lnTo>
                  <a:lnTo>
                    <a:pt x="3556" y="1430"/>
                  </a:lnTo>
                  <a:lnTo>
                    <a:pt x="2128" y="1430"/>
                  </a:lnTo>
                  <a:lnTo>
                    <a:pt x="21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23"/>
            <p:cNvSpPr/>
            <p:nvPr/>
          </p:nvSpPr>
          <p:spPr>
            <a:xfrm>
              <a:off x="2573000" y="2427375"/>
              <a:ext cx="89700" cy="88950"/>
            </a:xfrm>
            <a:custGeom>
              <a:rect b="b" l="l" r="r" t="t"/>
              <a:pathLst>
                <a:path extrusionOk="0" h="3558" w="3588">
                  <a:moveTo>
                    <a:pt x="1429" y="1"/>
                  </a:moveTo>
                  <a:lnTo>
                    <a:pt x="1429" y="1430"/>
                  </a:lnTo>
                  <a:lnTo>
                    <a:pt x="1" y="1430"/>
                  </a:lnTo>
                  <a:lnTo>
                    <a:pt x="1" y="2129"/>
                  </a:lnTo>
                  <a:lnTo>
                    <a:pt x="1429" y="2129"/>
                  </a:lnTo>
                  <a:lnTo>
                    <a:pt x="1429" y="3557"/>
                  </a:lnTo>
                  <a:lnTo>
                    <a:pt x="2159" y="3557"/>
                  </a:lnTo>
                  <a:lnTo>
                    <a:pt x="2159" y="2129"/>
                  </a:lnTo>
                  <a:lnTo>
                    <a:pt x="3588" y="2129"/>
                  </a:lnTo>
                  <a:lnTo>
                    <a:pt x="3588" y="1430"/>
                  </a:lnTo>
                  <a:lnTo>
                    <a:pt x="2159" y="1430"/>
                  </a:lnTo>
                  <a:lnTo>
                    <a:pt x="2159"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23"/>
            <p:cNvSpPr/>
            <p:nvPr/>
          </p:nvSpPr>
          <p:spPr>
            <a:xfrm>
              <a:off x="2717400" y="2427375"/>
              <a:ext cx="89675" cy="88950"/>
            </a:xfrm>
            <a:custGeom>
              <a:rect b="b" l="l" r="r" t="t"/>
              <a:pathLst>
                <a:path extrusionOk="0" h="3558" w="3587">
                  <a:moveTo>
                    <a:pt x="1429" y="1"/>
                  </a:moveTo>
                  <a:lnTo>
                    <a:pt x="1429" y="1430"/>
                  </a:lnTo>
                  <a:lnTo>
                    <a:pt x="0" y="1430"/>
                  </a:lnTo>
                  <a:lnTo>
                    <a:pt x="0" y="2129"/>
                  </a:lnTo>
                  <a:lnTo>
                    <a:pt x="1429" y="2129"/>
                  </a:lnTo>
                  <a:lnTo>
                    <a:pt x="1429" y="3557"/>
                  </a:lnTo>
                  <a:lnTo>
                    <a:pt x="2158" y="3557"/>
                  </a:lnTo>
                  <a:lnTo>
                    <a:pt x="2158" y="2129"/>
                  </a:lnTo>
                  <a:lnTo>
                    <a:pt x="3587" y="2129"/>
                  </a:lnTo>
                  <a:lnTo>
                    <a:pt x="3587" y="1430"/>
                  </a:lnTo>
                  <a:lnTo>
                    <a:pt x="2158" y="1430"/>
                  </a:lnTo>
                  <a:lnTo>
                    <a:pt x="215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23"/>
            <p:cNvSpPr/>
            <p:nvPr/>
          </p:nvSpPr>
          <p:spPr>
            <a:xfrm>
              <a:off x="2861775" y="2427375"/>
              <a:ext cx="89675" cy="88950"/>
            </a:xfrm>
            <a:custGeom>
              <a:rect b="b" l="l" r="r" t="t"/>
              <a:pathLst>
                <a:path extrusionOk="0" h="3558" w="3587">
                  <a:moveTo>
                    <a:pt x="1429" y="1"/>
                  </a:moveTo>
                  <a:lnTo>
                    <a:pt x="1429" y="1430"/>
                  </a:lnTo>
                  <a:lnTo>
                    <a:pt x="0" y="1430"/>
                  </a:lnTo>
                  <a:lnTo>
                    <a:pt x="0" y="2129"/>
                  </a:lnTo>
                  <a:lnTo>
                    <a:pt x="1429" y="2129"/>
                  </a:lnTo>
                  <a:lnTo>
                    <a:pt x="1429" y="3557"/>
                  </a:lnTo>
                  <a:lnTo>
                    <a:pt x="2158" y="3557"/>
                  </a:lnTo>
                  <a:lnTo>
                    <a:pt x="2158" y="2129"/>
                  </a:lnTo>
                  <a:lnTo>
                    <a:pt x="3587" y="2129"/>
                  </a:lnTo>
                  <a:lnTo>
                    <a:pt x="3587" y="1430"/>
                  </a:lnTo>
                  <a:lnTo>
                    <a:pt x="2158" y="1430"/>
                  </a:lnTo>
                  <a:lnTo>
                    <a:pt x="215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23"/>
            <p:cNvSpPr/>
            <p:nvPr/>
          </p:nvSpPr>
          <p:spPr>
            <a:xfrm>
              <a:off x="3006150" y="2427375"/>
              <a:ext cx="89700" cy="88950"/>
            </a:xfrm>
            <a:custGeom>
              <a:rect b="b" l="l" r="r" t="t"/>
              <a:pathLst>
                <a:path extrusionOk="0" h="3558" w="3588">
                  <a:moveTo>
                    <a:pt x="1429" y="1"/>
                  </a:moveTo>
                  <a:lnTo>
                    <a:pt x="1429" y="1430"/>
                  </a:lnTo>
                  <a:lnTo>
                    <a:pt x="0" y="1430"/>
                  </a:lnTo>
                  <a:lnTo>
                    <a:pt x="0" y="2129"/>
                  </a:lnTo>
                  <a:lnTo>
                    <a:pt x="1429" y="2129"/>
                  </a:lnTo>
                  <a:lnTo>
                    <a:pt x="1429" y="3557"/>
                  </a:lnTo>
                  <a:lnTo>
                    <a:pt x="2128" y="3557"/>
                  </a:lnTo>
                  <a:lnTo>
                    <a:pt x="2128" y="2129"/>
                  </a:lnTo>
                  <a:lnTo>
                    <a:pt x="3587" y="2129"/>
                  </a:lnTo>
                  <a:lnTo>
                    <a:pt x="3587" y="1430"/>
                  </a:lnTo>
                  <a:lnTo>
                    <a:pt x="2128" y="1430"/>
                  </a:lnTo>
                  <a:lnTo>
                    <a:pt x="21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23"/>
            <p:cNvSpPr/>
            <p:nvPr/>
          </p:nvSpPr>
          <p:spPr>
            <a:xfrm>
              <a:off x="3150525" y="2427375"/>
              <a:ext cx="88925" cy="88950"/>
            </a:xfrm>
            <a:custGeom>
              <a:rect b="b" l="l" r="r" t="t"/>
              <a:pathLst>
                <a:path extrusionOk="0" h="3558" w="3557">
                  <a:moveTo>
                    <a:pt x="1429" y="1"/>
                  </a:moveTo>
                  <a:lnTo>
                    <a:pt x="1429" y="1430"/>
                  </a:lnTo>
                  <a:lnTo>
                    <a:pt x="1" y="1430"/>
                  </a:lnTo>
                  <a:lnTo>
                    <a:pt x="1" y="2129"/>
                  </a:lnTo>
                  <a:lnTo>
                    <a:pt x="1429" y="2129"/>
                  </a:lnTo>
                  <a:lnTo>
                    <a:pt x="1429" y="3557"/>
                  </a:lnTo>
                  <a:lnTo>
                    <a:pt x="2159" y="3557"/>
                  </a:lnTo>
                  <a:lnTo>
                    <a:pt x="2159" y="2129"/>
                  </a:lnTo>
                  <a:lnTo>
                    <a:pt x="3557" y="2129"/>
                  </a:lnTo>
                  <a:lnTo>
                    <a:pt x="3557" y="1430"/>
                  </a:lnTo>
                  <a:lnTo>
                    <a:pt x="2159" y="1430"/>
                  </a:lnTo>
                  <a:lnTo>
                    <a:pt x="2159"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23"/>
            <p:cNvSpPr/>
            <p:nvPr/>
          </p:nvSpPr>
          <p:spPr>
            <a:xfrm>
              <a:off x="1996250" y="2573275"/>
              <a:ext cx="88925" cy="88950"/>
            </a:xfrm>
            <a:custGeom>
              <a:rect b="b" l="l" r="r" t="t"/>
              <a:pathLst>
                <a:path extrusionOk="0" h="3558" w="3557">
                  <a:moveTo>
                    <a:pt x="1429" y="1"/>
                  </a:moveTo>
                  <a:lnTo>
                    <a:pt x="1429" y="1430"/>
                  </a:lnTo>
                  <a:lnTo>
                    <a:pt x="1" y="1430"/>
                  </a:lnTo>
                  <a:lnTo>
                    <a:pt x="1" y="2129"/>
                  </a:lnTo>
                  <a:lnTo>
                    <a:pt x="1429" y="2129"/>
                  </a:lnTo>
                  <a:lnTo>
                    <a:pt x="1429" y="3557"/>
                  </a:lnTo>
                  <a:lnTo>
                    <a:pt x="2128" y="3557"/>
                  </a:lnTo>
                  <a:lnTo>
                    <a:pt x="2128" y="2129"/>
                  </a:lnTo>
                  <a:lnTo>
                    <a:pt x="3557" y="2129"/>
                  </a:lnTo>
                  <a:lnTo>
                    <a:pt x="3557" y="1430"/>
                  </a:lnTo>
                  <a:lnTo>
                    <a:pt x="2128" y="1430"/>
                  </a:lnTo>
                  <a:lnTo>
                    <a:pt x="21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23"/>
            <p:cNvSpPr/>
            <p:nvPr/>
          </p:nvSpPr>
          <p:spPr>
            <a:xfrm>
              <a:off x="2140625" y="2573275"/>
              <a:ext cx="88925" cy="88950"/>
            </a:xfrm>
            <a:custGeom>
              <a:rect b="b" l="l" r="r" t="t"/>
              <a:pathLst>
                <a:path extrusionOk="0" h="3558" w="3557">
                  <a:moveTo>
                    <a:pt x="1429" y="1"/>
                  </a:moveTo>
                  <a:lnTo>
                    <a:pt x="1429" y="1430"/>
                  </a:lnTo>
                  <a:lnTo>
                    <a:pt x="1" y="1430"/>
                  </a:lnTo>
                  <a:lnTo>
                    <a:pt x="1" y="2129"/>
                  </a:lnTo>
                  <a:lnTo>
                    <a:pt x="1429" y="2129"/>
                  </a:lnTo>
                  <a:lnTo>
                    <a:pt x="1429" y="3557"/>
                  </a:lnTo>
                  <a:lnTo>
                    <a:pt x="2128" y="3557"/>
                  </a:lnTo>
                  <a:lnTo>
                    <a:pt x="2128" y="2129"/>
                  </a:lnTo>
                  <a:lnTo>
                    <a:pt x="3557" y="2129"/>
                  </a:lnTo>
                  <a:lnTo>
                    <a:pt x="3557" y="1430"/>
                  </a:lnTo>
                  <a:lnTo>
                    <a:pt x="2128" y="1430"/>
                  </a:lnTo>
                  <a:lnTo>
                    <a:pt x="21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23"/>
            <p:cNvSpPr/>
            <p:nvPr/>
          </p:nvSpPr>
          <p:spPr>
            <a:xfrm>
              <a:off x="2285000" y="2573275"/>
              <a:ext cx="88950" cy="88950"/>
            </a:xfrm>
            <a:custGeom>
              <a:rect b="b" l="l" r="r" t="t"/>
              <a:pathLst>
                <a:path extrusionOk="0" h="3558" w="3558">
                  <a:moveTo>
                    <a:pt x="1429" y="1"/>
                  </a:moveTo>
                  <a:lnTo>
                    <a:pt x="1429" y="1430"/>
                  </a:lnTo>
                  <a:lnTo>
                    <a:pt x="1" y="1430"/>
                  </a:lnTo>
                  <a:lnTo>
                    <a:pt x="1" y="2129"/>
                  </a:lnTo>
                  <a:lnTo>
                    <a:pt x="1429" y="2129"/>
                  </a:lnTo>
                  <a:lnTo>
                    <a:pt x="1429" y="3557"/>
                  </a:lnTo>
                  <a:lnTo>
                    <a:pt x="2129" y="3557"/>
                  </a:lnTo>
                  <a:lnTo>
                    <a:pt x="2129" y="2129"/>
                  </a:lnTo>
                  <a:lnTo>
                    <a:pt x="3557" y="2129"/>
                  </a:lnTo>
                  <a:lnTo>
                    <a:pt x="3557" y="1430"/>
                  </a:lnTo>
                  <a:lnTo>
                    <a:pt x="2129" y="1430"/>
                  </a:lnTo>
                  <a:lnTo>
                    <a:pt x="2129"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23"/>
            <p:cNvSpPr/>
            <p:nvPr/>
          </p:nvSpPr>
          <p:spPr>
            <a:xfrm>
              <a:off x="2429400" y="2573275"/>
              <a:ext cx="88925" cy="88950"/>
            </a:xfrm>
            <a:custGeom>
              <a:rect b="b" l="l" r="r" t="t"/>
              <a:pathLst>
                <a:path extrusionOk="0" h="3558" w="3557">
                  <a:moveTo>
                    <a:pt x="1398" y="1"/>
                  </a:moveTo>
                  <a:lnTo>
                    <a:pt x="1398" y="1430"/>
                  </a:lnTo>
                  <a:lnTo>
                    <a:pt x="0" y="1430"/>
                  </a:lnTo>
                  <a:lnTo>
                    <a:pt x="0" y="2129"/>
                  </a:lnTo>
                  <a:lnTo>
                    <a:pt x="1398" y="2129"/>
                  </a:lnTo>
                  <a:lnTo>
                    <a:pt x="1398" y="3557"/>
                  </a:lnTo>
                  <a:lnTo>
                    <a:pt x="2128" y="3557"/>
                  </a:lnTo>
                  <a:lnTo>
                    <a:pt x="2128" y="2129"/>
                  </a:lnTo>
                  <a:lnTo>
                    <a:pt x="3556" y="2129"/>
                  </a:lnTo>
                  <a:lnTo>
                    <a:pt x="3556" y="1430"/>
                  </a:lnTo>
                  <a:lnTo>
                    <a:pt x="2128" y="1430"/>
                  </a:lnTo>
                  <a:lnTo>
                    <a:pt x="21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23"/>
            <p:cNvSpPr/>
            <p:nvPr/>
          </p:nvSpPr>
          <p:spPr>
            <a:xfrm>
              <a:off x="2573000" y="2573275"/>
              <a:ext cx="89700" cy="88950"/>
            </a:xfrm>
            <a:custGeom>
              <a:rect b="b" l="l" r="r" t="t"/>
              <a:pathLst>
                <a:path extrusionOk="0" h="3558" w="3588">
                  <a:moveTo>
                    <a:pt x="1429" y="1"/>
                  </a:moveTo>
                  <a:lnTo>
                    <a:pt x="1429" y="1430"/>
                  </a:lnTo>
                  <a:lnTo>
                    <a:pt x="1" y="1430"/>
                  </a:lnTo>
                  <a:lnTo>
                    <a:pt x="1" y="2129"/>
                  </a:lnTo>
                  <a:lnTo>
                    <a:pt x="1429" y="2129"/>
                  </a:lnTo>
                  <a:lnTo>
                    <a:pt x="1429" y="3557"/>
                  </a:lnTo>
                  <a:lnTo>
                    <a:pt x="2159" y="3557"/>
                  </a:lnTo>
                  <a:lnTo>
                    <a:pt x="2159" y="2129"/>
                  </a:lnTo>
                  <a:lnTo>
                    <a:pt x="3588" y="2129"/>
                  </a:lnTo>
                  <a:lnTo>
                    <a:pt x="3588" y="1430"/>
                  </a:lnTo>
                  <a:lnTo>
                    <a:pt x="2159" y="1430"/>
                  </a:lnTo>
                  <a:lnTo>
                    <a:pt x="2159"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23"/>
            <p:cNvSpPr/>
            <p:nvPr/>
          </p:nvSpPr>
          <p:spPr>
            <a:xfrm>
              <a:off x="2717400" y="2573275"/>
              <a:ext cx="89675" cy="88950"/>
            </a:xfrm>
            <a:custGeom>
              <a:rect b="b" l="l" r="r" t="t"/>
              <a:pathLst>
                <a:path extrusionOk="0" h="3558" w="3587">
                  <a:moveTo>
                    <a:pt x="1429" y="1"/>
                  </a:moveTo>
                  <a:lnTo>
                    <a:pt x="1429" y="1430"/>
                  </a:lnTo>
                  <a:lnTo>
                    <a:pt x="0" y="1430"/>
                  </a:lnTo>
                  <a:lnTo>
                    <a:pt x="0" y="2129"/>
                  </a:lnTo>
                  <a:lnTo>
                    <a:pt x="1429" y="2129"/>
                  </a:lnTo>
                  <a:lnTo>
                    <a:pt x="1429" y="3557"/>
                  </a:lnTo>
                  <a:lnTo>
                    <a:pt x="2158" y="3557"/>
                  </a:lnTo>
                  <a:lnTo>
                    <a:pt x="2158" y="2129"/>
                  </a:lnTo>
                  <a:lnTo>
                    <a:pt x="3587" y="2129"/>
                  </a:lnTo>
                  <a:lnTo>
                    <a:pt x="3587" y="1430"/>
                  </a:lnTo>
                  <a:lnTo>
                    <a:pt x="2158" y="1430"/>
                  </a:lnTo>
                  <a:lnTo>
                    <a:pt x="215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23"/>
            <p:cNvSpPr/>
            <p:nvPr/>
          </p:nvSpPr>
          <p:spPr>
            <a:xfrm>
              <a:off x="2861775" y="2573275"/>
              <a:ext cx="89675" cy="88950"/>
            </a:xfrm>
            <a:custGeom>
              <a:rect b="b" l="l" r="r" t="t"/>
              <a:pathLst>
                <a:path extrusionOk="0" h="3558" w="3587">
                  <a:moveTo>
                    <a:pt x="1429" y="1"/>
                  </a:moveTo>
                  <a:lnTo>
                    <a:pt x="1429" y="1430"/>
                  </a:lnTo>
                  <a:lnTo>
                    <a:pt x="0" y="1430"/>
                  </a:lnTo>
                  <a:lnTo>
                    <a:pt x="0" y="2129"/>
                  </a:lnTo>
                  <a:lnTo>
                    <a:pt x="1429" y="2129"/>
                  </a:lnTo>
                  <a:lnTo>
                    <a:pt x="1429" y="3557"/>
                  </a:lnTo>
                  <a:lnTo>
                    <a:pt x="2158" y="3557"/>
                  </a:lnTo>
                  <a:lnTo>
                    <a:pt x="2158" y="2129"/>
                  </a:lnTo>
                  <a:lnTo>
                    <a:pt x="3587" y="2129"/>
                  </a:lnTo>
                  <a:lnTo>
                    <a:pt x="3587" y="1430"/>
                  </a:lnTo>
                  <a:lnTo>
                    <a:pt x="2158" y="1430"/>
                  </a:lnTo>
                  <a:lnTo>
                    <a:pt x="215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23"/>
            <p:cNvSpPr/>
            <p:nvPr/>
          </p:nvSpPr>
          <p:spPr>
            <a:xfrm>
              <a:off x="3006150" y="2573275"/>
              <a:ext cx="89700" cy="88950"/>
            </a:xfrm>
            <a:custGeom>
              <a:rect b="b" l="l" r="r" t="t"/>
              <a:pathLst>
                <a:path extrusionOk="0" h="3558" w="3588">
                  <a:moveTo>
                    <a:pt x="1429" y="1"/>
                  </a:moveTo>
                  <a:lnTo>
                    <a:pt x="1429" y="1430"/>
                  </a:lnTo>
                  <a:lnTo>
                    <a:pt x="0" y="1430"/>
                  </a:lnTo>
                  <a:lnTo>
                    <a:pt x="0" y="2129"/>
                  </a:lnTo>
                  <a:lnTo>
                    <a:pt x="1429" y="2129"/>
                  </a:lnTo>
                  <a:lnTo>
                    <a:pt x="1429" y="3557"/>
                  </a:lnTo>
                  <a:lnTo>
                    <a:pt x="2128" y="3557"/>
                  </a:lnTo>
                  <a:lnTo>
                    <a:pt x="2128" y="2129"/>
                  </a:lnTo>
                  <a:lnTo>
                    <a:pt x="3587" y="2129"/>
                  </a:lnTo>
                  <a:lnTo>
                    <a:pt x="3587" y="1430"/>
                  </a:lnTo>
                  <a:lnTo>
                    <a:pt x="2128" y="1430"/>
                  </a:lnTo>
                  <a:lnTo>
                    <a:pt x="21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23"/>
            <p:cNvSpPr/>
            <p:nvPr/>
          </p:nvSpPr>
          <p:spPr>
            <a:xfrm>
              <a:off x="3150525" y="2573275"/>
              <a:ext cx="88925" cy="88950"/>
            </a:xfrm>
            <a:custGeom>
              <a:rect b="b" l="l" r="r" t="t"/>
              <a:pathLst>
                <a:path extrusionOk="0" h="3558" w="3557">
                  <a:moveTo>
                    <a:pt x="1429" y="1"/>
                  </a:moveTo>
                  <a:lnTo>
                    <a:pt x="1429" y="1430"/>
                  </a:lnTo>
                  <a:lnTo>
                    <a:pt x="1" y="1430"/>
                  </a:lnTo>
                  <a:lnTo>
                    <a:pt x="1" y="2129"/>
                  </a:lnTo>
                  <a:lnTo>
                    <a:pt x="1429" y="2129"/>
                  </a:lnTo>
                  <a:lnTo>
                    <a:pt x="1429" y="3557"/>
                  </a:lnTo>
                  <a:lnTo>
                    <a:pt x="2159" y="3557"/>
                  </a:lnTo>
                  <a:lnTo>
                    <a:pt x="2159" y="2129"/>
                  </a:lnTo>
                  <a:lnTo>
                    <a:pt x="3557" y="2129"/>
                  </a:lnTo>
                  <a:lnTo>
                    <a:pt x="3557" y="1430"/>
                  </a:lnTo>
                  <a:lnTo>
                    <a:pt x="2159" y="1430"/>
                  </a:lnTo>
                  <a:lnTo>
                    <a:pt x="2159"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23"/>
            <p:cNvSpPr/>
            <p:nvPr/>
          </p:nvSpPr>
          <p:spPr>
            <a:xfrm>
              <a:off x="1996250" y="2719175"/>
              <a:ext cx="88925" cy="88950"/>
            </a:xfrm>
            <a:custGeom>
              <a:rect b="b" l="l" r="r" t="t"/>
              <a:pathLst>
                <a:path extrusionOk="0" h="3558" w="3557">
                  <a:moveTo>
                    <a:pt x="1429" y="1"/>
                  </a:moveTo>
                  <a:lnTo>
                    <a:pt x="1429" y="1429"/>
                  </a:lnTo>
                  <a:lnTo>
                    <a:pt x="1" y="1429"/>
                  </a:lnTo>
                  <a:lnTo>
                    <a:pt x="1" y="2129"/>
                  </a:lnTo>
                  <a:lnTo>
                    <a:pt x="1429" y="2129"/>
                  </a:lnTo>
                  <a:lnTo>
                    <a:pt x="1429" y="3557"/>
                  </a:lnTo>
                  <a:lnTo>
                    <a:pt x="2128" y="3557"/>
                  </a:lnTo>
                  <a:lnTo>
                    <a:pt x="2128" y="2129"/>
                  </a:lnTo>
                  <a:lnTo>
                    <a:pt x="3557" y="2129"/>
                  </a:lnTo>
                  <a:lnTo>
                    <a:pt x="3557" y="1429"/>
                  </a:lnTo>
                  <a:lnTo>
                    <a:pt x="2128" y="1429"/>
                  </a:lnTo>
                  <a:lnTo>
                    <a:pt x="21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23"/>
            <p:cNvSpPr/>
            <p:nvPr/>
          </p:nvSpPr>
          <p:spPr>
            <a:xfrm>
              <a:off x="2140625" y="2719175"/>
              <a:ext cx="88925" cy="88950"/>
            </a:xfrm>
            <a:custGeom>
              <a:rect b="b" l="l" r="r" t="t"/>
              <a:pathLst>
                <a:path extrusionOk="0" h="3558" w="3557">
                  <a:moveTo>
                    <a:pt x="1429" y="1"/>
                  </a:moveTo>
                  <a:lnTo>
                    <a:pt x="1429" y="1429"/>
                  </a:lnTo>
                  <a:lnTo>
                    <a:pt x="1" y="1429"/>
                  </a:lnTo>
                  <a:lnTo>
                    <a:pt x="1" y="2129"/>
                  </a:lnTo>
                  <a:lnTo>
                    <a:pt x="1429" y="2129"/>
                  </a:lnTo>
                  <a:lnTo>
                    <a:pt x="1429" y="3557"/>
                  </a:lnTo>
                  <a:lnTo>
                    <a:pt x="2128" y="3557"/>
                  </a:lnTo>
                  <a:lnTo>
                    <a:pt x="2128" y="2129"/>
                  </a:lnTo>
                  <a:lnTo>
                    <a:pt x="3557" y="2129"/>
                  </a:lnTo>
                  <a:lnTo>
                    <a:pt x="3557" y="1429"/>
                  </a:lnTo>
                  <a:lnTo>
                    <a:pt x="2128" y="1429"/>
                  </a:lnTo>
                  <a:lnTo>
                    <a:pt x="21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23"/>
            <p:cNvSpPr/>
            <p:nvPr/>
          </p:nvSpPr>
          <p:spPr>
            <a:xfrm>
              <a:off x="2285000" y="2719175"/>
              <a:ext cx="88950" cy="88950"/>
            </a:xfrm>
            <a:custGeom>
              <a:rect b="b" l="l" r="r" t="t"/>
              <a:pathLst>
                <a:path extrusionOk="0" h="3558" w="3558">
                  <a:moveTo>
                    <a:pt x="1429" y="1"/>
                  </a:moveTo>
                  <a:lnTo>
                    <a:pt x="1429" y="1429"/>
                  </a:lnTo>
                  <a:lnTo>
                    <a:pt x="1" y="1429"/>
                  </a:lnTo>
                  <a:lnTo>
                    <a:pt x="1" y="2129"/>
                  </a:lnTo>
                  <a:lnTo>
                    <a:pt x="1429" y="2129"/>
                  </a:lnTo>
                  <a:lnTo>
                    <a:pt x="1429" y="3557"/>
                  </a:lnTo>
                  <a:lnTo>
                    <a:pt x="2129" y="3557"/>
                  </a:lnTo>
                  <a:lnTo>
                    <a:pt x="2129" y="2129"/>
                  </a:lnTo>
                  <a:lnTo>
                    <a:pt x="3557" y="2129"/>
                  </a:lnTo>
                  <a:lnTo>
                    <a:pt x="3557" y="1429"/>
                  </a:lnTo>
                  <a:lnTo>
                    <a:pt x="2129" y="1429"/>
                  </a:lnTo>
                  <a:lnTo>
                    <a:pt x="2129"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23"/>
            <p:cNvSpPr/>
            <p:nvPr/>
          </p:nvSpPr>
          <p:spPr>
            <a:xfrm>
              <a:off x="2429400" y="2719175"/>
              <a:ext cx="88925" cy="88950"/>
            </a:xfrm>
            <a:custGeom>
              <a:rect b="b" l="l" r="r" t="t"/>
              <a:pathLst>
                <a:path extrusionOk="0" h="3558" w="3557">
                  <a:moveTo>
                    <a:pt x="1398" y="1"/>
                  </a:moveTo>
                  <a:lnTo>
                    <a:pt x="1398" y="1429"/>
                  </a:lnTo>
                  <a:lnTo>
                    <a:pt x="0" y="1429"/>
                  </a:lnTo>
                  <a:lnTo>
                    <a:pt x="0" y="2129"/>
                  </a:lnTo>
                  <a:lnTo>
                    <a:pt x="1398" y="2129"/>
                  </a:lnTo>
                  <a:lnTo>
                    <a:pt x="1398" y="3557"/>
                  </a:lnTo>
                  <a:lnTo>
                    <a:pt x="2128" y="3557"/>
                  </a:lnTo>
                  <a:lnTo>
                    <a:pt x="2128" y="2129"/>
                  </a:lnTo>
                  <a:lnTo>
                    <a:pt x="3556" y="2129"/>
                  </a:lnTo>
                  <a:lnTo>
                    <a:pt x="3556" y="1429"/>
                  </a:lnTo>
                  <a:lnTo>
                    <a:pt x="2128" y="1429"/>
                  </a:lnTo>
                  <a:lnTo>
                    <a:pt x="21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23"/>
            <p:cNvSpPr/>
            <p:nvPr/>
          </p:nvSpPr>
          <p:spPr>
            <a:xfrm>
              <a:off x="2573000" y="2719175"/>
              <a:ext cx="89700" cy="88950"/>
            </a:xfrm>
            <a:custGeom>
              <a:rect b="b" l="l" r="r" t="t"/>
              <a:pathLst>
                <a:path extrusionOk="0" h="3558" w="3588">
                  <a:moveTo>
                    <a:pt x="1429" y="1"/>
                  </a:moveTo>
                  <a:lnTo>
                    <a:pt x="1429" y="1429"/>
                  </a:lnTo>
                  <a:lnTo>
                    <a:pt x="1" y="1429"/>
                  </a:lnTo>
                  <a:lnTo>
                    <a:pt x="1" y="2129"/>
                  </a:lnTo>
                  <a:lnTo>
                    <a:pt x="1429" y="2129"/>
                  </a:lnTo>
                  <a:lnTo>
                    <a:pt x="1429" y="3557"/>
                  </a:lnTo>
                  <a:lnTo>
                    <a:pt x="2159" y="3557"/>
                  </a:lnTo>
                  <a:lnTo>
                    <a:pt x="2159" y="2129"/>
                  </a:lnTo>
                  <a:lnTo>
                    <a:pt x="3588" y="2129"/>
                  </a:lnTo>
                  <a:lnTo>
                    <a:pt x="3588" y="1429"/>
                  </a:lnTo>
                  <a:lnTo>
                    <a:pt x="2159" y="1429"/>
                  </a:lnTo>
                  <a:lnTo>
                    <a:pt x="2159"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23"/>
            <p:cNvSpPr/>
            <p:nvPr/>
          </p:nvSpPr>
          <p:spPr>
            <a:xfrm>
              <a:off x="2717400" y="2719175"/>
              <a:ext cx="89675" cy="88950"/>
            </a:xfrm>
            <a:custGeom>
              <a:rect b="b" l="l" r="r" t="t"/>
              <a:pathLst>
                <a:path extrusionOk="0" h="3558" w="3587">
                  <a:moveTo>
                    <a:pt x="1429" y="1"/>
                  </a:moveTo>
                  <a:lnTo>
                    <a:pt x="1429" y="1429"/>
                  </a:lnTo>
                  <a:lnTo>
                    <a:pt x="0" y="1429"/>
                  </a:lnTo>
                  <a:lnTo>
                    <a:pt x="0" y="2129"/>
                  </a:lnTo>
                  <a:lnTo>
                    <a:pt x="1429" y="2129"/>
                  </a:lnTo>
                  <a:lnTo>
                    <a:pt x="1429" y="3557"/>
                  </a:lnTo>
                  <a:lnTo>
                    <a:pt x="2158" y="3557"/>
                  </a:lnTo>
                  <a:lnTo>
                    <a:pt x="2158" y="2129"/>
                  </a:lnTo>
                  <a:lnTo>
                    <a:pt x="3587" y="2129"/>
                  </a:lnTo>
                  <a:lnTo>
                    <a:pt x="3587" y="1429"/>
                  </a:lnTo>
                  <a:lnTo>
                    <a:pt x="2158" y="1429"/>
                  </a:lnTo>
                  <a:lnTo>
                    <a:pt x="215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23"/>
            <p:cNvSpPr/>
            <p:nvPr/>
          </p:nvSpPr>
          <p:spPr>
            <a:xfrm>
              <a:off x="2861775" y="2719175"/>
              <a:ext cx="89675" cy="88950"/>
            </a:xfrm>
            <a:custGeom>
              <a:rect b="b" l="l" r="r" t="t"/>
              <a:pathLst>
                <a:path extrusionOk="0" h="3558" w="3587">
                  <a:moveTo>
                    <a:pt x="1429" y="1"/>
                  </a:moveTo>
                  <a:lnTo>
                    <a:pt x="1429" y="1429"/>
                  </a:lnTo>
                  <a:lnTo>
                    <a:pt x="0" y="1429"/>
                  </a:lnTo>
                  <a:lnTo>
                    <a:pt x="0" y="2129"/>
                  </a:lnTo>
                  <a:lnTo>
                    <a:pt x="1429" y="2129"/>
                  </a:lnTo>
                  <a:lnTo>
                    <a:pt x="1429" y="3557"/>
                  </a:lnTo>
                  <a:lnTo>
                    <a:pt x="2158" y="3557"/>
                  </a:lnTo>
                  <a:lnTo>
                    <a:pt x="2158" y="2129"/>
                  </a:lnTo>
                  <a:lnTo>
                    <a:pt x="3587" y="2129"/>
                  </a:lnTo>
                  <a:lnTo>
                    <a:pt x="3587" y="1429"/>
                  </a:lnTo>
                  <a:lnTo>
                    <a:pt x="2158" y="1429"/>
                  </a:lnTo>
                  <a:lnTo>
                    <a:pt x="215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23"/>
            <p:cNvSpPr/>
            <p:nvPr/>
          </p:nvSpPr>
          <p:spPr>
            <a:xfrm>
              <a:off x="3006150" y="2719175"/>
              <a:ext cx="89700" cy="88950"/>
            </a:xfrm>
            <a:custGeom>
              <a:rect b="b" l="l" r="r" t="t"/>
              <a:pathLst>
                <a:path extrusionOk="0" h="3558" w="3588">
                  <a:moveTo>
                    <a:pt x="1429" y="1"/>
                  </a:moveTo>
                  <a:lnTo>
                    <a:pt x="1429" y="1429"/>
                  </a:lnTo>
                  <a:lnTo>
                    <a:pt x="0" y="1429"/>
                  </a:lnTo>
                  <a:lnTo>
                    <a:pt x="0" y="2129"/>
                  </a:lnTo>
                  <a:lnTo>
                    <a:pt x="1429" y="2129"/>
                  </a:lnTo>
                  <a:lnTo>
                    <a:pt x="1429" y="3557"/>
                  </a:lnTo>
                  <a:lnTo>
                    <a:pt x="2128" y="3557"/>
                  </a:lnTo>
                  <a:lnTo>
                    <a:pt x="2128" y="2129"/>
                  </a:lnTo>
                  <a:lnTo>
                    <a:pt x="3587" y="2129"/>
                  </a:lnTo>
                  <a:lnTo>
                    <a:pt x="3587" y="1429"/>
                  </a:lnTo>
                  <a:lnTo>
                    <a:pt x="2128" y="1429"/>
                  </a:lnTo>
                  <a:lnTo>
                    <a:pt x="21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23"/>
            <p:cNvSpPr/>
            <p:nvPr/>
          </p:nvSpPr>
          <p:spPr>
            <a:xfrm>
              <a:off x="3150525" y="2719175"/>
              <a:ext cx="88925" cy="88950"/>
            </a:xfrm>
            <a:custGeom>
              <a:rect b="b" l="l" r="r" t="t"/>
              <a:pathLst>
                <a:path extrusionOk="0" h="3558" w="3557">
                  <a:moveTo>
                    <a:pt x="1429" y="1"/>
                  </a:moveTo>
                  <a:lnTo>
                    <a:pt x="1429" y="1429"/>
                  </a:lnTo>
                  <a:lnTo>
                    <a:pt x="1" y="1429"/>
                  </a:lnTo>
                  <a:lnTo>
                    <a:pt x="1" y="2129"/>
                  </a:lnTo>
                  <a:lnTo>
                    <a:pt x="1429" y="2129"/>
                  </a:lnTo>
                  <a:lnTo>
                    <a:pt x="1429" y="3557"/>
                  </a:lnTo>
                  <a:lnTo>
                    <a:pt x="2159" y="3557"/>
                  </a:lnTo>
                  <a:lnTo>
                    <a:pt x="2159" y="2129"/>
                  </a:lnTo>
                  <a:lnTo>
                    <a:pt x="3557" y="2129"/>
                  </a:lnTo>
                  <a:lnTo>
                    <a:pt x="3557" y="1429"/>
                  </a:lnTo>
                  <a:lnTo>
                    <a:pt x="2159" y="1429"/>
                  </a:lnTo>
                  <a:lnTo>
                    <a:pt x="2159"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4" name="Google Shape;3554;p23"/>
          <p:cNvGrpSpPr/>
          <p:nvPr/>
        </p:nvGrpSpPr>
        <p:grpSpPr>
          <a:xfrm>
            <a:off x="8544250" y="1297363"/>
            <a:ext cx="378450" cy="379225"/>
            <a:chOff x="4811650" y="1895450"/>
            <a:chExt cx="378450" cy="379225"/>
          </a:xfrm>
        </p:grpSpPr>
        <p:sp>
          <p:nvSpPr>
            <p:cNvPr id="3555" name="Google Shape;3555;p23"/>
            <p:cNvSpPr/>
            <p:nvPr/>
          </p:nvSpPr>
          <p:spPr>
            <a:xfrm>
              <a:off x="4811650" y="1895450"/>
              <a:ext cx="378450" cy="379225"/>
            </a:xfrm>
            <a:custGeom>
              <a:rect b="b" l="l" r="r" t="t"/>
              <a:pathLst>
                <a:path extrusionOk="0" fill="none" h="15169" w="15138">
                  <a:moveTo>
                    <a:pt x="9119" y="882"/>
                  </a:moveTo>
                  <a:cubicBezTo>
                    <a:pt x="12828" y="1733"/>
                    <a:pt x="15138" y="5442"/>
                    <a:pt x="14256" y="9150"/>
                  </a:cubicBezTo>
                  <a:cubicBezTo>
                    <a:pt x="13405" y="12858"/>
                    <a:pt x="9697" y="15168"/>
                    <a:pt x="5989" y="14287"/>
                  </a:cubicBezTo>
                  <a:cubicBezTo>
                    <a:pt x="2280" y="13436"/>
                    <a:pt x="1" y="9728"/>
                    <a:pt x="852" y="6019"/>
                  </a:cubicBezTo>
                  <a:cubicBezTo>
                    <a:pt x="1733" y="2311"/>
                    <a:pt x="5441" y="1"/>
                    <a:pt x="9119" y="882"/>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23"/>
            <p:cNvSpPr/>
            <p:nvPr/>
          </p:nvSpPr>
          <p:spPr>
            <a:xfrm>
              <a:off x="4882325" y="1966125"/>
              <a:ext cx="236350" cy="237125"/>
            </a:xfrm>
            <a:custGeom>
              <a:rect b="b" l="l" r="r" t="t"/>
              <a:pathLst>
                <a:path extrusionOk="0" fill="none" h="9485" w="9454">
                  <a:moveTo>
                    <a:pt x="9453" y="4742"/>
                  </a:moveTo>
                  <a:cubicBezTo>
                    <a:pt x="9453" y="7356"/>
                    <a:pt x="7356" y="9484"/>
                    <a:pt x="4742" y="9484"/>
                  </a:cubicBezTo>
                  <a:cubicBezTo>
                    <a:pt x="2128" y="9484"/>
                    <a:pt x="0" y="7356"/>
                    <a:pt x="0" y="4742"/>
                  </a:cubicBezTo>
                  <a:cubicBezTo>
                    <a:pt x="0" y="2128"/>
                    <a:pt x="2128" y="1"/>
                    <a:pt x="4742" y="1"/>
                  </a:cubicBezTo>
                  <a:cubicBezTo>
                    <a:pt x="7356" y="1"/>
                    <a:pt x="9453" y="2128"/>
                    <a:pt x="9453" y="4742"/>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23"/>
            <p:cNvSpPr/>
            <p:nvPr/>
          </p:nvSpPr>
          <p:spPr>
            <a:xfrm>
              <a:off x="4928675" y="2012475"/>
              <a:ext cx="143650" cy="144425"/>
            </a:xfrm>
            <a:custGeom>
              <a:rect b="b" l="l" r="r" t="t"/>
              <a:pathLst>
                <a:path extrusionOk="0" fill="none" h="5777" w="5746">
                  <a:moveTo>
                    <a:pt x="5745" y="2888"/>
                  </a:moveTo>
                  <a:cubicBezTo>
                    <a:pt x="5745" y="4499"/>
                    <a:pt x="4469" y="5776"/>
                    <a:pt x="2888" y="5776"/>
                  </a:cubicBezTo>
                  <a:cubicBezTo>
                    <a:pt x="1277" y="5776"/>
                    <a:pt x="1" y="4499"/>
                    <a:pt x="1" y="2888"/>
                  </a:cubicBezTo>
                  <a:cubicBezTo>
                    <a:pt x="1" y="1308"/>
                    <a:pt x="1277" y="1"/>
                    <a:pt x="2888" y="1"/>
                  </a:cubicBezTo>
                  <a:cubicBezTo>
                    <a:pt x="4469" y="1"/>
                    <a:pt x="5745" y="1308"/>
                    <a:pt x="5745" y="2888"/>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23"/>
            <p:cNvSpPr/>
            <p:nvPr/>
          </p:nvSpPr>
          <p:spPr>
            <a:xfrm>
              <a:off x="4968950" y="2053525"/>
              <a:ext cx="63100" cy="63100"/>
            </a:xfrm>
            <a:custGeom>
              <a:rect b="b" l="l" r="r" t="t"/>
              <a:pathLst>
                <a:path extrusionOk="0" fill="none" h="2524" w="2524">
                  <a:moveTo>
                    <a:pt x="2523" y="1246"/>
                  </a:moveTo>
                  <a:cubicBezTo>
                    <a:pt x="2523" y="1946"/>
                    <a:pt x="1946" y="2523"/>
                    <a:pt x="1277" y="2523"/>
                  </a:cubicBezTo>
                  <a:cubicBezTo>
                    <a:pt x="578" y="2523"/>
                    <a:pt x="1" y="1946"/>
                    <a:pt x="1" y="1246"/>
                  </a:cubicBezTo>
                  <a:cubicBezTo>
                    <a:pt x="1" y="578"/>
                    <a:pt x="578" y="0"/>
                    <a:pt x="1277" y="0"/>
                  </a:cubicBezTo>
                  <a:cubicBezTo>
                    <a:pt x="1946" y="0"/>
                    <a:pt x="2523" y="578"/>
                    <a:pt x="2523" y="1246"/>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9" name="Google Shape;3559;p23"/>
          <p:cNvGrpSpPr/>
          <p:nvPr/>
        </p:nvGrpSpPr>
        <p:grpSpPr>
          <a:xfrm rot="-5400000">
            <a:off x="3396311" y="5186205"/>
            <a:ext cx="2781299" cy="1048521"/>
            <a:chOff x="493175" y="2102150"/>
            <a:chExt cx="1201425" cy="452925"/>
          </a:xfrm>
        </p:grpSpPr>
        <p:sp>
          <p:nvSpPr>
            <p:cNvPr id="3560" name="Google Shape;3560;p23"/>
            <p:cNvSpPr/>
            <p:nvPr/>
          </p:nvSpPr>
          <p:spPr>
            <a:xfrm>
              <a:off x="1675575" y="2536050"/>
              <a:ext cx="19025" cy="19025"/>
            </a:xfrm>
            <a:custGeom>
              <a:rect b="b" l="l" r="r" t="t"/>
              <a:pathLst>
                <a:path extrusionOk="0" h="761" w="761">
                  <a:moveTo>
                    <a:pt x="365" y="1"/>
                  </a:moveTo>
                  <a:cubicBezTo>
                    <a:pt x="153" y="1"/>
                    <a:pt x="1" y="153"/>
                    <a:pt x="1" y="365"/>
                  </a:cubicBezTo>
                  <a:cubicBezTo>
                    <a:pt x="1" y="578"/>
                    <a:pt x="153"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23"/>
            <p:cNvSpPr/>
            <p:nvPr/>
          </p:nvSpPr>
          <p:spPr>
            <a:xfrm>
              <a:off x="1576800" y="2536050"/>
              <a:ext cx="19000" cy="19025"/>
            </a:xfrm>
            <a:custGeom>
              <a:rect b="b" l="l" r="r" t="t"/>
              <a:pathLst>
                <a:path extrusionOk="0" h="761" w="760">
                  <a:moveTo>
                    <a:pt x="365" y="1"/>
                  </a:moveTo>
                  <a:cubicBezTo>
                    <a:pt x="182" y="1"/>
                    <a:pt x="0" y="153"/>
                    <a:pt x="0" y="365"/>
                  </a:cubicBezTo>
                  <a:cubicBezTo>
                    <a:pt x="0" y="578"/>
                    <a:pt x="182"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23"/>
            <p:cNvSpPr/>
            <p:nvPr/>
          </p:nvSpPr>
          <p:spPr>
            <a:xfrm>
              <a:off x="14780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23"/>
            <p:cNvSpPr/>
            <p:nvPr/>
          </p:nvSpPr>
          <p:spPr>
            <a:xfrm>
              <a:off x="1379975" y="2536050"/>
              <a:ext cx="19025" cy="19025"/>
            </a:xfrm>
            <a:custGeom>
              <a:rect b="b" l="l" r="r" t="t"/>
              <a:pathLst>
                <a:path extrusionOk="0" h="761" w="761">
                  <a:moveTo>
                    <a:pt x="365" y="1"/>
                  </a:moveTo>
                  <a:cubicBezTo>
                    <a:pt x="153" y="1"/>
                    <a:pt x="1" y="153"/>
                    <a:pt x="1" y="365"/>
                  </a:cubicBezTo>
                  <a:cubicBezTo>
                    <a:pt x="1" y="578"/>
                    <a:pt x="153"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23"/>
            <p:cNvSpPr/>
            <p:nvPr/>
          </p:nvSpPr>
          <p:spPr>
            <a:xfrm>
              <a:off x="1281200" y="2536050"/>
              <a:ext cx="19025" cy="19025"/>
            </a:xfrm>
            <a:custGeom>
              <a:rect b="b" l="l" r="r" t="t"/>
              <a:pathLst>
                <a:path extrusionOk="0" h="761" w="761">
                  <a:moveTo>
                    <a:pt x="395" y="1"/>
                  </a:moveTo>
                  <a:cubicBezTo>
                    <a:pt x="183" y="1"/>
                    <a:pt x="0" y="153"/>
                    <a:pt x="0" y="365"/>
                  </a:cubicBezTo>
                  <a:cubicBezTo>
                    <a:pt x="0" y="578"/>
                    <a:pt x="183" y="760"/>
                    <a:pt x="395" y="760"/>
                  </a:cubicBezTo>
                  <a:cubicBezTo>
                    <a:pt x="578" y="760"/>
                    <a:pt x="760" y="578"/>
                    <a:pt x="760" y="365"/>
                  </a:cubicBezTo>
                  <a:cubicBezTo>
                    <a:pt x="760" y="15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23"/>
            <p:cNvSpPr/>
            <p:nvPr/>
          </p:nvSpPr>
          <p:spPr>
            <a:xfrm>
              <a:off x="11824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23"/>
            <p:cNvSpPr/>
            <p:nvPr/>
          </p:nvSpPr>
          <p:spPr>
            <a:xfrm>
              <a:off x="1084375" y="2536050"/>
              <a:ext cx="19025" cy="19025"/>
            </a:xfrm>
            <a:custGeom>
              <a:rect b="b" l="l" r="r" t="t"/>
              <a:pathLst>
                <a:path extrusionOk="0" h="761" w="761">
                  <a:moveTo>
                    <a:pt x="365" y="1"/>
                  </a:moveTo>
                  <a:cubicBezTo>
                    <a:pt x="153" y="1"/>
                    <a:pt x="1" y="153"/>
                    <a:pt x="1" y="365"/>
                  </a:cubicBezTo>
                  <a:cubicBezTo>
                    <a:pt x="1" y="578"/>
                    <a:pt x="153" y="760"/>
                    <a:pt x="365" y="760"/>
                  </a:cubicBezTo>
                  <a:cubicBezTo>
                    <a:pt x="578" y="760"/>
                    <a:pt x="761" y="578"/>
                    <a:pt x="761" y="365"/>
                  </a:cubicBezTo>
                  <a:cubicBezTo>
                    <a:pt x="761"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23"/>
            <p:cNvSpPr/>
            <p:nvPr/>
          </p:nvSpPr>
          <p:spPr>
            <a:xfrm>
              <a:off x="985600" y="2536050"/>
              <a:ext cx="19025" cy="19025"/>
            </a:xfrm>
            <a:custGeom>
              <a:rect b="b" l="l" r="r" t="t"/>
              <a:pathLst>
                <a:path extrusionOk="0" h="761" w="761">
                  <a:moveTo>
                    <a:pt x="365" y="1"/>
                  </a:moveTo>
                  <a:cubicBezTo>
                    <a:pt x="152" y="1"/>
                    <a:pt x="0" y="153"/>
                    <a:pt x="0" y="365"/>
                  </a:cubicBezTo>
                  <a:cubicBezTo>
                    <a:pt x="0" y="578"/>
                    <a:pt x="152"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23"/>
            <p:cNvSpPr/>
            <p:nvPr/>
          </p:nvSpPr>
          <p:spPr>
            <a:xfrm>
              <a:off x="8868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23"/>
            <p:cNvSpPr/>
            <p:nvPr/>
          </p:nvSpPr>
          <p:spPr>
            <a:xfrm>
              <a:off x="788025" y="2536050"/>
              <a:ext cx="19025" cy="19025"/>
            </a:xfrm>
            <a:custGeom>
              <a:rect b="b" l="l" r="r" t="t"/>
              <a:pathLst>
                <a:path extrusionOk="0" h="761" w="761">
                  <a:moveTo>
                    <a:pt x="395" y="1"/>
                  </a:moveTo>
                  <a:cubicBezTo>
                    <a:pt x="183" y="1"/>
                    <a:pt x="0" y="153"/>
                    <a:pt x="0" y="365"/>
                  </a:cubicBezTo>
                  <a:cubicBezTo>
                    <a:pt x="0" y="578"/>
                    <a:pt x="183" y="760"/>
                    <a:pt x="395" y="760"/>
                  </a:cubicBezTo>
                  <a:cubicBezTo>
                    <a:pt x="608" y="760"/>
                    <a:pt x="760" y="578"/>
                    <a:pt x="760" y="365"/>
                  </a:cubicBezTo>
                  <a:cubicBezTo>
                    <a:pt x="760" y="15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23"/>
            <p:cNvSpPr/>
            <p:nvPr/>
          </p:nvSpPr>
          <p:spPr>
            <a:xfrm>
              <a:off x="690000" y="2536050"/>
              <a:ext cx="19025" cy="19025"/>
            </a:xfrm>
            <a:custGeom>
              <a:rect b="b" l="l" r="r" t="t"/>
              <a:pathLst>
                <a:path extrusionOk="0" h="761" w="761">
                  <a:moveTo>
                    <a:pt x="365" y="1"/>
                  </a:moveTo>
                  <a:cubicBezTo>
                    <a:pt x="152" y="1"/>
                    <a:pt x="0" y="153"/>
                    <a:pt x="0" y="365"/>
                  </a:cubicBezTo>
                  <a:cubicBezTo>
                    <a:pt x="0" y="578"/>
                    <a:pt x="152"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23"/>
            <p:cNvSpPr/>
            <p:nvPr/>
          </p:nvSpPr>
          <p:spPr>
            <a:xfrm>
              <a:off x="5912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23"/>
            <p:cNvSpPr/>
            <p:nvPr/>
          </p:nvSpPr>
          <p:spPr>
            <a:xfrm>
              <a:off x="493175" y="2536050"/>
              <a:ext cx="19025" cy="19025"/>
            </a:xfrm>
            <a:custGeom>
              <a:rect b="b" l="l" r="r" t="t"/>
              <a:pathLst>
                <a:path extrusionOk="0" h="761" w="761">
                  <a:moveTo>
                    <a:pt x="366" y="1"/>
                  </a:moveTo>
                  <a:cubicBezTo>
                    <a:pt x="153" y="1"/>
                    <a:pt x="1" y="153"/>
                    <a:pt x="1" y="365"/>
                  </a:cubicBezTo>
                  <a:cubicBezTo>
                    <a:pt x="1" y="578"/>
                    <a:pt x="153" y="760"/>
                    <a:pt x="366" y="760"/>
                  </a:cubicBezTo>
                  <a:cubicBezTo>
                    <a:pt x="578" y="760"/>
                    <a:pt x="761" y="578"/>
                    <a:pt x="761" y="365"/>
                  </a:cubicBezTo>
                  <a:cubicBezTo>
                    <a:pt x="761" y="15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23"/>
            <p:cNvSpPr/>
            <p:nvPr/>
          </p:nvSpPr>
          <p:spPr>
            <a:xfrm>
              <a:off x="1675575" y="2449425"/>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23"/>
            <p:cNvSpPr/>
            <p:nvPr/>
          </p:nvSpPr>
          <p:spPr>
            <a:xfrm>
              <a:off x="1576800" y="2449425"/>
              <a:ext cx="19000" cy="19025"/>
            </a:xfrm>
            <a:custGeom>
              <a:rect b="b" l="l" r="r" t="t"/>
              <a:pathLst>
                <a:path extrusionOk="0" h="761" w="760">
                  <a:moveTo>
                    <a:pt x="365" y="0"/>
                  </a:moveTo>
                  <a:cubicBezTo>
                    <a:pt x="182" y="0"/>
                    <a:pt x="0" y="152"/>
                    <a:pt x="0" y="365"/>
                  </a:cubicBezTo>
                  <a:cubicBezTo>
                    <a:pt x="0" y="578"/>
                    <a:pt x="18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23"/>
            <p:cNvSpPr/>
            <p:nvPr/>
          </p:nvSpPr>
          <p:spPr>
            <a:xfrm>
              <a:off x="14780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23"/>
            <p:cNvSpPr/>
            <p:nvPr/>
          </p:nvSpPr>
          <p:spPr>
            <a:xfrm>
              <a:off x="1379975" y="2449425"/>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23"/>
            <p:cNvSpPr/>
            <p:nvPr/>
          </p:nvSpPr>
          <p:spPr>
            <a:xfrm>
              <a:off x="1281200" y="2449425"/>
              <a:ext cx="19025" cy="19025"/>
            </a:xfrm>
            <a:custGeom>
              <a:rect b="b" l="l" r="r" t="t"/>
              <a:pathLst>
                <a:path extrusionOk="0" h="761" w="761">
                  <a:moveTo>
                    <a:pt x="395" y="0"/>
                  </a:moveTo>
                  <a:cubicBezTo>
                    <a:pt x="183" y="0"/>
                    <a:pt x="0" y="152"/>
                    <a:pt x="0" y="365"/>
                  </a:cubicBezTo>
                  <a:cubicBezTo>
                    <a:pt x="0" y="578"/>
                    <a:pt x="183" y="760"/>
                    <a:pt x="395" y="760"/>
                  </a:cubicBezTo>
                  <a:cubicBezTo>
                    <a:pt x="578" y="760"/>
                    <a:pt x="760" y="578"/>
                    <a:pt x="760" y="365"/>
                  </a:cubicBezTo>
                  <a:cubicBezTo>
                    <a:pt x="760" y="152"/>
                    <a:pt x="57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23"/>
            <p:cNvSpPr/>
            <p:nvPr/>
          </p:nvSpPr>
          <p:spPr>
            <a:xfrm>
              <a:off x="11824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23"/>
            <p:cNvSpPr/>
            <p:nvPr/>
          </p:nvSpPr>
          <p:spPr>
            <a:xfrm>
              <a:off x="1084375" y="2449425"/>
              <a:ext cx="19025" cy="19025"/>
            </a:xfrm>
            <a:custGeom>
              <a:rect b="b" l="l" r="r" t="t"/>
              <a:pathLst>
                <a:path extrusionOk="0" h="761" w="761">
                  <a:moveTo>
                    <a:pt x="365" y="0"/>
                  </a:moveTo>
                  <a:cubicBezTo>
                    <a:pt x="153" y="0"/>
                    <a:pt x="1" y="152"/>
                    <a:pt x="1" y="365"/>
                  </a:cubicBezTo>
                  <a:cubicBezTo>
                    <a:pt x="1" y="578"/>
                    <a:pt x="153" y="760"/>
                    <a:pt x="365" y="760"/>
                  </a:cubicBezTo>
                  <a:cubicBezTo>
                    <a:pt x="578" y="760"/>
                    <a:pt x="761" y="578"/>
                    <a:pt x="761" y="365"/>
                  </a:cubicBezTo>
                  <a:cubicBezTo>
                    <a:pt x="761"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23"/>
            <p:cNvSpPr/>
            <p:nvPr/>
          </p:nvSpPr>
          <p:spPr>
            <a:xfrm>
              <a:off x="985600" y="2449425"/>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23"/>
            <p:cNvSpPr/>
            <p:nvPr/>
          </p:nvSpPr>
          <p:spPr>
            <a:xfrm>
              <a:off x="8868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23"/>
            <p:cNvSpPr/>
            <p:nvPr/>
          </p:nvSpPr>
          <p:spPr>
            <a:xfrm>
              <a:off x="788025" y="2449425"/>
              <a:ext cx="19025" cy="19025"/>
            </a:xfrm>
            <a:custGeom>
              <a:rect b="b" l="l" r="r" t="t"/>
              <a:pathLst>
                <a:path extrusionOk="0" h="761" w="761">
                  <a:moveTo>
                    <a:pt x="395" y="0"/>
                  </a:moveTo>
                  <a:cubicBezTo>
                    <a:pt x="183" y="0"/>
                    <a:pt x="0" y="152"/>
                    <a:pt x="0" y="365"/>
                  </a:cubicBezTo>
                  <a:cubicBezTo>
                    <a:pt x="0" y="578"/>
                    <a:pt x="183" y="760"/>
                    <a:pt x="395" y="760"/>
                  </a:cubicBezTo>
                  <a:cubicBezTo>
                    <a:pt x="608" y="760"/>
                    <a:pt x="760" y="578"/>
                    <a:pt x="760" y="365"/>
                  </a:cubicBezTo>
                  <a:cubicBezTo>
                    <a:pt x="760" y="152"/>
                    <a:pt x="60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23"/>
            <p:cNvSpPr/>
            <p:nvPr/>
          </p:nvSpPr>
          <p:spPr>
            <a:xfrm>
              <a:off x="690000" y="2449425"/>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23"/>
            <p:cNvSpPr/>
            <p:nvPr/>
          </p:nvSpPr>
          <p:spPr>
            <a:xfrm>
              <a:off x="5912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23"/>
            <p:cNvSpPr/>
            <p:nvPr/>
          </p:nvSpPr>
          <p:spPr>
            <a:xfrm>
              <a:off x="493175" y="2449425"/>
              <a:ext cx="19025" cy="19025"/>
            </a:xfrm>
            <a:custGeom>
              <a:rect b="b" l="l" r="r" t="t"/>
              <a:pathLst>
                <a:path extrusionOk="0" h="761" w="761">
                  <a:moveTo>
                    <a:pt x="366" y="0"/>
                  </a:moveTo>
                  <a:cubicBezTo>
                    <a:pt x="153" y="0"/>
                    <a:pt x="1" y="152"/>
                    <a:pt x="1" y="365"/>
                  </a:cubicBezTo>
                  <a:cubicBezTo>
                    <a:pt x="1" y="578"/>
                    <a:pt x="153" y="760"/>
                    <a:pt x="366" y="760"/>
                  </a:cubicBezTo>
                  <a:cubicBezTo>
                    <a:pt x="578" y="760"/>
                    <a:pt x="761" y="578"/>
                    <a:pt x="761" y="365"/>
                  </a:cubicBezTo>
                  <a:cubicBezTo>
                    <a:pt x="761" y="152"/>
                    <a:pt x="578" y="0"/>
                    <a:pt x="36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23"/>
            <p:cNvSpPr/>
            <p:nvPr/>
          </p:nvSpPr>
          <p:spPr>
            <a:xfrm>
              <a:off x="1675575" y="2362800"/>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23"/>
            <p:cNvSpPr/>
            <p:nvPr/>
          </p:nvSpPr>
          <p:spPr>
            <a:xfrm>
              <a:off x="1576800" y="2362800"/>
              <a:ext cx="19000" cy="19025"/>
            </a:xfrm>
            <a:custGeom>
              <a:rect b="b" l="l" r="r" t="t"/>
              <a:pathLst>
                <a:path extrusionOk="0" h="761" w="760">
                  <a:moveTo>
                    <a:pt x="365" y="0"/>
                  </a:moveTo>
                  <a:cubicBezTo>
                    <a:pt x="182" y="0"/>
                    <a:pt x="0" y="152"/>
                    <a:pt x="0" y="365"/>
                  </a:cubicBezTo>
                  <a:cubicBezTo>
                    <a:pt x="0" y="578"/>
                    <a:pt x="18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23"/>
            <p:cNvSpPr/>
            <p:nvPr/>
          </p:nvSpPr>
          <p:spPr>
            <a:xfrm>
              <a:off x="14780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23"/>
            <p:cNvSpPr/>
            <p:nvPr/>
          </p:nvSpPr>
          <p:spPr>
            <a:xfrm>
              <a:off x="1379975" y="2362800"/>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23"/>
            <p:cNvSpPr/>
            <p:nvPr/>
          </p:nvSpPr>
          <p:spPr>
            <a:xfrm>
              <a:off x="1281200" y="2362800"/>
              <a:ext cx="19025" cy="19025"/>
            </a:xfrm>
            <a:custGeom>
              <a:rect b="b" l="l" r="r" t="t"/>
              <a:pathLst>
                <a:path extrusionOk="0" h="761" w="761">
                  <a:moveTo>
                    <a:pt x="395" y="0"/>
                  </a:moveTo>
                  <a:cubicBezTo>
                    <a:pt x="183" y="0"/>
                    <a:pt x="0" y="152"/>
                    <a:pt x="0" y="365"/>
                  </a:cubicBezTo>
                  <a:cubicBezTo>
                    <a:pt x="0" y="578"/>
                    <a:pt x="183" y="760"/>
                    <a:pt x="395" y="760"/>
                  </a:cubicBezTo>
                  <a:cubicBezTo>
                    <a:pt x="578" y="760"/>
                    <a:pt x="760" y="578"/>
                    <a:pt x="760" y="365"/>
                  </a:cubicBezTo>
                  <a:cubicBezTo>
                    <a:pt x="760" y="152"/>
                    <a:pt x="57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23"/>
            <p:cNvSpPr/>
            <p:nvPr/>
          </p:nvSpPr>
          <p:spPr>
            <a:xfrm>
              <a:off x="11824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23"/>
            <p:cNvSpPr/>
            <p:nvPr/>
          </p:nvSpPr>
          <p:spPr>
            <a:xfrm>
              <a:off x="1084375" y="2362800"/>
              <a:ext cx="19025" cy="19025"/>
            </a:xfrm>
            <a:custGeom>
              <a:rect b="b" l="l" r="r" t="t"/>
              <a:pathLst>
                <a:path extrusionOk="0" h="761" w="761">
                  <a:moveTo>
                    <a:pt x="365" y="0"/>
                  </a:moveTo>
                  <a:cubicBezTo>
                    <a:pt x="153" y="0"/>
                    <a:pt x="1" y="152"/>
                    <a:pt x="1" y="365"/>
                  </a:cubicBezTo>
                  <a:cubicBezTo>
                    <a:pt x="1" y="578"/>
                    <a:pt x="153" y="760"/>
                    <a:pt x="365" y="760"/>
                  </a:cubicBezTo>
                  <a:cubicBezTo>
                    <a:pt x="578" y="760"/>
                    <a:pt x="761" y="578"/>
                    <a:pt x="761" y="365"/>
                  </a:cubicBezTo>
                  <a:cubicBezTo>
                    <a:pt x="761"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23"/>
            <p:cNvSpPr/>
            <p:nvPr/>
          </p:nvSpPr>
          <p:spPr>
            <a:xfrm>
              <a:off x="985600" y="2362800"/>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23"/>
            <p:cNvSpPr/>
            <p:nvPr/>
          </p:nvSpPr>
          <p:spPr>
            <a:xfrm>
              <a:off x="8868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23"/>
            <p:cNvSpPr/>
            <p:nvPr/>
          </p:nvSpPr>
          <p:spPr>
            <a:xfrm>
              <a:off x="788025" y="2362800"/>
              <a:ext cx="19025" cy="19025"/>
            </a:xfrm>
            <a:custGeom>
              <a:rect b="b" l="l" r="r" t="t"/>
              <a:pathLst>
                <a:path extrusionOk="0" h="761" w="761">
                  <a:moveTo>
                    <a:pt x="395" y="0"/>
                  </a:moveTo>
                  <a:cubicBezTo>
                    <a:pt x="183" y="0"/>
                    <a:pt x="0" y="152"/>
                    <a:pt x="0" y="365"/>
                  </a:cubicBezTo>
                  <a:cubicBezTo>
                    <a:pt x="0" y="578"/>
                    <a:pt x="183" y="760"/>
                    <a:pt x="395" y="760"/>
                  </a:cubicBezTo>
                  <a:cubicBezTo>
                    <a:pt x="608" y="760"/>
                    <a:pt x="760" y="578"/>
                    <a:pt x="760" y="365"/>
                  </a:cubicBezTo>
                  <a:cubicBezTo>
                    <a:pt x="760" y="152"/>
                    <a:pt x="60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23"/>
            <p:cNvSpPr/>
            <p:nvPr/>
          </p:nvSpPr>
          <p:spPr>
            <a:xfrm>
              <a:off x="690000" y="2362800"/>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23"/>
            <p:cNvSpPr/>
            <p:nvPr/>
          </p:nvSpPr>
          <p:spPr>
            <a:xfrm>
              <a:off x="5912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23"/>
            <p:cNvSpPr/>
            <p:nvPr/>
          </p:nvSpPr>
          <p:spPr>
            <a:xfrm>
              <a:off x="493175" y="2362800"/>
              <a:ext cx="19025" cy="19025"/>
            </a:xfrm>
            <a:custGeom>
              <a:rect b="b" l="l" r="r" t="t"/>
              <a:pathLst>
                <a:path extrusionOk="0" h="761" w="761">
                  <a:moveTo>
                    <a:pt x="366" y="0"/>
                  </a:moveTo>
                  <a:cubicBezTo>
                    <a:pt x="153" y="0"/>
                    <a:pt x="1" y="152"/>
                    <a:pt x="1" y="365"/>
                  </a:cubicBezTo>
                  <a:cubicBezTo>
                    <a:pt x="1" y="578"/>
                    <a:pt x="153" y="760"/>
                    <a:pt x="366" y="760"/>
                  </a:cubicBezTo>
                  <a:cubicBezTo>
                    <a:pt x="578" y="760"/>
                    <a:pt x="761" y="578"/>
                    <a:pt x="761" y="365"/>
                  </a:cubicBezTo>
                  <a:cubicBezTo>
                    <a:pt x="761" y="152"/>
                    <a:pt x="578" y="0"/>
                    <a:pt x="36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23"/>
            <p:cNvSpPr/>
            <p:nvPr/>
          </p:nvSpPr>
          <p:spPr>
            <a:xfrm>
              <a:off x="1675575" y="227540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23"/>
            <p:cNvSpPr/>
            <p:nvPr/>
          </p:nvSpPr>
          <p:spPr>
            <a:xfrm>
              <a:off x="1576800" y="2275400"/>
              <a:ext cx="19000" cy="19025"/>
            </a:xfrm>
            <a:custGeom>
              <a:rect b="b" l="l" r="r" t="t"/>
              <a:pathLst>
                <a:path extrusionOk="0" h="761" w="760">
                  <a:moveTo>
                    <a:pt x="365" y="1"/>
                  </a:moveTo>
                  <a:cubicBezTo>
                    <a:pt x="182" y="1"/>
                    <a:pt x="0" y="183"/>
                    <a:pt x="0" y="396"/>
                  </a:cubicBezTo>
                  <a:cubicBezTo>
                    <a:pt x="0" y="609"/>
                    <a:pt x="18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23"/>
            <p:cNvSpPr/>
            <p:nvPr/>
          </p:nvSpPr>
          <p:spPr>
            <a:xfrm>
              <a:off x="14780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23"/>
            <p:cNvSpPr/>
            <p:nvPr/>
          </p:nvSpPr>
          <p:spPr>
            <a:xfrm>
              <a:off x="1379975" y="227540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23"/>
            <p:cNvSpPr/>
            <p:nvPr/>
          </p:nvSpPr>
          <p:spPr>
            <a:xfrm>
              <a:off x="1281200" y="2275400"/>
              <a:ext cx="19025" cy="19025"/>
            </a:xfrm>
            <a:custGeom>
              <a:rect b="b" l="l" r="r" t="t"/>
              <a:pathLst>
                <a:path extrusionOk="0" h="761" w="761">
                  <a:moveTo>
                    <a:pt x="395" y="1"/>
                  </a:moveTo>
                  <a:cubicBezTo>
                    <a:pt x="183" y="1"/>
                    <a:pt x="0" y="183"/>
                    <a:pt x="0" y="396"/>
                  </a:cubicBezTo>
                  <a:cubicBezTo>
                    <a:pt x="0" y="609"/>
                    <a:pt x="183" y="761"/>
                    <a:pt x="395" y="761"/>
                  </a:cubicBezTo>
                  <a:cubicBezTo>
                    <a:pt x="578" y="761"/>
                    <a:pt x="760" y="609"/>
                    <a:pt x="760" y="396"/>
                  </a:cubicBezTo>
                  <a:cubicBezTo>
                    <a:pt x="760" y="18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23"/>
            <p:cNvSpPr/>
            <p:nvPr/>
          </p:nvSpPr>
          <p:spPr>
            <a:xfrm>
              <a:off x="11824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23"/>
            <p:cNvSpPr/>
            <p:nvPr/>
          </p:nvSpPr>
          <p:spPr>
            <a:xfrm>
              <a:off x="1084375" y="227540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1" y="609"/>
                    <a:pt x="761" y="396"/>
                  </a:cubicBezTo>
                  <a:cubicBezTo>
                    <a:pt x="761"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23"/>
            <p:cNvSpPr/>
            <p:nvPr/>
          </p:nvSpPr>
          <p:spPr>
            <a:xfrm>
              <a:off x="985600" y="227540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23"/>
            <p:cNvSpPr/>
            <p:nvPr/>
          </p:nvSpPr>
          <p:spPr>
            <a:xfrm>
              <a:off x="8868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23"/>
            <p:cNvSpPr/>
            <p:nvPr/>
          </p:nvSpPr>
          <p:spPr>
            <a:xfrm>
              <a:off x="788025" y="2275400"/>
              <a:ext cx="19025" cy="19025"/>
            </a:xfrm>
            <a:custGeom>
              <a:rect b="b" l="l" r="r" t="t"/>
              <a:pathLst>
                <a:path extrusionOk="0" h="761" w="761">
                  <a:moveTo>
                    <a:pt x="395" y="1"/>
                  </a:moveTo>
                  <a:cubicBezTo>
                    <a:pt x="183" y="1"/>
                    <a:pt x="0" y="183"/>
                    <a:pt x="0" y="396"/>
                  </a:cubicBezTo>
                  <a:cubicBezTo>
                    <a:pt x="0" y="609"/>
                    <a:pt x="183" y="761"/>
                    <a:pt x="395" y="761"/>
                  </a:cubicBezTo>
                  <a:cubicBezTo>
                    <a:pt x="608" y="761"/>
                    <a:pt x="760" y="609"/>
                    <a:pt x="760" y="396"/>
                  </a:cubicBezTo>
                  <a:cubicBezTo>
                    <a:pt x="760" y="18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23"/>
            <p:cNvSpPr/>
            <p:nvPr/>
          </p:nvSpPr>
          <p:spPr>
            <a:xfrm>
              <a:off x="690000" y="227540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23"/>
            <p:cNvSpPr/>
            <p:nvPr/>
          </p:nvSpPr>
          <p:spPr>
            <a:xfrm>
              <a:off x="5912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23"/>
            <p:cNvSpPr/>
            <p:nvPr/>
          </p:nvSpPr>
          <p:spPr>
            <a:xfrm>
              <a:off x="493175" y="2275400"/>
              <a:ext cx="19025" cy="19025"/>
            </a:xfrm>
            <a:custGeom>
              <a:rect b="b" l="l" r="r" t="t"/>
              <a:pathLst>
                <a:path extrusionOk="0" h="761" w="761">
                  <a:moveTo>
                    <a:pt x="366" y="1"/>
                  </a:moveTo>
                  <a:cubicBezTo>
                    <a:pt x="153" y="1"/>
                    <a:pt x="1" y="183"/>
                    <a:pt x="1" y="396"/>
                  </a:cubicBezTo>
                  <a:cubicBezTo>
                    <a:pt x="1" y="609"/>
                    <a:pt x="153" y="761"/>
                    <a:pt x="366" y="761"/>
                  </a:cubicBezTo>
                  <a:cubicBezTo>
                    <a:pt x="578" y="761"/>
                    <a:pt x="761" y="609"/>
                    <a:pt x="761" y="396"/>
                  </a:cubicBezTo>
                  <a:cubicBezTo>
                    <a:pt x="761" y="18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23"/>
            <p:cNvSpPr/>
            <p:nvPr/>
          </p:nvSpPr>
          <p:spPr>
            <a:xfrm>
              <a:off x="1675575" y="2188775"/>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23"/>
            <p:cNvSpPr/>
            <p:nvPr/>
          </p:nvSpPr>
          <p:spPr>
            <a:xfrm>
              <a:off x="1576800" y="2188775"/>
              <a:ext cx="19000" cy="19025"/>
            </a:xfrm>
            <a:custGeom>
              <a:rect b="b" l="l" r="r" t="t"/>
              <a:pathLst>
                <a:path extrusionOk="0" h="761" w="760">
                  <a:moveTo>
                    <a:pt x="365" y="1"/>
                  </a:moveTo>
                  <a:cubicBezTo>
                    <a:pt x="182" y="1"/>
                    <a:pt x="0" y="183"/>
                    <a:pt x="0" y="396"/>
                  </a:cubicBezTo>
                  <a:cubicBezTo>
                    <a:pt x="0" y="609"/>
                    <a:pt x="18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23"/>
            <p:cNvSpPr/>
            <p:nvPr/>
          </p:nvSpPr>
          <p:spPr>
            <a:xfrm>
              <a:off x="14780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23"/>
            <p:cNvSpPr/>
            <p:nvPr/>
          </p:nvSpPr>
          <p:spPr>
            <a:xfrm>
              <a:off x="1379975" y="2188775"/>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23"/>
            <p:cNvSpPr/>
            <p:nvPr/>
          </p:nvSpPr>
          <p:spPr>
            <a:xfrm>
              <a:off x="1281200" y="2188775"/>
              <a:ext cx="19025" cy="19025"/>
            </a:xfrm>
            <a:custGeom>
              <a:rect b="b" l="l" r="r" t="t"/>
              <a:pathLst>
                <a:path extrusionOk="0" h="761" w="761">
                  <a:moveTo>
                    <a:pt x="395" y="1"/>
                  </a:moveTo>
                  <a:cubicBezTo>
                    <a:pt x="183" y="1"/>
                    <a:pt x="0" y="183"/>
                    <a:pt x="0" y="396"/>
                  </a:cubicBezTo>
                  <a:cubicBezTo>
                    <a:pt x="0" y="609"/>
                    <a:pt x="183" y="761"/>
                    <a:pt x="395" y="761"/>
                  </a:cubicBezTo>
                  <a:cubicBezTo>
                    <a:pt x="578" y="761"/>
                    <a:pt x="760" y="609"/>
                    <a:pt x="760" y="396"/>
                  </a:cubicBezTo>
                  <a:cubicBezTo>
                    <a:pt x="760" y="18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23"/>
            <p:cNvSpPr/>
            <p:nvPr/>
          </p:nvSpPr>
          <p:spPr>
            <a:xfrm>
              <a:off x="11824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23"/>
            <p:cNvSpPr/>
            <p:nvPr/>
          </p:nvSpPr>
          <p:spPr>
            <a:xfrm>
              <a:off x="1084375" y="2188775"/>
              <a:ext cx="19025" cy="19025"/>
            </a:xfrm>
            <a:custGeom>
              <a:rect b="b" l="l" r="r" t="t"/>
              <a:pathLst>
                <a:path extrusionOk="0" h="761" w="761">
                  <a:moveTo>
                    <a:pt x="365" y="1"/>
                  </a:moveTo>
                  <a:cubicBezTo>
                    <a:pt x="153" y="1"/>
                    <a:pt x="1" y="183"/>
                    <a:pt x="1" y="396"/>
                  </a:cubicBezTo>
                  <a:cubicBezTo>
                    <a:pt x="1" y="609"/>
                    <a:pt x="153" y="761"/>
                    <a:pt x="365" y="761"/>
                  </a:cubicBezTo>
                  <a:cubicBezTo>
                    <a:pt x="578" y="761"/>
                    <a:pt x="761" y="609"/>
                    <a:pt x="761" y="396"/>
                  </a:cubicBezTo>
                  <a:cubicBezTo>
                    <a:pt x="761"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23"/>
            <p:cNvSpPr/>
            <p:nvPr/>
          </p:nvSpPr>
          <p:spPr>
            <a:xfrm>
              <a:off x="985600" y="2188775"/>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23"/>
            <p:cNvSpPr/>
            <p:nvPr/>
          </p:nvSpPr>
          <p:spPr>
            <a:xfrm>
              <a:off x="8868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23"/>
            <p:cNvSpPr/>
            <p:nvPr/>
          </p:nvSpPr>
          <p:spPr>
            <a:xfrm>
              <a:off x="788025" y="2188775"/>
              <a:ext cx="19025" cy="19025"/>
            </a:xfrm>
            <a:custGeom>
              <a:rect b="b" l="l" r="r" t="t"/>
              <a:pathLst>
                <a:path extrusionOk="0" h="761" w="761">
                  <a:moveTo>
                    <a:pt x="395" y="1"/>
                  </a:moveTo>
                  <a:cubicBezTo>
                    <a:pt x="183" y="1"/>
                    <a:pt x="0" y="183"/>
                    <a:pt x="0" y="396"/>
                  </a:cubicBezTo>
                  <a:cubicBezTo>
                    <a:pt x="0" y="609"/>
                    <a:pt x="183" y="761"/>
                    <a:pt x="395" y="761"/>
                  </a:cubicBezTo>
                  <a:cubicBezTo>
                    <a:pt x="608" y="761"/>
                    <a:pt x="760" y="609"/>
                    <a:pt x="760" y="396"/>
                  </a:cubicBezTo>
                  <a:cubicBezTo>
                    <a:pt x="760" y="18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23"/>
            <p:cNvSpPr/>
            <p:nvPr/>
          </p:nvSpPr>
          <p:spPr>
            <a:xfrm>
              <a:off x="690000" y="2188775"/>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23"/>
            <p:cNvSpPr/>
            <p:nvPr/>
          </p:nvSpPr>
          <p:spPr>
            <a:xfrm>
              <a:off x="5912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23"/>
            <p:cNvSpPr/>
            <p:nvPr/>
          </p:nvSpPr>
          <p:spPr>
            <a:xfrm>
              <a:off x="493175" y="2188775"/>
              <a:ext cx="19025" cy="19025"/>
            </a:xfrm>
            <a:custGeom>
              <a:rect b="b" l="l" r="r" t="t"/>
              <a:pathLst>
                <a:path extrusionOk="0" h="761" w="761">
                  <a:moveTo>
                    <a:pt x="366" y="1"/>
                  </a:moveTo>
                  <a:cubicBezTo>
                    <a:pt x="153" y="1"/>
                    <a:pt x="1" y="183"/>
                    <a:pt x="1" y="396"/>
                  </a:cubicBezTo>
                  <a:cubicBezTo>
                    <a:pt x="1" y="609"/>
                    <a:pt x="153" y="761"/>
                    <a:pt x="366" y="761"/>
                  </a:cubicBezTo>
                  <a:cubicBezTo>
                    <a:pt x="578" y="761"/>
                    <a:pt x="761" y="609"/>
                    <a:pt x="761" y="396"/>
                  </a:cubicBezTo>
                  <a:cubicBezTo>
                    <a:pt x="761" y="18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23"/>
            <p:cNvSpPr/>
            <p:nvPr/>
          </p:nvSpPr>
          <p:spPr>
            <a:xfrm>
              <a:off x="1675575" y="210215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23"/>
            <p:cNvSpPr/>
            <p:nvPr/>
          </p:nvSpPr>
          <p:spPr>
            <a:xfrm>
              <a:off x="1576800" y="2102150"/>
              <a:ext cx="19000" cy="19025"/>
            </a:xfrm>
            <a:custGeom>
              <a:rect b="b" l="l" r="r" t="t"/>
              <a:pathLst>
                <a:path extrusionOk="0" h="761" w="760">
                  <a:moveTo>
                    <a:pt x="365" y="1"/>
                  </a:moveTo>
                  <a:cubicBezTo>
                    <a:pt x="182" y="1"/>
                    <a:pt x="0" y="183"/>
                    <a:pt x="0" y="396"/>
                  </a:cubicBezTo>
                  <a:cubicBezTo>
                    <a:pt x="0" y="609"/>
                    <a:pt x="18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23"/>
            <p:cNvSpPr/>
            <p:nvPr/>
          </p:nvSpPr>
          <p:spPr>
            <a:xfrm>
              <a:off x="14780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23"/>
            <p:cNvSpPr/>
            <p:nvPr/>
          </p:nvSpPr>
          <p:spPr>
            <a:xfrm>
              <a:off x="1379975" y="210215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23"/>
            <p:cNvSpPr/>
            <p:nvPr/>
          </p:nvSpPr>
          <p:spPr>
            <a:xfrm>
              <a:off x="1281200" y="2102150"/>
              <a:ext cx="19025" cy="19025"/>
            </a:xfrm>
            <a:custGeom>
              <a:rect b="b" l="l" r="r" t="t"/>
              <a:pathLst>
                <a:path extrusionOk="0" h="761" w="761">
                  <a:moveTo>
                    <a:pt x="395" y="1"/>
                  </a:moveTo>
                  <a:cubicBezTo>
                    <a:pt x="183" y="1"/>
                    <a:pt x="0" y="183"/>
                    <a:pt x="0" y="396"/>
                  </a:cubicBezTo>
                  <a:cubicBezTo>
                    <a:pt x="0" y="609"/>
                    <a:pt x="183" y="761"/>
                    <a:pt x="395" y="761"/>
                  </a:cubicBezTo>
                  <a:cubicBezTo>
                    <a:pt x="578" y="761"/>
                    <a:pt x="760" y="609"/>
                    <a:pt x="760" y="396"/>
                  </a:cubicBezTo>
                  <a:cubicBezTo>
                    <a:pt x="760" y="18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23"/>
            <p:cNvSpPr/>
            <p:nvPr/>
          </p:nvSpPr>
          <p:spPr>
            <a:xfrm>
              <a:off x="11824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23"/>
            <p:cNvSpPr/>
            <p:nvPr/>
          </p:nvSpPr>
          <p:spPr>
            <a:xfrm>
              <a:off x="1084375" y="210215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1" y="609"/>
                    <a:pt x="761" y="396"/>
                  </a:cubicBezTo>
                  <a:cubicBezTo>
                    <a:pt x="761"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23"/>
            <p:cNvSpPr/>
            <p:nvPr/>
          </p:nvSpPr>
          <p:spPr>
            <a:xfrm>
              <a:off x="985600" y="210215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23"/>
            <p:cNvSpPr/>
            <p:nvPr/>
          </p:nvSpPr>
          <p:spPr>
            <a:xfrm>
              <a:off x="8868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23"/>
            <p:cNvSpPr/>
            <p:nvPr/>
          </p:nvSpPr>
          <p:spPr>
            <a:xfrm>
              <a:off x="788025" y="2102150"/>
              <a:ext cx="19025" cy="19025"/>
            </a:xfrm>
            <a:custGeom>
              <a:rect b="b" l="l" r="r" t="t"/>
              <a:pathLst>
                <a:path extrusionOk="0" h="761" w="761">
                  <a:moveTo>
                    <a:pt x="395" y="1"/>
                  </a:moveTo>
                  <a:cubicBezTo>
                    <a:pt x="183" y="1"/>
                    <a:pt x="0" y="183"/>
                    <a:pt x="0" y="396"/>
                  </a:cubicBezTo>
                  <a:cubicBezTo>
                    <a:pt x="0" y="609"/>
                    <a:pt x="183" y="761"/>
                    <a:pt x="395" y="761"/>
                  </a:cubicBezTo>
                  <a:cubicBezTo>
                    <a:pt x="608" y="761"/>
                    <a:pt x="760" y="609"/>
                    <a:pt x="760" y="396"/>
                  </a:cubicBezTo>
                  <a:cubicBezTo>
                    <a:pt x="760" y="18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23"/>
            <p:cNvSpPr/>
            <p:nvPr/>
          </p:nvSpPr>
          <p:spPr>
            <a:xfrm>
              <a:off x="690000" y="210215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23"/>
            <p:cNvSpPr/>
            <p:nvPr/>
          </p:nvSpPr>
          <p:spPr>
            <a:xfrm>
              <a:off x="5912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23"/>
            <p:cNvSpPr/>
            <p:nvPr/>
          </p:nvSpPr>
          <p:spPr>
            <a:xfrm>
              <a:off x="493175" y="2102150"/>
              <a:ext cx="19025" cy="19025"/>
            </a:xfrm>
            <a:custGeom>
              <a:rect b="b" l="l" r="r" t="t"/>
              <a:pathLst>
                <a:path extrusionOk="0" h="761" w="761">
                  <a:moveTo>
                    <a:pt x="366" y="1"/>
                  </a:moveTo>
                  <a:cubicBezTo>
                    <a:pt x="153" y="1"/>
                    <a:pt x="1" y="183"/>
                    <a:pt x="1" y="396"/>
                  </a:cubicBezTo>
                  <a:cubicBezTo>
                    <a:pt x="1" y="609"/>
                    <a:pt x="153" y="761"/>
                    <a:pt x="366" y="761"/>
                  </a:cubicBezTo>
                  <a:cubicBezTo>
                    <a:pt x="578" y="761"/>
                    <a:pt x="761" y="609"/>
                    <a:pt x="761" y="396"/>
                  </a:cubicBezTo>
                  <a:cubicBezTo>
                    <a:pt x="761" y="18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_1_1">
    <p:spTree>
      <p:nvGrpSpPr>
        <p:cNvPr id="3638" name="Shape 3638"/>
        <p:cNvGrpSpPr/>
        <p:nvPr/>
      </p:nvGrpSpPr>
      <p:grpSpPr>
        <a:xfrm>
          <a:off x="0" y="0"/>
          <a:ext cx="0" cy="0"/>
          <a:chOff x="0" y="0"/>
          <a:chExt cx="0" cy="0"/>
        </a:xfrm>
      </p:grpSpPr>
      <p:sp>
        <p:nvSpPr>
          <p:cNvPr id="3639" name="Google Shape;3639;p24"/>
          <p:cNvSpPr txBox="1"/>
          <p:nvPr>
            <p:ph idx="1" type="subTitle"/>
          </p:nvPr>
        </p:nvSpPr>
        <p:spPr>
          <a:xfrm>
            <a:off x="720000" y="1041625"/>
            <a:ext cx="7264200" cy="3567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Char char="●"/>
              <a:defRPr/>
            </a:lvl1pPr>
            <a:lvl2pPr lvl="1" rtl="0" algn="ctr">
              <a:lnSpc>
                <a:spcPct val="100000"/>
              </a:lnSpc>
              <a:spcBef>
                <a:spcPts val="0"/>
              </a:spcBef>
              <a:spcAft>
                <a:spcPts val="0"/>
              </a:spcAft>
              <a:buSzPts val="1400"/>
              <a:buChar char="○"/>
              <a:defRPr/>
            </a:lvl2pPr>
            <a:lvl3pPr lvl="2" rtl="0" algn="ctr">
              <a:lnSpc>
                <a:spcPct val="100000"/>
              </a:lnSpc>
              <a:spcBef>
                <a:spcPts val="0"/>
              </a:spcBef>
              <a:spcAft>
                <a:spcPts val="0"/>
              </a:spcAft>
              <a:buSzPts val="1400"/>
              <a:buChar char="■"/>
              <a:defRPr/>
            </a:lvl3pPr>
            <a:lvl4pPr lvl="3" rtl="0" algn="ctr">
              <a:lnSpc>
                <a:spcPct val="100000"/>
              </a:lnSpc>
              <a:spcBef>
                <a:spcPts val="0"/>
              </a:spcBef>
              <a:spcAft>
                <a:spcPts val="0"/>
              </a:spcAft>
              <a:buSzPts val="1400"/>
              <a:buChar char="●"/>
              <a:defRPr/>
            </a:lvl4pPr>
            <a:lvl5pPr lvl="4" rtl="0" algn="ctr">
              <a:lnSpc>
                <a:spcPct val="100000"/>
              </a:lnSpc>
              <a:spcBef>
                <a:spcPts val="0"/>
              </a:spcBef>
              <a:spcAft>
                <a:spcPts val="0"/>
              </a:spcAft>
              <a:buSzPts val="1400"/>
              <a:buChar char="○"/>
              <a:defRPr/>
            </a:lvl5pPr>
            <a:lvl6pPr lvl="5" rtl="0" algn="ctr">
              <a:lnSpc>
                <a:spcPct val="100000"/>
              </a:lnSpc>
              <a:spcBef>
                <a:spcPts val="0"/>
              </a:spcBef>
              <a:spcAft>
                <a:spcPts val="0"/>
              </a:spcAft>
              <a:buSzPts val="1400"/>
              <a:buChar char="■"/>
              <a:defRPr/>
            </a:lvl6pPr>
            <a:lvl7pPr lvl="6" rtl="0" algn="ctr">
              <a:lnSpc>
                <a:spcPct val="100000"/>
              </a:lnSpc>
              <a:spcBef>
                <a:spcPts val="0"/>
              </a:spcBef>
              <a:spcAft>
                <a:spcPts val="0"/>
              </a:spcAft>
              <a:buSzPts val="1400"/>
              <a:buChar char="●"/>
              <a:defRPr/>
            </a:lvl7pPr>
            <a:lvl8pPr lvl="7" rtl="0" algn="ctr">
              <a:lnSpc>
                <a:spcPct val="100000"/>
              </a:lnSpc>
              <a:spcBef>
                <a:spcPts val="0"/>
              </a:spcBef>
              <a:spcAft>
                <a:spcPts val="0"/>
              </a:spcAft>
              <a:buSzPts val="1400"/>
              <a:buChar char="○"/>
              <a:defRPr/>
            </a:lvl8pPr>
            <a:lvl9pPr lvl="8" rtl="0" algn="ctr">
              <a:lnSpc>
                <a:spcPct val="100000"/>
              </a:lnSpc>
              <a:spcBef>
                <a:spcPts val="0"/>
              </a:spcBef>
              <a:spcAft>
                <a:spcPts val="0"/>
              </a:spcAft>
              <a:buSzPts val="1400"/>
              <a:buChar char="■"/>
              <a:defRPr/>
            </a:lvl9pPr>
          </a:lstStyle>
          <a:p/>
        </p:txBody>
      </p:sp>
      <p:sp>
        <p:nvSpPr>
          <p:cNvPr id="3640" name="Google Shape;3640;p24"/>
          <p:cNvSpPr txBox="1"/>
          <p:nvPr>
            <p:ph type="title"/>
          </p:nvPr>
        </p:nvSpPr>
        <p:spPr>
          <a:xfrm>
            <a:off x="2156375" y="445025"/>
            <a:ext cx="48312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3641" name="Google Shape;3641;p24"/>
          <p:cNvGrpSpPr/>
          <p:nvPr/>
        </p:nvGrpSpPr>
        <p:grpSpPr>
          <a:xfrm rot="-3427129">
            <a:off x="6524068" y="3233556"/>
            <a:ext cx="3963634" cy="2500056"/>
            <a:chOff x="2975000" y="20825"/>
            <a:chExt cx="3963625" cy="2500050"/>
          </a:xfrm>
        </p:grpSpPr>
        <p:sp>
          <p:nvSpPr>
            <p:cNvPr id="3642" name="Google Shape;3642;p24"/>
            <p:cNvSpPr/>
            <p:nvPr/>
          </p:nvSpPr>
          <p:spPr>
            <a:xfrm>
              <a:off x="2975000" y="442550"/>
              <a:ext cx="3962850" cy="2078325"/>
            </a:xfrm>
            <a:custGeom>
              <a:rect b="b" l="l" r="r" t="t"/>
              <a:pathLst>
                <a:path extrusionOk="0" fill="none" h="83133" w="158514">
                  <a:moveTo>
                    <a:pt x="0" y="1"/>
                  </a:moveTo>
                  <a:cubicBezTo>
                    <a:pt x="4347" y="3071"/>
                    <a:pt x="9423" y="6171"/>
                    <a:pt x="12797" y="10122"/>
                  </a:cubicBezTo>
                  <a:cubicBezTo>
                    <a:pt x="18025" y="16232"/>
                    <a:pt x="11095" y="25411"/>
                    <a:pt x="18298" y="31369"/>
                  </a:cubicBezTo>
                  <a:cubicBezTo>
                    <a:pt x="23952" y="36050"/>
                    <a:pt x="23982" y="41612"/>
                    <a:pt x="23283" y="48269"/>
                  </a:cubicBezTo>
                  <a:cubicBezTo>
                    <a:pt x="22706" y="53497"/>
                    <a:pt x="22463" y="62494"/>
                    <a:pt x="29028" y="64044"/>
                  </a:cubicBezTo>
                  <a:cubicBezTo>
                    <a:pt x="35776" y="65655"/>
                    <a:pt x="41186" y="60913"/>
                    <a:pt x="45624" y="56567"/>
                  </a:cubicBezTo>
                  <a:cubicBezTo>
                    <a:pt x="51855" y="50457"/>
                    <a:pt x="63466" y="46202"/>
                    <a:pt x="71825" y="49515"/>
                  </a:cubicBezTo>
                  <a:cubicBezTo>
                    <a:pt x="79211" y="52463"/>
                    <a:pt x="89728" y="48421"/>
                    <a:pt x="96598" y="51430"/>
                  </a:cubicBezTo>
                  <a:cubicBezTo>
                    <a:pt x="100762" y="53284"/>
                    <a:pt x="101035" y="58390"/>
                    <a:pt x="102343" y="62646"/>
                  </a:cubicBezTo>
                  <a:cubicBezTo>
                    <a:pt x="104197" y="68603"/>
                    <a:pt x="108938" y="75564"/>
                    <a:pt x="114106" y="78482"/>
                  </a:cubicBezTo>
                  <a:cubicBezTo>
                    <a:pt x="122343" y="83132"/>
                    <a:pt x="130914" y="70610"/>
                    <a:pt x="138909" y="69151"/>
                  </a:cubicBezTo>
                  <a:cubicBezTo>
                    <a:pt x="145474" y="67935"/>
                    <a:pt x="152435" y="73892"/>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24"/>
            <p:cNvSpPr/>
            <p:nvPr/>
          </p:nvSpPr>
          <p:spPr>
            <a:xfrm>
              <a:off x="2975000" y="442550"/>
              <a:ext cx="3962850" cy="2057800"/>
            </a:xfrm>
            <a:custGeom>
              <a:rect b="b" l="l" r="r" t="t"/>
              <a:pathLst>
                <a:path extrusionOk="0" fill="none" h="82312" w="158514">
                  <a:moveTo>
                    <a:pt x="0" y="1"/>
                  </a:moveTo>
                  <a:cubicBezTo>
                    <a:pt x="4408" y="3040"/>
                    <a:pt x="9392" y="6049"/>
                    <a:pt x="13040" y="9879"/>
                  </a:cubicBezTo>
                  <a:cubicBezTo>
                    <a:pt x="18602" y="15654"/>
                    <a:pt x="11733" y="24955"/>
                    <a:pt x="18694" y="30609"/>
                  </a:cubicBezTo>
                  <a:cubicBezTo>
                    <a:pt x="24408" y="35259"/>
                    <a:pt x="25077" y="40153"/>
                    <a:pt x="24317" y="46901"/>
                  </a:cubicBezTo>
                  <a:cubicBezTo>
                    <a:pt x="23739" y="52129"/>
                    <a:pt x="23131" y="61248"/>
                    <a:pt x="29849" y="62919"/>
                  </a:cubicBezTo>
                  <a:cubicBezTo>
                    <a:pt x="36870" y="64652"/>
                    <a:pt x="41794" y="59606"/>
                    <a:pt x="46627" y="55503"/>
                  </a:cubicBezTo>
                  <a:cubicBezTo>
                    <a:pt x="53557" y="49606"/>
                    <a:pt x="63983" y="44712"/>
                    <a:pt x="72798" y="48634"/>
                  </a:cubicBezTo>
                  <a:cubicBezTo>
                    <a:pt x="80123" y="51886"/>
                    <a:pt x="90245" y="48208"/>
                    <a:pt x="97266" y="51187"/>
                  </a:cubicBezTo>
                  <a:cubicBezTo>
                    <a:pt x="101522" y="52980"/>
                    <a:pt x="101674" y="58026"/>
                    <a:pt x="102890" y="62251"/>
                  </a:cubicBezTo>
                  <a:cubicBezTo>
                    <a:pt x="104561" y="68087"/>
                    <a:pt x="109303" y="75078"/>
                    <a:pt x="114440" y="77844"/>
                  </a:cubicBezTo>
                  <a:cubicBezTo>
                    <a:pt x="122799" y="82312"/>
                    <a:pt x="131097" y="70032"/>
                    <a:pt x="139243" y="68877"/>
                  </a:cubicBezTo>
                  <a:cubicBezTo>
                    <a:pt x="145656" y="67935"/>
                    <a:pt x="152495" y="73771"/>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24"/>
            <p:cNvSpPr/>
            <p:nvPr/>
          </p:nvSpPr>
          <p:spPr>
            <a:xfrm>
              <a:off x="2975000" y="442550"/>
              <a:ext cx="3962850" cy="2035775"/>
            </a:xfrm>
            <a:custGeom>
              <a:rect b="b" l="l" r="r" t="t"/>
              <a:pathLst>
                <a:path extrusionOk="0" fill="none" h="81431" w="158514">
                  <a:moveTo>
                    <a:pt x="0" y="1"/>
                  </a:moveTo>
                  <a:cubicBezTo>
                    <a:pt x="4468" y="3040"/>
                    <a:pt x="9362" y="5958"/>
                    <a:pt x="13313" y="9606"/>
                  </a:cubicBezTo>
                  <a:cubicBezTo>
                    <a:pt x="19210" y="15077"/>
                    <a:pt x="12432" y="24469"/>
                    <a:pt x="19089" y="29849"/>
                  </a:cubicBezTo>
                  <a:cubicBezTo>
                    <a:pt x="24803" y="34469"/>
                    <a:pt x="26019" y="38694"/>
                    <a:pt x="25350" y="45564"/>
                  </a:cubicBezTo>
                  <a:cubicBezTo>
                    <a:pt x="24833" y="50822"/>
                    <a:pt x="23739" y="60001"/>
                    <a:pt x="30609" y="61795"/>
                  </a:cubicBezTo>
                  <a:cubicBezTo>
                    <a:pt x="37691" y="63649"/>
                    <a:pt x="42797" y="58299"/>
                    <a:pt x="47813" y="54378"/>
                  </a:cubicBezTo>
                  <a:cubicBezTo>
                    <a:pt x="55989" y="47995"/>
                    <a:pt x="63345" y="43375"/>
                    <a:pt x="73801" y="47752"/>
                  </a:cubicBezTo>
                  <a:cubicBezTo>
                    <a:pt x="81704" y="51065"/>
                    <a:pt x="90762" y="48026"/>
                    <a:pt x="97966" y="50944"/>
                  </a:cubicBezTo>
                  <a:cubicBezTo>
                    <a:pt x="102282" y="52707"/>
                    <a:pt x="102343" y="57631"/>
                    <a:pt x="103437" y="61825"/>
                  </a:cubicBezTo>
                  <a:cubicBezTo>
                    <a:pt x="104957" y="67570"/>
                    <a:pt x="109637" y="74531"/>
                    <a:pt x="114774" y="77145"/>
                  </a:cubicBezTo>
                  <a:cubicBezTo>
                    <a:pt x="123285" y="81430"/>
                    <a:pt x="131310" y="69454"/>
                    <a:pt x="139577" y="68573"/>
                  </a:cubicBezTo>
                  <a:cubicBezTo>
                    <a:pt x="145869" y="67904"/>
                    <a:pt x="152587" y="73649"/>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24"/>
            <p:cNvSpPr/>
            <p:nvPr/>
          </p:nvSpPr>
          <p:spPr>
            <a:xfrm>
              <a:off x="2975000" y="442550"/>
              <a:ext cx="3962850" cy="2014500"/>
            </a:xfrm>
            <a:custGeom>
              <a:rect b="b" l="l" r="r" t="t"/>
              <a:pathLst>
                <a:path extrusionOk="0" fill="none" h="80580" w="158514">
                  <a:moveTo>
                    <a:pt x="0" y="1"/>
                  </a:moveTo>
                  <a:cubicBezTo>
                    <a:pt x="4560" y="3010"/>
                    <a:pt x="9392" y="5897"/>
                    <a:pt x="13526" y="9393"/>
                  </a:cubicBezTo>
                  <a:cubicBezTo>
                    <a:pt x="19666" y="14469"/>
                    <a:pt x="13162" y="23952"/>
                    <a:pt x="19484" y="29150"/>
                  </a:cubicBezTo>
                  <a:cubicBezTo>
                    <a:pt x="24560" y="33314"/>
                    <a:pt x="27235" y="37509"/>
                    <a:pt x="26323" y="44348"/>
                  </a:cubicBezTo>
                  <a:cubicBezTo>
                    <a:pt x="25563" y="49728"/>
                    <a:pt x="24317" y="58846"/>
                    <a:pt x="31308" y="60792"/>
                  </a:cubicBezTo>
                  <a:cubicBezTo>
                    <a:pt x="38390" y="62737"/>
                    <a:pt x="43770" y="57296"/>
                    <a:pt x="48998" y="53375"/>
                  </a:cubicBezTo>
                  <a:cubicBezTo>
                    <a:pt x="57813" y="46688"/>
                    <a:pt x="63892" y="42129"/>
                    <a:pt x="74743" y="47023"/>
                  </a:cubicBezTo>
                  <a:cubicBezTo>
                    <a:pt x="82433" y="50488"/>
                    <a:pt x="91248" y="47995"/>
                    <a:pt x="98604" y="50761"/>
                  </a:cubicBezTo>
                  <a:cubicBezTo>
                    <a:pt x="103042" y="52372"/>
                    <a:pt x="103011" y="57266"/>
                    <a:pt x="104014" y="61430"/>
                  </a:cubicBezTo>
                  <a:cubicBezTo>
                    <a:pt x="105382" y="67084"/>
                    <a:pt x="109941" y="74014"/>
                    <a:pt x="115109" y="76445"/>
                  </a:cubicBezTo>
                  <a:cubicBezTo>
                    <a:pt x="123802" y="80579"/>
                    <a:pt x="132100" y="68299"/>
                    <a:pt x="139912" y="68330"/>
                  </a:cubicBezTo>
                  <a:cubicBezTo>
                    <a:pt x="144927" y="68330"/>
                    <a:pt x="153529" y="7331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24"/>
            <p:cNvSpPr/>
            <p:nvPr/>
          </p:nvSpPr>
          <p:spPr>
            <a:xfrm>
              <a:off x="2975000" y="442550"/>
              <a:ext cx="3962850" cy="1991700"/>
            </a:xfrm>
            <a:custGeom>
              <a:rect b="b" l="l" r="r" t="t"/>
              <a:pathLst>
                <a:path extrusionOk="0" fill="none" h="79668" w="158514">
                  <a:moveTo>
                    <a:pt x="0" y="1"/>
                  </a:moveTo>
                  <a:cubicBezTo>
                    <a:pt x="4590" y="3010"/>
                    <a:pt x="9484" y="5897"/>
                    <a:pt x="13769" y="9119"/>
                  </a:cubicBezTo>
                  <a:cubicBezTo>
                    <a:pt x="20122" y="13861"/>
                    <a:pt x="13952" y="23344"/>
                    <a:pt x="19879" y="28360"/>
                  </a:cubicBezTo>
                  <a:cubicBezTo>
                    <a:pt x="24651" y="32402"/>
                    <a:pt x="28055" y="36475"/>
                    <a:pt x="27265" y="43102"/>
                  </a:cubicBezTo>
                  <a:cubicBezTo>
                    <a:pt x="26627" y="48482"/>
                    <a:pt x="24985" y="57600"/>
                    <a:pt x="31946" y="59698"/>
                  </a:cubicBezTo>
                  <a:cubicBezTo>
                    <a:pt x="39028" y="61795"/>
                    <a:pt x="44955" y="56202"/>
                    <a:pt x="50183" y="52251"/>
                  </a:cubicBezTo>
                  <a:cubicBezTo>
                    <a:pt x="59424" y="45260"/>
                    <a:pt x="64561" y="40761"/>
                    <a:pt x="75746" y="46232"/>
                  </a:cubicBezTo>
                  <a:cubicBezTo>
                    <a:pt x="83315" y="49971"/>
                    <a:pt x="91795" y="47813"/>
                    <a:pt x="99273" y="50488"/>
                  </a:cubicBezTo>
                  <a:cubicBezTo>
                    <a:pt x="103832" y="52129"/>
                    <a:pt x="103619" y="56840"/>
                    <a:pt x="104653" y="61035"/>
                  </a:cubicBezTo>
                  <a:cubicBezTo>
                    <a:pt x="106051" y="66749"/>
                    <a:pt x="110124" y="73315"/>
                    <a:pt x="115443" y="75716"/>
                  </a:cubicBezTo>
                  <a:cubicBezTo>
                    <a:pt x="124227" y="79667"/>
                    <a:pt x="132039" y="67995"/>
                    <a:pt x="140246" y="68056"/>
                  </a:cubicBezTo>
                  <a:cubicBezTo>
                    <a:pt x="145535" y="68087"/>
                    <a:pt x="153377" y="7340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24"/>
            <p:cNvSpPr/>
            <p:nvPr/>
          </p:nvSpPr>
          <p:spPr>
            <a:xfrm>
              <a:off x="2975000" y="442550"/>
              <a:ext cx="3963625" cy="1968900"/>
            </a:xfrm>
            <a:custGeom>
              <a:rect b="b" l="l" r="r" t="t"/>
              <a:pathLst>
                <a:path extrusionOk="0" fill="none" h="78756" w="158545">
                  <a:moveTo>
                    <a:pt x="0" y="1"/>
                  </a:moveTo>
                  <a:cubicBezTo>
                    <a:pt x="4651" y="2979"/>
                    <a:pt x="9575" y="5867"/>
                    <a:pt x="14013" y="8876"/>
                  </a:cubicBezTo>
                  <a:cubicBezTo>
                    <a:pt x="20548" y="13283"/>
                    <a:pt x="14985" y="22706"/>
                    <a:pt x="20305" y="27539"/>
                  </a:cubicBezTo>
                  <a:cubicBezTo>
                    <a:pt x="24590" y="31430"/>
                    <a:pt x="28724" y="35715"/>
                    <a:pt x="28147" y="42007"/>
                  </a:cubicBezTo>
                  <a:cubicBezTo>
                    <a:pt x="27630" y="47296"/>
                    <a:pt x="25654" y="56445"/>
                    <a:pt x="32584" y="58664"/>
                  </a:cubicBezTo>
                  <a:cubicBezTo>
                    <a:pt x="39606" y="60913"/>
                    <a:pt x="46354" y="55077"/>
                    <a:pt x="51369" y="51096"/>
                  </a:cubicBezTo>
                  <a:cubicBezTo>
                    <a:pt x="60609" y="43770"/>
                    <a:pt x="65351" y="39576"/>
                    <a:pt x="76749" y="45594"/>
                  </a:cubicBezTo>
                  <a:cubicBezTo>
                    <a:pt x="84166" y="49515"/>
                    <a:pt x="92251" y="47722"/>
                    <a:pt x="99911" y="50275"/>
                  </a:cubicBezTo>
                  <a:cubicBezTo>
                    <a:pt x="104622" y="51855"/>
                    <a:pt x="104318" y="56445"/>
                    <a:pt x="105260" y="60609"/>
                  </a:cubicBezTo>
                  <a:cubicBezTo>
                    <a:pt x="106537" y="66324"/>
                    <a:pt x="110428" y="72676"/>
                    <a:pt x="115808" y="74956"/>
                  </a:cubicBezTo>
                  <a:cubicBezTo>
                    <a:pt x="124714" y="78756"/>
                    <a:pt x="132313" y="67418"/>
                    <a:pt x="140580" y="67813"/>
                  </a:cubicBezTo>
                  <a:cubicBezTo>
                    <a:pt x="145778" y="68056"/>
                    <a:pt x="153438" y="73315"/>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24"/>
            <p:cNvSpPr/>
            <p:nvPr/>
          </p:nvSpPr>
          <p:spPr>
            <a:xfrm>
              <a:off x="2975000" y="442550"/>
              <a:ext cx="3962850" cy="1919500"/>
            </a:xfrm>
            <a:custGeom>
              <a:rect b="b" l="l" r="r" t="t"/>
              <a:pathLst>
                <a:path extrusionOk="0" fill="none" h="76780" w="158514">
                  <a:moveTo>
                    <a:pt x="0" y="1"/>
                  </a:moveTo>
                  <a:cubicBezTo>
                    <a:pt x="4712" y="2949"/>
                    <a:pt x="9666" y="5776"/>
                    <a:pt x="14225" y="8633"/>
                  </a:cubicBezTo>
                  <a:cubicBezTo>
                    <a:pt x="20973" y="12797"/>
                    <a:pt x="16049" y="21977"/>
                    <a:pt x="20760" y="26718"/>
                  </a:cubicBezTo>
                  <a:cubicBezTo>
                    <a:pt x="24438" y="30396"/>
                    <a:pt x="29332" y="35168"/>
                    <a:pt x="28967" y="41004"/>
                  </a:cubicBezTo>
                  <a:cubicBezTo>
                    <a:pt x="28633" y="46202"/>
                    <a:pt x="26444" y="55381"/>
                    <a:pt x="33192" y="57661"/>
                  </a:cubicBezTo>
                  <a:cubicBezTo>
                    <a:pt x="40153" y="60032"/>
                    <a:pt x="47752" y="53953"/>
                    <a:pt x="52494" y="49880"/>
                  </a:cubicBezTo>
                  <a:cubicBezTo>
                    <a:pt x="61703" y="41977"/>
                    <a:pt x="66293" y="38633"/>
                    <a:pt x="77722" y="45016"/>
                  </a:cubicBezTo>
                  <a:cubicBezTo>
                    <a:pt x="84926" y="49059"/>
                    <a:pt x="92707" y="47722"/>
                    <a:pt x="100488" y="50093"/>
                  </a:cubicBezTo>
                  <a:cubicBezTo>
                    <a:pt x="105382" y="51582"/>
                    <a:pt x="104987" y="56080"/>
                    <a:pt x="105838" y="60245"/>
                  </a:cubicBezTo>
                  <a:cubicBezTo>
                    <a:pt x="107023" y="65898"/>
                    <a:pt x="111005" y="72676"/>
                    <a:pt x="116142" y="74227"/>
                  </a:cubicBezTo>
                  <a:cubicBezTo>
                    <a:pt x="124683" y="76780"/>
                    <a:pt x="132191" y="66901"/>
                    <a:pt x="140884" y="67570"/>
                  </a:cubicBezTo>
                  <a:cubicBezTo>
                    <a:pt x="145930" y="67965"/>
                    <a:pt x="153468" y="73224"/>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24"/>
            <p:cNvSpPr/>
            <p:nvPr/>
          </p:nvSpPr>
          <p:spPr>
            <a:xfrm>
              <a:off x="2975000" y="442550"/>
              <a:ext cx="3962100" cy="1896700"/>
            </a:xfrm>
            <a:custGeom>
              <a:rect b="b" l="l" r="r" t="t"/>
              <a:pathLst>
                <a:path extrusionOk="0" fill="none" h="75868" w="158484">
                  <a:moveTo>
                    <a:pt x="0" y="1"/>
                  </a:moveTo>
                  <a:cubicBezTo>
                    <a:pt x="4742" y="2949"/>
                    <a:pt x="9788" y="5441"/>
                    <a:pt x="14438" y="8359"/>
                  </a:cubicBezTo>
                  <a:cubicBezTo>
                    <a:pt x="21520" y="12797"/>
                    <a:pt x="16900" y="20852"/>
                    <a:pt x="21277" y="25837"/>
                  </a:cubicBezTo>
                  <a:cubicBezTo>
                    <a:pt x="24408" y="29424"/>
                    <a:pt x="29758" y="34652"/>
                    <a:pt x="29727" y="40123"/>
                  </a:cubicBezTo>
                  <a:cubicBezTo>
                    <a:pt x="29666" y="45229"/>
                    <a:pt x="27447" y="54014"/>
                    <a:pt x="33770" y="56658"/>
                  </a:cubicBezTo>
                  <a:cubicBezTo>
                    <a:pt x="40396" y="59394"/>
                    <a:pt x="49545" y="52433"/>
                    <a:pt x="53618" y="48542"/>
                  </a:cubicBezTo>
                  <a:cubicBezTo>
                    <a:pt x="62707" y="39788"/>
                    <a:pt x="67448" y="37904"/>
                    <a:pt x="78725" y="44530"/>
                  </a:cubicBezTo>
                  <a:cubicBezTo>
                    <a:pt x="85716" y="48664"/>
                    <a:pt x="93224" y="47722"/>
                    <a:pt x="101066" y="49910"/>
                  </a:cubicBezTo>
                  <a:cubicBezTo>
                    <a:pt x="106142" y="51308"/>
                    <a:pt x="105716" y="55685"/>
                    <a:pt x="106476" y="59849"/>
                  </a:cubicBezTo>
                  <a:cubicBezTo>
                    <a:pt x="107540" y="65503"/>
                    <a:pt x="111279" y="71977"/>
                    <a:pt x="116477" y="73467"/>
                  </a:cubicBezTo>
                  <a:cubicBezTo>
                    <a:pt x="124927" y="75868"/>
                    <a:pt x="132708" y="66354"/>
                    <a:pt x="141188" y="67357"/>
                  </a:cubicBezTo>
                  <a:cubicBezTo>
                    <a:pt x="146143" y="67935"/>
                    <a:pt x="153468" y="7313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24"/>
            <p:cNvSpPr/>
            <p:nvPr/>
          </p:nvSpPr>
          <p:spPr>
            <a:xfrm>
              <a:off x="2975000" y="442550"/>
              <a:ext cx="3962850" cy="1870875"/>
            </a:xfrm>
            <a:custGeom>
              <a:rect b="b" l="l" r="r" t="t"/>
              <a:pathLst>
                <a:path extrusionOk="0" fill="none" h="74835" w="158514">
                  <a:moveTo>
                    <a:pt x="0" y="1"/>
                  </a:moveTo>
                  <a:cubicBezTo>
                    <a:pt x="4803" y="2919"/>
                    <a:pt x="9848" y="5350"/>
                    <a:pt x="14651" y="8116"/>
                  </a:cubicBezTo>
                  <a:cubicBezTo>
                    <a:pt x="21946" y="12311"/>
                    <a:pt x="18086" y="19697"/>
                    <a:pt x="21885" y="24895"/>
                  </a:cubicBezTo>
                  <a:cubicBezTo>
                    <a:pt x="24590" y="28633"/>
                    <a:pt x="30031" y="34013"/>
                    <a:pt x="30396" y="39272"/>
                  </a:cubicBezTo>
                  <a:cubicBezTo>
                    <a:pt x="30791" y="44439"/>
                    <a:pt x="28299" y="52919"/>
                    <a:pt x="34439" y="55625"/>
                  </a:cubicBezTo>
                  <a:cubicBezTo>
                    <a:pt x="41186" y="58603"/>
                    <a:pt x="50670" y="51217"/>
                    <a:pt x="54712" y="47083"/>
                  </a:cubicBezTo>
                  <a:cubicBezTo>
                    <a:pt x="63892" y="37630"/>
                    <a:pt x="68542" y="37266"/>
                    <a:pt x="79789" y="44135"/>
                  </a:cubicBezTo>
                  <a:cubicBezTo>
                    <a:pt x="86476" y="48208"/>
                    <a:pt x="93984" y="47661"/>
                    <a:pt x="101674" y="49728"/>
                  </a:cubicBezTo>
                  <a:cubicBezTo>
                    <a:pt x="106932" y="51126"/>
                    <a:pt x="106416" y="55138"/>
                    <a:pt x="107145" y="59454"/>
                  </a:cubicBezTo>
                  <a:cubicBezTo>
                    <a:pt x="108057" y="64986"/>
                    <a:pt x="111552" y="71339"/>
                    <a:pt x="116872" y="72707"/>
                  </a:cubicBezTo>
                  <a:cubicBezTo>
                    <a:pt x="125322" y="74835"/>
                    <a:pt x="133285" y="65837"/>
                    <a:pt x="141523" y="67114"/>
                  </a:cubicBezTo>
                  <a:cubicBezTo>
                    <a:pt x="146386" y="67874"/>
                    <a:pt x="153559" y="73011"/>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24"/>
            <p:cNvSpPr/>
            <p:nvPr/>
          </p:nvSpPr>
          <p:spPr>
            <a:xfrm>
              <a:off x="2975000" y="442550"/>
              <a:ext cx="3962850" cy="1848075"/>
            </a:xfrm>
            <a:custGeom>
              <a:rect b="b" l="l" r="r" t="t"/>
              <a:pathLst>
                <a:path extrusionOk="0" fill="none" h="73923" w="158514">
                  <a:moveTo>
                    <a:pt x="0" y="1"/>
                  </a:moveTo>
                  <a:cubicBezTo>
                    <a:pt x="4833" y="2888"/>
                    <a:pt x="9909" y="5259"/>
                    <a:pt x="14864" y="7873"/>
                  </a:cubicBezTo>
                  <a:cubicBezTo>
                    <a:pt x="22219" y="11764"/>
                    <a:pt x="19301" y="18390"/>
                    <a:pt x="22584" y="23922"/>
                  </a:cubicBezTo>
                  <a:cubicBezTo>
                    <a:pt x="25046" y="28086"/>
                    <a:pt x="30092" y="33649"/>
                    <a:pt x="31004" y="38542"/>
                  </a:cubicBezTo>
                  <a:cubicBezTo>
                    <a:pt x="31855" y="43284"/>
                    <a:pt x="29150" y="51947"/>
                    <a:pt x="35107" y="54561"/>
                  </a:cubicBezTo>
                  <a:cubicBezTo>
                    <a:pt x="42250" y="57691"/>
                    <a:pt x="51673" y="50032"/>
                    <a:pt x="55746" y="45503"/>
                  </a:cubicBezTo>
                  <a:cubicBezTo>
                    <a:pt x="64834" y="35411"/>
                    <a:pt x="69941" y="36992"/>
                    <a:pt x="80822" y="43770"/>
                  </a:cubicBezTo>
                  <a:cubicBezTo>
                    <a:pt x="87205" y="47782"/>
                    <a:pt x="94683" y="47691"/>
                    <a:pt x="102191" y="49576"/>
                  </a:cubicBezTo>
                  <a:cubicBezTo>
                    <a:pt x="107571" y="50913"/>
                    <a:pt x="107145" y="54682"/>
                    <a:pt x="107783" y="59090"/>
                  </a:cubicBezTo>
                  <a:cubicBezTo>
                    <a:pt x="108604" y="64591"/>
                    <a:pt x="111826" y="70610"/>
                    <a:pt x="117236" y="71917"/>
                  </a:cubicBezTo>
                  <a:cubicBezTo>
                    <a:pt x="125504" y="73923"/>
                    <a:pt x="133863" y="65321"/>
                    <a:pt x="141827" y="66901"/>
                  </a:cubicBezTo>
                  <a:cubicBezTo>
                    <a:pt x="146599" y="67813"/>
                    <a:pt x="153620" y="7292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24"/>
            <p:cNvSpPr/>
            <p:nvPr/>
          </p:nvSpPr>
          <p:spPr>
            <a:xfrm>
              <a:off x="2975000" y="442550"/>
              <a:ext cx="3962100" cy="1826050"/>
            </a:xfrm>
            <a:custGeom>
              <a:rect b="b" l="l" r="r" t="t"/>
              <a:pathLst>
                <a:path extrusionOk="0" fill="none" h="73042" w="158484">
                  <a:moveTo>
                    <a:pt x="0" y="1"/>
                  </a:moveTo>
                  <a:cubicBezTo>
                    <a:pt x="4894" y="2858"/>
                    <a:pt x="10000" y="5168"/>
                    <a:pt x="15076" y="7630"/>
                  </a:cubicBezTo>
                  <a:cubicBezTo>
                    <a:pt x="22402" y="11217"/>
                    <a:pt x="20639" y="16992"/>
                    <a:pt x="23435" y="22980"/>
                  </a:cubicBezTo>
                  <a:cubicBezTo>
                    <a:pt x="25685" y="27813"/>
                    <a:pt x="29910" y="33041"/>
                    <a:pt x="31460" y="37934"/>
                  </a:cubicBezTo>
                  <a:cubicBezTo>
                    <a:pt x="32858" y="42372"/>
                    <a:pt x="29940" y="51096"/>
                    <a:pt x="35867" y="53558"/>
                  </a:cubicBezTo>
                  <a:cubicBezTo>
                    <a:pt x="43618" y="56749"/>
                    <a:pt x="52433" y="48937"/>
                    <a:pt x="56779" y="43831"/>
                  </a:cubicBezTo>
                  <a:cubicBezTo>
                    <a:pt x="65746" y="33314"/>
                    <a:pt x="71552" y="36901"/>
                    <a:pt x="81886" y="43466"/>
                  </a:cubicBezTo>
                  <a:cubicBezTo>
                    <a:pt x="87965" y="47327"/>
                    <a:pt x="95412" y="47752"/>
                    <a:pt x="102707" y="49454"/>
                  </a:cubicBezTo>
                  <a:cubicBezTo>
                    <a:pt x="108148" y="50700"/>
                    <a:pt x="107905" y="54226"/>
                    <a:pt x="108452" y="58725"/>
                  </a:cubicBezTo>
                  <a:cubicBezTo>
                    <a:pt x="109182" y="64226"/>
                    <a:pt x="112130" y="69910"/>
                    <a:pt x="117571" y="71187"/>
                  </a:cubicBezTo>
                  <a:cubicBezTo>
                    <a:pt x="125626" y="73041"/>
                    <a:pt x="134410" y="64895"/>
                    <a:pt x="142100" y="66688"/>
                  </a:cubicBezTo>
                  <a:cubicBezTo>
                    <a:pt x="146751" y="67783"/>
                    <a:pt x="153590" y="72828"/>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24"/>
            <p:cNvSpPr/>
            <p:nvPr/>
          </p:nvSpPr>
          <p:spPr>
            <a:xfrm>
              <a:off x="2975000" y="442550"/>
              <a:ext cx="3962850" cy="1818450"/>
            </a:xfrm>
            <a:custGeom>
              <a:rect b="b" l="l" r="r" t="t"/>
              <a:pathLst>
                <a:path extrusionOk="0" fill="none" h="72738" w="158514">
                  <a:moveTo>
                    <a:pt x="0" y="1"/>
                  </a:moveTo>
                  <a:cubicBezTo>
                    <a:pt x="4924" y="2827"/>
                    <a:pt x="10122" y="5077"/>
                    <a:pt x="15259" y="7387"/>
                  </a:cubicBezTo>
                  <a:cubicBezTo>
                    <a:pt x="22432" y="10609"/>
                    <a:pt x="22159" y="15594"/>
                    <a:pt x="24317" y="22007"/>
                  </a:cubicBezTo>
                  <a:cubicBezTo>
                    <a:pt x="26171" y="27630"/>
                    <a:pt x="29332" y="32402"/>
                    <a:pt x="31733" y="37418"/>
                  </a:cubicBezTo>
                  <a:cubicBezTo>
                    <a:pt x="33831" y="41764"/>
                    <a:pt x="30669" y="50305"/>
                    <a:pt x="36657" y="52615"/>
                  </a:cubicBezTo>
                  <a:cubicBezTo>
                    <a:pt x="44955" y="55868"/>
                    <a:pt x="53162" y="47630"/>
                    <a:pt x="57782" y="42068"/>
                  </a:cubicBezTo>
                  <a:cubicBezTo>
                    <a:pt x="66476" y="31551"/>
                    <a:pt x="73315" y="37022"/>
                    <a:pt x="82950" y="43193"/>
                  </a:cubicBezTo>
                  <a:cubicBezTo>
                    <a:pt x="88695" y="46871"/>
                    <a:pt x="96142" y="47813"/>
                    <a:pt x="103194" y="49333"/>
                  </a:cubicBezTo>
                  <a:cubicBezTo>
                    <a:pt x="108726" y="50488"/>
                    <a:pt x="108634" y="53740"/>
                    <a:pt x="109151" y="58390"/>
                  </a:cubicBezTo>
                  <a:cubicBezTo>
                    <a:pt x="109789" y="63862"/>
                    <a:pt x="112464" y="69211"/>
                    <a:pt x="117996" y="70427"/>
                  </a:cubicBezTo>
                  <a:cubicBezTo>
                    <a:pt x="125778" y="72129"/>
                    <a:pt x="135018" y="64439"/>
                    <a:pt x="142434" y="66506"/>
                  </a:cubicBezTo>
                  <a:cubicBezTo>
                    <a:pt x="146994" y="67752"/>
                    <a:pt x="153650" y="72737"/>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24"/>
            <p:cNvSpPr/>
            <p:nvPr/>
          </p:nvSpPr>
          <p:spPr>
            <a:xfrm>
              <a:off x="2975000" y="442550"/>
              <a:ext cx="3962850" cy="1816175"/>
            </a:xfrm>
            <a:custGeom>
              <a:rect b="b" l="l" r="r" t="t"/>
              <a:pathLst>
                <a:path extrusionOk="0" fill="none" h="72647" w="158514">
                  <a:moveTo>
                    <a:pt x="0" y="1"/>
                  </a:moveTo>
                  <a:cubicBezTo>
                    <a:pt x="4985" y="2797"/>
                    <a:pt x="10244" y="4985"/>
                    <a:pt x="15441" y="7144"/>
                  </a:cubicBezTo>
                  <a:cubicBezTo>
                    <a:pt x="22341" y="10031"/>
                    <a:pt x="23648" y="14621"/>
                    <a:pt x="25259" y="21034"/>
                  </a:cubicBezTo>
                  <a:cubicBezTo>
                    <a:pt x="26688" y="26809"/>
                    <a:pt x="28572" y="31977"/>
                    <a:pt x="31885" y="36992"/>
                  </a:cubicBezTo>
                  <a:cubicBezTo>
                    <a:pt x="34742" y="41278"/>
                    <a:pt x="31429" y="49606"/>
                    <a:pt x="37478" y="51825"/>
                  </a:cubicBezTo>
                  <a:cubicBezTo>
                    <a:pt x="46171" y="55017"/>
                    <a:pt x="54469" y="46202"/>
                    <a:pt x="58755" y="40305"/>
                  </a:cubicBezTo>
                  <a:cubicBezTo>
                    <a:pt x="66232" y="30001"/>
                    <a:pt x="76415" y="38025"/>
                    <a:pt x="84044" y="42889"/>
                  </a:cubicBezTo>
                  <a:cubicBezTo>
                    <a:pt x="89546" y="46384"/>
                    <a:pt x="96841" y="47874"/>
                    <a:pt x="103680" y="49211"/>
                  </a:cubicBezTo>
                  <a:cubicBezTo>
                    <a:pt x="109242" y="50305"/>
                    <a:pt x="109364" y="53254"/>
                    <a:pt x="109850" y="58026"/>
                  </a:cubicBezTo>
                  <a:cubicBezTo>
                    <a:pt x="110397" y="63436"/>
                    <a:pt x="112829" y="68482"/>
                    <a:pt x="118422" y="69667"/>
                  </a:cubicBezTo>
                  <a:cubicBezTo>
                    <a:pt x="125930" y="71278"/>
                    <a:pt x="135626" y="64044"/>
                    <a:pt x="142708" y="66293"/>
                  </a:cubicBezTo>
                  <a:cubicBezTo>
                    <a:pt x="147176" y="67692"/>
                    <a:pt x="153681" y="7264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24"/>
            <p:cNvSpPr/>
            <p:nvPr/>
          </p:nvSpPr>
          <p:spPr>
            <a:xfrm>
              <a:off x="2975000" y="442550"/>
              <a:ext cx="3962850" cy="1813875"/>
            </a:xfrm>
            <a:custGeom>
              <a:rect b="b" l="l" r="r" t="t"/>
              <a:pathLst>
                <a:path extrusionOk="0" fill="none" h="72555" w="158514">
                  <a:moveTo>
                    <a:pt x="0" y="1"/>
                  </a:moveTo>
                  <a:cubicBezTo>
                    <a:pt x="5015" y="2767"/>
                    <a:pt x="10335" y="4894"/>
                    <a:pt x="15624" y="6931"/>
                  </a:cubicBezTo>
                  <a:cubicBezTo>
                    <a:pt x="22189" y="9423"/>
                    <a:pt x="24925" y="13648"/>
                    <a:pt x="26262" y="20031"/>
                  </a:cubicBezTo>
                  <a:cubicBezTo>
                    <a:pt x="27508" y="25958"/>
                    <a:pt x="27843" y="31582"/>
                    <a:pt x="31916" y="36597"/>
                  </a:cubicBezTo>
                  <a:cubicBezTo>
                    <a:pt x="35290" y="40731"/>
                    <a:pt x="32432" y="49150"/>
                    <a:pt x="38299" y="51096"/>
                  </a:cubicBezTo>
                  <a:cubicBezTo>
                    <a:pt x="47326" y="54105"/>
                    <a:pt x="55138" y="44804"/>
                    <a:pt x="59758" y="38512"/>
                  </a:cubicBezTo>
                  <a:cubicBezTo>
                    <a:pt x="66901" y="28816"/>
                    <a:pt x="78512" y="38512"/>
                    <a:pt x="85139" y="42585"/>
                  </a:cubicBezTo>
                  <a:cubicBezTo>
                    <a:pt x="90397" y="45807"/>
                    <a:pt x="97510" y="47995"/>
                    <a:pt x="104105" y="49120"/>
                  </a:cubicBezTo>
                  <a:cubicBezTo>
                    <a:pt x="109698" y="50062"/>
                    <a:pt x="109729" y="52707"/>
                    <a:pt x="110580" y="57691"/>
                  </a:cubicBezTo>
                  <a:cubicBezTo>
                    <a:pt x="111461" y="63071"/>
                    <a:pt x="112829" y="67692"/>
                    <a:pt x="118878" y="68938"/>
                  </a:cubicBezTo>
                  <a:cubicBezTo>
                    <a:pt x="126082" y="70427"/>
                    <a:pt x="136234" y="63649"/>
                    <a:pt x="143012" y="66111"/>
                  </a:cubicBezTo>
                  <a:cubicBezTo>
                    <a:pt x="147359" y="67661"/>
                    <a:pt x="153742" y="7255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24"/>
            <p:cNvSpPr/>
            <p:nvPr/>
          </p:nvSpPr>
          <p:spPr>
            <a:xfrm>
              <a:off x="2975000" y="442550"/>
              <a:ext cx="3962850" cy="1804000"/>
            </a:xfrm>
            <a:custGeom>
              <a:rect b="b" l="l" r="r" t="t"/>
              <a:pathLst>
                <a:path extrusionOk="0" fill="none" h="72160" w="158514">
                  <a:moveTo>
                    <a:pt x="0" y="1"/>
                  </a:moveTo>
                  <a:cubicBezTo>
                    <a:pt x="5076" y="2736"/>
                    <a:pt x="10456" y="4803"/>
                    <a:pt x="15806" y="6688"/>
                  </a:cubicBezTo>
                  <a:cubicBezTo>
                    <a:pt x="22037" y="8876"/>
                    <a:pt x="26049" y="12767"/>
                    <a:pt x="27326" y="18967"/>
                  </a:cubicBezTo>
                  <a:cubicBezTo>
                    <a:pt x="28542" y="24925"/>
                    <a:pt x="27326" y="31126"/>
                    <a:pt x="31855" y="36202"/>
                  </a:cubicBezTo>
                  <a:cubicBezTo>
                    <a:pt x="35381" y="40153"/>
                    <a:pt x="33618" y="48725"/>
                    <a:pt x="39150" y="50457"/>
                  </a:cubicBezTo>
                  <a:cubicBezTo>
                    <a:pt x="48329" y="53314"/>
                    <a:pt x="55746" y="42919"/>
                    <a:pt x="60792" y="36810"/>
                  </a:cubicBezTo>
                  <a:cubicBezTo>
                    <a:pt x="67995" y="28086"/>
                    <a:pt x="80032" y="38360"/>
                    <a:pt x="86263" y="42159"/>
                  </a:cubicBezTo>
                  <a:cubicBezTo>
                    <a:pt x="91430" y="45320"/>
                    <a:pt x="98057" y="48056"/>
                    <a:pt x="104561" y="48998"/>
                  </a:cubicBezTo>
                  <a:cubicBezTo>
                    <a:pt x="115747" y="50700"/>
                    <a:pt x="107692" y="65898"/>
                    <a:pt x="119303" y="68178"/>
                  </a:cubicBezTo>
                  <a:cubicBezTo>
                    <a:pt x="126294" y="69576"/>
                    <a:pt x="136872" y="63254"/>
                    <a:pt x="143316" y="65898"/>
                  </a:cubicBezTo>
                  <a:cubicBezTo>
                    <a:pt x="147784" y="67752"/>
                    <a:pt x="153407" y="7216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24"/>
            <p:cNvSpPr/>
            <p:nvPr/>
          </p:nvSpPr>
          <p:spPr>
            <a:xfrm>
              <a:off x="2975000" y="442550"/>
              <a:ext cx="3962100" cy="1802475"/>
            </a:xfrm>
            <a:custGeom>
              <a:rect b="b" l="l" r="r" t="t"/>
              <a:pathLst>
                <a:path extrusionOk="0" fill="none" h="72099" w="158484">
                  <a:moveTo>
                    <a:pt x="0" y="1"/>
                  </a:moveTo>
                  <a:cubicBezTo>
                    <a:pt x="5107" y="2706"/>
                    <a:pt x="10760" y="4590"/>
                    <a:pt x="15958" y="6444"/>
                  </a:cubicBezTo>
                  <a:cubicBezTo>
                    <a:pt x="21764" y="8511"/>
                    <a:pt x="26931" y="11733"/>
                    <a:pt x="28390" y="17843"/>
                  </a:cubicBezTo>
                  <a:cubicBezTo>
                    <a:pt x="29788" y="23740"/>
                    <a:pt x="26900" y="30579"/>
                    <a:pt x="31672" y="35867"/>
                  </a:cubicBezTo>
                  <a:cubicBezTo>
                    <a:pt x="35107" y="39636"/>
                    <a:pt x="34925" y="48390"/>
                    <a:pt x="40001" y="49849"/>
                  </a:cubicBezTo>
                  <a:cubicBezTo>
                    <a:pt x="49302" y="52494"/>
                    <a:pt x="56415" y="40761"/>
                    <a:pt x="61886" y="35320"/>
                  </a:cubicBezTo>
                  <a:cubicBezTo>
                    <a:pt x="69211" y="28025"/>
                    <a:pt x="81278" y="37873"/>
                    <a:pt x="87327" y="41612"/>
                  </a:cubicBezTo>
                  <a:cubicBezTo>
                    <a:pt x="92585" y="44864"/>
                    <a:pt x="98421" y="48117"/>
                    <a:pt x="104926" y="48968"/>
                  </a:cubicBezTo>
                  <a:cubicBezTo>
                    <a:pt x="116385" y="50457"/>
                    <a:pt x="108239" y="65442"/>
                    <a:pt x="119759" y="67509"/>
                  </a:cubicBezTo>
                  <a:cubicBezTo>
                    <a:pt x="126659" y="68725"/>
                    <a:pt x="137298" y="62980"/>
                    <a:pt x="143559" y="65716"/>
                  </a:cubicBezTo>
                  <a:cubicBezTo>
                    <a:pt x="147936" y="67631"/>
                    <a:pt x="153407" y="72099"/>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24"/>
            <p:cNvSpPr/>
            <p:nvPr/>
          </p:nvSpPr>
          <p:spPr>
            <a:xfrm>
              <a:off x="2975000" y="442550"/>
              <a:ext cx="3962850" cy="1800200"/>
            </a:xfrm>
            <a:custGeom>
              <a:rect b="b" l="l" r="r" t="t"/>
              <a:pathLst>
                <a:path extrusionOk="0" fill="none" h="72008" w="158514">
                  <a:moveTo>
                    <a:pt x="0" y="1"/>
                  </a:moveTo>
                  <a:cubicBezTo>
                    <a:pt x="5167" y="2645"/>
                    <a:pt x="10821" y="4499"/>
                    <a:pt x="16140" y="6201"/>
                  </a:cubicBezTo>
                  <a:cubicBezTo>
                    <a:pt x="21976" y="8055"/>
                    <a:pt x="27630" y="11065"/>
                    <a:pt x="29484" y="16657"/>
                  </a:cubicBezTo>
                  <a:cubicBezTo>
                    <a:pt x="31308" y="22159"/>
                    <a:pt x="26748" y="29940"/>
                    <a:pt x="31521" y="35442"/>
                  </a:cubicBezTo>
                  <a:cubicBezTo>
                    <a:pt x="34621" y="38998"/>
                    <a:pt x="36414" y="48147"/>
                    <a:pt x="40913" y="49211"/>
                  </a:cubicBezTo>
                  <a:cubicBezTo>
                    <a:pt x="50244" y="51430"/>
                    <a:pt x="56749" y="38846"/>
                    <a:pt x="63041" y="34044"/>
                  </a:cubicBezTo>
                  <a:cubicBezTo>
                    <a:pt x="70731" y="28147"/>
                    <a:pt x="82190" y="36992"/>
                    <a:pt x="88391" y="40943"/>
                  </a:cubicBezTo>
                  <a:cubicBezTo>
                    <a:pt x="93862" y="44409"/>
                    <a:pt x="98695" y="48147"/>
                    <a:pt x="105352" y="48907"/>
                  </a:cubicBezTo>
                  <a:cubicBezTo>
                    <a:pt x="117024" y="50184"/>
                    <a:pt x="108786" y="64834"/>
                    <a:pt x="120276" y="66780"/>
                  </a:cubicBezTo>
                  <a:cubicBezTo>
                    <a:pt x="126993" y="67904"/>
                    <a:pt x="137784" y="62585"/>
                    <a:pt x="143863" y="65533"/>
                  </a:cubicBezTo>
                  <a:cubicBezTo>
                    <a:pt x="148149" y="67570"/>
                    <a:pt x="153468" y="72008"/>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24"/>
            <p:cNvSpPr/>
            <p:nvPr/>
          </p:nvSpPr>
          <p:spPr>
            <a:xfrm>
              <a:off x="2975000" y="442550"/>
              <a:ext cx="3963625" cy="1798675"/>
            </a:xfrm>
            <a:custGeom>
              <a:rect b="b" l="l" r="r" t="t"/>
              <a:pathLst>
                <a:path extrusionOk="0" fill="none" h="71947" w="158545">
                  <a:moveTo>
                    <a:pt x="0" y="1"/>
                  </a:moveTo>
                  <a:cubicBezTo>
                    <a:pt x="5198" y="2615"/>
                    <a:pt x="10912" y="4408"/>
                    <a:pt x="16323" y="5958"/>
                  </a:cubicBezTo>
                  <a:cubicBezTo>
                    <a:pt x="22067" y="7630"/>
                    <a:pt x="28147" y="10365"/>
                    <a:pt x="30578" y="15472"/>
                  </a:cubicBezTo>
                  <a:cubicBezTo>
                    <a:pt x="33192" y="20974"/>
                    <a:pt x="26931" y="29059"/>
                    <a:pt x="31369" y="35047"/>
                  </a:cubicBezTo>
                  <a:cubicBezTo>
                    <a:pt x="33831" y="38390"/>
                    <a:pt x="37904" y="47904"/>
                    <a:pt x="41825" y="48542"/>
                  </a:cubicBezTo>
                  <a:cubicBezTo>
                    <a:pt x="50883" y="50062"/>
                    <a:pt x="57296" y="36931"/>
                    <a:pt x="64257" y="33010"/>
                  </a:cubicBezTo>
                  <a:cubicBezTo>
                    <a:pt x="72160" y="28512"/>
                    <a:pt x="83102" y="35928"/>
                    <a:pt x="89424" y="40153"/>
                  </a:cubicBezTo>
                  <a:cubicBezTo>
                    <a:pt x="94804" y="43740"/>
                    <a:pt x="98877" y="48208"/>
                    <a:pt x="105747" y="48846"/>
                  </a:cubicBezTo>
                  <a:cubicBezTo>
                    <a:pt x="117601" y="49971"/>
                    <a:pt x="109425" y="64257"/>
                    <a:pt x="120793" y="66081"/>
                  </a:cubicBezTo>
                  <a:cubicBezTo>
                    <a:pt x="127419" y="67144"/>
                    <a:pt x="138270" y="62281"/>
                    <a:pt x="144167" y="65351"/>
                  </a:cubicBezTo>
                  <a:cubicBezTo>
                    <a:pt x="148362" y="67540"/>
                    <a:pt x="153529" y="71947"/>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24"/>
            <p:cNvSpPr/>
            <p:nvPr/>
          </p:nvSpPr>
          <p:spPr>
            <a:xfrm>
              <a:off x="2975000" y="442550"/>
              <a:ext cx="3962850" cy="1795650"/>
            </a:xfrm>
            <a:custGeom>
              <a:rect b="b" l="l" r="r" t="t"/>
              <a:pathLst>
                <a:path extrusionOk="0" fill="none" h="71826" w="158514">
                  <a:moveTo>
                    <a:pt x="0" y="1"/>
                  </a:moveTo>
                  <a:cubicBezTo>
                    <a:pt x="5259" y="2584"/>
                    <a:pt x="10973" y="4317"/>
                    <a:pt x="16475" y="5745"/>
                  </a:cubicBezTo>
                  <a:cubicBezTo>
                    <a:pt x="22250" y="7235"/>
                    <a:pt x="28542" y="9788"/>
                    <a:pt x="31581" y="14195"/>
                  </a:cubicBezTo>
                  <a:cubicBezTo>
                    <a:pt x="35168" y="19332"/>
                    <a:pt x="27326" y="28238"/>
                    <a:pt x="31247" y="34560"/>
                  </a:cubicBezTo>
                  <a:cubicBezTo>
                    <a:pt x="33253" y="37782"/>
                    <a:pt x="39150" y="47418"/>
                    <a:pt x="42737" y="47722"/>
                  </a:cubicBezTo>
                  <a:cubicBezTo>
                    <a:pt x="51612" y="48482"/>
                    <a:pt x="57752" y="35229"/>
                    <a:pt x="65412" y="32129"/>
                  </a:cubicBezTo>
                  <a:cubicBezTo>
                    <a:pt x="73588" y="28816"/>
                    <a:pt x="84044" y="34804"/>
                    <a:pt x="90275" y="39302"/>
                  </a:cubicBezTo>
                  <a:cubicBezTo>
                    <a:pt x="95351" y="42980"/>
                    <a:pt x="98938" y="48269"/>
                    <a:pt x="106081" y="48816"/>
                  </a:cubicBezTo>
                  <a:cubicBezTo>
                    <a:pt x="111704" y="49241"/>
                    <a:pt x="112981" y="50670"/>
                    <a:pt x="114136" y="56111"/>
                  </a:cubicBezTo>
                  <a:cubicBezTo>
                    <a:pt x="115139" y="60792"/>
                    <a:pt x="115321" y="64470"/>
                    <a:pt x="121279" y="65381"/>
                  </a:cubicBezTo>
                  <a:cubicBezTo>
                    <a:pt x="127784" y="66385"/>
                    <a:pt x="138696" y="61947"/>
                    <a:pt x="144410" y="65169"/>
                  </a:cubicBezTo>
                  <a:cubicBezTo>
                    <a:pt x="148483" y="67448"/>
                    <a:pt x="153529" y="7182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24"/>
            <p:cNvSpPr/>
            <p:nvPr/>
          </p:nvSpPr>
          <p:spPr>
            <a:xfrm>
              <a:off x="2975000" y="442550"/>
              <a:ext cx="3962850" cy="1794125"/>
            </a:xfrm>
            <a:custGeom>
              <a:rect b="b" l="l" r="r" t="t"/>
              <a:pathLst>
                <a:path extrusionOk="0" fill="none" h="71765" w="158514">
                  <a:moveTo>
                    <a:pt x="0" y="1"/>
                  </a:moveTo>
                  <a:cubicBezTo>
                    <a:pt x="5319" y="2554"/>
                    <a:pt x="11064" y="4226"/>
                    <a:pt x="16627" y="5502"/>
                  </a:cubicBezTo>
                  <a:cubicBezTo>
                    <a:pt x="22523" y="6840"/>
                    <a:pt x="28663" y="9302"/>
                    <a:pt x="32554" y="12919"/>
                  </a:cubicBezTo>
                  <a:cubicBezTo>
                    <a:pt x="36931" y="17022"/>
                    <a:pt x="28906" y="28268"/>
                    <a:pt x="31247" y="33983"/>
                  </a:cubicBezTo>
                  <a:cubicBezTo>
                    <a:pt x="32615" y="37326"/>
                    <a:pt x="40031" y="46658"/>
                    <a:pt x="43679" y="46719"/>
                  </a:cubicBezTo>
                  <a:cubicBezTo>
                    <a:pt x="52433" y="46810"/>
                    <a:pt x="58117" y="33861"/>
                    <a:pt x="66628" y="31430"/>
                  </a:cubicBezTo>
                  <a:cubicBezTo>
                    <a:pt x="75108" y="28998"/>
                    <a:pt x="85078" y="33709"/>
                    <a:pt x="91066" y="38451"/>
                  </a:cubicBezTo>
                  <a:cubicBezTo>
                    <a:pt x="95899" y="42250"/>
                    <a:pt x="98847" y="48482"/>
                    <a:pt x="106446" y="48785"/>
                  </a:cubicBezTo>
                  <a:cubicBezTo>
                    <a:pt x="119030" y="49272"/>
                    <a:pt x="110853" y="62950"/>
                    <a:pt x="121826" y="64743"/>
                  </a:cubicBezTo>
                  <a:cubicBezTo>
                    <a:pt x="128088" y="65746"/>
                    <a:pt x="139121" y="61612"/>
                    <a:pt x="144684" y="64986"/>
                  </a:cubicBezTo>
                  <a:cubicBezTo>
                    <a:pt x="148666" y="67388"/>
                    <a:pt x="153559" y="7176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24"/>
            <p:cNvSpPr/>
            <p:nvPr/>
          </p:nvSpPr>
          <p:spPr>
            <a:xfrm>
              <a:off x="2975000" y="442550"/>
              <a:ext cx="3962850" cy="1791075"/>
            </a:xfrm>
            <a:custGeom>
              <a:rect b="b" l="l" r="r" t="t"/>
              <a:pathLst>
                <a:path extrusionOk="0" fill="none" h="71643" w="158514">
                  <a:moveTo>
                    <a:pt x="0" y="1"/>
                  </a:moveTo>
                  <a:cubicBezTo>
                    <a:pt x="5319" y="2523"/>
                    <a:pt x="11155" y="4134"/>
                    <a:pt x="16779" y="5259"/>
                  </a:cubicBezTo>
                  <a:cubicBezTo>
                    <a:pt x="22736" y="6475"/>
                    <a:pt x="29302" y="9058"/>
                    <a:pt x="33405" y="11672"/>
                  </a:cubicBezTo>
                  <a:cubicBezTo>
                    <a:pt x="37660" y="14378"/>
                    <a:pt x="30821" y="28968"/>
                    <a:pt x="31399" y="33314"/>
                  </a:cubicBezTo>
                  <a:cubicBezTo>
                    <a:pt x="31885" y="36931"/>
                    <a:pt x="40578" y="45624"/>
                    <a:pt x="44651" y="45472"/>
                  </a:cubicBezTo>
                  <a:cubicBezTo>
                    <a:pt x="53101" y="45168"/>
                    <a:pt x="58421" y="32828"/>
                    <a:pt x="67874" y="30852"/>
                  </a:cubicBezTo>
                  <a:cubicBezTo>
                    <a:pt x="76658" y="29028"/>
                    <a:pt x="86233" y="32706"/>
                    <a:pt x="91856" y="37509"/>
                  </a:cubicBezTo>
                  <a:cubicBezTo>
                    <a:pt x="96476" y="41491"/>
                    <a:pt x="98908" y="48542"/>
                    <a:pt x="106780" y="48755"/>
                  </a:cubicBezTo>
                  <a:cubicBezTo>
                    <a:pt x="112647" y="48907"/>
                    <a:pt x="114045" y="50184"/>
                    <a:pt x="115565" y="55503"/>
                  </a:cubicBezTo>
                  <a:cubicBezTo>
                    <a:pt x="116841" y="60062"/>
                    <a:pt x="116628" y="63132"/>
                    <a:pt x="122404" y="64044"/>
                  </a:cubicBezTo>
                  <a:cubicBezTo>
                    <a:pt x="128544" y="65047"/>
                    <a:pt x="139486" y="61278"/>
                    <a:pt x="144957" y="64804"/>
                  </a:cubicBezTo>
                  <a:cubicBezTo>
                    <a:pt x="148818" y="67296"/>
                    <a:pt x="153559" y="71643"/>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24"/>
            <p:cNvSpPr/>
            <p:nvPr/>
          </p:nvSpPr>
          <p:spPr>
            <a:xfrm>
              <a:off x="2975000" y="442550"/>
              <a:ext cx="3962100" cy="1789575"/>
            </a:xfrm>
            <a:custGeom>
              <a:rect b="b" l="l" r="r" t="t"/>
              <a:pathLst>
                <a:path extrusionOk="0" fill="none" h="71583" w="158484">
                  <a:moveTo>
                    <a:pt x="0" y="1"/>
                  </a:moveTo>
                  <a:cubicBezTo>
                    <a:pt x="5380" y="2463"/>
                    <a:pt x="11216" y="4043"/>
                    <a:pt x="16900" y="5016"/>
                  </a:cubicBezTo>
                  <a:cubicBezTo>
                    <a:pt x="22797" y="6049"/>
                    <a:pt x="29058" y="8724"/>
                    <a:pt x="34135" y="10457"/>
                  </a:cubicBezTo>
                  <a:cubicBezTo>
                    <a:pt x="39667" y="12372"/>
                    <a:pt x="32037" y="28846"/>
                    <a:pt x="31855" y="32463"/>
                  </a:cubicBezTo>
                  <a:cubicBezTo>
                    <a:pt x="31672" y="36597"/>
                    <a:pt x="40852" y="44712"/>
                    <a:pt x="45503" y="44074"/>
                  </a:cubicBezTo>
                  <a:cubicBezTo>
                    <a:pt x="54165" y="42889"/>
                    <a:pt x="59606" y="32038"/>
                    <a:pt x="69090" y="30335"/>
                  </a:cubicBezTo>
                  <a:cubicBezTo>
                    <a:pt x="77479" y="28846"/>
                    <a:pt x="87388" y="31703"/>
                    <a:pt x="92646" y="36566"/>
                  </a:cubicBezTo>
                  <a:cubicBezTo>
                    <a:pt x="97084" y="40670"/>
                    <a:pt x="98908" y="48634"/>
                    <a:pt x="107084" y="48725"/>
                  </a:cubicBezTo>
                  <a:cubicBezTo>
                    <a:pt x="112890" y="48816"/>
                    <a:pt x="114501" y="49910"/>
                    <a:pt x="116203" y="55229"/>
                  </a:cubicBezTo>
                  <a:cubicBezTo>
                    <a:pt x="117571" y="59606"/>
                    <a:pt x="117297" y="62555"/>
                    <a:pt x="122951" y="63436"/>
                  </a:cubicBezTo>
                  <a:cubicBezTo>
                    <a:pt x="129030" y="64378"/>
                    <a:pt x="139851" y="60944"/>
                    <a:pt x="145200" y="64622"/>
                  </a:cubicBezTo>
                  <a:cubicBezTo>
                    <a:pt x="148939" y="67205"/>
                    <a:pt x="153590" y="7158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24"/>
            <p:cNvSpPr/>
            <p:nvPr/>
          </p:nvSpPr>
          <p:spPr>
            <a:xfrm>
              <a:off x="2975000" y="442550"/>
              <a:ext cx="3962850" cy="1785000"/>
            </a:xfrm>
            <a:custGeom>
              <a:rect b="b" l="l" r="r" t="t"/>
              <a:pathLst>
                <a:path extrusionOk="0" fill="none" h="71400" w="158514">
                  <a:moveTo>
                    <a:pt x="0" y="1"/>
                  </a:moveTo>
                  <a:cubicBezTo>
                    <a:pt x="5411" y="2432"/>
                    <a:pt x="11307" y="3952"/>
                    <a:pt x="17052" y="4803"/>
                  </a:cubicBezTo>
                  <a:cubicBezTo>
                    <a:pt x="22949" y="5685"/>
                    <a:pt x="29028" y="8967"/>
                    <a:pt x="34682" y="9362"/>
                  </a:cubicBezTo>
                  <a:cubicBezTo>
                    <a:pt x="42007" y="9849"/>
                    <a:pt x="33557" y="28360"/>
                    <a:pt x="32858" y="31065"/>
                  </a:cubicBezTo>
                  <a:cubicBezTo>
                    <a:pt x="31308" y="36931"/>
                    <a:pt x="41095" y="43801"/>
                    <a:pt x="46141" y="42676"/>
                  </a:cubicBezTo>
                  <a:cubicBezTo>
                    <a:pt x="54925" y="40761"/>
                    <a:pt x="60731" y="31703"/>
                    <a:pt x="70245" y="29819"/>
                  </a:cubicBezTo>
                  <a:cubicBezTo>
                    <a:pt x="78451" y="28177"/>
                    <a:pt x="88573" y="30731"/>
                    <a:pt x="93497" y="35563"/>
                  </a:cubicBezTo>
                  <a:cubicBezTo>
                    <a:pt x="97753" y="39728"/>
                    <a:pt x="98969" y="48725"/>
                    <a:pt x="107419" y="48755"/>
                  </a:cubicBezTo>
                  <a:cubicBezTo>
                    <a:pt x="113163" y="48755"/>
                    <a:pt x="115018" y="49667"/>
                    <a:pt x="116872" y="54956"/>
                  </a:cubicBezTo>
                  <a:cubicBezTo>
                    <a:pt x="118331" y="59181"/>
                    <a:pt x="118027" y="61977"/>
                    <a:pt x="123559" y="62798"/>
                  </a:cubicBezTo>
                  <a:cubicBezTo>
                    <a:pt x="129638" y="63710"/>
                    <a:pt x="140459" y="60579"/>
                    <a:pt x="145504" y="64470"/>
                  </a:cubicBezTo>
                  <a:cubicBezTo>
                    <a:pt x="148939" y="67144"/>
                    <a:pt x="153802" y="7140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24"/>
            <p:cNvSpPr/>
            <p:nvPr/>
          </p:nvSpPr>
          <p:spPr>
            <a:xfrm>
              <a:off x="2975000" y="442550"/>
              <a:ext cx="3962100" cy="1781975"/>
            </a:xfrm>
            <a:custGeom>
              <a:rect b="b" l="l" r="r" t="t"/>
              <a:pathLst>
                <a:path extrusionOk="0" fill="none" h="71279" w="158484">
                  <a:moveTo>
                    <a:pt x="0" y="1"/>
                  </a:moveTo>
                  <a:cubicBezTo>
                    <a:pt x="5471" y="2402"/>
                    <a:pt x="11247" y="3922"/>
                    <a:pt x="17174" y="4560"/>
                  </a:cubicBezTo>
                  <a:cubicBezTo>
                    <a:pt x="23253" y="5198"/>
                    <a:pt x="29514" y="8420"/>
                    <a:pt x="35107" y="8177"/>
                  </a:cubicBezTo>
                  <a:cubicBezTo>
                    <a:pt x="44044" y="7782"/>
                    <a:pt x="35290" y="26718"/>
                    <a:pt x="34256" y="29089"/>
                  </a:cubicBezTo>
                  <a:cubicBezTo>
                    <a:pt x="31369" y="35959"/>
                    <a:pt x="40578" y="42980"/>
                    <a:pt x="46658" y="41247"/>
                  </a:cubicBezTo>
                  <a:cubicBezTo>
                    <a:pt x="55533" y="38785"/>
                    <a:pt x="61947" y="31490"/>
                    <a:pt x="71369" y="29180"/>
                  </a:cubicBezTo>
                  <a:cubicBezTo>
                    <a:pt x="79424" y="27174"/>
                    <a:pt x="89819" y="29697"/>
                    <a:pt x="94470" y="34439"/>
                  </a:cubicBezTo>
                  <a:cubicBezTo>
                    <a:pt x="98482" y="38573"/>
                    <a:pt x="99090" y="48785"/>
                    <a:pt x="107753" y="48694"/>
                  </a:cubicBezTo>
                  <a:cubicBezTo>
                    <a:pt x="113407" y="48634"/>
                    <a:pt x="115504" y="49424"/>
                    <a:pt x="117510" y="54652"/>
                  </a:cubicBezTo>
                  <a:cubicBezTo>
                    <a:pt x="119060" y="58694"/>
                    <a:pt x="118665" y="61400"/>
                    <a:pt x="124167" y="62160"/>
                  </a:cubicBezTo>
                  <a:cubicBezTo>
                    <a:pt x="130246" y="62980"/>
                    <a:pt x="140793" y="60245"/>
                    <a:pt x="145717" y="64257"/>
                  </a:cubicBezTo>
                  <a:cubicBezTo>
                    <a:pt x="149061" y="66962"/>
                    <a:pt x="153802" y="71278"/>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24"/>
            <p:cNvSpPr/>
            <p:nvPr/>
          </p:nvSpPr>
          <p:spPr>
            <a:xfrm>
              <a:off x="2975000" y="442550"/>
              <a:ext cx="3962850" cy="1781200"/>
            </a:xfrm>
            <a:custGeom>
              <a:rect b="b" l="l" r="r" t="t"/>
              <a:pathLst>
                <a:path extrusionOk="0" fill="none" h="71248" w="158514">
                  <a:moveTo>
                    <a:pt x="0" y="1"/>
                  </a:moveTo>
                  <a:cubicBezTo>
                    <a:pt x="5502" y="2371"/>
                    <a:pt x="11338" y="3830"/>
                    <a:pt x="17326" y="4347"/>
                  </a:cubicBezTo>
                  <a:cubicBezTo>
                    <a:pt x="23405" y="4833"/>
                    <a:pt x="29484" y="7478"/>
                    <a:pt x="35381" y="7083"/>
                  </a:cubicBezTo>
                  <a:cubicBezTo>
                    <a:pt x="46171" y="6384"/>
                    <a:pt x="37660" y="22007"/>
                    <a:pt x="36080" y="26718"/>
                  </a:cubicBezTo>
                  <a:cubicBezTo>
                    <a:pt x="34560" y="31247"/>
                    <a:pt x="33192" y="34591"/>
                    <a:pt x="37387" y="37934"/>
                  </a:cubicBezTo>
                  <a:cubicBezTo>
                    <a:pt x="40062" y="40032"/>
                    <a:pt x="43983" y="40913"/>
                    <a:pt x="47144" y="39940"/>
                  </a:cubicBezTo>
                  <a:cubicBezTo>
                    <a:pt x="52007" y="38421"/>
                    <a:pt x="55959" y="34864"/>
                    <a:pt x="60548" y="32524"/>
                  </a:cubicBezTo>
                  <a:cubicBezTo>
                    <a:pt x="64409" y="30579"/>
                    <a:pt x="68360" y="29758"/>
                    <a:pt x="72403" y="28512"/>
                  </a:cubicBezTo>
                  <a:cubicBezTo>
                    <a:pt x="80275" y="26080"/>
                    <a:pt x="91187" y="28724"/>
                    <a:pt x="95503" y="33314"/>
                  </a:cubicBezTo>
                  <a:cubicBezTo>
                    <a:pt x="99303" y="37296"/>
                    <a:pt x="99212" y="48877"/>
                    <a:pt x="108118" y="48694"/>
                  </a:cubicBezTo>
                  <a:cubicBezTo>
                    <a:pt x="113589" y="48573"/>
                    <a:pt x="115990" y="49302"/>
                    <a:pt x="118148" y="54409"/>
                  </a:cubicBezTo>
                  <a:cubicBezTo>
                    <a:pt x="119820" y="58299"/>
                    <a:pt x="119364" y="60974"/>
                    <a:pt x="124805" y="61612"/>
                  </a:cubicBezTo>
                  <a:cubicBezTo>
                    <a:pt x="130519" y="62281"/>
                    <a:pt x="141249" y="59819"/>
                    <a:pt x="145991" y="64135"/>
                  </a:cubicBezTo>
                  <a:cubicBezTo>
                    <a:pt x="149213" y="67023"/>
                    <a:pt x="153863" y="71248"/>
                    <a:pt x="158514" y="68695"/>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24"/>
            <p:cNvSpPr/>
            <p:nvPr/>
          </p:nvSpPr>
          <p:spPr>
            <a:xfrm>
              <a:off x="2975000" y="442550"/>
              <a:ext cx="3962100" cy="1777400"/>
            </a:xfrm>
            <a:custGeom>
              <a:rect b="b" l="l" r="r" t="t"/>
              <a:pathLst>
                <a:path extrusionOk="0" fill="none" h="71096" w="158484">
                  <a:moveTo>
                    <a:pt x="0" y="1"/>
                  </a:moveTo>
                  <a:cubicBezTo>
                    <a:pt x="5532" y="2341"/>
                    <a:pt x="11429" y="3739"/>
                    <a:pt x="17447" y="4104"/>
                  </a:cubicBezTo>
                  <a:cubicBezTo>
                    <a:pt x="23496" y="4469"/>
                    <a:pt x="29484" y="6596"/>
                    <a:pt x="35533" y="6049"/>
                  </a:cubicBezTo>
                  <a:cubicBezTo>
                    <a:pt x="47357" y="4955"/>
                    <a:pt x="40822" y="16809"/>
                    <a:pt x="38208" y="23983"/>
                  </a:cubicBezTo>
                  <a:cubicBezTo>
                    <a:pt x="36657" y="28329"/>
                    <a:pt x="33557" y="33253"/>
                    <a:pt x="37691" y="36962"/>
                  </a:cubicBezTo>
                  <a:cubicBezTo>
                    <a:pt x="40244" y="39272"/>
                    <a:pt x="44591" y="39636"/>
                    <a:pt x="47661" y="38603"/>
                  </a:cubicBezTo>
                  <a:cubicBezTo>
                    <a:pt x="52646" y="36931"/>
                    <a:pt x="56901" y="33557"/>
                    <a:pt x="61764" y="31460"/>
                  </a:cubicBezTo>
                  <a:cubicBezTo>
                    <a:pt x="65533" y="29819"/>
                    <a:pt x="69576" y="29150"/>
                    <a:pt x="73375" y="27721"/>
                  </a:cubicBezTo>
                  <a:cubicBezTo>
                    <a:pt x="80974" y="24864"/>
                    <a:pt x="92464" y="27721"/>
                    <a:pt x="96659" y="32068"/>
                  </a:cubicBezTo>
                  <a:cubicBezTo>
                    <a:pt x="100884" y="36445"/>
                    <a:pt x="98634" y="48512"/>
                    <a:pt x="108452" y="48664"/>
                  </a:cubicBezTo>
                  <a:cubicBezTo>
                    <a:pt x="114014" y="48755"/>
                    <a:pt x="116416" y="49150"/>
                    <a:pt x="118756" y="54105"/>
                  </a:cubicBezTo>
                  <a:cubicBezTo>
                    <a:pt x="120550" y="57874"/>
                    <a:pt x="120002" y="60488"/>
                    <a:pt x="125413" y="61035"/>
                  </a:cubicBezTo>
                  <a:cubicBezTo>
                    <a:pt x="131158" y="61643"/>
                    <a:pt x="141553" y="59454"/>
                    <a:pt x="146234" y="63922"/>
                  </a:cubicBezTo>
                  <a:cubicBezTo>
                    <a:pt x="149334" y="66871"/>
                    <a:pt x="153894" y="71096"/>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24"/>
            <p:cNvSpPr/>
            <p:nvPr/>
          </p:nvSpPr>
          <p:spPr>
            <a:xfrm>
              <a:off x="2975000" y="442550"/>
              <a:ext cx="3962850" cy="1775125"/>
            </a:xfrm>
            <a:custGeom>
              <a:rect b="b" l="l" r="r" t="t"/>
              <a:pathLst>
                <a:path extrusionOk="0" fill="none" h="71005" w="158514">
                  <a:moveTo>
                    <a:pt x="0" y="1"/>
                  </a:moveTo>
                  <a:cubicBezTo>
                    <a:pt x="5593" y="2311"/>
                    <a:pt x="11520" y="3648"/>
                    <a:pt x="17569" y="3861"/>
                  </a:cubicBezTo>
                  <a:cubicBezTo>
                    <a:pt x="23587" y="4074"/>
                    <a:pt x="29636" y="5837"/>
                    <a:pt x="35594" y="5046"/>
                  </a:cubicBezTo>
                  <a:cubicBezTo>
                    <a:pt x="47569" y="3466"/>
                    <a:pt x="43800" y="12280"/>
                    <a:pt x="40578" y="20974"/>
                  </a:cubicBezTo>
                  <a:cubicBezTo>
                    <a:pt x="39059" y="25107"/>
                    <a:pt x="34773" y="31916"/>
                    <a:pt x="38268" y="35867"/>
                  </a:cubicBezTo>
                  <a:cubicBezTo>
                    <a:pt x="40548" y="38451"/>
                    <a:pt x="45381" y="38208"/>
                    <a:pt x="48238" y="37296"/>
                  </a:cubicBezTo>
                  <a:cubicBezTo>
                    <a:pt x="53405" y="35624"/>
                    <a:pt x="57965" y="32281"/>
                    <a:pt x="63102" y="30366"/>
                  </a:cubicBezTo>
                  <a:cubicBezTo>
                    <a:pt x="66780" y="28968"/>
                    <a:pt x="70701" y="28420"/>
                    <a:pt x="74257" y="26840"/>
                  </a:cubicBezTo>
                  <a:cubicBezTo>
                    <a:pt x="81552" y="23588"/>
                    <a:pt x="94075" y="26779"/>
                    <a:pt x="97935" y="30791"/>
                  </a:cubicBezTo>
                  <a:cubicBezTo>
                    <a:pt x="101887" y="34895"/>
                    <a:pt x="98938" y="48542"/>
                    <a:pt x="108817" y="48664"/>
                  </a:cubicBezTo>
                  <a:cubicBezTo>
                    <a:pt x="114227" y="48694"/>
                    <a:pt x="116872" y="49029"/>
                    <a:pt x="119364" y="53801"/>
                  </a:cubicBezTo>
                  <a:cubicBezTo>
                    <a:pt x="121249" y="57448"/>
                    <a:pt x="120702" y="60032"/>
                    <a:pt x="126021" y="60518"/>
                  </a:cubicBezTo>
                  <a:cubicBezTo>
                    <a:pt x="131826" y="61035"/>
                    <a:pt x="141857" y="59120"/>
                    <a:pt x="146507" y="63771"/>
                  </a:cubicBezTo>
                  <a:cubicBezTo>
                    <a:pt x="149456" y="66719"/>
                    <a:pt x="153924" y="7100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24"/>
            <p:cNvSpPr/>
            <p:nvPr/>
          </p:nvSpPr>
          <p:spPr>
            <a:xfrm>
              <a:off x="2975000" y="442550"/>
              <a:ext cx="3962850" cy="1772850"/>
            </a:xfrm>
            <a:custGeom>
              <a:rect b="b" l="l" r="r" t="t"/>
              <a:pathLst>
                <a:path extrusionOk="0" fill="none" h="70914" w="158514">
                  <a:moveTo>
                    <a:pt x="0" y="1"/>
                  </a:moveTo>
                  <a:cubicBezTo>
                    <a:pt x="5623" y="2280"/>
                    <a:pt x="11611" y="3526"/>
                    <a:pt x="17690" y="3648"/>
                  </a:cubicBezTo>
                  <a:cubicBezTo>
                    <a:pt x="23648" y="3709"/>
                    <a:pt x="29636" y="5016"/>
                    <a:pt x="35563" y="4104"/>
                  </a:cubicBezTo>
                  <a:cubicBezTo>
                    <a:pt x="47022" y="2371"/>
                    <a:pt x="46627" y="7843"/>
                    <a:pt x="43101" y="17812"/>
                  </a:cubicBezTo>
                  <a:cubicBezTo>
                    <a:pt x="41733" y="21612"/>
                    <a:pt x="36232" y="30670"/>
                    <a:pt x="39028" y="34621"/>
                  </a:cubicBezTo>
                  <a:cubicBezTo>
                    <a:pt x="41004" y="37387"/>
                    <a:pt x="46293" y="36901"/>
                    <a:pt x="48968" y="35989"/>
                  </a:cubicBezTo>
                  <a:cubicBezTo>
                    <a:pt x="57235" y="33071"/>
                    <a:pt x="67235" y="29667"/>
                    <a:pt x="75108" y="25867"/>
                  </a:cubicBezTo>
                  <a:cubicBezTo>
                    <a:pt x="82008" y="22524"/>
                    <a:pt x="95655" y="25746"/>
                    <a:pt x="99303" y="29484"/>
                  </a:cubicBezTo>
                  <a:cubicBezTo>
                    <a:pt x="103042" y="33284"/>
                    <a:pt x="99546" y="48573"/>
                    <a:pt x="109242" y="48573"/>
                  </a:cubicBezTo>
                  <a:cubicBezTo>
                    <a:pt x="114379" y="48573"/>
                    <a:pt x="117328" y="48968"/>
                    <a:pt x="119942" y="53527"/>
                  </a:cubicBezTo>
                  <a:cubicBezTo>
                    <a:pt x="121948" y="57023"/>
                    <a:pt x="121340" y="59606"/>
                    <a:pt x="126629" y="60032"/>
                  </a:cubicBezTo>
                  <a:cubicBezTo>
                    <a:pt x="132495" y="60488"/>
                    <a:pt x="142130" y="58725"/>
                    <a:pt x="146751" y="63558"/>
                  </a:cubicBezTo>
                  <a:cubicBezTo>
                    <a:pt x="149608" y="66567"/>
                    <a:pt x="153985" y="70913"/>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24"/>
            <p:cNvSpPr/>
            <p:nvPr/>
          </p:nvSpPr>
          <p:spPr>
            <a:xfrm>
              <a:off x="2975000" y="442550"/>
              <a:ext cx="3962100" cy="1769800"/>
            </a:xfrm>
            <a:custGeom>
              <a:rect b="b" l="l" r="r" t="t"/>
              <a:pathLst>
                <a:path extrusionOk="0" fill="none" h="70792" w="158484">
                  <a:moveTo>
                    <a:pt x="0" y="1"/>
                  </a:moveTo>
                  <a:cubicBezTo>
                    <a:pt x="5654" y="2280"/>
                    <a:pt x="11703" y="3435"/>
                    <a:pt x="17812" y="3405"/>
                  </a:cubicBezTo>
                  <a:cubicBezTo>
                    <a:pt x="23709" y="3344"/>
                    <a:pt x="29606" y="4165"/>
                    <a:pt x="35502" y="3192"/>
                  </a:cubicBezTo>
                  <a:cubicBezTo>
                    <a:pt x="37660" y="2858"/>
                    <a:pt x="42463" y="1976"/>
                    <a:pt x="44621" y="2949"/>
                  </a:cubicBezTo>
                  <a:cubicBezTo>
                    <a:pt x="49545" y="5168"/>
                    <a:pt x="46840" y="10913"/>
                    <a:pt x="45624" y="14742"/>
                  </a:cubicBezTo>
                  <a:cubicBezTo>
                    <a:pt x="43557" y="21369"/>
                    <a:pt x="34135" y="40001"/>
                    <a:pt x="49819" y="34652"/>
                  </a:cubicBezTo>
                  <a:cubicBezTo>
                    <a:pt x="58299" y="31734"/>
                    <a:pt x="67935" y="28177"/>
                    <a:pt x="76050" y="24864"/>
                  </a:cubicBezTo>
                  <a:cubicBezTo>
                    <a:pt x="83072" y="21977"/>
                    <a:pt x="96051" y="24347"/>
                    <a:pt x="100762" y="28117"/>
                  </a:cubicBezTo>
                  <a:cubicBezTo>
                    <a:pt x="105716" y="32098"/>
                    <a:pt x="98908" y="48299"/>
                    <a:pt x="109698" y="48482"/>
                  </a:cubicBezTo>
                  <a:cubicBezTo>
                    <a:pt x="114653" y="48573"/>
                    <a:pt x="117753" y="48846"/>
                    <a:pt x="120458" y="53254"/>
                  </a:cubicBezTo>
                  <a:cubicBezTo>
                    <a:pt x="122586" y="56628"/>
                    <a:pt x="121948" y="59242"/>
                    <a:pt x="127176" y="59576"/>
                  </a:cubicBezTo>
                  <a:cubicBezTo>
                    <a:pt x="133133" y="60001"/>
                    <a:pt x="142404" y="58360"/>
                    <a:pt x="146963" y="63375"/>
                  </a:cubicBezTo>
                  <a:cubicBezTo>
                    <a:pt x="149699" y="66385"/>
                    <a:pt x="153985" y="70792"/>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24"/>
            <p:cNvSpPr/>
            <p:nvPr/>
          </p:nvSpPr>
          <p:spPr>
            <a:xfrm>
              <a:off x="2975000" y="442550"/>
              <a:ext cx="3963625" cy="1767525"/>
            </a:xfrm>
            <a:custGeom>
              <a:rect b="b" l="l" r="r" t="t"/>
              <a:pathLst>
                <a:path extrusionOk="0" fill="none" h="70701" w="158545">
                  <a:moveTo>
                    <a:pt x="0" y="1"/>
                  </a:moveTo>
                  <a:cubicBezTo>
                    <a:pt x="5715" y="2250"/>
                    <a:pt x="11794" y="3314"/>
                    <a:pt x="17934" y="3192"/>
                  </a:cubicBezTo>
                  <a:cubicBezTo>
                    <a:pt x="23770" y="2979"/>
                    <a:pt x="29575" y="3314"/>
                    <a:pt x="35411" y="2341"/>
                  </a:cubicBezTo>
                  <a:cubicBezTo>
                    <a:pt x="44439" y="791"/>
                    <a:pt x="50518" y="2371"/>
                    <a:pt x="48147" y="11916"/>
                  </a:cubicBezTo>
                  <a:cubicBezTo>
                    <a:pt x="46627" y="18086"/>
                    <a:pt x="34894" y="38725"/>
                    <a:pt x="50883" y="33253"/>
                  </a:cubicBezTo>
                  <a:cubicBezTo>
                    <a:pt x="59697" y="30244"/>
                    <a:pt x="68482" y="26688"/>
                    <a:pt x="77418" y="23922"/>
                  </a:cubicBezTo>
                  <a:cubicBezTo>
                    <a:pt x="84227" y="21794"/>
                    <a:pt x="97601" y="22585"/>
                    <a:pt x="102312" y="26779"/>
                  </a:cubicBezTo>
                  <a:cubicBezTo>
                    <a:pt x="107510" y="31399"/>
                    <a:pt x="99394" y="48056"/>
                    <a:pt x="110276" y="48330"/>
                  </a:cubicBezTo>
                  <a:cubicBezTo>
                    <a:pt x="115200" y="48451"/>
                    <a:pt x="117966" y="49181"/>
                    <a:pt x="120945" y="52889"/>
                  </a:cubicBezTo>
                  <a:cubicBezTo>
                    <a:pt x="123376" y="55928"/>
                    <a:pt x="122464" y="58877"/>
                    <a:pt x="127784" y="59150"/>
                  </a:cubicBezTo>
                  <a:cubicBezTo>
                    <a:pt x="133711" y="59454"/>
                    <a:pt x="142769" y="58026"/>
                    <a:pt x="147267" y="63223"/>
                  </a:cubicBezTo>
                  <a:cubicBezTo>
                    <a:pt x="149881" y="66202"/>
                    <a:pt x="154076" y="70701"/>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24"/>
            <p:cNvSpPr/>
            <p:nvPr/>
          </p:nvSpPr>
          <p:spPr>
            <a:xfrm>
              <a:off x="2975000" y="442550"/>
              <a:ext cx="3962850" cy="1765250"/>
            </a:xfrm>
            <a:custGeom>
              <a:rect b="b" l="l" r="r" t="t"/>
              <a:pathLst>
                <a:path extrusionOk="0" fill="none" h="70610" w="158514">
                  <a:moveTo>
                    <a:pt x="0" y="1"/>
                  </a:moveTo>
                  <a:cubicBezTo>
                    <a:pt x="5745" y="2219"/>
                    <a:pt x="11885" y="3223"/>
                    <a:pt x="18025" y="2949"/>
                  </a:cubicBezTo>
                  <a:cubicBezTo>
                    <a:pt x="23800" y="2645"/>
                    <a:pt x="29514" y="2493"/>
                    <a:pt x="35259" y="1490"/>
                  </a:cubicBezTo>
                  <a:cubicBezTo>
                    <a:pt x="38056" y="1004"/>
                    <a:pt x="42189" y="396"/>
                    <a:pt x="44986" y="1064"/>
                  </a:cubicBezTo>
                  <a:cubicBezTo>
                    <a:pt x="50183" y="2280"/>
                    <a:pt x="51065" y="4803"/>
                    <a:pt x="50487" y="9454"/>
                  </a:cubicBezTo>
                  <a:cubicBezTo>
                    <a:pt x="49728" y="14986"/>
                    <a:pt x="36627" y="36870"/>
                    <a:pt x="52068" y="31825"/>
                  </a:cubicBezTo>
                  <a:cubicBezTo>
                    <a:pt x="60944" y="28937"/>
                    <a:pt x="69910" y="25533"/>
                    <a:pt x="79029" y="23010"/>
                  </a:cubicBezTo>
                  <a:cubicBezTo>
                    <a:pt x="86111" y="21095"/>
                    <a:pt x="98969" y="21551"/>
                    <a:pt x="103893" y="25472"/>
                  </a:cubicBezTo>
                  <a:cubicBezTo>
                    <a:pt x="109212" y="29697"/>
                    <a:pt x="100093" y="47661"/>
                    <a:pt x="110823" y="48147"/>
                  </a:cubicBezTo>
                  <a:cubicBezTo>
                    <a:pt x="115595" y="48360"/>
                    <a:pt x="118422" y="49120"/>
                    <a:pt x="121431" y="52646"/>
                  </a:cubicBezTo>
                  <a:cubicBezTo>
                    <a:pt x="123923" y="55594"/>
                    <a:pt x="123103" y="58542"/>
                    <a:pt x="128300" y="58786"/>
                  </a:cubicBezTo>
                  <a:cubicBezTo>
                    <a:pt x="134288" y="59059"/>
                    <a:pt x="143042" y="57783"/>
                    <a:pt x="147480" y="63041"/>
                  </a:cubicBezTo>
                  <a:cubicBezTo>
                    <a:pt x="150003" y="65989"/>
                    <a:pt x="154076" y="7061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24"/>
            <p:cNvSpPr/>
            <p:nvPr/>
          </p:nvSpPr>
          <p:spPr>
            <a:xfrm>
              <a:off x="2975000" y="428125"/>
              <a:ext cx="3962850" cy="1777400"/>
            </a:xfrm>
            <a:custGeom>
              <a:rect b="b" l="l" r="r" t="t"/>
              <a:pathLst>
                <a:path extrusionOk="0" fill="none" h="71096" w="158514">
                  <a:moveTo>
                    <a:pt x="0" y="578"/>
                  </a:moveTo>
                  <a:cubicBezTo>
                    <a:pt x="5715" y="2705"/>
                    <a:pt x="12128" y="3769"/>
                    <a:pt x="18146" y="3313"/>
                  </a:cubicBezTo>
                  <a:cubicBezTo>
                    <a:pt x="23861" y="2888"/>
                    <a:pt x="29484" y="2219"/>
                    <a:pt x="35138" y="1246"/>
                  </a:cubicBezTo>
                  <a:cubicBezTo>
                    <a:pt x="42554" y="0"/>
                    <a:pt x="52281" y="1489"/>
                    <a:pt x="52585" y="7994"/>
                  </a:cubicBezTo>
                  <a:cubicBezTo>
                    <a:pt x="52767" y="12523"/>
                    <a:pt x="39211" y="35350"/>
                    <a:pt x="53436" y="30882"/>
                  </a:cubicBezTo>
                  <a:cubicBezTo>
                    <a:pt x="62372" y="28086"/>
                    <a:pt x="71673" y="25137"/>
                    <a:pt x="80914" y="22736"/>
                  </a:cubicBezTo>
                  <a:cubicBezTo>
                    <a:pt x="88604" y="20760"/>
                    <a:pt x="100032" y="21551"/>
                    <a:pt x="105443" y="24803"/>
                  </a:cubicBezTo>
                  <a:cubicBezTo>
                    <a:pt x="111674" y="28511"/>
                    <a:pt x="99941" y="47508"/>
                    <a:pt x="111431" y="48511"/>
                  </a:cubicBezTo>
                  <a:cubicBezTo>
                    <a:pt x="116081" y="48937"/>
                    <a:pt x="118847" y="49606"/>
                    <a:pt x="121887" y="52980"/>
                  </a:cubicBezTo>
                  <a:cubicBezTo>
                    <a:pt x="124440" y="55837"/>
                    <a:pt x="123741" y="58785"/>
                    <a:pt x="128787" y="58998"/>
                  </a:cubicBezTo>
                  <a:cubicBezTo>
                    <a:pt x="134836" y="59271"/>
                    <a:pt x="143316" y="58147"/>
                    <a:pt x="147723" y="63436"/>
                  </a:cubicBezTo>
                  <a:cubicBezTo>
                    <a:pt x="150125" y="66323"/>
                    <a:pt x="154106" y="71095"/>
                    <a:pt x="158514" y="6924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24"/>
            <p:cNvSpPr/>
            <p:nvPr/>
          </p:nvSpPr>
          <p:spPr>
            <a:xfrm>
              <a:off x="2975000" y="412925"/>
              <a:ext cx="3962850" cy="1789550"/>
            </a:xfrm>
            <a:custGeom>
              <a:rect b="b" l="l" r="r" t="t"/>
              <a:pathLst>
                <a:path extrusionOk="0" fill="none" h="71582" w="158514">
                  <a:moveTo>
                    <a:pt x="0" y="1186"/>
                  </a:moveTo>
                  <a:cubicBezTo>
                    <a:pt x="5745" y="3283"/>
                    <a:pt x="12219" y="4286"/>
                    <a:pt x="18238" y="3678"/>
                  </a:cubicBezTo>
                  <a:cubicBezTo>
                    <a:pt x="23891" y="3131"/>
                    <a:pt x="29454" y="1976"/>
                    <a:pt x="35046" y="1034"/>
                  </a:cubicBezTo>
                  <a:cubicBezTo>
                    <a:pt x="41308" y="0"/>
                    <a:pt x="52980" y="638"/>
                    <a:pt x="54317" y="7082"/>
                  </a:cubicBezTo>
                  <a:cubicBezTo>
                    <a:pt x="55260" y="11672"/>
                    <a:pt x="42159" y="33557"/>
                    <a:pt x="54895" y="29879"/>
                  </a:cubicBezTo>
                  <a:cubicBezTo>
                    <a:pt x="64044" y="27204"/>
                    <a:pt x="73588" y="24864"/>
                    <a:pt x="82950" y="22523"/>
                  </a:cubicBezTo>
                  <a:cubicBezTo>
                    <a:pt x="90488" y="20608"/>
                    <a:pt x="101248" y="21186"/>
                    <a:pt x="106932" y="24256"/>
                  </a:cubicBezTo>
                  <a:cubicBezTo>
                    <a:pt x="113862" y="27964"/>
                    <a:pt x="100762" y="47478"/>
                    <a:pt x="112069" y="48876"/>
                  </a:cubicBezTo>
                  <a:cubicBezTo>
                    <a:pt x="116264" y="49363"/>
                    <a:pt x="119729" y="49879"/>
                    <a:pt x="122343" y="53344"/>
                  </a:cubicBezTo>
                  <a:cubicBezTo>
                    <a:pt x="124562" y="56354"/>
                    <a:pt x="124653" y="59089"/>
                    <a:pt x="129273" y="59272"/>
                  </a:cubicBezTo>
                  <a:cubicBezTo>
                    <a:pt x="135352" y="59545"/>
                    <a:pt x="143620" y="58603"/>
                    <a:pt x="147936" y="63861"/>
                  </a:cubicBezTo>
                  <a:cubicBezTo>
                    <a:pt x="150277" y="66688"/>
                    <a:pt x="154137" y="71582"/>
                    <a:pt x="158514" y="6984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24"/>
            <p:cNvSpPr/>
            <p:nvPr/>
          </p:nvSpPr>
          <p:spPr>
            <a:xfrm>
              <a:off x="2975000" y="386325"/>
              <a:ext cx="3962850" cy="1813875"/>
            </a:xfrm>
            <a:custGeom>
              <a:rect b="b" l="l" r="r" t="t"/>
              <a:pathLst>
                <a:path extrusionOk="0" fill="none" h="72555" w="158514">
                  <a:moveTo>
                    <a:pt x="0" y="2250"/>
                  </a:moveTo>
                  <a:cubicBezTo>
                    <a:pt x="5806" y="4286"/>
                    <a:pt x="12371" y="5259"/>
                    <a:pt x="18390" y="4529"/>
                  </a:cubicBezTo>
                  <a:cubicBezTo>
                    <a:pt x="23982" y="3830"/>
                    <a:pt x="29423" y="2250"/>
                    <a:pt x="35046" y="1307"/>
                  </a:cubicBezTo>
                  <a:cubicBezTo>
                    <a:pt x="42767" y="0"/>
                    <a:pt x="52402" y="2067"/>
                    <a:pt x="55685" y="7174"/>
                  </a:cubicBezTo>
                  <a:cubicBezTo>
                    <a:pt x="57570" y="10183"/>
                    <a:pt x="46658" y="32159"/>
                    <a:pt x="56719" y="29271"/>
                  </a:cubicBezTo>
                  <a:cubicBezTo>
                    <a:pt x="65442" y="26748"/>
                    <a:pt x="75746" y="25077"/>
                    <a:pt x="85139" y="22736"/>
                  </a:cubicBezTo>
                  <a:cubicBezTo>
                    <a:pt x="92494" y="20882"/>
                    <a:pt x="102099" y="21338"/>
                    <a:pt x="108300" y="24317"/>
                  </a:cubicBezTo>
                  <a:cubicBezTo>
                    <a:pt x="116477" y="28207"/>
                    <a:pt x="101765" y="47873"/>
                    <a:pt x="112799" y="49636"/>
                  </a:cubicBezTo>
                  <a:cubicBezTo>
                    <a:pt x="116780" y="50275"/>
                    <a:pt x="120215" y="50852"/>
                    <a:pt x="122768" y="54165"/>
                  </a:cubicBezTo>
                  <a:cubicBezTo>
                    <a:pt x="125048" y="57083"/>
                    <a:pt x="125200" y="59849"/>
                    <a:pt x="129729" y="60032"/>
                  </a:cubicBezTo>
                  <a:cubicBezTo>
                    <a:pt x="135839" y="60336"/>
                    <a:pt x="143893" y="59545"/>
                    <a:pt x="148179" y="64773"/>
                  </a:cubicBezTo>
                  <a:cubicBezTo>
                    <a:pt x="150459" y="67539"/>
                    <a:pt x="154167" y="72555"/>
                    <a:pt x="158514" y="7091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24"/>
            <p:cNvSpPr/>
            <p:nvPr/>
          </p:nvSpPr>
          <p:spPr>
            <a:xfrm>
              <a:off x="2975000" y="367325"/>
              <a:ext cx="3962850" cy="1829825"/>
            </a:xfrm>
            <a:custGeom>
              <a:rect b="b" l="l" r="r" t="t"/>
              <a:pathLst>
                <a:path extrusionOk="0" fill="none" h="73193" w="158514">
                  <a:moveTo>
                    <a:pt x="0" y="3010"/>
                  </a:moveTo>
                  <a:cubicBezTo>
                    <a:pt x="5836" y="5016"/>
                    <a:pt x="12432" y="5897"/>
                    <a:pt x="18481" y="5046"/>
                  </a:cubicBezTo>
                  <a:cubicBezTo>
                    <a:pt x="24104" y="4286"/>
                    <a:pt x="29514" y="2067"/>
                    <a:pt x="35077" y="1216"/>
                  </a:cubicBezTo>
                  <a:cubicBezTo>
                    <a:pt x="43010" y="0"/>
                    <a:pt x="51703" y="2584"/>
                    <a:pt x="56719" y="7447"/>
                  </a:cubicBezTo>
                  <a:cubicBezTo>
                    <a:pt x="60123" y="10791"/>
                    <a:pt x="50335" y="30396"/>
                    <a:pt x="58998" y="28360"/>
                  </a:cubicBezTo>
                  <a:cubicBezTo>
                    <a:pt x="67722" y="26293"/>
                    <a:pt x="78056" y="25016"/>
                    <a:pt x="87357" y="22615"/>
                  </a:cubicBezTo>
                  <a:cubicBezTo>
                    <a:pt x="94531" y="20761"/>
                    <a:pt x="103224" y="21065"/>
                    <a:pt x="109546" y="24104"/>
                  </a:cubicBezTo>
                  <a:cubicBezTo>
                    <a:pt x="118209" y="28268"/>
                    <a:pt x="103376" y="47965"/>
                    <a:pt x="113559" y="50062"/>
                  </a:cubicBezTo>
                  <a:cubicBezTo>
                    <a:pt x="117328" y="50822"/>
                    <a:pt x="120671" y="51551"/>
                    <a:pt x="123194" y="54682"/>
                  </a:cubicBezTo>
                  <a:cubicBezTo>
                    <a:pt x="125474" y="57539"/>
                    <a:pt x="125717" y="60305"/>
                    <a:pt x="130155" y="60518"/>
                  </a:cubicBezTo>
                  <a:cubicBezTo>
                    <a:pt x="136295" y="60852"/>
                    <a:pt x="144137" y="60214"/>
                    <a:pt x="148392" y="65381"/>
                  </a:cubicBezTo>
                  <a:cubicBezTo>
                    <a:pt x="150611" y="68056"/>
                    <a:pt x="154228" y="73193"/>
                    <a:pt x="158514" y="7167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24"/>
            <p:cNvSpPr/>
            <p:nvPr/>
          </p:nvSpPr>
          <p:spPr>
            <a:xfrm>
              <a:off x="2975000" y="347575"/>
              <a:ext cx="3962850" cy="1845775"/>
            </a:xfrm>
            <a:custGeom>
              <a:rect b="b" l="l" r="r" t="t"/>
              <a:pathLst>
                <a:path extrusionOk="0" fill="none" h="73831" w="158514">
                  <a:moveTo>
                    <a:pt x="0" y="3800"/>
                  </a:moveTo>
                  <a:cubicBezTo>
                    <a:pt x="5867" y="5775"/>
                    <a:pt x="12554" y="6566"/>
                    <a:pt x="18602" y="5623"/>
                  </a:cubicBezTo>
                  <a:cubicBezTo>
                    <a:pt x="24256" y="4711"/>
                    <a:pt x="29575" y="1915"/>
                    <a:pt x="35229" y="1125"/>
                  </a:cubicBezTo>
                  <a:cubicBezTo>
                    <a:pt x="43284" y="0"/>
                    <a:pt x="51217" y="3404"/>
                    <a:pt x="57448" y="7903"/>
                  </a:cubicBezTo>
                  <a:cubicBezTo>
                    <a:pt x="62129" y="11247"/>
                    <a:pt x="59454" y="16353"/>
                    <a:pt x="58421" y="20852"/>
                  </a:cubicBezTo>
                  <a:cubicBezTo>
                    <a:pt x="57782" y="23587"/>
                    <a:pt x="56506" y="28420"/>
                    <a:pt x="61582" y="27599"/>
                  </a:cubicBezTo>
                  <a:cubicBezTo>
                    <a:pt x="70305" y="26171"/>
                    <a:pt x="80366" y="24925"/>
                    <a:pt x="89516" y="22493"/>
                  </a:cubicBezTo>
                  <a:cubicBezTo>
                    <a:pt x="96628" y="20639"/>
                    <a:pt x="104501" y="20700"/>
                    <a:pt x="110732" y="23952"/>
                  </a:cubicBezTo>
                  <a:cubicBezTo>
                    <a:pt x="119698" y="28663"/>
                    <a:pt x="104501" y="47600"/>
                    <a:pt x="114379" y="50487"/>
                  </a:cubicBezTo>
                  <a:cubicBezTo>
                    <a:pt x="117996" y="51551"/>
                    <a:pt x="121157" y="52250"/>
                    <a:pt x="123619" y="55229"/>
                  </a:cubicBezTo>
                  <a:cubicBezTo>
                    <a:pt x="125899" y="57995"/>
                    <a:pt x="126203" y="60791"/>
                    <a:pt x="130550" y="61065"/>
                  </a:cubicBezTo>
                  <a:cubicBezTo>
                    <a:pt x="136659" y="61399"/>
                    <a:pt x="144380" y="60913"/>
                    <a:pt x="148605" y="65989"/>
                  </a:cubicBezTo>
                  <a:cubicBezTo>
                    <a:pt x="150793" y="68603"/>
                    <a:pt x="154258" y="73831"/>
                    <a:pt x="158514" y="7246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24"/>
            <p:cNvSpPr/>
            <p:nvPr/>
          </p:nvSpPr>
          <p:spPr>
            <a:xfrm>
              <a:off x="2975000" y="324000"/>
              <a:ext cx="3962850" cy="1867075"/>
            </a:xfrm>
            <a:custGeom>
              <a:rect b="b" l="l" r="r" t="t"/>
              <a:pathLst>
                <a:path extrusionOk="0" fill="none" h="74683" w="158514">
                  <a:moveTo>
                    <a:pt x="0" y="4743"/>
                  </a:moveTo>
                  <a:cubicBezTo>
                    <a:pt x="5897" y="6688"/>
                    <a:pt x="12645" y="7387"/>
                    <a:pt x="18724" y="6323"/>
                  </a:cubicBezTo>
                  <a:cubicBezTo>
                    <a:pt x="24469" y="5290"/>
                    <a:pt x="29758" y="1977"/>
                    <a:pt x="35502" y="1156"/>
                  </a:cubicBezTo>
                  <a:cubicBezTo>
                    <a:pt x="43466" y="1"/>
                    <a:pt x="51460" y="4682"/>
                    <a:pt x="57934" y="8572"/>
                  </a:cubicBezTo>
                  <a:cubicBezTo>
                    <a:pt x="62858" y="11521"/>
                    <a:pt x="62099" y="15411"/>
                    <a:pt x="61339" y="20153"/>
                  </a:cubicBezTo>
                  <a:cubicBezTo>
                    <a:pt x="60883" y="22919"/>
                    <a:pt x="59576" y="27448"/>
                    <a:pt x="64378" y="27144"/>
                  </a:cubicBezTo>
                  <a:cubicBezTo>
                    <a:pt x="73223" y="26597"/>
                    <a:pt x="82737" y="24834"/>
                    <a:pt x="91643" y="22494"/>
                  </a:cubicBezTo>
                  <a:cubicBezTo>
                    <a:pt x="98817" y="20609"/>
                    <a:pt x="105747" y="20366"/>
                    <a:pt x="111856" y="23983"/>
                  </a:cubicBezTo>
                  <a:cubicBezTo>
                    <a:pt x="120519" y="29120"/>
                    <a:pt x="105990" y="47296"/>
                    <a:pt x="115230" y="51035"/>
                  </a:cubicBezTo>
                  <a:cubicBezTo>
                    <a:pt x="118543" y="52372"/>
                    <a:pt x="121705" y="53072"/>
                    <a:pt x="124045" y="55898"/>
                  </a:cubicBezTo>
                  <a:cubicBezTo>
                    <a:pt x="126325" y="58634"/>
                    <a:pt x="126659" y="61461"/>
                    <a:pt x="130914" y="61765"/>
                  </a:cubicBezTo>
                  <a:cubicBezTo>
                    <a:pt x="136994" y="62160"/>
                    <a:pt x="144593" y="61825"/>
                    <a:pt x="148818" y="66810"/>
                  </a:cubicBezTo>
                  <a:cubicBezTo>
                    <a:pt x="150945" y="69364"/>
                    <a:pt x="154289" y="74683"/>
                    <a:pt x="158514" y="73406"/>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24"/>
            <p:cNvSpPr/>
            <p:nvPr/>
          </p:nvSpPr>
          <p:spPr>
            <a:xfrm>
              <a:off x="2975000" y="297425"/>
              <a:ext cx="3962850" cy="1890625"/>
            </a:xfrm>
            <a:custGeom>
              <a:rect b="b" l="l" r="r" t="t"/>
              <a:pathLst>
                <a:path extrusionOk="0" fill="none" h="75625" w="158514">
                  <a:moveTo>
                    <a:pt x="0" y="5806"/>
                  </a:moveTo>
                  <a:cubicBezTo>
                    <a:pt x="5927" y="7690"/>
                    <a:pt x="12918" y="8450"/>
                    <a:pt x="18815" y="7173"/>
                  </a:cubicBezTo>
                  <a:cubicBezTo>
                    <a:pt x="24530" y="5927"/>
                    <a:pt x="30122" y="2128"/>
                    <a:pt x="35928" y="1216"/>
                  </a:cubicBezTo>
                  <a:cubicBezTo>
                    <a:pt x="43648" y="0"/>
                    <a:pt x="52494" y="5593"/>
                    <a:pt x="58178" y="9392"/>
                  </a:cubicBezTo>
                  <a:cubicBezTo>
                    <a:pt x="62585" y="12310"/>
                    <a:pt x="64226" y="14347"/>
                    <a:pt x="64074" y="19940"/>
                  </a:cubicBezTo>
                  <a:cubicBezTo>
                    <a:pt x="64014" y="22797"/>
                    <a:pt x="62828" y="26839"/>
                    <a:pt x="67296" y="27022"/>
                  </a:cubicBezTo>
                  <a:cubicBezTo>
                    <a:pt x="76081" y="27417"/>
                    <a:pt x="85199" y="24560"/>
                    <a:pt x="93589" y="22584"/>
                  </a:cubicBezTo>
                  <a:cubicBezTo>
                    <a:pt x="100975" y="20851"/>
                    <a:pt x="106598" y="19879"/>
                    <a:pt x="112920" y="24165"/>
                  </a:cubicBezTo>
                  <a:cubicBezTo>
                    <a:pt x="121188" y="29788"/>
                    <a:pt x="107753" y="47113"/>
                    <a:pt x="116142" y="51673"/>
                  </a:cubicBezTo>
                  <a:cubicBezTo>
                    <a:pt x="119030" y="53223"/>
                    <a:pt x="122221" y="54013"/>
                    <a:pt x="124501" y="56718"/>
                  </a:cubicBezTo>
                  <a:cubicBezTo>
                    <a:pt x="126781" y="59423"/>
                    <a:pt x="127115" y="62281"/>
                    <a:pt x="131279" y="62615"/>
                  </a:cubicBezTo>
                  <a:cubicBezTo>
                    <a:pt x="137358" y="63101"/>
                    <a:pt x="144836" y="62828"/>
                    <a:pt x="149030" y="67752"/>
                  </a:cubicBezTo>
                  <a:cubicBezTo>
                    <a:pt x="151158" y="70244"/>
                    <a:pt x="154350" y="75624"/>
                    <a:pt x="158514" y="7446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24"/>
            <p:cNvSpPr/>
            <p:nvPr/>
          </p:nvSpPr>
          <p:spPr>
            <a:xfrm>
              <a:off x="2975000" y="270050"/>
              <a:ext cx="3962100" cy="1914200"/>
            </a:xfrm>
            <a:custGeom>
              <a:rect b="b" l="l" r="r" t="t"/>
              <a:pathLst>
                <a:path extrusionOk="0" fill="none" h="76568" w="158484">
                  <a:moveTo>
                    <a:pt x="0" y="6901"/>
                  </a:moveTo>
                  <a:cubicBezTo>
                    <a:pt x="5988" y="8785"/>
                    <a:pt x="13040" y="9484"/>
                    <a:pt x="18937" y="8025"/>
                  </a:cubicBezTo>
                  <a:cubicBezTo>
                    <a:pt x="24803" y="6627"/>
                    <a:pt x="30396" y="2402"/>
                    <a:pt x="36414" y="1338"/>
                  </a:cubicBezTo>
                  <a:cubicBezTo>
                    <a:pt x="44013" y="1"/>
                    <a:pt x="52463" y="6688"/>
                    <a:pt x="58208" y="10244"/>
                  </a:cubicBezTo>
                  <a:cubicBezTo>
                    <a:pt x="62676" y="13010"/>
                    <a:pt x="65138" y="14925"/>
                    <a:pt x="66476" y="20092"/>
                  </a:cubicBezTo>
                  <a:cubicBezTo>
                    <a:pt x="67235" y="22980"/>
                    <a:pt x="65868" y="26536"/>
                    <a:pt x="70214" y="27144"/>
                  </a:cubicBezTo>
                  <a:cubicBezTo>
                    <a:pt x="78695" y="28329"/>
                    <a:pt x="87753" y="24104"/>
                    <a:pt x="95351" y="22646"/>
                  </a:cubicBezTo>
                  <a:cubicBezTo>
                    <a:pt x="102950" y="21187"/>
                    <a:pt x="107327" y="19150"/>
                    <a:pt x="113893" y="24408"/>
                  </a:cubicBezTo>
                  <a:cubicBezTo>
                    <a:pt x="121309" y="30366"/>
                    <a:pt x="109668" y="47023"/>
                    <a:pt x="117084" y="52251"/>
                  </a:cubicBezTo>
                  <a:cubicBezTo>
                    <a:pt x="119577" y="54014"/>
                    <a:pt x="122586" y="54956"/>
                    <a:pt x="125018" y="57418"/>
                  </a:cubicBezTo>
                  <a:cubicBezTo>
                    <a:pt x="127419" y="59880"/>
                    <a:pt x="127145" y="63011"/>
                    <a:pt x="131614" y="63436"/>
                  </a:cubicBezTo>
                  <a:cubicBezTo>
                    <a:pt x="137602" y="64014"/>
                    <a:pt x="144988" y="63832"/>
                    <a:pt x="149213" y="68695"/>
                  </a:cubicBezTo>
                  <a:cubicBezTo>
                    <a:pt x="151310" y="71126"/>
                    <a:pt x="154410" y="76567"/>
                    <a:pt x="158483" y="755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24"/>
            <p:cNvSpPr/>
            <p:nvPr/>
          </p:nvSpPr>
          <p:spPr>
            <a:xfrm>
              <a:off x="2975000" y="244975"/>
              <a:ext cx="3962100" cy="1937000"/>
            </a:xfrm>
            <a:custGeom>
              <a:rect b="b" l="l" r="r" t="t"/>
              <a:pathLst>
                <a:path extrusionOk="0" fill="none" h="77480" w="158484">
                  <a:moveTo>
                    <a:pt x="0" y="7904"/>
                  </a:moveTo>
                  <a:cubicBezTo>
                    <a:pt x="6019" y="9758"/>
                    <a:pt x="13162" y="10366"/>
                    <a:pt x="19058" y="8815"/>
                  </a:cubicBezTo>
                  <a:cubicBezTo>
                    <a:pt x="25077" y="7204"/>
                    <a:pt x="30730" y="2554"/>
                    <a:pt x="36992" y="1429"/>
                  </a:cubicBezTo>
                  <a:cubicBezTo>
                    <a:pt x="44773" y="1"/>
                    <a:pt x="52038" y="7296"/>
                    <a:pt x="58086" y="10974"/>
                  </a:cubicBezTo>
                  <a:cubicBezTo>
                    <a:pt x="62463" y="13618"/>
                    <a:pt x="66111" y="15806"/>
                    <a:pt x="68482" y="20457"/>
                  </a:cubicBezTo>
                  <a:cubicBezTo>
                    <a:pt x="69910" y="23253"/>
                    <a:pt x="69090" y="26475"/>
                    <a:pt x="73041" y="27387"/>
                  </a:cubicBezTo>
                  <a:cubicBezTo>
                    <a:pt x="81005" y="29180"/>
                    <a:pt x="90002" y="23679"/>
                    <a:pt x="96841" y="22615"/>
                  </a:cubicBezTo>
                  <a:cubicBezTo>
                    <a:pt x="104622" y="21399"/>
                    <a:pt x="107692" y="18360"/>
                    <a:pt x="114714" y="24621"/>
                  </a:cubicBezTo>
                  <a:cubicBezTo>
                    <a:pt x="121917" y="31065"/>
                    <a:pt x="111552" y="46780"/>
                    <a:pt x="118087" y="52767"/>
                  </a:cubicBezTo>
                  <a:cubicBezTo>
                    <a:pt x="120124" y="54682"/>
                    <a:pt x="123224" y="55807"/>
                    <a:pt x="125443" y="58178"/>
                  </a:cubicBezTo>
                  <a:cubicBezTo>
                    <a:pt x="127784" y="60640"/>
                    <a:pt x="127632" y="63771"/>
                    <a:pt x="131918" y="64257"/>
                  </a:cubicBezTo>
                  <a:cubicBezTo>
                    <a:pt x="137905" y="64956"/>
                    <a:pt x="145170" y="64804"/>
                    <a:pt x="149425" y="69576"/>
                  </a:cubicBezTo>
                  <a:cubicBezTo>
                    <a:pt x="151523" y="71947"/>
                    <a:pt x="154471" y="77479"/>
                    <a:pt x="158483" y="765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24"/>
            <p:cNvSpPr/>
            <p:nvPr/>
          </p:nvSpPr>
          <p:spPr>
            <a:xfrm>
              <a:off x="2975000" y="222950"/>
              <a:ext cx="3962100" cy="1955225"/>
            </a:xfrm>
            <a:custGeom>
              <a:rect b="b" l="l" r="r" t="t"/>
              <a:pathLst>
                <a:path extrusionOk="0" fill="none" h="78209" w="158484">
                  <a:moveTo>
                    <a:pt x="0" y="8785"/>
                  </a:moveTo>
                  <a:cubicBezTo>
                    <a:pt x="6079" y="10608"/>
                    <a:pt x="13313" y="11155"/>
                    <a:pt x="19180" y="9453"/>
                  </a:cubicBezTo>
                  <a:cubicBezTo>
                    <a:pt x="25289" y="7690"/>
                    <a:pt x="31125" y="2584"/>
                    <a:pt x="37569" y="1459"/>
                  </a:cubicBezTo>
                  <a:cubicBezTo>
                    <a:pt x="45776" y="0"/>
                    <a:pt x="51642" y="7630"/>
                    <a:pt x="57874" y="11520"/>
                  </a:cubicBezTo>
                  <a:cubicBezTo>
                    <a:pt x="62099" y="14134"/>
                    <a:pt x="67175" y="16596"/>
                    <a:pt x="70123" y="20882"/>
                  </a:cubicBezTo>
                  <a:cubicBezTo>
                    <a:pt x="71886" y="23466"/>
                    <a:pt x="72190" y="26688"/>
                    <a:pt x="75625" y="27569"/>
                  </a:cubicBezTo>
                  <a:cubicBezTo>
                    <a:pt x="83193" y="29484"/>
                    <a:pt x="91339" y="23374"/>
                    <a:pt x="97996" y="22371"/>
                  </a:cubicBezTo>
                  <a:cubicBezTo>
                    <a:pt x="106051" y="21186"/>
                    <a:pt x="108391" y="17630"/>
                    <a:pt x="115473" y="24773"/>
                  </a:cubicBezTo>
                  <a:cubicBezTo>
                    <a:pt x="122039" y="31369"/>
                    <a:pt x="113528" y="46475"/>
                    <a:pt x="119060" y="53101"/>
                  </a:cubicBezTo>
                  <a:cubicBezTo>
                    <a:pt x="120732" y="55107"/>
                    <a:pt x="123802" y="56475"/>
                    <a:pt x="125869" y="58785"/>
                  </a:cubicBezTo>
                  <a:cubicBezTo>
                    <a:pt x="128088" y="61247"/>
                    <a:pt x="128057" y="64348"/>
                    <a:pt x="132191" y="64925"/>
                  </a:cubicBezTo>
                  <a:cubicBezTo>
                    <a:pt x="138179" y="65746"/>
                    <a:pt x="145352" y="65594"/>
                    <a:pt x="149608" y="70305"/>
                  </a:cubicBezTo>
                  <a:cubicBezTo>
                    <a:pt x="151705" y="72615"/>
                    <a:pt x="154502" y="78208"/>
                    <a:pt x="158483" y="7744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24"/>
            <p:cNvSpPr/>
            <p:nvPr/>
          </p:nvSpPr>
          <p:spPr>
            <a:xfrm>
              <a:off x="2975000" y="197875"/>
              <a:ext cx="3962850" cy="1976500"/>
            </a:xfrm>
            <a:custGeom>
              <a:rect b="b" l="l" r="r" t="t"/>
              <a:pathLst>
                <a:path extrusionOk="0" fill="none" h="79060" w="158514">
                  <a:moveTo>
                    <a:pt x="0" y="9788"/>
                  </a:moveTo>
                  <a:cubicBezTo>
                    <a:pt x="6110" y="11551"/>
                    <a:pt x="13222" y="11824"/>
                    <a:pt x="19301" y="10244"/>
                  </a:cubicBezTo>
                  <a:cubicBezTo>
                    <a:pt x="26080" y="8450"/>
                    <a:pt x="31369" y="3040"/>
                    <a:pt x="38208" y="1642"/>
                  </a:cubicBezTo>
                  <a:cubicBezTo>
                    <a:pt x="46384" y="0"/>
                    <a:pt x="51855" y="8207"/>
                    <a:pt x="57600" y="12098"/>
                  </a:cubicBezTo>
                  <a:cubicBezTo>
                    <a:pt x="61886" y="14985"/>
                    <a:pt x="67296" y="17478"/>
                    <a:pt x="71065" y="21368"/>
                  </a:cubicBezTo>
                  <a:cubicBezTo>
                    <a:pt x="73315" y="23678"/>
                    <a:pt x="74743" y="27113"/>
                    <a:pt x="77904" y="27903"/>
                  </a:cubicBezTo>
                  <a:cubicBezTo>
                    <a:pt x="84865" y="29575"/>
                    <a:pt x="91978" y="23648"/>
                    <a:pt x="98847" y="22280"/>
                  </a:cubicBezTo>
                  <a:cubicBezTo>
                    <a:pt x="107419" y="20517"/>
                    <a:pt x="109850" y="17903"/>
                    <a:pt x="116233" y="25077"/>
                  </a:cubicBezTo>
                  <a:cubicBezTo>
                    <a:pt x="122069" y="31642"/>
                    <a:pt x="115656" y="46536"/>
                    <a:pt x="120154" y="53557"/>
                  </a:cubicBezTo>
                  <a:cubicBezTo>
                    <a:pt x="121492" y="55624"/>
                    <a:pt x="124471" y="57235"/>
                    <a:pt x="126325" y="59484"/>
                  </a:cubicBezTo>
                  <a:cubicBezTo>
                    <a:pt x="128422" y="61977"/>
                    <a:pt x="128544" y="65047"/>
                    <a:pt x="132495" y="65685"/>
                  </a:cubicBezTo>
                  <a:cubicBezTo>
                    <a:pt x="138392" y="66658"/>
                    <a:pt x="145565" y="66506"/>
                    <a:pt x="149851" y="71187"/>
                  </a:cubicBezTo>
                  <a:cubicBezTo>
                    <a:pt x="151918" y="73466"/>
                    <a:pt x="154593" y="79059"/>
                    <a:pt x="158514" y="7845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24"/>
            <p:cNvSpPr/>
            <p:nvPr/>
          </p:nvSpPr>
          <p:spPr>
            <a:xfrm>
              <a:off x="2975000" y="180400"/>
              <a:ext cx="3962850" cy="1990925"/>
            </a:xfrm>
            <a:custGeom>
              <a:rect b="b" l="l" r="r" t="t"/>
              <a:pathLst>
                <a:path extrusionOk="0" fill="none" h="79637" w="158514">
                  <a:moveTo>
                    <a:pt x="0" y="10487"/>
                  </a:moveTo>
                  <a:cubicBezTo>
                    <a:pt x="6171" y="12219"/>
                    <a:pt x="13374" y="12371"/>
                    <a:pt x="19453" y="10699"/>
                  </a:cubicBezTo>
                  <a:cubicBezTo>
                    <a:pt x="26384" y="8754"/>
                    <a:pt x="31764" y="2979"/>
                    <a:pt x="38876" y="1611"/>
                  </a:cubicBezTo>
                  <a:cubicBezTo>
                    <a:pt x="47265" y="0"/>
                    <a:pt x="51946" y="8025"/>
                    <a:pt x="57418" y="12280"/>
                  </a:cubicBezTo>
                  <a:cubicBezTo>
                    <a:pt x="61582" y="15532"/>
                    <a:pt x="67083" y="17994"/>
                    <a:pt x="71460" y="21490"/>
                  </a:cubicBezTo>
                  <a:cubicBezTo>
                    <a:pt x="74166" y="23678"/>
                    <a:pt x="76597" y="27143"/>
                    <a:pt x="79789" y="27812"/>
                  </a:cubicBezTo>
                  <a:cubicBezTo>
                    <a:pt x="86172" y="29149"/>
                    <a:pt x="92950" y="23374"/>
                    <a:pt x="99364" y="21733"/>
                  </a:cubicBezTo>
                  <a:cubicBezTo>
                    <a:pt x="107723" y="19605"/>
                    <a:pt x="111218" y="17934"/>
                    <a:pt x="117024" y="25137"/>
                  </a:cubicBezTo>
                  <a:cubicBezTo>
                    <a:pt x="122100" y="31460"/>
                    <a:pt x="117784" y="46475"/>
                    <a:pt x="121249" y="53679"/>
                  </a:cubicBezTo>
                  <a:cubicBezTo>
                    <a:pt x="122708" y="56718"/>
                    <a:pt x="129060" y="65472"/>
                    <a:pt x="132769" y="66171"/>
                  </a:cubicBezTo>
                  <a:cubicBezTo>
                    <a:pt x="138605" y="67296"/>
                    <a:pt x="145748" y="67114"/>
                    <a:pt x="150033" y="71764"/>
                  </a:cubicBezTo>
                  <a:cubicBezTo>
                    <a:pt x="152100" y="73983"/>
                    <a:pt x="154684" y="79637"/>
                    <a:pt x="158514" y="7915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24"/>
            <p:cNvSpPr/>
            <p:nvPr/>
          </p:nvSpPr>
          <p:spPr>
            <a:xfrm>
              <a:off x="2975000" y="165200"/>
              <a:ext cx="3962850" cy="2002325"/>
            </a:xfrm>
            <a:custGeom>
              <a:rect b="b" l="l" r="r" t="t"/>
              <a:pathLst>
                <a:path extrusionOk="0" fill="none" h="80093" w="158514">
                  <a:moveTo>
                    <a:pt x="0" y="11095"/>
                  </a:moveTo>
                  <a:cubicBezTo>
                    <a:pt x="6201" y="12797"/>
                    <a:pt x="13496" y="12858"/>
                    <a:pt x="19575" y="11064"/>
                  </a:cubicBezTo>
                  <a:cubicBezTo>
                    <a:pt x="26688" y="8967"/>
                    <a:pt x="32128" y="2857"/>
                    <a:pt x="39545" y="1520"/>
                  </a:cubicBezTo>
                  <a:cubicBezTo>
                    <a:pt x="47965" y="0"/>
                    <a:pt x="52402" y="7599"/>
                    <a:pt x="57326" y="12280"/>
                  </a:cubicBezTo>
                  <a:cubicBezTo>
                    <a:pt x="61096" y="15867"/>
                    <a:pt x="66840" y="18329"/>
                    <a:pt x="71491" y="21490"/>
                  </a:cubicBezTo>
                  <a:cubicBezTo>
                    <a:pt x="74470" y="23496"/>
                    <a:pt x="77600" y="26870"/>
                    <a:pt x="81157" y="27387"/>
                  </a:cubicBezTo>
                  <a:cubicBezTo>
                    <a:pt x="87449" y="28268"/>
                    <a:pt x="93832" y="22827"/>
                    <a:pt x="99607" y="21034"/>
                  </a:cubicBezTo>
                  <a:cubicBezTo>
                    <a:pt x="107814" y="18450"/>
                    <a:pt x="112677" y="17812"/>
                    <a:pt x="117875" y="25137"/>
                  </a:cubicBezTo>
                  <a:cubicBezTo>
                    <a:pt x="120306" y="28602"/>
                    <a:pt x="119364" y="34773"/>
                    <a:pt x="119759" y="39423"/>
                  </a:cubicBezTo>
                  <a:cubicBezTo>
                    <a:pt x="120185" y="44256"/>
                    <a:pt x="120914" y="49697"/>
                    <a:pt x="122343" y="53679"/>
                  </a:cubicBezTo>
                  <a:cubicBezTo>
                    <a:pt x="123498" y="56810"/>
                    <a:pt x="129425" y="65746"/>
                    <a:pt x="133042" y="66536"/>
                  </a:cubicBezTo>
                  <a:cubicBezTo>
                    <a:pt x="138817" y="67782"/>
                    <a:pt x="145930" y="67600"/>
                    <a:pt x="150246" y="72220"/>
                  </a:cubicBezTo>
                  <a:cubicBezTo>
                    <a:pt x="152313" y="74409"/>
                    <a:pt x="154745" y="80093"/>
                    <a:pt x="158514" y="7975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24"/>
            <p:cNvSpPr/>
            <p:nvPr/>
          </p:nvSpPr>
          <p:spPr>
            <a:xfrm>
              <a:off x="2975000" y="150750"/>
              <a:ext cx="3962850" cy="2014500"/>
            </a:xfrm>
            <a:custGeom>
              <a:rect b="b" l="l" r="r" t="t"/>
              <a:pathLst>
                <a:path extrusionOk="0" fill="none" h="80580" w="158514">
                  <a:moveTo>
                    <a:pt x="0" y="11673"/>
                  </a:moveTo>
                  <a:cubicBezTo>
                    <a:pt x="6262" y="13344"/>
                    <a:pt x="13830" y="13588"/>
                    <a:pt x="19727" y="11429"/>
                  </a:cubicBezTo>
                  <a:cubicBezTo>
                    <a:pt x="26566" y="8907"/>
                    <a:pt x="32767" y="2676"/>
                    <a:pt x="40244" y="1399"/>
                  </a:cubicBezTo>
                  <a:cubicBezTo>
                    <a:pt x="48573" y="1"/>
                    <a:pt x="53162" y="6900"/>
                    <a:pt x="57478" y="12159"/>
                  </a:cubicBezTo>
                  <a:cubicBezTo>
                    <a:pt x="61825" y="17417"/>
                    <a:pt x="74318" y="25807"/>
                    <a:pt x="81917" y="26749"/>
                  </a:cubicBezTo>
                  <a:cubicBezTo>
                    <a:pt x="87692" y="27448"/>
                    <a:pt x="94379" y="22159"/>
                    <a:pt x="99637" y="20244"/>
                  </a:cubicBezTo>
                  <a:cubicBezTo>
                    <a:pt x="108178" y="17144"/>
                    <a:pt x="114045" y="17873"/>
                    <a:pt x="118787" y="25199"/>
                  </a:cubicBezTo>
                  <a:cubicBezTo>
                    <a:pt x="121066" y="28694"/>
                    <a:pt x="119607" y="34895"/>
                    <a:pt x="120215" y="39515"/>
                  </a:cubicBezTo>
                  <a:cubicBezTo>
                    <a:pt x="120853" y="44348"/>
                    <a:pt x="122373" y="49394"/>
                    <a:pt x="123498" y="53649"/>
                  </a:cubicBezTo>
                  <a:cubicBezTo>
                    <a:pt x="124349" y="56962"/>
                    <a:pt x="129729" y="65989"/>
                    <a:pt x="133316" y="66871"/>
                  </a:cubicBezTo>
                  <a:cubicBezTo>
                    <a:pt x="139000" y="68300"/>
                    <a:pt x="146112" y="68087"/>
                    <a:pt x="150459" y="72677"/>
                  </a:cubicBezTo>
                  <a:cubicBezTo>
                    <a:pt x="152495" y="74835"/>
                    <a:pt x="154836" y="80579"/>
                    <a:pt x="158514" y="803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24"/>
            <p:cNvSpPr/>
            <p:nvPr/>
          </p:nvSpPr>
          <p:spPr>
            <a:xfrm>
              <a:off x="2975000" y="138600"/>
              <a:ext cx="3962100" cy="2022075"/>
            </a:xfrm>
            <a:custGeom>
              <a:rect b="b" l="l" r="r" t="t"/>
              <a:pathLst>
                <a:path extrusionOk="0" fill="none" h="80883" w="158484">
                  <a:moveTo>
                    <a:pt x="0" y="12159"/>
                  </a:moveTo>
                  <a:cubicBezTo>
                    <a:pt x="6322" y="13800"/>
                    <a:pt x="13952" y="13952"/>
                    <a:pt x="19849" y="11672"/>
                  </a:cubicBezTo>
                  <a:cubicBezTo>
                    <a:pt x="26900" y="8937"/>
                    <a:pt x="33162" y="2462"/>
                    <a:pt x="40974" y="1247"/>
                  </a:cubicBezTo>
                  <a:cubicBezTo>
                    <a:pt x="48876" y="0"/>
                    <a:pt x="54530" y="5806"/>
                    <a:pt x="58026" y="11855"/>
                  </a:cubicBezTo>
                  <a:cubicBezTo>
                    <a:pt x="61521" y="17873"/>
                    <a:pt x="74500" y="25138"/>
                    <a:pt x="82069" y="25928"/>
                  </a:cubicBezTo>
                  <a:cubicBezTo>
                    <a:pt x="87449" y="26505"/>
                    <a:pt x="94774" y="21186"/>
                    <a:pt x="99637" y="19362"/>
                  </a:cubicBezTo>
                  <a:cubicBezTo>
                    <a:pt x="108178" y="16080"/>
                    <a:pt x="115321" y="17782"/>
                    <a:pt x="119759" y="25107"/>
                  </a:cubicBezTo>
                  <a:cubicBezTo>
                    <a:pt x="121948" y="28724"/>
                    <a:pt x="119790" y="34803"/>
                    <a:pt x="120580" y="39545"/>
                  </a:cubicBezTo>
                  <a:cubicBezTo>
                    <a:pt x="121370" y="44348"/>
                    <a:pt x="123771" y="48937"/>
                    <a:pt x="124623" y="53497"/>
                  </a:cubicBezTo>
                  <a:cubicBezTo>
                    <a:pt x="125291" y="56992"/>
                    <a:pt x="130003" y="66050"/>
                    <a:pt x="133559" y="67053"/>
                  </a:cubicBezTo>
                  <a:cubicBezTo>
                    <a:pt x="139152" y="68603"/>
                    <a:pt x="146355" y="68451"/>
                    <a:pt x="150672" y="72980"/>
                  </a:cubicBezTo>
                  <a:cubicBezTo>
                    <a:pt x="152708" y="75108"/>
                    <a:pt x="154897" y="80883"/>
                    <a:pt x="158483" y="80822"/>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24"/>
            <p:cNvSpPr/>
            <p:nvPr/>
          </p:nvSpPr>
          <p:spPr>
            <a:xfrm>
              <a:off x="2975000" y="124150"/>
              <a:ext cx="3962100" cy="2034250"/>
            </a:xfrm>
            <a:custGeom>
              <a:rect b="b" l="l" r="r" t="t"/>
              <a:pathLst>
                <a:path extrusionOk="0" fill="none" h="81370" w="158484">
                  <a:moveTo>
                    <a:pt x="0" y="12737"/>
                  </a:moveTo>
                  <a:cubicBezTo>
                    <a:pt x="6383" y="14348"/>
                    <a:pt x="13861" y="14226"/>
                    <a:pt x="20001" y="12007"/>
                  </a:cubicBezTo>
                  <a:cubicBezTo>
                    <a:pt x="27721" y="9241"/>
                    <a:pt x="33283" y="2432"/>
                    <a:pt x="41673" y="1186"/>
                  </a:cubicBezTo>
                  <a:cubicBezTo>
                    <a:pt x="49515" y="1"/>
                    <a:pt x="55807" y="4530"/>
                    <a:pt x="58877" y="11551"/>
                  </a:cubicBezTo>
                  <a:cubicBezTo>
                    <a:pt x="61886" y="18481"/>
                    <a:pt x="74378" y="24560"/>
                    <a:pt x="81704" y="25199"/>
                  </a:cubicBezTo>
                  <a:cubicBezTo>
                    <a:pt x="87114" y="25624"/>
                    <a:pt x="94774" y="20244"/>
                    <a:pt x="99607" y="18573"/>
                  </a:cubicBezTo>
                  <a:cubicBezTo>
                    <a:pt x="108118" y="15655"/>
                    <a:pt x="116628" y="17721"/>
                    <a:pt x="120853" y="25199"/>
                  </a:cubicBezTo>
                  <a:cubicBezTo>
                    <a:pt x="123012" y="29029"/>
                    <a:pt x="119972" y="34895"/>
                    <a:pt x="120853" y="39758"/>
                  </a:cubicBezTo>
                  <a:cubicBezTo>
                    <a:pt x="121735" y="44561"/>
                    <a:pt x="125139" y="48512"/>
                    <a:pt x="125778" y="53406"/>
                  </a:cubicBezTo>
                  <a:cubicBezTo>
                    <a:pt x="126294" y="57205"/>
                    <a:pt x="130276" y="66172"/>
                    <a:pt x="133863" y="67297"/>
                  </a:cubicBezTo>
                  <a:cubicBezTo>
                    <a:pt x="139334" y="68999"/>
                    <a:pt x="146568" y="68908"/>
                    <a:pt x="150884" y="73406"/>
                  </a:cubicBezTo>
                  <a:cubicBezTo>
                    <a:pt x="153438" y="76051"/>
                    <a:pt x="154684" y="80428"/>
                    <a:pt x="158483" y="8137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24"/>
            <p:cNvSpPr/>
            <p:nvPr/>
          </p:nvSpPr>
          <p:spPr>
            <a:xfrm>
              <a:off x="2975000" y="108200"/>
              <a:ext cx="3962850" cy="2050975"/>
            </a:xfrm>
            <a:custGeom>
              <a:rect b="b" l="l" r="r" t="t"/>
              <a:pathLst>
                <a:path extrusionOk="0" fill="none" h="82039" w="158514">
                  <a:moveTo>
                    <a:pt x="0" y="13375"/>
                  </a:moveTo>
                  <a:cubicBezTo>
                    <a:pt x="6474" y="14986"/>
                    <a:pt x="14013" y="14712"/>
                    <a:pt x="20183" y="12432"/>
                  </a:cubicBezTo>
                  <a:cubicBezTo>
                    <a:pt x="28116" y="9454"/>
                    <a:pt x="33709" y="2493"/>
                    <a:pt x="42402" y="1156"/>
                  </a:cubicBezTo>
                  <a:cubicBezTo>
                    <a:pt x="50092" y="1"/>
                    <a:pt x="57418" y="4043"/>
                    <a:pt x="59819" y="11217"/>
                  </a:cubicBezTo>
                  <a:cubicBezTo>
                    <a:pt x="62190" y="18390"/>
                    <a:pt x="73862" y="24104"/>
                    <a:pt x="81035" y="24439"/>
                  </a:cubicBezTo>
                  <a:cubicBezTo>
                    <a:pt x="86780" y="24743"/>
                    <a:pt x="94318" y="19454"/>
                    <a:pt x="99607" y="17934"/>
                  </a:cubicBezTo>
                  <a:cubicBezTo>
                    <a:pt x="108452" y="15381"/>
                    <a:pt x="117844" y="17873"/>
                    <a:pt x="122009" y="25350"/>
                  </a:cubicBezTo>
                  <a:cubicBezTo>
                    <a:pt x="124227" y="29332"/>
                    <a:pt x="120154" y="35047"/>
                    <a:pt x="121066" y="40092"/>
                  </a:cubicBezTo>
                  <a:cubicBezTo>
                    <a:pt x="121978" y="44925"/>
                    <a:pt x="126507" y="48512"/>
                    <a:pt x="126963" y="53406"/>
                  </a:cubicBezTo>
                  <a:cubicBezTo>
                    <a:pt x="127297" y="57205"/>
                    <a:pt x="130459" y="66172"/>
                    <a:pt x="134167" y="67570"/>
                  </a:cubicBezTo>
                  <a:cubicBezTo>
                    <a:pt x="139304" y="69485"/>
                    <a:pt x="146842" y="69424"/>
                    <a:pt x="151128" y="73862"/>
                  </a:cubicBezTo>
                  <a:cubicBezTo>
                    <a:pt x="153650" y="76537"/>
                    <a:pt x="154805" y="80883"/>
                    <a:pt x="158514" y="8203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24"/>
            <p:cNvSpPr/>
            <p:nvPr/>
          </p:nvSpPr>
          <p:spPr>
            <a:xfrm>
              <a:off x="2975000" y="89975"/>
              <a:ext cx="3962850" cy="2068425"/>
            </a:xfrm>
            <a:custGeom>
              <a:rect b="b" l="l" r="r" t="t"/>
              <a:pathLst>
                <a:path extrusionOk="0" fill="none" h="82737" w="158514">
                  <a:moveTo>
                    <a:pt x="0" y="14104"/>
                  </a:moveTo>
                  <a:cubicBezTo>
                    <a:pt x="6535" y="15684"/>
                    <a:pt x="14347" y="15502"/>
                    <a:pt x="20335" y="12918"/>
                  </a:cubicBezTo>
                  <a:cubicBezTo>
                    <a:pt x="27995" y="9575"/>
                    <a:pt x="34439" y="2644"/>
                    <a:pt x="43101" y="1216"/>
                  </a:cubicBezTo>
                  <a:cubicBezTo>
                    <a:pt x="50639" y="0"/>
                    <a:pt x="58299" y="3435"/>
                    <a:pt x="60822" y="10882"/>
                  </a:cubicBezTo>
                  <a:cubicBezTo>
                    <a:pt x="63436" y="18572"/>
                    <a:pt x="72190" y="23587"/>
                    <a:pt x="80184" y="23769"/>
                  </a:cubicBezTo>
                  <a:cubicBezTo>
                    <a:pt x="86415" y="23921"/>
                    <a:pt x="93862" y="18663"/>
                    <a:pt x="99759" y="17417"/>
                  </a:cubicBezTo>
                  <a:cubicBezTo>
                    <a:pt x="107875" y="15715"/>
                    <a:pt x="119394" y="17234"/>
                    <a:pt x="123224" y="25593"/>
                  </a:cubicBezTo>
                  <a:cubicBezTo>
                    <a:pt x="125413" y="30396"/>
                    <a:pt x="120367" y="35350"/>
                    <a:pt x="121279" y="40578"/>
                  </a:cubicBezTo>
                  <a:cubicBezTo>
                    <a:pt x="122100" y="45381"/>
                    <a:pt x="127723" y="48937"/>
                    <a:pt x="128118" y="53496"/>
                  </a:cubicBezTo>
                  <a:cubicBezTo>
                    <a:pt x="128422" y="57174"/>
                    <a:pt x="130762" y="66262"/>
                    <a:pt x="134501" y="67873"/>
                  </a:cubicBezTo>
                  <a:cubicBezTo>
                    <a:pt x="139456" y="70001"/>
                    <a:pt x="147085" y="69971"/>
                    <a:pt x="151340" y="74408"/>
                  </a:cubicBezTo>
                  <a:cubicBezTo>
                    <a:pt x="153894" y="77083"/>
                    <a:pt x="154897" y="81430"/>
                    <a:pt x="158514" y="8273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24"/>
            <p:cNvSpPr/>
            <p:nvPr/>
          </p:nvSpPr>
          <p:spPr>
            <a:xfrm>
              <a:off x="2975000" y="69450"/>
              <a:ext cx="3962850" cy="2089725"/>
            </a:xfrm>
            <a:custGeom>
              <a:rect b="b" l="l" r="r" t="t"/>
              <a:pathLst>
                <a:path extrusionOk="0" fill="none" h="83589" w="158514">
                  <a:moveTo>
                    <a:pt x="0" y="14925"/>
                  </a:moveTo>
                  <a:cubicBezTo>
                    <a:pt x="6626" y="16475"/>
                    <a:pt x="14529" y="16201"/>
                    <a:pt x="20517" y="13496"/>
                  </a:cubicBezTo>
                  <a:cubicBezTo>
                    <a:pt x="28359" y="9940"/>
                    <a:pt x="34925" y="3010"/>
                    <a:pt x="43800" y="1338"/>
                  </a:cubicBezTo>
                  <a:cubicBezTo>
                    <a:pt x="51126" y="0"/>
                    <a:pt x="59454" y="3010"/>
                    <a:pt x="61916" y="10517"/>
                  </a:cubicBezTo>
                  <a:cubicBezTo>
                    <a:pt x="64500" y="18359"/>
                    <a:pt x="70853" y="23223"/>
                    <a:pt x="79272" y="23131"/>
                  </a:cubicBezTo>
                  <a:cubicBezTo>
                    <a:pt x="86020" y="23071"/>
                    <a:pt x="93254" y="17934"/>
                    <a:pt x="100032" y="17052"/>
                  </a:cubicBezTo>
                  <a:cubicBezTo>
                    <a:pt x="108574" y="15958"/>
                    <a:pt x="120489" y="17630"/>
                    <a:pt x="124471" y="25989"/>
                  </a:cubicBezTo>
                  <a:cubicBezTo>
                    <a:pt x="126902" y="31065"/>
                    <a:pt x="120671" y="35776"/>
                    <a:pt x="121492" y="41186"/>
                  </a:cubicBezTo>
                  <a:cubicBezTo>
                    <a:pt x="122221" y="46050"/>
                    <a:pt x="128878" y="49393"/>
                    <a:pt x="129243" y="53740"/>
                  </a:cubicBezTo>
                  <a:cubicBezTo>
                    <a:pt x="129516" y="57357"/>
                    <a:pt x="131127" y="66445"/>
                    <a:pt x="134896" y="68238"/>
                  </a:cubicBezTo>
                  <a:cubicBezTo>
                    <a:pt x="139699" y="70549"/>
                    <a:pt x="147359" y="70670"/>
                    <a:pt x="151584" y="75077"/>
                  </a:cubicBezTo>
                  <a:cubicBezTo>
                    <a:pt x="154137" y="77752"/>
                    <a:pt x="154988" y="82068"/>
                    <a:pt x="158514" y="8358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24"/>
            <p:cNvSpPr/>
            <p:nvPr/>
          </p:nvSpPr>
          <p:spPr>
            <a:xfrm>
              <a:off x="2975000" y="45125"/>
              <a:ext cx="3962850" cy="2114050"/>
            </a:xfrm>
            <a:custGeom>
              <a:rect b="b" l="l" r="r" t="t"/>
              <a:pathLst>
                <a:path extrusionOk="0" fill="none" h="84562" w="158514">
                  <a:moveTo>
                    <a:pt x="0" y="15898"/>
                  </a:moveTo>
                  <a:cubicBezTo>
                    <a:pt x="6991" y="17478"/>
                    <a:pt x="14651" y="16809"/>
                    <a:pt x="20700" y="14226"/>
                  </a:cubicBezTo>
                  <a:cubicBezTo>
                    <a:pt x="28511" y="10913"/>
                    <a:pt x="35350" y="3527"/>
                    <a:pt x="44439" y="1551"/>
                  </a:cubicBezTo>
                  <a:cubicBezTo>
                    <a:pt x="51612" y="1"/>
                    <a:pt x="60579" y="2736"/>
                    <a:pt x="63041" y="10214"/>
                  </a:cubicBezTo>
                  <a:cubicBezTo>
                    <a:pt x="65564" y="17934"/>
                    <a:pt x="69515" y="22949"/>
                    <a:pt x="78391" y="22645"/>
                  </a:cubicBezTo>
                  <a:cubicBezTo>
                    <a:pt x="85716" y="22372"/>
                    <a:pt x="93072" y="17417"/>
                    <a:pt x="100488" y="16931"/>
                  </a:cubicBezTo>
                  <a:cubicBezTo>
                    <a:pt x="109273" y="16323"/>
                    <a:pt x="121431" y="18208"/>
                    <a:pt x="125717" y="26536"/>
                  </a:cubicBezTo>
                  <a:cubicBezTo>
                    <a:pt x="128544" y="31946"/>
                    <a:pt x="121036" y="36415"/>
                    <a:pt x="121735" y="41916"/>
                  </a:cubicBezTo>
                  <a:cubicBezTo>
                    <a:pt x="122343" y="46871"/>
                    <a:pt x="129881" y="49971"/>
                    <a:pt x="130276" y="54105"/>
                  </a:cubicBezTo>
                  <a:cubicBezTo>
                    <a:pt x="130641" y="57631"/>
                    <a:pt x="131431" y="66628"/>
                    <a:pt x="135322" y="68664"/>
                  </a:cubicBezTo>
                  <a:cubicBezTo>
                    <a:pt x="140124" y="71157"/>
                    <a:pt x="147632" y="71461"/>
                    <a:pt x="151796" y="75868"/>
                  </a:cubicBezTo>
                  <a:cubicBezTo>
                    <a:pt x="154350" y="78573"/>
                    <a:pt x="155109" y="82859"/>
                    <a:pt x="158514" y="8456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24"/>
            <p:cNvSpPr/>
            <p:nvPr/>
          </p:nvSpPr>
          <p:spPr>
            <a:xfrm>
              <a:off x="2975000" y="20825"/>
              <a:ext cx="3962850" cy="2138350"/>
            </a:xfrm>
            <a:custGeom>
              <a:rect b="b" l="l" r="r" t="t"/>
              <a:pathLst>
                <a:path extrusionOk="0" fill="none" h="85534" w="158514">
                  <a:moveTo>
                    <a:pt x="0" y="16870"/>
                  </a:moveTo>
                  <a:cubicBezTo>
                    <a:pt x="7082" y="18420"/>
                    <a:pt x="14833" y="17629"/>
                    <a:pt x="20912" y="14955"/>
                  </a:cubicBezTo>
                  <a:cubicBezTo>
                    <a:pt x="28876" y="11459"/>
                    <a:pt x="35776" y="3951"/>
                    <a:pt x="45047" y="1702"/>
                  </a:cubicBezTo>
                  <a:cubicBezTo>
                    <a:pt x="52068" y="0"/>
                    <a:pt x="61703" y="2371"/>
                    <a:pt x="64166" y="9818"/>
                  </a:cubicBezTo>
                  <a:cubicBezTo>
                    <a:pt x="66567" y="16991"/>
                    <a:pt x="68877" y="22645"/>
                    <a:pt x="77722" y="22128"/>
                  </a:cubicBezTo>
                  <a:cubicBezTo>
                    <a:pt x="85503" y="21672"/>
                    <a:pt x="93133" y="16961"/>
                    <a:pt x="101127" y="16809"/>
                  </a:cubicBezTo>
                  <a:cubicBezTo>
                    <a:pt x="110063" y="16657"/>
                    <a:pt x="122161" y="18693"/>
                    <a:pt x="126963" y="27083"/>
                  </a:cubicBezTo>
                  <a:cubicBezTo>
                    <a:pt x="130276" y="32858"/>
                    <a:pt x="121705" y="37052"/>
                    <a:pt x="122161" y="42615"/>
                  </a:cubicBezTo>
                  <a:cubicBezTo>
                    <a:pt x="122616" y="47782"/>
                    <a:pt x="130762" y="50518"/>
                    <a:pt x="131279" y="54530"/>
                  </a:cubicBezTo>
                  <a:cubicBezTo>
                    <a:pt x="131735" y="57934"/>
                    <a:pt x="131796" y="66931"/>
                    <a:pt x="135778" y="69089"/>
                  </a:cubicBezTo>
                  <a:cubicBezTo>
                    <a:pt x="140550" y="71703"/>
                    <a:pt x="147936" y="72250"/>
                    <a:pt x="152039" y="76658"/>
                  </a:cubicBezTo>
                  <a:cubicBezTo>
                    <a:pt x="154593" y="79393"/>
                    <a:pt x="155231" y="83649"/>
                    <a:pt x="158514" y="8553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4" name="Google Shape;3694;p24"/>
          <p:cNvGrpSpPr/>
          <p:nvPr/>
        </p:nvGrpSpPr>
        <p:grpSpPr>
          <a:xfrm rot="-3053157">
            <a:off x="-1841168" y="-934702"/>
            <a:ext cx="4583325" cy="2500120"/>
            <a:chOff x="2975000" y="20825"/>
            <a:chExt cx="3963625" cy="2500050"/>
          </a:xfrm>
        </p:grpSpPr>
        <p:sp>
          <p:nvSpPr>
            <p:cNvPr id="3695" name="Google Shape;3695;p24"/>
            <p:cNvSpPr/>
            <p:nvPr/>
          </p:nvSpPr>
          <p:spPr>
            <a:xfrm>
              <a:off x="2975000" y="442550"/>
              <a:ext cx="3962850" cy="2078325"/>
            </a:xfrm>
            <a:custGeom>
              <a:rect b="b" l="l" r="r" t="t"/>
              <a:pathLst>
                <a:path extrusionOk="0" fill="none" h="83133" w="158514">
                  <a:moveTo>
                    <a:pt x="0" y="1"/>
                  </a:moveTo>
                  <a:cubicBezTo>
                    <a:pt x="4347" y="3071"/>
                    <a:pt x="9423" y="6171"/>
                    <a:pt x="12797" y="10122"/>
                  </a:cubicBezTo>
                  <a:cubicBezTo>
                    <a:pt x="18025" y="16232"/>
                    <a:pt x="11095" y="25411"/>
                    <a:pt x="18298" y="31369"/>
                  </a:cubicBezTo>
                  <a:cubicBezTo>
                    <a:pt x="23952" y="36050"/>
                    <a:pt x="23982" y="41612"/>
                    <a:pt x="23283" y="48269"/>
                  </a:cubicBezTo>
                  <a:cubicBezTo>
                    <a:pt x="22706" y="53497"/>
                    <a:pt x="22463" y="62494"/>
                    <a:pt x="29028" y="64044"/>
                  </a:cubicBezTo>
                  <a:cubicBezTo>
                    <a:pt x="35776" y="65655"/>
                    <a:pt x="41186" y="60913"/>
                    <a:pt x="45624" y="56567"/>
                  </a:cubicBezTo>
                  <a:cubicBezTo>
                    <a:pt x="51855" y="50457"/>
                    <a:pt x="63466" y="46202"/>
                    <a:pt x="71825" y="49515"/>
                  </a:cubicBezTo>
                  <a:cubicBezTo>
                    <a:pt x="79211" y="52463"/>
                    <a:pt x="89728" y="48421"/>
                    <a:pt x="96598" y="51430"/>
                  </a:cubicBezTo>
                  <a:cubicBezTo>
                    <a:pt x="100762" y="53284"/>
                    <a:pt x="101035" y="58390"/>
                    <a:pt x="102343" y="62646"/>
                  </a:cubicBezTo>
                  <a:cubicBezTo>
                    <a:pt x="104197" y="68603"/>
                    <a:pt x="108938" y="75564"/>
                    <a:pt x="114106" y="78482"/>
                  </a:cubicBezTo>
                  <a:cubicBezTo>
                    <a:pt x="122343" y="83132"/>
                    <a:pt x="130914" y="70610"/>
                    <a:pt x="138909" y="69151"/>
                  </a:cubicBezTo>
                  <a:cubicBezTo>
                    <a:pt x="145474" y="67935"/>
                    <a:pt x="152435" y="73892"/>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24"/>
            <p:cNvSpPr/>
            <p:nvPr/>
          </p:nvSpPr>
          <p:spPr>
            <a:xfrm>
              <a:off x="2975000" y="442550"/>
              <a:ext cx="3962850" cy="2057800"/>
            </a:xfrm>
            <a:custGeom>
              <a:rect b="b" l="l" r="r" t="t"/>
              <a:pathLst>
                <a:path extrusionOk="0" fill="none" h="82312" w="158514">
                  <a:moveTo>
                    <a:pt x="0" y="1"/>
                  </a:moveTo>
                  <a:cubicBezTo>
                    <a:pt x="4408" y="3040"/>
                    <a:pt x="9392" y="6049"/>
                    <a:pt x="13040" y="9879"/>
                  </a:cubicBezTo>
                  <a:cubicBezTo>
                    <a:pt x="18602" y="15654"/>
                    <a:pt x="11733" y="24955"/>
                    <a:pt x="18694" y="30609"/>
                  </a:cubicBezTo>
                  <a:cubicBezTo>
                    <a:pt x="24408" y="35259"/>
                    <a:pt x="25077" y="40153"/>
                    <a:pt x="24317" y="46901"/>
                  </a:cubicBezTo>
                  <a:cubicBezTo>
                    <a:pt x="23739" y="52129"/>
                    <a:pt x="23131" y="61248"/>
                    <a:pt x="29849" y="62919"/>
                  </a:cubicBezTo>
                  <a:cubicBezTo>
                    <a:pt x="36870" y="64652"/>
                    <a:pt x="41794" y="59606"/>
                    <a:pt x="46627" y="55503"/>
                  </a:cubicBezTo>
                  <a:cubicBezTo>
                    <a:pt x="53557" y="49606"/>
                    <a:pt x="63983" y="44712"/>
                    <a:pt x="72798" y="48634"/>
                  </a:cubicBezTo>
                  <a:cubicBezTo>
                    <a:pt x="80123" y="51886"/>
                    <a:pt x="90245" y="48208"/>
                    <a:pt x="97266" y="51187"/>
                  </a:cubicBezTo>
                  <a:cubicBezTo>
                    <a:pt x="101522" y="52980"/>
                    <a:pt x="101674" y="58026"/>
                    <a:pt x="102890" y="62251"/>
                  </a:cubicBezTo>
                  <a:cubicBezTo>
                    <a:pt x="104561" y="68087"/>
                    <a:pt x="109303" y="75078"/>
                    <a:pt x="114440" y="77844"/>
                  </a:cubicBezTo>
                  <a:cubicBezTo>
                    <a:pt x="122799" y="82312"/>
                    <a:pt x="131097" y="70032"/>
                    <a:pt x="139243" y="68877"/>
                  </a:cubicBezTo>
                  <a:cubicBezTo>
                    <a:pt x="145656" y="67935"/>
                    <a:pt x="152495" y="73771"/>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24"/>
            <p:cNvSpPr/>
            <p:nvPr/>
          </p:nvSpPr>
          <p:spPr>
            <a:xfrm>
              <a:off x="2975000" y="442550"/>
              <a:ext cx="3962850" cy="2035775"/>
            </a:xfrm>
            <a:custGeom>
              <a:rect b="b" l="l" r="r" t="t"/>
              <a:pathLst>
                <a:path extrusionOk="0" fill="none" h="81431" w="158514">
                  <a:moveTo>
                    <a:pt x="0" y="1"/>
                  </a:moveTo>
                  <a:cubicBezTo>
                    <a:pt x="4468" y="3040"/>
                    <a:pt x="9362" y="5958"/>
                    <a:pt x="13313" y="9606"/>
                  </a:cubicBezTo>
                  <a:cubicBezTo>
                    <a:pt x="19210" y="15077"/>
                    <a:pt x="12432" y="24469"/>
                    <a:pt x="19089" y="29849"/>
                  </a:cubicBezTo>
                  <a:cubicBezTo>
                    <a:pt x="24803" y="34469"/>
                    <a:pt x="26019" y="38694"/>
                    <a:pt x="25350" y="45564"/>
                  </a:cubicBezTo>
                  <a:cubicBezTo>
                    <a:pt x="24833" y="50822"/>
                    <a:pt x="23739" y="60001"/>
                    <a:pt x="30609" y="61795"/>
                  </a:cubicBezTo>
                  <a:cubicBezTo>
                    <a:pt x="37691" y="63649"/>
                    <a:pt x="42797" y="58299"/>
                    <a:pt x="47813" y="54378"/>
                  </a:cubicBezTo>
                  <a:cubicBezTo>
                    <a:pt x="55989" y="47995"/>
                    <a:pt x="63345" y="43375"/>
                    <a:pt x="73801" y="47752"/>
                  </a:cubicBezTo>
                  <a:cubicBezTo>
                    <a:pt x="81704" y="51065"/>
                    <a:pt x="90762" y="48026"/>
                    <a:pt x="97966" y="50944"/>
                  </a:cubicBezTo>
                  <a:cubicBezTo>
                    <a:pt x="102282" y="52707"/>
                    <a:pt x="102343" y="57631"/>
                    <a:pt x="103437" y="61825"/>
                  </a:cubicBezTo>
                  <a:cubicBezTo>
                    <a:pt x="104957" y="67570"/>
                    <a:pt x="109637" y="74531"/>
                    <a:pt x="114774" y="77145"/>
                  </a:cubicBezTo>
                  <a:cubicBezTo>
                    <a:pt x="123285" y="81430"/>
                    <a:pt x="131310" y="69454"/>
                    <a:pt x="139577" y="68573"/>
                  </a:cubicBezTo>
                  <a:cubicBezTo>
                    <a:pt x="145869" y="67904"/>
                    <a:pt x="152587" y="73649"/>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24"/>
            <p:cNvSpPr/>
            <p:nvPr/>
          </p:nvSpPr>
          <p:spPr>
            <a:xfrm>
              <a:off x="2975000" y="442550"/>
              <a:ext cx="3962850" cy="2014500"/>
            </a:xfrm>
            <a:custGeom>
              <a:rect b="b" l="l" r="r" t="t"/>
              <a:pathLst>
                <a:path extrusionOk="0" fill="none" h="80580" w="158514">
                  <a:moveTo>
                    <a:pt x="0" y="1"/>
                  </a:moveTo>
                  <a:cubicBezTo>
                    <a:pt x="4560" y="3010"/>
                    <a:pt x="9392" y="5897"/>
                    <a:pt x="13526" y="9393"/>
                  </a:cubicBezTo>
                  <a:cubicBezTo>
                    <a:pt x="19666" y="14469"/>
                    <a:pt x="13162" y="23952"/>
                    <a:pt x="19484" y="29150"/>
                  </a:cubicBezTo>
                  <a:cubicBezTo>
                    <a:pt x="24560" y="33314"/>
                    <a:pt x="27235" y="37509"/>
                    <a:pt x="26323" y="44348"/>
                  </a:cubicBezTo>
                  <a:cubicBezTo>
                    <a:pt x="25563" y="49728"/>
                    <a:pt x="24317" y="58846"/>
                    <a:pt x="31308" y="60792"/>
                  </a:cubicBezTo>
                  <a:cubicBezTo>
                    <a:pt x="38390" y="62737"/>
                    <a:pt x="43770" y="57296"/>
                    <a:pt x="48998" y="53375"/>
                  </a:cubicBezTo>
                  <a:cubicBezTo>
                    <a:pt x="57813" y="46688"/>
                    <a:pt x="63892" y="42129"/>
                    <a:pt x="74743" y="47023"/>
                  </a:cubicBezTo>
                  <a:cubicBezTo>
                    <a:pt x="82433" y="50488"/>
                    <a:pt x="91248" y="47995"/>
                    <a:pt x="98604" y="50761"/>
                  </a:cubicBezTo>
                  <a:cubicBezTo>
                    <a:pt x="103042" y="52372"/>
                    <a:pt x="103011" y="57266"/>
                    <a:pt x="104014" y="61430"/>
                  </a:cubicBezTo>
                  <a:cubicBezTo>
                    <a:pt x="105382" y="67084"/>
                    <a:pt x="109941" y="74014"/>
                    <a:pt x="115109" y="76445"/>
                  </a:cubicBezTo>
                  <a:cubicBezTo>
                    <a:pt x="123802" y="80579"/>
                    <a:pt x="132100" y="68299"/>
                    <a:pt x="139912" y="68330"/>
                  </a:cubicBezTo>
                  <a:cubicBezTo>
                    <a:pt x="144927" y="68330"/>
                    <a:pt x="153529" y="7331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24"/>
            <p:cNvSpPr/>
            <p:nvPr/>
          </p:nvSpPr>
          <p:spPr>
            <a:xfrm>
              <a:off x="2975000" y="442550"/>
              <a:ext cx="3962850" cy="1991700"/>
            </a:xfrm>
            <a:custGeom>
              <a:rect b="b" l="l" r="r" t="t"/>
              <a:pathLst>
                <a:path extrusionOk="0" fill="none" h="79668" w="158514">
                  <a:moveTo>
                    <a:pt x="0" y="1"/>
                  </a:moveTo>
                  <a:cubicBezTo>
                    <a:pt x="4590" y="3010"/>
                    <a:pt x="9484" y="5897"/>
                    <a:pt x="13769" y="9119"/>
                  </a:cubicBezTo>
                  <a:cubicBezTo>
                    <a:pt x="20122" y="13861"/>
                    <a:pt x="13952" y="23344"/>
                    <a:pt x="19879" y="28360"/>
                  </a:cubicBezTo>
                  <a:cubicBezTo>
                    <a:pt x="24651" y="32402"/>
                    <a:pt x="28055" y="36475"/>
                    <a:pt x="27265" y="43102"/>
                  </a:cubicBezTo>
                  <a:cubicBezTo>
                    <a:pt x="26627" y="48482"/>
                    <a:pt x="24985" y="57600"/>
                    <a:pt x="31946" y="59698"/>
                  </a:cubicBezTo>
                  <a:cubicBezTo>
                    <a:pt x="39028" y="61795"/>
                    <a:pt x="44955" y="56202"/>
                    <a:pt x="50183" y="52251"/>
                  </a:cubicBezTo>
                  <a:cubicBezTo>
                    <a:pt x="59424" y="45260"/>
                    <a:pt x="64561" y="40761"/>
                    <a:pt x="75746" y="46232"/>
                  </a:cubicBezTo>
                  <a:cubicBezTo>
                    <a:pt x="83315" y="49971"/>
                    <a:pt x="91795" y="47813"/>
                    <a:pt x="99273" y="50488"/>
                  </a:cubicBezTo>
                  <a:cubicBezTo>
                    <a:pt x="103832" y="52129"/>
                    <a:pt x="103619" y="56840"/>
                    <a:pt x="104653" y="61035"/>
                  </a:cubicBezTo>
                  <a:cubicBezTo>
                    <a:pt x="106051" y="66749"/>
                    <a:pt x="110124" y="73315"/>
                    <a:pt x="115443" y="75716"/>
                  </a:cubicBezTo>
                  <a:cubicBezTo>
                    <a:pt x="124227" y="79667"/>
                    <a:pt x="132039" y="67995"/>
                    <a:pt x="140246" y="68056"/>
                  </a:cubicBezTo>
                  <a:cubicBezTo>
                    <a:pt x="145535" y="68087"/>
                    <a:pt x="153377" y="7340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24"/>
            <p:cNvSpPr/>
            <p:nvPr/>
          </p:nvSpPr>
          <p:spPr>
            <a:xfrm>
              <a:off x="2975000" y="442550"/>
              <a:ext cx="3963625" cy="1968900"/>
            </a:xfrm>
            <a:custGeom>
              <a:rect b="b" l="l" r="r" t="t"/>
              <a:pathLst>
                <a:path extrusionOk="0" fill="none" h="78756" w="158545">
                  <a:moveTo>
                    <a:pt x="0" y="1"/>
                  </a:moveTo>
                  <a:cubicBezTo>
                    <a:pt x="4651" y="2979"/>
                    <a:pt x="9575" y="5867"/>
                    <a:pt x="14013" y="8876"/>
                  </a:cubicBezTo>
                  <a:cubicBezTo>
                    <a:pt x="20548" y="13283"/>
                    <a:pt x="14985" y="22706"/>
                    <a:pt x="20305" y="27539"/>
                  </a:cubicBezTo>
                  <a:cubicBezTo>
                    <a:pt x="24590" y="31430"/>
                    <a:pt x="28724" y="35715"/>
                    <a:pt x="28147" y="42007"/>
                  </a:cubicBezTo>
                  <a:cubicBezTo>
                    <a:pt x="27630" y="47296"/>
                    <a:pt x="25654" y="56445"/>
                    <a:pt x="32584" y="58664"/>
                  </a:cubicBezTo>
                  <a:cubicBezTo>
                    <a:pt x="39606" y="60913"/>
                    <a:pt x="46354" y="55077"/>
                    <a:pt x="51369" y="51096"/>
                  </a:cubicBezTo>
                  <a:cubicBezTo>
                    <a:pt x="60609" y="43770"/>
                    <a:pt x="65351" y="39576"/>
                    <a:pt x="76749" y="45594"/>
                  </a:cubicBezTo>
                  <a:cubicBezTo>
                    <a:pt x="84166" y="49515"/>
                    <a:pt x="92251" y="47722"/>
                    <a:pt x="99911" y="50275"/>
                  </a:cubicBezTo>
                  <a:cubicBezTo>
                    <a:pt x="104622" y="51855"/>
                    <a:pt x="104318" y="56445"/>
                    <a:pt x="105260" y="60609"/>
                  </a:cubicBezTo>
                  <a:cubicBezTo>
                    <a:pt x="106537" y="66324"/>
                    <a:pt x="110428" y="72676"/>
                    <a:pt x="115808" y="74956"/>
                  </a:cubicBezTo>
                  <a:cubicBezTo>
                    <a:pt x="124714" y="78756"/>
                    <a:pt x="132313" y="67418"/>
                    <a:pt x="140580" y="67813"/>
                  </a:cubicBezTo>
                  <a:cubicBezTo>
                    <a:pt x="145778" y="68056"/>
                    <a:pt x="153438" y="73315"/>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24"/>
            <p:cNvSpPr/>
            <p:nvPr/>
          </p:nvSpPr>
          <p:spPr>
            <a:xfrm>
              <a:off x="2975000" y="442550"/>
              <a:ext cx="3962850" cy="1919500"/>
            </a:xfrm>
            <a:custGeom>
              <a:rect b="b" l="l" r="r" t="t"/>
              <a:pathLst>
                <a:path extrusionOk="0" fill="none" h="76780" w="158514">
                  <a:moveTo>
                    <a:pt x="0" y="1"/>
                  </a:moveTo>
                  <a:cubicBezTo>
                    <a:pt x="4712" y="2949"/>
                    <a:pt x="9666" y="5776"/>
                    <a:pt x="14225" y="8633"/>
                  </a:cubicBezTo>
                  <a:cubicBezTo>
                    <a:pt x="20973" y="12797"/>
                    <a:pt x="16049" y="21977"/>
                    <a:pt x="20760" y="26718"/>
                  </a:cubicBezTo>
                  <a:cubicBezTo>
                    <a:pt x="24438" y="30396"/>
                    <a:pt x="29332" y="35168"/>
                    <a:pt x="28967" y="41004"/>
                  </a:cubicBezTo>
                  <a:cubicBezTo>
                    <a:pt x="28633" y="46202"/>
                    <a:pt x="26444" y="55381"/>
                    <a:pt x="33192" y="57661"/>
                  </a:cubicBezTo>
                  <a:cubicBezTo>
                    <a:pt x="40153" y="60032"/>
                    <a:pt x="47752" y="53953"/>
                    <a:pt x="52494" y="49880"/>
                  </a:cubicBezTo>
                  <a:cubicBezTo>
                    <a:pt x="61703" y="41977"/>
                    <a:pt x="66293" y="38633"/>
                    <a:pt x="77722" y="45016"/>
                  </a:cubicBezTo>
                  <a:cubicBezTo>
                    <a:pt x="84926" y="49059"/>
                    <a:pt x="92707" y="47722"/>
                    <a:pt x="100488" y="50093"/>
                  </a:cubicBezTo>
                  <a:cubicBezTo>
                    <a:pt x="105382" y="51582"/>
                    <a:pt x="104987" y="56080"/>
                    <a:pt x="105838" y="60245"/>
                  </a:cubicBezTo>
                  <a:cubicBezTo>
                    <a:pt x="107023" y="65898"/>
                    <a:pt x="111005" y="72676"/>
                    <a:pt x="116142" y="74227"/>
                  </a:cubicBezTo>
                  <a:cubicBezTo>
                    <a:pt x="124683" y="76780"/>
                    <a:pt x="132191" y="66901"/>
                    <a:pt x="140884" y="67570"/>
                  </a:cubicBezTo>
                  <a:cubicBezTo>
                    <a:pt x="145930" y="67965"/>
                    <a:pt x="153468" y="73224"/>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24"/>
            <p:cNvSpPr/>
            <p:nvPr/>
          </p:nvSpPr>
          <p:spPr>
            <a:xfrm>
              <a:off x="2975000" y="442550"/>
              <a:ext cx="3962100" cy="1896700"/>
            </a:xfrm>
            <a:custGeom>
              <a:rect b="b" l="l" r="r" t="t"/>
              <a:pathLst>
                <a:path extrusionOk="0" fill="none" h="75868" w="158484">
                  <a:moveTo>
                    <a:pt x="0" y="1"/>
                  </a:moveTo>
                  <a:cubicBezTo>
                    <a:pt x="4742" y="2949"/>
                    <a:pt x="9788" y="5441"/>
                    <a:pt x="14438" y="8359"/>
                  </a:cubicBezTo>
                  <a:cubicBezTo>
                    <a:pt x="21520" y="12797"/>
                    <a:pt x="16900" y="20852"/>
                    <a:pt x="21277" y="25837"/>
                  </a:cubicBezTo>
                  <a:cubicBezTo>
                    <a:pt x="24408" y="29424"/>
                    <a:pt x="29758" y="34652"/>
                    <a:pt x="29727" y="40123"/>
                  </a:cubicBezTo>
                  <a:cubicBezTo>
                    <a:pt x="29666" y="45229"/>
                    <a:pt x="27447" y="54014"/>
                    <a:pt x="33770" y="56658"/>
                  </a:cubicBezTo>
                  <a:cubicBezTo>
                    <a:pt x="40396" y="59394"/>
                    <a:pt x="49545" y="52433"/>
                    <a:pt x="53618" y="48542"/>
                  </a:cubicBezTo>
                  <a:cubicBezTo>
                    <a:pt x="62707" y="39788"/>
                    <a:pt x="67448" y="37904"/>
                    <a:pt x="78725" y="44530"/>
                  </a:cubicBezTo>
                  <a:cubicBezTo>
                    <a:pt x="85716" y="48664"/>
                    <a:pt x="93224" y="47722"/>
                    <a:pt x="101066" y="49910"/>
                  </a:cubicBezTo>
                  <a:cubicBezTo>
                    <a:pt x="106142" y="51308"/>
                    <a:pt x="105716" y="55685"/>
                    <a:pt x="106476" y="59849"/>
                  </a:cubicBezTo>
                  <a:cubicBezTo>
                    <a:pt x="107540" y="65503"/>
                    <a:pt x="111279" y="71977"/>
                    <a:pt x="116477" y="73467"/>
                  </a:cubicBezTo>
                  <a:cubicBezTo>
                    <a:pt x="124927" y="75868"/>
                    <a:pt x="132708" y="66354"/>
                    <a:pt x="141188" y="67357"/>
                  </a:cubicBezTo>
                  <a:cubicBezTo>
                    <a:pt x="146143" y="67935"/>
                    <a:pt x="153468" y="7313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24"/>
            <p:cNvSpPr/>
            <p:nvPr/>
          </p:nvSpPr>
          <p:spPr>
            <a:xfrm>
              <a:off x="2975000" y="442550"/>
              <a:ext cx="3962850" cy="1870875"/>
            </a:xfrm>
            <a:custGeom>
              <a:rect b="b" l="l" r="r" t="t"/>
              <a:pathLst>
                <a:path extrusionOk="0" fill="none" h="74835" w="158514">
                  <a:moveTo>
                    <a:pt x="0" y="1"/>
                  </a:moveTo>
                  <a:cubicBezTo>
                    <a:pt x="4803" y="2919"/>
                    <a:pt x="9848" y="5350"/>
                    <a:pt x="14651" y="8116"/>
                  </a:cubicBezTo>
                  <a:cubicBezTo>
                    <a:pt x="21946" y="12311"/>
                    <a:pt x="18086" y="19697"/>
                    <a:pt x="21885" y="24895"/>
                  </a:cubicBezTo>
                  <a:cubicBezTo>
                    <a:pt x="24590" y="28633"/>
                    <a:pt x="30031" y="34013"/>
                    <a:pt x="30396" y="39272"/>
                  </a:cubicBezTo>
                  <a:cubicBezTo>
                    <a:pt x="30791" y="44439"/>
                    <a:pt x="28299" y="52919"/>
                    <a:pt x="34439" y="55625"/>
                  </a:cubicBezTo>
                  <a:cubicBezTo>
                    <a:pt x="41186" y="58603"/>
                    <a:pt x="50670" y="51217"/>
                    <a:pt x="54712" y="47083"/>
                  </a:cubicBezTo>
                  <a:cubicBezTo>
                    <a:pt x="63892" y="37630"/>
                    <a:pt x="68542" y="37266"/>
                    <a:pt x="79789" y="44135"/>
                  </a:cubicBezTo>
                  <a:cubicBezTo>
                    <a:pt x="86476" y="48208"/>
                    <a:pt x="93984" y="47661"/>
                    <a:pt x="101674" y="49728"/>
                  </a:cubicBezTo>
                  <a:cubicBezTo>
                    <a:pt x="106932" y="51126"/>
                    <a:pt x="106416" y="55138"/>
                    <a:pt x="107145" y="59454"/>
                  </a:cubicBezTo>
                  <a:cubicBezTo>
                    <a:pt x="108057" y="64986"/>
                    <a:pt x="111552" y="71339"/>
                    <a:pt x="116872" y="72707"/>
                  </a:cubicBezTo>
                  <a:cubicBezTo>
                    <a:pt x="125322" y="74835"/>
                    <a:pt x="133285" y="65837"/>
                    <a:pt x="141523" y="67114"/>
                  </a:cubicBezTo>
                  <a:cubicBezTo>
                    <a:pt x="146386" y="67874"/>
                    <a:pt x="153559" y="73011"/>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24"/>
            <p:cNvSpPr/>
            <p:nvPr/>
          </p:nvSpPr>
          <p:spPr>
            <a:xfrm>
              <a:off x="2975000" y="442550"/>
              <a:ext cx="3962850" cy="1848075"/>
            </a:xfrm>
            <a:custGeom>
              <a:rect b="b" l="l" r="r" t="t"/>
              <a:pathLst>
                <a:path extrusionOk="0" fill="none" h="73923" w="158514">
                  <a:moveTo>
                    <a:pt x="0" y="1"/>
                  </a:moveTo>
                  <a:cubicBezTo>
                    <a:pt x="4833" y="2888"/>
                    <a:pt x="9909" y="5259"/>
                    <a:pt x="14864" y="7873"/>
                  </a:cubicBezTo>
                  <a:cubicBezTo>
                    <a:pt x="22219" y="11764"/>
                    <a:pt x="19301" y="18390"/>
                    <a:pt x="22584" y="23922"/>
                  </a:cubicBezTo>
                  <a:cubicBezTo>
                    <a:pt x="25046" y="28086"/>
                    <a:pt x="30092" y="33649"/>
                    <a:pt x="31004" y="38542"/>
                  </a:cubicBezTo>
                  <a:cubicBezTo>
                    <a:pt x="31855" y="43284"/>
                    <a:pt x="29150" y="51947"/>
                    <a:pt x="35107" y="54561"/>
                  </a:cubicBezTo>
                  <a:cubicBezTo>
                    <a:pt x="42250" y="57691"/>
                    <a:pt x="51673" y="50032"/>
                    <a:pt x="55746" y="45503"/>
                  </a:cubicBezTo>
                  <a:cubicBezTo>
                    <a:pt x="64834" y="35411"/>
                    <a:pt x="69941" y="36992"/>
                    <a:pt x="80822" y="43770"/>
                  </a:cubicBezTo>
                  <a:cubicBezTo>
                    <a:pt x="87205" y="47782"/>
                    <a:pt x="94683" y="47691"/>
                    <a:pt x="102191" y="49576"/>
                  </a:cubicBezTo>
                  <a:cubicBezTo>
                    <a:pt x="107571" y="50913"/>
                    <a:pt x="107145" y="54682"/>
                    <a:pt x="107783" y="59090"/>
                  </a:cubicBezTo>
                  <a:cubicBezTo>
                    <a:pt x="108604" y="64591"/>
                    <a:pt x="111826" y="70610"/>
                    <a:pt x="117236" y="71917"/>
                  </a:cubicBezTo>
                  <a:cubicBezTo>
                    <a:pt x="125504" y="73923"/>
                    <a:pt x="133863" y="65321"/>
                    <a:pt x="141827" y="66901"/>
                  </a:cubicBezTo>
                  <a:cubicBezTo>
                    <a:pt x="146599" y="67813"/>
                    <a:pt x="153620" y="7292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24"/>
            <p:cNvSpPr/>
            <p:nvPr/>
          </p:nvSpPr>
          <p:spPr>
            <a:xfrm>
              <a:off x="2975000" y="442550"/>
              <a:ext cx="3962100" cy="1826050"/>
            </a:xfrm>
            <a:custGeom>
              <a:rect b="b" l="l" r="r" t="t"/>
              <a:pathLst>
                <a:path extrusionOk="0" fill="none" h="73042" w="158484">
                  <a:moveTo>
                    <a:pt x="0" y="1"/>
                  </a:moveTo>
                  <a:cubicBezTo>
                    <a:pt x="4894" y="2858"/>
                    <a:pt x="10000" y="5168"/>
                    <a:pt x="15076" y="7630"/>
                  </a:cubicBezTo>
                  <a:cubicBezTo>
                    <a:pt x="22402" y="11217"/>
                    <a:pt x="20639" y="16992"/>
                    <a:pt x="23435" y="22980"/>
                  </a:cubicBezTo>
                  <a:cubicBezTo>
                    <a:pt x="25685" y="27813"/>
                    <a:pt x="29910" y="33041"/>
                    <a:pt x="31460" y="37934"/>
                  </a:cubicBezTo>
                  <a:cubicBezTo>
                    <a:pt x="32858" y="42372"/>
                    <a:pt x="29940" y="51096"/>
                    <a:pt x="35867" y="53558"/>
                  </a:cubicBezTo>
                  <a:cubicBezTo>
                    <a:pt x="43618" y="56749"/>
                    <a:pt x="52433" y="48937"/>
                    <a:pt x="56779" y="43831"/>
                  </a:cubicBezTo>
                  <a:cubicBezTo>
                    <a:pt x="65746" y="33314"/>
                    <a:pt x="71552" y="36901"/>
                    <a:pt x="81886" y="43466"/>
                  </a:cubicBezTo>
                  <a:cubicBezTo>
                    <a:pt x="87965" y="47327"/>
                    <a:pt x="95412" y="47752"/>
                    <a:pt x="102707" y="49454"/>
                  </a:cubicBezTo>
                  <a:cubicBezTo>
                    <a:pt x="108148" y="50700"/>
                    <a:pt x="107905" y="54226"/>
                    <a:pt x="108452" y="58725"/>
                  </a:cubicBezTo>
                  <a:cubicBezTo>
                    <a:pt x="109182" y="64226"/>
                    <a:pt x="112130" y="69910"/>
                    <a:pt x="117571" y="71187"/>
                  </a:cubicBezTo>
                  <a:cubicBezTo>
                    <a:pt x="125626" y="73041"/>
                    <a:pt x="134410" y="64895"/>
                    <a:pt x="142100" y="66688"/>
                  </a:cubicBezTo>
                  <a:cubicBezTo>
                    <a:pt x="146751" y="67783"/>
                    <a:pt x="153590" y="72828"/>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24"/>
            <p:cNvSpPr/>
            <p:nvPr/>
          </p:nvSpPr>
          <p:spPr>
            <a:xfrm>
              <a:off x="2975000" y="442550"/>
              <a:ext cx="3962850" cy="1818450"/>
            </a:xfrm>
            <a:custGeom>
              <a:rect b="b" l="l" r="r" t="t"/>
              <a:pathLst>
                <a:path extrusionOk="0" fill="none" h="72738" w="158514">
                  <a:moveTo>
                    <a:pt x="0" y="1"/>
                  </a:moveTo>
                  <a:cubicBezTo>
                    <a:pt x="4924" y="2827"/>
                    <a:pt x="10122" y="5077"/>
                    <a:pt x="15259" y="7387"/>
                  </a:cubicBezTo>
                  <a:cubicBezTo>
                    <a:pt x="22432" y="10609"/>
                    <a:pt x="22159" y="15594"/>
                    <a:pt x="24317" y="22007"/>
                  </a:cubicBezTo>
                  <a:cubicBezTo>
                    <a:pt x="26171" y="27630"/>
                    <a:pt x="29332" y="32402"/>
                    <a:pt x="31733" y="37418"/>
                  </a:cubicBezTo>
                  <a:cubicBezTo>
                    <a:pt x="33831" y="41764"/>
                    <a:pt x="30669" y="50305"/>
                    <a:pt x="36657" y="52615"/>
                  </a:cubicBezTo>
                  <a:cubicBezTo>
                    <a:pt x="44955" y="55868"/>
                    <a:pt x="53162" y="47630"/>
                    <a:pt x="57782" y="42068"/>
                  </a:cubicBezTo>
                  <a:cubicBezTo>
                    <a:pt x="66476" y="31551"/>
                    <a:pt x="73315" y="37022"/>
                    <a:pt x="82950" y="43193"/>
                  </a:cubicBezTo>
                  <a:cubicBezTo>
                    <a:pt x="88695" y="46871"/>
                    <a:pt x="96142" y="47813"/>
                    <a:pt x="103194" y="49333"/>
                  </a:cubicBezTo>
                  <a:cubicBezTo>
                    <a:pt x="108726" y="50488"/>
                    <a:pt x="108634" y="53740"/>
                    <a:pt x="109151" y="58390"/>
                  </a:cubicBezTo>
                  <a:cubicBezTo>
                    <a:pt x="109789" y="63862"/>
                    <a:pt x="112464" y="69211"/>
                    <a:pt x="117996" y="70427"/>
                  </a:cubicBezTo>
                  <a:cubicBezTo>
                    <a:pt x="125778" y="72129"/>
                    <a:pt x="135018" y="64439"/>
                    <a:pt x="142434" y="66506"/>
                  </a:cubicBezTo>
                  <a:cubicBezTo>
                    <a:pt x="146994" y="67752"/>
                    <a:pt x="153650" y="72737"/>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24"/>
            <p:cNvSpPr/>
            <p:nvPr/>
          </p:nvSpPr>
          <p:spPr>
            <a:xfrm>
              <a:off x="2975000" y="442550"/>
              <a:ext cx="3962850" cy="1816175"/>
            </a:xfrm>
            <a:custGeom>
              <a:rect b="b" l="l" r="r" t="t"/>
              <a:pathLst>
                <a:path extrusionOk="0" fill="none" h="72647" w="158514">
                  <a:moveTo>
                    <a:pt x="0" y="1"/>
                  </a:moveTo>
                  <a:cubicBezTo>
                    <a:pt x="4985" y="2797"/>
                    <a:pt x="10244" y="4985"/>
                    <a:pt x="15441" y="7144"/>
                  </a:cubicBezTo>
                  <a:cubicBezTo>
                    <a:pt x="22341" y="10031"/>
                    <a:pt x="23648" y="14621"/>
                    <a:pt x="25259" y="21034"/>
                  </a:cubicBezTo>
                  <a:cubicBezTo>
                    <a:pt x="26688" y="26809"/>
                    <a:pt x="28572" y="31977"/>
                    <a:pt x="31885" y="36992"/>
                  </a:cubicBezTo>
                  <a:cubicBezTo>
                    <a:pt x="34742" y="41278"/>
                    <a:pt x="31429" y="49606"/>
                    <a:pt x="37478" y="51825"/>
                  </a:cubicBezTo>
                  <a:cubicBezTo>
                    <a:pt x="46171" y="55017"/>
                    <a:pt x="54469" y="46202"/>
                    <a:pt x="58755" y="40305"/>
                  </a:cubicBezTo>
                  <a:cubicBezTo>
                    <a:pt x="66232" y="30001"/>
                    <a:pt x="76415" y="38025"/>
                    <a:pt x="84044" y="42889"/>
                  </a:cubicBezTo>
                  <a:cubicBezTo>
                    <a:pt x="89546" y="46384"/>
                    <a:pt x="96841" y="47874"/>
                    <a:pt x="103680" y="49211"/>
                  </a:cubicBezTo>
                  <a:cubicBezTo>
                    <a:pt x="109242" y="50305"/>
                    <a:pt x="109364" y="53254"/>
                    <a:pt x="109850" y="58026"/>
                  </a:cubicBezTo>
                  <a:cubicBezTo>
                    <a:pt x="110397" y="63436"/>
                    <a:pt x="112829" y="68482"/>
                    <a:pt x="118422" y="69667"/>
                  </a:cubicBezTo>
                  <a:cubicBezTo>
                    <a:pt x="125930" y="71278"/>
                    <a:pt x="135626" y="64044"/>
                    <a:pt x="142708" y="66293"/>
                  </a:cubicBezTo>
                  <a:cubicBezTo>
                    <a:pt x="147176" y="67692"/>
                    <a:pt x="153681" y="7264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24"/>
            <p:cNvSpPr/>
            <p:nvPr/>
          </p:nvSpPr>
          <p:spPr>
            <a:xfrm>
              <a:off x="2975000" y="442550"/>
              <a:ext cx="3962850" cy="1813875"/>
            </a:xfrm>
            <a:custGeom>
              <a:rect b="b" l="l" r="r" t="t"/>
              <a:pathLst>
                <a:path extrusionOk="0" fill="none" h="72555" w="158514">
                  <a:moveTo>
                    <a:pt x="0" y="1"/>
                  </a:moveTo>
                  <a:cubicBezTo>
                    <a:pt x="5015" y="2767"/>
                    <a:pt x="10335" y="4894"/>
                    <a:pt x="15624" y="6931"/>
                  </a:cubicBezTo>
                  <a:cubicBezTo>
                    <a:pt x="22189" y="9423"/>
                    <a:pt x="24925" y="13648"/>
                    <a:pt x="26262" y="20031"/>
                  </a:cubicBezTo>
                  <a:cubicBezTo>
                    <a:pt x="27508" y="25958"/>
                    <a:pt x="27843" y="31582"/>
                    <a:pt x="31916" y="36597"/>
                  </a:cubicBezTo>
                  <a:cubicBezTo>
                    <a:pt x="35290" y="40731"/>
                    <a:pt x="32432" y="49150"/>
                    <a:pt x="38299" y="51096"/>
                  </a:cubicBezTo>
                  <a:cubicBezTo>
                    <a:pt x="47326" y="54105"/>
                    <a:pt x="55138" y="44804"/>
                    <a:pt x="59758" y="38512"/>
                  </a:cubicBezTo>
                  <a:cubicBezTo>
                    <a:pt x="66901" y="28816"/>
                    <a:pt x="78512" y="38512"/>
                    <a:pt x="85139" y="42585"/>
                  </a:cubicBezTo>
                  <a:cubicBezTo>
                    <a:pt x="90397" y="45807"/>
                    <a:pt x="97510" y="47995"/>
                    <a:pt x="104105" y="49120"/>
                  </a:cubicBezTo>
                  <a:cubicBezTo>
                    <a:pt x="109698" y="50062"/>
                    <a:pt x="109729" y="52707"/>
                    <a:pt x="110580" y="57691"/>
                  </a:cubicBezTo>
                  <a:cubicBezTo>
                    <a:pt x="111461" y="63071"/>
                    <a:pt x="112829" y="67692"/>
                    <a:pt x="118878" y="68938"/>
                  </a:cubicBezTo>
                  <a:cubicBezTo>
                    <a:pt x="126082" y="70427"/>
                    <a:pt x="136234" y="63649"/>
                    <a:pt x="143012" y="66111"/>
                  </a:cubicBezTo>
                  <a:cubicBezTo>
                    <a:pt x="147359" y="67661"/>
                    <a:pt x="153742" y="7255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24"/>
            <p:cNvSpPr/>
            <p:nvPr/>
          </p:nvSpPr>
          <p:spPr>
            <a:xfrm>
              <a:off x="2975000" y="442550"/>
              <a:ext cx="3962850" cy="1804000"/>
            </a:xfrm>
            <a:custGeom>
              <a:rect b="b" l="l" r="r" t="t"/>
              <a:pathLst>
                <a:path extrusionOk="0" fill="none" h="72160" w="158514">
                  <a:moveTo>
                    <a:pt x="0" y="1"/>
                  </a:moveTo>
                  <a:cubicBezTo>
                    <a:pt x="5076" y="2736"/>
                    <a:pt x="10456" y="4803"/>
                    <a:pt x="15806" y="6688"/>
                  </a:cubicBezTo>
                  <a:cubicBezTo>
                    <a:pt x="22037" y="8876"/>
                    <a:pt x="26049" y="12767"/>
                    <a:pt x="27326" y="18967"/>
                  </a:cubicBezTo>
                  <a:cubicBezTo>
                    <a:pt x="28542" y="24925"/>
                    <a:pt x="27326" y="31126"/>
                    <a:pt x="31855" y="36202"/>
                  </a:cubicBezTo>
                  <a:cubicBezTo>
                    <a:pt x="35381" y="40153"/>
                    <a:pt x="33618" y="48725"/>
                    <a:pt x="39150" y="50457"/>
                  </a:cubicBezTo>
                  <a:cubicBezTo>
                    <a:pt x="48329" y="53314"/>
                    <a:pt x="55746" y="42919"/>
                    <a:pt x="60792" y="36810"/>
                  </a:cubicBezTo>
                  <a:cubicBezTo>
                    <a:pt x="67995" y="28086"/>
                    <a:pt x="80032" y="38360"/>
                    <a:pt x="86263" y="42159"/>
                  </a:cubicBezTo>
                  <a:cubicBezTo>
                    <a:pt x="91430" y="45320"/>
                    <a:pt x="98057" y="48056"/>
                    <a:pt x="104561" y="48998"/>
                  </a:cubicBezTo>
                  <a:cubicBezTo>
                    <a:pt x="115747" y="50700"/>
                    <a:pt x="107692" y="65898"/>
                    <a:pt x="119303" y="68178"/>
                  </a:cubicBezTo>
                  <a:cubicBezTo>
                    <a:pt x="126294" y="69576"/>
                    <a:pt x="136872" y="63254"/>
                    <a:pt x="143316" y="65898"/>
                  </a:cubicBezTo>
                  <a:cubicBezTo>
                    <a:pt x="147784" y="67752"/>
                    <a:pt x="153407" y="7216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24"/>
            <p:cNvSpPr/>
            <p:nvPr/>
          </p:nvSpPr>
          <p:spPr>
            <a:xfrm>
              <a:off x="2975000" y="442550"/>
              <a:ext cx="3962100" cy="1802475"/>
            </a:xfrm>
            <a:custGeom>
              <a:rect b="b" l="l" r="r" t="t"/>
              <a:pathLst>
                <a:path extrusionOk="0" fill="none" h="72099" w="158484">
                  <a:moveTo>
                    <a:pt x="0" y="1"/>
                  </a:moveTo>
                  <a:cubicBezTo>
                    <a:pt x="5107" y="2706"/>
                    <a:pt x="10760" y="4590"/>
                    <a:pt x="15958" y="6444"/>
                  </a:cubicBezTo>
                  <a:cubicBezTo>
                    <a:pt x="21764" y="8511"/>
                    <a:pt x="26931" y="11733"/>
                    <a:pt x="28390" y="17843"/>
                  </a:cubicBezTo>
                  <a:cubicBezTo>
                    <a:pt x="29788" y="23740"/>
                    <a:pt x="26900" y="30579"/>
                    <a:pt x="31672" y="35867"/>
                  </a:cubicBezTo>
                  <a:cubicBezTo>
                    <a:pt x="35107" y="39636"/>
                    <a:pt x="34925" y="48390"/>
                    <a:pt x="40001" y="49849"/>
                  </a:cubicBezTo>
                  <a:cubicBezTo>
                    <a:pt x="49302" y="52494"/>
                    <a:pt x="56415" y="40761"/>
                    <a:pt x="61886" y="35320"/>
                  </a:cubicBezTo>
                  <a:cubicBezTo>
                    <a:pt x="69211" y="28025"/>
                    <a:pt x="81278" y="37873"/>
                    <a:pt x="87327" y="41612"/>
                  </a:cubicBezTo>
                  <a:cubicBezTo>
                    <a:pt x="92585" y="44864"/>
                    <a:pt x="98421" y="48117"/>
                    <a:pt x="104926" y="48968"/>
                  </a:cubicBezTo>
                  <a:cubicBezTo>
                    <a:pt x="116385" y="50457"/>
                    <a:pt x="108239" y="65442"/>
                    <a:pt x="119759" y="67509"/>
                  </a:cubicBezTo>
                  <a:cubicBezTo>
                    <a:pt x="126659" y="68725"/>
                    <a:pt x="137298" y="62980"/>
                    <a:pt x="143559" y="65716"/>
                  </a:cubicBezTo>
                  <a:cubicBezTo>
                    <a:pt x="147936" y="67631"/>
                    <a:pt x="153407" y="72099"/>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24"/>
            <p:cNvSpPr/>
            <p:nvPr/>
          </p:nvSpPr>
          <p:spPr>
            <a:xfrm>
              <a:off x="2975000" y="442550"/>
              <a:ext cx="3962850" cy="1800200"/>
            </a:xfrm>
            <a:custGeom>
              <a:rect b="b" l="l" r="r" t="t"/>
              <a:pathLst>
                <a:path extrusionOk="0" fill="none" h="72008" w="158514">
                  <a:moveTo>
                    <a:pt x="0" y="1"/>
                  </a:moveTo>
                  <a:cubicBezTo>
                    <a:pt x="5167" y="2645"/>
                    <a:pt x="10821" y="4499"/>
                    <a:pt x="16140" y="6201"/>
                  </a:cubicBezTo>
                  <a:cubicBezTo>
                    <a:pt x="21976" y="8055"/>
                    <a:pt x="27630" y="11065"/>
                    <a:pt x="29484" y="16657"/>
                  </a:cubicBezTo>
                  <a:cubicBezTo>
                    <a:pt x="31308" y="22159"/>
                    <a:pt x="26748" y="29940"/>
                    <a:pt x="31521" y="35442"/>
                  </a:cubicBezTo>
                  <a:cubicBezTo>
                    <a:pt x="34621" y="38998"/>
                    <a:pt x="36414" y="48147"/>
                    <a:pt x="40913" y="49211"/>
                  </a:cubicBezTo>
                  <a:cubicBezTo>
                    <a:pt x="50244" y="51430"/>
                    <a:pt x="56749" y="38846"/>
                    <a:pt x="63041" y="34044"/>
                  </a:cubicBezTo>
                  <a:cubicBezTo>
                    <a:pt x="70731" y="28147"/>
                    <a:pt x="82190" y="36992"/>
                    <a:pt x="88391" y="40943"/>
                  </a:cubicBezTo>
                  <a:cubicBezTo>
                    <a:pt x="93862" y="44409"/>
                    <a:pt x="98695" y="48147"/>
                    <a:pt x="105352" y="48907"/>
                  </a:cubicBezTo>
                  <a:cubicBezTo>
                    <a:pt x="117024" y="50184"/>
                    <a:pt x="108786" y="64834"/>
                    <a:pt x="120276" y="66780"/>
                  </a:cubicBezTo>
                  <a:cubicBezTo>
                    <a:pt x="126993" y="67904"/>
                    <a:pt x="137784" y="62585"/>
                    <a:pt x="143863" y="65533"/>
                  </a:cubicBezTo>
                  <a:cubicBezTo>
                    <a:pt x="148149" y="67570"/>
                    <a:pt x="153468" y="72008"/>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24"/>
            <p:cNvSpPr/>
            <p:nvPr/>
          </p:nvSpPr>
          <p:spPr>
            <a:xfrm>
              <a:off x="2975000" y="442550"/>
              <a:ext cx="3963625" cy="1798675"/>
            </a:xfrm>
            <a:custGeom>
              <a:rect b="b" l="l" r="r" t="t"/>
              <a:pathLst>
                <a:path extrusionOk="0" fill="none" h="71947" w="158545">
                  <a:moveTo>
                    <a:pt x="0" y="1"/>
                  </a:moveTo>
                  <a:cubicBezTo>
                    <a:pt x="5198" y="2615"/>
                    <a:pt x="10912" y="4408"/>
                    <a:pt x="16323" y="5958"/>
                  </a:cubicBezTo>
                  <a:cubicBezTo>
                    <a:pt x="22067" y="7630"/>
                    <a:pt x="28147" y="10365"/>
                    <a:pt x="30578" y="15472"/>
                  </a:cubicBezTo>
                  <a:cubicBezTo>
                    <a:pt x="33192" y="20974"/>
                    <a:pt x="26931" y="29059"/>
                    <a:pt x="31369" y="35047"/>
                  </a:cubicBezTo>
                  <a:cubicBezTo>
                    <a:pt x="33831" y="38390"/>
                    <a:pt x="37904" y="47904"/>
                    <a:pt x="41825" y="48542"/>
                  </a:cubicBezTo>
                  <a:cubicBezTo>
                    <a:pt x="50883" y="50062"/>
                    <a:pt x="57296" y="36931"/>
                    <a:pt x="64257" y="33010"/>
                  </a:cubicBezTo>
                  <a:cubicBezTo>
                    <a:pt x="72160" y="28512"/>
                    <a:pt x="83102" y="35928"/>
                    <a:pt x="89424" y="40153"/>
                  </a:cubicBezTo>
                  <a:cubicBezTo>
                    <a:pt x="94804" y="43740"/>
                    <a:pt x="98877" y="48208"/>
                    <a:pt x="105747" y="48846"/>
                  </a:cubicBezTo>
                  <a:cubicBezTo>
                    <a:pt x="117601" y="49971"/>
                    <a:pt x="109425" y="64257"/>
                    <a:pt x="120793" y="66081"/>
                  </a:cubicBezTo>
                  <a:cubicBezTo>
                    <a:pt x="127419" y="67144"/>
                    <a:pt x="138270" y="62281"/>
                    <a:pt x="144167" y="65351"/>
                  </a:cubicBezTo>
                  <a:cubicBezTo>
                    <a:pt x="148362" y="67540"/>
                    <a:pt x="153529" y="71947"/>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24"/>
            <p:cNvSpPr/>
            <p:nvPr/>
          </p:nvSpPr>
          <p:spPr>
            <a:xfrm>
              <a:off x="2975000" y="442550"/>
              <a:ext cx="3962850" cy="1795650"/>
            </a:xfrm>
            <a:custGeom>
              <a:rect b="b" l="l" r="r" t="t"/>
              <a:pathLst>
                <a:path extrusionOk="0" fill="none" h="71826" w="158514">
                  <a:moveTo>
                    <a:pt x="0" y="1"/>
                  </a:moveTo>
                  <a:cubicBezTo>
                    <a:pt x="5259" y="2584"/>
                    <a:pt x="10973" y="4317"/>
                    <a:pt x="16475" y="5745"/>
                  </a:cubicBezTo>
                  <a:cubicBezTo>
                    <a:pt x="22250" y="7235"/>
                    <a:pt x="28542" y="9788"/>
                    <a:pt x="31581" y="14195"/>
                  </a:cubicBezTo>
                  <a:cubicBezTo>
                    <a:pt x="35168" y="19332"/>
                    <a:pt x="27326" y="28238"/>
                    <a:pt x="31247" y="34560"/>
                  </a:cubicBezTo>
                  <a:cubicBezTo>
                    <a:pt x="33253" y="37782"/>
                    <a:pt x="39150" y="47418"/>
                    <a:pt x="42737" y="47722"/>
                  </a:cubicBezTo>
                  <a:cubicBezTo>
                    <a:pt x="51612" y="48482"/>
                    <a:pt x="57752" y="35229"/>
                    <a:pt x="65412" y="32129"/>
                  </a:cubicBezTo>
                  <a:cubicBezTo>
                    <a:pt x="73588" y="28816"/>
                    <a:pt x="84044" y="34804"/>
                    <a:pt x="90275" y="39302"/>
                  </a:cubicBezTo>
                  <a:cubicBezTo>
                    <a:pt x="95351" y="42980"/>
                    <a:pt x="98938" y="48269"/>
                    <a:pt x="106081" y="48816"/>
                  </a:cubicBezTo>
                  <a:cubicBezTo>
                    <a:pt x="111704" y="49241"/>
                    <a:pt x="112981" y="50670"/>
                    <a:pt x="114136" y="56111"/>
                  </a:cubicBezTo>
                  <a:cubicBezTo>
                    <a:pt x="115139" y="60792"/>
                    <a:pt x="115321" y="64470"/>
                    <a:pt x="121279" y="65381"/>
                  </a:cubicBezTo>
                  <a:cubicBezTo>
                    <a:pt x="127784" y="66385"/>
                    <a:pt x="138696" y="61947"/>
                    <a:pt x="144410" y="65169"/>
                  </a:cubicBezTo>
                  <a:cubicBezTo>
                    <a:pt x="148483" y="67448"/>
                    <a:pt x="153529" y="7182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24"/>
            <p:cNvSpPr/>
            <p:nvPr/>
          </p:nvSpPr>
          <p:spPr>
            <a:xfrm>
              <a:off x="2975000" y="442550"/>
              <a:ext cx="3962850" cy="1794125"/>
            </a:xfrm>
            <a:custGeom>
              <a:rect b="b" l="l" r="r" t="t"/>
              <a:pathLst>
                <a:path extrusionOk="0" fill="none" h="71765" w="158514">
                  <a:moveTo>
                    <a:pt x="0" y="1"/>
                  </a:moveTo>
                  <a:cubicBezTo>
                    <a:pt x="5319" y="2554"/>
                    <a:pt x="11064" y="4226"/>
                    <a:pt x="16627" y="5502"/>
                  </a:cubicBezTo>
                  <a:cubicBezTo>
                    <a:pt x="22523" y="6840"/>
                    <a:pt x="28663" y="9302"/>
                    <a:pt x="32554" y="12919"/>
                  </a:cubicBezTo>
                  <a:cubicBezTo>
                    <a:pt x="36931" y="17022"/>
                    <a:pt x="28906" y="28268"/>
                    <a:pt x="31247" y="33983"/>
                  </a:cubicBezTo>
                  <a:cubicBezTo>
                    <a:pt x="32615" y="37326"/>
                    <a:pt x="40031" y="46658"/>
                    <a:pt x="43679" y="46719"/>
                  </a:cubicBezTo>
                  <a:cubicBezTo>
                    <a:pt x="52433" y="46810"/>
                    <a:pt x="58117" y="33861"/>
                    <a:pt x="66628" y="31430"/>
                  </a:cubicBezTo>
                  <a:cubicBezTo>
                    <a:pt x="75108" y="28998"/>
                    <a:pt x="85078" y="33709"/>
                    <a:pt x="91066" y="38451"/>
                  </a:cubicBezTo>
                  <a:cubicBezTo>
                    <a:pt x="95899" y="42250"/>
                    <a:pt x="98847" y="48482"/>
                    <a:pt x="106446" y="48785"/>
                  </a:cubicBezTo>
                  <a:cubicBezTo>
                    <a:pt x="119030" y="49272"/>
                    <a:pt x="110853" y="62950"/>
                    <a:pt x="121826" y="64743"/>
                  </a:cubicBezTo>
                  <a:cubicBezTo>
                    <a:pt x="128088" y="65746"/>
                    <a:pt x="139121" y="61612"/>
                    <a:pt x="144684" y="64986"/>
                  </a:cubicBezTo>
                  <a:cubicBezTo>
                    <a:pt x="148666" y="67388"/>
                    <a:pt x="153559" y="7176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24"/>
            <p:cNvSpPr/>
            <p:nvPr/>
          </p:nvSpPr>
          <p:spPr>
            <a:xfrm>
              <a:off x="2975000" y="442550"/>
              <a:ext cx="3962850" cy="1791075"/>
            </a:xfrm>
            <a:custGeom>
              <a:rect b="b" l="l" r="r" t="t"/>
              <a:pathLst>
                <a:path extrusionOk="0" fill="none" h="71643" w="158514">
                  <a:moveTo>
                    <a:pt x="0" y="1"/>
                  </a:moveTo>
                  <a:cubicBezTo>
                    <a:pt x="5319" y="2523"/>
                    <a:pt x="11155" y="4134"/>
                    <a:pt x="16779" y="5259"/>
                  </a:cubicBezTo>
                  <a:cubicBezTo>
                    <a:pt x="22736" y="6475"/>
                    <a:pt x="29302" y="9058"/>
                    <a:pt x="33405" y="11672"/>
                  </a:cubicBezTo>
                  <a:cubicBezTo>
                    <a:pt x="37660" y="14378"/>
                    <a:pt x="30821" y="28968"/>
                    <a:pt x="31399" y="33314"/>
                  </a:cubicBezTo>
                  <a:cubicBezTo>
                    <a:pt x="31885" y="36931"/>
                    <a:pt x="40578" y="45624"/>
                    <a:pt x="44651" y="45472"/>
                  </a:cubicBezTo>
                  <a:cubicBezTo>
                    <a:pt x="53101" y="45168"/>
                    <a:pt x="58421" y="32828"/>
                    <a:pt x="67874" y="30852"/>
                  </a:cubicBezTo>
                  <a:cubicBezTo>
                    <a:pt x="76658" y="29028"/>
                    <a:pt x="86233" y="32706"/>
                    <a:pt x="91856" y="37509"/>
                  </a:cubicBezTo>
                  <a:cubicBezTo>
                    <a:pt x="96476" y="41491"/>
                    <a:pt x="98908" y="48542"/>
                    <a:pt x="106780" y="48755"/>
                  </a:cubicBezTo>
                  <a:cubicBezTo>
                    <a:pt x="112647" y="48907"/>
                    <a:pt x="114045" y="50184"/>
                    <a:pt x="115565" y="55503"/>
                  </a:cubicBezTo>
                  <a:cubicBezTo>
                    <a:pt x="116841" y="60062"/>
                    <a:pt x="116628" y="63132"/>
                    <a:pt x="122404" y="64044"/>
                  </a:cubicBezTo>
                  <a:cubicBezTo>
                    <a:pt x="128544" y="65047"/>
                    <a:pt x="139486" y="61278"/>
                    <a:pt x="144957" y="64804"/>
                  </a:cubicBezTo>
                  <a:cubicBezTo>
                    <a:pt x="148818" y="67296"/>
                    <a:pt x="153559" y="71643"/>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24"/>
            <p:cNvSpPr/>
            <p:nvPr/>
          </p:nvSpPr>
          <p:spPr>
            <a:xfrm>
              <a:off x="2975000" y="442550"/>
              <a:ext cx="3962100" cy="1789575"/>
            </a:xfrm>
            <a:custGeom>
              <a:rect b="b" l="l" r="r" t="t"/>
              <a:pathLst>
                <a:path extrusionOk="0" fill="none" h="71583" w="158484">
                  <a:moveTo>
                    <a:pt x="0" y="1"/>
                  </a:moveTo>
                  <a:cubicBezTo>
                    <a:pt x="5380" y="2463"/>
                    <a:pt x="11216" y="4043"/>
                    <a:pt x="16900" y="5016"/>
                  </a:cubicBezTo>
                  <a:cubicBezTo>
                    <a:pt x="22797" y="6049"/>
                    <a:pt x="29058" y="8724"/>
                    <a:pt x="34135" y="10457"/>
                  </a:cubicBezTo>
                  <a:cubicBezTo>
                    <a:pt x="39667" y="12372"/>
                    <a:pt x="32037" y="28846"/>
                    <a:pt x="31855" y="32463"/>
                  </a:cubicBezTo>
                  <a:cubicBezTo>
                    <a:pt x="31672" y="36597"/>
                    <a:pt x="40852" y="44712"/>
                    <a:pt x="45503" y="44074"/>
                  </a:cubicBezTo>
                  <a:cubicBezTo>
                    <a:pt x="54165" y="42889"/>
                    <a:pt x="59606" y="32038"/>
                    <a:pt x="69090" y="30335"/>
                  </a:cubicBezTo>
                  <a:cubicBezTo>
                    <a:pt x="77479" y="28846"/>
                    <a:pt x="87388" y="31703"/>
                    <a:pt x="92646" y="36566"/>
                  </a:cubicBezTo>
                  <a:cubicBezTo>
                    <a:pt x="97084" y="40670"/>
                    <a:pt x="98908" y="48634"/>
                    <a:pt x="107084" y="48725"/>
                  </a:cubicBezTo>
                  <a:cubicBezTo>
                    <a:pt x="112890" y="48816"/>
                    <a:pt x="114501" y="49910"/>
                    <a:pt x="116203" y="55229"/>
                  </a:cubicBezTo>
                  <a:cubicBezTo>
                    <a:pt x="117571" y="59606"/>
                    <a:pt x="117297" y="62555"/>
                    <a:pt x="122951" y="63436"/>
                  </a:cubicBezTo>
                  <a:cubicBezTo>
                    <a:pt x="129030" y="64378"/>
                    <a:pt x="139851" y="60944"/>
                    <a:pt x="145200" y="64622"/>
                  </a:cubicBezTo>
                  <a:cubicBezTo>
                    <a:pt x="148939" y="67205"/>
                    <a:pt x="153590" y="7158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24"/>
            <p:cNvSpPr/>
            <p:nvPr/>
          </p:nvSpPr>
          <p:spPr>
            <a:xfrm>
              <a:off x="2975000" y="442550"/>
              <a:ext cx="3962850" cy="1785000"/>
            </a:xfrm>
            <a:custGeom>
              <a:rect b="b" l="l" r="r" t="t"/>
              <a:pathLst>
                <a:path extrusionOk="0" fill="none" h="71400" w="158514">
                  <a:moveTo>
                    <a:pt x="0" y="1"/>
                  </a:moveTo>
                  <a:cubicBezTo>
                    <a:pt x="5411" y="2432"/>
                    <a:pt x="11307" y="3952"/>
                    <a:pt x="17052" y="4803"/>
                  </a:cubicBezTo>
                  <a:cubicBezTo>
                    <a:pt x="22949" y="5685"/>
                    <a:pt x="29028" y="8967"/>
                    <a:pt x="34682" y="9362"/>
                  </a:cubicBezTo>
                  <a:cubicBezTo>
                    <a:pt x="42007" y="9849"/>
                    <a:pt x="33557" y="28360"/>
                    <a:pt x="32858" y="31065"/>
                  </a:cubicBezTo>
                  <a:cubicBezTo>
                    <a:pt x="31308" y="36931"/>
                    <a:pt x="41095" y="43801"/>
                    <a:pt x="46141" y="42676"/>
                  </a:cubicBezTo>
                  <a:cubicBezTo>
                    <a:pt x="54925" y="40761"/>
                    <a:pt x="60731" y="31703"/>
                    <a:pt x="70245" y="29819"/>
                  </a:cubicBezTo>
                  <a:cubicBezTo>
                    <a:pt x="78451" y="28177"/>
                    <a:pt x="88573" y="30731"/>
                    <a:pt x="93497" y="35563"/>
                  </a:cubicBezTo>
                  <a:cubicBezTo>
                    <a:pt x="97753" y="39728"/>
                    <a:pt x="98969" y="48725"/>
                    <a:pt x="107419" y="48755"/>
                  </a:cubicBezTo>
                  <a:cubicBezTo>
                    <a:pt x="113163" y="48755"/>
                    <a:pt x="115018" y="49667"/>
                    <a:pt x="116872" y="54956"/>
                  </a:cubicBezTo>
                  <a:cubicBezTo>
                    <a:pt x="118331" y="59181"/>
                    <a:pt x="118027" y="61977"/>
                    <a:pt x="123559" y="62798"/>
                  </a:cubicBezTo>
                  <a:cubicBezTo>
                    <a:pt x="129638" y="63710"/>
                    <a:pt x="140459" y="60579"/>
                    <a:pt x="145504" y="64470"/>
                  </a:cubicBezTo>
                  <a:cubicBezTo>
                    <a:pt x="148939" y="67144"/>
                    <a:pt x="153802" y="7140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24"/>
            <p:cNvSpPr/>
            <p:nvPr/>
          </p:nvSpPr>
          <p:spPr>
            <a:xfrm>
              <a:off x="2975000" y="442550"/>
              <a:ext cx="3962100" cy="1781975"/>
            </a:xfrm>
            <a:custGeom>
              <a:rect b="b" l="l" r="r" t="t"/>
              <a:pathLst>
                <a:path extrusionOk="0" fill="none" h="71279" w="158484">
                  <a:moveTo>
                    <a:pt x="0" y="1"/>
                  </a:moveTo>
                  <a:cubicBezTo>
                    <a:pt x="5471" y="2402"/>
                    <a:pt x="11247" y="3922"/>
                    <a:pt x="17174" y="4560"/>
                  </a:cubicBezTo>
                  <a:cubicBezTo>
                    <a:pt x="23253" y="5198"/>
                    <a:pt x="29514" y="8420"/>
                    <a:pt x="35107" y="8177"/>
                  </a:cubicBezTo>
                  <a:cubicBezTo>
                    <a:pt x="44044" y="7782"/>
                    <a:pt x="35290" y="26718"/>
                    <a:pt x="34256" y="29089"/>
                  </a:cubicBezTo>
                  <a:cubicBezTo>
                    <a:pt x="31369" y="35959"/>
                    <a:pt x="40578" y="42980"/>
                    <a:pt x="46658" y="41247"/>
                  </a:cubicBezTo>
                  <a:cubicBezTo>
                    <a:pt x="55533" y="38785"/>
                    <a:pt x="61947" y="31490"/>
                    <a:pt x="71369" y="29180"/>
                  </a:cubicBezTo>
                  <a:cubicBezTo>
                    <a:pt x="79424" y="27174"/>
                    <a:pt x="89819" y="29697"/>
                    <a:pt x="94470" y="34439"/>
                  </a:cubicBezTo>
                  <a:cubicBezTo>
                    <a:pt x="98482" y="38573"/>
                    <a:pt x="99090" y="48785"/>
                    <a:pt x="107753" y="48694"/>
                  </a:cubicBezTo>
                  <a:cubicBezTo>
                    <a:pt x="113407" y="48634"/>
                    <a:pt x="115504" y="49424"/>
                    <a:pt x="117510" y="54652"/>
                  </a:cubicBezTo>
                  <a:cubicBezTo>
                    <a:pt x="119060" y="58694"/>
                    <a:pt x="118665" y="61400"/>
                    <a:pt x="124167" y="62160"/>
                  </a:cubicBezTo>
                  <a:cubicBezTo>
                    <a:pt x="130246" y="62980"/>
                    <a:pt x="140793" y="60245"/>
                    <a:pt x="145717" y="64257"/>
                  </a:cubicBezTo>
                  <a:cubicBezTo>
                    <a:pt x="149061" y="66962"/>
                    <a:pt x="153802" y="71278"/>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24"/>
            <p:cNvSpPr/>
            <p:nvPr/>
          </p:nvSpPr>
          <p:spPr>
            <a:xfrm>
              <a:off x="2975000" y="442550"/>
              <a:ext cx="3962850" cy="1781200"/>
            </a:xfrm>
            <a:custGeom>
              <a:rect b="b" l="l" r="r" t="t"/>
              <a:pathLst>
                <a:path extrusionOk="0" fill="none" h="71248" w="158514">
                  <a:moveTo>
                    <a:pt x="0" y="1"/>
                  </a:moveTo>
                  <a:cubicBezTo>
                    <a:pt x="5502" y="2371"/>
                    <a:pt x="11338" y="3830"/>
                    <a:pt x="17326" y="4347"/>
                  </a:cubicBezTo>
                  <a:cubicBezTo>
                    <a:pt x="23405" y="4833"/>
                    <a:pt x="29484" y="7478"/>
                    <a:pt x="35381" y="7083"/>
                  </a:cubicBezTo>
                  <a:cubicBezTo>
                    <a:pt x="46171" y="6384"/>
                    <a:pt x="37660" y="22007"/>
                    <a:pt x="36080" y="26718"/>
                  </a:cubicBezTo>
                  <a:cubicBezTo>
                    <a:pt x="34560" y="31247"/>
                    <a:pt x="33192" y="34591"/>
                    <a:pt x="37387" y="37934"/>
                  </a:cubicBezTo>
                  <a:cubicBezTo>
                    <a:pt x="40062" y="40032"/>
                    <a:pt x="43983" y="40913"/>
                    <a:pt x="47144" y="39940"/>
                  </a:cubicBezTo>
                  <a:cubicBezTo>
                    <a:pt x="52007" y="38421"/>
                    <a:pt x="55959" y="34864"/>
                    <a:pt x="60548" y="32524"/>
                  </a:cubicBezTo>
                  <a:cubicBezTo>
                    <a:pt x="64409" y="30579"/>
                    <a:pt x="68360" y="29758"/>
                    <a:pt x="72403" y="28512"/>
                  </a:cubicBezTo>
                  <a:cubicBezTo>
                    <a:pt x="80275" y="26080"/>
                    <a:pt x="91187" y="28724"/>
                    <a:pt x="95503" y="33314"/>
                  </a:cubicBezTo>
                  <a:cubicBezTo>
                    <a:pt x="99303" y="37296"/>
                    <a:pt x="99212" y="48877"/>
                    <a:pt x="108118" y="48694"/>
                  </a:cubicBezTo>
                  <a:cubicBezTo>
                    <a:pt x="113589" y="48573"/>
                    <a:pt x="115990" y="49302"/>
                    <a:pt x="118148" y="54409"/>
                  </a:cubicBezTo>
                  <a:cubicBezTo>
                    <a:pt x="119820" y="58299"/>
                    <a:pt x="119364" y="60974"/>
                    <a:pt x="124805" y="61612"/>
                  </a:cubicBezTo>
                  <a:cubicBezTo>
                    <a:pt x="130519" y="62281"/>
                    <a:pt x="141249" y="59819"/>
                    <a:pt x="145991" y="64135"/>
                  </a:cubicBezTo>
                  <a:cubicBezTo>
                    <a:pt x="149213" y="67023"/>
                    <a:pt x="153863" y="71248"/>
                    <a:pt x="158514" y="68695"/>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24"/>
            <p:cNvSpPr/>
            <p:nvPr/>
          </p:nvSpPr>
          <p:spPr>
            <a:xfrm>
              <a:off x="2975000" y="442550"/>
              <a:ext cx="3962100" cy="1777400"/>
            </a:xfrm>
            <a:custGeom>
              <a:rect b="b" l="l" r="r" t="t"/>
              <a:pathLst>
                <a:path extrusionOk="0" fill="none" h="71096" w="158484">
                  <a:moveTo>
                    <a:pt x="0" y="1"/>
                  </a:moveTo>
                  <a:cubicBezTo>
                    <a:pt x="5532" y="2341"/>
                    <a:pt x="11429" y="3739"/>
                    <a:pt x="17447" y="4104"/>
                  </a:cubicBezTo>
                  <a:cubicBezTo>
                    <a:pt x="23496" y="4469"/>
                    <a:pt x="29484" y="6596"/>
                    <a:pt x="35533" y="6049"/>
                  </a:cubicBezTo>
                  <a:cubicBezTo>
                    <a:pt x="47357" y="4955"/>
                    <a:pt x="40822" y="16809"/>
                    <a:pt x="38208" y="23983"/>
                  </a:cubicBezTo>
                  <a:cubicBezTo>
                    <a:pt x="36657" y="28329"/>
                    <a:pt x="33557" y="33253"/>
                    <a:pt x="37691" y="36962"/>
                  </a:cubicBezTo>
                  <a:cubicBezTo>
                    <a:pt x="40244" y="39272"/>
                    <a:pt x="44591" y="39636"/>
                    <a:pt x="47661" y="38603"/>
                  </a:cubicBezTo>
                  <a:cubicBezTo>
                    <a:pt x="52646" y="36931"/>
                    <a:pt x="56901" y="33557"/>
                    <a:pt x="61764" y="31460"/>
                  </a:cubicBezTo>
                  <a:cubicBezTo>
                    <a:pt x="65533" y="29819"/>
                    <a:pt x="69576" y="29150"/>
                    <a:pt x="73375" y="27721"/>
                  </a:cubicBezTo>
                  <a:cubicBezTo>
                    <a:pt x="80974" y="24864"/>
                    <a:pt x="92464" y="27721"/>
                    <a:pt x="96659" y="32068"/>
                  </a:cubicBezTo>
                  <a:cubicBezTo>
                    <a:pt x="100884" y="36445"/>
                    <a:pt x="98634" y="48512"/>
                    <a:pt x="108452" y="48664"/>
                  </a:cubicBezTo>
                  <a:cubicBezTo>
                    <a:pt x="114014" y="48755"/>
                    <a:pt x="116416" y="49150"/>
                    <a:pt x="118756" y="54105"/>
                  </a:cubicBezTo>
                  <a:cubicBezTo>
                    <a:pt x="120550" y="57874"/>
                    <a:pt x="120002" y="60488"/>
                    <a:pt x="125413" y="61035"/>
                  </a:cubicBezTo>
                  <a:cubicBezTo>
                    <a:pt x="131158" y="61643"/>
                    <a:pt x="141553" y="59454"/>
                    <a:pt x="146234" y="63922"/>
                  </a:cubicBezTo>
                  <a:cubicBezTo>
                    <a:pt x="149334" y="66871"/>
                    <a:pt x="153894" y="71096"/>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24"/>
            <p:cNvSpPr/>
            <p:nvPr/>
          </p:nvSpPr>
          <p:spPr>
            <a:xfrm>
              <a:off x="2975000" y="442550"/>
              <a:ext cx="3962850" cy="1775125"/>
            </a:xfrm>
            <a:custGeom>
              <a:rect b="b" l="l" r="r" t="t"/>
              <a:pathLst>
                <a:path extrusionOk="0" fill="none" h="71005" w="158514">
                  <a:moveTo>
                    <a:pt x="0" y="1"/>
                  </a:moveTo>
                  <a:cubicBezTo>
                    <a:pt x="5593" y="2311"/>
                    <a:pt x="11520" y="3648"/>
                    <a:pt x="17569" y="3861"/>
                  </a:cubicBezTo>
                  <a:cubicBezTo>
                    <a:pt x="23587" y="4074"/>
                    <a:pt x="29636" y="5837"/>
                    <a:pt x="35594" y="5046"/>
                  </a:cubicBezTo>
                  <a:cubicBezTo>
                    <a:pt x="47569" y="3466"/>
                    <a:pt x="43800" y="12280"/>
                    <a:pt x="40578" y="20974"/>
                  </a:cubicBezTo>
                  <a:cubicBezTo>
                    <a:pt x="39059" y="25107"/>
                    <a:pt x="34773" y="31916"/>
                    <a:pt x="38268" y="35867"/>
                  </a:cubicBezTo>
                  <a:cubicBezTo>
                    <a:pt x="40548" y="38451"/>
                    <a:pt x="45381" y="38208"/>
                    <a:pt x="48238" y="37296"/>
                  </a:cubicBezTo>
                  <a:cubicBezTo>
                    <a:pt x="53405" y="35624"/>
                    <a:pt x="57965" y="32281"/>
                    <a:pt x="63102" y="30366"/>
                  </a:cubicBezTo>
                  <a:cubicBezTo>
                    <a:pt x="66780" y="28968"/>
                    <a:pt x="70701" y="28420"/>
                    <a:pt x="74257" y="26840"/>
                  </a:cubicBezTo>
                  <a:cubicBezTo>
                    <a:pt x="81552" y="23588"/>
                    <a:pt x="94075" y="26779"/>
                    <a:pt x="97935" y="30791"/>
                  </a:cubicBezTo>
                  <a:cubicBezTo>
                    <a:pt x="101887" y="34895"/>
                    <a:pt x="98938" y="48542"/>
                    <a:pt x="108817" y="48664"/>
                  </a:cubicBezTo>
                  <a:cubicBezTo>
                    <a:pt x="114227" y="48694"/>
                    <a:pt x="116872" y="49029"/>
                    <a:pt x="119364" y="53801"/>
                  </a:cubicBezTo>
                  <a:cubicBezTo>
                    <a:pt x="121249" y="57448"/>
                    <a:pt x="120702" y="60032"/>
                    <a:pt x="126021" y="60518"/>
                  </a:cubicBezTo>
                  <a:cubicBezTo>
                    <a:pt x="131826" y="61035"/>
                    <a:pt x="141857" y="59120"/>
                    <a:pt x="146507" y="63771"/>
                  </a:cubicBezTo>
                  <a:cubicBezTo>
                    <a:pt x="149456" y="66719"/>
                    <a:pt x="153924" y="7100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24"/>
            <p:cNvSpPr/>
            <p:nvPr/>
          </p:nvSpPr>
          <p:spPr>
            <a:xfrm>
              <a:off x="2975000" y="442550"/>
              <a:ext cx="3962850" cy="1772850"/>
            </a:xfrm>
            <a:custGeom>
              <a:rect b="b" l="l" r="r" t="t"/>
              <a:pathLst>
                <a:path extrusionOk="0" fill="none" h="70914" w="158514">
                  <a:moveTo>
                    <a:pt x="0" y="1"/>
                  </a:moveTo>
                  <a:cubicBezTo>
                    <a:pt x="5623" y="2280"/>
                    <a:pt x="11611" y="3526"/>
                    <a:pt x="17690" y="3648"/>
                  </a:cubicBezTo>
                  <a:cubicBezTo>
                    <a:pt x="23648" y="3709"/>
                    <a:pt x="29636" y="5016"/>
                    <a:pt x="35563" y="4104"/>
                  </a:cubicBezTo>
                  <a:cubicBezTo>
                    <a:pt x="47022" y="2371"/>
                    <a:pt x="46627" y="7843"/>
                    <a:pt x="43101" y="17812"/>
                  </a:cubicBezTo>
                  <a:cubicBezTo>
                    <a:pt x="41733" y="21612"/>
                    <a:pt x="36232" y="30670"/>
                    <a:pt x="39028" y="34621"/>
                  </a:cubicBezTo>
                  <a:cubicBezTo>
                    <a:pt x="41004" y="37387"/>
                    <a:pt x="46293" y="36901"/>
                    <a:pt x="48968" y="35989"/>
                  </a:cubicBezTo>
                  <a:cubicBezTo>
                    <a:pt x="57235" y="33071"/>
                    <a:pt x="67235" y="29667"/>
                    <a:pt x="75108" y="25867"/>
                  </a:cubicBezTo>
                  <a:cubicBezTo>
                    <a:pt x="82008" y="22524"/>
                    <a:pt x="95655" y="25746"/>
                    <a:pt x="99303" y="29484"/>
                  </a:cubicBezTo>
                  <a:cubicBezTo>
                    <a:pt x="103042" y="33284"/>
                    <a:pt x="99546" y="48573"/>
                    <a:pt x="109242" y="48573"/>
                  </a:cubicBezTo>
                  <a:cubicBezTo>
                    <a:pt x="114379" y="48573"/>
                    <a:pt x="117328" y="48968"/>
                    <a:pt x="119942" y="53527"/>
                  </a:cubicBezTo>
                  <a:cubicBezTo>
                    <a:pt x="121948" y="57023"/>
                    <a:pt x="121340" y="59606"/>
                    <a:pt x="126629" y="60032"/>
                  </a:cubicBezTo>
                  <a:cubicBezTo>
                    <a:pt x="132495" y="60488"/>
                    <a:pt x="142130" y="58725"/>
                    <a:pt x="146751" y="63558"/>
                  </a:cubicBezTo>
                  <a:cubicBezTo>
                    <a:pt x="149608" y="66567"/>
                    <a:pt x="153985" y="70913"/>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24"/>
            <p:cNvSpPr/>
            <p:nvPr/>
          </p:nvSpPr>
          <p:spPr>
            <a:xfrm>
              <a:off x="2975000" y="442550"/>
              <a:ext cx="3962100" cy="1769800"/>
            </a:xfrm>
            <a:custGeom>
              <a:rect b="b" l="l" r="r" t="t"/>
              <a:pathLst>
                <a:path extrusionOk="0" fill="none" h="70792" w="158484">
                  <a:moveTo>
                    <a:pt x="0" y="1"/>
                  </a:moveTo>
                  <a:cubicBezTo>
                    <a:pt x="5654" y="2280"/>
                    <a:pt x="11703" y="3435"/>
                    <a:pt x="17812" y="3405"/>
                  </a:cubicBezTo>
                  <a:cubicBezTo>
                    <a:pt x="23709" y="3344"/>
                    <a:pt x="29606" y="4165"/>
                    <a:pt x="35502" y="3192"/>
                  </a:cubicBezTo>
                  <a:cubicBezTo>
                    <a:pt x="37660" y="2858"/>
                    <a:pt x="42463" y="1976"/>
                    <a:pt x="44621" y="2949"/>
                  </a:cubicBezTo>
                  <a:cubicBezTo>
                    <a:pt x="49545" y="5168"/>
                    <a:pt x="46840" y="10913"/>
                    <a:pt x="45624" y="14742"/>
                  </a:cubicBezTo>
                  <a:cubicBezTo>
                    <a:pt x="43557" y="21369"/>
                    <a:pt x="34135" y="40001"/>
                    <a:pt x="49819" y="34652"/>
                  </a:cubicBezTo>
                  <a:cubicBezTo>
                    <a:pt x="58299" y="31734"/>
                    <a:pt x="67935" y="28177"/>
                    <a:pt x="76050" y="24864"/>
                  </a:cubicBezTo>
                  <a:cubicBezTo>
                    <a:pt x="83072" y="21977"/>
                    <a:pt x="96051" y="24347"/>
                    <a:pt x="100762" y="28117"/>
                  </a:cubicBezTo>
                  <a:cubicBezTo>
                    <a:pt x="105716" y="32098"/>
                    <a:pt x="98908" y="48299"/>
                    <a:pt x="109698" y="48482"/>
                  </a:cubicBezTo>
                  <a:cubicBezTo>
                    <a:pt x="114653" y="48573"/>
                    <a:pt x="117753" y="48846"/>
                    <a:pt x="120458" y="53254"/>
                  </a:cubicBezTo>
                  <a:cubicBezTo>
                    <a:pt x="122586" y="56628"/>
                    <a:pt x="121948" y="59242"/>
                    <a:pt x="127176" y="59576"/>
                  </a:cubicBezTo>
                  <a:cubicBezTo>
                    <a:pt x="133133" y="60001"/>
                    <a:pt x="142404" y="58360"/>
                    <a:pt x="146963" y="63375"/>
                  </a:cubicBezTo>
                  <a:cubicBezTo>
                    <a:pt x="149699" y="66385"/>
                    <a:pt x="153985" y="70792"/>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24"/>
            <p:cNvSpPr/>
            <p:nvPr/>
          </p:nvSpPr>
          <p:spPr>
            <a:xfrm>
              <a:off x="2975000" y="442550"/>
              <a:ext cx="3963625" cy="1767525"/>
            </a:xfrm>
            <a:custGeom>
              <a:rect b="b" l="l" r="r" t="t"/>
              <a:pathLst>
                <a:path extrusionOk="0" fill="none" h="70701" w="158545">
                  <a:moveTo>
                    <a:pt x="0" y="1"/>
                  </a:moveTo>
                  <a:cubicBezTo>
                    <a:pt x="5715" y="2250"/>
                    <a:pt x="11794" y="3314"/>
                    <a:pt x="17934" y="3192"/>
                  </a:cubicBezTo>
                  <a:cubicBezTo>
                    <a:pt x="23770" y="2979"/>
                    <a:pt x="29575" y="3314"/>
                    <a:pt x="35411" y="2341"/>
                  </a:cubicBezTo>
                  <a:cubicBezTo>
                    <a:pt x="44439" y="791"/>
                    <a:pt x="50518" y="2371"/>
                    <a:pt x="48147" y="11916"/>
                  </a:cubicBezTo>
                  <a:cubicBezTo>
                    <a:pt x="46627" y="18086"/>
                    <a:pt x="34894" y="38725"/>
                    <a:pt x="50883" y="33253"/>
                  </a:cubicBezTo>
                  <a:cubicBezTo>
                    <a:pt x="59697" y="30244"/>
                    <a:pt x="68482" y="26688"/>
                    <a:pt x="77418" y="23922"/>
                  </a:cubicBezTo>
                  <a:cubicBezTo>
                    <a:pt x="84227" y="21794"/>
                    <a:pt x="97601" y="22585"/>
                    <a:pt x="102312" y="26779"/>
                  </a:cubicBezTo>
                  <a:cubicBezTo>
                    <a:pt x="107510" y="31399"/>
                    <a:pt x="99394" y="48056"/>
                    <a:pt x="110276" y="48330"/>
                  </a:cubicBezTo>
                  <a:cubicBezTo>
                    <a:pt x="115200" y="48451"/>
                    <a:pt x="117966" y="49181"/>
                    <a:pt x="120945" y="52889"/>
                  </a:cubicBezTo>
                  <a:cubicBezTo>
                    <a:pt x="123376" y="55928"/>
                    <a:pt x="122464" y="58877"/>
                    <a:pt x="127784" y="59150"/>
                  </a:cubicBezTo>
                  <a:cubicBezTo>
                    <a:pt x="133711" y="59454"/>
                    <a:pt x="142769" y="58026"/>
                    <a:pt x="147267" y="63223"/>
                  </a:cubicBezTo>
                  <a:cubicBezTo>
                    <a:pt x="149881" y="66202"/>
                    <a:pt x="154076" y="70701"/>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24"/>
            <p:cNvSpPr/>
            <p:nvPr/>
          </p:nvSpPr>
          <p:spPr>
            <a:xfrm>
              <a:off x="2975000" y="442550"/>
              <a:ext cx="3962850" cy="1765250"/>
            </a:xfrm>
            <a:custGeom>
              <a:rect b="b" l="l" r="r" t="t"/>
              <a:pathLst>
                <a:path extrusionOk="0" fill="none" h="70610" w="158514">
                  <a:moveTo>
                    <a:pt x="0" y="1"/>
                  </a:moveTo>
                  <a:cubicBezTo>
                    <a:pt x="5745" y="2219"/>
                    <a:pt x="11885" y="3223"/>
                    <a:pt x="18025" y="2949"/>
                  </a:cubicBezTo>
                  <a:cubicBezTo>
                    <a:pt x="23800" y="2645"/>
                    <a:pt x="29514" y="2493"/>
                    <a:pt x="35259" y="1490"/>
                  </a:cubicBezTo>
                  <a:cubicBezTo>
                    <a:pt x="38056" y="1004"/>
                    <a:pt x="42189" y="396"/>
                    <a:pt x="44986" y="1064"/>
                  </a:cubicBezTo>
                  <a:cubicBezTo>
                    <a:pt x="50183" y="2280"/>
                    <a:pt x="51065" y="4803"/>
                    <a:pt x="50487" y="9454"/>
                  </a:cubicBezTo>
                  <a:cubicBezTo>
                    <a:pt x="49728" y="14986"/>
                    <a:pt x="36627" y="36870"/>
                    <a:pt x="52068" y="31825"/>
                  </a:cubicBezTo>
                  <a:cubicBezTo>
                    <a:pt x="60944" y="28937"/>
                    <a:pt x="69910" y="25533"/>
                    <a:pt x="79029" y="23010"/>
                  </a:cubicBezTo>
                  <a:cubicBezTo>
                    <a:pt x="86111" y="21095"/>
                    <a:pt x="98969" y="21551"/>
                    <a:pt x="103893" y="25472"/>
                  </a:cubicBezTo>
                  <a:cubicBezTo>
                    <a:pt x="109212" y="29697"/>
                    <a:pt x="100093" y="47661"/>
                    <a:pt x="110823" y="48147"/>
                  </a:cubicBezTo>
                  <a:cubicBezTo>
                    <a:pt x="115595" y="48360"/>
                    <a:pt x="118422" y="49120"/>
                    <a:pt x="121431" y="52646"/>
                  </a:cubicBezTo>
                  <a:cubicBezTo>
                    <a:pt x="123923" y="55594"/>
                    <a:pt x="123103" y="58542"/>
                    <a:pt x="128300" y="58786"/>
                  </a:cubicBezTo>
                  <a:cubicBezTo>
                    <a:pt x="134288" y="59059"/>
                    <a:pt x="143042" y="57783"/>
                    <a:pt x="147480" y="63041"/>
                  </a:cubicBezTo>
                  <a:cubicBezTo>
                    <a:pt x="150003" y="65989"/>
                    <a:pt x="154076" y="7061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24"/>
            <p:cNvSpPr/>
            <p:nvPr/>
          </p:nvSpPr>
          <p:spPr>
            <a:xfrm>
              <a:off x="2975000" y="428125"/>
              <a:ext cx="3962850" cy="1777400"/>
            </a:xfrm>
            <a:custGeom>
              <a:rect b="b" l="l" r="r" t="t"/>
              <a:pathLst>
                <a:path extrusionOk="0" fill="none" h="71096" w="158514">
                  <a:moveTo>
                    <a:pt x="0" y="578"/>
                  </a:moveTo>
                  <a:cubicBezTo>
                    <a:pt x="5715" y="2705"/>
                    <a:pt x="12128" y="3769"/>
                    <a:pt x="18146" y="3313"/>
                  </a:cubicBezTo>
                  <a:cubicBezTo>
                    <a:pt x="23861" y="2888"/>
                    <a:pt x="29484" y="2219"/>
                    <a:pt x="35138" y="1246"/>
                  </a:cubicBezTo>
                  <a:cubicBezTo>
                    <a:pt x="42554" y="0"/>
                    <a:pt x="52281" y="1489"/>
                    <a:pt x="52585" y="7994"/>
                  </a:cubicBezTo>
                  <a:cubicBezTo>
                    <a:pt x="52767" y="12523"/>
                    <a:pt x="39211" y="35350"/>
                    <a:pt x="53436" y="30882"/>
                  </a:cubicBezTo>
                  <a:cubicBezTo>
                    <a:pt x="62372" y="28086"/>
                    <a:pt x="71673" y="25137"/>
                    <a:pt x="80914" y="22736"/>
                  </a:cubicBezTo>
                  <a:cubicBezTo>
                    <a:pt x="88604" y="20760"/>
                    <a:pt x="100032" y="21551"/>
                    <a:pt x="105443" y="24803"/>
                  </a:cubicBezTo>
                  <a:cubicBezTo>
                    <a:pt x="111674" y="28511"/>
                    <a:pt x="99941" y="47508"/>
                    <a:pt x="111431" y="48511"/>
                  </a:cubicBezTo>
                  <a:cubicBezTo>
                    <a:pt x="116081" y="48937"/>
                    <a:pt x="118847" y="49606"/>
                    <a:pt x="121887" y="52980"/>
                  </a:cubicBezTo>
                  <a:cubicBezTo>
                    <a:pt x="124440" y="55837"/>
                    <a:pt x="123741" y="58785"/>
                    <a:pt x="128787" y="58998"/>
                  </a:cubicBezTo>
                  <a:cubicBezTo>
                    <a:pt x="134836" y="59271"/>
                    <a:pt x="143316" y="58147"/>
                    <a:pt x="147723" y="63436"/>
                  </a:cubicBezTo>
                  <a:cubicBezTo>
                    <a:pt x="150125" y="66323"/>
                    <a:pt x="154106" y="71095"/>
                    <a:pt x="158514" y="6924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24"/>
            <p:cNvSpPr/>
            <p:nvPr/>
          </p:nvSpPr>
          <p:spPr>
            <a:xfrm>
              <a:off x="2975000" y="412925"/>
              <a:ext cx="3962850" cy="1789550"/>
            </a:xfrm>
            <a:custGeom>
              <a:rect b="b" l="l" r="r" t="t"/>
              <a:pathLst>
                <a:path extrusionOk="0" fill="none" h="71582" w="158514">
                  <a:moveTo>
                    <a:pt x="0" y="1186"/>
                  </a:moveTo>
                  <a:cubicBezTo>
                    <a:pt x="5745" y="3283"/>
                    <a:pt x="12219" y="4286"/>
                    <a:pt x="18238" y="3678"/>
                  </a:cubicBezTo>
                  <a:cubicBezTo>
                    <a:pt x="23891" y="3131"/>
                    <a:pt x="29454" y="1976"/>
                    <a:pt x="35046" y="1034"/>
                  </a:cubicBezTo>
                  <a:cubicBezTo>
                    <a:pt x="41308" y="0"/>
                    <a:pt x="52980" y="638"/>
                    <a:pt x="54317" y="7082"/>
                  </a:cubicBezTo>
                  <a:cubicBezTo>
                    <a:pt x="55260" y="11672"/>
                    <a:pt x="42159" y="33557"/>
                    <a:pt x="54895" y="29879"/>
                  </a:cubicBezTo>
                  <a:cubicBezTo>
                    <a:pt x="64044" y="27204"/>
                    <a:pt x="73588" y="24864"/>
                    <a:pt x="82950" y="22523"/>
                  </a:cubicBezTo>
                  <a:cubicBezTo>
                    <a:pt x="90488" y="20608"/>
                    <a:pt x="101248" y="21186"/>
                    <a:pt x="106932" y="24256"/>
                  </a:cubicBezTo>
                  <a:cubicBezTo>
                    <a:pt x="113862" y="27964"/>
                    <a:pt x="100762" y="47478"/>
                    <a:pt x="112069" y="48876"/>
                  </a:cubicBezTo>
                  <a:cubicBezTo>
                    <a:pt x="116264" y="49363"/>
                    <a:pt x="119729" y="49879"/>
                    <a:pt x="122343" y="53344"/>
                  </a:cubicBezTo>
                  <a:cubicBezTo>
                    <a:pt x="124562" y="56354"/>
                    <a:pt x="124653" y="59089"/>
                    <a:pt x="129273" y="59272"/>
                  </a:cubicBezTo>
                  <a:cubicBezTo>
                    <a:pt x="135352" y="59545"/>
                    <a:pt x="143620" y="58603"/>
                    <a:pt x="147936" y="63861"/>
                  </a:cubicBezTo>
                  <a:cubicBezTo>
                    <a:pt x="150277" y="66688"/>
                    <a:pt x="154137" y="71582"/>
                    <a:pt x="158514" y="6984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24"/>
            <p:cNvSpPr/>
            <p:nvPr/>
          </p:nvSpPr>
          <p:spPr>
            <a:xfrm>
              <a:off x="2975000" y="386325"/>
              <a:ext cx="3962850" cy="1813875"/>
            </a:xfrm>
            <a:custGeom>
              <a:rect b="b" l="l" r="r" t="t"/>
              <a:pathLst>
                <a:path extrusionOk="0" fill="none" h="72555" w="158514">
                  <a:moveTo>
                    <a:pt x="0" y="2250"/>
                  </a:moveTo>
                  <a:cubicBezTo>
                    <a:pt x="5806" y="4286"/>
                    <a:pt x="12371" y="5259"/>
                    <a:pt x="18390" y="4529"/>
                  </a:cubicBezTo>
                  <a:cubicBezTo>
                    <a:pt x="23982" y="3830"/>
                    <a:pt x="29423" y="2250"/>
                    <a:pt x="35046" y="1307"/>
                  </a:cubicBezTo>
                  <a:cubicBezTo>
                    <a:pt x="42767" y="0"/>
                    <a:pt x="52402" y="2067"/>
                    <a:pt x="55685" y="7174"/>
                  </a:cubicBezTo>
                  <a:cubicBezTo>
                    <a:pt x="57570" y="10183"/>
                    <a:pt x="46658" y="32159"/>
                    <a:pt x="56719" y="29271"/>
                  </a:cubicBezTo>
                  <a:cubicBezTo>
                    <a:pt x="65442" y="26748"/>
                    <a:pt x="75746" y="25077"/>
                    <a:pt x="85139" y="22736"/>
                  </a:cubicBezTo>
                  <a:cubicBezTo>
                    <a:pt x="92494" y="20882"/>
                    <a:pt x="102099" y="21338"/>
                    <a:pt x="108300" y="24317"/>
                  </a:cubicBezTo>
                  <a:cubicBezTo>
                    <a:pt x="116477" y="28207"/>
                    <a:pt x="101765" y="47873"/>
                    <a:pt x="112799" y="49636"/>
                  </a:cubicBezTo>
                  <a:cubicBezTo>
                    <a:pt x="116780" y="50275"/>
                    <a:pt x="120215" y="50852"/>
                    <a:pt x="122768" y="54165"/>
                  </a:cubicBezTo>
                  <a:cubicBezTo>
                    <a:pt x="125048" y="57083"/>
                    <a:pt x="125200" y="59849"/>
                    <a:pt x="129729" y="60032"/>
                  </a:cubicBezTo>
                  <a:cubicBezTo>
                    <a:pt x="135839" y="60336"/>
                    <a:pt x="143893" y="59545"/>
                    <a:pt x="148179" y="64773"/>
                  </a:cubicBezTo>
                  <a:cubicBezTo>
                    <a:pt x="150459" y="67539"/>
                    <a:pt x="154167" y="72555"/>
                    <a:pt x="158514" y="7091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24"/>
            <p:cNvSpPr/>
            <p:nvPr/>
          </p:nvSpPr>
          <p:spPr>
            <a:xfrm>
              <a:off x="2975000" y="367325"/>
              <a:ext cx="3962850" cy="1829825"/>
            </a:xfrm>
            <a:custGeom>
              <a:rect b="b" l="l" r="r" t="t"/>
              <a:pathLst>
                <a:path extrusionOk="0" fill="none" h="73193" w="158514">
                  <a:moveTo>
                    <a:pt x="0" y="3010"/>
                  </a:moveTo>
                  <a:cubicBezTo>
                    <a:pt x="5836" y="5016"/>
                    <a:pt x="12432" y="5897"/>
                    <a:pt x="18481" y="5046"/>
                  </a:cubicBezTo>
                  <a:cubicBezTo>
                    <a:pt x="24104" y="4286"/>
                    <a:pt x="29514" y="2067"/>
                    <a:pt x="35077" y="1216"/>
                  </a:cubicBezTo>
                  <a:cubicBezTo>
                    <a:pt x="43010" y="0"/>
                    <a:pt x="51703" y="2584"/>
                    <a:pt x="56719" y="7447"/>
                  </a:cubicBezTo>
                  <a:cubicBezTo>
                    <a:pt x="60123" y="10791"/>
                    <a:pt x="50335" y="30396"/>
                    <a:pt x="58998" y="28360"/>
                  </a:cubicBezTo>
                  <a:cubicBezTo>
                    <a:pt x="67722" y="26293"/>
                    <a:pt x="78056" y="25016"/>
                    <a:pt x="87357" y="22615"/>
                  </a:cubicBezTo>
                  <a:cubicBezTo>
                    <a:pt x="94531" y="20761"/>
                    <a:pt x="103224" y="21065"/>
                    <a:pt x="109546" y="24104"/>
                  </a:cubicBezTo>
                  <a:cubicBezTo>
                    <a:pt x="118209" y="28268"/>
                    <a:pt x="103376" y="47965"/>
                    <a:pt x="113559" y="50062"/>
                  </a:cubicBezTo>
                  <a:cubicBezTo>
                    <a:pt x="117328" y="50822"/>
                    <a:pt x="120671" y="51551"/>
                    <a:pt x="123194" y="54682"/>
                  </a:cubicBezTo>
                  <a:cubicBezTo>
                    <a:pt x="125474" y="57539"/>
                    <a:pt x="125717" y="60305"/>
                    <a:pt x="130155" y="60518"/>
                  </a:cubicBezTo>
                  <a:cubicBezTo>
                    <a:pt x="136295" y="60852"/>
                    <a:pt x="144137" y="60214"/>
                    <a:pt x="148392" y="65381"/>
                  </a:cubicBezTo>
                  <a:cubicBezTo>
                    <a:pt x="150611" y="68056"/>
                    <a:pt x="154228" y="73193"/>
                    <a:pt x="158514" y="7167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24"/>
            <p:cNvSpPr/>
            <p:nvPr/>
          </p:nvSpPr>
          <p:spPr>
            <a:xfrm>
              <a:off x="2975000" y="347575"/>
              <a:ext cx="3962850" cy="1845775"/>
            </a:xfrm>
            <a:custGeom>
              <a:rect b="b" l="l" r="r" t="t"/>
              <a:pathLst>
                <a:path extrusionOk="0" fill="none" h="73831" w="158514">
                  <a:moveTo>
                    <a:pt x="0" y="3800"/>
                  </a:moveTo>
                  <a:cubicBezTo>
                    <a:pt x="5867" y="5775"/>
                    <a:pt x="12554" y="6566"/>
                    <a:pt x="18602" y="5623"/>
                  </a:cubicBezTo>
                  <a:cubicBezTo>
                    <a:pt x="24256" y="4711"/>
                    <a:pt x="29575" y="1915"/>
                    <a:pt x="35229" y="1125"/>
                  </a:cubicBezTo>
                  <a:cubicBezTo>
                    <a:pt x="43284" y="0"/>
                    <a:pt x="51217" y="3404"/>
                    <a:pt x="57448" y="7903"/>
                  </a:cubicBezTo>
                  <a:cubicBezTo>
                    <a:pt x="62129" y="11247"/>
                    <a:pt x="59454" y="16353"/>
                    <a:pt x="58421" y="20852"/>
                  </a:cubicBezTo>
                  <a:cubicBezTo>
                    <a:pt x="57782" y="23587"/>
                    <a:pt x="56506" y="28420"/>
                    <a:pt x="61582" y="27599"/>
                  </a:cubicBezTo>
                  <a:cubicBezTo>
                    <a:pt x="70305" y="26171"/>
                    <a:pt x="80366" y="24925"/>
                    <a:pt x="89516" y="22493"/>
                  </a:cubicBezTo>
                  <a:cubicBezTo>
                    <a:pt x="96628" y="20639"/>
                    <a:pt x="104501" y="20700"/>
                    <a:pt x="110732" y="23952"/>
                  </a:cubicBezTo>
                  <a:cubicBezTo>
                    <a:pt x="119698" y="28663"/>
                    <a:pt x="104501" y="47600"/>
                    <a:pt x="114379" y="50487"/>
                  </a:cubicBezTo>
                  <a:cubicBezTo>
                    <a:pt x="117996" y="51551"/>
                    <a:pt x="121157" y="52250"/>
                    <a:pt x="123619" y="55229"/>
                  </a:cubicBezTo>
                  <a:cubicBezTo>
                    <a:pt x="125899" y="57995"/>
                    <a:pt x="126203" y="60791"/>
                    <a:pt x="130550" y="61065"/>
                  </a:cubicBezTo>
                  <a:cubicBezTo>
                    <a:pt x="136659" y="61399"/>
                    <a:pt x="144380" y="60913"/>
                    <a:pt x="148605" y="65989"/>
                  </a:cubicBezTo>
                  <a:cubicBezTo>
                    <a:pt x="150793" y="68603"/>
                    <a:pt x="154258" y="73831"/>
                    <a:pt x="158514" y="7246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24"/>
            <p:cNvSpPr/>
            <p:nvPr/>
          </p:nvSpPr>
          <p:spPr>
            <a:xfrm>
              <a:off x="2975000" y="324000"/>
              <a:ext cx="3962850" cy="1867075"/>
            </a:xfrm>
            <a:custGeom>
              <a:rect b="b" l="l" r="r" t="t"/>
              <a:pathLst>
                <a:path extrusionOk="0" fill="none" h="74683" w="158514">
                  <a:moveTo>
                    <a:pt x="0" y="4743"/>
                  </a:moveTo>
                  <a:cubicBezTo>
                    <a:pt x="5897" y="6688"/>
                    <a:pt x="12645" y="7387"/>
                    <a:pt x="18724" y="6323"/>
                  </a:cubicBezTo>
                  <a:cubicBezTo>
                    <a:pt x="24469" y="5290"/>
                    <a:pt x="29758" y="1977"/>
                    <a:pt x="35502" y="1156"/>
                  </a:cubicBezTo>
                  <a:cubicBezTo>
                    <a:pt x="43466" y="1"/>
                    <a:pt x="51460" y="4682"/>
                    <a:pt x="57934" y="8572"/>
                  </a:cubicBezTo>
                  <a:cubicBezTo>
                    <a:pt x="62858" y="11521"/>
                    <a:pt x="62099" y="15411"/>
                    <a:pt x="61339" y="20153"/>
                  </a:cubicBezTo>
                  <a:cubicBezTo>
                    <a:pt x="60883" y="22919"/>
                    <a:pt x="59576" y="27448"/>
                    <a:pt x="64378" y="27144"/>
                  </a:cubicBezTo>
                  <a:cubicBezTo>
                    <a:pt x="73223" y="26597"/>
                    <a:pt x="82737" y="24834"/>
                    <a:pt x="91643" y="22494"/>
                  </a:cubicBezTo>
                  <a:cubicBezTo>
                    <a:pt x="98817" y="20609"/>
                    <a:pt x="105747" y="20366"/>
                    <a:pt x="111856" y="23983"/>
                  </a:cubicBezTo>
                  <a:cubicBezTo>
                    <a:pt x="120519" y="29120"/>
                    <a:pt x="105990" y="47296"/>
                    <a:pt x="115230" y="51035"/>
                  </a:cubicBezTo>
                  <a:cubicBezTo>
                    <a:pt x="118543" y="52372"/>
                    <a:pt x="121705" y="53072"/>
                    <a:pt x="124045" y="55898"/>
                  </a:cubicBezTo>
                  <a:cubicBezTo>
                    <a:pt x="126325" y="58634"/>
                    <a:pt x="126659" y="61461"/>
                    <a:pt x="130914" y="61765"/>
                  </a:cubicBezTo>
                  <a:cubicBezTo>
                    <a:pt x="136994" y="62160"/>
                    <a:pt x="144593" y="61825"/>
                    <a:pt x="148818" y="66810"/>
                  </a:cubicBezTo>
                  <a:cubicBezTo>
                    <a:pt x="150945" y="69364"/>
                    <a:pt x="154289" y="74683"/>
                    <a:pt x="158514" y="73406"/>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24"/>
            <p:cNvSpPr/>
            <p:nvPr/>
          </p:nvSpPr>
          <p:spPr>
            <a:xfrm>
              <a:off x="2975000" y="297425"/>
              <a:ext cx="3962850" cy="1890625"/>
            </a:xfrm>
            <a:custGeom>
              <a:rect b="b" l="l" r="r" t="t"/>
              <a:pathLst>
                <a:path extrusionOk="0" fill="none" h="75625" w="158514">
                  <a:moveTo>
                    <a:pt x="0" y="5806"/>
                  </a:moveTo>
                  <a:cubicBezTo>
                    <a:pt x="5927" y="7690"/>
                    <a:pt x="12918" y="8450"/>
                    <a:pt x="18815" y="7173"/>
                  </a:cubicBezTo>
                  <a:cubicBezTo>
                    <a:pt x="24530" y="5927"/>
                    <a:pt x="30122" y="2128"/>
                    <a:pt x="35928" y="1216"/>
                  </a:cubicBezTo>
                  <a:cubicBezTo>
                    <a:pt x="43648" y="0"/>
                    <a:pt x="52494" y="5593"/>
                    <a:pt x="58178" y="9392"/>
                  </a:cubicBezTo>
                  <a:cubicBezTo>
                    <a:pt x="62585" y="12310"/>
                    <a:pt x="64226" y="14347"/>
                    <a:pt x="64074" y="19940"/>
                  </a:cubicBezTo>
                  <a:cubicBezTo>
                    <a:pt x="64014" y="22797"/>
                    <a:pt x="62828" y="26839"/>
                    <a:pt x="67296" y="27022"/>
                  </a:cubicBezTo>
                  <a:cubicBezTo>
                    <a:pt x="76081" y="27417"/>
                    <a:pt x="85199" y="24560"/>
                    <a:pt x="93589" y="22584"/>
                  </a:cubicBezTo>
                  <a:cubicBezTo>
                    <a:pt x="100975" y="20851"/>
                    <a:pt x="106598" y="19879"/>
                    <a:pt x="112920" y="24165"/>
                  </a:cubicBezTo>
                  <a:cubicBezTo>
                    <a:pt x="121188" y="29788"/>
                    <a:pt x="107753" y="47113"/>
                    <a:pt x="116142" y="51673"/>
                  </a:cubicBezTo>
                  <a:cubicBezTo>
                    <a:pt x="119030" y="53223"/>
                    <a:pt x="122221" y="54013"/>
                    <a:pt x="124501" y="56718"/>
                  </a:cubicBezTo>
                  <a:cubicBezTo>
                    <a:pt x="126781" y="59423"/>
                    <a:pt x="127115" y="62281"/>
                    <a:pt x="131279" y="62615"/>
                  </a:cubicBezTo>
                  <a:cubicBezTo>
                    <a:pt x="137358" y="63101"/>
                    <a:pt x="144836" y="62828"/>
                    <a:pt x="149030" y="67752"/>
                  </a:cubicBezTo>
                  <a:cubicBezTo>
                    <a:pt x="151158" y="70244"/>
                    <a:pt x="154350" y="75624"/>
                    <a:pt x="158514" y="7446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24"/>
            <p:cNvSpPr/>
            <p:nvPr/>
          </p:nvSpPr>
          <p:spPr>
            <a:xfrm>
              <a:off x="2975000" y="270050"/>
              <a:ext cx="3962100" cy="1914200"/>
            </a:xfrm>
            <a:custGeom>
              <a:rect b="b" l="l" r="r" t="t"/>
              <a:pathLst>
                <a:path extrusionOk="0" fill="none" h="76568" w="158484">
                  <a:moveTo>
                    <a:pt x="0" y="6901"/>
                  </a:moveTo>
                  <a:cubicBezTo>
                    <a:pt x="5988" y="8785"/>
                    <a:pt x="13040" y="9484"/>
                    <a:pt x="18937" y="8025"/>
                  </a:cubicBezTo>
                  <a:cubicBezTo>
                    <a:pt x="24803" y="6627"/>
                    <a:pt x="30396" y="2402"/>
                    <a:pt x="36414" y="1338"/>
                  </a:cubicBezTo>
                  <a:cubicBezTo>
                    <a:pt x="44013" y="1"/>
                    <a:pt x="52463" y="6688"/>
                    <a:pt x="58208" y="10244"/>
                  </a:cubicBezTo>
                  <a:cubicBezTo>
                    <a:pt x="62676" y="13010"/>
                    <a:pt x="65138" y="14925"/>
                    <a:pt x="66476" y="20092"/>
                  </a:cubicBezTo>
                  <a:cubicBezTo>
                    <a:pt x="67235" y="22980"/>
                    <a:pt x="65868" y="26536"/>
                    <a:pt x="70214" y="27144"/>
                  </a:cubicBezTo>
                  <a:cubicBezTo>
                    <a:pt x="78695" y="28329"/>
                    <a:pt x="87753" y="24104"/>
                    <a:pt x="95351" y="22646"/>
                  </a:cubicBezTo>
                  <a:cubicBezTo>
                    <a:pt x="102950" y="21187"/>
                    <a:pt x="107327" y="19150"/>
                    <a:pt x="113893" y="24408"/>
                  </a:cubicBezTo>
                  <a:cubicBezTo>
                    <a:pt x="121309" y="30366"/>
                    <a:pt x="109668" y="47023"/>
                    <a:pt x="117084" y="52251"/>
                  </a:cubicBezTo>
                  <a:cubicBezTo>
                    <a:pt x="119577" y="54014"/>
                    <a:pt x="122586" y="54956"/>
                    <a:pt x="125018" y="57418"/>
                  </a:cubicBezTo>
                  <a:cubicBezTo>
                    <a:pt x="127419" y="59880"/>
                    <a:pt x="127145" y="63011"/>
                    <a:pt x="131614" y="63436"/>
                  </a:cubicBezTo>
                  <a:cubicBezTo>
                    <a:pt x="137602" y="64014"/>
                    <a:pt x="144988" y="63832"/>
                    <a:pt x="149213" y="68695"/>
                  </a:cubicBezTo>
                  <a:cubicBezTo>
                    <a:pt x="151310" y="71126"/>
                    <a:pt x="154410" y="76567"/>
                    <a:pt x="158483" y="755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24"/>
            <p:cNvSpPr/>
            <p:nvPr/>
          </p:nvSpPr>
          <p:spPr>
            <a:xfrm>
              <a:off x="2975000" y="244975"/>
              <a:ext cx="3962100" cy="1937000"/>
            </a:xfrm>
            <a:custGeom>
              <a:rect b="b" l="l" r="r" t="t"/>
              <a:pathLst>
                <a:path extrusionOk="0" fill="none" h="77480" w="158484">
                  <a:moveTo>
                    <a:pt x="0" y="7904"/>
                  </a:moveTo>
                  <a:cubicBezTo>
                    <a:pt x="6019" y="9758"/>
                    <a:pt x="13162" y="10366"/>
                    <a:pt x="19058" y="8815"/>
                  </a:cubicBezTo>
                  <a:cubicBezTo>
                    <a:pt x="25077" y="7204"/>
                    <a:pt x="30730" y="2554"/>
                    <a:pt x="36992" y="1429"/>
                  </a:cubicBezTo>
                  <a:cubicBezTo>
                    <a:pt x="44773" y="1"/>
                    <a:pt x="52038" y="7296"/>
                    <a:pt x="58086" y="10974"/>
                  </a:cubicBezTo>
                  <a:cubicBezTo>
                    <a:pt x="62463" y="13618"/>
                    <a:pt x="66111" y="15806"/>
                    <a:pt x="68482" y="20457"/>
                  </a:cubicBezTo>
                  <a:cubicBezTo>
                    <a:pt x="69910" y="23253"/>
                    <a:pt x="69090" y="26475"/>
                    <a:pt x="73041" y="27387"/>
                  </a:cubicBezTo>
                  <a:cubicBezTo>
                    <a:pt x="81005" y="29180"/>
                    <a:pt x="90002" y="23679"/>
                    <a:pt x="96841" y="22615"/>
                  </a:cubicBezTo>
                  <a:cubicBezTo>
                    <a:pt x="104622" y="21399"/>
                    <a:pt x="107692" y="18360"/>
                    <a:pt x="114714" y="24621"/>
                  </a:cubicBezTo>
                  <a:cubicBezTo>
                    <a:pt x="121917" y="31065"/>
                    <a:pt x="111552" y="46780"/>
                    <a:pt x="118087" y="52767"/>
                  </a:cubicBezTo>
                  <a:cubicBezTo>
                    <a:pt x="120124" y="54682"/>
                    <a:pt x="123224" y="55807"/>
                    <a:pt x="125443" y="58178"/>
                  </a:cubicBezTo>
                  <a:cubicBezTo>
                    <a:pt x="127784" y="60640"/>
                    <a:pt x="127632" y="63771"/>
                    <a:pt x="131918" y="64257"/>
                  </a:cubicBezTo>
                  <a:cubicBezTo>
                    <a:pt x="137905" y="64956"/>
                    <a:pt x="145170" y="64804"/>
                    <a:pt x="149425" y="69576"/>
                  </a:cubicBezTo>
                  <a:cubicBezTo>
                    <a:pt x="151523" y="71947"/>
                    <a:pt x="154471" y="77479"/>
                    <a:pt x="158483" y="765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24"/>
            <p:cNvSpPr/>
            <p:nvPr/>
          </p:nvSpPr>
          <p:spPr>
            <a:xfrm>
              <a:off x="2975000" y="222950"/>
              <a:ext cx="3962100" cy="1955225"/>
            </a:xfrm>
            <a:custGeom>
              <a:rect b="b" l="l" r="r" t="t"/>
              <a:pathLst>
                <a:path extrusionOk="0" fill="none" h="78209" w="158484">
                  <a:moveTo>
                    <a:pt x="0" y="8785"/>
                  </a:moveTo>
                  <a:cubicBezTo>
                    <a:pt x="6079" y="10608"/>
                    <a:pt x="13313" y="11155"/>
                    <a:pt x="19180" y="9453"/>
                  </a:cubicBezTo>
                  <a:cubicBezTo>
                    <a:pt x="25289" y="7690"/>
                    <a:pt x="31125" y="2584"/>
                    <a:pt x="37569" y="1459"/>
                  </a:cubicBezTo>
                  <a:cubicBezTo>
                    <a:pt x="45776" y="0"/>
                    <a:pt x="51642" y="7630"/>
                    <a:pt x="57874" y="11520"/>
                  </a:cubicBezTo>
                  <a:cubicBezTo>
                    <a:pt x="62099" y="14134"/>
                    <a:pt x="67175" y="16596"/>
                    <a:pt x="70123" y="20882"/>
                  </a:cubicBezTo>
                  <a:cubicBezTo>
                    <a:pt x="71886" y="23466"/>
                    <a:pt x="72190" y="26688"/>
                    <a:pt x="75625" y="27569"/>
                  </a:cubicBezTo>
                  <a:cubicBezTo>
                    <a:pt x="83193" y="29484"/>
                    <a:pt x="91339" y="23374"/>
                    <a:pt x="97996" y="22371"/>
                  </a:cubicBezTo>
                  <a:cubicBezTo>
                    <a:pt x="106051" y="21186"/>
                    <a:pt x="108391" y="17630"/>
                    <a:pt x="115473" y="24773"/>
                  </a:cubicBezTo>
                  <a:cubicBezTo>
                    <a:pt x="122039" y="31369"/>
                    <a:pt x="113528" y="46475"/>
                    <a:pt x="119060" y="53101"/>
                  </a:cubicBezTo>
                  <a:cubicBezTo>
                    <a:pt x="120732" y="55107"/>
                    <a:pt x="123802" y="56475"/>
                    <a:pt x="125869" y="58785"/>
                  </a:cubicBezTo>
                  <a:cubicBezTo>
                    <a:pt x="128088" y="61247"/>
                    <a:pt x="128057" y="64348"/>
                    <a:pt x="132191" y="64925"/>
                  </a:cubicBezTo>
                  <a:cubicBezTo>
                    <a:pt x="138179" y="65746"/>
                    <a:pt x="145352" y="65594"/>
                    <a:pt x="149608" y="70305"/>
                  </a:cubicBezTo>
                  <a:cubicBezTo>
                    <a:pt x="151705" y="72615"/>
                    <a:pt x="154502" y="78208"/>
                    <a:pt x="158483" y="7744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24"/>
            <p:cNvSpPr/>
            <p:nvPr/>
          </p:nvSpPr>
          <p:spPr>
            <a:xfrm>
              <a:off x="2975000" y="197875"/>
              <a:ext cx="3962850" cy="1976500"/>
            </a:xfrm>
            <a:custGeom>
              <a:rect b="b" l="l" r="r" t="t"/>
              <a:pathLst>
                <a:path extrusionOk="0" fill="none" h="79060" w="158514">
                  <a:moveTo>
                    <a:pt x="0" y="9788"/>
                  </a:moveTo>
                  <a:cubicBezTo>
                    <a:pt x="6110" y="11551"/>
                    <a:pt x="13222" y="11824"/>
                    <a:pt x="19301" y="10244"/>
                  </a:cubicBezTo>
                  <a:cubicBezTo>
                    <a:pt x="26080" y="8450"/>
                    <a:pt x="31369" y="3040"/>
                    <a:pt x="38208" y="1642"/>
                  </a:cubicBezTo>
                  <a:cubicBezTo>
                    <a:pt x="46384" y="0"/>
                    <a:pt x="51855" y="8207"/>
                    <a:pt x="57600" y="12098"/>
                  </a:cubicBezTo>
                  <a:cubicBezTo>
                    <a:pt x="61886" y="14985"/>
                    <a:pt x="67296" y="17478"/>
                    <a:pt x="71065" y="21368"/>
                  </a:cubicBezTo>
                  <a:cubicBezTo>
                    <a:pt x="73315" y="23678"/>
                    <a:pt x="74743" y="27113"/>
                    <a:pt x="77904" y="27903"/>
                  </a:cubicBezTo>
                  <a:cubicBezTo>
                    <a:pt x="84865" y="29575"/>
                    <a:pt x="91978" y="23648"/>
                    <a:pt x="98847" y="22280"/>
                  </a:cubicBezTo>
                  <a:cubicBezTo>
                    <a:pt x="107419" y="20517"/>
                    <a:pt x="109850" y="17903"/>
                    <a:pt x="116233" y="25077"/>
                  </a:cubicBezTo>
                  <a:cubicBezTo>
                    <a:pt x="122069" y="31642"/>
                    <a:pt x="115656" y="46536"/>
                    <a:pt x="120154" y="53557"/>
                  </a:cubicBezTo>
                  <a:cubicBezTo>
                    <a:pt x="121492" y="55624"/>
                    <a:pt x="124471" y="57235"/>
                    <a:pt x="126325" y="59484"/>
                  </a:cubicBezTo>
                  <a:cubicBezTo>
                    <a:pt x="128422" y="61977"/>
                    <a:pt x="128544" y="65047"/>
                    <a:pt x="132495" y="65685"/>
                  </a:cubicBezTo>
                  <a:cubicBezTo>
                    <a:pt x="138392" y="66658"/>
                    <a:pt x="145565" y="66506"/>
                    <a:pt x="149851" y="71187"/>
                  </a:cubicBezTo>
                  <a:cubicBezTo>
                    <a:pt x="151918" y="73466"/>
                    <a:pt x="154593" y="79059"/>
                    <a:pt x="158514" y="7845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24"/>
            <p:cNvSpPr/>
            <p:nvPr/>
          </p:nvSpPr>
          <p:spPr>
            <a:xfrm>
              <a:off x="2975000" y="180400"/>
              <a:ext cx="3962850" cy="1990925"/>
            </a:xfrm>
            <a:custGeom>
              <a:rect b="b" l="l" r="r" t="t"/>
              <a:pathLst>
                <a:path extrusionOk="0" fill="none" h="79637" w="158514">
                  <a:moveTo>
                    <a:pt x="0" y="10487"/>
                  </a:moveTo>
                  <a:cubicBezTo>
                    <a:pt x="6171" y="12219"/>
                    <a:pt x="13374" y="12371"/>
                    <a:pt x="19453" y="10699"/>
                  </a:cubicBezTo>
                  <a:cubicBezTo>
                    <a:pt x="26384" y="8754"/>
                    <a:pt x="31764" y="2979"/>
                    <a:pt x="38876" y="1611"/>
                  </a:cubicBezTo>
                  <a:cubicBezTo>
                    <a:pt x="47265" y="0"/>
                    <a:pt x="51946" y="8025"/>
                    <a:pt x="57418" y="12280"/>
                  </a:cubicBezTo>
                  <a:cubicBezTo>
                    <a:pt x="61582" y="15532"/>
                    <a:pt x="67083" y="17994"/>
                    <a:pt x="71460" y="21490"/>
                  </a:cubicBezTo>
                  <a:cubicBezTo>
                    <a:pt x="74166" y="23678"/>
                    <a:pt x="76597" y="27143"/>
                    <a:pt x="79789" y="27812"/>
                  </a:cubicBezTo>
                  <a:cubicBezTo>
                    <a:pt x="86172" y="29149"/>
                    <a:pt x="92950" y="23374"/>
                    <a:pt x="99364" y="21733"/>
                  </a:cubicBezTo>
                  <a:cubicBezTo>
                    <a:pt x="107723" y="19605"/>
                    <a:pt x="111218" y="17934"/>
                    <a:pt x="117024" y="25137"/>
                  </a:cubicBezTo>
                  <a:cubicBezTo>
                    <a:pt x="122100" y="31460"/>
                    <a:pt x="117784" y="46475"/>
                    <a:pt x="121249" y="53679"/>
                  </a:cubicBezTo>
                  <a:cubicBezTo>
                    <a:pt x="122708" y="56718"/>
                    <a:pt x="129060" y="65472"/>
                    <a:pt x="132769" y="66171"/>
                  </a:cubicBezTo>
                  <a:cubicBezTo>
                    <a:pt x="138605" y="67296"/>
                    <a:pt x="145748" y="67114"/>
                    <a:pt x="150033" y="71764"/>
                  </a:cubicBezTo>
                  <a:cubicBezTo>
                    <a:pt x="152100" y="73983"/>
                    <a:pt x="154684" y="79637"/>
                    <a:pt x="158514" y="7915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24"/>
            <p:cNvSpPr/>
            <p:nvPr/>
          </p:nvSpPr>
          <p:spPr>
            <a:xfrm>
              <a:off x="2975000" y="165200"/>
              <a:ext cx="3962850" cy="2002325"/>
            </a:xfrm>
            <a:custGeom>
              <a:rect b="b" l="l" r="r" t="t"/>
              <a:pathLst>
                <a:path extrusionOk="0" fill="none" h="80093" w="158514">
                  <a:moveTo>
                    <a:pt x="0" y="11095"/>
                  </a:moveTo>
                  <a:cubicBezTo>
                    <a:pt x="6201" y="12797"/>
                    <a:pt x="13496" y="12858"/>
                    <a:pt x="19575" y="11064"/>
                  </a:cubicBezTo>
                  <a:cubicBezTo>
                    <a:pt x="26688" y="8967"/>
                    <a:pt x="32128" y="2857"/>
                    <a:pt x="39545" y="1520"/>
                  </a:cubicBezTo>
                  <a:cubicBezTo>
                    <a:pt x="47965" y="0"/>
                    <a:pt x="52402" y="7599"/>
                    <a:pt x="57326" y="12280"/>
                  </a:cubicBezTo>
                  <a:cubicBezTo>
                    <a:pt x="61096" y="15867"/>
                    <a:pt x="66840" y="18329"/>
                    <a:pt x="71491" y="21490"/>
                  </a:cubicBezTo>
                  <a:cubicBezTo>
                    <a:pt x="74470" y="23496"/>
                    <a:pt x="77600" y="26870"/>
                    <a:pt x="81157" y="27387"/>
                  </a:cubicBezTo>
                  <a:cubicBezTo>
                    <a:pt x="87449" y="28268"/>
                    <a:pt x="93832" y="22827"/>
                    <a:pt x="99607" y="21034"/>
                  </a:cubicBezTo>
                  <a:cubicBezTo>
                    <a:pt x="107814" y="18450"/>
                    <a:pt x="112677" y="17812"/>
                    <a:pt x="117875" y="25137"/>
                  </a:cubicBezTo>
                  <a:cubicBezTo>
                    <a:pt x="120306" y="28602"/>
                    <a:pt x="119364" y="34773"/>
                    <a:pt x="119759" y="39423"/>
                  </a:cubicBezTo>
                  <a:cubicBezTo>
                    <a:pt x="120185" y="44256"/>
                    <a:pt x="120914" y="49697"/>
                    <a:pt x="122343" y="53679"/>
                  </a:cubicBezTo>
                  <a:cubicBezTo>
                    <a:pt x="123498" y="56810"/>
                    <a:pt x="129425" y="65746"/>
                    <a:pt x="133042" y="66536"/>
                  </a:cubicBezTo>
                  <a:cubicBezTo>
                    <a:pt x="138817" y="67782"/>
                    <a:pt x="145930" y="67600"/>
                    <a:pt x="150246" y="72220"/>
                  </a:cubicBezTo>
                  <a:cubicBezTo>
                    <a:pt x="152313" y="74409"/>
                    <a:pt x="154745" y="80093"/>
                    <a:pt x="158514" y="7975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24"/>
            <p:cNvSpPr/>
            <p:nvPr/>
          </p:nvSpPr>
          <p:spPr>
            <a:xfrm>
              <a:off x="2975000" y="150750"/>
              <a:ext cx="3962850" cy="2014500"/>
            </a:xfrm>
            <a:custGeom>
              <a:rect b="b" l="l" r="r" t="t"/>
              <a:pathLst>
                <a:path extrusionOk="0" fill="none" h="80580" w="158514">
                  <a:moveTo>
                    <a:pt x="0" y="11673"/>
                  </a:moveTo>
                  <a:cubicBezTo>
                    <a:pt x="6262" y="13344"/>
                    <a:pt x="13830" y="13588"/>
                    <a:pt x="19727" y="11429"/>
                  </a:cubicBezTo>
                  <a:cubicBezTo>
                    <a:pt x="26566" y="8907"/>
                    <a:pt x="32767" y="2676"/>
                    <a:pt x="40244" y="1399"/>
                  </a:cubicBezTo>
                  <a:cubicBezTo>
                    <a:pt x="48573" y="1"/>
                    <a:pt x="53162" y="6900"/>
                    <a:pt x="57478" y="12159"/>
                  </a:cubicBezTo>
                  <a:cubicBezTo>
                    <a:pt x="61825" y="17417"/>
                    <a:pt x="74318" y="25807"/>
                    <a:pt x="81917" y="26749"/>
                  </a:cubicBezTo>
                  <a:cubicBezTo>
                    <a:pt x="87692" y="27448"/>
                    <a:pt x="94379" y="22159"/>
                    <a:pt x="99637" y="20244"/>
                  </a:cubicBezTo>
                  <a:cubicBezTo>
                    <a:pt x="108178" y="17144"/>
                    <a:pt x="114045" y="17873"/>
                    <a:pt x="118787" y="25199"/>
                  </a:cubicBezTo>
                  <a:cubicBezTo>
                    <a:pt x="121066" y="28694"/>
                    <a:pt x="119607" y="34895"/>
                    <a:pt x="120215" y="39515"/>
                  </a:cubicBezTo>
                  <a:cubicBezTo>
                    <a:pt x="120853" y="44348"/>
                    <a:pt x="122373" y="49394"/>
                    <a:pt x="123498" y="53649"/>
                  </a:cubicBezTo>
                  <a:cubicBezTo>
                    <a:pt x="124349" y="56962"/>
                    <a:pt x="129729" y="65989"/>
                    <a:pt x="133316" y="66871"/>
                  </a:cubicBezTo>
                  <a:cubicBezTo>
                    <a:pt x="139000" y="68300"/>
                    <a:pt x="146112" y="68087"/>
                    <a:pt x="150459" y="72677"/>
                  </a:cubicBezTo>
                  <a:cubicBezTo>
                    <a:pt x="152495" y="74835"/>
                    <a:pt x="154836" y="80579"/>
                    <a:pt x="158514" y="803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24"/>
            <p:cNvSpPr/>
            <p:nvPr/>
          </p:nvSpPr>
          <p:spPr>
            <a:xfrm>
              <a:off x="2975000" y="138600"/>
              <a:ext cx="3962100" cy="2022075"/>
            </a:xfrm>
            <a:custGeom>
              <a:rect b="b" l="l" r="r" t="t"/>
              <a:pathLst>
                <a:path extrusionOk="0" fill="none" h="80883" w="158484">
                  <a:moveTo>
                    <a:pt x="0" y="12159"/>
                  </a:moveTo>
                  <a:cubicBezTo>
                    <a:pt x="6322" y="13800"/>
                    <a:pt x="13952" y="13952"/>
                    <a:pt x="19849" y="11672"/>
                  </a:cubicBezTo>
                  <a:cubicBezTo>
                    <a:pt x="26900" y="8937"/>
                    <a:pt x="33162" y="2462"/>
                    <a:pt x="40974" y="1247"/>
                  </a:cubicBezTo>
                  <a:cubicBezTo>
                    <a:pt x="48876" y="0"/>
                    <a:pt x="54530" y="5806"/>
                    <a:pt x="58026" y="11855"/>
                  </a:cubicBezTo>
                  <a:cubicBezTo>
                    <a:pt x="61521" y="17873"/>
                    <a:pt x="74500" y="25138"/>
                    <a:pt x="82069" y="25928"/>
                  </a:cubicBezTo>
                  <a:cubicBezTo>
                    <a:pt x="87449" y="26505"/>
                    <a:pt x="94774" y="21186"/>
                    <a:pt x="99637" y="19362"/>
                  </a:cubicBezTo>
                  <a:cubicBezTo>
                    <a:pt x="108178" y="16080"/>
                    <a:pt x="115321" y="17782"/>
                    <a:pt x="119759" y="25107"/>
                  </a:cubicBezTo>
                  <a:cubicBezTo>
                    <a:pt x="121948" y="28724"/>
                    <a:pt x="119790" y="34803"/>
                    <a:pt x="120580" y="39545"/>
                  </a:cubicBezTo>
                  <a:cubicBezTo>
                    <a:pt x="121370" y="44348"/>
                    <a:pt x="123771" y="48937"/>
                    <a:pt x="124623" y="53497"/>
                  </a:cubicBezTo>
                  <a:cubicBezTo>
                    <a:pt x="125291" y="56992"/>
                    <a:pt x="130003" y="66050"/>
                    <a:pt x="133559" y="67053"/>
                  </a:cubicBezTo>
                  <a:cubicBezTo>
                    <a:pt x="139152" y="68603"/>
                    <a:pt x="146355" y="68451"/>
                    <a:pt x="150672" y="72980"/>
                  </a:cubicBezTo>
                  <a:cubicBezTo>
                    <a:pt x="152708" y="75108"/>
                    <a:pt x="154897" y="80883"/>
                    <a:pt x="158483" y="80822"/>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24"/>
            <p:cNvSpPr/>
            <p:nvPr/>
          </p:nvSpPr>
          <p:spPr>
            <a:xfrm>
              <a:off x="2975000" y="124150"/>
              <a:ext cx="3962100" cy="2034250"/>
            </a:xfrm>
            <a:custGeom>
              <a:rect b="b" l="l" r="r" t="t"/>
              <a:pathLst>
                <a:path extrusionOk="0" fill="none" h="81370" w="158484">
                  <a:moveTo>
                    <a:pt x="0" y="12737"/>
                  </a:moveTo>
                  <a:cubicBezTo>
                    <a:pt x="6383" y="14348"/>
                    <a:pt x="13861" y="14226"/>
                    <a:pt x="20001" y="12007"/>
                  </a:cubicBezTo>
                  <a:cubicBezTo>
                    <a:pt x="27721" y="9241"/>
                    <a:pt x="33283" y="2432"/>
                    <a:pt x="41673" y="1186"/>
                  </a:cubicBezTo>
                  <a:cubicBezTo>
                    <a:pt x="49515" y="1"/>
                    <a:pt x="55807" y="4530"/>
                    <a:pt x="58877" y="11551"/>
                  </a:cubicBezTo>
                  <a:cubicBezTo>
                    <a:pt x="61886" y="18481"/>
                    <a:pt x="74378" y="24560"/>
                    <a:pt x="81704" y="25199"/>
                  </a:cubicBezTo>
                  <a:cubicBezTo>
                    <a:pt x="87114" y="25624"/>
                    <a:pt x="94774" y="20244"/>
                    <a:pt x="99607" y="18573"/>
                  </a:cubicBezTo>
                  <a:cubicBezTo>
                    <a:pt x="108118" y="15655"/>
                    <a:pt x="116628" y="17721"/>
                    <a:pt x="120853" y="25199"/>
                  </a:cubicBezTo>
                  <a:cubicBezTo>
                    <a:pt x="123012" y="29029"/>
                    <a:pt x="119972" y="34895"/>
                    <a:pt x="120853" y="39758"/>
                  </a:cubicBezTo>
                  <a:cubicBezTo>
                    <a:pt x="121735" y="44561"/>
                    <a:pt x="125139" y="48512"/>
                    <a:pt x="125778" y="53406"/>
                  </a:cubicBezTo>
                  <a:cubicBezTo>
                    <a:pt x="126294" y="57205"/>
                    <a:pt x="130276" y="66172"/>
                    <a:pt x="133863" y="67297"/>
                  </a:cubicBezTo>
                  <a:cubicBezTo>
                    <a:pt x="139334" y="68999"/>
                    <a:pt x="146568" y="68908"/>
                    <a:pt x="150884" y="73406"/>
                  </a:cubicBezTo>
                  <a:cubicBezTo>
                    <a:pt x="153438" y="76051"/>
                    <a:pt x="154684" y="80428"/>
                    <a:pt x="158483" y="8137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24"/>
            <p:cNvSpPr/>
            <p:nvPr/>
          </p:nvSpPr>
          <p:spPr>
            <a:xfrm>
              <a:off x="2975000" y="108200"/>
              <a:ext cx="3962850" cy="2050975"/>
            </a:xfrm>
            <a:custGeom>
              <a:rect b="b" l="l" r="r" t="t"/>
              <a:pathLst>
                <a:path extrusionOk="0" fill="none" h="82039" w="158514">
                  <a:moveTo>
                    <a:pt x="0" y="13375"/>
                  </a:moveTo>
                  <a:cubicBezTo>
                    <a:pt x="6474" y="14986"/>
                    <a:pt x="14013" y="14712"/>
                    <a:pt x="20183" y="12432"/>
                  </a:cubicBezTo>
                  <a:cubicBezTo>
                    <a:pt x="28116" y="9454"/>
                    <a:pt x="33709" y="2493"/>
                    <a:pt x="42402" y="1156"/>
                  </a:cubicBezTo>
                  <a:cubicBezTo>
                    <a:pt x="50092" y="1"/>
                    <a:pt x="57418" y="4043"/>
                    <a:pt x="59819" y="11217"/>
                  </a:cubicBezTo>
                  <a:cubicBezTo>
                    <a:pt x="62190" y="18390"/>
                    <a:pt x="73862" y="24104"/>
                    <a:pt x="81035" y="24439"/>
                  </a:cubicBezTo>
                  <a:cubicBezTo>
                    <a:pt x="86780" y="24743"/>
                    <a:pt x="94318" y="19454"/>
                    <a:pt x="99607" y="17934"/>
                  </a:cubicBezTo>
                  <a:cubicBezTo>
                    <a:pt x="108452" y="15381"/>
                    <a:pt x="117844" y="17873"/>
                    <a:pt x="122009" y="25350"/>
                  </a:cubicBezTo>
                  <a:cubicBezTo>
                    <a:pt x="124227" y="29332"/>
                    <a:pt x="120154" y="35047"/>
                    <a:pt x="121066" y="40092"/>
                  </a:cubicBezTo>
                  <a:cubicBezTo>
                    <a:pt x="121978" y="44925"/>
                    <a:pt x="126507" y="48512"/>
                    <a:pt x="126963" y="53406"/>
                  </a:cubicBezTo>
                  <a:cubicBezTo>
                    <a:pt x="127297" y="57205"/>
                    <a:pt x="130459" y="66172"/>
                    <a:pt x="134167" y="67570"/>
                  </a:cubicBezTo>
                  <a:cubicBezTo>
                    <a:pt x="139304" y="69485"/>
                    <a:pt x="146842" y="69424"/>
                    <a:pt x="151128" y="73862"/>
                  </a:cubicBezTo>
                  <a:cubicBezTo>
                    <a:pt x="153650" y="76537"/>
                    <a:pt x="154805" y="80883"/>
                    <a:pt x="158514" y="8203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24"/>
            <p:cNvSpPr/>
            <p:nvPr/>
          </p:nvSpPr>
          <p:spPr>
            <a:xfrm>
              <a:off x="2975000" y="89975"/>
              <a:ext cx="3962850" cy="2068425"/>
            </a:xfrm>
            <a:custGeom>
              <a:rect b="b" l="l" r="r" t="t"/>
              <a:pathLst>
                <a:path extrusionOk="0" fill="none" h="82737" w="158514">
                  <a:moveTo>
                    <a:pt x="0" y="14104"/>
                  </a:moveTo>
                  <a:cubicBezTo>
                    <a:pt x="6535" y="15684"/>
                    <a:pt x="14347" y="15502"/>
                    <a:pt x="20335" y="12918"/>
                  </a:cubicBezTo>
                  <a:cubicBezTo>
                    <a:pt x="27995" y="9575"/>
                    <a:pt x="34439" y="2644"/>
                    <a:pt x="43101" y="1216"/>
                  </a:cubicBezTo>
                  <a:cubicBezTo>
                    <a:pt x="50639" y="0"/>
                    <a:pt x="58299" y="3435"/>
                    <a:pt x="60822" y="10882"/>
                  </a:cubicBezTo>
                  <a:cubicBezTo>
                    <a:pt x="63436" y="18572"/>
                    <a:pt x="72190" y="23587"/>
                    <a:pt x="80184" y="23769"/>
                  </a:cubicBezTo>
                  <a:cubicBezTo>
                    <a:pt x="86415" y="23921"/>
                    <a:pt x="93862" y="18663"/>
                    <a:pt x="99759" y="17417"/>
                  </a:cubicBezTo>
                  <a:cubicBezTo>
                    <a:pt x="107875" y="15715"/>
                    <a:pt x="119394" y="17234"/>
                    <a:pt x="123224" y="25593"/>
                  </a:cubicBezTo>
                  <a:cubicBezTo>
                    <a:pt x="125413" y="30396"/>
                    <a:pt x="120367" y="35350"/>
                    <a:pt x="121279" y="40578"/>
                  </a:cubicBezTo>
                  <a:cubicBezTo>
                    <a:pt x="122100" y="45381"/>
                    <a:pt x="127723" y="48937"/>
                    <a:pt x="128118" y="53496"/>
                  </a:cubicBezTo>
                  <a:cubicBezTo>
                    <a:pt x="128422" y="57174"/>
                    <a:pt x="130762" y="66262"/>
                    <a:pt x="134501" y="67873"/>
                  </a:cubicBezTo>
                  <a:cubicBezTo>
                    <a:pt x="139456" y="70001"/>
                    <a:pt x="147085" y="69971"/>
                    <a:pt x="151340" y="74408"/>
                  </a:cubicBezTo>
                  <a:cubicBezTo>
                    <a:pt x="153894" y="77083"/>
                    <a:pt x="154897" y="81430"/>
                    <a:pt x="158514" y="8273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24"/>
            <p:cNvSpPr/>
            <p:nvPr/>
          </p:nvSpPr>
          <p:spPr>
            <a:xfrm>
              <a:off x="2975000" y="69450"/>
              <a:ext cx="3962850" cy="2089725"/>
            </a:xfrm>
            <a:custGeom>
              <a:rect b="b" l="l" r="r" t="t"/>
              <a:pathLst>
                <a:path extrusionOk="0" fill="none" h="83589" w="158514">
                  <a:moveTo>
                    <a:pt x="0" y="14925"/>
                  </a:moveTo>
                  <a:cubicBezTo>
                    <a:pt x="6626" y="16475"/>
                    <a:pt x="14529" y="16201"/>
                    <a:pt x="20517" y="13496"/>
                  </a:cubicBezTo>
                  <a:cubicBezTo>
                    <a:pt x="28359" y="9940"/>
                    <a:pt x="34925" y="3010"/>
                    <a:pt x="43800" y="1338"/>
                  </a:cubicBezTo>
                  <a:cubicBezTo>
                    <a:pt x="51126" y="0"/>
                    <a:pt x="59454" y="3010"/>
                    <a:pt x="61916" y="10517"/>
                  </a:cubicBezTo>
                  <a:cubicBezTo>
                    <a:pt x="64500" y="18359"/>
                    <a:pt x="70853" y="23223"/>
                    <a:pt x="79272" y="23131"/>
                  </a:cubicBezTo>
                  <a:cubicBezTo>
                    <a:pt x="86020" y="23071"/>
                    <a:pt x="93254" y="17934"/>
                    <a:pt x="100032" y="17052"/>
                  </a:cubicBezTo>
                  <a:cubicBezTo>
                    <a:pt x="108574" y="15958"/>
                    <a:pt x="120489" y="17630"/>
                    <a:pt x="124471" y="25989"/>
                  </a:cubicBezTo>
                  <a:cubicBezTo>
                    <a:pt x="126902" y="31065"/>
                    <a:pt x="120671" y="35776"/>
                    <a:pt x="121492" y="41186"/>
                  </a:cubicBezTo>
                  <a:cubicBezTo>
                    <a:pt x="122221" y="46050"/>
                    <a:pt x="128878" y="49393"/>
                    <a:pt x="129243" y="53740"/>
                  </a:cubicBezTo>
                  <a:cubicBezTo>
                    <a:pt x="129516" y="57357"/>
                    <a:pt x="131127" y="66445"/>
                    <a:pt x="134896" y="68238"/>
                  </a:cubicBezTo>
                  <a:cubicBezTo>
                    <a:pt x="139699" y="70549"/>
                    <a:pt x="147359" y="70670"/>
                    <a:pt x="151584" y="75077"/>
                  </a:cubicBezTo>
                  <a:cubicBezTo>
                    <a:pt x="154137" y="77752"/>
                    <a:pt x="154988" y="82068"/>
                    <a:pt x="158514" y="8358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24"/>
            <p:cNvSpPr/>
            <p:nvPr/>
          </p:nvSpPr>
          <p:spPr>
            <a:xfrm>
              <a:off x="2975000" y="45125"/>
              <a:ext cx="3962850" cy="2114050"/>
            </a:xfrm>
            <a:custGeom>
              <a:rect b="b" l="l" r="r" t="t"/>
              <a:pathLst>
                <a:path extrusionOk="0" fill="none" h="84562" w="158514">
                  <a:moveTo>
                    <a:pt x="0" y="15898"/>
                  </a:moveTo>
                  <a:cubicBezTo>
                    <a:pt x="6991" y="17478"/>
                    <a:pt x="14651" y="16809"/>
                    <a:pt x="20700" y="14226"/>
                  </a:cubicBezTo>
                  <a:cubicBezTo>
                    <a:pt x="28511" y="10913"/>
                    <a:pt x="35350" y="3527"/>
                    <a:pt x="44439" y="1551"/>
                  </a:cubicBezTo>
                  <a:cubicBezTo>
                    <a:pt x="51612" y="1"/>
                    <a:pt x="60579" y="2736"/>
                    <a:pt x="63041" y="10214"/>
                  </a:cubicBezTo>
                  <a:cubicBezTo>
                    <a:pt x="65564" y="17934"/>
                    <a:pt x="69515" y="22949"/>
                    <a:pt x="78391" y="22645"/>
                  </a:cubicBezTo>
                  <a:cubicBezTo>
                    <a:pt x="85716" y="22372"/>
                    <a:pt x="93072" y="17417"/>
                    <a:pt x="100488" y="16931"/>
                  </a:cubicBezTo>
                  <a:cubicBezTo>
                    <a:pt x="109273" y="16323"/>
                    <a:pt x="121431" y="18208"/>
                    <a:pt x="125717" y="26536"/>
                  </a:cubicBezTo>
                  <a:cubicBezTo>
                    <a:pt x="128544" y="31946"/>
                    <a:pt x="121036" y="36415"/>
                    <a:pt x="121735" y="41916"/>
                  </a:cubicBezTo>
                  <a:cubicBezTo>
                    <a:pt x="122343" y="46871"/>
                    <a:pt x="129881" y="49971"/>
                    <a:pt x="130276" y="54105"/>
                  </a:cubicBezTo>
                  <a:cubicBezTo>
                    <a:pt x="130641" y="57631"/>
                    <a:pt x="131431" y="66628"/>
                    <a:pt x="135322" y="68664"/>
                  </a:cubicBezTo>
                  <a:cubicBezTo>
                    <a:pt x="140124" y="71157"/>
                    <a:pt x="147632" y="71461"/>
                    <a:pt x="151796" y="75868"/>
                  </a:cubicBezTo>
                  <a:cubicBezTo>
                    <a:pt x="154350" y="78573"/>
                    <a:pt x="155109" y="82859"/>
                    <a:pt x="158514" y="8456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24"/>
            <p:cNvSpPr/>
            <p:nvPr/>
          </p:nvSpPr>
          <p:spPr>
            <a:xfrm>
              <a:off x="2975000" y="20825"/>
              <a:ext cx="3962850" cy="2138350"/>
            </a:xfrm>
            <a:custGeom>
              <a:rect b="b" l="l" r="r" t="t"/>
              <a:pathLst>
                <a:path extrusionOk="0" fill="none" h="85534" w="158514">
                  <a:moveTo>
                    <a:pt x="0" y="16870"/>
                  </a:moveTo>
                  <a:cubicBezTo>
                    <a:pt x="7082" y="18420"/>
                    <a:pt x="14833" y="17629"/>
                    <a:pt x="20912" y="14955"/>
                  </a:cubicBezTo>
                  <a:cubicBezTo>
                    <a:pt x="28876" y="11459"/>
                    <a:pt x="35776" y="3951"/>
                    <a:pt x="45047" y="1702"/>
                  </a:cubicBezTo>
                  <a:cubicBezTo>
                    <a:pt x="52068" y="0"/>
                    <a:pt x="61703" y="2371"/>
                    <a:pt x="64166" y="9818"/>
                  </a:cubicBezTo>
                  <a:cubicBezTo>
                    <a:pt x="66567" y="16991"/>
                    <a:pt x="68877" y="22645"/>
                    <a:pt x="77722" y="22128"/>
                  </a:cubicBezTo>
                  <a:cubicBezTo>
                    <a:pt x="85503" y="21672"/>
                    <a:pt x="93133" y="16961"/>
                    <a:pt x="101127" y="16809"/>
                  </a:cubicBezTo>
                  <a:cubicBezTo>
                    <a:pt x="110063" y="16657"/>
                    <a:pt x="122161" y="18693"/>
                    <a:pt x="126963" y="27083"/>
                  </a:cubicBezTo>
                  <a:cubicBezTo>
                    <a:pt x="130276" y="32858"/>
                    <a:pt x="121705" y="37052"/>
                    <a:pt x="122161" y="42615"/>
                  </a:cubicBezTo>
                  <a:cubicBezTo>
                    <a:pt x="122616" y="47782"/>
                    <a:pt x="130762" y="50518"/>
                    <a:pt x="131279" y="54530"/>
                  </a:cubicBezTo>
                  <a:cubicBezTo>
                    <a:pt x="131735" y="57934"/>
                    <a:pt x="131796" y="66931"/>
                    <a:pt x="135778" y="69089"/>
                  </a:cubicBezTo>
                  <a:cubicBezTo>
                    <a:pt x="140550" y="71703"/>
                    <a:pt x="147936" y="72250"/>
                    <a:pt x="152039" y="76658"/>
                  </a:cubicBezTo>
                  <a:cubicBezTo>
                    <a:pt x="154593" y="79393"/>
                    <a:pt x="155231" y="83649"/>
                    <a:pt x="158514" y="8553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47" name="Google Shape;3747;p24"/>
          <p:cNvSpPr/>
          <p:nvPr/>
        </p:nvSpPr>
        <p:spPr>
          <a:xfrm flipH="1">
            <a:off x="8715494" y="3222585"/>
            <a:ext cx="303975" cy="152025"/>
          </a:xfrm>
          <a:custGeom>
            <a:rect b="b" l="l" r="r" t="t"/>
            <a:pathLst>
              <a:path extrusionOk="0" fill="none" h="6081" w="12159">
                <a:moveTo>
                  <a:pt x="0" y="6080"/>
                </a:moveTo>
                <a:cubicBezTo>
                  <a:pt x="0" y="2737"/>
                  <a:pt x="2736" y="1"/>
                  <a:pt x="6079" y="1"/>
                </a:cubicBezTo>
                <a:cubicBezTo>
                  <a:pt x="9453" y="1"/>
                  <a:pt x="12158" y="2737"/>
                  <a:pt x="12158" y="6080"/>
                </a:cubicBezTo>
              </a:path>
            </a:pathLst>
          </a:custGeom>
          <a:noFill/>
          <a:ln cap="flat" cmpd="sng" w="57000">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24"/>
          <p:cNvSpPr/>
          <p:nvPr/>
        </p:nvSpPr>
        <p:spPr>
          <a:xfrm>
            <a:off x="8619375" y="1949875"/>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24"/>
          <p:cNvSpPr/>
          <p:nvPr/>
        </p:nvSpPr>
        <p:spPr>
          <a:xfrm>
            <a:off x="263475" y="3374588"/>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50" name="Google Shape;3750;p24"/>
          <p:cNvGrpSpPr/>
          <p:nvPr/>
        </p:nvGrpSpPr>
        <p:grpSpPr>
          <a:xfrm>
            <a:off x="2269429" y="4607685"/>
            <a:ext cx="702175" cy="1850350"/>
            <a:chOff x="6601575" y="3455900"/>
            <a:chExt cx="702175" cy="1850350"/>
          </a:xfrm>
        </p:grpSpPr>
        <p:sp>
          <p:nvSpPr>
            <p:cNvPr id="3751" name="Google Shape;3751;p24"/>
            <p:cNvSpPr/>
            <p:nvPr/>
          </p:nvSpPr>
          <p:spPr>
            <a:xfrm>
              <a:off x="6601575" y="5187675"/>
              <a:ext cx="118575" cy="118575"/>
            </a:xfrm>
            <a:custGeom>
              <a:rect b="b" l="l" r="r" t="t"/>
              <a:pathLst>
                <a:path extrusionOk="0" h="4743" w="4743">
                  <a:moveTo>
                    <a:pt x="1885" y="1"/>
                  </a:moveTo>
                  <a:lnTo>
                    <a:pt x="1885" y="1885"/>
                  </a:lnTo>
                  <a:lnTo>
                    <a:pt x="1" y="1885"/>
                  </a:lnTo>
                  <a:lnTo>
                    <a:pt x="1"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24"/>
            <p:cNvSpPr/>
            <p:nvPr/>
          </p:nvSpPr>
          <p:spPr>
            <a:xfrm>
              <a:off x="6601575" y="4994675"/>
              <a:ext cx="118575" cy="119325"/>
            </a:xfrm>
            <a:custGeom>
              <a:rect b="b" l="l" r="r" t="t"/>
              <a:pathLst>
                <a:path extrusionOk="0" h="4773" w="4743">
                  <a:moveTo>
                    <a:pt x="1885" y="0"/>
                  </a:moveTo>
                  <a:lnTo>
                    <a:pt x="1885" y="1915"/>
                  </a:lnTo>
                  <a:lnTo>
                    <a:pt x="1" y="1915"/>
                  </a:lnTo>
                  <a:lnTo>
                    <a:pt x="1" y="2858"/>
                  </a:lnTo>
                  <a:lnTo>
                    <a:pt x="1885" y="2858"/>
                  </a:lnTo>
                  <a:lnTo>
                    <a:pt x="1885" y="4772"/>
                  </a:lnTo>
                  <a:lnTo>
                    <a:pt x="2827" y="4772"/>
                  </a:lnTo>
                  <a:lnTo>
                    <a:pt x="2827" y="2858"/>
                  </a:lnTo>
                  <a:lnTo>
                    <a:pt x="4742" y="2858"/>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24"/>
            <p:cNvSpPr/>
            <p:nvPr/>
          </p:nvSpPr>
          <p:spPr>
            <a:xfrm>
              <a:off x="6601575" y="4802425"/>
              <a:ext cx="118575" cy="119325"/>
            </a:xfrm>
            <a:custGeom>
              <a:rect b="b" l="l" r="r" t="t"/>
              <a:pathLst>
                <a:path extrusionOk="0" h="4773" w="4743">
                  <a:moveTo>
                    <a:pt x="1885" y="0"/>
                  </a:moveTo>
                  <a:lnTo>
                    <a:pt x="1885" y="1915"/>
                  </a:lnTo>
                  <a:lnTo>
                    <a:pt x="1" y="1915"/>
                  </a:lnTo>
                  <a:lnTo>
                    <a:pt x="1" y="2857"/>
                  </a:lnTo>
                  <a:lnTo>
                    <a:pt x="1885" y="2857"/>
                  </a:lnTo>
                  <a:lnTo>
                    <a:pt x="1885" y="4772"/>
                  </a:lnTo>
                  <a:lnTo>
                    <a:pt x="2827" y="477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24"/>
            <p:cNvSpPr/>
            <p:nvPr/>
          </p:nvSpPr>
          <p:spPr>
            <a:xfrm>
              <a:off x="6601575" y="4610175"/>
              <a:ext cx="118575" cy="118550"/>
            </a:xfrm>
            <a:custGeom>
              <a:rect b="b" l="l" r="r" t="t"/>
              <a:pathLst>
                <a:path extrusionOk="0" h="4742" w="4743">
                  <a:moveTo>
                    <a:pt x="1885" y="0"/>
                  </a:moveTo>
                  <a:lnTo>
                    <a:pt x="1885" y="1915"/>
                  </a:lnTo>
                  <a:lnTo>
                    <a:pt x="1" y="1915"/>
                  </a:lnTo>
                  <a:lnTo>
                    <a:pt x="1" y="2857"/>
                  </a:lnTo>
                  <a:lnTo>
                    <a:pt x="1885" y="2857"/>
                  </a:lnTo>
                  <a:lnTo>
                    <a:pt x="1885" y="4742"/>
                  </a:lnTo>
                  <a:lnTo>
                    <a:pt x="2827" y="474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24"/>
            <p:cNvSpPr/>
            <p:nvPr/>
          </p:nvSpPr>
          <p:spPr>
            <a:xfrm>
              <a:off x="6601575" y="4417925"/>
              <a:ext cx="118575" cy="118550"/>
            </a:xfrm>
            <a:custGeom>
              <a:rect b="b" l="l" r="r" t="t"/>
              <a:pathLst>
                <a:path extrusionOk="0" h="4742" w="4743">
                  <a:moveTo>
                    <a:pt x="1885" y="0"/>
                  </a:moveTo>
                  <a:lnTo>
                    <a:pt x="1885" y="1915"/>
                  </a:lnTo>
                  <a:lnTo>
                    <a:pt x="1" y="1915"/>
                  </a:lnTo>
                  <a:lnTo>
                    <a:pt x="1" y="2857"/>
                  </a:lnTo>
                  <a:lnTo>
                    <a:pt x="1885" y="2857"/>
                  </a:lnTo>
                  <a:lnTo>
                    <a:pt x="1885" y="4742"/>
                  </a:lnTo>
                  <a:lnTo>
                    <a:pt x="2827" y="474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24"/>
            <p:cNvSpPr/>
            <p:nvPr/>
          </p:nvSpPr>
          <p:spPr>
            <a:xfrm>
              <a:off x="6601575" y="4225675"/>
              <a:ext cx="118575" cy="118550"/>
            </a:xfrm>
            <a:custGeom>
              <a:rect b="b" l="l" r="r" t="t"/>
              <a:pathLst>
                <a:path extrusionOk="0" h="4742" w="4743">
                  <a:moveTo>
                    <a:pt x="1885" y="0"/>
                  </a:moveTo>
                  <a:lnTo>
                    <a:pt x="1885" y="1885"/>
                  </a:lnTo>
                  <a:lnTo>
                    <a:pt x="1" y="1885"/>
                  </a:lnTo>
                  <a:lnTo>
                    <a:pt x="1" y="2857"/>
                  </a:lnTo>
                  <a:lnTo>
                    <a:pt x="1885" y="2857"/>
                  </a:lnTo>
                  <a:lnTo>
                    <a:pt x="1885" y="4742"/>
                  </a:lnTo>
                  <a:lnTo>
                    <a:pt x="2827" y="4742"/>
                  </a:lnTo>
                  <a:lnTo>
                    <a:pt x="2827" y="2857"/>
                  </a:lnTo>
                  <a:lnTo>
                    <a:pt x="4742" y="2857"/>
                  </a:lnTo>
                  <a:lnTo>
                    <a:pt x="4742" y="1885"/>
                  </a:lnTo>
                  <a:lnTo>
                    <a:pt x="2827" y="188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24"/>
            <p:cNvSpPr/>
            <p:nvPr/>
          </p:nvSpPr>
          <p:spPr>
            <a:xfrm>
              <a:off x="6601575" y="4033400"/>
              <a:ext cx="118575" cy="118575"/>
            </a:xfrm>
            <a:custGeom>
              <a:rect b="b" l="l" r="r" t="t"/>
              <a:pathLst>
                <a:path extrusionOk="0" h="4743" w="4743">
                  <a:moveTo>
                    <a:pt x="1885" y="1"/>
                  </a:moveTo>
                  <a:lnTo>
                    <a:pt x="1885" y="1885"/>
                  </a:lnTo>
                  <a:lnTo>
                    <a:pt x="1" y="1885"/>
                  </a:lnTo>
                  <a:lnTo>
                    <a:pt x="1"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24"/>
            <p:cNvSpPr/>
            <p:nvPr/>
          </p:nvSpPr>
          <p:spPr>
            <a:xfrm>
              <a:off x="6601575" y="3841150"/>
              <a:ext cx="118575" cy="118575"/>
            </a:xfrm>
            <a:custGeom>
              <a:rect b="b" l="l" r="r" t="t"/>
              <a:pathLst>
                <a:path extrusionOk="0" h="4743" w="4743">
                  <a:moveTo>
                    <a:pt x="1885" y="1"/>
                  </a:moveTo>
                  <a:lnTo>
                    <a:pt x="1885" y="1885"/>
                  </a:lnTo>
                  <a:lnTo>
                    <a:pt x="1" y="1885"/>
                  </a:lnTo>
                  <a:lnTo>
                    <a:pt x="1"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24"/>
            <p:cNvSpPr/>
            <p:nvPr/>
          </p:nvSpPr>
          <p:spPr>
            <a:xfrm>
              <a:off x="6601575" y="3648900"/>
              <a:ext cx="118575" cy="118575"/>
            </a:xfrm>
            <a:custGeom>
              <a:rect b="b" l="l" r="r" t="t"/>
              <a:pathLst>
                <a:path extrusionOk="0" h="4743" w="4743">
                  <a:moveTo>
                    <a:pt x="1885" y="1"/>
                  </a:moveTo>
                  <a:lnTo>
                    <a:pt x="1885" y="1885"/>
                  </a:lnTo>
                  <a:lnTo>
                    <a:pt x="1" y="1885"/>
                  </a:lnTo>
                  <a:lnTo>
                    <a:pt x="1" y="2828"/>
                  </a:lnTo>
                  <a:lnTo>
                    <a:pt x="1885" y="2828"/>
                  </a:lnTo>
                  <a:lnTo>
                    <a:pt x="1885" y="4742"/>
                  </a:lnTo>
                  <a:lnTo>
                    <a:pt x="2827" y="4742"/>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24"/>
            <p:cNvSpPr/>
            <p:nvPr/>
          </p:nvSpPr>
          <p:spPr>
            <a:xfrm>
              <a:off x="6796100" y="5187675"/>
              <a:ext cx="118575" cy="118575"/>
            </a:xfrm>
            <a:custGeom>
              <a:rect b="b" l="l" r="r" t="t"/>
              <a:pathLst>
                <a:path extrusionOk="0" h="4743" w="4743">
                  <a:moveTo>
                    <a:pt x="1885" y="1"/>
                  </a:moveTo>
                  <a:lnTo>
                    <a:pt x="1885" y="1885"/>
                  </a:lnTo>
                  <a:lnTo>
                    <a:pt x="1" y="1885"/>
                  </a:lnTo>
                  <a:lnTo>
                    <a:pt x="1" y="2828"/>
                  </a:lnTo>
                  <a:lnTo>
                    <a:pt x="1885" y="2828"/>
                  </a:lnTo>
                  <a:lnTo>
                    <a:pt x="1885" y="4743"/>
                  </a:lnTo>
                  <a:lnTo>
                    <a:pt x="2828" y="4743"/>
                  </a:lnTo>
                  <a:lnTo>
                    <a:pt x="2828" y="2828"/>
                  </a:lnTo>
                  <a:lnTo>
                    <a:pt x="4743" y="2828"/>
                  </a:lnTo>
                  <a:lnTo>
                    <a:pt x="4743" y="1885"/>
                  </a:lnTo>
                  <a:lnTo>
                    <a:pt x="2828" y="1885"/>
                  </a:lnTo>
                  <a:lnTo>
                    <a:pt x="28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24"/>
            <p:cNvSpPr/>
            <p:nvPr/>
          </p:nvSpPr>
          <p:spPr>
            <a:xfrm>
              <a:off x="6796100" y="4994675"/>
              <a:ext cx="118575" cy="119325"/>
            </a:xfrm>
            <a:custGeom>
              <a:rect b="b" l="l" r="r" t="t"/>
              <a:pathLst>
                <a:path extrusionOk="0" h="4773" w="4743">
                  <a:moveTo>
                    <a:pt x="1885" y="0"/>
                  </a:moveTo>
                  <a:lnTo>
                    <a:pt x="1885" y="1915"/>
                  </a:lnTo>
                  <a:lnTo>
                    <a:pt x="1" y="1915"/>
                  </a:lnTo>
                  <a:lnTo>
                    <a:pt x="1" y="2858"/>
                  </a:lnTo>
                  <a:lnTo>
                    <a:pt x="1885" y="2858"/>
                  </a:lnTo>
                  <a:lnTo>
                    <a:pt x="1885" y="4772"/>
                  </a:lnTo>
                  <a:lnTo>
                    <a:pt x="2828" y="4772"/>
                  </a:lnTo>
                  <a:lnTo>
                    <a:pt x="2828" y="2858"/>
                  </a:lnTo>
                  <a:lnTo>
                    <a:pt x="4743" y="2858"/>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24"/>
            <p:cNvSpPr/>
            <p:nvPr/>
          </p:nvSpPr>
          <p:spPr>
            <a:xfrm>
              <a:off x="6796100" y="4802425"/>
              <a:ext cx="118575" cy="119325"/>
            </a:xfrm>
            <a:custGeom>
              <a:rect b="b" l="l" r="r" t="t"/>
              <a:pathLst>
                <a:path extrusionOk="0" h="4773" w="4743">
                  <a:moveTo>
                    <a:pt x="1885" y="0"/>
                  </a:moveTo>
                  <a:lnTo>
                    <a:pt x="1885" y="1915"/>
                  </a:lnTo>
                  <a:lnTo>
                    <a:pt x="1" y="1915"/>
                  </a:lnTo>
                  <a:lnTo>
                    <a:pt x="1" y="2857"/>
                  </a:lnTo>
                  <a:lnTo>
                    <a:pt x="1885" y="2857"/>
                  </a:lnTo>
                  <a:lnTo>
                    <a:pt x="1885" y="4772"/>
                  </a:lnTo>
                  <a:lnTo>
                    <a:pt x="2828" y="4772"/>
                  </a:lnTo>
                  <a:lnTo>
                    <a:pt x="2828" y="2857"/>
                  </a:lnTo>
                  <a:lnTo>
                    <a:pt x="4743" y="2857"/>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24"/>
            <p:cNvSpPr/>
            <p:nvPr/>
          </p:nvSpPr>
          <p:spPr>
            <a:xfrm>
              <a:off x="6796100" y="4610175"/>
              <a:ext cx="118575" cy="118550"/>
            </a:xfrm>
            <a:custGeom>
              <a:rect b="b" l="l" r="r" t="t"/>
              <a:pathLst>
                <a:path extrusionOk="0" h="4742" w="4743">
                  <a:moveTo>
                    <a:pt x="1885" y="0"/>
                  </a:moveTo>
                  <a:lnTo>
                    <a:pt x="1885" y="1915"/>
                  </a:lnTo>
                  <a:lnTo>
                    <a:pt x="1" y="1915"/>
                  </a:lnTo>
                  <a:lnTo>
                    <a:pt x="1" y="2857"/>
                  </a:lnTo>
                  <a:lnTo>
                    <a:pt x="1885" y="2857"/>
                  </a:lnTo>
                  <a:lnTo>
                    <a:pt x="1885" y="4742"/>
                  </a:lnTo>
                  <a:lnTo>
                    <a:pt x="2828" y="4742"/>
                  </a:lnTo>
                  <a:lnTo>
                    <a:pt x="2828" y="2857"/>
                  </a:lnTo>
                  <a:lnTo>
                    <a:pt x="4743" y="2857"/>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24"/>
            <p:cNvSpPr/>
            <p:nvPr/>
          </p:nvSpPr>
          <p:spPr>
            <a:xfrm>
              <a:off x="6796100" y="4417925"/>
              <a:ext cx="118575" cy="118550"/>
            </a:xfrm>
            <a:custGeom>
              <a:rect b="b" l="l" r="r" t="t"/>
              <a:pathLst>
                <a:path extrusionOk="0" h="4742" w="4743">
                  <a:moveTo>
                    <a:pt x="1885" y="0"/>
                  </a:moveTo>
                  <a:lnTo>
                    <a:pt x="1885" y="1915"/>
                  </a:lnTo>
                  <a:lnTo>
                    <a:pt x="1" y="1915"/>
                  </a:lnTo>
                  <a:lnTo>
                    <a:pt x="1" y="2857"/>
                  </a:lnTo>
                  <a:lnTo>
                    <a:pt x="1885" y="2857"/>
                  </a:lnTo>
                  <a:lnTo>
                    <a:pt x="1885" y="4742"/>
                  </a:lnTo>
                  <a:lnTo>
                    <a:pt x="2828" y="4742"/>
                  </a:lnTo>
                  <a:lnTo>
                    <a:pt x="2828" y="2857"/>
                  </a:lnTo>
                  <a:lnTo>
                    <a:pt x="4743" y="2857"/>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24"/>
            <p:cNvSpPr/>
            <p:nvPr/>
          </p:nvSpPr>
          <p:spPr>
            <a:xfrm>
              <a:off x="6796100" y="4225675"/>
              <a:ext cx="118575" cy="118550"/>
            </a:xfrm>
            <a:custGeom>
              <a:rect b="b" l="l" r="r" t="t"/>
              <a:pathLst>
                <a:path extrusionOk="0" h="4742" w="4743">
                  <a:moveTo>
                    <a:pt x="1885" y="0"/>
                  </a:moveTo>
                  <a:lnTo>
                    <a:pt x="1885" y="1885"/>
                  </a:lnTo>
                  <a:lnTo>
                    <a:pt x="1" y="1885"/>
                  </a:lnTo>
                  <a:lnTo>
                    <a:pt x="1" y="2857"/>
                  </a:lnTo>
                  <a:lnTo>
                    <a:pt x="1885" y="2857"/>
                  </a:lnTo>
                  <a:lnTo>
                    <a:pt x="1885" y="4742"/>
                  </a:lnTo>
                  <a:lnTo>
                    <a:pt x="2828" y="4742"/>
                  </a:lnTo>
                  <a:lnTo>
                    <a:pt x="2828" y="2857"/>
                  </a:lnTo>
                  <a:lnTo>
                    <a:pt x="4743" y="2857"/>
                  </a:lnTo>
                  <a:lnTo>
                    <a:pt x="4743" y="1885"/>
                  </a:lnTo>
                  <a:lnTo>
                    <a:pt x="2828" y="188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24"/>
            <p:cNvSpPr/>
            <p:nvPr/>
          </p:nvSpPr>
          <p:spPr>
            <a:xfrm>
              <a:off x="6796100" y="4033400"/>
              <a:ext cx="118575" cy="118575"/>
            </a:xfrm>
            <a:custGeom>
              <a:rect b="b" l="l" r="r" t="t"/>
              <a:pathLst>
                <a:path extrusionOk="0" h="4743" w="4743">
                  <a:moveTo>
                    <a:pt x="1885" y="1"/>
                  </a:moveTo>
                  <a:lnTo>
                    <a:pt x="1885" y="1885"/>
                  </a:lnTo>
                  <a:lnTo>
                    <a:pt x="1" y="1885"/>
                  </a:lnTo>
                  <a:lnTo>
                    <a:pt x="1" y="2828"/>
                  </a:lnTo>
                  <a:lnTo>
                    <a:pt x="1885" y="2828"/>
                  </a:lnTo>
                  <a:lnTo>
                    <a:pt x="1885" y="4743"/>
                  </a:lnTo>
                  <a:lnTo>
                    <a:pt x="2828" y="4743"/>
                  </a:lnTo>
                  <a:lnTo>
                    <a:pt x="2828" y="2828"/>
                  </a:lnTo>
                  <a:lnTo>
                    <a:pt x="4743" y="2828"/>
                  </a:lnTo>
                  <a:lnTo>
                    <a:pt x="4743" y="1885"/>
                  </a:lnTo>
                  <a:lnTo>
                    <a:pt x="2828" y="1885"/>
                  </a:lnTo>
                  <a:lnTo>
                    <a:pt x="28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24"/>
            <p:cNvSpPr/>
            <p:nvPr/>
          </p:nvSpPr>
          <p:spPr>
            <a:xfrm>
              <a:off x="6796100" y="3841150"/>
              <a:ext cx="118575" cy="118575"/>
            </a:xfrm>
            <a:custGeom>
              <a:rect b="b" l="l" r="r" t="t"/>
              <a:pathLst>
                <a:path extrusionOk="0" h="4743" w="4743">
                  <a:moveTo>
                    <a:pt x="1885" y="1"/>
                  </a:moveTo>
                  <a:lnTo>
                    <a:pt x="1885" y="1885"/>
                  </a:lnTo>
                  <a:lnTo>
                    <a:pt x="1" y="1885"/>
                  </a:lnTo>
                  <a:lnTo>
                    <a:pt x="1" y="2828"/>
                  </a:lnTo>
                  <a:lnTo>
                    <a:pt x="1885" y="2828"/>
                  </a:lnTo>
                  <a:lnTo>
                    <a:pt x="1885" y="4743"/>
                  </a:lnTo>
                  <a:lnTo>
                    <a:pt x="2828" y="4743"/>
                  </a:lnTo>
                  <a:lnTo>
                    <a:pt x="2828" y="2828"/>
                  </a:lnTo>
                  <a:lnTo>
                    <a:pt x="4743" y="2828"/>
                  </a:lnTo>
                  <a:lnTo>
                    <a:pt x="4743" y="1885"/>
                  </a:lnTo>
                  <a:lnTo>
                    <a:pt x="2828" y="1885"/>
                  </a:lnTo>
                  <a:lnTo>
                    <a:pt x="28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24"/>
            <p:cNvSpPr/>
            <p:nvPr/>
          </p:nvSpPr>
          <p:spPr>
            <a:xfrm>
              <a:off x="6796100" y="3648900"/>
              <a:ext cx="118575" cy="118575"/>
            </a:xfrm>
            <a:custGeom>
              <a:rect b="b" l="l" r="r" t="t"/>
              <a:pathLst>
                <a:path extrusionOk="0" h="4743" w="4743">
                  <a:moveTo>
                    <a:pt x="1885" y="1"/>
                  </a:moveTo>
                  <a:lnTo>
                    <a:pt x="1885" y="1885"/>
                  </a:lnTo>
                  <a:lnTo>
                    <a:pt x="1" y="1885"/>
                  </a:lnTo>
                  <a:lnTo>
                    <a:pt x="1" y="2828"/>
                  </a:lnTo>
                  <a:lnTo>
                    <a:pt x="1885" y="2828"/>
                  </a:lnTo>
                  <a:lnTo>
                    <a:pt x="1885" y="4742"/>
                  </a:lnTo>
                  <a:lnTo>
                    <a:pt x="2828" y="4742"/>
                  </a:lnTo>
                  <a:lnTo>
                    <a:pt x="2828" y="2828"/>
                  </a:lnTo>
                  <a:lnTo>
                    <a:pt x="4743" y="2828"/>
                  </a:lnTo>
                  <a:lnTo>
                    <a:pt x="4743" y="1885"/>
                  </a:lnTo>
                  <a:lnTo>
                    <a:pt x="2828" y="1885"/>
                  </a:lnTo>
                  <a:lnTo>
                    <a:pt x="28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24"/>
            <p:cNvSpPr/>
            <p:nvPr/>
          </p:nvSpPr>
          <p:spPr>
            <a:xfrm>
              <a:off x="6990650" y="5187675"/>
              <a:ext cx="118550" cy="118575"/>
            </a:xfrm>
            <a:custGeom>
              <a:rect b="b" l="l" r="r" t="t"/>
              <a:pathLst>
                <a:path extrusionOk="0" h="4743" w="4742">
                  <a:moveTo>
                    <a:pt x="1885" y="1"/>
                  </a:moveTo>
                  <a:lnTo>
                    <a:pt x="1885" y="1885"/>
                  </a:lnTo>
                  <a:lnTo>
                    <a:pt x="0" y="1885"/>
                  </a:lnTo>
                  <a:lnTo>
                    <a:pt x="0"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24"/>
            <p:cNvSpPr/>
            <p:nvPr/>
          </p:nvSpPr>
          <p:spPr>
            <a:xfrm>
              <a:off x="6990650" y="4994675"/>
              <a:ext cx="118550" cy="119325"/>
            </a:xfrm>
            <a:custGeom>
              <a:rect b="b" l="l" r="r" t="t"/>
              <a:pathLst>
                <a:path extrusionOk="0" h="4773" w="4742">
                  <a:moveTo>
                    <a:pt x="1885" y="0"/>
                  </a:moveTo>
                  <a:lnTo>
                    <a:pt x="1885" y="1915"/>
                  </a:lnTo>
                  <a:lnTo>
                    <a:pt x="0" y="1915"/>
                  </a:lnTo>
                  <a:lnTo>
                    <a:pt x="0" y="2858"/>
                  </a:lnTo>
                  <a:lnTo>
                    <a:pt x="1885" y="2858"/>
                  </a:lnTo>
                  <a:lnTo>
                    <a:pt x="1885" y="4772"/>
                  </a:lnTo>
                  <a:lnTo>
                    <a:pt x="2827" y="4772"/>
                  </a:lnTo>
                  <a:lnTo>
                    <a:pt x="2827" y="2858"/>
                  </a:lnTo>
                  <a:lnTo>
                    <a:pt x="4742" y="2858"/>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24"/>
            <p:cNvSpPr/>
            <p:nvPr/>
          </p:nvSpPr>
          <p:spPr>
            <a:xfrm>
              <a:off x="6990650" y="4802425"/>
              <a:ext cx="118550" cy="119325"/>
            </a:xfrm>
            <a:custGeom>
              <a:rect b="b" l="l" r="r" t="t"/>
              <a:pathLst>
                <a:path extrusionOk="0" h="4773" w="4742">
                  <a:moveTo>
                    <a:pt x="1885" y="0"/>
                  </a:moveTo>
                  <a:lnTo>
                    <a:pt x="1885" y="1915"/>
                  </a:lnTo>
                  <a:lnTo>
                    <a:pt x="0" y="1915"/>
                  </a:lnTo>
                  <a:lnTo>
                    <a:pt x="0" y="2857"/>
                  </a:lnTo>
                  <a:lnTo>
                    <a:pt x="1885" y="2857"/>
                  </a:lnTo>
                  <a:lnTo>
                    <a:pt x="1885" y="4772"/>
                  </a:lnTo>
                  <a:lnTo>
                    <a:pt x="2827" y="477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24"/>
            <p:cNvSpPr/>
            <p:nvPr/>
          </p:nvSpPr>
          <p:spPr>
            <a:xfrm>
              <a:off x="6990650" y="4610175"/>
              <a:ext cx="118550" cy="118550"/>
            </a:xfrm>
            <a:custGeom>
              <a:rect b="b" l="l" r="r" t="t"/>
              <a:pathLst>
                <a:path extrusionOk="0" h="4742" w="4742">
                  <a:moveTo>
                    <a:pt x="1885" y="0"/>
                  </a:moveTo>
                  <a:lnTo>
                    <a:pt x="1885" y="1915"/>
                  </a:lnTo>
                  <a:lnTo>
                    <a:pt x="0" y="1915"/>
                  </a:lnTo>
                  <a:lnTo>
                    <a:pt x="0" y="2857"/>
                  </a:lnTo>
                  <a:lnTo>
                    <a:pt x="1885" y="2857"/>
                  </a:lnTo>
                  <a:lnTo>
                    <a:pt x="1885" y="4742"/>
                  </a:lnTo>
                  <a:lnTo>
                    <a:pt x="2827" y="474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24"/>
            <p:cNvSpPr/>
            <p:nvPr/>
          </p:nvSpPr>
          <p:spPr>
            <a:xfrm>
              <a:off x="6990650" y="4417925"/>
              <a:ext cx="118550" cy="118550"/>
            </a:xfrm>
            <a:custGeom>
              <a:rect b="b" l="l" r="r" t="t"/>
              <a:pathLst>
                <a:path extrusionOk="0" h="4742" w="4742">
                  <a:moveTo>
                    <a:pt x="1885" y="0"/>
                  </a:moveTo>
                  <a:lnTo>
                    <a:pt x="1885" y="1915"/>
                  </a:lnTo>
                  <a:lnTo>
                    <a:pt x="0" y="1915"/>
                  </a:lnTo>
                  <a:lnTo>
                    <a:pt x="0" y="2857"/>
                  </a:lnTo>
                  <a:lnTo>
                    <a:pt x="1885" y="2857"/>
                  </a:lnTo>
                  <a:lnTo>
                    <a:pt x="1885" y="4742"/>
                  </a:lnTo>
                  <a:lnTo>
                    <a:pt x="2827" y="474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24"/>
            <p:cNvSpPr/>
            <p:nvPr/>
          </p:nvSpPr>
          <p:spPr>
            <a:xfrm>
              <a:off x="6990650" y="4225675"/>
              <a:ext cx="118550" cy="118550"/>
            </a:xfrm>
            <a:custGeom>
              <a:rect b="b" l="l" r="r" t="t"/>
              <a:pathLst>
                <a:path extrusionOk="0" h="4742" w="4742">
                  <a:moveTo>
                    <a:pt x="1885" y="0"/>
                  </a:moveTo>
                  <a:lnTo>
                    <a:pt x="1885" y="1885"/>
                  </a:lnTo>
                  <a:lnTo>
                    <a:pt x="0" y="1885"/>
                  </a:lnTo>
                  <a:lnTo>
                    <a:pt x="0" y="2857"/>
                  </a:lnTo>
                  <a:lnTo>
                    <a:pt x="1885" y="2857"/>
                  </a:lnTo>
                  <a:lnTo>
                    <a:pt x="1885" y="4742"/>
                  </a:lnTo>
                  <a:lnTo>
                    <a:pt x="2827" y="4742"/>
                  </a:lnTo>
                  <a:lnTo>
                    <a:pt x="2827" y="2857"/>
                  </a:lnTo>
                  <a:lnTo>
                    <a:pt x="4742" y="2857"/>
                  </a:lnTo>
                  <a:lnTo>
                    <a:pt x="4742" y="1885"/>
                  </a:lnTo>
                  <a:lnTo>
                    <a:pt x="2827" y="188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24"/>
            <p:cNvSpPr/>
            <p:nvPr/>
          </p:nvSpPr>
          <p:spPr>
            <a:xfrm>
              <a:off x="6990650" y="4033400"/>
              <a:ext cx="118550" cy="118575"/>
            </a:xfrm>
            <a:custGeom>
              <a:rect b="b" l="l" r="r" t="t"/>
              <a:pathLst>
                <a:path extrusionOk="0" h="4743" w="4742">
                  <a:moveTo>
                    <a:pt x="1885" y="1"/>
                  </a:moveTo>
                  <a:lnTo>
                    <a:pt x="1885" y="1885"/>
                  </a:lnTo>
                  <a:lnTo>
                    <a:pt x="0" y="1885"/>
                  </a:lnTo>
                  <a:lnTo>
                    <a:pt x="0"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24"/>
            <p:cNvSpPr/>
            <p:nvPr/>
          </p:nvSpPr>
          <p:spPr>
            <a:xfrm>
              <a:off x="6990650" y="3841150"/>
              <a:ext cx="118550" cy="118575"/>
            </a:xfrm>
            <a:custGeom>
              <a:rect b="b" l="l" r="r" t="t"/>
              <a:pathLst>
                <a:path extrusionOk="0" h="4743" w="4742">
                  <a:moveTo>
                    <a:pt x="1885" y="1"/>
                  </a:moveTo>
                  <a:lnTo>
                    <a:pt x="1885" y="1885"/>
                  </a:lnTo>
                  <a:lnTo>
                    <a:pt x="0" y="1885"/>
                  </a:lnTo>
                  <a:lnTo>
                    <a:pt x="0"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24"/>
            <p:cNvSpPr/>
            <p:nvPr/>
          </p:nvSpPr>
          <p:spPr>
            <a:xfrm>
              <a:off x="6990650" y="3648900"/>
              <a:ext cx="118550" cy="118575"/>
            </a:xfrm>
            <a:custGeom>
              <a:rect b="b" l="l" r="r" t="t"/>
              <a:pathLst>
                <a:path extrusionOk="0" h="4743" w="4742">
                  <a:moveTo>
                    <a:pt x="1885" y="1"/>
                  </a:moveTo>
                  <a:lnTo>
                    <a:pt x="1885" y="1885"/>
                  </a:lnTo>
                  <a:lnTo>
                    <a:pt x="0" y="1885"/>
                  </a:lnTo>
                  <a:lnTo>
                    <a:pt x="0" y="2828"/>
                  </a:lnTo>
                  <a:lnTo>
                    <a:pt x="1885" y="2828"/>
                  </a:lnTo>
                  <a:lnTo>
                    <a:pt x="1885" y="4742"/>
                  </a:lnTo>
                  <a:lnTo>
                    <a:pt x="2827" y="4742"/>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24"/>
            <p:cNvSpPr/>
            <p:nvPr/>
          </p:nvSpPr>
          <p:spPr>
            <a:xfrm>
              <a:off x="7184425" y="5187675"/>
              <a:ext cx="119325" cy="118575"/>
            </a:xfrm>
            <a:custGeom>
              <a:rect b="b" l="l" r="r" t="t"/>
              <a:pathLst>
                <a:path extrusionOk="0" h="4743" w="4773">
                  <a:moveTo>
                    <a:pt x="1915" y="1"/>
                  </a:moveTo>
                  <a:lnTo>
                    <a:pt x="1915" y="1885"/>
                  </a:lnTo>
                  <a:lnTo>
                    <a:pt x="0" y="1885"/>
                  </a:lnTo>
                  <a:lnTo>
                    <a:pt x="0" y="2828"/>
                  </a:lnTo>
                  <a:lnTo>
                    <a:pt x="1915" y="2828"/>
                  </a:lnTo>
                  <a:lnTo>
                    <a:pt x="1915" y="4743"/>
                  </a:lnTo>
                  <a:lnTo>
                    <a:pt x="2857" y="4743"/>
                  </a:lnTo>
                  <a:lnTo>
                    <a:pt x="2857" y="2828"/>
                  </a:lnTo>
                  <a:lnTo>
                    <a:pt x="4772" y="2828"/>
                  </a:lnTo>
                  <a:lnTo>
                    <a:pt x="4772" y="1885"/>
                  </a:lnTo>
                  <a:lnTo>
                    <a:pt x="2857" y="1885"/>
                  </a:lnTo>
                  <a:lnTo>
                    <a:pt x="285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24"/>
            <p:cNvSpPr/>
            <p:nvPr/>
          </p:nvSpPr>
          <p:spPr>
            <a:xfrm>
              <a:off x="7184425" y="4994675"/>
              <a:ext cx="119325" cy="119325"/>
            </a:xfrm>
            <a:custGeom>
              <a:rect b="b" l="l" r="r" t="t"/>
              <a:pathLst>
                <a:path extrusionOk="0" h="4773" w="4773">
                  <a:moveTo>
                    <a:pt x="1915" y="0"/>
                  </a:moveTo>
                  <a:lnTo>
                    <a:pt x="1915" y="1915"/>
                  </a:lnTo>
                  <a:lnTo>
                    <a:pt x="0" y="1915"/>
                  </a:lnTo>
                  <a:lnTo>
                    <a:pt x="0" y="2858"/>
                  </a:lnTo>
                  <a:lnTo>
                    <a:pt x="1915" y="2858"/>
                  </a:lnTo>
                  <a:lnTo>
                    <a:pt x="1915" y="4772"/>
                  </a:lnTo>
                  <a:lnTo>
                    <a:pt x="2857" y="4772"/>
                  </a:lnTo>
                  <a:lnTo>
                    <a:pt x="2857" y="2858"/>
                  </a:lnTo>
                  <a:lnTo>
                    <a:pt x="4772" y="2858"/>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24"/>
            <p:cNvSpPr/>
            <p:nvPr/>
          </p:nvSpPr>
          <p:spPr>
            <a:xfrm>
              <a:off x="7184425" y="4802425"/>
              <a:ext cx="119325" cy="119325"/>
            </a:xfrm>
            <a:custGeom>
              <a:rect b="b" l="l" r="r" t="t"/>
              <a:pathLst>
                <a:path extrusionOk="0" h="4773" w="4773">
                  <a:moveTo>
                    <a:pt x="1915" y="0"/>
                  </a:moveTo>
                  <a:lnTo>
                    <a:pt x="1915" y="1915"/>
                  </a:lnTo>
                  <a:lnTo>
                    <a:pt x="0" y="1915"/>
                  </a:lnTo>
                  <a:lnTo>
                    <a:pt x="0" y="2857"/>
                  </a:lnTo>
                  <a:lnTo>
                    <a:pt x="1915" y="2857"/>
                  </a:lnTo>
                  <a:lnTo>
                    <a:pt x="1915" y="4772"/>
                  </a:lnTo>
                  <a:lnTo>
                    <a:pt x="2857" y="4772"/>
                  </a:lnTo>
                  <a:lnTo>
                    <a:pt x="2857" y="2857"/>
                  </a:lnTo>
                  <a:lnTo>
                    <a:pt x="4772" y="2857"/>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24"/>
            <p:cNvSpPr/>
            <p:nvPr/>
          </p:nvSpPr>
          <p:spPr>
            <a:xfrm>
              <a:off x="7184425" y="4610175"/>
              <a:ext cx="119325" cy="118550"/>
            </a:xfrm>
            <a:custGeom>
              <a:rect b="b" l="l" r="r" t="t"/>
              <a:pathLst>
                <a:path extrusionOk="0" h="4742" w="4773">
                  <a:moveTo>
                    <a:pt x="1915" y="0"/>
                  </a:moveTo>
                  <a:lnTo>
                    <a:pt x="1915" y="1915"/>
                  </a:lnTo>
                  <a:lnTo>
                    <a:pt x="0" y="1915"/>
                  </a:lnTo>
                  <a:lnTo>
                    <a:pt x="0" y="2857"/>
                  </a:lnTo>
                  <a:lnTo>
                    <a:pt x="1915" y="2857"/>
                  </a:lnTo>
                  <a:lnTo>
                    <a:pt x="1915" y="4742"/>
                  </a:lnTo>
                  <a:lnTo>
                    <a:pt x="2857" y="4742"/>
                  </a:lnTo>
                  <a:lnTo>
                    <a:pt x="2857" y="2857"/>
                  </a:lnTo>
                  <a:lnTo>
                    <a:pt x="4772" y="2857"/>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24"/>
            <p:cNvSpPr/>
            <p:nvPr/>
          </p:nvSpPr>
          <p:spPr>
            <a:xfrm>
              <a:off x="7184425" y="4417925"/>
              <a:ext cx="119325" cy="118550"/>
            </a:xfrm>
            <a:custGeom>
              <a:rect b="b" l="l" r="r" t="t"/>
              <a:pathLst>
                <a:path extrusionOk="0" h="4742" w="4773">
                  <a:moveTo>
                    <a:pt x="1915" y="0"/>
                  </a:moveTo>
                  <a:lnTo>
                    <a:pt x="1915" y="1915"/>
                  </a:lnTo>
                  <a:lnTo>
                    <a:pt x="0" y="1915"/>
                  </a:lnTo>
                  <a:lnTo>
                    <a:pt x="0" y="2857"/>
                  </a:lnTo>
                  <a:lnTo>
                    <a:pt x="1915" y="2857"/>
                  </a:lnTo>
                  <a:lnTo>
                    <a:pt x="1915" y="4742"/>
                  </a:lnTo>
                  <a:lnTo>
                    <a:pt x="2857" y="4742"/>
                  </a:lnTo>
                  <a:lnTo>
                    <a:pt x="2857" y="2857"/>
                  </a:lnTo>
                  <a:lnTo>
                    <a:pt x="4772" y="2857"/>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24"/>
            <p:cNvSpPr/>
            <p:nvPr/>
          </p:nvSpPr>
          <p:spPr>
            <a:xfrm>
              <a:off x="7184425" y="4225675"/>
              <a:ext cx="119325" cy="118550"/>
            </a:xfrm>
            <a:custGeom>
              <a:rect b="b" l="l" r="r" t="t"/>
              <a:pathLst>
                <a:path extrusionOk="0" h="4742" w="4773">
                  <a:moveTo>
                    <a:pt x="1915" y="0"/>
                  </a:moveTo>
                  <a:lnTo>
                    <a:pt x="1915" y="1885"/>
                  </a:lnTo>
                  <a:lnTo>
                    <a:pt x="0" y="1885"/>
                  </a:lnTo>
                  <a:lnTo>
                    <a:pt x="0" y="2857"/>
                  </a:lnTo>
                  <a:lnTo>
                    <a:pt x="1915" y="2857"/>
                  </a:lnTo>
                  <a:lnTo>
                    <a:pt x="1915" y="4742"/>
                  </a:lnTo>
                  <a:lnTo>
                    <a:pt x="2857" y="4742"/>
                  </a:lnTo>
                  <a:lnTo>
                    <a:pt x="2857" y="2857"/>
                  </a:lnTo>
                  <a:lnTo>
                    <a:pt x="4772" y="2857"/>
                  </a:lnTo>
                  <a:lnTo>
                    <a:pt x="4772" y="1885"/>
                  </a:lnTo>
                  <a:lnTo>
                    <a:pt x="2857" y="188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24"/>
            <p:cNvSpPr/>
            <p:nvPr/>
          </p:nvSpPr>
          <p:spPr>
            <a:xfrm>
              <a:off x="7184425" y="4033400"/>
              <a:ext cx="119325" cy="118575"/>
            </a:xfrm>
            <a:custGeom>
              <a:rect b="b" l="l" r="r" t="t"/>
              <a:pathLst>
                <a:path extrusionOk="0" h="4743" w="4773">
                  <a:moveTo>
                    <a:pt x="1915" y="1"/>
                  </a:moveTo>
                  <a:lnTo>
                    <a:pt x="1915" y="1885"/>
                  </a:lnTo>
                  <a:lnTo>
                    <a:pt x="0" y="1885"/>
                  </a:lnTo>
                  <a:lnTo>
                    <a:pt x="0" y="2828"/>
                  </a:lnTo>
                  <a:lnTo>
                    <a:pt x="1915" y="2828"/>
                  </a:lnTo>
                  <a:lnTo>
                    <a:pt x="1915" y="4743"/>
                  </a:lnTo>
                  <a:lnTo>
                    <a:pt x="2857" y="4743"/>
                  </a:lnTo>
                  <a:lnTo>
                    <a:pt x="2857" y="2828"/>
                  </a:lnTo>
                  <a:lnTo>
                    <a:pt x="4772" y="2828"/>
                  </a:lnTo>
                  <a:lnTo>
                    <a:pt x="4772" y="1885"/>
                  </a:lnTo>
                  <a:lnTo>
                    <a:pt x="2857" y="1885"/>
                  </a:lnTo>
                  <a:lnTo>
                    <a:pt x="285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24"/>
            <p:cNvSpPr/>
            <p:nvPr/>
          </p:nvSpPr>
          <p:spPr>
            <a:xfrm>
              <a:off x="7184425" y="3841150"/>
              <a:ext cx="119325" cy="118575"/>
            </a:xfrm>
            <a:custGeom>
              <a:rect b="b" l="l" r="r" t="t"/>
              <a:pathLst>
                <a:path extrusionOk="0" h="4743" w="4773">
                  <a:moveTo>
                    <a:pt x="1915" y="1"/>
                  </a:moveTo>
                  <a:lnTo>
                    <a:pt x="1915" y="1885"/>
                  </a:lnTo>
                  <a:lnTo>
                    <a:pt x="0" y="1885"/>
                  </a:lnTo>
                  <a:lnTo>
                    <a:pt x="0" y="2828"/>
                  </a:lnTo>
                  <a:lnTo>
                    <a:pt x="1915" y="2828"/>
                  </a:lnTo>
                  <a:lnTo>
                    <a:pt x="1915" y="4743"/>
                  </a:lnTo>
                  <a:lnTo>
                    <a:pt x="2857" y="4743"/>
                  </a:lnTo>
                  <a:lnTo>
                    <a:pt x="2857" y="2828"/>
                  </a:lnTo>
                  <a:lnTo>
                    <a:pt x="4772" y="2828"/>
                  </a:lnTo>
                  <a:lnTo>
                    <a:pt x="4772" y="1885"/>
                  </a:lnTo>
                  <a:lnTo>
                    <a:pt x="2857" y="1885"/>
                  </a:lnTo>
                  <a:lnTo>
                    <a:pt x="285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24"/>
            <p:cNvSpPr/>
            <p:nvPr/>
          </p:nvSpPr>
          <p:spPr>
            <a:xfrm>
              <a:off x="7184425" y="3648900"/>
              <a:ext cx="119325" cy="118575"/>
            </a:xfrm>
            <a:custGeom>
              <a:rect b="b" l="l" r="r" t="t"/>
              <a:pathLst>
                <a:path extrusionOk="0" h="4743" w="4773">
                  <a:moveTo>
                    <a:pt x="1915" y="1"/>
                  </a:moveTo>
                  <a:lnTo>
                    <a:pt x="1915" y="1885"/>
                  </a:lnTo>
                  <a:lnTo>
                    <a:pt x="0" y="1885"/>
                  </a:lnTo>
                  <a:lnTo>
                    <a:pt x="0" y="2828"/>
                  </a:lnTo>
                  <a:lnTo>
                    <a:pt x="1915" y="2828"/>
                  </a:lnTo>
                  <a:lnTo>
                    <a:pt x="1915" y="4742"/>
                  </a:lnTo>
                  <a:lnTo>
                    <a:pt x="2857" y="4742"/>
                  </a:lnTo>
                  <a:lnTo>
                    <a:pt x="2857" y="2828"/>
                  </a:lnTo>
                  <a:lnTo>
                    <a:pt x="4772" y="2828"/>
                  </a:lnTo>
                  <a:lnTo>
                    <a:pt x="4772" y="1885"/>
                  </a:lnTo>
                  <a:lnTo>
                    <a:pt x="2857" y="1885"/>
                  </a:lnTo>
                  <a:lnTo>
                    <a:pt x="285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24"/>
            <p:cNvSpPr/>
            <p:nvPr/>
          </p:nvSpPr>
          <p:spPr>
            <a:xfrm>
              <a:off x="6601575" y="3455900"/>
              <a:ext cx="118575" cy="119325"/>
            </a:xfrm>
            <a:custGeom>
              <a:rect b="b" l="l" r="r" t="t"/>
              <a:pathLst>
                <a:path extrusionOk="0" h="4773" w="4743">
                  <a:moveTo>
                    <a:pt x="1885" y="0"/>
                  </a:moveTo>
                  <a:lnTo>
                    <a:pt x="1885" y="1915"/>
                  </a:lnTo>
                  <a:lnTo>
                    <a:pt x="1" y="1915"/>
                  </a:lnTo>
                  <a:lnTo>
                    <a:pt x="1" y="2857"/>
                  </a:lnTo>
                  <a:lnTo>
                    <a:pt x="1885" y="2857"/>
                  </a:lnTo>
                  <a:lnTo>
                    <a:pt x="1885" y="4772"/>
                  </a:lnTo>
                  <a:lnTo>
                    <a:pt x="2827" y="477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24"/>
            <p:cNvSpPr/>
            <p:nvPr/>
          </p:nvSpPr>
          <p:spPr>
            <a:xfrm>
              <a:off x="6796100" y="3455900"/>
              <a:ext cx="118575" cy="119325"/>
            </a:xfrm>
            <a:custGeom>
              <a:rect b="b" l="l" r="r" t="t"/>
              <a:pathLst>
                <a:path extrusionOk="0" h="4773" w="4743">
                  <a:moveTo>
                    <a:pt x="1885" y="0"/>
                  </a:moveTo>
                  <a:lnTo>
                    <a:pt x="1885" y="1915"/>
                  </a:lnTo>
                  <a:lnTo>
                    <a:pt x="1" y="1915"/>
                  </a:lnTo>
                  <a:lnTo>
                    <a:pt x="1" y="2857"/>
                  </a:lnTo>
                  <a:lnTo>
                    <a:pt x="1885" y="2857"/>
                  </a:lnTo>
                  <a:lnTo>
                    <a:pt x="1885" y="4772"/>
                  </a:lnTo>
                  <a:lnTo>
                    <a:pt x="2828" y="4772"/>
                  </a:lnTo>
                  <a:lnTo>
                    <a:pt x="2828" y="2857"/>
                  </a:lnTo>
                  <a:lnTo>
                    <a:pt x="4743" y="2857"/>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24"/>
            <p:cNvSpPr/>
            <p:nvPr/>
          </p:nvSpPr>
          <p:spPr>
            <a:xfrm>
              <a:off x="6990650" y="3455900"/>
              <a:ext cx="118550" cy="119325"/>
            </a:xfrm>
            <a:custGeom>
              <a:rect b="b" l="l" r="r" t="t"/>
              <a:pathLst>
                <a:path extrusionOk="0" h="4773" w="4742">
                  <a:moveTo>
                    <a:pt x="1885" y="0"/>
                  </a:moveTo>
                  <a:lnTo>
                    <a:pt x="1885" y="1915"/>
                  </a:lnTo>
                  <a:lnTo>
                    <a:pt x="0" y="1915"/>
                  </a:lnTo>
                  <a:lnTo>
                    <a:pt x="0" y="2857"/>
                  </a:lnTo>
                  <a:lnTo>
                    <a:pt x="1885" y="2857"/>
                  </a:lnTo>
                  <a:lnTo>
                    <a:pt x="1885" y="4772"/>
                  </a:lnTo>
                  <a:lnTo>
                    <a:pt x="2827" y="477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24"/>
            <p:cNvSpPr/>
            <p:nvPr/>
          </p:nvSpPr>
          <p:spPr>
            <a:xfrm>
              <a:off x="7184425" y="3455900"/>
              <a:ext cx="119325" cy="119325"/>
            </a:xfrm>
            <a:custGeom>
              <a:rect b="b" l="l" r="r" t="t"/>
              <a:pathLst>
                <a:path extrusionOk="0" h="4773" w="4773">
                  <a:moveTo>
                    <a:pt x="1915" y="0"/>
                  </a:moveTo>
                  <a:lnTo>
                    <a:pt x="1915" y="1915"/>
                  </a:lnTo>
                  <a:lnTo>
                    <a:pt x="0" y="1915"/>
                  </a:lnTo>
                  <a:lnTo>
                    <a:pt x="0" y="2857"/>
                  </a:lnTo>
                  <a:lnTo>
                    <a:pt x="1915" y="2857"/>
                  </a:lnTo>
                  <a:lnTo>
                    <a:pt x="1915" y="4772"/>
                  </a:lnTo>
                  <a:lnTo>
                    <a:pt x="2857" y="4772"/>
                  </a:lnTo>
                  <a:lnTo>
                    <a:pt x="2857" y="2857"/>
                  </a:lnTo>
                  <a:lnTo>
                    <a:pt x="4772" y="2857"/>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1" name="Google Shape;3791;p24"/>
          <p:cNvGrpSpPr/>
          <p:nvPr/>
        </p:nvGrpSpPr>
        <p:grpSpPr>
          <a:xfrm rot="10800000">
            <a:off x="5235475" y="4608488"/>
            <a:ext cx="828300" cy="654275"/>
            <a:chOff x="2024375" y="213075"/>
            <a:chExt cx="828300" cy="654275"/>
          </a:xfrm>
        </p:grpSpPr>
        <p:sp>
          <p:nvSpPr>
            <p:cNvPr id="3792" name="Google Shape;3792;p24"/>
            <p:cNvSpPr/>
            <p:nvPr/>
          </p:nvSpPr>
          <p:spPr>
            <a:xfrm>
              <a:off x="2024375" y="213075"/>
              <a:ext cx="828300" cy="654275"/>
            </a:xfrm>
            <a:custGeom>
              <a:rect b="b" l="l" r="r" t="t"/>
              <a:pathLst>
                <a:path extrusionOk="0" fill="none" h="26171" w="33132">
                  <a:moveTo>
                    <a:pt x="27417" y="0"/>
                  </a:moveTo>
                  <a:cubicBezTo>
                    <a:pt x="31824" y="4377"/>
                    <a:pt x="33131" y="10973"/>
                    <a:pt x="30761" y="16718"/>
                  </a:cubicBezTo>
                  <a:cubicBezTo>
                    <a:pt x="28390" y="22432"/>
                    <a:pt x="22767" y="26171"/>
                    <a:pt x="16566" y="26171"/>
                  </a:cubicBezTo>
                  <a:cubicBezTo>
                    <a:pt x="10365" y="26171"/>
                    <a:pt x="4772" y="22432"/>
                    <a:pt x="2401" y="16718"/>
                  </a:cubicBezTo>
                  <a:cubicBezTo>
                    <a:pt x="0" y="10973"/>
                    <a:pt x="1338" y="4377"/>
                    <a:pt x="5715" y="0"/>
                  </a:cubicBezTo>
                </a:path>
              </a:pathLst>
            </a:custGeom>
            <a:noFill/>
            <a:ln cap="flat" cmpd="sng" w="66875">
              <a:solidFill>
                <a:srgbClr val="E4BEB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24"/>
            <p:cNvSpPr/>
            <p:nvPr/>
          </p:nvSpPr>
          <p:spPr>
            <a:xfrm>
              <a:off x="2194575" y="241175"/>
              <a:ext cx="488650" cy="488650"/>
            </a:xfrm>
            <a:custGeom>
              <a:rect b="b" l="l" r="r" t="t"/>
              <a:pathLst>
                <a:path extrusionOk="0" fill="none" h="19546" w="19546">
                  <a:moveTo>
                    <a:pt x="19545" y="9758"/>
                  </a:moveTo>
                  <a:cubicBezTo>
                    <a:pt x="19545" y="15168"/>
                    <a:pt x="15168" y="19545"/>
                    <a:pt x="9758" y="19545"/>
                  </a:cubicBezTo>
                  <a:cubicBezTo>
                    <a:pt x="4378" y="19545"/>
                    <a:pt x="1" y="15168"/>
                    <a:pt x="1" y="9758"/>
                  </a:cubicBezTo>
                  <a:cubicBezTo>
                    <a:pt x="1" y="4378"/>
                    <a:pt x="4378" y="1"/>
                    <a:pt x="9758" y="1"/>
                  </a:cubicBezTo>
                  <a:cubicBezTo>
                    <a:pt x="15168" y="1"/>
                    <a:pt x="19545" y="4378"/>
                    <a:pt x="19545" y="9758"/>
                  </a:cubicBezTo>
                  <a:close/>
                </a:path>
              </a:pathLst>
            </a:custGeom>
            <a:solidFill>
              <a:schemeClr val="lt2"/>
            </a:solidFill>
            <a:ln cap="flat" cmpd="sng" w="3810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3794" name="Shape 3794"/>
        <p:cNvGrpSpPr/>
        <p:nvPr/>
      </p:nvGrpSpPr>
      <p:grpSpPr>
        <a:xfrm>
          <a:off x="0" y="0"/>
          <a:ext cx="0" cy="0"/>
          <a:chOff x="0" y="0"/>
          <a:chExt cx="0" cy="0"/>
        </a:xfrm>
      </p:grpSpPr>
      <p:sp>
        <p:nvSpPr>
          <p:cNvPr id="3795" name="Google Shape;3795;p25"/>
          <p:cNvSpPr txBox="1"/>
          <p:nvPr>
            <p:ph idx="1" type="subTitle"/>
          </p:nvPr>
        </p:nvSpPr>
        <p:spPr>
          <a:xfrm>
            <a:off x="2055150" y="3184450"/>
            <a:ext cx="2023500" cy="352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2500"/>
              <a:buFont typeface="Bebas Neue"/>
              <a:buNone/>
              <a:defRPr sz="2500">
                <a:latin typeface="Big Shoulders Text"/>
                <a:ea typeface="Big Shoulders Text"/>
                <a:cs typeface="Big Shoulders Text"/>
                <a:sym typeface="Big Shoulders Text"/>
              </a:defRPr>
            </a:lvl1pPr>
            <a:lvl2pPr lvl="1" rtl="0"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rtl="0"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rtl="0"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rtl="0"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rtl="0"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rtl="0"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rtl="0"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rtl="0"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p:txBody>
      </p:sp>
      <p:sp>
        <p:nvSpPr>
          <p:cNvPr id="3796" name="Google Shape;3796;p25"/>
          <p:cNvSpPr txBox="1"/>
          <p:nvPr>
            <p:ph idx="2" type="subTitle"/>
          </p:nvPr>
        </p:nvSpPr>
        <p:spPr>
          <a:xfrm>
            <a:off x="5065374" y="3184450"/>
            <a:ext cx="2023500" cy="352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2500"/>
              <a:buFont typeface="Bebas Neue"/>
              <a:buNone/>
              <a:defRPr sz="2500">
                <a:latin typeface="Big Shoulders Text"/>
                <a:ea typeface="Big Shoulders Text"/>
                <a:cs typeface="Big Shoulders Text"/>
                <a:sym typeface="Big Shoulders Text"/>
              </a:defRPr>
            </a:lvl1pPr>
            <a:lvl2pPr lvl="1" rtl="0"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rtl="0"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rtl="0"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rtl="0"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rtl="0"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rtl="0"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rtl="0"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rtl="0"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p:txBody>
      </p:sp>
      <p:sp>
        <p:nvSpPr>
          <p:cNvPr id="3797" name="Google Shape;3797;p25"/>
          <p:cNvSpPr txBox="1"/>
          <p:nvPr>
            <p:ph idx="3" type="subTitle"/>
          </p:nvPr>
        </p:nvSpPr>
        <p:spPr>
          <a:xfrm>
            <a:off x="1947762" y="3537250"/>
            <a:ext cx="2238300" cy="572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798" name="Google Shape;3798;p25"/>
          <p:cNvSpPr txBox="1"/>
          <p:nvPr>
            <p:ph idx="4" type="subTitle"/>
          </p:nvPr>
        </p:nvSpPr>
        <p:spPr>
          <a:xfrm>
            <a:off x="4957988" y="3537250"/>
            <a:ext cx="2238300" cy="572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799" name="Google Shape;3799;p25"/>
          <p:cNvSpPr txBox="1"/>
          <p:nvPr>
            <p:ph type="title"/>
          </p:nvPr>
        </p:nvSpPr>
        <p:spPr>
          <a:xfrm>
            <a:off x="2988625" y="445025"/>
            <a:ext cx="31668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3800" name="Google Shape;3800;p25"/>
          <p:cNvGrpSpPr/>
          <p:nvPr/>
        </p:nvGrpSpPr>
        <p:grpSpPr>
          <a:xfrm flipH="1" rot="9094036">
            <a:off x="-1755838" y="-1286053"/>
            <a:ext cx="4568611" cy="2881644"/>
            <a:chOff x="2975000" y="20825"/>
            <a:chExt cx="3963625" cy="2500050"/>
          </a:xfrm>
        </p:grpSpPr>
        <p:sp>
          <p:nvSpPr>
            <p:cNvPr id="3801" name="Google Shape;3801;p25"/>
            <p:cNvSpPr/>
            <p:nvPr/>
          </p:nvSpPr>
          <p:spPr>
            <a:xfrm>
              <a:off x="2975000" y="442550"/>
              <a:ext cx="3962850" cy="2078325"/>
            </a:xfrm>
            <a:custGeom>
              <a:rect b="b" l="l" r="r" t="t"/>
              <a:pathLst>
                <a:path extrusionOk="0" fill="none" h="83133" w="158514">
                  <a:moveTo>
                    <a:pt x="0" y="1"/>
                  </a:moveTo>
                  <a:cubicBezTo>
                    <a:pt x="4347" y="3071"/>
                    <a:pt x="9423" y="6171"/>
                    <a:pt x="12797" y="10122"/>
                  </a:cubicBezTo>
                  <a:cubicBezTo>
                    <a:pt x="18025" y="16232"/>
                    <a:pt x="11095" y="25411"/>
                    <a:pt x="18298" y="31369"/>
                  </a:cubicBezTo>
                  <a:cubicBezTo>
                    <a:pt x="23952" y="36050"/>
                    <a:pt x="23982" y="41612"/>
                    <a:pt x="23283" y="48269"/>
                  </a:cubicBezTo>
                  <a:cubicBezTo>
                    <a:pt x="22706" y="53497"/>
                    <a:pt x="22463" y="62494"/>
                    <a:pt x="29028" y="64044"/>
                  </a:cubicBezTo>
                  <a:cubicBezTo>
                    <a:pt x="35776" y="65655"/>
                    <a:pt x="41186" y="60913"/>
                    <a:pt x="45624" y="56567"/>
                  </a:cubicBezTo>
                  <a:cubicBezTo>
                    <a:pt x="51855" y="50457"/>
                    <a:pt x="63466" y="46202"/>
                    <a:pt x="71825" y="49515"/>
                  </a:cubicBezTo>
                  <a:cubicBezTo>
                    <a:pt x="79211" y="52463"/>
                    <a:pt x="89728" y="48421"/>
                    <a:pt x="96598" y="51430"/>
                  </a:cubicBezTo>
                  <a:cubicBezTo>
                    <a:pt x="100762" y="53284"/>
                    <a:pt x="101035" y="58390"/>
                    <a:pt x="102343" y="62646"/>
                  </a:cubicBezTo>
                  <a:cubicBezTo>
                    <a:pt x="104197" y="68603"/>
                    <a:pt x="108938" y="75564"/>
                    <a:pt x="114106" y="78482"/>
                  </a:cubicBezTo>
                  <a:cubicBezTo>
                    <a:pt x="122343" y="83132"/>
                    <a:pt x="130914" y="70610"/>
                    <a:pt x="138909" y="69151"/>
                  </a:cubicBezTo>
                  <a:cubicBezTo>
                    <a:pt x="145474" y="67935"/>
                    <a:pt x="152435" y="73892"/>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25"/>
            <p:cNvSpPr/>
            <p:nvPr/>
          </p:nvSpPr>
          <p:spPr>
            <a:xfrm>
              <a:off x="2975000" y="442550"/>
              <a:ext cx="3962850" cy="2057800"/>
            </a:xfrm>
            <a:custGeom>
              <a:rect b="b" l="l" r="r" t="t"/>
              <a:pathLst>
                <a:path extrusionOk="0" fill="none" h="82312" w="158514">
                  <a:moveTo>
                    <a:pt x="0" y="1"/>
                  </a:moveTo>
                  <a:cubicBezTo>
                    <a:pt x="4408" y="3040"/>
                    <a:pt x="9392" y="6049"/>
                    <a:pt x="13040" y="9879"/>
                  </a:cubicBezTo>
                  <a:cubicBezTo>
                    <a:pt x="18602" y="15654"/>
                    <a:pt x="11733" y="24955"/>
                    <a:pt x="18694" y="30609"/>
                  </a:cubicBezTo>
                  <a:cubicBezTo>
                    <a:pt x="24408" y="35259"/>
                    <a:pt x="25077" y="40153"/>
                    <a:pt x="24317" y="46901"/>
                  </a:cubicBezTo>
                  <a:cubicBezTo>
                    <a:pt x="23739" y="52129"/>
                    <a:pt x="23131" y="61248"/>
                    <a:pt x="29849" y="62919"/>
                  </a:cubicBezTo>
                  <a:cubicBezTo>
                    <a:pt x="36870" y="64652"/>
                    <a:pt x="41794" y="59606"/>
                    <a:pt x="46627" y="55503"/>
                  </a:cubicBezTo>
                  <a:cubicBezTo>
                    <a:pt x="53557" y="49606"/>
                    <a:pt x="63983" y="44712"/>
                    <a:pt x="72798" y="48634"/>
                  </a:cubicBezTo>
                  <a:cubicBezTo>
                    <a:pt x="80123" y="51886"/>
                    <a:pt x="90245" y="48208"/>
                    <a:pt x="97266" y="51187"/>
                  </a:cubicBezTo>
                  <a:cubicBezTo>
                    <a:pt x="101522" y="52980"/>
                    <a:pt x="101674" y="58026"/>
                    <a:pt x="102890" y="62251"/>
                  </a:cubicBezTo>
                  <a:cubicBezTo>
                    <a:pt x="104561" y="68087"/>
                    <a:pt x="109303" y="75078"/>
                    <a:pt x="114440" y="77844"/>
                  </a:cubicBezTo>
                  <a:cubicBezTo>
                    <a:pt x="122799" y="82312"/>
                    <a:pt x="131097" y="70032"/>
                    <a:pt x="139243" y="68877"/>
                  </a:cubicBezTo>
                  <a:cubicBezTo>
                    <a:pt x="145656" y="67935"/>
                    <a:pt x="152495" y="73771"/>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25"/>
            <p:cNvSpPr/>
            <p:nvPr/>
          </p:nvSpPr>
          <p:spPr>
            <a:xfrm>
              <a:off x="2975000" y="442550"/>
              <a:ext cx="3962850" cy="2035775"/>
            </a:xfrm>
            <a:custGeom>
              <a:rect b="b" l="l" r="r" t="t"/>
              <a:pathLst>
                <a:path extrusionOk="0" fill="none" h="81431" w="158514">
                  <a:moveTo>
                    <a:pt x="0" y="1"/>
                  </a:moveTo>
                  <a:cubicBezTo>
                    <a:pt x="4468" y="3040"/>
                    <a:pt x="9362" y="5958"/>
                    <a:pt x="13313" y="9606"/>
                  </a:cubicBezTo>
                  <a:cubicBezTo>
                    <a:pt x="19210" y="15077"/>
                    <a:pt x="12432" y="24469"/>
                    <a:pt x="19089" y="29849"/>
                  </a:cubicBezTo>
                  <a:cubicBezTo>
                    <a:pt x="24803" y="34469"/>
                    <a:pt x="26019" y="38694"/>
                    <a:pt x="25350" y="45564"/>
                  </a:cubicBezTo>
                  <a:cubicBezTo>
                    <a:pt x="24833" y="50822"/>
                    <a:pt x="23739" y="60001"/>
                    <a:pt x="30609" y="61795"/>
                  </a:cubicBezTo>
                  <a:cubicBezTo>
                    <a:pt x="37691" y="63649"/>
                    <a:pt x="42797" y="58299"/>
                    <a:pt x="47813" y="54378"/>
                  </a:cubicBezTo>
                  <a:cubicBezTo>
                    <a:pt x="55989" y="47995"/>
                    <a:pt x="63345" y="43375"/>
                    <a:pt x="73801" y="47752"/>
                  </a:cubicBezTo>
                  <a:cubicBezTo>
                    <a:pt x="81704" y="51065"/>
                    <a:pt x="90762" y="48026"/>
                    <a:pt x="97966" y="50944"/>
                  </a:cubicBezTo>
                  <a:cubicBezTo>
                    <a:pt x="102282" y="52707"/>
                    <a:pt x="102343" y="57631"/>
                    <a:pt x="103437" y="61825"/>
                  </a:cubicBezTo>
                  <a:cubicBezTo>
                    <a:pt x="104957" y="67570"/>
                    <a:pt x="109637" y="74531"/>
                    <a:pt x="114774" y="77145"/>
                  </a:cubicBezTo>
                  <a:cubicBezTo>
                    <a:pt x="123285" y="81430"/>
                    <a:pt x="131310" y="69454"/>
                    <a:pt x="139577" y="68573"/>
                  </a:cubicBezTo>
                  <a:cubicBezTo>
                    <a:pt x="145869" y="67904"/>
                    <a:pt x="152587" y="73649"/>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25"/>
            <p:cNvSpPr/>
            <p:nvPr/>
          </p:nvSpPr>
          <p:spPr>
            <a:xfrm>
              <a:off x="2975000" y="442550"/>
              <a:ext cx="3962850" cy="2014500"/>
            </a:xfrm>
            <a:custGeom>
              <a:rect b="b" l="l" r="r" t="t"/>
              <a:pathLst>
                <a:path extrusionOk="0" fill="none" h="80580" w="158514">
                  <a:moveTo>
                    <a:pt x="0" y="1"/>
                  </a:moveTo>
                  <a:cubicBezTo>
                    <a:pt x="4560" y="3010"/>
                    <a:pt x="9392" y="5897"/>
                    <a:pt x="13526" y="9393"/>
                  </a:cubicBezTo>
                  <a:cubicBezTo>
                    <a:pt x="19666" y="14469"/>
                    <a:pt x="13162" y="23952"/>
                    <a:pt x="19484" y="29150"/>
                  </a:cubicBezTo>
                  <a:cubicBezTo>
                    <a:pt x="24560" y="33314"/>
                    <a:pt x="27235" y="37509"/>
                    <a:pt x="26323" y="44348"/>
                  </a:cubicBezTo>
                  <a:cubicBezTo>
                    <a:pt x="25563" y="49728"/>
                    <a:pt x="24317" y="58846"/>
                    <a:pt x="31308" y="60792"/>
                  </a:cubicBezTo>
                  <a:cubicBezTo>
                    <a:pt x="38390" y="62737"/>
                    <a:pt x="43770" y="57296"/>
                    <a:pt x="48998" y="53375"/>
                  </a:cubicBezTo>
                  <a:cubicBezTo>
                    <a:pt x="57813" y="46688"/>
                    <a:pt x="63892" y="42129"/>
                    <a:pt x="74743" y="47023"/>
                  </a:cubicBezTo>
                  <a:cubicBezTo>
                    <a:pt x="82433" y="50488"/>
                    <a:pt x="91248" y="47995"/>
                    <a:pt x="98604" y="50761"/>
                  </a:cubicBezTo>
                  <a:cubicBezTo>
                    <a:pt x="103042" y="52372"/>
                    <a:pt x="103011" y="57266"/>
                    <a:pt x="104014" y="61430"/>
                  </a:cubicBezTo>
                  <a:cubicBezTo>
                    <a:pt x="105382" y="67084"/>
                    <a:pt x="109941" y="74014"/>
                    <a:pt x="115109" y="76445"/>
                  </a:cubicBezTo>
                  <a:cubicBezTo>
                    <a:pt x="123802" y="80579"/>
                    <a:pt x="132100" y="68299"/>
                    <a:pt x="139912" y="68330"/>
                  </a:cubicBezTo>
                  <a:cubicBezTo>
                    <a:pt x="144927" y="68330"/>
                    <a:pt x="153529" y="7331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25"/>
            <p:cNvSpPr/>
            <p:nvPr/>
          </p:nvSpPr>
          <p:spPr>
            <a:xfrm>
              <a:off x="2975000" y="442550"/>
              <a:ext cx="3962850" cy="1991700"/>
            </a:xfrm>
            <a:custGeom>
              <a:rect b="b" l="l" r="r" t="t"/>
              <a:pathLst>
                <a:path extrusionOk="0" fill="none" h="79668" w="158514">
                  <a:moveTo>
                    <a:pt x="0" y="1"/>
                  </a:moveTo>
                  <a:cubicBezTo>
                    <a:pt x="4590" y="3010"/>
                    <a:pt x="9484" y="5897"/>
                    <a:pt x="13769" y="9119"/>
                  </a:cubicBezTo>
                  <a:cubicBezTo>
                    <a:pt x="20122" y="13861"/>
                    <a:pt x="13952" y="23344"/>
                    <a:pt x="19879" y="28360"/>
                  </a:cubicBezTo>
                  <a:cubicBezTo>
                    <a:pt x="24651" y="32402"/>
                    <a:pt x="28055" y="36475"/>
                    <a:pt x="27265" y="43102"/>
                  </a:cubicBezTo>
                  <a:cubicBezTo>
                    <a:pt x="26627" y="48482"/>
                    <a:pt x="24985" y="57600"/>
                    <a:pt x="31946" y="59698"/>
                  </a:cubicBezTo>
                  <a:cubicBezTo>
                    <a:pt x="39028" y="61795"/>
                    <a:pt x="44955" y="56202"/>
                    <a:pt x="50183" y="52251"/>
                  </a:cubicBezTo>
                  <a:cubicBezTo>
                    <a:pt x="59424" y="45260"/>
                    <a:pt x="64561" y="40761"/>
                    <a:pt x="75746" y="46232"/>
                  </a:cubicBezTo>
                  <a:cubicBezTo>
                    <a:pt x="83315" y="49971"/>
                    <a:pt x="91795" y="47813"/>
                    <a:pt x="99273" y="50488"/>
                  </a:cubicBezTo>
                  <a:cubicBezTo>
                    <a:pt x="103832" y="52129"/>
                    <a:pt x="103619" y="56840"/>
                    <a:pt x="104653" y="61035"/>
                  </a:cubicBezTo>
                  <a:cubicBezTo>
                    <a:pt x="106051" y="66749"/>
                    <a:pt x="110124" y="73315"/>
                    <a:pt x="115443" y="75716"/>
                  </a:cubicBezTo>
                  <a:cubicBezTo>
                    <a:pt x="124227" y="79667"/>
                    <a:pt x="132039" y="67995"/>
                    <a:pt x="140246" y="68056"/>
                  </a:cubicBezTo>
                  <a:cubicBezTo>
                    <a:pt x="145535" y="68087"/>
                    <a:pt x="153377" y="7340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25"/>
            <p:cNvSpPr/>
            <p:nvPr/>
          </p:nvSpPr>
          <p:spPr>
            <a:xfrm>
              <a:off x="2975000" y="442550"/>
              <a:ext cx="3963625" cy="1968900"/>
            </a:xfrm>
            <a:custGeom>
              <a:rect b="b" l="l" r="r" t="t"/>
              <a:pathLst>
                <a:path extrusionOk="0" fill="none" h="78756" w="158545">
                  <a:moveTo>
                    <a:pt x="0" y="1"/>
                  </a:moveTo>
                  <a:cubicBezTo>
                    <a:pt x="4651" y="2979"/>
                    <a:pt x="9575" y="5867"/>
                    <a:pt x="14013" y="8876"/>
                  </a:cubicBezTo>
                  <a:cubicBezTo>
                    <a:pt x="20548" y="13283"/>
                    <a:pt x="14985" y="22706"/>
                    <a:pt x="20305" y="27539"/>
                  </a:cubicBezTo>
                  <a:cubicBezTo>
                    <a:pt x="24590" y="31430"/>
                    <a:pt x="28724" y="35715"/>
                    <a:pt x="28147" y="42007"/>
                  </a:cubicBezTo>
                  <a:cubicBezTo>
                    <a:pt x="27630" y="47296"/>
                    <a:pt x="25654" y="56445"/>
                    <a:pt x="32584" y="58664"/>
                  </a:cubicBezTo>
                  <a:cubicBezTo>
                    <a:pt x="39606" y="60913"/>
                    <a:pt x="46354" y="55077"/>
                    <a:pt x="51369" y="51096"/>
                  </a:cubicBezTo>
                  <a:cubicBezTo>
                    <a:pt x="60609" y="43770"/>
                    <a:pt x="65351" y="39576"/>
                    <a:pt x="76749" y="45594"/>
                  </a:cubicBezTo>
                  <a:cubicBezTo>
                    <a:pt x="84166" y="49515"/>
                    <a:pt x="92251" y="47722"/>
                    <a:pt x="99911" y="50275"/>
                  </a:cubicBezTo>
                  <a:cubicBezTo>
                    <a:pt x="104622" y="51855"/>
                    <a:pt x="104318" y="56445"/>
                    <a:pt x="105260" y="60609"/>
                  </a:cubicBezTo>
                  <a:cubicBezTo>
                    <a:pt x="106537" y="66324"/>
                    <a:pt x="110428" y="72676"/>
                    <a:pt x="115808" y="74956"/>
                  </a:cubicBezTo>
                  <a:cubicBezTo>
                    <a:pt x="124714" y="78756"/>
                    <a:pt x="132313" y="67418"/>
                    <a:pt x="140580" y="67813"/>
                  </a:cubicBezTo>
                  <a:cubicBezTo>
                    <a:pt x="145778" y="68056"/>
                    <a:pt x="153438" y="73315"/>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25"/>
            <p:cNvSpPr/>
            <p:nvPr/>
          </p:nvSpPr>
          <p:spPr>
            <a:xfrm>
              <a:off x="2975000" y="442550"/>
              <a:ext cx="3962850" cy="1919500"/>
            </a:xfrm>
            <a:custGeom>
              <a:rect b="b" l="l" r="r" t="t"/>
              <a:pathLst>
                <a:path extrusionOk="0" fill="none" h="76780" w="158514">
                  <a:moveTo>
                    <a:pt x="0" y="1"/>
                  </a:moveTo>
                  <a:cubicBezTo>
                    <a:pt x="4712" y="2949"/>
                    <a:pt x="9666" y="5776"/>
                    <a:pt x="14225" y="8633"/>
                  </a:cubicBezTo>
                  <a:cubicBezTo>
                    <a:pt x="20973" y="12797"/>
                    <a:pt x="16049" y="21977"/>
                    <a:pt x="20760" y="26718"/>
                  </a:cubicBezTo>
                  <a:cubicBezTo>
                    <a:pt x="24438" y="30396"/>
                    <a:pt x="29332" y="35168"/>
                    <a:pt x="28967" y="41004"/>
                  </a:cubicBezTo>
                  <a:cubicBezTo>
                    <a:pt x="28633" y="46202"/>
                    <a:pt x="26444" y="55381"/>
                    <a:pt x="33192" y="57661"/>
                  </a:cubicBezTo>
                  <a:cubicBezTo>
                    <a:pt x="40153" y="60032"/>
                    <a:pt x="47752" y="53953"/>
                    <a:pt x="52494" y="49880"/>
                  </a:cubicBezTo>
                  <a:cubicBezTo>
                    <a:pt x="61703" y="41977"/>
                    <a:pt x="66293" y="38633"/>
                    <a:pt x="77722" y="45016"/>
                  </a:cubicBezTo>
                  <a:cubicBezTo>
                    <a:pt x="84926" y="49059"/>
                    <a:pt x="92707" y="47722"/>
                    <a:pt x="100488" y="50093"/>
                  </a:cubicBezTo>
                  <a:cubicBezTo>
                    <a:pt x="105382" y="51582"/>
                    <a:pt x="104987" y="56080"/>
                    <a:pt x="105838" y="60245"/>
                  </a:cubicBezTo>
                  <a:cubicBezTo>
                    <a:pt x="107023" y="65898"/>
                    <a:pt x="111005" y="72676"/>
                    <a:pt x="116142" y="74227"/>
                  </a:cubicBezTo>
                  <a:cubicBezTo>
                    <a:pt x="124683" y="76780"/>
                    <a:pt x="132191" y="66901"/>
                    <a:pt x="140884" y="67570"/>
                  </a:cubicBezTo>
                  <a:cubicBezTo>
                    <a:pt x="145930" y="67965"/>
                    <a:pt x="153468" y="73224"/>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25"/>
            <p:cNvSpPr/>
            <p:nvPr/>
          </p:nvSpPr>
          <p:spPr>
            <a:xfrm>
              <a:off x="2975000" y="442550"/>
              <a:ext cx="3962100" cy="1896700"/>
            </a:xfrm>
            <a:custGeom>
              <a:rect b="b" l="l" r="r" t="t"/>
              <a:pathLst>
                <a:path extrusionOk="0" fill="none" h="75868" w="158484">
                  <a:moveTo>
                    <a:pt x="0" y="1"/>
                  </a:moveTo>
                  <a:cubicBezTo>
                    <a:pt x="4742" y="2949"/>
                    <a:pt x="9788" y="5441"/>
                    <a:pt x="14438" y="8359"/>
                  </a:cubicBezTo>
                  <a:cubicBezTo>
                    <a:pt x="21520" y="12797"/>
                    <a:pt x="16900" y="20852"/>
                    <a:pt x="21277" y="25837"/>
                  </a:cubicBezTo>
                  <a:cubicBezTo>
                    <a:pt x="24408" y="29424"/>
                    <a:pt x="29758" y="34652"/>
                    <a:pt x="29727" y="40123"/>
                  </a:cubicBezTo>
                  <a:cubicBezTo>
                    <a:pt x="29666" y="45229"/>
                    <a:pt x="27447" y="54014"/>
                    <a:pt x="33770" y="56658"/>
                  </a:cubicBezTo>
                  <a:cubicBezTo>
                    <a:pt x="40396" y="59394"/>
                    <a:pt x="49545" y="52433"/>
                    <a:pt x="53618" y="48542"/>
                  </a:cubicBezTo>
                  <a:cubicBezTo>
                    <a:pt x="62707" y="39788"/>
                    <a:pt x="67448" y="37904"/>
                    <a:pt x="78725" y="44530"/>
                  </a:cubicBezTo>
                  <a:cubicBezTo>
                    <a:pt x="85716" y="48664"/>
                    <a:pt x="93224" y="47722"/>
                    <a:pt x="101066" y="49910"/>
                  </a:cubicBezTo>
                  <a:cubicBezTo>
                    <a:pt x="106142" y="51308"/>
                    <a:pt x="105716" y="55685"/>
                    <a:pt x="106476" y="59849"/>
                  </a:cubicBezTo>
                  <a:cubicBezTo>
                    <a:pt x="107540" y="65503"/>
                    <a:pt x="111279" y="71977"/>
                    <a:pt x="116477" y="73467"/>
                  </a:cubicBezTo>
                  <a:cubicBezTo>
                    <a:pt x="124927" y="75868"/>
                    <a:pt x="132708" y="66354"/>
                    <a:pt x="141188" y="67357"/>
                  </a:cubicBezTo>
                  <a:cubicBezTo>
                    <a:pt x="146143" y="67935"/>
                    <a:pt x="153468" y="7313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25"/>
            <p:cNvSpPr/>
            <p:nvPr/>
          </p:nvSpPr>
          <p:spPr>
            <a:xfrm>
              <a:off x="2975000" y="442550"/>
              <a:ext cx="3962850" cy="1870875"/>
            </a:xfrm>
            <a:custGeom>
              <a:rect b="b" l="l" r="r" t="t"/>
              <a:pathLst>
                <a:path extrusionOk="0" fill="none" h="74835" w="158514">
                  <a:moveTo>
                    <a:pt x="0" y="1"/>
                  </a:moveTo>
                  <a:cubicBezTo>
                    <a:pt x="4803" y="2919"/>
                    <a:pt x="9848" y="5350"/>
                    <a:pt x="14651" y="8116"/>
                  </a:cubicBezTo>
                  <a:cubicBezTo>
                    <a:pt x="21946" y="12311"/>
                    <a:pt x="18086" y="19697"/>
                    <a:pt x="21885" y="24895"/>
                  </a:cubicBezTo>
                  <a:cubicBezTo>
                    <a:pt x="24590" y="28633"/>
                    <a:pt x="30031" y="34013"/>
                    <a:pt x="30396" y="39272"/>
                  </a:cubicBezTo>
                  <a:cubicBezTo>
                    <a:pt x="30791" y="44439"/>
                    <a:pt x="28299" y="52919"/>
                    <a:pt x="34439" y="55625"/>
                  </a:cubicBezTo>
                  <a:cubicBezTo>
                    <a:pt x="41186" y="58603"/>
                    <a:pt x="50670" y="51217"/>
                    <a:pt x="54712" y="47083"/>
                  </a:cubicBezTo>
                  <a:cubicBezTo>
                    <a:pt x="63892" y="37630"/>
                    <a:pt x="68542" y="37266"/>
                    <a:pt x="79789" y="44135"/>
                  </a:cubicBezTo>
                  <a:cubicBezTo>
                    <a:pt x="86476" y="48208"/>
                    <a:pt x="93984" y="47661"/>
                    <a:pt x="101674" y="49728"/>
                  </a:cubicBezTo>
                  <a:cubicBezTo>
                    <a:pt x="106932" y="51126"/>
                    <a:pt x="106416" y="55138"/>
                    <a:pt x="107145" y="59454"/>
                  </a:cubicBezTo>
                  <a:cubicBezTo>
                    <a:pt x="108057" y="64986"/>
                    <a:pt x="111552" y="71339"/>
                    <a:pt x="116872" y="72707"/>
                  </a:cubicBezTo>
                  <a:cubicBezTo>
                    <a:pt x="125322" y="74835"/>
                    <a:pt x="133285" y="65837"/>
                    <a:pt x="141523" y="67114"/>
                  </a:cubicBezTo>
                  <a:cubicBezTo>
                    <a:pt x="146386" y="67874"/>
                    <a:pt x="153559" y="73011"/>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25"/>
            <p:cNvSpPr/>
            <p:nvPr/>
          </p:nvSpPr>
          <p:spPr>
            <a:xfrm>
              <a:off x="2975000" y="442550"/>
              <a:ext cx="3962850" cy="1848075"/>
            </a:xfrm>
            <a:custGeom>
              <a:rect b="b" l="l" r="r" t="t"/>
              <a:pathLst>
                <a:path extrusionOk="0" fill="none" h="73923" w="158514">
                  <a:moveTo>
                    <a:pt x="0" y="1"/>
                  </a:moveTo>
                  <a:cubicBezTo>
                    <a:pt x="4833" y="2888"/>
                    <a:pt x="9909" y="5259"/>
                    <a:pt x="14864" y="7873"/>
                  </a:cubicBezTo>
                  <a:cubicBezTo>
                    <a:pt x="22219" y="11764"/>
                    <a:pt x="19301" y="18390"/>
                    <a:pt x="22584" y="23922"/>
                  </a:cubicBezTo>
                  <a:cubicBezTo>
                    <a:pt x="25046" y="28086"/>
                    <a:pt x="30092" y="33649"/>
                    <a:pt x="31004" y="38542"/>
                  </a:cubicBezTo>
                  <a:cubicBezTo>
                    <a:pt x="31855" y="43284"/>
                    <a:pt x="29150" y="51947"/>
                    <a:pt x="35107" y="54561"/>
                  </a:cubicBezTo>
                  <a:cubicBezTo>
                    <a:pt x="42250" y="57691"/>
                    <a:pt x="51673" y="50032"/>
                    <a:pt x="55746" y="45503"/>
                  </a:cubicBezTo>
                  <a:cubicBezTo>
                    <a:pt x="64834" y="35411"/>
                    <a:pt x="69941" y="36992"/>
                    <a:pt x="80822" y="43770"/>
                  </a:cubicBezTo>
                  <a:cubicBezTo>
                    <a:pt x="87205" y="47782"/>
                    <a:pt x="94683" y="47691"/>
                    <a:pt x="102191" y="49576"/>
                  </a:cubicBezTo>
                  <a:cubicBezTo>
                    <a:pt x="107571" y="50913"/>
                    <a:pt x="107145" y="54682"/>
                    <a:pt x="107783" y="59090"/>
                  </a:cubicBezTo>
                  <a:cubicBezTo>
                    <a:pt x="108604" y="64591"/>
                    <a:pt x="111826" y="70610"/>
                    <a:pt x="117236" y="71917"/>
                  </a:cubicBezTo>
                  <a:cubicBezTo>
                    <a:pt x="125504" y="73923"/>
                    <a:pt x="133863" y="65321"/>
                    <a:pt x="141827" y="66901"/>
                  </a:cubicBezTo>
                  <a:cubicBezTo>
                    <a:pt x="146599" y="67813"/>
                    <a:pt x="153620" y="7292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25"/>
            <p:cNvSpPr/>
            <p:nvPr/>
          </p:nvSpPr>
          <p:spPr>
            <a:xfrm>
              <a:off x="2975000" y="442550"/>
              <a:ext cx="3962100" cy="1826050"/>
            </a:xfrm>
            <a:custGeom>
              <a:rect b="b" l="l" r="r" t="t"/>
              <a:pathLst>
                <a:path extrusionOk="0" fill="none" h="73042" w="158484">
                  <a:moveTo>
                    <a:pt x="0" y="1"/>
                  </a:moveTo>
                  <a:cubicBezTo>
                    <a:pt x="4894" y="2858"/>
                    <a:pt x="10000" y="5168"/>
                    <a:pt x="15076" y="7630"/>
                  </a:cubicBezTo>
                  <a:cubicBezTo>
                    <a:pt x="22402" y="11217"/>
                    <a:pt x="20639" y="16992"/>
                    <a:pt x="23435" y="22980"/>
                  </a:cubicBezTo>
                  <a:cubicBezTo>
                    <a:pt x="25685" y="27813"/>
                    <a:pt x="29910" y="33041"/>
                    <a:pt x="31460" y="37934"/>
                  </a:cubicBezTo>
                  <a:cubicBezTo>
                    <a:pt x="32858" y="42372"/>
                    <a:pt x="29940" y="51096"/>
                    <a:pt x="35867" y="53558"/>
                  </a:cubicBezTo>
                  <a:cubicBezTo>
                    <a:pt x="43618" y="56749"/>
                    <a:pt x="52433" y="48937"/>
                    <a:pt x="56779" y="43831"/>
                  </a:cubicBezTo>
                  <a:cubicBezTo>
                    <a:pt x="65746" y="33314"/>
                    <a:pt x="71552" y="36901"/>
                    <a:pt x="81886" y="43466"/>
                  </a:cubicBezTo>
                  <a:cubicBezTo>
                    <a:pt x="87965" y="47327"/>
                    <a:pt x="95412" y="47752"/>
                    <a:pt x="102707" y="49454"/>
                  </a:cubicBezTo>
                  <a:cubicBezTo>
                    <a:pt x="108148" y="50700"/>
                    <a:pt x="107905" y="54226"/>
                    <a:pt x="108452" y="58725"/>
                  </a:cubicBezTo>
                  <a:cubicBezTo>
                    <a:pt x="109182" y="64226"/>
                    <a:pt x="112130" y="69910"/>
                    <a:pt x="117571" y="71187"/>
                  </a:cubicBezTo>
                  <a:cubicBezTo>
                    <a:pt x="125626" y="73041"/>
                    <a:pt x="134410" y="64895"/>
                    <a:pt x="142100" y="66688"/>
                  </a:cubicBezTo>
                  <a:cubicBezTo>
                    <a:pt x="146751" y="67783"/>
                    <a:pt x="153590" y="72828"/>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25"/>
            <p:cNvSpPr/>
            <p:nvPr/>
          </p:nvSpPr>
          <p:spPr>
            <a:xfrm>
              <a:off x="2975000" y="442550"/>
              <a:ext cx="3962850" cy="1818450"/>
            </a:xfrm>
            <a:custGeom>
              <a:rect b="b" l="l" r="r" t="t"/>
              <a:pathLst>
                <a:path extrusionOk="0" fill="none" h="72738" w="158514">
                  <a:moveTo>
                    <a:pt x="0" y="1"/>
                  </a:moveTo>
                  <a:cubicBezTo>
                    <a:pt x="4924" y="2827"/>
                    <a:pt x="10122" y="5077"/>
                    <a:pt x="15259" y="7387"/>
                  </a:cubicBezTo>
                  <a:cubicBezTo>
                    <a:pt x="22432" y="10609"/>
                    <a:pt x="22159" y="15594"/>
                    <a:pt x="24317" y="22007"/>
                  </a:cubicBezTo>
                  <a:cubicBezTo>
                    <a:pt x="26171" y="27630"/>
                    <a:pt x="29332" y="32402"/>
                    <a:pt x="31733" y="37418"/>
                  </a:cubicBezTo>
                  <a:cubicBezTo>
                    <a:pt x="33831" y="41764"/>
                    <a:pt x="30669" y="50305"/>
                    <a:pt x="36657" y="52615"/>
                  </a:cubicBezTo>
                  <a:cubicBezTo>
                    <a:pt x="44955" y="55868"/>
                    <a:pt x="53162" y="47630"/>
                    <a:pt x="57782" y="42068"/>
                  </a:cubicBezTo>
                  <a:cubicBezTo>
                    <a:pt x="66476" y="31551"/>
                    <a:pt x="73315" y="37022"/>
                    <a:pt x="82950" y="43193"/>
                  </a:cubicBezTo>
                  <a:cubicBezTo>
                    <a:pt x="88695" y="46871"/>
                    <a:pt x="96142" y="47813"/>
                    <a:pt x="103194" y="49333"/>
                  </a:cubicBezTo>
                  <a:cubicBezTo>
                    <a:pt x="108726" y="50488"/>
                    <a:pt x="108634" y="53740"/>
                    <a:pt x="109151" y="58390"/>
                  </a:cubicBezTo>
                  <a:cubicBezTo>
                    <a:pt x="109789" y="63862"/>
                    <a:pt x="112464" y="69211"/>
                    <a:pt x="117996" y="70427"/>
                  </a:cubicBezTo>
                  <a:cubicBezTo>
                    <a:pt x="125778" y="72129"/>
                    <a:pt x="135018" y="64439"/>
                    <a:pt x="142434" y="66506"/>
                  </a:cubicBezTo>
                  <a:cubicBezTo>
                    <a:pt x="146994" y="67752"/>
                    <a:pt x="153650" y="72737"/>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25"/>
            <p:cNvSpPr/>
            <p:nvPr/>
          </p:nvSpPr>
          <p:spPr>
            <a:xfrm>
              <a:off x="2975000" y="442550"/>
              <a:ext cx="3962850" cy="1816175"/>
            </a:xfrm>
            <a:custGeom>
              <a:rect b="b" l="l" r="r" t="t"/>
              <a:pathLst>
                <a:path extrusionOk="0" fill="none" h="72647" w="158514">
                  <a:moveTo>
                    <a:pt x="0" y="1"/>
                  </a:moveTo>
                  <a:cubicBezTo>
                    <a:pt x="4985" y="2797"/>
                    <a:pt x="10244" y="4985"/>
                    <a:pt x="15441" y="7144"/>
                  </a:cubicBezTo>
                  <a:cubicBezTo>
                    <a:pt x="22341" y="10031"/>
                    <a:pt x="23648" y="14621"/>
                    <a:pt x="25259" y="21034"/>
                  </a:cubicBezTo>
                  <a:cubicBezTo>
                    <a:pt x="26688" y="26809"/>
                    <a:pt x="28572" y="31977"/>
                    <a:pt x="31885" y="36992"/>
                  </a:cubicBezTo>
                  <a:cubicBezTo>
                    <a:pt x="34742" y="41278"/>
                    <a:pt x="31429" y="49606"/>
                    <a:pt x="37478" y="51825"/>
                  </a:cubicBezTo>
                  <a:cubicBezTo>
                    <a:pt x="46171" y="55017"/>
                    <a:pt x="54469" y="46202"/>
                    <a:pt x="58755" y="40305"/>
                  </a:cubicBezTo>
                  <a:cubicBezTo>
                    <a:pt x="66232" y="30001"/>
                    <a:pt x="76415" y="38025"/>
                    <a:pt x="84044" y="42889"/>
                  </a:cubicBezTo>
                  <a:cubicBezTo>
                    <a:pt x="89546" y="46384"/>
                    <a:pt x="96841" y="47874"/>
                    <a:pt x="103680" y="49211"/>
                  </a:cubicBezTo>
                  <a:cubicBezTo>
                    <a:pt x="109242" y="50305"/>
                    <a:pt x="109364" y="53254"/>
                    <a:pt x="109850" y="58026"/>
                  </a:cubicBezTo>
                  <a:cubicBezTo>
                    <a:pt x="110397" y="63436"/>
                    <a:pt x="112829" y="68482"/>
                    <a:pt x="118422" y="69667"/>
                  </a:cubicBezTo>
                  <a:cubicBezTo>
                    <a:pt x="125930" y="71278"/>
                    <a:pt x="135626" y="64044"/>
                    <a:pt x="142708" y="66293"/>
                  </a:cubicBezTo>
                  <a:cubicBezTo>
                    <a:pt x="147176" y="67692"/>
                    <a:pt x="153681" y="7264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25"/>
            <p:cNvSpPr/>
            <p:nvPr/>
          </p:nvSpPr>
          <p:spPr>
            <a:xfrm>
              <a:off x="2975000" y="442550"/>
              <a:ext cx="3962850" cy="1813875"/>
            </a:xfrm>
            <a:custGeom>
              <a:rect b="b" l="l" r="r" t="t"/>
              <a:pathLst>
                <a:path extrusionOk="0" fill="none" h="72555" w="158514">
                  <a:moveTo>
                    <a:pt x="0" y="1"/>
                  </a:moveTo>
                  <a:cubicBezTo>
                    <a:pt x="5015" y="2767"/>
                    <a:pt x="10335" y="4894"/>
                    <a:pt x="15624" y="6931"/>
                  </a:cubicBezTo>
                  <a:cubicBezTo>
                    <a:pt x="22189" y="9423"/>
                    <a:pt x="24925" y="13648"/>
                    <a:pt x="26262" y="20031"/>
                  </a:cubicBezTo>
                  <a:cubicBezTo>
                    <a:pt x="27508" y="25958"/>
                    <a:pt x="27843" y="31582"/>
                    <a:pt x="31916" y="36597"/>
                  </a:cubicBezTo>
                  <a:cubicBezTo>
                    <a:pt x="35290" y="40731"/>
                    <a:pt x="32432" y="49150"/>
                    <a:pt x="38299" y="51096"/>
                  </a:cubicBezTo>
                  <a:cubicBezTo>
                    <a:pt x="47326" y="54105"/>
                    <a:pt x="55138" y="44804"/>
                    <a:pt x="59758" y="38512"/>
                  </a:cubicBezTo>
                  <a:cubicBezTo>
                    <a:pt x="66901" y="28816"/>
                    <a:pt x="78512" y="38512"/>
                    <a:pt x="85139" y="42585"/>
                  </a:cubicBezTo>
                  <a:cubicBezTo>
                    <a:pt x="90397" y="45807"/>
                    <a:pt x="97510" y="47995"/>
                    <a:pt x="104105" y="49120"/>
                  </a:cubicBezTo>
                  <a:cubicBezTo>
                    <a:pt x="109698" y="50062"/>
                    <a:pt x="109729" y="52707"/>
                    <a:pt x="110580" y="57691"/>
                  </a:cubicBezTo>
                  <a:cubicBezTo>
                    <a:pt x="111461" y="63071"/>
                    <a:pt x="112829" y="67692"/>
                    <a:pt x="118878" y="68938"/>
                  </a:cubicBezTo>
                  <a:cubicBezTo>
                    <a:pt x="126082" y="70427"/>
                    <a:pt x="136234" y="63649"/>
                    <a:pt x="143012" y="66111"/>
                  </a:cubicBezTo>
                  <a:cubicBezTo>
                    <a:pt x="147359" y="67661"/>
                    <a:pt x="153742" y="7255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25"/>
            <p:cNvSpPr/>
            <p:nvPr/>
          </p:nvSpPr>
          <p:spPr>
            <a:xfrm>
              <a:off x="2975000" y="442550"/>
              <a:ext cx="3962850" cy="1804000"/>
            </a:xfrm>
            <a:custGeom>
              <a:rect b="b" l="l" r="r" t="t"/>
              <a:pathLst>
                <a:path extrusionOk="0" fill="none" h="72160" w="158514">
                  <a:moveTo>
                    <a:pt x="0" y="1"/>
                  </a:moveTo>
                  <a:cubicBezTo>
                    <a:pt x="5076" y="2736"/>
                    <a:pt x="10456" y="4803"/>
                    <a:pt x="15806" y="6688"/>
                  </a:cubicBezTo>
                  <a:cubicBezTo>
                    <a:pt x="22037" y="8876"/>
                    <a:pt x="26049" y="12767"/>
                    <a:pt x="27326" y="18967"/>
                  </a:cubicBezTo>
                  <a:cubicBezTo>
                    <a:pt x="28542" y="24925"/>
                    <a:pt x="27326" y="31126"/>
                    <a:pt x="31855" y="36202"/>
                  </a:cubicBezTo>
                  <a:cubicBezTo>
                    <a:pt x="35381" y="40153"/>
                    <a:pt x="33618" y="48725"/>
                    <a:pt x="39150" y="50457"/>
                  </a:cubicBezTo>
                  <a:cubicBezTo>
                    <a:pt x="48329" y="53314"/>
                    <a:pt x="55746" y="42919"/>
                    <a:pt x="60792" y="36810"/>
                  </a:cubicBezTo>
                  <a:cubicBezTo>
                    <a:pt x="67995" y="28086"/>
                    <a:pt x="80032" y="38360"/>
                    <a:pt x="86263" y="42159"/>
                  </a:cubicBezTo>
                  <a:cubicBezTo>
                    <a:pt x="91430" y="45320"/>
                    <a:pt x="98057" y="48056"/>
                    <a:pt x="104561" y="48998"/>
                  </a:cubicBezTo>
                  <a:cubicBezTo>
                    <a:pt x="115747" y="50700"/>
                    <a:pt x="107692" y="65898"/>
                    <a:pt x="119303" y="68178"/>
                  </a:cubicBezTo>
                  <a:cubicBezTo>
                    <a:pt x="126294" y="69576"/>
                    <a:pt x="136872" y="63254"/>
                    <a:pt x="143316" y="65898"/>
                  </a:cubicBezTo>
                  <a:cubicBezTo>
                    <a:pt x="147784" y="67752"/>
                    <a:pt x="153407" y="7216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25"/>
            <p:cNvSpPr/>
            <p:nvPr/>
          </p:nvSpPr>
          <p:spPr>
            <a:xfrm>
              <a:off x="2975000" y="442550"/>
              <a:ext cx="3962100" cy="1802475"/>
            </a:xfrm>
            <a:custGeom>
              <a:rect b="b" l="l" r="r" t="t"/>
              <a:pathLst>
                <a:path extrusionOk="0" fill="none" h="72099" w="158484">
                  <a:moveTo>
                    <a:pt x="0" y="1"/>
                  </a:moveTo>
                  <a:cubicBezTo>
                    <a:pt x="5107" y="2706"/>
                    <a:pt x="10760" y="4590"/>
                    <a:pt x="15958" y="6444"/>
                  </a:cubicBezTo>
                  <a:cubicBezTo>
                    <a:pt x="21764" y="8511"/>
                    <a:pt x="26931" y="11733"/>
                    <a:pt x="28390" y="17843"/>
                  </a:cubicBezTo>
                  <a:cubicBezTo>
                    <a:pt x="29788" y="23740"/>
                    <a:pt x="26900" y="30579"/>
                    <a:pt x="31672" y="35867"/>
                  </a:cubicBezTo>
                  <a:cubicBezTo>
                    <a:pt x="35107" y="39636"/>
                    <a:pt x="34925" y="48390"/>
                    <a:pt x="40001" y="49849"/>
                  </a:cubicBezTo>
                  <a:cubicBezTo>
                    <a:pt x="49302" y="52494"/>
                    <a:pt x="56415" y="40761"/>
                    <a:pt x="61886" y="35320"/>
                  </a:cubicBezTo>
                  <a:cubicBezTo>
                    <a:pt x="69211" y="28025"/>
                    <a:pt x="81278" y="37873"/>
                    <a:pt x="87327" y="41612"/>
                  </a:cubicBezTo>
                  <a:cubicBezTo>
                    <a:pt x="92585" y="44864"/>
                    <a:pt x="98421" y="48117"/>
                    <a:pt x="104926" y="48968"/>
                  </a:cubicBezTo>
                  <a:cubicBezTo>
                    <a:pt x="116385" y="50457"/>
                    <a:pt x="108239" y="65442"/>
                    <a:pt x="119759" y="67509"/>
                  </a:cubicBezTo>
                  <a:cubicBezTo>
                    <a:pt x="126659" y="68725"/>
                    <a:pt x="137298" y="62980"/>
                    <a:pt x="143559" y="65716"/>
                  </a:cubicBezTo>
                  <a:cubicBezTo>
                    <a:pt x="147936" y="67631"/>
                    <a:pt x="153407" y="72099"/>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25"/>
            <p:cNvSpPr/>
            <p:nvPr/>
          </p:nvSpPr>
          <p:spPr>
            <a:xfrm>
              <a:off x="2975000" y="442550"/>
              <a:ext cx="3962850" cy="1800200"/>
            </a:xfrm>
            <a:custGeom>
              <a:rect b="b" l="l" r="r" t="t"/>
              <a:pathLst>
                <a:path extrusionOk="0" fill="none" h="72008" w="158514">
                  <a:moveTo>
                    <a:pt x="0" y="1"/>
                  </a:moveTo>
                  <a:cubicBezTo>
                    <a:pt x="5167" y="2645"/>
                    <a:pt x="10821" y="4499"/>
                    <a:pt x="16140" y="6201"/>
                  </a:cubicBezTo>
                  <a:cubicBezTo>
                    <a:pt x="21976" y="8055"/>
                    <a:pt x="27630" y="11065"/>
                    <a:pt x="29484" y="16657"/>
                  </a:cubicBezTo>
                  <a:cubicBezTo>
                    <a:pt x="31308" y="22159"/>
                    <a:pt x="26748" y="29940"/>
                    <a:pt x="31521" y="35442"/>
                  </a:cubicBezTo>
                  <a:cubicBezTo>
                    <a:pt x="34621" y="38998"/>
                    <a:pt x="36414" y="48147"/>
                    <a:pt x="40913" y="49211"/>
                  </a:cubicBezTo>
                  <a:cubicBezTo>
                    <a:pt x="50244" y="51430"/>
                    <a:pt x="56749" y="38846"/>
                    <a:pt x="63041" y="34044"/>
                  </a:cubicBezTo>
                  <a:cubicBezTo>
                    <a:pt x="70731" y="28147"/>
                    <a:pt x="82190" y="36992"/>
                    <a:pt x="88391" y="40943"/>
                  </a:cubicBezTo>
                  <a:cubicBezTo>
                    <a:pt x="93862" y="44409"/>
                    <a:pt x="98695" y="48147"/>
                    <a:pt x="105352" y="48907"/>
                  </a:cubicBezTo>
                  <a:cubicBezTo>
                    <a:pt x="117024" y="50184"/>
                    <a:pt x="108786" y="64834"/>
                    <a:pt x="120276" y="66780"/>
                  </a:cubicBezTo>
                  <a:cubicBezTo>
                    <a:pt x="126993" y="67904"/>
                    <a:pt x="137784" y="62585"/>
                    <a:pt x="143863" y="65533"/>
                  </a:cubicBezTo>
                  <a:cubicBezTo>
                    <a:pt x="148149" y="67570"/>
                    <a:pt x="153468" y="72008"/>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25"/>
            <p:cNvSpPr/>
            <p:nvPr/>
          </p:nvSpPr>
          <p:spPr>
            <a:xfrm>
              <a:off x="2975000" y="442550"/>
              <a:ext cx="3963625" cy="1798675"/>
            </a:xfrm>
            <a:custGeom>
              <a:rect b="b" l="l" r="r" t="t"/>
              <a:pathLst>
                <a:path extrusionOk="0" fill="none" h="71947" w="158545">
                  <a:moveTo>
                    <a:pt x="0" y="1"/>
                  </a:moveTo>
                  <a:cubicBezTo>
                    <a:pt x="5198" y="2615"/>
                    <a:pt x="10912" y="4408"/>
                    <a:pt x="16323" y="5958"/>
                  </a:cubicBezTo>
                  <a:cubicBezTo>
                    <a:pt x="22067" y="7630"/>
                    <a:pt x="28147" y="10365"/>
                    <a:pt x="30578" y="15472"/>
                  </a:cubicBezTo>
                  <a:cubicBezTo>
                    <a:pt x="33192" y="20974"/>
                    <a:pt x="26931" y="29059"/>
                    <a:pt x="31369" y="35047"/>
                  </a:cubicBezTo>
                  <a:cubicBezTo>
                    <a:pt x="33831" y="38390"/>
                    <a:pt x="37904" y="47904"/>
                    <a:pt x="41825" y="48542"/>
                  </a:cubicBezTo>
                  <a:cubicBezTo>
                    <a:pt x="50883" y="50062"/>
                    <a:pt x="57296" y="36931"/>
                    <a:pt x="64257" y="33010"/>
                  </a:cubicBezTo>
                  <a:cubicBezTo>
                    <a:pt x="72160" y="28512"/>
                    <a:pt x="83102" y="35928"/>
                    <a:pt x="89424" y="40153"/>
                  </a:cubicBezTo>
                  <a:cubicBezTo>
                    <a:pt x="94804" y="43740"/>
                    <a:pt x="98877" y="48208"/>
                    <a:pt x="105747" y="48846"/>
                  </a:cubicBezTo>
                  <a:cubicBezTo>
                    <a:pt x="117601" y="49971"/>
                    <a:pt x="109425" y="64257"/>
                    <a:pt x="120793" y="66081"/>
                  </a:cubicBezTo>
                  <a:cubicBezTo>
                    <a:pt x="127419" y="67144"/>
                    <a:pt x="138270" y="62281"/>
                    <a:pt x="144167" y="65351"/>
                  </a:cubicBezTo>
                  <a:cubicBezTo>
                    <a:pt x="148362" y="67540"/>
                    <a:pt x="153529" y="71947"/>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25"/>
            <p:cNvSpPr/>
            <p:nvPr/>
          </p:nvSpPr>
          <p:spPr>
            <a:xfrm>
              <a:off x="2975000" y="442550"/>
              <a:ext cx="3962850" cy="1795650"/>
            </a:xfrm>
            <a:custGeom>
              <a:rect b="b" l="l" r="r" t="t"/>
              <a:pathLst>
                <a:path extrusionOk="0" fill="none" h="71826" w="158514">
                  <a:moveTo>
                    <a:pt x="0" y="1"/>
                  </a:moveTo>
                  <a:cubicBezTo>
                    <a:pt x="5259" y="2584"/>
                    <a:pt x="10973" y="4317"/>
                    <a:pt x="16475" y="5745"/>
                  </a:cubicBezTo>
                  <a:cubicBezTo>
                    <a:pt x="22250" y="7235"/>
                    <a:pt x="28542" y="9788"/>
                    <a:pt x="31581" y="14195"/>
                  </a:cubicBezTo>
                  <a:cubicBezTo>
                    <a:pt x="35168" y="19332"/>
                    <a:pt x="27326" y="28238"/>
                    <a:pt x="31247" y="34560"/>
                  </a:cubicBezTo>
                  <a:cubicBezTo>
                    <a:pt x="33253" y="37782"/>
                    <a:pt x="39150" y="47418"/>
                    <a:pt x="42737" y="47722"/>
                  </a:cubicBezTo>
                  <a:cubicBezTo>
                    <a:pt x="51612" y="48482"/>
                    <a:pt x="57752" y="35229"/>
                    <a:pt x="65412" y="32129"/>
                  </a:cubicBezTo>
                  <a:cubicBezTo>
                    <a:pt x="73588" y="28816"/>
                    <a:pt x="84044" y="34804"/>
                    <a:pt x="90275" y="39302"/>
                  </a:cubicBezTo>
                  <a:cubicBezTo>
                    <a:pt x="95351" y="42980"/>
                    <a:pt x="98938" y="48269"/>
                    <a:pt x="106081" y="48816"/>
                  </a:cubicBezTo>
                  <a:cubicBezTo>
                    <a:pt x="111704" y="49241"/>
                    <a:pt x="112981" y="50670"/>
                    <a:pt x="114136" y="56111"/>
                  </a:cubicBezTo>
                  <a:cubicBezTo>
                    <a:pt x="115139" y="60792"/>
                    <a:pt x="115321" y="64470"/>
                    <a:pt x="121279" y="65381"/>
                  </a:cubicBezTo>
                  <a:cubicBezTo>
                    <a:pt x="127784" y="66385"/>
                    <a:pt x="138696" y="61947"/>
                    <a:pt x="144410" y="65169"/>
                  </a:cubicBezTo>
                  <a:cubicBezTo>
                    <a:pt x="148483" y="67448"/>
                    <a:pt x="153529" y="7182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25"/>
            <p:cNvSpPr/>
            <p:nvPr/>
          </p:nvSpPr>
          <p:spPr>
            <a:xfrm>
              <a:off x="2975000" y="442550"/>
              <a:ext cx="3962850" cy="1794125"/>
            </a:xfrm>
            <a:custGeom>
              <a:rect b="b" l="l" r="r" t="t"/>
              <a:pathLst>
                <a:path extrusionOk="0" fill="none" h="71765" w="158514">
                  <a:moveTo>
                    <a:pt x="0" y="1"/>
                  </a:moveTo>
                  <a:cubicBezTo>
                    <a:pt x="5319" y="2554"/>
                    <a:pt x="11064" y="4226"/>
                    <a:pt x="16627" y="5502"/>
                  </a:cubicBezTo>
                  <a:cubicBezTo>
                    <a:pt x="22523" y="6840"/>
                    <a:pt x="28663" y="9302"/>
                    <a:pt x="32554" y="12919"/>
                  </a:cubicBezTo>
                  <a:cubicBezTo>
                    <a:pt x="36931" y="17022"/>
                    <a:pt x="28906" y="28268"/>
                    <a:pt x="31247" y="33983"/>
                  </a:cubicBezTo>
                  <a:cubicBezTo>
                    <a:pt x="32615" y="37326"/>
                    <a:pt x="40031" y="46658"/>
                    <a:pt x="43679" y="46719"/>
                  </a:cubicBezTo>
                  <a:cubicBezTo>
                    <a:pt x="52433" y="46810"/>
                    <a:pt x="58117" y="33861"/>
                    <a:pt x="66628" y="31430"/>
                  </a:cubicBezTo>
                  <a:cubicBezTo>
                    <a:pt x="75108" y="28998"/>
                    <a:pt x="85078" y="33709"/>
                    <a:pt x="91066" y="38451"/>
                  </a:cubicBezTo>
                  <a:cubicBezTo>
                    <a:pt x="95899" y="42250"/>
                    <a:pt x="98847" y="48482"/>
                    <a:pt x="106446" y="48785"/>
                  </a:cubicBezTo>
                  <a:cubicBezTo>
                    <a:pt x="119030" y="49272"/>
                    <a:pt x="110853" y="62950"/>
                    <a:pt x="121826" y="64743"/>
                  </a:cubicBezTo>
                  <a:cubicBezTo>
                    <a:pt x="128088" y="65746"/>
                    <a:pt x="139121" y="61612"/>
                    <a:pt x="144684" y="64986"/>
                  </a:cubicBezTo>
                  <a:cubicBezTo>
                    <a:pt x="148666" y="67388"/>
                    <a:pt x="153559" y="7176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25"/>
            <p:cNvSpPr/>
            <p:nvPr/>
          </p:nvSpPr>
          <p:spPr>
            <a:xfrm>
              <a:off x="2975000" y="442550"/>
              <a:ext cx="3962850" cy="1791075"/>
            </a:xfrm>
            <a:custGeom>
              <a:rect b="b" l="l" r="r" t="t"/>
              <a:pathLst>
                <a:path extrusionOk="0" fill="none" h="71643" w="158514">
                  <a:moveTo>
                    <a:pt x="0" y="1"/>
                  </a:moveTo>
                  <a:cubicBezTo>
                    <a:pt x="5319" y="2523"/>
                    <a:pt x="11155" y="4134"/>
                    <a:pt x="16779" y="5259"/>
                  </a:cubicBezTo>
                  <a:cubicBezTo>
                    <a:pt x="22736" y="6475"/>
                    <a:pt x="29302" y="9058"/>
                    <a:pt x="33405" y="11672"/>
                  </a:cubicBezTo>
                  <a:cubicBezTo>
                    <a:pt x="37660" y="14378"/>
                    <a:pt x="30821" y="28968"/>
                    <a:pt x="31399" y="33314"/>
                  </a:cubicBezTo>
                  <a:cubicBezTo>
                    <a:pt x="31885" y="36931"/>
                    <a:pt x="40578" y="45624"/>
                    <a:pt x="44651" y="45472"/>
                  </a:cubicBezTo>
                  <a:cubicBezTo>
                    <a:pt x="53101" y="45168"/>
                    <a:pt x="58421" y="32828"/>
                    <a:pt x="67874" y="30852"/>
                  </a:cubicBezTo>
                  <a:cubicBezTo>
                    <a:pt x="76658" y="29028"/>
                    <a:pt x="86233" y="32706"/>
                    <a:pt x="91856" y="37509"/>
                  </a:cubicBezTo>
                  <a:cubicBezTo>
                    <a:pt x="96476" y="41491"/>
                    <a:pt x="98908" y="48542"/>
                    <a:pt x="106780" y="48755"/>
                  </a:cubicBezTo>
                  <a:cubicBezTo>
                    <a:pt x="112647" y="48907"/>
                    <a:pt x="114045" y="50184"/>
                    <a:pt x="115565" y="55503"/>
                  </a:cubicBezTo>
                  <a:cubicBezTo>
                    <a:pt x="116841" y="60062"/>
                    <a:pt x="116628" y="63132"/>
                    <a:pt x="122404" y="64044"/>
                  </a:cubicBezTo>
                  <a:cubicBezTo>
                    <a:pt x="128544" y="65047"/>
                    <a:pt x="139486" y="61278"/>
                    <a:pt x="144957" y="64804"/>
                  </a:cubicBezTo>
                  <a:cubicBezTo>
                    <a:pt x="148818" y="67296"/>
                    <a:pt x="153559" y="71643"/>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25"/>
            <p:cNvSpPr/>
            <p:nvPr/>
          </p:nvSpPr>
          <p:spPr>
            <a:xfrm>
              <a:off x="2975000" y="442550"/>
              <a:ext cx="3962100" cy="1789575"/>
            </a:xfrm>
            <a:custGeom>
              <a:rect b="b" l="l" r="r" t="t"/>
              <a:pathLst>
                <a:path extrusionOk="0" fill="none" h="71583" w="158484">
                  <a:moveTo>
                    <a:pt x="0" y="1"/>
                  </a:moveTo>
                  <a:cubicBezTo>
                    <a:pt x="5380" y="2463"/>
                    <a:pt x="11216" y="4043"/>
                    <a:pt x="16900" y="5016"/>
                  </a:cubicBezTo>
                  <a:cubicBezTo>
                    <a:pt x="22797" y="6049"/>
                    <a:pt x="29058" y="8724"/>
                    <a:pt x="34135" y="10457"/>
                  </a:cubicBezTo>
                  <a:cubicBezTo>
                    <a:pt x="39667" y="12372"/>
                    <a:pt x="32037" y="28846"/>
                    <a:pt x="31855" y="32463"/>
                  </a:cubicBezTo>
                  <a:cubicBezTo>
                    <a:pt x="31672" y="36597"/>
                    <a:pt x="40852" y="44712"/>
                    <a:pt x="45503" y="44074"/>
                  </a:cubicBezTo>
                  <a:cubicBezTo>
                    <a:pt x="54165" y="42889"/>
                    <a:pt x="59606" y="32038"/>
                    <a:pt x="69090" y="30335"/>
                  </a:cubicBezTo>
                  <a:cubicBezTo>
                    <a:pt x="77479" y="28846"/>
                    <a:pt x="87388" y="31703"/>
                    <a:pt x="92646" y="36566"/>
                  </a:cubicBezTo>
                  <a:cubicBezTo>
                    <a:pt x="97084" y="40670"/>
                    <a:pt x="98908" y="48634"/>
                    <a:pt x="107084" y="48725"/>
                  </a:cubicBezTo>
                  <a:cubicBezTo>
                    <a:pt x="112890" y="48816"/>
                    <a:pt x="114501" y="49910"/>
                    <a:pt x="116203" y="55229"/>
                  </a:cubicBezTo>
                  <a:cubicBezTo>
                    <a:pt x="117571" y="59606"/>
                    <a:pt x="117297" y="62555"/>
                    <a:pt x="122951" y="63436"/>
                  </a:cubicBezTo>
                  <a:cubicBezTo>
                    <a:pt x="129030" y="64378"/>
                    <a:pt x="139851" y="60944"/>
                    <a:pt x="145200" y="64622"/>
                  </a:cubicBezTo>
                  <a:cubicBezTo>
                    <a:pt x="148939" y="67205"/>
                    <a:pt x="153590" y="7158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25"/>
            <p:cNvSpPr/>
            <p:nvPr/>
          </p:nvSpPr>
          <p:spPr>
            <a:xfrm>
              <a:off x="2975000" y="442550"/>
              <a:ext cx="3962850" cy="1785000"/>
            </a:xfrm>
            <a:custGeom>
              <a:rect b="b" l="l" r="r" t="t"/>
              <a:pathLst>
                <a:path extrusionOk="0" fill="none" h="71400" w="158514">
                  <a:moveTo>
                    <a:pt x="0" y="1"/>
                  </a:moveTo>
                  <a:cubicBezTo>
                    <a:pt x="5411" y="2432"/>
                    <a:pt x="11307" y="3952"/>
                    <a:pt x="17052" y="4803"/>
                  </a:cubicBezTo>
                  <a:cubicBezTo>
                    <a:pt x="22949" y="5685"/>
                    <a:pt x="29028" y="8967"/>
                    <a:pt x="34682" y="9362"/>
                  </a:cubicBezTo>
                  <a:cubicBezTo>
                    <a:pt x="42007" y="9849"/>
                    <a:pt x="33557" y="28360"/>
                    <a:pt x="32858" y="31065"/>
                  </a:cubicBezTo>
                  <a:cubicBezTo>
                    <a:pt x="31308" y="36931"/>
                    <a:pt x="41095" y="43801"/>
                    <a:pt x="46141" y="42676"/>
                  </a:cubicBezTo>
                  <a:cubicBezTo>
                    <a:pt x="54925" y="40761"/>
                    <a:pt x="60731" y="31703"/>
                    <a:pt x="70245" y="29819"/>
                  </a:cubicBezTo>
                  <a:cubicBezTo>
                    <a:pt x="78451" y="28177"/>
                    <a:pt x="88573" y="30731"/>
                    <a:pt x="93497" y="35563"/>
                  </a:cubicBezTo>
                  <a:cubicBezTo>
                    <a:pt x="97753" y="39728"/>
                    <a:pt x="98969" y="48725"/>
                    <a:pt x="107419" y="48755"/>
                  </a:cubicBezTo>
                  <a:cubicBezTo>
                    <a:pt x="113163" y="48755"/>
                    <a:pt x="115018" y="49667"/>
                    <a:pt x="116872" y="54956"/>
                  </a:cubicBezTo>
                  <a:cubicBezTo>
                    <a:pt x="118331" y="59181"/>
                    <a:pt x="118027" y="61977"/>
                    <a:pt x="123559" y="62798"/>
                  </a:cubicBezTo>
                  <a:cubicBezTo>
                    <a:pt x="129638" y="63710"/>
                    <a:pt x="140459" y="60579"/>
                    <a:pt x="145504" y="64470"/>
                  </a:cubicBezTo>
                  <a:cubicBezTo>
                    <a:pt x="148939" y="67144"/>
                    <a:pt x="153802" y="7140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25"/>
            <p:cNvSpPr/>
            <p:nvPr/>
          </p:nvSpPr>
          <p:spPr>
            <a:xfrm>
              <a:off x="2975000" y="442550"/>
              <a:ext cx="3962100" cy="1781975"/>
            </a:xfrm>
            <a:custGeom>
              <a:rect b="b" l="l" r="r" t="t"/>
              <a:pathLst>
                <a:path extrusionOk="0" fill="none" h="71279" w="158484">
                  <a:moveTo>
                    <a:pt x="0" y="1"/>
                  </a:moveTo>
                  <a:cubicBezTo>
                    <a:pt x="5471" y="2402"/>
                    <a:pt x="11247" y="3922"/>
                    <a:pt x="17174" y="4560"/>
                  </a:cubicBezTo>
                  <a:cubicBezTo>
                    <a:pt x="23253" y="5198"/>
                    <a:pt x="29514" y="8420"/>
                    <a:pt x="35107" y="8177"/>
                  </a:cubicBezTo>
                  <a:cubicBezTo>
                    <a:pt x="44044" y="7782"/>
                    <a:pt x="35290" y="26718"/>
                    <a:pt x="34256" y="29089"/>
                  </a:cubicBezTo>
                  <a:cubicBezTo>
                    <a:pt x="31369" y="35959"/>
                    <a:pt x="40578" y="42980"/>
                    <a:pt x="46658" y="41247"/>
                  </a:cubicBezTo>
                  <a:cubicBezTo>
                    <a:pt x="55533" y="38785"/>
                    <a:pt x="61947" y="31490"/>
                    <a:pt x="71369" y="29180"/>
                  </a:cubicBezTo>
                  <a:cubicBezTo>
                    <a:pt x="79424" y="27174"/>
                    <a:pt x="89819" y="29697"/>
                    <a:pt x="94470" y="34439"/>
                  </a:cubicBezTo>
                  <a:cubicBezTo>
                    <a:pt x="98482" y="38573"/>
                    <a:pt x="99090" y="48785"/>
                    <a:pt x="107753" y="48694"/>
                  </a:cubicBezTo>
                  <a:cubicBezTo>
                    <a:pt x="113407" y="48634"/>
                    <a:pt x="115504" y="49424"/>
                    <a:pt x="117510" y="54652"/>
                  </a:cubicBezTo>
                  <a:cubicBezTo>
                    <a:pt x="119060" y="58694"/>
                    <a:pt x="118665" y="61400"/>
                    <a:pt x="124167" y="62160"/>
                  </a:cubicBezTo>
                  <a:cubicBezTo>
                    <a:pt x="130246" y="62980"/>
                    <a:pt x="140793" y="60245"/>
                    <a:pt x="145717" y="64257"/>
                  </a:cubicBezTo>
                  <a:cubicBezTo>
                    <a:pt x="149061" y="66962"/>
                    <a:pt x="153802" y="71278"/>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25"/>
            <p:cNvSpPr/>
            <p:nvPr/>
          </p:nvSpPr>
          <p:spPr>
            <a:xfrm>
              <a:off x="2975000" y="442550"/>
              <a:ext cx="3962850" cy="1781200"/>
            </a:xfrm>
            <a:custGeom>
              <a:rect b="b" l="l" r="r" t="t"/>
              <a:pathLst>
                <a:path extrusionOk="0" fill="none" h="71248" w="158514">
                  <a:moveTo>
                    <a:pt x="0" y="1"/>
                  </a:moveTo>
                  <a:cubicBezTo>
                    <a:pt x="5502" y="2371"/>
                    <a:pt x="11338" y="3830"/>
                    <a:pt x="17326" y="4347"/>
                  </a:cubicBezTo>
                  <a:cubicBezTo>
                    <a:pt x="23405" y="4833"/>
                    <a:pt x="29484" y="7478"/>
                    <a:pt x="35381" y="7083"/>
                  </a:cubicBezTo>
                  <a:cubicBezTo>
                    <a:pt x="46171" y="6384"/>
                    <a:pt x="37660" y="22007"/>
                    <a:pt x="36080" y="26718"/>
                  </a:cubicBezTo>
                  <a:cubicBezTo>
                    <a:pt x="34560" y="31247"/>
                    <a:pt x="33192" y="34591"/>
                    <a:pt x="37387" y="37934"/>
                  </a:cubicBezTo>
                  <a:cubicBezTo>
                    <a:pt x="40062" y="40032"/>
                    <a:pt x="43983" y="40913"/>
                    <a:pt x="47144" y="39940"/>
                  </a:cubicBezTo>
                  <a:cubicBezTo>
                    <a:pt x="52007" y="38421"/>
                    <a:pt x="55959" y="34864"/>
                    <a:pt x="60548" y="32524"/>
                  </a:cubicBezTo>
                  <a:cubicBezTo>
                    <a:pt x="64409" y="30579"/>
                    <a:pt x="68360" y="29758"/>
                    <a:pt x="72403" y="28512"/>
                  </a:cubicBezTo>
                  <a:cubicBezTo>
                    <a:pt x="80275" y="26080"/>
                    <a:pt x="91187" y="28724"/>
                    <a:pt x="95503" y="33314"/>
                  </a:cubicBezTo>
                  <a:cubicBezTo>
                    <a:pt x="99303" y="37296"/>
                    <a:pt x="99212" y="48877"/>
                    <a:pt x="108118" y="48694"/>
                  </a:cubicBezTo>
                  <a:cubicBezTo>
                    <a:pt x="113589" y="48573"/>
                    <a:pt x="115990" y="49302"/>
                    <a:pt x="118148" y="54409"/>
                  </a:cubicBezTo>
                  <a:cubicBezTo>
                    <a:pt x="119820" y="58299"/>
                    <a:pt x="119364" y="60974"/>
                    <a:pt x="124805" y="61612"/>
                  </a:cubicBezTo>
                  <a:cubicBezTo>
                    <a:pt x="130519" y="62281"/>
                    <a:pt x="141249" y="59819"/>
                    <a:pt x="145991" y="64135"/>
                  </a:cubicBezTo>
                  <a:cubicBezTo>
                    <a:pt x="149213" y="67023"/>
                    <a:pt x="153863" y="71248"/>
                    <a:pt x="158514" y="68695"/>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25"/>
            <p:cNvSpPr/>
            <p:nvPr/>
          </p:nvSpPr>
          <p:spPr>
            <a:xfrm>
              <a:off x="2975000" y="442550"/>
              <a:ext cx="3962100" cy="1777400"/>
            </a:xfrm>
            <a:custGeom>
              <a:rect b="b" l="l" r="r" t="t"/>
              <a:pathLst>
                <a:path extrusionOk="0" fill="none" h="71096" w="158484">
                  <a:moveTo>
                    <a:pt x="0" y="1"/>
                  </a:moveTo>
                  <a:cubicBezTo>
                    <a:pt x="5532" y="2341"/>
                    <a:pt x="11429" y="3739"/>
                    <a:pt x="17447" y="4104"/>
                  </a:cubicBezTo>
                  <a:cubicBezTo>
                    <a:pt x="23496" y="4469"/>
                    <a:pt x="29484" y="6596"/>
                    <a:pt x="35533" y="6049"/>
                  </a:cubicBezTo>
                  <a:cubicBezTo>
                    <a:pt x="47357" y="4955"/>
                    <a:pt x="40822" y="16809"/>
                    <a:pt x="38208" y="23983"/>
                  </a:cubicBezTo>
                  <a:cubicBezTo>
                    <a:pt x="36657" y="28329"/>
                    <a:pt x="33557" y="33253"/>
                    <a:pt x="37691" y="36962"/>
                  </a:cubicBezTo>
                  <a:cubicBezTo>
                    <a:pt x="40244" y="39272"/>
                    <a:pt x="44591" y="39636"/>
                    <a:pt x="47661" y="38603"/>
                  </a:cubicBezTo>
                  <a:cubicBezTo>
                    <a:pt x="52646" y="36931"/>
                    <a:pt x="56901" y="33557"/>
                    <a:pt x="61764" y="31460"/>
                  </a:cubicBezTo>
                  <a:cubicBezTo>
                    <a:pt x="65533" y="29819"/>
                    <a:pt x="69576" y="29150"/>
                    <a:pt x="73375" y="27721"/>
                  </a:cubicBezTo>
                  <a:cubicBezTo>
                    <a:pt x="80974" y="24864"/>
                    <a:pt x="92464" y="27721"/>
                    <a:pt x="96659" y="32068"/>
                  </a:cubicBezTo>
                  <a:cubicBezTo>
                    <a:pt x="100884" y="36445"/>
                    <a:pt x="98634" y="48512"/>
                    <a:pt x="108452" y="48664"/>
                  </a:cubicBezTo>
                  <a:cubicBezTo>
                    <a:pt x="114014" y="48755"/>
                    <a:pt x="116416" y="49150"/>
                    <a:pt x="118756" y="54105"/>
                  </a:cubicBezTo>
                  <a:cubicBezTo>
                    <a:pt x="120550" y="57874"/>
                    <a:pt x="120002" y="60488"/>
                    <a:pt x="125413" y="61035"/>
                  </a:cubicBezTo>
                  <a:cubicBezTo>
                    <a:pt x="131158" y="61643"/>
                    <a:pt x="141553" y="59454"/>
                    <a:pt x="146234" y="63922"/>
                  </a:cubicBezTo>
                  <a:cubicBezTo>
                    <a:pt x="149334" y="66871"/>
                    <a:pt x="153894" y="71096"/>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25"/>
            <p:cNvSpPr/>
            <p:nvPr/>
          </p:nvSpPr>
          <p:spPr>
            <a:xfrm>
              <a:off x="2975000" y="442550"/>
              <a:ext cx="3962850" cy="1775125"/>
            </a:xfrm>
            <a:custGeom>
              <a:rect b="b" l="l" r="r" t="t"/>
              <a:pathLst>
                <a:path extrusionOk="0" fill="none" h="71005" w="158514">
                  <a:moveTo>
                    <a:pt x="0" y="1"/>
                  </a:moveTo>
                  <a:cubicBezTo>
                    <a:pt x="5593" y="2311"/>
                    <a:pt x="11520" y="3648"/>
                    <a:pt x="17569" y="3861"/>
                  </a:cubicBezTo>
                  <a:cubicBezTo>
                    <a:pt x="23587" y="4074"/>
                    <a:pt x="29636" y="5837"/>
                    <a:pt x="35594" y="5046"/>
                  </a:cubicBezTo>
                  <a:cubicBezTo>
                    <a:pt x="47569" y="3466"/>
                    <a:pt x="43800" y="12280"/>
                    <a:pt x="40578" y="20974"/>
                  </a:cubicBezTo>
                  <a:cubicBezTo>
                    <a:pt x="39059" y="25107"/>
                    <a:pt x="34773" y="31916"/>
                    <a:pt x="38268" y="35867"/>
                  </a:cubicBezTo>
                  <a:cubicBezTo>
                    <a:pt x="40548" y="38451"/>
                    <a:pt x="45381" y="38208"/>
                    <a:pt x="48238" y="37296"/>
                  </a:cubicBezTo>
                  <a:cubicBezTo>
                    <a:pt x="53405" y="35624"/>
                    <a:pt x="57965" y="32281"/>
                    <a:pt x="63102" y="30366"/>
                  </a:cubicBezTo>
                  <a:cubicBezTo>
                    <a:pt x="66780" y="28968"/>
                    <a:pt x="70701" y="28420"/>
                    <a:pt x="74257" y="26840"/>
                  </a:cubicBezTo>
                  <a:cubicBezTo>
                    <a:pt x="81552" y="23588"/>
                    <a:pt x="94075" y="26779"/>
                    <a:pt x="97935" y="30791"/>
                  </a:cubicBezTo>
                  <a:cubicBezTo>
                    <a:pt x="101887" y="34895"/>
                    <a:pt x="98938" y="48542"/>
                    <a:pt x="108817" y="48664"/>
                  </a:cubicBezTo>
                  <a:cubicBezTo>
                    <a:pt x="114227" y="48694"/>
                    <a:pt x="116872" y="49029"/>
                    <a:pt x="119364" y="53801"/>
                  </a:cubicBezTo>
                  <a:cubicBezTo>
                    <a:pt x="121249" y="57448"/>
                    <a:pt x="120702" y="60032"/>
                    <a:pt x="126021" y="60518"/>
                  </a:cubicBezTo>
                  <a:cubicBezTo>
                    <a:pt x="131826" y="61035"/>
                    <a:pt x="141857" y="59120"/>
                    <a:pt x="146507" y="63771"/>
                  </a:cubicBezTo>
                  <a:cubicBezTo>
                    <a:pt x="149456" y="66719"/>
                    <a:pt x="153924" y="7100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25"/>
            <p:cNvSpPr/>
            <p:nvPr/>
          </p:nvSpPr>
          <p:spPr>
            <a:xfrm>
              <a:off x="2975000" y="442550"/>
              <a:ext cx="3962850" cy="1772850"/>
            </a:xfrm>
            <a:custGeom>
              <a:rect b="b" l="l" r="r" t="t"/>
              <a:pathLst>
                <a:path extrusionOk="0" fill="none" h="70914" w="158514">
                  <a:moveTo>
                    <a:pt x="0" y="1"/>
                  </a:moveTo>
                  <a:cubicBezTo>
                    <a:pt x="5623" y="2280"/>
                    <a:pt x="11611" y="3526"/>
                    <a:pt x="17690" y="3648"/>
                  </a:cubicBezTo>
                  <a:cubicBezTo>
                    <a:pt x="23648" y="3709"/>
                    <a:pt x="29636" y="5016"/>
                    <a:pt x="35563" y="4104"/>
                  </a:cubicBezTo>
                  <a:cubicBezTo>
                    <a:pt x="47022" y="2371"/>
                    <a:pt x="46627" y="7843"/>
                    <a:pt x="43101" y="17812"/>
                  </a:cubicBezTo>
                  <a:cubicBezTo>
                    <a:pt x="41733" y="21612"/>
                    <a:pt x="36232" y="30670"/>
                    <a:pt x="39028" y="34621"/>
                  </a:cubicBezTo>
                  <a:cubicBezTo>
                    <a:pt x="41004" y="37387"/>
                    <a:pt x="46293" y="36901"/>
                    <a:pt x="48968" y="35989"/>
                  </a:cubicBezTo>
                  <a:cubicBezTo>
                    <a:pt x="57235" y="33071"/>
                    <a:pt x="67235" y="29667"/>
                    <a:pt x="75108" y="25867"/>
                  </a:cubicBezTo>
                  <a:cubicBezTo>
                    <a:pt x="82008" y="22524"/>
                    <a:pt x="95655" y="25746"/>
                    <a:pt x="99303" y="29484"/>
                  </a:cubicBezTo>
                  <a:cubicBezTo>
                    <a:pt x="103042" y="33284"/>
                    <a:pt x="99546" y="48573"/>
                    <a:pt x="109242" y="48573"/>
                  </a:cubicBezTo>
                  <a:cubicBezTo>
                    <a:pt x="114379" y="48573"/>
                    <a:pt x="117328" y="48968"/>
                    <a:pt x="119942" y="53527"/>
                  </a:cubicBezTo>
                  <a:cubicBezTo>
                    <a:pt x="121948" y="57023"/>
                    <a:pt x="121340" y="59606"/>
                    <a:pt x="126629" y="60032"/>
                  </a:cubicBezTo>
                  <a:cubicBezTo>
                    <a:pt x="132495" y="60488"/>
                    <a:pt x="142130" y="58725"/>
                    <a:pt x="146751" y="63558"/>
                  </a:cubicBezTo>
                  <a:cubicBezTo>
                    <a:pt x="149608" y="66567"/>
                    <a:pt x="153985" y="70913"/>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25"/>
            <p:cNvSpPr/>
            <p:nvPr/>
          </p:nvSpPr>
          <p:spPr>
            <a:xfrm>
              <a:off x="2975000" y="442550"/>
              <a:ext cx="3962100" cy="1769800"/>
            </a:xfrm>
            <a:custGeom>
              <a:rect b="b" l="l" r="r" t="t"/>
              <a:pathLst>
                <a:path extrusionOk="0" fill="none" h="70792" w="158484">
                  <a:moveTo>
                    <a:pt x="0" y="1"/>
                  </a:moveTo>
                  <a:cubicBezTo>
                    <a:pt x="5654" y="2280"/>
                    <a:pt x="11703" y="3435"/>
                    <a:pt x="17812" y="3405"/>
                  </a:cubicBezTo>
                  <a:cubicBezTo>
                    <a:pt x="23709" y="3344"/>
                    <a:pt x="29606" y="4165"/>
                    <a:pt x="35502" y="3192"/>
                  </a:cubicBezTo>
                  <a:cubicBezTo>
                    <a:pt x="37660" y="2858"/>
                    <a:pt x="42463" y="1976"/>
                    <a:pt x="44621" y="2949"/>
                  </a:cubicBezTo>
                  <a:cubicBezTo>
                    <a:pt x="49545" y="5168"/>
                    <a:pt x="46840" y="10913"/>
                    <a:pt x="45624" y="14742"/>
                  </a:cubicBezTo>
                  <a:cubicBezTo>
                    <a:pt x="43557" y="21369"/>
                    <a:pt x="34135" y="40001"/>
                    <a:pt x="49819" y="34652"/>
                  </a:cubicBezTo>
                  <a:cubicBezTo>
                    <a:pt x="58299" y="31734"/>
                    <a:pt x="67935" y="28177"/>
                    <a:pt x="76050" y="24864"/>
                  </a:cubicBezTo>
                  <a:cubicBezTo>
                    <a:pt x="83072" y="21977"/>
                    <a:pt x="96051" y="24347"/>
                    <a:pt x="100762" y="28117"/>
                  </a:cubicBezTo>
                  <a:cubicBezTo>
                    <a:pt x="105716" y="32098"/>
                    <a:pt x="98908" y="48299"/>
                    <a:pt x="109698" y="48482"/>
                  </a:cubicBezTo>
                  <a:cubicBezTo>
                    <a:pt x="114653" y="48573"/>
                    <a:pt x="117753" y="48846"/>
                    <a:pt x="120458" y="53254"/>
                  </a:cubicBezTo>
                  <a:cubicBezTo>
                    <a:pt x="122586" y="56628"/>
                    <a:pt x="121948" y="59242"/>
                    <a:pt x="127176" y="59576"/>
                  </a:cubicBezTo>
                  <a:cubicBezTo>
                    <a:pt x="133133" y="60001"/>
                    <a:pt x="142404" y="58360"/>
                    <a:pt x="146963" y="63375"/>
                  </a:cubicBezTo>
                  <a:cubicBezTo>
                    <a:pt x="149699" y="66385"/>
                    <a:pt x="153985" y="70792"/>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25"/>
            <p:cNvSpPr/>
            <p:nvPr/>
          </p:nvSpPr>
          <p:spPr>
            <a:xfrm>
              <a:off x="2975000" y="442550"/>
              <a:ext cx="3963625" cy="1767525"/>
            </a:xfrm>
            <a:custGeom>
              <a:rect b="b" l="l" r="r" t="t"/>
              <a:pathLst>
                <a:path extrusionOk="0" fill="none" h="70701" w="158545">
                  <a:moveTo>
                    <a:pt x="0" y="1"/>
                  </a:moveTo>
                  <a:cubicBezTo>
                    <a:pt x="5715" y="2250"/>
                    <a:pt x="11794" y="3314"/>
                    <a:pt x="17934" y="3192"/>
                  </a:cubicBezTo>
                  <a:cubicBezTo>
                    <a:pt x="23770" y="2979"/>
                    <a:pt x="29575" y="3314"/>
                    <a:pt x="35411" y="2341"/>
                  </a:cubicBezTo>
                  <a:cubicBezTo>
                    <a:pt x="44439" y="791"/>
                    <a:pt x="50518" y="2371"/>
                    <a:pt x="48147" y="11916"/>
                  </a:cubicBezTo>
                  <a:cubicBezTo>
                    <a:pt x="46627" y="18086"/>
                    <a:pt x="34894" y="38725"/>
                    <a:pt x="50883" y="33253"/>
                  </a:cubicBezTo>
                  <a:cubicBezTo>
                    <a:pt x="59697" y="30244"/>
                    <a:pt x="68482" y="26688"/>
                    <a:pt x="77418" y="23922"/>
                  </a:cubicBezTo>
                  <a:cubicBezTo>
                    <a:pt x="84227" y="21794"/>
                    <a:pt x="97601" y="22585"/>
                    <a:pt x="102312" y="26779"/>
                  </a:cubicBezTo>
                  <a:cubicBezTo>
                    <a:pt x="107510" y="31399"/>
                    <a:pt x="99394" y="48056"/>
                    <a:pt x="110276" y="48330"/>
                  </a:cubicBezTo>
                  <a:cubicBezTo>
                    <a:pt x="115200" y="48451"/>
                    <a:pt x="117966" y="49181"/>
                    <a:pt x="120945" y="52889"/>
                  </a:cubicBezTo>
                  <a:cubicBezTo>
                    <a:pt x="123376" y="55928"/>
                    <a:pt x="122464" y="58877"/>
                    <a:pt x="127784" y="59150"/>
                  </a:cubicBezTo>
                  <a:cubicBezTo>
                    <a:pt x="133711" y="59454"/>
                    <a:pt x="142769" y="58026"/>
                    <a:pt x="147267" y="63223"/>
                  </a:cubicBezTo>
                  <a:cubicBezTo>
                    <a:pt x="149881" y="66202"/>
                    <a:pt x="154076" y="70701"/>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25"/>
            <p:cNvSpPr/>
            <p:nvPr/>
          </p:nvSpPr>
          <p:spPr>
            <a:xfrm>
              <a:off x="2975000" y="442550"/>
              <a:ext cx="3962850" cy="1765250"/>
            </a:xfrm>
            <a:custGeom>
              <a:rect b="b" l="l" r="r" t="t"/>
              <a:pathLst>
                <a:path extrusionOk="0" fill="none" h="70610" w="158514">
                  <a:moveTo>
                    <a:pt x="0" y="1"/>
                  </a:moveTo>
                  <a:cubicBezTo>
                    <a:pt x="5745" y="2219"/>
                    <a:pt x="11885" y="3223"/>
                    <a:pt x="18025" y="2949"/>
                  </a:cubicBezTo>
                  <a:cubicBezTo>
                    <a:pt x="23800" y="2645"/>
                    <a:pt x="29514" y="2493"/>
                    <a:pt x="35259" y="1490"/>
                  </a:cubicBezTo>
                  <a:cubicBezTo>
                    <a:pt x="38056" y="1004"/>
                    <a:pt x="42189" y="396"/>
                    <a:pt x="44986" y="1064"/>
                  </a:cubicBezTo>
                  <a:cubicBezTo>
                    <a:pt x="50183" y="2280"/>
                    <a:pt x="51065" y="4803"/>
                    <a:pt x="50487" y="9454"/>
                  </a:cubicBezTo>
                  <a:cubicBezTo>
                    <a:pt x="49728" y="14986"/>
                    <a:pt x="36627" y="36870"/>
                    <a:pt x="52068" y="31825"/>
                  </a:cubicBezTo>
                  <a:cubicBezTo>
                    <a:pt x="60944" y="28937"/>
                    <a:pt x="69910" y="25533"/>
                    <a:pt x="79029" y="23010"/>
                  </a:cubicBezTo>
                  <a:cubicBezTo>
                    <a:pt x="86111" y="21095"/>
                    <a:pt x="98969" y="21551"/>
                    <a:pt x="103893" y="25472"/>
                  </a:cubicBezTo>
                  <a:cubicBezTo>
                    <a:pt x="109212" y="29697"/>
                    <a:pt x="100093" y="47661"/>
                    <a:pt x="110823" y="48147"/>
                  </a:cubicBezTo>
                  <a:cubicBezTo>
                    <a:pt x="115595" y="48360"/>
                    <a:pt x="118422" y="49120"/>
                    <a:pt x="121431" y="52646"/>
                  </a:cubicBezTo>
                  <a:cubicBezTo>
                    <a:pt x="123923" y="55594"/>
                    <a:pt x="123103" y="58542"/>
                    <a:pt x="128300" y="58786"/>
                  </a:cubicBezTo>
                  <a:cubicBezTo>
                    <a:pt x="134288" y="59059"/>
                    <a:pt x="143042" y="57783"/>
                    <a:pt x="147480" y="63041"/>
                  </a:cubicBezTo>
                  <a:cubicBezTo>
                    <a:pt x="150003" y="65989"/>
                    <a:pt x="154076" y="7061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25"/>
            <p:cNvSpPr/>
            <p:nvPr/>
          </p:nvSpPr>
          <p:spPr>
            <a:xfrm>
              <a:off x="2975000" y="428125"/>
              <a:ext cx="3962850" cy="1777400"/>
            </a:xfrm>
            <a:custGeom>
              <a:rect b="b" l="l" r="r" t="t"/>
              <a:pathLst>
                <a:path extrusionOk="0" fill="none" h="71096" w="158514">
                  <a:moveTo>
                    <a:pt x="0" y="578"/>
                  </a:moveTo>
                  <a:cubicBezTo>
                    <a:pt x="5715" y="2705"/>
                    <a:pt x="12128" y="3769"/>
                    <a:pt x="18146" y="3313"/>
                  </a:cubicBezTo>
                  <a:cubicBezTo>
                    <a:pt x="23861" y="2888"/>
                    <a:pt x="29484" y="2219"/>
                    <a:pt x="35138" y="1246"/>
                  </a:cubicBezTo>
                  <a:cubicBezTo>
                    <a:pt x="42554" y="0"/>
                    <a:pt x="52281" y="1489"/>
                    <a:pt x="52585" y="7994"/>
                  </a:cubicBezTo>
                  <a:cubicBezTo>
                    <a:pt x="52767" y="12523"/>
                    <a:pt x="39211" y="35350"/>
                    <a:pt x="53436" y="30882"/>
                  </a:cubicBezTo>
                  <a:cubicBezTo>
                    <a:pt x="62372" y="28086"/>
                    <a:pt x="71673" y="25137"/>
                    <a:pt x="80914" y="22736"/>
                  </a:cubicBezTo>
                  <a:cubicBezTo>
                    <a:pt x="88604" y="20760"/>
                    <a:pt x="100032" y="21551"/>
                    <a:pt x="105443" y="24803"/>
                  </a:cubicBezTo>
                  <a:cubicBezTo>
                    <a:pt x="111674" y="28511"/>
                    <a:pt x="99941" y="47508"/>
                    <a:pt x="111431" y="48511"/>
                  </a:cubicBezTo>
                  <a:cubicBezTo>
                    <a:pt x="116081" y="48937"/>
                    <a:pt x="118847" y="49606"/>
                    <a:pt x="121887" y="52980"/>
                  </a:cubicBezTo>
                  <a:cubicBezTo>
                    <a:pt x="124440" y="55837"/>
                    <a:pt x="123741" y="58785"/>
                    <a:pt x="128787" y="58998"/>
                  </a:cubicBezTo>
                  <a:cubicBezTo>
                    <a:pt x="134836" y="59271"/>
                    <a:pt x="143316" y="58147"/>
                    <a:pt x="147723" y="63436"/>
                  </a:cubicBezTo>
                  <a:cubicBezTo>
                    <a:pt x="150125" y="66323"/>
                    <a:pt x="154106" y="71095"/>
                    <a:pt x="158514" y="6924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25"/>
            <p:cNvSpPr/>
            <p:nvPr/>
          </p:nvSpPr>
          <p:spPr>
            <a:xfrm>
              <a:off x="2975000" y="412925"/>
              <a:ext cx="3962850" cy="1789550"/>
            </a:xfrm>
            <a:custGeom>
              <a:rect b="b" l="l" r="r" t="t"/>
              <a:pathLst>
                <a:path extrusionOk="0" fill="none" h="71582" w="158514">
                  <a:moveTo>
                    <a:pt x="0" y="1186"/>
                  </a:moveTo>
                  <a:cubicBezTo>
                    <a:pt x="5745" y="3283"/>
                    <a:pt x="12219" y="4286"/>
                    <a:pt x="18238" y="3678"/>
                  </a:cubicBezTo>
                  <a:cubicBezTo>
                    <a:pt x="23891" y="3131"/>
                    <a:pt x="29454" y="1976"/>
                    <a:pt x="35046" y="1034"/>
                  </a:cubicBezTo>
                  <a:cubicBezTo>
                    <a:pt x="41308" y="0"/>
                    <a:pt x="52980" y="638"/>
                    <a:pt x="54317" y="7082"/>
                  </a:cubicBezTo>
                  <a:cubicBezTo>
                    <a:pt x="55260" y="11672"/>
                    <a:pt x="42159" y="33557"/>
                    <a:pt x="54895" y="29879"/>
                  </a:cubicBezTo>
                  <a:cubicBezTo>
                    <a:pt x="64044" y="27204"/>
                    <a:pt x="73588" y="24864"/>
                    <a:pt x="82950" y="22523"/>
                  </a:cubicBezTo>
                  <a:cubicBezTo>
                    <a:pt x="90488" y="20608"/>
                    <a:pt x="101248" y="21186"/>
                    <a:pt x="106932" y="24256"/>
                  </a:cubicBezTo>
                  <a:cubicBezTo>
                    <a:pt x="113862" y="27964"/>
                    <a:pt x="100762" y="47478"/>
                    <a:pt x="112069" y="48876"/>
                  </a:cubicBezTo>
                  <a:cubicBezTo>
                    <a:pt x="116264" y="49363"/>
                    <a:pt x="119729" y="49879"/>
                    <a:pt x="122343" y="53344"/>
                  </a:cubicBezTo>
                  <a:cubicBezTo>
                    <a:pt x="124562" y="56354"/>
                    <a:pt x="124653" y="59089"/>
                    <a:pt x="129273" y="59272"/>
                  </a:cubicBezTo>
                  <a:cubicBezTo>
                    <a:pt x="135352" y="59545"/>
                    <a:pt x="143620" y="58603"/>
                    <a:pt x="147936" y="63861"/>
                  </a:cubicBezTo>
                  <a:cubicBezTo>
                    <a:pt x="150277" y="66688"/>
                    <a:pt x="154137" y="71582"/>
                    <a:pt x="158514" y="6984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25"/>
            <p:cNvSpPr/>
            <p:nvPr/>
          </p:nvSpPr>
          <p:spPr>
            <a:xfrm>
              <a:off x="2975000" y="386325"/>
              <a:ext cx="3962850" cy="1813875"/>
            </a:xfrm>
            <a:custGeom>
              <a:rect b="b" l="l" r="r" t="t"/>
              <a:pathLst>
                <a:path extrusionOk="0" fill="none" h="72555" w="158514">
                  <a:moveTo>
                    <a:pt x="0" y="2250"/>
                  </a:moveTo>
                  <a:cubicBezTo>
                    <a:pt x="5806" y="4286"/>
                    <a:pt x="12371" y="5259"/>
                    <a:pt x="18390" y="4529"/>
                  </a:cubicBezTo>
                  <a:cubicBezTo>
                    <a:pt x="23982" y="3830"/>
                    <a:pt x="29423" y="2250"/>
                    <a:pt x="35046" y="1307"/>
                  </a:cubicBezTo>
                  <a:cubicBezTo>
                    <a:pt x="42767" y="0"/>
                    <a:pt x="52402" y="2067"/>
                    <a:pt x="55685" y="7174"/>
                  </a:cubicBezTo>
                  <a:cubicBezTo>
                    <a:pt x="57570" y="10183"/>
                    <a:pt x="46658" y="32159"/>
                    <a:pt x="56719" y="29271"/>
                  </a:cubicBezTo>
                  <a:cubicBezTo>
                    <a:pt x="65442" y="26748"/>
                    <a:pt x="75746" y="25077"/>
                    <a:pt x="85139" y="22736"/>
                  </a:cubicBezTo>
                  <a:cubicBezTo>
                    <a:pt x="92494" y="20882"/>
                    <a:pt x="102099" y="21338"/>
                    <a:pt x="108300" y="24317"/>
                  </a:cubicBezTo>
                  <a:cubicBezTo>
                    <a:pt x="116477" y="28207"/>
                    <a:pt x="101765" y="47873"/>
                    <a:pt x="112799" y="49636"/>
                  </a:cubicBezTo>
                  <a:cubicBezTo>
                    <a:pt x="116780" y="50275"/>
                    <a:pt x="120215" y="50852"/>
                    <a:pt x="122768" y="54165"/>
                  </a:cubicBezTo>
                  <a:cubicBezTo>
                    <a:pt x="125048" y="57083"/>
                    <a:pt x="125200" y="59849"/>
                    <a:pt x="129729" y="60032"/>
                  </a:cubicBezTo>
                  <a:cubicBezTo>
                    <a:pt x="135839" y="60336"/>
                    <a:pt x="143893" y="59545"/>
                    <a:pt x="148179" y="64773"/>
                  </a:cubicBezTo>
                  <a:cubicBezTo>
                    <a:pt x="150459" y="67539"/>
                    <a:pt x="154167" y="72555"/>
                    <a:pt x="158514" y="7091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25"/>
            <p:cNvSpPr/>
            <p:nvPr/>
          </p:nvSpPr>
          <p:spPr>
            <a:xfrm>
              <a:off x="2975000" y="367325"/>
              <a:ext cx="3962850" cy="1829825"/>
            </a:xfrm>
            <a:custGeom>
              <a:rect b="b" l="l" r="r" t="t"/>
              <a:pathLst>
                <a:path extrusionOk="0" fill="none" h="73193" w="158514">
                  <a:moveTo>
                    <a:pt x="0" y="3010"/>
                  </a:moveTo>
                  <a:cubicBezTo>
                    <a:pt x="5836" y="5016"/>
                    <a:pt x="12432" y="5897"/>
                    <a:pt x="18481" y="5046"/>
                  </a:cubicBezTo>
                  <a:cubicBezTo>
                    <a:pt x="24104" y="4286"/>
                    <a:pt x="29514" y="2067"/>
                    <a:pt x="35077" y="1216"/>
                  </a:cubicBezTo>
                  <a:cubicBezTo>
                    <a:pt x="43010" y="0"/>
                    <a:pt x="51703" y="2584"/>
                    <a:pt x="56719" y="7447"/>
                  </a:cubicBezTo>
                  <a:cubicBezTo>
                    <a:pt x="60123" y="10791"/>
                    <a:pt x="50335" y="30396"/>
                    <a:pt x="58998" y="28360"/>
                  </a:cubicBezTo>
                  <a:cubicBezTo>
                    <a:pt x="67722" y="26293"/>
                    <a:pt x="78056" y="25016"/>
                    <a:pt x="87357" y="22615"/>
                  </a:cubicBezTo>
                  <a:cubicBezTo>
                    <a:pt x="94531" y="20761"/>
                    <a:pt x="103224" y="21065"/>
                    <a:pt x="109546" y="24104"/>
                  </a:cubicBezTo>
                  <a:cubicBezTo>
                    <a:pt x="118209" y="28268"/>
                    <a:pt x="103376" y="47965"/>
                    <a:pt x="113559" y="50062"/>
                  </a:cubicBezTo>
                  <a:cubicBezTo>
                    <a:pt x="117328" y="50822"/>
                    <a:pt x="120671" y="51551"/>
                    <a:pt x="123194" y="54682"/>
                  </a:cubicBezTo>
                  <a:cubicBezTo>
                    <a:pt x="125474" y="57539"/>
                    <a:pt x="125717" y="60305"/>
                    <a:pt x="130155" y="60518"/>
                  </a:cubicBezTo>
                  <a:cubicBezTo>
                    <a:pt x="136295" y="60852"/>
                    <a:pt x="144137" y="60214"/>
                    <a:pt x="148392" y="65381"/>
                  </a:cubicBezTo>
                  <a:cubicBezTo>
                    <a:pt x="150611" y="68056"/>
                    <a:pt x="154228" y="73193"/>
                    <a:pt x="158514" y="7167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25"/>
            <p:cNvSpPr/>
            <p:nvPr/>
          </p:nvSpPr>
          <p:spPr>
            <a:xfrm>
              <a:off x="2975000" y="347575"/>
              <a:ext cx="3962850" cy="1845775"/>
            </a:xfrm>
            <a:custGeom>
              <a:rect b="b" l="l" r="r" t="t"/>
              <a:pathLst>
                <a:path extrusionOk="0" fill="none" h="73831" w="158514">
                  <a:moveTo>
                    <a:pt x="0" y="3800"/>
                  </a:moveTo>
                  <a:cubicBezTo>
                    <a:pt x="5867" y="5775"/>
                    <a:pt x="12554" y="6566"/>
                    <a:pt x="18602" y="5623"/>
                  </a:cubicBezTo>
                  <a:cubicBezTo>
                    <a:pt x="24256" y="4711"/>
                    <a:pt x="29575" y="1915"/>
                    <a:pt x="35229" y="1125"/>
                  </a:cubicBezTo>
                  <a:cubicBezTo>
                    <a:pt x="43284" y="0"/>
                    <a:pt x="51217" y="3404"/>
                    <a:pt x="57448" y="7903"/>
                  </a:cubicBezTo>
                  <a:cubicBezTo>
                    <a:pt x="62129" y="11247"/>
                    <a:pt x="59454" y="16353"/>
                    <a:pt x="58421" y="20852"/>
                  </a:cubicBezTo>
                  <a:cubicBezTo>
                    <a:pt x="57782" y="23587"/>
                    <a:pt x="56506" y="28420"/>
                    <a:pt x="61582" y="27599"/>
                  </a:cubicBezTo>
                  <a:cubicBezTo>
                    <a:pt x="70305" y="26171"/>
                    <a:pt x="80366" y="24925"/>
                    <a:pt x="89516" y="22493"/>
                  </a:cubicBezTo>
                  <a:cubicBezTo>
                    <a:pt x="96628" y="20639"/>
                    <a:pt x="104501" y="20700"/>
                    <a:pt x="110732" y="23952"/>
                  </a:cubicBezTo>
                  <a:cubicBezTo>
                    <a:pt x="119698" y="28663"/>
                    <a:pt x="104501" y="47600"/>
                    <a:pt x="114379" y="50487"/>
                  </a:cubicBezTo>
                  <a:cubicBezTo>
                    <a:pt x="117996" y="51551"/>
                    <a:pt x="121157" y="52250"/>
                    <a:pt x="123619" y="55229"/>
                  </a:cubicBezTo>
                  <a:cubicBezTo>
                    <a:pt x="125899" y="57995"/>
                    <a:pt x="126203" y="60791"/>
                    <a:pt x="130550" y="61065"/>
                  </a:cubicBezTo>
                  <a:cubicBezTo>
                    <a:pt x="136659" y="61399"/>
                    <a:pt x="144380" y="60913"/>
                    <a:pt x="148605" y="65989"/>
                  </a:cubicBezTo>
                  <a:cubicBezTo>
                    <a:pt x="150793" y="68603"/>
                    <a:pt x="154258" y="73831"/>
                    <a:pt x="158514" y="7246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25"/>
            <p:cNvSpPr/>
            <p:nvPr/>
          </p:nvSpPr>
          <p:spPr>
            <a:xfrm>
              <a:off x="2975000" y="324000"/>
              <a:ext cx="3962850" cy="1867075"/>
            </a:xfrm>
            <a:custGeom>
              <a:rect b="b" l="l" r="r" t="t"/>
              <a:pathLst>
                <a:path extrusionOk="0" fill="none" h="74683" w="158514">
                  <a:moveTo>
                    <a:pt x="0" y="4743"/>
                  </a:moveTo>
                  <a:cubicBezTo>
                    <a:pt x="5897" y="6688"/>
                    <a:pt x="12645" y="7387"/>
                    <a:pt x="18724" y="6323"/>
                  </a:cubicBezTo>
                  <a:cubicBezTo>
                    <a:pt x="24469" y="5290"/>
                    <a:pt x="29758" y="1977"/>
                    <a:pt x="35502" y="1156"/>
                  </a:cubicBezTo>
                  <a:cubicBezTo>
                    <a:pt x="43466" y="1"/>
                    <a:pt x="51460" y="4682"/>
                    <a:pt x="57934" y="8572"/>
                  </a:cubicBezTo>
                  <a:cubicBezTo>
                    <a:pt x="62858" y="11521"/>
                    <a:pt x="62099" y="15411"/>
                    <a:pt x="61339" y="20153"/>
                  </a:cubicBezTo>
                  <a:cubicBezTo>
                    <a:pt x="60883" y="22919"/>
                    <a:pt x="59576" y="27448"/>
                    <a:pt x="64378" y="27144"/>
                  </a:cubicBezTo>
                  <a:cubicBezTo>
                    <a:pt x="73223" y="26597"/>
                    <a:pt x="82737" y="24834"/>
                    <a:pt x="91643" y="22494"/>
                  </a:cubicBezTo>
                  <a:cubicBezTo>
                    <a:pt x="98817" y="20609"/>
                    <a:pt x="105747" y="20366"/>
                    <a:pt x="111856" y="23983"/>
                  </a:cubicBezTo>
                  <a:cubicBezTo>
                    <a:pt x="120519" y="29120"/>
                    <a:pt x="105990" y="47296"/>
                    <a:pt x="115230" y="51035"/>
                  </a:cubicBezTo>
                  <a:cubicBezTo>
                    <a:pt x="118543" y="52372"/>
                    <a:pt x="121705" y="53072"/>
                    <a:pt x="124045" y="55898"/>
                  </a:cubicBezTo>
                  <a:cubicBezTo>
                    <a:pt x="126325" y="58634"/>
                    <a:pt x="126659" y="61461"/>
                    <a:pt x="130914" y="61765"/>
                  </a:cubicBezTo>
                  <a:cubicBezTo>
                    <a:pt x="136994" y="62160"/>
                    <a:pt x="144593" y="61825"/>
                    <a:pt x="148818" y="66810"/>
                  </a:cubicBezTo>
                  <a:cubicBezTo>
                    <a:pt x="150945" y="69364"/>
                    <a:pt x="154289" y="74683"/>
                    <a:pt x="158514" y="73406"/>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25"/>
            <p:cNvSpPr/>
            <p:nvPr/>
          </p:nvSpPr>
          <p:spPr>
            <a:xfrm>
              <a:off x="2975000" y="297425"/>
              <a:ext cx="3962850" cy="1890625"/>
            </a:xfrm>
            <a:custGeom>
              <a:rect b="b" l="l" r="r" t="t"/>
              <a:pathLst>
                <a:path extrusionOk="0" fill="none" h="75625" w="158514">
                  <a:moveTo>
                    <a:pt x="0" y="5806"/>
                  </a:moveTo>
                  <a:cubicBezTo>
                    <a:pt x="5927" y="7690"/>
                    <a:pt x="12918" y="8450"/>
                    <a:pt x="18815" y="7173"/>
                  </a:cubicBezTo>
                  <a:cubicBezTo>
                    <a:pt x="24530" y="5927"/>
                    <a:pt x="30122" y="2128"/>
                    <a:pt x="35928" y="1216"/>
                  </a:cubicBezTo>
                  <a:cubicBezTo>
                    <a:pt x="43648" y="0"/>
                    <a:pt x="52494" y="5593"/>
                    <a:pt x="58178" y="9392"/>
                  </a:cubicBezTo>
                  <a:cubicBezTo>
                    <a:pt x="62585" y="12310"/>
                    <a:pt x="64226" y="14347"/>
                    <a:pt x="64074" y="19940"/>
                  </a:cubicBezTo>
                  <a:cubicBezTo>
                    <a:pt x="64014" y="22797"/>
                    <a:pt x="62828" y="26839"/>
                    <a:pt x="67296" y="27022"/>
                  </a:cubicBezTo>
                  <a:cubicBezTo>
                    <a:pt x="76081" y="27417"/>
                    <a:pt x="85199" y="24560"/>
                    <a:pt x="93589" y="22584"/>
                  </a:cubicBezTo>
                  <a:cubicBezTo>
                    <a:pt x="100975" y="20851"/>
                    <a:pt x="106598" y="19879"/>
                    <a:pt x="112920" y="24165"/>
                  </a:cubicBezTo>
                  <a:cubicBezTo>
                    <a:pt x="121188" y="29788"/>
                    <a:pt x="107753" y="47113"/>
                    <a:pt x="116142" y="51673"/>
                  </a:cubicBezTo>
                  <a:cubicBezTo>
                    <a:pt x="119030" y="53223"/>
                    <a:pt x="122221" y="54013"/>
                    <a:pt x="124501" y="56718"/>
                  </a:cubicBezTo>
                  <a:cubicBezTo>
                    <a:pt x="126781" y="59423"/>
                    <a:pt x="127115" y="62281"/>
                    <a:pt x="131279" y="62615"/>
                  </a:cubicBezTo>
                  <a:cubicBezTo>
                    <a:pt x="137358" y="63101"/>
                    <a:pt x="144836" y="62828"/>
                    <a:pt x="149030" y="67752"/>
                  </a:cubicBezTo>
                  <a:cubicBezTo>
                    <a:pt x="151158" y="70244"/>
                    <a:pt x="154350" y="75624"/>
                    <a:pt x="158514" y="7446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25"/>
            <p:cNvSpPr/>
            <p:nvPr/>
          </p:nvSpPr>
          <p:spPr>
            <a:xfrm>
              <a:off x="2975000" y="270050"/>
              <a:ext cx="3962100" cy="1914200"/>
            </a:xfrm>
            <a:custGeom>
              <a:rect b="b" l="l" r="r" t="t"/>
              <a:pathLst>
                <a:path extrusionOk="0" fill="none" h="76568" w="158484">
                  <a:moveTo>
                    <a:pt x="0" y="6901"/>
                  </a:moveTo>
                  <a:cubicBezTo>
                    <a:pt x="5988" y="8785"/>
                    <a:pt x="13040" y="9484"/>
                    <a:pt x="18937" y="8025"/>
                  </a:cubicBezTo>
                  <a:cubicBezTo>
                    <a:pt x="24803" y="6627"/>
                    <a:pt x="30396" y="2402"/>
                    <a:pt x="36414" y="1338"/>
                  </a:cubicBezTo>
                  <a:cubicBezTo>
                    <a:pt x="44013" y="1"/>
                    <a:pt x="52463" y="6688"/>
                    <a:pt x="58208" y="10244"/>
                  </a:cubicBezTo>
                  <a:cubicBezTo>
                    <a:pt x="62676" y="13010"/>
                    <a:pt x="65138" y="14925"/>
                    <a:pt x="66476" y="20092"/>
                  </a:cubicBezTo>
                  <a:cubicBezTo>
                    <a:pt x="67235" y="22980"/>
                    <a:pt x="65868" y="26536"/>
                    <a:pt x="70214" y="27144"/>
                  </a:cubicBezTo>
                  <a:cubicBezTo>
                    <a:pt x="78695" y="28329"/>
                    <a:pt x="87753" y="24104"/>
                    <a:pt x="95351" y="22646"/>
                  </a:cubicBezTo>
                  <a:cubicBezTo>
                    <a:pt x="102950" y="21187"/>
                    <a:pt x="107327" y="19150"/>
                    <a:pt x="113893" y="24408"/>
                  </a:cubicBezTo>
                  <a:cubicBezTo>
                    <a:pt x="121309" y="30366"/>
                    <a:pt x="109668" y="47023"/>
                    <a:pt x="117084" y="52251"/>
                  </a:cubicBezTo>
                  <a:cubicBezTo>
                    <a:pt x="119577" y="54014"/>
                    <a:pt x="122586" y="54956"/>
                    <a:pt x="125018" y="57418"/>
                  </a:cubicBezTo>
                  <a:cubicBezTo>
                    <a:pt x="127419" y="59880"/>
                    <a:pt x="127145" y="63011"/>
                    <a:pt x="131614" y="63436"/>
                  </a:cubicBezTo>
                  <a:cubicBezTo>
                    <a:pt x="137602" y="64014"/>
                    <a:pt x="144988" y="63832"/>
                    <a:pt x="149213" y="68695"/>
                  </a:cubicBezTo>
                  <a:cubicBezTo>
                    <a:pt x="151310" y="71126"/>
                    <a:pt x="154410" y="76567"/>
                    <a:pt x="158483" y="755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25"/>
            <p:cNvSpPr/>
            <p:nvPr/>
          </p:nvSpPr>
          <p:spPr>
            <a:xfrm>
              <a:off x="2975000" y="244975"/>
              <a:ext cx="3962100" cy="1937000"/>
            </a:xfrm>
            <a:custGeom>
              <a:rect b="b" l="l" r="r" t="t"/>
              <a:pathLst>
                <a:path extrusionOk="0" fill="none" h="77480" w="158484">
                  <a:moveTo>
                    <a:pt x="0" y="7904"/>
                  </a:moveTo>
                  <a:cubicBezTo>
                    <a:pt x="6019" y="9758"/>
                    <a:pt x="13162" y="10366"/>
                    <a:pt x="19058" y="8815"/>
                  </a:cubicBezTo>
                  <a:cubicBezTo>
                    <a:pt x="25077" y="7204"/>
                    <a:pt x="30730" y="2554"/>
                    <a:pt x="36992" y="1429"/>
                  </a:cubicBezTo>
                  <a:cubicBezTo>
                    <a:pt x="44773" y="1"/>
                    <a:pt x="52038" y="7296"/>
                    <a:pt x="58086" y="10974"/>
                  </a:cubicBezTo>
                  <a:cubicBezTo>
                    <a:pt x="62463" y="13618"/>
                    <a:pt x="66111" y="15806"/>
                    <a:pt x="68482" y="20457"/>
                  </a:cubicBezTo>
                  <a:cubicBezTo>
                    <a:pt x="69910" y="23253"/>
                    <a:pt x="69090" y="26475"/>
                    <a:pt x="73041" y="27387"/>
                  </a:cubicBezTo>
                  <a:cubicBezTo>
                    <a:pt x="81005" y="29180"/>
                    <a:pt x="90002" y="23679"/>
                    <a:pt x="96841" y="22615"/>
                  </a:cubicBezTo>
                  <a:cubicBezTo>
                    <a:pt x="104622" y="21399"/>
                    <a:pt x="107692" y="18360"/>
                    <a:pt x="114714" y="24621"/>
                  </a:cubicBezTo>
                  <a:cubicBezTo>
                    <a:pt x="121917" y="31065"/>
                    <a:pt x="111552" y="46780"/>
                    <a:pt x="118087" y="52767"/>
                  </a:cubicBezTo>
                  <a:cubicBezTo>
                    <a:pt x="120124" y="54682"/>
                    <a:pt x="123224" y="55807"/>
                    <a:pt x="125443" y="58178"/>
                  </a:cubicBezTo>
                  <a:cubicBezTo>
                    <a:pt x="127784" y="60640"/>
                    <a:pt x="127632" y="63771"/>
                    <a:pt x="131918" y="64257"/>
                  </a:cubicBezTo>
                  <a:cubicBezTo>
                    <a:pt x="137905" y="64956"/>
                    <a:pt x="145170" y="64804"/>
                    <a:pt x="149425" y="69576"/>
                  </a:cubicBezTo>
                  <a:cubicBezTo>
                    <a:pt x="151523" y="71947"/>
                    <a:pt x="154471" y="77479"/>
                    <a:pt x="158483" y="765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25"/>
            <p:cNvSpPr/>
            <p:nvPr/>
          </p:nvSpPr>
          <p:spPr>
            <a:xfrm>
              <a:off x="2975000" y="222950"/>
              <a:ext cx="3962100" cy="1955225"/>
            </a:xfrm>
            <a:custGeom>
              <a:rect b="b" l="l" r="r" t="t"/>
              <a:pathLst>
                <a:path extrusionOk="0" fill="none" h="78209" w="158484">
                  <a:moveTo>
                    <a:pt x="0" y="8785"/>
                  </a:moveTo>
                  <a:cubicBezTo>
                    <a:pt x="6079" y="10608"/>
                    <a:pt x="13313" y="11155"/>
                    <a:pt x="19180" y="9453"/>
                  </a:cubicBezTo>
                  <a:cubicBezTo>
                    <a:pt x="25289" y="7690"/>
                    <a:pt x="31125" y="2584"/>
                    <a:pt x="37569" y="1459"/>
                  </a:cubicBezTo>
                  <a:cubicBezTo>
                    <a:pt x="45776" y="0"/>
                    <a:pt x="51642" y="7630"/>
                    <a:pt x="57874" y="11520"/>
                  </a:cubicBezTo>
                  <a:cubicBezTo>
                    <a:pt x="62099" y="14134"/>
                    <a:pt x="67175" y="16596"/>
                    <a:pt x="70123" y="20882"/>
                  </a:cubicBezTo>
                  <a:cubicBezTo>
                    <a:pt x="71886" y="23466"/>
                    <a:pt x="72190" y="26688"/>
                    <a:pt x="75625" y="27569"/>
                  </a:cubicBezTo>
                  <a:cubicBezTo>
                    <a:pt x="83193" y="29484"/>
                    <a:pt x="91339" y="23374"/>
                    <a:pt x="97996" y="22371"/>
                  </a:cubicBezTo>
                  <a:cubicBezTo>
                    <a:pt x="106051" y="21186"/>
                    <a:pt x="108391" y="17630"/>
                    <a:pt x="115473" y="24773"/>
                  </a:cubicBezTo>
                  <a:cubicBezTo>
                    <a:pt x="122039" y="31369"/>
                    <a:pt x="113528" y="46475"/>
                    <a:pt x="119060" y="53101"/>
                  </a:cubicBezTo>
                  <a:cubicBezTo>
                    <a:pt x="120732" y="55107"/>
                    <a:pt x="123802" y="56475"/>
                    <a:pt x="125869" y="58785"/>
                  </a:cubicBezTo>
                  <a:cubicBezTo>
                    <a:pt x="128088" y="61247"/>
                    <a:pt x="128057" y="64348"/>
                    <a:pt x="132191" y="64925"/>
                  </a:cubicBezTo>
                  <a:cubicBezTo>
                    <a:pt x="138179" y="65746"/>
                    <a:pt x="145352" y="65594"/>
                    <a:pt x="149608" y="70305"/>
                  </a:cubicBezTo>
                  <a:cubicBezTo>
                    <a:pt x="151705" y="72615"/>
                    <a:pt x="154502" y="78208"/>
                    <a:pt x="158483" y="7744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25"/>
            <p:cNvSpPr/>
            <p:nvPr/>
          </p:nvSpPr>
          <p:spPr>
            <a:xfrm>
              <a:off x="2975000" y="197875"/>
              <a:ext cx="3962850" cy="1976500"/>
            </a:xfrm>
            <a:custGeom>
              <a:rect b="b" l="l" r="r" t="t"/>
              <a:pathLst>
                <a:path extrusionOk="0" fill="none" h="79060" w="158514">
                  <a:moveTo>
                    <a:pt x="0" y="9788"/>
                  </a:moveTo>
                  <a:cubicBezTo>
                    <a:pt x="6110" y="11551"/>
                    <a:pt x="13222" y="11824"/>
                    <a:pt x="19301" y="10244"/>
                  </a:cubicBezTo>
                  <a:cubicBezTo>
                    <a:pt x="26080" y="8450"/>
                    <a:pt x="31369" y="3040"/>
                    <a:pt x="38208" y="1642"/>
                  </a:cubicBezTo>
                  <a:cubicBezTo>
                    <a:pt x="46384" y="0"/>
                    <a:pt x="51855" y="8207"/>
                    <a:pt x="57600" y="12098"/>
                  </a:cubicBezTo>
                  <a:cubicBezTo>
                    <a:pt x="61886" y="14985"/>
                    <a:pt x="67296" y="17478"/>
                    <a:pt x="71065" y="21368"/>
                  </a:cubicBezTo>
                  <a:cubicBezTo>
                    <a:pt x="73315" y="23678"/>
                    <a:pt x="74743" y="27113"/>
                    <a:pt x="77904" y="27903"/>
                  </a:cubicBezTo>
                  <a:cubicBezTo>
                    <a:pt x="84865" y="29575"/>
                    <a:pt x="91978" y="23648"/>
                    <a:pt x="98847" y="22280"/>
                  </a:cubicBezTo>
                  <a:cubicBezTo>
                    <a:pt x="107419" y="20517"/>
                    <a:pt x="109850" y="17903"/>
                    <a:pt x="116233" y="25077"/>
                  </a:cubicBezTo>
                  <a:cubicBezTo>
                    <a:pt x="122069" y="31642"/>
                    <a:pt x="115656" y="46536"/>
                    <a:pt x="120154" y="53557"/>
                  </a:cubicBezTo>
                  <a:cubicBezTo>
                    <a:pt x="121492" y="55624"/>
                    <a:pt x="124471" y="57235"/>
                    <a:pt x="126325" y="59484"/>
                  </a:cubicBezTo>
                  <a:cubicBezTo>
                    <a:pt x="128422" y="61977"/>
                    <a:pt x="128544" y="65047"/>
                    <a:pt x="132495" y="65685"/>
                  </a:cubicBezTo>
                  <a:cubicBezTo>
                    <a:pt x="138392" y="66658"/>
                    <a:pt x="145565" y="66506"/>
                    <a:pt x="149851" y="71187"/>
                  </a:cubicBezTo>
                  <a:cubicBezTo>
                    <a:pt x="151918" y="73466"/>
                    <a:pt x="154593" y="79059"/>
                    <a:pt x="158514" y="7845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25"/>
            <p:cNvSpPr/>
            <p:nvPr/>
          </p:nvSpPr>
          <p:spPr>
            <a:xfrm>
              <a:off x="2975000" y="180400"/>
              <a:ext cx="3962850" cy="1990925"/>
            </a:xfrm>
            <a:custGeom>
              <a:rect b="b" l="l" r="r" t="t"/>
              <a:pathLst>
                <a:path extrusionOk="0" fill="none" h="79637" w="158514">
                  <a:moveTo>
                    <a:pt x="0" y="10487"/>
                  </a:moveTo>
                  <a:cubicBezTo>
                    <a:pt x="6171" y="12219"/>
                    <a:pt x="13374" y="12371"/>
                    <a:pt x="19453" y="10699"/>
                  </a:cubicBezTo>
                  <a:cubicBezTo>
                    <a:pt x="26384" y="8754"/>
                    <a:pt x="31764" y="2979"/>
                    <a:pt x="38876" y="1611"/>
                  </a:cubicBezTo>
                  <a:cubicBezTo>
                    <a:pt x="47265" y="0"/>
                    <a:pt x="51946" y="8025"/>
                    <a:pt x="57418" y="12280"/>
                  </a:cubicBezTo>
                  <a:cubicBezTo>
                    <a:pt x="61582" y="15532"/>
                    <a:pt x="67083" y="17994"/>
                    <a:pt x="71460" y="21490"/>
                  </a:cubicBezTo>
                  <a:cubicBezTo>
                    <a:pt x="74166" y="23678"/>
                    <a:pt x="76597" y="27143"/>
                    <a:pt x="79789" y="27812"/>
                  </a:cubicBezTo>
                  <a:cubicBezTo>
                    <a:pt x="86172" y="29149"/>
                    <a:pt x="92950" y="23374"/>
                    <a:pt x="99364" y="21733"/>
                  </a:cubicBezTo>
                  <a:cubicBezTo>
                    <a:pt x="107723" y="19605"/>
                    <a:pt x="111218" y="17934"/>
                    <a:pt x="117024" y="25137"/>
                  </a:cubicBezTo>
                  <a:cubicBezTo>
                    <a:pt x="122100" y="31460"/>
                    <a:pt x="117784" y="46475"/>
                    <a:pt x="121249" y="53679"/>
                  </a:cubicBezTo>
                  <a:cubicBezTo>
                    <a:pt x="122708" y="56718"/>
                    <a:pt x="129060" y="65472"/>
                    <a:pt x="132769" y="66171"/>
                  </a:cubicBezTo>
                  <a:cubicBezTo>
                    <a:pt x="138605" y="67296"/>
                    <a:pt x="145748" y="67114"/>
                    <a:pt x="150033" y="71764"/>
                  </a:cubicBezTo>
                  <a:cubicBezTo>
                    <a:pt x="152100" y="73983"/>
                    <a:pt x="154684" y="79637"/>
                    <a:pt x="158514" y="7915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25"/>
            <p:cNvSpPr/>
            <p:nvPr/>
          </p:nvSpPr>
          <p:spPr>
            <a:xfrm>
              <a:off x="2975000" y="165200"/>
              <a:ext cx="3962850" cy="2002325"/>
            </a:xfrm>
            <a:custGeom>
              <a:rect b="b" l="l" r="r" t="t"/>
              <a:pathLst>
                <a:path extrusionOk="0" fill="none" h="80093" w="158514">
                  <a:moveTo>
                    <a:pt x="0" y="11095"/>
                  </a:moveTo>
                  <a:cubicBezTo>
                    <a:pt x="6201" y="12797"/>
                    <a:pt x="13496" y="12858"/>
                    <a:pt x="19575" y="11064"/>
                  </a:cubicBezTo>
                  <a:cubicBezTo>
                    <a:pt x="26688" y="8967"/>
                    <a:pt x="32128" y="2857"/>
                    <a:pt x="39545" y="1520"/>
                  </a:cubicBezTo>
                  <a:cubicBezTo>
                    <a:pt x="47965" y="0"/>
                    <a:pt x="52402" y="7599"/>
                    <a:pt x="57326" y="12280"/>
                  </a:cubicBezTo>
                  <a:cubicBezTo>
                    <a:pt x="61096" y="15867"/>
                    <a:pt x="66840" y="18329"/>
                    <a:pt x="71491" y="21490"/>
                  </a:cubicBezTo>
                  <a:cubicBezTo>
                    <a:pt x="74470" y="23496"/>
                    <a:pt x="77600" y="26870"/>
                    <a:pt x="81157" y="27387"/>
                  </a:cubicBezTo>
                  <a:cubicBezTo>
                    <a:pt x="87449" y="28268"/>
                    <a:pt x="93832" y="22827"/>
                    <a:pt x="99607" y="21034"/>
                  </a:cubicBezTo>
                  <a:cubicBezTo>
                    <a:pt x="107814" y="18450"/>
                    <a:pt x="112677" y="17812"/>
                    <a:pt x="117875" y="25137"/>
                  </a:cubicBezTo>
                  <a:cubicBezTo>
                    <a:pt x="120306" y="28602"/>
                    <a:pt x="119364" y="34773"/>
                    <a:pt x="119759" y="39423"/>
                  </a:cubicBezTo>
                  <a:cubicBezTo>
                    <a:pt x="120185" y="44256"/>
                    <a:pt x="120914" y="49697"/>
                    <a:pt x="122343" y="53679"/>
                  </a:cubicBezTo>
                  <a:cubicBezTo>
                    <a:pt x="123498" y="56810"/>
                    <a:pt x="129425" y="65746"/>
                    <a:pt x="133042" y="66536"/>
                  </a:cubicBezTo>
                  <a:cubicBezTo>
                    <a:pt x="138817" y="67782"/>
                    <a:pt x="145930" y="67600"/>
                    <a:pt x="150246" y="72220"/>
                  </a:cubicBezTo>
                  <a:cubicBezTo>
                    <a:pt x="152313" y="74409"/>
                    <a:pt x="154745" y="80093"/>
                    <a:pt x="158514" y="7975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25"/>
            <p:cNvSpPr/>
            <p:nvPr/>
          </p:nvSpPr>
          <p:spPr>
            <a:xfrm>
              <a:off x="2975000" y="150750"/>
              <a:ext cx="3962850" cy="2014500"/>
            </a:xfrm>
            <a:custGeom>
              <a:rect b="b" l="l" r="r" t="t"/>
              <a:pathLst>
                <a:path extrusionOk="0" fill="none" h="80580" w="158514">
                  <a:moveTo>
                    <a:pt x="0" y="11673"/>
                  </a:moveTo>
                  <a:cubicBezTo>
                    <a:pt x="6262" y="13344"/>
                    <a:pt x="13830" y="13588"/>
                    <a:pt x="19727" y="11429"/>
                  </a:cubicBezTo>
                  <a:cubicBezTo>
                    <a:pt x="26566" y="8907"/>
                    <a:pt x="32767" y="2676"/>
                    <a:pt x="40244" y="1399"/>
                  </a:cubicBezTo>
                  <a:cubicBezTo>
                    <a:pt x="48573" y="1"/>
                    <a:pt x="53162" y="6900"/>
                    <a:pt x="57478" y="12159"/>
                  </a:cubicBezTo>
                  <a:cubicBezTo>
                    <a:pt x="61825" y="17417"/>
                    <a:pt x="74318" y="25807"/>
                    <a:pt x="81917" y="26749"/>
                  </a:cubicBezTo>
                  <a:cubicBezTo>
                    <a:pt x="87692" y="27448"/>
                    <a:pt x="94379" y="22159"/>
                    <a:pt x="99637" y="20244"/>
                  </a:cubicBezTo>
                  <a:cubicBezTo>
                    <a:pt x="108178" y="17144"/>
                    <a:pt x="114045" y="17873"/>
                    <a:pt x="118787" y="25199"/>
                  </a:cubicBezTo>
                  <a:cubicBezTo>
                    <a:pt x="121066" y="28694"/>
                    <a:pt x="119607" y="34895"/>
                    <a:pt x="120215" y="39515"/>
                  </a:cubicBezTo>
                  <a:cubicBezTo>
                    <a:pt x="120853" y="44348"/>
                    <a:pt x="122373" y="49394"/>
                    <a:pt x="123498" y="53649"/>
                  </a:cubicBezTo>
                  <a:cubicBezTo>
                    <a:pt x="124349" y="56962"/>
                    <a:pt x="129729" y="65989"/>
                    <a:pt x="133316" y="66871"/>
                  </a:cubicBezTo>
                  <a:cubicBezTo>
                    <a:pt x="139000" y="68300"/>
                    <a:pt x="146112" y="68087"/>
                    <a:pt x="150459" y="72677"/>
                  </a:cubicBezTo>
                  <a:cubicBezTo>
                    <a:pt x="152495" y="74835"/>
                    <a:pt x="154836" y="80579"/>
                    <a:pt x="158514" y="803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25"/>
            <p:cNvSpPr/>
            <p:nvPr/>
          </p:nvSpPr>
          <p:spPr>
            <a:xfrm>
              <a:off x="2975000" y="138600"/>
              <a:ext cx="3962100" cy="2022075"/>
            </a:xfrm>
            <a:custGeom>
              <a:rect b="b" l="l" r="r" t="t"/>
              <a:pathLst>
                <a:path extrusionOk="0" fill="none" h="80883" w="158484">
                  <a:moveTo>
                    <a:pt x="0" y="12159"/>
                  </a:moveTo>
                  <a:cubicBezTo>
                    <a:pt x="6322" y="13800"/>
                    <a:pt x="13952" y="13952"/>
                    <a:pt x="19849" y="11672"/>
                  </a:cubicBezTo>
                  <a:cubicBezTo>
                    <a:pt x="26900" y="8937"/>
                    <a:pt x="33162" y="2462"/>
                    <a:pt x="40974" y="1247"/>
                  </a:cubicBezTo>
                  <a:cubicBezTo>
                    <a:pt x="48876" y="0"/>
                    <a:pt x="54530" y="5806"/>
                    <a:pt x="58026" y="11855"/>
                  </a:cubicBezTo>
                  <a:cubicBezTo>
                    <a:pt x="61521" y="17873"/>
                    <a:pt x="74500" y="25138"/>
                    <a:pt x="82069" y="25928"/>
                  </a:cubicBezTo>
                  <a:cubicBezTo>
                    <a:pt x="87449" y="26505"/>
                    <a:pt x="94774" y="21186"/>
                    <a:pt x="99637" y="19362"/>
                  </a:cubicBezTo>
                  <a:cubicBezTo>
                    <a:pt x="108178" y="16080"/>
                    <a:pt x="115321" y="17782"/>
                    <a:pt x="119759" y="25107"/>
                  </a:cubicBezTo>
                  <a:cubicBezTo>
                    <a:pt x="121948" y="28724"/>
                    <a:pt x="119790" y="34803"/>
                    <a:pt x="120580" y="39545"/>
                  </a:cubicBezTo>
                  <a:cubicBezTo>
                    <a:pt x="121370" y="44348"/>
                    <a:pt x="123771" y="48937"/>
                    <a:pt x="124623" y="53497"/>
                  </a:cubicBezTo>
                  <a:cubicBezTo>
                    <a:pt x="125291" y="56992"/>
                    <a:pt x="130003" y="66050"/>
                    <a:pt x="133559" y="67053"/>
                  </a:cubicBezTo>
                  <a:cubicBezTo>
                    <a:pt x="139152" y="68603"/>
                    <a:pt x="146355" y="68451"/>
                    <a:pt x="150672" y="72980"/>
                  </a:cubicBezTo>
                  <a:cubicBezTo>
                    <a:pt x="152708" y="75108"/>
                    <a:pt x="154897" y="80883"/>
                    <a:pt x="158483" y="80822"/>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25"/>
            <p:cNvSpPr/>
            <p:nvPr/>
          </p:nvSpPr>
          <p:spPr>
            <a:xfrm>
              <a:off x="2975000" y="124150"/>
              <a:ext cx="3962100" cy="2034250"/>
            </a:xfrm>
            <a:custGeom>
              <a:rect b="b" l="l" r="r" t="t"/>
              <a:pathLst>
                <a:path extrusionOk="0" fill="none" h="81370" w="158484">
                  <a:moveTo>
                    <a:pt x="0" y="12737"/>
                  </a:moveTo>
                  <a:cubicBezTo>
                    <a:pt x="6383" y="14348"/>
                    <a:pt x="13861" y="14226"/>
                    <a:pt x="20001" y="12007"/>
                  </a:cubicBezTo>
                  <a:cubicBezTo>
                    <a:pt x="27721" y="9241"/>
                    <a:pt x="33283" y="2432"/>
                    <a:pt x="41673" y="1186"/>
                  </a:cubicBezTo>
                  <a:cubicBezTo>
                    <a:pt x="49515" y="1"/>
                    <a:pt x="55807" y="4530"/>
                    <a:pt x="58877" y="11551"/>
                  </a:cubicBezTo>
                  <a:cubicBezTo>
                    <a:pt x="61886" y="18481"/>
                    <a:pt x="74378" y="24560"/>
                    <a:pt x="81704" y="25199"/>
                  </a:cubicBezTo>
                  <a:cubicBezTo>
                    <a:pt x="87114" y="25624"/>
                    <a:pt x="94774" y="20244"/>
                    <a:pt x="99607" y="18573"/>
                  </a:cubicBezTo>
                  <a:cubicBezTo>
                    <a:pt x="108118" y="15655"/>
                    <a:pt x="116628" y="17721"/>
                    <a:pt x="120853" y="25199"/>
                  </a:cubicBezTo>
                  <a:cubicBezTo>
                    <a:pt x="123012" y="29029"/>
                    <a:pt x="119972" y="34895"/>
                    <a:pt x="120853" y="39758"/>
                  </a:cubicBezTo>
                  <a:cubicBezTo>
                    <a:pt x="121735" y="44561"/>
                    <a:pt x="125139" y="48512"/>
                    <a:pt x="125778" y="53406"/>
                  </a:cubicBezTo>
                  <a:cubicBezTo>
                    <a:pt x="126294" y="57205"/>
                    <a:pt x="130276" y="66172"/>
                    <a:pt x="133863" y="67297"/>
                  </a:cubicBezTo>
                  <a:cubicBezTo>
                    <a:pt x="139334" y="68999"/>
                    <a:pt x="146568" y="68908"/>
                    <a:pt x="150884" y="73406"/>
                  </a:cubicBezTo>
                  <a:cubicBezTo>
                    <a:pt x="153438" y="76051"/>
                    <a:pt x="154684" y="80428"/>
                    <a:pt x="158483" y="8137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25"/>
            <p:cNvSpPr/>
            <p:nvPr/>
          </p:nvSpPr>
          <p:spPr>
            <a:xfrm>
              <a:off x="2975000" y="108200"/>
              <a:ext cx="3962850" cy="2050975"/>
            </a:xfrm>
            <a:custGeom>
              <a:rect b="b" l="l" r="r" t="t"/>
              <a:pathLst>
                <a:path extrusionOk="0" fill="none" h="82039" w="158514">
                  <a:moveTo>
                    <a:pt x="0" y="13375"/>
                  </a:moveTo>
                  <a:cubicBezTo>
                    <a:pt x="6474" y="14986"/>
                    <a:pt x="14013" y="14712"/>
                    <a:pt x="20183" y="12432"/>
                  </a:cubicBezTo>
                  <a:cubicBezTo>
                    <a:pt x="28116" y="9454"/>
                    <a:pt x="33709" y="2493"/>
                    <a:pt x="42402" y="1156"/>
                  </a:cubicBezTo>
                  <a:cubicBezTo>
                    <a:pt x="50092" y="1"/>
                    <a:pt x="57418" y="4043"/>
                    <a:pt x="59819" y="11217"/>
                  </a:cubicBezTo>
                  <a:cubicBezTo>
                    <a:pt x="62190" y="18390"/>
                    <a:pt x="73862" y="24104"/>
                    <a:pt x="81035" y="24439"/>
                  </a:cubicBezTo>
                  <a:cubicBezTo>
                    <a:pt x="86780" y="24743"/>
                    <a:pt x="94318" y="19454"/>
                    <a:pt x="99607" y="17934"/>
                  </a:cubicBezTo>
                  <a:cubicBezTo>
                    <a:pt x="108452" y="15381"/>
                    <a:pt x="117844" y="17873"/>
                    <a:pt x="122009" y="25350"/>
                  </a:cubicBezTo>
                  <a:cubicBezTo>
                    <a:pt x="124227" y="29332"/>
                    <a:pt x="120154" y="35047"/>
                    <a:pt x="121066" y="40092"/>
                  </a:cubicBezTo>
                  <a:cubicBezTo>
                    <a:pt x="121978" y="44925"/>
                    <a:pt x="126507" y="48512"/>
                    <a:pt x="126963" y="53406"/>
                  </a:cubicBezTo>
                  <a:cubicBezTo>
                    <a:pt x="127297" y="57205"/>
                    <a:pt x="130459" y="66172"/>
                    <a:pt x="134167" y="67570"/>
                  </a:cubicBezTo>
                  <a:cubicBezTo>
                    <a:pt x="139304" y="69485"/>
                    <a:pt x="146842" y="69424"/>
                    <a:pt x="151128" y="73862"/>
                  </a:cubicBezTo>
                  <a:cubicBezTo>
                    <a:pt x="153650" y="76537"/>
                    <a:pt x="154805" y="80883"/>
                    <a:pt x="158514" y="8203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25"/>
            <p:cNvSpPr/>
            <p:nvPr/>
          </p:nvSpPr>
          <p:spPr>
            <a:xfrm>
              <a:off x="2975000" y="89975"/>
              <a:ext cx="3962850" cy="2068425"/>
            </a:xfrm>
            <a:custGeom>
              <a:rect b="b" l="l" r="r" t="t"/>
              <a:pathLst>
                <a:path extrusionOk="0" fill="none" h="82737" w="158514">
                  <a:moveTo>
                    <a:pt x="0" y="14104"/>
                  </a:moveTo>
                  <a:cubicBezTo>
                    <a:pt x="6535" y="15684"/>
                    <a:pt x="14347" y="15502"/>
                    <a:pt x="20335" y="12918"/>
                  </a:cubicBezTo>
                  <a:cubicBezTo>
                    <a:pt x="27995" y="9575"/>
                    <a:pt x="34439" y="2644"/>
                    <a:pt x="43101" y="1216"/>
                  </a:cubicBezTo>
                  <a:cubicBezTo>
                    <a:pt x="50639" y="0"/>
                    <a:pt x="58299" y="3435"/>
                    <a:pt x="60822" y="10882"/>
                  </a:cubicBezTo>
                  <a:cubicBezTo>
                    <a:pt x="63436" y="18572"/>
                    <a:pt x="72190" y="23587"/>
                    <a:pt x="80184" y="23769"/>
                  </a:cubicBezTo>
                  <a:cubicBezTo>
                    <a:pt x="86415" y="23921"/>
                    <a:pt x="93862" y="18663"/>
                    <a:pt x="99759" y="17417"/>
                  </a:cubicBezTo>
                  <a:cubicBezTo>
                    <a:pt x="107875" y="15715"/>
                    <a:pt x="119394" y="17234"/>
                    <a:pt x="123224" y="25593"/>
                  </a:cubicBezTo>
                  <a:cubicBezTo>
                    <a:pt x="125413" y="30396"/>
                    <a:pt x="120367" y="35350"/>
                    <a:pt x="121279" y="40578"/>
                  </a:cubicBezTo>
                  <a:cubicBezTo>
                    <a:pt x="122100" y="45381"/>
                    <a:pt x="127723" y="48937"/>
                    <a:pt x="128118" y="53496"/>
                  </a:cubicBezTo>
                  <a:cubicBezTo>
                    <a:pt x="128422" y="57174"/>
                    <a:pt x="130762" y="66262"/>
                    <a:pt x="134501" y="67873"/>
                  </a:cubicBezTo>
                  <a:cubicBezTo>
                    <a:pt x="139456" y="70001"/>
                    <a:pt x="147085" y="69971"/>
                    <a:pt x="151340" y="74408"/>
                  </a:cubicBezTo>
                  <a:cubicBezTo>
                    <a:pt x="153894" y="77083"/>
                    <a:pt x="154897" y="81430"/>
                    <a:pt x="158514" y="8273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25"/>
            <p:cNvSpPr/>
            <p:nvPr/>
          </p:nvSpPr>
          <p:spPr>
            <a:xfrm>
              <a:off x="2975000" y="69450"/>
              <a:ext cx="3962850" cy="2089725"/>
            </a:xfrm>
            <a:custGeom>
              <a:rect b="b" l="l" r="r" t="t"/>
              <a:pathLst>
                <a:path extrusionOk="0" fill="none" h="83589" w="158514">
                  <a:moveTo>
                    <a:pt x="0" y="14925"/>
                  </a:moveTo>
                  <a:cubicBezTo>
                    <a:pt x="6626" y="16475"/>
                    <a:pt x="14529" y="16201"/>
                    <a:pt x="20517" y="13496"/>
                  </a:cubicBezTo>
                  <a:cubicBezTo>
                    <a:pt x="28359" y="9940"/>
                    <a:pt x="34925" y="3010"/>
                    <a:pt x="43800" y="1338"/>
                  </a:cubicBezTo>
                  <a:cubicBezTo>
                    <a:pt x="51126" y="0"/>
                    <a:pt x="59454" y="3010"/>
                    <a:pt x="61916" y="10517"/>
                  </a:cubicBezTo>
                  <a:cubicBezTo>
                    <a:pt x="64500" y="18359"/>
                    <a:pt x="70853" y="23223"/>
                    <a:pt x="79272" y="23131"/>
                  </a:cubicBezTo>
                  <a:cubicBezTo>
                    <a:pt x="86020" y="23071"/>
                    <a:pt x="93254" y="17934"/>
                    <a:pt x="100032" y="17052"/>
                  </a:cubicBezTo>
                  <a:cubicBezTo>
                    <a:pt x="108574" y="15958"/>
                    <a:pt x="120489" y="17630"/>
                    <a:pt x="124471" y="25989"/>
                  </a:cubicBezTo>
                  <a:cubicBezTo>
                    <a:pt x="126902" y="31065"/>
                    <a:pt x="120671" y="35776"/>
                    <a:pt x="121492" y="41186"/>
                  </a:cubicBezTo>
                  <a:cubicBezTo>
                    <a:pt x="122221" y="46050"/>
                    <a:pt x="128878" y="49393"/>
                    <a:pt x="129243" y="53740"/>
                  </a:cubicBezTo>
                  <a:cubicBezTo>
                    <a:pt x="129516" y="57357"/>
                    <a:pt x="131127" y="66445"/>
                    <a:pt x="134896" y="68238"/>
                  </a:cubicBezTo>
                  <a:cubicBezTo>
                    <a:pt x="139699" y="70549"/>
                    <a:pt x="147359" y="70670"/>
                    <a:pt x="151584" y="75077"/>
                  </a:cubicBezTo>
                  <a:cubicBezTo>
                    <a:pt x="154137" y="77752"/>
                    <a:pt x="154988" y="82068"/>
                    <a:pt x="158514" y="8358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25"/>
            <p:cNvSpPr/>
            <p:nvPr/>
          </p:nvSpPr>
          <p:spPr>
            <a:xfrm>
              <a:off x="2975000" y="45125"/>
              <a:ext cx="3962850" cy="2114050"/>
            </a:xfrm>
            <a:custGeom>
              <a:rect b="b" l="l" r="r" t="t"/>
              <a:pathLst>
                <a:path extrusionOk="0" fill="none" h="84562" w="158514">
                  <a:moveTo>
                    <a:pt x="0" y="15898"/>
                  </a:moveTo>
                  <a:cubicBezTo>
                    <a:pt x="6991" y="17478"/>
                    <a:pt x="14651" y="16809"/>
                    <a:pt x="20700" y="14226"/>
                  </a:cubicBezTo>
                  <a:cubicBezTo>
                    <a:pt x="28511" y="10913"/>
                    <a:pt x="35350" y="3527"/>
                    <a:pt x="44439" y="1551"/>
                  </a:cubicBezTo>
                  <a:cubicBezTo>
                    <a:pt x="51612" y="1"/>
                    <a:pt x="60579" y="2736"/>
                    <a:pt x="63041" y="10214"/>
                  </a:cubicBezTo>
                  <a:cubicBezTo>
                    <a:pt x="65564" y="17934"/>
                    <a:pt x="69515" y="22949"/>
                    <a:pt x="78391" y="22645"/>
                  </a:cubicBezTo>
                  <a:cubicBezTo>
                    <a:pt x="85716" y="22372"/>
                    <a:pt x="93072" y="17417"/>
                    <a:pt x="100488" y="16931"/>
                  </a:cubicBezTo>
                  <a:cubicBezTo>
                    <a:pt x="109273" y="16323"/>
                    <a:pt x="121431" y="18208"/>
                    <a:pt x="125717" y="26536"/>
                  </a:cubicBezTo>
                  <a:cubicBezTo>
                    <a:pt x="128544" y="31946"/>
                    <a:pt x="121036" y="36415"/>
                    <a:pt x="121735" y="41916"/>
                  </a:cubicBezTo>
                  <a:cubicBezTo>
                    <a:pt x="122343" y="46871"/>
                    <a:pt x="129881" y="49971"/>
                    <a:pt x="130276" y="54105"/>
                  </a:cubicBezTo>
                  <a:cubicBezTo>
                    <a:pt x="130641" y="57631"/>
                    <a:pt x="131431" y="66628"/>
                    <a:pt x="135322" y="68664"/>
                  </a:cubicBezTo>
                  <a:cubicBezTo>
                    <a:pt x="140124" y="71157"/>
                    <a:pt x="147632" y="71461"/>
                    <a:pt x="151796" y="75868"/>
                  </a:cubicBezTo>
                  <a:cubicBezTo>
                    <a:pt x="154350" y="78573"/>
                    <a:pt x="155109" y="82859"/>
                    <a:pt x="158514" y="8456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25"/>
            <p:cNvSpPr/>
            <p:nvPr/>
          </p:nvSpPr>
          <p:spPr>
            <a:xfrm>
              <a:off x="2975000" y="20825"/>
              <a:ext cx="3962850" cy="2138350"/>
            </a:xfrm>
            <a:custGeom>
              <a:rect b="b" l="l" r="r" t="t"/>
              <a:pathLst>
                <a:path extrusionOk="0" fill="none" h="85534" w="158514">
                  <a:moveTo>
                    <a:pt x="0" y="16870"/>
                  </a:moveTo>
                  <a:cubicBezTo>
                    <a:pt x="7082" y="18420"/>
                    <a:pt x="14833" y="17629"/>
                    <a:pt x="20912" y="14955"/>
                  </a:cubicBezTo>
                  <a:cubicBezTo>
                    <a:pt x="28876" y="11459"/>
                    <a:pt x="35776" y="3951"/>
                    <a:pt x="45047" y="1702"/>
                  </a:cubicBezTo>
                  <a:cubicBezTo>
                    <a:pt x="52068" y="0"/>
                    <a:pt x="61703" y="2371"/>
                    <a:pt x="64166" y="9818"/>
                  </a:cubicBezTo>
                  <a:cubicBezTo>
                    <a:pt x="66567" y="16991"/>
                    <a:pt x="68877" y="22645"/>
                    <a:pt x="77722" y="22128"/>
                  </a:cubicBezTo>
                  <a:cubicBezTo>
                    <a:pt x="85503" y="21672"/>
                    <a:pt x="93133" y="16961"/>
                    <a:pt x="101127" y="16809"/>
                  </a:cubicBezTo>
                  <a:cubicBezTo>
                    <a:pt x="110063" y="16657"/>
                    <a:pt x="122161" y="18693"/>
                    <a:pt x="126963" y="27083"/>
                  </a:cubicBezTo>
                  <a:cubicBezTo>
                    <a:pt x="130276" y="32858"/>
                    <a:pt x="121705" y="37052"/>
                    <a:pt x="122161" y="42615"/>
                  </a:cubicBezTo>
                  <a:cubicBezTo>
                    <a:pt x="122616" y="47782"/>
                    <a:pt x="130762" y="50518"/>
                    <a:pt x="131279" y="54530"/>
                  </a:cubicBezTo>
                  <a:cubicBezTo>
                    <a:pt x="131735" y="57934"/>
                    <a:pt x="131796" y="66931"/>
                    <a:pt x="135778" y="69089"/>
                  </a:cubicBezTo>
                  <a:cubicBezTo>
                    <a:pt x="140550" y="71703"/>
                    <a:pt x="147936" y="72250"/>
                    <a:pt x="152039" y="76658"/>
                  </a:cubicBezTo>
                  <a:cubicBezTo>
                    <a:pt x="154593" y="79393"/>
                    <a:pt x="155231" y="83649"/>
                    <a:pt x="158514" y="8553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3" name="Google Shape;3853;p25"/>
          <p:cNvGrpSpPr/>
          <p:nvPr/>
        </p:nvGrpSpPr>
        <p:grpSpPr>
          <a:xfrm rot="-5050932">
            <a:off x="7682883" y="2242839"/>
            <a:ext cx="3667805" cy="3643920"/>
            <a:chOff x="2975000" y="20825"/>
            <a:chExt cx="3963625" cy="2500050"/>
          </a:xfrm>
        </p:grpSpPr>
        <p:sp>
          <p:nvSpPr>
            <p:cNvPr id="3854" name="Google Shape;3854;p25"/>
            <p:cNvSpPr/>
            <p:nvPr/>
          </p:nvSpPr>
          <p:spPr>
            <a:xfrm>
              <a:off x="2975000" y="442550"/>
              <a:ext cx="3962850" cy="2078325"/>
            </a:xfrm>
            <a:custGeom>
              <a:rect b="b" l="l" r="r" t="t"/>
              <a:pathLst>
                <a:path extrusionOk="0" fill="none" h="83133" w="158514">
                  <a:moveTo>
                    <a:pt x="0" y="1"/>
                  </a:moveTo>
                  <a:cubicBezTo>
                    <a:pt x="4347" y="3071"/>
                    <a:pt x="9423" y="6171"/>
                    <a:pt x="12797" y="10122"/>
                  </a:cubicBezTo>
                  <a:cubicBezTo>
                    <a:pt x="18025" y="16232"/>
                    <a:pt x="11095" y="25411"/>
                    <a:pt x="18298" y="31369"/>
                  </a:cubicBezTo>
                  <a:cubicBezTo>
                    <a:pt x="23952" y="36050"/>
                    <a:pt x="23982" y="41612"/>
                    <a:pt x="23283" y="48269"/>
                  </a:cubicBezTo>
                  <a:cubicBezTo>
                    <a:pt x="22706" y="53497"/>
                    <a:pt x="22463" y="62494"/>
                    <a:pt x="29028" y="64044"/>
                  </a:cubicBezTo>
                  <a:cubicBezTo>
                    <a:pt x="35776" y="65655"/>
                    <a:pt x="41186" y="60913"/>
                    <a:pt x="45624" y="56567"/>
                  </a:cubicBezTo>
                  <a:cubicBezTo>
                    <a:pt x="51855" y="50457"/>
                    <a:pt x="63466" y="46202"/>
                    <a:pt x="71825" y="49515"/>
                  </a:cubicBezTo>
                  <a:cubicBezTo>
                    <a:pt x="79211" y="52463"/>
                    <a:pt x="89728" y="48421"/>
                    <a:pt x="96598" y="51430"/>
                  </a:cubicBezTo>
                  <a:cubicBezTo>
                    <a:pt x="100762" y="53284"/>
                    <a:pt x="101035" y="58390"/>
                    <a:pt x="102343" y="62646"/>
                  </a:cubicBezTo>
                  <a:cubicBezTo>
                    <a:pt x="104197" y="68603"/>
                    <a:pt x="108938" y="75564"/>
                    <a:pt x="114106" y="78482"/>
                  </a:cubicBezTo>
                  <a:cubicBezTo>
                    <a:pt x="122343" y="83132"/>
                    <a:pt x="130914" y="70610"/>
                    <a:pt x="138909" y="69151"/>
                  </a:cubicBezTo>
                  <a:cubicBezTo>
                    <a:pt x="145474" y="67935"/>
                    <a:pt x="152435" y="73892"/>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25"/>
            <p:cNvSpPr/>
            <p:nvPr/>
          </p:nvSpPr>
          <p:spPr>
            <a:xfrm>
              <a:off x="2975000" y="442550"/>
              <a:ext cx="3962850" cy="2057800"/>
            </a:xfrm>
            <a:custGeom>
              <a:rect b="b" l="l" r="r" t="t"/>
              <a:pathLst>
                <a:path extrusionOk="0" fill="none" h="82312" w="158514">
                  <a:moveTo>
                    <a:pt x="0" y="1"/>
                  </a:moveTo>
                  <a:cubicBezTo>
                    <a:pt x="4408" y="3040"/>
                    <a:pt x="9392" y="6049"/>
                    <a:pt x="13040" y="9879"/>
                  </a:cubicBezTo>
                  <a:cubicBezTo>
                    <a:pt x="18602" y="15654"/>
                    <a:pt x="11733" y="24955"/>
                    <a:pt x="18694" y="30609"/>
                  </a:cubicBezTo>
                  <a:cubicBezTo>
                    <a:pt x="24408" y="35259"/>
                    <a:pt x="25077" y="40153"/>
                    <a:pt x="24317" y="46901"/>
                  </a:cubicBezTo>
                  <a:cubicBezTo>
                    <a:pt x="23739" y="52129"/>
                    <a:pt x="23131" y="61248"/>
                    <a:pt x="29849" y="62919"/>
                  </a:cubicBezTo>
                  <a:cubicBezTo>
                    <a:pt x="36870" y="64652"/>
                    <a:pt x="41794" y="59606"/>
                    <a:pt x="46627" y="55503"/>
                  </a:cubicBezTo>
                  <a:cubicBezTo>
                    <a:pt x="53557" y="49606"/>
                    <a:pt x="63983" y="44712"/>
                    <a:pt x="72798" y="48634"/>
                  </a:cubicBezTo>
                  <a:cubicBezTo>
                    <a:pt x="80123" y="51886"/>
                    <a:pt x="90245" y="48208"/>
                    <a:pt x="97266" y="51187"/>
                  </a:cubicBezTo>
                  <a:cubicBezTo>
                    <a:pt x="101522" y="52980"/>
                    <a:pt x="101674" y="58026"/>
                    <a:pt x="102890" y="62251"/>
                  </a:cubicBezTo>
                  <a:cubicBezTo>
                    <a:pt x="104561" y="68087"/>
                    <a:pt x="109303" y="75078"/>
                    <a:pt x="114440" y="77844"/>
                  </a:cubicBezTo>
                  <a:cubicBezTo>
                    <a:pt x="122799" y="82312"/>
                    <a:pt x="131097" y="70032"/>
                    <a:pt x="139243" y="68877"/>
                  </a:cubicBezTo>
                  <a:cubicBezTo>
                    <a:pt x="145656" y="67935"/>
                    <a:pt x="152495" y="73771"/>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25"/>
            <p:cNvSpPr/>
            <p:nvPr/>
          </p:nvSpPr>
          <p:spPr>
            <a:xfrm>
              <a:off x="2975000" y="442550"/>
              <a:ext cx="3962850" cy="2035775"/>
            </a:xfrm>
            <a:custGeom>
              <a:rect b="b" l="l" r="r" t="t"/>
              <a:pathLst>
                <a:path extrusionOk="0" fill="none" h="81431" w="158514">
                  <a:moveTo>
                    <a:pt x="0" y="1"/>
                  </a:moveTo>
                  <a:cubicBezTo>
                    <a:pt x="4468" y="3040"/>
                    <a:pt x="9362" y="5958"/>
                    <a:pt x="13313" y="9606"/>
                  </a:cubicBezTo>
                  <a:cubicBezTo>
                    <a:pt x="19210" y="15077"/>
                    <a:pt x="12432" y="24469"/>
                    <a:pt x="19089" y="29849"/>
                  </a:cubicBezTo>
                  <a:cubicBezTo>
                    <a:pt x="24803" y="34469"/>
                    <a:pt x="26019" y="38694"/>
                    <a:pt x="25350" y="45564"/>
                  </a:cubicBezTo>
                  <a:cubicBezTo>
                    <a:pt x="24833" y="50822"/>
                    <a:pt x="23739" y="60001"/>
                    <a:pt x="30609" y="61795"/>
                  </a:cubicBezTo>
                  <a:cubicBezTo>
                    <a:pt x="37691" y="63649"/>
                    <a:pt x="42797" y="58299"/>
                    <a:pt x="47813" y="54378"/>
                  </a:cubicBezTo>
                  <a:cubicBezTo>
                    <a:pt x="55989" y="47995"/>
                    <a:pt x="63345" y="43375"/>
                    <a:pt x="73801" y="47752"/>
                  </a:cubicBezTo>
                  <a:cubicBezTo>
                    <a:pt x="81704" y="51065"/>
                    <a:pt x="90762" y="48026"/>
                    <a:pt x="97966" y="50944"/>
                  </a:cubicBezTo>
                  <a:cubicBezTo>
                    <a:pt x="102282" y="52707"/>
                    <a:pt x="102343" y="57631"/>
                    <a:pt x="103437" y="61825"/>
                  </a:cubicBezTo>
                  <a:cubicBezTo>
                    <a:pt x="104957" y="67570"/>
                    <a:pt x="109637" y="74531"/>
                    <a:pt x="114774" y="77145"/>
                  </a:cubicBezTo>
                  <a:cubicBezTo>
                    <a:pt x="123285" y="81430"/>
                    <a:pt x="131310" y="69454"/>
                    <a:pt x="139577" y="68573"/>
                  </a:cubicBezTo>
                  <a:cubicBezTo>
                    <a:pt x="145869" y="67904"/>
                    <a:pt x="152587" y="73649"/>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25"/>
            <p:cNvSpPr/>
            <p:nvPr/>
          </p:nvSpPr>
          <p:spPr>
            <a:xfrm>
              <a:off x="2975000" y="442550"/>
              <a:ext cx="3962850" cy="2014500"/>
            </a:xfrm>
            <a:custGeom>
              <a:rect b="b" l="l" r="r" t="t"/>
              <a:pathLst>
                <a:path extrusionOk="0" fill="none" h="80580" w="158514">
                  <a:moveTo>
                    <a:pt x="0" y="1"/>
                  </a:moveTo>
                  <a:cubicBezTo>
                    <a:pt x="4560" y="3010"/>
                    <a:pt x="9392" y="5897"/>
                    <a:pt x="13526" y="9393"/>
                  </a:cubicBezTo>
                  <a:cubicBezTo>
                    <a:pt x="19666" y="14469"/>
                    <a:pt x="13162" y="23952"/>
                    <a:pt x="19484" y="29150"/>
                  </a:cubicBezTo>
                  <a:cubicBezTo>
                    <a:pt x="24560" y="33314"/>
                    <a:pt x="27235" y="37509"/>
                    <a:pt x="26323" y="44348"/>
                  </a:cubicBezTo>
                  <a:cubicBezTo>
                    <a:pt x="25563" y="49728"/>
                    <a:pt x="24317" y="58846"/>
                    <a:pt x="31308" y="60792"/>
                  </a:cubicBezTo>
                  <a:cubicBezTo>
                    <a:pt x="38390" y="62737"/>
                    <a:pt x="43770" y="57296"/>
                    <a:pt x="48998" y="53375"/>
                  </a:cubicBezTo>
                  <a:cubicBezTo>
                    <a:pt x="57813" y="46688"/>
                    <a:pt x="63892" y="42129"/>
                    <a:pt x="74743" y="47023"/>
                  </a:cubicBezTo>
                  <a:cubicBezTo>
                    <a:pt x="82433" y="50488"/>
                    <a:pt x="91248" y="47995"/>
                    <a:pt x="98604" y="50761"/>
                  </a:cubicBezTo>
                  <a:cubicBezTo>
                    <a:pt x="103042" y="52372"/>
                    <a:pt x="103011" y="57266"/>
                    <a:pt x="104014" y="61430"/>
                  </a:cubicBezTo>
                  <a:cubicBezTo>
                    <a:pt x="105382" y="67084"/>
                    <a:pt x="109941" y="74014"/>
                    <a:pt x="115109" y="76445"/>
                  </a:cubicBezTo>
                  <a:cubicBezTo>
                    <a:pt x="123802" y="80579"/>
                    <a:pt x="132100" y="68299"/>
                    <a:pt x="139912" y="68330"/>
                  </a:cubicBezTo>
                  <a:cubicBezTo>
                    <a:pt x="144927" y="68330"/>
                    <a:pt x="153529" y="7331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25"/>
            <p:cNvSpPr/>
            <p:nvPr/>
          </p:nvSpPr>
          <p:spPr>
            <a:xfrm>
              <a:off x="2975000" y="442550"/>
              <a:ext cx="3962850" cy="1991700"/>
            </a:xfrm>
            <a:custGeom>
              <a:rect b="b" l="l" r="r" t="t"/>
              <a:pathLst>
                <a:path extrusionOk="0" fill="none" h="79668" w="158514">
                  <a:moveTo>
                    <a:pt x="0" y="1"/>
                  </a:moveTo>
                  <a:cubicBezTo>
                    <a:pt x="4590" y="3010"/>
                    <a:pt x="9484" y="5897"/>
                    <a:pt x="13769" y="9119"/>
                  </a:cubicBezTo>
                  <a:cubicBezTo>
                    <a:pt x="20122" y="13861"/>
                    <a:pt x="13952" y="23344"/>
                    <a:pt x="19879" y="28360"/>
                  </a:cubicBezTo>
                  <a:cubicBezTo>
                    <a:pt x="24651" y="32402"/>
                    <a:pt x="28055" y="36475"/>
                    <a:pt x="27265" y="43102"/>
                  </a:cubicBezTo>
                  <a:cubicBezTo>
                    <a:pt x="26627" y="48482"/>
                    <a:pt x="24985" y="57600"/>
                    <a:pt x="31946" y="59698"/>
                  </a:cubicBezTo>
                  <a:cubicBezTo>
                    <a:pt x="39028" y="61795"/>
                    <a:pt x="44955" y="56202"/>
                    <a:pt x="50183" y="52251"/>
                  </a:cubicBezTo>
                  <a:cubicBezTo>
                    <a:pt x="59424" y="45260"/>
                    <a:pt x="64561" y="40761"/>
                    <a:pt x="75746" y="46232"/>
                  </a:cubicBezTo>
                  <a:cubicBezTo>
                    <a:pt x="83315" y="49971"/>
                    <a:pt x="91795" y="47813"/>
                    <a:pt x="99273" y="50488"/>
                  </a:cubicBezTo>
                  <a:cubicBezTo>
                    <a:pt x="103832" y="52129"/>
                    <a:pt x="103619" y="56840"/>
                    <a:pt x="104653" y="61035"/>
                  </a:cubicBezTo>
                  <a:cubicBezTo>
                    <a:pt x="106051" y="66749"/>
                    <a:pt x="110124" y="73315"/>
                    <a:pt x="115443" y="75716"/>
                  </a:cubicBezTo>
                  <a:cubicBezTo>
                    <a:pt x="124227" y="79667"/>
                    <a:pt x="132039" y="67995"/>
                    <a:pt x="140246" y="68056"/>
                  </a:cubicBezTo>
                  <a:cubicBezTo>
                    <a:pt x="145535" y="68087"/>
                    <a:pt x="153377" y="7340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25"/>
            <p:cNvSpPr/>
            <p:nvPr/>
          </p:nvSpPr>
          <p:spPr>
            <a:xfrm>
              <a:off x="2975000" y="442550"/>
              <a:ext cx="3963625" cy="1968900"/>
            </a:xfrm>
            <a:custGeom>
              <a:rect b="b" l="l" r="r" t="t"/>
              <a:pathLst>
                <a:path extrusionOk="0" fill="none" h="78756" w="158545">
                  <a:moveTo>
                    <a:pt x="0" y="1"/>
                  </a:moveTo>
                  <a:cubicBezTo>
                    <a:pt x="4651" y="2979"/>
                    <a:pt x="9575" y="5867"/>
                    <a:pt x="14013" y="8876"/>
                  </a:cubicBezTo>
                  <a:cubicBezTo>
                    <a:pt x="20548" y="13283"/>
                    <a:pt x="14985" y="22706"/>
                    <a:pt x="20305" y="27539"/>
                  </a:cubicBezTo>
                  <a:cubicBezTo>
                    <a:pt x="24590" y="31430"/>
                    <a:pt x="28724" y="35715"/>
                    <a:pt x="28147" y="42007"/>
                  </a:cubicBezTo>
                  <a:cubicBezTo>
                    <a:pt x="27630" y="47296"/>
                    <a:pt x="25654" y="56445"/>
                    <a:pt x="32584" y="58664"/>
                  </a:cubicBezTo>
                  <a:cubicBezTo>
                    <a:pt x="39606" y="60913"/>
                    <a:pt x="46354" y="55077"/>
                    <a:pt x="51369" y="51096"/>
                  </a:cubicBezTo>
                  <a:cubicBezTo>
                    <a:pt x="60609" y="43770"/>
                    <a:pt x="65351" y="39576"/>
                    <a:pt x="76749" y="45594"/>
                  </a:cubicBezTo>
                  <a:cubicBezTo>
                    <a:pt x="84166" y="49515"/>
                    <a:pt x="92251" y="47722"/>
                    <a:pt x="99911" y="50275"/>
                  </a:cubicBezTo>
                  <a:cubicBezTo>
                    <a:pt x="104622" y="51855"/>
                    <a:pt x="104318" y="56445"/>
                    <a:pt x="105260" y="60609"/>
                  </a:cubicBezTo>
                  <a:cubicBezTo>
                    <a:pt x="106537" y="66324"/>
                    <a:pt x="110428" y="72676"/>
                    <a:pt x="115808" y="74956"/>
                  </a:cubicBezTo>
                  <a:cubicBezTo>
                    <a:pt x="124714" y="78756"/>
                    <a:pt x="132313" y="67418"/>
                    <a:pt x="140580" y="67813"/>
                  </a:cubicBezTo>
                  <a:cubicBezTo>
                    <a:pt x="145778" y="68056"/>
                    <a:pt x="153438" y="73315"/>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25"/>
            <p:cNvSpPr/>
            <p:nvPr/>
          </p:nvSpPr>
          <p:spPr>
            <a:xfrm>
              <a:off x="2975000" y="442550"/>
              <a:ext cx="3962850" cy="1919500"/>
            </a:xfrm>
            <a:custGeom>
              <a:rect b="b" l="l" r="r" t="t"/>
              <a:pathLst>
                <a:path extrusionOk="0" fill="none" h="76780" w="158514">
                  <a:moveTo>
                    <a:pt x="0" y="1"/>
                  </a:moveTo>
                  <a:cubicBezTo>
                    <a:pt x="4712" y="2949"/>
                    <a:pt x="9666" y="5776"/>
                    <a:pt x="14225" y="8633"/>
                  </a:cubicBezTo>
                  <a:cubicBezTo>
                    <a:pt x="20973" y="12797"/>
                    <a:pt x="16049" y="21977"/>
                    <a:pt x="20760" y="26718"/>
                  </a:cubicBezTo>
                  <a:cubicBezTo>
                    <a:pt x="24438" y="30396"/>
                    <a:pt x="29332" y="35168"/>
                    <a:pt x="28967" y="41004"/>
                  </a:cubicBezTo>
                  <a:cubicBezTo>
                    <a:pt x="28633" y="46202"/>
                    <a:pt x="26444" y="55381"/>
                    <a:pt x="33192" y="57661"/>
                  </a:cubicBezTo>
                  <a:cubicBezTo>
                    <a:pt x="40153" y="60032"/>
                    <a:pt x="47752" y="53953"/>
                    <a:pt x="52494" y="49880"/>
                  </a:cubicBezTo>
                  <a:cubicBezTo>
                    <a:pt x="61703" y="41977"/>
                    <a:pt x="66293" y="38633"/>
                    <a:pt x="77722" y="45016"/>
                  </a:cubicBezTo>
                  <a:cubicBezTo>
                    <a:pt x="84926" y="49059"/>
                    <a:pt x="92707" y="47722"/>
                    <a:pt x="100488" y="50093"/>
                  </a:cubicBezTo>
                  <a:cubicBezTo>
                    <a:pt x="105382" y="51582"/>
                    <a:pt x="104987" y="56080"/>
                    <a:pt x="105838" y="60245"/>
                  </a:cubicBezTo>
                  <a:cubicBezTo>
                    <a:pt x="107023" y="65898"/>
                    <a:pt x="111005" y="72676"/>
                    <a:pt x="116142" y="74227"/>
                  </a:cubicBezTo>
                  <a:cubicBezTo>
                    <a:pt x="124683" y="76780"/>
                    <a:pt x="132191" y="66901"/>
                    <a:pt x="140884" y="67570"/>
                  </a:cubicBezTo>
                  <a:cubicBezTo>
                    <a:pt x="145930" y="67965"/>
                    <a:pt x="153468" y="73224"/>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25"/>
            <p:cNvSpPr/>
            <p:nvPr/>
          </p:nvSpPr>
          <p:spPr>
            <a:xfrm>
              <a:off x="2975000" y="442550"/>
              <a:ext cx="3962100" cy="1896700"/>
            </a:xfrm>
            <a:custGeom>
              <a:rect b="b" l="l" r="r" t="t"/>
              <a:pathLst>
                <a:path extrusionOk="0" fill="none" h="75868" w="158484">
                  <a:moveTo>
                    <a:pt x="0" y="1"/>
                  </a:moveTo>
                  <a:cubicBezTo>
                    <a:pt x="4742" y="2949"/>
                    <a:pt x="9788" y="5441"/>
                    <a:pt x="14438" y="8359"/>
                  </a:cubicBezTo>
                  <a:cubicBezTo>
                    <a:pt x="21520" y="12797"/>
                    <a:pt x="16900" y="20852"/>
                    <a:pt x="21277" y="25837"/>
                  </a:cubicBezTo>
                  <a:cubicBezTo>
                    <a:pt x="24408" y="29424"/>
                    <a:pt x="29758" y="34652"/>
                    <a:pt x="29727" y="40123"/>
                  </a:cubicBezTo>
                  <a:cubicBezTo>
                    <a:pt x="29666" y="45229"/>
                    <a:pt x="27447" y="54014"/>
                    <a:pt x="33770" y="56658"/>
                  </a:cubicBezTo>
                  <a:cubicBezTo>
                    <a:pt x="40396" y="59394"/>
                    <a:pt x="49545" y="52433"/>
                    <a:pt x="53618" y="48542"/>
                  </a:cubicBezTo>
                  <a:cubicBezTo>
                    <a:pt x="62707" y="39788"/>
                    <a:pt x="67448" y="37904"/>
                    <a:pt x="78725" y="44530"/>
                  </a:cubicBezTo>
                  <a:cubicBezTo>
                    <a:pt x="85716" y="48664"/>
                    <a:pt x="93224" y="47722"/>
                    <a:pt x="101066" y="49910"/>
                  </a:cubicBezTo>
                  <a:cubicBezTo>
                    <a:pt x="106142" y="51308"/>
                    <a:pt x="105716" y="55685"/>
                    <a:pt x="106476" y="59849"/>
                  </a:cubicBezTo>
                  <a:cubicBezTo>
                    <a:pt x="107540" y="65503"/>
                    <a:pt x="111279" y="71977"/>
                    <a:pt x="116477" y="73467"/>
                  </a:cubicBezTo>
                  <a:cubicBezTo>
                    <a:pt x="124927" y="75868"/>
                    <a:pt x="132708" y="66354"/>
                    <a:pt x="141188" y="67357"/>
                  </a:cubicBezTo>
                  <a:cubicBezTo>
                    <a:pt x="146143" y="67935"/>
                    <a:pt x="153468" y="7313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25"/>
            <p:cNvSpPr/>
            <p:nvPr/>
          </p:nvSpPr>
          <p:spPr>
            <a:xfrm>
              <a:off x="2975000" y="442550"/>
              <a:ext cx="3962850" cy="1870875"/>
            </a:xfrm>
            <a:custGeom>
              <a:rect b="b" l="l" r="r" t="t"/>
              <a:pathLst>
                <a:path extrusionOk="0" fill="none" h="74835" w="158514">
                  <a:moveTo>
                    <a:pt x="0" y="1"/>
                  </a:moveTo>
                  <a:cubicBezTo>
                    <a:pt x="4803" y="2919"/>
                    <a:pt x="9848" y="5350"/>
                    <a:pt x="14651" y="8116"/>
                  </a:cubicBezTo>
                  <a:cubicBezTo>
                    <a:pt x="21946" y="12311"/>
                    <a:pt x="18086" y="19697"/>
                    <a:pt x="21885" y="24895"/>
                  </a:cubicBezTo>
                  <a:cubicBezTo>
                    <a:pt x="24590" y="28633"/>
                    <a:pt x="30031" y="34013"/>
                    <a:pt x="30396" y="39272"/>
                  </a:cubicBezTo>
                  <a:cubicBezTo>
                    <a:pt x="30791" y="44439"/>
                    <a:pt x="28299" y="52919"/>
                    <a:pt x="34439" y="55625"/>
                  </a:cubicBezTo>
                  <a:cubicBezTo>
                    <a:pt x="41186" y="58603"/>
                    <a:pt x="50670" y="51217"/>
                    <a:pt x="54712" y="47083"/>
                  </a:cubicBezTo>
                  <a:cubicBezTo>
                    <a:pt x="63892" y="37630"/>
                    <a:pt x="68542" y="37266"/>
                    <a:pt x="79789" y="44135"/>
                  </a:cubicBezTo>
                  <a:cubicBezTo>
                    <a:pt x="86476" y="48208"/>
                    <a:pt x="93984" y="47661"/>
                    <a:pt x="101674" y="49728"/>
                  </a:cubicBezTo>
                  <a:cubicBezTo>
                    <a:pt x="106932" y="51126"/>
                    <a:pt x="106416" y="55138"/>
                    <a:pt x="107145" y="59454"/>
                  </a:cubicBezTo>
                  <a:cubicBezTo>
                    <a:pt x="108057" y="64986"/>
                    <a:pt x="111552" y="71339"/>
                    <a:pt x="116872" y="72707"/>
                  </a:cubicBezTo>
                  <a:cubicBezTo>
                    <a:pt x="125322" y="74835"/>
                    <a:pt x="133285" y="65837"/>
                    <a:pt x="141523" y="67114"/>
                  </a:cubicBezTo>
                  <a:cubicBezTo>
                    <a:pt x="146386" y="67874"/>
                    <a:pt x="153559" y="73011"/>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25"/>
            <p:cNvSpPr/>
            <p:nvPr/>
          </p:nvSpPr>
          <p:spPr>
            <a:xfrm>
              <a:off x="2975000" y="442550"/>
              <a:ext cx="3962850" cy="1848075"/>
            </a:xfrm>
            <a:custGeom>
              <a:rect b="b" l="l" r="r" t="t"/>
              <a:pathLst>
                <a:path extrusionOk="0" fill="none" h="73923" w="158514">
                  <a:moveTo>
                    <a:pt x="0" y="1"/>
                  </a:moveTo>
                  <a:cubicBezTo>
                    <a:pt x="4833" y="2888"/>
                    <a:pt x="9909" y="5259"/>
                    <a:pt x="14864" y="7873"/>
                  </a:cubicBezTo>
                  <a:cubicBezTo>
                    <a:pt x="22219" y="11764"/>
                    <a:pt x="19301" y="18390"/>
                    <a:pt x="22584" y="23922"/>
                  </a:cubicBezTo>
                  <a:cubicBezTo>
                    <a:pt x="25046" y="28086"/>
                    <a:pt x="30092" y="33649"/>
                    <a:pt x="31004" y="38542"/>
                  </a:cubicBezTo>
                  <a:cubicBezTo>
                    <a:pt x="31855" y="43284"/>
                    <a:pt x="29150" y="51947"/>
                    <a:pt x="35107" y="54561"/>
                  </a:cubicBezTo>
                  <a:cubicBezTo>
                    <a:pt x="42250" y="57691"/>
                    <a:pt x="51673" y="50032"/>
                    <a:pt x="55746" y="45503"/>
                  </a:cubicBezTo>
                  <a:cubicBezTo>
                    <a:pt x="64834" y="35411"/>
                    <a:pt x="69941" y="36992"/>
                    <a:pt x="80822" y="43770"/>
                  </a:cubicBezTo>
                  <a:cubicBezTo>
                    <a:pt x="87205" y="47782"/>
                    <a:pt x="94683" y="47691"/>
                    <a:pt x="102191" y="49576"/>
                  </a:cubicBezTo>
                  <a:cubicBezTo>
                    <a:pt x="107571" y="50913"/>
                    <a:pt x="107145" y="54682"/>
                    <a:pt x="107783" y="59090"/>
                  </a:cubicBezTo>
                  <a:cubicBezTo>
                    <a:pt x="108604" y="64591"/>
                    <a:pt x="111826" y="70610"/>
                    <a:pt x="117236" y="71917"/>
                  </a:cubicBezTo>
                  <a:cubicBezTo>
                    <a:pt x="125504" y="73923"/>
                    <a:pt x="133863" y="65321"/>
                    <a:pt x="141827" y="66901"/>
                  </a:cubicBezTo>
                  <a:cubicBezTo>
                    <a:pt x="146599" y="67813"/>
                    <a:pt x="153620" y="7292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25"/>
            <p:cNvSpPr/>
            <p:nvPr/>
          </p:nvSpPr>
          <p:spPr>
            <a:xfrm>
              <a:off x="2975000" y="442550"/>
              <a:ext cx="3962100" cy="1826050"/>
            </a:xfrm>
            <a:custGeom>
              <a:rect b="b" l="l" r="r" t="t"/>
              <a:pathLst>
                <a:path extrusionOk="0" fill="none" h="73042" w="158484">
                  <a:moveTo>
                    <a:pt x="0" y="1"/>
                  </a:moveTo>
                  <a:cubicBezTo>
                    <a:pt x="4894" y="2858"/>
                    <a:pt x="10000" y="5168"/>
                    <a:pt x="15076" y="7630"/>
                  </a:cubicBezTo>
                  <a:cubicBezTo>
                    <a:pt x="22402" y="11217"/>
                    <a:pt x="20639" y="16992"/>
                    <a:pt x="23435" y="22980"/>
                  </a:cubicBezTo>
                  <a:cubicBezTo>
                    <a:pt x="25685" y="27813"/>
                    <a:pt x="29910" y="33041"/>
                    <a:pt x="31460" y="37934"/>
                  </a:cubicBezTo>
                  <a:cubicBezTo>
                    <a:pt x="32858" y="42372"/>
                    <a:pt x="29940" y="51096"/>
                    <a:pt x="35867" y="53558"/>
                  </a:cubicBezTo>
                  <a:cubicBezTo>
                    <a:pt x="43618" y="56749"/>
                    <a:pt x="52433" y="48937"/>
                    <a:pt x="56779" y="43831"/>
                  </a:cubicBezTo>
                  <a:cubicBezTo>
                    <a:pt x="65746" y="33314"/>
                    <a:pt x="71552" y="36901"/>
                    <a:pt x="81886" y="43466"/>
                  </a:cubicBezTo>
                  <a:cubicBezTo>
                    <a:pt x="87965" y="47327"/>
                    <a:pt x="95412" y="47752"/>
                    <a:pt x="102707" y="49454"/>
                  </a:cubicBezTo>
                  <a:cubicBezTo>
                    <a:pt x="108148" y="50700"/>
                    <a:pt x="107905" y="54226"/>
                    <a:pt x="108452" y="58725"/>
                  </a:cubicBezTo>
                  <a:cubicBezTo>
                    <a:pt x="109182" y="64226"/>
                    <a:pt x="112130" y="69910"/>
                    <a:pt x="117571" y="71187"/>
                  </a:cubicBezTo>
                  <a:cubicBezTo>
                    <a:pt x="125626" y="73041"/>
                    <a:pt x="134410" y="64895"/>
                    <a:pt x="142100" y="66688"/>
                  </a:cubicBezTo>
                  <a:cubicBezTo>
                    <a:pt x="146751" y="67783"/>
                    <a:pt x="153590" y="72828"/>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25"/>
            <p:cNvSpPr/>
            <p:nvPr/>
          </p:nvSpPr>
          <p:spPr>
            <a:xfrm>
              <a:off x="2975000" y="442550"/>
              <a:ext cx="3962850" cy="1818450"/>
            </a:xfrm>
            <a:custGeom>
              <a:rect b="b" l="l" r="r" t="t"/>
              <a:pathLst>
                <a:path extrusionOk="0" fill="none" h="72738" w="158514">
                  <a:moveTo>
                    <a:pt x="0" y="1"/>
                  </a:moveTo>
                  <a:cubicBezTo>
                    <a:pt x="4924" y="2827"/>
                    <a:pt x="10122" y="5077"/>
                    <a:pt x="15259" y="7387"/>
                  </a:cubicBezTo>
                  <a:cubicBezTo>
                    <a:pt x="22432" y="10609"/>
                    <a:pt x="22159" y="15594"/>
                    <a:pt x="24317" y="22007"/>
                  </a:cubicBezTo>
                  <a:cubicBezTo>
                    <a:pt x="26171" y="27630"/>
                    <a:pt x="29332" y="32402"/>
                    <a:pt x="31733" y="37418"/>
                  </a:cubicBezTo>
                  <a:cubicBezTo>
                    <a:pt x="33831" y="41764"/>
                    <a:pt x="30669" y="50305"/>
                    <a:pt x="36657" y="52615"/>
                  </a:cubicBezTo>
                  <a:cubicBezTo>
                    <a:pt x="44955" y="55868"/>
                    <a:pt x="53162" y="47630"/>
                    <a:pt x="57782" y="42068"/>
                  </a:cubicBezTo>
                  <a:cubicBezTo>
                    <a:pt x="66476" y="31551"/>
                    <a:pt x="73315" y="37022"/>
                    <a:pt x="82950" y="43193"/>
                  </a:cubicBezTo>
                  <a:cubicBezTo>
                    <a:pt x="88695" y="46871"/>
                    <a:pt x="96142" y="47813"/>
                    <a:pt x="103194" y="49333"/>
                  </a:cubicBezTo>
                  <a:cubicBezTo>
                    <a:pt x="108726" y="50488"/>
                    <a:pt x="108634" y="53740"/>
                    <a:pt x="109151" y="58390"/>
                  </a:cubicBezTo>
                  <a:cubicBezTo>
                    <a:pt x="109789" y="63862"/>
                    <a:pt x="112464" y="69211"/>
                    <a:pt x="117996" y="70427"/>
                  </a:cubicBezTo>
                  <a:cubicBezTo>
                    <a:pt x="125778" y="72129"/>
                    <a:pt x="135018" y="64439"/>
                    <a:pt x="142434" y="66506"/>
                  </a:cubicBezTo>
                  <a:cubicBezTo>
                    <a:pt x="146994" y="67752"/>
                    <a:pt x="153650" y="72737"/>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25"/>
            <p:cNvSpPr/>
            <p:nvPr/>
          </p:nvSpPr>
          <p:spPr>
            <a:xfrm>
              <a:off x="2975000" y="442550"/>
              <a:ext cx="3962850" cy="1816175"/>
            </a:xfrm>
            <a:custGeom>
              <a:rect b="b" l="l" r="r" t="t"/>
              <a:pathLst>
                <a:path extrusionOk="0" fill="none" h="72647" w="158514">
                  <a:moveTo>
                    <a:pt x="0" y="1"/>
                  </a:moveTo>
                  <a:cubicBezTo>
                    <a:pt x="4985" y="2797"/>
                    <a:pt x="10244" y="4985"/>
                    <a:pt x="15441" y="7144"/>
                  </a:cubicBezTo>
                  <a:cubicBezTo>
                    <a:pt x="22341" y="10031"/>
                    <a:pt x="23648" y="14621"/>
                    <a:pt x="25259" y="21034"/>
                  </a:cubicBezTo>
                  <a:cubicBezTo>
                    <a:pt x="26688" y="26809"/>
                    <a:pt x="28572" y="31977"/>
                    <a:pt x="31885" y="36992"/>
                  </a:cubicBezTo>
                  <a:cubicBezTo>
                    <a:pt x="34742" y="41278"/>
                    <a:pt x="31429" y="49606"/>
                    <a:pt x="37478" y="51825"/>
                  </a:cubicBezTo>
                  <a:cubicBezTo>
                    <a:pt x="46171" y="55017"/>
                    <a:pt x="54469" y="46202"/>
                    <a:pt x="58755" y="40305"/>
                  </a:cubicBezTo>
                  <a:cubicBezTo>
                    <a:pt x="66232" y="30001"/>
                    <a:pt x="76415" y="38025"/>
                    <a:pt x="84044" y="42889"/>
                  </a:cubicBezTo>
                  <a:cubicBezTo>
                    <a:pt x="89546" y="46384"/>
                    <a:pt x="96841" y="47874"/>
                    <a:pt x="103680" y="49211"/>
                  </a:cubicBezTo>
                  <a:cubicBezTo>
                    <a:pt x="109242" y="50305"/>
                    <a:pt x="109364" y="53254"/>
                    <a:pt x="109850" y="58026"/>
                  </a:cubicBezTo>
                  <a:cubicBezTo>
                    <a:pt x="110397" y="63436"/>
                    <a:pt x="112829" y="68482"/>
                    <a:pt x="118422" y="69667"/>
                  </a:cubicBezTo>
                  <a:cubicBezTo>
                    <a:pt x="125930" y="71278"/>
                    <a:pt x="135626" y="64044"/>
                    <a:pt x="142708" y="66293"/>
                  </a:cubicBezTo>
                  <a:cubicBezTo>
                    <a:pt x="147176" y="67692"/>
                    <a:pt x="153681" y="7264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25"/>
            <p:cNvSpPr/>
            <p:nvPr/>
          </p:nvSpPr>
          <p:spPr>
            <a:xfrm>
              <a:off x="2975000" y="442550"/>
              <a:ext cx="3962850" cy="1813875"/>
            </a:xfrm>
            <a:custGeom>
              <a:rect b="b" l="l" r="r" t="t"/>
              <a:pathLst>
                <a:path extrusionOk="0" fill="none" h="72555" w="158514">
                  <a:moveTo>
                    <a:pt x="0" y="1"/>
                  </a:moveTo>
                  <a:cubicBezTo>
                    <a:pt x="5015" y="2767"/>
                    <a:pt x="10335" y="4894"/>
                    <a:pt x="15624" y="6931"/>
                  </a:cubicBezTo>
                  <a:cubicBezTo>
                    <a:pt x="22189" y="9423"/>
                    <a:pt x="24925" y="13648"/>
                    <a:pt x="26262" y="20031"/>
                  </a:cubicBezTo>
                  <a:cubicBezTo>
                    <a:pt x="27508" y="25958"/>
                    <a:pt x="27843" y="31582"/>
                    <a:pt x="31916" y="36597"/>
                  </a:cubicBezTo>
                  <a:cubicBezTo>
                    <a:pt x="35290" y="40731"/>
                    <a:pt x="32432" y="49150"/>
                    <a:pt x="38299" y="51096"/>
                  </a:cubicBezTo>
                  <a:cubicBezTo>
                    <a:pt x="47326" y="54105"/>
                    <a:pt x="55138" y="44804"/>
                    <a:pt x="59758" y="38512"/>
                  </a:cubicBezTo>
                  <a:cubicBezTo>
                    <a:pt x="66901" y="28816"/>
                    <a:pt x="78512" y="38512"/>
                    <a:pt x="85139" y="42585"/>
                  </a:cubicBezTo>
                  <a:cubicBezTo>
                    <a:pt x="90397" y="45807"/>
                    <a:pt x="97510" y="47995"/>
                    <a:pt x="104105" y="49120"/>
                  </a:cubicBezTo>
                  <a:cubicBezTo>
                    <a:pt x="109698" y="50062"/>
                    <a:pt x="109729" y="52707"/>
                    <a:pt x="110580" y="57691"/>
                  </a:cubicBezTo>
                  <a:cubicBezTo>
                    <a:pt x="111461" y="63071"/>
                    <a:pt x="112829" y="67692"/>
                    <a:pt x="118878" y="68938"/>
                  </a:cubicBezTo>
                  <a:cubicBezTo>
                    <a:pt x="126082" y="70427"/>
                    <a:pt x="136234" y="63649"/>
                    <a:pt x="143012" y="66111"/>
                  </a:cubicBezTo>
                  <a:cubicBezTo>
                    <a:pt x="147359" y="67661"/>
                    <a:pt x="153742" y="7255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25"/>
            <p:cNvSpPr/>
            <p:nvPr/>
          </p:nvSpPr>
          <p:spPr>
            <a:xfrm>
              <a:off x="2975000" y="442550"/>
              <a:ext cx="3962850" cy="1804000"/>
            </a:xfrm>
            <a:custGeom>
              <a:rect b="b" l="l" r="r" t="t"/>
              <a:pathLst>
                <a:path extrusionOk="0" fill="none" h="72160" w="158514">
                  <a:moveTo>
                    <a:pt x="0" y="1"/>
                  </a:moveTo>
                  <a:cubicBezTo>
                    <a:pt x="5076" y="2736"/>
                    <a:pt x="10456" y="4803"/>
                    <a:pt x="15806" y="6688"/>
                  </a:cubicBezTo>
                  <a:cubicBezTo>
                    <a:pt x="22037" y="8876"/>
                    <a:pt x="26049" y="12767"/>
                    <a:pt x="27326" y="18967"/>
                  </a:cubicBezTo>
                  <a:cubicBezTo>
                    <a:pt x="28542" y="24925"/>
                    <a:pt x="27326" y="31126"/>
                    <a:pt x="31855" y="36202"/>
                  </a:cubicBezTo>
                  <a:cubicBezTo>
                    <a:pt x="35381" y="40153"/>
                    <a:pt x="33618" y="48725"/>
                    <a:pt x="39150" y="50457"/>
                  </a:cubicBezTo>
                  <a:cubicBezTo>
                    <a:pt x="48329" y="53314"/>
                    <a:pt x="55746" y="42919"/>
                    <a:pt x="60792" y="36810"/>
                  </a:cubicBezTo>
                  <a:cubicBezTo>
                    <a:pt x="67995" y="28086"/>
                    <a:pt x="80032" y="38360"/>
                    <a:pt x="86263" y="42159"/>
                  </a:cubicBezTo>
                  <a:cubicBezTo>
                    <a:pt x="91430" y="45320"/>
                    <a:pt x="98057" y="48056"/>
                    <a:pt x="104561" y="48998"/>
                  </a:cubicBezTo>
                  <a:cubicBezTo>
                    <a:pt x="115747" y="50700"/>
                    <a:pt x="107692" y="65898"/>
                    <a:pt x="119303" y="68178"/>
                  </a:cubicBezTo>
                  <a:cubicBezTo>
                    <a:pt x="126294" y="69576"/>
                    <a:pt x="136872" y="63254"/>
                    <a:pt x="143316" y="65898"/>
                  </a:cubicBezTo>
                  <a:cubicBezTo>
                    <a:pt x="147784" y="67752"/>
                    <a:pt x="153407" y="7216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25"/>
            <p:cNvSpPr/>
            <p:nvPr/>
          </p:nvSpPr>
          <p:spPr>
            <a:xfrm>
              <a:off x="2975000" y="442550"/>
              <a:ext cx="3962100" cy="1802475"/>
            </a:xfrm>
            <a:custGeom>
              <a:rect b="b" l="l" r="r" t="t"/>
              <a:pathLst>
                <a:path extrusionOk="0" fill="none" h="72099" w="158484">
                  <a:moveTo>
                    <a:pt x="0" y="1"/>
                  </a:moveTo>
                  <a:cubicBezTo>
                    <a:pt x="5107" y="2706"/>
                    <a:pt x="10760" y="4590"/>
                    <a:pt x="15958" y="6444"/>
                  </a:cubicBezTo>
                  <a:cubicBezTo>
                    <a:pt x="21764" y="8511"/>
                    <a:pt x="26931" y="11733"/>
                    <a:pt x="28390" y="17843"/>
                  </a:cubicBezTo>
                  <a:cubicBezTo>
                    <a:pt x="29788" y="23740"/>
                    <a:pt x="26900" y="30579"/>
                    <a:pt x="31672" y="35867"/>
                  </a:cubicBezTo>
                  <a:cubicBezTo>
                    <a:pt x="35107" y="39636"/>
                    <a:pt x="34925" y="48390"/>
                    <a:pt x="40001" y="49849"/>
                  </a:cubicBezTo>
                  <a:cubicBezTo>
                    <a:pt x="49302" y="52494"/>
                    <a:pt x="56415" y="40761"/>
                    <a:pt x="61886" y="35320"/>
                  </a:cubicBezTo>
                  <a:cubicBezTo>
                    <a:pt x="69211" y="28025"/>
                    <a:pt x="81278" y="37873"/>
                    <a:pt x="87327" y="41612"/>
                  </a:cubicBezTo>
                  <a:cubicBezTo>
                    <a:pt x="92585" y="44864"/>
                    <a:pt x="98421" y="48117"/>
                    <a:pt x="104926" y="48968"/>
                  </a:cubicBezTo>
                  <a:cubicBezTo>
                    <a:pt x="116385" y="50457"/>
                    <a:pt x="108239" y="65442"/>
                    <a:pt x="119759" y="67509"/>
                  </a:cubicBezTo>
                  <a:cubicBezTo>
                    <a:pt x="126659" y="68725"/>
                    <a:pt x="137298" y="62980"/>
                    <a:pt x="143559" y="65716"/>
                  </a:cubicBezTo>
                  <a:cubicBezTo>
                    <a:pt x="147936" y="67631"/>
                    <a:pt x="153407" y="72099"/>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25"/>
            <p:cNvSpPr/>
            <p:nvPr/>
          </p:nvSpPr>
          <p:spPr>
            <a:xfrm>
              <a:off x="2975000" y="442550"/>
              <a:ext cx="3962850" cy="1800200"/>
            </a:xfrm>
            <a:custGeom>
              <a:rect b="b" l="l" r="r" t="t"/>
              <a:pathLst>
                <a:path extrusionOk="0" fill="none" h="72008" w="158514">
                  <a:moveTo>
                    <a:pt x="0" y="1"/>
                  </a:moveTo>
                  <a:cubicBezTo>
                    <a:pt x="5167" y="2645"/>
                    <a:pt x="10821" y="4499"/>
                    <a:pt x="16140" y="6201"/>
                  </a:cubicBezTo>
                  <a:cubicBezTo>
                    <a:pt x="21976" y="8055"/>
                    <a:pt x="27630" y="11065"/>
                    <a:pt x="29484" y="16657"/>
                  </a:cubicBezTo>
                  <a:cubicBezTo>
                    <a:pt x="31308" y="22159"/>
                    <a:pt x="26748" y="29940"/>
                    <a:pt x="31521" y="35442"/>
                  </a:cubicBezTo>
                  <a:cubicBezTo>
                    <a:pt x="34621" y="38998"/>
                    <a:pt x="36414" y="48147"/>
                    <a:pt x="40913" y="49211"/>
                  </a:cubicBezTo>
                  <a:cubicBezTo>
                    <a:pt x="50244" y="51430"/>
                    <a:pt x="56749" y="38846"/>
                    <a:pt x="63041" y="34044"/>
                  </a:cubicBezTo>
                  <a:cubicBezTo>
                    <a:pt x="70731" y="28147"/>
                    <a:pt x="82190" y="36992"/>
                    <a:pt x="88391" y="40943"/>
                  </a:cubicBezTo>
                  <a:cubicBezTo>
                    <a:pt x="93862" y="44409"/>
                    <a:pt x="98695" y="48147"/>
                    <a:pt x="105352" y="48907"/>
                  </a:cubicBezTo>
                  <a:cubicBezTo>
                    <a:pt x="117024" y="50184"/>
                    <a:pt x="108786" y="64834"/>
                    <a:pt x="120276" y="66780"/>
                  </a:cubicBezTo>
                  <a:cubicBezTo>
                    <a:pt x="126993" y="67904"/>
                    <a:pt x="137784" y="62585"/>
                    <a:pt x="143863" y="65533"/>
                  </a:cubicBezTo>
                  <a:cubicBezTo>
                    <a:pt x="148149" y="67570"/>
                    <a:pt x="153468" y="72008"/>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25"/>
            <p:cNvSpPr/>
            <p:nvPr/>
          </p:nvSpPr>
          <p:spPr>
            <a:xfrm>
              <a:off x="2975000" y="442550"/>
              <a:ext cx="3963625" cy="1798675"/>
            </a:xfrm>
            <a:custGeom>
              <a:rect b="b" l="l" r="r" t="t"/>
              <a:pathLst>
                <a:path extrusionOk="0" fill="none" h="71947" w="158545">
                  <a:moveTo>
                    <a:pt x="0" y="1"/>
                  </a:moveTo>
                  <a:cubicBezTo>
                    <a:pt x="5198" y="2615"/>
                    <a:pt x="10912" y="4408"/>
                    <a:pt x="16323" y="5958"/>
                  </a:cubicBezTo>
                  <a:cubicBezTo>
                    <a:pt x="22067" y="7630"/>
                    <a:pt x="28147" y="10365"/>
                    <a:pt x="30578" y="15472"/>
                  </a:cubicBezTo>
                  <a:cubicBezTo>
                    <a:pt x="33192" y="20974"/>
                    <a:pt x="26931" y="29059"/>
                    <a:pt x="31369" y="35047"/>
                  </a:cubicBezTo>
                  <a:cubicBezTo>
                    <a:pt x="33831" y="38390"/>
                    <a:pt x="37904" y="47904"/>
                    <a:pt x="41825" y="48542"/>
                  </a:cubicBezTo>
                  <a:cubicBezTo>
                    <a:pt x="50883" y="50062"/>
                    <a:pt x="57296" y="36931"/>
                    <a:pt x="64257" y="33010"/>
                  </a:cubicBezTo>
                  <a:cubicBezTo>
                    <a:pt x="72160" y="28512"/>
                    <a:pt x="83102" y="35928"/>
                    <a:pt x="89424" y="40153"/>
                  </a:cubicBezTo>
                  <a:cubicBezTo>
                    <a:pt x="94804" y="43740"/>
                    <a:pt x="98877" y="48208"/>
                    <a:pt x="105747" y="48846"/>
                  </a:cubicBezTo>
                  <a:cubicBezTo>
                    <a:pt x="117601" y="49971"/>
                    <a:pt x="109425" y="64257"/>
                    <a:pt x="120793" y="66081"/>
                  </a:cubicBezTo>
                  <a:cubicBezTo>
                    <a:pt x="127419" y="67144"/>
                    <a:pt x="138270" y="62281"/>
                    <a:pt x="144167" y="65351"/>
                  </a:cubicBezTo>
                  <a:cubicBezTo>
                    <a:pt x="148362" y="67540"/>
                    <a:pt x="153529" y="71947"/>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25"/>
            <p:cNvSpPr/>
            <p:nvPr/>
          </p:nvSpPr>
          <p:spPr>
            <a:xfrm>
              <a:off x="2975000" y="442550"/>
              <a:ext cx="3962850" cy="1795650"/>
            </a:xfrm>
            <a:custGeom>
              <a:rect b="b" l="l" r="r" t="t"/>
              <a:pathLst>
                <a:path extrusionOk="0" fill="none" h="71826" w="158514">
                  <a:moveTo>
                    <a:pt x="0" y="1"/>
                  </a:moveTo>
                  <a:cubicBezTo>
                    <a:pt x="5259" y="2584"/>
                    <a:pt x="10973" y="4317"/>
                    <a:pt x="16475" y="5745"/>
                  </a:cubicBezTo>
                  <a:cubicBezTo>
                    <a:pt x="22250" y="7235"/>
                    <a:pt x="28542" y="9788"/>
                    <a:pt x="31581" y="14195"/>
                  </a:cubicBezTo>
                  <a:cubicBezTo>
                    <a:pt x="35168" y="19332"/>
                    <a:pt x="27326" y="28238"/>
                    <a:pt x="31247" y="34560"/>
                  </a:cubicBezTo>
                  <a:cubicBezTo>
                    <a:pt x="33253" y="37782"/>
                    <a:pt x="39150" y="47418"/>
                    <a:pt x="42737" y="47722"/>
                  </a:cubicBezTo>
                  <a:cubicBezTo>
                    <a:pt x="51612" y="48482"/>
                    <a:pt x="57752" y="35229"/>
                    <a:pt x="65412" y="32129"/>
                  </a:cubicBezTo>
                  <a:cubicBezTo>
                    <a:pt x="73588" y="28816"/>
                    <a:pt x="84044" y="34804"/>
                    <a:pt x="90275" y="39302"/>
                  </a:cubicBezTo>
                  <a:cubicBezTo>
                    <a:pt x="95351" y="42980"/>
                    <a:pt x="98938" y="48269"/>
                    <a:pt x="106081" y="48816"/>
                  </a:cubicBezTo>
                  <a:cubicBezTo>
                    <a:pt x="111704" y="49241"/>
                    <a:pt x="112981" y="50670"/>
                    <a:pt x="114136" y="56111"/>
                  </a:cubicBezTo>
                  <a:cubicBezTo>
                    <a:pt x="115139" y="60792"/>
                    <a:pt x="115321" y="64470"/>
                    <a:pt x="121279" y="65381"/>
                  </a:cubicBezTo>
                  <a:cubicBezTo>
                    <a:pt x="127784" y="66385"/>
                    <a:pt x="138696" y="61947"/>
                    <a:pt x="144410" y="65169"/>
                  </a:cubicBezTo>
                  <a:cubicBezTo>
                    <a:pt x="148483" y="67448"/>
                    <a:pt x="153529" y="7182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25"/>
            <p:cNvSpPr/>
            <p:nvPr/>
          </p:nvSpPr>
          <p:spPr>
            <a:xfrm>
              <a:off x="2975000" y="442550"/>
              <a:ext cx="3962850" cy="1794125"/>
            </a:xfrm>
            <a:custGeom>
              <a:rect b="b" l="l" r="r" t="t"/>
              <a:pathLst>
                <a:path extrusionOk="0" fill="none" h="71765" w="158514">
                  <a:moveTo>
                    <a:pt x="0" y="1"/>
                  </a:moveTo>
                  <a:cubicBezTo>
                    <a:pt x="5319" y="2554"/>
                    <a:pt x="11064" y="4226"/>
                    <a:pt x="16627" y="5502"/>
                  </a:cubicBezTo>
                  <a:cubicBezTo>
                    <a:pt x="22523" y="6840"/>
                    <a:pt x="28663" y="9302"/>
                    <a:pt x="32554" y="12919"/>
                  </a:cubicBezTo>
                  <a:cubicBezTo>
                    <a:pt x="36931" y="17022"/>
                    <a:pt x="28906" y="28268"/>
                    <a:pt x="31247" y="33983"/>
                  </a:cubicBezTo>
                  <a:cubicBezTo>
                    <a:pt x="32615" y="37326"/>
                    <a:pt x="40031" y="46658"/>
                    <a:pt x="43679" y="46719"/>
                  </a:cubicBezTo>
                  <a:cubicBezTo>
                    <a:pt x="52433" y="46810"/>
                    <a:pt x="58117" y="33861"/>
                    <a:pt x="66628" y="31430"/>
                  </a:cubicBezTo>
                  <a:cubicBezTo>
                    <a:pt x="75108" y="28998"/>
                    <a:pt x="85078" y="33709"/>
                    <a:pt x="91066" y="38451"/>
                  </a:cubicBezTo>
                  <a:cubicBezTo>
                    <a:pt x="95899" y="42250"/>
                    <a:pt x="98847" y="48482"/>
                    <a:pt x="106446" y="48785"/>
                  </a:cubicBezTo>
                  <a:cubicBezTo>
                    <a:pt x="119030" y="49272"/>
                    <a:pt x="110853" y="62950"/>
                    <a:pt x="121826" y="64743"/>
                  </a:cubicBezTo>
                  <a:cubicBezTo>
                    <a:pt x="128088" y="65746"/>
                    <a:pt x="139121" y="61612"/>
                    <a:pt x="144684" y="64986"/>
                  </a:cubicBezTo>
                  <a:cubicBezTo>
                    <a:pt x="148666" y="67388"/>
                    <a:pt x="153559" y="7176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25"/>
            <p:cNvSpPr/>
            <p:nvPr/>
          </p:nvSpPr>
          <p:spPr>
            <a:xfrm>
              <a:off x="2975000" y="442550"/>
              <a:ext cx="3962850" cy="1791075"/>
            </a:xfrm>
            <a:custGeom>
              <a:rect b="b" l="l" r="r" t="t"/>
              <a:pathLst>
                <a:path extrusionOk="0" fill="none" h="71643" w="158514">
                  <a:moveTo>
                    <a:pt x="0" y="1"/>
                  </a:moveTo>
                  <a:cubicBezTo>
                    <a:pt x="5319" y="2523"/>
                    <a:pt x="11155" y="4134"/>
                    <a:pt x="16779" y="5259"/>
                  </a:cubicBezTo>
                  <a:cubicBezTo>
                    <a:pt x="22736" y="6475"/>
                    <a:pt x="29302" y="9058"/>
                    <a:pt x="33405" y="11672"/>
                  </a:cubicBezTo>
                  <a:cubicBezTo>
                    <a:pt x="37660" y="14378"/>
                    <a:pt x="30821" y="28968"/>
                    <a:pt x="31399" y="33314"/>
                  </a:cubicBezTo>
                  <a:cubicBezTo>
                    <a:pt x="31885" y="36931"/>
                    <a:pt x="40578" y="45624"/>
                    <a:pt x="44651" y="45472"/>
                  </a:cubicBezTo>
                  <a:cubicBezTo>
                    <a:pt x="53101" y="45168"/>
                    <a:pt x="58421" y="32828"/>
                    <a:pt x="67874" y="30852"/>
                  </a:cubicBezTo>
                  <a:cubicBezTo>
                    <a:pt x="76658" y="29028"/>
                    <a:pt x="86233" y="32706"/>
                    <a:pt x="91856" y="37509"/>
                  </a:cubicBezTo>
                  <a:cubicBezTo>
                    <a:pt x="96476" y="41491"/>
                    <a:pt x="98908" y="48542"/>
                    <a:pt x="106780" y="48755"/>
                  </a:cubicBezTo>
                  <a:cubicBezTo>
                    <a:pt x="112647" y="48907"/>
                    <a:pt x="114045" y="50184"/>
                    <a:pt x="115565" y="55503"/>
                  </a:cubicBezTo>
                  <a:cubicBezTo>
                    <a:pt x="116841" y="60062"/>
                    <a:pt x="116628" y="63132"/>
                    <a:pt x="122404" y="64044"/>
                  </a:cubicBezTo>
                  <a:cubicBezTo>
                    <a:pt x="128544" y="65047"/>
                    <a:pt x="139486" y="61278"/>
                    <a:pt x="144957" y="64804"/>
                  </a:cubicBezTo>
                  <a:cubicBezTo>
                    <a:pt x="148818" y="67296"/>
                    <a:pt x="153559" y="71643"/>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25"/>
            <p:cNvSpPr/>
            <p:nvPr/>
          </p:nvSpPr>
          <p:spPr>
            <a:xfrm>
              <a:off x="2975000" y="442550"/>
              <a:ext cx="3962100" cy="1789575"/>
            </a:xfrm>
            <a:custGeom>
              <a:rect b="b" l="l" r="r" t="t"/>
              <a:pathLst>
                <a:path extrusionOk="0" fill="none" h="71583" w="158484">
                  <a:moveTo>
                    <a:pt x="0" y="1"/>
                  </a:moveTo>
                  <a:cubicBezTo>
                    <a:pt x="5380" y="2463"/>
                    <a:pt x="11216" y="4043"/>
                    <a:pt x="16900" y="5016"/>
                  </a:cubicBezTo>
                  <a:cubicBezTo>
                    <a:pt x="22797" y="6049"/>
                    <a:pt x="29058" y="8724"/>
                    <a:pt x="34135" y="10457"/>
                  </a:cubicBezTo>
                  <a:cubicBezTo>
                    <a:pt x="39667" y="12372"/>
                    <a:pt x="32037" y="28846"/>
                    <a:pt x="31855" y="32463"/>
                  </a:cubicBezTo>
                  <a:cubicBezTo>
                    <a:pt x="31672" y="36597"/>
                    <a:pt x="40852" y="44712"/>
                    <a:pt x="45503" y="44074"/>
                  </a:cubicBezTo>
                  <a:cubicBezTo>
                    <a:pt x="54165" y="42889"/>
                    <a:pt x="59606" y="32038"/>
                    <a:pt x="69090" y="30335"/>
                  </a:cubicBezTo>
                  <a:cubicBezTo>
                    <a:pt x="77479" y="28846"/>
                    <a:pt x="87388" y="31703"/>
                    <a:pt x="92646" y="36566"/>
                  </a:cubicBezTo>
                  <a:cubicBezTo>
                    <a:pt x="97084" y="40670"/>
                    <a:pt x="98908" y="48634"/>
                    <a:pt x="107084" y="48725"/>
                  </a:cubicBezTo>
                  <a:cubicBezTo>
                    <a:pt x="112890" y="48816"/>
                    <a:pt x="114501" y="49910"/>
                    <a:pt x="116203" y="55229"/>
                  </a:cubicBezTo>
                  <a:cubicBezTo>
                    <a:pt x="117571" y="59606"/>
                    <a:pt x="117297" y="62555"/>
                    <a:pt x="122951" y="63436"/>
                  </a:cubicBezTo>
                  <a:cubicBezTo>
                    <a:pt x="129030" y="64378"/>
                    <a:pt x="139851" y="60944"/>
                    <a:pt x="145200" y="64622"/>
                  </a:cubicBezTo>
                  <a:cubicBezTo>
                    <a:pt x="148939" y="67205"/>
                    <a:pt x="153590" y="7158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25"/>
            <p:cNvSpPr/>
            <p:nvPr/>
          </p:nvSpPr>
          <p:spPr>
            <a:xfrm>
              <a:off x="2975000" y="442550"/>
              <a:ext cx="3962850" cy="1785000"/>
            </a:xfrm>
            <a:custGeom>
              <a:rect b="b" l="l" r="r" t="t"/>
              <a:pathLst>
                <a:path extrusionOk="0" fill="none" h="71400" w="158514">
                  <a:moveTo>
                    <a:pt x="0" y="1"/>
                  </a:moveTo>
                  <a:cubicBezTo>
                    <a:pt x="5411" y="2432"/>
                    <a:pt x="11307" y="3952"/>
                    <a:pt x="17052" y="4803"/>
                  </a:cubicBezTo>
                  <a:cubicBezTo>
                    <a:pt x="22949" y="5685"/>
                    <a:pt x="29028" y="8967"/>
                    <a:pt x="34682" y="9362"/>
                  </a:cubicBezTo>
                  <a:cubicBezTo>
                    <a:pt x="42007" y="9849"/>
                    <a:pt x="33557" y="28360"/>
                    <a:pt x="32858" y="31065"/>
                  </a:cubicBezTo>
                  <a:cubicBezTo>
                    <a:pt x="31308" y="36931"/>
                    <a:pt x="41095" y="43801"/>
                    <a:pt x="46141" y="42676"/>
                  </a:cubicBezTo>
                  <a:cubicBezTo>
                    <a:pt x="54925" y="40761"/>
                    <a:pt x="60731" y="31703"/>
                    <a:pt x="70245" y="29819"/>
                  </a:cubicBezTo>
                  <a:cubicBezTo>
                    <a:pt x="78451" y="28177"/>
                    <a:pt x="88573" y="30731"/>
                    <a:pt x="93497" y="35563"/>
                  </a:cubicBezTo>
                  <a:cubicBezTo>
                    <a:pt x="97753" y="39728"/>
                    <a:pt x="98969" y="48725"/>
                    <a:pt x="107419" y="48755"/>
                  </a:cubicBezTo>
                  <a:cubicBezTo>
                    <a:pt x="113163" y="48755"/>
                    <a:pt x="115018" y="49667"/>
                    <a:pt x="116872" y="54956"/>
                  </a:cubicBezTo>
                  <a:cubicBezTo>
                    <a:pt x="118331" y="59181"/>
                    <a:pt x="118027" y="61977"/>
                    <a:pt x="123559" y="62798"/>
                  </a:cubicBezTo>
                  <a:cubicBezTo>
                    <a:pt x="129638" y="63710"/>
                    <a:pt x="140459" y="60579"/>
                    <a:pt x="145504" y="64470"/>
                  </a:cubicBezTo>
                  <a:cubicBezTo>
                    <a:pt x="148939" y="67144"/>
                    <a:pt x="153802" y="7140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25"/>
            <p:cNvSpPr/>
            <p:nvPr/>
          </p:nvSpPr>
          <p:spPr>
            <a:xfrm>
              <a:off x="2975000" y="442550"/>
              <a:ext cx="3962100" cy="1781975"/>
            </a:xfrm>
            <a:custGeom>
              <a:rect b="b" l="l" r="r" t="t"/>
              <a:pathLst>
                <a:path extrusionOk="0" fill="none" h="71279" w="158484">
                  <a:moveTo>
                    <a:pt x="0" y="1"/>
                  </a:moveTo>
                  <a:cubicBezTo>
                    <a:pt x="5471" y="2402"/>
                    <a:pt x="11247" y="3922"/>
                    <a:pt x="17174" y="4560"/>
                  </a:cubicBezTo>
                  <a:cubicBezTo>
                    <a:pt x="23253" y="5198"/>
                    <a:pt x="29514" y="8420"/>
                    <a:pt x="35107" y="8177"/>
                  </a:cubicBezTo>
                  <a:cubicBezTo>
                    <a:pt x="44044" y="7782"/>
                    <a:pt x="35290" y="26718"/>
                    <a:pt x="34256" y="29089"/>
                  </a:cubicBezTo>
                  <a:cubicBezTo>
                    <a:pt x="31369" y="35959"/>
                    <a:pt x="40578" y="42980"/>
                    <a:pt x="46658" y="41247"/>
                  </a:cubicBezTo>
                  <a:cubicBezTo>
                    <a:pt x="55533" y="38785"/>
                    <a:pt x="61947" y="31490"/>
                    <a:pt x="71369" y="29180"/>
                  </a:cubicBezTo>
                  <a:cubicBezTo>
                    <a:pt x="79424" y="27174"/>
                    <a:pt x="89819" y="29697"/>
                    <a:pt x="94470" y="34439"/>
                  </a:cubicBezTo>
                  <a:cubicBezTo>
                    <a:pt x="98482" y="38573"/>
                    <a:pt x="99090" y="48785"/>
                    <a:pt x="107753" y="48694"/>
                  </a:cubicBezTo>
                  <a:cubicBezTo>
                    <a:pt x="113407" y="48634"/>
                    <a:pt x="115504" y="49424"/>
                    <a:pt x="117510" y="54652"/>
                  </a:cubicBezTo>
                  <a:cubicBezTo>
                    <a:pt x="119060" y="58694"/>
                    <a:pt x="118665" y="61400"/>
                    <a:pt x="124167" y="62160"/>
                  </a:cubicBezTo>
                  <a:cubicBezTo>
                    <a:pt x="130246" y="62980"/>
                    <a:pt x="140793" y="60245"/>
                    <a:pt x="145717" y="64257"/>
                  </a:cubicBezTo>
                  <a:cubicBezTo>
                    <a:pt x="149061" y="66962"/>
                    <a:pt x="153802" y="71278"/>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25"/>
            <p:cNvSpPr/>
            <p:nvPr/>
          </p:nvSpPr>
          <p:spPr>
            <a:xfrm>
              <a:off x="2975000" y="442550"/>
              <a:ext cx="3962850" cy="1781200"/>
            </a:xfrm>
            <a:custGeom>
              <a:rect b="b" l="l" r="r" t="t"/>
              <a:pathLst>
                <a:path extrusionOk="0" fill="none" h="71248" w="158514">
                  <a:moveTo>
                    <a:pt x="0" y="1"/>
                  </a:moveTo>
                  <a:cubicBezTo>
                    <a:pt x="5502" y="2371"/>
                    <a:pt x="11338" y="3830"/>
                    <a:pt x="17326" y="4347"/>
                  </a:cubicBezTo>
                  <a:cubicBezTo>
                    <a:pt x="23405" y="4833"/>
                    <a:pt x="29484" y="7478"/>
                    <a:pt x="35381" y="7083"/>
                  </a:cubicBezTo>
                  <a:cubicBezTo>
                    <a:pt x="46171" y="6384"/>
                    <a:pt x="37660" y="22007"/>
                    <a:pt x="36080" y="26718"/>
                  </a:cubicBezTo>
                  <a:cubicBezTo>
                    <a:pt x="34560" y="31247"/>
                    <a:pt x="33192" y="34591"/>
                    <a:pt x="37387" y="37934"/>
                  </a:cubicBezTo>
                  <a:cubicBezTo>
                    <a:pt x="40062" y="40032"/>
                    <a:pt x="43983" y="40913"/>
                    <a:pt x="47144" y="39940"/>
                  </a:cubicBezTo>
                  <a:cubicBezTo>
                    <a:pt x="52007" y="38421"/>
                    <a:pt x="55959" y="34864"/>
                    <a:pt x="60548" y="32524"/>
                  </a:cubicBezTo>
                  <a:cubicBezTo>
                    <a:pt x="64409" y="30579"/>
                    <a:pt x="68360" y="29758"/>
                    <a:pt x="72403" y="28512"/>
                  </a:cubicBezTo>
                  <a:cubicBezTo>
                    <a:pt x="80275" y="26080"/>
                    <a:pt x="91187" y="28724"/>
                    <a:pt x="95503" y="33314"/>
                  </a:cubicBezTo>
                  <a:cubicBezTo>
                    <a:pt x="99303" y="37296"/>
                    <a:pt x="99212" y="48877"/>
                    <a:pt x="108118" y="48694"/>
                  </a:cubicBezTo>
                  <a:cubicBezTo>
                    <a:pt x="113589" y="48573"/>
                    <a:pt x="115990" y="49302"/>
                    <a:pt x="118148" y="54409"/>
                  </a:cubicBezTo>
                  <a:cubicBezTo>
                    <a:pt x="119820" y="58299"/>
                    <a:pt x="119364" y="60974"/>
                    <a:pt x="124805" y="61612"/>
                  </a:cubicBezTo>
                  <a:cubicBezTo>
                    <a:pt x="130519" y="62281"/>
                    <a:pt x="141249" y="59819"/>
                    <a:pt x="145991" y="64135"/>
                  </a:cubicBezTo>
                  <a:cubicBezTo>
                    <a:pt x="149213" y="67023"/>
                    <a:pt x="153863" y="71248"/>
                    <a:pt x="158514" y="68695"/>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25"/>
            <p:cNvSpPr/>
            <p:nvPr/>
          </p:nvSpPr>
          <p:spPr>
            <a:xfrm>
              <a:off x="2975000" y="442550"/>
              <a:ext cx="3962100" cy="1777400"/>
            </a:xfrm>
            <a:custGeom>
              <a:rect b="b" l="l" r="r" t="t"/>
              <a:pathLst>
                <a:path extrusionOk="0" fill="none" h="71096" w="158484">
                  <a:moveTo>
                    <a:pt x="0" y="1"/>
                  </a:moveTo>
                  <a:cubicBezTo>
                    <a:pt x="5532" y="2341"/>
                    <a:pt x="11429" y="3739"/>
                    <a:pt x="17447" y="4104"/>
                  </a:cubicBezTo>
                  <a:cubicBezTo>
                    <a:pt x="23496" y="4469"/>
                    <a:pt x="29484" y="6596"/>
                    <a:pt x="35533" y="6049"/>
                  </a:cubicBezTo>
                  <a:cubicBezTo>
                    <a:pt x="47357" y="4955"/>
                    <a:pt x="40822" y="16809"/>
                    <a:pt x="38208" y="23983"/>
                  </a:cubicBezTo>
                  <a:cubicBezTo>
                    <a:pt x="36657" y="28329"/>
                    <a:pt x="33557" y="33253"/>
                    <a:pt x="37691" y="36962"/>
                  </a:cubicBezTo>
                  <a:cubicBezTo>
                    <a:pt x="40244" y="39272"/>
                    <a:pt x="44591" y="39636"/>
                    <a:pt x="47661" y="38603"/>
                  </a:cubicBezTo>
                  <a:cubicBezTo>
                    <a:pt x="52646" y="36931"/>
                    <a:pt x="56901" y="33557"/>
                    <a:pt x="61764" y="31460"/>
                  </a:cubicBezTo>
                  <a:cubicBezTo>
                    <a:pt x="65533" y="29819"/>
                    <a:pt x="69576" y="29150"/>
                    <a:pt x="73375" y="27721"/>
                  </a:cubicBezTo>
                  <a:cubicBezTo>
                    <a:pt x="80974" y="24864"/>
                    <a:pt x="92464" y="27721"/>
                    <a:pt x="96659" y="32068"/>
                  </a:cubicBezTo>
                  <a:cubicBezTo>
                    <a:pt x="100884" y="36445"/>
                    <a:pt x="98634" y="48512"/>
                    <a:pt x="108452" y="48664"/>
                  </a:cubicBezTo>
                  <a:cubicBezTo>
                    <a:pt x="114014" y="48755"/>
                    <a:pt x="116416" y="49150"/>
                    <a:pt x="118756" y="54105"/>
                  </a:cubicBezTo>
                  <a:cubicBezTo>
                    <a:pt x="120550" y="57874"/>
                    <a:pt x="120002" y="60488"/>
                    <a:pt x="125413" y="61035"/>
                  </a:cubicBezTo>
                  <a:cubicBezTo>
                    <a:pt x="131158" y="61643"/>
                    <a:pt x="141553" y="59454"/>
                    <a:pt x="146234" y="63922"/>
                  </a:cubicBezTo>
                  <a:cubicBezTo>
                    <a:pt x="149334" y="66871"/>
                    <a:pt x="153894" y="71096"/>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25"/>
            <p:cNvSpPr/>
            <p:nvPr/>
          </p:nvSpPr>
          <p:spPr>
            <a:xfrm>
              <a:off x="2975000" y="442550"/>
              <a:ext cx="3962850" cy="1775125"/>
            </a:xfrm>
            <a:custGeom>
              <a:rect b="b" l="l" r="r" t="t"/>
              <a:pathLst>
                <a:path extrusionOk="0" fill="none" h="71005" w="158514">
                  <a:moveTo>
                    <a:pt x="0" y="1"/>
                  </a:moveTo>
                  <a:cubicBezTo>
                    <a:pt x="5593" y="2311"/>
                    <a:pt x="11520" y="3648"/>
                    <a:pt x="17569" y="3861"/>
                  </a:cubicBezTo>
                  <a:cubicBezTo>
                    <a:pt x="23587" y="4074"/>
                    <a:pt x="29636" y="5837"/>
                    <a:pt x="35594" y="5046"/>
                  </a:cubicBezTo>
                  <a:cubicBezTo>
                    <a:pt x="47569" y="3466"/>
                    <a:pt x="43800" y="12280"/>
                    <a:pt x="40578" y="20974"/>
                  </a:cubicBezTo>
                  <a:cubicBezTo>
                    <a:pt x="39059" y="25107"/>
                    <a:pt x="34773" y="31916"/>
                    <a:pt x="38268" y="35867"/>
                  </a:cubicBezTo>
                  <a:cubicBezTo>
                    <a:pt x="40548" y="38451"/>
                    <a:pt x="45381" y="38208"/>
                    <a:pt x="48238" y="37296"/>
                  </a:cubicBezTo>
                  <a:cubicBezTo>
                    <a:pt x="53405" y="35624"/>
                    <a:pt x="57965" y="32281"/>
                    <a:pt x="63102" y="30366"/>
                  </a:cubicBezTo>
                  <a:cubicBezTo>
                    <a:pt x="66780" y="28968"/>
                    <a:pt x="70701" y="28420"/>
                    <a:pt x="74257" y="26840"/>
                  </a:cubicBezTo>
                  <a:cubicBezTo>
                    <a:pt x="81552" y="23588"/>
                    <a:pt x="94075" y="26779"/>
                    <a:pt x="97935" y="30791"/>
                  </a:cubicBezTo>
                  <a:cubicBezTo>
                    <a:pt x="101887" y="34895"/>
                    <a:pt x="98938" y="48542"/>
                    <a:pt x="108817" y="48664"/>
                  </a:cubicBezTo>
                  <a:cubicBezTo>
                    <a:pt x="114227" y="48694"/>
                    <a:pt x="116872" y="49029"/>
                    <a:pt x="119364" y="53801"/>
                  </a:cubicBezTo>
                  <a:cubicBezTo>
                    <a:pt x="121249" y="57448"/>
                    <a:pt x="120702" y="60032"/>
                    <a:pt x="126021" y="60518"/>
                  </a:cubicBezTo>
                  <a:cubicBezTo>
                    <a:pt x="131826" y="61035"/>
                    <a:pt x="141857" y="59120"/>
                    <a:pt x="146507" y="63771"/>
                  </a:cubicBezTo>
                  <a:cubicBezTo>
                    <a:pt x="149456" y="66719"/>
                    <a:pt x="153924" y="7100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25"/>
            <p:cNvSpPr/>
            <p:nvPr/>
          </p:nvSpPr>
          <p:spPr>
            <a:xfrm>
              <a:off x="2975000" y="442550"/>
              <a:ext cx="3962850" cy="1772850"/>
            </a:xfrm>
            <a:custGeom>
              <a:rect b="b" l="l" r="r" t="t"/>
              <a:pathLst>
                <a:path extrusionOk="0" fill="none" h="70914" w="158514">
                  <a:moveTo>
                    <a:pt x="0" y="1"/>
                  </a:moveTo>
                  <a:cubicBezTo>
                    <a:pt x="5623" y="2280"/>
                    <a:pt x="11611" y="3526"/>
                    <a:pt x="17690" y="3648"/>
                  </a:cubicBezTo>
                  <a:cubicBezTo>
                    <a:pt x="23648" y="3709"/>
                    <a:pt x="29636" y="5016"/>
                    <a:pt x="35563" y="4104"/>
                  </a:cubicBezTo>
                  <a:cubicBezTo>
                    <a:pt x="47022" y="2371"/>
                    <a:pt x="46627" y="7843"/>
                    <a:pt x="43101" y="17812"/>
                  </a:cubicBezTo>
                  <a:cubicBezTo>
                    <a:pt x="41733" y="21612"/>
                    <a:pt x="36232" y="30670"/>
                    <a:pt x="39028" y="34621"/>
                  </a:cubicBezTo>
                  <a:cubicBezTo>
                    <a:pt x="41004" y="37387"/>
                    <a:pt x="46293" y="36901"/>
                    <a:pt x="48968" y="35989"/>
                  </a:cubicBezTo>
                  <a:cubicBezTo>
                    <a:pt x="57235" y="33071"/>
                    <a:pt x="67235" y="29667"/>
                    <a:pt x="75108" y="25867"/>
                  </a:cubicBezTo>
                  <a:cubicBezTo>
                    <a:pt x="82008" y="22524"/>
                    <a:pt x="95655" y="25746"/>
                    <a:pt x="99303" y="29484"/>
                  </a:cubicBezTo>
                  <a:cubicBezTo>
                    <a:pt x="103042" y="33284"/>
                    <a:pt x="99546" y="48573"/>
                    <a:pt x="109242" y="48573"/>
                  </a:cubicBezTo>
                  <a:cubicBezTo>
                    <a:pt x="114379" y="48573"/>
                    <a:pt x="117328" y="48968"/>
                    <a:pt x="119942" y="53527"/>
                  </a:cubicBezTo>
                  <a:cubicBezTo>
                    <a:pt x="121948" y="57023"/>
                    <a:pt x="121340" y="59606"/>
                    <a:pt x="126629" y="60032"/>
                  </a:cubicBezTo>
                  <a:cubicBezTo>
                    <a:pt x="132495" y="60488"/>
                    <a:pt x="142130" y="58725"/>
                    <a:pt x="146751" y="63558"/>
                  </a:cubicBezTo>
                  <a:cubicBezTo>
                    <a:pt x="149608" y="66567"/>
                    <a:pt x="153985" y="70913"/>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25"/>
            <p:cNvSpPr/>
            <p:nvPr/>
          </p:nvSpPr>
          <p:spPr>
            <a:xfrm>
              <a:off x="2975000" y="442550"/>
              <a:ext cx="3962100" cy="1769800"/>
            </a:xfrm>
            <a:custGeom>
              <a:rect b="b" l="l" r="r" t="t"/>
              <a:pathLst>
                <a:path extrusionOk="0" fill="none" h="70792" w="158484">
                  <a:moveTo>
                    <a:pt x="0" y="1"/>
                  </a:moveTo>
                  <a:cubicBezTo>
                    <a:pt x="5654" y="2280"/>
                    <a:pt x="11703" y="3435"/>
                    <a:pt x="17812" y="3405"/>
                  </a:cubicBezTo>
                  <a:cubicBezTo>
                    <a:pt x="23709" y="3344"/>
                    <a:pt x="29606" y="4165"/>
                    <a:pt x="35502" y="3192"/>
                  </a:cubicBezTo>
                  <a:cubicBezTo>
                    <a:pt x="37660" y="2858"/>
                    <a:pt x="42463" y="1976"/>
                    <a:pt x="44621" y="2949"/>
                  </a:cubicBezTo>
                  <a:cubicBezTo>
                    <a:pt x="49545" y="5168"/>
                    <a:pt x="46840" y="10913"/>
                    <a:pt x="45624" y="14742"/>
                  </a:cubicBezTo>
                  <a:cubicBezTo>
                    <a:pt x="43557" y="21369"/>
                    <a:pt x="34135" y="40001"/>
                    <a:pt x="49819" y="34652"/>
                  </a:cubicBezTo>
                  <a:cubicBezTo>
                    <a:pt x="58299" y="31734"/>
                    <a:pt x="67935" y="28177"/>
                    <a:pt x="76050" y="24864"/>
                  </a:cubicBezTo>
                  <a:cubicBezTo>
                    <a:pt x="83072" y="21977"/>
                    <a:pt x="96051" y="24347"/>
                    <a:pt x="100762" y="28117"/>
                  </a:cubicBezTo>
                  <a:cubicBezTo>
                    <a:pt x="105716" y="32098"/>
                    <a:pt x="98908" y="48299"/>
                    <a:pt x="109698" y="48482"/>
                  </a:cubicBezTo>
                  <a:cubicBezTo>
                    <a:pt x="114653" y="48573"/>
                    <a:pt x="117753" y="48846"/>
                    <a:pt x="120458" y="53254"/>
                  </a:cubicBezTo>
                  <a:cubicBezTo>
                    <a:pt x="122586" y="56628"/>
                    <a:pt x="121948" y="59242"/>
                    <a:pt x="127176" y="59576"/>
                  </a:cubicBezTo>
                  <a:cubicBezTo>
                    <a:pt x="133133" y="60001"/>
                    <a:pt x="142404" y="58360"/>
                    <a:pt x="146963" y="63375"/>
                  </a:cubicBezTo>
                  <a:cubicBezTo>
                    <a:pt x="149699" y="66385"/>
                    <a:pt x="153985" y="70792"/>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25"/>
            <p:cNvSpPr/>
            <p:nvPr/>
          </p:nvSpPr>
          <p:spPr>
            <a:xfrm>
              <a:off x="2975000" y="442550"/>
              <a:ext cx="3963625" cy="1767525"/>
            </a:xfrm>
            <a:custGeom>
              <a:rect b="b" l="l" r="r" t="t"/>
              <a:pathLst>
                <a:path extrusionOk="0" fill="none" h="70701" w="158545">
                  <a:moveTo>
                    <a:pt x="0" y="1"/>
                  </a:moveTo>
                  <a:cubicBezTo>
                    <a:pt x="5715" y="2250"/>
                    <a:pt x="11794" y="3314"/>
                    <a:pt x="17934" y="3192"/>
                  </a:cubicBezTo>
                  <a:cubicBezTo>
                    <a:pt x="23770" y="2979"/>
                    <a:pt x="29575" y="3314"/>
                    <a:pt x="35411" y="2341"/>
                  </a:cubicBezTo>
                  <a:cubicBezTo>
                    <a:pt x="44439" y="791"/>
                    <a:pt x="50518" y="2371"/>
                    <a:pt x="48147" y="11916"/>
                  </a:cubicBezTo>
                  <a:cubicBezTo>
                    <a:pt x="46627" y="18086"/>
                    <a:pt x="34894" y="38725"/>
                    <a:pt x="50883" y="33253"/>
                  </a:cubicBezTo>
                  <a:cubicBezTo>
                    <a:pt x="59697" y="30244"/>
                    <a:pt x="68482" y="26688"/>
                    <a:pt x="77418" y="23922"/>
                  </a:cubicBezTo>
                  <a:cubicBezTo>
                    <a:pt x="84227" y="21794"/>
                    <a:pt x="97601" y="22585"/>
                    <a:pt x="102312" y="26779"/>
                  </a:cubicBezTo>
                  <a:cubicBezTo>
                    <a:pt x="107510" y="31399"/>
                    <a:pt x="99394" y="48056"/>
                    <a:pt x="110276" y="48330"/>
                  </a:cubicBezTo>
                  <a:cubicBezTo>
                    <a:pt x="115200" y="48451"/>
                    <a:pt x="117966" y="49181"/>
                    <a:pt x="120945" y="52889"/>
                  </a:cubicBezTo>
                  <a:cubicBezTo>
                    <a:pt x="123376" y="55928"/>
                    <a:pt x="122464" y="58877"/>
                    <a:pt x="127784" y="59150"/>
                  </a:cubicBezTo>
                  <a:cubicBezTo>
                    <a:pt x="133711" y="59454"/>
                    <a:pt x="142769" y="58026"/>
                    <a:pt x="147267" y="63223"/>
                  </a:cubicBezTo>
                  <a:cubicBezTo>
                    <a:pt x="149881" y="66202"/>
                    <a:pt x="154076" y="70701"/>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25"/>
            <p:cNvSpPr/>
            <p:nvPr/>
          </p:nvSpPr>
          <p:spPr>
            <a:xfrm>
              <a:off x="2975000" y="442550"/>
              <a:ext cx="3962850" cy="1765250"/>
            </a:xfrm>
            <a:custGeom>
              <a:rect b="b" l="l" r="r" t="t"/>
              <a:pathLst>
                <a:path extrusionOk="0" fill="none" h="70610" w="158514">
                  <a:moveTo>
                    <a:pt x="0" y="1"/>
                  </a:moveTo>
                  <a:cubicBezTo>
                    <a:pt x="5745" y="2219"/>
                    <a:pt x="11885" y="3223"/>
                    <a:pt x="18025" y="2949"/>
                  </a:cubicBezTo>
                  <a:cubicBezTo>
                    <a:pt x="23800" y="2645"/>
                    <a:pt x="29514" y="2493"/>
                    <a:pt x="35259" y="1490"/>
                  </a:cubicBezTo>
                  <a:cubicBezTo>
                    <a:pt x="38056" y="1004"/>
                    <a:pt x="42189" y="396"/>
                    <a:pt x="44986" y="1064"/>
                  </a:cubicBezTo>
                  <a:cubicBezTo>
                    <a:pt x="50183" y="2280"/>
                    <a:pt x="51065" y="4803"/>
                    <a:pt x="50487" y="9454"/>
                  </a:cubicBezTo>
                  <a:cubicBezTo>
                    <a:pt x="49728" y="14986"/>
                    <a:pt x="36627" y="36870"/>
                    <a:pt x="52068" y="31825"/>
                  </a:cubicBezTo>
                  <a:cubicBezTo>
                    <a:pt x="60944" y="28937"/>
                    <a:pt x="69910" y="25533"/>
                    <a:pt x="79029" y="23010"/>
                  </a:cubicBezTo>
                  <a:cubicBezTo>
                    <a:pt x="86111" y="21095"/>
                    <a:pt x="98969" y="21551"/>
                    <a:pt x="103893" y="25472"/>
                  </a:cubicBezTo>
                  <a:cubicBezTo>
                    <a:pt x="109212" y="29697"/>
                    <a:pt x="100093" y="47661"/>
                    <a:pt x="110823" y="48147"/>
                  </a:cubicBezTo>
                  <a:cubicBezTo>
                    <a:pt x="115595" y="48360"/>
                    <a:pt x="118422" y="49120"/>
                    <a:pt x="121431" y="52646"/>
                  </a:cubicBezTo>
                  <a:cubicBezTo>
                    <a:pt x="123923" y="55594"/>
                    <a:pt x="123103" y="58542"/>
                    <a:pt x="128300" y="58786"/>
                  </a:cubicBezTo>
                  <a:cubicBezTo>
                    <a:pt x="134288" y="59059"/>
                    <a:pt x="143042" y="57783"/>
                    <a:pt x="147480" y="63041"/>
                  </a:cubicBezTo>
                  <a:cubicBezTo>
                    <a:pt x="150003" y="65989"/>
                    <a:pt x="154076" y="7061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25"/>
            <p:cNvSpPr/>
            <p:nvPr/>
          </p:nvSpPr>
          <p:spPr>
            <a:xfrm>
              <a:off x="2975000" y="428125"/>
              <a:ext cx="3962850" cy="1777400"/>
            </a:xfrm>
            <a:custGeom>
              <a:rect b="b" l="l" r="r" t="t"/>
              <a:pathLst>
                <a:path extrusionOk="0" fill="none" h="71096" w="158514">
                  <a:moveTo>
                    <a:pt x="0" y="578"/>
                  </a:moveTo>
                  <a:cubicBezTo>
                    <a:pt x="5715" y="2705"/>
                    <a:pt x="12128" y="3769"/>
                    <a:pt x="18146" y="3313"/>
                  </a:cubicBezTo>
                  <a:cubicBezTo>
                    <a:pt x="23861" y="2888"/>
                    <a:pt x="29484" y="2219"/>
                    <a:pt x="35138" y="1246"/>
                  </a:cubicBezTo>
                  <a:cubicBezTo>
                    <a:pt x="42554" y="0"/>
                    <a:pt x="52281" y="1489"/>
                    <a:pt x="52585" y="7994"/>
                  </a:cubicBezTo>
                  <a:cubicBezTo>
                    <a:pt x="52767" y="12523"/>
                    <a:pt x="39211" y="35350"/>
                    <a:pt x="53436" y="30882"/>
                  </a:cubicBezTo>
                  <a:cubicBezTo>
                    <a:pt x="62372" y="28086"/>
                    <a:pt x="71673" y="25137"/>
                    <a:pt x="80914" y="22736"/>
                  </a:cubicBezTo>
                  <a:cubicBezTo>
                    <a:pt x="88604" y="20760"/>
                    <a:pt x="100032" y="21551"/>
                    <a:pt x="105443" y="24803"/>
                  </a:cubicBezTo>
                  <a:cubicBezTo>
                    <a:pt x="111674" y="28511"/>
                    <a:pt x="99941" y="47508"/>
                    <a:pt x="111431" y="48511"/>
                  </a:cubicBezTo>
                  <a:cubicBezTo>
                    <a:pt x="116081" y="48937"/>
                    <a:pt x="118847" y="49606"/>
                    <a:pt x="121887" y="52980"/>
                  </a:cubicBezTo>
                  <a:cubicBezTo>
                    <a:pt x="124440" y="55837"/>
                    <a:pt x="123741" y="58785"/>
                    <a:pt x="128787" y="58998"/>
                  </a:cubicBezTo>
                  <a:cubicBezTo>
                    <a:pt x="134836" y="59271"/>
                    <a:pt x="143316" y="58147"/>
                    <a:pt x="147723" y="63436"/>
                  </a:cubicBezTo>
                  <a:cubicBezTo>
                    <a:pt x="150125" y="66323"/>
                    <a:pt x="154106" y="71095"/>
                    <a:pt x="158514" y="6924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25"/>
            <p:cNvSpPr/>
            <p:nvPr/>
          </p:nvSpPr>
          <p:spPr>
            <a:xfrm>
              <a:off x="2975000" y="412925"/>
              <a:ext cx="3962850" cy="1789550"/>
            </a:xfrm>
            <a:custGeom>
              <a:rect b="b" l="l" r="r" t="t"/>
              <a:pathLst>
                <a:path extrusionOk="0" fill="none" h="71582" w="158514">
                  <a:moveTo>
                    <a:pt x="0" y="1186"/>
                  </a:moveTo>
                  <a:cubicBezTo>
                    <a:pt x="5745" y="3283"/>
                    <a:pt x="12219" y="4286"/>
                    <a:pt x="18238" y="3678"/>
                  </a:cubicBezTo>
                  <a:cubicBezTo>
                    <a:pt x="23891" y="3131"/>
                    <a:pt x="29454" y="1976"/>
                    <a:pt x="35046" y="1034"/>
                  </a:cubicBezTo>
                  <a:cubicBezTo>
                    <a:pt x="41308" y="0"/>
                    <a:pt x="52980" y="638"/>
                    <a:pt x="54317" y="7082"/>
                  </a:cubicBezTo>
                  <a:cubicBezTo>
                    <a:pt x="55260" y="11672"/>
                    <a:pt x="42159" y="33557"/>
                    <a:pt x="54895" y="29879"/>
                  </a:cubicBezTo>
                  <a:cubicBezTo>
                    <a:pt x="64044" y="27204"/>
                    <a:pt x="73588" y="24864"/>
                    <a:pt x="82950" y="22523"/>
                  </a:cubicBezTo>
                  <a:cubicBezTo>
                    <a:pt x="90488" y="20608"/>
                    <a:pt x="101248" y="21186"/>
                    <a:pt x="106932" y="24256"/>
                  </a:cubicBezTo>
                  <a:cubicBezTo>
                    <a:pt x="113862" y="27964"/>
                    <a:pt x="100762" y="47478"/>
                    <a:pt x="112069" y="48876"/>
                  </a:cubicBezTo>
                  <a:cubicBezTo>
                    <a:pt x="116264" y="49363"/>
                    <a:pt x="119729" y="49879"/>
                    <a:pt x="122343" y="53344"/>
                  </a:cubicBezTo>
                  <a:cubicBezTo>
                    <a:pt x="124562" y="56354"/>
                    <a:pt x="124653" y="59089"/>
                    <a:pt x="129273" y="59272"/>
                  </a:cubicBezTo>
                  <a:cubicBezTo>
                    <a:pt x="135352" y="59545"/>
                    <a:pt x="143620" y="58603"/>
                    <a:pt x="147936" y="63861"/>
                  </a:cubicBezTo>
                  <a:cubicBezTo>
                    <a:pt x="150277" y="66688"/>
                    <a:pt x="154137" y="71582"/>
                    <a:pt x="158514" y="6984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25"/>
            <p:cNvSpPr/>
            <p:nvPr/>
          </p:nvSpPr>
          <p:spPr>
            <a:xfrm>
              <a:off x="2975000" y="386325"/>
              <a:ext cx="3962850" cy="1813875"/>
            </a:xfrm>
            <a:custGeom>
              <a:rect b="b" l="l" r="r" t="t"/>
              <a:pathLst>
                <a:path extrusionOk="0" fill="none" h="72555" w="158514">
                  <a:moveTo>
                    <a:pt x="0" y="2250"/>
                  </a:moveTo>
                  <a:cubicBezTo>
                    <a:pt x="5806" y="4286"/>
                    <a:pt x="12371" y="5259"/>
                    <a:pt x="18390" y="4529"/>
                  </a:cubicBezTo>
                  <a:cubicBezTo>
                    <a:pt x="23982" y="3830"/>
                    <a:pt x="29423" y="2250"/>
                    <a:pt x="35046" y="1307"/>
                  </a:cubicBezTo>
                  <a:cubicBezTo>
                    <a:pt x="42767" y="0"/>
                    <a:pt x="52402" y="2067"/>
                    <a:pt x="55685" y="7174"/>
                  </a:cubicBezTo>
                  <a:cubicBezTo>
                    <a:pt x="57570" y="10183"/>
                    <a:pt x="46658" y="32159"/>
                    <a:pt x="56719" y="29271"/>
                  </a:cubicBezTo>
                  <a:cubicBezTo>
                    <a:pt x="65442" y="26748"/>
                    <a:pt x="75746" y="25077"/>
                    <a:pt x="85139" y="22736"/>
                  </a:cubicBezTo>
                  <a:cubicBezTo>
                    <a:pt x="92494" y="20882"/>
                    <a:pt x="102099" y="21338"/>
                    <a:pt x="108300" y="24317"/>
                  </a:cubicBezTo>
                  <a:cubicBezTo>
                    <a:pt x="116477" y="28207"/>
                    <a:pt x="101765" y="47873"/>
                    <a:pt x="112799" y="49636"/>
                  </a:cubicBezTo>
                  <a:cubicBezTo>
                    <a:pt x="116780" y="50275"/>
                    <a:pt x="120215" y="50852"/>
                    <a:pt x="122768" y="54165"/>
                  </a:cubicBezTo>
                  <a:cubicBezTo>
                    <a:pt x="125048" y="57083"/>
                    <a:pt x="125200" y="59849"/>
                    <a:pt x="129729" y="60032"/>
                  </a:cubicBezTo>
                  <a:cubicBezTo>
                    <a:pt x="135839" y="60336"/>
                    <a:pt x="143893" y="59545"/>
                    <a:pt x="148179" y="64773"/>
                  </a:cubicBezTo>
                  <a:cubicBezTo>
                    <a:pt x="150459" y="67539"/>
                    <a:pt x="154167" y="72555"/>
                    <a:pt x="158514" y="7091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25"/>
            <p:cNvSpPr/>
            <p:nvPr/>
          </p:nvSpPr>
          <p:spPr>
            <a:xfrm>
              <a:off x="2975000" y="367325"/>
              <a:ext cx="3962850" cy="1829825"/>
            </a:xfrm>
            <a:custGeom>
              <a:rect b="b" l="l" r="r" t="t"/>
              <a:pathLst>
                <a:path extrusionOk="0" fill="none" h="73193" w="158514">
                  <a:moveTo>
                    <a:pt x="0" y="3010"/>
                  </a:moveTo>
                  <a:cubicBezTo>
                    <a:pt x="5836" y="5016"/>
                    <a:pt x="12432" y="5897"/>
                    <a:pt x="18481" y="5046"/>
                  </a:cubicBezTo>
                  <a:cubicBezTo>
                    <a:pt x="24104" y="4286"/>
                    <a:pt x="29514" y="2067"/>
                    <a:pt x="35077" y="1216"/>
                  </a:cubicBezTo>
                  <a:cubicBezTo>
                    <a:pt x="43010" y="0"/>
                    <a:pt x="51703" y="2584"/>
                    <a:pt x="56719" y="7447"/>
                  </a:cubicBezTo>
                  <a:cubicBezTo>
                    <a:pt x="60123" y="10791"/>
                    <a:pt x="50335" y="30396"/>
                    <a:pt x="58998" y="28360"/>
                  </a:cubicBezTo>
                  <a:cubicBezTo>
                    <a:pt x="67722" y="26293"/>
                    <a:pt x="78056" y="25016"/>
                    <a:pt x="87357" y="22615"/>
                  </a:cubicBezTo>
                  <a:cubicBezTo>
                    <a:pt x="94531" y="20761"/>
                    <a:pt x="103224" y="21065"/>
                    <a:pt x="109546" y="24104"/>
                  </a:cubicBezTo>
                  <a:cubicBezTo>
                    <a:pt x="118209" y="28268"/>
                    <a:pt x="103376" y="47965"/>
                    <a:pt x="113559" y="50062"/>
                  </a:cubicBezTo>
                  <a:cubicBezTo>
                    <a:pt x="117328" y="50822"/>
                    <a:pt x="120671" y="51551"/>
                    <a:pt x="123194" y="54682"/>
                  </a:cubicBezTo>
                  <a:cubicBezTo>
                    <a:pt x="125474" y="57539"/>
                    <a:pt x="125717" y="60305"/>
                    <a:pt x="130155" y="60518"/>
                  </a:cubicBezTo>
                  <a:cubicBezTo>
                    <a:pt x="136295" y="60852"/>
                    <a:pt x="144137" y="60214"/>
                    <a:pt x="148392" y="65381"/>
                  </a:cubicBezTo>
                  <a:cubicBezTo>
                    <a:pt x="150611" y="68056"/>
                    <a:pt x="154228" y="73193"/>
                    <a:pt x="158514" y="7167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25"/>
            <p:cNvSpPr/>
            <p:nvPr/>
          </p:nvSpPr>
          <p:spPr>
            <a:xfrm>
              <a:off x="2975000" y="347575"/>
              <a:ext cx="3962850" cy="1845775"/>
            </a:xfrm>
            <a:custGeom>
              <a:rect b="b" l="l" r="r" t="t"/>
              <a:pathLst>
                <a:path extrusionOk="0" fill="none" h="73831" w="158514">
                  <a:moveTo>
                    <a:pt x="0" y="3800"/>
                  </a:moveTo>
                  <a:cubicBezTo>
                    <a:pt x="5867" y="5775"/>
                    <a:pt x="12554" y="6566"/>
                    <a:pt x="18602" y="5623"/>
                  </a:cubicBezTo>
                  <a:cubicBezTo>
                    <a:pt x="24256" y="4711"/>
                    <a:pt x="29575" y="1915"/>
                    <a:pt x="35229" y="1125"/>
                  </a:cubicBezTo>
                  <a:cubicBezTo>
                    <a:pt x="43284" y="0"/>
                    <a:pt x="51217" y="3404"/>
                    <a:pt x="57448" y="7903"/>
                  </a:cubicBezTo>
                  <a:cubicBezTo>
                    <a:pt x="62129" y="11247"/>
                    <a:pt x="59454" y="16353"/>
                    <a:pt x="58421" y="20852"/>
                  </a:cubicBezTo>
                  <a:cubicBezTo>
                    <a:pt x="57782" y="23587"/>
                    <a:pt x="56506" y="28420"/>
                    <a:pt x="61582" y="27599"/>
                  </a:cubicBezTo>
                  <a:cubicBezTo>
                    <a:pt x="70305" y="26171"/>
                    <a:pt x="80366" y="24925"/>
                    <a:pt x="89516" y="22493"/>
                  </a:cubicBezTo>
                  <a:cubicBezTo>
                    <a:pt x="96628" y="20639"/>
                    <a:pt x="104501" y="20700"/>
                    <a:pt x="110732" y="23952"/>
                  </a:cubicBezTo>
                  <a:cubicBezTo>
                    <a:pt x="119698" y="28663"/>
                    <a:pt x="104501" y="47600"/>
                    <a:pt x="114379" y="50487"/>
                  </a:cubicBezTo>
                  <a:cubicBezTo>
                    <a:pt x="117996" y="51551"/>
                    <a:pt x="121157" y="52250"/>
                    <a:pt x="123619" y="55229"/>
                  </a:cubicBezTo>
                  <a:cubicBezTo>
                    <a:pt x="125899" y="57995"/>
                    <a:pt x="126203" y="60791"/>
                    <a:pt x="130550" y="61065"/>
                  </a:cubicBezTo>
                  <a:cubicBezTo>
                    <a:pt x="136659" y="61399"/>
                    <a:pt x="144380" y="60913"/>
                    <a:pt x="148605" y="65989"/>
                  </a:cubicBezTo>
                  <a:cubicBezTo>
                    <a:pt x="150793" y="68603"/>
                    <a:pt x="154258" y="73831"/>
                    <a:pt x="158514" y="7246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25"/>
            <p:cNvSpPr/>
            <p:nvPr/>
          </p:nvSpPr>
          <p:spPr>
            <a:xfrm>
              <a:off x="2975000" y="324000"/>
              <a:ext cx="3962850" cy="1867075"/>
            </a:xfrm>
            <a:custGeom>
              <a:rect b="b" l="l" r="r" t="t"/>
              <a:pathLst>
                <a:path extrusionOk="0" fill="none" h="74683" w="158514">
                  <a:moveTo>
                    <a:pt x="0" y="4743"/>
                  </a:moveTo>
                  <a:cubicBezTo>
                    <a:pt x="5897" y="6688"/>
                    <a:pt x="12645" y="7387"/>
                    <a:pt x="18724" y="6323"/>
                  </a:cubicBezTo>
                  <a:cubicBezTo>
                    <a:pt x="24469" y="5290"/>
                    <a:pt x="29758" y="1977"/>
                    <a:pt x="35502" y="1156"/>
                  </a:cubicBezTo>
                  <a:cubicBezTo>
                    <a:pt x="43466" y="1"/>
                    <a:pt x="51460" y="4682"/>
                    <a:pt x="57934" y="8572"/>
                  </a:cubicBezTo>
                  <a:cubicBezTo>
                    <a:pt x="62858" y="11521"/>
                    <a:pt x="62099" y="15411"/>
                    <a:pt x="61339" y="20153"/>
                  </a:cubicBezTo>
                  <a:cubicBezTo>
                    <a:pt x="60883" y="22919"/>
                    <a:pt x="59576" y="27448"/>
                    <a:pt x="64378" y="27144"/>
                  </a:cubicBezTo>
                  <a:cubicBezTo>
                    <a:pt x="73223" y="26597"/>
                    <a:pt x="82737" y="24834"/>
                    <a:pt x="91643" y="22494"/>
                  </a:cubicBezTo>
                  <a:cubicBezTo>
                    <a:pt x="98817" y="20609"/>
                    <a:pt x="105747" y="20366"/>
                    <a:pt x="111856" y="23983"/>
                  </a:cubicBezTo>
                  <a:cubicBezTo>
                    <a:pt x="120519" y="29120"/>
                    <a:pt x="105990" y="47296"/>
                    <a:pt x="115230" y="51035"/>
                  </a:cubicBezTo>
                  <a:cubicBezTo>
                    <a:pt x="118543" y="52372"/>
                    <a:pt x="121705" y="53072"/>
                    <a:pt x="124045" y="55898"/>
                  </a:cubicBezTo>
                  <a:cubicBezTo>
                    <a:pt x="126325" y="58634"/>
                    <a:pt x="126659" y="61461"/>
                    <a:pt x="130914" y="61765"/>
                  </a:cubicBezTo>
                  <a:cubicBezTo>
                    <a:pt x="136994" y="62160"/>
                    <a:pt x="144593" y="61825"/>
                    <a:pt x="148818" y="66810"/>
                  </a:cubicBezTo>
                  <a:cubicBezTo>
                    <a:pt x="150945" y="69364"/>
                    <a:pt x="154289" y="74683"/>
                    <a:pt x="158514" y="73406"/>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25"/>
            <p:cNvSpPr/>
            <p:nvPr/>
          </p:nvSpPr>
          <p:spPr>
            <a:xfrm>
              <a:off x="2975000" y="297425"/>
              <a:ext cx="3962850" cy="1890625"/>
            </a:xfrm>
            <a:custGeom>
              <a:rect b="b" l="l" r="r" t="t"/>
              <a:pathLst>
                <a:path extrusionOk="0" fill="none" h="75625" w="158514">
                  <a:moveTo>
                    <a:pt x="0" y="5806"/>
                  </a:moveTo>
                  <a:cubicBezTo>
                    <a:pt x="5927" y="7690"/>
                    <a:pt x="12918" y="8450"/>
                    <a:pt x="18815" y="7173"/>
                  </a:cubicBezTo>
                  <a:cubicBezTo>
                    <a:pt x="24530" y="5927"/>
                    <a:pt x="30122" y="2128"/>
                    <a:pt x="35928" y="1216"/>
                  </a:cubicBezTo>
                  <a:cubicBezTo>
                    <a:pt x="43648" y="0"/>
                    <a:pt x="52494" y="5593"/>
                    <a:pt x="58178" y="9392"/>
                  </a:cubicBezTo>
                  <a:cubicBezTo>
                    <a:pt x="62585" y="12310"/>
                    <a:pt x="64226" y="14347"/>
                    <a:pt x="64074" y="19940"/>
                  </a:cubicBezTo>
                  <a:cubicBezTo>
                    <a:pt x="64014" y="22797"/>
                    <a:pt x="62828" y="26839"/>
                    <a:pt x="67296" y="27022"/>
                  </a:cubicBezTo>
                  <a:cubicBezTo>
                    <a:pt x="76081" y="27417"/>
                    <a:pt x="85199" y="24560"/>
                    <a:pt x="93589" y="22584"/>
                  </a:cubicBezTo>
                  <a:cubicBezTo>
                    <a:pt x="100975" y="20851"/>
                    <a:pt x="106598" y="19879"/>
                    <a:pt x="112920" y="24165"/>
                  </a:cubicBezTo>
                  <a:cubicBezTo>
                    <a:pt x="121188" y="29788"/>
                    <a:pt x="107753" y="47113"/>
                    <a:pt x="116142" y="51673"/>
                  </a:cubicBezTo>
                  <a:cubicBezTo>
                    <a:pt x="119030" y="53223"/>
                    <a:pt x="122221" y="54013"/>
                    <a:pt x="124501" y="56718"/>
                  </a:cubicBezTo>
                  <a:cubicBezTo>
                    <a:pt x="126781" y="59423"/>
                    <a:pt x="127115" y="62281"/>
                    <a:pt x="131279" y="62615"/>
                  </a:cubicBezTo>
                  <a:cubicBezTo>
                    <a:pt x="137358" y="63101"/>
                    <a:pt x="144836" y="62828"/>
                    <a:pt x="149030" y="67752"/>
                  </a:cubicBezTo>
                  <a:cubicBezTo>
                    <a:pt x="151158" y="70244"/>
                    <a:pt x="154350" y="75624"/>
                    <a:pt x="158514" y="7446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25"/>
            <p:cNvSpPr/>
            <p:nvPr/>
          </p:nvSpPr>
          <p:spPr>
            <a:xfrm>
              <a:off x="2975000" y="270050"/>
              <a:ext cx="3962100" cy="1914200"/>
            </a:xfrm>
            <a:custGeom>
              <a:rect b="b" l="l" r="r" t="t"/>
              <a:pathLst>
                <a:path extrusionOk="0" fill="none" h="76568" w="158484">
                  <a:moveTo>
                    <a:pt x="0" y="6901"/>
                  </a:moveTo>
                  <a:cubicBezTo>
                    <a:pt x="5988" y="8785"/>
                    <a:pt x="13040" y="9484"/>
                    <a:pt x="18937" y="8025"/>
                  </a:cubicBezTo>
                  <a:cubicBezTo>
                    <a:pt x="24803" y="6627"/>
                    <a:pt x="30396" y="2402"/>
                    <a:pt x="36414" y="1338"/>
                  </a:cubicBezTo>
                  <a:cubicBezTo>
                    <a:pt x="44013" y="1"/>
                    <a:pt x="52463" y="6688"/>
                    <a:pt x="58208" y="10244"/>
                  </a:cubicBezTo>
                  <a:cubicBezTo>
                    <a:pt x="62676" y="13010"/>
                    <a:pt x="65138" y="14925"/>
                    <a:pt x="66476" y="20092"/>
                  </a:cubicBezTo>
                  <a:cubicBezTo>
                    <a:pt x="67235" y="22980"/>
                    <a:pt x="65868" y="26536"/>
                    <a:pt x="70214" y="27144"/>
                  </a:cubicBezTo>
                  <a:cubicBezTo>
                    <a:pt x="78695" y="28329"/>
                    <a:pt x="87753" y="24104"/>
                    <a:pt x="95351" y="22646"/>
                  </a:cubicBezTo>
                  <a:cubicBezTo>
                    <a:pt x="102950" y="21187"/>
                    <a:pt x="107327" y="19150"/>
                    <a:pt x="113893" y="24408"/>
                  </a:cubicBezTo>
                  <a:cubicBezTo>
                    <a:pt x="121309" y="30366"/>
                    <a:pt x="109668" y="47023"/>
                    <a:pt x="117084" y="52251"/>
                  </a:cubicBezTo>
                  <a:cubicBezTo>
                    <a:pt x="119577" y="54014"/>
                    <a:pt x="122586" y="54956"/>
                    <a:pt x="125018" y="57418"/>
                  </a:cubicBezTo>
                  <a:cubicBezTo>
                    <a:pt x="127419" y="59880"/>
                    <a:pt x="127145" y="63011"/>
                    <a:pt x="131614" y="63436"/>
                  </a:cubicBezTo>
                  <a:cubicBezTo>
                    <a:pt x="137602" y="64014"/>
                    <a:pt x="144988" y="63832"/>
                    <a:pt x="149213" y="68695"/>
                  </a:cubicBezTo>
                  <a:cubicBezTo>
                    <a:pt x="151310" y="71126"/>
                    <a:pt x="154410" y="76567"/>
                    <a:pt x="158483" y="755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25"/>
            <p:cNvSpPr/>
            <p:nvPr/>
          </p:nvSpPr>
          <p:spPr>
            <a:xfrm>
              <a:off x="2975000" y="244975"/>
              <a:ext cx="3962100" cy="1937000"/>
            </a:xfrm>
            <a:custGeom>
              <a:rect b="b" l="l" r="r" t="t"/>
              <a:pathLst>
                <a:path extrusionOk="0" fill="none" h="77480" w="158484">
                  <a:moveTo>
                    <a:pt x="0" y="7904"/>
                  </a:moveTo>
                  <a:cubicBezTo>
                    <a:pt x="6019" y="9758"/>
                    <a:pt x="13162" y="10366"/>
                    <a:pt x="19058" y="8815"/>
                  </a:cubicBezTo>
                  <a:cubicBezTo>
                    <a:pt x="25077" y="7204"/>
                    <a:pt x="30730" y="2554"/>
                    <a:pt x="36992" y="1429"/>
                  </a:cubicBezTo>
                  <a:cubicBezTo>
                    <a:pt x="44773" y="1"/>
                    <a:pt x="52038" y="7296"/>
                    <a:pt x="58086" y="10974"/>
                  </a:cubicBezTo>
                  <a:cubicBezTo>
                    <a:pt x="62463" y="13618"/>
                    <a:pt x="66111" y="15806"/>
                    <a:pt x="68482" y="20457"/>
                  </a:cubicBezTo>
                  <a:cubicBezTo>
                    <a:pt x="69910" y="23253"/>
                    <a:pt x="69090" y="26475"/>
                    <a:pt x="73041" y="27387"/>
                  </a:cubicBezTo>
                  <a:cubicBezTo>
                    <a:pt x="81005" y="29180"/>
                    <a:pt x="90002" y="23679"/>
                    <a:pt x="96841" y="22615"/>
                  </a:cubicBezTo>
                  <a:cubicBezTo>
                    <a:pt x="104622" y="21399"/>
                    <a:pt x="107692" y="18360"/>
                    <a:pt x="114714" y="24621"/>
                  </a:cubicBezTo>
                  <a:cubicBezTo>
                    <a:pt x="121917" y="31065"/>
                    <a:pt x="111552" y="46780"/>
                    <a:pt x="118087" y="52767"/>
                  </a:cubicBezTo>
                  <a:cubicBezTo>
                    <a:pt x="120124" y="54682"/>
                    <a:pt x="123224" y="55807"/>
                    <a:pt x="125443" y="58178"/>
                  </a:cubicBezTo>
                  <a:cubicBezTo>
                    <a:pt x="127784" y="60640"/>
                    <a:pt x="127632" y="63771"/>
                    <a:pt x="131918" y="64257"/>
                  </a:cubicBezTo>
                  <a:cubicBezTo>
                    <a:pt x="137905" y="64956"/>
                    <a:pt x="145170" y="64804"/>
                    <a:pt x="149425" y="69576"/>
                  </a:cubicBezTo>
                  <a:cubicBezTo>
                    <a:pt x="151523" y="71947"/>
                    <a:pt x="154471" y="77479"/>
                    <a:pt x="158483" y="765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25"/>
            <p:cNvSpPr/>
            <p:nvPr/>
          </p:nvSpPr>
          <p:spPr>
            <a:xfrm>
              <a:off x="2975000" y="222950"/>
              <a:ext cx="3962100" cy="1955225"/>
            </a:xfrm>
            <a:custGeom>
              <a:rect b="b" l="l" r="r" t="t"/>
              <a:pathLst>
                <a:path extrusionOk="0" fill="none" h="78209" w="158484">
                  <a:moveTo>
                    <a:pt x="0" y="8785"/>
                  </a:moveTo>
                  <a:cubicBezTo>
                    <a:pt x="6079" y="10608"/>
                    <a:pt x="13313" y="11155"/>
                    <a:pt x="19180" y="9453"/>
                  </a:cubicBezTo>
                  <a:cubicBezTo>
                    <a:pt x="25289" y="7690"/>
                    <a:pt x="31125" y="2584"/>
                    <a:pt x="37569" y="1459"/>
                  </a:cubicBezTo>
                  <a:cubicBezTo>
                    <a:pt x="45776" y="0"/>
                    <a:pt x="51642" y="7630"/>
                    <a:pt x="57874" y="11520"/>
                  </a:cubicBezTo>
                  <a:cubicBezTo>
                    <a:pt x="62099" y="14134"/>
                    <a:pt x="67175" y="16596"/>
                    <a:pt x="70123" y="20882"/>
                  </a:cubicBezTo>
                  <a:cubicBezTo>
                    <a:pt x="71886" y="23466"/>
                    <a:pt x="72190" y="26688"/>
                    <a:pt x="75625" y="27569"/>
                  </a:cubicBezTo>
                  <a:cubicBezTo>
                    <a:pt x="83193" y="29484"/>
                    <a:pt x="91339" y="23374"/>
                    <a:pt x="97996" y="22371"/>
                  </a:cubicBezTo>
                  <a:cubicBezTo>
                    <a:pt x="106051" y="21186"/>
                    <a:pt x="108391" y="17630"/>
                    <a:pt x="115473" y="24773"/>
                  </a:cubicBezTo>
                  <a:cubicBezTo>
                    <a:pt x="122039" y="31369"/>
                    <a:pt x="113528" y="46475"/>
                    <a:pt x="119060" y="53101"/>
                  </a:cubicBezTo>
                  <a:cubicBezTo>
                    <a:pt x="120732" y="55107"/>
                    <a:pt x="123802" y="56475"/>
                    <a:pt x="125869" y="58785"/>
                  </a:cubicBezTo>
                  <a:cubicBezTo>
                    <a:pt x="128088" y="61247"/>
                    <a:pt x="128057" y="64348"/>
                    <a:pt x="132191" y="64925"/>
                  </a:cubicBezTo>
                  <a:cubicBezTo>
                    <a:pt x="138179" y="65746"/>
                    <a:pt x="145352" y="65594"/>
                    <a:pt x="149608" y="70305"/>
                  </a:cubicBezTo>
                  <a:cubicBezTo>
                    <a:pt x="151705" y="72615"/>
                    <a:pt x="154502" y="78208"/>
                    <a:pt x="158483" y="7744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25"/>
            <p:cNvSpPr/>
            <p:nvPr/>
          </p:nvSpPr>
          <p:spPr>
            <a:xfrm>
              <a:off x="2975000" y="197875"/>
              <a:ext cx="3962850" cy="1976500"/>
            </a:xfrm>
            <a:custGeom>
              <a:rect b="b" l="l" r="r" t="t"/>
              <a:pathLst>
                <a:path extrusionOk="0" fill="none" h="79060" w="158514">
                  <a:moveTo>
                    <a:pt x="0" y="9788"/>
                  </a:moveTo>
                  <a:cubicBezTo>
                    <a:pt x="6110" y="11551"/>
                    <a:pt x="13222" y="11824"/>
                    <a:pt x="19301" y="10244"/>
                  </a:cubicBezTo>
                  <a:cubicBezTo>
                    <a:pt x="26080" y="8450"/>
                    <a:pt x="31369" y="3040"/>
                    <a:pt x="38208" y="1642"/>
                  </a:cubicBezTo>
                  <a:cubicBezTo>
                    <a:pt x="46384" y="0"/>
                    <a:pt x="51855" y="8207"/>
                    <a:pt x="57600" y="12098"/>
                  </a:cubicBezTo>
                  <a:cubicBezTo>
                    <a:pt x="61886" y="14985"/>
                    <a:pt x="67296" y="17478"/>
                    <a:pt x="71065" y="21368"/>
                  </a:cubicBezTo>
                  <a:cubicBezTo>
                    <a:pt x="73315" y="23678"/>
                    <a:pt x="74743" y="27113"/>
                    <a:pt x="77904" y="27903"/>
                  </a:cubicBezTo>
                  <a:cubicBezTo>
                    <a:pt x="84865" y="29575"/>
                    <a:pt x="91978" y="23648"/>
                    <a:pt x="98847" y="22280"/>
                  </a:cubicBezTo>
                  <a:cubicBezTo>
                    <a:pt x="107419" y="20517"/>
                    <a:pt x="109850" y="17903"/>
                    <a:pt x="116233" y="25077"/>
                  </a:cubicBezTo>
                  <a:cubicBezTo>
                    <a:pt x="122069" y="31642"/>
                    <a:pt x="115656" y="46536"/>
                    <a:pt x="120154" y="53557"/>
                  </a:cubicBezTo>
                  <a:cubicBezTo>
                    <a:pt x="121492" y="55624"/>
                    <a:pt x="124471" y="57235"/>
                    <a:pt x="126325" y="59484"/>
                  </a:cubicBezTo>
                  <a:cubicBezTo>
                    <a:pt x="128422" y="61977"/>
                    <a:pt x="128544" y="65047"/>
                    <a:pt x="132495" y="65685"/>
                  </a:cubicBezTo>
                  <a:cubicBezTo>
                    <a:pt x="138392" y="66658"/>
                    <a:pt x="145565" y="66506"/>
                    <a:pt x="149851" y="71187"/>
                  </a:cubicBezTo>
                  <a:cubicBezTo>
                    <a:pt x="151918" y="73466"/>
                    <a:pt x="154593" y="79059"/>
                    <a:pt x="158514" y="7845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25"/>
            <p:cNvSpPr/>
            <p:nvPr/>
          </p:nvSpPr>
          <p:spPr>
            <a:xfrm>
              <a:off x="2975000" y="180400"/>
              <a:ext cx="3962850" cy="1990925"/>
            </a:xfrm>
            <a:custGeom>
              <a:rect b="b" l="l" r="r" t="t"/>
              <a:pathLst>
                <a:path extrusionOk="0" fill="none" h="79637" w="158514">
                  <a:moveTo>
                    <a:pt x="0" y="10487"/>
                  </a:moveTo>
                  <a:cubicBezTo>
                    <a:pt x="6171" y="12219"/>
                    <a:pt x="13374" y="12371"/>
                    <a:pt x="19453" y="10699"/>
                  </a:cubicBezTo>
                  <a:cubicBezTo>
                    <a:pt x="26384" y="8754"/>
                    <a:pt x="31764" y="2979"/>
                    <a:pt x="38876" y="1611"/>
                  </a:cubicBezTo>
                  <a:cubicBezTo>
                    <a:pt x="47265" y="0"/>
                    <a:pt x="51946" y="8025"/>
                    <a:pt x="57418" y="12280"/>
                  </a:cubicBezTo>
                  <a:cubicBezTo>
                    <a:pt x="61582" y="15532"/>
                    <a:pt x="67083" y="17994"/>
                    <a:pt x="71460" y="21490"/>
                  </a:cubicBezTo>
                  <a:cubicBezTo>
                    <a:pt x="74166" y="23678"/>
                    <a:pt x="76597" y="27143"/>
                    <a:pt x="79789" y="27812"/>
                  </a:cubicBezTo>
                  <a:cubicBezTo>
                    <a:pt x="86172" y="29149"/>
                    <a:pt x="92950" y="23374"/>
                    <a:pt x="99364" y="21733"/>
                  </a:cubicBezTo>
                  <a:cubicBezTo>
                    <a:pt x="107723" y="19605"/>
                    <a:pt x="111218" y="17934"/>
                    <a:pt x="117024" y="25137"/>
                  </a:cubicBezTo>
                  <a:cubicBezTo>
                    <a:pt x="122100" y="31460"/>
                    <a:pt x="117784" y="46475"/>
                    <a:pt x="121249" y="53679"/>
                  </a:cubicBezTo>
                  <a:cubicBezTo>
                    <a:pt x="122708" y="56718"/>
                    <a:pt x="129060" y="65472"/>
                    <a:pt x="132769" y="66171"/>
                  </a:cubicBezTo>
                  <a:cubicBezTo>
                    <a:pt x="138605" y="67296"/>
                    <a:pt x="145748" y="67114"/>
                    <a:pt x="150033" y="71764"/>
                  </a:cubicBezTo>
                  <a:cubicBezTo>
                    <a:pt x="152100" y="73983"/>
                    <a:pt x="154684" y="79637"/>
                    <a:pt x="158514" y="7915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25"/>
            <p:cNvSpPr/>
            <p:nvPr/>
          </p:nvSpPr>
          <p:spPr>
            <a:xfrm>
              <a:off x="2975000" y="165200"/>
              <a:ext cx="3962850" cy="2002325"/>
            </a:xfrm>
            <a:custGeom>
              <a:rect b="b" l="l" r="r" t="t"/>
              <a:pathLst>
                <a:path extrusionOk="0" fill="none" h="80093" w="158514">
                  <a:moveTo>
                    <a:pt x="0" y="11095"/>
                  </a:moveTo>
                  <a:cubicBezTo>
                    <a:pt x="6201" y="12797"/>
                    <a:pt x="13496" y="12858"/>
                    <a:pt x="19575" y="11064"/>
                  </a:cubicBezTo>
                  <a:cubicBezTo>
                    <a:pt x="26688" y="8967"/>
                    <a:pt x="32128" y="2857"/>
                    <a:pt x="39545" y="1520"/>
                  </a:cubicBezTo>
                  <a:cubicBezTo>
                    <a:pt x="47965" y="0"/>
                    <a:pt x="52402" y="7599"/>
                    <a:pt x="57326" y="12280"/>
                  </a:cubicBezTo>
                  <a:cubicBezTo>
                    <a:pt x="61096" y="15867"/>
                    <a:pt x="66840" y="18329"/>
                    <a:pt x="71491" y="21490"/>
                  </a:cubicBezTo>
                  <a:cubicBezTo>
                    <a:pt x="74470" y="23496"/>
                    <a:pt x="77600" y="26870"/>
                    <a:pt x="81157" y="27387"/>
                  </a:cubicBezTo>
                  <a:cubicBezTo>
                    <a:pt x="87449" y="28268"/>
                    <a:pt x="93832" y="22827"/>
                    <a:pt x="99607" y="21034"/>
                  </a:cubicBezTo>
                  <a:cubicBezTo>
                    <a:pt x="107814" y="18450"/>
                    <a:pt x="112677" y="17812"/>
                    <a:pt x="117875" y="25137"/>
                  </a:cubicBezTo>
                  <a:cubicBezTo>
                    <a:pt x="120306" y="28602"/>
                    <a:pt x="119364" y="34773"/>
                    <a:pt x="119759" y="39423"/>
                  </a:cubicBezTo>
                  <a:cubicBezTo>
                    <a:pt x="120185" y="44256"/>
                    <a:pt x="120914" y="49697"/>
                    <a:pt x="122343" y="53679"/>
                  </a:cubicBezTo>
                  <a:cubicBezTo>
                    <a:pt x="123498" y="56810"/>
                    <a:pt x="129425" y="65746"/>
                    <a:pt x="133042" y="66536"/>
                  </a:cubicBezTo>
                  <a:cubicBezTo>
                    <a:pt x="138817" y="67782"/>
                    <a:pt x="145930" y="67600"/>
                    <a:pt x="150246" y="72220"/>
                  </a:cubicBezTo>
                  <a:cubicBezTo>
                    <a:pt x="152313" y="74409"/>
                    <a:pt x="154745" y="80093"/>
                    <a:pt x="158514" y="7975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25"/>
            <p:cNvSpPr/>
            <p:nvPr/>
          </p:nvSpPr>
          <p:spPr>
            <a:xfrm>
              <a:off x="2975000" y="150750"/>
              <a:ext cx="3962850" cy="2014500"/>
            </a:xfrm>
            <a:custGeom>
              <a:rect b="b" l="l" r="r" t="t"/>
              <a:pathLst>
                <a:path extrusionOk="0" fill="none" h="80580" w="158514">
                  <a:moveTo>
                    <a:pt x="0" y="11673"/>
                  </a:moveTo>
                  <a:cubicBezTo>
                    <a:pt x="6262" y="13344"/>
                    <a:pt x="13830" y="13588"/>
                    <a:pt x="19727" y="11429"/>
                  </a:cubicBezTo>
                  <a:cubicBezTo>
                    <a:pt x="26566" y="8907"/>
                    <a:pt x="32767" y="2676"/>
                    <a:pt x="40244" y="1399"/>
                  </a:cubicBezTo>
                  <a:cubicBezTo>
                    <a:pt x="48573" y="1"/>
                    <a:pt x="53162" y="6900"/>
                    <a:pt x="57478" y="12159"/>
                  </a:cubicBezTo>
                  <a:cubicBezTo>
                    <a:pt x="61825" y="17417"/>
                    <a:pt x="74318" y="25807"/>
                    <a:pt x="81917" y="26749"/>
                  </a:cubicBezTo>
                  <a:cubicBezTo>
                    <a:pt x="87692" y="27448"/>
                    <a:pt x="94379" y="22159"/>
                    <a:pt x="99637" y="20244"/>
                  </a:cubicBezTo>
                  <a:cubicBezTo>
                    <a:pt x="108178" y="17144"/>
                    <a:pt x="114045" y="17873"/>
                    <a:pt x="118787" y="25199"/>
                  </a:cubicBezTo>
                  <a:cubicBezTo>
                    <a:pt x="121066" y="28694"/>
                    <a:pt x="119607" y="34895"/>
                    <a:pt x="120215" y="39515"/>
                  </a:cubicBezTo>
                  <a:cubicBezTo>
                    <a:pt x="120853" y="44348"/>
                    <a:pt x="122373" y="49394"/>
                    <a:pt x="123498" y="53649"/>
                  </a:cubicBezTo>
                  <a:cubicBezTo>
                    <a:pt x="124349" y="56962"/>
                    <a:pt x="129729" y="65989"/>
                    <a:pt x="133316" y="66871"/>
                  </a:cubicBezTo>
                  <a:cubicBezTo>
                    <a:pt x="139000" y="68300"/>
                    <a:pt x="146112" y="68087"/>
                    <a:pt x="150459" y="72677"/>
                  </a:cubicBezTo>
                  <a:cubicBezTo>
                    <a:pt x="152495" y="74835"/>
                    <a:pt x="154836" y="80579"/>
                    <a:pt x="158514" y="803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25"/>
            <p:cNvSpPr/>
            <p:nvPr/>
          </p:nvSpPr>
          <p:spPr>
            <a:xfrm>
              <a:off x="2975000" y="138600"/>
              <a:ext cx="3962100" cy="2022075"/>
            </a:xfrm>
            <a:custGeom>
              <a:rect b="b" l="l" r="r" t="t"/>
              <a:pathLst>
                <a:path extrusionOk="0" fill="none" h="80883" w="158484">
                  <a:moveTo>
                    <a:pt x="0" y="12159"/>
                  </a:moveTo>
                  <a:cubicBezTo>
                    <a:pt x="6322" y="13800"/>
                    <a:pt x="13952" y="13952"/>
                    <a:pt x="19849" y="11672"/>
                  </a:cubicBezTo>
                  <a:cubicBezTo>
                    <a:pt x="26900" y="8937"/>
                    <a:pt x="33162" y="2462"/>
                    <a:pt x="40974" y="1247"/>
                  </a:cubicBezTo>
                  <a:cubicBezTo>
                    <a:pt x="48876" y="0"/>
                    <a:pt x="54530" y="5806"/>
                    <a:pt x="58026" y="11855"/>
                  </a:cubicBezTo>
                  <a:cubicBezTo>
                    <a:pt x="61521" y="17873"/>
                    <a:pt x="74500" y="25138"/>
                    <a:pt x="82069" y="25928"/>
                  </a:cubicBezTo>
                  <a:cubicBezTo>
                    <a:pt x="87449" y="26505"/>
                    <a:pt x="94774" y="21186"/>
                    <a:pt x="99637" y="19362"/>
                  </a:cubicBezTo>
                  <a:cubicBezTo>
                    <a:pt x="108178" y="16080"/>
                    <a:pt x="115321" y="17782"/>
                    <a:pt x="119759" y="25107"/>
                  </a:cubicBezTo>
                  <a:cubicBezTo>
                    <a:pt x="121948" y="28724"/>
                    <a:pt x="119790" y="34803"/>
                    <a:pt x="120580" y="39545"/>
                  </a:cubicBezTo>
                  <a:cubicBezTo>
                    <a:pt x="121370" y="44348"/>
                    <a:pt x="123771" y="48937"/>
                    <a:pt x="124623" y="53497"/>
                  </a:cubicBezTo>
                  <a:cubicBezTo>
                    <a:pt x="125291" y="56992"/>
                    <a:pt x="130003" y="66050"/>
                    <a:pt x="133559" y="67053"/>
                  </a:cubicBezTo>
                  <a:cubicBezTo>
                    <a:pt x="139152" y="68603"/>
                    <a:pt x="146355" y="68451"/>
                    <a:pt x="150672" y="72980"/>
                  </a:cubicBezTo>
                  <a:cubicBezTo>
                    <a:pt x="152708" y="75108"/>
                    <a:pt x="154897" y="80883"/>
                    <a:pt x="158483" y="80822"/>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25"/>
            <p:cNvSpPr/>
            <p:nvPr/>
          </p:nvSpPr>
          <p:spPr>
            <a:xfrm>
              <a:off x="2975000" y="124150"/>
              <a:ext cx="3962100" cy="2034250"/>
            </a:xfrm>
            <a:custGeom>
              <a:rect b="b" l="l" r="r" t="t"/>
              <a:pathLst>
                <a:path extrusionOk="0" fill="none" h="81370" w="158484">
                  <a:moveTo>
                    <a:pt x="0" y="12737"/>
                  </a:moveTo>
                  <a:cubicBezTo>
                    <a:pt x="6383" y="14348"/>
                    <a:pt x="13861" y="14226"/>
                    <a:pt x="20001" y="12007"/>
                  </a:cubicBezTo>
                  <a:cubicBezTo>
                    <a:pt x="27721" y="9241"/>
                    <a:pt x="33283" y="2432"/>
                    <a:pt x="41673" y="1186"/>
                  </a:cubicBezTo>
                  <a:cubicBezTo>
                    <a:pt x="49515" y="1"/>
                    <a:pt x="55807" y="4530"/>
                    <a:pt x="58877" y="11551"/>
                  </a:cubicBezTo>
                  <a:cubicBezTo>
                    <a:pt x="61886" y="18481"/>
                    <a:pt x="74378" y="24560"/>
                    <a:pt x="81704" y="25199"/>
                  </a:cubicBezTo>
                  <a:cubicBezTo>
                    <a:pt x="87114" y="25624"/>
                    <a:pt x="94774" y="20244"/>
                    <a:pt x="99607" y="18573"/>
                  </a:cubicBezTo>
                  <a:cubicBezTo>
                    <a:pt x="108118" y="15655"/>
                    <a:pt x="116628" y="17721"/>
                    <a:pt x="120853" y="25199"/>
                  </a:cubicBezTo>
                  <a:cubicBezTo>
                    <a:pt x="123012" y="29029"/>
                    <a:pt x="119972" y="34895"/>
                    <a:pt x="120853" y="39758"/>
                  </a:cubicBezTo>
                  <a:cubicBezTo>
                    <a:pt x="121735" y="44561"/>
                    <a:pt x="125139" y="48512"/>
                    <a:pt x="125778" y="53406"/>
                  </a:cubicBezTo>
                  <a:cubicBezTo>
                    <a:pt x="126294" y="57205"/>
                    <a:pt x="130276" y="66172"/>
                    <a:pt x="133863" y="67297"/>
                  </a:cubicBezTo>
                  <a:cubicBezTo>
                    <a:pt x="139334" y="68999"/>
                    <a:pt x="146568" y="68908"/>
                    <a:pt x="150884" y="73406"/>
                  </a:cubicBezTo>
                  <a:cubicBezTo>
                    <a:pt x="153438" y="76051"/>
                    <a:pt x="154684" y="80428"/>
                    <a:pt x="158483" y="8137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25"/>
            <p:cNvSpPr/>
            <p:nvPr/>
          </p:nvSpPr>
          <p:spPr>
            <a:xfrm>
              <a:off x="2975000" y="108200"/>
              <a:ext cx="3962850" cy="2050975"/>
            </a:xfrm>
            <a:custGeom>
              <a:rect b="b" l="l" r="r" t="t"/>
              <a:pathLst>
                <a:path extrusionOk="0" fill="none" h="82039" w="158514">
                  <a:moveTo>
                    <a:pt x="0" y="13375"/>
                  </a:moveTo>
                  <a:cubicBezTo>
                    <a:pt x="6474" y="14986"/>
                    <a:pt x="14013" y="14712"/>
                    <a:pt x="20183" y="12432"/>
                  </a:cubicBezTo>
                  <a:cubicBezTo>
                    <a:pt x="28116" y="9454"/>
                    <a:pt x="33709" y="2493"/>
                    <a:pt x="42402" y="1156"/>
                  </a:cubicBezTo>
                  <a:cubicBezTo>
                    <a:pt x="50092" y="1"/>
                    <a:pt x="57418" y="4043"/>
                    <a:pt x="59819" y="11217"/>
                  </a:cubicBezTo>
                  <a:cubicBezTo>
                    <a:pt x="62190" y="18390"/>
                    <a:pt x="73862" y="24104"/>
                    <a:pt x="81035" y="24439"/>
                  </a:cubicBezTo>
                  <a:cubicBezTo>
                    <a:pt x="86780" y="24743"/>
                    <a:pt x="94318" y="19454"/>
                    <a:pt x="99607" y="17934"/>
                  </a:cubicBezTo>
                  <a:cubicBezTo>
                    <a:pt x="108452" y="15381"/>
                    <a:pt x="117844" y="17873"/>
                    <a:pt x="122009" y="25350"/>
                  </a:cubicBezTo>
                  <a:cubicBezTo>
                    <a:pt x="124227" y="29332"/>
                    <a:pt x="120154" y="35047"/>
                    <a:pt x="121066" y="40092"/>
                  </a:cubicBezTo>
                  <a:cubicBezTo>
                    <a:pt x="121978" y="44925"/>
                    <a:pt x="126507" y="48512"/>
                    <a:pt x="126963" y="53406"/>
                  </a:cubicBezTo>
                  <a:cubicBezTo>
                    <a:pt x="127297" y="57205"/>
                    <a:pt x="130459" y="66172"/>
                    <a:pt x="134167" y="67570"/>
                  </a:cubicBezTo>
                  <a:cubicBezTo>
                    <a:pt x="139304" y="69485"/>
                    <a:pt x="146842" y="69424"/>
                    <a:pt x="151128" y="73862"/>
                  </a:cubicBezTo>
                  <a:cubicBezTo>
                    <a:pt x="153650" y="76537"/>
                    <a:pt x="154805" y="80883"/>
                    <a:pt x="158514" y="8203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25"/>
            <p:cNvSpPr/>
            <p:nvPr/>
          </p:nvSpPr>
          <p:spPr>
            <a:xfrm>
              <a:off x="2975000" y="89975"/>
              <a:ext cx="3962850" cy="2068425"/>
            </a:xfrm>
            <a:custGeom>
              <a:rect b="b" l="l" r="r" t="t"/>
              <a:pathLst>
                <a:path extrusionOk="0" fill="none" h="82737" w="158514">
                  <a:moveTo>
                    <a:pt x="0" y="14104"/>
                  </a:moveTo>
                  <a:cubicBezTo>
                    <a:pt x="6535" y="15684"/>
                    <a:pt x="14347" y="15502"/>
                    <a:pt x="20335" y="12918"/>
                  </a:cubicBezTo>
                  <a:cubicBezTo>
                    <a:pt x="27995" y="9575"/>
                    <a:pt x="34439" y="2644"/>
                    <a:pt x="43101" y="1216"/>
                  </a:cubicBezTo>
                  <a:cubicBezTo>
                    <a:pt x="50639" y="0"/>
                    <a:pt x="58299" y="3435"/>
                    <a:pt x="60822" y="10882"/>
                  </a:cubicBezTo>
                  <a:cubicBezTo>
                    <a:pt x="63436" y="18572"/>
                    <a:pt x="72190" y="23587"/>
                    <a:pt x="80184" y="23769"/>
                  </a:cubicBezTo>
                  <a:cubicBezTo>
                    <a:pt x="86415" y="23921"/>
                    <a:pt x="93862" y="18663"/>
                    <a:pt x="99759" y="17417"/>
                  </a:cubicBezTo>
                  <a:cubicBezTo>
                    <a:pt x="107875" y="15715"/>
                    <a:pt x="119394" y="17234"/>
                    <a:pt x="123224" y="25593"/>
                  </a:cubicBezTo>
                  <a:cubicBezTo>
                    <a:pt x="125413" y="30396"/>
                    <a:pt x="120367" y="35350"/>
                    <a:pt x="121279" y="40578"/>
                  </a:cubicBezTo>
                  <a:cubicBezTo>
                    <a:pt x="122100" y="45381"/>
                    <a:pt x="127723" y="48937"/>
                    <a:pt x="128118" y="53496"/>
                  </a:cubicBezTo>
                  <a:cubicBezTo>
                    <a:pt x="128422" y="57174"/>
                    <a:pt x="130762" y="66262"/>
                    <a:pt x="134501" y="67873"/>
                  </a:cubicBezTo>
                  <a:cubicBezTo>
                    <a:pt x="139456" y="70001"/>
                    <a:pt x="147085" y="69971"/>
                    <a:pt x="151340" y="74408"/>
                  </a:cubicBezTo>
                  <a:cubicBezTo>
                    <a:pt x="153894" y="77083"/>
                    <a:pt x="154897" y="81430"/>
                    <a:pt x="158514" y="8273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25"/>
            <p:cNvSpPr/>
            <p:nvPr/>
          </p:nvSpPr>
          <p:spPr>
            <a:xfrm>
              <a:off x="2975000" y="69450"/>
              <a:ext cx="3962850" cy="2089725"/>
            </a:xfrm>
            <a:custGeom>
              <a:rect b="b" l="l" r="r" t="t"/>
              <a:pathLst>
                <a:path extrusionOk="0" fill="none" h="83589" w="158514">
                  <a:moveTo>
                    <a:pt x="0" y="14925"/>
                  </a:moveTo>
                  <a:cubicBezTo>
                    <a:pt x="6626" y="16475"/>
                    <a:pt x="14529" y="16201"/>
                    <a:pt x="20517" y="13496"/>
                  </a:cubicBezTo>
                  <a:cubicBezTo>
                    <a:pt x="28359" y="9940"/>
                    <a:pt x="34925" y="3010"/>
                    <a:pt x="43800" y="1338"/>
                  </a:cubicBezTo>
                  <a:cubicBezTo>
                    <a:pt x="51126" y="0"/>
                    <a:pt x="59454" y="3010"/>
                    <a:pt x="61916" y="10517"/>
                  </a:cubicBezTo>
                  <a:cubicBezTo>
                    <a:pt x="64500" y="18359"/>
                    <a:pt x="70853" y="23223"/>
                    <a:pt x="79272" y="23131"/>
                  </a:cubicBezTo>
                  <a:cubicBezTo>
                    <a:pt x="86020" y="23071"/>
                    <a:pt x="93254" y="17934"/>
                    <a:pt x="100032" y="17052"/>
                  </a:cubicBezTo>
                  <a:cubicBezTo>
                    <a:pt x="108574" y="15958"/>
                    <a:pt x="120489" y="17630"/>
                    <a:pt x="124471" y="25989"/>
                  </a:cubicBezTo>
                  <a:cubicBezTo>
                    <a:pt x="126902" y="31065"/>
                    <a:pt x="120671" y="35776"/>
                    <a:pt x="121492" y="41186"/>
                  </a:cubicBezTo>
                  <a:cubicBezTo>
                    <a:pt x="122221" y="46050"/>
                    <a:pt x="128878" y="49393"/>
                    <a:pt x="129243" y="53740"/>
                  </a:cubicBezTo>
                  <a:cubicBezTo>
                    <a:pt x="129516" y="57357"/>
                    <a:pt x="131127" y="66445"/>
                    <a:pt x="134896" y="68238"/>
                  </a:cubicBezTo>
                  <a:cubicBezTo>
                    <a:pt x="139699" y="70549"/>
                    <a:pt x="147359" y="70670"/>
                    <a:pt x="151584" y="75077"/>
                  </a:cubicBezTo>
                  <a:cubicBezTo>
                    <a:pt x="154137" y="77752"/>
                    <a:pt x="154988" y="82068"/>
                    <a:pt x="158514" y="8358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25"/>
            <p:cNvSpPr/>
            <p:nvPr/>
          </p:nvSpPr>
          <p:spPr>
            <a:xfrm>
              <a:off x="2975000" y="45125"/>
              <a:ext cx="3962850" cy="2114050"/>
            </a:xfrm>
            <a:custGeom>
              <a:rect b="b" l="l" r="r" t="t"/>
              <a:pathLst>
                <a:path extrusionOk="0" fill="none" h="84562" w="158514">
                  <a:moveTo>
                    <a:pt x="0" y="15898"/>
                  </a:moveTo>
                  <a:cubicBezTo>
                    <a:pt x="6991" y="17478"/>
                    <a:pt x="14651" y="16809"/>
                    <a:pt x="20700" y="14226"/>
                  </a:cubicBezTo>
                  <a:cubicBezTo>
                    <a:pt x="28511" y="10913"/>
                    <a:pt x="35350" y="3527"/>
                    <a:pt x="44439" y="1551"/>
                  </a:cubicBezTo>
                  <a:cubicBezTo>
                    <a:pt x="51612" y="1"/>
                    <a:pt x="60579" y="2736"/>
                    <a:pt x="63041" y="10214"/>
                  </a:cubicBezTo>
                  <a:cubicBezTo>
                    <a:pt x="65564" y="17934"/>
                    <a:pt x="69515" y="22949"/>
                    <a:pt x="78391" y="22645"/>
                  </a:cubicBezTo>
                  <a:cubicBezTo>
                    <a:pt x="85716" y="22372"/>
                    <a:pt x="93072" y="17417"/>
                    <a:pt x="100488" y="16931"/>
                  </a:cubicBezTo>
                  <a:cubicBezTo>
                    <a:pt x="109273" y="16323"/>
                    <a:pt x="121431" y="18208"/>
                    <a:pt x="125717" y="26536"/>
                  </a:cubicBezTo>
                  <a:cubicBezTo>
                    <a:pt x="128544" y="31946"/>
                    <a:pt x="121036" y="36415"/>
                    <a:pt x="121735" y="41916"/>
                  </a:cubicBezTo>
                  <a:cubicBezTo>
                    <a:pt x="122343" y="46871"/>
                    <a:pt x="129881" y="49971"/>
                    <a:pt x="130276" y="54105"/>
                  </a:cubicBezTo>
                  <a:cubicBezTo>
                    <a:pt x="130641" y="57631"/>
                    <a:pt x="131431" y="66628"/>
                    <a:pt x="135322" y="68664"/>
                  </a:cubicBezTo>
                  <a:cubicBezTo>
                    <a:pt x="140124" y="71157"/>
                    <a:pt x="147632" y="71461"/>
                    <a:pt x="151796" y="75868"/>
                  </a:cubicBezTo>
                  <a:cubicBezTo>
                    <a:pt x="154350" y="78573"/>
                    <a:pt x="155109" y="82859"/>
                    <a:pt x="158514" y="8456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25"/>
            <p:cNvSpPr/>
            <p:nvPr/>
          </p:nvSpPr>
          <p:spPr>
            <a:xfrm>
              <a:off x="2975000" y="20825"/>
              <a:ext cx="3962850" cy="2138350"/>
            </a:xfrm>
            <a:custGeom>
              <a:rect b="b" l="l" r="r" t="t"/>
              <a:pathLst>
                <a:path extrusionOk="0" fill="none" h="85534" w="158514">
                  <a:moveTo>
                    <a:pt x="0" y="16870"/>
                  </a:moveTo>
                  <a:cubicBezTo>
                    <a:pt x="7082" y="18420"/>
                    <a:pt x="14833" y="17629"/>
                    <a:pt x="20912" y="14955"/>
                  </a:cubicBezTo>
                  <a:cubicBezTo>
                    <a:pt x="28876" y="11459"/>
                    <a:pt x="35776" y="3951"/>
                    <a:pt x="45047" y="1702"/>
                  </a:cubicBezTo>
                  <a:cubicBezTo>
                    <a:pt x="52068" y="0"/>
                    <a:pt x="61703" y="2371"/>
                    <a:pt x="64166" y="9818"/>
                  </a:cubicBezTo>
                  <a:cubicBezTo>
                    <a:pt x="66567" y="16991"/>
                    <a:pt x="68877" y="22645"/>
                    <a:pt x="77722" y="22128"/>
                  </a:cubicBezTo>
                  <a:cubicBezTo>
                    <a:pt x="85503" y="21672"/>
                    <a:pt x="93133" y="16961"/>
                    <a:pt x="101127" y="16809"/>
                  </a:cubicBezTo>
                  <a:cubicBezTo>
                    <a:pt x="110063" y="16657"/>
                    <a:pt x="122161" y="18693"/>
                    <a:pt x="126963" y="27083"/>
                  </a:cubicBezTo>
                  <a:cubicBezTo>
                    <a:pt x="130276" y="32858"/>
                    <a:pt x="121705" y="37052"/>
                    <a:pt x="122161" y="42615"/>
                  </a:cubicBezTo>
                  <a:cubicBezTo>
                    <a:pt x="122616" y="47782"/>
                    <a:pt x="130762" y="50518"/>
                    <a:pt x="131279" y="54530"/>
                  </a:cubicBezTo>
                  <a:cubicBezTo>
                    <a:pt x="131735" y="57934"/>
                    <a:pt x="131796" y="66931"/>
                    <a:pt x="135778" y="69089"/>
                  </a:cubicBezTo>
                  <a:cubicBezTo>
                    <a:pt x="140550" y="71703"/>
                    <a:pt x="147936" y="72250"/>
                    <a:pt x="152039" y="76658"/>
                  </a:cubicBezTo>
                  <a:cubicBezTo>
                    <a:pt x="154593" y="79393"/>
                    <a:pt x="155231" y="83649"/>
                    <a:pt x="158514" y="8553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06" name="Google Shape;3906;p25"/>
          <p:cNvSpPr/>
          <p:nvPr/>
        </p:nvSpPr>
        <p:spPr>
          <a:xfrm flipH="1">
            <a:off x="8143999" y="2579399"/>
            <a:ext cx="654591" cy="595790"/>
          </a:xfrm>
          <a:custGeom>
            <a:rect b="b" l="l" r="r" t="t"/>
            <a:pathLst>
              <a:path extrusionOk="0" h="32231" w="35412">
                <a:moveTo>
                  <a:pt x="17702" y="0"/>
                </a:moveTo>
                <a:cubicBezTo>
                  <a:pt x="10394" y="0"/>
                  <a:pt x="3782" y="5013"/>
                  <a:pt x="2037" y="12437"/>
                </a:cubicBezTo>
                <a:cubicBezTo>
                  <a:pt x="0" y="21100"/>
                  <a:pt x="5350" y="29763"/>
                  <a:pt x="14013" y="31799"/>
                </a:cubicBezTo>
                <a:cubicBezTo>
                  <a:pt x="15252" y="32090"/>
                  <a:pt x="16491" y="32230"/>
                  <a:pt x="17711" y="32230"/>
                </a:cubicBezTo>
                <a:cubicBezTo>
                  <a:pt x="25018" y="32230"/>
                  <a:pt x="31630" y="27221"/>
                  <a:pt x="33375" y="19823"/>
                </a:cubicBezTo>
                <a:cubicBezTo>
                  <a:pt x="35411" y="11161"/>
                  <a:pt x="30062" y="2467"/>
                  <a:pt x="21399" y="431"/>
                </a:cubicBezTo>
                <a:cubicBezTo>
                  <a:pt x="20160" y="140"/>
                  <a:pt x="18921" y="0"/>
                  <a:pt x="17702" y="0"/>
                </a:cubicBezTo>
                <a:close/>
              </a:path>
            </a:pathLst>
          </a:custGeom>
          <a:solidFill>
            <a:srgbClr val="E4BE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07" name="Google Shape;3907;p25"/>
          <p:cNvGrpSpPr/>
          <p:nvPr/>
        </p:nvGrpSpPr>
        <p:grpSpPr>
          <a:xfrm flipH="1">
            <a:off x="8554420" y="2509418"/>
            <a:ext cx="315741" cy="316387"/>
            <a:chOff x="4811650" y="1895450"/>
            <a:chExt cx="378450" cy="379225"/>
          </a:xfrm>
        </p:grpSpPr>
        <p:sp>
          <p:nvSpPr>
            <p:cNvPr id="3908" name="Google Shape;3908;p25"/>
            <p:cNvSpPr/>
            <p:nvPr/>
          </p:nvSpPr>
          <p:spPr>
            <a:xfrm>
              <a:off x="4811650" y="1895450"/>
              <a:ext cx="378450" cy="379225"/>
            </a:xfrm>
            <a:custGeom>
              <a:rect b="b" l="l" r="r" t="t"/>
              <a:pathLst>
                <a:path extrusionOk="0" fill="none" h="15169" w="15138">
                  <a:moveTo>
                    <a:pt x="9119" y="882"/>
                  </a:moveTo>
                  <a:cubicBezTo>
                    <a:pt x="12828" y="1733"/>
                    <a:pt x="15138" y="5442"/>
                    <a:pt x="14256" y="9150"/>
                  </a:cubicBezTo>
                  <a:cubicBezTo>
                    <a:pt x="13405" y="12858"/>
                    <a:pt x="9697" y="15168"/>
                    <a:pt x="5989" y="14287"/>
                  </a:cubicBezTo>
                  <a:cubicBezTo>
                    <a:pt x="2280" y="13436"/>
                    <a:pt x="1" y="9728"/>
                    <a:pt x="852" y="6019"/>
                  </a:cubicBezTo>
                  <a:cubicBezTo>
                    <a:pt x="1733" y="2311"/>
                    <a:pt x="5441" y="1"/>
                    <a:pt x="9119" y="882"/>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25"/>
            <p:cNvSpPr/>
            <p:nvPr/>
          </p:nvSpPr>
          <p:spPr>
            <a:xfrm>
              <a:off x="4882325" y="1966125"/>
              <a:ext cx="236350" cy="237125"/>
            </a:xfrm>
            <a:custGeom>
              <a:rect b="b" l="l" r="r" t="t"/>
              <a:pathLst>
                <a:path extrusionOk="0" fill="none" h="9485" w="9454">
                  <a:moveTo>
                    <a:pt x="9453" y="4742"/>
                  </a:moveTo>
                  <a:cubicBezTo>
                    <a:pt x="9453" y="7356"/>
                    <a:pt x="7356" y="9484"/>
                    <a:pt x="4742" y="9484"/>
                  </a:cubicBezTo>
                  <a:cubicBezTo>
                    <a:pt x="2128" y="9484"/>
                    <a:pt x="0" y="7356"/>
                    <a:pt x="0" y="4742"/>
                  </a:cubicBezTo>
                  <a:cubicBezTo>
                    <a:pt x="0" y="2128"/>
                    <a:pt x="2128" y="1"/>
                    <a:pt x="4742" y="1"/>
                  </a:cubicBezTo>
                  <a:cubicBezTo>
                    <a:pt x="7356" y="1"/>
                    <a:pt x="9453" y="2128"/>
                    <a:pt x="9453" y="4742"/>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25"/>
            <p:cNvSpPr/>
            <p:nvPr/>
          </p:nvSpPr>
          <p:spPr>
            <a:xfrm>
              <a:off x="4928675" y="2012475"/>
              <a:ext cx="143650" cy="144425"/>
            </a:xfrm>
            <a:custGeom>
              <a:rect b="b" l="l" r="r" t="t"/>
              <a:pathLst>
                <a:path extrusionOk="0" fill="none" h="5777" w="5746">
                  <a:moveTo>
                    <a:pt x="5745" y="2888"/>
                  </a:moveTo>
                  <a:cubicBezTo>
                    <a:pt x="5745" y="4499"/>
                    <a:pt x="4469" y="5776"/>
                    <a:pt x="2888" y="5776"/>
                  </a:cubicBezTo>
                  <a:cubicBezTo>
                    <a:pt x="1277" y="5776"/>
                    <a:pt x="1" y="4499"/>
                    <a:pt x="1" y="2888"/>
                  </a:cubicBezTo>
                  <a:cubicBezTo>
                    <a:pt x="1" y="1308"/>
                    <a:pt x="1277" y="1"/>
                    <a:pt x="2888" y="1"/>
                  </a:cubicBezTo>
                  <a:cubicBezTo>
                    <a:pt x="4469" y="1"/>
                    <a:pt x="5745" y="1308"/>
                    <a:pt x="5745" y="2888"/>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25"/>
            <p:cNvSpPr/>
            <p:nvPr/>
          </p:nvSpPr>
          <p:spPr>
            <a:xfrm>
              <a:off x="4968950" y="2053525"/>
              <a:ext cx="63100" cy="63100"/>
            </a:xfrm>
            <a:custGeom>
              <a:rect b="b" l="l" r="r" t="t"/>
              <a:pathLst>
                <a:path extrusionOk="0" fill="none" h="2524" w="2524">
                  <a:moveTo>
                    <a:pt x="2523" y="1246"/>
                  </a:moveTo>
                  <a:cubicBezTo>
                    <a:pt x="2523" y="1946"/>
                    <a:pt x="1946" y="2523"/>
                    <a:pt x="1277" y="2523"/>
                  </a:cubicBezTo>
                  <a:cubicBezTo>
                    <a:pt x="578" y="2523"/>
                    <a:pt x="1" y="1946"/>
                    <a:pt x="1" y="1246"/>
                  </a:cubicBezTo>
                  <a:cubicBezTo>
                    <a:pt x="1" y="578"/>
                    <a:pt x="578" y="0"/>
                    <a:pt x="1277" y="0"/>
                  </a:cubicBezTo>
                  <a:cubicBezTo>
                    <a:pt x="1946" y="0"/>
                    <a:pt x="2523" y="578"/>
                    <a:pt x="2523" y="1246"/>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2" name="Google Shape;3912;p25"/>
          <p:cNvGrpSpPr/>
          <p:nvPr/>
        </p:nvGrpSpPr>
        <p:grpSpPr>
          <a:xfrm>
            <a:off x="6894156" y="4417700"/>
            <a:ext cx="303975" cy="342773"/>
            <a:chOff x="6064856" y="4608500"/>
            <a:chExt cx="303975" cy="342773"/>
          </a:xfrm>
        </p:grpSpPr>
        <p:sp>
          <p:nvSpPr>
            <p:cNvPr id="3913" name="Google Shape;3913;p25"/>
            <p:cNvSpPr/>
            <p:nvPr/>
          </p:nvSpPr>
          <p:spPr>
            <a:xfrm rot="10800000">
              <a:off x="6064856" y="4799248"/>
              <a:ext cx="303975" cy="152025"/>
            </a:xfrm>
            <a:custGeom>
              <a:rect b="b" l="l" r="r" t="t"/>
              <a:pathLst>
                <a:path extrusionOk="0" fill="none" h="6081" w="12159">
                  <a:moveTo>
                    <a:pt x="0" y="6080"/>
                  </a:moveTo>
                  <a:cubicBezTo>
                    <a:pt x="0" y="2737"/>
                    <a:pt x="2736" y="1"/>
                    <a:pt x="6079" y="1"/>
                  </a:cubicBezTo>
                  <a:cubicBezTo>
                    <a:pt x="9453" y="1"/>
                    <a:pt x="12158" y="2737"/>
                    <a:pt x="12158" y="6080"/>
                  </a:cubicBezTo>
                </a:path>
              </a:pathLst>
            </a:custGeom>
            <a:noFill/>
            <a:ln cap="flat" cmpd="sng" w="57000">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25"/>
            <p:cNvSpPr/>
            <p:nvPr/>
          </p:nvSpPr>
          <p:spPr>
            <a:xfrm>
              <a:off x="6121075" y="4608500"/>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5" name="Google Shape;3915;p25"/>
          <p:cNvGrpSpPr/>
          <p:nvPr/>
        </p:nvGrpSpPr>
        <p:grpSpPr>
          <a:xfrm rot="5400000">
            <a:off x="-344522" y="3340447"/>
            <a:ext cx="764617" cy="824445"/>
            <a:chOff x="145150" y="80100"/>
            <a:chExt cx="1699150" cy="1832100"/>
          </a:xfrm>
        </p:grpSpPr>
        <p:sp>
          <p:nvSpPr>
            <p:cNvPr id="3916" name="Google Shape;3916;p25"/>
            <p:cNvSpPr/>
            <p:nvPr/>
          </p:nvSpPr>
          <p:spPr>
            <a:xfrm>
              <a:off x="145150" y="212300"/>
              <a:ext cx="1566925" cy="1566925"/>
            </a:xfrm>
            <a:custGeom>
              <a:rect b="b" l="l" r="r" t="t"/>
              <a:pathLst>
                <a:path extrusionOk="0" h="62677" w="62677">
                  <a:moveTo>
                    <a:pt x="31339" y="1"/>
                  </a:moveTo>
                  <a:cubicBezTo>
                    <a:pt x="14043" y="1"/>
                    <a:pt x="1" y="14044"/>
                    <a:pt x="1" y="31339"/>
                  </a:cubicBezTo>
                  <a:cubicBezTo>
                    <a:pt x="1" y="48664"/>
                    <a:pt x="14043" y="62677"/>
                    <a:pt x="31339" y="62677"/>
                  </a:cubicBezTo>
                  <a:cubicBezTo>
                    <a:pt x="48664" y="62677"/>
                    <a:pt x="62677" y="48664"/>
                    <a:pt x="62677" y="31339"/>
                  </a:cubicBezTo>
                  <a:cubicBezTo>
                    <a:pt x="62677" y="14044"/>
                    <a:pt x="48664" y="1"/>
                    <a:pt x="31339" y="1"/>
                  </a:cubicBezTo>
                  <a:close/>
                </a:path>
              </a:pathLst>
            </a:custGeom>
            <a:solidFill>
              <a:srgbClr val="E4BE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25"/>
            <p:cNvSpPr/>
            <p:nvPr/>
          </p:nvSpPr>
          <p:spPr>
            <a:xfrm>
              <a:off x="928600" y="80100"/>
              <a:ext cx="915700" cy="1832100"/>
            </a:xfrm>
            <a:custGeom>
              <a:rect b="b" l="l" r="r" t="t"/>
              <a:pathLst>
                <a:path extrusionOk="0" fill="none" h="73284" w="36628">
                  <a:moveTo>
                    <a:pt x="1" y="0"/>
                  </a:moveTo>
                  <a:cubicBezTo>
                    <a:pt x="20244" y="0"/>
                    <a:pt x="36627" y="16414"/>
                    <a:pt x="36627" y="36627"/>
                  </a:cubicBezTo>
                  <a:cubicBezTo>
                    <a:pt x="36627" y="56870"/>
                    <a:pt x="20244" y="73284"/>
                    <a:pt x="1" y="73284"/>
                  </a:cubicBezTo>
                </a:path>
              </a:pathLst>
            </a:custGeom>
            <a:noFill/>
            <a:ln cap="flat" cmpd="sng" w="94975">
              <a:solidFill>
                <a:schemeClr val="dk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8" name="Google Shape;3918;p25"/>
          <p:cNvGrpSpPr/>
          <p:nvPr/>
        </p:nvGrpSpPr>
        <p:grpSpPr>
          <a:xfrm>
            <a:off x="7872350" y="-172362"/>
            <a:ext cx="828300" cy="654275"/>
            <a:chOff x="2024375" y="213075"/>
            <a:chExt cx="828300" cy="654275"/>
          </a:xfrm>
        </p:grpSpPr>
        <p:sp>
          <p:nvSpPr>
            <p:cNvPr id="3919" name="Google Shape;3919;p25"/>
            <p:cNvSpPr/>
            <p:nvPr/>
          </p:nvSpPr>
          <p:spPr>
            <a:xfrm>
              <a:off x="2024375" y="213075"/>
              <a:ext cx="828300" cy="654275"/>
            </a:xfrm>
            <a:custGeom>
              <a:rect b="b" l="l" r="r" t="t"/>
              <a:pathLst>
                <a:path extrusionOk="0" fill="none" h="26171" w="33132">
                  <a:moveTo>
                    <a:pt x="27417" y="0"/>
                  </a:moveTo>
                  <a:cubicBezTo>
                    <a:pt x="31824" y="4377"/>
                    <a:pt x="33131" y="10973"/>
                    <a:pt x="30761" y="16718"/>
                  </a:cubicBezTo>
                  <a:cubicBezTo>
                    <a:pt x="28390" y="22432"/>
                    <a:pt x="22767" y="26171"/>
                    <a:pt x="16566" y="26171"/>
                  </a:cubicBezTo>
                  <a:cubicBezTo>
                    <a:pt x="10365" y="26171"/>
                    <a:pt x="4772" y="22432"/>
                    <a:pt x="2401" y="16718"/>
                  </a:cubicBezTo>
                  <a:cubicBezTo>
                    <a:pt x="0" y="10973"/>
                    <a:pt x="1338" y="4377"/>
                    <a:pt x="5715" y="0"/>
                  </a:cubicBezTo>
                </a:path>
              </a:pathLst>
            </a:custGeom>
            <a:noFill/>
            <a:ln cap="flat" cmpd="sng" w="66875">
              <a:solidFill>
                <a:srgbClr val="E4BEB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25"/>
            <p:cNvSpPr/>
            <p:nvPr/>
          </p:nvSpPr>
          <p:spPr>
            <a:xfrm>
              <a:off x="2194575" y="241175"/>
              <a:ext cx="488650" cy="488650"/>
            </a:xfrm>
            <a:custGeom>
              <a:rect b="b" l="l" r="r" t="t"/>
              <a:pathLst>
                <a:path extrusionOk="0" fill="none" h="19546" w="19546">
                  <a:moveTo>
                    <a:pt x="19545" y="9758"/>
                  </a:moveTo>
                  <a:cubicBezTo>
                    <a:pt x="19545" y="15168"/>
                    <a:pt x="15168" y="19545"/>
                    <a:pt x="9758" y="19545"/>
                  </a:cubicBezTo>
                  <a:cubicBezTo>
                    <a:pt x="4378" y="19545"/>
                    <a:pt x="1" y="15168"/>
                    <a:pt x="1" y="9758"/>
                  </a:cubicBezTo>
                  <a:cubicBezTo>
                    <a:pt x="1" y="4378"/>
                    <a:pt x="4378" y="1"/>
                    <a:pt x="9758" y="1"/>
                  </a:cubicBezTo>
                  <a:cubicBezTo>
                    <a:pt x="15168" y="1"/>
                    <a:pt x="19545" y="4378"/>
                    <a:pt x="19545" y="9758"/>
                  </a:cubicBezTo>
                  <a:close/>
                </a:path>
              </a:pathLst>
            </a:custGeom>
            <a:solidFill>
              <a:schemeClr val="lt2"/>
            </a:solidFill>
            <a:ln cap="flat" cmpd="sng" w="3810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21" name="Google Shape;3921;p25"/>
          <p:cNvSpPr/>
          <p:nvPr/>
        </p:nvSpPr>
        <p:spPr>
          <a:xfrm>
            <a:off x="619338" y="3175200"/>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25"/>
          <p:cNvSpPr/>
          <p:nvPr/>
        </p:nvSpPr>
        <p:spPr>
          <a:xfrm>
            <a:off x="8509113" y="597800"/>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25"/>
          <p:cNvSpPr/>
          <p:nvPr/>
        </p:nvSpPr>
        <p:spPr>
          <a:xfrm>
            <a:off x="3223250" y="4513125"/>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24" name="Google Shape;3924;p25"/>
          <p:cNvGrpSpPr/>
          <p:nvPr/>
        </p:nvGrpSpPr>
        <p:grpSpPr>
          <a:xfrm rot="10800000">
            <a:off x="1337841" y="4417138"/>
            <a:ext cx="702175" cy="1850350"/>
            <a:chOff x="6601575" y="3455900"/>
            <a:chExt cx="702175" cy="1850350"/>
          </a:xfrm>
        </p:grpSpPr>
        <p:sp>
          <p:nvSpPr>
            <p:cNvPr id="3925" name="Google Shape;3925;p25"/>
            <p:cNvSpPr/>
            <p:nvPr/>
          </p:nvSpPr>
          <p:spPr>
            <a:xfrm>
              <a:off x="6601575" y="5187675"/>
              <a:ext cx="118575" cy="118575"/>
            </a:xfrm>
            <a:custGeom>
              <a:rect b="b" l="l" r="r" t="t"/>
              <a:pathLst>
                <a:path extrusionOk="0" h="4743" w="4743">
                  <a:moveTo>
                    <a:pt x="1885" y="1"/>
                  </a:moveTo>
                  <a:lnTo>
                    <a:pt x="1885" y="1885"/>
                  </a:lnTo>
                  <a:lnTo>
                    <a:pt x="1" y="1885"/>
                  </a:lnTo>
                  <a:lnTo>
                    <a:pt x="1"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25"/>
            <p:cNvSpPr/>
            <p:nvPr/>
          </p:nvSpPr>
          <p:spPr>
            <a:xfrm>
              <a:off x="6601575" y="4994675"/>
              <a:ext cx="118575" cy="119325"/>
            </a:xfrm>
            <a:custGeom>
              <a:rect b="b" l="l" r="r" t="t"/>
              <a:pathLst>
                <a:path extrusionOk="0" h="4773" w="4743">
                  <a:moveTo>
                    <a:pt x="1885" y="0"/>
                  </a:moveTo>
                  <a:lnTo>
                    <a:pt x="1885" y="1915"/>
                  </a:lnTo>
                  <a:lnTo>
                    <a:pt x="1" y="1915"/>
                  </a:lnTo>
                  <a:lnTo>
                    <a:pt x="1" y="2858"/>
                  </a:lnTo>
                  <a:lnTo>
                    <a:pt x="1885" y="2858"/>
                  </a:lnTo>
                  <a:lnTo>
                    <a:pt x="1885" y="4772"/>
                  </a:lnTo>
                  <a:lnTo>
                    <a:pt x="2827" y="4772"/>
                  </a:lnTo>
                  <a:lnTo>
                    <a:pt x="2827" y="2858"/>
                  </a:lnTo>
                  <a:lnTo>
                    <a:pt x="4742" y="2858"/>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25"/>
            <p:cNvSpPr/>
            <p:nvPr/>
          </p:nvSpPr>
          <p:spPr>
            <a:xfrm>
              <a:off x="6601575" y="4802425"/>
              <a:ext cx="118575" cy="119325"/>
            </a:xfrm>
            <a:custGeom>
              <a:rect b="b" l="l" r="r" t="t"/>
              <a:pathLst>
                <a:path extrusionOk="0" h="4773" w="4743">
                  <a:moveTo>
                    <a:pt x="1885" y="0"/>
                  </a:moveTo>
                  <a:lnTo>
                    <a:pt x="1885" y="1915"/>
                  </a:lnTo>
                  <a:lnTo>
                    <a:pt x="1" y="1915"/>
                  </a:lnTo>
                  <a:lnTo>
                    <a:pt x="1" y="2857"/>
                  </a:lnTo>
                  <a:lnTo>
                    <a:pt x="1885" y="2857"/>
                  </a:lnTo>
                  <a:lnTo>
                    <a:pt x="1885" y="4772"/>
                  </a:lnTo>
                  <a:lnTo>
                    <a:pt x="2827" y="477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25"/>
            <p:cNvSpPr/>
            <p:nvPr/>
          </p:nvSpPr>
          <p:spPr>
            <a:xfrm>
              <a:off x="6601575" y="4610175"/>
              <a:ext cx="118575" cy="118550"/>
            </a:xfrm>
            <a:custGeom>
              <a:rect b="b" l="l" r="r" t="t"/>
              <a:pathLst>
                <a:path extrusionOk="0" h="4742" w="4743">
                  <a:moveTo>
                    <a:pt x="1885" y="0"/>
                  </a:moveTo>
                  <a:lnTo>
                    <a:pt x="1885" y="1915"/>
                  </a:lnTo>
                  <a:lnTo>
                    <a:pt x="1" y="1915"/>
                  </a:lnTo>
                  <a:lnTo>
                    <a:pt x="1" y="2857"/>
                  </a:lnTo>
                  <a:lnTo>
                    <a:pt x="1885" y="2857"/>
                  </a:lnTo>
                  <a:lnTo>
                    <a:pt x="1885" y="4742"/>
                  </a:lnTo>
                  <a:lnTo>
                    <a:pt x="2827" y="474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25"/>
            <p:cNvSpPr/>
            <p:nvPr/>
          </p:nvSpPr>
          <p:spPr>
            <a:xfrm>
              <a:off x="6601575" y="4417925"/>
              <a:ext cx="118575" cy="118550"/>
            </a:xfrm>
            <a:custGeom>
              <a:rect b="b" l="l" r="r" t="t"/>
              <a:pathLst>
                <a:path extrusionOk="0" h="4742" w="4743">
                  <a:moveTo>
                    <a:pt x="1885" y="0"/>
                  </a:moveTo>
                  <a:lnTo>
                    <a:pt x="1885" y="1915"/>
                  </a:lnTo>
                  <a:lnTo>
                    <a:pt x="1" y="1915"/>
                  </a:lnTo>
                  <a:lnTo>
                    <a:pt x="1" y="2857"/>
                  </a:lnTo>
                  <a:lnTo>
                    <a:pt x="1885" y="2857"/>
                  </a:lnTo>
                  <a:lnTo>
                    <a:pt x="1885" y="4742"/>
                  </a:lnTo>
                  <a:lnTo>
                    <a:pt x="2827" y="474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25"/>
            <p:cNvSpPr/>
            <p:nvPr/>
          </p:nvSpPr>
          <p:spPr>
            <a:xfrm>
              <a:off x="6601575" y="4225675"/>
              <a:ext cx="118575" cy="118550"/>
            </a:xfrm>
            <a:custGeom>
              <a:rect b="b" l="l" r="r" t="t"/>
              <a:pathLst>
                <a:path extrusionOk="0" h="4742" w="4743">
                  <a:moveTo>
                    <a:pt x="1885" y="0"/>
                  </a:moveTo>
                  <a:lnTo>
                    <a:pt x="1885" y="1885"/>
                  </a:lnTo>
                  <a:lnTo>
                    <a:pt x="1" y="1885"/>
                  </a:lnTo>
                  <a:lnTo>
                    <a:pt x="1" y="2857"/>
                  </a:lnTo>
                  <a:lnTo>
                    <a:pt x="1885" y="2857"/>
                  </a:lnTo>
                  <a:lnTo>
                    <a:pt x="1885" y="4742"/>
                  </a:lnTo>
                  <a:lnTo>
                    <a:pt x="2827" y="4742"/>
                  </a:lnTo>
                  <a:lnTo>
                    <a:pt x="2827" y="2857"/>
                  </a:lnTo>
                  <a:lnTo>
                    <a:pt x="4742" y="2857"/>
                  </a:lnTo>
                  <a:lnTo>
                    <a:pt x="4742" y="1885"/>
                  </a:lnTo>
                  <a:lnTo>
                    <a:pt x="2827" y="188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25"/>
            <p:cNvSpPr/>
            <p:nvPr/>
          </p:nvSpPr>
          <p:spPr>
            <a:xfrm>
              <a:off x="6601575" y="4033400"/>
              <a:ext cx="118575" cy="118575"/>
            </a:xfrm>
            <a:custGeom>
              <a:rect b="b" l="l" r="r" t="t"/>
              <a:pathLst>
                <a:path extrusionOk="0" h="4743" w="4743">
                  <a:moveTo>
                    <a:pt x="1885" y="1"/>
                  </a:moveTo>
                  <a:lnTo>
                    <a:pt x="1885" y="1885"/>
                  </a:lnTo>
                  <a:lnTo>
                    <a:pt x="1" y="1885"/>
                  </a:lnTo>
                  <a:lnTo>
                    <a:pt x="1"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25"/>
            <p:cNvSpPr/>
            <p:nvPr/>
          </p:nvSpPr>
          <p:spPr>
            <a:xfrm>
              <a:off x="6601575" y="3841150"/>
              <a:ext cx="118575" cy="118575"/>
            </a:xfrm>
            <a:custGeom>
              <a:rect b="b" l="l" r="r" t="t"/>
              <a:pathLst>
                <a:path extrusionOk="0" h="4743" w="4743">
                  <a:moveTo>
                    <a:pt x="1885" y="1"/>
                  </a:moveTo>
                  <a:lnTo>
                    <a:pt x="1885" y="1885"/>
                  </a:lnTo>
                  <a:lnTo>
                    <a:pt x="1" y="1885"/>
                  </a:lnTo>
                  <a:lnTo>
                    <a:pt x="1"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25"/>
            <p:cNvSpPr/>
            <p:nvPr/>
          </p:nvSpPr>
          <p:spPr>
            <a:xfrm>
              <a:off x="6601575" y="3648900"/>
              <a:ext cx="118575" cy="118575"/>
            </a:xfrm>
            <a:custGeom>
              <a:rect b="b" l="l" r="r" t="t"/>
              <a:pathLst>
                <a:path extrusionOk="0" h="4743" w="4743">
                  <a:moveTo>
                    <a:pt x="1885" y="1"/>
                  </a:moveTo>
                  <a:lnTo>
                    <a:pt x="1885" y="1885"/>
                  </a:lnTo>
                  <a:lnTo>
                    <a:pt x="1" y="1885"/>
                  </a:lnTo>
                  <a:lnTo>
                    <a:pt x="1" y="2828"/>
                  </a:lnTo>
                  <a:lnTo>
                    <a:pt x="1885" y="2828"/>
                  </a:lnTo>
                  <a:lnTo>
                    <a:pt x="1885" y="4742"/>
                  </a:lnTo>
                  <a:lnTo>
                    <a:pt x="2827" y="4742"/>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25"/>
            <p:cNvSpPr/>
            <p:nvPr/>
          </p:nvSpPr>
          <p:spPr>
            <a:xfrm>
              <a:off x="6796100" y="5187675"/>
              <a:ext cx="118575" cy="118575"/>
            </a:xfrm>
            <a:custGeom>
              <a:rect b="b" l="l" r="r" t="t"/>
              <a:pathLst>
                <a:path extrusionOk="0" h="4743" w="4743">
                  <a:moveTo>
                    <a:pt x="1885" y="1"/>
                  </a:moveTo>
                  <a:lnTo>
                    <a:pt x="1885" y="1885"/>
                  </a:lnTo>
                  <a:lnTo>
                    <a:pt x="1" y="1885"/>
                  </a:lnTo>
                  <a:lnTo>
                    <a:pt x="1" y="2828"/>
                  </a:lnTo>
                  <a:lnTo>
                    <a:pt x="1885" y="2828"/>
                  </a:lnTo>
                  <a:lnTo>
                    <a:pt x="1885" y="4743"/>
                  </a:lnTo>
                  <a:lnTo>
                    <a:pt x="2828" y="4743"/>
                  </a:lnTo>
                  <a:lnTo>
                    <a:pt x="2828" y="2828"/>
                  </a:lnTo>
                  <a:lnTo>
                    <a:pt x="4743" y="2828"/>
                  </a:lnTo>
                  <a:lnTo>
                    <a:pt x="4743" y="1885"/>
                  </a:lnTo>
                  <a:lnTo>
                    <a:pt x="2828" y="1885"/>
                  </a:lnTo>
                  <a:lnTo>
                    <a:pt x="28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25"/>
            <p:cNvSpPr/>
            <p:nvPr/>
          </p:nvSpPr>
          <p:spPr>
            <a:xfrm>
              <a:off x="6796100" y="4994675"/>
              <a:ext cx="118575" cy="119325"/>
            </a:xfrm>
            <a:custGeom>
              <a:rect b="b" l="l" r="r" t="t"/>
              <a:pathLst>
                <a:path extrusionOk="0" h="4773" w="4743">
                  <a:moveTo>
                    <a:pt x="1885" y="0"/>
                  </a:moveTo>
                  <a:lnTo>
                    <a:pt x="1885" y="1915"/>
                  </a:lnTo>
                  <a:lnTo>
                    <a:pt x="1" y="1915"/>
                  </a:lnTo>
                  <a:lnTo>
                    <a:pt x="1" y="2858"/>
                  </a:lnTo>
                  <a:lnTo>
                    <a:pt x="1885" y="2858"/>
                  </a:lnTo>
                  <a:lnTo>
                    <a:pt x="1885" y="4772"/>
                  </a:lnTo>
                  <a:lnTo>
                    <a:pt x="2828" y="4772"/>
                  </a:lnTo>
                  <a:lnTo>
                    <a:pt x="2828" y="2858"/>
                  </a:lnTo>
                  <a:lnTo>
                    <a:pt x="4743" y="2858"/>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25"/>
            <p:cNvSpPr/>
            <p:nvPr/>
          </p:nvSpPr>
          <p:spPr>
            <a:xfrm>
              <a:off x="6796100" y="4802425"/>
              <a:ext cx="118575" cy="119325"/>
            </a:xfrm>
            <a:custGeom>
              <a:rect b="b" l="l" r="r" t="t"/>
              <a:pathLst>
                <a:path extrusionOk="0" h="4773" w="4743">
                  <a:moveTo>
                    <a:pt x="1885" y="0"/>
                  </a:moveTo>
                  <a:lnTo>
                    <a:pt x="1885" y="1915"/>
                  </a:lnTo>
                  <a:lnTo>
                    <a:pt x="1" y="1915"/>
                  </a:lnTo>
                  <a:lnTo>
                    <a:pt x="1" y="2857"/>
                  </a:lnTo>
                  <a:lnTo>
                    <a:pt x="1885" y="2857"/>
                  </a:lnTo>
                  <a:lnTo>
                    <a:pt x="1885" y="4772"/>
                  </a:lnTo>
                  <a:lnTo>
                    <a:pt x="2828" y="4772"/>
                  </a:lnTo>
                  <a:lnTo>
                    <a:pt x="2828" y="2857"/>
                  </a:lnTo>
                  <a:lnTo>
                    <a:pt x="4743" y="2857"/>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25"/>
            <p:cNvSpPr/>
            <p:nvPr/>
          </p:nvSpPr>
          <p:spPr>
            <a:xfrm>
              <a:off x="6796100" y="4610175"/>
              <a:ext cx="118575" cy="118550"/>
            </a:xfrm>
            <a:custGeom>
              <a:rect b="b" l="l" r="r" t="t"/>
              <a:pathLst>
                <a:path extrusionOk="0" h="4742" w="4743">
                  <a:moveTo>
                    <a:pt x="1885" y="0"/>
                  </a:moveTo>
                  <a:lnTo>
                    <a:pt x="1885" y="1915"/>
                  </a:lnTo>
                  <a:lnTo>
                    <a:pt x="1" y="1915"/>
                  </a:lnTo>
                  <a:lnTo>
                    <a:pt x="1" y="2857"/>
                  </a:lnTo>
                  <a:lnTo>
                    <a:pt x="1885" y="2857"/>
                  </a:lnTo>
                  <a:lnTo>
                    <a:pt x="1885" y="4742"/>
                  </a:lnTo>
                  <a:lnTo>
                    <a:pt x="2828" y="4742"/>
                  </a:lnTo>
                  <a:lnTo>
                    <a:pt x="2828" y="2857"/>
                  </a:lnTo>
                  <a:lnTo>
                    <a:pt x="4743" y="2857"/>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25"/>
            <p:cNvSpPr/>
            <p:nvPr/>
          </p:nvSpPr>
          <p:spPr>
            <a:xfrm>
              <a:off x="6796100" y="4417925"/>
              <a:ext cx="118575" cy="118550"/>
            </a:xfrm>
            <a:custGeom>
              <a:rect b="b" l="l" r="r" t="t"/>
              <a:pathLst>
                <a:path extrusionOk="0" h="4742" w="4743">
                  <a:moveTo>
                    <a:pt x="1885" y="0"/>
                  </a:moveTo>
                  <a:lnTo>
                    <a:pt x="1885" y="1915"/>
                  </a:lnTo>
                  <a:lnTo>
                    <a:pt x="1" y="1915"/>
                  </a:lnTo>
                  <a:lnTo>
                    <a:pt x="1" y="2857"/>
                  </a:lnTo>
                  <a:lnTo>
                    <a:pt x="1885" y="2857"/>
                  </a:lnTo>
                  <a:lnTo>
                    <a:pt x="1885" y="4742"/>
                  </a:lnTo>
                  <a:lnTo>
                    <a:pt x="2828" y="4742"/>
                  </a:lnTo>
                  <a:lnTo>
                    <a:pt x="2828" y="2857"/>
                  </a:lnTo>
                  <a:lnTo>
                    <a:pt x="4743" y="2857"/>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25"/>
            <p:cNvSpPr/>
            <p:nvPr/>
          </p:nvSpPr>
          <p:spPr>
            <a:xfrm>
              <a:off x="6796100" y="4225675"/>
              <a:ext cx="118575" cy="118550"/>
            </a:xfrm>
            <a:custGeom>
              <a:rect b="b" l="l" r="r" t="t"/>
              <a:pathLst>
                <a:path extrusionOk="0" h="4742" w="4743">
                  <a:moveTo>
                    <a:pt x="1885" y="0"/>
                  </a:moveTo>
                  <a:lnTo>
                    <a:pt x="1885" y="1885"/>
                  </a:lnTo>
                  <a:lnTo>
                    <a:pt x="1" y="1885"/>
                  </a:lnTo>
                  <a:lnTo>
                    <a:pt x="1" y="2857"/>
                  </a:lnTo>
                  <a:lnTo>
                    <a:pt x="1885" y="2857"/>
                  </a:lnTo>
                  <a:lnTo>
                    <a:pt x="1885" y="4742"/>
                  </a:lnTo>
                  <a:lnTo>
                    <a:pt x="2828" y="4742"/>
                  </a:lnTo>
                  <a:lnTo>
                    <a:pt x="2828" y="2857"/>
                  </a:lnTo>
                  <a:lnTo>
                    <a:pt x="4743" y="2857"/>
                  </a:lnTo>
                  <a:lnTo>
                    <a:pt x="4743" y="1885"/>
                  </a:lnTo>
                  <a:lnTo>
                    <a:pt x="2828" y="188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25"/>
            <p:cNvSpPr/>
            <p:nvPr/>
          </p:nvSpPr>
          <p:spPr>
            <a:xfrm>
              <a:off x="6796100" y="4033400"/>
              <a:ext cx="118575" cy="118575"/>
            </a:xfrm>
            <a:custGeom>
              <a:rect b="b" l="l" r="r" t="t"/>
              <a:pathLst>
                <a:path extrusionOk="0" h="4743" w="4743">
                  <a:moveTo>
                    <a:pt x="1885" y="1"/>
                  </a:moveTo>
                  <a:lnTo>
                    <a:pt x="1885" y="1885"/>
                  </a:lnTo>
                  <a:lnTo>
                    <a:pt x="1" y="1885"/>
                  </a:lnTo>
                  <a:lnTo>
                    <a:pt x="1" y="2828"/>
                  </a:lnTo>
                  <a:lnTo>
                    <a:pt x="1885" y="2828"/>
                  </a:lnTo>
                  <a:lnTo>
                    <a:pt x="1885" y="4743"/>
                  </a:lnTo>
                  <a:lnTo>
                    <a:pt x="2828" y="4743"/>
                  </a:lnTo>
                  <a:lnTo>
                    <a:pt x="2828" y="2828"/>
                  </a:lnTo>
                  <a:lnTo>
                    <a:pt x="4743" y="2828"/>
                  </a:lnTo>
                  <a:lnTo>
                    <a:pt x="4743" y="1885"/>
                  </a:lnTo>
                  <a:lnTo>
                    <a:pt x="2828" y="1885"/>
                  </a:lnTo>
                  <a:lnTo>
                    <a:pt x="28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25"/>
            <p:cNvSpPr/>
            <p:nvPr/>
          </p:nvSpPr>
          <p:spPr>
            <a:xfrm>
              <a:off x="6796100" y="3841150"/>
              <a:ext cx="118575" cy="118575"/>
            </a:xfrm>
            <a:custGeom>
              <a:rect b="b" l="l" r="r" t="t"/>
              <a:pathLst>
                <a:path extrusionOk="0" h="4743" w="4743">
                  <a:moveTo>
                    <a:pt x="1885" y="1"/>
                  </a:moveTo>
                  <a:lnTo>
                    <a:pt x="1885" y="1885"/>
                  </a:lnTo>
                  <a:lnTo>
                    <a:pt x="1" y="1885"/>
                  </a:lnTo>
                  <a:lnTo>
                    <a:pt x="1" y="2828"/>
                  </a:lnTo>
                  <a:lnTo>
                    <a:pt x="1885" y="2828"/>
                  </a:lnTo>
                  <a:lnTo>
                    <a:pt x="1885" y="4743"/>
                  </a:lnTo>
                  <a:lnTo>
                    <a:pt x="2828" y="4743"/>
                  </a:lnTo>
                  <a:lnTo>
                    <a:pt x="2828" y="2828"/>
                  </a:lnTo>
                  <a:lnTo>
                    <a:pt x="4743" y="2828"/>
                  </a:lnTo>
                  <a:lnTo>
                    <a:pt x="4743" y="1885"/>
                  </a:lnTo>
                  <a:lnTo>
                    <a:pt x="2828" y="1885"/>
                  </a:lnTo>
                  <a:lnTo>
                    <a:pt x="28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25"/>
            <p:cNvSpPr/>
            <p:nvPr/>
          </p:nvSpPr>
          <p:spPr>
            <a:xfrm>
              <a:off x="6796100" y="3648900"/>
              <a:ext cx="118575" cy="118575"/>
            </a:xfrm>
            <a:custGeom>
              <a:rect b="b" l="l" r="r" t="t"/>
              <a:pathLst>
                <a:path extrusionOk="0" h="4743" w="4743">
                  <a:moveTo>
                    <a:pt x="1885" y="1"/>
                  </a:moveTo>
                  <a:lnTo>
                    <a:pt x="1885" y="1885"/>
                  </a:lnTo>
                  <a:lnTo>
                    <a:pt x="1" y="1885"/>
                  </a:lnTo>
                  <a:lnTo>
                    <a:pt x="1" y="2828"/>
                  </a:lnTo>
                  <a:lnTo>
                    <a:pt x="1885" y="2828"/>
                  </a:lnTo>
                  <a:lnTo>
                    <a:pt x="1885" y="4742"/>
                  </a:lnTo>
                  <a:lnTo>
                    <a:pt x="2828" y="4742"/>
                  </a:lnTo>
                  <a:lnTo>
                    <a:pt x="2828" y="2828"/>
                  </a:lnTo>
                  <a:lnTo>
                    <a:pt x="4743" y="2828"/>
                  </a:lnTo>
                  <a:lnTo>
                    <a:pt x="4743" y="1885"/>
                  </a:lnTo>
                  <a:lnTo>
                    <a:pt x="2828" y="1885"/>
                  </a:lnTo>
                  <a:lnTo>
                    <a:pt x="28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25"/>
            <p:cNvSpPr/>
            <p:nvPr/>
          </p:nvSpPr>
          <p:spPr>
            <a:xfrm>
              <a:off x="6990650" y="5187675"/>
              <a:ext cx="118550" cy="118575"/>
            </a:xfrm>
            <a:custGeom>
              <a:rect b="b" l="l" r="r" t="t"/>
              <a:pathLst>
                <a:path extrusionOk="0" h="4743" w="4742">
                  <a:moveTo>
                    <a:pt x="1885" y="1"/>
                  </a:moveTo>
                  <a:lnTo>
                    <a:pt x="1885" y="1885"/>
                  </a:lnTo>
                  <a:lnTo>
                    <a:pt x="0" y="1885"/>
                  </a:lnTo>
                  <a:lnTo>
                    <a:pt x="0"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25"/>
            <p:cNvSpPr/>
            <p:nvPr/>
          </p:nvSpPr>
          <p:spPr>
            <a:xfrm>
              <a:off x="6990650" y="4994675"/>
              <a:ext cx="118550" cy="119325"/>
            </a:xfrm>
            <a:custGeom>
              <a:rect b="b" l="l" r="r" t="t"/>
              <a:pathLst>
                <a:path extrusionOk="0" h="4773" w="4742">
                  <a:moveTo>
                    <a:pt x="1885" y="0"/>
                  </a:moveTo>
                  <a:lnTo>
                    <a:pt x="1885" y="1915"/>
                  </a:lnTo>
                  <a:lnTo>
                    <a:pt x="0" y="1915"/>
                  </a:lnTo>
                  <a:lnTo>
                    <a:pt x="0" y="2858"/>
                  </a:lnTo>
                  <a:lnTo>
                    <a:pt x="1885" y="2858"/>
                  </a:lnTo>
                  <a:lnTo>
                    <a:pt x="1885" y="4772"/>
                  </a:lnTo>
                  <a:lnTo>
                    <a:pt x="2827" y="4772"/>
                  </a:lnTo>
                  <a:lnTo>
                    <a:pt x="2827" y="2858"/>
                  </a:lnTo>
                  <a:lnTo>
                    <a:pt x="4742" y="2858"/>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25"/>
            <p:cNvSpPr/>
            <p:nvPr/>
          </p:nvSpPr>
          <p:spPr>
            <a:xfrm>
              <a:off x="6990650" y="4802425"/>
              <a:ext cx="118550" cy="119325"/>
            </a:xfrm>
            <a:custGeom>
              <a:rect b="b" l="l" r="r" t="t"/>
              <a:pathLst>
                <a:path extrusionOk="0" h="4773" w="4742">
                  <a:moveTo>
                    <a:pt x="1885" y="0"/>
                  </a:moveTo>
                  <a:lnTo>
                    <a:pt x="1885" y="1915"/>
                  </a:lnTo>
                  <a:lnTo>
                    <a:pt x="0" y="1915"/>
                  </a:lnTo>
                  <a:lnTo>
                    <a:pt x="0" y="2857"/>
                  </a:lnTo>
                  <a:lnTo>
                    <a:pt x="1885" y="2857"/>
                  </a:lnTo>
                  <a:lnTo>
                    <a:pt x="1885" y="4772"/>
                  </a:lnTo>
                  <a:lnTo>
                    <a:pt x="2827" y="477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25"/>
            <p:cNvSpPr/>
            <p:nvPr/>
          </p:nvSpPr>
          <p:spPr>
            <a:xfrm>
              <a:off x="6990650" y="4610175"/>
              <a:ext cx="118550" cy="118550"/>
            </a:xfrm>
            <a:custGeom>
              <a:rect b="b" l="l" r="r" t="t"/>
              <a:pathLst>
                <a:path extrusionOk="0" h="4742" w="4742">
                  <a:moveTo>
                    <a:pt x="1885" y="0"/>
                  </a:moveTo>
                  <a:lnTo>
                    <a:pt x="1885" y="1915"/>
                  </a:lnTo>
                  <a:lnTo>
                    <a:pt x="0" y="1915"/>
                  </a:lnTo>
                  <a:lnTo>
                    <a:pt x="0" y="2857"/>
                  </a:lnTo>
                  <a:lnTo>
                    <a:pt x="1885" y="2857"/>
                  </a:lnTo>
                  <a:lnTo>
                    <a:pt x="1885" y="4742"/>
                  </a:lnTo>
                  <a:lnTo>
                    <a:pt x="2827" y="474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25"/>
            <p:cNvSpPr/>
            <p:nvPr/>
          </p:nvSpPr>
          <p:spPr>
            <a:xfrm>
              <a:off x="6990650" y="4417925"/>
              <a:ext cx="118550" cy="118550"/>
            </a:xfrm>
            <a:custGeom>
              <a:rect b="b" l="l" r="r" t="t"/>
              <a:pathLst>
                <a:path extrusionOk="0" h="4742" w="4742">
                  <a:moveTo>
                    <a:pt x="1885" y="0"/>
                  </a:moveTo>
                  <a:lnTo>
                    <a:pt x="1885" y="1915"/>
                  </a:lnTo>
                  <a:lnTo>
                    <a:pt x="0" y="1915"/>
                  </a:lnTo>
                  <a:lnTo>
                    <a:pt x="0" y="2857"/>
                  </a:lnTo>
                  <a:lnTo>
                    <a:pt x="1885" y="2857"/>
                  </a:lnTo>
                  <a:lnTo>
                    <a:pt x="1885" y="4742"/>
                  </a:lnTo>
                  <a:lnTo>
                    <a:pt x="2827" y="474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25"/>
            <p:cNvSpPr/>
            <p:nvPr/>
          </p:nvSpPr>
          <p:spPr>
            <a:xfrm>
              <a:off x="6990650" y="4225675"/>
              <a:ext cx="118550" cy="118550"/>
            </a:xfrm>
            <a:custGeom>
              <a:rect b="b" l="l" r="r" t="t"/>
              <a:pathLst>
                <a:path extrusionOk="0" h="4742" w="4742">
                  <a:moveTo>
                    <a:pt x="1885" y="0"/>
                  </a:moveTo>
                  <a:lnTo>
                    <a:pt x="1885" y="1885"/>
                  </a:lnTo>
                  <a:lnTo>
                    <a:pt x="0" y="1885"/>
                  </a:lnTo>
                  <a:lnTo>
                    <a:pt x="0" y="2857"/>
                  </a:lnTo>
                  <a:lnTo>
                    <a:pt x="1885" y="2857"/>
                  </a:lnTo>
                  <a:lnTo>
                    <a:pt x="1885" y="4742"/>
                  </a:lnTo>
                  <a:lnTo>
                    <a:pt x="2827" y="4742"/>
                  </a:lnTo>
                  <a:lnTo>
                    <a:pt x="2827" y="2857"/>
                  </a:lnTo>
                  <a:lnTo>
                    <a:pt x="4742" y="2857"/>
                  </a:lnTo>
                  <a:lnTo>
                    <a:pt x="4742" y="1885"/>
                  </a:lnTo>
                  <a:lnTo>
                    <a:pt x="2827" y="188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25"/>
            <p:cNvSpPr/>
            <p:nvPr/>
          </p:nvSpPr>
          <p:spPr>
            <a:xfrm>
              <a:off x="6990650" y="4033400"/>
              <a:ext cx="118550" cy="118575"/>
            </a:xfrm>
            <a:custGeom>
              <a:rect b="b" l="l" r="r" t="t"/>
              <a:pathLst>
                <a:path extrusionOk="0" h="4743" w="4742">
                  <a:moveTo>
                    <a:pt x="1885" y="1"/>
                  </a:moveTo>
                  <a:lnTo>
                    <a:pt x="1885" y="1885"/>
                  </a:lnTo>
                  <a:lnTo>
                    <a:pt x="0" y="1885"/>
                  </a:lnTo>
                  <a:lnTo>
                    <a:pt x="0"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25"/>
            <p:cNvSpPr/>
            <p:nvPr/>
          </p:nvSpPr>
          <p:spPr>
            <a:xfrm>
              <a:off x="6990650" y="3841150"/>
              <a:ext cx="118550" cy="118575"/>
            </a:xfrm>
            <a:custGeom>
              <a:rect b="b" l="l" r="r" t="t"/>
              <a:pathLst>
                <a:path extrusionOk="0" h="4743" w="4742">
                  <a:moveTo>
                    <a:pt x="1885" y="1"/>
                  </a:moveTo>
                  <a:lnTo>
                    <a:pt x="1885" y="1885"/>
                  </a:lnTo>
                  <a:lnTo>
                    <a:pt x="0" y="1885"/>
                  </a:lnTo>
                  <a:lnTo>
                    <a:pt x="0"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25"/>
            <p:cNvSpPr/>
            <p:nvPr/>
          </p:nvSpPr>
          <p:spPr>
            <a:xfrm>
              <a:off x="6990650" y="3648900"/>
              <a:ext cx="118550" cy="118575"/>
            </a:xfrm>
            <a:custGeom>
              <a:rect b="b" l="l" r="r" t="t"/>
              <a:pathLst>
                <a:path extrusionOk="0" h="4743" w="4742">
                  <a:moveTo>
                    <a:pt x="1885" y="1"/>
                  </a:moveTo>
                  <a:lnTo>
                    <a:pt x="1885" y="1885"/>
                  </a:lnTo>
                  <a:lnTo>
                    <a:pt x="0" y="1885"/>
                  </a:lnTo>
                  <a:lnTo>
                    <a:pt x="0" y="2828"/>
                  </a:lnTo>
                  <a:lnTo>
                    <a:pt x="1885" y="2828"/>
                  </a:lnTo>
                  <a:lnTo>
                    <a:pt x="1885" y="4742"/>
                  </a:lnTo>
                  <a:lnTo>
                    <a:pt x="2827" y="4742"/>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25"/>
            <p:cNvSpPr/>
            <p:nvPr/>
          </p:nvSpPr>
          <p:spPr>
            <a:xfrm>
              <a:off x="7184425" y="5187675"/>
              <a:ext cx="119325" cy="118575"/>
            </a:xfrm>
            <a:custGeom>
              <a:rect b="b" l="l" r="r" t="t"/>
              <a:pathLst>
                <a:path extrusionOk="0" h="4743" w="4773">
                  <a:moveTo>
                    <a:pt x="1915" y="1"/>
                  </a:moveTo>
                  <a:lnTo>
                    <a:pt x="1915" y="1885"/>
                  </a:lnTo>
                  <a:lnTo>
                    <a:pt x="0" y="1885"/>
                  </a:lnTo>
                  <a:lnTo>
                    <a:pt x="0" y="2828"/>
                  </a:lnTo>
                  <a:lnTo>
                    <a:pt x="1915" y="2828"/>
                  </a:lnTo>
                  <a:lnTo>
                    <a:pt x="1915" y="4743"/>
                  </a:lnTo>
                  <a:lnTo>
                    <a:pt x="2857" y="4743"/>
                  </a:lnTo>
                  <a:lnTo>
                    <a:pt x="2857" y="2828"/>
                  </a:lnTo>
                  <a:lnTo>
                    <a:pt x="4772" y="2828"/>
                  </a:lnTo>
                  <a:lnTo>
                    <a:pt x="4772" y="1885"/>
                  </a:lnTo>
                  <a:lnTo>
                    <a:pt x="2857" y="1885"/>
                  </a:lnTo>
                  <a:lnTo>
                    <a:pt x="285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25"/>
            <p:cNvSpPr/>
            <p:nvPr/>
          </p:nvSpPr>
          <p:spPr>
            <a:xfrm>
              <a:off x="7184425" y="4994675"/>
              <a:ext cx="119325" cy="119325"/>
            </a:xfrm>
            <a:custGeom>
              <a:rect b="b" l="l" r="r" t="t"/>
              <a:pathLst>
                <a:path extrusionOk="0" h="4773" w="4773">
                  <a:moveTo>
                    <a:pt x="1915" y="0"/>
                  </a:moveTo>
                  <a:lnTo>
                    <a:pt x="1915" y="1915"/>
                  </a:lnTo>
                  <a:lnTo>
                    <a:pt x="0" y="1915"/>
                  </a:lnTo>
                  <a:lnTo>
                    <a:pt x="0" y="2858"/>
                  </a:lnTo>
                  <a:lnTo>
                    <a:pt x="1915" y="2858"/>
                  </a:lnTo>
                  <a:lnTo>
                    <a:pt x="1915" y="4772"/>
                  </a:lnTo>
                  <a:lnTo>
                    <a:pt x="2857" y="4772"/>
                  </a:lnTo>
                  <a:lnTo>
                    <a:pt x="2857" y="2858"/>
                  </a:lnTo>
                  <a:lnTo>
                    <a:pt x="4772" y="2858"/>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25"/>
            <p:cNvSpPr/>
            <p:nvPr/>
          </p:nvSpPr>
          <p:spPr>
            <a:xfrm>
              <a:off x="7184425" y="4802425"/>
              <a:ext cx="119325" cy="119325"/>
            </a:xfrm>
            <a:custGeom>
              <a:rect b="b" l="l" r="r" t="t"/>
              <a:pathLst>
                <a:path extrusionOk="0" h="4773" w="4773">
                  <a:moveTo>
                    <a:pt x="1915" y="0"/>
                  </a:moveTo>
                  <a:lnTo>
                    <a:pt x="1915" y="1915"/>
                  </a:lnTo>
                  <a:lnTo>
                    <a:pt x="0" y="1915"/>
                  </a:lnTo>
                  <a:lnTo>
                    <a:pt x="0" y="2857"/>
                  </a:lnTo>
                  <a:lnTo>
                    <a:pt x="1915" y="2857"/>
                  </a:lnTo>
                  <a:lnTo>
                    <a:pt x="1915" y="4772"/>
                  </a:lnTo>
                  <a:lnTo>
                    <a:pt x="2857" y="4772"/>
                  </a:lnTo>
                  <a:lnTo>
                    <a:pt x="2857" y="2857"/>
                  </a:lnTo>
                  <a:lnTo>
                    <a:pt x="4772" y="2857"/>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25"/>
            <p:cNvSpPr/>
            <p:nvPr/>
          </p:nvSpPr>
          <p:spPr>
            <a:xfrm>
              <a:off x="7184425" y="4610175"/>
              <a:ext cx="119325" cy="118550"/>
            </a:xfrm>
            <a:custGeom>
              <a:rect b="b" l="l" r="r" t="t"/>
              <a:pathLst>
                <a:path extrusionOk="0" h="4742" w="4773">
                  <a:moveTo>
                    <a:pt x="1915" y="0"/>
                  </a:moveTo>
                  <a:lnTo>
                    <a:pt x="1915" y="1915"/>
                  </a:lnTo>
                  <a:lnTo>
                    <a:pt x="0" y="1915"/>
                  </a:lnTo>
                  <a:lnTo>
                    <a:pt x="0" y="2857"/>
                  </a:lnTo>
                  <a:lnTo>
                    <a:pt x="1915" y="2857"/>
                  </a:lnTo>
                  <a:lnTo>
                    <a:pt x="1915" y="4742"/>
                  </a:lnTo>
                  <a:lnTo>
                    <a:pt x="2857" y="4742"/>
                  </a:lnTo>
                  <a:lnTo>
                    <a:pt x="2857" y="2857"/>
                  </a:lnTo>
                  <a:lnTo>
                    <a:pt x="4772" y="2857"/>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25"/>
            <p:cNvSpPr/>
            <p:nvPr/>
          </p:nvSpPr>
          <p:spPr>
            <a:xfrm>
              <a:off x="7184425" y="4417925"/>
              <a:ext cx="119325" cy="118550"/>
            </a:xfrm>
            <a:custGeom>
              <a:rect b="b" l="l" r="r" t="t"/>
              <a:pathLst>
                <a:path extrusionOk="0" h="4742" w="4773">
                  <a:moveTo>
                    <a:pt x="1915" y="0"/>
                  </a:moveTo>
                  <a:lnTo>
                    <a:pt x="1915" y="1915"/>
                  </a:lnTo>
                  <a:lnTo>
                    <a:pt x="0" y="1915"/>
                  </a:lnTo>
                  <a:lnTo>
                    <a:pt x="0" y="2857"/>
                  </a:lnTo>
                  <a:lnTo>
                    <a:pt x="1915" y="2857"/>
                  </a:lnTo>
                  <a:lnTo>
                    <a:pt x="1915" y="4742"/>
                  </a:lnTo>
                  <a:lnTo>
                    <a:pt x="2857" y="4742"/>
                  </a:lnTo>
                  <a:lnTo>
                    <a:pt x="2857" y="2857"/>
                  </a:lnTo>
                  <a:lnTo>
                    <a:pt x="4772" y="2857"/>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25"/>
            <p:cNvSpPr/>
            <p:nvPr/>
          </p:nvSpPr>
          <p:spPr>
            <a:xfrm>
              <a:off x="7184425" y="4225675"/>
              <a:ext cx="119325" cy="118550"/>
            </a:xfrm>
            <a:custGeom>
              <a:rect b="b" l="l" r="r" t="t"/>
              <a:pathLst>
                <a:path extrusionOk="0" h="4742" w="4773">
                  <a:moveTo>
                    <a:pt x="1915" y="0"/>
                  </a:moveTo>
                  <a:lnTo>
                    <a:pt x="1915" y="1885"/>
                  </a:lnTo>
                  <a:lnTo>
                    <a:pt x="0" y="1885"/>
                  </a:lnTo>
                  <a:lnTo>
                    <a:pt x="0" y="2857"/>
                  </a:lnTo>
                  <a:lnTo>
                    <a:pt x="1915" y="2857"/>
                  </a:lnTo>
                  <a:lnTo>
                    <a:pt x="1915" y="4742"/>
                  </a:lnTo>
                  <a:lnTo>
                    <a:pt x="2857" y="4742"/>
                  </a:lnTo>
                  <a:lnTo>
                    <a:pt x="2857" y="2857"/>
                  </a:lnTo>
                  <a:lnTo>
                    <a:pt x="4772" y="2857"/>
                  </a:lnTo>
                  <a:lnTo>
                    <a:pt x="4772" y="1885"/>
                  </a:lnTo>
                  <a:lnTo>
                    <a:pt x="2857" y="188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25"/>
            <p:cNvSpPr/>
            <p:nvPr/>
          </p:nvSpPr>
          <p:spPr>
            <a:xfrm>
              <a:off x="7184425" y="4033400"/>
              <a:ext cx="119325" cy="118575"/>
            </a:xfrm>
            <a:custGeom>
              <a:rect b="b" l="l" r="r" t="t"/>
              <a:pathLst>
                <a:path extrusionOk="0" h="4743" w="4773">
                  <a:moveTo>
                    <a:pt x="1915" y="1"/>
                  </a:moveTo>
                  <a:lnTo>
                    <a:pt x="1915" y="1885"/>
                  </a:lnTo>
                  <a:lnTo>
                    <a:pt x="0" y="1885"/>
                  </a:lnTo>
                  <a:lnTo>
                    <a:pt x="0" y="2828"/>
                  </a:lnTo>
                  <a:lnTo>
                    <a:pt x="1915" y="2828"/>
                  </a:lnTo>
                  <a:lnTo>
                    <a:pt x="1915" y="4743"/>
                  </a:lnTo>
                  <a:lnTo>
                    <a:pt x="2857" y="4743"/>
                  </a:lnTo>
                  <a:lnTo>
                    <a:pt x="2857" y="2828"/>
                  </a:lnTo>
                  <a:lnTo>
                    <a:pt x="4772" y="2828"/>
                  </a:lnTo>
                  <a:lnTo>
                    <a:pt x="4772" y="1885"/>
                  </a:lnTo>
                  <a:lnTo>
                    <a:pt x="2857" y="1885"/>
                  </a:lnTo>
                  <a:lnTo>
                    <a:pt x="285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25"/>
            <p:cNvSpPr/>
            <p:nvPr/>
          </p:nvSpPr>
          <p:spPr>
            <a:xfrm>
              <a:off x="7184425" y="3841150"/>
              <a:ext cx="119325" cy="118575"/>
            </a:xfrm>
            <a:custGeom>
              <a:rect b="b" l="l" r="r" t="t"/>
              <a:pathLst>
                <a:path extrusionOk="0" h="4743" w="4773">
                  <a:moveTo>
                    <a:pt x="1915" y="1"/>
                  </a:moveTo>
                  <a:lnTo>
                    <a:pt x="1915" y="1885"/>
                  </a:lnTo>
                  <a:lnTo>
                    <a:pt x="0" y="1885"/>
                  </a:lnTo>
                  <a:lnTo>
                    <a:pt x="0" y="2828"/>
                  </a:lnTo>
                  <a:lnTo>
                    <a:pt x="1915" y="2828"/>
                  </a:lnTo>
                  <a:lnTo>
                    <a:pt x="1915" y="4743"/>
                  </a:lnTo>
                  <a:lnTo>
                    <a:pt x="2857" y="4743"/>
                  </a:lnTo>
                  <a:lnTo>
                    <a:pt x="2857" y="2828"/>
                  </a:lnTo>
                  <a:lnTo>
                    <a:pt x="4772" y="2828"/>
                  </a:lnTo>
                  <a:lnTo>
                    <a:pt x="4772" y="1885"/>
                  </a:lnTo>
                  <a:lnTo>
                    <a:pt x="2857" y="1885"/>
                  </a:lnTo>
                  <a:lnTo>
                    <a:pt x="285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25"/>
            <p:cNvSpPr/>
            <p:nvPr/>
          </p:nvSpPr>
          <p:spPr>
            <a:xfrm>
              <a:off x="7184425" y="3648900"/>
              <a:ext cx="119325" cy="118575"/>
            </a:xfrm>
            <a:custGeom>
              <a:rect b="b" l="l" r="r" t="t"/>
              <a:pathLst>
                <a:path extrusionOk="0" h="4743" w="4773">
                  <a:moveTo>
                    <a:pt x="1915" y="1"/>
                  </a:moveTo>
                  <a:lnTo>
                    <a:pt x="1915" y="1885"/>
                  </a:lnTo>
                  <a:lnTo>
                    <a:pt x="0" y="1885"/>
                  </a:lnTo>
                  <a:lnTo>
                    <a:pt x="0" y="2828"/>
                  </a:lnTo>
                  <a:lnTo>
                    <a:pt x="1915" y="2828"/>
                  </a:lnTo>
                  <a:lnTo>
                    <a:pt x="1915" y="4742"/>
                  </a:lnTo>
                  <a:lnTo>
                    <a:pt x="2857" y="4742"/>
                  </a:lnTo>
                  <a:lnTo>
                    <a:pt x="2857" y="2828"/>
                  </a:lnTo>
                  <a:lnTo>
                    <a:pt x="4772" y="2828"/>
                  </a:lnTo>
                  <a:lnTo>
                    <a:pt x="4772" y="1885"/>
                  </a:lnTo>
                  <a:lnTo>
                    <a:pt x="2857" y="1885"/>
                  </a:lnTo>
                  <a:lnTo>
                    <a:pt x="285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25"/>
            <p:cNvSpPr/>
            <p:nvPr/>
          </p:nvSpPr>
          <p:spPr>
            <a:xfrm>
              <a:off x="6601575" y="3455900"/>
              <a:ext cx="118575" cy="119325"/>
            </a:xfrm>
            <a:custGeom>
              <a:rect b="b" l="l" r="r" t="t"/>
              <a:pathLst>
                <a:path extrusionOk="0" h="4773" w="4743">
                  <a:moveTo>
                    <a:pt x="1885" y="0"/>
                  </a:moveTo>
                  <a:lnTo>
                    <a:pt x="1885" y="1915"/>
                  </a:lnTo>
                  <a:lnTo>
                    <a:pt x="1" y="1915"/>
                  </a:lnTo>
                  <a:lnTo>
                    <a:pt x="1" y="2857"/>
                  </a:lnTo>
                  <a:lnTo>
                    <a:pt x="1885" y="2857"/>
                  </a:lnTo>
                  <a:lnTo>
                    <a:pt x="1885" y="4772"/>
                  </a:lnTo>
                  <a:lnTo>
                    <a:pt x="2827" y="477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25"/>
            <p:cNvSpPr/>
            <p:nvPr/>
          </p:nvSpPr>
          <p:spPr>
            <a:xfrm>
              <a:off x="6796100" y="3455900"/>
              <a:ext cx="118575" cy="119325"/>
            </a:xfrm>
            <a:custGeom>
              <a:rect b="b" l="l" r="r" t="t"/>
              <a:pathLst>
                <a:path extrusionOk="0" h="4773" w="4743">
                  <a:moveTo>
                    <a:pt x="1885" y="0"/>
                  </a:moveTo>
                  <a:lnTo>
                    <a:pt x="1885" y="1915"/>
                  </a:lnTo>
                  <a:lnTo>
                    <a:pt x="1" y="1915"/>
                  </a:lnTo>
                  <a:lnTo>
                    <a:pt x="1" y="2857"/>
                  </a:lnTo>
                  <a:lnTo>
                    <a:pt x="1885" y="2857"/>
                  </a:lnTo>
                  <a:lnTo>
                    <a:pt x="1885" y="4772"/>
                  </a:lnTo>
                  <a:lnTo>
                    <a:pt x="2828" y="4772"/>
                  </a:lnTo>
                  <a:lnTo>
                    <a:pt x="2828" y="2857"/>
                  </a:lnTo>
                  <a:lnTo>
                    <a:pt x="4743" y="2857"/>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25"/>
            <p:cNvSpPr/>
            <p:nvPr/>
          </p:nvSpPr>
          <p:spPr>
            <a:xfrm>
              <a:off x="6990650" y="3455900"/>
              <a:ext cx="118550" cy="119325"/>
            </a:xfrm>
            <a:custGeom>
              <a:rect b="b" l="l" r="r" t="t"/>
              <a:pathLst>
                <a:path extrusionOk="0" h="4773" w="4742">
                  <a:moveTo>
                    <a:pt x="1885" y="0"/>
                  </a:moveTo>
                  <a:lnTo>
                    <a:pt x="1885" y="1915"/>
                  </a:lnTo>
                  <a:lnTo>
                    <a:pt x="0" y="1915"/>
                  </a:lnTo>
                  <a:lnTo>
                    <a:pt x="0" y="2857"/>
                  </a:lnTo>
                  <a:lnTo>
                    <a:pt x="1885" y="2857"/>
                  </a:lnTo>
                  <a:lnTo>
                    <a:pt x="1885" y="4772"/>
                  </a:lnTo>
                  <a:lnTo>
                    <a:pt x="2827" y="477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25"/>
            <p:cNvSpPr/>
            <p:nvPr/>
          </p:nvSpPr>
          <p:spPr>
            <a:xfrm>
              <a:off x="7184425" y="3455900"/>
              <a:ext cx="119325" cy="119325"/>
            </a:xfrm>
            <a:custGeom>
              <a:rect b="b" l="l" r="r" t="t"/>
              <a:pathLst>
                <a:path extrusionOk="0" h="4773" w="4773">
                  <a:moveTo>
                    <a:pt x="1915" y="0"/>
                  </a:moveTo>
                  <a:lnTo>
                    <a:pt x="1915" y="1915"/>
                  </a:lnTo>
                  <a:lnTo>
                    <a:pt x="0" y="1915"/>
                  </a:lnTo>
                  <a:lnTo>
                    <a:pt x="0" y="2857"/>
                  </a:lnTo>
                  <a:lnTo>
                    <a:pt x="1915" y="2857"/>
                  </a:lnTo>
                  <a:lnTo>
                    <a:pt x="1915" y="4772"/>
                  </a:lnTo>
                  <a:lnTo>
                    <a:pt x="2857" y="4772"/>
                  </a:lnTo>
                  <a:lnTo>
                    <a:pt x="2857" y="2857"/>
                  </a:lnTo>
                  <a:lnTo>
                    <a:pt x="4772" y="2857"/>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5" name="Google Shape;3965;p25"/>
          <p:cNvGrpSpPr/>
          <p:nvPr/>
        </p:nvGrpSpPr>
        <p:grpSpPr>
          <a:xfrm rot="-5400000">
            <a:off x="5332311" y="-1266910"/>
            <a:ext cx="2781299" cy="1048521"/>
            <a:chOff x="493175" y="2102150"/>
            <a:chExt cx="1201425" cy="452925"/>
          </a:xfrm>
        </p:grpSpPr>
        <p:sp>
          <p:nvSpPr>
            <p:cNvPr id="3966" name="Google Shape;3966;p25"/>
            <p:cNvSpPr/>
            <p:nvPr/>
          </p:nvSpPr>
          <p:spPr>
            <a:xfrm>
              <a:off x="1675575" y="2536050"/>
              <a:ext cx="19025" cy="19025"/>
            </a:xfrm>
            <a:custGeom>
              <a:rect b="b" l="l" r="r" t="t"/>
              <a:pathLst>
                <a:path extrusionOk="0" h="761" w="761">
                  <a:moveTo>
                    <a:pt x="365" y="1"/>
                  </a:moveTo>
                  <a:cubicBezTo>
                    <a:pt x="153" y="1"/>
                    <a:pt x="1" y="153"/>
                    <a:pt x="1" y="365"/>
                  </a:cubicBezTo>
                  <a:cubicBezTo>
                    <a:pt x="1" y="578"/>
                    <a:pt x="153"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25"/>
            <p:cNvSpPr/>
            <p:nvPr/>
          </p:nvSpPr>
          <p:spPr>
            <a:xfrm>
              <a:off x="1576800" y="2536050"/>
              <a:ext cx="19000" cy="19025"/>
            </a:xfrm>
            <a:custGeom>
              <a:rect b="b" l="l" r="r" t="t"/>
              <a:pathLst>
                <a:path extrusionOk="0" h="761" w="760">
                  <a:moveTo>
                    <a:pt x="365" y="1"/>
                  </a:moveTo>
                  <a:cubicBezTo>
                    <a:pt x="182" y="1"/>
                    <a:pt x="0" y="153"/>
                    <a:pt x="0" y="365"/>
                  </a:cubicBezTo>
                  <a:cubicBezTo>
                    <a:pt x="0" y="578"/>
                    <a:pt x="182"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25"/>
            <p:cNvSpPr/>
            <p:nvPr/>
          </p:nvSpPr>
          <p:spPr>
            <a:xfrm>
              <a:off x="14780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25"/>
            <p:cNvSpPr/>
            <p:nvPr/>
          </p:nvSpPr>
          <p:spPr>
            <a:xfrm>
              <a:off x="1379975" y="2536050"/>
              <a:ext cx="19025" cy="19025"/>
            </a:xfrm>
            <a:custGeom>
              <a:rect b="b" l="l" r="r" t="t"/>
              <a:pathLst>
                <a:path extrusionOk="0" h="761" w="761">
                  <a:moveTo>
                    <a:pt x="365" y="1"/>
                  </a:moveTo>
                  <a:cubicBezTo>
                    <a:pt x="153" y="1"/>
                    <a:pt x="1" y="153"/>
                    <a:pt x="1" y="365"/>
                  </a:cubicBezTo>
                  <a:cubicBezTo>
                    <a:pt x="1" y="578"/>
                    <a:pt x="153"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25"/>
            <p:cNvSpPr/>
            <p:nvPr/>
          </p:nvSpPr>
          <p:spPr>
            <a:xfrm>
              <a:off x="1281200" y="2536050"/>
              <a:ext cx="19025" cy="19025"/>
            </a:xfrm>
            <a:custGeom>
              <a:rect b="b" l="l" r="r" t="t"/>
              <a:pathLst>
                <a:path extrusionOk="0" h="761" w="761">
                  <a:moveTo>
                    <a:pt x="395" y="1"/>
                  </a:moveTo>
                  <a:cubicBezTo>
                    <a:pt x="183" y="1"/>
                    <a:pt x="0" y="153"/>
                    <a:pt x="0" y="365"/>
                  </a:cubicBezTo>
                  <a:cubicBezTo>
                    <a:pt x="0" y="578"/>
                    <a:pt x="183" y="760"/>
                    <a:pt x="395" y="760"/>
                  </a:cubicBezTo>
                  <a:cubicBezTo>
                    <a:pt x="578" y="760"/>
                    <a:pt x="760" y="578"/>
                    <a:pt x="760" y="365"/>
                  </a:cubicBezTo>
                  <a:cubicBezTo>
                    <a:pt x="760" y="15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25"/>
            <p:cNvSpPr/>
            <p:nvPr/>
          </p:nvSpPr>
          <p:spPr>
            <a:xfrm>
              <a:off x="11824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25"/>
            <p:cNvSpPr/>
            <p:nvPr/>
          </p:nvSpPr>
          <p:spPr>
            <a:xfrm>
              <a:off x="1084375" y="2536050"/>
              <a:ext cx="19025" cy="19025"/>
            </a:xfrm>
            <a:custGeom>
              <a:rect b="b" l="l" r="r" t="t"/>
              <a:pathLst>
                <a:path extrusionOk="0" h="761" w="761">
                  <a:moveTo>
                    <a:pt x="365" y="1"/>
                  </a:moveTo>
                  <a:cubicBezTo>
                    <a:pt x="153" y="1"/>
                    <a:pt x="1" y="153"/>
                    <a:pt x="1" y="365"/>
                  </a:cubicBezTo>
                  <a:cubicBezTo>
                    <a:pt x="1" y="578"/>
                    <a:pt x="153" y="760"/>
                    <a:pt x="365" y="760"/>
                  </a:cubicBezTo>
                  <a:cubicBezTo>
                    <a:pt x="578" y="760"/>
                    <a:pt x="761" y="578"/>
                    <a:pt x="761" y="365"/>
                  </a:cubicBezTo>
                  <a:cubicBezTo>
                    <a:pt x="761"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25"/>
            <p:cNvSpPr/>
            <p:nvPr/>
          </p:nvSpPr>
          <p:spPr>
            <a:xfrm>
              <a:off x="985600" y="2536050"/>
              <a:ext cx="19025" cy="19025"/>
            </a:xfrm>
            <a:custGeom>
              <a:rect b="b" l="l" r="r" t="t"/>
              <a:pathLst>
                <a:path extrusionOk="0" h="761" w="761">
                  <a:moveTo>
                    <a:pt x="365" y="1"/>
                  </a:moveTo>
                  <a:cubicBezTo>
                    <a:pt x="152" y="1"/>
                    <a:pt x="0" y="153"/>
                    <a:pt x="0" y="365"/>
                  </a:cubicBezTo>
                  <a:cubicBezTo>
                    <a:pt x="0" y="578"/>
                    <a:pt x="152"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25"/>
            <p:cNvSpPr/>
            <p:nvPr/>
          </p:nvSpPr>
          <p:spPr>
            <a:xfrm>
              <a:off x="8868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25"/>
            <p:cNvSpPr/>
            <p:nvPr/>
          </p:nvSpPr>
          <p:spPr>
            <a:xfrm>
              <a:off x="788025" y="2536050"/>
              <a:ext cx="19025" cy="19025"/>
            </a:xfrm>
            <a:custGeom>
              <a:rect b="b" l="l" r="r" t="t"/>
              <a:pathLst>
                <a:path extrusionOk="0" h="761" w="761">
                  <a:moveTo>
                    <a:pt x="395" y="1"/>
                  </a:moveTo>
                  <a:cubicBezTo>
                    <a:pt x="183" y="1"/>
                    <a:pt x="0" y="153"/>
                    <a:pt x="0" y="365"/>
                  </a:cubicBezTo>
                  <a:cubicBezTo>
                    <a:pt x="0" y="578"/>
                    <a:pt x="183" y="760"/>
                    <a:pt x="395" y="760"/>
                  </a:cubicBezTo>
                  <a:cubicBezTo>
                    <a:pt x="608" y="760"/>
                    <a:pt x="760" y="578"/>
                    <a:pt x="760" y="365"/>
                  </a:cubicBezTo>
                  <a:cubicBezTo>
                    <a:pt x="760" y="15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25"/>
            <p:cNvSpPr/>
            <p:nvPr/>
          </p:nvSpPr>
          <p:spPr>
            <a:xfrm>
              <a:off x="690000" y="2536050"/>
              <a:ext cx="19025" cy="19025"/>
            </a:xfrm>
            <a:custGeom>
              <a:rect b="b" l="l" r="r" t="t"/>
              <a:pathLst>
                <a:path extrusionOk="0" h="761" w="761">
                  <a:moveTo>
                    <a:pt x="365" y="1"/>
                  </a:moveTo>
                  <a:cubicBezTo>
                    <a:pt x="152" y="1"/>
                    <a:pt x="0" y="153"/>
                    <a:pt x="0" y="365"/>
                  </a:cubicBezTo>
                  <a:cubicBezTo>
                    <a:pt x="0" y="578"/>
                    <a:pt x="152"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25"/>
            <p:cNvSpPr/>
            <p:nvPr/>
          </p:nvSpPr>
          <p:spPr>
            <a:xfrm>
              <a:off x="5912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25"/>
            <p:cNvSpPr/>
            <p:nvPr/>
          </p:nvSpPr>
          <p:spPr>
            <a:xfrm>
              <a:off x="493175" y="2536050"/>
              <a:ext cx="19025" cy="19025"/>
            </a:xfrm>
            <a:custGeom>
              <a:rect b="b" l="l" r="r" t="t"/>
              <a:pathLst>
                <a:path extrusionOk="0" h="761" w="761">
                  <a:moveTo>
                    <a:pt x="366" y="1"/>
                  </a:moveTo>
                  <a:cubicBezTo>
                    <a:pt x="153" y="1"/>
                    <a:pt x="1" y="153"/>
                    <a:pt x="1" y="365"/>
                  </a:cubicBezTo>
                  <a:cubicBezTo>
                    <a:pt x="1" y="578"/>
                    <a:pt x="153" y="760"/>
                    <a:pt x="366" y="760"/>
                  </a:cubicBezTo>
                  <a:cubicBezTo>
                    <a:pt x="578" y="760"/>
                    <a:pt x="761" y="578"/>
                    <a:pt x="761" y="365"/>
                  </a:cubicBezTo>
                  <a:cubicBezTo>
                    <a:pt x="761" y="15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25"/>
            <p:cNvSpPr/>
            <p:nvPr/>
          </p:nvSpPr>
          <p:spPr>
            <a:xfrm>
              <a:off x="1675575" y="2449425"/>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25"/>
            <p:cNvSpPr/>
            <p:nvPr/>
          </p:nvSpPr>
          <p:spPr>
            <a:xfrm>
              <a:off x="1576800" y="2449425"/>
              <a:ext cx="19000" cy="19025"/>
            </a:xfrm>
            <a:custGeom>
              <a:rect b="b" l="l" r="r" t="t"/>
              <a:pathLst>
                <a:path extrusionOk="0" h="761" w="760">
                  <a:moveTo>
                    <a:pt x="365" y="0"/>
                  </a:moveTo>
                  <a:cubicBezTo>
                    <a:pt x="182" y="0"/>
                    <a:pt x="0" y="152"/>
                    <a:pt x="0" y="365"/>
                  </a:cubicBezTo>
                  <a:cubicBezTo>
                    <a:pt x="0" y="578"/>
                    <a:pt x="18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25"/>
            <p:cNvSpPr/>
            <p:nvPr/>
          </p:nvSpPr>
          <p:spPr>
            <a:xfrm>
              <a:off x="14780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25"/>
            <p:cNvSpPr/>
            <p:nvPr/>
          </p:nvSpPr>
          <p:spPr>
            <a:xfrm>
              <a:off x="1379975" y="2449425"/>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25"/>
            <p:cNvSpPr/>
            <p:nvPr/>
          </p:nvSpPr>
          <p:spPr>
            <a:xfrm>
              <a:off x="1281200" y="2449425"/>
              <a:ext cx="19025" cy="19025"/>
            </a:xfrm>
            <a:custGeom>
              <a:rect b="b" l="l" r="r" t="t"/>
              <a:pathLst>
                <a:path extrusionOk="0" h="761" w="761">
                  <a:moveTo>
                    <a:pt x="395" y="0"/>
                  </a:moveTo>
                  <a:cubicBezTo>
                    <a:pt x="183" y="0"/>
                    <a:pt x="0" y="152"/>
                    <a:pt x="0" y="365"/>
                  </a:cubicBezTo>
                  <a:cubicBezTo>
                    <a:pt x="0" y="578"/>
                    <a:pt x="183" y="760"/>
                    <a:pt x="395" y="760"/>
                  </a:cubicBezTo>
                  <a:cubicBezTo>
                    <a:pt x="578" y="760"/>
                    <a:pt x="760" y="578"/>
                    <a:pt x="760" y="365"/>
                  </a:cubicBezTo>
                  <a:cubicBezTo>
                    <a:pt x="760" y="152"/>
                    <a:pt x="57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25"/>
            <p:cNvSpPr/>
            <p:nvPr/>
          </p:nvSpPr>
          <p:spPr>
            <a:xfrm>
              <a:off x="11824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25"/>
            <p:cNvSpPr/>
            <p:nvPr/>
          </p:nvSpPr>
          <p:spPr>
            <a:xfrm>
              <a:off x="1084375" y="2449425"/>
              <a:ext cx="19025" cy="19025"/>
            </a:xfrm>
            <a:custGeom>
              <a:rect b="b" l="l" r="r" t="t"/>
              <a:pathLst>
                <a:path extrusionOk="0" h="761" w="761">
                  <a:moveTo>
                    <a:pt x="365" y="0"/>
                  </a:moveTo>
                  <a:cubicBezTo>
                    <a:pt x="153" y="0"/>
                    <a:pt x="1" y="152"/>
                    <a:pt x="1" y="365"/>
                  </a:cubicBezTo>
                  <a:cubicBezTo>
                    <a:pt x="1" y="578"/>
                    <a:pt x="153" y="760"/>
                    <a:pt x="365" y="760"/>
                  </a:cubicBezTo>
                  <a:cubicBezTo>
                    <a:pt x="578" y="760"/>
                    <a:pt x="761" y="578"/>
                    <a:pt x="761" y="365"/>
                  </a:cubicBezTo>
                  <a:cubicBezTo>
                    <a:pt x="761"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25"/>
            <p:cNvSpPr/>
            <p:nvPr/>
          </p:nvSpPr>
          <p:spPr>
            <a:xfrm>
              <a:off x="985600" y="2449425"/>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25"/>
            <p:cNvSpPr/>
            <p:nvPr/>
          </p:nvSpPr>
          <p:spPr>
            <a:xfrm>
              <a:off x="8868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25"/>
            <p:cNvSpPr/>
            <p:nvPr/>
          </p:nvSpPr>
          <p:spPr>
            <a:xfrm>
              <a:off x="788025" y="2449425"/>
              <a:ext cx="19025" cy="19025"/>
            </a:xfrm>
            <a:custGeom>
              <a:rect b="b" l="l" r="r" t="t"/>
              <a:pathLst>
                <a:path extrusionOk="0" h="761" w="761">
                  <a:moveTo>
                    <a:pt x="395" y="0"/>
                  </a:moveTo>
                  <a:cubicBezTo>
                    <a:pt x="183" y="0"/>
                    <a:pt x="0" y="152"/>
                    <a:pt x="0" y="365"/>
                  </a:cubicBezTo>
                  <a:cubicBezTo>
                    <a:pt x="0" y="578"/>
                    <a:pt x="183" y="760"/>
                    <a:pt x="395" y="760"/>
                  </a:cubicBezTo>
                  <a:cubicBezTo>
                    <a:pt x="608" y="760"/>
                    <a:pt x="760" y="578"/>
                    <a:pt x="760" y="365"/>
                  </a:cubicBezTo>
                  <a:cubicBezTo>
                    <a:pt x="760" y="152"/>
                    <a:pt x="60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25"/>
            <p:cNvSpPr/>
            <p:nvPr/>
          </p:nvSpPr>
          <p:spPr>
            <a:xfrm>
              <a:off x="690000" y="2449425"/>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25"/>
            <p:cNvSpPr/>
            <p:nvPr/>
          </p:nvSpPr>
          <p:spPr>
            <a:xfrm>
              <a:off x="5912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25"/>
            <p:cNvSpPr/>
            <p:nvPr/>
          </p:nvSpPr>
          <p:spPr>
            <a:xfrm>
              <a:off x="493175" y="2449425"/>
              <a:ext cx="19025" cy="19025"/>
            </a:xfrm>
            <a:custGeom>
              <a:rect b="b" l="l" r="r" t="t"/>
              <a:pathLst>
                <a:path extrusionOk="0" h="761" w="761">
                  <a:moveTo>
                    <a:pt x="366" y="0"/>
                  </a:moveTo>
                  <a:cubicBezTo>
                    <a:pt x="153" y="0"/>
                    <a:pt x="1" y="152"/>
                    <a:pt x="1" y="365"/>
                  </a:cubicBezTo>
                  <a:cubicBezTo>
                    <a:pt x="1" y="578"/>
                    <a:pt x="153" y="760"/>
                    <a:pt x="366" y="760"/>
                  </a:cubicBezTo>
                  <a:cubicBezTo>
                    <a:pt x="578" y="760"/>
                    <a:pt x="761" y="578"/>
                    <a:pt x="761" y="365"/>
                  </a:cubicBezTo>
                  <a:cubicBezTo>
                    <a:pt x="761" y="152"/>
                    <a:pt x="578" y="0"/>
                    <a:pt x="36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25"/>
            <p:cNvSpPr/>
            <p:nvPr/>
          </p:nvSpPr>
          <p:spPr>
            <a:xfrm>
              <a:off x="1675575" y="2362800"/>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25"/>
            <p:cNvSpPr/>
            <p:nvPr/>
          </p:nvSpPr>
          <p:spPr>
            <a:xfrm>
              <a:off x="1576800" y="2362800"/>
              <a:ext cx="19000" cy="19025"/>
            </a:xfrm>
            <a:custGeom>
              <a:rect b="b" l="l" r="r" t="t"/>
              <a:pathLst>
                <a:path extrusionOk="0" h="761" w="760">
                  <a:moveTo>
                    <a:pt x="365" y="0"/>
                  </a:moveTo>
                  <a:cubicBezTo>
                    <a:pt x="182" y="0"/>
                    <a:pt x="0" y="152"/>
                    <a:pt x="0" y="365"/>
                  </a:cubicBezTo>
                  <a:cubicBezTo>
                    <a:pt x="0" y="578"/>
                    <a:pt x="18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25"/>
            <p:cNvSpPr/>
            <p:nvPr/>
          </p:nvSpPr>
          <p:spPr>
            <a:xfrm>
              <a:off x="14780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25"/>
            <p:cNvSpPr/>
            <p:nvPr/>
          </p:nvSpPr>
          <p:spPr>
            <a:xfrm>
              <a:off x="1379975" y="2362800"/>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25"/>
            <p:cNvSpPr/>
            <p:nvPr/>
          </p:nvSpPr>
          <p:spPr>
            <a:xfrm>
              <a:off x="1281200" y="2362800"/>
              <a:ext cx="19025" cy="19025"/>
            </a:xfrm>
            <a:custGeom>
              <a:rect b="b" l="l" r="r" t="t"/>
              <a:pathLst>
                <a:path extrusionOk="0" h="761" w="761">
                  <a:moveTo>
                    <a:pt x="395" y="0"/>
                  </a:moveTo>
                  <a:cubicBezTo>
                    <a:pt x="183" y="0"/>
                    <a:pt x="0" y="152"/>
                    <a:pt x="0" y="365"/>
                  </a:cubicBezTo>
                  <a:cubicBezTo>
                    <a:pt x="0" y="578"/>
                    <a:pt x="183" y="760"/>
                    <a:pt x="395" y="760"/>
                  </a:cubicBezTo>
                  <a:cubicBezTo>
                    <a:pt x="578" y="760"/>
                    <a:pt x="760" y="578"/>
                    <a:pt x="760" y="365"/>
                  </a:cubicBezTo>
                  <a:cubicBezTo>
                    <a:pt x="760" y="152"/>
                    <a:pt x="57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25"/>
            <p:cNvSpPr/>
            <p:nvPr/>
          </p:nvSpPr>
          <p:spPr>
            <a:xfrm>
              <a:off x="11824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25"/>
            <p:cNvSpPr/>
            <p:nvPr/>
          </p:nvSpPr>
          <p:spPr>
            <a:xfrm>
              <a:off x="1084375" y="2362800"/>
              <a:ext cx="19025" cy="19025"/>
            </a:xfrm>
            <a:custGeom>
              <a:rect b="b" l="l" r="r" t="t"/>
              <a:pathLst>
                <a:path extrusionOk="0" h="761" w="761">
                  <a:moveTo>
                    <a:pt x="365" y="0"/>
                  </a:moveTo>
                  <a:cubicBezTo>
                    <a:pt x="153" y="0"/>
                    <a:pt x="1" y="152"/>
                    <a:pt x="1" y="365"/>
                  </a:cubicBezTo>
                  <a:cubicBezTo>
                    <a:pt x="1" y="578"/>
                    <a:pt x="153" y="760"/>
                    <a:pt x="365" y="760"/>
                  </a:cubicBezTo>
                  <a:cubicBezTo>
                    <a:pt x="578" y="760"/>
                    <a:pt x="761" y="578"/>
                    <a:pt x="761" y="365"/>
                  </a:cubicBezTo>
                  <a:cubicBezTo>
                    <a:pt x="761"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25"/>
            <p:cNvSpPr/>
            <p:nvPr/>
          </p:nvSpPr>
          <p:spPr>
            <a:xfrm>
              <a:off x="985600" y="2362800"/>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25"/>
            <p:cNvSpPr/>
            <p:nvPr/>
          </p:nvSpPr>
          <p:spPr>
            <a:xfrm>
              <a:off x="8868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25"/>
            <p:cNvSpPr/>
            <p:nvPr/>
          </p:nvSpPr>
          <p:spPr>
            <a:xfrm>
              <a:off x="788025" y="2362800"/>
              <a:ext cx="19025" cy="19025"/>
            </a:xfrm>
            <a:custGeom>
              <a:rect b="b" l="l" r="r" t="t"/>
              <a:pathLst>
                <a:path extrusionOk="0" h="761" w="761">
                  <a:moveTo>
                    <a:pt x="395" y="0"/>
                  </a:moveTo>
                  <a:cubicBezTo>
                    <a:pt x="183" y="0"/>
                    <a:pt x="0" y="152"/>
                    <a:pt x="0" y="365"/>
                  </a:cubicBezTo>
                  <a:cubicBezTo>
                    <a:pt x="0" y="578"/>
                    <a:pt x="183" y="760"/>
                    <a:pt x="395" y="760"/>
                  </a:cubicBezTo>
                  <a:cubicBezTo>
                    <a:pt x="608" y="760"/>
                    <a:pt x="760" y="578"/>
                    <a:pt x="760" y="365"/>
                  </a:cubicBezTo>
                  <a:cubicBezTo>
                    <a:pt x="760" y="152"/>
                    <a:pt x="60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25"/>
            <p:cNvSpPr/>
            <p:nvPr/>
          </p:nvSpPr>
          <p:spPr>
            <a:xfrm>
              <a:off x="690000" y="2362800"/>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25"/>
            <p:cNvSpPr/>
            <p:nvPr/>
          </p:nvSpPr>
          <p:spPr>
            <a:xfrm>
              <a:off x="5912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25"/>
            <p:cNvSpPr/>
            <p:nvPr/>
          </p:nvSpPr>
          <p:spPr>
            <a:xfrm>
              <a:off x="493175" y="2362800"/>
              <a:ext cx="19025" cy="19025"/>
            </a:xfrm>
            <a:custGeom>
              <a:rect b="b" l="l" r="r" t="t"/>
              <a:pathLst>
                <a:path extrusionOk="0" h="761" w="761">
                  <a:moveTo>
                    <a:pt x="366" y="0"/>
                  </a:moveTo>
                  <a:cubicBezTo>
                    <a:pt x="153" y="0"/>
                    <a:pt x="1" y="152"/>
                    <a:pt x="1" y="365"/>
                  </a:cubicBezTo>
                  <a:cubicBezTo>
                    <a:pt x="1" y="578"/>
                    <a:pt x="153" y="760"/>
                    <a:pt x="366" y="760"/>
                  </a:cubicBezTo>
                  <a:cubicBezTo>
                    <a:pt x="578" y="760"/>
                    <a:pt x="761" y="578"/>
                    <a:pt x="761" y="365"/>
                  </a:cubicBezTo>
                  <a:cubicBezTo>
                    <a:pt x="761" y="152"/>
                    <a:pt x="578" y="0"/>
                    <a:pt x="36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25"/>
            <p:cNvSpPr/>
            <p:nvPr/>
          </p:nvSpPr>
          <p:spPr>
            <a:xfrm>
              <a:off x="1675575" y="227540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25"/>
            <p:cNvSpPr/>
            <p:nvPr/>
          </p:nvSpPr>
          <p:spPr>
            <a:xfrm>
              <a:off x="1576800" y="2275400"/>
              <a:ext cx="19000" cy="19025"/>
            </a:xfrm>
            <a:custGeom>
              <a:rect b="b" l="l" r="r" t="t"/>
              <a:pathLst>
                <a:path extrusionOk="0" h="761" w="760">
                  <a:moveTo>
                    <a:pt x="365" y="1"/>
                  </a:moveTo>
                  <a:cubicBezTo>
                    <a:pt x="182" y="1"/>
                    <a:pt x="0" y="183"/>
                    <a:pt x="0" y="396"/>
                  </a:cubicBezTo>
                  <a:cubicBezTo>
                    <a:pt x="0" y="609"/>
                    <a:pt x="18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25"/>
            <p:cNvSpPr/>
            <p:nvPr/>
          </p:nvSpPr>
          <p:spPr>
            <a:xfrm>
              <a:off x="14780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25"/>
            <p:cNvSpPr/>
            <p:nvPr/>
          </p:nvSpPr>
          <p:spPr>
            <a:xfrm>
              <a:off x="1379975" y="227540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25"/>
            <p:cNvSpPr/>
            <p:nvPr/>
          </p:nvSpPr>
          <p:spPr>
            <a:xfrm>
              <a:off x="1281200" y="2275400"/>
              <a:ext cx="19025" cy="19025"/>
            </a:xfrm>
            <a:custGeom>
              <a:rect b="b" l="l" r="r" t="t"/>
              <a:pathLst>
                <a:path extrusionOk="0" h="761" w="761">
                  <a:moveTo>
                    <a:pt x="395" y="1"/>
                  </a:moveTo>
                  <a:cubicBezTo>
                    <a:pt x="183" y="1"/>
                    <a:pt x="0" y="183"/>
                    <a:pt x="0" y="396"/>
                  </a:cubicBezTo>
                  <a:cubicBezTo>
                    <a:pt x="0" y="609"/>
                    <a:pt x="183" y="761"/>
                    <a:pt x="395" y="761"/>
                  </a:cubicBezTo>
                  <a:cubicBezTo>
                    <a:pt x="578" y="761"/>
                    <a:pt x="760" y="609"/>
                    <a:pt x="760" y="396"/>
                  </a:cubicBezTo>
                  <a:cubicBezTo>
                    <a:pt x="760" y="18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25"/>
            <p:cNvSpPr/>
            <p:nvPr/>
          </p:nvSpPr>
          <p:spPr>
            <a:xfrm>
              <a:off x="11824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25"/>
            <p:cNvSpPr/>
            <p:nvPr/>
          </p:nvSpPr>
          <p:spPr>
            <a:xfrm>
              <a:off x="1084375" y="227540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1" y="609"/>
                    <a:pt x="761" y="396"/>
                  </a:cubicBezTo>
                  <a:cubicBezTo>
                    <a:pt x="761"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25"/>
            <p:cNvSpPr/>
            <p:nvPr/>
          </p:nvSpPr>
          <p:spPr>
            <a:xfrm>
              <a:off x="985600" y="227540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25"/>
            <p:cNvSpPr/>
            <p:nvPr/>
          </p:nvSpPr>
          <p:spPr>
            <a:xfrm>
              <a:off x="8868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25"/>
            <p:cNvSpPr/>
            <p:nvPr/>
          </p:nvSpPr>
          <p:spPr>
            <a:xfrm>
              <a:off x="788025" y="2275400"/>
              <a:ext cx="19025" cy="19025"/>
            </a:xfrm>
            <a:custGeom>
              <a:rect b="b" l="l" r="r" t="t"/>
              <a:pathLst>
                <a:path extrusionOk="0" h="761" w="761">
                  <a:moveTo>
                    <a:pt x="395" y="1"/>
                  </a:moveTo>
                  <a:cubicBezTo>
                    <a:pt x="183" y="1"/>
                    <a:pt x="0" y="183"/>
                    <a:pt x="0" y="396"/>
                  </a:cubicBezTo>
                  <a:cubicBezTo>
                    <a:pt x="0" y="609"/>
                    <a:pt x="183" y="761"/>
                    <a:pt x="395" y="761"/>
                  </a:cubicBezTo>
                  <a:cubicBezTo>
                    <a:pt x="608" y="761"/>
                    <a:pt x="760" y="609"/>
                    <a:pt x="760" y="396"/>
                  </a:cubicBezTo>
                  <a:cubicBezTo>
                    <a:pt x="760" y="18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25"/>
            <p:cNvSpPr/>
            <p:nvPr/>
          </p:nvSpPr>
          <p:spPr>
            <a:xfrm>
              <a:off x="690000" y="227540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25"/>
            <p:cNvSpPr/>
            <p:nvPr/>
          </p:nvSpPr>
          <p:spPr>
            <a:xfrm>
              <a:off x="5912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25"/>
            <p:cNvSpPr/>
            <p:nvPr/>
          </p:nvSpPr>
          <p:spPr>
            <a:xfrm>
              <a:off x="493175" y="2275400"/>
              <a:ext cx="19025" cy="19025"/>
            </a:xfrm>
            <a:custGeom>
              <a:rect b="b" l="l" r="r" t="t"/>
              <a:pathLst>
                <a:path extrusionOk="0" h="761" w="761">
                  <a:moveTo>
                    <a:pt x="366" y="1"/>
                  </a:moveTo>
                  <a:cubicBezTo>
                    <a:pt x="153" y="1"/>
                    <a:pt x="1" y="183"/>
                    <a:pt x="1" y="396"/>
                  </a:cubicBezTo>
                  <a:cubicBezTo>
                    <a:pt x="1" y="609"/>
                    <a:pt x="153" y="761"/>
                    <a:pt x="366" y="761"/>
                  </a:cubicBezTo>
                  <a:cubicBezTo>
                    <a:pt x="578" y="761"/>
                    <a:pt x="761" y="609"/>
                    <a:pt x="761" y="396"/>
                  </a:cubicBezTo>
                  <a:cubicBezTo>
                    <a:pt x="761" y="18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25"/>
            <p:cNvSpPr/>
            <p:nvPr/>
          </p:nvSpPr>
          <p:spPr>
            <a:xfrm>
              <a:off x="1675575" y="2188775"/>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25"/>
            <p:cNvSpPr/>
            <p:nvPr/>
          </p:nvSpPr>
          <p:spPr>
            <a:xfrm>
              <a:off x="1576800" y="2188775"/>
              <a:ext cx="19000" cy="19025"/>
            </a:xfrm>
            <a:custGeom>
              <a:rect b="b" l="l" r="r" t="t"/>
              <a:pathLst>
                <a:path extrusionOk="0" h="761" w="760">
                  <a:moveTo>
                    <a:pt x="365" y="1"/>
                  </a:moveTo>
                  <a:cubicBezTo>
                    <a:pt x="182" y="1"/>
                    <a:pt x="0" y="183"/>
                    <a:pt x="0" y="396"/>
                  </a:cubicBezTo>
                  <a:cubicBezTo>
                    <a:pt x="0" y="609"/>
                    <a:pt x="18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25"/>
            <p:cNvSpPr/>
            <p:nvPr/>
          </p:nvSpPr>
          <p:spPr>
            <a:xfrm>
              <a:off x="14780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25"/>
            <p:cNvSpPr/>
            <p:nvPr/>
          </p:nvSpPr>
          <p:spPr>
            <a:xfrm>
              <a:off x="1379975" y="2188775"/>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25"/>
            <p:cNvSpPr/>
            <p:nvPr/>
          </p:nvSpPr>
          <p:spPr>
            <a:xfrm>
              <a:off x="1281200" y="2188775"/>
              <a:ext cx="19025" cy="19025"/>
            </a:xfrm>
            <a:custGeom>
              <a:rect b="b" l="l" r="r" t="t"/>
              <a:pathLst>
                <a:path extrusionOk="0" h="761" w="761">
                  <a:moveTo>
                    <a:pt x="395" y="1"/>
                  </a:moveTo>
                  <a:cubicBezTo>
                    <a:pt x="183" y="1"/>
                    <a:pt x="0" y="183"/>
                    <a:pt x="0" y="396"/>
                  </a:cubicBezTo>
                  <a:cubicBezTo>
                    <a:pt x="0" y="609"/>
                    <a:pt x="183" y="761"/>
                    <a:pt x="395" y="761"/>
                  </a:cubicBezTo>
                  <a:cubicBezTo>
                    <a:pt x="578" y="761"/>
                    <a:pt x="760" y="609"/>
                    <a:pt x="760" y="396"/>
                  </a:cubicBezTo>
                  <a:cubicBezTo>
                    <a:pt x="760" y="18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25"/>
            <p:cNvSpPr/>
            <p:nvPr/>
          </p:nvSpPr>
          <p:spPr>
            <a:xfrm>
              <a:off x="11824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25"/>
            <p:cNvSpPr/>
            <p:nvPr/>
          </p:nvSpPr>
          <p:spPr>
            <a:xfrm>
              <a:off x="1084375" y="2188775"/>
              <a:ext cx="19025" cy="19025"/>
            </a:xfrm>
            <a:custGeom>
              <a:rect b="b" l="l" r="r" t="t"/>
              <a:pathLst>
                <a:path extrusionOk="0" h="761" w="761">
                  <a:moveTo>
                    <a:pt x="365" y="1"/>
                  </a:moveTo>
                  <a:cubicBezTo>
                    <a:pt x="153" y="1"/>
                    <a:pt x="1" y="183"/>
                    <a:pt x="1" y="396"/>
                  </a:cubicBezTo>
                  <a:cubicBezTo>
                    <a:pt x="1" y="609"/>
                    <a:pt x="153" y="761"/>
                    <a:pt x="365" y="761"/>
                  </a:cubicBezTo>
                  <a:cubicBezTo>
                    <a:pt x="578" y="761"/>
                    <a:pt x="761" y="609"/>
                    <a:pt x="761" y="396"/>
                  </a:cubicBezTo>
                  <a:cubicBezTo>
                    <a:pt x="761"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25"/>
            <p:cNvSpPr/>
            <p:nvPr/>
          </p:nvSpPr>
          <p:spPr>
            <a:xfrm>
              <a:off x="985600" y="2188775"/>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25"/>
            <p:cNvSpPr/>
            <p:nvPr/>
          </p:nvSpPr>
          <p:spPr>
            <a:xfrm>
              <a:off x="8868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25"/>
            <p:cNvSpPr/>
            <p:nvPr/>
          </p:nvSpPr>
          <p:spPr>
            <a:xfrm>
              <a:off x="788025" y="2188775"/>
              <a:ext cx="19025" cy="19025"/>
            </a:xfrm>
            <a:custGeom>
              <a:rect b="b" l="l" r="r" t="t"/>
              <a:pathLst>
                <a:path extrusionOk="0" h="761" w="761">
                  <a:moveTo>
                    <a:pt x="395" y="1"/>
                  </a:moveTo>
                  <a:cubicBezTo>
                    <a:pt x="183" y="1"/>
                    <a:pt x="0" y="183"/>
                    <a:pt x="0" y="396"/>
                  </a:cubicBezTo>
                  <a:cubicBezTo>
                    <a:pt x="0" y="609"/>
                    <a:pt x="183" y="761"/>
                    <a:pt x="395" y="761"/>
                  </a:cubicBezTo>
                  <a:cubicBezTo>
                    <a:pt x="608" y="761"/>
                    <a:pt x="760" y="609"/>
                    <a:pt x="760" y="396"/>
                  </a:cubicBezTo>
                  <a:cubicBezTo>
                    <a:pt x="760" y="18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25"/>
            <p:cNvSpPr/>
            <p:nvPr/>
          </p:nvSpPr>
          <p:spPr>
            <a:xfrm>
              <a:off x="690000" y="2188775"/>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25"/>
            <p:cNvSpPr/>
            <p:nvPr/>
          </p:nvSpPr>
          <p:spPr>
            <a:xfrm>
              <a:off x="5912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25"/>
            <p:cNvSpPr/>
            <p:nvPr/>
          </p:nvSpPr>
          <p:spPr>
            <a:xfrm>
              <a:off x="493175" y="2188775"/>
              <a:ext cx="19025" cy="19025"/>
            </a:xfrm>
            <a:custGeom>
              <a:rect b="b" l="l" r="r" t="t"/>
              <a:pathLst>
                <a:path extrusionOk="0" h="761" w="761">
                  <a:moveTo>
                    <a:pt x="366" y="1"/>
                  </a:moveTo>
                  <a:cubicBezTo>
                    <a:pt x="153" y="1"/>
                    <a:pt x="1" y="183"/>
                    <a:pt x="1" y="396"/>
                  </a:cubicBezTo>
                  <a:cubicBezTo>
                    <a:pt x="1" y="609"/>
                    <a:pt x="153" y="761"/>
                    <a:pt x="366" y="761"/>
                  </a:cubicBezTo>
                  <a:cubicBezTo>
                    <a:pt x="578" y="761"/>
                    <a:pt x="761" y="609"/>
                    <a:pt x="761" y="396"/>
                  </a:cubicBezTo>
                  <a:cubicBezTo>
                    <a:pt x="761" y="18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25"/>
            <p:cNvSpPr/>
            <p:nvPr/>
          </p:nvSpPr>
          <p:spPr>
            <a:xfrm>
              <a:off x="1675575" y="210215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25"/>
            <p:cNvSpPr/>
            <p:nvPr/>
          </p:nvSpPr>
          <p:spPr>
            <a:xfrm>
              <a:off x="1576800" y="2102150"/>
              <a:ext cx="19000" cy="19025"/>
            </a:xfrm>
            <a:custGeom>
              <a:rect b="b" l="l" r="r" t="t"/>
              <a:pathLst>
                <a:path extrusionOk="0" h="761" w="760">
                  <a:moveTo>
                    <a:pt x="365" y="1"/>
                  </a:moveTo>
                  <a:cubicBezTo>
                    <a:pt x="182" y="1"/>
                    <a:pt x="0" y="183"/>
                    <a:pt x="0" y="396"/>
                  </a:cubicBezTo>
                  <a:cubicBezTo>
                    <a:pt x="0" y="609"/>
                    <a:pt x="18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25"/>
            <p:cNvSpPr/>
            <p:nvPr/>
          </p:nvSpPr>
          <p:spPr>
            <a:xfrm>
              <a:off x="14780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25"/>
            <p:cNvSpPr/>
            <p:nvPr/>
          </p:nvSpPr>
          <p:spPr>
            <a:xfrm>
              <a:off x="1379975" y="210215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25"/>
            <p:cNvSpPr/>
            <p:nvPr/>
          </p:nvSpPr>
          <p:spPr>
            <a:xfrm>
              <a:off x="1281200" y="2102150"/>
              <a:ext cx="19025" cy="19025"/>
            </a:xfrm>
            <a:custGeom>
              <a:rect b="b" l="l" r="r" t="t"/>
              <a:pathLst>
                <a:path extrusionOk="0" h="761" w="761">
                  <a:moveTo>
                    <a:pt x="395" y="1"/>
                  </a:moveTo>
                  <a:cubicBezTo>
                    <a:pt x="183" y="1"/>
                    <a:pt x="0" y="183"/>
                    <a:pt x="0" y="396"/>
                  </a:cubicBezTo>
                  <a:cubicBezTo>
                    <a:pt x="0" y="609"/>
                    <a:pt x="183" y="761"/>
                    <a:pt x="395" y="761"/>
                  </a:cubicBezTo>
                  <a:cubicBezTo>
                    <a:pt x="578" y="761"/>
                    <a:pt x="760" y="609"/>
                    <a:pt x="760" y="396"/>
                  </a:cubicBezTo>
                  <a:cubicBezTo>
                    <a:pt x="760" y="18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25"/>
            <p:cNvSpPr/>
            <p:nvPr/>
          </p:nvSpPr>
          <p:spPr>
            <a:xfrm>
              <a:off x="11824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25"/>
            <p:cNvSpPr/>
            <p:nvPr/>
          </p:nvSpPr>
          <p:spPr>
            <a:xfrm>
              <a:off x="1084375" y="210215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1" y="609"/>
                    <a:pt x="761" y="396"/>
                  </a:cubicBezTo>
                  <a:cubicBezTo>
                    <a:pt x="761"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25"/>
            <p:cNvSpPr/>
            <p:nvPr/>
          </p:nvSpPr>
          <p:spPr>
            <a:xfrm>
              <a:off x="985600" y="210215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25"/>
            <p:cNvSpPr/>
            <p:nvPr/>
          </p:nvSpPr>
          <p:spPr>
            <a:xfrm>
              <a:off x="8868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25"/>
            <p:cNvSpPr/>
            <p:nvPr/>
          </p:nvSpPr>
          <p:spPr>
            <a:xfrm>
              <a:off x="788025" y="2102150"/>
              <a:ext cx="19025" cy="19025"/>
            </a:xfrm>
            <a:custGeom>
              <a:rect b="b" l="l" r="r" t="t"/>
              <a:pathLst>
                <a:path extrusionOk="0" h="761" w="761">
                  <a:moveTo>
                    <a:pt x="395" y="1"/>
                  </a:moveTo>
                  <a:cubicBezTo>
                    <a:pt x="183" y="1"/>
                    <a:pt x="0" y="183"/>
                    <a:pt x="0" y="396"/>
                  </a:cubicBezTo>
                  <a:cubicBezTo>
                    <a:pt x="0" y="609"/>
                    <a:pt x="183" y="761"/>
                    <a:pt x="395" y="761"/>
                  </a:cubicBezTo>
                  <a:cubicBezTo>
                    <a:pt x="608" y="761"/>
                    <a:pt x="760" y="609"/>
                    <a:pt x="760" y="396"/>
                  </a:cubicBezTo>
                  <a:cubicBezTo>
                    <a:pt x="760" y="18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25"/>
            <p:cNvSpPr/>
            <p:nvPr/>
          </p:nvSpPr>
          <p:spPr>
            <a:xfrm>
              <a:off x="690000" y="210215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25"/>
            <p:cNvSpPr/>
            <p:nvPr/>
          </p:nvSpPr>
          <p:spPr>
            <a:xfrm>
              <a:off x="5912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25"/>
            <p:cNvSpPr/>
            <p:nvPr/>
          </p:nvSpPr>
          <p:spPr>
            <a:xfrm>
              <a:off x="493175" y="2102150"/>
              <a:ext cx="19025" cy="19025"/>
            </a:xfrm>
            <a:custGeom>
              <a:rect b="b" l="l" r="r" t="t"/>
              <a:pathLst>
                <a:path extrusionOk="0" h="761" w="761">
                  <a:moveTo>
                    <a:pt x="366" y="1"/>
                  </a:moveTo>
                  <a:cubicBezTo>
                    <a:pt x="153" y="1"/>
                    <a:pt x="1" y="183"/>
                    <a:pt x="1" y="396"/>
                  </a:cubicBezTo>
                  <a:cubicBezTo>
                    <a:pt x="1" y="609"/>
                    <a:pt x="153" y="761"/>
                    <a:pt x="366" y="761"/>
                  </a:cubicBezTo>
                  <a:cubicBezTo>
                    <a:pt x="578" y="761"/>
                    <a:pt x="761" y="609"/>
                    <a:pt x="761" y="396"/>
                  </a:cubicBezTo>
                  <a:cubicBezTo>
                    <a:pt x="761" y="18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4044" name="Shape 4044"/>
        <p:cNvGrpSpPr/>
        <p:nvPr/>
      </p:nvGrpSpPr>
      <p:grpSpPr>
        <a:xfrm>
          <a:off x="0" y="0"/>
          <a:ext cx="0" cy="0"/>
          <a:chOff x="0" y="0"/>
          <a:chExt cx="0" cy="0"/>
        </a:xfrm>
      </p:grpSpPr>
      <p:sp>
        <p:nvSpPr>
          <p:cNvPr id="4045" name="Google Shape;4045;p26"/>
          <p:cNvSpPr txBox="1"/>
          <p:nvPr>
            <p:ph type="title"/>
          </p:nvPr>
        </p:nvSpPr>
        <p:spPr>
          <a:xfrm>
            <a:off x="720000" y="2410441"/>
            <a:ext cx="2336400" cy="355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046" name="Google Shape;4046;p26"/>
          <p:cNvSpPr txBox="1"/>
          <p:nvPr>
            <p:ph idx="1" type="subTitle"/>
          </p:nvPr>
        </p:nvSpPr>
        <p:spPr>
          <a:xfrm>
            <a:off x="720000" y="2807239"/>
            <a:ext cx="2336400" cy="739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047" name="Google Shape;4047;p26"/>
          <p:cNvSpPr txBox="1"/>
          <p:nvPr>
            <p:ph idx="2" type="title"/>
          </p:nvPr>
        </p:nvSpPr>
        <p:spPr>
          <a:xfrm>
            <a:off x="3403800" y="2410441"/>
            <a:ext cx="2336400" cy="355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048" name="Google Shape;4048;p26"/>
          <p:cNvSpPr txBox="1"/>
          <p:nvPr>
            <p:ph idx="3" type="subTitle"/>
          </p:nvPr>
        </p:nvSpPr>
        <p:spPr>
          <a:xfrm>
            <a:off x="3403800" y="2807239"/>
            <a:ext cx="2336400" cy="739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049" name="Google Shape;4049;p26"/>
          <p:cNvSpPr txBox="1"/>
          <p:nvPr>
            <p:ph idx="4" type="title"/>
          </p:nvPr>
        </p:nvSpPr>
        <p:spPr>
          <a:xfrm>
            <a:off x="6087600" y="2410441"/>
            <a:ext cx="2336400" cy="355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050" name="Google Shape;4050;p26"/>
          <p:cNvSpPr txBox="1"/>
          <p:nvPr>
            <p:ph idx="5" type="subTitle"/>
          </p:nvPr>
        </p:nvSpPr>
        <p:spPr>
          <a:xfrm>
            <a:off x="6087600" y="2807239"/>
            <a:ext cx="2336400" cy="739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051" name="Google Shape;4051;p26"/>
          <p:cNvSpPr txBox="1"/>
          <p:nvPr>
            <p:ph idx="6"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4052" name="Google Shape;4052;p26"/>
          <p:cNvGrpSpPr/>
          <p:nvPr/>
        </p:nvGrpSpPr>
        <p:grpSpPr>
          <a:xfrm flipH="1" rot="7595672">
            <a:off x="7194326" y="-2593086"/>
            <a:ext cx="5608198" cy="5572565"/>
            <a:chOff x="2975000" y="20825"/>
            <a:chExt cx="3963625" cy="2500050"/>
          </a:xfrm>
        </p:grpSpPr>
        <p:sp>
          <p:nvSpPr>
            <p:cNvPr id="4053" name="Google Shape;4053;p26"/>
            <p:cNvSpPr/>
            <p:nvPr/>
          </p:nvSpPr>
          <p:spPr>
            <a:xfrm>
              <a:off x="2975000" y="442550"/>
              <a:ext cx="3962850" cy="2078325"/>
            </a:xfrm>
            <a:custGeom>
              <a:rect b="b" l="l" r="r" t="t"/>
              <a:pathLst>
                <a:path extrusionOk="0" fill="none" h="83133" w="158514">
                  <a:moveTo>
                    <a:pt x="0" y="1"/>
                  </a:moveTo>
                  <a:cubicBezTo>
                    <a:pt x="4347" y="3071"/>
                    <a:pt x="9423" y="6171"/>
                    <a:pt x="12797" y="10122"/>
                  </a:cubicBezTo>
                  <a:cubicBezTo>
                    <a:pt x="18025" y="16232"/>
                    <a:pt x="11095" y="25411"/>
                    <a:pt x="18298" y="31369"/>
                  </a:cubicBezTo>
                  <a:cubicBezTo>
                    <a:pt x="23952" y="36050"/>
                    <a:pt x="23982" y="41612"/>
                    <a:pt x="23283" y="48269"/>
                  </a:cubicBezTo>
                  <a:cubicBezTo>
                    <a:pt x="22706" y="53497"/>
                    <a:pt x="22463" y="62494"/>
                    <a:pt x="29028" y="64044"/>
                  </a:cubicBezTo>
                  <a:cubicBezTo>
                    <a:pt x="35776" y="65655"/>
                    <a:pt x="41186" y="60913"/>
                    <a:pt x="45624" y="56567"/>
                  </a:cubicBezTo>
                  <a:cubicBezTo>
                    <a:pt x="51855" y="50457"/>
                    <a:pt x="63466" y="46202"/>
                    <a:pt x="71825" y="49515"/>
                  </a:cubicBezTo>
                  <a:cubicBezTo>
                    <a:pt x="79211" y="52463"/>
                    <a:pt x="89728" y="48421"/>
                    <a:pt x="96598" y="51430"/>
                  </a:cubicBezTo>
                  <a:cubicBezTo>
                    <a:pt x="100762" y="53284"/>
                    <a:pt x="101035" y="58390"/>
                    <a:pt x="102343" y="62646"/>
                  </a:cubicBezTo>
                  <a:cubicBezTo>
                    <a:pt x="104197" y="68603"/>
                    <a:pt x="108938" y="75564"/>
                    <a:pt x="114106" y="78482"/>
                  </a:cubicBezTo>
                  <a:cubicBezTo>
                    <a:pt x="122343" y="83132"/>
                    <a:pt x="130914" y="70610"/>
                    <a:pt x="138909" y="69151"/>
                  </a:cubicBezTo>
                  <a:cubicBezTo>
                    <a:pt x="145474" y="67935"/>
                    <a:pt x="152435" y="73892"/>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26"/>
            <p:cNvSpPr/>
            <p:nvPr/>
          </p:nvSpPr>
          <p:spPr>
            <a:xfrm>
              <a:off x="2975000" y="442550"/>
              <a:ext cx="3962850" cy="2057800"/>
            </a:xfrm>
            <a:custGeom>
              <a:rect b="b" l="l" r="r" t="t"/>
              <a:pathLst>
                <a:path extrusionOk="0" fill="none" h="82312" w="158514">
                  <a:moveTo>
                    <a:pt x="0" y="1"/>
                  </a:moveTo>
                  <a:cubicBezTo>
                    <a:pt x="4408" y="3040"/>
                    <a:pt x="9392" y="6049"/>
                    <a:pt x="13040" y="9879"/>
                  </a:cubicBezTo>
                  <a:cubicBezTo>
                    <a:pt x="18602" y="15654"/>
                    <a:pt x="11733" y="24955"/>
                    <a:pt x="18694" y="30609"/>
                  </a:cubicBezTo>
                  <a:cubicBezTo>
                    <a:pt x="24408" y="35259"/>
                    <a:pt x="25077" y="40153"/>
                    <a:pt x="24317" y="46901"/>
                  </a:cubicBezTo>
                  <a:cubicBezTo>
                    <a:pt x="23739" y="52129"/>
                    <a:pt x="23131" y="61248"/>
                    <a:pt x="29849" y="62919"/>
                  </a:cubicBezTo>
                  <a:cubicBezTo>
                    <a:pt x="36870" y="64652"/>
                    <a:pt x="41794" y="59606"/>
                    <a:pt x="46627" y="55503"/>
                  </a:cubicBezTo>
                  <a:cubicBezTo>
                    <a:pt x="53557" y="49606"/>
                    <a:pt x="63983" y="44712"/>
                    <a:pt x="72798" y="48634"/>
                  </a:cubicBezTo>
                  <a:cubicBezTo>
                    <a:pt x="80123" y="51886"/>
                    <a:pt x="90245" y="48208"/>
                    <a:pt x="97266" y="51187"/>
                  </a:cubicBezTo>
                  <a:cubicBezTo>
                    <a:pt x="101522" y="52980"/>
                    <a:pt x="101674" y="58026"/>
                    <a:pt x="102890" y="62251"/>
                  </a:cubicBezTo>
                  <a:cubicBezTo>
                    <a:pt x="104561" y="68087"/>
                    <a:pt x="109303" y="75078"/>
                    <a:pt x="114440" y="77844"/>
                  </a:cubicBezTo>
                  <a:cubicBezTo>
                    <a:pt x="122799" y="82312"/>
                    <a:pt x="131097" y="70032"/>
                    <a:pt x="139243" y="68877"/>
                  </a:cubicBezTo>
                  <a:cubicBezTo>
                    <a:pt x="145656" y="67935"/>
                    <a:pt x="152495" y="73771"/>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26"/>
            <p:cNvSpPr/>
            <p:nvPr/>
          </p:nvSpPr>
          <p:spPr>
            <a:xfrm>
              <a:off x="2975000" y="442550"/>
              <a:ext cx="3962850" cy="2035775"/>
            </a:xfrm>
            <a:custGeom>
              <a:rect b="b" l="l" r="r" t="t"/>
              <a:pathLst>
                <a:path extrusionOk="0" fill="none" h="81431" w="158514">
                  <a:moveTo>
                    <a:pt x="0" y="1"/>
                  </a:moveTo>
                  <a:cubicBezTo>
                    <a:pt x="4468" y="3040"/>
                    <a:pt x="9362" y="5958"/>
                    <a:pt x="13313" y="9606"/>
                  </a:cubicBezTo>
                  <a:cubicBezTo>
                    <a:pt x="19210" y="15077"/>
                    <a:pt x="12432" y="24469"/>
                    <a:pt x="19089" y="29849"/>
                  </a:cubicBezTo>
                  <a:cubicBezTo>
                    <a:pt x="24803" y="34469"/>
                    <a:pt x="26019" y="38694"/>
                    <a:pt x="25350" y="45564"/>
                  </a:cubicBezTo>
                  <a:cubicBezTo>
                    <a:pt x="24833" y="50822"/>
                    <a:pt x="23739" y="60001"/>
                    <a:pt x="30609" y="61795"/>
                  </a:cubicBezTo>
                  <a:cubicBezTo>
                    <a:pt x="37691" y="63649"/>
                    <a:pt x="42797" y="58299"/>
                    <a:pt x="47813" y="54378"/>
                  </a:cubicBezTo>
                  <a:cubicBezTo>
                    <a:pt x="55989" y="47995"/>
                    <a:pt x="63345" y="43375"/>
                    <a:pt x="73801" y="47752"/>
                  </a:cubicBezTo>
                  <a:cubicBezTo>
                    <a:pt x="81704" y="51065"/>
                    <a:pt x="90762" y="48026"/>
                    <a:pt x="97966" y="50944"/>
                  </a:cubicBezTo>
                  <a:cubicBezTo>
                    <a:pt x="102282" y="52707"/>
                    <a:pt x="102343" y="57631"/>
                    <a:pt x="103437" y="61825"/>
                  </a:cubicBezTo>
                  <a:cubicBezTo>
                    <a:pt x="104957" y="67570"/>
                    <a:pt x="109637" y="74531"/>
                    <a:pt x="114774" y="77145"/>
                  </a:cubicBezTo>
                  <a:cubicBezTo>
                    <a:pt x="123285" y="81430"/>
                    <a:pt x="131310" y="69454"/>
                    <a:pt x="139577" y="68573"/>
                  </a:cubicBezTo>
                  <a:cubicBezTo>
                    <a:pt x="145869" y="67904"/>
                    <a:pt x="152587" y="73649"/>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26"/>
            <p:cNvSpPr/>
            <p:nvPr/>
          </p:nvSpPr>
          <p:spPr>
            <a:xfrm>
              <a:off x="2975000" y="442550"/>
              <a:ext cx="3962850" cy="2014500"/>
            </a:xfrm>
            <a:custGeom>
              <a:rect b="b" l="l" r="r" t="t"/>
              <a:pathLst>
                <a:path extrusionOk="0" fill="none" h="80580" w="158514">
                  <a:moveTo>
                    <a:pt x="0" y="1"/>
                  </a:moveTo>
                  <a:cubicBezTo>
                    <a:pt x="4560" y="3010"/>
                    <a:pt x="9392" y="5897"/>
                    <a:pt x="13526" y="9393"/>
                  </a:cubicBezTo>
                  <a:cubicBezTo>
                    <a:pt x="19666" y="14469"/>
                    <a:pt x="13162" y="23952"/>
                    <a:pt x="19484" y="29150"/>
                  </a:cubicBezTo>
                  <a:cubicBezTo>
                    <a:pt x="24560" y="33314"/>
                    <a:pt x="27235" y="37509"/>
                    <a:pt x="26323" y="44348"/>
                  </a:cubicBezTo>
                  <a:cubicBezTo>
                    <a:pt x="25563" y="49728"/>
                    <a:pt x="24317" y="58846"/>
                    <a:pt x="31308" y="60792"/>
                  </a:cubicBezTo>
                  <a:cubicBezTo>
                    <a:pt x="38390" y="62737"/>
                    <a:pt x="43770" y="57296"/>
                    <a:pt x="48998" y="53375"/>
                  </a:cubicBezTo>
                  <a:cubicBezTo>
                    <a:pt x="57813" y="46688"/>
                    <a:pt x="63892" y="42129"/>
                    <a:pt x="74743" y="47023"/>
                  </a:cubicBezTo>
                  <a:cubicBezTo>
                    <a:pt x="82433" y="50488"/>
                    <a:pt x="91248" y="47995"/>
                    <a:pt x="98604" y="50761"/>
                  </a:cubicBezTo>
                  <a:cubicBezTo>
                    <a:pt x="103042" y="52372"/>
                    <a:pt x="103011" y="57266"/>
                    <a:pt x="104014" y="61430"/>
                  </a:cubicBezTo>
                  <a:cubicBezTo>
                    <a:pt x="105382" y="67084"/>
                    <a:pt x="109941" y="74014"/>
                    <a:pt x="115109" y="76445"/>
                  </a:cubicBezTo>
                  <a:cubicBezTo>
                    <a:pt x="123802" y="80579"/>
                    <a:pt x="132100" y="68299"/>
                    <a:pt x="139912" y="68330"/>
                  </a:cubicBezTo>
                  <a:cubicBezTo>
                    <a:pt x="144927" y="68330"/>
                    <a:pt x="153529" y="7331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26"/>
            <p:cNvSpPr/>
            <p:nvPr/>
          </p:nvSpPr>
          <p:spPr>
            <a:xfrm>
              <a:off x="2975000" y="442550"/>
              <a:ext cx="3962850" cy="1991700"/>
            </a:xfrm>
            <a:custGeom>
              <a:rect b="b" l="l" r="r" t="t"/>
              <a:pathLst>
                <a:path extrusionOk="0" fill="none" h="79668" w="158514">
                  <a:moveTo>
                    <a:pt x="0" y="1"/>
                  </a:moveTo>
                  <a:cubicBezTo>
                    <a:pt x="4590" y="3010"/>
                    <a:pt x="9484" y="5897"/>
                    <a:pt x="13769" y="9119"/>
                  </a:cubicBezTo>
                  <a:cubicBezTo>
                    <a:pt x="20122" y="13861"/>
                    <a:pt x="13952" y="23344"/>
                    <a:pt x="19879" y="28360"/>
                  </a:cubicBezTo>
                  <a:cubicBezTo>
                    <a:pt x="24651" y="32402"/>
                    <a:pt x="28055" y="36475"/>
                    <a:pt x="27265" y="43102"/>
                  </a:cubicBezTo>
                  <a:cubicBezTo>
                    <a:pt x="26627" y="48482"/>
                    <a:pt x="24985" y="57600"/>
                    <a:pt x="31946" y="59698"/>
                  </a:cubicBezTo>
                  <a:cubicBezTo>
                    <a:pt x="39028" y="61795"/>
                    <a:pt x="44955" y="56202"/>
                    <a:pt x="50183" y="52251"/>
                  </a:cubicBezTo>
                  <a:cubicBezTo>
                    <a:pt x="59424" y="45260"/>
                    <a:pt x="64561" y="40761"/>
                    <a:pt x="75746" y="46232"/>
                  </a:cubicBezTo>
                  <a:cubicBezTo>
                    <a:pt x="83315" y="49971"/>
                    <a:pt x="91795" y="47813"/>
                    <a:pt x="99273" y="50488"/>
                  </a:cubicBezTo>
                  <a:cubicBezTo>
                    <a:pt x="103832" y="52129"/>
                    <a:pt x="103619" y="56840"/>
                    <a:pt x="104653" y="61035"/>
                  </a:cubicBezTo>
                  <a:cubicBezTo>
                    <a:pt x="106051" y="66749"/>
                    <a:pt x="110124" y="73315"/>
                    <a:pt x="115443" y="75716"/>
                  </a:cubicBezTo>
                  <a:cubicBezTo>
                    <a:pt x="124227" y="79667"/>
                    <a:pt x="132039" y="67995"/>
                    <a:pt x="140246" y="68056"/>
                  </a:cubicBezTo>
                  <a:cubicBezTo>
                    <a:pt x="145535" y="68087"/>
                    <a:pt x="153377" y="7340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26"/>
            <p:cNvSpPr/>
            <p:nvPr/>
          </p:nvSpPr>
          <p:spPr>
            <a:xfrm>
              <a:off x="2975000" y="442550"/>
              <a:ext cx="3963625" cy="1968900"/>
            </a:xfrm>
            <a:custGeom>
              <a:rect b="b" l="l" r="r" t="t"/>
              <a:pathLst>
                <a:path extrusionOk="0" fill="none" h="78756" w="158545">
                  <a:moveTo>
                    <a:pt x="0" y="1"/>
                  </a:moveTo>
                  <a:cubicBezTo>
                    <a:pt x="4651" y="2979"/>
                    <a:pt x="9575" y="5867"/>
                    <a:pt x="14013" y="8876"/>
                  </a:cubicBezTo>
                  <a:cubicBezTo>
                    <a:pt x="20548" y="13283"/>
                    <a:pt x="14985" y="22706"/>
                    <a:pt x="20305" y="27539"/>
                  </a:cubicBezTo>
                  <a:cubicBezTo>
                    <a:pt x="24590" y="31430"/>
                    <a:pt x="28724" y="35715"/>
                    <a:pt x="28147" y="42007"/>
                  </a:cubicBezTo>
                  <a:cubicBezTo>
                    <a:pt x="27630" y="47296"/>
                    <a:pt x="25654" y="56445"/>
                    <a:pt x="32584" y="58664"/>
                  </a:cubicBezTo>
                  <a:cubicBezTo>
                    <a:pt x="39606" y="60913"/>
                    <a:pt x="46354" y="55077"/>
                    <a:pt x="51369" y="51096"/>
                  </a:cubicBezTo>
                  <a:cubicBezTo>
                    <a:pt x="60609" y="43770"/>
                    <a:pt x="65351" y="39576"/>
                    <a:pt x="76749" y="45594"/>
                  </a:cubicBezTo>
                  <a:cubicBezTo>
                    <a:pt x="84166" y="49515"/>
                    <a:pt x="92251" y="47722"/>
                    <a:pt x="99911" y="50275"/>
                  </a:cubicBezTo>
                  <a:cubicBezTo>
                    <a:pt x="104622" y="51855"/>
                    <a:pt x="104318" y="56445"/>
                    <a:pt x="105260" y="60609"/>
                  </a:cubicBezTo>
                  <a:cubicBezTo>
                    <a:pt x="106537" y="66324"/>
                    <a:pt x="110428" y="72676"/>
                    <a:pt x="115808" y="74956"/>
                  </a:cubicBezTo>
                  <a:cubicBezTo>
                    <a:pt x="124714" y="78756"/>
                    <a:pt x="132313" y="67418"/>
                    <a:pt x="140580" y="67813"/>
                  </a:cubicBezTo>
                  <a:cubicBezTo>
                    <a:pt x="145778" y="68056"/>
                    <a:pt x="153438" y="73315"/>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26"/>
            <p:cNvSpPr/>
            <p:nvPr/>
          </p:nvSpPr>
          <p:spPr>
            <a:xfrm>
              <a:off x="2975000" y="442550"/>
              <a:ext cx="3962850" cy="1919500"/>
            </a:xfrm>
            <a:custGeom>
              <a:rect b="b" l="l" r="r" t="t"/>
              <a:pathLst>
                <a:path extrusionOk="0" fill="none" h="76780" w="158514">
                  <a:moveTo>
                    <a:pt x="0" y="1"/>
                  </a:moveTo>
                  <a:cubicBezTo>
                    <a:pt x="4712" y="2949"/>
                    <a:pt x="9666" y="5776"/>
                    <a:pt x="14225" y="8633"/>
                  </a:cubicBezTo>
                  <a:cubicBezTo>
                    <a:pt x="20973" y="12797"/>
                    <a:pt x="16049" y="21977"/>
                    <a:pt x="20760" y="26718"/>
                  </a:cubicBezTo>
                  <a:cubicBezTo>
                    <a:pt x="24438" y="30396"/>
                    <a:pt x="29332" y="35168"/>
                    <a:pt x="28967" y="41004"/>
                  </a:cubicBezTo>
                  <a:cubicBezTo>
                    <a:pt x="28633" y="46202"/>
                    <a:pt x="26444" y="55381"/>
                    <a:pt x="33192" y="57661"/>
                  </a:cubicBezTo>
                  <a:cubicBezTo>
                    <a:pt x="40153" y="60032"/>
                    <a:pt x="47752" y="53953"/>
                    <a:pt x="52494" y="49880"/>
                  </a:cubicBezTo>
                  <a:cubicBezTo>
                    <a:pt x="61703" y="41977"/>
                    <a:pt x="66293" y="38633"/>
                    <a:pt x="77722" y="45016"/>
                  </a:cubicBezTo>
                  <a:cubicBezTo>
                    <a:pt x="84926" y="49059"/>
                    <a:pt x="92707" y="47722"/>
                    <a:pt x="100488" y="50093"/>
                  </a:cubicBezTo>
                  <a:cubicBezTo>
                    <a:pt x="105382" y="51582"/>
                    <a:pt x="104987" y="56080"/>
                    <a:pt x="105838" y="60245"/>
                  </a:cubicBezTo>
                  <a:cubicBezTo>
                    <a:pt x="107023" y="65898"/>
                    <a:pt x="111005" y="72676"/>
                    <a:pt x="116142" y="74227"/>
                  </a:cubicBezTo>
                  <a:cubicBezTo>
                    <a:pt x="124683" y="76780"/>
                    <a:pt x="132191" y="66901"/>
                    <a:pt x="140884" y="67570"/>
                  </a:cubicBezTo>
                  <a:cubicBezTo>
                    <a:pt x="145930" y="67965"/>
                    <a:pt x="153468" y="73224"/>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26"/>
            <p:cNvSpPr/>
            <p:nvPr/>
          </p:nvSpPr>
          <p:spPr>
            <a:xfrm>
              <a:off x="2975000" y="442550"/>
              <a:ext cx="3962100" cy="1896700"/>
            </a:xfrm>
            <a:custGeom>
              <a:rect b="b" l="l" r="r" t="t"/>
              <a:pathLst>
                <a:path extrusionOk="0" fill="none" h="75868" w="158484">
                  <a:moveTo>
                    <a:pt x="0" y="1"/>
                  </a:moveTo>
                  <a:cubicBezTo>
                    <a:pt x="4742" y="2949"/>
                    <a:pt x="9788" y="5441"/>
                    <a:pt x="14438" y="8359"/>
                  </a:cubicBezTo>
                  <a:cubicBezTo>
                    <a:pt x="21520" y="12797"/>
                    <a:pt x="16900" y="20852"/>
                    <a:pt x="21277" y="25837"/>
                  </a:cubicBezTo>
                  <a:cubicBezTo>
                    <a:pt x="24408" y="29424"/>
                    <a:pt x="29758" y="34652"/>
                    <a:pt x="29727" y="40123"/>
                  </a:cubicBezTo>
                  <a:cubicBezTo>
                    <a:pt x="29666" y="45229"/>
                    <a:pt x="27447" y="54014"/>
                    <a:pt x="33770" y="56658"/>
                  </a:cubicBezTo>
                  <a:cubicBezTo>
                    <a:pt x="40396" y="59394"/>
                    <a:pt x="49545" y="52433"/>
                    <a:pt x="53618" y="48542"/>
                  </a:cubicBezTo>
                  <a:cubicBezTo>
                    <a:pt x="62707" y="39788"/>
                    <a:pt x="67448" y="37904"/>
                    <a:pt x="78725" y="44530"/>
                  </a:cubicBezTo>
                  <a:cubicBezTo>
                    <a:pt x="85716" y="48664"/>
                    <a:pt x="93224" y="47722"/>
                    <a:pt x="101066" y="49910"/>
                  </a:cubicBezTo>
                  <a:cubicBezTo>
                    <a:pt x="106142" y="51308"/>
                    <a:pt x="105716" y="55685"/>
                    <a:pt x="106476" y="59849"/>
                  </a:cubicBezTo>
                  <a:cubicBezTo>
                    <a:pt x="107540" y="65503"/>
                    <a:pt x="111279" y="71977"/>
                    <a:pt x="116477" y="73467"/>
                  </a:cubicBezTo>
                  <a:cubicBezTo>
                    <a:pt x="124927" y="75868"/>
                    <a:pt x="132708" y="66354"/>
                    <a:pt x="141188" y="67357"/>
                  </a:cubicBezTo>
                  <a:cubicBezTo>
                    <a:pt x="146143" y="67935"/>
                    <a:pt x="153468" y="7313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26"/>
            <p:cNvSpPr/>
            <p:nvPr/>
          </p:nvSpPr>
          <p:spPr>
            <a:xfrm>
              <a:off x="2975000" y="442550"/>
              <a:ext cx="3962850" cy="1870875"/>
            </a:xfrm>
            <a:custGeom>
              <a:rect b="b" l="l" r="r" t="t"/>
              <a:pathLst>
                <a:path extrusionOk="0" fill="none" h="74835" w="158514">
                  <a:moveTo>
                    <a:pt x="0" y="1"/>
                  </a:moveTo>
                  <a:cubicBezTo>
                    <a:pt x="4803" y="2919"/>
                    <a:pt x="9848" y="5350"/>
                    <a:pt x="14651" y="8116"/>
                  </a:cubicBezTo>
                  <a:cubicBezTo>
                    <a:pt x="21946" y="12311"/>
                    <a:pt x="18086" y="19697"/>
                    <a:pt x="21885" y="24895"/>
                  </a:cubicBezTo>
                  <a:cubicBezTo>
                    <a:pt x="24590" y="28633"/>
                    <a:pt x="30031" y="34013"/>
                    <a:pt x="30396" y="39272"/>
                  </a:cubicBezTo>
                  <a:cubicBezTo>
                    <a:pt x="30791" y="44439"/>
                    <a:pt x="28299" y="52919"/>
                    <a:pt x="34439" y="55625"/>
                  </a:cubicBezTo>
                  <a:cubicBezTo>
                    <a:pt x="41186" y="58603"/>
                    <a:pt x="50670" y="51217"/>
                    <a:pt x="54712" y="47083"/>
                  </a:cubicBezTo>
                  <a:cubicBezTo>
                    <a:pt x="63892" y="37630"/>
                    <a:pt x="68542" y="37266"/>
                    <a:pt x="79789" y="44135"/>
                  </a:cubicBezTo>
                  <a:cubicBezTo>
                    <a:pt x="86476" y="48208"/>
                    <a:pt x="93984" y="47661"/>
                    <a:pt x="101674" y="49728"/>
                  </a:cubicBezTo>
                  <a:cubicBezTo>
                    <a:pt x="106932" y="51126"/>
                    <a:pt x="106416" y="55138"/>
                    <a:pt x="107145" y="59454"/>
                  </a:cubicBezTo>
                  <a:cubicBezTo>
                    <a:pt x="108057" y="64986"/>
                    <a:pt x="111552" y="71339"/>
                    <a:pt x="116872" y="72707"/>
                  </a:cubicBezTo>
                  <a:cubicBezTo>
                    <a:pt x="125322" y="74835"/>
                    <a:pt x="133285" y="65837"/>
                    <a:pt x="141523" y="67114"/>
                  </a:cubicBezTo>
                  <a:cubicBezTo>
                    <a:pt x="146386" y="67874"/>
                    <a:pt x="153559" y="73011"/>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26"/>
            <p:cNvSpPr/>
            <p:nvPr/>
          </p:nvSpPr>
          <p:spPr>
            <a:xfrm>
              <a:off x="2975000" y="442550"/>
              <a:ext cx="3962850" cy="1848075"/>
            </a:xfrm>
            <a:custGeom>
              <a:rect b="b" l="l" r="r" t="t"/>
              <a:pathLst>
                <a:path extrusionOk="0" fill="none" h="73923" w="158514">
                  <a:moveTo>
                    <a:pt x="0" y="1"/>
                  </a:moveTo>
                  <a:cubicBezTo>
                    <a:pt x="4833" y="2888"/>
                    <a:pt x="9909" y="5259"/>
                    <a:pt x="14864" y="7873"/>
                  </a:cubicBezTo>
                  <a:cubicBezTo>
                    <a:pt x="22219" y="11764"/>
                    <a:pt x="19301" y="18390"/>
                    <a:pt x="22584" y="23922"/>
                  </a:cubicBezTo>
                  <a:cubicBezTo>
                    <a:pt x="25046" y="28086"/>
                    <a:pt x="30092" y="33649"/>
                    <a:pt x="31004" y="38542"/>
                  </a:cubicBezTo>
                  <a:cubicBezTo>
                    <a:pt x="31855" y="43284"/>
                    <a:pt x="29150" y="51947"/>
                    <a:pt x="35107" y="54561"/>
                  </a:cubicBezTo>
                  <a:cubicBezTo>
                    <a:pt x="42250" y="57691"/>
                    <a:pt x="51673" y="50032"/>
                    <a:pt x="55746" y="45503"/>
                  </a:cubicBezTo>
                  <a:cubicBezTo>
                    <a:pt x="64834" y="35411"/>
                    <a:pt x="69941" y="36992"/>
                    <a:pt x="80822" y="43770"/>
                  </a:cubicBezTo>
                  <a:cubicBezTo>
                    <a:pt x="87205" y="47782"/>
                    <a:pt x="94683" y="47691"/>
                    <a:pt x="102191" y="49576"/>
                  </a:cubicBezTo>
                  <a:cubicBezTo>
                    <a:pt x="107571" y="50913"/>
                    <a:pt x="107145" y="54682"/>
                    <a:pt x="107783" y="59090"/>
                  </a:cubicBezTo>
                  <a:cubicBezTo>
                    <a:pt x="108604" y="64591"/>
                    <a:pt x="111826" y="70610"/>
                    <a:pt x="117236" y="71917"/>
                  </a:cubicBezTo>
                  <a:cubicBezTo>
                    <a:pt x="125504" y="73923"/>
                    <a:pt x="133863" y="65321"/>
                    <a:pt x="141827" y="66901"/>
                  </a:cubicBezTo>
                  <a:cubicBezTo>
                    <a:pt x="146599" y="67813"/>
                    <a:pt x="153620" y="7292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26"/>
            <p:cNvSpPr/>
            <p:nvPr/>
          </p:nvSpPr>
          <p:spPr>
            <a:xfrm>
              <a:off x="2975000" y="442550"/>
              <a:ext cx="3962100" cy="1826050"/>
            </a:xfrm>
            <a:custGeom>
              <a:rect b="b" l="l" r="r" t="t"/>
              <a:pathLst>
                <a:path extrusionOk="0" fill="none" h="73042" w="158484">
                  <a:moveTo>
                    <a:pt x="0" y="1"/>
                  </a:moveTo>
                  <a:cubicBezTo>
                    <a:pt x="4894" y="2858"/>
                    <a:pt x="10000" y="5168"/>
                    <a:pt x="15076" y="7630"/>
                  </a:cubicBezTo>
                  <a:cubicBezTo>
                    <a:pt x="22402" y="11217"/>
                    <a:pt x="20639" y="16992"/>
                    <a:pt x="23435" y="22980"/>
                  </a:cubicBezTo>
                  <a:cubicBezTo>
                    <a:pt x="25685" y="27813"/>
                    <a:pt x="29910" y="33041"/>
                    <a:pt x="31460" y="37934"/>
                  </a:cubicBezTo>
                  <a:cubicBezTo>
                    <a:pt x="32858" y="42372"/>
                    <a:pt x="29940" y="51096"/>
                    <a:pt x="35867" y="53558"/>
                  </a:cubicBezTo>
                  <a:cubicBezTo>
                    <a:pt x="43618" y="56749"/>
                    <a:pt x="52433" y="48937"/>
                    <a:pt x="56779" y="43831"/>
                  </a:cubicBezTo>
                  <a:cubicBezTo>
                    <a:pt x="65746" y="33314"/>
                    <a:pt x="71552" y="36901"/>
                    <a:pt x="81886" y="43466"/>
                  </a:cubicBezTo>
                  <a:cubicBezTo>
                    <a:pt x="87965" y="47327"/>
                    <a:pt x="95412" y="47752"/>
                    <a:pt x="102707" y="49454"/>
                  </a:cubicBezTo>
                  <a:cubicBezTo>
                    <a:pt x="108148" y="50700"/>
                    <a:pt x="107905" y="54226"/>
                    <a:pt x="108452" y="58725"/>
                  </a:cubicBezTo>
                  <a:cubicBezTo>
                    <a:pt x="109182" y="64226"/>
                    <a:pt x="112130" y="69910"/>
                    <a:pt x="117571" y="71187"/>
                  </a:cubicBezTo>
                  <a:cubicBezTo>
                    <a:pt x="125626" y="73041"/>
                    <a:pt x="134410" y="64895"/>
                    <a:pt x="142100" y="66688"/>
                  </a:cubicBezTo>
                  <a:cubicBezTo>
                    <a:pt x="146751" y="67783"/>
                    <a:pt x="153590" y="72828"/>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26"/>
            <p:cNvSpPr/>
            <p:nvPr/>
          </p:nvSpPr>
          <p:spPr>
            <a:xfrm>
              <a:off x="2975000" y="442550"/>
              <a:ext cx="3962850" cy="1818450"/>
            </a:xfrm>
            <a:custGeom>
              <a:rect b="b" l="l" r="r" t="t"/>
              <a:pathLst>
                <a:path extrusionOk="0" fill="none" h="72738" w="158514">
                  <a:moveTo>
                    <a:pt x="0" y="1"/>
                  </a:moveTo>
                  <a:cubicBezTo>
                    <a:pt x="4924" y="2827"/>
                    <a:pt x="10122" y="5077"/>
                    <a:pt x="15259" y="7387"/>
                  </a:cubicBezTo>
                  <a:cubicBezTo>
                    <a:pt x="22432" y="10609"/>
                    <a:pt x="22159" y="15594"/>
                    <a:pt x="24317" y="22007"/>
                  </a:cubicBezTo>
                  <a:cubicBezTo>
                    <a:pt x="26171" y="27630"/>
                    <a:pt x="29332" y="32402"/>
                    <a:pt x="31733" y="37418"/>
                  </a:cubicBezTo>
                  <a:cubicBezTo>
                    <a:pt x="33831" y="41764"/>
                    <a:pt x="30669" y="50305"/>
                    <a:pt x="36657" y="52615"/>
                  </a:cubicBezTo>
                  <a:cubicBezTo>
                    <a:pt x="44955" y="55868"/>
                    <a:pt x="53162" y="47630"/>
                    <a:pt x="57782" y="42068"/>
                  </a:cubicBezTo>
                  <a:cubicBezTo>
                    <a:pt x="66476" y="31551"/>
                    <a:pt x="73315" y="37022"/>
                    <a:pt x="82950" y="43193"/>
                  </a:cubicBezTo>
                  <a:cubicBezTo>
                    <a:pt x="88695" y="46871"/>
                    <a:pt x="96142" y="47813"/>
                    <a:pt x="103194" y="49333"/>
                  </a:cubicBezTo>
                  <a:cubicBezTo>
                    <a:pt x="108726" y="50488"/>
                    <a:pt x="108634" y="53740"/>
                    <a:pt x="109151" y="58390"/>
                  </a:cubicBezTo>
                  <a:cubicBezTo>
                    <a:pt x="109789" y="63862"/>
                    <a:pt x="112464" y="69211"/>
                    <a:pt x="117996" y="70427"/>
                  </a:cubicBezTo>
                  <a:cubicBezTo>
                    <a:pt x="125778" y="72129"/>
                    <a:pt x="135018" y="64439"/>
                    <a:pt x="142434" y="66506"/>
                  </a:cubicBezTo>
                  <a:cubicBezTo>
                    <a:pt x="146994" y="67752"/>
                    <a:pt x="153650" y="72737"/>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26"/>
            <p:cNvSpPr/>
            <p:nvPr/>
          </p:nvSpPr>
          <p:spPr>
            <a:xfrm>
              <a:off x="2975000" y="442550"/>
              <a:ext cx="3962850" cy="1816175"/>
            </a:xfrm>
            <a:custGeom>
              <a:rect b="b" l="l" r="r" t="t"/>
              <a:pathLst>
                <a:path extrusionOk="0" fill="none" h="72647" w="158514">
                  <a:moveTo>
                    <a:pt x="0" y="1"/>
                  </a:moveTo>
                  <a:cubicBezTo>
                    <a:pt x="4985" y="2797"/>
                    <a:pt x="10244" y="4985"/>
                    <a:pt x="15441" y="7144"/>
                  </a:cubicBezTo>
                  <a:cubicBezTo>
                    <a:pt x="22341" y="10031"/>
                    <a:pt x="23648" y="14621"/>
                    <a:pt x="25259" y="21034"/>
                  </a:cubicBezTo>
                  <a:cubicBezTo>
                    <a:pt x="26688" y="26809"/>
                    <a:pt x="28572" y="31977"/>
                    <a:pt x="31885" y="36992"/>
                  </a:cubicBezTo>
                  <a:cubicBezTo>
                    <a:pt x="34742" y="41278"/>
                    <a:pt x="31429" y="49606"/>
                    <a:pt x="37478" y="51825"/>
                  </a:cubicBezTo>
                  <a:cubicBezTo>
                    <a:pt x="46171" y="55017"/>
                    <a:pt x="54469" y="46202"/>
                    <a:pt x="58755" y="40305"/>
                  </a:cubicBezTo>
                  <a:cubicBezTo>
                    <a:pt x="66232" y="30001"/>
                    <a:pt x="76415" y="38025"/>
                    <a:pt x="84044" y="42889"/>
                  </a:cubicBezTo>
                  <a:cubicBezTo>
                    <a:pt x="89546" y="46384"/>
                    <a:pt x="96841" y="47874"/>
                    <a:pt x="103680" y="49211"/>
                  </a:cubicBezTo>
                  <a:cubicBezTo>
                    <a:pt x="109242" y="50305"/>
                    <a:pt x="109364" y="53254"/>
                    <a:pt x="109850" y="58026"/>
                  </a:cubicBezTo>
                  <a:cubicBezTo>
                    <a:pt x="110397" y="63436"/>
                    <a:pt x="112829" y="68482"/>
                    <a:pt x="118422" y="69667"/>
                  </a:cubicBezTo>
                  <a:cubicBezTo>
                    <a:pt x="125930" y="71278"/>
                    <a:pt x="135626" y="64044"/>
                    <a:pt x="142708" y="66293"/>
                  </a:cubicBezTo>
                  <a:cubicBezTo>
                    <a:pt x="147176" y="67692"/>
                    <a:pt x="153681" y="7264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26"/>
            <p:cNvSpPr/>
            <p:nvPr/>
          </p:nvSpPr>
          <p:spPr>
            <a:xfrm>
              <a:off x="2975000" y="442550"/>
              <a:ext cx="3962850" cy="1813875"/>
            </a:xfrm>
            <a:custGeom>
              <a:rect b="b" l="l" r="r" t="t"/>
              <a:pathLst>
                <a:path extrusionOk="0" fill="none" h="72555" w="158514">
                  <a:moveTo>
                    <a:pt x="0" y="1"/>
                  </a:moveTo>
                  <a:cubicBezTo>
                    <a:pt x="5015" y="2767"/>
                    <a:pt x="10335" y="4894"/>
                    <a:pt x="15624" y="6931"/>
                  </a:cubicBezTo>
                  <a:cubicBezTo>
                    <a:pt x="22189" y="9423"/>
                    <a:pt x="24925" y="13648"/>
                    <a:pt x="26262" y="20031"/>
                  </a:cubicBezTo>
                  <a:cubicBezTo>
                    <a:pt x="27508" y="25958"/>
                    <a:pt x="27843" y="31582"/>
                    <a:pt x="31916" y="36597"/>
                  </a:cubicBezTo>
                  <a:cubicBezTo>
                    <a:pt x="35290" y="40731"/>
                    <a:pt x="32432" y="49150"/>
                    <a:pt x="38299" y="51096"/>
                  </a:cubicBezTo>
                  <a:cubicBezTo>
                    <a:pt x="47326" y="54105"/>
                    <a:pt x="55138" y="44804"/>
                    <a:pt x="59758" y="38512"/>
                  </a:cubicBezTo>
                  <a:cubicBezTo>
                    <a:pt x="66901" y="28816"/>
                    <a:pt x="78512" y="38512"/>
                    <a:pt x="85139" y="42585"/>
                  </a:cubicBezTo>
                  <a:cubicBezTo>
                    <a:pt x="90397" y="45807"/>
                    <a:pt x="97510" y="47995"/>
                    <a:pt x="104105" y="49120"/>
                  </a:cubicBezTo>
                  <a:cubicBezTo>
                    <a:pt x="109698" y="50062"/>
                    <a:pt x="109729" y="52707"/>
                    <a:pt x="110580" y="57691"/>
                  </a:cubicBezTo>
                  <a:cubicBezTo>
                    <a:pt x="111461" y="63071"/>
                    <a:pt x="112829" y="67692"/>
                    <a:pt x="118878" y="68938"/>
                  </a:cubicBezTo>
                  <a:cubicBezTo>
                    <a:pt x="126082" y="70427"/>
                    <a:pt x="136234" y="63649"/>
                    <a:pt x="143012" y="66111"/>
                  </a:cubicBezTo>
                  <a:cubicBezTo>
                    <a:pt x="147359" y="67661"/>
                    <a:pt x="153742" y="7255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26"/>
            <p:cNvSpPr/>
            <p:nvPr/>
          </p:nvSpPr>
          <p:spPr>
            <a:xfrm>
              <a:off x="2975000" y="442550"/>
              <a:ext cx="3962850" cy="1804000"/>
            </a:xfrm>
            <a:custGeom>
              <a:rect b="b" l="l" r="r" t="t"/>
              <a:pathLst>
                <a:path extrusionOk="0" fill="none" h="72160" w="158514">
                  <a:moveTo>
                    <a:pt x="0" y="1"/>
                  </a:moveTo>
                  <a:cubicBezTo>
                    <a:pt x="5076" y="2736"/>
                    <a:pt x="10456" y="4803"/>
                    <a:pt x="15806" y="6688"/>
                  </a:cubicBezTo>
                  <a:cubicBezTo>
                    <a:pt x="22037" y="8876"/>
                    <a:pt x="26049" y="12767"/>
                    <a:pt x="27326" y="18967"/>
                  </a:cubicBezTo>
                  <a:cubicBezTo>
                    <a:pt x="28542" y="24925"/>
                    <a:pt x="27326" y="31126"/>
                    <a:pt x="31855" y="36202"/>
                  </a:cubicBezTo>
                  <a:cubicBezTo>
                    <a:pt x="35381" y="40153"/>
                    <a:pt x="33618" y="48725"/>
                    <a:pt x="39150" y="50457"/>
                  </a:cubicBezTo>
                  <a:cubicBezTo>
                    <a:pt x="48329" y="53314"/>
                    <a:pt x="55746" y="42919"/>
                    <a:pt x="60792" y="36810"/>
                  </a:cubicBezTo>
                  <a:cubicBezTo>
                    <a:pt x="67995" y="28086"/>
                    <a:pt x="80032" y="38360"/>
                    <a:pt x="86263" y="42159"/>
                  </a:cubicBezTo>
                  <a:cubicBezTo>
                    <a:pt x="91430" y="45320"/>
                    <a:pt x="98057" y="48056"/>
                    <a:pt x="104561" y="48998"/>
                  </a:cubicBezTo>
                  <a:cubicBezTo>
                    <a:pt x="115747" y="50700"/>
                    <a:pt x="107692" y="65898"/>
                    <a:pt x="119303" y="68178"/>
                  </a:cubicBezTo>
                  <a:cubicBezTo>
                    <a:pt x="126294" y="69576"/>
                    <a:pt x="136872" y="63254"/>
                    <a:pt x="143316" y="65898"/>
                  </a:cubicBezTo>
                  <a:cubicBezTo>
                    <a:pt x="147784" y="67752"/>
                    <a:pt x="153407" y="7216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26"/>
            <p:cNvSpPr/>
            <p:nvPr/>
          </p:nvSpPr>
          <p:spPr>
            <a:xfrm>
              <a:off x="2975000" y="442550"/>
              <a:ext cx="3962100" cy="1802475"/>
            </a:xfrm>
            <a:custGeom>
              <a:rect b="b" l="l" r="r" t="t"/>
              <a:pathLst>
                <a:path extrusionOk="0" fill="none" h="72099" w="158484">
                  <a:moveTo>
                    <a:pt x="0" y="1"/>
                  </a:moveTo>
                  <a:cubicBezTo>
                    <a:pt x="5107" y="2706"/>
                    <a:pt x="10760" y="4590"/>
                    <a:pt x="15958" y="6444"/>
                  </a:cubicBezTo>
                  <a:cubicBezTo>
                    <a:pt x="21764" y="8511"/>
                    <a:pt x="26931" y="11733"/>
                    <a:pt x="28390" y="17843"/>
                  </a:cubicBezTo>
                  <a:cubicBezTo>
                    <a:pt x="29788" y="23740"/>
                    <a:pt x="26900" y="30579"/>
                    <a:pt x="31672" y="35867"/>
                  </a:cubicBezTo>
                  <a:cubicBezTo>
                    <a:pt x="35107" y="39636"/>
                    <a:pt x="34925" y="48390"/>
                    <a:pt x="40001" y="49849"/>
                  </a:cubicBezTo>
                  <a:cubicBezTo>
                    <a:pt x="49302" y="52494"/>
                    <a:pt x="56415" y="40761"/>
                    <a:pt x="61886" y="35320"/>
                  </a:cubicBezTo>
                  <a:cubicBezTo>
                    <a:pt x="69211" y="28025"/>
                    <a:pt x="81278" y="37873"/>
                    <a:pt x="87327" y="41612"/>
                  </a:cubicBezTo>
                  <a:cubicBezTo>
                    <a:pt x="92585" y="44864"/>
                    <a:pt x="98421" y="48117"/>
                    <a:pt x="104926" y="48968"/>
                  </a:cubicBezTo>
                  <a:cubicBezTo>
                    <a:pt x="116385" y="50457"/>
                    <a:pt x="108239" y="65442"/>
                    <a:pt x="119759" y="67509"/>
                  </a:cubicBezTo>
                  <a:cubicBezTo>
                    <a:pt x="126659" y="68725"/>
                    <a:pt x="137298" y="62980"/>
                    <a:pt x="143559" y="65716"/>
                  </a:cubicBezTo>
                  <a:cubicBezTo>
                    <a:pt x="147936" y="67631"/>
                    <a:pt x="153407" y="72099"/>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26"/>
            <p:cNvSpPr/>
            <p:nvPr/>
          </p:nvSpPr>
          <p:spPr>
            <a:xfrm>
              <a:off x="2975000" y="442550"/>
              <a:ext cx="3962850" cy="1800200"/>
            </a:xfrm>
            <a:custGeom>
              <a:rect b="b" l="l" r="r" t="t"/>
              <a:pathLst>
                <a:path extrusionOk="0" fill="none" h="72008" w="158514">
                  <a:moveTo>
                    <a:pt x="0" y="1"/>
                  </a:moveTo>
                  <a:cubicBezTo>
                    <a:pt x="5167" y="2645"/>
                    <a:pt x="10821" y="4499"/>
                    <a:pt x="16140" y="6201"/>
                  </a:cubicBezTo>
                  <a:cubicBezTo>
                    <a:pt x="21976" y="8055"/>
                    <a:pt x="27630" y="11065"/>
                    <a:pt x="29484" y="16657"/>
                  </a:cubicBezTo>
                  <a:cubicBezTo>
                    <a:pt x="31308" y="22159"/>
                    <a:pt x="26748" y="29940"/>
                    <a:pt x="31521" y="35442"/>
                  </a:cubicBezTo>
                  <a:cubicBezTo>
                    <a:pt x="34621" y="38998"/>
                    <a:pt x="36414" y="48147"/>
                    <a:pt x="40913" y="49211"/>
                  </a:cubicBezTo>
                  <a:cubicBezTo>
                    <a:pt x="50244" y="51430"/>
                    <a:pt x="56749" y="38846"/>
                    <a:pt x="63041" y="34044"/>
                  </a:cubicBezTo>
                  <a:cubicBezTo>
                    <a:pt x="70731" y="28147"/>
                    <a:pt x="82190" y="36992"/>
                    <a:pt x="88391" y="40943"/>
                  </a:cubicBezTo>
                  <a:cubicBezTo>
                    <a:pt x="93862" y="44409"/>
                    <a:pt x="98695" y="48147"/>
                    <a:pt x="105352" y="48907"/>
                  </a:cubicBezTo>
                  <a:cubicBezTo>
                    <a:pt x="117024" y="50184"/>
                    <a:pt x="108786" y="64834"/>
                    <a:pt x="120276" y="66780"/>
                  </a:cubicBezTo>
                  <a:cubicBezTo>
                    <a:pt x="126993" y="67904"/>
                    <a:pt x="137784" y="62585"/>
                    <a:pt x="143863" y="65533"/>
                  </a:cubicBezTo>
                  <a:cubicBezTo>
                    <a:pt x="148149" y="67570"/>
                    <a:pt x="153468" y="72008"/>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26"/>
            <p:cNvSpPr/>
            <p:nvPr/>
          </p:nvSpPr>
          <p:spPr>
            <a:xfrm>
              <a:off x="2975000" y="442550"/>
              <a:ext cx="3963625" cy="1798675"/>
            </a:xfrm>
            <a:custGeom>
              <a:rect b="b" l="l" r="r" t="t"/>
              <a:pathLst>
                <a:path extrusionOk="0" fill="none" h="71947" w="158545">
                  <a:moveTo>
                    <a:pt x="0" y="1"/>
                  </a:moveTo>
                  <a:cubicBezTo>
                    <a:pt x="5198" y="2615"/>
                    <a:pt x="10912" y="4408"/>
                    <a:pt x="16323" y="5958"/>
                  </a:cubicBezTo>
                  <a:cubicBezTo>
                    <a:pt x="22067" y="7630"/>
                    <a:pt x="28147" y="10365"/>
                    <a:pt x="30578" y="15472"/>
                  </a:cubicBezTo>
                  <a:cubicBezTo>
                    <a:pt x="33192" y="20974"/>
                    <a:pt x="26931" y="29059"/>
                    <a:pt x="31369" y="35047"/>
                  </a:cubicBezTo>
                  <a:cubicBezTo>
                    <a:pt x="33831" y="38390"/>
                    <a:pt x="37904" y="47904"/>
                    <a:pt x="41825" y="48542"/>
                  </a:cubicBezTo>
                  <a:cubicBezTo>
                    <a:pt x="50883" y="50062"/>
                    <a:pt x="57296" y="36931"/>
                    <a:pt x="64257" y="33010"/>
                  </a:cubicBezTo>
                  <a:cubicBezTo>
                    <a:pt x="72160" y="28512"/>
                    <a:pt x="83102" y="35928"/>
                    <a:pt x="89424" y="40153"/>
                  </a:cubicBezTo>
                  <a:cubicBezTo>
                    <a:pt x="94804" y="43740"/>
                    <a:pt x="98877" y="48208"/>
                    <a:pt x="105747" y="48846"/>
                  </a:cubicBezTo>
                  <a:cubicBezTo>
                    <a:pt x="117601" y="49971"/>
                    <a:pt x="109425" y="64257"/>
                    <a:pt x="120793" y="66081"/>
                  </a:cubicBezTo>
                  <a:cubicBezTo>
                    <a:pt x="127419" y="67144"/>
                    <a:pt x="138270" y="62281"/>
                    <a:pt x="144167" y="65351"/>
                  </a:cubicBezTo>
                  <a:cubicBezTo>
                    <a:pt x="148362" y="67540"/>
                    <a:pt x="153529" y="71947"/>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26"/>
            <p:cNvSpPr/>
            <p:nvPr/>
          </p:nvSpPr>
          <p:spPr>
            <a:xfrm>
              <a:off x="2975000" y="442550"/>
              <a:ext cx="3962850" cy="1795650"/>
            </a:xfrm>
            <a:custGeom>
              <a:rect b="b" l="l" r="r" t="t"/>
              <a:pathLst>
                <a:path extrusionOk="0" fill="none" h="71826" w="158514">
                  <a:moveTo>
                    <a:pt x="0" y="1"/>
                  </a:moveTo>
                  <a:cubicBezTo>
                    <a:pt x="5259" y="2584"/>
                    <a:pt x="10973" y="4317"/>
                    <a:pt x="16475" y="5745"/>
                  </a:cubicBezTo>
                  <a:cubicBezTo>
                    <a:pt x="22250" y="7235"/>
                    <a:pt x="28542" y="9788"/>
                    <a:pt x="31581" y="14195"/>
                  </a:cubicBezTo>
                  <a:cubicBezTo>
                    <a:pt x="35168" y="19332"/>
                    <a:pt x="27326" y="28238"/>
                    <a:pt x="31247" y="34560"/>
                  </a:cubicBezTo>
                  <a:cubicBezTo>
                    <a:pt x="33253" y="37782"/>
                    <a:pt x="39150" y="47418"/>
                    <a:pt x="42737" y="47722"/>
                  </a:cubicBezTo>
                  <a:cubicBezTo>
                    <a:pt x="51612" y="48482"/>
                    <a:pt x="57752" y="35229"/>
                    <a:pt x="65412" y="32129"/>
                  </a:cubicBezTo>
                  <a:cubicBezTo>
                    <a:pt x="73588" y="28816"/>
                    <a:pt x="84044" y="34804"/>
                    <a:pt x="90275" y="39302"/>
                  </a:cubicBezTo>
                  <a:cubicBezTo>
                    <a:pt x="95351" y="42980"/>
                    <a:pt x="98938" y="48269"/>
                    <a:pt x="106081" y="48816"/>
                  </a:cubicBezTo>
                  <a:cubicBezTo>
                    <a:pt x="111704" y="49241"/>
                    <a:pt x="112981" y="50670"/>
                    <a:pt x="114136" y="56111"/>
                  </a:cubicBezTo>
                  <a:cubicBezTo>
                    <a:pt x="115139" y="60792"/>
                    <a:pt x="115321" y="64470"/>
                    <a:pt x="121279" y="65381"/>
                  </a:cubicBezTo>
                  <a:cubicBezTo>
                    <a:pt x="127784" y="66385"/>
                    <a:pt x="138696" y="61947"/>
                    <a:pt x="144410" y="65169"/>
                  </a:cubicBezTo>
                  <a:cubicBezTo>
                    <a:pt x="148483" y="67448"/>
                    <a:pt x="153529" y="7182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26"/>
            <p:cNvSpPr/>
            <p:nvPr/>
          </p:nvSpPr>
          <p:spPr>
            <a:xfrm>
              <a:off x="2975000" y="442550"/>
              <a:ext cx="3962850" cy="1794125"/>
            </a:xfrm>
            <a:custGeom>
              <a:rect b="b" l="l" r="r" t="t"/>
              <a:pathLst>
                <a:path extrusionOk="0" fill="none" h="71765" w="158514">
                  <a:moveTo>
                    <a:pt x="0" y="1"/>
                  </a:moveTo>
                  <a:cubicBezTo>
                    <a:pt x="5319" y="2554"/>
                    <a:pt x="11064" y="4226"/>
                    <a:pt x="16627" y="5502"/>
                  </a:cubicBezTo>
                  <a:cubicBezTo>
                    <a:pt x="22523" y="6840"/>
                    <a:pt x="28663" y="9302"/>
                    <a:pt x="32554" y="12919"/>
                  </a:cubicBezTo>
                  <a:cubicBezTo>
                    <a:pt x="36931" y="17022"/>
                    <a:pt x="28906" y="28268"/>
                    <a:pt x="31247" y="33983"/>
                  </a:cubicBezTo>
                  <a:cubicBezTo>
                    <a:pt x="32615" y="37326"/>
                    <a:pt x="40031" y="46658"/>
                    <a:pt x="43679" y="46719"/>
                  </a:cubicBezTo>
                  <a:cubicBezTo>
                    <a:pt x="52433" y="46810"/>
                    <a:pt x="58117" y="33861"/>
                    <a:pt x="66628" y="31430"/>
                  </a:cubicBezTo>
                  <a:cubicBezTo>
                    <a:pt x="75108" y="28998"/>
                    <a:pt x="85078" y="33709"/>
                    <a:pt x="91066" y="38451"/>
                  </a:cubicBezTo>
                  <a:cubicBezTo>
                    <a:pt x="95899" y="42250"/>
                    <a:pt x="98847" y="48482"/>
                    <a:pt x="106446" y="48785"/>
                  </a:cubicBezTo>
                  <a:cubicBezTo>
                    <a:pt x="119030" y="49272"/>
                    <a:pt x="110853" y="62950"/>
                    <a:pt x="121826" y="64743"/>
                  </a:cubicBezTo>
                  <a:cubicBezTo>
                    <a:pt x="128088" y="65746"/>
                    <a:pt x="139121" y="61612"/>
                    <a:pt x="144684" y="64986"/>
                  </a:cubicBezTo>
                  <a:cubicBezTo>
                    <a:pt x="148666" y="67388"/>
                    <a:pt x="153559" y="7176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26"/>
            <p:cNvSpPr/>
            <p:nvPr/>
          </p:nvSpPr>
          <p:spPr>
            <a:xfrm>
              <a:off x="2975000" y="442550"/>
              <a:ext cx="3962850" cy="1791075"/>
            </a:xfrm>
            <a:custGeom>
              <a:rect b="b" l="l" r="r" t="t"/>
              <a:pathLst>
                <a:path extrusionOk="0" fill="none" h="71643" w="158514">
                  <a:moveTo>
                    <a:pt x="0" y="1"/>
                  </a:moveTo>
                  <a:cubicBezTo>
                    <a:pt x="5319" y="2523"/>
                    <a:pt x="11155" y="4134"/>
                    <a:pt x="16779" y="5259"/>
                  </a:cubicBezTo>
                  <a:cubicBezTo>
                    <a:pt x="22736" y="6475"/>
                    <a:pt x="29302" y="9058"/>
                    <a:pt x="33405" y="11672"/>
                  </a:cubicBezTo>
                  <a:cubicBezTo>
                    <a:pt x="37660" y="14378"/>
                    <a:pt x="30821" y="28968"/>
                    <a:pt x="31399" y="33314"/>
                  </a:cubicBezTo>
                  <a:cubicBezTo>
                    <a:pt x="31885" y="36931"/>
                    <a:pt x="40578" y="45624"/>
                    <a:pt x="44651" y="45472"/>
                  </a:cubicBezTo>
                  <a:cubicBezTo>
                    <a:pt x="53101" y="45168"/>
                    <a:pt x="58421" y="32828"/>
                    <a:pt x="67874" y="30852"/>
                  </a:cubicBezTo>
                  <a:cubicBezTo>
                    <a:pt x="76658" y="29028"/>
                    <a:pt x="86233" y="32706"/>
                    <a:pt x="91856" y="37509"/>
                  </a:cubicBezTo>
                  <a:cubicBezTo>
                    <a:pt x="96476" y="41491"/>
                    <a:pt x="98908" y="48542"/>
                    <a:pt x="106780" y="48755"/>
                  </a:cubicBezTo>
                  <a:cubicBezTo>
                    <a:pt x="112647" y="48907"/>
                    <a:pt x="114045" y="50184"/>
                    <a:pt x="115565" y="55503"/>
                  </a:cubicBezTo>
                  <a:cubicBezTo>
                    <a:pt x="116841" y="60062"/>
                    <a:pt x="116628" y="63132"/>
                    <a:pt x="122404" y="64044"/>
                  </a:cubicBezTo>
                  <a:cubicBezTo>
                    <a:pt x="128544" y="65047"/>
                    <a:pt x="139486" y="61278"/>
                    <a:pt x="144957" y="64804"/>
                  </a:cubicBezTo>
                  <a:cubicBezTo>
                    <a:pt x="148818" y="67296"/>
                    <a:pt x="153559" y="71643"/>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26"/>
            <p:cNvSpPr/>
            <p:nvPr/>
          </p:nvSpPr>
          <p:spPr>
            <a:xfrm>
              <a:off x="2975000" y="442550"/>
              <a:ext cx="3962100" cy="1789575"/>
            </a:xfrm>
            <a:custGeom>
              <a:rect b="b" l="l" r="r" t="t"/>
              <a:pathLst>
                <a:path extrusionOk="0" fill="none" h="71583" w="158484">
                  <a:moveTo>
                    <a:pt x="0" y="1"/>
                  </a:moveTo>
                  <a:cubicBezTo>
                    <a:pt x="5380" y="2463"/>
                    <a:pt x="11216" y="4043"/>
                    <a:pt x="16900" y="5016"/>
                  </a:cubicBezTo>
                  <a:cubicBezTo>
                    <a:pt x="22797" y="6049"/>
                    <a:pt x="29058" y="8724"/>
                    <a:pt x="34135" y="10457"/>
                  </a:cubicBezTo>
                  <a:cubicBezTo>
                    <a:pt x="39667" y="12372"/>
                    <a:pt x="32037" y="28846"/>
                    <a:pt x="31855" y="32463"/>
                  </a:cubicBezTo>
                  <a:cubicBezTo>
                    <a:pt x="31672" y="36597"/>
                    <a:pt x="40852" y="44712"/>
                    <a:pt x="45503" y="44074"/>
                  </a:cubicBezTo>
                  <a:cubicBezTo>
                    <a:pt x="54165" y="42889"/>
                    <a:pt x="59606" y="32038"/>
                    <a:pt x="69090" y="30335"/>
                  </a:cubicBezTo>
                  <a:cubicBezTo>
                    <a:pt x="77479" y="28846"/>
                    <a:pt x="87388" y="31703"/>
                    <a:pt x="92646" y="36566"/>
                  </a:cubicBezTo>
                  <a:cubicBezTo>
                    <a:pt x="97084" y="40670"/>
                    <a:pt x="98908" y="48634"/>
                    <a:pt x="107084" y="48725"/>
                  </a:cubicBezTo>
                  <a:cubicBezTo>
                    <a:pt x="112890" y="48816"/>
                    <a:pt x="114501" y="49910"/>
                    <a:pt x="116203" y="55229"/>
                  </a:cubicBezTo>
                  <a:cubicBezTo>
                    <a:pt x="117571" y="59606"/>
                    <a:pt x="117297" y="62555"/>
                    <a:pt x="122951" y="63436"/>
                  </a:cubicBezTo>
                  <a:cubicBezTo>
                    <a:pt x="129030" y="64378"/>
                    <a:pt x="139851" y="60944"/>
                    <a:pt x="145200" y="64622"/>
                  </a:cubicBezTo>
                  <a:cubicBezTo>
                    <a:pt x="148939" y="67205"/>
                    <a:pt x="153590" y="7158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26"/>
            <p:cNvSpPr/>
            <p:nvPr/>
          </p:nvSpPr>
          <p:spPr>
            <a:xfrm>
              <a:off x="2975000" y="442550"/>
              <a:ext cx="3962850" cy="1785000"/>
            </a:xfrm>
            <a:custGeom>
              <a:rect b="b" l="l" r="r" t="t"/>
              <a:pathLst>
                <a:path extrusionOk="0" fill="none" h="71400" w="158514">
                  <a:moveTo>
                    <a:pt x="0" y="1"/>
                  </a:moveTo>
                  <a:cubicBezTo>
                    <a:pt x="5411" y="2432"/>
                    <a:pt x="11307" y="3952"/>
                    <a:pt x="17052" y="4803"/>
                  </a:cubicBezTo>
                  <a:cubicBezTo>
                    <a:pt x="22949" y="5685"/>
                    <a:pt x="29028" y="8967"/>
                    <a:pt x="34682" y="9362"/>
                  </a:cubicBezTo>
                  <a:cubicBezTo>
                    <a:pt x="42007" y="9849"/>
                    <a:pt x="33557" y="28360"/>
                    <a:pt x="32858" y="31065"/>
                  </a:cubicBezTo>
                  <a:cubicBezTo>
                    <a:pt x="31308" y="36931"/>
                    <a:pt x="41095" y="43801"/>
                    <a:pt x="46141" y="42676"/>
                  </a:cubicBezTo>
                  <a:cubicBezTo>
                    <a:pt x="54925" y="40761"/>
                    <a:pt x="60731" y="31703"/>
                    <a:pt x="70245" y="29819"/>
                  </a:cubicBezTo>
                  <a:cubicBezTo>
                    <a:pt x="78451" y="28177"/>
                    <a:pt x="88573" y="30731"/>
                    <a:pt x="93497" y="35563"/>
                  </a:cubicBezTo>
                  <a:cubicBezTo>
                    <a:pt x="97753" y="39728"/>
                    <a:pt x="98969" y="48725"/>
                    <a:pt x="107419" y="48755"/>
                  </a:cubicBezTo>
                  <a:cubicBezTo>
                    <a:pt x="113163" y="48755"/>
                    <a:pt x="115018" y="49667"/>
                    <a:pt x="116872" y="54956"/>
                  </a:cubicBezTo>
                  <a:cubicBezTo>
                    <a:pt x="118331" y="59181"/>
                    <a:pt x="118027" y="61977"/>
                    <a:pt x="123559" y="62798"/>
                  </a:cubicBezTo>
                  <a:cubicBezTo>
                    <a:pt x="129638" y="63710"/>
                    <a:pt x="140459" y="60579"/>
                    <a:pt x="145504" y="64470"/>
                  </a:cubicBezTo>
                  <a:cubicBezTo>
                    <a:pt x="148939" y="67144"/>
                    <a:pt x="153802" y="7140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26"/>
            <p:cNvSpPr/>
            <p:nvPr/>
          </p:nvSpPr>
          <p:spPr>
            <a:xfrm>
              <a:off x="2975000" y="442550"/>
              <a:ext cx="3962100" cy="1781975"/>
            </a:xfrm>
            <a:custGeom>
              <a:rect b="b" l="l" r="r" t="t"/>
              <a:pathLst>
                <a:path extrusionOk="0" fill="none" h="71279" w="158484">
                  <a:moveTo>
                    <a:pt x="0" y="1"/>
                  </a:moveTo>
                  <a:cubicBezTo>
                    <a:pt x="5471" y="2402"/>
                    <a:pt x="11247" y="3922"/>
                    <a:pt x="17174" y="4560"/>
                  </a:cubicBezTo>
                  <a:cubicBezTo>
                    <a:pt x="23253" y="5198"/>
                    <a:pt x="29514" y="8420"/>
                    <a:pt x="35107" y="8177"/>
                  </a:cubicBezTo>
                  <a:cubicBezTo>
                    <a:pt x="44044" y="7782"/>
                    <a:pt x="35290" y="26718"/>
                    <a:pt x="34256" y="29089"/>
                  </a:cubicBezTo>
                  <a:cubicBezTo>
                    <a:pt x="31369" y="35959"/>
                    <a:pt x="40578" y="42980"/>
                    <a:pt x="46658" y="41247"/>
                  </a:cubicBezTo>
                  <a:cubicBezTo>
                    <a:pt x="55533" y="38785"/>
                    <a:pt x="61947" y="31490"/>
                    <a:pt x="71369" y="29180"/>
                  </a:cubicBezTo>
                  <a:cubicBezTo>
                    <a:pt x="79424" y="27174"/>
                    <a:pt x="89819" y="29697"/>
                    <a:pt x="94470" y="34439"/>
                  </a:cubicBezTo>
                  <a:cubicBezTo>
                    <a:pt x="98482" y="38573"/>
                    <a:pt x="99090" y="48785"/>
                    <a:pt x="107753" y="48694"/>
                  </a:cubicBezTo>
                  <a:cubicBezTo>
                    <a:pt x="113407" y="48634"/>
                    <a:pt x="115504" y="49424"/>
                    <a:pt x="117510" y="54652"/>
                  </a:cubicBezTo>
                  <a:cubicBezTo>
                    <a:pt x="119060" y="58694"/>
                    <a:pt x="118665" y="61400"/>
                    <a:pt x="124167" y="62160"/>
                  </a:cubicBezTo>
                  <a:cubicBezTo>
                    <a:pt x="130246" y="62980"/>
                    <a:pt x="140793" y="60245"/>
                    <a:pt x="145717" y="64257"/>
                  </a:cubicBezTo>
                  <a:cubicBezTo>
                    <a:pt x="149061" y="66962"/>
                    <a:pt x="153802" y="71278"/>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26"/>
            <p:cNvSpPr/>
            <p:nvPr/>
          </p:nvSpPr>
          <p:spPr>
            <a:xfrm>
              <a:off x="2975000" y="442550"/>
              <a:ext cx="3962850" cy="1781200"/>
            </a:xfrm>
            <a:custGeom>
              <a:rect b="b" l="l" r="r" t="t"/>
              <a:pathLst>
                <a:path extrusionOk="0" fill="none" h="71248" w="158514">
                  <a:moveTo>
                    <a:pt x="0" y="1"/>
                  </a:moveTo>
                  <a:cubicBezTo>
                    <a:pt x="5502" y="2371"/>
                    <a:pt x="11338" y="3830"/>
                    <a:pt x="17326" y="4347"/>
                  </a:cubicBezTo>
                  <a:cubicBezTo>
                    <a:pt x="23405" y="4833"/>
                    <a:pt x="29484" y="7478"/>
                    <a:pt x="35381" y="7083"/>
                  </a:cubicBezTo>
                  <a:cubicBezTo>
                    <a:pt x="46171" y="6384"/>
                    <a:pt x="37660" y="22007"/>
                    <a:pt x="36080" y="26718"/>
                  </a:cubicBezTo>
                  <a:cubicBezTo>
                    <a:pt x="34560" y="31247"/>
                    <a:pt x="33192" y="34591"/>
                    <a:pt x="37387" y="37934"/>
                  </a:cubicBezTo>
                  <a:cubicBezTo>
                    <a:pt x="40062" y="40032"/>
                    <a:pt x="43983" y="40913"/>
                    <a:pt x="47144" y="39940"/>
                  </a:cubicBezTo>
                  <a:cubicBezTo>
                    <a:pt x="52007" y="38421"/>
                    <a:pt x="55959" y="34864"/>
                    <a:pt x="60548" y="32524"/>
                  </a:cubicBezTo>
                  <a:cubicBezTo>
                    <a:pt x="64409" y="30579"/>
                    <a:pt x="68360" y="29758"/>
                    <a:pt x="72403" y="28512"/>
                  </a:cubicBezTo>
                  <a:cubicBezTo>
                    <a:pt x="80275" y="26080"/>
                    <a:pt x="91187" y="28724"/>
                    <a:pt x="95503" y="33314"/>
                  </a:cubicBezTo>
                  <a:cubicBezTo>
                    <a:pt x="99303" y="37296"/>
                    <a:pt x="99212" y="48877"/>
                    <a:pt x="108118" y="48694"/>
                  </a:cubicBezTo>
                  <a:cubicBezTo>
                    <a:pt x="113589" y="48573"/>
                    <a:pt x="115990" y="49302"/>
                    <a:pt x="118148" y="54409"/>
                  </a:cubicBezTo>
                  <a:cubicBezTo>
                    <a:pt x="119820" y="58299"/>
                    <a:pt x="119364" y="60974"/>
                    <a:pt x="124805" y="61612"/>
                  </a:cubicBezTo>
                  <a:cubicBezTo>
                    <a:pt x="130519" y="62281"/>
                    <a:pt x="141249" y="59819"/>
                    <a:pt x="145991" y="64135"/>
                  </a:cubicBezTo>
                  <a:cubicBezTo>
                    <a:pt x="149213" y="67023"/>
                    <a:pt x="153863" y="71248"/>
                    <a:pt x="158514" y="68695"/>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26"/>
            <p:cNvSpPr/>
            <p:nvPr/>
          </p:nvSpPr>
          <p:spPr>
            <a:xfrm>
              <a:off x="2975000" y="442550"/>
              <a:ext cx="3962100" cy="1777400"/>
            </a:xfrm>
            <a:custGeom>
              <a:rect b="b" l="l" r="r" t="t"/>
              <a:pathLst>
                <a:path extrusionOk="0" fill="none" h="71096" w="158484">
                  <a:moveTo>
                    <a:pt x="0" y="1"/>
                  </a:moveTo>
                  <a:cubicBezTo>
                    <a:pt x="5532" y="2341"/>
                    <a:pt x="11429" y="3739"/>
                    <a:pt x="17447" y="4104"/>
                  </a:cubicBezTo>
                  <a:cubicBezTo>
                    <a:pt x="23496" y="4469"/>
                    <a:pt x="29484" y="6596"/>
                    <a:pt x="35533" y="6049"/>
                  </a:cubicBezTo>
                  <a:cubicBezTo>
                    <a:pt x="47357" y="4955"/>
                    <a:pt x="40822" y="16809"/>
                    <a:pt x="38208" y="23983"/>
                  </a:cubicBezTo>
                  <a:cubicBezTo>
                    <a:pt x="36657" y="28329"/>
                    <a:pt x="33557" y="33253"/>
                    <a:pt x="37691" y="36962"/>
                  </a:cubicBezTo>
                  <a:cubicBezTo>
                    <a:pt x="40244" y="39272"/>
                    <a:pt x="44591" y="39636"/>
                    <a:pt x="47661" y="38603"/>
                  </a:cubicBezTo>
                  <a:cubicBezTo>
                    <a:pt x="52646" y="36931"/>
                    <a:pt x="56901" y="33557"/>
                    <a:pt x="61764" y="31460"/>
                  </a:cubicBezTo>
                  <a:cubicBezTo>
                    <a:pt x="65533" y="29819"/>
                    <a:pt x="69576" y="29150"/>
                    <a:pt x="73375" y="27721"/>
                  </a:cubicBezTo>
                  <a:cubicBezTo>
                    <a:pt x="80974" y="24864"/>
                    <a:pt x="92464" y="27721"/>
                    <a:pt x="96659" y="32068"/>
                  </a:cubicBezTo>
                  <a:cubicBezTo>
                    <a:pt x="100884" y="36445"/>
                    <a:pt x="98634" y="48512"/>
                    <a:pt x="108452" y="48664"/>
                  </a:cubicBezTo>
                  <a:cubicBezTo>
                    <a:pt x="114014" y="48755"/>
                    <a:pt x="116416" y="49150"/>
                    <a:pt x="118756" y="54105"/>
                  </a:cubicBezTo>
                  <a:cubicBezTo>
                    <a:pt x="120550" y="57874"/>
                    <a:pt x="120002" y="60488"/>
                    <a:pt x="125413" y="61035"/>
                  </a:cubicBezTo>
                  <a:cubicBezTo>
                    <a:pt x="131158" y="61643"/>
                    <a:pt x="141553" y="59454"/>
                    <a:pt x="146234" y="63922"/>
                  </a:cubicBezTo>
                  <a:cubicBezTo>
                    <a:pt x="149334" y="66871"/>
                    <a:pt x="153894" y="71096"/>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26"/>
            <p:cNvSpPr/>
            <p:nvPr/>
          </p:nvSpPr>
          <p:spPr>
            <a:xfrm>
              <a:off x="2975000" y="442550"/>
              <a:ext cx="3962850" cy="1775125"/>
            </a:xfrm>
            <a:custGeom>
              <a:rect b="b" l="l" r="r" t="t"/>
              <a:pathLst>
                <a:path extrusionOk="0" fill="none" h="71005" w="158514">
                  <a:moveTo>
                    <a:pt x="0" y="1"/>
                  </a:moveTo>
                  <a:cubicBezTo>
                    <a:pt x="5593" y="2311"/>
                    <a:pt x="11520" y="3648"/>
                    <a:pt x="17569" y="3861"/>
                  </a:cubicBezTo>
                  <a:cubicBezTo>
                    <a:pt x="23587" y="4074"/>
                    <a:pt x="29636" y="5837"/>
                    <a:pt x="35594" y="5046"/>
                  </a:cubicBezTo>
                  <a:cubicBezTo>
                    <a:pt x="47569" y="3466"/>
                    <a:pt x="43800" y="12280"/>
                    <a:pt x="40578" y="20974"/>
                  </a:cubicBezTo>
                  <a:cubicBezTo>
                    <a:pt x="39059" y="25107"/>
                    <a:pt x="34773" y="31916"/>
                    <a:pt x="38268" y="35867"/>
                  </a:cubicBezTo>
                  <a:cubicBezTo>
                    <a:pt x="40548" y="38451"/>
                    <a:pt x="45381" y="38208"/>
                    <a:pt x="48238" y="37296"/>
                  </a:cubicBezTo>
                  <a:cubicBezTo>
                    <a:pt x="53405" y="35624"/>
                    <a:pt x="57965" y="32281"/>
                    <a:pt x="63102" y="30366"/>
                  </a:cubicBezTo>
                  <a:cubicBezTo>
                    <a:pt x="66780" y="28968"/>
                    <a:pt x="70701" y="28420"/>
                    <a:pt x="74257" y="26840"/>
                  </a:cubicBezTo>
                  <a:cubicBezTo>
                    <a:pt x="81552" y="23588"/>
                    <a:pt x="94075" y="26779"/>
                    <a:pt x="97935" y="30791"/>
                  </a:cubicBezTo>
                  <a:cubicBezTo>
                    <a:pt x="101887" y="34895"/>
                    <a:pt x="98938" y="48542"/>
                    <a:pt x="108817" y="48664"/>
                  </a:cubicBezTo>
                  <a:cubicBezTo>
                    <a:pt x="114227" y="48694"/>
                    <a:pt x="116872" y="49029"/>
                    <a:pt x="119364" y="53801"/>
                  </a:cubicBezTo>
                  <a:cubicBezTo>
                    <a:pt x="121249" y="57448"/>
                    <a:pt x="120702" y="60032"/>
                    <a:pt x="126021" y="60518"/>
                  </a:cubicBezTo>
                  <a:cubicBezTo>
                    <a:pt x="131826" y="61035"/>
                    <a:pt x="141857" y="59120"/>
                    <a:pt x="146507" y="63771"/>
                  </a:cubicBezTo>
                  <a:cubicBezTo>
                    <a:pt x="149456" y="66719"/>
                    <a:pt x="153924" y="7100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26"/>
            <p:cNvSpPr/>
            <p:nvPr/>
          </p:nvSpPr>
          <p:spPr>
            <a:xfrm>
              <a:off x="2975000" y="442550"/>
              <a:ext cx="3962850" cy="1772850"/>
            </a:xfrm>
            <a:custGeom>
              <a:rect b="b" l="l" r="r" t="t"/>
              <a:pathLst>
                <a:path extrusionOk="0" fill="none" h="70914" w="158514">
                  <a:moveTo>
                    <a:pt x="0" y="1"/>
                  </a:moveTo>
                  <a:cubicBezTo>
                    <a:pt x="5623" y="2280"/>
                    <a:pt x="11611" y="3526"/>
                    <a:pt x="17690" y="3648"/>
                  </a:cubicBezTo>
                  <a:cubicBezTo>
                    <a:pt x="23648" y="3709"/>
                    <a:pt x="29636" y="5016"/>
                    <a:pt x="35563" y="4104"/>
                  </a:cubicBezTo>
                  <a:cubicBezTo>
                    <a:pt x="47022" y="2371"/>
                    <a:pt x="46627" y="7843"/>
                    <a:pt x="43101" y="17812"/>
                  </a:cubicBezTo>
                  <a:cubicBezTo>
                    <a:pt x="41733" y="21612"/>
                    <a:pt x="36232" y="30670"/>
                    <a:pt x="39028" y="34621"/>
                  </a:cubicBezTo>
                  <a:cubicBezTo>
                    <a:pt x="41004" y="37387"/>
                    <a:pt x="46293" y="36901"/>
                    <a:pt x="48968" y="35989"/>
                  </a:cubicBezTo>
                  <a:cubicBezTo>
                    <a:pt x="57235" y="33071"/>
                    <a:pt x="67235" y="29667"/>
                    <a:pt x="75108" y="25867"/>
                  </a:cubicBezTo>
                  <a:cubicBezTo>
                    <a:pt x="82008" y="22524"/>
                    <a:pt x="95655" y="25746"/>
                    <a:pt x="99303" y="29484"/>
                  </a:cubicBezTo>
                  <a:cubicBezTo>
                    <a:pt x="103042" y="33284"/>
                    <a:pt x="99546" y="48573"/>
                    <a:pt x="109242" y="48573"/>
                  </a:cubicBezTo>
                  <a:cubicBezTo>
                    <a:pt x="114379" y="48573"/>
                    <a:pt x="117328" y="48968"/>
                    <a:pt x="119942" y="53527"/>
                  </a:cubicBezTo>
                  <a:cubicBezTo>
                    <a:pt x="121948" y="57023"/>
                    <a:pt x="121340" y="59606"/>
                    <a:pt x="126629" y="60032"/>
                  </a:cubicBezTo>
                  <a:cubicBezTo>
                    <a:pt x="132495" y="60488"/>
                    <a:pt x="142130" y="58725"/>
                    <a:pt x="146751" y="63558"/>
                  </a:cubicBezTo>
                  <a:cubicBezTo>
                    <a:pt x="149608" y="66567"/>
                    <a:pt x="153985" y="70913"/>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26"/>
            <p:cNvSpPr/>
            <p:nvPr/>
          </p:nvSpPr>
          <p:spPr>
            <a:xfrm>
              <a:off x="2975000" y="442550"/>
              <a:ext cx="3962100" cy="1769800"/>
            </a:xfrm>
            <a:custGeom>
              <a:rect b="b" l="l" r="r" t="t"/>
              <a:pathLst>
                <a:path extrusionOk="0" fill="none" h="70792" w="158484">
                  <a:moveTo>
                    <a:pt x="0" y="1"/>
                  </a:moveTo>
                  <a:cubicBezTo>
                    <a:pt x="5654" y="2280"/>
                    <a:pt x="11703" y="3435"/>
                    <a:pt x="17812" y="3405"/>
                  </a:cubicBezTo>
                  <a:cubicBezTo>
                    <a:pt x="23709" y="3344"/>
                    <a:pt x="29606" y="4165"/>
                    <a:pt x="35502" y="3192"/>
                  </a:cubicBezTo>
                  <a:cubicBezTo>
                    <a:pt x="37660" y="2858"/>
                    <a:pt x="42463" y="1976"/>
                    <a:pt x="44621" y="2949"/>
                  </a:cubicBezTo>
                  <a:cubicBezTo>
                    <a:pt x="49545" y="5168"/>
                    <a:pt x="46840" y="10913"/>
                    <a:pt x="45624" y="14742"/>
                  </a:cubicBezTo>
                  <a:cubicBezTo>
                    <a:pt x="43557" y="21369"/>
                    <a:pt x="34135" y="40001"/>
                    <a:pt x="49819" y="34652"/>
                  </a:cubicBezTo>
                  <a:cubicBezTo>
                    <a:pt x="58299" y="31734"/>
                    <a:pt x="67935" y="28177"/>
                    <a:pt x="76050" y="24864"/>
                  </a:cubicBezTo>
                  <a:cubicBezTo>
                    <a:pt x="83072" y="21977"/>
                    <a:pt x="96051" y="24347"/>
                    <a:pt x="100762" y="28117"/>
                  </a:cubicBezTo>
                  <a:cubicBezTo>
                    <a:pt x="105716" y="32098"/>
                    <a:pt x="98908" y="48299"/>
                    <a:pt x="109698" y="48482"/>
                  </a:cubicBezTo>
                  <a:cubicBezTo>
                    <a:pt x="114653" y="48573"/>
                    <a:pt x="117753" y="48846"/>
                    <a:pt x="120458" y="53254"/>
                  </a:cubicBezTo>
                  <a:cubicBezTo>
                    <a:pt x="122586" y="56628"/>
                    <a:pt x="121948" y="59242"/>
                    <a:pt x="127176" y="59576"/>
                  </a:cubicBezTo>
                  <a:cubicBezTo>
                    <a:pt x="133133" y="60001"/>
                    <a:pt x="142404" y="58360"/>
                    <a:pt x="146963" y="63375"/>
                  </a:cubicBezTo>
                  <a:cubicBezTo>
                    <a:pt x="149699" y="66385"/>
                    <a:pt x="153985" y="70792"/>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26"/>
            <p:cNvSpPr/>
            <p:nvPr/>
          </p:nvSpPr>
          <p:spPr>
            <a:xfrm>
              <a:off x="2975000" y="442550"/>
              <a:ext cx="3963625" cy="1767525"/>
            </a:xfrm>
            <a:custGeom>
              <a:rect b="b" l="l" r="r" t="t"/>
              <a:pathLst>
                <a:path extrusionOk="0" fill="none" h="70701" w="158545">
                  <a:moveTo>
                    <a:pt x="0" y="1"/>
                  </a:moveTo>
                  <a:cubicBezTo>
                    <a:pt x="5715" y="2250"/>
                    <a:pt x="11794" y="3314"/>
                    <a:pt x="17934" y="3192"/>
                  </a:cubicBezTo>
                  <a:cubicBezTo>
                    <a:pt x="23770" y="2979"/>
                    <a:pt x="29575" y="3314"/>
                    <a:pt x="35411" y="2341"/>
                  </a:cubicBezTo>
                  <a:cubicBezTo>
                    <a:pt x="44439" y="791"/>
                    <a:pt x="50518" y="2371"/>
                    <a:pt x="48147" y="11916"/>
                  </a:cubicBezTo>
                  <a:cubicBezTo>
                    <a:pt x="46627" y="18086"/>
                    <a:pt x="34894" y="38725"/>
                    <a:pt x="50883" y="33253"/>
                  </a:cubicBezTo>
                  <a:cubicBezTo>
                    <a:pt x="59697" y="30244"/>
                    <a:pt x="68482" y="26688"/>
                    <a:pt x="77418" y="23922"/>
                  </a:cubicBezTo>
                  <a:cubicBezTo>
                    <a:pt x="84227" y="21794"/>
                    <a:pt x="97601" y="22585"/>
                    <a:pt x="102312" y="26779"/>
                  </a:cubicBezTo>
                  <a:cubicBezTo>
                    <a:pt x="107510" y="31399"/>
                    <a:pt x="99394" y="48056"/>
                    <a:pt x="110276" y="48330"/>
                  </a:cubicBezTo>
                  <a:cubicBezTo>
                    <a:pt x="115200" y="48451"/>
                    <a:pt x="117966" y="49181"/>
                    <a:pt x="120945" y="52889"/>
                  </a:cubicBezTo>
                  <a:cubicBezTo>
                    <a:pt x="123376" y="55928"/>
                    <a:pt x="122464" y="58877"/>
                    <a:pt x="127784" y="59150"/>
                  </a:cubicBezTo>
                  <a:cubicBezTo>
                    <a:pt x="133711" y="59454"/>
                    <a:pt x="142769" y="58026"/>
                    <a:pt x="147267" y="63223"/>
                  </a:cubicBezTo>
                  <a:cubicBezTo>
                    <a:pt x="149881" y="66202"/>
                    <a:pt x="154076" y="70701"/>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26"/>
            <p:cNvSpPr/>
            <p:nvPr/>
          </p:nvSpPr>
          <p:spPr>
            <a:xfrm>
              <a:off x="2975000" y="442550"/>
              <a:ext cx="3962850" cy="1765250"/>
            </a:xfrm>
            <a:custGeom>
              <a:rect b="b" l="l" r="r" t="t"/>
              <a:pathLst>
                <a:path extrusionOk="0" fill="none" h="70610" w="158514">
                  <a:moveTo>
                    <a:pt x="0" y="1"/>
                  </a:moveTo>
                  <a:cubicBezTo>
                    <a:pt x="5745" y="2219"/>
                    <a:pt x="11885" y="3223"/>
                    <a:pt x="18025" y="2949"/>
                  </a:cubicBezTo>
                  <a:cubicBezTo>
                    <a:pt x="23800" y="2645"/>
                    <a:pt x="29514" y="2493"/>
                    <a:pt x="35259" y="1490"/>
                  </a:cubicBezTo>
                  <a:cubicBezTo>
                    <a:pt x="38056" y="1004"/>
                    <a:pt x="42189" y="396"/>
                    <a:pt x="44986" y="1064"/>
                  </a:cubicBezTo>
                  <a:cubicBezTo>
                    <a:pt x="50183" y="2280"/>
                    <a:pt x="51065" y="4803"/>
                    <a:pt x="50487" y="9454"/>
                  </a:cubicBezTo>
                  <a:cubicBezTo>
                    <a:pt x="49728" y="14986"/>
                    <a:pt x="36627" y="36870"/>
                    <a:pt x="52068" y="31825"/>
                  </a:cubicBezTo>
                  <a:cubicBezTo>
                    <a:pt x="60944" y="28937"/>
                    <a:pt x="69910" y="25533"/>
                    <a:pt x="79029" y="23010"/>
                  </a:cubicBezTo>
                  <a:cubicBezTo>
                    <a:pt x="86111" y="21095"/>
                    <a:pt x="98969" y="21551"/>
                    <a:pt x="103893" y="25472"/>
                  </a:cubicBezTo>
                  <a:cubicBezTo>
                    <a:pt x="109212" y="29697"/>
                    <a:pt x="100093" y="47661"/>
                    <a:pt x="110823" y="48147"/>
                  </a:cubicBezTo>
                  <a:cubicBezTo>
                    <a:pt x="115595" y="48360"/>
                    <a:pt x="118422" y="49120"/>
                    <a:pt x="121431" y="52646"/>
                  </a:cubicBezTo>
                  <a:cubicBezTo>
                    <a:pt x="123923" y="55594"/>
                    <a:pt x="123103" y="58542"/>
                    <a:pt x="128300" y="58786"/>
                  </a:cubicBezTo>
                  <a:cubicBezTo>
                    <a:pt x="134288" y="59059"/>
                    <a:pt x="143042" y="57783"/>
                    <a:pt x="147480" y="63041"/>
                  </a:cubicBezTo>
                  <a:cubicBezTo>
                    <a:pt x="150003" y="65989"/>
                    <a:pt x="154076" y="7061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26"/>
            <p:cNvSpPr/>
            <p:nvPr/>
          </p:nvSpPr>
          <p:spPr>
            <a:xfrm>
              <a:off x="2975000" y="428125"/>
              <a:ext cx="3962850" cy="1777400"/>
            </a:xfrm>
            <a:custGeom>
              <a:rect b="b" l="l" r="r" t="t"/>
              <a:pathLst>
                <a:path extrusionOk="0" fill="none" h="71096" w="158514">
                  <a:moveTo>
                    <a:pt x="0" y="578"/>
                  </a:moveTo>
                  <a:cubicBezTo>
                    <a:pt x="5715" y="2705"/>
                    <a:pt x="12128" y="3769"/>
                    <a:pt x="18146" y="3313"/>
                  </a:cubicBezTo>
                  <a:cubicBezTo>
                    <a:pt x="23861" y="2888"/>
                    <a:pt x="29484" y="2219"/>
                    <a:pt x="35138" y="1246"/>
                  </a:cubicBezTo>
                  <a:cubicBezTo>
                    <a:pt x="42554" y="0"/>
                    <a:pt x="52281" y="1489"/>
                    <a:pt x="52585" y="7994"/>
                  </a:cubicBezTo>
                  <a:cubicBezTo>
                    <a:pt x="52767" y="12523"/>
                    <a:pt x="39211" y="35350"/>
                    <a:pt x="53436" y="30882"/>
                  </a:cubicBezTo>
                  <a:cubicBezTo>
                    <a:pt x="62372" y="28086"/>
                    <a:pt x="71673" y="25137"/>
                    <a:pt x="80914" y="22736"/>
                  </a:cubicBezTo>
                  <a:cubicBezTo>
                    <a:pt x="88604" y="20760"/>
                    <a:pt x="100032" y="21551"/>
                    <a:pt x="105443" y="24803"/>
                  </a:cubicBezTo>
                  <a:cubicBezTo>
                    <a:pt x="111674" y="28511"/>
                    <a:pt x="99941" y="47508"/>
                    <a:pt x="111431" y="48511"/>
                  </a:cubicBezTo>
                  <a:cubicBezTo>
                    <a:pt x="116081" y="48937"/>
                    <a:pt x="118847" y="49606"/>
                    <a:pt x="121887" y="52980"/>
                  </a:cubicBezTo>
                  <a:cubicBezTo>
                    <a:pt x="124440" y="55837"/>
                    <a:pt x="123741" y="58785"/>
                    <a:pt x="128787" y="58998"/>
                  </a:cubicBezTo>
                  <a:cubicBezTo>
                    <a:pt x="134836" y="59271"/>
                    <a:pt x="143316" y="58147"/>
                    <a:pt x="147723" y="63436"/>
                  </a:cubicBezTo>
                  <a:cubicBezTo>
                    <a:pt x="150125" y="66323"/>
                    <a:pt x="154106" y="71095"/>
                    <a:pt x="158514" y="6924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26"/>
            <p:cNvSpPr/>
            <p:nvPr/>
          </p:nvSpPr>
          <p:spPr>
            <a:xfrm>
              <a:off x="2975000" y="412925"/>
              <a:ext cx="3962850" cy="1789550"/>
            </a:xfrm>
            <a:custGeom>
              <a:rect b="b" l="l" r="r" t="t"/>
              <a:pathLst>
                <a:path extrusionOk="0" fill="none" h="71582" w="158514">
                  <a:moveTo>
                    <a:pt x="0" y="1186"/>
                  </a:moveTo>
                  <a:cubicBezTo>
                    <a:pt x="5745" y="3283"/>
                    <a:pt x="12219" y="4286"/>
                    <a:pt x="18238" y="3678"/>
                  </a:cubicBezTo>
                  <a:cubicBezTo>
                    <a:pt x="23891" y="3131"/>
                    <a:pt x="29454" y="1976"/>
                    <a:pt x="35046" y="1034"/>
                  </a:cubicBezTo>
                  <a:cubicBezTo>
                    <a:pt x="41308" y="0"/>
                    <a:pt x="52980" y="638"/>
                    <a:pt x="54317" y="7082"/>
                  </a:cubicBezTo>
                  <a:cubicBezTo>
                    <a:pt x="55260" y="11672"/>
                    <a:pt x="42159" y="33557"/>
                    <a:pt x="54895" y="29879"/>
                  </a:cubicBezTo>
                  <a:cubicBezTo>
                    <a:pt x="64044" y="27204"/>
                    <a:pt x="73588" y="24864"/>
                    <a:pt x="82950" y="22523"/>
                  </a:cubicBezTo>
                  <a:cubicBezTo>
                    <a:pt x="90488" y="20608"/>
                    <a:pt x="101248" y="21186"/>
                    <a:pt x="106932" y="24256"/>
                  </a:cubicBezTo>
                  <a:cubicBezTo>
                    <a:pt x="113862" y="27964"/>
                    <a:pt x="100762" y="47478"/>
                    <a:pt x="112069" y="48876"/>
                  </a:cubicBezTo>
                  <a:cubicBezTo>
                    <a:pt x="116264" y="49363"/>
                    <a:pt x="119729" y="49879"/>
                    <a:pt x="122343" y="53344"/>
                  </a:cubicBezTo>
                  <a:cubicBezTo>
                    <a:pt x="124562" y="56354"/>
                    <a:pt x="124653" y="59089"/>
                    <a:pt x="129273" y="59272"/>
                  </a:cubicBezTo>
                  <a:cubicBezTo>
                    <a:pt x="135352" y="59545"/>
                    <a:pt x="143620" y="58603"/>
                    <a:pt x="147936" y="63861"/>
                  </a:cubicBezTo>
                  <a:cubicBezTo>
                    <a:pt x="150277" y="66688"/>
                    <a:pt x="154137" y="71582"/>
                    <a:pt x="158514" y="6984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26"/>
            <p:cNvSpPr/>
            <p:nvPr/>
          </p:nvSpPr>
          <p:spPr>
            <a:xfrm>
              <a:off x="2975000" y="386325"/>
              <a:ext cx="3962850" cy="1813875"/>
            </a:xfrm>
            <a:custGeom>
              <a:rect b="b" l="l" r="r" t="t"/>
              <a:pathLst>
                <a:path extrusionOk="0" fill="none" h="72555" w="158514">
                  <a:moveTo>
                    <a:pt x="0" y="2250"/>
                  </a:moveTo>
                  <a:cubicBezTo>
                    <a:pt x="5806" y="4286"/>
                    <a:pt x="12371" y="5259"/>
                    <a:pt x="18390" y="4529"/>
                  </a:cubicBezTo>
                  <a:cubicBezTo>
                    <a:pt x="23982" y="3830"/>
                    <a:pt x="29423" y="2250"/>
                    <a:pt x="35046" y="1307"/>
                  </a:cubicBezTo>
                  <a:cubicBezTo>
                    <a:pt x="42767" y="0"/>
                    <a:pt x="52402" y="2067"/>
                    <a:pt x="55685" y="7174"/>
                  </a:cubicBezTo>
                  <a:cubicBezTo>
                    <a:pt x="57570" y="10183"/>
                    <a:pt x="46658" y="32159"/>
                    <a:pt x="56719" y="29271"/>
                  </a:cubicBezTo>
                  <a:cubicBezTo>
                    <a:pt x="65442" y="26748"/>
                    <a:pt x="75746" y="25077"/>
                    <a:pt x="85139" y="22736"/>
                  </a:cubicBezTo>
                  <a:cubicBezTo>
                    <a:pt x="92494" y="20882"/>
                    <a:pt x="102099" y="21338"/>
                    <a:pt x="108300" y="24317"/>
                  </a:cubicBezTo>
                  <a:cubicBezTo>
                    <a:pt x="116477" y="28207"/>
                    <a:pt x="101765" y="47873"/>
                    <a:pt x="112799" y="49636"/>
                  </a:cubicBezTo>
                  <a:cubicBezTo>
                    <a:pt x="116780" y="50275"/>
                    <a:pt x="120215" y="50852"/>
                    <a:pt x="122768" y="54165"/>
                  </a:cubicBezTo>
                  <a:cubicBezTo>
                    <a:pt x="125048" y="57083"/>
                    <a:pt x="125200" y="59849"/>
                    <a:pt x="129729" y="60032"/>
                  </a:cubicBezTo>
                  <a:cubicBezTo>
                    <a:pt x="135839" y="60336"/>
                    <a:pt x="143893" y="59545"/>
                    <a:pt x="148179" y="64773"/>
                  </a:cubicBezTo>
                  <a:cubicBezTo>
                    <a:pt x="150459" y="67539"/>
                    <a:pt x="154167" y="72555"/>
                    <a:pt x="158514" y="7091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26"/>
            <p:cNvSpPr/>
            <p:nvPr/>
          </p:nvSpPr>
          <p:spPr>
            <a:xfrm>
              <a:off x="2975000" y="367325"/>
              <a:ext cx="3962850" cy="1829825"/>
            </a:xfrm>
            <a:custGeom>
              <a:rect b="b" l="l" r="r" t="t"/>
              <a:pathLst>
                <a:path extrusionOk="0" fill="none" h="73193" w="158514">
                  <a:moveTo>
                    <a:pt x="0" y="3010"/>
                  </a:moveTo>
                  <a:cubicBezTo>
                    <a:pt x="5836" y="5016"/>
                    <a:pt x="12432" y="5897"/>
                    <a:pt x="18481" y="5046"/>
                  </a:cubicBezTo>
                  <a:cubicBezTo>
                    <a:pt x="24104" y="4286"/>
                    <a:pt x="29514" y="2067"/>
                    <a:pt x="35077" y="1216"/>
                  </a:cubicBezTo>
                  <a:cubicBezTo>
                    <a:pt x="43010" y="0"/>
                    <a:pt x="51703" y="2584"/>
                    <a:pt x="56719" y="7447"/>
                  </a:cubicBezTo>
                  <a:cubicBezTo>
                    <a:pt x="60123" y="10791"/>
                    <a:pt x="50335" y="30396"/>
                    <a:pt x="58998" y="28360"/>
                  </a:cubicBezTo>
                  <a:cubicBezTo>
                    <a:pt x="67722" y="26293"/>
                    <a:pt x="78056" y="25016"/>
                    <a:pt x="87357" y="22615"/>
                  </a:cubicBezTo>
                  <a:cubicBezTo>
                    <a:pt x="94531" y="20761"/>
                    <a:pt x="103224" y="21065"/>
                    <a:pt x="109546" y="24104"/>
                  </a:cubicBezTo>
                  <a:cubicBezTo>
                    <a:pt x="118209" y="28268"/>
                    <a:pt x="103376" y="47965"/>
                    <a:pt x="113559" y="50062"/>
                  </a:cubicBezTo>
                  <a:cubicBezTo>
                    <a:pt x="117328" y="50822"/>
                    <a:pt x="120671" y="51551"/>
                    <a:pt x="123194" y="54682"/>
                  </a:cubicBezTo>
                  <a:cubicBezTo>
                    <a:pt x="125474" y="57539"/>
                    <a:pt x="125717" y="60305"/>
                    <a:pt x="130155" y="60518"/>
                  </a:cubicBezTo>
                  <a:cubicBezTo>
                    <a:pt x="136295" y="60852"/>
                    <a:pt x="144137" y="60214"/>
                    <a:pt x="148392" y="65381"/>
                  </a:cubicBezTo>
                  <a:cubicBezTo>
                    <a:pt x="150611" y="68056"/>
                    <a:pt x="154228" y="73193"/>
                    <a:pt x="158514" y="7167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26"/>
            <p:cNvSpPr/>
            <p:nvPr/>
          </p:nvSpPr>
          <p:spPr>
            <a:xfrm>
              <a:off x="2975000" y="347575"/>
              <a:ext cx="3962850" cy="1845775"/>
            </a:xfrm>
            <a:custGeom>
              <a:rect b="b" l="l" r="r" t="t"/>
              <a:pathLst>
                <a:path extrusionOk="0" fill="none" h="73831" w="158514">
                  <a:moveTo>
                    <a:pt x="0" y="3800"/>
                  </a:moveTo>
                  <a:cubicBezTo>
                    <a:pt x="5867" y="5775"/>
                    <a:pt x="12554" y="6566"/>
                    <a:pt x="18602" y="5623"/>
                  </a:cubicBezTo>
                  <a:cubicBezTo>
                    <a:pt x="24256" y="4711"/>
                    <a:pt x="29575" y="1915"/>
                    <a:pt x="35229" y="1125"/>
                  </a:cubicBezTo>
                  <a:cubicBezTo>
                    <a:pt x="43284" y="0"/>
                    <a:pt x="51217" y="3404"/>
                    <a:pt x="57448" y="7903"/>
                  </a:cubicBezTo>
                  <a:cubicBezTo>
                    <a:pt x="62129" y="11247"/>
                    <a:pt x="59454" y="16353"/>
                    <a:pt x="58421" y="20852"/>
                  </a:cubicBezTo>
                  <a:cubicBezTo>
                    <a:pt x="57782" y="23587"/>
                    <a:pt x="56506" y="28420"/>
                    <a:pt x="61582" y="27599"/>
                  </a:cubicBezTo>
                  <a:cubicBezTo>
                    <a:pt x="70305" y="26171"/>
                    <a:pt x="80366" y="24925"/>
                    <a:pt x="89516" y="22493"/>
                  </a:cubicBezTo>
                  <a:cubicBezTo>
                    <a:pt x="96628" y="20639"/>
                    <a:pt x="104501" y="20700"/>
                    <a:pt x="110732" y="23952"/>
                  </a:cubicBezTo>
                  <a:cubicBezTo>
                    <a:pt x="119698" y="28663"/>
                    <a:pt x="104501" y="47600"/>
                    <a:pt x="114379" y="50487"/>
                  </a:cubicBezTo>
                  <a:cubicBezTo>
                    <a:pt x="117996" y="51551"/>
                    <a:pt x="121157" y="52250"/>
                    <a:pt x="123619" y="55229"/>
                  </a:cubicBezTo>
                  <a:cubicBezTo>
                    <a:pt x="125899" y="57995"/>
                    <a:pt x="126203" y="60791"/>
                    <a:pt x="130550" y="61065"/>
                  </a:cubicBezTo>
                  <a:cubicBezTo>
                    <a:pt x="136659" y="61399"/>
                    <a:pt x="144380" y="60913"/>
                    <a:pt x="148605" y="65989"/>
                  </a:cubicBezTo>
                  <a:cubicBezTo>
                    <a:pt x="150793" y="68603"/>
                    <a:pt x="154258" y="73831"/>
                    <a:pt x="158514" y="7246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26"/>
            <p:cNvSpPr/>
            <p:nvPr/>
          </p:nvSpPr>
          <p:spPr>
            <a:xfrm>
              <a:off x="2975000" y="324000"/>
              <a:ext cx="3962850" cy="1867075"/>
            </a:xfrm>
            <a:custGeom>
              <a:rect b="b" l="l" r="r" t="t"/>
              <a:pathLst>
                <a:path extrusionOk="0" fill="none" h="74683" w="158514">
                  <a:moveTo>
                    <a:pt x="0" y="4743"/>
                  </a:moveTo>
                  <a:cubicBezTo>
                    <a:pt x="5897" y="6688"/>
                    <a:pt x="12645" y="7387"/>
                    <a:pt x="18724" y="6323"/>
                  </a:cubicBezTo>
                  <a:cubicBezTo>
                    <a:pt x="24469" y="5290"/>
                    <a:pt x="29758" y="1977"/>
                    <a:pt x="35502" y="1156"/>
                  </a:cubicBezTo>
                  <a:cubicBezTo>
                    <a:pt x="43466" y="1"/>
                    <a:pt x="51460" y="4682"/>
                    <a:pt x="57934" y="8572"/>
                  </a:cubicBezTo>
                  <a:cubicBezTo>
                    <a:pt x="62858" y="11521"/>
                    <a:pt x="62099" y="15411"/>
                    <a:pt x="61339" y="20153"/>
                  </a:cubicBezTo>
                  <a:cubicBezTo>
                    <a:pt x="60883" y="22919"/>
                    <a:pt x="59576" y="27448"/>
                    <a:pt x="64378" y="27144"/>
                  </a:cubicBezTo>
                  <a:cubicBezTo>
                    <a:pt x="73223" y="26597"/>
                    <a:pt x="82737" y="24834"/>
                    <a:pt x="91643" y="22494"/>
                  </a:cubicBezTo>
                  <a:cubicBezTo>
                    <a:pt x="98817" y="20609"/>
                    <a:pt x="105747" y="20366"/>
                    <a:pt x="111856" y="23983"/>
                  </a:cubicBezTo>
                  <a:cubicBezTo>
                    <a:pt x="120519" y="29120"/>
                    <a:pt x="105990" y="47296"/>
                    <a:pt x="115230" y="51035"/>
                  </a:cubicBezTo>
                  <a:cubicBezTo>
                    <a:pt x="118543" y="52372"/>
                    <a:pt x="121705" y="53072"/>
                    <a:pt x="124045" y="55898"/>
                  </a:cubicBezTo>
                  <a:cubicBezTo>
                    <a:pt x="126325" y="58634"/>
                    <a:pt x="126659" y="61461"/>
                    <a:pt x="130914" y="61765"/>
                  </a:cubicBezTo>
                  <a:cubicBezTo>
                    <a:pt x="136994" y="62160"/>
                    <a:pt x="144593" y="61825"/>
                    <a:pt x="148818" y="66810"/>
                  </a:cubicBezTo>
                  <a:cubicBezTo>
                    <a:pt x="150945" y="69364"/>
                    <a:pt x="154289" y="74683"/>
                    <a:pt x="158514" y="73406"/>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26"/>
            <p:cNvSpPr/>
            <p:nvPr/>
          </p:nvSpPr>
          <p:spPr>
            <a:xfrm>
              <a:off x="2975000" y="297425"/>
              <a:ext cx="3962850" cy="1890625"/>
            </a:xfrm>
            <a:custGeom>
              <a:rect b="b" l="l" r="r" t="t"/>
              <a:pathLst>
                <a:path extrusionOk="0" fill="none" h="75625" w="158514">
                  <a:moveTo>
                    <a:pt x="0" y="5806"/>
                  </a:moveTo>
                  <a:cubicBezTo>
                    <a:pt x="5927" y="7690"/>
                    <a:pt x="12918" y="8450"/>
                    <a:pt x="18815" y="7173"/>
                  </a:cubicBezTo>
                  <a:cubicBezTo>
                    <a:pt x="24530" y="5927"/>
                    <a:pt x="30122" y="2128"/>
                    <a:pt x="35928" y="1216"/>
                  </a:cubicBezTo>
                  <a:cubicBezTo>
                    <a:pt x="43648" y="0"/>
                    <a:pt x="52494" y="5593"/>
                    <a:pt x="58178" y="9392"/>
                  </a:cubicBezTo>
                  <a:cubicBezTo>
                    <a:pt x="62585" y="12310"/>
                    <a:pt x="64226" y="14347"/>
                    <a:pt x="64074" y="19940"/>
                  </a:cubicBezTo>
                  <a:cubicBezTo>
                    <a:pt x="64014" y="22797"/>
                    <a:pt x="62828" y="26839"/>
                    <a:pt x="67296" y="27022"/>
                  </a:cubicBezTo>
                  <a:cubicBezTo>
                    <a:pt x="76081" y="27417"/>
                    <a:pt x="85199" y="24560"/>
                    <a:pt x="93589" y="22584"/>
                  </a:cubicBezTo>
                  <a:cubicBezTo>
                    <a:pt x="100975" y="20851"/>
                    <a:pt x="106598" y="19879"/>
                    <a:pt x="112920" y="24165"/>
                  </a:cubicBezTo>
                  <a:cubicBezTo>
                    <a:pt x="121188" y="29788"/>
                    <a:pt x="107753" y="47113"/>
                    <a:pt x="116142" y="51673"/>
                  </a:cubicBezTo>
                  <a:cubicBezTo>
                    <a:pt x="119030" y="53223"/>
                    <a:pt x="122221" y="54013"/>
                    <a:pt x="124501" y="56718"/>
                  </a:cubicBezTo>
                  <a:cubicBezTo>
                    <a:pt x="126781" y="59423"/>
                    <a:pt x="127115" y="62281"/>
                    <a:pt x="131279" y="62615"/>
                  </a:cubicBezTo>
                  <a:cubicBezTo>
                    <a:pt x="137358" y="63101"/>
                    <a:pt x="144836" y="62828"/>
                    <a:pt x="149030" y="67752"/>
                  </a:cubicBezTo>
                  <a:cubicBezTo>
                    <a:pt x="151158" y="70244"/>
                    <a:pt x="154350" y="75624"/>
                    <a:pt x="158514" y="7446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26"/>
            <p:cNvSpPr/>
            <p:nvPr/>
          </p:nvSpPr>
          <p:spPr>
            <a:xfrm>
              <a:off x="2975000" y="270050"/>
              <a:ext cx="3962100" cy="1914200"/>
            </a:xfrm>
            <a:custGeom>
              <a:rect b="b" l="l" r="r" t="t"/>
              <a:pathLst>
                <a:path extrusionOk="0" fill="none" h="76568" w="158484">
                  <a:moveTo>
                    <a:pt x="0" y="6901"/>
                  </a:moveTo>
                  <a:cubicBezTo>
                    <a:pt x="5988" y="8785"/>
                    <a:pt x="13040" y="9484"/>
                    <a:pt x="18937" y="8025"/>
                  </a:cubicBezTo>
                  <a:cubicBezTo>
                    <a:pt x="24803" y="6627"/>
                    <a:pt x="30396" y="2402"/>
                    <a:pt x="36414" y="1338"/>
                  </a:cubicBezTo>
                  <a:cubicBezTo>
                    <a:pt x="44013" y="1"/>
                    <a:pt x="52463" y="6688"/>
                    <a:pt x="58208" y="10244"/>
                  </a:cubicBezTo>
                  <a:cubicBezTo>
                    <a:pt x="62676" y="13010"/>
                    <a:pt x="65138" y="14925"/>
                    <a:pt x="66476" y="20092"/>
                  </a:cubicBezTo>
                  <a:cubicBezTo>
                    <a:pt x="67235" y="22980"/>
                    <a:pt x="65868" y="26536"/>
                    <a:pt x="70214" y="27144"/>
                  </a:cubicBezTo>
                  <a:cubicBezTo>
                    <a:pt x="78695" y="28329"/>
                    <a:pt x="87753" y="24104"/>
                    <a:pt x="95351" y="22646"/>
                  </a:cubicBezTo>
                  <a:cubicBezTo>
                    <a:pt x="102950" y="21187"/>
                    <a:pt x="107327" y="19150"/>
                    <a:pt x="113893" y="24408"/>
                  </a:cubicBezTo>
                  <a:cubicBezTo>
                    <a:pt x="121309" y="30366"/>
                    <a:pt x="109668" y="47023"/>
                    <a:pt x="117084" y="52251"/>
                  </a:cubicBezTo>
                  <a:cubicBezTo>
                    <a:pt x="119577" y="54014"/>
                    <a:pt x="122586" y="54956"/>
                    <a:pt x="125018" y="57418"/>
                  </a:cubicBezTo>
                  <a:cubicBezTo>
                    <a:pt x="127419" y="59880"/>
                    <a:pt x="127145" y="63011"/>
                    <a:pt x="131614" y="63436"/>
                  </a:cubicBezTo>
                  <a:cubicBezTo>
                    <a:pt x="137602" y="64014"/>
                    <a:pt x="144988" y="63832"/>
                    <a:pt x="149213" y="68695"/>
                  </a:cubicBezTo>
                  <a:cubicBezTo>
                    <a:pt x="151310" y="71126"/>
                    <a:pt x="154410" y="76567"/>
                    <a:pt x="158483" y="755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26"/>
            <p:cNvSpPr/>
            <p:nvPr/>
          </p:nvSpPr>
          <p:spPr>
            <a:xfrm>
              <a:off x="2975000" y="244975"/>
              <a:ext cx="3962100" cy="1937000"/>
            </a:xfrm>
            <a:custGeom>
              <a:rect b="b" l="l" r="r" t="t"/>
              <a:pathLst>
                <a:path extrusionOk="0" fill="none" h="77480" w="158484">
                  <a:moveTo>
                    <a:pt x="0" y="7904"/>
                  </a:moveTo>
                  <a:cubicBezTo>
                    <a:pt x="6019" y="9758"/>
                    <a:pt x="13162" y="10366"/>
                    <a:pt x="19058" y="8815"/>
                  </a:cubicBezTo>
                  <a:cubicBezTo>
                    <a:pt x="25077" y="7204"/>
                    <a:pt x="30730" y="2554"/>
                    <a:pt x="36992" y="1429"/>
                  </a:cubicBezTo>
                  <a:cubicBezTo>
                    <a:pt x="44773" y="1"/>
                    <a:pt x="52038" y="7296"/>
                    <a:pt x="58086" y="10974"/>
                  </a:cubicBezTo>
                  <a:cubicBezTo>
                    <a:pt x="62463" y="13618"/>
                    <a:pt x="66111" y="15806"/>
                    <a:pt x="68482" y="20457"/>
                  </a:cubicBezTo>
                  <a:cubicBezTo>
                    <a:pt x="69910" y="23253"/>
                    <a:pt x="69090" y="26475"/>
                    <a:pt x="73041" y="27387"/>
                  </a:cubicBezTo>
                  <a:cubicBezTo>
                    <a:pt x="81005" y="29180"/>
                    <a:pt x="90002" y="23679"/>
                    <a:pt x="96841" y="22615"/>
                  </a:cubicBezTo>
                  <a:cubicBezTo>
                    <a:pt x="104622" y="21399"/>
                    <a:pt x="107692" y="18360"/>
                    <a:pt x="114714" y="24621"/>
                  </a:cubicBezTo>
                  <a:cubicBezTo>
                    <a:pt x="121917" y="31065"/>
                    <a:pt x="111552" y="46780"/>
                    <a:pt x="118087" y="52767"/>
                  </a:cubicBezTo>
                  <a:cubicBezTo>
                    <a:pt x="120124" y="54682"/>
                    <a:pt x="123224" y="55807"/>
                    <a:pt x="125443" y="58178"/>
                  </a:cubicBezTo>
                  <a:cubicBezTo>
                    <a:pt x="127784" y="60640"/>
                    <a:pt x="127632" y="63771"/>
                    <a:pt x="131918" y="64257"/>
                  </a:cubicBezTo>
                  <a:cubicBezTo>
                    <a:pt x="137905" y="64956"/>
                    <a:pt x="145170" y="64804"/>
                    <a:pt x="149425" y="69576"/>
                  </a:cubicBezTo>
                  <a:cubicBezTo>
                    <a:pt x="151523" y="71947"/>
                    <a:pt x="154471" y="77479"/>
                    <a:pt x="158483" y="765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26"/>
            <p:cNvSpPr/>
            <p:nvPr/>
          </p:nvSpPr>
          <p:spPr>
            <a:xfrm>
              <a:off x="2975000" y="222950"/>
              <a:ext cx="3962100" cy="1955225"/>
            </a:xfrm>
            <a:custGeom>
              <a:rect b="b" l="l" r="r" t="t"/>
              <a:pathLst>
                <a:path extrusionOk="0" fill="none" h="78209" w="158484">
                  <a:moveTo>
                    <a:pt x="0" y="8785"/>
                  </a:moveTo>
                  <a:cubicBezTo>
                    <a:pt x="6079" y="10608"/>
                    <a:pt x="13313" y="11155"/>
                    <a:pt x="19180" y="9453"/>
                  </a:cubicBezTo>
                  <a:cubicBezTo>
                    <a:pt x="25289" y="7690"/>
                    <a:pt x="31125" y="2584"/>
                    <a:pt x="37569" y="1459"/>
                  </a:cubicBezTo>
                  <a:cubicBezTo>
                    <a:pt x="45776" y="0"/>
                    <a:pt x="51642" y="7630"/>
                    <a:pt x="57874" y="11520"/>
                  </a:cubicBezTo>
                  <a:cubicBezTo>
                    <a:pt x="62099" y="14134"/>
                    <a:pt x="67175" y="16596"/>
                    <a:pt x="70123" y="20882"/>
                  </a:cubicBezTo>
                  <a:cubicBezTo>
                    <a:pt x="71886" y="23466"/>
                    <a:pt x="72190" y="26688"/>
                    <a:pt x="75625" y="27569"/>
                  </a:cubicBezTo>
                  <a:cubicBezTo>
                    <a:pt x="83193" y="29484"/>
                    <a:pt x="91339" y="23374"/>
                    <a:pt x="97996" y="22371"/>
                  </a:cubicBezTo>
                  <a:cubicBezTo>
                    <a:pt x="106051" y="21186"/>
                    <a:pt x="108391" y="17630"/>
                    <a:pt x="115473" y="24773"/>
                  </a:cubicBezTo>
                  <a:cubicBezTo>
                    <a:pt x="122039" y="31369"/>
                    <a:pt x="113528" y="46475"/>
                    <a:pt x="119060" y="53101"/>
                  </a:cubicBezTo>
                  <a:cubicBezTo>
                    <a:pt x="120732" y="55107"/>
                    <a:pt x="123802" y="56475"/>
                    <a:pt x="125869" y="58785"/>
                  </a:cubicBezTo>
                  <a:cubicBezTo>
                    <a:pt x="128088" y="61247"/>
                    <a:pt x="128057" y="64348"/>
                    <a:pt x="132191" y="64925"/>
                  </a:cubicBezTo>
                  <a:cubicBezTo>
                    <a:pt x="138179" y="65746"/>
                    <a:pt x="145352" y="65594"/>
                    <a:pt x="149608" y="70305"/>
                  </a:cubicBezTo>
                  <a:cubicBezTo>
                    <a:pt x="151705" y="72615"/>
                    <a:pt x="154502" y="78208"/>
                    <a:pt x="158483" y="7744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26"/>
            <p:cNvSpPr/>
            <p:nvPr/>
          </p:nvSpPr>
          <p:spPr>
            <a:xfrm>
              <a:off x="2975000" y="197875"/>
              <a:ext cx="3962850" cy="1976500"/>
            </a:xfrm>
            <a:custGeom>
              <a:rect b="b" l="l" r="r" t="t"/>
              <a:pathLst>
                <a:path extrusionOk="0" fill="none" h="79060" w="158514">
                  <a:moveTo>
                    <a:pt x="0" y="9788"/>
                  </a:moveTo>
                  <a:cubicBezTo>
                    <a:pt x="6110" y="11551"/>
                    <a:pt x="13222" y="11824"/>
                    <a:pt x="19301" y="10244"/>
                  </a:cubicBezTo>
                  <a:cubicBezTo>
                    <a:pt x="26080" y="8450"/>
                    <a:pt x="31369" y="3040"/>
                    <a:pt x="38208" y="1642"/>
                  </a:cubicBezTo>
                  <a:cubicBezTo>
                    <a:pt x="46384" y="0"/>
                    <a:pt x="51855" y="8207"/>
                    <a:pt x="57600" y="12098"/>
                  </a:cubicBezTo>
                  <a:cubicBezTo>
                    <a:pt x="61886" y="14985"/>
                    <a:pt x="67296" y="17478"/>
                    <a:pt x="71065" y="21368"/>
                  </a:cubicBezTo>
                  <a:cubicBezTo>
                    <a:pt x="73315" y="23678"/>
                    <a:pt x="74743" y="27113"/>
                    <a:pt x="77904" y="27903"/>
                  </a:cubicBezTo>
                  <a:cubicBezTo>
                    <a:pt x="84865" y="29575"/>
                    <a:pt x="91978" y="23648"/>
                    <a:pt x="98847" y="22280"/>
                  </a:cubicBezTo>
                  <a:cubicBezTo>
                    <a:pt x="107419" y="20517"/>
                    <a:pt x="109850" y="17903"/>
                    <a:pt x="116233" y="25077"/>
                  </a:cubicBezTo>
                  <a:cubicBezTo>
                    <a:pt x="122069" y="31642"/>
                    <a:pt x="115656" y="46536"/>
                    <a:pt x="120154" y="53557"/>
                  </a:cubicBezTo>
                  <a:cubicBezTo>
                    <a:pt x="121492" y="55624"/>
                    <a:pt x="124471" y="57235"/>
                    <a:pt x="126325" y="59484"/>
                  </a:cubicBezTo>
                  <a:cubicBezTo>
                    <a:pt x="128422" y="61977"/>
                    <a:pt x="128544" y="65047"/>
                    <a:pt x="132495" y="65685"/>
                  </a:cubicBezTo>
                  <a:cubicBezTo>
                    <a:pt x="138392" y="66658"/>
                    <a:pt x="145565" y="66506"/>
                    <a:pt x="149851" y="71187"/>
                  </a:cubicBezTo>
                  <a:cubicBezTo>
                    <a:pt x="151918" y="73466"/>
                    <a:pt x="154593" y="79059"/>
                    <a:pt x="158514" y="7845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26"/>
            <p:cNvSpPr/>
            <p:nvPr/>
          </p:nvSpPr>
          <p:spPr>
            <a:xfrm>
              <a:off x="2975000" y="180400"/>
              <a:ext cx="3962850" cy="1990925"/>
            </a:xfrm>
            <a:custGeom>
              <a:rect b="b" l="l" r="r" t="t"/>
              <a:pathLst>
                <a:path extrusionOk="0" fill="none" h="79637" w="158514">
                  <a:moveTo>
                    <a:pt x="0" y="10487"/>
                  </a:moveTo>
                  <a:cubicBezTo>
                    <a:pt x="6171" y="12219"/>
                    <a:pt x="13374" y="12371"/>
                    <a:pt x="19453" y="10699"/>
                  </a:cubicBezTo>
                  <a:cubicBezTo>
                    <a:pt x="26384" y="8754"/>
                    <a:pt x="31764" y="2979"/>
                    <a:pt x="38876" y="1611"/>
                  </a:cubicBezTo>
                  <a:cubicBezTo>
                    <a:pt x="47265" y="0"/>
                    <a:pt x="51946" y="8025"/>
                    <a:pt x="57418" y="12280"/>
                  </a:cubicBezTo>
                  <a:cubicBezTo>
                    <a:pt x="61582" y="15532"/>
                    <a:pt x="67083" y="17994"/>
                    <a:pt x="71460" y="21490"/>
                  </a:cubicBezTo>
                  <a:cubicBezTo>
                    <a:pt x="74166" y="23678"/>
                    <a:pt x="76597" y="27143"/>
                    <a:pt x="79789" y="27812"/>
                  </a:cubicBezTo>
                  <a:cubicBezTo>
                    <a:pt x="86172" y="29149"/>
                    <a:pt x="92950" y="23374"/>
                    <a:pt x="99364" y="21733"/>
                  </a:cubicBezTo>
                  <a:cubicBezTo>
                    <a:pt x="107723" y="19605"/>
                    <a:pt x="111218" y="17934"/>
                    <a:pt x="117024" y="25137"/>
                  </a:cubicBezTo>
                  <a:cubicBezTo>
                    <a:pt x="122100" y="31460"/>
                    <a:pt x="117784" y="46475"/>
                    <a:pt x="121249" y="53679"/>
                  </a:cubicBezTo>
                  <a:cubicBezTo>
                    <a:pt x="122708" y="56718"/>
                    <a:pt x="129060" y="65472"/>
                    <a:pt x="132769" y="66171"/>
                  </a:cubicBezTo>
                  <a:cubicBezTo>
                    <a:pt x="138605" y="67296"/>
                    <a:pt x="145748" y="67114"/>
                    <a:pt x="150033" y="71764"/>
                  </a:cubicBezTo>
                  <a:cubicBezTo>
                    <a:pt x="152100" y="73983"/>
                    <a:pt x="154684" y="79637"/>
                    <a:pt x="158514" y="7915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26"/>
            <p:cNvSpPr/>
            <p:nvPr/>
          </p:nvSpPr>
          <p:spPr>
            <a:xfrm>
              <a:off x="2975000" y="165200"/>
              <a:ext cx="3962850" cy="2002325"/>
            </a:xfrm>
            <a:custGeom>
              <a:rect b="b" l="l" r="r" t="t"/>
              <a:pathLst>
                <a:path extrusionOk="0" fill="none" h="80093" w="158514">
                  <a:moveTo>
                    <a:pt x="0" y="11095"/>
                  </a:moveTo>
                  <a:cubicBezTo>
                    <a:pt x="6201" y="12797"/>
                    <a:pt x="13496" y="12858"/>
                    <a:pt x="19575" y="11064"/>
                  </a:cubicBezTo>
                  <a:cubicBezTo>
                    <a:pt x="26688" y="8967"/>
                    <a:pt x="32128" y="2857"/>
                    <a:pt x="39545" y="1520"/>
                  </a:cubicBezTo>
                  <a:cubicBezTo>
                    <a:pt x="47965" y="0"/>
                    <a:pt x="52402" y="7599"/>
                    <a:pt x="57326" y="12280"/>
                  </a:cubicBezTo>
                  <a:cubicBezTo>
                    <a:pt x="61096" y="15867"/>
                    <a:pt x="66840" y="18329"/>
                    <a:pt x="71491" y="21490"/>
                  </a:cubicBezTo>
                  <a:cubicBezTo>
                    <a:pt x="74470" y="23496"/>
                    <a:pt x="77600" y="26870"/>
                    <a:pt x="81157" y="27387"/>
                  </a:cubicBezTo>
                  <a:cubicBezTo>
                    <a:pt x="87449" y="28268"/>
                    <a:pt x="93832" y="22827"/>
                    <a:pt x="99607" y="21034"/>
                  </a:cubicBezTo>
                  <a:cubicBezTo>
                    <a:pt x="107814" y="18450"/>
                    <a:pt x="112677" y="17812"/>
                    <a:pt x="117875" y="25137"/>
                  </a:cubicBezTo>
                  <a:cubicBezTo>
                    <a:pt x="120306" y="28602"/>
                    <a:pt x="119364" y="34773"/>
                    <a:pt x="119759" y="39423"/>
                  </a:cubicBezTo>
                  <a:cubicBezTo>
                    <a:pt x="120185" y="44256"/>
                    <a:pt x="120914" y="49697"/>
                    <a:pt x="122343" y="53679"/>
                  </a:cubicBezTo>
                  <a:cubicBezTo>
                    <a:pt x="123498" y="56810"/>
                    <a:pt x="129425" y="65746"/>
                    <a:pt x="133042" y="66536"/>
                  </a:cubicBezTo>
                  <a:cubicBezTo>
                    <a:pt x="138817" y="67782"/>
                    <a:pt x="145930" y="67600"/>
                    <a:pt x="150246" y="72220"/>
                  </a:cubicBezTo>
                  <a:cubicBezTo>
                    <a:pt x="152313" y="74409"/>
                    <a:pt x="154745" y="80093"/>
                    <a:pt x="158514" y="7975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26"/>
            <p:cNvSpPr/>
            <p:nvPr/>
          </p:nvSpPr>
          <p:spPr>
            <a:xfrm>
              <a:off x="2975000" y="150750"/>
              <a:ext cx="3962850" cy="2014500"/>
            </a:xfrm>
            <a:custGeom>
              <a:rect b="b" l="l" r="r" t="t"/>
              <a:pathLst>
                <a:path extrusionOk="0" fill="none" h="80580" w="158514">
                  <a:moveTo>
                    <a:pt x="0" y="11673"/>
                  </a:moveTo>
                  <a:cubicBezTo>
                    <a:pt x="6262" y="13344"/>
                    <a:pt x="13830" y="13588"/>
                    <a:pt x="19727" y="11429"/>
                  </a:cubicBezTo>
                  <a:cubicBezTo>
                    <a:pt x="26566" y="8907"/>
                    <a:pt x="32767" y="2676"/>
                    <a:pt x="40244" y="1399"/>
                  </a:cubicBezTo>
                  <a:cubicBezTo>
                    <a:pt x="48573" y="1"/>
                    <a:pt x="53162" y="6900"/>
                    <a:pt x="57478" y="12159"/>
                  </a:cubicBezTo>
                  <a:cubicBezTo>
                    <a:pt x="61825" y="17417"/>
                    <a:pt x="74318" y="25807"/>
                    <a:pt x="81917" y="26749"/>
                  </a:cubicBezTo>
                  <a:cubicBezTo>
                    <a:pt x="87692" y="27448"/>
                    <a:pt x="94379" y="22159"/>
                    <a:pt x="99637" y="20244"/>
                  </a:cubicBezTo>
                  <a:cubicBezTo>
                    <a:pt x="108178" y="17144"/>
                    <a:pt x="114045" y="17873"/>
                    <a:pt x="118787" y="25199"/>
                  </a:cubicBezTo>
                  <a:cubicBezTo>
                    <a:pt x="121066" y="28694"/>
                    <a:pt x="119607" y="34895"/>
                    <a:pt x="120215" y="39515"/>
                  </a:cubicBezTo>
                  <a:cubicBezTo>
                    <a:pt x="120853" y="44348"/>
                    <a:pt x="122373" y="49394"/>
                    <a:pt x="123498" y="53649"/>
                  </a:cubicBezTo>
                  <a:cubicBezTo>
                    <a:pt x="124349" y="56962"/>
                    <a:pt x="129729" y="65989"/>
                    <a:pt x="133316" y="66871"/>
                  </a:cubicBezTo>
                  <a:cubicBezTo>
                    <a:pt x="139000" y="68300"/>
                    <a:pt x="146112" y="68087"/>
                    <a:pt x="150459" y="72677"/>
                  </a:cubicBezTo>
                  <a:cubicBezTo>
                    <a:pt x="152495" y="74835"/>
                    <a:pt x="154836" y="80579"/>
                    <a:pt x="158514" y="803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26"/>
            <p:cNvSpPr/>
            <p:nvPr/>
          </p:nvSpPr>
          <p:spPr>
            <a:xfrm>
              <a:off x="2975000" y="138600"/>
              <a:ext cx="3962100" cy="2022075"/>
            </a:xfrm>
            <a:custGeom>
              <a:rect b="b" l="l" r="r" t="t"/>
              <a:pathLst>
                <a:path extrusionOk="0" fill="none" h="80883" w="158484">
                  <a:moveTo>
                    <a:pt x="0" y="12159"/>
                  </a:moveTo>
                  <a:cubicBezTo>
                    <a:pt x="6322" y="13800"/>
                    <a:pt x="13952" y="13952"/>
                    <a:pt x="19849" y="11672"/>
                  </a:cubicBezTo>
                  <a:cubicBezTo>
                    <a:pt x="26900" y="8937"/>
                    <a:pt x="33162" y="2462"/>
                    <a:pt x="40974" y="1247"/>
                  </a:cubicBezTo>
                  <a:cubicBezTo>
                    <a:pt x="48876" y="0"/>
                    <a:pt x="54530" y="5806"/>
                    <a:pt x="58026" y="11855"/>
                  </a:cubicBezTo>
                  <a:cubicBezTo>
                    <a:pt x="61521" y="17873"/>
                    <a:pt x="74500" y="25138"/>
                    <a:pt x="82069" y="25928"/>
                  </a:cubicBezTo>
                  <a:cubicBezTo>
                    <a:pt x="87449" y="26505"/>
                    <a:pt x="94774" y="21186"/>
                    <a:pt x="99637" y="19362"/>
                  </a:cubicBezTo>
                  <a:cubicBezTo>
                    <a:pt x="108178" y="16080"/>
                    <a:pt x="115321" y="17782"/>
                    <a:pt x="119759" y="25107"/>
                  </a:cubicBezTo>
                  <a:cubicBezTo>
                    <a:pt x="121948" y="28724"/>
                    <a:pt x="119790" y="34803"/>
                    <a:pt x="120580" y="39545"/>
                  </a:cubicBezTo>
                  <a:cubicBezTo>
                    <a:pt x="121370" y="44348"/>
                    <a:pt x="123771" y="48937"/>
                    <a:pt x="124623" y="53497"/>
                  </a:cubicBezTo>
                  <a:cubicBezTo>
                    <a:pt x="125291" y="56992"/>
                    <a:pt x="130003" y="66050"/>
                    <a:pt x="133559" y="67053"/>
                  </a:cubicBezTo>
                  <a:cubicBezTo>
                    <a:pt x="139152" y="68603"/>
                    <a:pt x="146355" y="68451"/>
                    <a:pt x="150672" y="72980"/>
                  </a:cubicBezTo>
                  <a:cubicBezTo>
                    <a:pt x="152708" y="75108"/>
                    <a:pt x="154897" y="80883"/>
                    <a:pt x="158483" y="80822"/>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26"/>
            <p:cNvSpPr/>
            <p:nvPr/>
          </p:nvSpPr>
          <p:spPr>
            <a:xfrm>
              <a:off x="2975000" y="124150"/>
              <a:ext cx="3962100" cy="2034250"/>
            </a:xfrm>
            <a:custGeom>
              <a:rect b="b" l="l" r="r" t="t"/>
              <a:pathLst>
                <a:path extrusionOk="0" fill="none" h="81370" w="158484">
                  <a:moveTo>
                    <a:pt x="0" y="12737"/>
                  </a:moveTo>
                  <a:cubicBezTo>
                    <a:pt x="6383" y="14348"/>
                    <a:pt x="13861" y="14226"/>
                    <a:pt x="20001" y="12007"/>
                  </a:cubicBezTo>
                  <a:cubicBezTo>
                    <a:pt x="27721" y="9241"/>
                    <a:pt x="33283" y="2432"/>
                    <a:pt x="41673" y="1186"/>
                  </a:cubicBezTo>
                  <a:cubicBezTo>
                    <a:pt x="49515" y="1"/>
                    <a:pt x="55807" y="4530"/>
                    <a:pt x="58877" y="11551"/>
                  </a:cubicBezTo>
                  <a:cubicBezTo>
                    <a:pt x="61886" y="18481"/>
                    <a:pt x="74378" y="24560"/>
                    <a:pt x="81704" y="25199"/>
                  </a:cubicBezTo>
                  <a:cubicBezTo>
                    <a:pt x="87114" y="25624"/>
                    <a:pt x="94774" y="20244"/>
                    <a:pt x="99607" y="18573"/>
                  </a:cubicBezTo>
                  <a:cubicBezTo>
                    <a:pt x="108118" y="15655"/>
                    <a:pt x="116628" y="17721"/>
                    <a:pt x="120853" y="25199"/>
                  </a:cubicBezTo>
                  <a:cubicBezTo>
                    <a:pt x="123012" y="29029"/>
                    <a:pt x="119972" y="34895"/>
                    <a:pt x="120853" y="39758"/>
                  </a:cubicBezTo>
                  <a:cubicBezTo>
                    <a:pt x="121735" y="44561"/>
                    <a:pt x="125139" y="48512"/>
                    <a:pt x="125778" y="53406"/>
                  </a:cubicBezTo>
                  <a:cubicBezTo>
                    <a:pt x="126294" y="57205"/>
                    <a:pt x="130276" y="66172"/>
                    <a:pt x="133863" y="67297"/>
                  </a:cubicBezTo>
                  <a:cubicBezTo>
                    <a:pt x="139334" y="68999"/>
                    <a:pt x="146568" y="68908"/>
                    <a:pt x="150884" y="73406"/>
                  </a:cubicBezTo>
                  <a:cubicBezTo>
                    <a:pt x="153438" y="76051"/>
                    <a:pt x="154684" y="80428"/>
                    <a:pt x="158483" y="8137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26"/>
            <p:cNvSpPr/>
            <p:nvPr/>
          </p:nvSpPr>
          <p:spPr>
            <a:xfrm>
              <a:off x="2975000" y="108200"/>
              <a:ext cx="3962850" cy="2050975"/>
            </a:xfrm>
            <a:custGeom>
              <a:rect b="b" l="l" r="r" t="t"/>
              <a:pathLst>
                <a:path extrusionOk="0" fill="none" h="82039" w="158514">
                  <a:moveTo>
                    <a:pt x="0" y="13375"/>
                  </a:moveTo>
                  <a:cubicBezTo>
                    <a:pt x="6474" y="14986"/>
                    <a:pt x="14013" y="14712"/>
                    <a:pt x="20183" y="12432"/>
                  </a:cubicBezTo>
                  <a:cubicBezTo>
                    <a:pt x="28116" y="9454"/>
                    <a:pt x="33709" y="2493"/>
                    <a:pt x="42402" y="1156"/>
                  </a:cubicBezTo>
                  <a:cubicBezTo>
                    <a:pt x="50092" y="1"/>
                    <a:pt x="57418" y="4043"/>
                    <a:pt x="59819" y="11217"/>
                  </a:cubicBezTo>
                  <a:cubicBezTo>
                    <a:pt x="62190" y="18390"/>
                    <a:pt x="73862" y="24104"/>
                    <a:pt x="81035" y="24439"/>
                  </a:cubicBezTo>
                  <a:cubicBezTo>
                    <a:pt x="86780" y="24743"/>
                    <a:pt x="94318" y="19454"/>
                    <a:pt x="99607" y="17934"/>
                  </a:cubicBezTo>
                  <a:cubicBezTo>
                    <a:pt x="108452" y="15381"/>
                    <a:pt x="117844" y="17873"/>
                    <a:pt x="122009" y="25350"/>
                  </a:cubicBezTo>
                  <a:cubicBezTo>
                    <a:pt x="124227" y="29332"/>
                    <a:pt x="120154" y="35047"/>
                    <a:pt x="121066" y="40092"/>
                  </a:cubicBezTo>
                  <a:cubicBezTo>
                    <a:pt x="121978" y="44925"/>
                    <a:pt x="126507" y="48512"/>
                    <a:pt x="126963" y="53406"/>
                  </a:cubicBezTo>
                  <a:cubicBezTo>
                    <a:pt x="127297" y="57205"/>
                    <a:pt x="130459" y="66172"/>
                    <a:pt x="134167" y="67570"/>
                  </a:cubicBezTo>
                  <a:cubicBezTo>
                    <a:pt x="139304" y="69485"/>
                    <a:pt x="146842" y="69424"/>
                    <a:pt x="151128" y="73862"/>
                  </a:cubicBezTo>
                  <a:cubicBezTo>
                    <a:pt x="153650" y="76537"/>
                    <a:pt x="154805" y="80883"/>
                    <a:pt x="158514" y="8203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26"/>
            <p:cNvSpPr/>
            <p:nvPr/>
          </p:nvSpPr>
          <p:spPr>
            <a:xfrm>
              <a:off x="2975000" y="89975"/>
              <a:ext cx="3962850" cy="2068425"/>
            </a:xfrm>
            <a:custGeom>
              <a:rect b="b" l="l" r="r" t="t"/>
              <a:pathLst>
                <a:path extrusionOk="0" fill="none" h="82737" w="158514">
                  <a:moveTo>
                    <a:pt x="0" y="14104"/>
                  </a:moveTo>
                  <a:cubicBezTo>
                    <a:pt x="6535" y="15684"/>
                    <a:pt x="14347" y="15502"/>
                    <a:pt x="20335" y="12918"/>
                  </a:cubicBezTo>
                  <a:cubicBezTo>
                    <a:pt x="27995" y="9575"/>
                    <a:pt x="34439" y="2644"/>
                    <a:pt x="43101" y="1216"/>
                  </a:cubicBezTo>
                  <a:cubicBezTo>
                    <a:pt x="50639" y="0"/>
                    <a:pt x="58299" y="3435"/>
                    <a:pt x="60822" y="10882"/>
                  </a:cubicBezTo>
                  <a:cubicBezTo>
                    <a:pt x="63436" y="18572"/>
                    <a:pt x="72190" y="23587"/>
                    <a:pt x="80184" y="23769"/>
                  </a:cubicBezTo>
                  <a:cubicBezTo>
                    <a:pt x="86415" y="23921"/>
                    <a:pt x="93862" y="18663"/>
                    <a:pt x="99759" y="17417"/>
                  </a:cubicBezTo>
                  <a:cubicBezTo>
                    <a:pt x="107875" y="15715"/>
                    <a:pt x="119394" y="17234"/>
                    <a:pt x="123224" y="25593"/>
                  </a:cubicBezTo>
                  <a:cubicBezTo>
                    <a:pt x="125413" y="30396"/>
                    <a:pt x="120367" y="35350"/>
                    <a:pt x="121279" y="40578"/>
                  </a:cubicBezTo>
                  <a:cubicBezTo>
                    <a:pt x="122100" y="45381"/>
                    <a:pt x="127723" y="48937"/>
                    <a:pt x="128118" y="53496"/>
                  </a:cubicBezTo>
                  <a:cubicBezTo>
                    <a:pt x="128422" y="57174"/>
                    <a:pt x="130762" y="66262"/>
                    <a:pt x="134501" y="67873"/>
                  </a:cubicBezTo>
                  <a:cubicBezTo>
                    <a:pt x="139456" y="70001"/>
                    <a:pt x="147085" y="69971"/>
                    <a:pt x="151340" y="74408"/>
                  </a:cubicBezTo>
                  <a:cubicBezTo>
                    <a:pt x="153894" y="77083"/>
                    <a:pt x="154897" y="81430"/>
                    <a:pt x="158514" y="8273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26"/>
            <p:cNvSpPr/>
            <p:nvPr/>
          </p:nvSpPr>
          <p:spPr>
            <a:xfrm>
              <a:off x="2975000" y="69450"/>
              <a:ext cx="3962850" cy="2089725"/>
            </a:xfrm>
            <a:custGeom>
              <a:rect b="b" l="l" r="r" t="t"/>
              <a:pathLst>
                <a:path extrusionOk="0" fill="none" h="83589" w="158514">
                  <a:moveTo>
                    <a:pt x="0" y="14925"/>
                  </a:moveTo>
                  <a:cubicBezTo>
                    <a:pt x="6626" y="16475"/>
                    <a:pt x="14529" y="16201"/>
                    <a:pt x="20517" y="13496"/>
                  </a:cubicBezTo>
                  <a:cubicBezTo>
                    <a:pt x="28359" y="9940"/>
                    <a:pt x="34925" y="3010"/>
                    <a:pt x="43800" y="1338"/>
                  </a:cubicBezTo>
                  <a:cubicBezTo>
                    <a:pt x="51126" y="0"/>
                    <a:pt x="59454" y="3010"/>
                    <a:pt x="61916" y="10517"/>
                  </a:cubicBezTo>
                  <a:cubicBezTo>
                    <a:pt x="64500" y="18359"/>
                    <a:pt x="70853" y="23223"/>
                    <a:pt x="79272" y="23131"/>
                  </a:cubicBezTo>
                  <a:cubicBezTo>
                    <a:pt x="86020" y="23071"/>
                    <a:pt x="93254" y="17934"/>
                    <a:pt x="100032" y="17052"/>
                  </a:cubicBezTo>
                  <a:cubicBezTo>
                    <a:pt x="108574" y="15958"/>
                    <a:pt x="120489" y="17630"/>
                    <a:pt x="124471" y="25989"/>
                  </a:cubicBezTo>
                  <a:cubicBezTo>
                    <a:pt x="126902" y="31065"/>
                    <a:pt x="120671" y="35776"/>
                    <a:pt x="121492" y="41186"/>
                  </a:cubicBezTo>
                  <a:cubicBezTo>
                    <a:pt x="122221" y="46050"/>
                    <a:pt x="128878" y="49393"/>
                    <a:pt x="129243" y="53740"/>
                  </a:cubicBezTo>
                  <a:cubicBezTo>
                    <a:pt x="129516" y="57357"/>
                    <a:pt x="131127" y="66445"/>
                    <a:pt x="134896" y="68238"/>
                  </a:cubicBezTo>
                  <a:cubicBezTo>
                    <a:pt x="139699" y="70549"/>
                    <a:pt x="147359" y="70670"/>
                    <a:pt x="151584" y="75077"/>
                  </a:cubicBezTo>
                  <a:cubicBezTo>
                    <a:pt x="154137" y="77752"/>
                    <a:pt x="154988" y="82068"/>
                    <a:pt x="158514" y="8358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26"/>
            <p:cNvSpPr/>
            <p:nvPr/>
          </p:nvSpPr>
          <p:spPr>
            <a:xfrm>
              <a:off x="2975000" y="45125"/>
              <a:ext cx="3962850" cy="2114050"/>
            </a:xfrm>
            <a:custGeom>
              <a:rect b="b" l="l" r="r" t="t"/>
              <a:pathLst>
                <a:path extrusionOk="0" fill="none" h="84562" w="158514">
                  <a:moveTo>
                    <a:pt x="0" y="15898"/>
                  </a:moveTo>
                  <a:cubicBezTo>
                    <a:pt x="6991" y="17478"/>
                    <a:pt x="14651" y="16809"/>
                    <a:pt x="20700" y="14226"/>
                  </a:cubicBezTo>
                  <a:cubicBezTo>
                    <a:pt x="28511" y="10913"/>
                    <a:pt x="35350" y="3527"/>
                    <a:pt x="44439" y="1551"/>
                  </a:cubicBezTo>
                  <a:cubicBezTo>
                    <a:pt x="51612" y="1"/>
                    <a:pt x="60579" y="2736"/>
                    <a:pt x="63041" y="10214"/>
                  </a:cubicBezTo>
                  <a:cubicBezTo>
                    <a:pt x="65564" y="17934"/>
                    <a:pt x="69515" y="22949"/>
                    <a:pt x="78391" y="22645"/>
                  </a:cubicBezTo>
                  <a:cubicBezTo>
                    <a:pt x="85716" y="22372"/>
                    <a:pt x="93072" y="17417"/>
                    <a:pt x="100488" y="16931"/>
                  </a:cubicBezTo>
                  <a:cubicBezTo>
                    <a:pt x="109273" y="16323"/>
                    <a:pt x="121431" y="18208"/>
                    <a:pt x="125717" y="26536"/>
                  </a:cubicBezTo>
                  <a:cubicBezTo>
                    <a:pt x="128544" y="31946"/>
                    <a:pt x="121036" y="36415"/>
                    <a:pt x="121735" y="41916"/>
                  </a:cubicBezTo>
                  <a:cubicBezTo>
                    <a:pt x="122343" y="46871"/>
                    <a:pt x="129881" y="49971"/>
                    <a:pt x="130276" y="54105"/>
                  </a:cubicBezTo>
                  <a:cubicBezTo>
                    <a:pt x="130641" y="57631"/>
                    <a:pt x="131431" y="66628"/>
                    <a:pt x="135322" y="68664"/>
                  </a:cubicBezTo>
                  <a:cubicBezTo>
                    <a:pt x="140124" y="71157"/>
                    <a:pt x="147632" y="71461"/>
                    <a:pt x="151796" y="75868"/>
                  </a:cubicBezTo>
                  <a:cubicBezTo>
                    <a:pt x="154350" y="78573"/>
                    <a:pt x="155109" y="82859"/>
                    <a:pt x="158514" y="8456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26"/>
            <p:cNvSpPr/>
            <p:nvPr/>
          </p:nvSpPr>
          <p:spPr>
            <a:xfrm>
              <a:off x="2975000" y="20825"/>
              <a:ext cx="3962850" cy="2138350"/>
            </a:xfrm>
            <a:custGeom>
              <a:rect b="b" l="l" r="r" t="t"/>
              <a:pathLst>
                <a:path extrusionOk="0" fill="none" h="85534" w="158514">
                  <a:moveTo>
                    <a:pt x="0" y="16870"/>
                  </a:moveTo>
                  <a:cubicBezTo>
                    <a:pt x="7082" y="18420"/>
                    <a:pt x="14833" y="17629"/>
                    <a:pt x="20912" y="14955"/>
                  </a:cubicBezTo>
                  <a:cubicBezTo>
                    <a:pt x="28876" y="11459"/>
                    <a:pt x="35776" y="3951"/>
                    <a:pt x="45047" y="1702"/>
                  </a:cubicBezTo>
                  <a:cubicBezTo>
                    <a:pt x="52068" y="0"/>
                    <a:pt x="61703" y="2371"/>
                    <a:pt x="64166" y="9818"/>
                  </a:cubicBezTo>
                  <a:cubicBezTo>
                    <a:pt x="66567" y="16991"/>
                    <a:pt x="68877" y="22645"/>
                    <a:pt x="77722" y="22128"/>
                  </a:cubicBezTo>
                  <a:cubicBezTo>
                    <a:pt x="85503" y="21672"/>
                    <a:pt x="93133" y="16961"/>
                    <a:pt x="101127" y="16809"/>
                  </a:cubicBezTo>
                  <a:cubicBezTo>
                    <a:pt x="110063" y="16657"/>
                    <a:pt x="122161" y="18693"/>
                    <a:pt x="126963" y="27083"/>
                  </a:cubicBezTo>
                  <a:cubicBezTo>
                    <a:pt x="130276" y="32858"/>
                    <a:pt x="121705" y="37052"/>
                    <a:pt x="122161" y="42615"/>
                  </a:cubicBezTo>
                  <a:cubicBezTo>
                    <a:pt x="122616" y="47782"/>
                    <a:pt x="130762" y="50518"/>
                    <a:pt x="131279" y="54530"/>
                  </a:cubicBezTo>
                  <a:cubicBezTo>
                    <a:pt x="131735" y="57934"/>
                    <a:pt x="131796" y="66931"/>
                    <a:pt x="135778" y="69089"/>
                  </a:cubicBezTo>
                  <a:cubicBezTo>
                    <a:pt x="140550" y="71703"/>
                    <a:pt x="147936" y="72250"/>
                    <a:pt x="152039" y="76658"/>
                  </a:cubicBezTo>
                  <a:cubicBezTo>
                    <a:pt x="154593" y="79393"/>
                    <a:pt x="155231" y="83649"/>
                    <a:pt x="158514" y="8553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5" name="Google Shape;4105;p26"/>
          <p:cNvGrpSpPr/>
          <p:nvPr/>
        </p:nvGrpSpPr>
        <p:grpSpPr>
          <a:xfrm flipH="1" rot="5126028">
            <a:off x="-1423252" y="3982576"/>
            <a:ext cx="5864962" cy="4329278"/>
            <a:chOff x="2975000" y="20825"/>
            <a:chExt cx="3963625" cy="2500050"/>
          </a:xfrm>
        </p:grpSpPr>
        <p:sp>
          <p:nvSpPr>
            <p:cNvPr id="4106" name="Google Shape;4106;p26"/>
            <p:cNvSpPr/>
            <p:nvPr/>
          </p:nvSpPr>
          <p:spPr>
            <a:xfrm>
              <a:off x="2975000" y="442550"/>
              <a:ext cx="3962850" cy="2078325"/>
            </a:xfrm>
            <a:custGeom>
              <a:rect b="b" l="l" r="r" t="t"/>
              <a:pathLst>
                <a:path extrusionOk="0" fill="none" h="83133" w="158514">
                  <a:moveTo>
                    <a:pt x="0" y="1"/>
                  </a:moveTo>
                  <a:cubicBezTo>
                    <a:pt x="4347" y="3071"/>
                    <a:pt x="9423" y="6171"/>
                    <a:pt x="12797" y="10122"/>
                  </a:cubicBezTo>
                  <a:cubicBezTo>
                    <a:pt x="18025" y="16232"/>
                    <a:pt x="11095" y="25411"/>
                    <a:pt x="18298" y="31369"/>
                  </a:cubicBezTo>
                  <a:cubicBezTo>
                    <a:pt x="23952" y="36050"/>
                    <a:pt x="23982" y="41612"/>
                    <a:pt x="23283" y="48269"/>
                  </a:cubicBezTo>
                  <a:cubicBezTo>
                    <a:pt x="22706" y="53497"/>
                    <a:pt x="22463" y="62494"/>
                    <a:pt x="29028" y="64044"/>
                  </a:cubicBezTo>
                  <a:cubicBezTo>
                    <a:pt x="35776" y="65655"/>
                    <a:pt x="41186" y="60913"/>
                    <a:pt x="45624" y="56567"/>
                  </a:cubicBezTo>
                  <a:cubicBezTo>
                    <a:pt x="51855" y="50457"/>
                    <a:pt x="63466" y="46202"/>
                    <a:pt x="71825" y="49515"/>
                  </a:cubicBezTo>
                  <a:cubicBezTo>
                    <a:pt x="79211" y="52463"/>
                    <a:pt x="89728" y="48421"/>
                    <a:pt x="96598" y="51430"/>
                  </a:cubicBezTo>
                  <a:cubicBezTo>
                    <a:pt x="100762" y="53284"/>
                    <a:pt x="101035" y="58390"/>
                    <a:pt x="102343" y="62646"/>
                  </a:cubicBezTo>
                  <a:cubicBezTo>
                    <a:pt x="104197" y="68603"/>
                    <a:pt x="108938" y="75564"/>
                    <a:pt x="114106" y="78482"/>
                  </a:cubicBezTo>
                  <a:cubicBezTo>
                    <a:pt x="122343" y="83132"/>
                    <a:pt x="130914" y="70610"/>
                    <a:pt x="138909" y="69151"/>
                  </a:cubicBezTo>
                  <a:cubicBezTo>
                    <a:pt x="145474" y="67935"/>
                    <a:pt x="152435" y="73892"/>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26"/>
            <p:cNvSpPr/>
            <p:nvPr/>
          </p:nvSpPr>
          <p:spPr>
            <a:xfrm>
              <a:off x="2975000" y="442550"/>
              <a:ext cx="3962850" cy="2057800"/>
            </a:xfrm>
            <a:custGeom>
              <a:rect b="b" l="l" r="r" t="t"/>
              <a:pathLst>
                <a:path extrusionOk="0" fill="none" h="82312" w="158514">
                  <a:moveTo>
                    <a:pt x="0" y="1"/>
                  </a:moveTo>
                  <a:cubicBezTo>
                    <a:pt x="4408" y="3040"/>
                    <a:pt x="9392" y="6049"/>
                    <a:pt x="13040" y="9879"/>
                  </a:cubicBezTo>
                  <a:cubicBezTo>
                    <a:pt x="18602" y="15654"/>
                    <a:pt x="11733" y="24955"/>
                    <a:pt x="18694" y="30609"/>
                  </a:cubicBezTo>
                  <a:cubicBezTo>
                    <a:pt x="24408" y="35259"/>
                    <a:pt x="25077" y="40153"/>
                    <a:pt x="24317" y="46901"/>
                  </a:cubicBezTo>
                  <a:cubicBezTo>
                    <a:pt x="23739" y="52129"/>
                    <a:pt x="23131" y="61248"/>
                    <a:pt x="29849" y="62919"/>
                  </a:cubicBezTo>
                  <a:cubicBezTo>
                    <a:pt x="36870" y="64652"/>
                    <a:pt x="41794" y="59606"/>
                    <a:pt x="46627" y="55503"/>
                  </a:cubicBezTo>
                  <a:cubicBezTo>
                    <a:pt x="53557" y="49606"/>
                    <a:pt x="63983" y="44712"/>
                    <a:pt x="72798" y="48634"/>
                  </a:cubicBezTo>
                  <a:cubicBezTo>
                    <a:pt x="80123" y="51886"/>
                    <a:pt x="90245" y="48208"/>
                    <a:pt x="97266" y="51187"/>
                  </a:cubicBezTo>
                  <a:cubicBezTo>
                    <a:pt x="101522" y="52980"/>
                    <a:pt x="101674" y="58026"/>
                    <a:pt x="102890" y="62251"/>
                  </a:cubicBezTo>
                  <a:cubicBezTo>
                    <a:pt x="104561" y="68087"/>
                    <a:pt x="109303" y="75078"/>
                    <a:pt x="114440" y="77844"/>
                  </a:cubicBezTo>
                  <a:cubicBezTo>
                    <a:pt x="122799" y="82312"/>
                    <a:pt x="131097" y="70032"/>
                    <a:pt x="139243" y="68877"/>
                  </a:cubicBezTo>
                  <a:cubicBezTo>
                    <a:pt x="145656" y="67935"/>
                    <a:pt x="152495" y="73771"/>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26"/>
            <p:cNvSpPr/>
            <p:nvPr/>
          </p:nvSpPr>
          <p:spPr>
            <a:xfrm>
              <a:off x="2975000" y="442550"/>
              <a:ext cx="3962850" cy="2035775"/>
            </a:xfrm>
            <a:custGeom>
              <a:rect b="b" l="l" r="r" t="t"/>
              <a:pathLst>
                <a:path extrusionOk="0" fill="none" h="81431" w="158514">
                  <a:moveTo>
                    <a:pt x="0" y="1"/>
                  </a:moveTo>
                  <a:cubicBezTo>
                    <a:pt x="4468" y="3040"/>
                    <a:pt x="9362" y="5958"/>
                    <a:pt x="13313" y="9606"/>
                  </a:cubicBezTo>
                  <a:cubicBezTo>
                    <a:pt x="19210" y="15077"/>
                    <a:pt x="12432" y="24469"/>
                    <a:pt x="19089" y="29849"/>
                  </a:cubicBezTo>
                  <a:cubicBezTo>
                    <a:pt x="24803" y="34469"/>
                    <a:pt x="26019" y="38694"/>
                    <a:pt x="25350" y="45564"/>
                  </a:cubicBezTo>
                  <a:cubicBezTo>
                    <a:pt x="24833" y="50822"/>
                    <a:pt x="23739" y="60001"/>
                    <a:pt x="30609" y="61795"/>
                  </a:cubicBezTo>
                  <a:cubicBezTo>
                    <a:pt x="37691" y="63649"/>
                    <a:pt x="42797" y="58299"/>
                    <a:pt x="47813" y="54378"/>
                  </a:cubicBezTo>
                  <a:cubicBezTo>
                    <a:pt x="55989" y="47995"/>
                    <a:pt x="63345" y="43375"/>
                    <a:pt x="73801" y="47752"/>
                  </a:cubicBezTo>
                  <a:cubicBezTo>
                    <a:pt x="81704" y="51065"/>
                    <a:pt x="90762" y="48026"/>
                    <a:pt x="97966" y="50944"/>
                  </a:cubicBezTo>
                  <a:cubicBezTo>
                    <a:pt x="102282" y="52707"/>
                    <a:pt x="102343" y="57631"/>
                    <a:pt x="103437" y="61825"/>
                  </a:cubicBezTo>
                  <a:cubicBezTo>
                    <a:pt x="104957" y="67570"/>
                    <a:pt x="109637" y="74531"/>
                    <a:pt x="114774" y="77145"/>
                  </a:cubicBezTo>
                  <a:cubicBezTo>
                    <a:pt x="123285" y="81430"/>
                    <a:pt x="131310" y="69454"/>
                    <a:pt x="139577" y="68573"/>
                  </a:cubicBezTo>
                  <a:cubicBezTo>
                    <a:pt x="145869" y="67904"/>
                    <a:pt x="152587" y="73649"/>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26"/>
            <p:cNvSpPr/>
            <p:nvPr/>
          </p:nvSpPr>
          <p:spPr>
            <a:xfrm>
              <a:off x="2975000" y="442550"/>
              <a:ext cx="3962850" cy="2014500"/>
            </a:xfrm>
            <a:custGeom>
              <a:rect b="b" l="l" r="r" t="t"/>
              <a:pathLst>
                <a:path extrusionOk="0" fill="none" h="80580" w="158514">
                  <a:moveTo>
                    <a:pt x="0" y="1"/>
                  </a:moveTo>
                  <a:cubicBezTo>
                    <a:pt x="4560" y="3010"/>
                    <a:pt x="9392" y="5897"/>
                    <a:pt x="13526" y="9393"/>
                  </a:cubicBezTo>
                  <a:cubicBezTo>
                    <a:pt x="19666" y="14469"/>
                    <a:pt x="13162" y="23952"/>
                    <a:pt x="19484" y="29150"/>
                  </a:cubicBezTo>
                  <a:cubicBezTo>
                    <a:pt x="24560" y="33314"/>
                    <a:pt x="27235" y="37509"/>
                    <a:pt x="26323" y="44348"/>
                  </a:cubicBezTo>
                  <a:cubicBezTo>
                    <a:pt x="25563" y="49728"/>
                    <a:pt x="24317" y="58846"/>
                    <a:pt x="31308" y="60792"/>
                  </a:cubicBezTo>
                  <a:cubicBezTo>
                    <a:pt x="38390" y="62737"/>
                    <a:pt x="43770" y="57296"/>
                    <a:pt x="48998" y="53375"/>
                  </a:cubicBezTo>
                  <a:cubicBezTo>
                    <a:pt x="57813" y="46688"/>
                    <a:pt x="63892" y="42129"/>
                    <a:pt x="74743" y="47023"/>
                  </a:cubicBezTo>
                  <a:cubicBezTo>
                    <a:pt x="82433" y="50488"/>
                    <a:pt x="91248" y="47995"/>
                    <a:pt x="98604" y="50761"/>
                  </a:cubicBezTo>
                  <a:cubicBezTo>
                    <a:pt x="103042" y="52372"/>
                    <a:pt x="103011" y="57266"/>
                    <a:pt x="104014" y="61430"/>
                  </a:cubicBezTo>
                  <a:cubicBezTo>
                    <a:pt x="105382" y="67084"/>
                    <a:pt x="109941" y="74014"/>
                    <a:pt x="115109" y="76445"/>
                  </a:cubicBezTo>
                  <a:cubicBezTo>
                    <a:pt x="123802" y="80579"/>
                    <a:pt x="132100" y="68299"/>
                    <a:pt x="139912" y="68330"/>
                  </a:cubicBezTo>
                  <a:cubicBezTo>
                    <a:pt x="144927" y="68330"/>
                    <a:pt x="153529" y="7331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26"/>
            <p:cNvSpPr/>
            <p:nvPr/>
          </p:nvSpPr>
          <p:spPr>
            <a:xfrm>
              <a:off x="2975000" y="442550"/>
              <a:ext cx="3962850" cy="1991700"/>
            </a:xfrm>
            <a:custGeom>
              <a:rect b="b" l="l" r="r" t="t"/>
              <a:pathLst>
                <a:path extrusionOk="0" fill="none" h="79668" w="158514">
                  <a:moveTo>
                    <a:pt x="0" y="1"/>
                  </a:moveTo>
                  <a:cubicBezTo>
                    <a:pt x="4590" y="3010"/>
                    <a:pt x="9484" y="5897"/>
                    <a:pt x="13769" y="9119"/>
                  </a:cubicBezTo>
                  <a:cubicBezTo>
                    <a:pt x="20122" y="13861"/>
                    <a:pt x="13952" y="23344"/>
                    <a:pt x="19879" y="28360"/>
                  </a:cubicBezTo>
                  <a:cubicBezTo>
                    <a:pt x="24651" y="32402"/>
                    <a:pt x="28055" y="36475"/>
                    <a:pt x="27265" y="43102"/>
                  </a:cubicBezTo>
                  <a:cubicBezTo>
                    <a:pt x="26627" y="48482"/>
                    <a:pt x="24985" y="57600"/>
                    <a:pt x="31946" y="59698"/>
                  </a:cubicBezTo>
                  <a:cubicBezTo>
                    <a:pt x="39028" y="61795"/>
                    <a:pt x="44955" y="56202"/>
                    <a:pt x="50183" y="52251"/>
                  </a:cubicBezTo>
                  <a:cubicBezTo>
                    <a:pt x="59424" y="45260"/>
                    <a:pt x="64561" y="40761"/>
                    <a:pt x="75746" y="46232"/>
                  </a:cubicBezTo>
                  <a:cubicBezTo>
                    <a:pt x="83315" y="49971"/>
                    <a:pt x="91795" y="47813"/>
                    <a:pt x="99273" y="50488"/>
                  </a:cubicBezTo>
                  <a:cubicBezTo>
                    <a:pt x="103832" y="52129"/>
                    <a:pt x="103619" y="56840"/>
                    <a:pt x="104653" y="61035"/>
                  </a:cubicBezTo>
                  <a:cubicBezTo>
                    <a:pt x="106051" y="66749"/>
                    <a:pt x="110124" y="73315"/>
                    <a:pt x="115443" y="75716"/>
                  </a:cubicBezTo>
                  <a:cubicBezTo>
                    <a:pt x="124227" y="79667"/>
                    <a:pt x="132039" y="67995"/>
                    <a:pt x="140246" y="68056"/>
                  </a:cubicBezTo>
                  <a:cubicBezTo>
                    <a:pt x="145535" y="68087"/>
                    <a:pt x="153377" y="7340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26"/>
            <p:cNvSpPr/>
            <p:nvPr/>
          </p:nvSpPr>
          <p:spPr>
            <a:xfrm>
              <a:off x="2975000" y="442550"/>
              <a:ext cx="3963625" cy="1968900"/>
            </a:xfrm>
            <a:custGeom>
              <a:rect b="b" l="l" r="r" t="t"/>
              <a:pathLst>
                <a:path extrusionOk="0" fill="none" h="78756" w="158545">
                  <a:moveTo>
                    <a:pt x="0" y="1"/>
                  </a:moveTo>
                  <a:cubicBezTo>
                    <a:pt x="4651" y="2979"/>
                    <a:pt x="9575" y="5867"/>
                    <a:pt x="14013" y="8876"/>
                  </a:cubicBezTo>
                  <a:cubicBezTo>
                    <a:pt x="20548" y="13283"/>
                    <a:pt x="14985" y="22706"/>
                    <a:pt x="20305" y="27539"/>
                  </a:cubicBezTo>
                  <a:cubicBezTo>
                    <a:pt x="24590" y="31430"/>
                    <a:pt x="28724" y="35715"/>
                    <a:pt x="28147" y="42007"/>
                  </a:cubicBezTo>
                  <a:cubicBezTo>
                    <a:pt x="27630" y="47296"/>
                    <a:pt x="25654" y="56445"/>
                    <a:pt x="32584" y="58664"/>
                  </a:cubicBezTo>
                  <a:cubicBezTo>
                    <a:pt x="39606" y="60913"/>
                    <a:pt x="46354" y="55077"/>
                    <a:pt x="51369" y="51096"/>
                  </a:cubicBezTo>
                  <a:cubicBezTo>
                    <a:pt x="60609" y="43770"/>
                    <a:pt x="65351" y="39576"/>
                    <a:pt x="76749" y="45594"/>
                  </a:cubicBezTo>
                  <a:cubicBezTo>
                    <a:pt x="84166" y="49515"/>
                    <a:pt x="92251" y="47722"/>
                    <a:pt x="99911" y="50275"/>
                  </a:cubicBezTo>
                  <a:cubicBezTo>
                    <a:pt x="104622" y="51855"/>
                    <a:pt x="104318" y="56445"/>
                    <a:pt x="105260" y="60609"/>
                  </a:cubicBezTo>
                  <a:cubicBezTo>
                    <a:pt x="106537" y="66324"/>
                    <a:pt x="110428" y="72676"/>
                    <a:pt x="115808" y="74956"/>
                  </a:cubicBezTo>
                  <a:cubicBezTo>
                    <a:pt x="124714" y="78756"/>
                    <a:pt x="132313" y="67418"/>
                    <a:pt x="140580" y="67813"/>
                  </a:cubicBezTo>
                  <a:cubicBezTo>
                    <a:pt x="145778" y="68056"/>
                    <a:pt x="153438" y="73315"/>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26"/>
            <p:cNvSpPr/>
            <p:nvPr/>
          </p:nvSpPr>
          <p:spPr>
            <a:xfrm>
              <a:off x="2975000" y="442550"/>
              <a:ext cx="3962850" cy="1919500"/>
            </a:xfrm>
            <a:custGeom>
              <a:rect b="b" l="l" r="r" t="t"/>
              <a:pathLst>
                <a:path extrusionOk="0" fill="none" h="76780" w="158514">
                  <a:moveTo>
                    <a:pt x="0" y="1"/>
                  </a:moveTo>
                  <a:cubicBezTo>
                    <a:pt x="4712" y="2949"/>
                    <a:pt x="9666" y="5776"/>
                    <a:pt x="14225" y="8633"/>
                  </a:cubicBezTo>
                  <a:cubicBezTo>
                    <a:pt x="20973" y="12797"/>
                    <a:pt x="16049" y="21977"/>
                    <a:pt x="20760" y="26718"/>
                  </a:cubicBezTo>
                  <a:cubicBezTo>
                    <a:pt x="24438" y="30396"/>
                    <a:pt x="29332" y="35168"/>
                    <a:pt x="28967" y="41004"/>
                  </a:cubicBezTo>
                  <a:cubicBezTo>
                    <a:pt x="28633" y="46202"/>
                    <a:pt x="26444" y="55381"/>
                    <a:pt x="33192" y="57661"/>
                  </a:cubicBezTo>
                  <a:cubicBezTo>
                    <a:pt x="40153" y="60032"/>
                    <a:pt x="47752" y="53953"/>
                    <a:pt x="52494" y="49880"/>
                  </a:cubicBezTo>
                  <a:cubicBezTo>
                    <a:pt x="61703" y="41977"/>
                    <a:pt x="66293" y="38633"/>
                    <a:pt x="77722" y="45016"/>
                  </a:cubicBezTo>
                  <a:cubicBezTo>
                    <a:pt x="84926" y="49059"/>
                    <a:pt x="92707" y="47722"/>
                    <a:pt x="100488" y="50093"/>
                  </a:cubicBezTo>
                  <a:cubicBezTo>
                    <a:pt x="105382" y="51582"/>
                    <a:pt x="104987" y="56080"/>
                    <a:pt x="105838" y="60245"/>
                  </a:cubicBezTo>
                  <a:cubicBezTo>
                    <a:pt x="107023" y="65898"/>
                    <a:pt x="111005" y="72676"/>
                    <a:pt x="116142" y="74227"/>
                  </a:cubicBezTo>
                  <a:cubicBezTo>
                    <a:pt x="124683" y="76780"/>
                    <a:pt x="132191" y="66901"/>
                    <a:pt x="140884" y="67570"/>
                  </a:cubicBezTo>
                  <a:cubicBezTo>
                    <a:pt x="145930" y="67965"/>
                    <a:pt x="153468" y="73224"/>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26"/>
            <p:cNvSpPr/>
            <p:nvPr/>
          </p:nvSpPr>
          <p:spPr>
            <a:xfrm>
              <a:off x="2975000" y="442550"/>
              <a:ext cx="3962100" cy="1896700"/>
            </a:xfrm>
            <a:custGeom>
              <a:rect b="b" l="l" r="r" t="t"/>
              <a:pathLst>
                <a:path extrusionOk="0" fill="none" h="75868" w="158484">
                  <a:moveTo>
                    <a:pt x="0" y="1"/>
                  </a:moveTo>
                  <a:cubicBezTo>
                    <a:pt x="4742" y="2949"/>
                    <a:pt x="9788" y="5441"/>
                    <a:pt x="14438" y="8359"/>
                  </a:cubicBezTo>
                  <a:cubicBezTo>
                    <a:pt x="21520" y="12797"/>
                    <a:pt x="16900" y="20852"/>
                    <a:pt x="21277" y="25837"/>
                  </a:cubicBezTo>
                  <a:cubicBezTo>
                    <a:pt x="24408" y="29424"/>
                    <a:pt x="29758" y="34652"/>
                    <a:pt x="29727" y="40123"/>
                  </a:cubicBezTo>
                  <a:cubicBezTo>
                    <a:pt x="29666" y="45229"/>
                    <a:pt x="27447" y="54014"/>
                    <a:pt x="33770" y="56658"/>
                  </a:cubicBezTo>
                  <a:cubicBezTo>
                    <a:pt x="40396" y="59394"/>
                    <a:pt x="49545" y="52433"/>
                    <a:pt x="53618" y="48542"/>
                  </a:cubicBezTo>
                  <a:cubicBezTo>
                    <a:pt x="62707" y="39788"/>
                    <a:pt x="67448" y="37904"/>
                    <a:pt x="78725" y="44530"/>
                  </a:cubicBezTo>
                  <a:cubicBezTo>
                    <a:pt x="85716" y="48664"/>
                    <a:pt x="93224" y="47722"/>
                    <a:pt x="101066" y="49910"/>
                  </a:cubicBezTo>
                  <a:cubicBezTo>
                    <a:pt x="106142" y="51308"/>
                    <a:pt x="105716" y="55685"/>
                    <a:pt x="106476" y="59849"/>
                  </a:cubicBezTo>
                  <a:cubicBezTo>
                    <a:pt x="107540" y="65503"/>
                    <a:pt x="111279" y="71977"/>
                    <a:pt x="116477" y="73467"/>
                  </a:cubicBezTo>
                  <a:cubicBezTo>
                    <a:pt x="124927" y="75868"/>
                    <a:pt x="132708" y="66354"/>
                    <a:pt x="141188" y="67357"/>
                  </a:cubicBezTo>
                  <a:cubicBezTo>
                    <a:pt x="146143" y="67935"/>
                    <a:pt x="153468" y="7313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26"/>
            <p:cNvSpPr/>
            <p:nvPr/>
          </p:nvSpPr>
          <p:spPr>
            <a:xfrm>
              <a:off x="2975000" y="442550"/>
              <a:ext cx="3962850" cy="1870875"/>
            </a:xfrm>
            <a:custGeom>
              <a:rect b="b" l="l" r="r" t="t"/>
              <a:pathLst>
                <a:path extrusionOk="0" fill="none" h="74835" w="158514">
                  <a:moveTo>
                    <a:pt x="0" y="1"/>
                  </a:moveTo>
                  <a:cubicBezTo>
                    <a:pt x="4803" y="2919"/>
                    <a:pt x="9848" y="5350"/>
                    <a:pt x="14651" y="8116"/>
                  </a:cubicBezTo>
                  <a:cubicBezTo>
                    <a:pt x="21946" y="12311"/>
                    <a:pt x="18086" y="19697"/>
                    <a:pt x="21885" y="24895"/>
                  </a:cubicBezTo>
                  <a:cubicBezTo>
                    <a:pt x="24590" y="28633"/>
                    <a:pt x="30031" y="34013"/>
                    <a:pt x="30396" y="39272"/>
                  </a:cubicBezTo>
                  <a:cubicBezTo>
                    <a:pt x="30791" y="44439"/>
                    <a:pt x="28299" y="52919"/>
                    <a:pt x="34439" y="55625"/>
                  </a:cubicBezTo>
                  <a:cubicBezTo>
                    <a:pt x="41186" y="58603"/>
                    <a:pt x="50670" y="51217"/>
                    <a:pt x="54712" y="47083"/>
                  </a:cubicBezTo>
                  <a:cubicBezTo>
                    <a:pt x="63892" y="37630"/>
                    <a:pt x="68542" y="37266"/>
                    <a:pt x="79789" y="44135"/>
                  </a:cubicBezTo>
                  <a:cubicBezTo>
                    <a:pt x="86476" y="48208"/>
                    <a:pt x="93984" y="47661"/>
                    <a:pt x="101674" y="49728"/>
                  </a:cubicBezTo>
                  <a:cubicBezTo>
                    <a:pt x="106932" y="51126"/>
                    <a:pt x="106416" y="55138"/>
                    <a:pt x="107145" y="59454"/>
                  </a:cubicBezTo>
                  <a:cubicBezTo>
                    <a:pt x="108057" y="64986"/>
                    <a:pt x="111552" y="71339"/>
                    <a:pt x="116872" y="72707"/>
                  </a:cubicBezTo>
                  <a:cubicBezTo>
                    <a:pt x="125322" y="74835"/>
                    <a:pt x="133285" y="65837"/>
                    <a:pt x="141523" y="67114"/>
                  </a:cubicBezTo>
                  <a:cubicBezTo>
                    <a:pt x="146386" y="67874"/>
                    <a:pt x="153559" y="73011"/>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26"/>
            <p:cNvSpPr/>
            <p:nvPr/>
          </p:nvSpPr>
          <p:spPr>
            <a:xfrm>
              <a:off x="2975000" y="442550"/>
              <a:ext cx="3962850" cy="1848075"/>
            </a:xfrm>
            <a:custGeom>
              <a:rect b="b" l="l" r="r" t="t"/>
              <a:pathLst>
                <a:path extrusionOk="0" fill="none" h="73923" w="158514">
                  <a:moveTo>
                    <a:pt x="0" y="1"/>
                  </a:moveTo>
                  <a:cubicBezTo>
                    <a:pt x="4833" y="2888"/>
                    <a:pt x="9909" y="5259"/>
                    <a:pt x="14864" y="7873"/>
                  </a:cubicBezTo>
                  <a:cubicBezTo>
                    <a:pt x="22219" y="11764"/>
                    <a:pt x="19301" y="18390"/>
                    <a:pt x="22584" y="23922"/>
                  </a:cubicBezTo>
                  <a:cubicBezTo>
                    <a:pt x="25046" y="28086"/>
                    <a:pt x="30092" y="33649"/>
                    <a:pt x="31004" y="38542"/>
                  </a:cubicBezTo>
                  <a:cubicBezTo>
                    <a:pt x="31855" y="43284"/>
                    <a:pt x="29150" y="51947"/>
                    <a:pt x="35107" y="54561"/>
                  </a:cubicBezTo>
                  <a:cubicBezTo>
                    <a:pt x="42250" y="57691"/>
                    <a:pt x="51673" y="50032"/>
                    <a:pt x="55746" y="45503"/>
                  </a:cubicBezTo>
                  <a:cubicBezTo>
                    <a:pt x="64834" y="35411"/>
                    <a:pt x="69941" y="36992"/>
                    <a:pt x="80822" y="43770"/>
                  </a:cubicBezTo>
                  <a:cubicBezTo>
                    <a:pt x="87205" y="47782"/>
                    <a:pt x="94683" y="47691"/>
                    <a:pt x="102191" y="49576"/>
                  </a:cubicBezTo>
                  <a:cubicBezTo>
                    <a:pt x="107571" y="50913"/>
                    <a:pt x="107145" y="54682"/>
                    <a:pt x="107783" y="59090"/>
                  </a:cubicBezTo>
                  <a:cubicBezTo>
                    <a:pt x="108604" y="64591"/>
                    <a:pt x="111826" y="70610"/>
                    <a:pt x="117236" y="71917"/>
                  </a:cubicBezTo>
                  <a:cubicBezTo>
                    <a:pt x="125504" y="73923"/>
                    <a:pt x="133863" y="65321"/>
                    <a:pt x="141827" y="66901"/>
                  </a:cubicBezTo>
                  <a:cubicBezTo>
                    <a:pt x="146599" y="67813"/>
                    <a:pt x="153620" y="7292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26"/>
            <p:cNvSpPr/>
            <p:nvPr/>
          </p:nvSpPr>
          <p:spPr>
            <a:xfrm>
              <a:off x="2975000" y="442550"/>
              <a:ext cx="3962100" cy="1826050"/>
            </a:xfrm>
            <a:custGeom>
              <a:rect b="b" l="l" r="r" t="t"/>
              <a:pathLst>
                <a:path extrusionOk="0" fill="none" h="73042" w="158484">
                  <a:moveTo>
                    <a:pt x="0" y="1"/>
                  </a:moveTo>
                  <a:cubicBezTo>
                    <a:pt x="4894" y="2858"/>
                    <a:pt x="10000" y="5168"/>
                    <a:pt x="15076" y="7630"/>
                  </a:cubicBezTo>
                  <a:cubicBezTo>
                    <a:pt x="22402" y="11217"/>
                    <a:pt x="20639" y="16992"/>
                    <a:pt x="23435" y="22980"/>
                  </a:cubicBezTo>
                  <a:cubicBezTo>
                    <a:pt x="25685" y="27813"/>
                    <a:pt x="29910" y="33041"/>
                    <a:pt x="31460" y="37934"/>
                  </a:cubicBezTo>
                  <a:cubicBezTo>
                    <a:pt x="32858" y="42372"/>
                    <a:pt x="29940" y="51096"/>
                    <a:pt x="35867" y="53558"/>
                  </a:cubicBezTo>
                  <a:cubicBezTo>
                    <a:pt x="43618" y="56749"/>
                    <a:pt x="52433" y="48937"/>
                    <a:pt x="56779" y="43831"/>
                  </a:cubicBezTo>
                  <a:cubicBezTo>
                    <a:pt x="65746" y="33314"/>
                    <a:pt x="71552" y="36901"/>
                    <a:pt x="81886" y="43466"/>
                  </a:cubicBezTo>
                  <a:cubicBezTo>
                    <a:pt x="87965" y="47327"/>
                    <a:pt x="95412" y="47752"/>
                    <a:pt x="102707" y="49454"/>
                  </a:cubicBezTo>
                  <a:cubicBezTo>
                    <a:pt x="108148" y="50700"/>
                    <a:pt x="107905" y="54226"/>
                    <a:pt x="108452" y="58725"/>
                  </a:cubicBezTo>
                  <a:cubicBezTo>
                    <a:pt x="109182" y="64226"/>
                    <a:pt x="112130" y="69910"/>
                    <a:pt x="117571" y="71187"/>
                  </a:cubicBezTo>
                  <a:cubicBezTo>
                    <a:pt x="125626" y="73041"/>
                    <a:pt x="134410" y="64895"/>
                    <a:pt x="142100" y="66688"/>
                  </a:cubicBezTo>
                  <a:cubicBezTo>
                    <a:pt x="146751" y="67783"/>
                    <a:pt x="153590" y="72828"/>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26"/>
            <p:cNvSpPr/>
            <p:nvPr/>
          </p:nvSpPr>
          <p:spPr>
            <a:xfrm>
              <a:off x="2975000" y="442550"/>
              <a:ext cx="3962850" cy="1818450"/>
            </a:xfrm>
            <a:custGeom>
              <a:rect b="b" l="l" r="r" t="t"/>
              <a:pathLst>
                <a:path extrusionOk="0" fill="none" h="72738" w="158514">
                  <a:moveTo>
                    <a:pt x="0" y="1"/>
                  </a:moveTo>
                  <a:cubicBezTo>
                    <a:pt x="4924" y="2827"/>
                    <a:pt x="10122" y="5077"/>
                    <a:pt x="15259" y="7387"/>
                  </a:cubicBezTo>
                  <a:cubicBezTo>
                    <a:pt x="22432" y="10609"/>
                    <a:pt x="22159" y="15594"/>
                    <a:pt x="24317" y="22007"/>
                  </a:cubicBezTo>
                  <a:cubicBezTo>
                    <a:pt x="26171" y="27630"/>
                    <a:pt x="29332" y="32402"/>
                    <a:pt x="31733" y="37418"/>
                  </a:cubicBezTo>
                  <a:cubicBezTo>
                    <a:pt x="33831" y="41764"/>
                    <a:pt x="30669" y="50305"/>
                    <a:pt x="36657" y="52615"/>
                  </a:cubicBezTo>
                  <a:cubicBezTo>
                    <a:pt x="44955" y="55868"/>
                    <a:pt x="53162" y="47630"/>
                    <a:pt x="57782" y="42068"/>
                  </a:cubicBezTo>
                  <a:cubicBezTo>
                    <a:pt x="66476" y="31551"/>
                    <a:pt x="73315" y="37022"/>
                    <a:pt x="82950" y="43193"/>
                  </a:cubicBezTo>
                  <a:cubicBezTo>
                    <a:pt x="88695" y="46871"/>
                    <a:pt x="96142" y="47813"/>
                    <a:pt x="103194" y="49333"/>
                  </a:cubicBezTo>
                  <a:cubicBezTo>
                    <a:pt x="108726" y="50488"/>
                    <a:pt x="108634" y="53740"/>
                    <a:pt x="109151" y="58390"/>
                  </a:cubicBezTo>
                  <a:cubicBezTo>
                    <a:pt x="109789" y="63862"/>
                    <a:pt x="112464" y="69211"/>
                    <a:pt x="117996" y="70427"/>
                  </a:cubicBezTo>
                  <a:cubicBezTo>
                    <a:pt x="125778" y="72129"/>
                    <a:pt x="135018" y="64439"/>
                    <a:pt x="142434" y="66506"/>
                  </a:cubicBezTo>
                  <a:cubicBezTo>
                    <a:pt x="146994" y="67752"/>
                    <a:pt x="153650" y="72737"/>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26"/>
            <p:cNvSpPr/>
            <p:nvPr/>
          </p:nvSpPr>
          <p:spPr>
            <a:xfrm>
              <a:off x="2975000" y="442550"/>
              <a:ext cx="3962850" cy="1816175"/>
            </a:xfrm>
            <a:custGeom>
              <a:rect b="b" l="l" r="r" t="t"/>
              <a:pathLst>
                <a:path extrusionOk="0" fill="none" h="72647" w="158514">
                  <a:moveTo>
                    <a:pt x="0" y="1"/>
                  </a:moveTo>
                  <a:cubicBezTo>
                    <a:pt x="4985" y="2797"/>
                    <a:pt x="10244" y="4985"/>
                    <a:pt x="15441" y="7144"/>
                  </a:cubicBezTo>
                  <a:cubicBezTo>
                    <a:pt x="22341" y="10031"/>
                    <a:pt x="23648" y="14621"/>
                    <a:pt x="25259" y="21034"/>
                  </a:cubicBezTo>
                  <a:cubicBezTo>
                    <a:pt x="26688" y="26809"/>
                    <a:pt x="28572" y="31977"/>
                    <a:pt x="31885" y="36992"/>
                  </a:cubicBezTo>
                  <a:cubicBezTo>
                    <a:pt x="34742" y="41278"/>
                    <a:pt x="31429" y="49606"/>
                    <a:pt x="37478" y="51825"/>
                  </a:cubicBezTo>
                  <a:cubicBezTo>
                    <a:pt x="46171" y="55017"/>
                    <a:pt x="54469" y="46202"/>
                    <a:pt x="58755" y="40305"/>
                  </a:cubicBezTo>
                  <a:cubicBezTo>
                    <a:pt x="66232" y="30001"/>
                    <a:pt x="76415" y="38025"/>
                    <a:pt x="84044" y="42889"/>
                  </a:cubicBezTo>
                  <a:cubicBezTo>
                    <a:pt x="89546" y="46384"/>
                    <a:pt x="96841" y="47874"/>
                    <a:pt x="103680" y="49211"/>
                  </a:cubicBezTo>
                  <a:cubicBezTo>
                    <a:pt x="109242" y="50305"/>
                    <a:pt x="109364" y="53254"/>
                    <a:pt x="109850" y="58026"/>
                  </a:cubicBezTo>
                  <a:cubicBezTo>
                    <a:pt x="110397" y="63436"/>
                    <a:pt x="112829" y="68482"/>
                    <a:pt x="118422" y="69667"/>
                  </a:cubicBezTo>
                  <a:cubicBezTo>
                    <a:pt x="125930" y="71278"/>
                    <a:pt x="135626" y="64044"/>
                    <a:pt x="142708" y="66293"/>
                  </a:cubicBezTo>
                  <a:cubicBezTo>
                    <a:pt x="147176" y="67692"/>
                    <a:pt x="153681" y="7264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26"/>
            <p:cNvSpPr/>
            <p:nvPr/>
          </p:nvSpPr>
          <p:spPr>
            <a:xfrm>
              <a:off x="2975000" y="442550"/>
              <a:ext cx="3962850" cy="1813875"/>
            </a:xfrm>
            <a:custGeom>
              <a:rect b="b" l="l" r="r" t="t"/>
              <a:pathLst>
                <a:path extrusionOk="0" fill="none" h="72555" w="158514">
                  <a:moveTo>
                    <a:pt x="0" y="1"/>
                  </a:moveTo>
                  <a:cubicBezTo>
                    <a:pt x="5015" y="2767"/>
                    <a:pt x="10335" y="4894"/>
                    <a:pt x="15624" y="6931"/>
                  </a:cubicBezTo>
                  <a:cubicBezTo>
                    <a:pt x="22189" y="9423"/>
                    <a:pt x="24925" y="13648"/>
                    <a:pt x="26262" y="20031"/>
                  </a:cubicBezTo>
                  <a:cubicBezTo>
                    <a:pt x="27508" y="25958"/>
                    <a:pt x="27843" y="31582"/>
                    <a:pt x="31916" y="36597"/>
                  </a:cubicBezTo>
                  <a:cubicBezTo>
                    <a:pt x="35290" y="40731"/>
                    <a:pt x="32432" y="49150"/>
                    <a:pt x="38299" y="51096"/>
                  </a:cubicBezTo>
                  <a:cubicBezTo>
                    <a:pt x="47326" y="54105"/>
                    <a:pt x="55138" y="44804"/>
                    <a:pt x="59758" y="38512"/>
                  </a:cubicBezTo>
                  <a:cubicBezTo>
                    <a:pt x="66901" y="28816"/>
                    <a:pt x="78512" y="38512"/>
                    <a:pt x="85139" y="42585"/>
                  </a:cubicBezTo>
                  <a:cubicBezTo>
                    <a:pt x="90397" y="45807"/>
                    <a:pt x="97510" y="47995"/>
                    <a:pt x="104105" y="49120"/>
                  </a:cubicBezTo>
                  <a:cubicBezTo>
                    <a:pt x="109698" y="50062"/>
                    <a:pt x="109729" y="52707"/>
                    <a:pt x="110580" y="57691"/>
                  </a:cubicBezTo>
                  <a:cubicBezTo>
                    <a:pt x="111461" y="63071"/>
                    <a:pt x="112829" y="67692"/>
                    <a:pt x="118878" y="68938"/>
                  </a:cubicBezTo>
                  <a:cubicBezTo>
                    <a:pt x="126082" y="70427"/>
                    <a:pt x="136234" y="63649"/>
                    <a:pt x="143012" y="66111"/>
                  </a:cubicBezTo>
                  <a:cubicBezTo>
                    <a:pt x="147359" y="67661"/>
                    <a:pt x="153742" y="7255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26"/>
            <p:cNvSpPr/>
            <p:nvPr/>
          </p:nvSpPr>
          <p:spPr>
            <a:xfrm>
              <a:off x="2975000" y="442550"/>
              <a:ext cx="3962850" cy="1804000"/>
            </a:xfrm>
            <a:custGeom>
              <a:rect b="b" l="l" r="r" t="t"/>
              <a:pathLst>
                <a:path extrusionOk="0" fill="none" h="72160" w="158514">
                  <a:moveTo>
                    <a:pt x="0" y="1"/>
                  </a:moveTo>
                  <a:cubicBezTo>
                    <a:pt x="5076" y="2736"/>
                    <a:pt x="10456" y="4803"/>
                    <a:pt x="15806" y="6688"/>
                  </a:cubicBezTo>
                  <a:cubicBezTo>
                    <a:pt x="22037" y="8876"/>
                    <a:pt x="26049" y="12767"/>
                    <a:pt x="27326" y="18967"/>
                  </a:cubicBezTo>
                  <a:cubicBezTo>
                    <a:pt x="28542" y="24925"/>
                    <a:pt x="27326" y="31126"/>
                    <a:pt x="31855" y="36202"/>
                  </a:cubicBezTo>
                  <a:cubicBezTo>
                    <a:pt x="35381" y="40153"/>
                    <a:pt x="33618" y="48725"/>
                    <a:pt x="39150" y="50457"/>
                  </a:cubicBezTo>
                  <a:cubicBezTo>
                    <a:pt x="48329" y="53314"/>
                    <a:pt x="55746" y="42919"/>
                    <a:pt x="60792" y="36810"/>
                  </a:cubicBezTo>
                  <a:cubicBezTo>
                    <a:pt x="67995" y="28086"/>
                    <a:pt x="80032" y="38360"/>
                    <a:pt x="86263" y="42159"/>
                  </a:cubicBezTo>
                  <a:cubicBezTo>
                    <a:pt x="91430" y="45320"/>
                    <a:pt x="98057" y="48056"/>
                    <a:pt x="104561" y="48998"/>
                  </a:cubicBezTo>
                  <a:cubicBezTo>
                    <a:pt x="115747" y="50700"/>
                    <a:pt x="107692" y="65898"/>
                    <a:pt x="119303" y="68178"/>
                  </a:cubicBezTo>
                  <a:cubicBezTo>
                    <a:pt x="126294" y="69576"/>
                    <a:pt x="136872" y="63254"/>
                    <a:pt x="143316" y="65898"/>
                  </a:cubicBezTo>
                  <a:cubicBezTo>
                    <a:pt x="147784" y="67752"/>
                    <a:pt x="153407" y="7216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26"/>
            <p:cNvSpPr/>
            <p:nvPr/>
          </p:nvSpPr>
          <p:spPr>
            <a:xfrm>
              <a:off x="2975000" y="442550"/>
              <a:ext cx="3962100" cy="1802475"/>
            </a:xfrm>
            <a:custGeom>
              <a:rect b="b" l="l" r="r" t="t"/>
              <a:pathLst>
                <a:path extrusionOk="0" fill="none" h="72099" w="158484">
                  <a:moveTo>
                    <a:pt x="0" y="1"/>
                  </a:moveTo>
                  <a:cubicBezTo>
                    <a:pt x="5107" y="2706"/>
                    <a:pt x="10760" y="4590"/>
                    <a:pt x="15958" y="6444"/>
                  </a:cubicBezTo>
                  <a:cubicBezTo>
                    <a:pt x="21764" y="8511"/>
                    <a:pt x="26931" y="11733"/>
                    <a:pt x="28390" y="17843"/>
                  </a:cubicBezTo>
                  <a:cubicBezTo>
                    <a:pt x="29788" y="23740"/>
                    <a:pt x="26900" y="30579"/>
                    <a:pt x="31672" y="35867"/>
                  </a:cubicBezTo>
                  <a:cubicBezTo>
                    <a:pt x="35107" y="39636"/>
                    <a:pt x="34925" y="48390"/>
                    <a:pt x="40001" y="49849"/>
                  </a:cubicBezTo>
                  <a:cubicBezTo>
                    <a:pt x="49302" y="52494"/>
                    <a:pt x="56415" y="40761"/>
                    <a:pt x="61886" y="35320"/>
                  </a:cubicBezTo>
                  <a:cubicBezTo>
                    <a:pt x="69211" y="28025"/>
                    <a:pt x="81278" y="37873"/>
                    <a:pt x="87327" y="41612"/>
                  </a:cubicBezTo>
                  <a:cubicBezTo>
                    <a:pt x="92585" y="44864"/>
                    <a:pt x="98421" y="48117"/>
                    <a:pt x="104926" y="48968"/>
                  </a:cubicBezTo>
                  <a:cubicBezTo>
                    <a:pt x="116385" y="50457"/>
                    <a:pt x="108239" y="65442"/>
                    <a:pt x="119759" y="67509"/>
                  </a:cubicBezTo>
                  <a:cubicBezTo>
                    <a:pt x="126659" y="68725"/>
                    <a:pt x="137298" y="62980"/>
                    <a:pt x="143559" y="65716"/>
                  </a:cubicBezTo>
                  <a:cubicBezTo>
                    <a:pt x="147936" y="67631"/>
                    <a:pt x="153407" y="72099"/>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26"/>
            <p:cNvSpPr/>
            <p:nvPr/>
          </p:nvSpPr>
          <p:spPr>
            <a:xfrm>
              <a:off x="2975000" y="442550"/>
              <a:ext cx="3962850" cy="1800200"/>
            </a:xfrm>
            <a:custGeom>
              <a:rect b="b" l="l" r="r" t="t"/>
              <a:pathLst>
                <a:path extrusionOk="0" fill="none" h="72008" w="158514">
                  <a:moveTo>
                    <a:pt x="0" y="1"/>
                  </a:moveTo>
                  <a:cubicBezTo>
                    <a:pt x="5167" y="2645"/>
                    <a:pt x="10821" y="4499"/>
                    <a:pt x="16140" y="6201"/>
                  </a:cubicBezTo>
                  <a:cubicBezTo>
                    <a:pt x="21976" y="8055"/>
                    <a:pt x="27630" y="11065"/>
                    <a:pt x="29484" y="16657"/>
                  </a:cubicBezTo>
                  <a:cubicBezTo>
                    <a:pt x="31308" y="22159"/>
                    <a:pt x="26748" y="29940"/>
                    <a:pt x="31521" y="35442"/>
                  </a:cubicBezTo>
                  <a:cubicBezTo>
                    <a:pt x="34621" y="38998"/>
                    <a:pt x="36414" y="48147"/>
                    <a:pt x="40913" y="49211"/>
                  </a:cubicBezTo>
                  <a:cubicBezTo>
                    <a:pt x="50244" y="51430"/>
                    <a:pt x="56749" y="38846"/>
                    <a:pt x="63041" y="34044"/>
                  </a:cubicBezTo>
                  <a:cubicBezTo>
                    <a:pt x="70731" y="28147"/>
                    <a:pt x="82190" y="36992"/>
                    <a:pt x="88391" y="40943"/>
                  </a:cubicBezTo>
                  <a:cubicBezTo>
                    <a:pt x="93862" y="44409"/>
                    <a:pt x="98695" y="48147"/>
                    <a:pt x="105352" y="48907"/>
                  </a:cubicBezTo>
                  <a:cubicBezTo>
                    <a:pt x="117024" y="50184"/>
                    <a:pt x="108786" y="64834"/>
                    <a:pt x="120276" y="66780"/>
                  </a:cubicBezTo>
                  <a:cubicBezTo>
                    <a:pt x="126993" y="67904"/>
                    <a:pt x="137784" y="62585"/>
                    <a:pt x="143863" y="65533"/>
                  </a:cubicBezTo>
                  <a:cubicBezTo>
                    <a:pt x="148149" y="67570"/>
                    <a:pt x="153468" y="72008"/>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26"/>
            <p:cNvSpPr/>
            <p:nvPr/>
          </p:nvSpPr>
          <p:spPr>
            <a:xfrm>
              <a:off x="2975000" y="442550"/>
              <a:ext cx="3963625" cy="1798675"/>
            </a:xfrm>
            <a:custGeom>
              <a:rect b="b" l="l" r="r" t="t"/>
              <a:pathLst>
                <a:path extrusionOk="0" fill="none" h="71947" w="158545">
                  <a:moveTo>
                    <a:pt x="0" y="1"/>
                  </a:moveTo>
                  <a:cubicBezTo>
                    <a:pt x="5198" y="2615"/>
                    <a:pt x="10912" y="4408"/>
                    <a:pt x="16323" y="5958"/>
                  </a:cubicBezTo>
                  <a:cubicBezTo>
                    <a:pt x="22067" y="7630"/>
                    <a:pt x="28147" y="10365"/>
                    <a:pt x="30578" y="15472"/>
                  </a:cubicBezTo>
                  <a:cubicBezTo>
                    <a:pt x="33192" y="20974"/>
                    <a:pt x="26931" y="29059"/>
                    <a:pt x="31369" y="35047"/>
                  </a:cubicBezTo>
                  <a:cubicBezTo>
                    <a:pt x="33831" y="38390"/>
                    <a:pt x="37904" y="47904"/>
                    <a:pt x="41825" y="48542"/>
                  </a:cubicBezTo>
                  <a:cubicBezTo>
                    <a:pt x="50883" y="50062"/>
                    <a:pt x="57296" y="36931"/>
                    <a:pt x="64257" y="33010"/>
                  </a:cubicBezTo>
                  <a:cubicBezTo>
                    <a:pt x="72160" y="28512"/>
                    <a:pt x="83102" y="35928"/>
                    <a:pt x="89424" y="40153"/>
                  </a:cubicBezTo>
                  <a:cubicBezTo>
                    <a:pt x="94804" y="43740"/>
                    <a:pt x="98877" y="48208"/>
                    <a:pt x="105747" y="48846"/>
                  </a:cubicBezTo>
                  <a:cubicBezTo>
                    <a:pt x="117601" y="49971"/>
                    <a:pt x="109425" y="64257"/>
                    <a:pt x="120793" y="66081"/>
                  </a:cubicBezTo>
                  <a:cubicBezTo>
                    <a:pt x="127419" y="67144"/>
                    <a:pt x="138270" y="62281"/>
                    <a:pt x="144167" y="65351"/>
                  </a:cubicBezTo>
                  <a:cubicBezTo>
                    <a:pt x="148362" y="67540"/>
                    <a:pt x="153529" y="71947"/>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26"/>
            <p:cNvSpPr/>
            <p:nvPr/>
          </p:nvSpPr>
          <p:spPr>
            <a:xfrm>
              <a:off x="2975000" y="442550"/>
              <a:ext cx="3962850" cy="1795650"/>
            </a:xfrm>
            <a:custGeom>
              <a:rect b="b" l="l" r="r" t="t"/>
              <a:pathLst>
                <a:path extrusionOk="0" fill="none" h="71826" w="158514">
                  <a:moveTo>
                    <a:pt x="0" y="1"/>
                  </a:moveTo>
                  <a:cubicBezTo>
                    <a:pt x="5259" y="2584"/>
                    <a:pt x="10973" y="4317"/>
                    <a:pt x="16475" y="5745"/>
                  </a:cubicBezTo>
                  <a:cubicBezTo>
                    <a:pt x="22250" y="7235"/>
                    <a:pt x="28542" y="9788"/>
                    <a:pt x="31581" y="14195"/>
                  </a:cubicBezTo>
                  <a:cubicBezTo>
                    <a:pt x="35168" y="19332"/>
                    <a:pt x="27326" y="28238"/>
                    <a:pt x="31247" y="34560"/>
                  </a:cubicBezTo>
                  <a:cubicBezTo>
                    <a:pt x="33253" y="37782"/>
                    <a:pt x="39150" y="47418"/>
                    <a:pt x="42737" y="47722"/>
                  </a:cubicBezTo>
                  <a:cubicBezTo>
                    <a:pt x="51612" y="48482"/>
                    <a:pt x="57752" y="35229"/>
                    <a:pt x="65412" y="32129"/>
                  </a:cubicBezTo>
                  <a:cubicBezTo>
                    <a:pt x="73588" y="28816"/>
                    <a:pt x="84044" y="34804"/>
                    <a:pt x="90275" y="39302"/>
                  </a:cubicBezTo>
                  <a:cubicBezTo>
                    <a:pt x="95351" y="42980"/>
                    <a:pt x="98938" y="48269"/>
                    <a:pt x="106081" y="48816"/>
                  </a:cubicBezTo>
                  <a:cubicBezTo>
                    <a:pt x="111704" y="49241"/>
                    <a:pt x="112981" y="50670"/>
                    <a:pt x="114136" y="56111"/>
                  </a:cubicBezTo>
                  <a:cubicBezTo>
                    <a:pt x="115139" y="60792"/>
                    <a:pt x="115321" y="64470"/>
                    <a:pt x="121279" y="65381"/>
                  </a:cubicBezTo>
                  <a:cubicBezTo>
                    <a:pt x="127784" y="66385"/>
                    <a:pt x="138696" y="61947"/>
                    <a:pt x="144410" y="65169"/>
                  </a:cubicBezTo>
                  <a:cubicBezTo>
                    <a:pt x="148483" y="67448"/>
                    <a:pt x="153529" y="7182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26"/>
            <p:cNvSpPr/>
            <p:nvPr/>
          </p:nvSpPr>
          <p:spPr>
            <a:xfrm>
              <a:off x="2975000" y="442550"/>
              <a:ext cx="3962850" cy="1794125"/>
            </a:xfrm>
            <a:custGeom>
              <a:rect b="b" l="l" r="r" t="t"/>
              <a:pathLst>
                <a:path extrusionOk="0" fill="none" h="71765" w="158514">
                  <a:moveTo>
                    <a:pt x="0" y="1"/>
                  </a:moveTo>
                  <a:cubicBezTo>
                    <a:pt x="5319" y="2554"/>
                    <a:pt x="11064" y="4226"/>
                    <a:pt x="16627" y="5502"/>
                  </a:cubicBezTo>
                  <a:cubicBezTo>
                    <a:pt x="22523" y="6840"/>
                    <a:pt x="28663" y="9302"/>
                    <a:pt x="32554" y="12919"/>
                  </a:cubicBezTo>
                  <a:cubicBezTo>
                    <a:pt x="36931" y="17022"/>
                    <a:pt x="28906" y="28268"/>
                    <a:pt x="31247" y="33983"/>
                  </a:cubicBezTo>
                  <a:cubicBezTo>
                    <a:pt x="32615" y="37326"/>
                    <a:pt x="40031" y="46658"/>
                    <a:pt x="43679" y="46719"/>
                  </a:cubicBezTo>
                  <a:cubicBezTo>
                    <a:pt x="52433" y="46810"/>
                    <a:pt x="58117" y="33861"/>
                    <a:pt x="66628" y="31430"/>
                  </a:cubicBezTo>
                  <a:cubicBezTo>
                    <a:pt x="75108" y="28998"/>
                    <a:pt x="85078" y="33709"/>
                    <a:pt x="91066" y="38451"/>
                  </a:cubicBezTo>
                  <a:cubicBezTo>
                    <a:pt x="95899" y="42250"/>
                    <a:pt x="98847" y="48482"/>
                    <a:pt x="106446" y="48785"/>
                  </a:cubicBezTo>
                  <a:cubicBezTo>
                    <a:pt x="119030" y="49272"/>
                    <a:pt x="110853" y="62950"/>
                    <a:pt x="121826" y="64743"/>
                  </a:cubicBezTo>
                  <a:cubicBezTo>
                    <a:pt x="128088" y="65746"/>
                    <a:pt x="139121" y="61612"/>
                    <a:pt x="144684" y="64986"/>
                  </a:cubicBezTo>
                  <a:cubicBezTo>
                    <a:pt x="148666" y="67388"/>
                    <a:pt x="153559" y="7176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26"/>
            <p:cNvSpPr/>
            <p:nvPr/>
          </p:nvSpPr>
          <p:spPr>
            <a:xfrm>
              <a:off x="2975000" y="442550"/>
              <a:ext cx="3962850" cy="1791075"/>
            </a:xfrm>
            <a:custGeom>
              <a:rect b="b" l="l" r="r" t="t"/>
              <a:pathLst>
                <a:path extrusionOk="0" fill="none" h="71643" w="158514">
                  <a:moveTo>
                    <a:pt x="0" y="1"/>
                  </a:moveTo>
                  <a:cubicBezTo>
                    <a:pt x="5319" y="2523"/>
                    <a:pt x="11155" y="4134"/>
                    <a:pt x="16779" y="5259"/>
                  </a:cubicBezTo>
                  <a:cubicBezTo>
                    <a:pt x="22736" y="6475"/>
                    <a:pt x="29302" y="9058"/>
                    <a:pt x="33405" y="11672"/>
                  </a:cubicBezTo>
                  <a:cubicBezTo>
                    <a:pt x="37660" y="14378"/>
                    <a:pt x="30821" y="28968"/>
                    <a:pt x="31399" y="33314"/>
                  </a:cubicBezTo>
                  <a:cubicBezTo>
                    <a:pt x="31885" y="36931"/>
                    <a:pt x="40578" y="45624"/>
                    <a:pt x="44651" y="45472"/>
                  </a:cubicBezTo>
                  <a:cubicBezTo>
                    <a:pt x="53101" y="45168"/>
                    <a:pt x="58421" y="32828"/>
                    <a:pt x="67874" y="30852"/>
                  </a:cubicBezTo>
                  <a:cubicBezTo>
                    <a:pt x="76658" y="29028"/>
                    <a:pt x="86233" y="32706"/>
                    <a:pt x="91856" y="37509"/>
                  </a:cubicBezTo>
                  <a:cubicBezTo>
                    <a:pt x="96476" y="41491"/>
                    <a:pt x="98908" y="48542"/>
                    <a:pt x="106780" y="48755"/>
                  </a:cubicBezTo>
                  <a:cubicBezTo>
                    <a:pt x="112647" y="48907"/>
                    <a:pt x="114045" y="50184"/>
                    <a:pt x="115565" y="55503"/>
                  </a:cubicBezTo>
                  <a:cubicBezTo>
                    <a:pt x="116841" y="60062"/>
                    <a:pt x="116628" y="63132"/>
                    <a:pt x="122404" y="64044"/>
                  </a:cubicBezTo>
                  <a:cubicBezTo>
                    <a:pt x="128544" y="65047"/>
                    <a:pt x="139486" y="61278"/>
                    <a:pt x="144957" y="64804"/>
                  </a:cubicBezTo>
                  <a:cubicBezTo>
                    <a:pt x="148818" y="67296"/>
                    <a:pt x="153559" y="71643"/>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26"/>
            <p:cNvSpPr/>
            <p:nvPr/>
          </p:nvSpPr>
          <p:spPr>
            <a:xfrm>
              <a:off x="2975000" y="442550"/>
              <a:ext cx="3962100" cy="1789575"/>
            </a:xfrm>
            <a:custGeom>
              <a:rect b="b" l="l" r="r" t="t"/>
              <a:pathLst>
                <a:path extrusionOk="0" fill="none" h="71583" w="158484">
                  <a:moveTo>
                    <a:pt x="0" y="1"/>
                  </a:moveTo>
                  <a:cubicBezTo>
                    <a:pt x="5380" y="2463"/>
                    <a:pt x="11216" y="4043"/>
                    <a:pt x="16900" y="5016"/>
                  </a:cubicBezTo>
                  <a:cubicBezTo>
                    <a:pt x="22797" y="6049"/>
                    <a:pt x="29058" y="8724"/>
                    <a:pt x="34135" y="10457"/>
                  </a:cubicBezTo>
                  <a:cubicBezTo>
                    <a:pt x="39667" y="12372"/>
                    <a:pt x="32037" y="28846"/>
                    <a:pt x="31855" y="32463"/>
                  </a:cubicBezTo>
                  <a:cubicBezTo>
                    <a:pt x="31672" y="36597"/>
                    <a:pt x="40852" y="44712"/>
                    <a:pt x="45503" y="44074"/>
                  </a:cubicBezTo>
                  <a:cubicBezTo>
                    <a:pt x="54165" y="42889"/>
                    <a:pt x="59606" y="32038"/>
                    <a:pt x="69090" y="30335"/>
                  </a:cubicBezTo>
                  <a:cubicBezTo>
                    <a:pt x="77479" y="28846"/>
                    <a:pt x="87388" y="31703"/>
                    <a:pt x="92646" y="36566"/>
                  </a:cubicBezTo>
                  <a:cubicBezTo>
                    <a:pt x="97084" y="40670"/>
                    <a:pt x="98908" y="48634"/>
                    <a:pt x="107084" y="48725"/>
                  </a:cubicBezTo>
                  <a:cubicBezTo>
                    <a:pt x="112890" y="48816"/>
                    <a:pt x="114501" y="49910"/>
                    <a:pt x="116203" y="55229"/>
                  </a:cubicBezTo>
                  <a:cubicBezTo>
                    <a:pt x="117571" y="59606"/>
                    <a:pt x="117297" y="62555"/>
                    <a:pt x="122951" y="63436"/>
                  </a:cubicBezTo>
                  <a:cubicBezTo>
                    <a:pt x="129030" y="64378"/>
                    <a:pt x="139851" y="60944"/>
                    <a:pt x="145200" y="64622"/>
                  </a:cubicBezTo>
                  <a:cubicBezTo>
                    <a:pt x="148939" y="67205"/>
                    <a:pt x="153590" y="7158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26"/>
            <p:cNvSpPr/>
            <p:nvPr/>
          </p:nvSpPr>
          <p:spPr>
            <a:xfrm>
              <a:off x="2975000" y="442550"/>
              <a:ext cx="3962850" cy="1785000"/>
            </a:xfrm>
            <a:custGeom>
              <a:rect b="b" l="l" r="r" t="t"/>
              <a:pathLst>
                <a:path extrusionOk="0" fill="none" h="71400" w="158514">
                  <a:moveTo>
                    <a:pt x="0" y="1"/>
                  </a:moveTo>
                  <a:cubicBezTo>
                    <a:pt x="5411" y="2432"/>
                    <a:pt x="11307" y="3952"/>
                    <a:pt x="17052" y="4803"/>
                  </a:cubicBezTo>
                  <a:cubicBezTo>
                    <a:pt x="22949" y="5685"/>
                    <a:pt x="29028" y="8967"/>
                    <a:pt x="34682" y="9362"/>
                  </a:cubicBezTo>
                  <a:cubicBezTo>
                    <a:pt x="42007" y="9849"/>
                    <a:pt x="33557" y="28360"/>
                    <a:pt x="32858" y="31065"/>
                  </a:cubicBezTo>
                  <a:cubicBezTo>
                    <a:pt x="31308" y="36931"/>
                    <a:pt x="41095" y="43801"/>
                    <a:pt x="46141" y="42676"/>
                  </a:cubicBezTo>
                  <a:cubicBezTo>
                    <a:pt x="54925" y="40761"/>
                    <a:pt x="60731" y="31703"/>
                    <a:pt x="70245" y="29819"/>
                  </a:cubicBezTo>
                  <a:cubicBezTo>
                    <a:pt x="78451" y="28177"/>
                    <a:pt x="88573" y="30731"/>
                    <a:pt x="93497" y="35563"/>
                  </a:cubicBezTo>
                  <a:cubicBezTo>
                    <a:pt x="97753" y="39728"/>
                    <a:pt x="98969" y="48725"/>
                    <a:pt x="107419" y="48755"/>
                  </a:cubicBezTo>
                  <a:cubicBezTo>
                    <a:pt x="113163" y="48755"/>
                    <a:pt x="115018" y="49667"/>
                    <a:pt x="116872" y="54956"/>
                  </a:cubicBezTo>
                  <a:cubicBezTo>
                    <a:pt x="118331" y="59181"/>
                    <a:pt x="118027" y="61977"/>
                    <a:pt x="123559" y="62798"/>
                  </a:cubicBezTo>
                  <a:cubicBezTo>
                    <a:pt x="129638" y="63710"/>
                    <a:pt x="140459" y="60579"/>
                    <a:pt x="145504" y="64470"/>
                  </a:cubicBezTo>
                  <a:cubicBezTo>
                    <a:pt x="148939" y="67144"/>
                    <a:pt x="153802" y="7140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26"/>
            <p:cNvSpPr/>
            <p:nvPr/>
          </p:nvSpPr>
          <p:spPr>
            <a:xfrm>
              <a:off x="2975000" y="442550"/>
              <a:ext cx="3962100" cy="1781975"/>
            </a:xfrm>
            <a:custGeom>
              <a:rect b="b" l="l" r="r" t="t"/>
              <a:pathLst>
                <a:path extrusionOk="0" fill="none" h="71279" w="158484">
                  <a:moveTo>
                    <a:pt x="0" y="1"/>
                  </a:moveTo>
                  <a:cubicBezTo>
                    <a:pt x="5471" y="2402"/>
                    <a:pt x="11247" y="3922"/>
                    <a:pt x="17174" y="4560"/>
                  </a:cubicBezTo>
                  <a:cubicBezTo>
                    <a:pt x="23253" y="5198"/>
                    <a:pt x="29514" y="8420"/>
                    <a:pt x="35107" y="8177"/>
                  </a:cubicBezTo>
                  <a:cubicBezTo>
                    <a:pt x="44044" y="7782"/>
                    <a:pt x="35290" y="26718"/>
                    <a:pt x="34256" y="29089"/>
                  </a:cubicBezTo>
                  <a:cubicBezTo>
                    <a:pt x="31369" y="35959"/>
                    <a:pt x="40578" y="42980"/>
                    <a:pt x="46658" y="41247"/>
                  </a:cubicBezTo>
                  <a:cubicBezTo>
                    <a:pt x="55533" y="38785"/>
                    <a:pt x="61947" y="31490"/>
                    <a:pt x="71369" y="29180"/>
                  </a:cubicBezTo>
                  <a:cubicBezTo>
                    <a:pt x="79424" y="27174"/>
                    <a:pt x="89819" y="29697"/>
                    <a:pt x="94470" y="34439"/>
                  </a:cubicBezTo>
                  <a:cubicBezTo>
                    <a:pt x="98482" y="38573"/>
                    <a:pt x="99090" y="48785"/>
                    <a:pt x="107753" y="48694"/>
                  </a:cubicBezTo>
                  <a:cubicBezTo>
                    <a:pt x="113407" y="48634"/>
                    <a:pt x="115504" y="49424"/>
                    <a:pt x="117510" y="54652"/>
                  </a:cubicBezTo>
                  <a:cubicBezTo>
                    <a:pt x="119060" y="58694"/>
                    <a:pt x="118665" y="61400"/>
                    <a:pt x="124167" y="62160"/>
                  </a:cubicBezTo>
                  <a:cubicBezTo>
                    <a:pt x="130246" y="62980"/>
                    <a:pt x="140793" y="60245"/>
                    <a:pt x="145717" y="64257"/>
                  </a:cubicBezTo>
                  <a:cubicBezTo>
                    <a:pt x="149061" y="66962"/>
                    <a:pt x="153802" y="71278"/>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26"/>
            <p:cNvSpPr/>
            <p:nvPr/>
          </p:nvSpPr>
          <p:spPr>
            <a:xfrm>
              <a:off x="2975000" y="442550"/>
              <a:ext cx="3962850" cy="1781200"/>
            </a:xfrm>
            <a:custGeom>
              <a:rect b="b" l="l" r="r" t="t"/>
              <a:pathLst>
                <a:path extrusionOk="0" fill="none" h="71248" w="158514">
                  <a:moveTo>
                    <a:pt x="0" y="1"/>
                  </a:moveTo>
                  <a:cubicBezTo>
                    <a:pt x="5502" y="2371"/>
                    <a:pt x="11338" y="3830"/>
                    <a:pt x="17326" y="4347"/>
                  </a:cubicBezTo>
                  <a:cubicBezTo>
                    <a:pt x="23405" y="4833"/>
                    <a:pt x="29484" y="7478"/>
                    <a:pt x="35381" y="7083"/>
                  </a:cubicBezTo>
                  <a:cubicBezTo>
                    <a:pt x="46171" y="6384"/>
                    <a:pt x="37660" y="22007"/>
                    <a:pt x="36080" y="26718"/>
                  </a:cubicBezTo>
                  <a:cubicBezTo>
                    <a:pt x="34560" y="31247"/>
                    <a:pt x="33192" y="34591"/>
                    <a:pt x="37387" y="37934"/>
                  </a:cubicBezTo>
                  <a:cubicBezTo>
                    <a:pt x="40062" y="40032"/>
                    <a:pt x="43983" y="40913"/>
                    <a:pt x="47144" y="39940"/>
                  </a:cubicBezTo>
                  <a:cubicBezTo>
                    <a:pt x="52007" y="38421"/>
                    <a:pt x="55959" y="34864"/>
                    <a:pt x="60548" y="32524"/>
                  </a:cubicBezTo>
                  <a:cubicBezTo>
                    <a:pt x="64409" y="30579"/>
                    <a:pt x="68360" y="29758"/>
                    <a:pt x="72403" y="28512"/>
                  </a:cubicBezTo>
                  <a:cubicBezTo>
                    <a:pt x="80275" y="26080"/>
                    <a:pt x="91187" y="28724"/>
                    <a:pt x="95503" y="33314"/>
                  </a:cubicBezTo>
                  <a:cubicBezTo>
                    <a:pt x="99303" y="37296"/>
                    <a:pt x="99212" y="48877"/>
                    <a:pt x="108118" y="48694"/>
                  </a:cubicBezTo>
                  <a:cubicBezTo>
                    <a:pt x="113589" y="48573"/>
                    <a:pt x="115990" y="49302"/>
                    <a:pt x="118148" y="54409"/>
                  </a:cubicBezTo>
                  <a:cubicBezTo>
                    <a:pt x="119820" y="58299"/>
                    <a:pt x="119364" y="60974"/>
                    <a:pt x="124805" y="61612"/>
                  </a:cubicBezTo>
                  <a:cubicBezTo>
                    <a:pt x="130519" y="62281"/>
                    <a:pt x="141249" y="59819"/>
                    <a:pt x="145991" y="64135"/>
                  </a:cubicBezTo>
                  <a:cubicBezTo>
                    <a:pt x="149213" y="67023"/>
                    <a:pt x="153863" y="71248"/>
                    <a:pt x="158514" y="68695"/>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26"/>
            <p:cNvSpPr/>
            <p:nvPr/>
          </p:nvSpPr>
          <p:spPr>
            <a:xfrm>
              <a:off x="2975000" y="442550"/>
              <a:ext cx="3962100" cy="1777400"/>
            </a:xfrm>
            <a:custGeom>
              <a:rect b="b" l="l" r="r" t="t"/>
              <a:pathLst>
                <a:path extrusionOk="0" fill="none" h="71096" w="158484">
                  <a:moveTo>
                    <a:pt x="0" y="1"/>
                  </a:moveTo>
                  <a:cubicBezTo>
                    <a:pt x="5532" y="2341"/>
                    <a:pt x="11429" y="3739"/>
                    <a:pt x="17447" y="4104"/>
                  </a:cubicBezTo>
                  <a:cubicBezTo>
                    <a:pt x="23496" y="4469"/>
                    <a:pt x="29484" y="6596"/>
                    <a:pt x="35533" y="6049"/>
                  </a:cubicBezTo>
                  <a:cubicBezTo>
                    <a:pt x="47357" y="4955"/>
                    <a:pt x="40822" y="16809"/>
                    <a:pt x="38208" y="23983"/>
                  </a:cubicBezTo>
                  <a:cubicBezTo>
                    <a:pt x="36657" y="28329"/>
                    <a:pt x="33557" y="33253"/>
                    <a:pt x="37691" y="36962"/>
                  </a:cubicBezTo>
                  <a:cubicBezTo>
                    <a:pt x="40244" y="39272"/>
                    <a:pt x="44591" y="39636"/>
                    <a:pt x="47661" y="38603"/>
                  </a:cubicBezTo>
                  <a:cubicBezTo>
                    <a:pt x="52646" y="36931"/>
                    <a:pt x="56901" y="33557"/>
                    <a:pt x="61764" y="31460"/>
                  </a:cubicBezTo>
                  <a:cubicBezTo>
                    <a:pt x="65533" y="29819"/>
                    <a:pt x="69576" y="29150"/>
                    <a:pt x="73375" y="27721"/>
                  </a:cubicBezTo>
                  <a:cubicBezTo>
                    <a:pt x="80974" y="24864"/>
                    <a:pt x="92464" y="27721"/>
                    <a:pt x="96659" y="32068"/>
                  </a:cubicBezTo>
                  <a:cubicBezTo>
                    <a:pt x="100884" y="36445"/>
                    <a:pt x="98634" y="48512"/>
                    <a:pt x="108452" y="48664"/>
                  </a:cubicBezTo>
                  <a:cubicBezTo>
                    <a:pt x="114014" y="48755"/>
                    <a:pt x="116416" y="49150"/>
                    <a:pt x="118756" y="54105"/>
                  </a:cubicBezTo>
                  <a:cubicBezTo>
                    <a:pt x="120550" y="57874"/>
                    <a:pt x="120002" y="60488"/>
                    <a:pt x="125413" y="61035"/>
                  </a:cubicBezTo>
                  <a:cubicBezTo>
                    <a:pt x="131158" y="61643"/>
                    <a:pt x="141553" y="59454"/>
                    <a:pt x="146234" y="63922"/>
                  </a:cubicBezTo>
                  <a:cubicBezTo>
                    <a:pt x="149334" y="66871"/>
                    <a:pt x="153894" y="71096"/>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26"/>
            <p:cNvSpPr/>
            <p:nvPr/>
          </p:nvSpPr>
          <p:spPr>
            <a:xfrm>
              <a:off x="2975000" y="442550"/>
              <a:ext cx="3962850" cy="1775125"/>
            </a:xfrm>
            <a:custGeom>
              <a:rect b="b" l="l" r="r" t="t"/>
              <a:pathLst>
                <a:path extrusionOk="0" fill="none" h="71005" w="158514">
                  <a:moveTo>
                    <a:pt x="0" y="1"/>
                  </a:moveTo>
                  <a:cubicBezTo>
                    <a:pt x="5593" y="2311"/>
                    <a:pt x="11520" y="3648"/>
                    <a:pt x="17569" y="3861"/>
                  </a:cubicBezTo>
                  <a:cubicBezTo>
                    <a:pt x="23587" y="4074"/>
                    <a:pt x="29636" y="5837"/>
                    <a:pt x="35594" y="5046"/>
                  </a:cubicBezTo>
                  <a:cubicBezTo>
                    <a:pt x="47569" y="3466"/>
                    <a:pt x="43800" y="12280"/>
                    <a:pt x="40578" y="20974"/>
                  </a:cubicBezTo>
                  <a:cubicBezTo>
                    <a:pt x="39059" y="25107"/>
                    <a:pt x="34773" y="31916"/>
                    <a:pt x="38268" y="35867"/>
                  </a:cubicBezTo>
                  <a:cubicBezTo>
                    <a:pt x="40548" y="38451"/>
                    <a:pt x="45381" y="38208"/>
                    <a:pt x="48238" y="37296"/>
                  </a:cubicBezTo>
                  <a:cubicBezTo>
                    <a:pt x="53405" y="35624"/>
                    <a:pt x="57965" y="32281"/>
                    <a:pt x="63102" y="30366"/>
                  </a:cubicBezTo>
                  <a:cubicBezTo>
                    <a:pt x="66780" y="28968"/>
                    <a:pt x="70701" y="28420"/>
                    <a:pt x="74257" y="26840"/>
                  </a:cubicBezTo>
                  <a:cubicBezTo>
                    <a:pt x="81552" y="23588"/>
                    <a:pt x="94075" y="26779"/>
                    <a:pt x="97935" y="30791"/>
                  </a:cubicBezTo>
                  <a:cubicBezTo>
                    <a:pt x="101887" y="34895"/>
                    <a:pt x="98938" y="48542"/>
                    <a:pt x="108817" y="48664"/>
                  </a:cubicBezTo>
                  <a:cubicBezTo>
                    <a:pt x="114227" y="48694"/>
                    <a:pt x="116872" y="49029"/>
                    <a:pt x="119364" y="53801"/>
                  </a:cubicBezTo>
                  <a:cubicBezTo>
                    <a:pt x="121249" y="57448"/>
                    <a:pt x="120702" y="60032"/>
                    <a:pt x="126021" y="60518"/>
                  </a:cubicBezTo>
                  <a:cubicBezTo>
                    <a:pt x="131826" y="61035"/>
                    <a:pt x="141857" y="59120"/>
                    <a:pt x="146507" y="63771"/>
                  </a:cubicBezTo>
                  <a:cubicBezTo>
                    <a:pt x="149456" y="66719"/>
                    <a:pt x="153924" y="7100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26"/>
            <p:cNvSpPr/>
            <p:nvPr/>
          </p:nvSpPr>
          <p:spPr>
            <a:xfrm>
              <a:off x="2975000" y="442550"/>
              <a:ext cx="3962850" cy="1772850"/>
            </a:xfrm>
            <a:custGeom>
              <a:rect b="b" l="l" r="r" t="t"/>
              <a:pathLst>
                <a:path extrusionOk="0" fill="none" h="70914" w="158514">
                  <a:moveTo>
                    <a:pt x="0" y="1"/>
                  </a:moveTo>
                  <a:cubicBezTo>
                    <a:pt x="5623" y="2280"/>
                    <a:pt x="11611" y="3526"/>
                    <a:pt x="17690" y="3648"/>
                  </a:cubicBezTo>
                  <a:cubicBezTo>
                    <a:pt x="23648" y="3709"/>
                    <a:pt x="29636" y="5016"/>
                    <a:pt x="35563" y="4104"/>
                  </a:cubicBezTo>
                  <a:cubicBezTo>
                    <a:pt x="47022" y="2371"/>
                    <a:pt x="46627" y="7843"/>
                    <a:pt x="43101" y="17812"/>
                  </a:cubicBezTo>
                  <a:cubicBezTo>
                    <a:pt x="41733" y="21612"/>
                    <a:pt x="36232" y="30670"/>
                    <a:pt x="39028" y="34621"/>
                  </a:cubicBezTo>
                  <a:cubicBezTo>
                    <a:pt x="41004" y="37387"/>
                    <a:pt x="46293" y="36901"/>
                    <a:pt x="48968" y="35989"/>
                  </a:cubicBezTo>
                  <a:cubicBezTo>
                    <a:pt x="57235" y="33071"/>
                    <a:pt x="67235" y="29667"/>
                    <a:pt x="75108" y="25867"/>
                  </a:cubicBezTo>
                  <a:cubicBezTo>
                    <a:pt x="82008" y="22524"/>
                    <a:pt x="95655" y="25746"/>
                    <a:pt x="99303" y="29484"/>
                  </a:cubicBezTo>
                  <a:cubicBezTo>
                    <a:pt x="103042" y="33284"/>
                    <a:pt x="99546" y="48573"/>
                    <a:pt x="109242" y="48573"/>
                  </a:cubicBezTo>
                  <a:cubicBezTo>
                    <a:pt x="114379" y="48573"/>
                    <a:pt x="117328" y="48968"/>
                    <a:pt x="119942" y="53527"/>
                  </a:cubicBezTo>
                  <a:cubicBezTo>
                    <a:pt x="121948" y="57023"/>
                    <a:pt x="121340" y="59606"/>
                    <a:pt x="126629" y="60032"/>
                  </a:cubicBezTo>
                  <a:cubicBezTo>
                    <a:pt x="132495" y="60488"/>
                    <a:pt x="142130" y="58725"/>
                    <a:pt x="146751" y="63558"/>
                  </a:cubicBezTo>
                  <a:cubicBezTo>
                    <a:pt x="149608" y="66567"/>
                    <a:pt x="153985" y="70913"/>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26"/>
            <p:cNvSpPr/>
            <p:nvPr/>
          </p:nvSpPr>
          <p:spPr>
            <a:xfrm>
              <a:off x="2975000" y="442550"/>
              <a:ext cx="3962100" cy="1769800"/>
            </a:xfrm>
            <a:custGeom>
              <a:rect b="b" l="l" r="r" t="t"/>
              <a:pathLst>
                <a:path extrusionOk="0" fill="none" h="70792" w="158484">
                  <a:moveTo>
                    <a:pt x="0" y="1"/>
                  </a:moveTo>
                  <a:cubicBezTo>
                    <a:pt x="5654" y="2280"/>
                    <a:pt x="11703" y="3435"/>
                    <a:pt x="17812" y="3405"/>
                  </a:cubicBezTo>
                  <a:cubicBezTo>
                    <a:pt x="23709" y="3344"/>
                    <a:pt x="29606" y="4165"/>
                    <a:pt x="35502" y="3192"/>
                  </a:cubicBezTo>
                  <a:cubicBezTo>
                    <a:pt x="37660" y="2858"/>
                    <a:pt x="42463" y="1976"/>
                    <a:pt x="44621" y="2949"/>
                  </a:cubicBezTo>
                  <a:cubicBezTo>
                    <a:pt x="49545" y="5168"/>
                    <a:pt x="46840" y="10913"/>
                    <a:pt x="45624" y="14742"/>
                  </a:cubicBezTo>
                  <a:cubicBezTo>
                    <a:pt x="43557" y="21369"/>
                    <a:pt x="34135" y="40001"/>
                    <a:pt x="49819" y="34652"/>
                  </a:cubicBezTo>
                  <a:cubicBezTo>
                    <a:pt x="58299" y="31734"/>
                    <a:pt x="67935" y="28177"/>
                    <a:pt x="76050" y="24864"/>
                  </a:cubicBezTo>
                  <a:cubicBezTo>
                    <a:pt x="83072" y="21977"/>
                    <a:pt x="96051" y="24347"/>
                    <a:pt x="100762" y="28117"/>
                  </a:cubicBezTo>
                  <a:cubicBezTo>
                    <a:pt x="105716" y="32098"/>
                    <a:pt x="98908" y="48299"/>
                    <a:pt x="109698" y="48482"/>
                  </a:cubicBezTo>
                  <a:cubicBezTo>
                    <a:pt x="114653" y="48573"/>
                    <a:pt x="117753" y="48846"/>
                    <a:pt x="120458" y="53254"/>
                  </a:cubicBezTo>
                  <a:cubicBezTo>
                    <a:pt x="122586" y="56628"/>
                    <a:pt x="121948" y="59242"/>
                    <a:pt x="127176" y="59576"/>
                  </a:cubicBezTo>
                  <a:cubicBezTo>
                    <a:pt x="133133" y="60001"/>
                    <a:pt x="142404" y="58360"/>
                    <a:pt x="146963" y="63375"/>
                  </a:cubicBezTo>
                  <a:cubicBezTo>
                    <a:pt x="149699" y="66385"/>
                    <a:pt x="153985" y="70792"/>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26"/>
            <p:cNvSpPr/>
            <p:nvPr/>
          </p:nvSpPr>
          <p:spPr>
            <a:xfrm>
              <a:off x="2975000" y="442550"/>
              <a:ext cx="3963625" cy="1767525"/>
            </a:xfrm>
            <a:custGeom>
              <a:rect b="b" l="l" r="r" t="t"/>
              <a:pathLst>
                <a:path extrusionOk="0" fill="none" h="70701" w="158545">
                  <a:moveTo>
                    <a:pt x="0" y="1"/>
                  </a:moveTo>
                  <a:cubicBezTo>
                    <a:pt x="5715" y="2250"/>
                    <a:pt x="11794" y="3314"/>
                    <a:pt x="17934" y="3192"/>
                  </a:cubicBezTo>
                  <a:cubicBezTo>
                    <a:pt x="23770" y="2979"/>
                    <a:pt x="29575" y="3314"/>
                    <a:pt x="35411" y="2341"/>
                  </a:cubicBezTo>
                  <a:cubicBezTo>
                    <a:pt x="44439" y="791"/>
                    <a:pt x="50518" y="2371"/>
                    <a:pt x="48147" y="11916"/>
                  </a:cubicBezTo>
                  <a:cubicBezTo>
                    <a:pt x="46627" y="18086"/>
                    <a:pt x="34894" y="38725"/>
                    <a:pt x="50883" y="33253"/>
                  </a:cubicBezTo>
                  <a:cubicBezTo>
                    <a:pt x="59697" y="30244"/>
                    <a:pt x="68482" y="26688"/>
                    <a:pt x="77418" y="23922"/>
                  </a:cubicBezTo>
                  <a:cubicBezTo>
                    <a:pt x="84227" y="21794"/>
                    <a:pt x="97601" y="22585"/>
                    <a:pt x="102312" y="26779"/>
                  </a:cubicBezTo>
                  <a:cubicBezTo>
                    <a:pt x="107510" y="31399"/>
                    <a:pt x="99394" y="48056"/>
                    <a:pt x="110276" y="48330"/>
                  </a:cubicBezTo>
                  <a:cubicBezTo>
                    <a:pt x="115200" y="48451"/>
                    <a:pt x="117966" y="49181"/>
                    <a:pt x="120945" y="52889"/>
                  </a:cubicBezTo>
                  <a:cubicBezTo>
                    <a:pt x="123376" y="55928"/>
                    <a:pt x="122464" y="58877"/>
                    <a:pt x="127784" y="59150"/>
                  </a:cubicBezTo>
                  <a:cubicBezTo>
                    <a:pt x="133711" y="59454"/>
                    <a:pt x="142769" y="58026"/>
                    <a:pt x="147267" y="63223"/>
                  </a:cubicBezTo>
                  <a:cubicBezTo>
                    <a:pt x="149881" y="66202"/>
                    <a:pt x="154076" y="70701"/>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26"/>
            <p:cNvSpPr/>
            <p:nvPr/>
          </p:nvSpPr>
          <p:spPr>
            <a:xfrm>
              <a:off x="2975000" y="442550"/>
              <a:ext cx="3962850" cy="1765250"/>
            </a:xfrm>
            <a:custGeom>
              <a:rect b="b" l="l" r="r" t="t"/>
              <a:pathLst>
                <a:path extrusionOk="0" fill="none" h="70610" w="158514">
                  <a:moveTo>
                    <a:pt x="0" y="1"/>
                  </a:moveTo>
                  <a:cubicBezTo>
                    <a:pt x="5745" y="2219"/>
                    <a:pt x="11885" y="3223"/>
                    <a:pt x="18025" y="2949"/>
                  </a:cubicBezTo>
                  <a:cubicBezTo>
                    <a:pt x="23800" y="2645"/>
                    <a:pt x="29514" y="2493"/>
                    <a:pt x="35259" y="1490"/>
                  </a:cubicBezTo>
                  <a:cubicBezTo>
                    <a:pt x="38056" y="1004"/>
                    <a:pt x="42189" y="396"/>
                    <a:pt x="44986" y="1064"/>
                  </a:cubicBezTo>
                  <a:cubicBezTo>
                    <a:pt x="50183" y="2280"/>
                    <a:pt x="51065" y="4803"/>
                    <a:pt x="50487" y="9454"/>
                  </a:cubicBezTo>
                  <a:cubicBezTo>
                    <a:pt x="49728" y="14986"/>
                    <a:pt x="36627" y="36870"/>
                    <a:pt x="52068" y="31825"/>
                  </a:cubicBezTo>
                  <a:cubicBezTo>
                    <a:pt x="60944" y="28937"/>
                    <a:pt x="69910" y="25533"/>
                    <a:pt x="79029" y="23010"/>
                  </a:cubicBezTo>
                  <a:cubicBezTo>
                    <a:pt x="86111" y="21095"/>
                    <a:pt x="98969" y="21551"/>
                    <a:pt x="103893" y="25472"/>
                  </a:cubicBezTo>
                  <a:cubicBezTo>
                    <a:pt x="109212" y="29697"/>
                    <a:pt x="100093" y="47661"/>
                    <a:pt x="110823" y="48147"/>
                  </a:cubicBezTo>
                  <a:cubicBezTo>
                    <a:pt x="115595" y="48360"/>
                    <a:pt x="118422" y="49120"/>
                    <a:pt x="121431" y="52646"/>
                  </a:cubicBezTo>
                  <a:cubicBezTo>
                    <a:pt x="123923" y="55594"/>
                    <a:pt x="123103" y="58542"/>
                    <a:pt x="128300" y="58786"/>
                  </a:cubicBezTo>
                  <a:cubicBezTo>
                    <a:pt x="134288" y="59059"/>
                    <a:pt x="143042" y="57783"/>
                    <a:pt x="147480" y="63041"/>
                  </a:cubicBezTo>
                  <a:cubicBezTo>
                    <a:pt x="150003" y="65989"/>
                    <a:pt x="154076" y="7061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26"/>
            <p:cNvSpPr/>
            <p:nvPr/>
          </p:nvSpPr>
          <p:spPr>
            <a:xfrm>
              <a:off x="2975000" y="428125"/>
              <a:ext cx="3962850" cy="1777400"/>
            </a:xfrm>
            <a:custGeom>
              <a:rect b="b" l="l" r="r" t="t"/>
              <a:pathLst>
                <a:path extrusionOk="0" fill="none" h="71096" w="158514">
                  <a:moveTo>
                    <a:pt x="0" y="578"/>
                  </a:moveTo>
                  <a:cubicBezTo>
                    <a:pt x="5715" y="2705"/>
                    <a:pt x="12128" y="3769"/>
                    <a:pt x="18146" y="3313"/>
                  </a:cubicBezTo>
                  <a:cubicBezTo>
                    <a:pt x="23861" y="2888"/>
                    <a:pt x="29484" y="2219"/>
                    <a:pt x="35138" y="1246"/>
                  </a:cubicBezTo>
                  <a:cubicBezTo>
                    <a:pt x="42554" y="0"/>
                    <a:pt x="52281" y="1489"/>
                    <a:pt x="52585" y="7994"/>
                  </a:cubicBezTo>
                  <a:cubicBezTo>
                    <a:pt x="52767" y="12523"/>
                    <a:pt x="39211" y="35350"/>
                    <a:pt x="53436" y="30882"/>
                  </a:cubicBezTo>
                  <a:cubicBezTo>
                    <a:pt x="62372" y="28086"/>
                    <a:pt x="71673" y="25137"/>
                    <a:pt x="80914" y="22736"/>
                  </a:cubicBezTo>
                  <a:cubicBezTo>
                    <a:pt x="88604" y="20760"/>
                    <a:pt x="100032" y="21551"/>
                    <a:pt x="105443" y="24803"/>
                  </a:cubicBezTo>
                  <a:cubicBezTo>
                    <a:pt x="111674" y="28511"/>
                    <a:pt x="99941" y="47508"/>
                    <a:pt x="111431" y="48511"/>
                  </a:cubicBezTo>
                  <a:cubicBezTo>
                    <a:pt x="116081" y="48937"/>
                    <a:pt x="118847" y="49606"/>
                    <a:pt x="121887" y="52980"/>
                  </a:cubicBezTo>
                  <a:cubicBezTo>
                    <a:pt x="124440" y="55837"/>
                    <a:pt x="123741" y="58785"/>
                    <a:pt x="128787" y="58998"/>
                  </a:cubicBezTo>
                  <a:cubicBezTo>
                    <a:pt x="134836" y="59271"/>
                    <a:pt x="143316" y="58147"/>
                    <a:pt x="147723" y="63436"/>
                  </a:cubicBezTo>
                  <a:cubicBezTo>
                    <a:pt x="150125" y="66323"/>
                    <a:pt x="154106" y="71095"/>
                    <a:pt x="158514" y="6924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26"/>
            <p:cNvSpPr/>
            <p:nvPr/>
          </p:nvSpPr>
          <p:spPr>
            <a:xfrm>
              <a:off x="2975000" y="412925"/>
              <a:ext cx="3962850" cy="1789550"/>
            </a:xfrm>
            <a:custGeom>
              <a:rect b="b" l="l" r="r" t="t"/>
              <a:pathLst>
                <a:path extrusionOk="0" fill="none" h="71582" w="158514">
                  <a:moveTo>
                    <a:pt x="0" y="1186"/>
                  </a:moveTo>
                  <a:cubicBezTo>
                    <a:pt x="5745" y="3283"/>
                    <a:pt x="12219" y="4286"/>
                    <a:pt x="18238" y="3678"/>
                  </a:cubicBezTo>
                  <a:cubicBezTo>
                    <a:pt x="23891" y="3131"/>
                    <a:pt x="29454" y="1976"/>
                    <a:pt x="35046" y="1034"/>
                  </a:cubicBezTo>
                  <a:cubicBezTo>
                    <a:pt x="41308" y="0"/>
                    <a:pt x="52980" y="638"/>
                    <a:pt x="54317" y="7082"/>
                  </a:cubicBezTo>
                  <a:cubicBezTo>
                    <a:pt x="55260" y="11672"/>
                    <a:pt x="42159" y="33557"/>
                    <a:pt x="54895" y="29879"/>
                  </a:cubicBezTo>
                  <a:cubicBezTo>
                    <a:pt x="64044" y="27204"/>
                    <a:pt x="73588" y="24864"/>
                    <a:pt x="82950" y="22523"/>
                  </a:cubicBezTo>
                  <a:cubicBezTo>
                    <a:pt x="90488" y="20608"/>
                    <a:pt x="101248" y="21186"/>
                    <a:pt x="106932" y="24256"/>
                  </a:cubicBezTo>
                  <a:cubicBezTo>
                    <a:pt x="113862" y="27964"/>
                    <a:pt x="100762" y="47478"/>
                    <a:pt x="112069" y="48876"/>
                  </a:cubicBezTo>
                  <a:cubicBezTo>
                    <a:pt x="116264" y="49363"/>
                    <a:pt x="119729" y="49879"/>
                    <a:pt x="122343" y="53344"/>
                  </a:cubicBezTo>
                  <a:cubicBezTo>
                    <a:pt x="124562" y="56354"/>
                    <a:pt x="124653" y="59089"/>
                    <a:pt x="129273" y="59272"/>
                  </a:cubicBezTo>
                  <a:cubicBezTo>
                    <a:pt x="135352" y="59545"/>
                    <a:pt x="143620" y="58603"/>
                    <a:pt x="147936" y="63861"/>
                  </a:cubicBezTo>
                  <a:cubicBezTo>
                    <a:pt x="150277" y="66688"/>
                    <a:pt x="154137" y="71582"/>
                    <a:pt x="158514" y="6984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26"/>
            <p:cNvSpPr/>
            <p:nvPr/>
          </p:nvSpPr>
          <p:spPr>
            <a:xfrm>
              <a:off x="2975000" y="386325"/>
              <a:ext cx="3962850" cy="1813875"/>
            </a:xfrm>
            <a:custGeom>
              <a:rect b="b" l="l" r="r" t="t"/>
              <a:pathLst>
                <a:path extrusionOk="0" fill="none" h="72555" w="158514">
                  <a:moveTo>
                    <a:pt x="0" y="2250"/>
                  </a:moveTo>
                  <a:cubicBezTo>
                    <a:pt x="5806" y="4286"/>
                    <a:pt x="12371" y="5259"/>
                    <a:pt x="18390" y="4529"/>
                  </a:cubicBezTo>
                  <a:cubicBezTo>
                    <a:pt x="23982" y="3830"/>
                    <a:pt x="29423" y="2250"/>
                    <a:pt x="35046" y="1307"/>
                  </a:cubicBezTo>
                  <a:cubicBezTo>
                    <a:pt x="42767" y="0"/>
                    <a:pt x="52402" y="2067"/>
                    <a:pt x="55685" y="7174"/>
                  </a:cubicBezTo>
                  <a:cubicBezTo>
                    <a:pt x="57570" y="10183"/>
                    <a:pt x="46658" y="32159"/>
                    <a:pt x="56719" y="29271"/>
                  </a:cubicBezTo>
                  <a:cubicBezTo>
                    <a:pt x="65442" y="26748"/>
                    <a:pt x="75746" y="25077"/>
                    <a:pt x="85139" y="22736"/>
                  </a:cubicBezTo>
                  <a:cubicBezTo>
                    <a:pt x="92494" y="20882"/>
                    <a:pt x="102099" y="21338"/>
                    <a:pt x="108300" y="24317"/>
                  </a:cubicBezTo>
                  <a:cubicBezTo>
                    <a:pt x="116477" y="28207"/>
                    <a:pt x="101765" y="47873"/>
                    <a:pt x="112799" y="49636"/>
                  </a:cubicBezTo>
                  <a:cubicBezTo>
                    <a:pt x="116780" y="50275"/>
                    <a:pt x="120215" y="50852"/>
                    <a:pt x="122768" y="54165"/>
                  </a:cubicBezTo>
                  <a:cubicBezTo>
                    <a:pt x="125048" y="57083"/>
                    <a:pt x="125200" y="59849"/>
                    <a:pt x="129729" y="60032"/>
                  </a:cubicBezTo>
                  <a:cubicBezTo>
                    <a:pt x="135839" y="60336"/>
                    <a:pt x="143893" y="59545"/>
                    <a:pt x="148179" y="64773"/>
                  </a:cubicBezTo>
                  <a:cubicBezTo>
                    <a:pt x="150459" y="67539"/>
                    <a:pt x="154167" y="72555"/>
                    <a:pt x="158514" y="7091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26"/>
            <p:cNvSpPr/>
            <p:nvPr/>
          </p:nvSpPr>
          <p:spPr>
            <a:xfrm>
              <a:off x="2975000" y="367325"/>
              <a:ext cx="3962850" cy="1829825"/>
            </a:xfrm>
            <a:custGeom>
              <a:rect b="b" l="l" r="r" t="t"/>
              <a:pathLst>
                <a:path extrusionOk="0" fill="none" h="73193" w="158514">
                  <a:moveTo>
                    <a:pt x="0" y="3010"/>
                  </a:moveTo>
                  <a:cubicBezTo>
                    <a:pt x="5836" y="5016"/>
                    <a:pt x="12432" y="5897"/>
                    <a:pt x="18481" y="5046"/>
                  </a:cubicBezTo>
                  <a:cubicBezTo>
                    <a:pt x="24104" y="4286"/>
                    <a:pt x="29514" y="2067"/>
                    <a:pt x="35077" y="1216"/>
                  </a:cubicBezTo>
                  <a:cubicBezTo>
                    <a:pt x="43010" y="0"/>
                    <a:pt x="51703" y="2584"/>
                    <a:pt x="56719" y="7447"/>
                  </a:cubicBezTo>
                  <a:cubicBezTo>
                    <a:pt x="60123" y="10791"/>
                    <a:pt x="50335" y="30396"/>
                    <a:pt x="58998" y="28360"/>
                  </a:cubicBezTo>
                  <a:cubicBezTo>
                    <a:pt x="67722" y="26293"/>
                    <a:pt x="78056" y="25016"/>
                    <a:pt x="87357" y="22615"/>
                  </a:cubicBezTo>
                  <a:cubicBezTo>
                    <a:pt x="94531" y="20761"/>
                    <a:pt x="103224" y="21065"/>
                    <a:pt x="109546" y="24104"/>
                  </a:cubicBezTo>
                  <a:cubicBezTo>
                    <a:pt x="118209" y="28268"/>
                    <a:pt x="103376" y="47965"/>
                    <a:pt x="113559" y="50062"/>
                  </a:cubicBezTo>
                  <a:cubicBezTo>
                    <a:pt x="117328" y="50822"/>
                    <a:pt x="120671" y="51551"/>
                    <a:pt x="123194" y="54682"/>
                  </a:cubicBezTo>
                  <a:cubicBezTo>
                    <a:pt x="125474" y="57539"/>
                    <a:pt x="125717" y="60305"/>
                    <a:pt x="130155" y="60518"/>
                  </a:cubicBezTo>
                  <a:cubicBezTo>
                    <a:pt x="136295" y="60852"/>
                    <a:pt x="144137" y="60214"/>
                    <a:pt x="148392" y="65381"/>
                  </a:cubicBezTo>
                  <a:cubicBezTo>
                    <a:pt x="150611" y="68056"/>
                    <a:pt x="154228" y="73193"/>
                    <a:pt x="158514" y="7167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26"/>
            <p:cNvSpPr/>
            <p:nvPr/>
          </p:nvSpPr>
          <p:spPr>
            <a:xfrm>
              <a:off x="2975000" y="347575"/>
              <a:ext cx="3962850" cy="1845775"/>
            </a:xfrm>
            <a:custGeom>
              <a:rect b="b" l="l" r="r" t="t"/>
              <a:pathLst>
                <a:path extrusionOk="0" fill="none" h="73831" w="158514">
                  <a:moveTo>
                    <a:pt x="0" y="3800"/>
                  </a:moveTo>
                  <a:cubicBezTo>
                    <a:pt x="5867" y="5775"/>
                    <a:pt x="12554" y="6566"/>
                    <a:pt x="18602" y="5623"/>
                  </a:cubicBezTo>
                  <a:cubicBezTo>
                    <a:pt x="24256" y="4711"/>
                    <a:pt x="29575" y="1915"/>
                    <a:pt x="35229" y="1125"/>
                  </a:cubicBezTo>
                  <a:cubicBezTo>
                    <a:pt x="43284" y="0"/>
                    <a:pt x="51217" y="3404"/>
                    <a:pt x="57448" y="7903"/>
                  </a:cubicBezTo>
                  <a:cubicBezTo>
                    <a:pt x="62129" y="11247"/>
                    <a:pt x="59454" y="16353"/>
                    <a:pt x="58421" y="20852"/>
                  </a:cubicBezTo>
                  <a:cubicBezTo>
                    <a:pt x="57782" y="23587"/>
                    <a:pt x="56506" y="28420"/>
                    <a:pt x="61582" y="27599"/>
                  </a:cubicBezTo>
                  <a:cubicBezTo>
                    <a:pt x="70305" y="26171"/>
                    <a:pt x="80366" y="24925"/>
                    <a:pt x="89516" y="22493"/>
                  </a:cubicBezTo>
                  <a:cubicBezTo>
                    <a:pt x="96628" y="20639"/>
                    <a:pt x="104501" y="20700"/>
                    <a:pt x="110732" y="23952"/>
                  </a:cubicBezTo>
                  <a:cubicBezTo>
                    <a:pt x="119698" y="28663"/>
                    <a:pt x="104501" y="47600"/>
                    <a:pt x="114379" y="50487"/>
                  </a:cubicBezTo>
                  <a:cubicBezTo>
                    <a:pt x="117996" y="51551"/>
                    <a:pt x="121157" y="52250"/>
                    <a:pt x="123619" y="55229"/>
                  </a:cubicBezTo>
                  <a:cubicBezTo>
                    <a:pt x="125899" y="57995"/>
                    <a:pt x="126203" y="60791"/>
                    <a:pt x="130550" y="61065"/>
                  </a:cubicBezTo>
                  <a:cubicBezTo>
                    <a:pt x="136659" y="61399"/>
                    <a:pt x="144380" y="60913"/>
                    <a:pt x="148605" y="65989"/>
                  </a:cubicBezTo>
                  <a:cubicBezTo>
                    <a:pt x="150793" y="68603"/>
                    <a:pt x="154258" y="73831"/>
                    <a:pt x="158514" y="7246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26"/>
            <p:cNvSpPr/>
            <p:nvPr/>
          </p:nvSpPr>
          <p:spPr>
            <a:xfrm>
              <a:off x="2975000" y="324000"/>
              <a:ext cx="3962850" cy="1867075"/>
            </a:xfrm>
            <a:custGeom>
              <a:rect b="b" l="l" r="r" t="t"/>
              <a:pathLst>
                <a:path extrusionOk="0" fill="none" h="74683" w="158514">
                  <a:moveTo>
                    <a:pt x="0" y="4743"/>
                  </a:moveTo>
                  <a:cubicBezTo>
                    <a:pt x="5897" y="6688"/>
                    <a:pt x="12645" y="7387"/>
                    <a:pt x="18724" y="6323"/>
                  </a:cubicBezTo>
                  <a:cubicBezTo>
                    <a:pt x="24469" y="5290"/>
                    <a:pt x="29758" y="1977"/>
                    <a:pt x="35502" y="1156"/>
                  </a:cubicBezTo>
                  <a:cubicBezTo>
                    <a:pt x="43466" y="1"/>
                    <a:pt x="51460" y="4682"/>
                    <a:pt x="57934" y="8572"/>
                  </a:cubicBezTo>
                  <a:cubicBezTo>
                    <a:pt x="62858" y="11521"/>
                    <a:pt x="62099" y="15411"/>
                    <a:pt x="61339" y="20153"/>
                  </a:cubicBezTo>
                  <a:cubicBezTo>
                    <a:pt x="60883" y="22919"/>
                    <a:pt x="59576" y="27448"/>
                    <a:pt x="64378" y="27144"/>
                  </a:cubicBezTo>
                  <a:cubicBezTo>
                    <a:pt x="73223" y="26597"/>
                    <a:pt x="82737" y="24834"/>
                    <a:pt x="91643" y="22494"/>
                  </a:cubicBezTo>
                  <a:cubicBezTo>
                    <a:pt x="98817" y="20609"/>
                    <a:pt x="105747" y="20366"/>
                    <a:pt x="111856" y="23983"/>
                  </a:cubicBezTo>
                  <a:cubicBezTo>
                    <a:pt x="120519" y="29120"/>
                    <a:pt x="105990" y="47296"/>
                    <a:pt x="115230" y="51035"/>
                  </a:cubicBezTo>
                  <a:cubicBezTo>
                    <a:pt x="118543" y="52372"/>
                    <a:pt x="121705" y="53072"/>
                    <a:pt x="124045" y="55898"/>
                  </a:cubicBezTo>
                  <a:cubicBezTo>
                    <a:pt x="126325" y="58634"/>
                    <a:pt x="126659" y="61461"/>
                    <a:pt x="130914" y="61765"/>
                  </a:cubicBezTo>
                  <a:cubicBezTo>
                    <a:pt x="136994" y="62160"/>
                    <a:pt x="144593" y="61825"/>
                    <a:pt x="148818" y="66810"/>
                  </a:cubicBezTo>
                  <a:cubicBezTo>
                    <a:pt x="150945" y="69364"/>
                    <a:pt x="154289" y="74683"/>
                    <a:pt x="158514" y="73406"/>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26"/>
            <p:cNvSpPr/>
            <p:nvPr/>
          </p:nvSpPr>
          <p:spPr>
            <a:xfrm>
              <a:off x="2975000" y="297425"/>
              <a:ext cx="3962850" cy="1890625"/>
            </a:xfrm>
            <a:custGeom>
              <a:rect b="b" l="l" r="r" t="t"/>
              <a:pathLst>
                <a:path extrusionOk="0" fill="none" h="75625" w="158514">
                  <a:moveTo>
                    <a:pt x="0" y="5806"/>
                  </a:moveTo>
                  <a:cubicBezTo>
                    <a:pt x="5927" y="7690"/>
                    <a:pt x="12918" y="8450"/>
                    <a:pt x="18815" y="7173"/>
                  </a:cubicBezTo>
                  <a:cubicBezTo>
                    <a:pt x="24530" y="5927"/>
                    <a:pt x="30122" y="2128"/>
                    <a:pt x="35928" y="1216"/>
                  </a:cubicBezTo>
                  <a:cubicBezTo>
                    <a:pt x="43648" y="0"/>
                    <a:pt x="52494" y="5593"/>
                    <a:pt x="58178" y="9392"/>
                  </a:cubicBezTo>
                  <a:cubicBezTo>
                    <a:pt x="62585" y="12310"/>
                    <a:pt x="64226" y="14347"/>
                    <a:pt x="64074" y="19940"/>
                  </a:cubicBezTo>
                  <a:cubicBezTo>
                    <a:pt x="64014" y="22797"/>
                    <a:pt x="62828" y="26839"/>
                    <a:pt x="67296" y="27022"/>
                  </a:cubicBezTo>
                  <a:cubicBezTo>
                    <a:pt x="76081" y="27417"/>
                    <a:pt x="85199" y="24560"/>
                    <a:pt x="93589" y="22584"/>
                  </a:cubicBezTo>
                  <a:cubicBezTo>
                    <a:pt x="100975" y="20851"/>
                    <a:pt x="106598" y="19879"/>
                    <a:pt x="112920" y="24165"/>
                  </a:cubicBezTo>
                  <a:cubicBezTo>
                    <a:pt x="121188" y="29788"/>
                    <a:pt x="107753" y="47113"/>
                    <a:pt x="116142" y="51673"/>
                  </a:cubicBezTo>
                  <a:cubicBezTo>
                    <a:pt x="119030" y="53223"/>
                    <a:pt x="122221" y="54013"/>
                    <a:pt x="124501" y="56718"/>
                  </a:cubicBezTo>
                  <a:cubicBezTo>
                    <a:pt x="126781" y="59423"/>
                    <a:pt x="127115" y="62281"/>
                    <a:pt x="131279" y="62615"/>
                  </a:cubicBezTo>
                  <a:cubicBezTo>
                    <a:pt x="137358" y="63101"/>
                    <a:pt x="144836" y="62828"/>
                    <a:pt x="149030" y="67752"/>
                  </a:cubicBezTo>
                  <a:cubicBezTo>
                    <a:pt x="151158" y="70244"/>
                    <a:pt x="154350" y="75624"/>
                    <a:pt x="158514" y="7446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26"/>
            <p:cNvSpPr/>
            <p:nvPr/>
          </p:nvSpPr>
          <p:spPr>
            <a:xfrm>
              <a:off x="2975000" y="270050"/>
              <a:ext cx="3962100" cy="1914200"/>
            </a:xfrm>
            <a:custGeom>
              <a:rect b="b" l="l" r="r" t="t"/>
              <a:pathLst>
                <a:path extrusionOk="0" fill="none" h="76568" w="158484">
                  <a:moveTo>
                    <a:pt x="0" y="6901"/>
                  </a:moveTo>
                  <a:cubicBezTo>
                    <a:pt x="5988" y="8785"/>
                    <a:pt x="13040" y="9484"/>
                    <a:pt x="18937" y="8025"/>
                  </a:cubicBezTo>
                  <a:cubicBezTo>
                    <a:pt x="24803" y="6627"/>
                    <a:pt x="30396" y="2402"/>
                    <a:pt x="36414" y="1338"/>
                  </a:cubicBezTo>
                  <a:cubicBezTo>
                    <a:pt x="44013" y="1"/>
                    <a:pt x="52463" y="6688"/>
                    <a:pt x="58208" y="10244"/>
                  </a:cubicBezTo>
                  <a:cubicBezTo>
                    <a:pt x="62676" y="13010"/>
                    <a:pt x="65138" y="14925"/>
                    <a:pt x="66476" y="20092"/>
                  </a:cubicBezTo>
                  <a:cubicBezTo>
                    <a:pt x="67235" y="22980"/>
                    <a:pt x="65868" y="26536"/>
                    <a:pt x="70214" y="27144"/>
                  </a:cubicBezTo>
                  <a:cubicBezTo>
                    <a:pt x="78695" y="28329"/>
                    <a:pt x="87753" y="24104"/>
                    <a:pt x="95351" y="22646"/>
                  </a:cubicBezTo>
                  <a:cubicBezTo>
                    <a:pt x="102950" y="21187"/>
                    <a:pt x="107327" y="19150"/>
                    <a:pt x="113893" y="24408"/>
                  </a:cubicBezTo>
                  <a:cubicBezTo>
                    <a:pt x="121309" y="30366"/>
                    <a:pt x="109668" y="47023"/>
                    <a:pt x="117084" y="52251"/>
                  </a:cubicBezTo>
                  <a:cubicBezTo>
                    <a:pt x="119577" y="54014"/>
                    <a:pt x="122586" y="54956"/>
                    <a:pt x="125018" y="57418"/>
                  </a:cubicBezTo>
                  <a:cubicBezTo>
                    <a:pt x="127419" y="59880"/>
                    <a:pt x="127145" y="63011"/>
                    <a:pt x="131614" y="63436"/>
                  </a:cubicBezTo>
                  <a:cubicBezTo>
                    <a:pt x="137602" y="64014"/>
                    <a:pt x="144988" y="63832"/>
                    <a:pt x="149213" y="68695"/>
                  </a:cubicBezTo>
                  <a:cubicBezTo>
                    <a:pt x="151310" y="71126"/>
                    <a:pt x="154410" y="76567"/>
                    <a:pt x="158483" y="755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26"/>
            <p:cNvSpPr/>
            <p:nvPr/>
          </p:nvSpPr>
          <p:spPr>
            <a:xfrm>
              <a:off x="2975000" y="244975"/>
              <a:ext cx="3962100" cy="1937000"/>
            </a:xfrm>
            <a:custGeom>
              <a:rect b="b" l="l" r="r" t="t"/>
              <a:pathLst>
                <a:path extrusionOk="0" fill="none" h="77480" w="158484">
                  <a:moveTo>
                    <a:pt x="0" y="7904"/>
                  </a:moveTo>
                  <a:cubicBezTo>
                    <a:pt x="6019" y="9758"/>
                    <a:pt x="13162" y="10366"/>
                    <a:pt x="19058" y="8815"/>
                  </a:cubicBezTo>
                  <a:cubicBezTo>
                    <a:pt x="25077" y="7204"/>
                    <a:pt x="30730" y="2554"/>
                    <a:pt x="36992" y="1429"/>
                  </a:cubicBezTo>
                  <a:cubicBezTo>
                    <a:pt x="44773" y="1"/>
                    <a:pt x="52038" y="7296"/>
                    <a:pt x="58086" y="10974"/>
                  </a:cubicBezTo>
                  <a:cubicBezTo>
                    <a:pt x="62463" y="13618"/>
                    <a:pt x="66111" y="15806"/>
                    <a:pt x="68482" y="20457"/>
                  </a:cubicBezTo>
                  <a:cubicBezTo>
                    <a:pt x="69910" y="23253"/>
                    <a:pt x="69090" y="26475"/>
                    <a:pt x="73041" y="27387"/>
                  </a:cubicBezTo>
                  <a:cubicBezTo>
                    <a:pt x="81005" y="29180"/>
                    <a:pt x="90002" y="23679"/>
                    <a:pt x="96841" y="22615"/>
                  </a:cubicBezTo>
                  <a:cubicBezTo>
                    <a:pt x="104622" y="21399"/>
                    <a:pt x="107692" y="18360"/>
                    <a:pt x="114714" y="24621"/>
                  </a:cubicBezTo>
                  <a:cubicBezTo>
                    <a:pt x="121917" y="31065"/>
                    <a:pt x="111552" y="46780"/>
                    <a:pt x="118087" y="52767"/>
                  </a:cubicBezTo>
                  <a:cubicBezTo>
                    <a:pt x="120124" y="54682"/>
                    <a:pt x="123224" y="55807"/>
                    <a:pt x="125443" y="58178"/>
                  </a:cubicBezTo>
                  <a:cubicBezTo>
                    <a:pt x="127784" y="60640"/>
                    <a:pt x="127632" y="63771"/>
                    <a:pt x="131918" y="64257"/>
                  </a:cubicBezTo>
                  <a:cubicBezTo>
                    <a:pt x="137905" y="64956"/>
                    <a:pt x="145170" y="64804"/>
                    <a:pt x="149425" y="69576"/>
                  </a:cubicBezTo>
                  <a:cubicBezTo>
                    <a:pt x="151523" y="71947"/>
                    <a:pt x="154471" y="77479"/>
                    <a:pt x="158483" y="765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26"/>
            <p:cNvSpPr/>
            <p:nvPr/>
          </p:nvSpPr>
          <p:spPr>
            <a:xfrm>
              <a:off x="2975000" y="222950"/>
              <a:ext cx="3962100" cy="1955225"/>
            </a:xfrm>
            <a:custGeom>
              <a:rect b="b" l="l" r="r" t="t"/>
              <a:pathLst>
                <a:path extrusionOk="0" fill="none" h="78209" w="158484">
                  <a:moveTo>
                    <a:pt x="0" y="8785"/>
                  </a:moveTo>
                  <a:cubicBezTo>
                    <a:pt x="6079" y="10608"/>
                    <a:pt x="13313" y="11155"/>
                    <a:pt x="19180" y="9453"/>
                  </a:cubicBezTo>
                  <a:cubicBezTo>
                    <a:pt x="25289" y="7690"/>
                    <a:pt x="31125" y="2584"/>
                    <a:pt x="37569" y="1459"/>
                  </a:cubicBezTo>
                  <a:cubicBezTo>
                    <a:pt x="45776" y="0"/>
                    <a:pt x="51642" y="7630"/>
                    <a:pt x="57874" y="11520"/>
                  </a:cubicBezTo>
                  <a:cubicBezTo>
                    <a:pt x="62099" y="14134"/>
                    <a:pt x="67175" y="16596"/>
                    <a:pt x="70123" y="20882"/>
                  </a:cubicBezTo>
                  <a:cubicBezTo>
                    <a:pt x="71886" y="23466"/>
                    <a:pt x="72190" y="26688"/>
                    <a:pt x="75625" y="27569"/>
                  </a:cubicBezTo>
                  <a:cubicBezTo>
                    <a:pt x="83193" y="29484"/>
                    <a:pt x="91339" y="23374"/>
                    <a:pt x="97996" y="22371"/>
                  </a:cubicBezTo>
                  <a:cubicBezTo>
                    <a:pt x="106051" y="21186"/>
                    <a:pt x="108391" y="17630"/>
                    <a:pt x="115473" y="24773"/>
                  </a:cubicBezTo>
                  <a:cubicBezTo>
                    <a:pt x="122039" y="31369"/>
                    <a:pt x="113528" y="46475"/>
                    <a:pt x="119060" y="53101"/>
                  </a:cubicBezTo>
                  <a:cubicBezTo>
                    <a:pt x="120732" y="55107"/>
                    <a:pt x="123802" y="56475"/>
                    <a:pt x="125869" y="58785"/>
                  </a:cubicBezTo>
                  <a:cubicBezTo>
                    <a:pt x="128088" y="61247"/>
                    <a:pt x="128057" y="64348"/>
                    <a:pt x="132191" y="64925"/>
                  </a:cubicBezTo>
                  <a:cubicBezTo>
                    <a:pt x="138179" y="65746"/>
                    <a:pt x="145352" y="65594"/>
                    <a:pt x="149608" y="70305"/>
                  </a:cubicBezTo>
                  <a:cubicBezTo>
                    <a:pt x="151705" y="72615"/>
                    <a:pt x="154502" y="78208"/>
                    <a:pt x="158483" y="7744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26"/>
            <p:cNvSpPr/>
            <p:nvPr/>
          </p:nvSpPr>
          <p:spPr>
            <a:xfrm>
              <a:off x="2975000" y="197875"/>
              <a:ext cx="3962850" cy="1976500"/>
            </a:xfrm>
            <a:custGeom>
              <a:rect b="b" l="l" r="r" t="t"/>
              <a:pathLst>
                <a:path extrusionOk="0" fill="none" h="79060" w="158514">
                  <a:moveTo>
                    <a:pt x="0" y="9788"/>
                  </a:moveTo>
                  <a:cubicBezTo>
                    <a:pt x="6110" y="11551"/>
                    <a:pt x="13222" y="11824"/>
                    <a:pt x="19301" y="10244"/>
                  </a:cubicBezTo>
                  <a:cubicBezTo>
                    <a:pt x="26080" y="8450"/>
                    <a:pt x="31369" y="3040"/>
                    <a:pt x="38208" y="1642"/>
                  </a:cubicBezTo>
                  <a:cubicBezTo>
                    <a:pt x="46384" y="0"/>
                    <a:pt x="51855" y="8207"/>
                    <a:pt x="57600" y="12098"/>
                  </a:cubicBezTo>
                  <a:cubicBezTo>
                    <a:pt x="61886" y="14985"/>
                    <a:pt x="67296" y="17478"/>
                    <a:pt x="71065" y="21368"/>
                  </a:cubicBezTo>
                  <a:cubicBezTo>
                    <a:pt x="73315" y="23678"/>
                    <a:pt x="74743" y="27113"/>
                    <a:pt x="77904" y="27903"/>
                  </a:cubicBezTo>
                  <a:cubicBezTo>
                    <a:pt x="84865" y="29575"/>
                    <a:pt x="91978" y="23648"/>
                    <a:pt x="98847" y="22280"/>
                  </a:cubicBezTo>
                  <a:cubicBezTo>
                    <a:pt x="107419" y="20517"/>
                    <a:pt x="109850" y="17903"/>
                    <a:pt x="116233" y="25077"/>
                  </a:cubicBezTo>
                  <a:cubicBezTo>
                    <a:pt x="122069" y="31642"/>
                    <a:pt x="115656" y="46536"/>
                    <a:pt x="120154" y="53557"/>
                  </a:cubicBezTo>
                  <a:cubicBezTo>
                    <a:pt x="121492" y="55624"/>
                    <a:pt x="124471" y="57235"/>
                    <a:pt x="126325" y="59484"/>
                  </a:cubicBezTo>
                  <a:cubicBezTo>
                    <a:pt x="128422" y="61977"/>
                    <a:pt x="128544" y="65047"/>
                    <a:pt x="132495" y="65685"/>
                  </a:cubicBezTo>
                  <a:cubicBezTo>
                    <a:pt x="138392" y="66658"/>
                    <a:pt x="145565" y="66506"/>
                    <a:pt x="149851" y="71187"/>
                  </a:cubicBezTo>
                  <a:cubicBezTo>
                    <a:pt x="151918" y="73466"/>
                    <a:pt x="154593" y="79059"/>
                    <a:pt x="158514" y="7845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26"/>
            <p:cNvSpPr/>
            <p:nvPr/>
          </p:nvSpPr>
          <p:spPr>
            <a:xfrm>
              <a:off x="2975000" y="180400"/>
              <a:ext cx="3962850" cy="1990925"/>
            </a:xfrm>
            <a:custGeom>
              <a:rect b="b" l="l" r="r" t="t"/>
              <a:pathLst>
                <a:path extrusionOk="0" fill="none" h="79637" w="158514">
                  <a:moveTo>
                    <a:pt x="0" y="10487"/>
                  </a:moveTo>
                  <a:cubicBezTo>
                    <a:pt x="6171" y="12219"/>
                    <a:pt x="13374" y="12371"/>
                    <a:pt x="19453" y="10699"/>
                  </a:cubicBezTo>
                  <a:cubicBezTo>
                    <a:pt x="26384" y="8754"/>
                    <a:pt x="31764" y="2979"/>
                    <a:pt x="38876" y="1611"/>
                  </a:cubicBezTo>
                  <a:cubicBezTo>
                    <a:pt x="47265" y="0"/>
                    <a:pt x="51946" y="8025"/>
                    <a:pt x="57418" y="12280"/>
                  </a:cubicBezTo>
                  <a:cubicBezTo>
                    <a:pt x="61582" y="15532"/>
                    <a:pt x="67083" y="17994"/>
                    <a:pt x="71460" y="21490"/>
                  </a:cubicBezTo>
                  <a:cubicBezTo>
                    <a:pt x="74166" y="23678"/>
                    <a:pt x="76597" y="27143"/>
                    <a:pt x="79789" y="27812"/>
                  </a:cubicBezTo>
                  <a:cubicBezTo>
                    <a:pt x="86172" y="29149"/>
                    <a:pt x="92950" y="23374"/>
                    <a:pt x="99364" y="21733"/>
                  </a:cubicBezTo>
                  <a:cubicBezTo>
                    <a:pt x="107723" y="19605"/>
                    <a:pt x="111218" y="17934"/>
                    <a:pt x="117024" y="25137"/>
                  </a:cubicBezTo>
                  <a:cubicBezTo>
                    <a:pt x="122100" y="31460"/>
                    <a:pt x="117784" y="46475"/>
                    <a:pt x="121249" y="53679"/>
                  </a:cubicBezTo>
                  <a:cubicBezTo>
                    <a:pt x="122708" y="56718"/>
                    <a:pt x="129060" y="65472"/>
                    <a:pt x="132769" y="66171"/>
                  </a:cubicBezTo>
                  <a:cubicBezTo>
                    <a:pt x="138605" y="67296"/>
                    <a:pt x="145748" y="67114"/>
                    <a:pt x="150033" y="71764"/>
                  </a:cubicBezTo>
                  <a:cubicBezTo>
                    <a:pt x="152100" y="73983"/>
                    <a:pt x="154684" y="79637"/>
                    <a:pt x="158514" y="7915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26"/>
            <p:cNvSpPr/>
            <p:nvPr/>
          </p:nvSpPr>
          <p:spPr>
            <a:xfrm>
              <a:off x="2975000" y="165200"/>
              <a:ext cx="3962850" cy="2002325"/>
            </a:xfrm>
            <a:custGeom>
              <a:rect b="b" l="l" r="r" t="t"/>
              <a:pathLst>
                <a:path extrusionOk="0" fill="none" h="80093" w="158514">
                  <a:moveTo>
                    <a:pt x="0" y="11095"/>
                  </a:moveTo>
                  <a:cubicBezTo>
                    <a:pt x="6201" y="12797"/>
                    <a:pt x="13496" y="12858"/>
                    <a:pt x="19575" y="11064"/>
                  </a:cubicBezTo>
                  <a:cubicBezTo>
                    <a:pt x="26688" y="8967"/>
                    <a:pt x="32128" y="2857"/>
                    <a:pt x="39545" y="1520"/>
                  </a:cubicBezTo>
                  <a:cubicBezTo>
                    <a:pt x="47965" y="0"/>
                    <a:pt x="52402" y="7599"/>
                    <a:pt x="57326" y="12280"/>
                  </a:cubicBezTo>
                  <a:cubicBezTo>
                    <a:pt x="61096" y="15867"/>
                    <a:pt x="66840" y="18329"/>
                    <a:pt x="71491" y="21490"/>
                  </a:cubicBezTo>
                  <a:cubicBezTo>
                    <a:pt x="74470" y="23496"/>
                    <a:pt x="77600" y="26870"/>
                    <a:pt x="81157" y="27387"/>
                  </a:cubicBezTo>
                  <a:cubicBezTo>
                    <a:pt x="87449" y="28268"/>
                    <a:pt x="93832" y="22827"/>
                    <a:pt x="99607" y="21034"/>
                  </a:cubicBezTo>
                  <a:cubicBezTo>
                    <a:pt x="107814" y="18450"/>
                    <a:pt x="112677" y="17812"/>
                    <a:pt x="117875" y="25137"/>
                  </a:cubicBezTo>
                  <a:cubicBezTo>
                    <a:pt x="120306" y="28602"/>
                    <a:pt x="119364" y="34773"/>
                    <a:pt x="119759" y="39423"/>
                  </a:cubicBezTo>
                  <a:cubicBezTo>
                    <a:pt x="120185" y="44256"/>
                    <a:pt x="120914" y="49697"/>
                    <a:pt x="122343" y="53679"/>
                  </a:cubicBezTo>
                  <a:cubicBezTo>
                    <a:pt x="123498" y="56810"/>
                    <a:pt x="129425" y="65746"/>
                    <a:pt x="133042" y="66536"/>
                  </a:cubicBezTo>
                  <a:cubicBezTo>
                    <a:pt x="138817" y="67782"/>
                    <a:pt x="145930" y="67600"/>
                    <a:pt x="150246" y="72220"/>
                  </a:cubicBezTo>
                  <a:cubicBezTo>
                    <a:pt x="152313" y="74409"/>
                    <a:pt x="154745" y="80093"/>
                    <a:pt x="158514" y="7975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26"/>
            <p:cNvSpPr/>
            <p:nvPr/>
          </p:nvSpPr>
          <p:spPr>
            <a:xfrm>
              <a:off x="2975000" y="150750"/>
              <a:ext cx="3962850" cy="2014500"/>
            </a:xfrm>
            <a:custGeom>
              <a:rect b="b" l="l" r="r" t="t"/>
              <a:pathLst>
                <a:path extrusionOk="0" fill="none" h="80580" w="158514">
                  <a:moveTo>
                    <a:pt x="0" y="11673"/>
                  </a:moveTo>
                  <a:cubicBezTo>
                    <a:pt x="6262" y="13344"/>
                    <a:pt x="13830" y="13588"/>
                    <a:pt x="19727" y="11429"/>
                  </a:cubicBezTo>
                  <a:cubicBezTo>
                    <a:pt x="26566" y="8907"/>
                    <a:pt x="32767" y="2676"/>
                    <a:pt x="40244" y="1399"/>
                  </a:cubicBezTo>
                  <a:cubicBezTo>
                    <a:pt x="48573" y="1"/>
                    <a:pt x="53162" y="6900"/>
                    <a:pt x="57478" y="12159"/>
                  </a:cubicBezTo>
                  <a:cubicBezTo>
                    <a:pt x="61825" y="17417"/>
                    <a:pt x="74318" y="25807"/>
                    <a:pt x="81917" y="26749"/>
                  </a:cubicBezTo>
                  <a:cubicBezTo>
                    <a:pt x="87692" y="27448"/>
                    <a:pt x="94379" y="22159"/>
                    <a:pt x="99637" y="20244"/>
                  </a:cubicBezTo>
                  <a:cubicBezTo>
                    <a:pt x="108178" y="17144"/>
                    <a:pt x="114045" y="17873"/>
                    <a:pt x="118787" y="25199"/>
                  </a:cubicBezTo>
                  <a:cubicBezTo>
                    <a:pt x="121066" y="28694"/>
                    <a:pt x="119607" y="34895"/>
                    <a:pt x="120215" y="39515"/>
                  </a:cubicBezTo>
                  <a:cubicBezTo>
                    <a:pt x="120853" y="44348"/>
                    <a:pt x="122373" y="49394"/>
                    <a:pt x="123498" y="53649"/>
                  </a:cubicBezTo>
                  <a:cubicBezTo>
                    <a:pt x="124349" y="56962"/>
                    <a:pt x="129729" y="65989"/>
                    <a:pt x="133316" y="66871"/>
                  </a:cubicBezTo>
                  <a:cubicBezTo>
                    <a:pt x="139000" y="68300"/>
                    <a:pt x="146112" y="68087"/>
                    <a:pt x="150459" y="72677"/>
                  </a:cubicBezTo>
                  <a:cubicBezTo>
                    <a:pt x="152495" y="74835"/>
                    <a:pt x="154836" y="80579"/>
                    <a:pt x="158514" y="803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26"/>
            <p:cNvSpPr/>
            <p:nvPr/>
          </p:nvSpPr>
          <p:spPr>
            <a:xfrm>
              <a:off x="2975000" y="138600"/>
              <a:ext cx="3962100" cy="2022075"/>
            </a:xfrm>
            <a:custGeom>
              <a:rect b="b" l="l" r="r" t="t"/>
              <a:pathLst>
                <a:path extrusionOk="0" fill="none" h="80883" w="158484">
                  <a:moveTo>
                    <a:pt x="0" y="12159"/>
                  </a:moveTo>
                  <a:cubicBezTo>
                    <a:pt x="6322" y="13800"/>
                    <a:pt x="13952" y="13952"/>
                    <a:pt x="19849" y="11672"/>
                  </a:cubicBezTo>
                  <a:cubicBezTo>
                    <a:pt x="26900" y="8937"/>
                    <a:pt x="33162" y="2462"/>
                    <a:pt x="40974" y="1247"/>
                  </a:cubicBezTo>
                  <a:cubicBezTo>
                    <a:pt x="48876" y="0"/>
                    <a:pt x="54530" y="5806"/>
                    <a:pt x="58026" y="11855"/>
                  </a:cubicBezTo>
                  <a:cubicBezTo>
                    <a:pt x="61521" y="17873"/>
                    <a:pt x="74500" y="25138"/>
                    <a:pt x="82069" y="25928"/>
                  </a:cubicBezTo>
                  <a:cubicBezTo>
                    <a:pt x="87449" y="26505"/>
                    <a:pt x="94774" y="21186"/>
                    <a:pt x="99637" y="19362"/>
                  </a:cubicBezTo>
                  <a:cubicBezTo>
                    <a:pt x="108178" y="16080"/>
                    <a:pt x="115321" y="17782"/>
                    <a:pt x="119759" y="25107"/>
                  </a:cubicBezTo>
                  <a:cubicBezTo>
                    <a:pt x="121948" y="28724"/>
                    <a:pt x="119790" y="34803"/>
                    <a:pt x="120580" y="39545"/>
                  </a:cubicBezTo>
                  <a:cubicBezTo>
                    <a:pt x="121370" y="44348"/>
                    <a:pt x="123771" y="48937"/>
                    <a:pt x="124623" y="53497"/>
                  </a:cubicBezTo>
                  <a:cubicBezTo>
                    <a:pt x="125291" y="56992"/>
                    <a:pt x="130003" y="66050"/>
                    <a:pt x="133559" y="67053"/>
                  </a:cubicBezTo>
                  <a:cubicBezTo>
                    <a:pt x="139152" y="68603"/>
                    <a:pt x="146355" y="68451"/>
                    <a:pt x="150672" y="72980"/>
                  </a:cubicBezTo>
                  <a:cubicBezTo>
                    <a:pt x="152708" y="75108"/>
                    <a:pt x="154897" y="80883"/>
                    <a:pt x="158483" y="80822"/>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26"/>
            <p:cNvSpPr/>
            <p:nvPr/>
          </p:nvSpPr>
          <p:spPr>
            <a:xfrm>
              <a:off x="2975000" y="124150"/>
              <a:ext cx="3962100" cy="2034250"/>
            </a:xfrm>
            <a:custGeom>
              <a:rect b="b" l="l" r="r" t="t"/>
              <a:pathLst>
                <a:path extrusionOk="0" fill="none" h="81370" w="158484">
                  <a:moveTo>
                    <a:pt x="0" y="12737"/>
                  </a:moveTo>
                  <a:cubicBezTo>
                    <a:pt x="6383" y="14348"/>
                    <a:pt x="13861" y="14226"/>
                    <a:pt x="20001" y="12007"/>
                  </a:cubicBezTo>
                  <a:cubicBezTo>
                    <a:pt x="27721" y="9241"/>
                    <a:pt x="33283" y="2432"/>
                    <a:pt x="41673" y="1186"/>
                  </a:cubicBezTo>
                  <a:cubicBezTo>
                    <a:pt x="49515" y="1"/>
                    <a:pt x="55807" y="4530"/>
                    <a:pt x="58877" y="11551"/>
                  </a:cubicBezTo>
                  <a:cubicBezTo>
                    <a:pt x="61886" y="18481"/>
                    <a:pt x="74378" y="24560"/>
                    <a:pt x="81704" y="25199"/>
                  </a:cubicBezTo>
                  <a:cubicBezTo>
                    <a:pt x="87114" y="25624"/>
                    <a:pt x="94774" y="20244"/>
                    <a:pt x="99607" y="18573"/>
                  </a:cubicBezTo>
                  <a:cubicBezTo>
                    <a:pt x="108118" y="15655"/>
                    <a:pt x="116628" y="17721"/>
                    <a:pt x="120853" y="25199"/>
                  </a:cubicBezTo>
                  <a:cubicBezTo>
                    <a:pt x="123012" y="29029"/>
                    <a:pt x="119972" y="34895"/>
                    <a:pt x="120853" y="39758"/>
                  </a:cubicBezTo>
                  <a:cubicBezTo>
                    <a:pt x="121735" y="44561"/>
                    <a:pt x="125139" y="48512"/>
                    <a:pt x="125778" y="53406"/>
                  </a:cubicBezTo>
                  <a:cubicBezTo>
                    <a:pt x="126294" y="57205"/>
                    <a:pt x="130276" y="66172"/>
                    <a:pt x="133863" y="67297"/>
                  </a:cubicBezTo>
                  <a:cubicBezTo>
                    <a:pt x="139334" y="68999"/>
                    <a:pt x="146568" y="68908"/>
                    <a:pt x="150884" y="73406"/>
                  </a:cubicBezTo>
                  <a:cubicBezTo>
                    <a:pt x="153438" y="76051"/>
                    <a:pt x="154684" y="80428"/>
                    <a:pt x="158483" y="8137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26"/>
            <p:cNvSpPr/>
            <p:nvPr/>
          </p:nvSpPr>
          <p:spPr>
            <a:xfrm>
              <a:off x="2975000" y="108200"/>
              <a:ext cx="3962850" cy="2050975"/>
            </a:xfrm>
            <a:custGeom>
              <a:rect b="b" l="l" r="r" t="t"/>
              <a:pathLst>
                <a:path extrusionOk="0" fill="none" h="82039" w="158514">
                  <a:moveTo>
                    <a:pt x="0" y="13375"/>
                  </a:moveTo>
                  <a:cubicBezTo>
                    <a:pt x="6474" y="14986"/>
                    <a:pt x="14013" y="14712"/>
                    <a:pt x="20183" y="12432"/>
                  </a:cubicBezTo>
                  <a:cubicBezTo>
                    <a:pt x="28116" y="9454"/>
                    <a:pt x="33709" y="2493"/>
                    <a:pt x="42402" y="1156"/>
                  </a:cubicBezTo>
                  <a:cubicBezTo>
                    <a:pt x="50092" y="1"/>
                    <a:pt x="57418" y="4043"/>
                    <a:pt x="59819" y="11217"/>
                  </a:cubicBezTo>
                  <a:cubicBezTo>
                    <a:pt x="62190" y="18390"/>
                    <a:pt x="73862" y="24104"/>
                    <a:pt x="81035" y="24439"/>
                  </a:cubicBezTo>
                  <a:cubicBezTo>
                    <a:pt x="86780" y="24743"/>
                    <a:pt x="94318" y="19454"/>
                    <a:pt x="99607" y="17934"/>
                  </a:cubicBezTo>
                  <a:cubicBezTo>
                    <a:pt x="108452" y="15381"/>
                    <a:pt x="117844" y="17873"/>
                    <a:pt x="122009" y="25350"/>
                  </a:cubicBezTo>
                  <a:cubicBezTo>
                    <a:pt x="124227" y="29332"/>
                    <a:pt x="120154" y="35047"/>
                    <a:pt x="121066" y="40092"/>
                  </a:cubicBezTo>
                  <a:cubicBezTo>
                    <a:pt x="121978" y="44925"/>
                    <a:pt x="126507" y="48512"/>
                    <a:pt x="126963" y="53406"/>
                  </a:cubicBezTo>
                  <a:cubicBezTo>
                    <a:pt x="127297" y="57205"/>
                    <a:pt x="130459" y="66172"/>
                    <a:pt x="134167" y="67570"/>
                  </a:cubicBezTo>
                  <a:cubicBezTo>
                    <a:pt x="139304" y="69485"/>
                    <a:pt x="146842" y="69424"/>
                    <a:pt x="151128" y="73862"/>
                  </a:cubicBezTo>
                  <a:cubicBezTo>
                    <a:pt x="153650" y="76537"/>
                    <a:pt x="154805" y="80883"/>
                    <a:pt x="158514" y="8203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26"/>
            <p:cNvSpPr/>
            <p:nvPr/>
          </p:nvSpPr>
          <p:spPr>
            <a:xfrm>
              <a:off x="2975000" y="89975"/>
              <a:ext cx="3962850" cy="2068425"/>
            </a:xfrm>
            <a:custGeom>
              <a:rect b="b" l="l" r="r" t="t"/>
              <a:pathLst>
                <a:path extrusionOk="0" fill="none" h="82737" w="158514">
                  <a:moveTo>
                    <a:pt x="0" y="14104"/>
                  </a:moveTo>
                  <a:cubicBezTo>
                    <a:pt x="6535" y="15684"/>
                    <a:pt x="14347" y="15502"/>
                    <a:pt x="20335" y="12918"/>
                  </a:cubicBezTo>
                  <a:cubicBezTo>
                    <a:pt x="27995" y="9575"/>
                    <a:pt x="34439" y="2644"/>
                    <a:pt x="43101" y="1216"/>
                  </a:cubicBezTo>
                  <a:cubicBezTo>
                    <a:pt x="50639" y="0"/>
                    <a:pt x="58299" y="3435"/>
                    <a:pt x="60822" y="10882"/>
                  </a:cubicBezTo>
                  <a:cubicBezTo>
                    <a:pt x="63436" y="18572"/>
                    <a:pt x="72190" y="23587"/>
                    <a:pt x="80184" y="23769"/>
                  </a:cubicBezTo>
                  <a:cubicBezTo>
                    <a:pt x="86415" y="23921"/>
                    <a:pt x="93862" y="18663"/>
                    <a:pt x="99759" y="17417"/>
                  </a:cubicBezTo>
                  <a:cubicBezTo>
                    <a:pt x="107875" y="15715"/>
                    <a:pt x="119394" y="17234"/>
                    <a:pt x="123224" y="25593"/>
                  </a:cubicBezTo>
                  <a:cubicBezTo>
                    <a:pt x="125413" y="30396"/>
                    <a:pt x="120367" y="35350"/>
                    <a:pt x="121279" y="40578"/>
                  </a:cubicBezTo>
                  <a:cubicBezTo>
                    <a:pt x="122100" y="45381"/>
                    <a:pt x="127723" y="48937"/>
                    <a:pt x="128118" y="53496"/>
                  </a:cubicBezTo>
                  <a:cubicBezTo>
                    <a:pt x="128422" y="57174"/>
                    <a:pt x="130762" y="66262"/>
                    <a:pt x="134501" y="67873"/>
                  </a:cubicBezTo>
                  <a:cubicBezTo>
                    <a:pt x="139456" y="70001"/>
                    <a:pt x="147085" y="69971"/>
                    <a:pt x="151340" y="74408"/>
                  </a:cubicBezTo>
                  <a:cubicBezTo>
                    <a:pt x="153894" y="77083"/>
                    <a:pt x="154897" y="81430"/>
                    <a:pt x="158514" y="8273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26"/>
            <p:cNvSpPr/>
            <p:nvPr/>
          </p:nvSpPr>
          <p:spPr>
            <a:xfrm>
              <a:off x="2975000" y="69450"/>
              <a:ext cx="3962850" cy="2089725"/>
            </a:xfrm>
            <a:custGeom>
              <a:rect b="b" l="l" r="r" t="t"/>
              <a:pathLst>
                <a:path extrusionOk="0" fill="none" h="83589" w="158514">
                  <a:moveTo>
                    <a:pt x="0" y="14925"/>
                  </a:moveTo>
                  <a:cubicBezTo>
                    <a:pt x="6626" y="16475"/>
                    <a:pt x="14529" y="16201"/>
                    <a:pt x="20517" y="13496"/>
                  </a:cubicBezTo>
                  <a:cubicBezTo>
                    <a:pt x="28359" y="9940"/>
                    <a:pt x="34925" y="3010"/>
                    <a:pt x="43800" y="1338"/>
                  </a:cubicBezTo>
                  <a:cubicBezTo>
                    <a:pt x="51126" y="0"/>
                    <a:pt x="59454" y="3010"/>
                    <a:pt x="61916" y="10517"/>
                  </a:cubicBezTo>
                  <a:cubicBezTo>
                    <a:pt x="64500" y="18359"/>
                    <a:pt x="70853" y="23223"/>
                    <a:pt x="79272" y="23131"/>
                  </a:cubicBezTo>
                  <a:cubicBezTo>
                    <a:pt x="86020" y="23071"/>
                    <a:pt x="93254" y="17934"/>
                    <a:pt x="100032" y="17052"/>
                  </a:cubicBezTo>
                  <a:cubicBezTo>
                    <a:pt x="108574" y="15958"/>
                    <a:pt x="120489" y="17630"/>
                    <a:pt x="124471" y="25989"/>
                  </a:cubicBezTo>
                  <a:cubicBezTo>
                    <a:pt x="126902" y="31065"/>
                    <a:pt x="120671" y="35776"/>
                    <a:pt x="121492" y="41186"/>
                  </a:cubicBezTo>
                  <a:cubicBezTo>
                    <a:pt x="122221" y="46050"/>
                    <a:pt x="128878" y="49393"/>
                    <a:pt x="129243" y="53740"/>
                  </a:cubicBezTo>
                  <a:cubicBezTo>
                    <a:pt x="129516" y="57357"/>
                    <a:pt x="131127" y="66445"/>
                    <a:pt x="134896" y="68238"/>
                  </a:cubicBezTo>
                  <a:cubicBezTo>
                    <a:pt x="139699" y="70549"/>
                    <a:pt x="147359" y="70670"/>
                    <a:pt x="151584" y="75077"/>
                  </a:cubicBezTo>
                  <a:cubicBezTo>
                    <a:pt x="154137" y="77752"/>
                    <a:pt x="154988" y="82068"/>
                    <a:pt x="158514" y="8358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26"/>
            <p:cNvSpPr/>
            <p:nvPr/>
          </p:nvSpPr>
          <p:spPr>
            <a:xfrm>
              <a:off x="2975000" y="45125"/>
              <a:ext cx="3962850" cy="2114050"/>
            </a:xfrm>
            <a:custGeom>
              <a:rect b="b" l="l" r="r" t="t"/>
              <a:pathLst>
                <a:path extrusionOk="0" fill="none" h="84562" w="158514">
                  <a:moveTo>
                    <a:pt x="0" y="15898"/>
                  </a:moveTo>
                  <a:cubicBezTo>
                    <a:pt x="6991" y="17478"/>
                    <a:pt x="14651" y="16809"/>
                    <a:pt x="20700" y="14226"/>
                  </a:cubicBezTo>
                  <a:cubicBezTo>
                    <a:pt x="28511" y="10913"/>
                    <a:pt x="35350" y="3527"/>
                    <a:pt x="44439" y="1551"/>
                  </a:cubicBezTo>
                  <a:cubicBezTo>
                    <a:pt x="51612" y="1"/>
                    <a:pt x="60579" y="2736"/>
                    <a:pt x="63041" y="10214"/>
                  </a:cubicBezTo>
                  <a:cubicBezTo>
                    <a:pt x="65564" y="17934"/>
                    <a:pt x="69515" y="22949"/>
                    <a:pt x="78391" y="22645"/>
                  </a:cubicBezTo>
                  <a:cubicBezTo>
                    <a:pt x="85716" y="22372"/>
                    <a:pt x="93072" y="17417"/>
                    <a:pt x="100488" y="16931"/>
                  </a:cubicBezTo>
                  <a:cubicBezTo>
                    <a:pt x="109273" y="16323"/>
                    <a:pt x="121431" y="18208"/>
                    <a:pt x="125717" y="26536"/>
                  </a:cubicBezTo>
                  <a:cubicBezTo>
                    <a:pt x="128544" y="31946"/>
                    <a:pt x="121036" y="36415"/>
                    <a:pt x="121735" y="41916"/>
                  </a:cubicBezTo>
                  <a:cubicBezTo>
                    <a:pt x="122343" y="46871"/>
                    <a:pt x="129881" y="49971"/>
                    <a:pt x="130276" y="54105"/>
                  </a:cubicBezTo>
                  <a:cubicBezTo>
                    <a:pt x="130641" y="57631"/>
                    <a:pt x="131431" y="66628"/>
                    <a:pt x="135322" y="68664"/>
                  </a:cubicBezTo>
                  <a:cubicBezTo>
                    <a:pt x="140124" y="71157"/>
                    <a:pt x="147632" y="71461"/>
                    <a:pt x="151796" y="75868"/>
                  </a:cubicBezTo>
                  <a:cubicBezTo>
                    <a:pt x="154350" y="78573"/>
                    <a:pt x="155109" y="82859"/>
                    <a:pt x="158514" y="8456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26"/>
            <p:cNvSpPr/>
            <p:nvPr/>
          </p:nvSpPr>
          <p:spPr>
            <a:xfrm>
              <a:off x="2975000" y="20825"/>
              <a:ext cx="3962850" cy="2138350"/>
            </a:xfrm>
            <a:custGeom>
              <a:rect b="b" l="l" r="r" t="t"/>
              <a:pathLst>
                <a:path extrusionOk="0" fill="none" h="85534" w="158514">
                  <a:moveTo>
                    <a:pt x="0" y="16870"/>
                  </a:moveTo>
                  <a:cubicBezTo>
                    <a:pt x="7082" y="18420"/>
                    <a:pt x="14833" y="17629"/>
                    <a:pt x="20912" y="14955"/>
                  </a:cubicBezTo>
                  <a:cubicBezTo>
                    <a:pt x="28876" y="11459"/>
                    <a:pt x="35776" y="3951"/>
                    <a:pt x="45047" y="1702"/>
                  </a:cubicBezTo>
                  <a:cubicBezTo>
                    <a:pt x="52068" y="0"/>
                    <a:pt x="61703" y="2371"/>
                    <a:pt x="64166" y="9818"/>
                  </a:cubicBezTo>
                  <a:cubicBezTo>
                    <a:pt x="66567" y="16991"/>
                    <a:pt x="68877" y="22645"/>
                    <a:pt x="77722" y="22128"/>
                  </a:cubicBezTo>
                  <a:cubicBezTo>
                    <a:pt x="85503" y="21672"/>
                    <a:pt x="93133" y="16961"/>
                    <a:pt x="101127" y="16809"/>
                  </a:cubicBezTo>
                  <a:cubicBezTo>
                    <a:pt x="110063" y="16657"/>
                    <a:pt x="122161" y="18693"/>
                    <a:pt x="126963" y="27083"/>
                  </a:cubicBezTo>
                  <a:cubicBezTo>
                    <a:pt x="130276" y="32858"/>
                    <a:pt x="121705" y="37052"/>
                    <a:pt x="122161" y="42615"/>
                  </a:cubicBezTo>
                  <a:cubicBezTo>
                    <a:pt x="122616" y="47782"/>
                    <a:pt x="130762" y="50518"/>
                    <a:pt x="131279" y="54530"/>
                  </a:cubicBezTo>
                  <a:cubicBezTo>
                    <a:pt x="131735" y="57934"/>
                    <a:pt x="131796" y="66931"/>
                    <a:pt x="135778" y="69089"/>
                  </a:cubicBezTo>
                  <a:cubicBezTo>
                    <a:pt x="140550" y="71703"/>
                    <a:pt x="147936" y="72250"/>
                    <a:pt x="152039" y="76658"/>
                  </a:cubicBezTo>
                  <a:cubicBezTo>
                    <a:pt x="154593" y="79393"/>
                    <a:pt x="155231" y="83649"/>
                    <a:pt x="158514" y="8553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58" name="Google Shape;4158;p26"/>
          <p:cNvSpPr/>
          <p:nvPr/>
        </p:nvSpPr>
        <p:spPr>
          <a:xfrm flipH="1">
            <a:off x="2538213" y="4419805"/>
            <a:ext cx="1227734" cy="1117449"/>
          </a:xfrm>
          <a:custGeom>
            <a:rect b="b" l="l" r="r" t="t"/>
            <a:pathLst>
              <a:path extrusionOk="0" h="32231" w="35412">
                <a:moveTo>
                  <a:pt x="17702" y="0"/>
                </a:moveTo>
                <a:cubicBezTo>
                  <a:pt x="10394" y="0"/>
                  <a:pt x="3782" y="5013"/>
                  <a:pt x="2037" y="12437"/>
                </a:cubicBezTo>
                <a:cubicBezTo>
                  <a:pt x="0" y="21100"/>
                  <a:pt x="5350" y="29763"/>
                  <a:pt x="14013" y="31799"/>
                </a:cubicBezTo>
                <a:cubicBezTo>
                  <a:pt x="15252" y="32090"/>
                  <a:pt x="16491" y="32230"/>
                  <a:pt x="17711" y="32230"/>
                </a:cubicBezTo>
                <a:cubicBezTo>
                  <a:pt x="25018" y="32230"/>
                  <a:pt x="31630" y="27221"/>
                  <a:pt x="33375" y="19823"/>
                </a:cubicBezTo>
                <a:cubicBezTo>
                  <a:pt x="35411" y="11161"/>
                  <a:pt x="30062" y="2467"/>
                  <a:pt x="21399" y="431"/>
                </a:cubicBezTo>
                <a:cubicBezTo>
                  <a:pt x="20160" y="140"/>
                  <a:pt x="18921" y="0"/>
                  <a:pt x="17702" y="0"/>
                </a:cubicBezTo>
                <a:close/>
              </a:path>
            </a:pathLst>
          </a:custGeom>
          <a:solidFill>
            <a:srgbClr val="E4BE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59" name="Google Shape;4159;p26"/>
          <p:cNvGrpSpPr/>
          <p:nvPr/>
        </p:nvGrpSpPr>
        <p:grpSpPr>
          <a:xfrm flipH="1">
            <a:off x="3308048" y="4288556"/>
            <a:ext cx="592199" cy="593411"/>
            <a:chOff x="4811650" y="1895450"/>
            <a:chExt cx="378450" cy="379225"/>
          </a:xfrm>
        </p:grpSpPr>
        <p:sp>
          <p:nvSpPr>
            <p:cNvPr id="4160" name="Google Shape;4160;p26"/>
            <p:cNvSpPr/>
            <p:nvPr/>
          </p:nvSpPr>
          <p:spPr>
            <a:xfrm>
              <a:off x="4811650" y="1895450"/>
              <a:ext cx="378450" cy="379225"/>
            </a:xfrm>
            <a:custGeom>
              <a:rect b="b" l="l" r="r" t="t"/>
              <a:pathLst>
                <a:path extrusionOk="0" fill="none" h="15169" w="15138">
                  <a:moveTo>
                    <a:pt x="9119" y="882"/>
                  </a:moveTo>
                  <a:cubicBezTo>
                    <a:pt x="12828" y="1733"/>
                    <a:pt x="15138" y="5442"/>
                    <a:pt x="14256" y="9150"/>
                  </a:cubicBezTo>
                  <a:cubicBezTo>
                    <a:pt x="13405" y="12858"/>
                    <a:pt x="9697" y="15168"/>
                    <a:pt x="5989" y="14287"/>
                  </a:cubicBezTo>
                  <a:cubicBezTo>
                    <a:pt x="2280" y="13436"/>
                    <a:pt x="1" y="9728"/>
                    <a:pt x="852" y="6019"/>
                  </a:cubicBezTo>
                  <a:cubicBezTo>
                    <a:pt x="1733" y="2311"/>
                    <a:pt x="5441" y="1"/>
                    <a:pt x="9119" y="882"/>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26"/>
            <p:cNvSpPr/>
            <p:nvPr/>
          </p:nvSpPr>
          <p:spPr>
            <a:xfrm>
              <a:off x="4882325" y="1966125"/>
              <a:ext cx="236350" cy="237125"/>
            </a:xfrm>
            <a:custGeom>
              <a:rect b="b" l="l" r="r" t="t"/>
              <a:pathLst>
                <a:path extrusionOk="0" fill="none" h="9485" w="9454">
                  <a:moveTo>
                    <a:pt x="9453" y="4742"/>
                  </a:moveTo>
                  <a:cubicBezTo>
                    <a:pt x="9453" y="7356"/>
                    <a:pt x="7356" y="9484"/>
                    <a:pt x="4742" y="9484"/>
                  </a:cubicBezTo>
                  <a:cubicBezTo>
                    <a:pt x="2128" y="9484"/>
                    <a:pt x="0" y="7356"/>
                    <a:pt x="0" y="4742"/>
                  </a:cubicBezTo>
                  <a:cubicBezTo>
                    <a:pt x="0" y="2128"/>
                    <a:pt x="2128" y="1"/>
                    <a:pt x="4742" y="1"/>
                  </a:cubicBezTo>
                  <a:cubicBezTo>
                    <a:pt x="7356" y="1"/>
                    <a:pt x="9453" y="2128"/>
                    <a:pt x="9453" y="4742"/>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26"/>
            <p:cNvSpPr/>
            <p:nvPr/>
          </p:nvSpPr>
          <p:spPr>
            <a:xfrm>
              <a:off x="4928675" y="2012475"/>
              <a:ext cx="143650" cy="144425"/>
            </a:xfrm>
            <a:custGeom>
              <a:rect b="b" l="l" r="r" t="t"/>
              <a:pathLst>
                <a:path extrusionOk="0" fill="none" h="5777" w="5746">
                  <a:moveTo>
                    <a:pt x="5745" y="2888"/>
                  </a:moveTo>
                  <a:cubicBezTo>
                    <a:pt x="5745" y="4499"/>
                    <a:pt x="4469" y="5776"/>
                    <a:pt x="2888" y="5776"/>
                  </a:cubicBezTo>
                  <a:cubicBezTo>
                    <a:pt x="1277" y="5776"/>
                    <a:pt x="1" y="4499"/>
                    <a:pt x="1" y="2888"/>
                  </a:cubicBezTo>
                  <a:cubicBezTo>
                    <a:pt x="1" y="1308"/>
                    <a:pt x="1277" y="1"/>
                    <a:pt x="2888" y="1"/>
                  </a:cubicBezTo>
                  <a:cubicBezTo>
                    <a:pt x="4469" y="1"/>
                    <a:pt x="5745" y="1308"/>
                    <a:pt x="5745" y="2888"/>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26"/>
            <p:cNvSpPr/>
            <p:nvPr/>
          </p:nvSpPr>
          <p:spPr>
            <a:xfrm>
              <a:off x="4968950" y="2053525"/>
              <a:ext cx="63100" cy="63100"/>
            </a:xfrm>
            <a:custGeom>
              <a:rect b="b" l="l" r="r" t="t"/>
              <a:pathLst>
                <a:path extrusionOk="0" fill="none" h="2524" w="2524">
                  <a:moveTo>
                    <a:pt x="2523" y="1246"/>
                  </a:moveTo>
                  <a:cubicBezTo>
                    <a:pt x="2523" y="1946"/>
                    <a:pt x="1946" y="2523"/>
                    <a:pt x="1277" y="2523"/>
                  </a:cubicBezTo>
                  <a:cubicBezTo>
                    <a:pt x="578" y="2523"/>
                    <a:pt x="1" y="1946"/>
                    <a:pt x="1" y="1246"/>
                  </a:cubicBezTo>
                  <a:cubicBezTo>
                    <a:pt x="1" y="578"/>
                    <a:pt x="578" y="0"/>
                    <a:pt x="1277" y="0"/>
                  </a:cubicBezTo>
                  <a:cubicBezTo>
                    <a:pt x="1946" y="0"/>
                    <a:pt x="2523" y="578"/>
                    <a:pt x="2523" y="1246"/>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4" name="Google Shape;4164;p26"/>
          <p:cNvGrpSpPr/>
          <p:nvPr/>
        </p:nvGrpSpPr>
        <p:grpSpPr>
          <a:xfrm flipH="1">
            <a:off x="8204238" y="3523676"/>
            <a:ext cx="750962" cy="720239"/>
            <a:chOff x="76650" y="3861300"/>
            <a:chExt cx="1531950" cy="1469275"/>
          </a:xfrm>
        </p:grpSpPr>
        <p:sp>
          <p:nvSpPr>
            <p:cNvPr id="4165" name="Google Shape;4165;p26"/>
            <p:cNvSpPr/>
            <p:nvPr/>
          </p:nvSpPr>
          <p:spPr>
            <a:xfrm>
              <a:off x="76650" y="3861300"/>
              <a:ext cx="1513725" cy="1379225"/>
            </a:xfrm>
            <a:custGeom>
              <a:rect b="b" l="l" r="r" t="t"/>
              <a:pathLst>
                <a:path extrusionOk="0" h="55169" w="60549">
                  <a:moveTo>
                    <a:pt x="30289" y="0"/>
                  </a:moveTo>
                  <a:cubicBezTo>
                    <a:pt x="23230" y="0"/>
                    <a:pt x="16171" y="2690"/>
                    <a:pt x="10791" y="8070"/>
                  </a:cubicBezTo>
                  <a:cubicBezTo>
                    <a:pt x="0" y="18861"/>
                    <a:pt x="0" y="36308"/>
                    <a:pt x="10791" y="47098"/>
                  </a:cubicBezTo>
                  <a:cubicBezTo>
                    <a:pt x="16171" y="52478"/>
                    <a:pt x="23230" y="55168"/>
                    <a:pt x="30289" y="55168"/>
                  </a:cubicBezTo>
                  <a:cubicBezTo>
                    <a:pt x="37349" y="55168"/>
                    <a:pt x="44408" y="52478"/>
                    <a:pt x="49788" y="47098"/>
                  </a:cubicBezTo>
                  <a:cubicBezTo>
                    <a:pt x="60548" y="36308"/>
                    <a:pt x="60548" y="18861"/>
                    <a:pt x="49788" y="8070"/>
                  </a:cubicBezTo>
                  <a:cubicBezTo>
                    <a:pt x="44408" y="2690"/>
                    <a:pt x="37349" y="0"/>
                    <a:pt x="30289" y="0"/>
                  </a:cubicBezTo>
                  <a:close/>
                </a:path>
              </a:pathLst>
            </a:custGeom>
            <a:solidFill>
              <a:srgbClr val="96A8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26"/>
            <p:cNvSpPr/>
            <p:nvPr/>
          </p:nvSpPr>
          <p:spPr>
            <a:xfrm>
              <a:off x="919350" y="4640575"/>
              <a:ext cx="689250" cy="690000"/>
            </a:xfrm>
            <a:custGeom>
              <a:rect b="b" l="l" r="r" t="t"/>
              <a:pathLst>
                <a:path extrusionOk="0" fill="none" h="27600" w="27570">
                  <a:moveTo>
                    <a:pt x="27570" y="0"/>
                  </a:moveTo>
                  <a:cubicBezTo>
                    <a:pt x="27570" y="15228"/>
                    <a:pt x="15229" y="27599"/>
                    <a:pt x="1" y="27599"/>
                  </a:cubicBezTo>
                </a:path>
              </a:pathLst>
            </a:custGeom>
            <a:noFill/>
            <a:ln cap="flat" cmpd="sng" w="66875">
              <a:solidFill>
                <a:srgbClr val="E4BEB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7" name="Google Shape;4167;p26"/>
          <p:cNvGrpSpPr/>
          <p:nvPr/>
        </p:nvGrpSpPr>
        <p:grpSpPr>
          <a:xfrm rot="10800000">
            <a:off x="720004" y="-929173"/>
            <a:ext cx="702175" cy="1850350"/>
            <a:chOff x="6601575" y="3455900"/>
            <a:chExt cx="702175" cy="1850350"/>
          </a:xfrm>
        </p:grpSpPr>
        <p:sp>
          <p:nvSpPr>
            <p:cNvPr id="4168" name="Google Shape;4168;p26"/>
            <p:cNvSpPr/>
            <p:nvPr/>
          </p:nvSpPr>
          <p:spPr>
            <a:xfrm>
              <a:off x="6601575" y="5187675"/>
              <a:ext cx="118575" cy="118575"/>
            </a:xfrm>
            <a:custGeom>
              <a:rect b="b" l="l" r="r" t="t"/>
              <a:pathLst>
                <a:path extrusionOk="0" h="4743" w="4743">
                  <a:moveTo>
                    <a:pt x="1885" y="1"/>
                  </a:moveTo>
                  <a:lnTo>
                    <a:pt x="1885" y="1885"/>
                  </a:lnTo>
                  <a:lnTo>
                    <a:pt x="1" y="1885"/>
                  </a:lnTo>
                  <a:lnTo>
                    <a:pt x="1"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26"/>
            <p:cNvSpPr/>
            <p:nvPr/>
          </p:nvSpPr>
          <p:spPr>
            <a:xfrm>
              <a:off x="6601575" y="4994675"/>
              <a:ext cx="118575" cy="119325"/>
            </a:xfrm>
            <a:custGeom>
              <a:rect b="b" l="l" r="r" t="t"/>
              <a:pathLst>
                <a:path extrusionOk="0" h="4773" w="4743">
                  <a:moveTo>
                    <a:pt x="1885" y="0"/>
                  </a:moveTo>
                  <a:lnTo>
                    <a:pt x="1885" y="1915"/>
                  </a:lnTo>
                  <a:lnTo>
                    <a:pt x="1" y="1915"/>
                  </a:lnTo>
                  <a:lnTo>
                    <a:pt x="1" y="2858"/>
                  </a:lnTo>
                  <a:lnTo>
                    <a:pt x="1885" y="2858"/>
                  </a:lnTo>
                  <a:lnTo>
                    <a:pt x="1885" y="4772"/>
                  </a:lnTo>
                  <a:lnTo>
                    <a:pt x="2827" y="4772"/>
                  </a:lnTo>
                  <a:lnTo>
                    <a:pt x="2827" y="2858"/>
                  </a:lnTo>
                  <a:lnTo>
                    <a:pt x="4742" y="2858"/>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26"/>
            <p:cNvSpPr/>
            <p:nvPr/>
          </p:nvSpPr>
          <p:spPr>
            <a:xfrm>
              <a:off x="6601575" y="4802425"/>
              <a:ext cx="118575" cy="119325"/>
            </a:xfrm>
            <a:custGeom>
              <a:rect b="b" l="l" r="r" t="t"/>
              <a:pathLst>
                <a:path extrusionOk="0" h="4773" w="4743">
                  <a:moveTo>
                    <a:pt x="1885" y="0"/>
                  </a:moveTo>
                  <a:lnTo>
                    <a:pt x="1885" y="1915"/>
                  </a:lnTo>
                  <a:lnTo>
                    <a:pt x="1" y="1915"/>
                  </a:lnTo>
                  <a:lnTo>
                    <a:pt x="1" y="2857"/>
                  </a:lnTo>
                  <a:lnTo>
                    <a:pt x="1885" y="2857"/>
                  </a:lnTo>
                  <a:lnTo>
                    <a:pt x="1885" y="4772"/>
                  </a:lnTo>
                  <a:lnTo>
                    <a:pt x="2827" y="477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26"/>
            <p:cNvSpPr/>
            <p:nvPr/>
          </p:nvSpPr>
          <p:spPr>
            <a:xfrm>
              <a:off x="6601575" y="4610175"/>
              <a:ext cx="118575" cy="118550"/>
            </a:xfrm>
            <a:custGeom>
              <a:rect b="b" l="l" r="r" t="t"/>
              <a:pathLst>
                <a:path extrusionOk="0" h="4742" w="4743">
                  <a:moveTo>
                    <a:pt x="1885" y="0"/>
                  </a:moveTo>
                  <a:lnTo>
                    <a:pt x="1885" y="1915"/>
                  </a:lnTo>
                  <a:lnTo>
                    <a:pt x="1" y="1915"/>
                  </a:lnTo>
                  <a:lnTo>
                    <a:pt x="1" y="2857"/>
                  </a:lnTo>
                  <a:lnTo>
                    <a:pt x="1885" y="2857"/>
                  </a:lnTo>
                  <a:lnTo>
                    <a:pt x="1885" y="4742"/>
                  </a:lnTo>
                  <a:lnTo>
                    <a:pt x="2827" y="474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26"/>
            <p:cNvSpPr/>
            <p:nvPr/>
          </p:nvSpPr>
          <p:spPr>
            <a:xfrm>
              <a:off x="6601575" y="4417925"/>
              <a:ext cx="118575" cy="118550"/>
            </a:xfrm>
            <a:custGeom>
              <a:rect b="b" l="l" r="r" t="t"/>
              <a:pathLst>
                <a:path extrusionOk="0" h="4742" w="4743">
                  <a:moveTo>
                    <a:pt x="1885" y="0"/>
                  </a:moveTo>
                  <a:lnTo>
                    <a:pt x="1885" y="1915"/>
                  </a:lnTo>
                  <a:lnTo>
                    <a:pt x="1" y="1915"/>
                  </a:lnTo>
                  <a:lnTo>
                    <a:pt x="1" y="2857"/>
                  </a:lnTo>
                  <a:lnTo>
                    <a:pt x="1885" y="2857"/>
                  </a:lnTo>
                  <a:lnTo>
                    <a:pt x="1885" y="4742"/>
                  </a:lnTo>
                  <a:lnTo>
                    <a:pt x="2827" y="474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26"/>
            <p:cNvSpPr/>
            <p:nvPr/>
          </p:nvSpPr>
          <p:spPr>
            <a:xfrm>
              <a:off x="6601575" y="4225675"/>
              <a:ext cx="118575" cy="118550"/>
            </a:xfrm>
            <a:custGeom>
              <a:rect b="b" l="l" r="r" t="t"/>
              <a:pathLst>
                <a:path extrusionOk="0" h="4742" w="4743">
                  <a:moveTo>
                    <a:pt x="1885" y="0"/>
                  </a:moveTo>
                  <a:lnTo>
                    <a:pt x="1885" y="1885"/>
                  </a:lnTo>
                  <a:lnTo>
                    <a:pt x="1" y="1885"/>
                  </a:lnTo>
                  <a:lnTo>
                    <a:pt x="1" y="2857"/>
                  </a:lnTo>
                  <a:lnTo>
                    <a:pt x="1885" y="2857"/>
                  </a:lnTo>
                  <a:lnTo>
                    <a:pt x="1885" y="4742"/>
                  </a:lnTo>
                  <a:lnTo>
                    <a:pt x="2827" y="4742"/>
                  </a:lnTo>
                  <a:lnTo>
                    <a:pt x="2827" y="2857"/>
                  </a:lnTo>
                  <a:lnTo>
                    <a:pt x="4742" y="2857"/>
                  </a:lnTo>
                  <a:lnTo>
                    <a:pt x="4742" y="1885"/>
                  </a:lnTo>
                  <a:lnTo>
                    <a:pt x="2827" y="188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26"/>
            <p:cNvSpPr/>
            <p:nvPr/>
          </p:nvSpPr>
          <p:spPr>
            <a:xfrm>
              <a:off x="6601575" y="4033400"/>
              <a:ext cx="118575" cy="118575"/>
            </a:xfrm>
            <a:custGeom>
              <a:rect b="b" l="l" r="r" t="t"/>
              <a:pathLst>
                <a:path extrusionOk="0" h="4743" w="4743">
                  <a:moveTo>
                    <a:pt x="1885" y="1"/>
                  </a:moveTo>
                  <a:lnTo>
                    <a:pt x="1885" y="1885"/>
                  </a:lnTo>
                  <a:lnTo>
                    <a:pt x="1" y="1885"/>
                  </a:lnTo>
                  <a:lnTo>
                    <a:pt x="1"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26"/>
            <p:cNvSpPr/>
            <p:nvPr/>
          </p:nvSpPr>
          <p:spPr>
            <a:xfrm>
              <a:off x="6601575" y="3841150"/>
              <a:ext cx="118575" cy="118575"/>
            </a:xfrm>
            <a:custGeom>
              <a:rect b="b" l="l" r="r" t="t"/>
              <a:pathLst>
                <a:path extrusionOk="0" h="4743" w="4743">
                  <a:moveTo>
                    <a:pt x="1885" y="1"/>
                  </a:moveTo>
                  <a:lnTo>
                    <a:pt x="1885" y="1885"/>
                  </a:lnTo>
                  <a:lnTo>
                    <a:pt x="1" y="1885"/>
                  </a:lnTo>
                  <a:lnTo>
                    <a:pt x="1"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26"/>
            <p:cNvSpPr/>
            <p:nvPr/>
          </p:nvSpPr>
          <p:spPr>
            <a:xfrm>
              <a:off x="6601575" y="3648900"/>
              <a:ext cx="118575" cy="118575"/>
            </a:xfrm>
            <a:custGeom>
              <a:rect b="b" l="l" r="r" t="t"/>
              <a:pathLst>
                <a:path extrusionOk="0" h="4743" w="4743">
                  <a:moveTo>
                    <a:pt x="1885" y="1"/>
                  </a:moveTo>
                  <a:lnTo>
                    <a:pt x="1885" y="1885"/>
                  </a:lnTo>
                  <a:lnTo>
                    <a:pt x="1" y="1885"/>
                  </a:lnTo>
                  <a:lnTo>
                    <a:pt x="1" y="2828"/>
                  </a:lnTo>
                  <a:lnTo>
                    <a:pt x="1885" y="2828"/>
                  </a:lnTo>
                  <a:lnTo>
                    <a:pt x="1885" y="4742"/>
                  </a:lnTo>
                  <a:lnTo>
                    <a:pt x="2827" y="4742"/>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26"/>
            <p:cNvSpPr/>
            <p:nvPr/>
          </p:nvSpPr>
          <p:spPr>
            <a:xfrm>
              <a:off x="6796100" y="5187675"/>
              <a:ext cx="118575" cy="118575"/>
            </a:xfrm>
            <a:custGeom>
              <a:rect b="b" l="l" r="r" t="t"/>
              <a:pathLst>
                <a:path extrusionOk="0" h="4743" w="4743">
                  <a:moveTo>
                    <a:pt x="1885" y="1"/>
                  </a:moveTo>
                  <a:lnTo>
                    <a:pt x="1885" y="1885"/>
                  </a:lnTo>
                  <a:lnTo>
                    <a:pt x="1" y="1885"/>
                  </a:lnTo>
                  <a:lnTo>
                    <a:pt x="1" y="2828"/>
                  </a:lnTo>
                  <a:lnTo>
                    <a:pt x="1885" y="2828"/>
                  </a:lnTo>
                  <a:lnTo>
                    <a:pt x="1885" y="4743"/>
                  </a:lnTo>
                  <a:lnTo>
                    <a:pt x="2828" y="4743"/>
                  </a:lnTo>
                  <a:lnTo>
                    <a:pt x="2828" y="2828"/>
                  </a:lnTo>
                  <a:lnTo>
                    <a:pt x="4743" y="2828"/>
                  </a:lnTo>
                  <a:lnTo>
                    <a:pt x="4743" y="1885"/>
                  </a:lnTo>
                  <a:lnTo>
                    <a:pt x="2828" y="1885"/>
                  </a:lnTo>
                  <a:lnTo>
                    <a:pt x="28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26"/>
            <p:cNvSpPr/>
            <p:nvPr/>
          </p:nvSpPr>
          <p:spPr>
            <a:xfrm>
              <a:off x="6796100" y="4994675"/>
              <a:ext cx="118575" cy="119325"/>
            </a:xfrm>
            <a:custGeom>
              <a:rect b="b" l="l" r="r" t="t"/>
              <a:pathLst>
                <a:path extrusionOk="0" h="4773" w="4743">
                  <a:moveTo>
                    <a:pt x="1885" y="0"/>
                  </a:moveTo>
                  <a:lnTo>
                    <a:pt x="1885" y="1915"/>
                  </a:lnTo>
                  <a:lnTo>
                    <a:pt x="1" y="1915"/>
                  </a:lnTo>
                  <a:lnTo>
                    <a:pt x="1" y="2858"/>
                  </a:lnTo>
                  <a:lnTo>
                    <a:pt x="1885" y="2858"/>
                  </a:lnTo>
                  <a:lnTo>
                    <a:pt x="1885" y="4772"/>
                  </a:lnTo>
                  <a:lnTo>
                    <a:pt x="2828" y="4772"/>
                  </a:lnTo>
                  <a:lnTo>
                    <a:pt x="2828" y="2858"/>
                  </a:lnTo>
                  <a:lnTo>
                    <a:pt x="4743" y="2858"/>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26"/>
            <p:cNvSpPr/>
            <p:nvPr/>
          </p:nvSpPr>
          <p:spPr>
            <a:xfrm>
              <a:off x="6796100" y="4802425"/>
              <a:ext cx="118575" cy="119325"/>
            </a:xfrm>
            <a:custGeom>
              <a:rect b="b" l="l" r="r" t="t"/>
              <a:pathLst>
                <a:path extrusionOk="0" h="4773" w="4743">
                  <a:moveTo>
                    <a:pt x="1885" y="0"/>
                  </a:moveTo>
                  <a:lnTo>
                    <a:pt x="1885" y="1915"/>
                  </a:lnTo>
                  <a:lnTo>
                    <a:pt x="1" y="1915"/>
                  </a:lnTo>
                  <a:lnTo>
                    <a:pt x="1" y="2857"/>
                  </a:lnTo>
                  <a:lnTo>
                    <a:pt x="1885" y="2857"/>
                  </a:lnTo>
                  <a:lnTo>
                    <a:pt x="1885" y="4772"/>
                  </a:lnTo>
                  <a:lnTo>
                    <a:pt x="2828" y="4772"/>
                  </a:lnTo>
                  <a:lnTo>
                    <a:pt x="2828" y="2857"/>
                  </a:lnTo>
                  <a:lnTo>
                    <a:pt x="4743" y="2857"/>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26"/>
            <p:cNvSpPr/>
            <p:nvPr/>
          </p:nvSpPr>
          <p:spPr>
            <a:xfrm>
              <a:off x="6796100" y="4610175"/>
              <a:ext cx="118575" cy="118550"/>
            </a:xfrm>
            <a:custGeom>
              <a:rect b="b" l="l" r="r" t="t"/>
              <a:pathLst>
                <a:path extrusionOk="0" h="4742" w="4743">
                  <a:moveTo>
                    <a:pt x="1885" y="0"/>
                  </a:moveTo>
                  <a:lnTo>
                    <a:pt x="1885" y="1915"/>
                  </a:lnTo>
                  <a:lnTo>
                    <a:pt x="1" y="1915"/>
                  </a:lnTo>
                  <a:lnTo>
                    <a:pt x="1" y="2857"/>
                  </a:lnTo>
                  <a:lnTo>
                    <a:pt x="1885" y="2857"/>
                  </a:lnTo>
                  <a:lnTo>
                    <a:pt x="1885" y="4742"/>
                  </a:lnTo>
                  <a:lnTo>
                    <a:pt x="2828" y="4742"/>
                  </a:lnTo>
                  <a:lnTo>
                    <a:pt x="2828" y="2857"/>
                  </a:lnTo>
                  <a:lnTo>
                    <a:pt x="4743" y="2857"/>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26"/>
            <p:cNvSpPr/>
            <p:nvPr/>
          </p:nvSpPr>
          <p:spPr>
            <a:xfrm>
              <a:off x="6796100" y="4417925"/>
              <a:ext cx="118575" cy="118550"/>
            </a:xfrm>
            <a:custGeom>
              <a:rect b="b" l="l" r="r" t="t"/>
              <a:pathLst>
                <a:path extrusionOk="0" h="4742" w="4743">
                  <a:moveTo>
                    <a:pt x="1885" y="0"/>
                  </a:moveTo>
                  <a:lnTo>
                    <a:pt x="1885" y="1915"/>
                  </a:lnTo>
                  <a:lnTo>
                    <a:pt x="1" y="1915"/>
                  </a:lnTo>
                  <a:lnTo>
                    <a:pt x="1" y="2857"/>
                  </a:lnTo>
                  <a:lnTo>
                    <a:pt x="1885" y="2857"/>
                  </a:lnTo>
                  <a:lnTo>
                    <a:pt x="1885" y="4742"/>
                  </a:lnTo>
                  <a:lnTo>
                    <a:pt x="2828" y="4742"/>
                  </a:lnTo>
                  <a:lnTo>
                    <a:pt x="2828" y="2857"/>
                  </a:lnTo>
                  <a:lnTo>
                    <a:pt x="4743" y="2857"/>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26"/>
            <p:cNvSpPr/>
            <p:nvPr/>
          </p:nvSpPr>
          <p:spPr>
            <a:xfrm>
              <a:off x="6796100" y="4225675"/>
              <a:ext cx="118575" cy="118550"/>
            </a:xfrm>
            <a:custGeom>
              <a:rect b="b" l="l" r="r" t="t"/>
              <a:pathLst>
                <a:path extrusionOk="0" h="4742" w="4743">
                  <a:moveTo>
                    <a:pt x="1885" y="0"/>
                  </a:moveTo>
                  <a:lnTo>
                    <a:pt x="1885" y="1885"/>
                  </a:lnTo>
                  <a:lnTo>
                    <a:pt x="1" y="1885"/>
                  </a:lnTo>
                  <a:lnTo>
                    <a:pt x="1" y="2857"/>
                  </a:lnTo>
                  <a:lnTo>
                    <a:pt x="1885" y="2857"/>
                  </a:lnTo>
                  <a:lnTo>
                    <a:pt x="1885" y="4742"/>
                  </a:lnTo>
                  <a:lnTo>
                    <a:pt x="2828" y="4742"/>
                  </a:lnTo>
                  <a:lnTo>
                    <a:pt x="2828" y="2857"/>
                  </a:lnTo>
                  <a:lnTo>
                    <a:pt x="4743" y="2857"/>
                  </a:lnTo>
                  <a:lnTo>
                    <a:pt x="4743" y="1885"/>
                  </a:lnTo>
                  <a:lnTo>
                    <a:pt x="2828" y="188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26"/>
            <p:cNvSpPr/>
            <p:nvPr/>
          </p:nvSpPr>
          <p:spPr>
            <a:xfrm>
              <a:off x="6796100" y="4033400"/>
              <a:ext cx="118575" cy="118575"/>
            </a:xfrm>
            <a:custGeom>
              <a:rect b="b" l="l" r="r" t="t"/>
              <a:pathLst>
                <a:path extrusionOk="0" h="4743" w="4743">
                  <a:moveTo>
                    <a:pt x="1885" y="1"/>
                  </a:moveTo>
                  <a:lnTo>
                    <a:pt x="1885" y="1885"/>
                  </a:lnTo>
                  <a:lnTo>
                    <a:pt x="1" y="1885"/>
                  </a:lnTo>
                  <a:lnTo>
                    <a:pt x="1" y="2828"/>
                  </a:lnTo>
                  <a:lnTo>
                    <a:pt x="1885" y="2828"/>
                  </a:lnTo>
                  <a:lnTo>
                    <a:pt x="1885" y="4743"/>
                  </a:lnTo>
                  <a:lnTo>
                    <a:pt x="2828" y="4743"/>
                  </a:lnTo>
                  <a:lnTo>
                    <a:pt x="2828" y="2828"/>
                  </a:lnTo>
                  <a:lnTo>
                    <a:pt x="4743" y="2828"/>
                  </a:lnTo>
                  <a:lnTo>
                    <a:pt x="4743" y="1885"/>
                  </a:lnTo>
                  <a:lnTo>
                    <a:pt x="2828" y="1885"/>
                  </a:lnTo>
                  <a:lnTo>
                    <a:pt x="28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26"/>
            <p:cNvSpPr/>
            <p:nvPr/>
          </p:nvSpPr>
          <p:spPr>
            <a:xfrm>
              <a:off x="6796100" y="3841150"/>
              <a:ext cx="118575" cy="118575"/>
            </a:xfrm>
            <a:custGeom>
              <a:rect b="b" l="l" r="r" t="t"/>
              <a:pathLst>
                <a:path extrusionOk="0" h="4743" w="4743">
                  <a:moveTo>
                    <a:pt x="1885" y="1"/>
                  </a:moveTo>
                  <a:lnTo>
                    <a:pt x="1885" y="1885"/>
                  </a:lnTo>
                  <a:lnTo>
                    <a:pt x="1" y="1885"/>
                  </a:lnTo>
                  <a:lnTo>
                    <a:pt x="1" y="2828"/>
                  </a:lnTo>
                  <a:lnTo>
                    <a:pt x="1885" y="2828"/>
                  </a:lnTo>
                  <a:lnTo>
                    <a:pt x="1885" y="4743"/>
                  </a:lnTo>
                  <a:lnTo>
                    <a:pt x="2828" y="4743"/>
                  </a:lnTo>
                  <a:lnTo>
                    <a:pt x="2828" y="2828"/>
                  </a:lnTo>
                  <a:lnTo>
                    <a:pt x="4743" y="2828"/>
                  </a:lnTo>
                  <a:lnTo>
                    <a:pt x="4743" y="1885"/>
                  </a:lnTo>
                  <a:lnTo>
                    <a:pt x="2828" y="1885"/>
                  </a:lnTo>
                  <a:lnTo>
                    <a:pt x="28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26"/>
            <p:cNvSpPr/>
            <p:nvPr/>
          </p:nvSpPr>
          <p:spPr>
            <a:xfrm>
              <a:off x="6796100" y="3648900"/>
              <a:ext cx="118575" cy="118575"/>
            </a:xfrm>
            <a:custGeom>
              <a:rect b="b" l="l" r="r" t="t"/>
              <a:pathLst>
                <a:path extrusionOk="0" h="4743" w="4743">
                  <a:moveTo>
                    <a:pt x="1885" y="1"/>
                  </a:moveTo>
                  <a:lnTo>
                    <a:pt x="1885" y="1885"/>
                  </a:lnTo>
                  <a:lnTo>
                    <a:pt x="1" y="1885"/>
                  </a:lnTo>
                  <a:lnTo>
                    <a:pt x="1" y="2828"/>
                  </a:lnTo>
                  <a:lnTo>
                    <a:pt x="1885" y="2828"/>
                  </a:lnTo>
                  <a:lnTo>
                    <a:pt x="1885" y="4742"/>
                  </a:lnTo>
                  <a:lnTo>
                    <a:pt x="2828" y="4742"/>
                  </a:lnTo>
                  <a:lnTo>
                    <a:pt x="2828" y="2828"/>
                  </a:lnTo>
                  <a:lnTo>
                    <a:pt x="4743" y="2828"/>
                  </a:lnTo>
                  <a:lnTo>
                    <a:pt x="4743" y="1885"/>
                  </a:lnTo>
                  <a:lnTo>
                    <a:pt x="2828" y="1885"/>
                  </a:lnTo>
                  <a:lnTo>
                    <a:pt x="28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26"/>
            <p:cNvSpPr/>
            <p:nvPr/>
          </p:nvSpPr>
          <p:spPr>
            <a:xfrm>
              <a:off x="6990650" y="5187675"/>
              <a:ext cx="118550" cy="118575"/>
            </a:xfrm>
            <a:custGeom>
              <a:rect b="b" l="l" r="r" t="t"/>
              <a:pathLst>
                <a:path extrusionOk="0" h="4743" w="4742">
                  <a:moveTo>
                    <a:pt x="1885" y="1"/>
                  </a:moveTo>
                  <a:lnTo>
                    <a:pt x="1885" y="1885"/>
                  </a:lnTo>
                  <a:lnTo>
                    <a:pt x="0" y="1885"/>
                  </a:lnTo>
                  <a:lnTo>
                    <a:pt x="0"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26"/>
            <p:cNvSpPr/>
            <p:nvPr/>
          </p:nvSpPr>
          <p:spPr>
            <a:xfrm>
              <a:off x="6990650" y="4994675"/>
              <a:ext cx="118550" cy="119325"/>
            </a:xfrm>
            <a:custGeom>
              <a:rect b="b" l="l" r="r" t="t"/>
              <a:pathLst>
                <a:path extrusionOk="0" h="4773" w="4742">
                  <a:moveTo>
                    <a:pt x="1885" y="0"/>
                  </a:moveTo>
                  <a:lnTo>
                    <a:pt x="1885" y="1915"/>
                  </a:lnTo>
                  <a:lnTo>
                    <a:pt x="0" y="1915"/>
                  </a:lnTo>
                  <a:lnTo>
                    <a:pt x="0" y="2858"/>
                  </a:lnTo>
                  <a:lnTo>
                    <a:pt x="1885" y="2858"/>
                  </a:lnTo>
                  <a:lnTo>
                    <a:pt x="1885" y="4772"/>
                  </a:lnTo>
                  <a:lnTo>
                    <a:pt x="2827" y="4772"/>
                  </a:lnTo>
                  <a:lnTo>
                    <a:pt x="2827" y="2858"/>
                  </a:lnTo>
                  <a:lnTo>
                    <a:pt x="4742" y="2858"/>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26"/>
            <p:cNvSpPr/>
            <p:nvPr/>
          </p:nvSpPr>
          <p:spPr>
            <a:xfrm>
              <a:off x="6990650" y="4802425"/>
              <a:ext cx="118550" cy="119325"/>
            </a:xfrm>
            <a:custGeom>
              <a:rect b="b" l="l" r="r" t="t"/>
              <a:pathLst>
                <a:path extrusionOk="0" h="4773" w="4742">
                  <a:moveTo>
                    <a:pt x="1885" y="0"/>
                  </a:moveTo>
                  <a:lnTo>
                    <a:pt x="1885" y="1915"/>
                  </a:lnTo>
                  <a:lnTo>
                    <a:pt x="0" y="1915"/>
                  </a:lnTo>
                  <a:lnTo>
                    <a:pt x="0" y="2857"/>
                  </a:lnTo>
                  <a:lnTo>
                    <a:pt x="1885" y="2857"/>
                  </a:lnTo>
                  <a:lnTo>
                    <a:pt x="1885" y="4772"/>
                  </a:lnTo>
                  <a:lnTo>
                    <a:pt x="2827" y="477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26"/>
            <p:cNvSpPr/>
            <p:nvPr/>
          </p:nvSpPr>
          <p:spPr>
            <a:xfrm>
              <a:off x="6990650" y="4610175"/>
              <a:ext cx="118550" cy="118550"/>
            </a:xfrm>
            <a:custGeom>
              <a:rect b="b" l="l" r="r" t="t"/>
              <a:pathLst>
                <a:path extrusionOk="0" h="4742" w="4742">
                  <a:moveTo>
                    <a:pt x="1885" y="0"/>
                  </a:moveTo>
                  <a:lnTo>
                    <a:pt x="1885" y="1915"/>
                  </a:lnTo>
                  <a:lnTo>
                    <a:pt x="0" y="1915"/>
                  </a:lnTo>
                  <a:lnTo>
                    <a:pt x="0" y="2857"/>
                  </a:lnTo>
                  <a:lnTo>
                    <a:pt x="1885" y="2857"/>
                  </a:lnTo>
                  <a:lnTo>
                    <a:pt x="1885" y="4742"/>
                  </a:lnTo>
                  <a:lnTo>
                    <a:pt x="2827" y="474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26"/>
            <p:cNvSpPr/>
            <p:nvPr/>
          </p:nvSpPr>
          <p:spPr>
            <a:xfrm>
              <a:off x="6990650" y="4417925"/>
              <a:ext cx="118550" cy="118550"/>
            </a:xfrm>
            <a:custGeom>
              <a:rect b="b" l="l" r="r" t="t"/>
              <a:pathLst>
                <a:path extrusionOk="0" h="4742" w="4742">
                  <a:moveTo>
                    <a:pt x="1885" y="0"/>
                  </a:moveTo>
                  <a:lnTo>
                    <a:pt x="1885" y="1915"/>
                  </a:lnTo>
                  <a:lnTo>
                    <a:pt x="0" y="1915"/>
                  </a:lnTo>
                  <a:lnTo>
                    <a:pt x="0" y="2857"/>
                  </a:lnTo>
                  <a:lnTo>
                    <a:pt x="1885" y="2857"/>
                  </a:lnTo>
                  <a:lnTo>
                    <a:pt x="1885" y="4742"/>
                  </a:lnTo>
                  <a:lnTo>
                    <a:pt x="2827" y="474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26"/>
            <p:cNvSpPr/>
            <p:nvPr/>
          </p:nvSpPr>
          <p:spPr>
            <a:xfrm>
              <a:off x="6990650" y="4225675"/>
              <a:ext cx="118550" cy="118550"/>
            </a:xfrm>
            <a:custGeom>
              <a:rect b="b" l="l" r="r" t="t"/>
              <a:pathLst>
                <a:path extrusionOk="0" h="4742" w="4742">
                  <a:moveTo>
                    <a:pt x="1885" y="0"/>
                  </a:moveTo>
                  <a:lnTo>
                    <a:pt x="1885" y="1885"/>
                  </a:lnTo>
                  <a:lnTo>
                    <a:pt x="0" y="1885"/>
                  </a:lnTo>
                  <a:lnTo>
                    <a:pt x="0" y="2857"/>
                  </a:lnTo>
                  <a:lnTo>
                    <a:pt x="1885" y="2857"/>
                  </a:lnTo>
                  <a:lnTo>
                    <a:pt x="1885" y="4742"/>
                  </a:lnTo>
                  <a:lnTo>
                    <a:pt x="2827" y="4742"/>
                  </a:lnTo>
                  <a:lnTo>
                    <a:pt x="2827" y="2857"/>
                  </a:lnTo>
                  <a:lnTo>
                    <a:pt x="4742" y="2857"/>
                  </a:lnTo>
                  <a:lnTo>
                    <a:pt x="4742" y="1885"/>
                  </a:lnTo>
                  <a:lnTo>
                    <a:pt x="2827" y="188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26"/>
            <p:cNvSpPr/>
            <p:nvPr/>
          </p:nvSpPr>
          <p:spPr>
            <a:xfrm>
              <a:off x="6990650" y="4033400"/>
              <a:ext cx="118550" cy="118575"/>
            </a:xfrm>
            <a:custGeom>
              <a:rect b="b" l="l" r="r" t="t"/>
              <a:pathLst>
                <a:path extrusionOk="0" h="4743" w="4742">
                  <a:moveTo>
                    <a:pt x="1885" y="1"/>
                  </a:moveTo>
                  <a:lnTo>
                    <a:pt x="1885" y="1885"/>
                  </a:lnTo>
                  <a:lnTo>
                    <a:pt x="0" y="1885"/>
                  </a:lnTo>
                  <a:lnTo>
                    <a:pt x="0"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26"/>
            <p:cNvSpPr/>
            <p:nvPr/>
          </p:nvSpPr>
          <p:spPr>
            <a:xfrm>
              <a:off x="6990650" y="3841150"/>
              <a:ext cx="118550" cy="118575"/>
            </a:xfrm>
            <a:custGeom>
              <a:rect b="b" l="l" r="r" t="t"/>
              <a:pathLst>
                <a:path extrusionOk="0" h="4743" w="4742">
                  <a:moveTo>
                    <a:pt x="1885" y="1"/>
                  </a:moveTo>
                  <a:lnTo>
                    <a:pt x="1885" y="1885"/>
                  </a:lnTo>
                  <a:lnTo>
                    <a:pt x="0" y="1885"/>
                  </a:lnTo>
                  <a:lnTo>
                    <a:pt x="0"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26"/>
            <p:cNvSpPr/>
            <p:nvPr/>
          </p:nvSpPr>
          <p:spPr>
            <a:xfrm>
              <a:off x="6990650" y="3648900"/>
              <a:ext cx="118550" cy="118575"/>
            </a:xfrm>
            <a:custGeom>
              <a:rect b="b" l="l" r="r" t="t"/>
              <a:pathLst>
                <a:path extrusionOk="0" h="4743" w="4742">
                  <a:moveTo>
                    <a:pt x="1885" y="1"/>
                  </a:moveTo>
                  <a:lnTo>
                    <a:pt x="1885" y="1885"/>
                  </a:lnTo>
                  <a:lnTo>
                    <a:pt x="0" y="1885"/>
                  </a:lnTo>
                  <a:lnTo>
                    <a:pt x="0" y="2828"/>
                  </a:lnTo>
                  <a:lnTo>
                    <a:pt x="1885" y="2828"/>
                  </a:lnTo>
                  <a:lnTo>
                    <a:pt x="1885" y="4742"/>
                  </a:lnTo>
                  <a:lnTo>
                    <a:pt x="2827" y="4742"/>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26"/>
            <p:cNvSpPr/>
            <p:nvPr/>
          </p:nvSpPr>
          <p:spPr>
            <a:xfrm>
              <a:off x="7184425" y="5187675"/>
              <a:ext cx="119325" cy="118575"/>
            </a:xfrm>
            <a:custGeom>
              <a:rect b="b" l="l" r="r" t="t"/>
              <a:pathLst>
                <a:path extrusionOk="0" h="4743" w="4773">
                  <a:moveTo>
                    <a:pt x="1915" y="1"/>
                  </a:moveTo>
                  <a:lnTo>
                    <a:pt x="1915" y="1885"/>
                  </a:lnTo>
                  <a:lnTo>
                    <a:pt x="0" y="1885"/>
                  </a:lnTo>
                  <a:lnTo>
                    <a:pt x="0" y="2828"/>
                  </a:lnTo>
                  <a:lnTo>
                    <a:pt x="1915" y="2828"/>
                  </a:lnTo>
                  <a:lnTo>
                    <a:pt x="1915" y="4743"/>
                  </a:lnTo>
                  <a:lnTo>
                    <a:pt x="2857" y="4743"/>
                  </a:lnTo>
                  <a:lnTo>
                    <a:pt x="2857" y="2828"/>
                  </a:lnTo>
                  <a:lnTo>
                    <a:pt x="4772" y="2828"/>
                  </a:lnTo>
                  <a:lnTo>
                    <a:pt x="4772" y="1885"/>
                  </a:lnTo>
                  <a:lnTo>
                    <a:pt x="2857" y="1885"/>
                  </a:lnTo>
                  <a:lnTo>
                    <a:pt x="285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26"/>
            <p:cNvSpPr/>
            <p:nvPr/>
          </p:nvSpPr>
          <p:spPr>
            <a:xfrm>
              <a:off x="7184425" y="4994675"/>
              <a:ext cx="119325" cy="119325"/>
            </a:xfrm>
            <a:custGeom>
              <a:rect b="b" l="l" r="r" t="t"/>
              <a:pathLst>
                <a:path extrusionOk="0" h="4773" w="4773">
                  <a:moveTo>
                    <a:pt x="1915" y="0"/>
                  </a:moveTo>
                  <a:lnTo>
                    <a:pt x="1915" y="1915"/>
                  </a:lnTo>
                  <a:lnTo>
                    <a:pt x="0" y="1915"/>
                  </a:lnTo>
                  <a:lnTo>
                    <a:pt x="0" y="2858"/>
                  </a:lnTo>
                  <a:lnTo>
                    <a:pt x="1915" y="2858"/>
                  </a:lnTo>
                  <a:lnTo>
                    <a:pt x="1915" y="4772"/>
                  </a:lnTo>
                  <a:lnTo>
                    <a:pt x="2857" y="4772"/>
                  </a:lnTo>
                  <a:lnTo>
                    <a:pt x="2857" y="2858"/>
                  </a:lnTo>
                  <a:lnTo>
                    <a:pt x="4772" y="2858"/>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26"/>
            <p:cNvSpPr/>
            <p:nvPr/>
          </p:nvSpPr>
          <p:spPr>
            <a:xfrm>
              <a:off x="7184425" y="4802425"/>
              <a:ext cx="119325" cy="119325"/>
            </a:xfrm>
            <a:custGeom>
              <a:rect b="b" l="l" r="r" t="t"/>
              <a:pathLst>
                <a:path extrusionOk="0" h="4773" w="4773">
                  <a:moveTo>
                    <a:pt x="1915" y="0"/>
                  </a:moveTo>
                  <a:lnTo>
                    <a:pt x="1915" y="1915"/>
                  </a:lnTo>
                  <a:lnTo>
                    <a:pt x="0" y="1915"/>
                  </a:lnTo>
                  <a:lnTo>
                    <a:pt x="0" y="2857"/>
                  </a:lnTo>
                  <a:lnTo>
                    <a:pt x="1915" y="2857"/>
                  </a:lnTo>
                  <a:lnTo>
                    <a:pt x="1915" y="4772"/>
                  </a:lnTo>
                  <a:lnTo>
                    <a:pt x="2857" y="4772"/>
                  </a:lnTo>
                  <a:lnTo>
                    <a:pt x="2857" y="2857"/>
                  </a:lnTo>
                  <a:lnTo>
                    <a:pt x="4772" y="2857"/>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26"/>
            <p:cNvSpPr/>
            <p:nvPr/>
          </p:nvSpPr>
          <p:spPr>
            <a:xfrm>
              <a:off x="7184425" y="4610175"/>
              <a:ext cx="119325" cy="118550"/>
            </a:xfrm>
            <a:custGeom>
              <a:rect b="b" l="l" r="r" t="t"/>
              <a:pathLst>
                <a:path extrusionOk="0" h="4742" w="4773">
                  <a:moveTo>
                    <a:pt x="1915" y="0"/>
                  </a:moveTo>
                  <a:lnTo>
                    <a:pt x="1915" y="1915"/>
                  </a:lnTo>
                  <a:lnTo>
                    <a:pt x="0" y="1915"/>
                  </a:lnTo>
                  <a:lnTo>
                    <a:pt x="0" y="2857"/>
                  </a:lnTo>
                  <a:lnTo>
                    <a:pt x="1915" y="2857"/>
                  </a:lnTo>
                  <a:lnTo>
                    <a:pt x="1915" y="4742"/>
                  </a:lnTo>
                  <a:lnTo>
                    <a:pt x="2857" y="4742"/>
                  </a:lnTo>
                  <a:lnTo>
                    <a:pt x="2857" y="2857"/>
                  </a:lnTo>
                  <a:lnTo>
                    <a:pt x="4772" y="2857"/>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26"/>
            <p:cNvSpPr/>
            <p:nvPr/>
          </p:nvSpPr>
          <p:spPr>
            <a:xfrm>
              <a:off x="7184425" y="4417925"/>
              <a:ext cx="119325" cy="118550"/>
            </a:xfrm>
            <a:custGeom>
              <a:rect b="b" l="l" r="r" t="t"/>
              <a:pathLst>
                <a:path extrusionOk="0" h="4742" w="4773">
                  <a:moveTo>
                    <a:pt x="1915" y="0"/>
                  </a:moveTo>
                  <a:lnTo>
                    <a:pt x="1915" y="1915"/>
                  </a:lnTo>
                  <a:lnTo>
                    <a:pt x="0" y="1915"/>
                  </a:lnTo>
                  <a:lnTo>
                    <a:pt x="0" y="2857"/>
                  </a:lnTo>
                  <a:lnTo>
                    <a:pt x="1915" y="2857"/>
                  </a:lnTo>
                  <a:lnTo>
                    <a:pt x="1915" y="4742"/>
                  </a:lnTo>
                  <a:lnTo>
                    <a:pt x="2857" y="4742"/>
                  </a:lnTo>
                  <a:lnTo>
                    <a:pt x="2857" y="2857"/>
                  </a:lnTo>
                  <a:lnTo>
                    <a:pt x="4772" y="2857"/>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26"/>
            <p:cNvSpPr/>
            <p:nvPr/>
          </p:nvSpPr>
          <p:spPr>
            <a:xfrm>
              <a:off x="7184425" y="4225675"/>
              <a:ext cx="119325" cy="118550"/>
            </a:xfrm>
            <a:custGeom>
              <a:rect b="b" l="l" r="r" t="t"/>
              <a:pathLst>
                <a:path extrusionOk="0" h="4742" w="4773">
                  <a:moveTo>
                    <a:pt x="1915" y="0"/>
                  </a:moveTo>
                  <a:lnTo>
                    <a:pt x="1915" y="1885"/>
                  </a:lnTo>
                  <a:lnTo>
                    <a:pt x="0" y="1885"/>
                  </a:lnTo>
                  <a:lnTo>
                    <a:pt x="0" y="2857"/>
                  </a:lnTo>
                  <a:lnTo>
                    <a:pt x="1915" y="2857"/>
                  </a:lnTo>
                  <a:lnTo>
                    <a:pt x="1915" y="4742"/>
                  </a:lnTo>
                  <a:lnTo>
                    <a:pt x="2857" y="4742"/>
                  </a:lnTo>
                  <a:lnTo>
                    <a:pt x="2857" y="2857"/>
                  </a:lnTo>
                  <a:lnTo>
                    <a:pt x="4772" y="2857"/>
                  </a:lnTo>
                  <a:lnTo>
                    <a:pt x="4772" y="1885"/>
                  </a:lnTo>
                  <a:lnTo>
                    <a:pt x="2857" y="188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26"/>
            <p:cNvSpPr/>
            <p:nvPr/>
          </p:nvSpPr>
          <p:spPr>
            <a:xfrm>
              <a:off x="7184425" y="4033400"/>
              <a:ext cx="119325" cy="118575"/>
            </a:xfrm>
            <a:custGeom>
              <a:rect b="b" l="l" r="r" t="t"/>
              <a:pathLst>
                <a:path extrusionOk="0" h="4743" w="4773">
                  <a:moveTo>
                    <a:pt x="1915" y="1"/>
                  </a:moveTo>
                  <a:lnTo>
                    <a:pt x="1915" y="1885"/>
                  </a:lnTo>
                  <a:lnTo>
                    <a:pt x="0" y="1885"/>
                  </a:lnTo>
                  <a:lnTo>
                    <a:pt x="0" y="2828"/>
                  </a:lnTo>
                  <a:lnTo>
                    <a:pt x="1915" y="2828"/>
                  </a:lnTo>
                  <a:lnTo>
                    <a:pt x="1915" y="4743"/>
                  </a:lnTo>
                  <a:lnTo>
                    <a:pt x="2857" y="4743"/>
                  </a:lnTo>
                  <a:lnTo>
                    <a:pt x="2857" y="2828"/>
                  </a:lnTo>
                  <a:lnTo>
                    <a:pt x="4772" y="2828"/>
                  </a:lnTo>
                  <a:lnTo>
                    <a:pt x="4772" y="1885"/>
                  </a:lnTo>
                  <a:lnTo>
                    <a:pt x="2857" y="1885"/>
                  </a:lnTo>
                  <a:lnTo>
                    <a:pt x="285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26"/>
            <p:cNvSpPr/>
            <p:nvPr/>
          </p:nvSpPr>
          <p:spPr>
            <a:xfrm>
              <a:off x="7184425" y="3841150"/>
              <a:ext cx="119325" cy="118575"/>
            </a:xfrm>
            <a:custGeom>
              <a:rect b="b" l="l" r="r" t="t"/>
              <a:pathLst>
                <a:path extrusionOk="0" h="4743" w="4773">
                  <a:moveTo>
                    <a:pt x="1915" y="1"/>
                  </a:moveTo>
                  <a:lnTo>
                    <a:pt x="1915" y="1885"/>
                  </a:lnTo>
                  <a:lnTo>
                    <a:pt x="0" y="1885"/>
                  </a:lnTo>
                  <a:lnTo>
                    <a:pt x="0" y="2828"/>
                  </a:lnTo>
                  <a:lnTo>
                    <a:pt x="1915" y="2828"/>
                  </a:lnTo>
                  <a:lnTo>
                    <a:pt x="1915" y="4743"/>
                  </a:lnTo>
                  <a:lnTo>
                    <a:pt x="2857" y="4743"/>
                  </a:lnTo>
                  <a:lnTo>
                    <a:pt x="2857" y="2828"/>
                  </a:lnTo>
                  <a:lnTo>
                    <a:pt x="4772" y="2828"/>
                  </a:lnTo>
                  <a:lnTo>
                    <a:pt x="4772" y="1885"/>
                  </a:lnTo>
                  <a:lnTo>
                    <a:pt x="2857" y="1885"/>
                  </a:lnTo>
                  <a:lnTo>
                    <a:pt x="285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26"/>
            <p:cNvSpPr/>
            <p:nvPr/>
          </p:nvSpPr>
          <p:spPr>
            <a:xfrm>
              <a:off x="7184425" y="3648900"/>
              <a:ext cx="119325" cy="118575"/>
            </a:xfrm>
            <a:custGeom>
              <a:rect b="b" l="l" r="r" t="t"/>
              <a:pathLst>
                <a:path extrusionOk="0" h="4743" w="4773">
                  <a:moveTo>
                    <a:pt x="1915" y="1"/>
                  </a:moveTo>
                  <a:lnTo>
                    <a:pt x="1915" y="1885"/>
                  </a:lnTo>
                  <a:lnTo>
                    <a:pt x="0" y="1885"/>
                  </a:lnTo>
                  <a:lnTo>
                    <a:pt x="0" y="2828"/>
                  </a:lnTo>
                  <a:lnTo>
                    <a:pt x="1915" y="2828"/>
                  </a:lnTo>
                  <a:lnTo>
                    <a:pt x="1915" y="4742"/>
                  </a:lnTo>
                  <a:lnTo>
                    <a:pt x="2857" y="4742"/>
                  </a:lnTo>
                  <a:lnTo>
                    <a:pt x="2857" y="2828"/>
                  </a:lnTo>
                  <a:lnTo>
                    <a:pt x="4772" y="2828"/>
                  </a:lnTo>
                  <a:lnTo>
                    <a:pt x="4772" y="1885"/>
                  </a:lnTo>
                  <a:lnTo>
                    <a:pt x="2857" y="1885"/>
                  </a:lnTo>
                  <a:lnTo>
                    <a:pt x="285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26"/>
            <p:cNvSpPr/>
            <p:nvPr/>
          </p:nvSpPr>
          <p:spPr>
            <a:xfrm>
              <a:off x="6601575" y="3455900"/>
              <a:ext cx="118575" cy="119325"/>
            </a:xfrm>
            <a:custGeom>
              <a:rect b="b" l="l" r="r" t="t"/>
              <a:pathLst>
                <a:path extrusionOk="0" h="4773" w="4743">
                  <a:moveTo>
                    <a:pt x="1885" y="0"/>
                  </a:moveTo>
                  <a:lnTo>
                    <a:pt x="1885" y="1915"/>
                  </a:lnTo>
                  <a:lnTo>
                    <a:pt x="1" y="1915"/>
                  </a:lnTo>
                  <a:lnTo>
                    <a:pt x="1" y="2857"/>
                  </a:lnTo>
                  <a:lnTo>
                    <a:pt x="1885" y="2857"/>
                  </a:lnTo>
                  <a:lnTo>
                    <a:pt x="1885" y="4772"/>
                  </a:lnTo>
                  <a:lnTo>
                    <a:pt x="2827" y="477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26"/>
            <p:cNvSpPr/>
            <p:nvPr/>
          </p:nvSpPr>
          <p:spPr>
            <a:xfrm>
              <a:off x="6796100" y="3455900"/>
              <a:ext cx="118575" cy="119325"/>
            </a:xfrm>
            <a:custGeom>
              <a:rect b="b" l="l" r="r" t="t"/>
              <a:pathLst>
                <a:path extrusionOk="0" h="4773" w="4743">
                  <a:moveTo>
                    <a:pt x="1885" y="0"/>
                  </a:moveTo>
                  <a:lnTo>
                    <a:pt x="1885" y="1915"/>
                  </a:lnTo>
                  <a:lnTo>
                    <a:pt x="1" y="1915"/>
                  </a:lnTo>
                  <a:lnTo>
                    <a:pt x="1" y="2857"/>
                  </a:lnTo>
                  <a:lnTo>
                    <a:pt x="1885" y="2857"/>
                  </a:lnTo>
                  <a:lnTo>
                    <a:pt x="1885" y="4772"/>
                  </a:lnTo>
                  <a:lnTo>
                    <a:pt x="2828" y="4772"/>
                  </a:lnTo>
                  <a:lnTo>
                    <a:pt x="2828" y="2857"/>
                  </a:lnTo>
                  <a:lnTo>
                    <a:pt x="4743" y="2857"/>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26"/>
            <p:cNvSpPr/>
            <p:nvPr/>
          </p:nvSpPr>
          <p:spPr>
            <a:xfrm>
              <a:off x="6990650" y="3455900"/>
              <a:ext cx="118550" cy="119325"/>
            </a:xfrm>
            <a:custGeom>
              <a:rect b="b" l="l" r="r" t="t"/>
              <a:pathLst>
                <a:path extrusionOk="0" h="4773" w="4742">
                  <a:moveTo>
                    <a:pt x="1885" y="0"/>
                  </a:moveTo>
                  <a:lnTo>
                    <a:pt x="1885" y="1915"/>
                  </a:lnTo>
                  <a:lnTo>
                    <a:pt x="0" y="1915"/>
                  </a:lnTo>
                  <a:lnTo>
                    <a:pt x="0" y="2857"/>
                  </a:lnTo>
                  <a:lnTo>
                    <a:pt x="1885" y="2857"/>
                  </a:lnTo>
                  <a:lnTo>
                    <a:pt x="1885" y="4772"/>
                  </a:lnTo>
                  <a:lnTo>
                    <a:pt x="2827" y="477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26"/>
            <p:cNvSpPr/>
            <p:nvPr/>
          </p:nvSpPr>
          <p:spPr>
            <a:xfrm>
              <a:off x="7184425" y="3455900"/>
              <a:ext cx="119325" cy="119325"/>
            </a:xfrm>
            <a:custGeom>
              <a:rect b="b" l="l" r="r" t="t"/>
              <a:pathLst>
                <a:path extrusionOk="0" h="4773" w="4773">
                  <a:moveTo>
                    <a:pt x="1915" y="0"/>
                  </a:moveTo>
                  <a:lnTo>
                    <a:pt x="1915" y="1915"/>
                  </a:lnTo>
                  <a:lnTo>
                    <a:pt x="0" y="1915"/>
                  </a:lnTo>
                  <a:lnTo>
                    <a:pt x="0" y="2857"/>
                  </a:lnTo>
                  <a:lnTo>
                    <a:pt x="1915" y="2857"/>
                  </a:lnTo>
                  <a:lnTo>
                    <a:pt x="1915" y="4772"/>
                  </a:lnTo>
                  <a:lnTo>
                    <a:pt x="2857" y="4772"/>
                  </a:lnTo>
                  <a:lnTo>
                    <a:pt x="2857" y="2857"/>
                  </a:lnTo>
                  <a:lnTo>
                    <a:pt x="4772" y="2857"/>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
    <p:spTree>
      <p:nvGrpSpPr>
        <p:cNvPr id="4208" name="Shape 4208"/>
        <p:cNvGrpSpPr/>
        <p:nvPr/>
      </p:nvGrpSpPr>
      <p:grpSpPr>
        <a:xfrm>
          <a:off x="0" y="0"/>
          <a:ext cx="0" cy="0"/>
          <a:chOff x="0" y="0"/>
          <a:chExt cx="0" cy="0"/>
        </a:xfrm>
      </p:grpSpPr>
      <p:sp>
        <p:nvSpPr>
          <p:cNvPr id="4209" name="Google Shape;4209;p27"/>
          <p:cNvSpPr txBox="1"/>
          <p:nvPr>
            <p:ph type="title"/>
          </p:nvPr>
        </p:nvSpPr>
        <p:spPr>
          <a:xfrm>
            <a:off x="2149204" y="1385443"/>
            <a:ext cx="22608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210" name="Google Shape;4210;p27"/>
          <p:cNvSpPr txBox="1"/>
          <p:nvPr>
            <p:ph idx="1" type="subTitle"/>
          </p:nvPr>
        </p:nvSpPr>
        <p:spPr>
          <a:xfrm>
            <a:off x="2149203" y="1915177"/>
            <a:ext cx="18780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211" name="Google Shape;4211;p27"/>
          <p:cNvSpPr txBox="1"/>
          <p:nvPr>
            <p:ph idx="2" type="title"/>
          </p:nvPr>
        </p:nvSpPr>
        <p:spPr>
          <a:xfrm>
            <a:off x="5577178" y="1385443"/>
            <a:ext cx="22608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212" name="Google Shape;4212;p27"/>
          <p:cNvSpPr txBox="1"/>
          <p:nvPr>
            <p:ph idx="3" type="subTitle"/>
          </p:nvPr>
        </p:nvSpPr>
        <p:spPr>
          <a:xfrm>
            <a:off x="5577188" y="1915177"/>
            <a:ext cx="18780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213" name="Google Shape;4213;p27"/>
          <p:cNvSpPr txBox="1"/>
          <p:nvPr>
            <p:ph idx="4" type="title"/>
          </p:nvPr>
        </p:nvSpPr>
        <p:spPr>
          <a:xfrm>
            <a:off x="2149204" y="3086368"/>
            <a:ext cx="22608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214" name="Google Shape;4214;p27"/>
          <p:cNvSpPr txBox="1"/>
          <p:nvPr>
            <p:ph idx="5" type="subTitle"/>
          </p:nvPr>
        </p:nvSpPr>
        <p:spPr>
          <a:xfrm>
            <a:off x="2149203" y="3616106"/>
            <a:ext cx="18780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215" name="Google Shape;4215;p27"/>
          <p:cNvSpPr txBox="1"/>
          <p:nvPr>
            <p:ph idx="6" type="title"/>
          </p:nvPr>
        </p:nvSpPr>
        <p:spPr>
          <a:xfrm>
            <a:off x="5577177" y="3086368"/>
            <a:ext cx="22608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216" name="Google Shape;4216;p27"/>
          <p:cNvSpPr txBox="1"/>
          <p:nvPr>
            <p:ph idx="7" type="subTitle"/>
          </p:nvPr>
        </p:nvSpPr>
        <p:spPr>
          <a:xfrm>
            <a:off x="5577188" y="3616106"/>
            <a:ext cx="18780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217" name="Google Shape;4217;p27"/>
          <p:cNvSpPr txBox="1"/>
          <p:nvPr>
            <p:ph idx="8"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4218" name="Google Shape;4218;p27"/>
          <p:cNvGrpSpPr/>
          <p:nvPr/>
        </p:nvGrpSpPr>
        <p:grpSpPr>
          <a:xfrm rot="9754352">
            <a:off x="7086659" y="-1662881"/>
            <a:ext cx="5054147" cy="5022216"/>
            <a:chOff x="2975000" y="20825"/>
            <a:chExt cx="3963625" cy="2500050"/>
          </a:xfrm>
        </p:grpSpPr>
        <p:sp>
          <p:nvSpPr>
            <p:cNvPr id="4219" name="Google Shape;4219;p27"/>
            <p:cNvSpPr/>
            <p:nvPr/>
          </p:nvSpPr>
          <p:spPr>
            <a:xfrm>
              <a:off x="2975000" y="442550"/>
              <a:ext cx="3962850" cy="2078325"/>
            </a:xfrm>
            <a:custGeom>
              <a:rect b="b" l="l" r="r" t="t"/>
              <a:pathLst>
                <a:path extrusionOk="0" fill="none" h="83133" w="158514">
                  <a:moveTo>
                    <a:pt x="0" y="1"/>
                  </a:moveTo>
                  <a:cubicBezTo>
                    <a:pt x="4347" y="3071"/>
                    <a:pt x="9423" y="6171"/>
                    <a:pt x="12797" y="10122"/>
                  </a:cubicBezTo>
                  <a:cubicBezTo>
                    <a:pt x="18025" y="16232"/>
                    <a:pt x="11095" y="25411"/>
                    <a:pt x="18298" y="31369"/>
                  </a:cubicBezTo>
                  <a:cubicBezTo>
                    <a:pt x="23952" y="36050"/>
                    <a:pt x="23982" y="41612"/>
                    <a:pt x="23283" y="48269"/>
                  </a:cubicBezTo>
                  <a:cubicBezTo>
                    <a:pt x="22706" y="53497"/>
                    <a:pt x="22463" y="62494"/>
                    <a:pt x="29028" y="64044"/>
                  </a:cubicBezTo>
                  <a:cubicBezTo>
                    <a:pt x="35776" y="65655"/>
                    <a:pt x="41186" y="60913"/>
                    <a:pt x="45624" y="56567"/>
                  </a:cubicBezTo>
                  <a:cubicBezTo>
                    <a:pt x="51855" y="50457"/>
                    <a:pt x="63466" y="46202"/>
                    <a:pt x="71825" y="49515"/>
                  </a:cubicBezTo>
                  <a:cubicBezTo>
                    <a:pt x="79211" y="52463"/>
                    <a:pt x="89728" y="48421"/>
                    <a:pt x="96598" y="51430"/>
                  </a:cubicBezTo>
                  <a:cubicBezTo>
                    <a:pt x="100762" y="53284"/>
                    <a:pt x="101035" y="58390"/>
                    <a:pt x="102343" y="62646"/>
                  </a:cubicBezTo>
                  <a:cubicBezTo>
                    <a:pt x="104197" y="68603"/>
                    <a:pt x="108938" y="75564"/>
                    <a:pt x="114106" y="78482"/>
                  </a:cubicBezTo>
                  <a:cubicBezTo>
                    <a:pt x="122343" y="83132"/>
                    <a:pt x="130914" y="70610"/>
                    <a:pt x="138909" y="69151"/>
                  </a:cubicBezTo>
                  <a:cubicBezTo>
                    <a:pt x="145474" y="67935"/>
                    <a:pt x="152435" y="73892"/>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27"/>
            <p:cNvSpPr/>
            <p:nvPr/>
          </p:nvSpPr>
          <p:spPr>
            <a:xfrm>
              <a:off x="2975000" y="442550"/>
              <a:ext cx="3962850" cy="2057800"/>
            </a:xfrm>
            <a:custGeom>
              <a:rect b="b" l="l" r="r" t="t"/>
              <a:pathLst>
                <a:path extrusionOk="0" fill="none" h="82312" w="158514">
                  <a:moveTo>
                    <a:pt x="0" y="1"/>
                  </a:moveTo>
                  <a:cubicBezTo>
                    <a:pt x="4408" y="3040"/>
                    <a:pt x="9392" y="6049"/>
                    <a:pt x="13040" y="9879"/>
                  </a:cubicBezTo>
                  <a:cubicBezTo>
                    <a:pt x="18602" y="15654"/>
                    <a:pt x="11733" y="24955"/>
                    <a:pt x="18694" y="30609"/>
                  </a:cubicBezTo>
                  <a:cubicBezTo>
                    <a:pt x="24408" y="35259"/>
                    <a:pt x="25077" y="40153"/>
                    <a:pt x="24317" y="46901"/>
                  </a:cubicBezTo>
                  <a:cubicBezTo>
                    <a:pt x="23739" y="52129"/>
                    <a:pt x="23131" y="61248"/>
                    <a:pt x="29849" y="62919"/>
                  </a:cubicBezTo>
                  <a:cubicBezTo>
                    <a:pt x="36870" y="64652"/>
                    <a:pt x="41794" y="59606"/>
                    <a:pt x="46627" y="55503"/>
                  </a:cubicBezTo>
                  <a:cubicBezTo>
                    <a:pt x="53557" y="49606"/>
                    <a:pt x="63983" y="44712"/>
                    <a:pt x="72798" y="48634"/>
                  </a:cubicBezTo>
                  <a:cubicBezTo>
                    <a:pt x="80123" y="51886"/>
                    <a:pt x="90245" y="48208"/>
                    <a:pt x="97266" y="51187"/>
                  </a:cubicBezTo>
                  <a:cubicBezTo>
                    <a:pt x="101522" y="52980"/>
                    <a:pt x="101674" y="58026"/>
                    <a:pt x="102890" y="62251"/>
                  </a:cubicBezTo>
                  <a:cubicBezTo>
                    <a:pt x="104561" y="68087"/>
                    <a:pt x="109303" y="75078"/>
                    <a:pt x="114440" y="77844"/>
                  </a:cubicBezTo>
                  <a:cubicBezTo>
                    <a:pt x="122799" y="82312"/>
                    <a:pt x="131097" y="70032"/>
                    <a:pt x="139243" y="68877"/>
                  </a:cubicBezTo>
                  <a:cubicBezTo>
                    <a:pt x="145656" y="67935"/>
                    <a:pt x="152495" y="73771"/>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27"/>
            <p:cNvSpPr/>
            <p:nvPr/>
          </p:nvSpPr>
          <p:spPr>
            <a:xfrm>
              <a:off x="2975000" y="442550"/>
              <a:ext cx="3962850" cy="2035775"/>
            </a:xfrm>
            <a:custGeom>
              <a:rect b="b" l="l" r="r" t="t"/>
              <a:pathLst>
                <a:path extrusionOk="0" fill="none" h="81431" w="158514">
                  <a:moveTo>
                    <a:pt x="0" y="1"/>
                  </a:moveTo>
                  <a:cubicBezTo>
                    <a:pt x="4468" y="3040"/>
                    <a:pt x="9362" y="5958"/>
                    <a:pt x="13313" y="9606"/>
                  </a:cubicBezTo>
                  <a:cubicBezTo>
                    <a:pt x="19210" y="15077"/>
                    <a:pt x="12432" y="24469"/>
                    <a:pt x="19089" y="29849"/>
                  </a:cubicBezTo>
                  <a:cubicBezTo>
                    <a:pt x="24803" y="34469"/>
                    <a:pt x="26019" y="38694"/>
                    <a:pt x="25350" y="45564"/>
                  </a:cubicBezTo>
                  <a:cubicBezTo>
                    <a:pt x="24833" y="50822"/>
                    <a:pt x="23739" y="60001"/>
                    <a:pt x="30609" y="61795"/>
                  </a:cubicBezTo>
                  <a:cubicBezTo>
                    <a:pt x="37691" y="63649"/>
                    <a:pt x="42797" y="58299"/>
                    <a:pt x="47813" y="54378"/>
                  </a:cubicBezTo>
                  <a:cubicBezTo>
                    <a:pt x="55989" y="47995"/>
                    <a:pt x="63345" y="43375"/>
                    <a:pt x="73801" y="47752"/>
                  </a:cubicBezTo>
                  <a:cubicBezTo>
                    <a:pt x="81704" y="51065"/>
                    <a:pt x="90762" y="48026"/>
                    <a:pt x="97966" y="50944"/>
                  </a:cubicBezTo>
                  <a:cubicBezTo>
                    <a:pt x="102282" y="52707"/>
                    <a:pt x="102343" y="57631"/>
                    <a:pt x="103437" y="61825"/>
                  </a:cubicBezTo>
                  <a:cubicBezTo>
                    <a:pt x="104957" y="67570"/>
                    <a:pt x="109637" y="74531"/>
                    <a:pt x="114774" y="77145"/>
                  </a:cubicBezTo>
                  <a:cubicBezTo>
                    <a:pt x="123285" y="81430"/>
                    <a:pt x="131310" y="69454"/>
                    <a:pt x="139577" y="68573"/>
                  </a:cubicBezTo>
                  <a:cubicBezTo>
                    <a:pt x="145869" y="67904"/>
                    <a:pt x="152587" y="73649"/>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27"/>
            <p:cNvSpPr/>
            <p:nvPr/>
          </p:nvSpPr>
          <p:spPr>
            <a:xfrm>
              <a:off x="2975000" y="442550"/>
              <a:ext cx="3962850" cy="2014500"/>
            </a:xfrm>
            <a:custGeom>
              <a:rect b="b" l="l" r="r" t="t"/>
              <a:pathLst>
                <a:path extrusionOk="0" fill="none" h="80580" w="158514">
                  <a:moveTo>
                    <a:pt x="0" y="1"/>
                  </a:moveTo>
                  <a:cubicBezTo>
                    <a:pt x="4560" y="3010"/>
                    <a:pt x="9392" y="5897"/>
                    <a:pt x="13526" y="9393"/>
                  </a:cubicBezTo>
                  <a:cubicBezTo>
                    <a:pt x="19666" y="14469"/>
                    <a:pt x="13162" y="23952"/>
                    <a:pt x="19484" y="29150"/>
                  </a:cubicBezTo>
                  <a:cubicBezTo>
                    <a:pt x="24560" y="33314"/>
                    <a:pt x="27235" y="37509"/>
                    <a:pt x="26323" y="44348"/>
                  </a:cubicBezTo>
                  <a:cubicBezTo>
                    <a:pt x="25563" y="49728"/>
                    <a:pt x="24317" y="58846"/>
                    <a:pt x="31308" y="60792"/>
                  </a:cubicBezTo>
                  <a:cubicBezTo>
                    <a:pt x="38390" y="62737"/>
                    <a:pt x="43770" y="57296"/>
                    <a:pt x="48998" y="53375"/>
                  </a:cubicBezTo>
                  <a:cubicBezTo>
                    <a:pt x="57813" y="46688"/>
                    <a:pt x="63892" y="42129"/>
                    <a:pt x="74743" y="47023"/>
                  </a:cubicBezTo>
                  <a:cubicBezTo>
                    <a:pt x="82433" y="50488"/>
                    <a:pt x="91248" y="47995"/>
                    <a:pt x="98604" y="50761"/>
                  </a:cubicBezTo>
                  <a:cubicBezTo>
                    <a:pt x="103042" y="52372"/>
                    <a:pt x="103011" y="57266"/>
                    <a:pt x="104014" y="61430"/>
                  </a:cubicBezTo>
                  <a:cubicBezTo>
                    <a:pt x="105382" y="67084"/>
                    <a:pt x="109941" y="74014"/>
                    <a:pt x="115109" y="76445"/>
                  </a:cubicBezTo>
                  <a:cubicBezTo>
                    <a:pt x="123802" y="80579"/>
                    <a:pt x="132100" y="68299"/>
                    <a:pt x="139912" y="68330"/>
                  </a:cubicBezTo>
                  <a:cubicBezTo>
                    <a:pt x="144927" y="68330"/>
                    <a:pt x="153529" y="7331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27"/>
            <p:cNvSpPr/>
            <p:nvPr/>
          </p:nvSpPr>
          <p:spPr>
            <a:xfrm>
              <a:off x="2975000" y="442550"/>
              <a:ext cx="3962850" cy="1991700"/>
            </a:xfrm>
            <a:custGeom>
              <a:rect b="b" l="l" r="r" t="t"/>
              <a:pathLst>
                <a:path extrusionOk="0" fill="none" h="79668" w="158514">
                  <a:moveTo>
                    <a:pt x="0" y="1"/>
                  </a:moveTo>
                  <a:cubicBezTo>
                    <a:pt x="4590" y="3010"/>
                    <a:pt x="9484" y="5897"/>
                    <a:pt x="13769" y="9119"/>
                  </a:cubicBezTo>
                  <a:cubicBezTo>
                    <a:pt x="20122" y="13861"/>
                    <a:pt x="13952" y="23344"/>
                    <a:pt x="19879" y="28360"/>
                  </a:cubicBezTo>
                  <a:cubicBezTo>
                    <a:pt x="24651" y="32402"/>
                    <a:pt x="28055" y="36475"/>
                    <a:pt x="27265" y="43102"/>
                  </a:cubicBezTo>
                  <a:cubicBezTo>
                    <a:pt x="26627" y="48482"/>
                    <a:pt x="24985" y="57600"/>
                    <a:pt x="31946" y="59698"/>
                  </a:cubicBezTo>
                  <a:cubicBezTo>
                    <a:pt x="39028" y="61795"/>
                    <a:pt x="44955" y="56202"/>
                    <a:pt x="50183" y="52251"/>
                  </a:cubicBezTo>
                  <a:cubicBezTo>
                    <a:pt x="59424" y="45260"/>
                    <a:pt x="64561" y="40761"/>
                    <a:pt x="75746" y="46232"/>
                  </a:cubicBezTo>
                  <a:cubicBezTo>
                    <a:pt x="83315" y="49971"/>
                    <a:pt x="91795" y="47813"/>
                    <a:pt x="99273" y="50488"/>
                  </a:cubicBezTo>
                  <a:cubicBezTo>
                    <a:pt x="103832" y="52129"/>
                    <a:pt x="103619" y="56840"/>
                    <a:pt x="104653" y="61035"/>
                  </a:cubicBezTo>
                  <a:cubicBezTo>
                    <a:pt x="106051" y="66749"/>
                    <a:pt x="110124" y="73315"/>
                    <a:pt x="115443" y="75716"/>
                  </a:cubicBezTo>
                  <a:cubicBezTo>
                    <a:pt x="124227" y="79667"/>
                    <a:pt x="132039" y="67995"/>
                    <a:pt x="140246" y="68056"/>
                  </a:cubicBezTo>
                  <a:cubicBezTo>
                    <a:pt x="145535" y="68087"/>
                    <a:pt x="153377" y="7340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27"/>
            <p:cNvSpPr/>
            <p:nvPr/>
          </p:nvSpPr>
          <p:spPr>
            <a:xfrm>
              <a:off x="2975000" y="442550"/>
              <a:ext cx="3963625" cy="1968900"/>
            </a:xfrm>
            <a:custGeom>
              <a:rect b="b" l="l" r="r" t="t"/>
              <a:pathLst>
                <a:path extrusionOk="0" fill="none" h="78756" w="158545">
                  <a:moveTo>
                    <a:pt x="0" y="1"/>
                  </a:moveTo>
                  <a:cubicBezTo>
                    <a:pt x="4651" y="2979"/>
                    <a:pt x="9575" y="5867"/>
                    <a:pt x="14013" y="8876"/>
                  </a:cubicBezTo>
                  <a:cubicBezTo>
                    <a:pt x="20548" y="13283"/>
                    <a:pt x="14985" y="22706"/>
                    <a:pt x="20305" y="27539"/>
                  </a:cubicBezTo>
                  <a:cubicBezTo>
                    <a:pt x="24590" y="31430"/>
                    <a:pt x="28724" y="35715"/>
                    <a:pt x="28147" y="42007"/>
                  </a:cubicBezTo>
                  <a:cubicBezTo>
                    <a:pt x="27630" y="47296"/>
                    <a:pt x="25654" y="56445"/>
                    <a:pt x="32584" y="58664"/>
                  </a:cubicBezTo>
                  <a:cubicBezTo>
                    <a:pt x="39606" y="60913"/>
                    <a:pt x="46354" y="55077"/>
                    <a:pt x="51369" y="51096"/>
                  </a:cubicBezTo>
                  <a:cubicBezTo>
                    <a:pt x="60609" y="43770"/>
                    <a:pt x="65351" y="39576"/>
                    <a:pt x="76749" y="45594"/>
                  </a:cubicBezTo>
                  <a:cubicBezTo>
                    <a:pt x="84166" y="49515"/>
                    <a:pt x="92251" y="47722"/>
                    <a:pt x="99911" y="50275"/>
                  </a:cubicBezTo>
                  <a:cubicBezTo>
                    <a:pt x="104622" y="51855"/>
                    <a:pt x="104318" y="56445"/>
                    <a:pt x="105260" y="60609"/>
                  </a:cubicBezTo>
                  <a:cubicBezTo>
                    <a:pt x="106537" y="66324"/>
                    <a:pt x="110428" y="72676"/>
                    <a:pt x="115808" y="74956"/>
                  </a:cubicBezTo>
                  <a:cubicBezTo>
                    <a:pt x="124714" y="78756"/>
                    <a:pt x="132313" y="67418"/>
                    <a:pt x="140580" y="67813"/>
                  </a:cubicBezTo>
                  <a:cubicBezTo>
                    <a:pt x="145778" y="68056"/>
                    <a:pt x="153438" y="73315"/>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27"/>
            <p:cNvSpPr/>
            <p:nvPr/>
          </p:nvSpPr>
          <p:spPr>
            <a:xfrm>
              <a:off x="2975000" y="442550"/>
              <a:ext cx="3962850" cy="1919500"/>
            </a:xfrm>
            <a:custGeom>
              <a:rect b="b" l="l" r="r" t="t"/>
              <a:pathLst>
                <a:path extrusionOk="0" fill="none" h="76780" w="158514">
                  <a:moveTo>
                    <a:pt x="0" y="1"/>
                  </a:moveTo>
                  <a:cubicBezTo>
                    <a:pt x="4712" y="2949"/>
                    <a:pt x="9666" y="5776"/>
                    <a:pt x="14225" y="8633"/>
                  </a:cubicBezTo>
                  <a:cubicBezTo>
                    <a:pt x="20973" y="12797"/>
                    <a:pt x="16049" y="21977"/>
                    <a:pt x="20760" y="26718"/>
                  </a:cubicBezTo>
                  <a:cubicBezTo>
                    <a:pt x="24438" y="30396"/>
                    <a:pt x="29332" y="35168"/>
                    <a:pt x="28967" y="41004"/>
                  </a:cubicBezTo>
                  <a:cubicBezTo>
                    <a:pt x="28633" y="46202"/>
                    <a:pt x="26444" y="55381"/>
                    <a:pt x="33192" y="57661"/>
                  </a:cubicBezTo>
                  <a:cubicBezTo>
                    <a:pt x="40153" y="60032"/>
                    <a:pt x="47752" y="53953"/>
                    <a:pt x="52494" y="49880"/>
                  </a:cubicBezTo>
                  <a:cubicBezTo>
                    <a:pt x="61703" y="41977"/>
                    <a:pt x="66293" y="38633"/>
                    <a:pt x="77722" y="45016"/>
                  </a:cubicBezTo>
                  <a:cubicBezTo>
                    <a:pt x="84926" y="49059"/>
                    <a:pt x="92707" y="47722"/>
                    <a:pt x="100488" y="50093"/>
                  </a:cubicBezTo>
                  <a:cubicBezTo>
                    <a:pt x="105382" y="51582"/>
                    <a:pt x="104987" y="56080"/>
                    <a:pt x="105838" y="60245"/>
                  </a:cubicBezTo>
                  <a:cubicBezTo>
                    <a:pt x="107023" y="65898"/>
                    <a:pt x="111005" y="72676"/>
                    <a:pt x="116142" y="74227"/>
                  </a:cubicBezTo>
                  <a:cubicBezTo>
                    <a:pt x="124683" y="76780"/>
                    <a:pt x="132191" y="66901"/>
                    <a:pt x="140884" y="67570"/>
                  </a:cubicBezTo>
                  <a:cubicBezTo>
                    <a:pt x="145930" y="67965"/>
                    <a:pt x="153468" y="73224"/>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27"/>
            <p:cNvSpPr/>
            <p:nvPr/>
          </p:nvSpPr>
          <p:spPr>
            <a:xfrm>
              <a:off x="2975000" y="442550"/>
              <a:ext cx="3962100" cy="1896700"/>
            </a:xfrm>
            <a:custGeom>
              <a:rect b="b" l="l" r="r" t="t"/>
              <a:pathLst>
                <a:path extrusionOk="0" fill="none" h="75868" w="158484">
                  <a:moveTo>
                    <a:pt x="0" y="1"/>
                  </a:moveTo>
                  <a:cubicBezTo>
                    <a:pt x="4742" y="2949"/>
                    <a:pt x="9788" y="5441"/>
                    <a:pt x="14438" y="8359"/>
                  </a:cubicBezTo>
                  <a:cubicBezTo>
                    <a:pt x="21520" y="12797"/>
                    <a:pt x="16900" y="20852"/>
                    <a:pt x="21277" y="25837"/>
                  </a:cubicBezTo>
                  <a:cubicBezTo>
                    <a:pt x="24408" y="29424"/>
                    <a:pt x="29758" y="34652"/>
                    <a:pt x="29727" y="40123"/>
                  </a:cubicBezTo>
                  <a:cubicBezTo>
                    <a:pt x="29666" y="45229"/>
                    <a:pt x="27447" y="54014"/>
                    <a:pt x="33770" y="56658"/>
                  </a:cubicBezTo>
                  <a:cubicBezTo>
                    <a:pt x="40396" y="59394"/>
                    <a:pt x="49545" y="52433"/>
                    <a:pt x="53618" y="48542"/>
                  </a:cubicBezTo>
                  <a:cubicBezTo>
                    <a:pt x="62707" y="39788"/>
                    <a:pt x="67448" y="37904"/>
                    <a:pt x="78725" y="44530"/>
                  </a:cubicBezTo>
                  <a:cubicBezTo>
                    <a:pt x="85716" y="48664"/>
                    <a:pt x="93224" y="47722"/>
                    <a:pt x="101066" y="49910"/>
                  </a:cubicBezTo>
                  <a:cubicBezTo>
                    <a:pt x="106142" y="51308"/>
                    <a:pt x="105716" y="55685"/>
                    <a:pt x="106476" y="59849"/>
                  </a:cubicBezTo>
                  <a:cubicBezTo>
                    <a:pt x="107540" y="65503"/>
                    <a:pt x="111279" y="71977"/>
                    <a:pt x="116477" y="73467"/>
                  </a:cubicBezTo>
                  <a:cubicBezTo>
                    <a:pt x="124927" y="75868"/>
                    <a:pt x="132708" y="66354"/>
                    <a:pt x="141188" y="67357"/>
                  </a:cubicBezTo>
                  <a:cubicBezTo>
                    <a:pt x="146143" y="67935"/>
                    <a:pt x="153468" y="7313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27"/>
            <p:cNvSpPr/>
            <p:nvPr/>
          </p:nvSpPr>
          <p:spPr>
            <a:xfrm>
              <a:off x="2975000" y="442550"/>
              <a:ext cx="3962850" cy="1870875"/>
            </a:xfrm>
            <a:custGeom>
              <a:rect b="b" l="l" r="r" t="t"/>
              <a:pathLst>
                <a:path extrusionOk="0" fill="none" h="74835" w="158514">
                  <a:moveTo>
                    <a:pt x="0" y="1"/>
                  </a:moveTo>
                  <a:cubicBezTo>
                    <a:pt x="4803" y="2919"/>
                    <a:pt x="9848" y="5350"/>
                    <a:pt x="14651" y="8116"/>
                  </a:cubicBezTo>
                  <a:cubicBezTo>
                    <a:pt x="21946" y="12311"/>
                    <a:pt x="18086" y="19697"/>
                    <a:pt x="21885" y="24895"/>
                  </a:cubicBezTo>
                  <a:cubicBezTo>
                    <a:pt x="24590" y="28633"/>
                    <a:pt x="30031" y="34013"/>
                    <a:pt x="30396" y="39272"/>
                  </a:cubicBezTo>
                  <a:cubicBezTo>
                    <a:pt x="30791" y="44439"/>
                    <a:pt x="28299" y="52919"/>
                    <a:pt x="34439" y="55625"/>
                  </a:cubicBezTo>
                  <a:cubicBezTo>
                    <a:pt x="41186" y="58603"/>
                    <a:pt x="50670" y="51217"/>
                    <a:pt x="54712" y="47083"/>
                  </a:cubicBezTo>
                  <a:cubicBezTo>
                    <a:pt x="63892" y="37630"/>
                    <a:pt x="68542" y="37266"/>
                    <a:pt x="79789" y="44135"/>
                  </a:cubicBezTo>
                  <a:cubicBezTo>
                    <a:pt x="86476" y="48208"/>
                    <a:pt x="93984" y="47661"/>
                    <a:pt x="101674" y="49728"/>
                  </a:cubicBezTo>
                  <a:cubicBezTo>
                    <a:pt x="106932" y="51126"/>
                    <a:pt x="106416" y="55138"/>
                    <a:pt x="107145" y="59454"/>
                  </a:cubicBezTo>
                  <a:cubicBezTo>
                    <a:pt x="108057" y="64986"/>
                    <a:pt x="111552" y="71339"/>
                    <a:pt x="116872" y="72707"/>
                  </a:cubicBezTo>
                  <a:cubicBezTo>
                    <a:pt x="125322" y="74835"/>
                    <a:pt x="133285" y="65837"/>
                    <a:pt x="141523" y="67114"/>
                  </a:cubicBezTo>
                  <a:cubicBezTo>
                    <a:pt x="146386" y="67874"/>
                    <a:pt x="153559" y="73011"/>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27"/>
            <p:cNvSpPr/>
            <p:nvPr/>
          </p:nvSpPr>
          <p:spPr>
            <a:xfrm>
              <a:off x="2975000" y="442550"/>
              <a:ext cx="3962850" cy="1848075"/>
            </a:xfrm>
            <a:custGeom>
              <a:rect b="b" l="l" r="r" t="t"/>
              <a:pathLst>
                <a:path extrusionOk="0" fill="none" h="73923" w="158514">
                  <a:moveTo>
                    <a:pt x="0" y="1"/>
                  </a:moveTo>
                  <a:cubicBezTo>
                    <a:pt x="4833" y="2888"/>
                    <a:pt x="9909" y="5259"/>
                    <a:pt x="14864" y="7873"/>
                  </a:cubicBezTo>
                  <a:cubicBezTo>
                    <a:pt x="22219" y="11764"/>
                    <a:pt x="19301" y="18390"/>
                    <a:pt x="22584" y="23922"/>
                  </a:cubicBezTo>
                  <a:cubicBezTo>
                    <a:pt x="25046" y="28086"/>
                    <a:pt x="30092" y="33649"/>
                    <a:pt x="31004" y="38542"/>
                  </a:cubicBezTo>
                  <a:cubicBezTo>
                    <a:pt x="31855" y="43284"/>
                    <a:pt x="29150" y="51947"/>
                    <a:pt x="35107" y="54561"/>
                  </a:cubicBezTo>
                  <a:cubicBezTo>
                    <a:pt x="42250" y="57691"/>
                    <a:pt x="51673" y="50032"/>
                    <a:pt x="55746" y="45503"/>
                  </a:cubicBezTo>
                  <a:cubicBezTo>
                    <a:pt x="64834" y="35411"/>
                    <a:pt x="69941" y="36992"/>
                    <a:pt x="80822" y="43770"/>
                  </a:cubicBezTo>
                  <a:cubicBezTo>
                    <a:pt x="87205" y="47782"/>
                    <a:pt x="94683" y="47691"/>
                    <a:pt x="102191" y="49576"/>
                  </a:cubicBezTo>
                  <a:cubicBezTo>
                    <a:pt x="107571" y="50913"/>
                    <a:pt x="107145" y="54682"/>
                    <a:pt x="107783" y="59090"/>
                  </a:cubicBezTo>
                  <a:cubicBezTo>
                    <a:pt x="108604" y="64591"/>
                    <a:pt x="111826" y="70610"/>
                    <a:pt x="117236" y="71917"/>
                  </a:cubicBezTo>
                  <a:cubicBezTo>
                    <a:pt x="125504" y="73923"/>
                    <a:pt x="133863" y="65321"/>
                    <a:pt x="141827" y="66901"/>
                  </a:cubicBezTo>
                  <a:cubicBezTo>
                    <a:pt x="146599" y="67813"/>
                    <a:pt x="153620" y="7292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27"/>
            <p:cNvSpPr/>
            <p:nvPr/>
          </p:nvSpPr>
          <p:spPr>
            <a:xfrm>
              <a:off x="2975000" y="442550"/>
              <a:ext cx="3962100" cy="1826050"/>
            </a:xfrm>
            <a:custGeom>
              <a:rect b="b" l="l" r="r" t="t"/>
              <a:pathLst>
                <a:path extrusionOk="0" fill="none" h="73042" w="158484">
                  <a:moveTo>
                    <a:pt x="0" y="1"/>
                  </a:moveTo>
                  <a:cubicBezTo>
                    <a:pt x="4894" y="2858"/>
                    <a:pt x="10000" y="5168"/>
                    <a:pt x="15076" y="7630"/>
                  </a:cubicBezTo>
                  <a:cubicBezTo>
                    <a:pt x="22402" y="11217"/>
                    <a:pt x="20639" y="16992"/>
                    <a:pt x="23435" y="22980"/>
                  </a:cubicBezTo>
                  <a:cubicBezTo>
                    <a:pt x="25685" y="27813"/>
                    <a:pt x="29910" y="33041"/>
                    <a:pt x="31460" y="37934"/>
                  </a:cubicBezTo>
                  <a:cubicBezTo>
                    <a:pt x="32858" y="42372"/>
                    <a:pt x="29940" y="51096"/>
                    <a:pt x="35867" y="53558"/>
                  </a:cubicBezTo>
                  <a:cubicBezTo>
                    <a:pt x="43618" y="56749"/>
                    <a:pt x="52433" y="48937"/>
                    <a:pt x="56779" y="43831"/>
                  </a:cubicBezTo>
                  <a:cubicBezTo>
                    <a:pt x="65746" y="33314"/>
                    <a:pt x="71552" y="36901"/>
                    <a:pt x="81886" y="43466"/>
                  </a:cubicBezTo>
                  <a:cubicBezTo>
                    <a:pt x="87965" y="47327"/>
                    <a:pt x="95412" y="47752"/>
                    <a:pt x="102707" y="49454"/>
                  </a:cubicBezTo>
                  <a:cubicBezTo>
                    <a:pt x="108148" y="50700"/>
                    <a:pt x="107905" y="54226"/>
                    <a:pt x="108452" y="58725"/>
                  </a:cubicBezTo>
                  <a:cubicBezTo>
                    <a:pt x="109182" y="64226"/>
                    <a:pt x="112130" y="69910"/>
                    <a:pt x="117571" y="71187"/>
                  </a:cubicBezTo>
                  <a:cubicBezTo>
                    <a:pt x="125626" y="73041"/>
                    <a:pt x="134410" y="64895"/>
                    <a:pt x="142100" y="66688"/>
                  </a:cubicBezTo>
                  <a:cubicBezTo>
                    <a:pt x="146751" y="67783"/>
                    <a:pt x="153590" y="72828"/>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27"/>
            <p:cNvSpPr/>
            <p:nvPr/>
          </p:nvSpPr>
          <p:spPr>
            <a:xfrm>
              <a:off x="2975000" y="442550"/>
              <a:ext cx="3962850" cy="1818450"/>
            </a:xfrm>
            <a:custGeom>
              <a:rect b="b" l="l" r="r" t="t"/>
              <a:pathLst>
                <a:path extrusionOk="0" fill="none" h="72738" w="158514">
                  <a:moveTo>
                    <a:pt x="0" y="1"/>
                  </a:moveTo>
                  <a:cubicBezTo>
                    <a:pt x="4924" y="2827"/>
                    <a:pt x="10122" y="5077"/>
                    <a:pt x="15259" y="7387"/>
                  </a:cubicBezTo>
                  <a:cubicBezTo>
                    <a:pt x="22432" y="10609"/>
                    <a:pt x="22159" y="15594"/>
                    <a:pt x="24317" y="22007"/>
                  </a:cubicBezTo>
                  <a:cubicBezTo>
                    <a:pt x="26171" y="27630"/>
                    <a:pt x="29332" y="32402"/>
                    <a:pt x="31733" y="37418"/>
                  </a:cubicBezTo>
                  <a:cubicBezTo>
                    <a:pt x="33831" y="41764"/>
                    <a:pt x="30669" y="50305"/>
                    <a:pt x="36657" y="52615"/>
                  </a:cubicBezTo>
                  <a:cubicBezTo>
                    <a:pt x="44955" y="55868"/>
                    <a:pt x="53162" y="47630"/>
                    <a:pt x="57782" y="42068"/>
                  </a:cubicBezTo>
                  <a:cubicBezTo>
                    <a:pt x="66476" y="31551"/>
                    <a:pt x="73315" y="37022"/>
                    <a:pt x="82950" y="43193"/>
                  </a:cubicBezTo>
                  <a:cubicBezTo>
                    <a:pt x="88695" y="46871"/>
                    <a:pt x="96142" y="47813"/>
                    <a:pt x="103194" y="49333"/>
                  </a:cubicBezTo>
                  <a:cubicBezTo>
                    <a:pt x="108726" y="50488"/>
                    <a:pt x="108634" y="53740"/>
                    <a:pt x="109151" y="58390"/>
                  </a:cubicBezTo>
                  <a:cubicBezTo>
                    <a:pt x="109789" y="63862"/>
                    <a:pt x="112464" y="69211"/>
                    <a:pt x="117996" y="70427"/>
                  </a:cubicBezTo>
                  <a:cubicBezTo>
                    <a:pt x="125778" y="72129"/>
                    <a:pt x="135018" y="64439"/>
                    <a:pt x="142434" y="66506"/>
                  </a:cubicBezTo>
                  <a:cubicBezTo>
                    <a:pt x="146994" y="67752"/>
                    <a:pt x="153650" y="72737"/>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27"/>
            <p:cNvSpPr/>
            <p:nvPr/>
          </p:nvSpPr>
          <p:spPr>
            <a:xfrm>
              <a:off x="2975000" y="442550"/>
              <a:ext cx="3962850" cy="1816175"/>
            </a:xfrm>
            <a:custGeom>
              <a:rect b="b" l="l" r="r" t="t"/>
              <a:pathLst>
                <a:path extrusionOk="0" fill="none" h="72647" w="158514">
                  <a:moveTo>
                    <a:pt x="0" y="1"/>
                  </a:moveTo>
                  <a:cubicBezTo>
                    <a:pt x="4985" y="2797"/>
                    <a:pt x="10244" y="4985"/>
                    <a:pt x="15441" y="7144"/>
                  </a:cubicBezTo>
                  <a:cubicBezTo>
                    <a:pt x="22341" y="10031"/>
                    <a:pt x="23648" y="14621"/>
                    <a:pt x="25259" y="21034"/>
                  </a:cubicBezTo>
                  <a:cubicBezTo>
                    <a:pt x="26688" y="26809"/>
                    <a:pt x="28572" y="31977"/>
                    <a:pt x="31885" y="36992"/>
                  </a:cubicBezTo>
                  <a:cubicBezTo>
                    <a:pt x="34742" y="41278"/>
                    <a:pt x="31429" y="49606"/>
                    <a:pt x="37478" y="51825"/>
                  </a:cubicBezTo>
                  <a:cubicBezTo>
                    <a:pt x="46171" y="55017"/>
                    <a:pt x="54469" y="46202"/>
                    <a:pt x="58755" y="40305"/>
                  </a:cubicBezTo>
                  <a:cubicBezTo>
                    <a:pt x="66232" y="30001"/>
                    <a:pt x="76415" y="38025"/>
                    <a:pt x="84044" y="42889"/>
                  </a:cubicBezTo>
                  <a:cubicBezTo>
                    <a:pt x="89546" y="46384"/>
                    <a:pt x="96841" y="47874"/>
                    <a:pt x="103680" y="49211"/>
                  </a:cubicBezTo>
                  <a:cubicBezTo>
                    <a:pt x="109242" y="50305"/>
                    <a:pt x="109364" y="53254"/>
                    <a:pt x="109850" y="58026"/>
                  </a:cubicBezTo>
                  <a:cubicBezTo>
                    <a:pt x="110397" y="63436"/>
                    <a:pt x="112829" y="68482"/>
                    <a:pt x="118422" y="69667"/>
                  </a:cubicBezTo>
                  <a:cubicBezTo>
                    <a:pt x="125930" y="71278"/>
                    <a:pt x="135626" y="64044"/>
                    <a:pt x="142708" y="66293"/>
                  </a:cubicBezTo>
                  <a:cubicBezTo>
                    <a:pt x="147176" y="67692"/>
                    <a:pt x="153681" y="7264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27"/>
            <p:cNvSpPr/>
            <p:nvPr/>
          </p:nvSpPr>
          <p:spPr>
            <a:xfrm>
              <a:off x="2975000" y="442550"/>
              <a:ext cx="3962850" cy="1813875"/>
            </a:xfrm>
            <a:custGeom>
              <a:rect b="b" l="l" r="r" t="t"/>
              <a:pathLst>
                <a:path extrusionOk="0" fill="none" h="72555" w="158514">
                  <a:moveTo>
                    <a:pt x="0" y="1"/>
                  </a:moveTo>
                  <a:cubicBezTo>
                    <a:pt x="5015" y="2767"/>
                    <a:pt x="10335" y="4894"/>
                    <a:pt x="15624" y="6931"/>
                  </a:cubicBezTo>
                  <a:cubicBezTo>
                    <a:pt x="22189" y="9423"/>
                    <a:pt x="24925" y="13648"/>
                    <a:pt x="26262" y="20031"/>
                  </a:cubicBezTo>
                  <a:cubicBezTo>
                    <a:pt x="27508" y="25958"/>
                    <a:pt x="27843" y="31582"/>
                    <a:pt x="31916" y="36597"/>
                  </a:cubicBezTo>
                  <a:cubicBezTo>
                    <a:pt x="35290" y="40731"/>
                    <a:pt x="32432" y="49150"/>
                    <a:pt x="38299" y="51096"/>
                  </a:cubicBezTo>
                  <a:cubicBezTo>
                    <a:pt x="47326" y="54105"/>
                    <a:pt x="55138" y="44804"/>
                    <a:pt x="59758" y="38512"/>
                  </a:cubicBezTo>
                  <a:cubicBezTo>
                    <a:pt x="66901" y="28816"/>
                    <a:pt x="78512" y="38512"/>
                    <a:pt x="85139" y="42585"/>
                  </a:cubicBezTo>
                  <a:cubicBezTo>
                    <a:pt x="90397" y="45807"/>
                    <a:pt x="97510" y="47995"/>
                    <a:pt x="104105" y="49120"/>
                  </a:cubicBezTo>
                  <a:cubicBezTo>
                    <a:pt x="109698" y="50062"/>
                    <a:pt x="109729" y="52707"/>
                    <a:pt x="110580" y="57691"/>
                  </a:cubicBezTo>
                  <a:cubicBezTo>
                    <a:pt x="111461" y="63071"/>
                    <a:pt x="112829" y="67692"/>
                    <a:pt x="118878" y="68938"/>
                  </a:cubicBezTo>
                  <a:cubicBezTo>
                    <a:pt x="126082" y="70427"/>
                    <a:pt x="136234" y="63649"/>
                    <a:pt x="143012" y="66111"/>
                  </a:cubicBezTo>
                  <a:cubicBezTo>
                    <a:pt x="147359" y="67661"/>
                    <a:pt x="153742" y="7255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27"/>
            <p:cNvSpPr/>
            <p:nvPr/>
          </p:nvSpPr>
          <p:spPr>
            <a:xfrm>
              <a:off x="2975000" y="442550"/>
              <a:ext cx="3962850" cy="1804000"/>
            </a:xfrm>
            <a:custGeom>
              <a:rect b="b" l="l" r="r" t="t"/>
              <a:pathLst>
                <a:path extrusionOk="0" fill="none" h="72160" w="158514">
                  <a:moveTo>
                    <a:pt x="0" y="1"/>
                  </a:moveTo>
                  <a:cubicBezTo>
                    <a:pt x="5076" y="2736"/>
                    <a:pt x="10456" y="4803"/>
                    <a:pt x="15806" y="6688"/>
                  </a:cubicBezTo>
                  <a:cubicBezTo>
                    <a:pt x="22037" y="8876"/>
                    <a:pt x="26049" y="12767"/>
                    <a:pt x="27326" y="18967"/>
                  </a:cubicBezTo>
                  <a:cubicBezTo>
                    <a:pt x="28542" y="24925"/>
                    <a:pt x="27326" y="31126"/>
                    <a:pt x="31855" y="36202"/>
                  </a:cubicBezTo>
                  <a:cubicBezTo>
                    <a:pt x="35381" y="40153"/>
                    <a:pt x="33618" y="48725"/>
                    <a:pt x="39150" y="50457"/>
                  </a:cubicBezTo>
                  <a:cubicBezTo>
                    <a:pt x="48329" y="53314"/>
                    <a:pt x="55746" y="42919"/>
                    <a:pt x="60792" y="36810"/>
                  </a:cubicBezTo>
                  <a:cubicBezTo>
                    <a:pt x="67995" y="28086"/>
                    <a:pt x="80032" y="38360"/>
                    <a:pt x="86263" y="42159"/>
                  </a:cubicBezTo>
                  <a:cubicBezTo>
                    <a:pt x="91430" y="45320"/>
                    <a:pt x="98057" y="48056"/>
                    <a:pt x="104561" y="48998"/>
                  </a:cubicBezTo>
                  <a:cubicBezTo>
                    <a:pt x="115747" y="50700"/>
                    <a:pt x="107692" y="65898"/>
                    <a:pt x="119303" y="68178"/>
                  </a:cubicBezTo>
                  <a:cubicBezTo>
                    <a:pt x="126294" y="69576"/>
                    <a:pt x="136872" y="63254"/>
                    <a:pt x="143316" y="65898"/>
                  </a:cubicBezTo>
                  <a:cubicBezTo>
                    <a:pt x="147784" y="67752"/>
                    <a:pt x="153407" y="7216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27"/>
            <p:cNvSpPr/>
            <p:nvPr/>
          </p:nvSpPr>
          <p:spPr>
            <a:xfrm>
              <a:off x="2975000" y="442550"/>
              <a:ext cx="3962100" cy="1802475"/>
            </a:xfrm>
            <a:custGeom>
              <a:rect b="b" l="l" r="r" t="t"/>
              <a:pathLst>
                <a:path extrusionOk="0" fill="none" h="72099" w="158484">
                  <a:moveTo>
                    <a:pt x="0" y="1"/>
                  </a:moveTo>
                  <a:cubicBezTo>
                    <a:pt x="5107" y="2706"/>
                    <a:pt x="10760" y="4590"/>
                    <a:pt x="15958" y="6444"/>
                  </a:cubicBezTo>
                  <a:cubicBezTo>
                    <a:pt x="21764" y="8511"/>
                    <a:pt x="26931" y="11733"/>
                    <a:pt x="28390" y="17843"/>
                  </a:cubicBezTo>
                  <a:cubicBezTo>
                    <a:pt x="29788" y="23740"/>
                    <a:pt x="26900" y="30579"/>
                    <a:pt x="31672" y="35867"/>
                  </a:cubicBezTo>
                  <a:cubicBezTo>
                    <a:pt x="35107" y="39636"/>
                    <a:pt x="34925" y="48390"/>
                    <a:pt x="40001" y="49849"/>
                  </a:cubicBezTo>
                  <a:cubicBezTo>
                    <a:pt x="49302" y="52494"/>
                    <a:pt x="56415" y="40761"/>
                    <a:pt x="61886" y="35320"/>
                  </a:cubicBezTo>
                  <a:cubicBezTo>
                    <a:pt x="69211" y="28025"/>
                    <a:pt x="81278" y="37873"/>
                    <a:pt x="87327" y="41612"/>
                  </a:cubicBezTo>
                  <a:cubicBezTo>
                    <a:pt x="92585" y="44864"/>
                    <a:pt x="98421" y="48117"/>
                    <a:pt x="104926" y="48968"/>
                  </a:cubicBezTo>
                  <a:cubicBezTo>
                    <a:pt x="116385" y="50457"/>
                    <a:pt x="108239" y="65442"/>
                    <a:pt x="119759" y="67509"/>
                  </a:cubicBezTo>
                  <a:cubicBezTo>
                    <a:pt x="126659" y="68725"/>
                    <a:pt x="137298" y="62980"/>
                    <a:pt x="143559" y="65716"/>
                  </a:cubicBezTo>
                  <a:cubicBezTo>
                    <a:pt x="147936" y="67631"/>
                    <a:pt x="153407" y="72099"/>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27"/>
            <p:cNvSpPr/>
            <p:nvPr/>
          </p:nvSpPr>
          <p:spPr>
            <a:xfrm>
              <a:off x="2975000" y="442550"/>
              <a:ext cx="3962850" cy="1800200"/>
            </a:xfrm>
            <a:custGeom>
              <a:rect b="b" l="l" r="r" t="t"/>
              <a:pathLst>
                <a:path extrusionOk="0" fill="none" h="72008" w="158514">
                  <a:moveTo>
                    <a:pt x="0" y="1"/>
                  </a:moveTo>
                  <a:cubicBezTo>
                    <a:pt x="5167" y="2645"/>
                    <a:pt x="10821" y="4499"/>
                    <a:pt x="16140" y="6201"/>
                  </a:cubicBezTo>
                  <a:cubicBezTo>
                    <a:pt x="21976" y="8055"/>
                    <a:pt x="27630" y="11065"/>
                    <a:pt x="29484" y="16657"/>
                  </a:cubicBezTo>
                  <a:cubicBezTo>
                    <a:pt x="31308" y="22159"/>
                    <a:pt x="26748" y="29940"/>
                    <a:pt x="31521" y="35442"/>
                  </a:cubicBezTo>
                  <a:cubicBezTo>
                    <a:pt x="34621" y="38998"/>
                    <a:pt x="36414" y="48147"/>
                    <a:pt x="40913" y="49211"/>
                  </a:cubicBezTo>
                  <a:cubicBezTo>
                    <a:pt x="50244" y="51430"/>
                    <a:pt x="56749" y="38846"/>
                    <a:pt x="63041" y="34044"/>
                  </a:cubicBezTo>
                  <a:cubicBezTo>
                    <a:pt x="70731" y="28147"/>
                    <a:pt x="82190" y="36992"/>
                    <a:pt x="88391" y="40943"/>
                  </a:cubicBezTo>
                  <a:cubicBezTo>
                    <a:pt x="93862" y="44409"/>
                    <a:pt x="98695" y="48147"/>
                    <a:pt x="105352" y="48907"/>
                  </a:cubicBezTo>
                  <a:cubicBezTo>
                    <a:pt x="117024" y="50184"/>
                    <a:pt x="108786" y="64834"/>
                    <a:pt x="120276" y="66780"/>
                  </a:cubicBezTo>
                  <a:cubicBezTo>
                    <a:pt x="126993" y="67904"/>
                    <a:pt x="137784" y="62585"/>
                    <a:pt x="143863" y="65533"/>
                  </a:cubicBezTo>
                  <a:cubicBezTo>
                    <a:pt x="148149" y="67570"/>
                    <a:pt x="153468" y="72008"/>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27"/>
            <p:cNvSpPr/>
            <p:nvPr/>
          </p:nvSpPr>
          <p:spPr>
            <a:xfrm>
              <a:off x="2975000" y="442550"/>
              <a:ext cx="3963625" cy="1798675"/>
            </a:xfrm>
            <a:custGeom>
              <a:rect b="b" l="l" r="r" t="t"/>
              <a:pathLst>
                <a:path extrusionOk="0" fill="none" h="71947" w="158545">
                  <a:moveTo>
                    <a:pt x="0" y="1"/>
                  </a:moveTo>
                  <a:cubicBezTo>
                    <a:pt x="5198" y="2615"/>
                    <a:pt x="10912" y="4408"/>
                    <a:pt x="16323" y="5958"/>
                  </a:cubicBezTo>
                  <a:cubicBezTo>
                    <a:pt x="22067" y="7630"/>
                    <a:pt x="28147" y="10365"/>
                    <a:pt x="30578" y="15472"/>
                  </a:cubicBezTo>
                  <a:cubicBezTo>
                    <a:pt x="33192" y="20974"/>
                    <a:pt x="26931" y="29059"/>
                    <a:pt x="31369" y="35047"/>
                  </a:cubicBezTo>
                  <a:cubicBezTo>
                    <a:pt x="33831" y="38390"/>
                    <a:pt x="37904" y="47904"/>
                    <a:pt x="41825" y="48542"/>
                  </a:cubicBezTo>
                  <a:cubicBezTo>
                    <a:pt x="50883" y="50062"/>
                    <a:pt x="57296" y="36931"/>
                    <a:pt x="64257" y="33010"/>
                  </a:cubicBezTo>
                  <a:cubicBezTo>
                    <a:pt x="72160" y="28512"/>
                    <a:pt x="83102" y="35928"/>
                    <a:pt x="89424" y="40153"/>
                  </a:cubicBezTo>
                  <a:cubicBezTo>
                    <a:pt x="94804" y="43740"/>
                    <a:pt x="98877" y="48208"/>
                    <a:pt x="105747" y="48846"/>
                  </a:cubicBezTo>
                  <a:cubicBezTo>
                    <a:pt x="117601" y="49971"/>
                    <a:pt x="109425" y="64257"/>
                    <a:pt x="120793" y="66081"/>
                  </a:cubicBezTo>
                  <a:cubicBezTo>
                    <a:pt x="127419" y="67144"/>
                    <a:pt x="138270" y="62281"/>
                    <a:pt x="144167" y="65351"/>
                  </a:cubicBezTo>
                  <a:cubicBezTo>
                    <a:pt x="148362" y="67540"/>
                    <a:pt x="153529" y="71947"/>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27"/>
            <p:cNvSpPr/>
            <p:nvPr/>
          </p:nvSpPr>
          <p:spPr>
            <a:xfrm>
              <a:off x="2975000" y="442550"/>
              <a:ext cx="3962850" cy="1795650"/>
            </a:xfrm>
            <a:custGeom>
              <a:rect b="b" l="l" r="r" t="t"/>
              <a:pathLst>
                <a:path extrusionOk="0" fill="none" h="71826" w="158514">
                  <a:moveTo>
                    <a:pt x="0" y="1"/>
                  </a:moveTo>
                  <a:cubicBezTo>
                    <a:pt x="5259" y="2584"/>
                    <a:pt x="10973" y="4317"/>
                    <a:pt x="16475" y="5745"/>
                  </a:cubicBezTo>
                  <a:cubicBezTo>
                    <a:pt x="22250" y="7235"/>
                    <a:pt x="28542" y="9788"/>
                    <a:pt x="31581" y="14195"/>
                  </a:cubicBezTo>
                  <a:cubicBezTo>
                    <a:pt x="35168" y="19332"/>
                    <a:pt x="27326" y="28238"/>
                    <a:pt x="31247" y="34560"/>
                  </a:cubicBezTo>
                  <a:cubicBezTo>
                    <a:pt x="33253" y="37782"/>
                    <a:pt x="39150" y="47418"/>
                    <a:pt x="42737" y="47722"/>
                  </a:cubicBezTo>
                  <a:cubicBezTo>
                    <a:pt x="51612" y="48482"/>
                    <a:pt x="57752" y="35229"/>
                    <a:pt x="65412" y="32129"/>
                  </a:cubicBezTo>
                  <a:cubicBezTo>
                    <a:pt x="73588" y="28816"/>
                    <a:pt x="84044" y="34804"/>
                    <a:pt x="90275" y="39302"/>
                  </a:cubicBezTo>
                  <a:cubicBezTo>
                    <a:pt x="95351" y="42980"/>
                    <a:pt x="98938" y="48269"/>
                    <a:pt x="106081" y="48816"/>
                  </a:cubicBezTo>
                  <a:cubicBezTo>
                    <a:pt x="111704" y="49241"/>
                    <a:pt x="112981" y="50670"/>
                    <a:pt x="114136" y="56111"/>
                  </a:cubicBezTo>
                  <a:cubicBezTo>
                    <a:pt x="115139" y="60792"/>
                    <a:pt x="115321" y="64470"/>
                    <a:pt x="121279" y="65381"/>
                  </a:cubicBezTo>
                  <a:cubicBezTo>
                    <a:pt x="127784" y="66385"/>
                    <a:pt x="138696" y="61947"/>
                    <a:pt x="144410" y="65169"/>
                  </a:cubicBezTo>
                  <a:cubicBezTo>
                    <a:pt x="148483" y="67448"/>
                    <a:pt x="153529" y="7182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27"/>
            <p:cNvSpPr/>
            <p:nvPr/>
          </p:nvSpPr>
          <p:spPr>
            <a:xfrm>
              <a:off x="2975000" y="442550"/>
              <a:ext cx="3962850" cy="1794125"/>
            </a:xfrm>
            <a:custGeom>
              <a:rect b="b" l="l" r="r" t="t"/>
              <a:pathLst>
                <a:path extrusionOk="0" fill="none" h="71765" w="158514">
                  <a:moveTo>
                    <a:pt x="0" y="1"/>
                  </a:moveTo>
                  <a:cubicBezTo>
                    <a:pt x="5319" y="2554"/>
                    <a:pt x="11064" y="4226"/>
                    <a:pt x="16627" y="5502"/>
                  </a:cubicBezTo>
                  <a:cubicBezTo>
                    <a:pt x="22523" y="6840"/>
                    <a:pt x="28663" y="9302"/>
                    <a:pt x="32554" y="12919"/>
                  </a:cubicBezTo>
                  <a:cubicBezTo>
                    <a:pt x="36931" y="17022"/>
                    <a:pt x="28906" y="28268"/>
                    <a:pt x="31247" y="33983"/>
                  </a:cubicBezTo>
                  <a:cubicBezTo>
                    <a:pt x="32615" y="37326"/>
                    <a:pt x="40031" y="46658"/>
                    <a:pt x="43679" y="46719"/>
                  </a:cubicBezTo>
                  <a:cubicBezTo>
                    <a:pt x="52433" y="46810"/>
                    <a:pt x="58117" y="33861"/>
                    <a:pt x="66628" y="31430"/>
                  </a:cubicBezTo>
                  <a:cubicBezTo>
                    <a:pt x="75108" y="28998"/>
                    <a:pt x="85078" y="33709"/>
                    <a:pt x="91066" y="38451"/>
                  </a:cubicBezTo>
                  <a:cubicBezTo>
                    <a:pt x="95899" y="42250"/>
                    <a:pt x="98847" y="48482"/>
                    <a:pt x="106446" y="48785"/>
                  </a:cubicBezTo>
                  <a:cubicBezTo>
                    <a:pt x="119030" y="49272"/>
                    <a:pt x="110853" y="62950"/>
                    <a:pt x="121826" y="64743"/>
                  </a:cubicBezTo>
                  <a:cubicBezTo>
                    <a:pt x="128088" y="65746"/>
                    <a:pt x="139121" y="61612"/>
                    <a:pt x="144684" y="64986"/>
                  </a:cubicBezTo>
                  <a:cubicBezTo>
                    <a:pt x="148666" y="67388"/>
                    <a:pt x="153559" y="7176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27"/>
            <p:cNvSpPr/>
            <p:nvPr/>
          </p:nvSpPr>
          <p:spPr>
            <a:xfrm>
              <a:off x="2975000" y="442550"/>
              <a:ext cx="3962850" cy="1791075"/>
            </a:xfrm>
            <a:custGeom>
              <a:rect b="b" l="l" r="r" t="t"/>
              <a:pathLst>
                <a:path extrusionOk="0" fill="none" h="71643" w="158514">
                  <a:moveTo>
                    <a:pt x="0" y="1"/>
                  </a:moveTo>
                  <a:cubicBezTo>
                    <a:pt x="5319" y="2523"/>
                    <a:pt x="11155" y="4134"/>
                    <a:pt x="16779" y="5259"/>
                  </a:cubicBezTo>
                  <a:cubicBezTo>
                    <a:pt x="22736" y="6475"/>
                    <a:pt x="29302" y="9058"/>
                    <a:pt x="33405" y="11672"/>
                  </a:cubicBezTo>
                  <a:cubicBezTo>
                    <a:pt x="37660" y="14378"/>
                    <a:pt x="30821" y="28968"/>
                    <a:pt x="31399" y="33314"/>
                  </a:cubicBezTo>
                  <a:cubicBezTo>
                    <a:pt x="31885" y="36931"/>
                    <a:pt x="40578" y="45624"/>
                    <a:pt x="44651" y="45472"/>
                  </a:cubicBezTo>
                  <a:cubicBezTo>
                    <a:pt x="53101" y="45168"/>
                    <a:pt x="58421" y="32828"/>
                    <a:pt x="67874" y="30852"/>
                  </a:cubicBezTo>
                  <a:cubicBezTo>
                    <a:pt x="76658" y="29028"/>
                    <a:pt x="86233" y="32706"/>
                    <a:pt x="91856" y="37509"/>
                  </a:cubicBezTo>
                  <a:cubicBezTo>
                    <a:pt x="96476" y="41491"/>
                    <a:pt x="98908" y="48542"/>
                    <a:pt x="106780" y="48755"/>
                  </a:cubicBezTo>
                  <a:cubicBezTo>
                    <a:pt x="112647" y="48907"/>
                    <a:pt x="114045" y="50184"/>
                    <a:pt x="115565" y="55503"/>
                  </a:cubicBezTo>
                  <a:cubicBezTo>
                    <a:pt x="116841" y="60062"/>
                    <a:pt x="116628" y="63132"/>
                    <a:pt x="122404" y="64044"/>
                  </a:cubicBezTo>
                  <a:cubicBezTo>
                    <a:pt x="128544" y="65047"/>
                    <a:pt x="139486" y="61278"/>
                    <a:pt x="144957" y="64804"/>
                  </a:cubicBezTo>
                  <a:cubicBezTo>
                    <a:pt x="148818" y="67296"/>
                    <a:pt x="153559" y="71643"/>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27"/>
            <p:cNvSpPr/>
            <p:nvPr/>
          </p:nvSpPr>
          <p:spPr>
            <a:xfrm>
              <a:off x="2975000" y="442550"/>
              <a:ext cx="3962100" cy="1789575"/>
            </a:xfrm>
            <a:custGeom>
              <a:rect b="b" l="l" r="r" t="t"/>
              <a:pathLst>
                <a:path extrusionOk="0" fill="none" h="71583" w="158484">
                  <a:moveTo>
                    <a:pt x="0" y="1"/>
                  </a:moveTo>
                  <a:cubicBezTo>
                    <a:pt x="5380" y="2463"/>
                    <a:pt x="11216" y="4043"/>
                    <a:pt x="16900" y="5016"/>
                  </a:cubicBezTo>
                  <a:cubicBezTo>
                    <a:pt x="22797" y="6049"/>
                    <a:pt x="29058" y="8724"/>
                    <a:pt x="34135" y="10457"/>
                  </a:cubicBezTo>
                  <a:cubicBezTo>
                    <a:pt x="39667" y="12372"/>
                    <a:pt x="32037" y="28846"/>
                    <a:pt x="31855" y="32463"/>
                  </a:cubicBezTo>
                  <a:cubicBezTo>
                    <a:pt x="31672" y="36597"/>
                    <a:pt x="40852" y="44712"/>
                    <a:pt x="45503" y="44074"/>
                  </a:cubicBezTo>
                  <a:cubicBezTo>
                    <a:pt x="54165" y="42889"/>
                    <a:pt x="59606" y="32038"/>
                    <a:pt x="69090" y="30335"/>
                  </a:cubicBezTo>
                  <a:cubicBezTo>
                    <a:pt x="77479" y="28846"/>
                    <a:pt x="87388" y="31703"/>
                    <a:pt x="92646" y="36566"/>
                  </a:cubicBezTo>
                  <a:cubicBezTo>
                    <a:pt x="97084" y="40670"/>
                    <a:pt x="98908" y="48634"/>
                    <a:pt x="107084" y="48725"/>
                  </a:cubicBezTo>
                  <a:cubicBezTo>
                    <a:pt x="112890" y="48816"/>
                    <a:pt x="114501" y="49910"/>
                    <a:pt x="116203" y="55229"/>
                  </a:cubicBezTo>
                  <a:cubicBezTo>
                    <a:pt x="117571" y="59606"/>
                    <a:pt x="117297" y="62555"/>
                    <a:pt x="122951" y="63436"/>
                  </a:cubicBezTo>
                  <a:cubicBezTo>
                    <a:pt x="129030" y="64378"/>
                    <a:pt x="139851" y="60944"/>
                    <a:pt x="145200" y="64622"/>
                  </a:cubicBezTo>
                  <a:cubicBezTo>
                    <a:pt x="148939" y="67205"/>
                    <a:pt x="153590" y="7158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27"/>
            <p:cNvSpPr/>
            <p:nvPr/>
          </p:nvSpPr>
          <p:spPr>
            <a:xfrm>
              <a:off x="2975000" y="442550"/>
              <a:ext cx="3962850" cy="1785000"/>
            </a:xfrm>
            <a:custGeom>
              <a:rect b="b" l="l" r="r" t="t"/>
              <a:pathLst>
                <a:path extrusionOk="0" fill="none" h="71400" w="158514">
                  <a:moveTo>
                    <a:pt x="0" y="1"/>
                  </a:moveTo>
                  <a:cubicBezTo>
                    <a:pt x="5411" y="2432"/>
                    <a:pt x="11307" y="3952"/>
                    <a:pt x="17052" y="4803"/>
                  </a:cubicBezTo>
                  <a:cubicBezTo>
                    <a:pt x="22949" y="5685"/>
                    <a:pt x="29028" y="8967"/>
                    <a:pt x="34682" y="9362"/>
                  </a:cubicBezTo>
                  <a:cubicBezTo>
                    <a:pt x="42007" y="9849"/>
                    <a:pt x="33557" y="28360"/>
                    <a:pt x="32858" y="31065"/>
                  </a:cubicBezTo>
                  <a:cubicBezTo>
                    <a:pt x="31308" y="36931"/>
                    <a:pt x="41095" y="43801"/>
                    <a:pt x="46141" y="42676"/>
                  </a:cubicBezTo>
                  <a:cubicBezTo>
                    <a:pt x="54925" y="40761"/>
                    <a:pt x="60731" y="31703"/>
                    <a:pt x="70245" y="29819"/>
                  </a:cubicBezTo>
                  <a:cubicBezTo>
                    <a:pt x="78451" y="28177"/>
                    <a:pt x="88573" y="30731"/>
                    <a:pt x="93497" y="35563"/>
                  </a:cubicBezTo>
                  <a:cubicBezTo>
                    <a:pt x="97753" y="39728"/>
                    <a:pt x="98969" y="48725"/>
                    <a:pt x="107419" y="48755"/>
                  </a:cubicBezTo>
                  <a:cubicBezTo>
                    <a:pt x="113163" y="48755"/>
                    <a:pt x="115018" y="49667"/>
                    <a:pt x="116872" y="54956"/>
                  </a:cubicBezTo>
                  <a:cubicBezTo>
                    <a:pt x="118331" y="59181"/>
                    <a:pt x="118027" y="61977"/>
                    <a:pt x="123559" y="62798"/>
                  </a:cubicBezTo>
                  <a:cubicBezTo>
                    <a:pt x="129638" y="63710"/>
                    <a:pt x="140459" y="60579"/>
                    <a:pt x="145504" y="64470"/>
                  </a:cubicBezTo>
                  <a:cubicBezTo>
                    <a:pt x="148939" y="67144"/>
                    <a:pt x="153802" y="7140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27"/>
            <p:cNvSpPr/>
            <p:nvPr/>
          </p:nvSpPr>
          <p:spPr>
            <a:xfrm>
              <a:off x="2975000" y="442550"/>
              <a:ext cx="3962100" cy="1781975"/>
            </a:xfrm>
            <a:custGeom>
              <a:rect b="b" l="l" r="r" t="t"/>
              <a:pathLst>
                <a:path extrusionOk="0" fill="none" h="71279" w="158484">
                  <a:moveTo>
                    <a:pt x="0" y="1"/>
                  </a:moveTo>
                  <a:cubicBezTo>
                    <a:pt x="5471" y="2402"/>
                    <a:pt x="11247" y="3922"/>
                    <a:pt x="17174" y="4560"/>
                  </a:cubicBezTo>
                  <a:cubicBezTo>
                    <a:pt x="23253" y="5198"/>
                    <a:pt x="29514" y="8420"/>
                    <a:pt x="35107" y="8177"/>
                  </a:cubicBezTo>
                  <a:cubicBezTo>
                    <a:pt x="44044" y="7782"/>
                    <a:pt x="35290" y="26718"/>
                    <a:pt x="34256" y="29089"/>
                  </a:cubicBezTo>
                  <a:cubicBezTo>
                    <a:pt x="31369" y="35959"/>
                    <a:pt x="40578" y="42980"/>
                    <a:pt x="46658" y="41247"/>
                  </a:cubicBezTo>
                  <a:cubicBezTo>
                    <a:pt x="55533" y="38785"/>
                    <a:pt x="61947" y="31490"/>
                    <a:pt x="71369" y="29180"/>
                  </a:cubicBezTo>
                  <a:cubicBezTo>
                    <a:pt x="79424" y="27174"/>
                    <a:pt x="89819" y="29697"/>
                    <a:pt x="94470" y="34439"/>
                  </a:cubicBezTo>
                  <a:cubicBezTo>
                    <a:pt x="98482" y="38573"/>
                    <a:pt x="99090" y="48785"/>
                    <a:pt x="107753" y="48694"/>
                  </a:cubicBezTo>
                  <a:cubicBezTo>
                    <a:pt x="113407" y="48634"/>
                    <a:pt x="115504" y="49424"/>
                    <a:pt x="117510" y="54652"/>
                  </a:cubicBezTo>
                  <a:cubicBezTo>
                    <a:pt x="119060" y="58694"/>
                    <a:pt x="118665" y="61400"/>
                    <a:pt x="124167" y="62160"/>
                  </a:cubicBezTo>
                  <a:cubicBezTo>
                    <a:pt x="130246" y="62980"/>
                    <a:pt x="140793" y="60245"/>
                    <a:pt x="145717" y="64257"/>
                  </a:cubicBezTo>
                  <a:cubicBezTo>
                    <a:pt x="149061" y="66962"/>
                    <a:pt x="153802" y="71278"/>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27"/>
            <p:cNvSpPr/>
            <p:nvPr/>
          </p:nvSpPr>
          <p:spPr>
            <a:xfrm>
              <a:off x="2975000" y="442550"/>
              <a:ext cx="3962850" cy="1781200"/>
            </a:xfrm>
            <a:custGeom>
              <a:rect b="b" l="l" r="r" t="t"/>
              <a:pathLst>
                <a:path extrusionOk="0" fill="none" h="71248" w="158514">
                  <a:moveTo>
                    <a:pt x="0" y="1"/>
                  </a:moveTo>
                  <a:cubicBezTo>
                    <a:pt x="5502" y="2371"/>
                    <a:pt x="11338" y="3830"/>
                    <a:pt x="17326" y="4347"/>
                  </a:cubicBezTo>
                  <a:cubicBezTo>
                    <a:pt x="23405" y="4833"/>
                    <a:pt x="29484" y="7478"/>
                    <a:pt x="35381" y="7083"/>
                  </a:cubicBezTo>
                  <a:cubicBezTo>
                    <a:pt x="46171" y="6384"/>
                    <a:pt x="37660" y="22007"/>
                    <a:pt x="36080" y="26718"/>
                  </a:cubicBezTo>
                  <a:cubicBezTo>
                    <a:pt x="34560" y="31247"/>
                    <a:pt x="33192" y="34591"/>
                    <a:pt x="37387" y="37934"/>
                  </a:cubicBezTo>
                  <a:cubicBezTo>
                    <a:pt x="40062" y="40032"/>
                    <a:pt x="43983" y="40913"/>
                    <a:pt x="47144" y="39940"/>
                  </a:cubicBezTo>
                  <a:cubicBezTo>
                    <a:pt x="52007" y="38421"/>
                    <a:pt x="55959" y="34864"/>
                    <a:pt x="60548" y="32524"/>
                  </a:cubicBezTo>
                  <a:cubicBezTo>
                    <a:pt x="64409" y="30579"/>
                    <a:pt x="68360" y="29758"/>
                    <a:pt x="72403" y="28512"/>
                  </a:cubicBezTo>
                  <a:cubicBezTo>
                    <a:pt x="80275" y="26080"/>
                    <a:pt x="91187" y="28724"/>
                    <a:pt x="95503" y="33314"/>
                  </a:cubicBezTo>
                  <a:cubicBezTo>
                    <a:pt x="99303" y="37296"/>
                    <a:pt x="99212" y="48877"/>
                    <a:pt x="108118" y="48694"/>
                  </a:cubicBezTo>
                  <a:cubicBezTo>
                    <a:pt x="113589" y="48573"/>
                    <a:pt x="115990" y="49302"/>
                    <a:pt x="118148" y="54409"/>
                  </a:cubicBezTo>
                  <a:cubicBezTo>
                    <a:pt x="119820" y="58299"/>
                    <a:pt x="119364" y="60974"/>
                    <a:pt x="124805" y="61612"/>
                  </a:cubicBezTo>
                  <a:cubicBezTo>
                    <a:pt x="130519" y="62281"/>
                    <a:pt x="141249" y="59819"/>
                    <a:pt x="145991" y="64135"/>
                  </a:cubicBezTo>
                  <a:cubicBezTo>
                    <a:pt x="149213" y="67023"/>
                    <a:pt x="153863" y="71248"/>
                    <a:pt x="158514" y="68695"/>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27"/>
            <p:cNvSpPr/>
            <p:nvPr/>
          </p:nvSpPr>
          <p:spPr>
            <a:xfrm>
              <a:off x="2975000" y="442550"/>
              <a:ext cx="3962100" cy="1777400"/>
            </a:xfrm>
            <a:custGeom>
              <a:rect b="b" l="l" r="r" t="t"/>
              <a:pathLst>
                <a:path extrusionOk="0" fill="none" h="71096" w="158484">
                  <a:moveTo>
                    <a:pt x="0" y="1"/>
                  </a:moveTo>
                  <a:cubicBezTo>
                    <a:pt x="5532" y="2341"/>
                    <a:pt x="11429" y="3739"/>
                    <a:pt x="17447" y="4104"/>
                  </a:cubicBezTo>
                  <a:cubicBezTo>
                    <a:pt x="23496" y="4469"/>
                    <a:pt x="29484" y="6596"/>
                    <a:pt x="35533" y="6049"/>
                  </a:cubicBezTo>
                  <a:cubicBezTo>
                    <a:pt x="47357" y="4955"/>
                    <a:pt x="40822" y="16809"/>
                    <a:pt x="38208" y="23983"/>
                  </a:cubicBezTo>
                  <a:cubicBezTo>
                    <a:pt x="36657" y="28329"/>
                    <a:pt x="33557" y="33253"/>
                    <a:pt x="37691" y="36962"/>
                  </a:cubicBezTo>
                  <a:cubicBezTo>
                    <a:pt x="40244" y="39272"/>
                    <a:pt x="44591" y="39636"/>
                    <a:pt x="47661" y="38603"/>
                  </a:cubicBezTo>
                  <a:cubicBezTo>
                    <a:pt x="52646" y="36931"/>
                    <a:pt x="56901" y="33557"/>
                    <a:pt x="61764" y="31460"/>
                  </a:cubicBezTo>
                  <a:cubicBezTo>
                    <a:pt x="65533" y="29819"/>
                    <a:pt x="69576" y="29150"/>
                    <a:pt x="73375" y="27721"/>
                  </a:cubicBezTo>
                  <a:cubicBezTo>
                    <a:pt x="80974" y="24864"/>
                    <a:pt x="92464" y="27721"/>
                    <a:pt x="96659" y="32068"/>
                  </a:cubicBezTo>
                  <a:cubicBezTo>
                    <a:pt x="100884" y="36445"/>
                    <a:pt x="98634" y="48512"/>
                    <a:pt x="108452" y="48664"/>
                  </a:cubicBezTo>
                  <a:cubicBezTo>
                    <a:pt x="114014" y="48755"/>
                    <a:pt x="116416" y="49150"/>
                    <a:pt x="118756" y="54105"/>
                  </a:cubicBezTo>
                  <a:cubicBezTo>
                    <a:pt x="120550" y="57874"/>
                    <a:pt x="120002" y="60488"/>
                    <a:pt x="125413" y="61035"/>
                  </a:cubicBezTo>
                  <a:cubicBezTo>
                    <a:pt x="131158" y="61643"/>
                    <a:pt x="141553" y="59454"/>
                    <a:pt x="146234" y="63922"/>
                  </a:cubicBezTo>
                  <a:cubicBezTo>
                    <a:pt x="149334" y="66871"/>
                    <a:pt x="153894" y="71096"/>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27"/>
            <p:cNvSpPr/>
            <p:nvPr/>
          </p:nvSpPr>
          <p:spPr>
            <a:xfrm>
              <a:off x="2975000" y="442550"/>
              <a:ext cx="3962850" cy="1775125"/>
            </a:xfrm>
            <a:custGeom>
              <a:rect b="b" l="l" r="r" t="t"/>
              <a:pathLst>
                <a:path extrusionOk="0" fill="none" h="71005" w="158514">
                  <a:moveTo>
                    <a:pt x="0" y="1"/>
                  </a:moveTo>
                  <a:cubicBezTo>
                    <a:pt x="5593" y="2311"/>
                    <a:pt x="11520" y="3648"/>
                    <a:pt x="17569" y="3861"/>
                  </a:cubicBezTo>
                  <a:cubicBezTo>
                    <a:pt x="23587" y="4074"/>
                    <a:pt x="29636" y="5837"/>
                    <a:pt x="35594" y="5046"/>
                  </a:cubicBezTo>
                  <a:cubicBezTo>
                    <a:pt x="47569" y="3466"/>
                    <a:pt x="43800" y="12280"/>
                    <a:pt x="40578" y="20974"/>
                  </a:cubicBezTo>
                  <a:cubicBezTo>
                    <a:pt x="39059" y="25107"/>
                    <a:pt x="34773" y="31916"/>
                    <a:pt x="38268" y="35867"/>
                  </a:cubicBezTo>
                  <a:cubicBezTo>
                    <a:pt x="40548" y="38451"/>
                    <a:pt x="45381" y="38208"/>
                    <a:pt x="48238" y="37296"/>
                  </a:cubicBezTo>
                  <a:cubicBezTo>
                    <a:pt x="53405" y="35624"/>
                    <a:pt x="57965" y="32281"/>
                    <a:pt x="63102" y="30366"/>
                  </a:cubicBezTo>
                  <a:cubicBezTo>
                    <a:pt x="66780" y="28968"/>
                    <a:pt x="70701" y="28420"/>
                    <a:pt x="74257" y="26840"/>
                  </a:cubicBezTo>
                  <a:cubicBezTo>
                    <a:pt x="81552" y="23588"/>
                    <a:pt x="94075" y="26779"/>
                    <a:pt x="97935" y="30791"/>
                  </a:cubicBezTo>
                  <a:cubicBezTo>
                    <a:pt x="101887" y="34895"/>
                    <a:pt x="98938" y="48542"/>
                    <a:pt x="108817" y="48664"/>
                  </a:cubicBezTo>
                  <a:cubicBezTo>
                    <a:pt x="114227" y="48694"/>
                    <a:pt x="116872" y="49029"/>
                    <a:pt x="119364" y="53801"/>
                  </a:cubicBezTo>
                  <a:cubicBezTo>
                    <a:pt x="121249" y="57448"/>
                    <a:pt x="120702" y="60032"/>
                    <a:pt x="126021" y="60518"/>
                  </a:cubicBezTo>
                  <a:cubicBezTo>
                    <a:pt x="131826" y="61035"/>
                    <a:pt x="141857" y="59120"/>
                    <a:pt x="146507" y="63771"/>
                  </a:cubicBezTo>
                  <a:cubicBezTo>
                    <a:pt x="149456" y="66719"/>
                    <a:pt x="153924" y="7100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27"/>
            <p:cNvSpPr/>
            <p:nvPr/>
          </p:nvSpPr>
          <p:spPr>
            <a:xfrm>
              <a:off x="2975000" y="442550"/>
              <a:ext cx="3962850" cy="1772850"/>
            </a:xfrm>
            <a:custGeom>
              <a:rect b="b" l="l" r="r" t="t"/>
              <a:pathLst>
                <a:path extrusionOk="0" fill="none" h="70914" w="158514">
                  <a:moveTo>
                    <a:pt x="0" y="1"/>
                  </a:moveTo>
                  <a:cubicBezTo>
                    <a:pt x="5623" y="2280"/>
                    <a:pt x="11611" y="3526"/>
                    <a:pt x="17690" y="3648"/>
                  </a:cubicBezTo>
                  <a:cubicBezTo>
                    <a:pt x="23648" y="3709"/>
                    <a:pt x="29636" y="5016"/>
                    <a:pt x="35563" y="4104"/>
                  </a:cubicBezTo>
                  <a:cubicBezTo>
                    <a:pt x="47022" y="2371"/>
                    <a:pt x="46627" y="7843"/>
                    <a:pt x="43101" y="17812"/>
                  </a:cubicBezTo>
                  <a:cubicBezTo>
                    <a:pt x="41733" y="21612"/>
                    <a:pt x="36232" y="30670"/>
                    <a:pt x="39028" y="34621"/>
                  </a:cubicBezTo>
                  <a:cubicBezTo>
                    <a:pt x="41004" y="37387"/>
                    <a:pt x="46293" y="36901"/>
                    <a:pt x="48968" y="35989"/>
                  </a:cubicBezTo>
                  <a:cubicBezTo>
                    <a:pt x="57235" y="33071"/>
                    <a:pt x="67235" y="29667"/>
                    <a:pt x="75108" y="25867"/>
                  </a:cubicBezTo>
                  <a:cubicBezTo>
                    <a:pt x="82008" y="22524"/>
                    <a:pt x="95655" y="25746"/>
                    <a:pt x="99303" y="29484"/>
                  </a:cubicBezTo>
                  <a:cubicBezTo>
                    <a:pt x="103042" y="33284"/>
                    <a:pt x="99546" y="48573"/>
                    <a:pt x="109242" y="48573"/>
                  </a:cubicBezTo>
                  <a:cubicBezTo>
                    <a:pt x="114379" y="48573"/>
                    <a:pt x="117328" y="48968"/>
                    <a:pt x="119942" y="53527"/>
                  </a:cubicBezTo>
                  <a:cubicBezTo>
                    <a:pt x="121948" y="57023"/>
                    <a:pt x="121340" y="59606"/>
                    <a:pt x="126629" y="60032"/>
                  </a:cubicBezTo>
                  <a:cubicBezTo>
                    <a:pt x="132495" y="60488"/>
                    <a:pt x="142130" y="58725"/>
                    <a:pt x="146751" y="63558"/>
                  </a:cubicBezTo>
                  <a:cubicBezTo>
                    <a:pt x="149608" y="66567"/>
                    <a:pt x="153985" y="70913"/>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27"/>
            <p:cNvSpPr/>
            <p:nvPr/>
          </p:nvSpPr>
          <p:spPr>
            <a:xfrm>
              <a:off x="2975000" y="442550"/>
              <a:ext cx="3962100" cy="1769800"/>
            </a:xfrm>
            <a:custGeom>
              <a:rect b="b" l="l" r="r" t="t"/>
              <a:pathLst>
                <a:path extrusionOk="0" fill="none" h="70792" w="158484">
                  <a:moveTo>
                    <a:pt x="0" y="1"/>
                  </a:moveTo>
                  <a:cubicBezTo>
                    <a:pt x="5654" y="2280"/>
                    <a:pt x="11703" y="3435"/>
                    <a:pt x="17812" y="3405"/>
                  </a:cubicBezTo>
                  <a:cubicBezTo>
                    <a:pt x="23709" y="3344"/>
                    <a:pt x="29606" y="4165"/>
                    <a:pt x="35502" y="3192"/>
                  </a:cubicBezTo>
                  <a:cubicBezTo>
                    <a:pt x="37660" y="2858"/>
                    <a:pt x="42463" y="1976"/>
                    <a:pt x="44621" y="2949"/>
                  </a:cubicBezTo>
                  <a:cubicBezTo>
                    <a:pt x="49545" y="5168"/>
                    <a:pt x="46840" y="10913"/>
                    <a:pt x="45624" y="14742"/>
                  </a:cubicBezTo>
                  <a:cubicBezTo>
                    <a:pt x="43557" y="21369"/>
                    <a:pt x="34135" y="40001"/>
                    <a:pt x="49819" y="34652"/>
                  </a:cubicBezTo>
                  <a:cubicBezTo>
                    <a:pt x="58299" y="31734"/>
                    <a:pt x="67935" y="28177"/>
                    <a:pt x="76050" y="24864"/>
                  </a:cubicBezTo>
                  <a:cubicBezTo>
                    <a:pt x="83072" y="21977"/>
                    <a:pt x="96051" y="24347"/>
                    <a:pt x="100762" y="28117"/>
                  </a:cubicBezTo>
                  <a:cubicBezTo>
                    <a:pt x="105716" y="32098"/>
                    <a:pt x="98908" y="48299"/>
                    <a:pt x="109698" y="48482"/>
                  </a:cubicBezTo>
                  <a:cubicBezTo>
                    <a:pt x="114653" y="48573"/>
                    <a:pt x="117753" y="48846"/>
                    <a:pt x="120458" y="53254"/>
                  </a:cubicBezTo>
                  <a:cubicBezTo>
                    <a:pt x="122586" y="56628"/>
                    <a:pt x="121948" y="59242"/>
                    <a:pt x="127176" y="59576"/>
                  </a:cubicBezTo>
                  <a:cubicBezTo>
                    <a:pt x="133133" y="60001"/>
                    <a:pt x="142404" y="58360"/>
                    <a:pt x="146963" y="63375"/>
                  </a:cubicBezTo>
                  <a:cubicBezTo>
                    <a:pt x="149699" y="66385"/>
                    <a:pt x="153985" y="70792"/>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27"/>
            <p:cNvSpPr/>
            <p:nvPr/>
          </p:nvSpPr>
          <p:spPr>
            <a:xfrm>
              <a:off x="2975000" y="442550"/>
              <a:ext cx="3963625" cy="1767525"/>
            </a:xfrm>
            <a:custGeom>
              <a:rect b="b" l="l" r="r" t="t"/>
              <a:pathLst>
                <a:path extrusionOk="0" fill="none" h="70701" w="158545">
                  <a:moveTo>
                    <a:pt x="0" y="1"/>
                  </a:moveTo>
                  <a:cubicBezTo>
                    <a:pt x="5715" y="2250"/>
                    <a:pt x="11794" y="3314"/>
                    <a:pt x="17934" y="3192"/>
                  </a:cubicBezTo>
                  <a:cubicBezTo>
                    <a:pt x="23770" y="2979"/>
                    <a:pt x="29575" y="3314"/>
                    <a:pt x="35411" y="2341"/>
                  </a:cubicBezTo>
                  <a:cubicBezTo>
                    <a:pt x="44439" y="791"/>
                    <a:pt x="50518" y="2371"/>
                    <a:pt x="48147" y="11916"/>
                  </a:cubicBezTo>
                  <a:cubicBezTo>
                    <a:pt x="46627" y="18086"/>
                    <a:pt x="34894" y="38725"/>
                    <a:pt x="50883" y="33253"/>
                  </a:cubicBezTo>
                  <a:cubicBezTo>
                    <a:pt x="59697" y="30244"/>
                    <a:pt x="68482" y="26688"/>
                    <a:pt x="77418" y="23922"/>
                  </a:cubicBezTo>
                  <a:cubicBezTo>
                    <a:pt x="84227" y="21794"/>
                    <a:pt x="97601" y="22585"/>
                    <a:pt x="102312" y="26779"/>
                  </a:cubicBezTo>
                  <a:cubicBezTo>
                    <a:pt x="107510" y="31399"/>
                    <a:pt x="99394" y="48056"/>
                    <a:pt x="110276" y="48330"/>
                  </a:cubicBezTo>
                  <a:cubicBezTo>
                    <a:pt x="115200" y="48451"/>
                    <a:pt x="117966" y="49181"/>
                    <a:pt x="120945" y="52889"/>
                  </a:cubicBezTo>
                  <a:cubicBezTo>
                    <a:pt x="123376" y="55928"/>
                    <a:pt x="122464" y="58877"/>
                    <a:pt x="127784" y="59150"/>
                  </a:cubicBezTo>
                  <a:cubicBezTo>
                    <a:pt x="133711" y="59454"/>
                    <a:pt x="142769" y="58026"/>
                    <a:pt x="147267" y="63223"/>
                  </a:cubicBezTo>
                  <a:cubicBezTo>
                    <a:pt x="149881" y="66202"/>
                    <a:pt x="154076" y="70701"/>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27"/>
            <p:cNvSpPr/>
            <p:nvPr/>
          </p:nvSpPr>
          <p:spPr>
            <a:xfrm>
              <a:off x="2975000" y="442550"/>
              <a:ext cx="3962850" cy="1765250"/>
            </a:xfrm>
            <a:custGeom>
              <a:rect b="b" l="l" r="r" t="t"/>
              <a:pathLst>
                <a:path extrusionOk="0" fill="none" h="70610" w="158514">
                  <a:moveTo>
                    <a:pt x="0" y="1"/>
                  </a:moveTo>
                  <a:cubicBezTo>
                    <a:pt x="5745" y="2219"/>
                    <a:pt x="11885" y="3223"/>
                    <a:pt x="18025" y="2949"/>
                  </a:cubicBezTo>
                  <a:cubicBezTo>
                    <a:pt x="23800" y="2645"/>
                    <a:pt x="29514" y="2493"/>
                    <a:pt x="35259" y="1490"/>
                  </a:cubicBezTo>
                  <a:cubicBezTo>
                    <a:pt x="38056" y="1004"/>
                    <a:pt x="42189" y="396"/>
                    <a:pt x="44986" y="1064"/>
                  </a:cubicBezTo>
                  <a:cubicBezTo>
                    <a:pt x="50183" y="2280"/>
                    <a:pt x="51065" y="4803"/>
                    <a:pt x="50487" y="9454"/>
                  </a:cubicBezTo>
                  <a:cubicBezTo>
                    <a:pt x="49728" y="14986"/>
                    <a:pt x="36627" y="36870"/>
                    <a:pt x="52068" y="31825"/>
                  </a:cubicBezTo>
                  <a:cubicBezTo>
                    <a:pt x="60944" y="28937"/>
                    <a:pt x="69910" y="25533"/>
                    <a:pt x="79029" y="23010"/>
                  </a:cubicBezTo>
                  <a:cubicBezTo>
                    <a:pt x="86111" y="21095"/>
                    <a:pt x="98969" y="21551"/>
                    <a:pt x="103893" y="25472"/>
                  </a:cubicBezTo>
                  <a:cubicBezTo>
                    <a:pt x="109212" y="29697"/>
                    <a:pt x="100093" y="47661"/>
                    <a:pt x="110823" y="48147"/>
                  </a:cubicBezTo>
                  <a:cubicBezTo>
                    <a:pt x="115595" y="48360"/>
                    <a:pt x="118422" y="49120"/>
                    <a:pt x="121431" y="52646"/>
                  </a:cubicBezTo>
                  <a:cubicBezTo>
                    <a:pt x="123923" y="55594"/>
                    <a:pt x="123103" y="58542"/>
                    <a:pt x="128300" y="58786"/>
                  </a:cubicBezTo>
                  <a:cubicBezTo>
                    <a:pt x="134288" y="59059"/>
                    <a:pt x="143042" y="57783"/>
                    <a:pt x="147480" y="63041"/>
                  </a:cubicBezTo>
                  <a:cubicBezTo>
                    <a:pt x="150003" y="65989"/>
                    <a:pt x="154076" y="7061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27"/>
            <p:cNvSpPr/>
            <p:nvPr/>
          </p:nvSpPr>
          <p:spPr>
            <a:xfrm>
              <a:off x="2975000" y="428125"/>
              <a:ext cx="3962850" cy="1777400"/>
            </a:xfrm>
            <a:custGeom>
              <a:rect b="b" l="l" r="r" t="t"/>
              <a:pathLst>
                <a:path extrusionOk="0" fill="none" h="71096" w="158514">
                  <a:moveTo>
                    <a:pt x="0" y="578"/>
                  </a:moveTo>
                  <a:cubicBezTo>
                    <a:pt x="5715" y="2705"/>
                    <a:pt x="12128" y="3769"/>
                    <a:pt x="18146" y="3313"/>
                  </a:cubicBezTo>
                  <a:cubicBezTo>
                    <a:pt x="23861" y="2888"/>
                    <a:pt x="29484" y="2219"/>
                    <a:pt x="35138" y="1246"/>
                  </a:cubicBezTo>
                  <a:cubicBezTo>
                    <a:pt x="42554" y="0"/>
                    <a:pt x="52281" y="1489"/>
                    <a:pt x="52585" y="7994"/>
                  </a:cubicBezTo>
                  <a:cubicBezTo>
                    <a:pt x="52767" y="12523"/>
                    <a:pt x="39211" y="35350"/>
                    <a:pt x="53436" y="30882"/>
                  </a:cubicBezTo>
                  <a:cubicBezTo>
                    <a:pt x="62372" y="28086"/>
                    <a:pt x="71673" y="25137"/>
                    <a:pt x="80914" y="22736"/>
                  </a:cubicBezTo>
                  <a:cubicBezTo>
                    <a:pt x="88604" y="20760"/>
                    <a:pt x="100032" y="21551"/>
                    <a:pt x="105443" y="24803"/>
                  </a:cubicBezTo>
                  <a:cubicBezTo>
                    <a:pt x="111674" y="28511"/>
                    <a:pt x="99941" y="47508"/>
                    <a:pt x="111431" y="48511"/>
                  </a:cubicBezTo>
                  <a:cubicBezTo>
                    <a:pt x="116081" y="48937"/>
                    <a:pt x="118847" y="49606"/>
                    <a:pt x="121887" y="52980"/>
                  </a:cubicBezTo>
                  <a:cubicBezTo>
                    <a:pt x="124440" y="55837"/>
                    <a:pt x="123741" y="58785"/>
                    <a:pt x="128787" y="58998"/>
                  </a:cubicBezTo>
                  <a:cubicBezTo>
                    <a:pt x="134836" y="59271"/>
                    <a:pt x="143316" y="58147"/>
                    <a:pt x="147723" y="63436"/>
                  </a:cubicBezTo>
                  <a:cubicBezTo>
                    <a:pt x="150125" y="66323"/>
                    <a:pt x="154106" y="71095"/>
                    <a:pt x="158514" y="6924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27"/>
            <p:cNvSpPr/>
            <p:nvPr/>
          </p:nvSpPr>
          <p:spPr>
            <a:xfrm>
              <a:off x="2975000" y="412925"/>
              <a:ext cx="3962850" cy="1789550"/>
            </a:xfrm>
            <a:custGeom>
              <a:rect b="b" l="l" r="r" t="t"/>
              <a:pathLst>
                <a:path extrusionOk="0" fill="none" h="71582" w="158514">
                  <a:moveTo>
                    <a:pt x="0" y="1186"/>
                  </a:moveTo>
                  <a:cubicBezTo>
                    <a:pt x="5745" y="3283"/>
                    <a:pt x="12219" y="4286"/>
                    <a:pt x="18238" y="3678"/>
                  </a:cubicBezTo>
                  <a:cubicBezTo>
                    <a:pt x="23891" y="3131"/>
                    <a:pt x="29454" y="1976"/>
                    <a:pt x="35046" y="1034"/>
                  </a:cubicBezTo>
                  <a:cubicBezTo>
                    <a:pt x="41308" y="0"/>
                    <a:pt x="52980" y="638"/>
                    <a:pt x="54317" y="7082"/>
                  </a:cubicBezTo>
                  <a:cubicBezTo>
                    <a:pt x="55260" y="11672"/>
                    <a:pt x="42159" y="33557"/>
                    <a:pt x="54895" y="29879"/>
                  </a:cubicBezTo>
                  <a:cubicBezTo>
                    <a:pt x="64044" y="27204"/>
                    <a:pt x="73588" y="24864"/>
                    <a:pt x="82950" y="22523"/>
                  </a:cubicBezTo>
                  <a:cubicBezTo>
                    <a:pt x="90488" y="20608"/>
                    <a:pt x="101248" y="21186"/>
                    <a:pt x="106932" y="24256"/>
                  </a:cubicBezTo>
                  <a:cubicBezTo>
                    <a:pt x="113862" y="27964"/>
                    <a:pt x="100762" y="47478"/>
                    <a:pt x="112069" y="48876"/>
                  </a:cubicBezTo>
                  <a:cubicBezTo>
                    <a:pt x="116264" y="49363"/>
                    <a:pt x="119729" y="49879"/>
                    <a:pt x="122343" y="53344"/>
                  </a:cubicBezTo>
                  <a:cubicBezTo>
                    <a:pt x="124562" y="56354"/>
                    <a:pt x="124653" y="59089"/>
                    <a:pt x="129273" y="59272"/>
                  </a:cubicBezTo>
                  <a:cubicBezTo>
                    <a:pt x="135352" y="59545"/>
                    <a:pt x="143620" y="58603"/>
                    <a:pt x="147936" y="63861"/>
                  </a:cubicBezTo>
                  <a:cubicBezTo>
                    <a:pt x="150277" y="66688"/>
                    <a:pt x="154137" y="71582"/>
                    <a:pt x="158514" y="6984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27"/>
            <p:cNvSpPr/>
            <p:nvPr/>
          </p:nvSpPr>
          <p:spPr>
            <a:xfrm>
              <a:off x="2975000" y="386325"/>
              <a:ext cx="3962850" cy="1813875"/>
            </a:xfrm>
            <a:custGeom>
              <a:rect b="b" l="l" r="r" t="t"/>
              <a:pathLst>
                <a:path extrusionOk="0" fill="none" h="72555" w="158514">
                  <a:moveTo>
                    <a:pt x="0" y="2250"/>
                  </a:moveTo>
                  <a:cubicBezTo>
                    <a:pt x="5806" y="4286"/>
                    <a:pt x="12371" y="5259"/>
                    <a:pt x="18390" y="4529"/>
                  </a:cubicBezTo>
                  <a:cubicBezTo>
                    <a:pt x="23982" y="3830"/>
                    <a:pt x="29423" y="2250"/>
                    <a:pt x="35046" y="1307"/>
                  </a:cubicBezTo>
                  <a:cubicBezTo>
                    <a:pt x="42767" y="0"/>
                    <a:pt x="52402" y="2067"/>
                    <a:pt x="55685" y="7174"/>
                  </a:cubicBezTo>
                  <a:cubicBezTo>
                    <a:pt x="57570" y="10183"/>
                    <a:pt x="46658" y="32159"/>
                    <a:pt x="56719" y="29271"/>
                  </a:cubicBezTo>
                  <a:cubicBezTo>
                    <a:pt x="65442" y="26748"/>
                    <a:pt x="75746" y="25077"/>
                    <a:pt x="85139" y="22736"/>
                  </a:cubicBezTo>
                  <a:cubicBezTo>
                    <a:pt x="92494" y="20882"/>
                    <a:pt x="102099" y="21338"/>
                    <a:pt x="108300" y="24317"/>
                  </a:cubicBezTo>
                  <a:cubicBezTo>
                    <a:pt x="116477" y="28207"/>
                    <a:pt x="101765" y="47873"/>
                    <a:pt x="112799" y="49636"/>
                  </a:cubicBezTo>
                  <a:cubicBezTo>
                    <a:pt x="116780" y="50275"/>
                    <a:pt x="120215" y="50852"/>
                    <a:pt x="122768" y="54165"/>
                  </a:cubicBezTo>
                  <a:cubicBezTo>
                    <a:pt x="125048" y="57083"/>
                    <a:pt x="125200" y="59849"/>
                    <a:pt x="129729" y="60032"/>
                  </a:cubicBezTo>
                  <a:cubicBezTo>
                    <a:pt x="135839" y="60336"/>
                    <a:pt x="143893" y="59545"/>
                    <a:pt x="148179" y="64773"/>
                  </a:cubicBezTo>
                  <a:cubicBezTo>
                    <a:pt x="150459" y="67539"/>
                    <a:pt x="154167" y="72555"/>
                    <a:pt x="158514" y="7091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27"/>
            <p:cNvSpPr/>
            <p:nvPr/>
          </p:nvSpPr>
          <p:spPr>
            <a:xfrm>
              <a:off x="2975000" y="367325"/>
              <a:ext cx="3962850" cy="1829825"/>
            </a:xfrm>
            <a:custGeom>
              <a:rect b="b" l="l" r="r" t="t"/>
              <a:pathLst>
                <a:path extrusionOk="0" fill="none" h="73193" w="158514">
                  <a:moveTo>
                    <a:pt x="0" y="3010"/>
                  </a:moveTo>
                  <a:cubicBezTo>
                    <a:pt x="5836" y="5016"/>
                    <a:pt x="12432" y="5897"/>
                    <a:pt x="18481" y="5046"/>
                  </a:cubicBezTo>
                  <a:cubicBezTo>
                    <a:pt x="24104" y="4286"/>
                    <a:pt x="29514" y="2067"/>
                    <a:pt x="35077" y="1216"/>
                  </a:cubicBezTo>
                  <a:cubicBezTo>
                    <a:pt x="43010" y="0"/>
                    <a:pt x="51703" y="2584"/>
                    <a:pt x="56719" y="7447"/>
                  </a:cubicBezTo>
                  <a:cubicBezTo>
                    <a:pt x="60123" y="10791"/>
                    <a:pt x="50335" y="30396"/>
                    <a:pt x="58998" y="28360"/>
                  </a:cubicBezTo>
                  <a:cubicBezTo>
                    <a:pt x="67722" y="26293"/>
                    <a:pt x="78056" y="25016"/>
                    <a:pt x="87357" y="22615"/>
                  </a:cubicBezTo>
                  <a:cubicBezTo>
                    <a:pt x="94531" y="20761"/>
                    <a:pt x="103224" y="21065"/>
                    <a:pt x="109546" y="24104"/>
                  </a:cubicBezTo>
                  <a:cubicBezTo>
                    <a:pt x="118209" y="28268"/>
                    <a:pt x="103376" y="47965"/>
                    <a:pt x="113559" y="50062"/>
                  </a:cubicBezTo>
                  <a:cubicBezTo>
                    <a:pt x="117328" y="50822"/>
                    <a:pt x="120671" y="51551"/>
                    <a:pt x="123194" y="54682"/>
                  </a:cubicBezTo>
                  <a:cubicBezTo>
                    <a:pt x="125474" y="57539"/>
                    <a:pt x="125717" y="60305"/>
                    <a:pt x="130155" y="60518"/>
                  </a:cubicBezTo>
                  <a:cubicBezTo>
                    <a:pt x="136295" y="60852"/>
                    <a:pt x="144137" y="60214"/>
                    <a:pt x="148392" y="65381"/>
                  </a:cubicBezTo>
                  <a:cubicBezTo>
                    <a:pt x="150611" y="68056"/>
                    <a:pt x="154228" y="73193"/>
                    <a:pt x="158514" y="7167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27"/>
            <p:cNvSpPr/>
            <p:nvPr/>
          </p:nvSpPr>
          <p:spPr>
            <a:xfrm>
              <a:off x="2975000" y="347575"/>
              <a:ext cx="3962850" cy="1845775"/>
            </a:xfrm>
            <a:custGeom>
              <a:rect b="b" l="l" r="r" t="t"/>
              <a:pathLst>
                <a:path extrusionOk="0" fill="none" h="73831" w="158514">
                  <a:moveTo>
                    <a:pt x="0" y="3800"/>
                  </a:moveTo>
                  <a:cubicBezTo>
                    <a:pt x="5867" y="5775"/>
                    <a:pt x="12554" y="6566"/>
                    <a:pt x="18602" y="5623"/>
                  </a:cubicBezTo>
                  <a:cubicBezTo>
                    <a:pt x="24256" y="4711"/>
                    <a:pt x="29575" y="1915"/>
                    <a:pt x="35229" y="1125"/>
                  </a:cubicBezTo>
                  <a:cubicBezTo>
                    <a:pt x="43284" y="0"/>
                    <a:pt x="51217" y="3404"/>
                    <a:pt x="57448" y="7903"/>
                  </a:cubicBezTo>
                  <a:cubicBezTo>
                    <a:pt x="62129" y="11247"/>
                    <a:pt x="59454" y="16353"/>
                    <a:pt x="58421" y="20852"/>
                  </a:cubicBezTo>
                  <a:cubicBezTo>
                    <a:pt x="57782" y="23587"/>
                    <a:pt x="56506" y="28420"/>
                    <a:pt x="61582" y="27599"/>
                  </a:cubicBezTo>
                  <a:cubicBezTo>
                    <a:pt x="70305" y="26171"/>
                    <a:pt x="80366" y="24925"/>
                    <a:pt x="89516" y="22493"/>
                  </a:cubicBezTo>
                  <a:cubicBezTo>
                    <a:pt x="96628" y="20639"/>
                    <a:pt x="104501" y="20700"/>
                    <a:pt x="110732" y="23952"/>
                  </a:cubicBezTo>
                  <a:cubicBezTo>
                    <a:pt x="119698" y="28663"/>
                    <a:pt x="104501" y="47600"/>
                    <a:pt x="114379" y="50487"/>
                  </a:cubicBezTo>
                  <a:cubicBezTo>
                    <a:pt x="117996" y="51551"/>
                    <a:pt x="121157" y="52250"/>
                    <a:pt x="123619" y="55229"/>
                  </a:cubicBezTo>
                  <a:cubicBezTo>
                    <a:pt x="125899" y="57995"/>
                    <a:pt x="126203" y="60791"/>
                    <a:pt x="130550" y="61065"/>
                  </a:cubicBezTo>
                  <a:cubicBezTo>
                    <a:pt x="136659" y="61399"/>
                    <a:pt x="144380" y="60913"/>
                    <a:pt x="148605" y="65989"/>
                  </a:cubicBezTo>
                  <a:cubicBezTo>
                    <a:pt x="150793" y="68603"/>
                    <a:pt x="154258" y="73831"/>
                    <a:pt x="158514" y="7246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27"/>
            <p:cNvSpPr/>
            <p:nvPr/>
          </p:nvSpPr>
          <p:spPr>
            <a:xfrm>
              <a:off x="2975000" y="324000"/>
              <a:ext cx="3962850" cy="1867075"/>
            </a:xfrm>
            <a:custGeom>
              <a:rect b="b" l="l" r="r" t="t"/>
              <a:pathLst>
                <a:path extrusionOk="0" fill="none" h="74683" w="158514">
                  <a:moveTo>
                    <a:pt x="0" y="4743"/>
                  </a:moveTo>
                  <a:cubicBezTo>
                    <a:pt x="5897" y="6688"/>
                    <a:pt x="12645" y="7387"/>
                    <a:pt x="18724" y="6323"/>
                  </a:cubicBezTo>
                  <a:cubicBezTo>
                    <a:pt x="24469" y="5290"/>
                    <a:pt x="29758" y="1977"/>
                    <a:pt x="35502" y="1156"/>
                  </a:cubicBezTo>
                  <a:cubicBezTo>
                    <a:pt x="43466" y="1"/>
                    <a:pt x="51460" y="4682"/>
                    <a:pt x="57934" y="8572"/>
                  </a:cubicBezTo>
                  <a:cubicBezTo>
                    <a:pt x="62858" y="11521"/>
                    <a:pt x="62099" y="15411"/>
                    <a:pt x="61339" y="20153"/>
                  </a:cubicBezTo>
                  <a:cubicBezTo>
                    <a:pt x="60883" y="22919"/>
                    <a:pt x="59576" y="27448"/>
                    <a:pt x="64378" y="27144"/>
                  </a:cubicBezTo>
                  <a:cubicBezTo>
                    <a:pt x="73223" y="26597"/>
                    <a:pt x="82737" y="24834"/>
                    <a:pt x="91643" y="22494"/>
                  </a:cubicBezTo>
                  <a:cubicBezTo>
                    <a:pt x="98817" y="20609"/>
                    <a:pt x="105747" y="20366"/>
                    <a:pt x="111856" y="23983"/>
                  </a:cubicBezTo>
                  <a:cubicBezTo>
                    <a:pt x="120519" y="29120"/>
                    <a:pt x="105990" y="47296"/>
                    <a:pt x="115230" y="51035"/>
                  </a:cubicBezTo>
                  <a:cubicBezTo>
                    <a:pt x="118543" y="52372"/>
                    <a:pt x="121705" y="53072"/>
                    <a:pt x="124045" y="55898"/>
                  </a:cubicBezTo>
                  <a:cubicBezTo>
                    <a:pt x="126325" y="58634"/>
                    <a:pt x="126659" y="61461"/>
                    <a:pt x="130914" y="61765"/>
                  </a:cubicBezTo>
                  <a:cubicBezTo>
                    <a:pt x="136994" y="62160"/>
                    <a:pt x="144593" y="61825"/>
                    <a:pt x="148818" y="66810"/>
                  </a:cubicBezTo>
                  <a:cubicBezTo>
                    <a:pt x="150945" y="69364"/>
                    <a:pt x="154289" y="74683"/>
                    <a:pt x="158514" y="73406"/>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27"/>
            <p:cNvSpPr/>
            <p:nvPr/>
          </p:nvSpPr>
          <p:spPr>
            <a:xfrm>
              <a:off x="2975000" y="297425"/>
              <a:ext cx="3962850" cy="1890625"/>
            </a:xfrm>
            <a:custGeom>
              <a:rect b="b" l="l" r="r" t="t"/>
              <a:pathLst>
                <a:path extrusionOk="0" fill="none" h="75625" w="158514">
                  <a:moveTo>
                    <a:pt x="0" y="5806"/>
                  </a:moveTo>
                  <a:cubicBezTo>
                    <a:pt x="5927" y="7690"/>
                    <a:pt x="12918" y="8450"/>
                    <a:pt x="18815" y="7173"/>
                  </a:cubicBezTo>
                  <a:cubicBezTo>
                    <a:pt x="24530" y="5927"/>
                    <a:pt x="30122" y="2128"/>
                    <a:pt x="35928" y="1216"/>
                  </a:cubicBezTo>
                  <a:cubicBezTo>
                    <a:pt x="43648" y="0"/>
                    <a:pt x="52494" y="5593"/>
                    <a:pt x="58178" y="9392"/>
                  </a:cubicBezTo>
                  <a:cubicBezTo>
                    <a:pt x="62585" y="12310"/>
                    <a:pt x="64226" y="14347"/>
                    <a:pt x="64074" y="19940"/>
                  </a:cubicBezTo>
                  <a:cubicBezTo>
                    <a:pt x="64014" y="22797"/>
                    <a:pt x="62828" y="26839"/>
                    <a:pt x="67296" y="27022"/>
                  </a:cubicBezTo>
                  <a:cubicBezTo>
                    <a:pt x="76081" y="27417"/>
                    <a:pt x="85199" y="24560"/>
                    <a:pt x="93589" y="22584"/>
                  </a:cubicBezTo>
                  <a:cubicBezTo>
                    <a:pt x="100975" y="20851"/>
                    <a:pt x="106598" y="19879"/>
                    <a:pt x="112920" y="24165"/>
                  </a:cubicBezTo>
                  <a:cubicBezTo>
                    <a:pt x="121188" y="29788"/>
                    <a:pt x="107753" y="47113"/>
                    <a:pt x="116142" y="51673"/>
                  </a:cubicBezTo>
                  <a:cubicBezTo>
                    <a:pt x="119030" y="53223"/>
                    <a:pt x="122221" y="54013"/>
                    <a:pt x="124501" y="56718"/>
                  </a:cubicBezTo>
                  <a:cubicBezTo>
                    <a:pt x="126781" y="59423"/>
                    <a:pt x="127115" y="62281"/>
                    <a:pt x="131279" y="62615"/>
                  </a:cubicBezTo>
                  <a:cubicBezTo>
                    <a:pt x="137358" y="63101"/>
                    <a:pt x="144836" y="62828"/>
                    <a:pt x="149030" y="67752"/>
                  </a:cubicBezTo>
                  <a:cubicBezTo>
                    <a:pt x="151158" y="70244"/>
                    <a:pt x="154350" y="75624"/>
                    <a:pt x="158514" y="7446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27"/>
            <p:cNvSpPr/>
            <p:nvPr/>
          </p:nvSpPr>
          <p:spPr>
            <a:xfrm>
              <a:off x="2975000" y="270050"/>
              <a:ext cx="3962100" cy="1914200"/>
            </a:xfrm>
            <a:custGeom>
              <a:rect b="b" l="l" r="r" t="t"/>
              <a:pathLst>
                <a:path extrusionOk="0" fill="none" h="76568" w="158484">
                  <a:moveTo>
                    <a:pt x="0" y="6901"/>
                  </a:moveTo>
                  <a:cubicBezTo>
                    <a:pt x="5988" y="8785"/>
                    <a:pt x="13040" y="9484"/>
                    <a:pt x="18937" y="8025"/>
                  </a:cubicBezTo>
                  <a:cubicBezTo>
                    <a:pt x="24803" y="6627"/>
                    <a:pt x="30396" y="2402"/>
                    <a:pt x="36414" y="1338"/>
                  </a:cubicBezTo>
                  <a:cubicBezTo>
                    <a:pt x="44013" y="1"/>
                    <a:pt x="52463" y="6688"/>
                    <a:pt x="58208" y="10244"/>
                  </a:cubicBezTo>
                  <a:cubicBezTo>
                    <a:pt x="62676" y="13010"/>
                    <a:pt x="65138" y="14925"/>
                    <a:pt x="66476" y="20092"/>
                  </a:cubicBezTo>
                  <a:cubicBezTo>
                    <a:pt x="67235" y="22980"/>
                    <a:pt x="65868" y="26536"/>
                    <a:pt x="70214" y="27144"/>
                  </a:cubicBezTo>
                  <a:cubicBezTo>
                    <a:pt x="78695" y="28329"/>
                    <a:pt x="87753" y="24104"/>
                    <a:pt x="95351" y="22646"/>
                  </a:cubicBezTo>
                  <a:cubicBezTo>
                    <a:pt x="102950" y="21187"/>
                    <a:pt x="107327" y="19150"/>
                    <a:pt x="113893" y="24408"/>
                  </a:cubicBezTo>
                  <a:cubicBezTo>
                    <a:pt x="121309" y="30366"/>
                    <a:pt x="109668" y="47023"/>
                    <a:pt x="117084" y="52251"/>
                  </a:cubicBezTo>
                  <a:cubicBezTo>
                    <a:pt x="119577" y="54014"/>
                    <a:pt x="122586" y="54956"/>
                    <a:pt x="125018" y="57418"/>
                  </a:cubicBezTo>
                  <a:cubicBezTo>
                    <a:pt x="127419" y="59880"/>
                    <a:pt x="127145" y="63011"/>
                    <a:pt x="131614" y="63436"/>
                  </a:cubicBezTo>
                  <a:cubicBezTo>
                    <a:pt x="137602" y="64014"/>
                    <a:pt x="144988" y="63832"/>
                    <a:pt x="149213" y="68695"/>
                  </a:cubicBezTo>
                  <a:cubicBezTo>
                    <a:pt x="151310" y="71126"/>
                    <a:pt x="154410" y="76567"/>
                    <a:pt x="158483" y="755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27"/>
            <p:cNvSpPr/>
            <p:nvPr/>
          </p:nvSpPr>
          <p:spPr>
            <a:xfrm>
              <a:off x="2975000" y="244975"/>
              <a:ext cx="3962100" cy="1937000"/>
            </a:xfrm>
            <a:custGeom>
              <a:rect b="b" l="l" r="r" t="t"/>
              <a:pathLst>
                <a:path extrusionOk="0" fill="none" h="77480" w="158484">
                  <a:moveTo>
                    <a:pt x="0" y="7904"/>
                  </a:moveTo>
                  <a:cubicBezTo>
                    <a:pt x="6019" y="9758"/>
                    <a:pt x="13162" y="10366"/>
                    <a:pt x="19058" y="8815"/>
                  </a:cubicBezTo>
                  <a:cubicBezTo>
                    <a:pt x="25077" y="7204"/>
                    <a:pt x="30730" y="2554"/>
                    <a:pt x="36992" y="1429"/>
                  </a:cubicBezTo>
                  <a:cubicBezTo>
                    <a:pt x="44773" y="1"/>
                    <a:pt x="52038" y="7296"/>
                    <a:pt x="58086" y="10974"/>
                  </a:cubicBezTo>
                  <a:cubicBezTo>
                    <a:pt x="62463" y="13618"/>
                    <a:pt x="66111" y="15806"/>
                    <a:pt x="68482" y="20457"/>
                  </a:cubicBezTo>
                  <a:cubicBezTo>
                    <a:pt x="69910" y="23253"/>
                    <a:pt x="69090" y="26475"/>
                    <a:pt x="73041" y="27387"/>
                  </a:cubicBezTo>
                  <a:cubicBezTo>
                    <a:pt x="81005" y="29180"/>
                    <a:pt x="90002" y="23679"/>
                    <a:pt x="96841" y="22615"/>
                  </a:cubicBezTo>
                  <a:cubicBezTo>
                    <a:pt x="104622" y="21399"/>
                    <a:pt x="107692" y="18360"/>
                    <a:pt x="114714" y="24621"/>
                  </a:cubicBezTo>
                  <a:cubicBezTo>
                    <a:pt x="121917" y="31065"/>
                    <a:pt x="111552" y="46780"/>
                    <a:pt x="118087" y="52767"/>
                  </a:cubicBezTo>
                  <a:cubicBezTo>
                    <a:pt x="120124" y="54682"/>
                    <a:pt x="123224" y="55807"/>
                    <a:pt x="125443" y="58178"/>
                  </a:cubicBezTo>
                  <a:cubicBezTo>
                    <a:pt x="127784" y="60640"/>
                    <a:pt x="127632" y="63771"/>
                    <a:pt x="131918" y="64257"/>
                  </a:cubicBezTo>
                  <a:cubicBezTo>
                    <a:pt x="137905" y="64956"/>
                    <a:pt x="145170" y="64804"/>
                    <a:pt x="149425" y="69576"/>
                  </a:cubicBezTo>
                  <a:cubicBezTo>
                    <a:pt x="151523" y="71947"/>
                    <a:pt x="154471" y="77479"/>
                    <a:pt x="158483" y="765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27"/>
            <p:cNvSpPr/>
            <p:nvPr/>
          </p:nvSpPr>
          <p:spPr>
            <a:xfrm>
              <a:off x="2975000" y="222950"/>
              <a:ext cx="3962100" cy="1955225"/>
            </a:xfrm>
            <a:custGeom>
              <a:rect b="b" l="l" r="r" t="t"/>
              <a:pathLst>
                <a:path extrusionOk="0" fill="none" h="78209" w="158484">
                  <a:moveTo>
                    <a:pt x="0" y="8785"/>
                  </a:moveTo>
                  <a:cubicBezTo>
                    <a:pt x="6079" y="10608"/>
                    <a:pt x="13313" y="11155"/>
                    <a:pt x="19180" y="9453"/>
                  </a:cubicBezTo>
                  <a:cubicBezTo>
                    <a:pt x="25289" y="7690"/>
                    <a:pt x="31125" y="2584"/>
                    <a:pt x="37569" y="1459"/>
                  </a:cubicBezTo>
                  <a:cubicBezTo>
                    <a:pt x="45776" y="0"/>
                    <a:pt x="51642" y="7630"/>
                    <a:pt x="57874" y="11520"/>
                  </a:cubicBezTo>
                  <a:cubicBezTo>
                    <a:pt x="62099" y="14134"/>
                    <a:pt x="67175" y="16596"/>
                    <a:pt x="70123" y="20882"/>
                  </a:cubicBezTo>
                  <a:cubicBezTo>
                    <a:pt x="71886" y="23466"/>
                    <a:pt x="72190" y="26688"/>
                    <a:pt x="75625" y="27569"/>
                  </a:cubicBezTo>
                  <a:cubicBezTo>
                    <a:pt x="83193" y="29484"/>
                    <a:pt x="91339" y="23374"/>
                    <a:pt x="97996" y="22371"/>
                  </a:cubicBezTo>
                  <a:cubicBezTo>
                    <a:pt x="106051" y="21186"/>
                    <a:pt x="108391" y="17630"/>
                    <a:pt x="115473" y="24773"/>
                  </a:cubicBezTo>
                  <a:cubicBezTo>
                    <a:pt x="122039" y="31369"/>
                    <a:pt x="113528" y="46475"/>
                    <a:pt x="119060" y="53101"/>
                  </a:cubicBezTo>
                  <a:cubicBezTo>
                    <a:pt x="120732" y="55107"/>
                    <a:pt x="123802" y="56475"/>
                    <a:pt x="125869" y="58785"/>
                  </a:cubicBezTo>
                  <a:cubicBezTo>
                    <a:pt x="128088" y="61247"/>
                    <a:pt x="128057" y="64348"/>
                    <a:pt x="132191" y="64925"/>
                  </a:cubicBezTo>
                  <a:cubicBezTo>
                    <a:pt x="138179" y="65746"/>
                    <a:pt x="145352" y="65594"/>
                    <a:pt x="149608" y="70305"/>
                  </a:cubicBezTo>
                  <a:cubicBezTo>
                    <a:pt x="151705" y="72615"/>
                    <a:pt x="154502" y="78208"/>
                    <a:pt x="158483" y="7744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27"/>
            <p:cNvSpPr/>
            <p:nvPr/>
          </p:nvSpPr>
          <p:spPr>
            <a:xfrm>
              <a:off x="2975000" y="197875"/>
              <a:ext cx="3962850" cy="1976500"/>
            </a:xfrm>
            <a:custGeom>
              <a:rect b="b" l="l" r="r" t="t"/>
              <a:pathLst>
                <a:path extrusionOk="0" fill="none" h="79060" w="158514">
                  <a:moveTo>
                    <a:pt x="0" y="9788"/>
                  </a:moveTo>
                  <a:cubicBezTo>
                    <a:pt x="6110" y="11551"/>
                    <a:pt x="13222" y="11824"/>
                    <a:pt x="19301" y="10244"/>
                  </a:cubicBezTo>
                  <a:cubicBezTo>
                    <a:pt x="26080" y="8450"/>
                    <a:pt x="31369" y="3040"/>
                    <a:pt x="38208" y="1642"/>
                  </a:cubicBezTo>
                  <a:cubicBezTo>
                    <a:pt x="46384" y="0"/>
                    <a:pt x="51855" y="8207"/>
                    <a:pt x="57600" y="12098"/>
                  </a:cubicBezTo>
                  <a:cubicBezTo>
                    <a:pt x="61886" y="14985"/>
                    <a:pt x="67296" y="17478"/>
                    <a:pt x="71065" y="21368"/>
                  </a:cubicBezTo>
                  <a:cubicBezTo>
                    <a:pt x="73315" y="23678"/>
                    <a:pt x="74743" y="27113"/>
                    <a:pt x="77904" y="27903"/>
                  </a:cubicBezTo>
                  <a:cubicBezTo>
                    <a:pt x="84865" y="29575"/>
                    <a:pt x="91978" y="23648"/>
                    <a:pt x="98847" y="22280"/>
                  </a:cubicBezTo>
                  <a:cubicBezTo>
                    <a:pt x="107419" y="20517"/>
                    <a:pt x="109850" y="17903"/>
                    <a:pt x="116233" y="25077"/>
                  </a:cubicBezTo>
                  <a:cubicBezTo>
                    <a:pt x="122069" y="31642"/>
                    <a:pt x="115656" y="46536"/>
                    <a:pt x="120154" y="53557"/>
                  </a:cubicBezTo>
                  <a:cubicBezTo>
                    <a:pt x="121492" y="55624"/>
                    <a:pt x="124471" y="57235"/>
                    <a:pt x="126325" y="59484"/>
                  </a:cubicBezTo>
                  <a:cubicBezTo>
                    <a:pt x="128422" y="61977"/>
                    <a:pt x="128544" y="65047"/>
                    <a:pt x="132495" y="65685"/>
                  </a:cubicBezTo>
                  <a:cubicBezTo>
                    <a:pt x="138392" y="66658"/>
                    <a:pt x="145565" y="66506"/>
                    <a:pt x="149851" y="71187"/>
                  </a:cubicBezTo>
                  <a:cubicBezTo>
                    <a:pt x="151918" y="73466"/>
                    <a:pt x="154593" y="79059"/>
                    <a:pt x="158514" y="7845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27"/>
            <p:cNvSpPr/>
            <p:nvPr/>
          </p:nvSpPr>
          <p:spPr>
            <a:xfrm>
              <a:off x="2975000" y="180400"/>
              <a:ext cx="3962850" cy="1990925"/>
            </a:xfrm>
            <a:custGeom>
              <a:rect b="b" l="l" r="r" t="t"/>
              <a:pathLst>
                <a:path extrusionOk="0" fill="none" h="79637" w="158514">
                  <a:moveTo>
                    <a:pt x="0" y="10487"/>
                  </a:moveTo>
                  <a:cubicBezTo>
                    <a:pt x="6171" y="12219"/>
                    <a:pt x="13374" y="12371"/>
                    <a:pt x="19453" y="10699"/>
                  </a:cubicBezTo>
                  <a:cubicBezTo>
                    <a:pt x="26384" y="8754"/>
                    <a:pt x="31764" y="2979"/>
                    <a:pt x="38876" y="1611"/>
                  </a:cubicBezTo>
                  <a:cubicBezTo>
                    <a:pt x="47265" y="0"/>
                    <a:pt x="51946" y="8025"/>
                    <a:pt x="57418" y="12280"/>
                  </a:cubicBezTo>
                  <a:cubicBezTo>
                    <a:pt x="61582" y="15532"/>
                    <a:pt x="67083" y="17994"/>
                    <a:pt x="71460" y="21490"/>
                  </a:cubicBezTo>
                  <a:cubicBezTo>
                    <a:pt x="74166" y="23678"/>
                    <a:pt x="76597" y="27143"/>
                    <a:pt x="79789" y="27812"/>
                  </a:cubicBezTo>
                  <a:cubicBezTo>
                    <a:pt x="86172" y="29149"/>
                    <a:pt x="92950" y="23374"/>
                    <a:pt x="99364" y="21733"/>
                  </a:cubicBezTo>
                  <a:cubicBezTo>
                    <a:pt x="107723" y="19605"/>
                    <a:pt x="111218" y="17934"/>
                    <a:pt x="117024" y="25137"/>
                  </a:cubicBezTo>
                  <a:cubicBezTo>
                    <a:pt x="122100" y="31460"/>
                    <a:pt x="117784" y="46475"/>
                    <a:pt x="121249" y="53679"/>
                  </a:cubicBezTo>
                  <a:cubicBezTo>
                    <a:pt x="122708" y="56718"/>
                    <a:pt x="129060" y="65472"/>
                    <a:pt x="132769" y="66171"/>
                  </a:cubicBezTo>
                  <a:cubicBezTo>
                    <a:pt x="138605" y="67296"/>
                    <a:pt x="145748" y="67114"/>
                    <a:pt x="150033" y="71764"/>
                  </a:cubicBezTo>
                  <a:cubicBezTo>
                    <a:pt x="152100" y="73983"/>
                    <a:pt x="154684" y="79637"/>
                    <a:pt x="158514" y="7915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27"/>
            <p:cNvSpPr/>
            <p:nvPr/>
          </p:nvSpPr>
          <p:spPr>
            <a:xfrm>
              <a:off x="2975000" y="165200"/>
              <a:ext cx="3962850" cy="2002325"/>
            </a:xfrm>
            <a:custGeom>
              <a:rect b="b" l="l" r="r" t="t"/>
              <a:pathLst>
                <a:path extrusionOk="0" fill="none" h="80093" w="158514">
                  <a:moveTo>
                    <a:pt x="0" y="11095"/>
                  </a:moveTo>
                  <a:cubicBezTo>
                    <a:pt x="6201" y="12797"/>
                    <a:pt x="13496" y="12858"/>
                    <a:pt x="19575" y="11064"/>
                  </a:cubicBezTo>
                  <a:cubicBezTo>
                    <a:pt x="26688" y="8967"/>
                    <a:pt x="32128" y="2857"/>
                    <a:pt x="39545" y="1520"/>
                  </a:cubicBezTo>
                  <a:cubicBezTo>
                    <a:pt x="47965" y="0"/>
                    <a:pt x="52402" y="7599"/>
                    <a:pt x="57326" y="12280"/>
                  </a:cubicBezTo>
                  <a:cubicBezTo>
                    <a:pt x="61096" y="15867"/>
                    <a:pt x="66840" y="18329"/>
                    <a:pt x="71491" y="21490"/>
                  </a:cubicBezTo>
                  <a:cubicBezTo>
                    <a:pt x="74470" y="23496"/>
                    <a:pt x="77600" y="26870"/>
                    <a:pt x="81157" y="27387"/>
                  </a:cubicBezTo>
                  <a:cubicBezTo>
                    <a:pt x="87449" y="28268"/>
                    <a:pt x="93832" y="22827"/>
                    <a:pt x="99607" y="21034"/>
                  </a:cubicBezTo>
                  <a:cubicBezTo>
                    <a:pt x="107814" y="18450"/>
                    <a:pt x="112677" y="17812"/>
                    <a:pt x="117875" y="25137"/>
                  </a:cubicBezTo>
                  <a:cubicBezTo>
                    <a:pt x="120306" y="28602"/>
                    <a:pt x="119364" y="34773"/>
                    <a:pt x="119759" y="39423"/>
                  </a:cubicBezTo>
                  <a:cubicBezTo>
                    <a:pt x="120185" y="44256"/>
                    <a:pt x="120914" y="49697"/>
                    <a:pt x="122343" y="53679"/>
                  </a:cubicBezTo>
                  <a:cubicBezTo>
                    <a:pt x="123498" y="56810"/>
                    <a:pt x="129425" y="65746"/>
                    <a:pt x="133042" y="66536"/>
                  </a:cubicBezTo>
                  <a:cubicBezTo>
                    <a:pt x="138817" y="67782"/>
                    <a:pt x="145930" y="67600"/>
                    <a:pt x="150246" y="72220"/>
                  </a:cubicBezTo>
                  <a:cubicBezTo>
                    <a:pt x="152313" y="74409"/>
                    <a:pt x="154745" y="80093"/>
                    <a:pt x="158514" y="7975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27"/>
            <p:cNvSpPr/>
            <p:nvPr/>
          </p:nvSpPr>
          <p:spPr>
            <a:xfrm>
              <a:off x="2975000" y="150750"/>
              <a:ext cx="3962850" cy="2014500"/>
            </a:xfrm>
            <a:custGeom>
              <a:rect b="b" l="l" r="r" t="t"/>
              <a:pathLst>
                <a:path extrusionOk="0" fill="none" h="80580" w="158514">
                  <a:moveTo>
                    <a:pt x="0" y="11673"/>
                  </a:moveTo>
                  <a:cubicBezTo>
                    <a:pt x="6262" y="13344"/>
                    <a:pt x="13830" y="13588"/>
                    <a:pt x="19727" y="11429"/>
                  </a:cubicBezTo>
                  <a:cubicBezTo>
                    <a:pt x="26566" y="8907"/>
                    <a:pt x="32767" y="2676"/>
                    <a:pt x="40244" y="1399"/>
                  </a:cubicBezTo>
                  <a:cubicBezTo>
                    <a:pt x="48573" y="1"/>
                    <a:pt x="53162" y="6900"/>
                    <a:pt x="57478" y="12159"/>
                  </a:cubicBezTo>
                  <a:cubicBezTo>
                    <a:pt x="61825" y="17417"/>
                    <a:pt x="74318" y="25807"/>
                    <a:pt x="81917" y="26749"/>
                  </a:cubicBezTo>
                  <a:cubicBezTo>
                    <a:pt x="87692" y="27448"/>
                    <a:pt x="94379" y="22159"/>
                    <a:pt x="99637" y="20244"/>
                  </a:cubicBezTo>
                  <a:cubicBezTo>
                    <a:pt x="108178" y="17144"/>
                    <a:pt x="114045" y="17873"/>
                    <a:pt x="118787" y="25199"/>
                  </a:cubicBezTo>
                  <a:cubicBezTo>
                    <a:pt x="121066" y="28694"/>
                    <a:pt x="119607" y="34895"/>
                    <a:pt x="120215" y="39515"/>
                  </a:cubicBezTo>
                  <a:cubicBezTo>
                    <a:pt x="120853" y="44348"/>
                    <a:pt x="122373" y="49394"/>
                    <a:pt x="123498" y="53649"/>
                  </a:cubicBezTo>
                  <a:cubicBezTo>
                    <a:pt x="124349" y="56962"/>
                    <a:pt x="129729" y="65989"/>
                    <a:pt x="133316" y="66871"/>
                  </a:cubicBezTo>
                  <a:cubicBezTo>
                    <a:pt x="139000" y="68300"/>
                    <a:pt x="146112" y="68087"/>
                    <a:pt x="150459" y="72677"/>
                  </a:cubicBezTo>
                  <a:cubicBezTo>
                    <a:pt x="152495" y="74835"/>
                    <a:pt x="154836" y="80579"/>
                    <a:pt x="158514" y="803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27"/>
            <p:cNvSpPr/>
            <p:nvPr/>
          </p:nvSpPr>
          <p:spPr>
            <a:xfrm>
              <a:off x="2975000" y="138600"/>
              <a:ext cx="3962100" cy="2022075"/>
            </a:xfrm>
            <a:custGeom>
              <a:rect b="b" l="l" r="r" t="t"/>
              <a:pathLst>
                <a:path extrusionOk="0" fill="none" h="80883" w="158484">
                  <a:moveTo>
                    <a:pt x="0" y="12159"/>
                  </a:moveTo>
                  <a:cubicBezTo>
                    <a:pt x="6322" y="13800"/>
                    <a:pt x="13952" y="13952"/>
                    <a:pt x="19849" y="11672"/>
                  </a:cubicBezTo>
                  <a:cubicBezTo>
                    <a:pt x="26900" y="8937"/>
                    <a:pt x="33162" y="2462"/>
                    <a:pt x="40974" y="1247"/>
                  </a:cubicBezTo>
                  <a:cubicBezTo>
                    <a:pt x="48876" y="0"/>
                    <a:pt x="54530" y="5806"/>
                    <a:pt x="58026" y="11855"/>
                  </a:cubicBezTo>
                  <a:cubicBezTo>
                    <a:pt x="61521" y="17873"/>
                    <a:pt x="74500" y="25138"/>
                    <a:pt x="82069" y="25928"/>
                  </a:cubicBezTo>
                  <a:cubicBezTo>
                    <a:pt x="87449" y="26505"/>
                    <a:pt x="94774" y="21186"/>
                    <a:pt x="99637" y="19362"/>
                  </a:cubicBezTo>
                  <a:cubicBezTo>
                    <a:pt x="108178" y="16080"/>
                    <a:pt x="115321" y="17782"/>
                    <a:pt x="119759" y="25107"/>
                  </a:cubicBezTo>
                  <a:cubicBezTo>
                    <a:pt x="121948" y="28724"/>
                    <a:pt x="119790" y="34803"/>
                    <a:pt x="120580" y="39545"/>
                  </a:cubicBezTo>
                  <a:cubicBezTo>
                    <a:pt x="121370" y="44348"/>
                    <a:pt x="123771" y="48937"/>
                    <a:pt x="124623" y="53497"/>
                  </a:cubicBezTo>
                  <a:cubicBezTo>
                    <a:pt x="125291" y="56992"/>
                    <a:pt x="130003" y="66050"/>
                    <a:pt x="133559" y="67053"/>
                  </a:cubicBezTo>
                  <a:cubicBezTo>
                    <a:pt x="139152" y="68603"/>
                    <a:pt x="146355" y="68451"/>
                    <a:pt x="150672" y="72980"/>
                  </a:cubicBezTo>
                  <a:cubicBezTo>
                    <a:pt x="152708" y="75108"/>
                    <a:pt x="154897" y="80883"/>
                    <a:pt x="158483" y="80822"/>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27"/>
            <p:cNvSpPr/>
            <p:nvPr/>
          </p:nvSpPr>
          <p:spPr>
            <a:xfrm>
              <a:off x="2975000" y="124150"/>
              <a:ext cx="3962100" cy="2034250"/>
            </a:xfrm>
            <a:custGeom>
              <a:rect b="b" l="l" r="r" t="t"/>
              <a:pathLst>
                <a:path extrusionOk="0" fill="none" h="81370" w="158484">
                  <a:moveTo>
                    <a:pt x="0" y="12737"/>
                  </a:moveTo>
                  <a:cubicBezTo>
                    <a:pt x="6383" y="14348"/>
                    <a:pt x="13861" y="14226"/>
                    <a:pt x="20001" y="12007"/>
                  </a:cubicBezTo>
                  <a:cubicBezTo>
                    <a:pt x="27721" y="9241"/>
                    <a:pt x="33283" y="2432"/>
                    <a:pt x="41673" y="1186"/>
                  </a:cubicBezTo>
                  <a:cubicBezTo>
                    <a:pt x="49515" y="1"/>
                    <a:pt x="55807" y="4530"/>
                    <a:pt x="58877" y="11551"/>
                  </a:cubicBezTo>
                  <a:cubicBezTo>
                    <a:pt x="61886" y="18481"/>
                    <a:pt x="74378" y="24560"/>
                    <a:pt x="81704" y="25199"/>
                  </a:cubicBezTo>
                  <a:cubicBezTo>
                    <a:pt x="87114" y="25624"/>
                    <a:pt x="94774" y="20244"/>
                    <a:pt x="99607" y="18573"/>
                  </a:cubicBezTo>
                  <a:cubicBezTo>
                    <a:pt x="108118" y="15655"/>
                    <a:pt x="116628" y="17721"/>
                    <a:pt x="120853" y="25199"/>
                  </a:cubicBezTo>
                  <a:cubicBezTo>
                    <a:pt x="123012" y="29029"/>
                    <a:pt x="119972" y="34895"/>
                    <a:pt x="120853" y="39758"/>
                  </a:cubicBezTo>
                  <a:cubicBezTo>
                    <a:pt x="121735" y="44561"/>
                    <a:pt x="125139" y="48512"/>
                    <a:pt x="125778" y="53406"/>
                  </a:cubicBezTo>
                  <a:cubicBezTo>
                    <a:pt x="126294" y="57205"/>
                    <a:pt x="130276" y="66172"/>
                    <a:pt x="133863" y="67297"/>
                  </a:cubicBezTo>
                  <a:cubicBezTo>
                    <a:pt x="139334" y="68999"/>
                    <a:pt x="146568" y="68908"/>
                    <a:pt x="150884" y="73406"/>
                  </a:cubicBezTo>
                  <a:cubicBezTo>
                    <a:pt x="153438" y="76051"/>
                    <a:pt x="154684" y="80428"/>
                    <a:pt x="158483" y="8137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27"/>
            <p:cNvSpPr/>
            <p:nvPr/>
          </p:nvSpPr>
          <p:spPr>
            <a:xfrm>
              <a:off x="2975000" y="108200"/>
              <a:ext cx="3962850" cy="2050975"/>
            </a:xfrm>
            <a:custGeom>
              <a:rect b="b" l="l" r="r" t="t"/>
              <a:pathLst>
                <a:path extrusionOk="0" fill="none" h="82039" w="158514">
                  <a:moveTo>
                    <a:pt x="0" y="13375"/>
                  </a:moveTo>
                  <a:cubicBezTo>
                    <a:pt x="6474" y="14986"/>
                    <a:pt x="14013" y="14712"/>
                    <a:pt x="20183" y="12432"/>
                  </a:cubicBezTo>
                  <a:cubicBezTo>
                    <a:pt x="28116" y="9454"/>
                    <a:pt x="33709" y="2493"/>
                    <a:pt x="42402" y="1156"/>
                  </a:cubicBezTo>
                  <a:cubicBezTo>
                    <a:pt x="50092" y="1"/>
                    <a:pt x="57418" y="4043"/>
                    <a:pt x="59819" y="11217"/>
                  </a:cubicBezTo>
                  <a:cubicBezTo>
                    <a:pt x="62190" y="18390"/>
                    <a:pt x="73862" y="24104"/>
                    <a:pt x="81035" y="24439"/>
                  </a:cubicBezTo>
                  <a:cubicBezTo>
                    <a:pt x="86780" y="24743"/>
                    <a:pt x="94318" y="19454"/>
                    <a:pt x="99607" y="17934"/>
                  </a:cubicBezTo>
                  <a:cubicBezTo>
                    <a:pt x="108452" y="15381"/>
                    <a:pt x="117844" y="17873"/>
                    <a:pt x="122009" y="25350"/>
                  </a:cubicBezTo>
                  <a:cubicBezTo>
                    <a:pt x="124227" y="29332"/>
                    <a:pt x="120154" y="35047"/>
                    <a:pt x="121066" y="40092"/>
                  </a:cubicBezTo>
                  <a:cubicBezTo>
                    <a:pt x="121978" y="44925"/>
                    <a:pt x="126507" y="48512"/>
                    <a:pt x="126963" y="53406"/>
                  </a:cubicBezTo>
                  <a:cubicBezTo>
                    <a:pt x="127297" y="57205"/>
                    <a:pt x="130459" y="66172"/>
                    <a:pt x="134167" y="67570"/>
                  </a:cubicBezTo>
                  <a:cubicBezTo>
                    <a:pt x="139304" y="69485"/>
                    <a:pt x="146842" y="69424"/>
                    <a:pt x="151128" y="73862"/>
                  </a:cubicBezTo>
                  <a:cubicBezTo>
                    <a:pt x="153650" y="76537"/>
                    <a:pt x="154805" y="80883"/>
                    <a:pt x="158514" y="8203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27"/>
            <p:cNvSpPr/>
            <p:nvPr/>
          </p:nvSpPr>
          <p:spPr>
            <a:xfrm>
              <a:off x="2975000" y="89975"/>
              <a:ext cx="3962850" cy="2068425"/>
            </a:xfrm>
            <a:custGeom>
              <a:rect b="b" l="l" r="r" t="t"/>
              <a:pathLst>
                <a:path extrusionOk="0" fill="none" h="82737" w="158514">
                  <a:moveTo>
                    <a:pt x="0" y="14104"/>
                  </a:moveTo>
                  <a:cubicBezTo>
                    <a:pt x="6535" y="15684"/>
                    <a:pt x="14347" y="15502"/>
                    <a:pt x="20335" y="12918"/>
                  </a:cubicBezTo>
                  <a:cubicBezTo>
                    <a:pt x="27995" y="9575"/>
                    <a:pt x="34439" y="2644"/>
                    <a:pt x="43101" y="1216"/>
                  </a:cubicBezTo>
                  <a:cubicBezTo>
                    <a:pt x="50639" y="0"/>
                    <a:pt x="58299" y="3435"/>
                    <a:pt x="60822" y="10882"/>
                  </a:cubicBezTo>
                  <a:cubicBezTo>
                    <a:pt x="63436" y="18572"/>
                    <a:pt x="72190" y="23587"/>
                    <a:pt x="80184" y="23769"/>
                  </a:cubicBezTo>
                  <a:cubicBezTo>
                    <a:pt x="86415" y="23921"/>
                    <a:pt x="93862" y="18663"/>
                    <a:pt x="99759" y="17417"/>
                  </a:cubicBezTo>
                  <a:cubicBezTo>
                    <a:pt x="107875" y="15715"/>
                    <a:pt x="119394" y="17234"/>
                    <a:pt x="123224" y="25593"/>
                  </a:cubicBezTo>
                  <a:cubicBezTo>
                    <a:pt x="125413" y="30396"/>
                    <a:pt x="120367" y="35350"/>
                    <a:pt x="121279" y="40578"/>
                  </a:cubicBezTo>
                  <a:cubicBezTo>
                    <a:pt x="122100" y="45381"/>
                    <a:pt x="127723" y="48937"/>
                    <a:pt x="128118" y="53496"/>
                  </a:cubicBezTo>
                  <a:cubicBezTo>
                    <a:pt x="128422" y="57174"/>
                    <a:pt x="130762" y="66262"/>
                    <a:pt x="134501" y="67873"/>
                  </a:cubicBezTo>
                  <a:cubicBezTo>
                    <a:pt x="139456" y="70001"/>
                    <a:pt x="147085" y="69971"/>
                    <a:pt x="151340" y="74408"/>
                  </a:cubicBezTo>
                  <a:cubicBezTo>
                    <a:pt x="153894" y="77083"/>
                    <a:pt x="154897" y="81430"/>
                    <a:pt x="158514" y="8273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27"/>
            <p:cNvSpPr/>
            <p:nvPr/>
          </p:nvSpPr>
          <p:spPr>
            <a:xfrm>
              <a:off x="2975000" y="69450"/>
              <a:ext cx="3962850" cy="2089725"/>
            </a:xfrm>
            <a:custGeom>
              <a:rect b="b" l="l" r="r" t="t"/>
              <a:pathLst>
                <a:path extrusionOk="0" fill="none" h="83589" w="158514">
                  <a:moveTo>
                    <a:pt x="0" y="14925"/>
                  </a:moveTo>
                  <a:cubicBezTo>
                    <a:pt x="6626" y="16475"/>
                    <a:pt x="14529" y="16201"/>
                    <a:pt x="20517" y="13496"/>
                  </a:cubicBezTo>
                  <a:cubicBezTo>
                    <a:pt x="28359" y="9940"/>
                    <a:pt x="34925" y="3010"/>
                    <a:pt x="43800" y="1338"/>
                  </a:cubicBezTo>
                  <a:cubicBezTo>
                    <a:pt x="51126" y="0"/>
                    <a:pt x="59454" y="3010"/>
                    <a:pt x="61916" y="10517"/>
                  </a:cubicBezTo>
                  <a:cubicBezTo>
                    <a:pt x="64500" y="18359"/>
                    <a:pt x="70853" y="23223"/>
                    <a:pt x="79272" y="23131"/>
                  </a:cubicBezTo>
                  <a:cubicBezTo>
                    <a:pt x="86020" y="23071"/>
                    <a:pt x="93254" y="17934"/>
                    <a:pt x="100032" y="17052"/>
                  </a:cubicBezTo>
                  <a:cubicBezTo>
                    <a:pt x="108574" y="15958"/>
                    <a:pt x="120489" y="17630"/>
                    <a:pt x="124471" y="25989"/>
                  </a:cubicBezTo>
                  <a:cubicBezTo>
                    <a:pt x="126902" y="31065"/>
                    <a:pt x="120671" y="35776"/>
                    <a:pt x="121492" y="41186"/>
                  </a:cubicBezTo>
                  <a:cubicBezTo>
                    <a:pt x="122221" y="46050"/>
                    <a:pt x="128878" y="49393"/>
                    <a:pt x="129243" y="53740"/>
                  </a:cubicBezTo>
                  <a:cubicBezTo>
                    <a:pt x="129516" y="57357"/>
                    <a:pt x="131127" y="66445"/>
                    <a:pt x="134896" y="68238"/>
                  </a:cubicBezTo>
                  <a:cubicBezTo>
                    <a:pt x="139699" y="70549"/>
                    <a:pt x="147359" y="70670"/>
                    <a:pt x="151584" y="75077"/>
                  </a:cubicBezTo>
                  <a:cubicBezTo>
                    <a:pt x="154137" y="77752"/>
                    <a:pt x="154988" y="82068"/>
                    <a:pt x="158514" y="8358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27"/>
            <p:cNvSpPr/>
            <p:nvPr/>
          </p:nvSpPr>
          <p:spPr>
            <a:xfrm>
              <a:off x="2975000" y="45125"/>
              <a:ext cx="3962850" cy="2114050"/>
            </a:xfrm>
            <a:custGeom>
              <a:rect b="b" l="l" r="r" t="t"/>
              <a:pathLst>
                <a:path extrusionOk="0" fill="none" h="84562" w="158514">
                  <a:moveTo>
                    <a:pt x="0" y="15898"/>
                  </a:moveTo>
                  <a:cubicBezTo>
                    <a:pt x="6991" y="17478"/>
                    <a:pt x="14651" y="16809"/>
                    <a:pt x="20700" y="14226"/>
                  </a:cubicBezTo>
                  <a:cubicBezTo>
                    <a:pt x="28511" y="10913"/>
                    <a:pt x="35350" y="3527"/>
                    <a:pt x="44439" y="1551"/>
                  </a:cubicBezTo>
                  <a:cubicBezTo>
                    <a:pt x="51612" y="1"/>
                    <a:pt x="60579" y="2736"/>
                    <a:pt x="63041" y="10214"/>
                  </a:cubicBezTo>
                  <a:cubicBezTo>
                    <a:pt x="65564" y="17934"/>
                    <a:pt x="69515" y="22949"/>
                    <a:pt x="78391" y="22645"/>
                  </a:cubicBezTo>
                  <a:cubicBezTo>
                    <a:pt x="85716" y="22372"/>
                    <a:pt x="93072" y="17417"/>
                    <a:pt x="100488" y="16931"/>
                  </a:cubicBezTo>
                  <a:cubicBezTo>
                    <a:pt x="109273" y="16323"/>
                    <a:pt x="121431" y="18208"/>
                    <a:pt x="125717" y="26536"/>
                  </a:cubicBezTo>
                  <a:cubicBezTo>
                    <a:pt x="128544" y="31946"/>
                    <a:pt x="121036" y="36415"/>
                    <a:pt x="121735" y="41916"/>
                  </a:cubicBezTo>
                  <a:cubicBezTo>
                    <a:pt x="122343" y="46871"/>
                    <a:pt x="129881" y="49971"/>
                    <a:pt x="130276" y="54105"/>
                  </a:cubicBezTo>
                  <a:cubicBezTo>
                    <a:pt x="130641" y="57631"/>
                    <a:pt x="131431" y="66628"/>
                    <a:pt x="135322" y="68664"/>
                  </a:cubicBezTo>
                  <a:cubicBezTo>
                    <a:pt x="140124" y="71157"/>
                    <a:pt x="147632" y="71461"/>
                    <a:pt x="151796" y="75868"/>
                  </a:cubicBezTo>
                  <a:cubicBezTo>
                    <a:pt x="154350" y="78573"/>
                    <a:pt x="155109" y="82859"/>
                    <a:pt x="158514" y="8456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27"/>
            <p:cNvSpPr/>
            <p:nvPr/>
          </p:nvSpPr>
          <p:spPr>
            <a:xfrm>
              <a:off x="2975000" y="20825"/>
              <a:ext cx="3962850" cy="2138350"/>
            </a:xfrm>
            <a:custGeom>
              <a:rect b="b" l="l" r="r" t="t"/>
              <a:pathLst>
                <a:path extrusionOk="0" fill="none" h="85534" w="158514">
                  <a:moveTo>
                    <a:pt x="0" y="16870"/>
                  </a:moveTo>
                  <a:cubicBezTo>
                    <a:pt x="7082" y="18420"/>
                    <a:pt x="14833" y="17629"/>
                    <a:pt x="20912" y="14955"/>
                  </a:cubicBezTo>
                  <a:cubicBezTo>
                    <a:pt x="28876" y="11459"/>
                    <a:pt x="35776" y="3951"/>
                    <a:pt x="45047" y="1702"/>
                  </a:cubicBezTo>
                  <a:cubicBezTo>
                    <a:pt x="52068" y="0"/>
                    <a:pt x="61703" y="2371"/>
                    <a:pt x="64166" y="9818"/>
                  </a:cubicBezTo>
                  <a:cubicBezTo>
                    <a:pt x="66567" y="16991"/>
                    <a:pt x="68877" y="22645"/>
                    <a:pt x="77722" y="22128"/>
                  </a:cubicBezTo>
                  <a:cubicBezTo>
                    <a:pt x="85503" y="21672"/>
                    <a:pt x="93133" y="16961"/>
                    <a:pt x="101127" y="16809"/>
                  </a:cubicBezTo>
                  <a:cubicBezTo>
                    <a:pt x="110063" y="16657"/>
                    <a:pt x="122161" y="18693"/>
                    <a:pt x="126963" y="27083"/>
                  </a:cubicBezTo>
                  <a:cubicBezTo>
                    <a:pt x="130276" y="32858"/>
                    <a:pt x="121705" y="37052"/>
                    <a:pt x="122161" y="42615"/>
                  </a:cubicBezTo>
                  <a:cubicBezTo>
                    <a:pt x="122616" y="47782"/>
                    <a:pt x="130762" y="50518"/>
                    <a:pt x="131279" y="54530"/>
                  </a:cubicBezTo>
                  <a:cubicBezTo>
                    <a:pt x="131735" y="57934"/>
                    <a:pt x="131796" y="66931"/>
                    <a:pt x="135778" y="69089"/>
                  </a:cubicBezTo>
                  <a:cubicBezTo>
                    <a:pt x="140550" y="71703"/>
                    <a:pt x="147936" y="72250"/>
                    <a:pt x="152039" y="76658"/>
                  </a:cubicBezTo>
                  <a:cubicBezTo>
                    <a:pt x="154593" y="79393"/>
                    <a:pt x="155231" y="83649"/>
                    <a:pt x="158514" y="8553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1" name="Google Shape;4271;p27"/>
          <p:cNvGrpSpPr/>
          <p:nvPr/>
        </p:nvGrpSpPr>
        <p:grpSpPr>
          <a:xfrm flipH="1" rot="6175846">
            <a:off x="-1805090" y="3972681"/>
            <a:ext cx="5864665" cy="4329357"/>
            <a:chOff x="2975000" y="20825"/>
            <a:chExt cx="3963625" cy="2500050"/>
          </a:xfrm>
        </p:grpSpPr>
        <p:sp>
          <p:nvSpPr>
            <p:cNvPr id="4272" name="Google Shape;4272;p27"/>
            <p:cNvSpPr/>
            <p:nvPr/>
          </p:nvSpPr>
          <p:spPr>
            <a:xfrm>
              <a:off x="2975000" y="442550"/>
              <a:ext cx="3962850" cy="2078325"/>
            </a:xfrm>
            <a:custGeom>
              <a:rect b="b" l="l" r="r" t="t"/>
              <a:pathLst>
                <a:path extrusionOk="0" fill="none" h="83133" w="158514">
                  <a:moveTo>
                    <a:pt x="0" y="1"/>
                  </a:moveTo>
                  <a:cubicBezTo>
                    <a:pt x="4347" y="3071"/>
                    <a:pt x="9423" y="6171"/>
                    <a:pt x="12797" y="10122"/>
                  </a:cubicBezTo>
                  <a:cubicBezTo>
                    <a:pt x="18025" y="16232"/>
                    <a:pt x="11095" y="25411"/>
                    <a:pt x="18298" y="31369"/>
                  </a:cubicBezTo>
                  <a:cubicBezTo>
                    <a:pt x="23952" y="36050"/>
                    <a:pt x="23982" y="41612"/>
                    <a:pt x="23283" y="48269"/>
                  </a:cubicBezTo>
                  <a:cubicBezTo>
                    <a:pt x="22706" y="53497"/>
                    <a:pt x="22463" y="62494"/>
                    <a:pt x="29028" y="64044"/>
                  </a:cubicBezTo>
                  <a:cubicBezTo>
                    <a:pt x="35776" y="65655"/>
                    <a:pt x="41186" y="60913"/>
                    <a:pt x="45624" y="56567"/>
                  </a:cubicBezTo>
                  <a:cubicBezTo>
                    <a:pt x="51855" y="50457"/>
                    <a:pt x="63466" y="46202"/>
                    <a:pt x="71825" y="49515"/>
                  </a:cubicBezTo>
                  <a:cubicBezTo>
                    <a:pt x="79211" y="52463"/>
                    <a:pt x="89728" y="48421"/>
                    <a:pt x="96598" y="51430"/>
                  </a:cubicBezTo>
                  <a:cubicBezTo>
                    <a:pt x="100762" y="53284"/>
                    <a:pt x="101035" y="58390"/>
                    <a:pt x="102343" y="62646"/>
                  </a:cubicBezTo>
                  <a:cubicBezTo>
                    <a:pt x="104197" y="68603"/>
                    <a:pt x="108938" y="75564"/>
                    <a:pt x="114106" y="78482"/>
                  </a:cubicBezTo>
                  <a:cubicBezTo>
                    <a:pt x="122343" y="83132"/>
                    <a:pt x="130914" y="70610"/>
                    <a:pt x="138909" y="69151"/>
                  </a:cubicBezTo>
                  <a:cubicBezTo>
                    <a:pt x="145474" y="67935"/>
                    <a:pt x="152435" y="73892"/>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27"/>
            <p:cNvSpPr/>
            <p:nvPr/>
          </p:nvSpPr>
          <p:spPr>
            <a:xfrm>
              <a:off x="2975000" y="442550"/>
              <a:ext cx="3962850" cy="2057800"/>
            </a:xfrm>
            <a:custGeom>
              <a:rect b="b" l="l" r="r" t="t"/>
              <a:pathLst>
                <a:path extrusionOk="0" fill="none" h="82312" w="158514">
                  <a:moveTo>
                    <a:pt x="0" y="1"/>
                  </a:moveTo>
                  <a:cubicBezTo>
                    <a:pt x="4408" y="3040"/>
                    <a:pt x="9392" y="6049"/>
                    <a:pt x="13040" y="9879"/>
                  </a:cubicBezTo>
                  <a:cubicBezTo>
                    <a:pt x="18602" y="15654"/>
                    <a:pt x="11733" y="24955"/>
                    <a:pt x="18694" y="30609"/>
                  </a:cubicBezTo>
                  <a:cubicBezTo>
                    <a:pt x="24408" y="35259"/>
                    <a:pt x="25077" y="40153"/>
                    <a:pt x="24317" y="46901"/>
                  </a:cubicBezTo>
                  <a:cubicBezTo>
                    <a:pt x="23739" y="52129"/>
                    <a:pt x="23131" y="61248"/>
                    <a:pt x="29849" y="62919"/>
                  </a:cubicBezTo>
                  <a:cubicBezTo>
                    <a:pt x="36870" y="64652"/>
                    <a:pt x="41794" y="59606"/>
                    <a:pt x="46627" y="55503"/>
                  </a:cubicBezTo>
                  <a:cubicBezTo>
                    <a:pt x="53557" y="49606"/>
                    <a:pt x="63983" y="44712"/>
                    <a:pt x="72798" y="48634"/>
                  </a:cubicBezTo>
                  <a:cubicBezTo>
                    <a:pt x="80123" y="51886"/>
                    <a:pt x="90245" y="48208"/>
                    <a:pt x="97266" y="51187"/>
                  </a:cubicBezTo>
                  <a:cubicBezTo>
                    <a:pt x="101522" y="52980"/>
                    <a:pt x="101674" y="58026"/>
                    <a:pt x="102890" y="62251"/>
                  </a:cubicBezTo>
                  <a:cubicBezTo>
                    <a:pt x="104561" y="68087"/>
                    <a:pt x="109303" y="75078"/>
                    <a:pt x="114440" y="77844"/>
                  </a:cubicBezTo>
                  <a:cubicBezTo>
                    <a:pt x="122799" y="82312"/>
                    <a:pt x="131097" y="70032"/>
                    <a:pt x="139243" y="68877"/>
                  </a:cubicBezTo>
                  <a:cubicBezTo>
                    <a:pt x="145656" y="67935"/>
                    <a:pt x="152495" y="73771"/>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27"/>
            <p:cNvSpPr/>
            <p:nvPr/>
          </p:nvSpPr>
          <p:spPr>
            <a:xfrm>
              <a:off x="2975000" y="442550"/>
              <a:ext cx="3962850" cy="2035775"/>
            </a:xfrm>
            <a:custGeom>
              <a:rect b="b" l="l" r="r" t="t"/>
              <a:pathLst>
                <a:path extrusionOk="0" fill="none" h="81431" w="158514">
                  <a:moveTo>
                    <a:pt x="0" y="1"/>
                  </a:moveTo>
                  <a:cubicBezTo>
                    <a:pt x="4468" y="3040"/>
                    <a:pt x="9362" y="5958"/>
                    <a:pt x="13313" y="9606"/>
                  </a:cubicBezTo>
                  <a:cubicBezTo>
                    <a:pt x="19210" y="15077"/>
                    <a:pt x="12432" y="24469"/>
                    <a:pt x="19089" y="29849"/>
                  </a:cubicBezTo>
                  <a:cubicBezTo>
                    <a:pt x="24803" y="34469"/>
                    <a:pt x="26019" y="38694"/>
                    <a:pt x="25350" y="45564"/>
                  </a:cubicBezTo>
                  <a:cubicBezTo>
                    <a:pt x="24833" y="50822"/>
                    <a:pt x="23739" y="60001"/>
                    <a:pt x="30609" y="61795"/>
                  </a:cubicBezTo>
                  <a:cubicBezTo>
                    <a:pt x="37691" y="63649"/>
                    <a:pt x="42797" y="58299"/>
                    <a:pt x="47813" y="54378"/>
                  </a:cubicBezTo>
                  <a:cubicBezTo>
                    <a:pt x="55989" y="47995"/>
                    <a:pt x="63345" y="43375"/>
                    <a:pt x="73801" y="47752"/>
                  </a:cubicBezTo>
                  <a:cubicBezTo>
                    <a:pt x="81704" y="51065"/>
                    <a:pt x="90762" y="48026"/>
                    <a:pt x="97966" y="50944"/>
                  </a:cubicBezTo>
                  <a:cubicBezTo>
                    <a:pt x="102282" y="52707"/>
                    <a:pt x="102343" y="57631"/>
                    <a:pt x="103437" y="61825"/>
                  </a:cubicBezTo>
                  <a:cubicBezTo>
                    <a:pt x="104957" y="67570"/>
                    <a:pt x="109637" y="74531"/>
                    <a:pt x="114774" y="77145"/>
                  </a:cubicBezTo>
                  <a:cubicBezTo>
                    <a:pt x="123285" y="81430"/>
                    <a:pt x="131310" y="69454"/>
                    <a:pt x="139577" y="68573"/>
                  </a:cubicBezTo>
                  <a:cubicBezTo>
                    <a:pt x="145869" y="67904"/>
                    <a:pt x="152587" y="73649"/>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27"/>
            <p:cNvSpPr/>
            <p:nvPr/>
          </p:nvSpPr>
          <p:spPr>
            <a:xfrm>
              <a:off x="2975000" y="442550"/>
              <a:ext cx="3962850" cy="2014500"/>
            </a:xfrm>
            <a:custGeom>
              <a:rect b="b" l="l" r="r" t="t"/>
              <a:pathLst>
                <a:path extrusionOk="0" fill="none" h="80580" w="158514">
                  <a:moveTo>
                    <a:pt x="0" y="1"/>
                  </a:moveTo>
                  <a:cubicBezTo>
                    <a:pt x="4560" y="3010"/>
                    <a:pt x="9392" y="5897"/>
                    <a:pt x="13526" y="9393"/>
                  </a:cubicBezTo>
                  <a:cubicBezTo>
                    <a:pt x="19666" y="14469"/>
                    <a:pt x="13162" y="23952"/>
                    <a:pt x="19484" y="29150"/>
                  </a:cubicBezTo>
                  <a:cubicBezTo>
                    <a:pt x="24560" y="33314"/>
                    <a:pt x="27235" y="37509"/>
                    <a:pt x="26323" y="44348"/>
                  </a:cubicBezTo>
                  <a:cubicBezTo>
                    <a:pt x="25563" y="49728"/>
                    <a:pt x="24317" y="58846"/>
                    <a:pt x="31308" y="60792"/>
                  </a:cubicBezTo>
                  <a:cubicBezTo>
                    <a:pt x="38390" y="62737"/>
                    <a:pt x="43770" y="57296"/>
                    <a:pt x="48998" y="53375"/>
                  </a:cubicBezTo>
                  <a:cubicBezTo>
                    <a:pt x="57813" y="46688"/>
                    <a:pt x="63892" y="42129"/>
                    <a:pt x="74743" y="47023"/>
                  </a:cubicBezTo>
                  <a:cubicBezTo>
                    <a:pt x="82433" y="50488"/>
                    <a:pt x="91248" y="47995"/>
                    <a:pt x="98604" y="50761"/>
                  </a:cubicBezTo>
                  <a:cubicBezTo>
                    <a:pt x="103042" y="52372"/>
                    <a:pt x="103011" y="57266"/>
                    <a:pt x="104014" y="61430"/>
                  </a:cubicBezTo>
                  <a:cubicBezTo>
                    <a:pt x="105382" y="67084"/>
                    <a:pt x="109941" y="74014"/>
                    <a:pt x="115109" y="76445"/>
                  </a:cubicBezTo>
                  <a:cubicBezTo>
                    <a:pt x="123802" y="80579"/>
                    <a:pt x="132100" y="68299"/>
                    <a:pt x="139912" y="68330"/>
                  </a:cubicBezTo>
                  <a:cubicBezTo>
                    <a:pt x="144927" y="68330"/>
                    <a:pt x="153529" y="7331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27"/>
            <p:cNvSpPr/>
            <p:nvPr/>
          </p:nvSpPr>
          <p:spPr>
            <a:xfrm>
              <a:off x="2975000" y="442550"/>
              <a:ext cx="3962850" cy="1991700"/>
            </a:xfrm>
            <a:custGeom>
              <a:rect b="b" l="l" r="r" t="t"/>
              <a:pathLst>
                <a:path extrusionOk="0" fill="none" h="79668" w="158514">
                  <a:moveTo>
                    <a:pt x="0" y="1"/>
                  </a:moveTo>
                  <a:cubicBezTo>
                    <a:pt x="4590" y="3010"/>
                    <a:pt x="9484" y="5897"/>
                    <a:pt x="13769" y="9119"/>
                  </a:cubicBezTo>
                  <a:cubicBezTo>
                    <a:pt x="20122" y="13861"/>
                    <a:pt x="13952" y="23344"/>
                    <a:pt x="19879" y="28360"/>
                  </a:cubicBezTo>
                  <a:cubicBezTo>
                    <a:pt x="24651" y="32402"/>
                    <a:pt x="28055" y="36475"/>
                    <a:pt x="27265" y="43102"/>
                  </a:cubicBezTo>
                  <a:cubicBezTo>
                    <a:pt x="26627" y="48482"/>
                    <a:pt x="24985" y="57600"/>
                    <a:pt x="31946" y="59698"/>
                  </a:cubicBezTo>
                  <a:cubicBezTo>
                    <a:pt x="39028" y="61795"/>
                    <a:pt x="44955" y="56202"/>
                    <a:pt x="50183" y="52251"/>
                  </a:cubicBezTo>
                  <a:cubicBezTo>
                    <a:pt x="59424" y="45260"/>
                    <a:pt x="64561" y="40761"/>
                    <a:pt x="75746" y="46232"/>
                  </a:cubicBezTo>
                  <a:cubicBezTo>
                    <a:pt x="83315" y="49971"/>
                    <a:pt x="91795" y="47813"/>
                    <a:pt x="99273" y="50488"/>
                  </a:cubicBezTo>
                  <a:cubicBezTo>
                    <a:pt x="103832" y="52129"/>
                    <a:pt x="103619" y="56840"/>
                    <a:pt x="104653" y="61035"/>
                  </a:cubicBezTo>
                  <a:cubicBezTo>
                    <a:pt x="106051" y="66749"/>
                    <a:pt x="110124" y="73315"/>
                    <a:pt x="115443" y="75716"/>
                  </a:cubicBezTo>
                  <a:cubicBezTo>
                    <a:pt x="124227" y="79667"/>
                    <a:pt x="132039" y="67995"/>
                    <a:pt x="140246" y="68056"/>
                  </a:cubicBezTo>
                  <a:cubicBezTo>
                    <a:pt x="145535" y="68087"/>
                    <a:pt x="153377" y="7340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27"/>
            <p:cNvSpPr/>
            <p:nvPr/>
          </p:nvSpPr>
          <p:spPr>
            <a:xfrm>
              <a:off x="2975000" y="442550"/>
              <a:ext cx="3963625" cy="1968900"/>
            </a:xfrm>
            <a:custGeom>
              <a:rect b="b" l="l" r="r" t="t"/>
              <a:pathLst>
                <a:path extrusionOk="0" fill="none" h="78756" w="158545">
                  <a:moveTo>
                    <a:pt x="0" y="1"/>
                  </a:moveTo>
                  <a:cubicBezTo>
                    <a:pt x="4651" y="2979"/>
                    <a:pt x="9575" y="5867"/>
                    <a:pt x="14013" y="8876"/>
                  </a:cubicBezTo>
                  <a:cubicBezTo>
                    <a:pt x="20548" y="13283"/>
                    <a:pt x="14985" y="22706"/>
                    <a:pt x="20305" y="27539"/>
                  </a:cubicBezTo>
                  <a:cubicBezTo>
                    <a:pt x="24590" y="31430"/>
                    <a:pt x="28724" y="35715"/>
                    <a:pt x="28147" y="42007"/>
                  </a:cubicBezTo>
                  <a:cubicBezTo>
                    <a:pt x="27630" y="47296"/>
                    <a:pt x="25654" y="56445"/>
                    <a:pt x="32584" y="58664"/>
                  </a:cubicBezTo>
                  <a:cubicBezTo>
                    <a:pt x="39606" y="60913"/>
                    <a:pt x="46354" y="55077"/>
                    <a:pt x="51369" y="51096"/>
                  </a:cubicBezTo>
                  <a:cubicBezTo>
                    <a:pt x="60609" y="43770"/>
                    <a:pt x="65351" y="39576"/>
                    <a:pt x="76749" y="45594"/>
                  </a:cubicBezTo>
                  <a:cubicBezTo>
                    <a:pt x="84166" y="49515"/>
                    <a:pt x="92251" y="47722"/>
                    <a:pt x="99911" y="50275"/>
                  </a:cubicBezTo>
                  <a:cubicBezTo>
                    <a:pt x="104622" y="51855"/>
                    <a:pt x="104318" y="56445"/>
                    <a:pt x="105260" y="60609"/>
                  </a:cubicBezTo>
                  <a:cubicBezTo>
                    <a:pt x="106537" y="66324"/>
                    <a:pt x="110428" y="72676"/>
                    <a:pt x="115808" y="74956"/>
                  </a:cubicBezTo>
                  <a:cubicBezTo>
                    <a:pt x="124714" y="78756"/>
                    <a:pt x="132313" y="67418"/>
                    <a:pt x="140580" y="67813"/>
                  </a:cubicBezTo>
                  <a:cubicBezTo>
                    <a:pt x="145778" y="68056"/>
                    <a:pt x="153438" y="73315"/>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27"/>
            <p:cNvSpPr/>
            <p:nvPr/>
          </p:nvSpPr>
          <p:spPr>
            <a:xfrm>
              <a:off x="2975000" y="442550"/>
              <a:ext cx="3962850" cy="1919500"/>
            </a:xfrm>
            <a:custGeom>
              <a:rect b="b" l="l" r="r" t="t"/>
              <a:pathLst>
                <a:path extrusionOk="0" fill="none" h="76780" w="158514">
                  <a:moveTo>
                    <a:pt x="0" y="1"/>
                  </a:moveTo>
                  <a:cubicBezTo>
                    <a:pt x="4712" y="2949"/>
                    <a:pt x="9666" y="5776"/>
                    <a:pt x="14225" y="8633"/>
                  </a:cubicBezTo>
                  <a:cubicBezTo>
                    <a:pt x="20973" y="12797"/>
                    <a:pt x="16049" y="21977"/>
                    <a:pt x="20760" y="26718"/>
                  </a:cubicBezTo>
                  <a:cubicBezTo>
                    <a:pt x="24438" y="30396"/>
                    <a:pt x="29332" y="35168"/>
                    <a:pt x="28967" y="41004"/>
                  </a:cubicBezTo>
                  <a:cubicBezTo>
                    <a:pt x="28633" y="46202"/>
                    <a:pt x="26444" y="55381"/>
                    <a:pt x="33192" y="57661"/>
                  </a:cubicBezTo>
                  <a:cubicBezTo>
                    <a:pt x="40153" y="60032"/>
                    <a:pt x="47752" y="53953"/>
                    <a:pt x="52494" y="49880"/>
                  </a:cubicBezTo>
                  <a:cubicBezTo>
                    <a:pt x="61703" y="41977"/>
                    <a:pt x="66293" y="38633"/>
                    <a:pt x="77722" y="45016"/>
                  </a:cubicBezTo>
                  <a:cubicBezTo>
                    <a:pt x="84926" y="49059"/>
                    <a:pt x="92707" y="47722"/>
                    <a:pt x="100488" y="50093"/>
                  </a:cubicBezTo>
                  <a:cubicBezTo>
                    <a:pt x="105382" y="51582"/>
                    <a:pt x="104987" y="56080"/>
                    <a:pt x="105838" y="60245"/>
                  </a:cubicBezTo>
                  <a:cubicBezTo>
                    <a:pt x="107023" y="65898"/>
                    <a:pt x="111005" y="72676"/>
                    <a:pt x="116142" y="74227"/>
                  </a:cubicBezTo>
                  <a:cubicBezTo>
                    <a:pt x="124683" y="76780"/>
                    <a:pt x="132191" y="66901"/>
                    <a:pt x="140884" y="67570"/>
                  </a:cubicBezTo>
                  <a:cubicBezTo>
                    <a:pt x="145930" y="67965"/>
                    <a:pt x="153468" y="73224"/>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27"/>
            <p:cNvSpPr/>
            <p:nvPr/>
          </p:nvSpPr>
          <p:spPr>
            <a:xfrm>
              <a:off x="2975000" y="442550"/>
              <a:ext cx="3962100" cy="1896700"/>
            </a:xfrm>
            <a:custGeom>
              <a:rect b="b" l="l" r="r" t="t"/>
              <a:pathLst>
                <a:path extrusionOk="0" fill="none" h="75868" w="158484">
                  <a:moveTo>
                    <a:pt x="0" y="1"/>
                  </a:moveTo>
                  <a:cubicBezTo>
                    <a:pt x="4742" y="2949"/>
                    <a:pt x="9788" y="5441"/>
                    <a:pt x="14438" y="8359"/>
                  </a:cubicBezTo>
                  <a:cubicBezTo>
                    <a:pt x="21520" y="12797"/>
                    <a:pt x="16900" y="20852"/>
                    <a:pt x="21277" y="25837"/>
                  </a:cubicBezTo>
                  <a:cubicBezTo>
                    <a:pt x="24408" y="29424"/>
                    <a:pt x="29758" y="34652"/>
                    <a:pt x="29727" y="40123"/>
                  </a:cubicBezTo>
                  <a:cubicBezTo>
                    <a:pt x="29666" y="45229"/>
                    <a:pt x="27447" y="54014"/>
                    <a:pt x="33770" y="56658"/>
                  </a:cubicBezTo>
                  <a:cubicBezTo>
                    <a:pt x="40396" y="59394"/>
                    <a:pt x="49545" y="52433"/>
                    <a:pt x="53618" y="48542"/>
                  </a:cubicBezTo>
                  <a:cubicBezTo>
                    <a:pt x="62707" y="39788"/>
                    <a:pt x="67448" y="37904"/>
                    <a:pt x="78725" y="44530"/>
                  </a:cubicBezTo>
                  <a:cubicBezTo>
                    <a:pt x="85716" y="48664"/>
                    <a:pt x="93224" y="47722"/>
                    <a:pt x="101066" y="49910"/>
                  </a:cubicBezTo>
                  <a:cubicBezTo>
                    <a:pt x="106142" y="51308"/>
                    <a:pt x="105716" y="55685"/>
                    <a:pt x="106476" y="59849"/>
                  </a:cubicBezTo>
                  <a:cubicBezTo>
                    <a:pt x="107540" y="65503"/>
                    <a:pt x="111279" y="71977"/>
                    <a:pt x="116477" y="73467"/>
                  </a:cubicBezTo>
                  <a:cubicBezTo>
                    <a:pt x="124927" y="75868"/>
                    <a:pt x="132708" y="66354"/>
                    <a:pt x="141188" y="67357"/>
                  </a:cubicBezTo>
                  <a:cubicBezTo>
                    <a:pt x="146143" y="67935"/>
                    <a:pt x="153468" y="7313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27"/>
            <p:cNvSpPr/>
            <p:nvPr/>
          </p:nvSpPr>
          <p:spPr>
            <a:xfrm>
              <a:off x="2975000" y="442550"/>
              <a:ext cx="3962850" cy="1870875"/>
            </a:xfrm>
            <a:custGeom>
              <a:rect b="b" l="l" r="r" t="t"/>
              <a:pathLst>
                <a:path extrusionOk="0" fill="none" h="74835" w="158514">
                  <a:moveTo>
                    <a:pt x="0" y="1"/>
                  </a:moveTo>
                  <a:cubicBezTo>
                    <a:pt x="4803" y="2919"/>
                    <a:pt x="9848" y="5350"/>
                    <a:pt x="14651" y="8116"/>
                  </a:cubicBezTo>
                  <a:cubicBezTo>
                    <a:pt x="21946" y="12311"/>
                    <a:pt x="18086" y="19697"/>
                    <a:pt x="21885" y="24895"/>
                  </a:cubicBezTo>
                  <a:cubicBezTo>
                    <a:pt x="24590" y="28633"/>
                    <a:pt x="30031" y="34013"/>
                    <a:pt x="30396" y="39272"/>
                  </a:cubicBezTo>
                  <a:cubicBezTo>
                    <a:pt x="30791" y="44439"/>
                    <a:pt x="28299" y="52919"/>
                    <a:pt x="34439" y="55625"/>
                  </a:cubicBezTo>
                  <a:cubicBezTo>
                    <a:pt x="41186" y="58603"/>
                    <a:pt x="50670" y="51217"/>
                    <a:pt x="54712" y="47083"/>
                  </a:cubicBezTo>
                  <a:cubicBezTo>
                    <a:pt x="63892" y="37630"/>
                    <a:pt x="68542" y="37266"/>
                    <a:pt x="79789" y="44135"/>
                  </a:cubicBezTo>
                  <a:cubicBezTo>
                    <a:pt x="86476" y="48208"/>
                    <a:pt x="93984" y="47661"/>
                    <a:pt x="101674" y="49728"/>
                  </a:cubicBezTo>
                  <a:cubicBezTo>
                    <a:pt x="106932" y="51126"/>
                    <a:pt x="106416" y="55138"/>
                    <a:pt x="107145" y="59454"/>
                  </a:cubicBezTo>
                  <a:cubicBezTo>
                    <a:pt x="108057" y="64986"/>
                    <a:pt x="111552" y="71339"/>
                    <a:pt x="116872" y="72707"/>
                  </a:cubicBezTo>
                  <a:cubicBezTo>
                    <a:pt x="125322" y="74835"/>
                    <a:pt x="133285" y="65837"/>
                    <a:pt x="141523" y="67114"/>
                  </a:cubicBezTo>
                  <a:cubicBezTo>
                    <a:pt x="146386" y="67874"/>
                    <a:pt x="153559" y="73011"/>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27"/>
            <p:cNvSpPr/>
            <p:nvPr/>
          </p:nvSpPr>
          <p:spPr>
            <a:xfrm>
              <a:off x="2975000" y="442550"/>
              <a:ext cx="3962850" cy="1848075"/>
            </a:xfrm>
            <a:custGeom>
              <a:rect b="b" l="l" r="r" t="t"/>
              <a:pathLst>
                <a:path extrusionOk="0" fill="none" h="73923" w="158514">
                  <a:moveTo>
                    <a:pt x="0" y="1"/>
                  </a:moveTo>
                  <a:cubicBezTo>
                    <a:pt x="4833" y="2888"/>
                    <a:pt x="9909" y="5259"/>
                    <a:pt x="14864" y="7873"/>
                  </a:cubicBezTo>
                  <a:cubicBezTo>
                    <a:pt x="22219" y="11764"/>
                    <a:pt x="19301" y="18390"/>
                    <a:pt x="22584" y="23922"/>
                  </a:cubicBezTo>
                  <a:cubicBezTo>
                    <a:pt x="25046" y="28086"/>
                    <a:pt x="30092" y="33649"/>
                    <a:pt x="31004" y="38542"/>
                  </a:cubicBezTo>
                  <a:cubicBezTo>
                    <a:pt x="31855" y="43284"/>
                    <a:pt x="29150" y="51947"/>
                    <a:pt x="35107" y="54561"/>
                  </a:cubicBezTo>
                  <a:cubicBezTo>
                    <a:pt x="42250" y="57691"/>
                    <a:pt x="51673" y="50032"/>
                    <a:pt x="55746" y="45503"/>
                  </a:cubicBezTo>
                  <a:cubicBezTo>
                    <a:pt x="64834" y="35411"/>
                    <a:pt x="69941" y="36992"/>
                    <a:pt x="80822" y="43770"/>
                  </a:cubicBezTo>
                  <a:cubicBezTo>
                    <a:pt x="87205" y="47782"/>
                    <a:pt x="94683" y="47691"/>
                    <a:pt x="102191" y="49576"/>
                  </a:cubicBezTo>
                  <a:cubicBezTo>
                    <a:pt x="107571" y="50913"/>
                    <a:pt x="107145" y="54682"/>
                    <a:pt x="107783" y="59090"/>
                  </a:cubicBezTo>
                  <a:cubicBezTo>
                    <a:pt x="108604" y="64591"/>
                    <a:pt x="111826" y="70610"/>
                    <a:pt x="117236" y="71917"/>
                  </a:cubicBezTo>
                  <a:cubicBezTo>
                    <a:pt x="125504" y="73923"/>
                    <a:pt x="133863" y="65321"/>
                    <a:pt x="141827" y="66901"/>
                  </a:cubicBezTo>
                  <a:cubicBezTo>
                    <a:pt x="146599" y="67813"/>
                    <a:pt x="153620" y="7292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27"/>
            <p:cNvSpPr/>
            <p:nvPr/>
          </p:nvSpPr>
          <p:spPr>
            <a:xfrm>
              <a:off x="2975000" y="442550"/>
              <a:ext cx="3962100" cy="1826050"/>
            </a:xfrm>
            <a:custGeom>
              <a:rect b="b" l="l" r="r" t="t"/>
              <a:pathLst>
                <a:path extrusionOk="0" fill="none" h="73042" w="158484">
                  <a:moveTo>
                    <a:pt x="0" y="1"/>
                  </a:moveTo>
                  <a:cubicBezTo>
                    <a:pt x="4894" y="2858"/>
                    <a:pt x="10000" y="5168"/>
                    <a:pt x="15076" y="7630"/>
                  </a:cubicBezTo>
                  <a:cubicBezTo>
                    <a:pt x="22402" y="11217"/>
                    <a:pt x="20639" y="16992"/>
                    <a:pt x="23435" y="22980"/>
                  </a:cubicBezTo>
                  <a:cubicBezTo>
                    <a:pt x="25685" y="27813"/>
                    <a:pt x="29910" y="33041"/>
                    <a:pt x="31460" y="37934"/>
                  </a:cubicBezTo>
                  <a:cubicBezTo>
                    <a:pt x="32858" y="42372"/>
                    <a:pt x="29940" y="51096"/>
                    <a:pt x="35867" y="53558"/>
                  </a:cubicBezTo>
                  <a:cubicBezTo>
                    <a:pt x="43618" y="56749"/>
                    <a:pt x="52433" y="48937"/>
                    <a:pt x="56779" y="43831"/>
                  </a:cubicBezTo>
                  <a:cubicBezTo>
                    <a:pt x="65746" y="33314"/>
                    <a:pt x="71552" y="36901"/>
                    <a:pt x="81886" y="43466"/>
                  </a:cubicBezTo>
                  <a:cubicBezTo>
                    <a:pt x="87965" y="47327"/>
                    <a:pt x="95412" y="47752"/>
                    <a:pt x="102707" y="49454"/>
                  </a:cubicBezTo>
                  <a:cubicBezTo>
                    <a:pt x="108148" y="50700"/>
                    <a:pt x="107905" y="54226"/>
                    <a:pt x="108452" y="58725"/>
                  </a:cubicBezTo>
                  <a:cubicBezTo>
                    <a:pt x="109182" y="64226"/>
                    <a:pt x="112130" y="69910"/>
                    <a:pt x="117571" y="71187"/>
                  </a:cubicBezTo>
                  <a:cubicBezTo>
                    <a:pt x="125626" y="73041"/>
                    <a:pt x="134410" y="64895"/>
                    <a:pt x="142100" y="66688"/>
                  </a:cubicBezTo>
                  <a:cubicBezTo>
                    <a:pt x="146751" y="67783"/>
                    <a:pt x="153590" y="72828"/>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27"/>
            <p:cNvSpPr/>
            <p:nvPr/>
          </p:nvSpPr>
          <p:spPr>
            <a:xfrm>
              <a:off x="2975000" y="442550"/>
              <a:ext cx="3962850" cy="1818450"/>
            </a:xfrm>
            <a:custGeom>
              <a:rect b="b" l="l" r="r" t="t"/>
              <a:pathLst>
                <a:path extrusionOk="0" fill="none" h="72738" w="158514">
                  <a:moveTo>
                    <a:pt x="0" y="1"/>
                  </a:moveTo>
                  <a:cubicBezTo>
                    <a:pt x="4924" y="2827"/>
                    <a:pt x="10122" y="5077"/>
                    <a:pt x="15259" y="7387"/>
                  </a:cubicBezTo>
                  <a:cubicBezTo>
                    <a:pt x="22432" y="10609"/>
                    <a:pt x="22159" y="15594"/>
                    <a:pt x="24317" y="22007"/>
                  </a:cubicBezTo>
                  <a:cubicBezTo>
                    <a:pt x="26171" y="27630"/>
                    <a:pt x="29332" y="32402"/>
                    <a:pt x="31733" y="37418"/>
                  </a:cubicBezTo>
                  <a:cubicBezTo>
                    <a:pt x="33831" y="41764"/>
                    <a:pt x="30669" y="50305"/>
                    <a:pt x="36657" y="52615"/>
                  </a:cubicBezTo>
                  <a:cubicBezTo>
                    <a:pt x="44955" y="55868"/>
                    <a:pt x="53162" y="47630"/>
                    <a:pt x="57782" y="42068"/>
                  </a:cubicBezTo>
                  <a:cubicBezTo>
                    <a:pt x="66476" y="31551"/>
                    <a:pt x="73315" y="37022"/>
                    <a:pt x="82950" y="43193"/>
                  </a:cubicBezTo>
                  <a:cubicBezTo>
                    <a:pt x="88695" y="46871"/>
                    <a:pt x="96142" y="47813"/>
                    <a:pt x="103194" y="49333"/>
                  </a:cubicBezTo>
                  <a:cubicBezTo>
                    <a:pt x="108726" y="50488"/>
                    <a:pt x="108634" y="53740"/>
                    <a:pt x="109151" y="58390"/>
                  </a:cubicBezTo>
                  <a:cubicBezTo>
                    <a:pt x="109789" y="63862"/>
                    <a:pt x="112464" y="69211"/>
                    <a:pt x="117996" y="70427"/>
                  </a:cubicBezTo>
                  <a:cubicBezTo>
                    <a:pt x="125778" y="72129"/>
                    <a:pt x="135018" y="64439"/>
                    <a:pt x="142434" y="66506"/>
                  </a:cubicBezTo>
                  <a:cubicBezTo>
                    <a:pt x="146994" y="67752"/>
                    <a:pt x="153650" y="72737"/>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27"/>
            <p:cNvSpPr/>
            <p:nvPr/>
          </p:nvSpPr>
          <p:spPr>
            <a:xfrm>
              <a:off x="2975000" y="442550"/>
              <a:ext cx="3962850" cy="1816175"/>
            </a:xfrm>
            <a:custGeom>
              <a:rect b="b" l="l" r="r" t="t"/>
              <a:pathLst>
                <a:path extrusionOk="0" fill="none" h="72647" w="158514">
                  <a:moveTo>
                    <a:pt x="0" y="1"/>
                  </a:moveTo>
                  <a:cubicBezTo>
                    <a:pt x="4985" y="2797"/>
                    <a:pt x="10244" y="4985"/>
                    <a:pt x="15441" y="7144"/>
                  </a:cubicBezTo>
                  <a:cubicBezTo>
                    <a:pt x="22341" y="10031"/>
                    <a:pt x="23648" y="14621"/>
                    <a:pt x="25259" y="21034"/>
                  </a:cubicBezTo>
                  <a:cubicBezTo>
                    <a:pt x="26688" y="26809"/>
                    <a:pt x="28572" y="31977"/>
                    <a:pt x="31885" y="36992"/>
                  </a:cubicBezTo>
                  <a:cubicBezTo>
                    <a:pt x="34742" y="41278"/>
                    <a:pt x="31429" y="49606"/>
                    <a:pt x="37478" y="51825"/>
                  </a:cubicBezTo>
                  <a:cubicBezTo>
                    <a:pt x="46171" y="55017"/>
                    <a:pt x="54469" y="46202"/>
                    <a:pt x="58755" y="40305"/>
                  </a:cubicBezTo>
                  <a:cubicBezTo>
                    <a:pt x="66232" y="30001"/>
                    <a:pt x="76415" y="38025"/>
                    <a:pt x="84044" y="42889"/>
                  </a:cubicBezTo>
                  <a:cubicBezTo>
                    <a:pt x="89546" y="46384"/>
                    <a:pt x="96841" y="47874"/>
                    <a:pt x="103680" y="49211"/>
                  </a:cubicBezTo>
                  <a:cubicBezTo>
                    <a:pt x="109242" y="50305"/>
                    <a:pt x="109364" y="53254"/>
                    <a:pt x="109850" y="58026"/>
                  </a:cubicBezTo>
                  <a:cubicBezTo>
                    <a:pt x="110397" y="63436"/>
                    <a:pt x="112829" y="68482"/>
                    <a:pt x="118422" y="69667"/>
                  </a:cubicBezTo>
                  <a:cubicBezTo>
                    <a:pt x="125930" y="71278"/>
                    <a:pt x="135626" y="64044"/>
                    <a:pt x="142708" y="66293"/>
                  </a:cubicBezTo>
                  <a:cubicBezTo>
                    <a:pt x="147176" y="67692"/>
                    <a:pt x="153681" y="7264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27"/>
            <p:cNvSpPr/>
            <p:nvPr/>
          </p:nvSpPr>
          <p:spPr>
            <a:xfrm>
              <a:off x="2975000" y="442550"/>
              <a:ext cx="3962850" cy="1813875"/>
            </a:xfrm>
            <a:custGeom>
              <a:rect b="b" l="l" r="r" t="t"/>
              <a:pathLst>
                <a:path extrusionOk="0" fill="none" h="72555" w="158514">
                  <a:moveTo>
                    <a:pt x="0" y="1"/>
                  </a:moveTo>
                  <a:cubicBezTo>
                    <a:pt x="5015" y="2767"/>
                    <a:pt x="10335" y="4894"/>
                    <a:pt x="15624" y="6931"/>
                  </a:cubicBezTo>
                  <a:cubicBezTo>
                    <a:pt x="22189" y="9423"/>
                    <a:pt x="24925" y="13648"/>
                    <a:pt x="26262" y="20031"/>
                  </a:cubicBezTo>
                  <a:cubicBezTo>
                    <a:pt x="27508" y="25958"/>
                    <a:pt x="27843" y="31582"/>
                    <a:pt x="31916" y="36597"/>
                  </a:cubicBezTo>
                  <a:cubicBezTo>
                    <a:pt x="35290" y="40731"/>
                    <a:pt x="32432" y="49150"/>
                    <a:pt x="38299" y="51096"/>
                  </a:cubicBezTo>
                  <a:cubicBezTo>
                    <a:pt x="47326" y="54105"/>
                    <a:pt x="55138" y="44804"/>
                    <a:pt x="59758" y="38512"/>
                  </a:cubicBezTo>
                  <a:cubicBezTo>
                    <a:pt x="66901" y="28816"/>
                    <a:pt x="78512" y="38512"/>
                    <a:pt x="85139" y="42585"/>
                  </a:cubicBezTo>
                  <a:cubicBezTo>
                    <a:pt x="90397" y="45807"/>
                    <a:pt x="97510" y="47995"/>
                    <a:pt x="104105" y="49120"/>
                  </a:cubicBezTo>
                  <a:cubicBezTo>
                    <a:pt x="109698" y="50062"/>
                    <a:pt x="109729" y="52707"/>
                    <a:pt x="110580" y="57691"/>
                  </a:cubicBezTo>
                  <a:cubicBezTo>
                    <a:pt x="111461" y="63071"/>
                    <a:pt x="112829" y="67692"/>
                    <a:pt x="118878" y="68938"/>
                  </a:cubicBezTo>
                  <a:cubicBezTo>
                    <a:pt x="126082" y="70427"/>
                    <a:pt x="136234" y="63649"/>
                    <a:pt x="143012" y="66111"/>
                  </a:cubicBezTo>
                  <a:cubicBezTo>
                    <a:pt x="147359" y="67661"/>
                    <a:pt x="153742" y="7255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27"/>
            <p:cNvSpPr/>
            <p:nvPr/>
          </p:nvSpPr>
          <p:spPr>
            <a:xfrm>
              <a:off x="2975000" y="442550"/>
              <a:ext cx="3962850" cy="1804000"/>
            </a:xfrm>
            <a:custGeom>
              <a:rect b="b" l="l" r="r" t="t"/>
              <a:pathLst>
                <a:path extrusionOk="0" fill="none" h="72160" w="158514">
                  <a:moveTo>
                    <a:pt x="0" y="1"/>
                  </a:moveTo>
                  <a:cubicBezTo>
                    <a:pt x="5076" y="2736"/>
                    <a:pt x="10456" y="4803"/>
                    <a:pt x="15806" y="6688"/>
                  </a:cubicBezTo>
                  <a:cubicBezTo>
                    <a:pt x="22037" y="8876"/>
                    <a:pt x="26049" y="12767"/>
                    <a:pt x="27326" y="18967"/>
                  </a:cubicBezTo>
                  <a:cubicBezTo>
                    <a:pt x="28542" y="24925"/>
                    <a:pt x="27326" y="31126"/>
                    <a:pt x="31855" y="36202"/>
                  </a:cubicBezTo>
                  <a:cubicBezTo>
                    <a:pt x="35381" y="40153"/>
                    <a:pt x="33618" y="48725"/>
                    <a:pt x="39150" y="50457"/>
                  </a:cubicBezTo>
                  <a:cubicBezTo>
                    <a:pt x="48329" y="53314"/>
                    <a:pt x="55746" y="42919"/>
                    <a:pt x="60792" y="36810"/>
                  </a:cubicBezTo>
                  <a:cubicBezTo>
                    <a:pt x="67995" y="28086"/>
                    <a:pt x="80032" y="38360"/>
                    <a:pt x="86263" y="42159"/>
                  </a:cubicBezTo>
                  <a:cubicBezTo>
                    <a:pt x="91430" y="45320"/>
                    <a:pt x="98057" y="48056"/>
                    <a:pt x="104561" y="48998"/>
                  </a:cubicBezTo>
                  <a:cubicBezTo>
                    <a:pt x="115747" y="50700"/>
                    <a:pt x="107692" y="65898"/>
                    <a:pt x="119303" y="68178"/>
                  </a:cubicBezTo>
                  <a:cubicBezTo>
                    <a:pt x="126294" y="69576"/>
                    <a:pt x="136872" y="63254"/>
                    <a:pt x="143316" y="65898"/>
                  </a:cubicBezTo>
                  <a:cubicBezTo>
                    <a:pt x="147784" y="67752"/>
                    <a:pt x="153407" y="7216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27"/>
            <p:cNvSpPr/>
            <p:nvPr/>
          </p:nvSpPr>
          <p:spPr>
            <a:xfrm>
              <a:off x="2975000" y="442550"/>
              <a:ext cx="3962100" cy="1802475"/>
            </a:xfrm>
            <a:custGeom>
              <a:rect b="b" l="l" r="r" t="t"/>
              <a:pathLst>
                <a:path extrusionOk="0" fill="none" h="72099" w="158484">
                  <a:moveTo>
                    <a:pt x="0" y="1"/>
                  </a:moveTo>
                  <a:cubicBezTo>
                    <a:pt x="5107" y="2706"/>
                    <a:pt x="10760" y="4590"/>
                    <a:pt x="15958" y="6444"/>
                  </a:cubicBezTo>
                  <a:cubicBezTo>
                    <a:pt x="21764" y="8511"/>
                    <a:pt x="26931" y="11733"/>
                    <a:pt x="28390" y="17843"/>
                  </a:cubicBezTo>
                  <a:cubicBezTo>
                    <a:pt x="29788" y="23740"/>
                    <a:pt x="26900" y="30579"/>
                    <a:pt x="31672" y="35867"/>
                  </a:cubicBezTo>
                  <a:cubicBezTo>
                    <a:pt x="35107" y="39636"/>
                    <a:pt x="34925" y="48390"/>
                    <a:pt x="40001" y="49849"/>
                  </a:cubicBezTo>
                  <a:cubicBezTo>
                    <a:pt x="49302" y="52494"/>
                    <a:pt x="56415" y="40761"/>
                    <a:pt x="61886" y="35320"/>
                  </a:cubicBezTo>
                  <a:cubicBezTo>
                    <a:pt x="69211" y="28025"/>
                    <a:pt x="81278" y="37873"/>
                    <a:pt x="87327" y="41612"/>
                  </a:cubicBezTo>
                  <a:cubicBezTo>
                    <a:pt x="92585" y="44864"/>
                    <a:pt x="98421" y="48117"/>
                    <a:pt x="104926" y="48968"/>
                  </a:cubicBezTo>
                  <a:cubicBezTo>
                    <a:pt x="116385" y="50457"/>
                    <a:pt x="108239" y="65442"/>
                    <a:pt x="119759" y="67509"/>
                  </a:cubicBezTo>
                  <a:cubicBezTo>
                    <a:pt x="126659" y="68725"/>
                    <a:pt x="137298" y="62980"/>
                    <a:pt x="143559" y="65716"/>
                  </a:cubicBezTo>
                  <a:cubicBezTo>
                    <a:pt x="147936" y="67631"/>
                    <a:pt x="153407" y="72099"/>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27"/>
            <p:cNvSpPr/>
            <p:nvPr/>
          </p:nvSpPr>
          <p:spPr>
            <a:xfrm>
              <a:off x="2975000" y="442550"/>
              <a:ext cx="3962850" cy="1800200"/>
            </a:xfrm>
            <a:custGeom>
              <a:rect b="b" l="l" r="r" t="t"/>
              <a:pathLst>
                <a:path extrusionOk="0" fill="none" h="72008" w="158514">
                  <a:moveTo>
                    <a:pt x="0" y="1"/>
                  </a:moveTo>
                  <a:cubicBezTo>
                    <a:pt x="5167" y="2645"/>
                    <a:pt x="10821" y="4499"/>
                    <a:pt x="16140" y="6201"/>
                  </a:cubicBezTo>
                  <a:cubicBezTo>
                    <a:pt x="21976" y="8055"/>
                    <a:pt x="27630" y="11065"/>
                    <a:pt x="29484" y="16657"/>
                  </a:cubicBezTo>
                  <a:cubicBezTo>
                    <a:pt x="31308" y="22159"/>
                    <a:pt x="26748" y="29940"/>
                    <a:pt x="31521" y="35442"/>
                  </a:cubicBezTo>
                  <a:cubicBezTo>
                    <a:pt x="34621" y="38998"/>
                    <a:pt x="36414" y="48147"/>
                    <a:pt x="40913" y="49211"/>
                  </a:cubicBezTo>
                  <a:cubicBezTo>
                    <a:pt x="50244" y="51430"/>
                    <a:pt x="56749" y="38846"/>
                    <a:pt x="63041" y="34044"/>
                  </a:cubicBezTo>
                  <a:cubicBezTo>
                    <a:pt x="70731" y="28147"/>
                    <a:pt x="82190" y="36992"/>
                    <a:pt x="88391" y="40943"/>
                  </a:cubicBezTo>
                  <a:cubicBezTo>
                    <a:pt x="93862" y="44409"/>
                    <a:pt x="98695" y="48147"/>
                    <a:pt x="105352" y="48907"/>
                  </a:cubicBezTo>
                  <a:cubicBezTo>
                    <a:pt x="117024" y="50184"/>
                    <a:pt x="108786" y="64834"/>
                    <a:pt x="120276" y="66780"/>
                  </a:cubicBezTo>
                  <a:cubicBezTo>
                    <a:pt x="126993" y="67904"/>
                    <a:pt x="137784" y="62585"/>
                    <a:pt x="143863" y="65533"/>
                  </a:cubicBezTo>
                  <a:cubicBezTo>
                    <a:pt x="148149" y="67570"/>
                    <a:pt x="153468" y="72008"/>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27"/>
            <p:cNvSpPr/>
            <p:nvPr/>
          </p:nvSpPr>
          <p:spPr>
            <a:xfrm>
              <a:off x="2975000" y="442550"/>
              <a:ext cx="3963625" cy="1798675"/>
            </a:xfrm>
            <a:custGeom>
              <a:rect b="b" l="l" r="r" t="t"/>
              <a:pathLst>
                <a:path extrusionOk="0" fill="none" h="71947" w="158545">
                  <a:moveTo>
                    <a:pt x="0" y="1"/>
                  </a:moveTo>
                  <a:cubicBezTo>
                    <a:pt x="5198" y="2615"/>
                    <a:pt x="10912" y="4408"/>
                    <a:pt x="16323" y="5958"/>
                  </a:cubicBezTo>
                  <a:cubicBezTo>
                    <a:pt x="22067" y="7630"/>
                    <a:pt x="28147" y="10365"/>
                    <a:pt x="30578" y="15472"/>
                  </a:cubicBezTo>
                  <a:cubicBezTo>
                    <a:pt x="33192" y="20974"/>
                    <a:pt x="26931" y="29059"/>
                    <a:pt x="31369" y="35047"/>
                  </a:cubicBezTo>
                  <a:cubicBezTo>
                    <a:pt x="33831" y="38390"/>
                    <a:pt x="37904" y="47904"/>
                    <a:pt x="41825" y="48542"/>
                  </a:cubicBezTo>
                  <a:cubicBezTo>
                    <a:pt x="50883" y="50062"/>
                    <a:pt x="57296" y="36931"/>
                    <a:pt x="64257" y="33010"/>
                  </a:cubicBezTo>
                  <a:cubicBezTo>
                    <a:pt x="72160" y="28512"/>
                    <a:pt x="83102" y="35928"/>
                    <a:pt x="89424" y="40153"/>
                  </a:cubicBezTo>
                  <a:cubicBezTo>
                    <a:pt x="94804" y="43740"/>
                    <a:pt x="98877" y="48208"/>
                    <a:pt x="105747" y="48846"/>
                  </a:cubicBezTo>
                  <a:cubicBezTo>
                    <a:pt x="117601" y="49971"/>
                    <a:pt x="109425" y="64257"/>
                    <a:pt x="120793" y="66081"/>
                  </a:cubicBezTo>
                  <a:cubicBezTo>
                    <a:pt x="127419" y="67144"/>
                    <a:pt x="138270" y="62281"/>
                    <a:pt x="144167" y="65351"/>
                  </a:cubicBezTo>
                  <a:cubicBezTo>
                    <a:pt x="148362" y="67540"/>
                    <a:pt x="153529" y="71947"/>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27"/>
            <p:cNvSpPr/>
            <p:nvPr/>
          </p:nvSpPr>
          <p:spPr>
            <a:xfrm>
              <a:off x="2975000" y="442550"/>
              <a:ext cx="3962850" cy="1795650"/>
            </a:xfrm>
            <a:custGeom>
              <a:rect b="b" l="l" r="r" t="t"/>
              <a:pathLst>
                <a:path extrusionOk="0" fill="none" h="71826" w="158514">
                  <a:moveTo>
                    <a:pt x="0" y="1"/>
                  </a:moveTo>
                  <a:cubicBezTo>
                    <a:pt x="5259" y="2584"/>
                    <a:pt x="10973" y="4317"/>
                    <a:pt x="16475" y="5745"/>
                  </a:cubicBezTo>
                  <a:cubicBezTo>
                    <a:pt x="22250" y="7235"/>
                    <a:pt x="28542" y="9788"/>
                    <a:pt x="31581" y="14195"/>
                  </a:cubicBezTo>
                  <a:cubicBezTo>
                    <a:pt x="35168" y="19332"/>
                    <a:pt x="27326" y="28238"/>
                    <a:pt x="31247" y="34560"/>
                  </a:cubicBezTo>
                  <a:cubicBezTo>
                    <a:pt x="33253" y="37782"/>
                    <a:pt x="39150" y="47418"/>
                    <a:pt x="42737" y="47722"/>
                  </a:cubicBezTo>
                  <a:cubicBezTo>
                    <a:pt x="51612" y="48482"/>
                    <a:pt x="57752" y="35229"/>
                    <a:pt x="65412" y="32129"/>
                  </a:cubicBezTo>
                  <a:cubicBezTo>
                    <a:pt x="73588" y="28816"/>
                    <a:pt x="84044" y="34804"/>
                    <a:pt x="90275" y="39302"/>
                  </a:cubicBezTo>
                  <a:cubicBezTo>
                    <a:pt x="95351" y="42980"/>
                    <a:pt x="98938" y="48269"/>
                    <a:pt x="106081" y="48816"/>
                  </a:cubicBezTo>
                  <a:cubicBezTo>
                    <a:pt x="111704" y="49241"/>
                    <a:pt x="112981" y="50670"/>
                    <a:pt x="114136" y="56111"/>
                  </a:cubicBezTo>
                  <a:cubicBezTo>
                    <a:pt x="115139" y="60792"/>
                    <a:pt x="115321" y="64470"/>
                    <a:pt x="121279" y="65381"/>
                  </a:cubicBezTo>
                  <a:cubicBezTo>
                    <a:pt x="127784" y="66385"/>
                    <a:pt x="138696" y="61947"/>
                    <a:pt x="144410" y="65169"/>
                  </a:cubicBezTo>
                  <a:cubicBezTo>
                    <a:pt x="148483" y="67448"/>
                    <a:pt x="153529" y="7182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27"/>
            <p:cNvSpPr/>
            <p:nvPr/>
          </p:nvSpPr>
          <p:spPr>
            <a:xfrm>
              <a:off x="2975000" y="442550"/>
              <a:ext cx="3962850" cy="1794125"/>
            </a:xfrm>
            <a:custGeom>
              <a:rect b="b" l="l" r="r" t="t"/>
              <a:pathLst>
                <a:path extrusionOk="0" fill="none" h="71765" w="158514">
                  <a:moveTo>
                    <a:pt x="0" y="1"/>
                  </a:moveTo>
                  <a:cubicBezTo>
                    <a:pt x="5319" y="2554"/>
                    <a:pt x="11064" y="4226"/>
                    <a:pt x="16627" y="5502"/>
                  </a:cubicBezTo>
                  <a:cubicBezTo>
                    <a:pt x="22523" y="6840"/>
                    <a:pt x="28663" y="9302"/>
                    <a:pt x="32554" y="12919"/>
                  </a:cubicBezTo>
                  <a:cubicBezTo>
                    <a:pt x="36931" y="17022"/>
                    <a:pt x="28906" y="28268"/>
                    <a:pt x="31247" y="33983"/>
                  </a:cubicBezTo>
                  <a:cubicBezTo>
                    <a:pt x="32615" y="37326"/>
                    <a:pt x="40031" y="46658"/>
                    <a:pt x="43679" y="46719"/>
                  </a:cubicBezTo>
                  <a:cubicBezTo>
                    <a:pt x="52433" y="46810"/>
                    <a:pt x="58117" y="33861"/>
                    <a:pt x="66628" y="31430"/>
                  </a:cubicBezTo>
                  <a:cubicBezTo>
                    <a:pt x="75108" y="28998"/>
                    <a:pt x="85078" y="33709"/>
                    <a:pt x="91066" y="38451"/>
                  </a:cubicBezTo>
                  <a:cubicBezTo>
                    <a:pt x="95899" y="42250"/>
                    <a:pt x="98847" y="48482"/>
                    <a:pt x="106446" y="48785"/>
                  </a:cubicBezTo>
                  <a:cubicBezTo>
                    <a:pt x="119030" y="49272"/>
                    <a:pt x="110853" y="62950"/>
                    <a:pt x="121826" y="64743"/>
                  </a:cubicBezTo>
                  <a:cubicBezTo>
                    <a:pt x="128088" y="65746"/>
                    <a:pt x="139121" y="61612"/>
                    <a:pt x="144684" y="64986"/>
                  </a:cubicBezTo>
                  <a:cubicBezTo>
                    <a:pt x="148666" y="67388"/>
                    <a:pt x="153559" y="7176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27"/>
            <p:cNvSpPr/>
            <p:nvPr/>
          </p:nvSpPr>
          <p:spPr>
            <a:xfrm>
              <a:off x="2975000" y="442550"/>
              <a:ext cx="3962850" cy="1791075"/>
            </a:xfrm>
            <a:custGeom>
              <a:rect b="b" l="l" r="r" t="t"/>
              <a:pathLst>
                <a:path extrusionOk="0" fill="none" h="71643" w="158514">
                  <a:moveTo>
                    <a:pt x="0" y="1"/>
                  </a:moveTo>
                  <a:cubicBezTo>
                    <a:pt x="5319" y="2523"/>
                    <a:pt x="11155" y="4134"/>
                    <a:pt x="16779" y="5259"/>
                  </a:cubicBezTo>
                  <a:cubicBezTo>
                    <a:pt x="22736" y="6475"/>
                    <a:pt x="29302" y="9058"/>
                    <a:pt x="33405" y="11672"/>
                  </a:cubicBezTo>
                  <a:cubicBezTo>
                    <a:pt x="37660" y="14378"/>
                    <a:pt x="30821" y="28968"/>
                    <a:pt x="31399" y="33314"/>
                  </a:cubicBezTo>
                  <a:cubicBezTo>
                    <a:pt x="31885" y="36931"/>
                    <a:pt x="40578" y="45624"/>
                    <a:pt x="44651" y="45472"/>
                  </a:cubicBezTo>
                  <a:cubicBezTo>
                    <a:pt x="53101" y="45168"/>
                    <a:pt x="58421" y="32828"/>
                    <a:pt x="67874" y="30852"/>
                  </a:cubicBezTo>
                  <a:cubicBezTo>
                    <a:pt x="76658" y="29028"/>
                    <a:pt x="86233" y="32706"/>
                    <a:pt x="91856" y="37509"/>
                  </a:cubicBezTo>
                  <a:cubicBezTo>
                    <a:pt x="96476" y="41491"/>
                    <a:pt x="98908" y="48542"/>
                    <a:pt x="106780" y="48755"/>
                  </a:cubicBezTo>
                  <a:cubicBezTo>
                    <a:pt x="112647" y="48907"/>
                    <a:pt x="114045" y="50184"/>
                    <a:pt x="115565" y="55503"/>
                  </a:cubicBezTo>
                  <a:cubicBezTo>
                    <a:pt x="116841" y="60062"/>
                    <a:pt x="116628" y="63132"/>
                    <a:pt x="122404" y="64044"/>
                  </a:cubicBezTo>
                  <a:cubicBezTo>
                    <a:pt x="128544" y="65047"/>
                    <a:pt x="139486" y="61278"/>
                    <a:pt x="144957" y="64804"/>
                  </a:cubicBezTo>
                  <a:cubicBezTo>
                    <a:pt x="148818" y="67296"/>
                    <a:pt x="153559" y="71643"/>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27"/>
            <p:cNvSpPr/>
            <p:nvPr/>
          </p:nvSpPr>
          <p:spPr>
            <a:xfrm>
              <a:off x="2975000" y="442550"/>
              <a:ext cx="3962100" cy="1789575"/>
            </a:xfrm>
            <a:custGeom>
              <a:rect b="b" l="l" r="r" t="t"/>
              <a:pathLst>
                <a:path extrusionOk="0" fill="none" h="71583" w="158484">
                  <a:moveTo>
                    <a:pt x="0" y="1"/>
                  </a:moveTo>
                  <a:cubicBezTo>
                    <a:pt x="5380" y="2463"/>
                    <a:pt x="11216" y="4043"/>
                    <a:pt x="16900" y="5016"/>
                  </a:cubicBezTo>
                  <a:cubicBezTo>
                    <a:pt x="22797" y="6049"/>
                    <a:pt x="29058" y="8724"/>
                    <a:pt x="34135" y="10457"/>
                  </a:cubicBezTo>
                  <a:cubicBezTo>
                    <a:pt x="39667" y="12372"/>
                    <a:pt x="32037" y="28846"/>
                    <a:pt x="31855" y="32463"/>
                  </a:cubicBezTo>
                  <a:cubicBezTo>
                    <a:pt x="31672" y="36597"/>
                    <a:pt x="40852" y="44712"/>
                    <a:pt x="45503" y="44074"/>
                  </a:cubicBezTo>
                  <a:cubicBezTo>
                    <a:pt x="54165" y="42889"/>
                    <a:pt x="59606" y="32038"/>
                    <a:pt x="69090" y="30335"/>
                  </a:cubicBezTo>
                  <a:cubicBezTo>
                    <a:pt x="77479" y="28846"/>
                    <a:pt x="87388" y="31703"/>
                    <a:pt x="92646" y="36566"/>
                  </a:cubicBezTo>
                  <a:cubicBezTo>
                    <a:pt x="97084" y="40670"/>
                    <a:pt x="98908" y="48634"/>
                    <a:pt x="107084" y="48725"/>
                  </a:cubicBezTo>
                  <a:cubicBezTo>
                    <a:pt x="112890" y="48816"/>
                    <a:pt x="114501" y="49910"/>
                    <a:pt x="116203" y="55229"/>
                  </a:cubicBezTo>
                  <a:cubicBezTo>
                    <a:pt x="117571" y="59606"/>
                    <a:pt x="117297" y="62555"/>
                    <a:pt x="122951" y="63436"/>
                  </a:cubicBezTo>
                  <a:cubicBezTo>
                    <a:pt x="129030" y="64378"/>
                    <a:pt x="139851" y="60944"/>
                    <a:pt x="145200" y="64622"/>
                  </a:cubicBezTo>
                  <a:cubicBezTo>
                    <a:pt x="148939" y="67205"/>
                    <a:pt x="153590" y="7158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27"/>
            <p:cNvSpPr/>
            <p:nvPr/>
          </p:nvSpPr>
          <p:spPr>
            <a:xfrm>
              <a:off x="2975000" y="442550"/>
              <a:ext cx="3962850" cy="1785000"/>
            </a:xfrm>
            <a:custGeom>
              <a:rect b="b" l="l" r="r" t="t"/>
              <a:pathLst>
                <a:path extrusionOk="0" fill="none" h="71400" w="158514">
                  <a:moveTo>
                    <a:pt x="0" y="1"/>
                  </a:moveTo>
                  <a:cubicBezTo>
                    <a:pt x="5411" y="2432"/>
                    <a:pt x="11307" y="3952"/>
                    <a:pt x="17052" y="4803"/>
                  </a:cubicBezTo>
                  <a:cubicBezTo>
                    <a:pt x="22949" y="5685"/>
                    <a:pt x="29028" y="8967"/>
                    <a:pt x="34682" y="9362"/>
                  </a:cubicBezTo>
                  <a:cubicBezTo>
                    <a:pt x="42007" y="9849"/>
                    <a:pt x="33557" y="28360"/>
                    <a:pt x="32858" y="31065"/>
                  </a:cubicBezTo>
                  <a:cubicBezTo>
                    <a:pt x="31308" y="36931"/>
                    <a:pt x="41095" y="43801"/>
                    <a:pt x="46141" y="42676"/>
                  </a:cubicBezTo>
                  <a:cubicBezTo>
                    <a:pt x="54925" y="40761"/>
                    <a:pt x="60731" y="31703"/>
                    <a:pt x="70245" y="29819"/>
                  </a:cubicBezTo>
                  <a:cubicBezTo>
                    <a:pt x="78451" y="28177"/>
                    <a:pt x="88573" y="30731"/>
                    <a:pt x="93497" y="35563"/>
                  </a:cubicBezTo>
                  <a:cubicBezTo>
                    <a:pt x="97753" y="39728"/>
                    <a:pt x="98969" y="48725"/>
                    <a:pt x="107419" y="48755"/>
                  </a:cubicBezTo>
                  <a:cubicBezTo>
                    <a:pt x="113163" y="48755"/>
                    <a:pt x="115018" y="49667"/>
                    <a:pt x="116872" y="54956"/>
                  </a:cubicBezTo>
                  <a:cubicBezTo>
                    <a:pt x="118331" y="59181"/>
                    <a:pt x="118027" y="61977"/>
                    <a:pt x="123559" y="62798"/>
                  </a:cubicBezTo>
                  <a:cubicBezTo>
                    <a:pt x="129638" y="63710"/>
                    <a:pt x="140459" y="60579"/>
                    <a:pt x="145504" y="64470"/>
                  </a:cubicBezTo>
                  <a:cubicBezTo>
                    <a:pt x="148939" y="67144"/>
                    <a:pt x="153802" y="7140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27"/>
            <p:cNvSpPr/>
            <p:nvPr/>
          </p:nvSpPr>
          <p:spPr>
            <a:xfrm>
              <a:off x="2975000" y="442550"/>
              <a:ext cx="3962100" cy="1781975"/>
            </a:xfrm>
            <a:custGeom>
              <a:rect b="b" l="l" r="r" t="t"/>
              <a:pathLst>
                <a:path extrusionOk="0" fill="none" h="71279" w="158484">
                  <a:moveTo>
                    <a:pt x="0" y="1"/>
                  </a:moveTo>
                  <a:cubicBezTo>
                    <a:pt x="5471" y="2402"/>
                    <a:pt x="11247" y="3922"/>
                    <a:pt x="17174" y="4560"/>
                  </a:cubicBezTo>
                  <a:cubicBezTo>
                    <a:pt x="23253" y="5198"/>
                    <a:pt x="29514" y="8420"/>
                    <a:pt x="35107" y="8177"/>
                  </a:cubicBezTo>
                  <a:cubicBezTo>
                    <a:pt x="44044" y="7782"/>
                    <a:pt x="35290" y="26718"/>
                    <a:pt x="34256" y="29089"/>
                  </a:cubicBezTo>
                  <a:cubicBezTo>
                    <a:pt x="31369" y="35959"/>
                    <a:pt x="40578" y="42980"/>
                    <a:pt x="46658" y="41247"/>
                  </a:cubicBezTo>
                  <a:cubicBezTo>
                    <a:pt x="55533" y="38785"/>
                    <a:pt x="61947" y="31490"/>
                    <a:pt x="71369" y="29180"/>
                  </a:cubicBezTo>
                  <a:cubicBezTo>
                    <a:pt x="79424" y="27174"/>
                    <a:pt x="89819" y="29697"/>
                    <a:pt x="94470" y="34439"/>
                  </a:cubicBezTo>
                  <a:cubicBezTo>
                    <a:pt x="98482" y="38573"/>
                    <a:pt x="99090" y="48785"/>
                    <a:pt x="107753" y="48694"/>
                  </a:cubicBezTo>
                  <a:cubicBezTo>
                    <a:pt x="113407" y="48634"/>
                    <a:pt x="115504" y="49424"/>
                    <a:pt x="117510" y="54652"/>
                  </a:cubicBezTo>
                  <a:cubicBezTo>
                    <a:pt x="119060" y="58694"/>
                    <a:pt x="118665" y="61400"/>
                    <a:pt x="124167" y="62160"/>
                  </a:cubicBezTo>
                  <a:cubicBezTo>
                    <a:pt x="130246" y="62980"/>
                    <a:pt x="140793" y="60245"/>
                    <a:pt x="145717" y="64257"/>
                  </a:cubicBezTo>
                  <a:cubicBezTo>
                    <a:pt x="149061" y="66962"/>
                    <a:pt x="153802" y="71278"/>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27"/>
            <p:cNvSpPr/>
            <p:nvPr/>
          </p:nvSpPr>
          <p:spPr>
            <a:xfrm>
              <a:off x="2975000" y="442550"/>
              <a:ext cx="3962850" cy="1781200"/>
            </a:xfrm>
            <a:custGeom>
              <a:rect b="b" l="l" r="r" t="t"/>
              <a:pathLst>
                <a:path extrusionOk="0" fill="none" h="71248" w="158514">
                  <a:moveTo>
                    <a:pt x="0" y="1"/>
                  </a:moveTo>
                  <a:cubicBezTo>
                    <a:pt x="5502" y="2371"/>
                    <a:pt x="11338" y="3830"/>
                    <a:pt x="17326" y="4347"/>
                  </a:cubicBezTo>
                  <a:cubicBezTo>
                    <a:pt x="23405" y="4833"/>
                    <a:pt x="29484" y="7478"/>
                    <a:pt x="35381" y="7083"/>
                  </a:cubicBezTo>
                  <a:cubicBezTo>
                    <a:pt x="46171" y="6384"/>
                    <a:pt x="37660" y="22007"/>
                    <a:pt x="36080" y="26718"/>
                  </a:cubicBezTo>
                  <a:cubicBezTo>
                    <a:pt x="34560" y="31247"/>
                    <a:pt x="33192" y="34591"/>
                    <a:pt x="37387" y="37934"/>
                  </a:cubicBezTo>
                  <a:cubicBezTo>
                    <a:pt x="40062" y="40032"/>
                    <a:pt x="43983" y="40913"/>
                    <a:pt x="47144" y="39940"/>
                  </a:cubicBezTo>
                  <a:cubicBezTo>
                    <a:pt x="52007" y="38421"/>
                    <a:pt x="55959" y="34864"/>
                    <a:pt x="60548" y="32524"/>
                  </a:cubicBezTo>
                  <a:cubicBezTo>
                    <a:pt x="64409" y="30579"/>
                    <a:pt x="68360" y="29758"/>
                    <a:pt x="72403" y="28512"/>
                  </a:cubicBezTo>
                  <a:cubicBezTo>
                    <a:pt x="80275" y="26080"/>
                    <a:pt x="91187" y="28724"/>
                    <a:pt x="95503" y="33314"/>
                  </a:cubicBezTo>
                  <a:cubicBezTo>
                    <a:pt x="99303" y="37296"/>
                    <a:pt x="99212" y="48877"/>
                    <a:pt x="108118" y="48694"/>
                  </a:cubicBezTo>
                  <a:cubicBezTo>
                    <a:pt x="113589" y="48573"/>
                    <a:pt x="115990" y="49302"/>
                    <a:pt x="118148" y="54409"/>
                  </a:cubicBezTo>
                  <a:cubicBezTo>
                    <a:pt x="119820" y="58299"/>
                    <a:pt x="119364" y="60974"/>
                    <a:pt x="124805" y="61612"/>
                  </a:cubicBezTo>
                  <a:cubicBezTo>
                    <a:pt x="130519" y="62281"/>
                    <a:pt x="141249" y="59819"/>
                    <a:pt x="145991" y="64135"/>
                  </a:cubicBezTo>
                  <a:cubicBezTo>
                    <a:pt x="149213" y="67023"/>
                    <a:pt x="153863" y="71248"/>
                    <a:pt x="158514" y="68695"/>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27"/>
            <p:cNvSpPr/>
            <p:nvPr/>
          </p:nvSpPr>
          <p:spPr>
            <a:xfrm>
              <a:off x="2975000" y="442550"/>
              <a:ext cx="3962100" cy="1777400"/>
            </a:xfrm>
            <a:custGeom>
              <a:rect b="b" l="l" r="r" t="t"/>
              <a:pathLst>
                <a:path extrusionOk="0" fill="none" h="71096" w="158484">
                  <a:moveTo>
                    <a:pt x="0" y="1"/>
                  </a:moveTo>
                  <a:cubicBezTo>
                    <a:pt x="5532" y="2341"/>
                    <a:pt x="11429" y="3739"/>
                    <a:pt x="17447" y="4104"/>
                  </a:cubicBezTo>
                  <a:cubicBezTo>
                    <a:pt x="23496" y="4469"/>
                    <a:pt x="29484" y="6596"/>
                    <a:pt x="35533" y="6049"/>
                  </a:cubicBezTo>
                  <a:cubicBezTo>
                    <a:pt x="47357" y="4955"/>
                    <a:pt x="40822" y="16809"/>
                    <a:pt x="38208" y="23983"/>
                  </a:cubicBezTo>
                  <a:cubicBezTo>
                    <a:pt x="36657" y="28329"/>
                    <a:pt x="33557" y="33253"/>
                    <a:pt x="37691" y="36962"/>
                  </a:cubicBezTo>
                  <a:cubicBezTo>
                    <a:pt x="40244" y="39272"/>
                    <a:pt x="44591" y="39636"/>
                    <a:pt x="47661" y="38603"/>
                  </a:cubicBezTo>
                  <a:cubicBezTo>
                    <a:pt x="52646" y="36931"/>
                    <a:pt x="56901" y="33557"/>
                    <a:pt x="61764" y="31460"/>
                  </a:cubicBezTo>
                  <a:cubicBezTo>
                    <a:pt x="65533" y="29819"/>
                    <a:pt x="69576" y="29150"/>
                    <a:pt x="73375" y="27721"/>
                  </a:cubicBezTo>
                  <a:cubicBezTo>
                    <a:pt x="80974" y="24864"/>
                    <a:pt x="92464" y="27721"/>
                    <a:pt x="96659" y="32068"/>
                  </a:cubicBezTo>
                  <a:cubicBezTo>
                    <a:pt x="100884" y="36445"/>
                    <a:pt x="98634" y="48512"/>
                    <a:pt x="108452" y="48664"/>
                  </a:cubicBezTo>
                  <a:cubicBezTo>
                    <a:pt x="114014" y="48755"/>
                    <a:pt x="116416" y="49150"/>
                    <a:pt x="118756" y="54105"/>
                  </a:cubicBezTo>
                  <a:cubicBezTo>
                    <a:pt x="120550" y="57874"/>
                    <a:pt x="120002" y="60488"/>
                    <a:pt x="125413" y="61035"/>
                  </a:cubicBezTo>
                  <a:cubicBezTo>
                    <a:pt x="131158" y="61643"/>
                    <a:pt x="141553" y="59454"/>
                    <a:pt x="146234" y="63922"/>
                  </a:cubicBezTo>
                  <a:cubicBezTo>
                    <a:pt x="149334" y="66871"/>
                    <a:pt x="153894" y="71096"/>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27"/>
            <p:cNvSpPr/>
            <p:nvPr/>
          </p:nvSpPr>
          <p:spPr>
            <a:xfrm>
              <a:off x="2975000" y="442550"/>
              <a:ext cx="3962850" cy="1775125"/>
            </a:xfrm>
            <a:custGeom>
              <a:rect b="b" l="l" r="r" t="t"/>
              <a:pathLst>
                <a:path extrusionOk="0" fill="none" h="71005" w="158514">
                  <a:moveTo>
                    <a:pt x="0" y="1"/>
                  </a:moveTo>
                  <a:cubicBezTo>
                    <a:pt x="5593" y="2311"/>
                    <a:pt x="11520" y="3648"/>
                    <a:pt x="17569" y="3861"/>
                  </a:cubicBezTo>
                  <a:cubicBezTo>
                    <a:pt x="23587" y="4074"/>
                    <a:pt x="29636" y="5837"/>
                    <a:pt x="35594" y="5046"/>
                  </a:cubicBezTo>
                  <a:cubicBezTo>
                    <a:pt x="47569" y="3466"/>
                    <a:pt x="43800" y="12280"/>
                    <a:pt x="40578" y="20974"/>
                  </a:cubicBezTo>
                  <a:cubicBezTo>
                    <a:pt x="39059" y="25107"/>
                    <a:pt x="34773" y="31916"/>
                    <a:pt x="38268" y="35867"/>
                  </a:cubicBezTo>
                  <a:cubicBezTo>
                    <a:pt x="40548" y="38451"/>
                    <a:pt x="45381" y="38208"/>
                    <a:pt x="48238" y="37296"/>
                  </a:cubicBezTo>
                  <a:cubicBezTo>
                    <a:pt x="53405" y="35624"/>
                    <a:pt x="57965" y="32281"/>
                    <a:pt x="63102" y="30366"/>
                  </a:cubicBezTo>
                  <a:cubicBezTo>
                    <a:pt x="66780" y="28968"/>
                    <a:pt x="70701" y="28420"/>
                    <a:pt x="74257" y="26840"/>
                  </a:cubicBezTo>
                  <a:cubicBezTo>
                    <a:pt x="81552" y="23588"/>
                    <a:pt x="94075" y="26779"/>
                    <a:pt x="97935" y="30791"/>
                  </a:cubicBezTo>
                  <a:cubicBezTo>
                    <a:pt x="101887" y="34895"/>
                    <a:pt x="98938" y="48542"/>
                    <a:pt x="108817" y="48664"/>
                  </a:cubicBezTo>
                  <a:cubicBezTo>
                    <a:pt x="114227" y="48694"/>
                    <a:pt x="116872" y="49029"/>
                    <a:pt x="119364" y="53801"/>
                  </a:cubicBezTo>
                  <a:cubicBezTo>
                    <a:pt x="121249" y="57448"/>
                    <a:pt x="120702" y="60032"/>
                    <a:pt x="126021" y="60518"/>
                  </a:cubicBezTo>
                  <a:cubicBezTo>
                    <a:pt x="131826" y="61035"/>
                    <a:pt x="141857" y="59120"/>
                    <a:pt x="146507" y="63771"/>
                  </a:cubicBezTo>
                  <a:cubicBezTo>
                    <a:pt x="149456" y="66719"/>
                    <a:pt x="153924" y="7100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27"/>
            <p:cNvSpPr/>
            <p:nvPr/>
          </p:nvSpPr>
          <p:spPr>
            <a:xfrm>
              <a:off x="2975000" y="442550"/>
              <a:ext cx="3962850" cy="1772850"/>
            </a:xfrm>
            <a:custGeom>
              <a:rect b="b" l="l" r="r" t="t"/>
              <a:pathLst>
                <a:path extrusionOk="0" fill="none" h="70914" w="158514">
                  <a:moveTo>
                    <a:pt x="0" y="1"/>
                  </a:moveTo>
                  <a:cubicBezTo>
                    <a:pt x="5623" y="2280"/>
                    <a:pt x="11611" y="3526"/>
                    <a:pt x="17690" y="3648"/>
                  </a:cubicBezTo>
                  <a:cubicBezTo>
                    <a:pt x="23648" y="3709"/>
                    <a:pt x="29636" y="5016"/>
                    <a:pt x="35563" y="4104"/>
                  </a:cubicBezTo>
                  <a:cubicBezTo>
                    <a:pt x="47022" y="2371"/>
                    <a:pt x="46627" y="7843"/>
                    <a:pt x="43101" y="17812"/>
                  </a:cubicBezTo>
                  <a:cubicBezTo>
                    <a:pt x="41733" y="21612"/>
                    <a:pt x="36232" y="30670"/>
                    <a:pt x="39028" y="34621"/>
                  </a:cubicBezTo>
                  <a:cubicBezTo>
                    <a:pt x="41004" y="37387"/>
                    <a:pt x="46293" y="36901"/>
                    <a:pt x="48968" y="35989"/>
                  </a:cubicBezTo>
                  <a:cubicBezTo>
                    <a:pt x="57235" y="33071"/>
                    <a:pt x="67235" y="29667"/>
                    <a:pt x="75108" y="25867"/>
                  </a:cubicBezTo>
                  <a:cubicBezTo>
                    <a:pt x="82008" y="22524"/>
                    <a:pt x="95655" y="25746"/>
                    <a:pt x="99303" y="29484"/>
                  </a:cubicBezTo>
                  <a:cubicBezTo>
                    <a:pt x="103042" y="33284"/>
                    <a:pt x="99546" y="48573"/>
                    <a:pt x="109242" y="48573"/>
                  </a:cubicBezTo>
                  <a:cubicBezTo>
                    <a:pt x="114379" y="48573"/>
                    <a:pt x="117328" y="48968"/>
                    <a:pt x="119942" y="53527"/>
                  </a:cubicBezTo>
                  <a:cubicBezTo>
                    <a:pt x="121948" y="57023"/>
                    <a:pt x="121340" y="59606"/>
                    <a:pt x="126629" y="60032"/>
                  </a:cubicBezTo>
                  <a:cubicBezTo>
                    <a:pt x="132495" y="60488"/>
                    <a:pt x="142130" y="58725"/>
                    <a:pt x="146751" y="63558"/>
                  </a:cubicBezTo>
                  <a:cubicBezTo>
                    <a:pt x="149608" y="66567"/>
                    <a:pt x="153985" y="70913"/>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27"/>
            <p:cNvSpPr/>
            <p:nvPr/>
          </p:nvSpPr>
          <p:spPr>
            <a:xfrm>
              <a:off x="2975000" y="442550"/>
              <a:ext cx="3962100" cy="1769800"/>
            </a:xfrm>
            <a:custGeom>
              <a:rect b="b" l="l" r="r" t="t"/>
              <a:pathLst>
                <a:path extrusionOk="0" fill="none" h="70792" w="158484">
                  <a:moveTo>
                    <a:pt x="0" y="1"/>
                  </a:moveTo>
                  <a:cubicBezTo>
                    <a:pt x="5654" y="2280"/>
                    <a:pt x="11703" y="3435"/>
                    <a:pt x="17812" y="3405"/>
                  </a:cubicBezTo>
                  <a:cubicBezTo>
                    <a:pt x="23709" y="3344"/>
                    <a:pt x="29606" y="4165"/>
                    <a:pt x="35502" y="3192"/>
                  </a:cubicBezTo>
                  <a:cubicBezTo>
                    <a:pt x="37660" y="2858"/>
                    <a:pt x="42463" y="1976"/>
                    <a:pt x="44621" y="2949"/>
                  </a:cubicBezTo>
                  <a:cubicBezTo>
                    <a:pt x="49545" y="5168"/>
                    <a:pt x="46840" y="10913"/>
                    <a:pt x="45624" y="14742"/>
                  </a:cubicBezTo>
                  <a:cubicBezTo>
                    <a:pt x="43557" y="21369"/>
                    <a:pt x="34135" y="40001"/>
                    <a:pt x="49819" y="34652"/>
                  </a:cubicBezTo>
                  <a:cubicBezTo>
                    <a:pt x="58299" y="31734"/>
                    <a:pt x="67935" y="28177"/>
                    <a:pt x="76050" y="24864"/>
                  </a:cubicBezTo>
                  <a:cubicBezTo>
                    <a:pt x="83072" y="21977"/>
                    <a:pt x="96051" y="24347"/>
                    <a:pt x="100762" y="28117"/>
                  </a:cubicBezTo>
                  <a:cubicBezTo>
                    <a:pt x="105716" y="32098"/>
                    <a:pt x="98908" y="48299"/>
                    <a:pt x="109698" y="48482"/>
                  </a:cubicBezTo>
                  <a:cubicBezTo>
                    <a:pt x="114653" y="48573"/>
                    <a:pt x="117753" y="48846"/>
                    <a:pt x="120458" y="53254"/>
                  </a:cubicBezTo>
                  <a:cubicBezTo>
                    <a:pt x="122586" y="56628"/>
                    <a:pt x="121948" y="59242"/>
                    <a:pt x="127176" y="59576"/>
                  </a:cubicBezTo>
                  <a:cubicBezTo>
                    <a:pt x="133133" y="60001"/>
                    <a:pt x="142404" y="58360"/>
                    <a:pt x="146963" y="63375"/>
                  </a:cubicBezTo>
                  <a:cubicBezTo>
                    <a:pt x="149699" y="66385"/>
                    <a:pt x="153985" y="70792"/>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27"/>
            <p:cNvSpPr/>
            <p:nvPr/>
          </p:nvSpPr>
          <p:spPr>
            <a:xfrm>
              <a:off x="2975000" y="442550"/>
              <a:ext cx="3963625" cy="1767525"/>
            </a:xfrm>
            <a:custGeom>
              <a:rect b="b" l="l" r="r" t="t"/>
              <a:pathLst>
                <a:path extrusionOk="0" fill="none" h="70701" w="158545">
                  <a:moveTo>
                    <a:pt x="0" y="1"/>
                  </a:moveTo>
                  <a:cubicBezTo>
                    <a:pt x="5715" y="2250"/>
                    <a:pt x="11794" y="3314"/>
                    <a:pt x="17934" y="3192"/>
                  </a:cubicBezTo>
                  <a:cubicBezTo>
                    <a:pt x="23770" y="2979"/>
                    <a:pt x="29575" y="3314"/>
                    <a:pt x="35411" y="2341"/>
                  </a:cubicBezTo>
                  <a:cubicBezTo>
                    <a:pt x="44439" y="791"/>
                    <a:pt x="50518" y="2371"/>
                    <a:pt x="48147" y="11916"/>
                  </a:cubicBezTo>
                  <a:cubicBezTo>
                    <a:pt x="46627" y="18086"/>
                    <a:pt x="34894" y="38725"/>
                    <a:pt x="50883" y="33253"/>
                  </a:cubicBezTo>
                  <a:cubicBezTo>
                    <a:pt x="59697" y="30244"/>
                    <a:pt x="68482" y="26688"/>
                    <a:pt x="77418" y="23922"/>
                  </a:cubicBezTo>
                  <a:cubicBezTo>
                    <a:pt x="84227" y="21794"/>
                    <a:pt x="97601" y="22585"/>
                    <a:pt x="102312" y="26779"/>
                  </a:cubicBezTo>
                  <a:cubicBezTo>
                    <a:pt x="107510" y="31399"/>
                    <a:pt x="99394" y="48056"/>
                    <a:pt x="110276" y="48330"/>
                  </a:cubicBezTo>
                  <a:cubicBezTo>
                    <a:pt x="115200" y="48451"/>
                    <a:pt x="117966" y="49181"/>
                    <a:pt x="120945" y="52889"/>
                  </a:cubicBezTo>
                  <a:cubicBezTo>
                    <a:pt x="123376" y="55928"/>
                    <a:pt x="122464" y="58877"/>
                    <a:pt x="127784" y="59150"/>
                  </a:cubicBezTo>
                  <a:cubicBezTo>
                    <a:pt x="133711" y="59454"/>
                    <a:pt x="142769" y="58026"/>
                    <a:pt x="147267" y="63223"/>
                  </a:cubicBezTo>
                  <a:cubicBezTo>
                    <a:pt x="149881" y="66202"/>
                    <a:pt x="154076" y="70701"/>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27"/>
            <p:cNvSpPr/>
            <p:nvPr/>
          </p:nvSpPr>
          <p:spPr>
            <a:xfrm>
              <a:off x="2975000" y="442550"/>
              <a:ext cx="3962850" cy="1765250"/>
            </a:xfrm>
            <a:custGeom>
              <a:rect b="b" l="l" r="r" t="t"/>
              <a:pathLst>
                <a:path extrusionOk="0" fill="none" h="70610" w="158514">
                  <a:moveTo>
                    <a:pt x="0" y="1"/>
                  </a:moveTo>
                  <a:cubicBezTo>
                    <a:pt x="5745" y="2219"/>
                    <a:pt x="11885" y="3223"/>
                    <a:pt x="18025" y="2949"/>
                  </a:cubicBezTo>
                  <a:cubicBezTo>
                    <a:pt x="23800" y="2645"/>
                    <a:pt x="29514" y="2493"/>
                    <a:pt x="35259" y="1490"/>
                  </a:cubicBezTo>
                  <a:cubicBezTo>
                    <a:pt x="38056" y="1004"/>
                    <a:pt x="42189" y="396"/>
                    <a:pt x="44986" y="1064"/>
                  </a:cubicBezTo>
                  <a:cubicBezTo>
                    <a:pt x="50183" y="2280"/>
                    <a:pt x="51065" y="4803"/>
                    <a:pt x="50487" y="9454"/>
                  </a:cubicBezTo>
                  <a:cubicBezTo>
                    <a:pt x="49728" y="14986"/>
                    <a:pt x="36627" y="36870"/>
                    <a:pt x="52068" y="31825"/>
                  </a:cubicBezTo>
                  <a:cubicBezTo>
                    <a:pt x="60944" y="28937"/>
                    <a:pt x="69910" y="25533"/>
                    <a:pt x="79029" y="23010"/>
                  </a:cubicBezTo>
                  <a:cubicBezTo>
                    <a:pt x="86111" y="21095"/>
                    <a:pt x="98969" y="21551"/>
                    <a:pt x="103893" y="25472"/>
                  </a:cubicBezTo>
                  <a:cubicBezTo>
                    <a:pt x="109212" y="29697"/>
                    <a:pt x="100093" y="47661"/>
                    <a:pt x="110823" y="48147"/>
                  </a:cubicBezTo>
                  <a:cubicBezTo>
                    <a:pt x="115595" y="48360"/>
                    <a:pt x="118422" y="49120"/>
                    <a:pt x="121431" y="52646"/>
                  </a:cubicBezTo>
                  <a:cubicBezTo>
                    <a:pt x="123923" y="55594"/>
                    <a:pt x="123103" y="58542"/>
                    <a:pt x="128300" y="58786"/>
                  </a:cubicBezTo>
                  <a:cubicBezTo>
                    <a:pt x="134288" y="59059"/>
                    <a:pt x="143042" y="57783"/>
                    <a:pt x="147480" y="63041"/>
                  </a:cubicBezTo>
                  <a:cubicBezTo>
                    <a:pt x="150003" y="65989"/>
                    <a:pt x="154076" y="7061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27"/>
            <p:cNvSpPr/>
            <p:nvPr/>
          </p:nvSpPr>
          <p:spPr>
            <a:xfrm>
              <a:off x="2975000" y="428125"/>
              <a:ext cx="3962850" cy="1777400"/>
            </a:xfrm>
            <a:custGeom>
              <a:rect b="b" l="l" r="r" t="t"/>
              <a:pathLst>
                <a:path extrusionOk="0" fill="none" h="71096" w="158514">
                  <a:moveTo>
                    <a:pt x="0" y="578"/>
                  </a:moveTo>
                  <a:cubicBezTo>
                    <a:pt x="5715" y="2705"/>
                    <a:pt x="12128" y="3769"/>
                    <a:pt x="18146" y="3313"/>
                  </a:cubicBezTo>
                  <a:cubicBezTo>
                    <a:pt x="23861" y="2888"/>
                    <a:pt x="29484" y="2219"/>
                    <a:pt x="35138" y="1246"/>
                  </a:cubicBezTo>
                  <a:cubicBezTo>
                    <a:pt x="42554" y="0"/>
                    <a:pt x="52281" y="1489"/>
                    <a:pt x="52585" y="7994"/>
                  </a:cubicBezTo>
                  <a:cubicBezTo>
                    <a:pt x="52767" y="12523"/>
                    <a:pt x="39211" y="35350"/>
                    <a:pt x="53436" y="30882"/>
                  </a:cubicBezTo>
                  <a:cubicBezTo>
                    <a:pt x="62372" y="28086"/>
                    <a:pt x="71673" y="25137"/>
                    <a:pt x="80914" y="22736"/>
                  </a:cubicBezTo>
                  <a:cubicBezTo>
                    <a:pt x="88604" y="20760"/>
                    <a:pt x="100032" y="21551"/>
                    <a:pt x="105443" y="24803"/>
                  </a:cubicBezTo>
                  <a:cubicBezTo>
                    <a:pt x="111674" y="28511"/>
                    <a:pt x="99941" y="47508"/>
                    <a:pt x="111431" y="48511"/>
                  </a:cubicBezTo>
                  <a:cubicBezTo>
                    <a:pt x="116081" y="48937"/>
                    <a:pt x="118847" y="49606"/>
                    <a:pt x="121887" y="52980"/>
                  </a:cubicBezTo>
                  <a:cubicBezTo>
                    <a:pt x="124440" y="55837"/>
                    <a:pt x="123741" y="58785"/>
                    <a:pt x="128787" y="58998"/>
                  </a:cubicBezTo>
                  <a:cubicBezTo>
                    <a:pt x="134836" y="59271"/>
                    <a:pt x="143316" y="58147"/>
                    <a:pt x="147723" y="63436"/>
                  </a:cubicBezTo>
                  <a:cubicBezTo>
                    <a:pt x="150125" y="66323"/>
                    <a:pt x="154106" y="71095"/>
                    <a:pt x="158514" y="6924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27"/>
            <p:cNvSpPr/>
            <p:nvPr/>
          </p:nvSpPr>
          <p:spPr>
            <a:xfrm>
              <a:off x="2975000" y="412925"/>
              <a:ext cx="3962850" cy="1789550"/>
            </a:xfrm>
            <a:custGeom>
              <a:rect b="b" l="l" r="r" t="t"/>
              <a:pathLst>
                <a:path extrusionOk="0" fill="none" h="71582" w="158514">
                  <a:moveTo>
                    <a:pt x="0" y="1186"/>
                  </a:moveTo>
                  <a:cubicBezTo>
                    <a:pt x="5745" y="3283"/>
                    <a:pt x="12219" y="4286"/>
                    <a:pt x="18238" y="3678"/>
                  </a:cubicBezTo>
                  <a:cubicBezTo>
                    <a:pt x="23891" y="3131"/>
                    <a:pt x="29454" y="1976"/>
                    <a:pt x="35046" y="1034"/>
                  </a:cubicBezTo>
                  <a:cubicBezTo>
                    <a:pt x="41308" y="0"/>
                    <a:pt x="52980" y="638"/>
                    <a:pt x="54317" y="7082"/>
                  </a:cubicBezTo>
                  <a:cubicBezTo>
                    <a:pt x="55260" y="11672"/>
                    <a:pt x="42159" y="33557"/>
                    <a:pt x="54895" y="29879"/>
                  </a:cubicBezTo>
                  <a:cubicBezTo>
                    <a:pt x="64044" y="27204"/>
                    <a:pt x="73588" y="24864"/>
                    <a:pt x="82950" y="22523"/>
                  </a:cubicBezTo>
                  <a:cubicBezTo>
                    <a:pt x="90488" y="20608"/>
                    <a:pt x="101248" y="21186"/>
                    <a:pt x="106932" y="24256"/>
                  </a:cubicBezTo>
                  <a:cubicBezTo>
                    <a:pt x="113862" y="27964"/>
                    <a:pt x="100762" y="47478"/>
                    <a:pt x="112069" y="48876"/>
                  </a:cubicBezTo>
                  <a:cubicBezTo>
                    <a:pt x="116264" y="49363"/>
                    <a:pt x="119729" y="49879"/>
                    <a:pt x="122343" y="53344"/>
                  </a:cubicBezTo>
                  <a:cubicBezTo>
                    <a:pt x="124562" y="56354"/>
                    <a:pt x="124653" y="59089"/>
                    <a:pt x="129273" y="59272"/>
                  </a:cubicBezTo>
                  <a:cubicBezTo>
                    <a:pt x="135352" y="59545"/>
                    <a:pt x="143620" y="58603"/>
                    <a:pt x="147936" y="63861"/>
                  </a:cubicBezTo>
                  <a:cubicBezTo>
                    <a:pt x="150277" y="66688"/>
                    <a:pt x="154137" y="71582"/>
                    <a:pt x="158514" y="6984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27"/>
            <p:cNvSpPr/>
            <p:nvPr/>
          </p:nvSpPr>
          <p:spPr>
            <a:xfrm>
              <a:off x="2975000" y="386325"/>
              <a:ext cx="3962850" cy="1813875"/>
            </a:xfrm>
            <a:custGeom>
              <a:rect b="b" l="l" r="r" t="t"/>
              <a:pathLst>
                <a:path extrusionOk="0" fill="none" h="72555" w="158514">
                  <a:moveTo>
                    <a:pt x="0" y="2250"/>
                  </a:moveTo>
                  <a:cubicBezTo>
                    <a:pt x="5806" y="4286"/>
                    <a:pt x="12371" y="5259"/>
                    <a:pt x="18390" y="4529"/>
                  </a:cubicBezTo>
                  <a:cubicBezTo>
                    <a:pt x="23982" y="3830"/>
                    <a:pt x="29423" y="2250"/>
                    <a:pt x="35046" y="1307"/>
                  </a:cubicBezTo>
                  <a:cubicBezTo>
                    <a:pt x="42767" y="0"/>
                    <a:pt x="52402" y="2067"/>
                    <a:pt x="55685" y="7174"/>
                  </a:cubicBezTo>
                  <a:cubicBezTo>
                    <a:pt x="57570" y="10183"/>
                    <a:pt x="46658" y="32159"/>
                    <a:pt x="56719" y="29271"/>
                  </a:cubicBezTo>
                  <a:cubicBezTo>
                    <a:pt x="65442" y="26748"/>
                    <a:pt x="75746" y="25077"/>
                    <a:pt x="85139" y="22736"/>
                  </a:cubicBezTo>
                  <a:cubicBezTo>
                    <a:pt x="92494" y="20882"/>
                    <a:pt x="102099" y="21338"/>
                    <a:pt x="108300" y="24317"/>
                  </a:cubicBezTo>
                  <a:cubicBezTo>
                    <a:pt x="116477" y="28207"/>
                    <a:pt x="101765" y="47873"/>
                    <a:pt x="112799" y="49636"/>
                  </a:cubicBezTo>
                  <a:cubicBezTo>
                    <a:pt x="116780" y="50275"/>
                    <a:pt x="120215" y="50852"/>
                    <a:pt x="122768" y="54165"/>
                  </a:cubicBezTo>
                  <a:cubicBezTo>
                    <a:pt x="125048" y="57083"/>
                    <a:pt x="125200" y="59849"/>
                    <a:pt x="129729" y="60032"/>
                  </a:cubicBezTo>
                  <a:cubicBezTo>
                    <a:pt x="135839" y="60336"/>
                    <a:pt x="143893" y="59545"/>
                    <a:pt x="148179" y="64773"/>
                  </a:cubicBezTo>
                  <a:cubicBezTo>
                    <a:pt x="150459" y="67539"/>
                    <a:pt x="154167" y="72555"/>
                    <a:pt x="158514" y="7091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27"/>
            <p:cNvSpPr/>
            <p:nvPr/>
          </p:nvSpPr>
          <p:spPr>
            <a:xfrm>
              <a:off x="2975000" y="367325"/>
              <a:ext cx="3962850" cy="1829825"/>
            </a:xfrm>
            <a:custGeom>
              <a:rect b="b" l="l" r="r" t="t"/>
              <a:pathLst>
                <a:path extrusionOk="0" fill="none" h="73193" w="158514">
                  <a:moveTo>
                    <a:pt x="0" y="3010"/>
                  </a:moveTo>
                  <a:cubicBezTo>
                    <a:pt x="5836" y="5016"/>
                    <a:pt x="12432" y="5897"/>
                    <a:pt x="18481" y="5046"/>
                  </a:cubicBezTo>
                  <a:cubicBezTo>
                    <a:pt x="24104" y="4286"/>
                    <a:pt x="29514" y="2067"/>
                    <a:pt x="35077" y="1216"/>
                  </a:cubicBezTo>
                  <a:cubicBezTo>
                    <a:pt x="43010" y="0"/>
                    <a:pt x="51703" y="2584"/>
                    <a:pt x="56719" y="7447"/>
                  </a:cubicBezTo>
                  <a:cubicBezTo>
                    <a:pt x="60123" y="10791"/>
                    <a:pt x="50335" y="30396"/>
                    <a:pt x="58998" y="28360"/>
                  </a:cubicBezTo>
                  <a:cubicBezTo>
                    <a:pt x="67722" y="26293"/>
                    <a:pt x="78056" y="25016"/>
                    <a:pt x="87357" y="22615"/>
                  </a:cubicBezTo>
                  <a:cubicBezTo>
                    <a:pt x="94531" y="20761"/>
                    <a:pt x="103224" y="21065"/>
                    <a:pt x="109546" y="24104"/>
                  </a:cubicBezTo>
                  <a:cubicBezTo>
                    <a:pt x="118209" y="28268"/>
                    <a:pt x="103376" y="47965"/>
                    <a:pt x="113559" y="50062"/>
                  </a:cubicBezTo>
                  <a:cubicBezTo>
                    <a:pt x="117328" y="50822"/>
                    <a:pt x="120671" y="51551"/>
                    <a:pt x="123194" y="54682"/>
                  </a:cubicBezTo>
                  <a:cubicBezTo>
                    <a:pt x="125474" y="57539"/>
                    <a:pt x="125717" y="60305"/>
                    <a:pt x="130155" y="60518"/>
                  </a:cubicBezTo>
                  <a:cubicBezTo>
                    <a:pt x="136295" y="60852"/>
                    <a:pt x="144137" y="60214"/>
                    <a:pt x="148392" y="65381"/>
                  </a:cubicBezTo>
                  <a:cubicBezTo>
                    <a:pt x="150611" y="68056"/>
                    <a:pt x="154228" y="73193"/>
                    <a:pt x="158514" y="7167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27"/>
            <p:cNvSpPr/>
            <p:nvPr/>
          </p:nvSpPr>
          <p:spPr>
            <a:xfrm>
              <a:off x="2975000" y="347575"/>
              <a:ext cx="3962850" cy="1845775"/>
            </a:xfrm>
            <a:custGeom>
              <a:rect b="b" l="l" r="r" t="t"/>
              <a:pathLst>
                <a:path extrusionOk="0" fill="none" h="73831" w="158514">
                  <a:moveTo>
                    <a:pt x="0" y="3800"/>
                  </a:moveTo>
                  <a:cubicBezTo>
                    <a:pt x="5867" y="5775"/>
                    <a:pt x="12554" y="6566"/>
                    <a:pt x="18602" y="5623"/>
                  </a:cubicBezTo>
                  <a:cubicBezTo>
                    <a:pt x="24256" y="4711"/>
                    <a:pt x="29575" y="1915"/>
                    <a:pt x="35229" y="1125"/>
                  </a:cubicBezTo>
                  <a:cubicBezTo>
                    <a:pt x="43284" y="0"/>
                    <a:pt x="51217" y="3404"/>
                    <a:pt x="57448" y="7903"/>
                  </a:cubicBezTo>
                  <a:cubicBezTo>
                    <a:pt x="62129" y="11247"/>
                    <a:pt x="59454" y="16353"/>
                    <a:pt x="58421" y="20852"/>
                  </a:cubicBezTo>
                  <a:cubicBezTo>
                    <a:pt x="57782" y="23587"/>
                    <a:pt x="56506" y="28420"/>
                    <a:pt x="61582" y="27599"/>
                  </a:cubicBezTo>
                  <a:cubicBezTo>
                    <a:pt x="70305" y="26171"/>
                    <a:pt x="80366" y="24925"/>
                    <a:pt x="89516" y="22493"/>
                  </a:cubicBezTo>
                  <a:cubicBezTo>
                    <a:pt x="96628" y="20639"/>
                    <a:pt x="104501" y="20700"/>
                    <a:pt x="110732" y="23952"/>
                  </a:cubicBezTo>
                  <a:cubicBezTo>
                    <a:pt x="119698" y="28663"/>
                    <a:pt x="104501" y="47600"/>
                    <a:pt x="114379" y="50487"/>
                  </a:cubicBezTo>
                  <a:cubicBezTo>
                    <a:pt x="117996" y="51551"/>
                    <a:pt x="121157" y="52250"/>
                    <a:pt x="123619" y="55229"/>
                  </a:cubicBezTo>
                  <a:cubicBezTo>
                    <a:pt x="125899" y="57995"/>
                    <a:pt x="126203" y="60791"/>
                    <a:pt x="130550" y="61065"/>
                  </a:cubicBezTo>
                  <a:cubicBezTo>
                    <a:pt x="136659" y="61399"/>
                    <a:pt x="144380" y="60913"/>
                    <a:pt x="148605" y="65989"/>
                  </a:cubicBezTo>
                  <a:cubicBezTo>
                    <a:pt x="150793" y="68603"/>
                    <a:pt x="154258" y="73831"/>
                    <a:pt x="158514" y="7246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27"/>
            <p:cNvSpPr/>
            <p:nvPr/>
          </p:nvSpPr>
          <p:spPr>
            <a:xfrm>
              <a:off x="2975000" y="324000"/>
              <a:ext cx="3962850" cy="1867075"/>
            </a:xfrm>
            <a:custGeom>
              <a:rect b="b" l="l" r="r" t="t"/>
              <a:pathLst>
                <a:path extrusionOk="0" fill="none" h="74683" w="158514">
                  <a:moveTo>
                    <a:pt x="0" y="4743"/>
                  </a:moveTo>
                  <a:cubicBezTo>
                    <a:pt x="5897" y="6688"/>
                    <a:pt x="12645" y="7387"/>
                    <a:pt x="18724" y="6323"/>
                  </a:cubicBezTo>
                  <a:cubicBezTo>
                    <a:pt x="24469" y="5290"/>
                    <a:pt x="29758" y="1977"/>
                    <a:pt x="35502" y="1156"/>
                  </a:cubicBezTo>
                  <a:cubicBezTo>
                    <a:pt x="43466" y="1"/>
                    <a:pt x="51460" y="4682"/>
                    <a:pt x="57934" y="8572"/>
                  </a:cubicBezTo>
                  <a:cubicBezTo>
                    <a:pt x="62858" y="11521"/>
                    <a:pt x="62099" y="15411"/>
                    <a:pt x="61339" y="20153"/>
                  </a:cubicBezTo>
                  <a:cubicBezTo>
                    <a:pt x="60883" y="22919"/>
                    <a:pt x="59576" y="27448"/>
                    <a:pt x="64378" y="27144"/>
                  </a:cubicBezTo>
                  <a:cubicBezTo>
                    <a:pt x="73223" y="26597"/>
                    <a:pt x="82737" y="24834"/>
                    <a:pt x="91643" y="22494"/>
                  </a:cubicBezTo>
                  <a:cubicBezTo>
                    <a:pt x="98817" y="20609"/>
                    <a:pt x="105747" y="20366"/>
                    <a:pt x="111856" y="23983"/>
                  </a:cubicBezTo>
                  <a:cubicBezTo>
                    <a:pt x="120519" y="29120"/>
                    <a:pt x="105990" y="47296"/>
                    <a:pt x="115230" y="51035"/>
                  </a:cubicBezTo>
                  <a:cubicBezTo>
                    <a:pt x="118543" y="52372"/>
                    <a:pt x="121705" y="53072"/>
                    <a:pt x="124045" y="55898"/>
                  </a:cubicBezTo>
                  <a:cubicBezTo>
                    <a:pt x="126325" y="58634"/>
                    <a:pt x="126659" y="61461"/>
                    <a:pt x="130914" y="61765"/>
                  </a:cubicBezTo>
                  <a:cubicBezTo>
                    <a:pt x="136994" y="62160"/>
                    <a:pt x="144593" y="61825"/>
                    <a:pt x="148818" y="66810"/>
                  </a:cubicBezTo>
                  <a:cubicBezTo>
                    <a:pt x="150945" y="69364"/>
                    <a:pt x="154289" y="74683"/>
                    <a:pt x="158514" y="73406"/>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27"/>
            <p:cNvSpPr/>
            <p:nvPr/>
          </p:nvSpPr>
          <p:spPr>
            <a:xfrm>
              <a:off x="2975000" y="297425"/>
              <a:ext cx="3962850" cy="1890625"/>
            </a:xfrm>
            <a:custGeom>
              <a:rect b="b" l="l" r="r" t="t"/>
              <a:pathLst>
                <a:path extrusionOk="0" fill="none" h="75625" w="158514">
                  <a:moveTo>
                    <a:pt x="0" y="5806"/>
                  </a:moveTo>
                  <a:cubicBezTo>
                    <a:pt x="5927" y="7690"/>
                    <a:pt x="12918" y="8450"/>
                    <a:pt x="18815" y="7173"/>
                  </a:cubicBezTo>
                  <a:cubicBezTo>
                    <a:pt x="24530" y="5927"/>
                    <a:pt x="30122" y="2128"/>
                    <a:pt x="35928" y="1216"/>
                  </a:cubicBezTo>
                  <a:cubicBezTo>
                    <a:pt x="43648" y="0"/>
                    <a:pt x="52494" y="5593"/>
                    <a:pt x="58178" y="9392"/>
                  </a:cubicBezTo>
                  <a:cubicBezTo>
                    <a:pt x="62585" y="12310"/>
                    <a:pt x="64226" y="14347"/>
                    <a:pt x="64074" y="19940"/>
                  </a:cubicBezTo>
                  <a:cubicBezTo>
                    <a:pt x="64014" y="22797"/>
                    <a:pt x="62828" y="26839"/>
                    <a:pt x="67296" y="27022"/>
                  </a:cubicBezTo>
                  <a:cubicBezTo>
                    <a:pt x="76081" y="27417"/>
                    <a:pt x="85199" y="24560"/>
                    <a:pt x="93589" y="22584"/>
                  </a:cubicBezTo>
                  <a:cubicBezTo>
                    <a:pt x="100975" y="20851"/>
                    <a:pt x="106598" y="19879"/>
                    <a:pt x="112920" y="24165"/>
                  </a:cubicBezTo>
                  <a:cubicBezTo>
                    <a:pt x="121188" y="29788"/>
                    <a:pt x="107753" y="47113"/>
                    <a:pt x="116142" y="51673"/>
                  </a:cubicBezTo>
                  <a:cubicBezTo>
                    <a:pt x="119030" y="53223"/>
                    <a:pt x="122221" y="54013"/>
                    <a:pt x="124501" y="56718"/>
                  </a:cubicBezTo>
                  <a:cubicBezTo>
                    <a:pt x="126781" y="59423"/>
                    <a:pt x="127115" y="62281"/>
                    <a:pt x="131279" y="62615"/>
                  </a:cubicBezTo>
                  <a:cubicBezTo>
                    <a:pt x="137358" y="63101"/>
                    <a:pt x="144836" y="62828"/>
                    <a:pt x="149030" y="67752"/>
                  </a:cubicBezTo>
                  <a:cubicBezTo>
                    <a:pt x="151158" y="70244"/>
                    <a:pt x="154350" y="75624"/>
                    <a:pt x="158514" y="7446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27"/>
            <p:cNvSpPr/>
            <p:nvPr/>
          </p:nvSpPr>
          <p:spPr>
            <a:xfrm>
              <a:off x="2975000" y="270050"/>
              <a:ext cx="3962100" cy="1914200"/>
            </a:xfrm>
            <a:custGeom>
              <a:rect b="b" l="l" r="r" t="t"/>
              <a:pathLst>
                <a:path extrusionOk="0" fill="none" h="76568" w="158484">
                  <a:moveTo>
                    <a:pt x="0" y="6901"/>
                  </a:moveTo>
                  <a:cubicBezTo>
                    <a:pt x="5988" y="8785"/>
                    <a:pt x="13040" y="9484"/>
                    <a:pt x="18937" y="8025"/>
                  </a:cubicBezTo>
                  <a:cubicBezTo>
                    <a:pt x="24803" y="6627"/>
                    <a:pt x="30396" y="2402"/>
                    <a:pt x="36414" y="1338"/>
                  </a:cubicBezTo>
                  <a:cubicBezTo>
                    <a:pt x="44013" y="1"/>
                    <a:pt x="52463" y="6688"/>
                    <a:pt x="58208" y="10244"/>
                  </a:cubicBezTo>
                  <a:cubicBezTo>
                    <a:pt x="62676" y="13010"/>
                    <a:pt x="65138" y="14925"/>
                    <a:pt x="66476" y="20092"/>
                  </a:cubicBezTo>
                  <a:cubicBezTo>
                    <a:pt x="67235" y="22980"/>
                    <a:pt x="65868" y="26536"/>
                    <a:pt x="70214" y="27144"/>
                  </a:cubicBezTo>
                  <a:cubicBezTo>
                    <a:pt x="78695" y="28329"/>
                    <a:pt x="87753" y="24104"/>
                    <a:pt x="95351" y="22646"/>
                  </a:cubicBezTo>
                  <a:cubicBezTo>
                    <a:pt x="102950" y="21187"/>
                    <a:pt x="107327" y="19150"/>
                    <a:pt x="113893" y="24408"/>
                  </a:cubicBezTo>
                  <a:cubicBezTo>
                    <a:pt x="121309" y="30366"/>
                    <a:pt x="109668" y="47023"/>
                    <a:pt x="117084" y="52251"/>
                  </a:cubicBezTo>
                  <a:cubicBezTo>
                    <a:pt x="119577" y="54014"/>
                    <a:pt x="122586" y="54956"/>
                    <a:pt x="125018" y="57418"/>
                  </a:cubicBezTo>
                  <a:cubicBezTo>
                    <a:pt x="127419" y="59880"/>
                    <a:pt x="127145" y="63011"/>
                    <a:pt x="131614" y="63436"/>
                  </a:cubicBezTo>
                  <a:cubicBezTo>
                    <a:pt x="137602" y="64014"/>
                    <a:pt x="144988" y="63832"/>
                    <a:pt x="149213" y="68695"/>
                  </a:cubicBezTo>
                  <a:cubicBezTo>
                    <a:pt x="151310" y="71126"/>
                    <a:pt x="154410" y="76567"/>
                    <a:pt x="158483" y="755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27"/>
            <p:cNvSpPr/>
            <p:nvPr/>
          </p:nvSpPr>
          <p:spPr>
            <a:xfrm>
              <a:off x="2975000" y="244975"/>
              <a:ext cx="3962100" cy="1937000"/>
            </a:xfrm>
            <a:custGeom>
              <a:rect b="b" l="l" r="r" t="t"/>
              <a:pathLst>
                <a:path extrusionOk="0" fill="none" h="77480" w="158484">
                  <a:moveTo>
                    <a:pt x="0" y="7904"/>
                  </a:moveTo>
                  <a:cubicBezTo>
                    <a:pt x="6019" y="9758"/>
                    <a:pt x="13162" y="10366"/>
                    <a:pt x="19058" y="8815"/>
                  </a:cubicBezTo>
                  <a:cubicBezTo>
                    <a:pt x="25077" y="7204"/>
                    <a:pt x="30730" y="2554"/>
                    <a:pt x="36992" y="1429"/>
                  </a:cubicBezTo>
                  <a:cubicBezTo>
                    <a:pt x="44773" y="1"/>
                    <a:pt x="52038" y="7296"/>
                    <a:pt x="58086" y="10974"/>
                  </a:cubicBezTo>
                  <a:cubicBezTo>
                    <a:pt x="62463" y="13618"/>
                    <a:pt x="66111" y="15806"/>
                    <a:pt x="68482" y="20457"/>
                  </a:cubicBezTo>
                  <a:cubicBezTo>
                    <a:pt x="69910" y="23253"/>
                    <a:pt x="69090" y="26475"/>
                    <a:pt x="73041" y="27387"/>
                  </a:cubicBezTo>
                  <a:cubicBezTo>
                    <a:pt x="81005" y="29180"/>
                    <a:pt x="90002" y="23679"/>
                    <a:pt x="96841" y="22615"/>
                  </a:cubicBezTo>
                  <a:cubicBezTo>
                    <a:pt x="104622" y="21399"/>
                    <a:pt x="107692" y="18360"/>
                    <a:pt x="114714" y="24621"/>
                  </a:cubicBezTo>
                  <a:cubicBezTo>
                    <a:pt x="121917" y="31065"/>
                    <a:pt x="111552" y="46780"/>
                    <a:pt x="118087" y="52767"/>
                  </a:cubicBezTo>
                  <a:cubicBezTo>
                    <a:pt x="120124" y="54682"/>
                    <a:pt x="123224" y="55807"/>
                    <a:pt x="125443" y="58178"/>
                  </a:cubicBezTo>
                  <a:cubicBezTo>
                    <a:pt x="127784" y="60640"/>
                    <a:pt x="127632" y="63771"/>
                    <a:pt x="131918" y="64257"/>
                  </a:cubicBezTo>
                  <a:cubicBezTo>
                    <a:pt x="137905" y="64956"/>
                    <a:pt x="145170" y="64804"/>
                    <a:pt x="149425" y="69576"/>
                  </a:cubicBezTo>
                  <a:cubicBezTo>
                    <a:pt x="151523" y="71947"/>
                    <a:pt x="154471" y="77479"/>
                    <a:pt x="158483" y="765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27"/>
            <p:cNvSpPr/>
            <p:nvPr/>
          </p:nvSpPr>
          <p:spPr>
            <a:xfrm>
              <a:off x="2975000" y="222950"/>
              <a:ext cx="3962100" cy="1955225"/>
            </a:xfrm>
            <a:custGeom>
              <a:rect b="b" l="l" r="r" t="t"/>
              <a:pathLst>
                <a:path extrusionOk="0" fill="none" h="78209" w="158484">
                  <a:moveTo>
                    <a:pt x="0" y="8785"/>
                  </a:moveTo>
                  <a:cubicBezTo>
                    <a:pt x="6079" y="10608"/>
                    <a:pt x="13313" y="11155"/>
                    <a:pt x="19180" y="9453"/>
                  </a:cubicBezTo>
                  <a:cubicBezTo>
                    <a:pt x="25289" y="7690"/>
                    <a:pt x="31125" y="2584"/>
                    <a:pt x="37569" y="1459"/>
                  </a:cubicBezTo>
                  <a:cubicBezTo>
                    <a:pt x="45776" y="0"/>
                    <a:pt x="51642" y="7630"/>
                    <a:pt x="57874" y="11520"/>
                  </a:cubicBezTo>
                  <a:cubicBezTo>
                    <a:pt x="62099" y="14134"/>
                    <a:pt x="67175" y="16596"/>
                    <a:pt x="70123" y="20882"/>
                  </a:cubicBezTo>
                  <a:cubicBezTo>
                    <a:pt x="71886" y="23466"/>
                    <a:pt x="72190" y="26688"/>
                    <a:pt x="75625" y="27569"/>
                  </a:cubicBezTo>
                  <a:cubicBezTo>
                    <a:pt x="83193" y="29484"/>
                    <a:pt x="91339" y="23374"/>
                    <a:pt x="97996" y="22371"/>
                  </a:cubicBezTo>
                  <a:cubicBezTo>
                    <a:pt x="106051" y="21186"/>
                    <a:pt x="108391" y="17630"/>
                    <a:pt x="115473" y="24773"/>
                  </a:cubicBezTo>
                  <a:cubicBezTo>
                    <a:pt x="122039" y="31369"/>
                    <a:pt x="113528" y="46475"/>
                    <a:pt x="119060" y="53101"/>
                  </a:cubicBezTo>
                  <a:cubicBezTo>
                    <a:pt x="120732" y="55107"/>
                    <a:pt x="123802" y="56475"/>
                    <a:pt x="125869" y="58785"/>
                  </a:cubicBezTo>
                  <a:cubicBezTo>
                    <a:pt x="128088" y="61247"/>
                    <a:pt x="128057" y="64348"/>
                    <a:pt x="132191" y="64925"/>
                  </a:cubicBezTo>
                  <a:cubicBezTo>
                    <a:pt x="138179" y="65746"/>
                    <a:pt x="145352" y="65594"/>
                    <a:pt x="149608" y="70305"/>
                  </a:cubicBezTo>
                  <a:cubicBezTo>
                    <a:pt x="151705" y="72615"/>
                    <a:pt x="154502" y="78208"/>
                    <a:pt x="158483" y="7744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27"/>
            <p:cNvSpPr/>
            <p:nvPr/>
          </p:nvSpPr>
          <p:spPr>
            <a:xfrm>
              <a:off x="2975000" y="197875"/>
              <a:ext cx="3962850" cy="1976500"/>
            </a:xfrm>
            <a:custGeom>
              <a:rect b="b" l="l" r="r" t="t"/>
              <a:pathLst>
                <a:path extrusionOk="0" fill="none" h="79060" w="158514">
                  <a:moveTo>
                    <a:pt x="0" y="9788"/>
                  </a:moveTo>
                  <a:cubicBezTo>
                    <a:pt x="6110" y="11551"/>
                    <a:pt x="13222" y="11824"/>
                    <a:pt x="19301" y="10244"/>
                  </a:cubicBezTo>
                  <a:cubicBezTo>
                    <a:pt x="26080" y="8450"/>
                    <a:pt x="31369" y="3040"/>
                    <a:pt x="38208" y="1642"/>
                  </a:cubicBezTo>
                  <a:cubicBezTo>
                    <a:pt x="46384" y="0"/>
                    <a:pt x="51855" y="8207"/>
                    <a:pt x="57600" y="12098"/>
                  </a:cubicBezTo>
                  <a:cubicBezTo>
                    <a:pt x="61886" y="14985"/>
                    <a:pt x="67296" y="17478"/>
                    <a:pt x="71065" y="21368"/>
                  </a:cubicBezTo>
                  <a:cubicBezTo>
                    <a:pt x="73315" y="23678"/>
                    <a:pt x="74743" y="27113"/>
                    <a:pt x="77904" y="27903"/>
                  </a:cubicBezTo>
                  <a:cubicBezTo>
                    <a:pt x="84865" y="29575"/>
                    <a:pt x="91978" y="23648"/>
                    <a:pt x="98847" y="22280"/>
                  </a:cubicBezTo>
                  <a:cubicBezTo>
                    <a:pt x="107419" y="20517"/>
                    <a:pt x="109850" y="17903"/>
                    <a:pt x="116233" y="25077"/>
                  </a:cubicBezTo>
                  <a:cubicBezTo>
                    <a:pt x="122069" y="31642"/>
                    <a:pt x="115656" y="46536"/>
                    <a:pt x="120154" y="53557"/>
                  </a:cubicBezTo>
                  <a:cubicBezTo>
                    <a:pt x="121492" y="55624"/>
                    <a:pt x="124471" y="57235"/>
                    <a:pt x="126325" y="59484"/>
                  </a:cubicBezTo>
                  <a:cubicBezTo>
                    <a:pt x="128422" y="61977"/>
                    <a:pt x="128544" y="65047"/>
                    <a:pt x="132495" y="65685"/>
                  </a:cubicBezTo>
                  <a:cubicBezTo>
                    <a:pt x="138392" y="66658"/>
                    <a:pt x="145565" y="66506"/>
                    <a:pt x="149851" y="71187"/>
                  </a:cubicBezTo>
                  <a:cubicBezTo>
                    <a:pt x="151918" y="73466"/>
                    <a:pt x="154593" y="79059"/>
                    <a:pt x="158514" y="7845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27"/>
            <p:cNvSpPr/>
            <p:nvPr/>
          </p:nvSpPr>
          <p:spPr>
            <a:xfrm>
              <a:off x="2975000" y="180400"/>
              <a:ext cx="3962850" cy="1990925"/>
            </a:xfrm>
            <a:custGeom>
              <a:rect b="b" l="l" r="r" t="t"/>
              <a:pathLst>
                <a:path extrusionOk="0" fill="none" h="79637" w="158514">
                  <a:moveTo>
                    <a:pt x="0" y="10487"/>
                  </a:moveTo>
                  <a:cubicBezTo>
                    <a:pt x="6171" y="12219"/>
                    <a:pt x="13374" y="12371"/>
                    <a:pt x="19453" y="10699"/>
                  </a:cubicBezTo>
                  <a:cubicBezTo>
                    <a:pt x="26384" y="8754"/>
                    <a:pt x="31764" y="2979"/>
                    <a:pt x="38876" y="1611"/>
                  </a:cubicBezTo>
                  <a:cubicBezTo>
                    <a:pt x="47265" y="0"/>
                    <a:pt x="51946" y="8025"/>
                    <a:pt x="57418" y="12280"/>
                  </a:cubicBezTo>
                  <a:cubicBezTo>
                    <a:pt x="61582" y="15532"/>
                    <a:pt x="67083" y="17994"/>
                    <a:pt x="71460" y="21490"/>
                  </a:cubicBezTo>
                  <a:cubicBezTo>
                    <a:pt x="74166" y="23678"/>
                    <a:pt x="76597" y="27143"/>
                    <a:pt x="79789" y="27812"/>
                  </a:cubicBezTo>
                  <a:cubicBezTo>
                    <a:pt x="86172" y="29149"/>
                    <a:pt x="92950" y="23374"/>
                    <a:pt x="99364" y="21733"/>
                  </a:cubicBezTo>
                  <a:cubicBezTo>
                    <a:pt x="107723" y="19605"/>
                    <a:pt x="111218" y="17934"/>
                    <a:pt x="117024" y="25137"/>
                  </a:cubicBezTo>
                  <a:cubicBezTo>
                    <a:pt x="122100" y="31460"/>
                    <a:pt x="117784" y="46475"/>
                    <a:pt x="121249" y="53679"/>
                  </a:cubicBezTo>
                  <a:cubicBezTo>
                    <a:pt x="122708" y="56718"/>
                    <a:pt x="129060" y="65472"/>
                    <a:pt x="132769" y="66171"/>
                  </a:cubicBezTo>
                  <a:cubicBezTo>
                    <a:pt x="138605" y="67296"/>
                    <a:pt x="145748" y="67114"/>
                    <a:pt x="150033" y="71764"/>
                  </a:cubicBezTo>
                  <a:cubicBezTo>
                    <a:pt x="152100" y="73983"/>
                    <a:pt x="154684" y="79637"/>
                    <a:pt x="158514" y="7915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27"/>
            <p:cNvSpPr/>
            <p:nvPr/>
          </p:nvSpPr>
          <p:spPr>
            <a:xfrm>
              <a:off x="2975000" y="165200"/>
              <a:ext cx="3962850" cy="2002325"/>
            </a:xfrm>
            <a:custGeom>
              <a:rect b="b" l="l" r="r" t="t"/>
              <a:pathLst>
                <a:path extrusionOk="0" fill="none" h="80093" w="158514">
                  <a:moveTo>
                    <a:pt x="0" y="11095"/>
                  </a:moveTo>
                  <a:cubicBezTo>
                    <a:pt x="6201" y="12797"/>
                    <a:pt x="13496" y="12858"/>
                    <a:pt x="19575" y="11064"/>
                  </a:cubicBezTo>
                  <a:cubicBezTo>
                    <a:pt x="26688" y="8967"/>
                    <a:pt x="32128" y="2857"/>
                    <a:pt x="39545" y="1520"/>
                  </a:cubicBezTo>
                  <a:cubicBezTo>
                    <a:pt x="47965" y="0"/>
                    <a:pt x="52402" y="7599"/>
                    <a:pt x="57326" y="12280"/>
                  </a:cubicBezTo>
                  <a:cubicBezTo>
                    <a:pt x="61096" y="15867"/>
                    <a:pt x="66840" y="18329"/>
                    <a:pt x="71491" y="21490"/>
                  </a:cubicBezTo>
                  <a:cubicBezTo>
                    <a:pt x="74470" y="23496"/>
                    <a:pt x="77600" y="26870"/>
                    <a:pt x="81157" y="27387"/>
                  </a:cubicBezTo>
                  <a:cubicBezTo>
                    <a:pt x="87449" y="28268"/>
                    <a:pt x="93832" y="22827"/>
                    <a:pt x="99607" y="21034"/>
                  </a:cubicBezTo>
                  <a:cubicBezTo>
                    <a:pt x="107814" y="18450"/>
                    <a:pt x="112677" y="17812"/>
                    <a:pt x="117875" y="25137"/>
                  </a:cubicBezTo>
                  <a:cubicBezTo>
                    <a:pt x="120306" y="28602"/>
                    <a:pt x="119364" y="34773"/>
                    <a:pt x="119759" y="39423"/>
                  </a:cubicBezTo>
                  <a:cubicBezTo>
                    <a:pt x="120185" y="44256"/>
                    <a:pt x="120914" y="49697"/>
                    <a:pt x="122343" y="53679"/>
                  </a:cubicBezTo>
                  <a:cubicBezTo>
                    <a:pt x="123498" y="56810"/>
                    <a:pt x="129425" y="65746"/>
                    <a:pt x="133042" y="66536"/>
                  </a:cubicBezTo>
                  <a:cubicBezTo>
                    <a:pt x="138817" y="67782"/>
                    <a:pt x="145930" y="67600"/>
                    <a:pt x="150246" y="72220"/>
                  </a:cubicBezTo>
                  <a:cubicBezTo>
                    <a:pt x="152313" y="74409"/>
                    <a:pt x="154745" y="80093"/>
                    <a:pt x="158514" y="7975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27"/>
            <p:cNvSpPr/>
            <p:nvPr/>
          </p:nvSpPr>
          <p:spPr>
            <a:xfrm>
              <a:off x="2975000" y="150750"/>
              <a:ext cx="3962850" cy="2014500"/>
            </a:xfrm>
            <a:custGeom>
              <a:rect b="b" l="l" r="r" t="t"/>
              <a:pathLst>
                <a:path extrusionOk="0" fill="none" h="80580" w="158514">
                  <a:moveTo>
                    <a:pt x="0" y="11673"/>
                  </a:moveTo>
                  <a:cubicBezTo>
                    <a:pt x="6262" y="13344"/>
                    <a:pt x="13830" y="13588"/>
                    <a:pt x="19727" y="11429"/>
                  </a:cubicBezTo>
                  <a:cubicBezTo>
                    <a:pt x="26566" y="8907"/>
                    <a:pt x="32767" y="2676"/>
                    <a:pt x="40244" y="1399"/>
                  </a:cubicBezTo>
                  <a:cubicBezTo>
                    <a:pt x="48573" y="1"/>
                    <a:pt x="53162" y="6900"/>
                    <a:pt x="57478" y="12159"/>
                  </a:cubicBezTo>
                  <a:cubicBezTo>
                    <a:pt x="61825" y="17417"/>
                    <a:pt x="74318" y="25807"/>
                    <a:pt x="81917" y="26749"/>
                  </a:cubicBezTo>
                  <a:cubicBezTo>
                    <a:pt x="87692" y="27448"/>
                    <a:pt x="94379" y="22159"/>
                    <a:pt x="99637" y="20244"/>
                  </a:cubicBezTo>
                  <a:cubicBezTo>
                    <a:pt x="108178" y="17144"/>
                    <a:pt x="114045" y="17873"/>
                    <a:pt x="118787" y="25199"/>
                  </a:cubicBezTo>
                  <a:cubicBezTo>
                    <a:pt x="121066" y="28694"/>
                    <a:pt x="119607" y="34895"/>
                    <a:pt x="120215" y="39515"/>
                  </a:cubicBezTo>
                  <a:cubicBezTo>
                    <a:pt x="120853" y="44348"/>
                    <a:pt x="122373" y="49394"/>
                    <a:pt x="123498" y="53649"/>
                  </a:cubicBezTo>
                  <a:cubicBezTo>
                    <a:pt x="124349" y="56962"/>
                    <a:pt x="129729" y="65989"/>
                    <a:pt x="133316" y="66871"/>
                  </a:cubicBezTo>
                  <a:cubicBezTo>
                    <a:pt x="139000" y="68300"/>
                    <a:pt x="146112" y="68087"/>
                    <a:pt x="150459" y="72677"/>
                  </a:cubicBezTo>
                  <a:cubicBezTo>
                    <a:pt x="152495" y="74835"/>
                    <a:pt x="154836" y="80579"/>
                    <a:pt x="158514" y="803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27"/>
            <p:cNvSpPr/>
            <p:nvPr/>
          </p:nvSpPr>
          <p:spPr>
            <a:xfrm>
              <a:off x="2975000" y="138600"/>
              <a:ext cx="3962100" cy="2022075"/>
            </a:xfrm>
            <a:custGeom>
              <a:rect b="b" l="l" r="r" t="t"/>
              <a:pathLst>
                <a:path extrusionOk="0" fill="none" h="80883" w="158484">
                  <a:moveTo>
                    <a:pt x="0" y="12159"/>
                  </a:moveTo>
                  <a:cubicBezTo>
                    <a:pt x="6322" y="13800"/>
                    <a:pt x="13952" y="13952"/>
                    <a:pt x="19849" y="11672"/>
                  </a:cubicBezTo>
                  <a:cubicBezTo>
                    <a:pt x="26900" y="8937"/>
                    <a:pt x="33162" y="2462"/>
                    <a:pt x="40974" y="1247"/>
                  </a:cubicBezTo>
                  <a:cubicBezTo>
                    <a:pt x="48876" y="0"/>
                    <a:pt x="54530" y="5806"/>
                    <a:pt x="58026" y="11855"/>
                  </a:cubicBezTo>
                  <a:cubicBezTo>
                    <a:pt x="61521" y="17873"/>
                    <a:pt x="74500" y="25138"/>
                    <a:pt x="82069" y="25928"/>
                  </a:cubicBezTo>
                  <a:cubicBezTo>
                    <a:pt x="87449" y="26505"/>
                    <a:pt x="94774" y="21186"/>
                    <a:pt x="99637" y="19362"/>
                  </a:cubicBezTo>
                  <a:cubicBezTo>
                    <a:pt x="108178" y="16080"/>
                    <a:pt x="115321" y="17782"/>
                    <a:pt x="119759" y="25107"/>
                  </a:cubicBezTo>
                  <a:cubicBezTo>
                    <a:pt x="121948" y="28724"/>
                    <a:pt x="119790" y="34803"/>
                    <a:pt x="120580" y="39545"/>
                  </a:cubicBezTo>
                  <a:cubicBezTo>
                    <a:pt x="121370" y="44348"/>
                    <a:pt x="123771" y="48937"/>
                    <a:pt x="124623" y="53497"/>
                  </a:cubicBezTo>
                  <a:cubicBezTo>
                    <a:pt x="125291" y="56992"/>
                    <a:pt x="130003" y="66050"/>
                    <a:pt x="133559" y="67053"/>
                  </a:cubicBezTo>
                  <a:cubicBezTo>
                    <a:pt x="139152" y="68603"/>
                    <a:pt x="146355" y="68451"/>
                    <a:pt x="150672" y="72980"/>
                  </a:cubicBezTo>
                  <a:cubicBezTo>
                    <a:pt x="152708" y="75108"/>
                    <a:pt x="154897" y="80883"/>
                    <a:pt x="158483" y="80822"/>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27"/>
            <p:cNvSpPr/>
            <p:nvPr/>
          </p:nvSpPr>
          <p:spPr>
            <a:xfrm>
              <a:off x="2975000" y="124150"/>
              <a:ext cx="3962100" cy="2034250"/>
            </a:xfrm>
            <a:custGeom>
              <a:rect b="b" l="l" r="r" t="t"/>
              <a:pathLst>
                <a:path extrusionOk="0" fill="none" h="81370" w="158484">
                  <a:moveTo>
                    <a:pt x="0" y="12737"/>
                  </a:moveTo>
                  <a:cubicBezTo>
                    <a:pt x="6383" y="14348"/>
                    <a:pt x="13861" y="14226"/>
                    <a:pt x="20001" y="12007"/>
                  </a:cubicBezTo>
                  <a:cubicBezTo>
                    <a:pt x="27721" y="9241"/>
                    <a:pt x="33283" y="2432"/>
                    <a:pt x="41673" y="1186"/>
                  </a:cubicBezTo>
                  <a:cubicBezTo>
                    <a:pt x="49515" y="1"/>
                    <a:pt x="55807" y="4530"/>
                    <a:pt x="58877" y="11551"/>
                  </a:cubicBezTo>
                  <a:cubicBezTo>
                    <a:pt x="61886" y="18481"/>
                    <a:pt x="74378" y="24560"/>
                    <a:pt x="81704" y="25199"/>
                  </a:cubicBezTo>
                  <a:cubicBezTo>
                    <a:pt x="87114" y="25624"/>
                    <a:pt x="94774" y="20244"/>
                    <a:pt x="99607" y="18573"/>
                  </a:cubicBezTo>
                  <a:cubicBezTo>
                    <a:pt x="108118" y="15655"/>
                    <a:pt x="116628" y="17721"/>
                    <a:pt x="120853" y="25199"/>
                  </a:cubicBezTo>
                  <a:cubicBezTo>
                    <a:pt x="123012" y="29029"/>
                    <a:pt x="119972" y="34895"/>
                    <a:pt x="120853" y="39758"/>
                  </a:cubicBezTo>
                  <a:cubicBezTo>
                    <a:pt x="121735" y="44561"/>
                    <a:pt x="125139" y="48512"/>
                    <a:pt x="125778" y="53406"/>
                  </a:cubicBezTo>
                  <a:cubicBezTo>
                    <a:pt x="126294" y="57205"/>
                    <a:pt x="130276" y="66172"/>
                    <a:pt x="133863" y="67297"/>
                  </a:cubicBezTo>
                  <a:cubicBezTo>
                    <a:pt x="139334" y="68999"/>
                    <a:pt x="146568" y="68908"/>
                    <a:pt x="150884" y="73406"/>
                  </a:cubicBezTo>
                  <a:cubicBezTo>
                    <a:pt x="153438" y="76051"/>
                    <a:pt x="154684" y="80428"/>
                    <a:pt x="158483" y="8137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27"/>
            <p:cNvSpPr/>
            <p:nvPr/>
          </p:nvSpPr>
          <p:spPr>
            <a:xfrm>
              <a:off x="2975000" y="108200"/>
              <a:ext cx="3962850" cy="2050975"/>
            </a:xfrm>
            <a:custGeom>
              <a:rect b="b" l="l" r="r" t="t"/>
              <a:pathLst>
                <a:path extrusionOk="0" fill="none" h="82039" w="158514">
                  <a:moveTo>
                    <a:pt x="0" y="13375"/>
                  </a:moveTo>
                  <a:cubicBezTo>
                    <a:pt x="6474" y="14986"/>
                    <a:pt x="14013" y="14712"/>
                    <a:pt x="20183" y="12432"/>
                  </a:cubicBezTo>
                  <a:cubicBezTo>
                    <a:pt x="28116" y="9454"/>
                    <a:pt x="33709" y="2493"/>
                    <a:pt x="42402" y="1156"/>
                  </a:cubicBezTo>
                  <a:cubicBezTo>
                    <a:pt x="50092" y="1"/>
                    <a:pt x="57418" y="4043"/>
                    <a:pt x="59819" y="11217"/>
                  </a:cubicBezTo>
                  <a:cubicBezTo>
                    <a:pt x="62190" y="18390"/>
                    <a:pt x="73862" y="24104"/>
                    <a:pt x="81035" y="24439"/>
                  </a:cubicBezTo>
                  <a:cubicBezTo>
                    <a:pt x="86780" y="24743"/>
                    <a:pt x="94318" y="19454"/>
                    <a:pt x="99607" y="17934"/>
                  </a:cubicBezTo>
                  <a:cubicBezTo>
                    <a:pt x="108452" y="15381"/>
                    <a:pt x="117844" y="17873"/>
                    <a:pt x="122009" y="25350"/>
                  </a:cubicBezTo>
                  <a:cubicBezTo>
                    <a:pt x="124227" y="29332"/>
                    <a:pt x="120154" y="35047"/>
                    <a:pt x="121066" y="40092"/>
                  </a:cubicBezTo>
                  <a:cubicBezTo>
                    <a:pt x="121978" y="44925"/>
                    <a:pt x="126507" y="48512"/>
                    <a:pt x="126963" y="53406"/>
                  </a:cubicBezTo>
                  <a:cubicBezTo>
                    <a:pt x="127297" y="57205"/>
                    <a:pt x="130459" y="66172"/>
                    <a:pt x="134167" y="67570"/>
                  </a:cubicBezTo>
                  <a:cubicBezTo>
                    <a:pt x="139304" y="69485"/>
                    <a:pt x="146842" y="69424"/>
                    <a:pt x="151128" y="73862"/>
                  </a:cubicBezTo>
                  <a:cubicBezTo>
                    <a:pt x="153650" y="76537"/>
                    <a:pt x="154805" y="80883"/>
                    <a:pt x="158514" y="8203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27"/>
            <p:cNvSpPr/>
            <p:nvPr/>
          </p:nvSpPr>
          <p:spPr>
            <a:xfrm>
              <a:off x="2975000" y="89975"/>
              <a:ext cx="3962850" cy="2068425"/>
            </a:xfrm>
            <a:custGeom>
              <a:rect b="b" l="l" r="r" t="t"/>
              <a:pathLst>
                <a:path extrusionOk="0" fill="none" h="82737" w="158514">
                  <a:moveTo>
                    <a:pt x="0" y="14104"/>
                  </a:moveTo>
                  <a:cubicBezTo>
                    <a:pt x="6535" y="15684"/>
                    <a:pt x="14347" y="15502"/>
                    <a:pt x="20335" y="12918"/>
                  </a:cubicBezTo>
                  <a:cubicBezTo>
                    <a:pt x="27995" y="9575"/>
                    <a:pt x="34439" y="2644"/>
                    <a:pt x="43101" y="1216"/>
                  </a:cubicBezTo>
                  <a:cubicBezTo>
                    <a:pt x="50639" y="0"/>
                    <a:pt x="58299" y="3435"/>
                    <a:pt x="60822" y="10882"/>
                  </a:cubicBezTo>
                  <a:cubicBezTo>
                    <a:pt x="63436" y="18572"/>
                    <a:pt x="72190" y="23587"/>
                    <a:pt x="80184" y="23769"/>
                  </a:cubicBezTo>
                  <a:cubicBezTo>
                    <a:pt x="86415" y="23921"/>
                    <a:pt x="93862" y="18663"/>
                    <a:pt x="99759" y="17417"/>
                  </a:cubicBezTo>
                  <a:cubicBezTo>
                    <a:pt x="107875" y="15715"/>
                    <a:pt x="119394" y="17234"/>
                    <a:pt x="123224" y="25593"/>
                  </a:cubicBezTo>
                  <a:cubicBezTo>
                    <a:pt x="125413" y="30396"/>
                    <a:pt x="120367" y="35350"/>
                    <a:pt x="121279" y="40578"/>
                  </a:cubicBezTo>
                  <a:cubicBezTo>
                    <a:pt x="122100" y="45381"/>
                    <a:pt x="127723" y="48937"/>
                    <a:pt x="128118" y="53496"/>
                  </a:cubicBezTo>
                  <a:cubicBezTo>
                    <a:pt x="128422" y="57174"/>
                    <a:pt x="130762" y="66262"/>
                    <a:pt x="134501" y="67873"/>
                  </a:cubicBezTo>
                  <a:cubicBezTo>
                    <a:pt x="139456" y="70001"/>
                    <a:pt x="147085" y="69971"/>
                    <a:pt x="151340" y="74408"/>
                  </a:cubicBezTo>
                  <a:cubicBezTo>
                    <a:pt x="153894" y="77083"/>
                    <a:pt x="154897" y="81430"/>
                    <a:pt x="158514" y="8273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27"/>
            <p:cNvSpPr/>
            <p:nvPr/>
          </p:nvSpPr>
          <p:spPr>
            <a:xfrm>
              <a:off x="2975000" y="69450"/>
              <a:ext cx="3962850" cy="2089725"/>
            </a:xfrm>
            <a:custGeom>
              <a:rect b="b" l="l" r="r" t="t"/>
              <a:pathLst>
                <a:path extrusionOk="0" fill="none" h="83589" w="158514">
                  <a:moveTo>
                    <a:pt x="0" y="14925"/>
                  </a:moveTo>
                  <a:cubicBezTo>
                    <a:pt x="6626" y="16475"/>
                    <a:pt x="14529" y="16201"/>
                    <a:pt x="20517" y="13496"/>
                  </a:cubicBezTo>
                  <a:cubicBezTo>
                    <a:pt x="28359" y="9940"/>
                    <a:pt x="34925" y="3010"/>
                    <a:pt x="43800" y="1338"/>
                  </a:cubicBezTo>
                  <a:cubicBezTo>
                    <a:pt x="51126" y="0"/>
                    <a:pt x="59454" y="3010"/>
                    <a:pt x="61916" y="10517"/>
                  </a:cubicBezTo>
                  <a:cubicBezTo>
                    <a:pt x="64500" y="18359"/>
                    <a:pt x="70853" y="23223"/>
                    <a:pt x="79272" y="23131"/>
                  </a:cubicBezTo>
                  <a:cubicBezTo>
                    <a:pt x="86020" y="23071"/>
                    <a:pt x="93254" y="17934"/>
                    <a:pt x="100032" y="17052"/>
                  </a:cubicBezTo>
                  <a:cubicBezTo>
                    <a:pt x="108574" y="15958"/>
                    <a:pt x="120489" y="17630"/>
                    <a:pt x="124471" y="25989"/>
                  </a:cubicBezTo>
                  <a:cubicBezTo>
                    <a:pt x="126902" y="31065"/>
                    <a:pt x="120671" y="35776"/>
                    <a:pt x="121492" y="41186"/>
                  </a:cubicBezTo>
                  <a:cubicBezTo>
                    <a:pt x="122221" y="46050"/>
                    <a:pt x="128878" y="49393"/>
                    <a:pt x="129243" y="53740"/>
                  </a:cubicBezTo>
                  <a:cubicBezTo>
                    <a:pt x="129516" y="57357"/>
                    <a:pt x="131127" y="66445"/>
                    <a:pt x="134896" y="68238"/>
                  </a:cubicBezTo>
                  <a:cubicBezTo>
                    <a:pt x="139699" y="70549"/>
                    <a:pt x="147359" y="70670"/>
                    <a:pt x="151584" y="75077"/>
                  </a:cubicBezTo>
                  <a:cubicBezTo>
                    <a:pt x="154137" y="77752"/>
                    <a:pt x="154988" y="82068"/>
                    <a:pt x="158514" y="8358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27"/>
            <p:cNvSpPr/>
            <p:nvPr/>
          </p:nvSpPr>
          <p:spPr>
            <a:xfrm>
              <a:off x="2975000" y="45125"/>
              <a:ext cx="3962850" cy="2114050"/>
            </a:xfrm>
            <a:custGeom>
              <a:rect b="b" l="l" r="r" t="t"/>
              <a:pathLst>
                <a:path extrusionOk="0" fill="none" h="84562" w="158514">
                  <a:moveTo>
                    <a:pt x="0" y="15898"/>
                  </a:moveTo>
                  <a:cubicBezTo>
                    <a:pt x="6991" y="17478"/>
                    <a:pt x="14651" y="16809"/>
                    <a:pt x="20700" y="14226"/>
                  </a:cubicBezTo>
                  <a:cubicBezTo>
                    <a:pt x="28511" y="10913"/>
                    <a:pt x="35350" y="3527"/>
                    <a:pt x="44439" y="1551"/>
                  </a:cubicBezTo>
                  <a:cubicBezTo>
                    <a:pt x="51612" y="1"/>
                    <a:pt x="60579" y="2736"/>
                    <a:pt x="63041" y="10214"/>
                  </a:cubicBezTo>
                  <a:cubicBezTo>
                    <a:pt x="65564" y="17934"/>
                    <a:pt x="69515" y="22949"/>
                    <a:pt x="78391" y="22645"/>
                  </a:cubicBezTo>
                  <a:cubicBezTo>
                    <a:pt x="85716" y="22372"/>
                    <a:pt x="93072" y="17417"/>
                    <a:pt x="100488" y="16931"/>
                  </a:cubicBezTo>
                  <a:cubicBezTo>
                    <a:pt x="109273" y="16323"/>
                    <a:pt x="121431" y="18208"/>
                    <a:pt x="125717" y="26536"/>
                  </a:cubicBezTo>
                  <a:cubicBezTo>
                    <a:pt x="128544" y="31946"/>
                    <a:pt x="121036" y="36415"/>
                    <a:pt x="121735" y="41916"/>
                  </a:cubicBezTo>
                  <a:cubicBezTo>
                    <a:pt x="122343" y="46871"/>
                    <a:pt x="129881" y="49971"/>
                    <a:pt x="130276" y="54105"/>
                  </a:cubicBezTo>
                  <a:cubicBezTo>
                    <a:pt x="130641" y="57631"/>
                    <a:pt x="131431" y="66628"/>
                    <a:pt x="135322" y="68664"/>
                  </a:cubicBezTo>
                  <a:cubicBezTo>
                    <a:pt x="140124" y="71157"/>
                    <a:pt x="147632" y="71461"/>
                    <a:pt x="151796" y="75868"/>
                  </a:cubicBezTo>
                  <a:cubicBezTo>
                    <a:pt x="154350" y="78573"/>
                    <a:pt x="155109" y="82859"/>
                    <a:pt x="158514" y="8456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27"/>
            <p:cNvSpPr/>
            <p:nvPr/>
          </p:nvSpPr>
          <p:spPr>
            <a:xfrm>
              <a:off x="2975000" y="20825"/>
              <a:ext cx="3962850" cy="2138350"/>
            </a:xfrm>
            <a:custGeom>
              <a:rect b="b" l="l" r="r" t="t"/>
              <a:pathLst>
                <a:path extrusionOk="0" fill="none" h="85534" w="158514">
                  <a:moveTo>
                    <a:pt x="0" y="16870"/>
                  </a:moveTo>
                  <a:cubicBezTo>
                    <a:pt x="7082" y="18420"/>
                    <a:pt x="14833" y="17629"/>
                    <a:pt x="20912" y="14955"/>
                  </a:cubicBezTo>
                  <a:cubicBezTo>
                    <a:pt x="28876" y="11459"/>
                    <a:pt x="35776" y="3951"/>
                    <a:pt x="45047" y="1702"/>
                  </a:cubicBezTo>
                  <a:cubicBezTo>
                    <a:pt x="52068" y="0"/>
                    <a:pt x="61703" y="2371"/>
                    <a:pt x="64166" y="9818"/>
                  </a:cubicBezTo>
                  <a:cubicBezTo>
                    <a:pt x="66567" y="16991"/>
                    <a:pt x="68877" y="22645"/>
                    <a:pt x="77722" y="22128"/>
                  </a:cubicBezTo>
                  <a:cubicBezTo>
                    <a:pt x="85503" y="21672"/>
                    <a:pt x="93133" y="16961"/>
                    <a:pt x="101127" y="16809"/>
                  </a:cubicBezTo>
                  <a:cubicBezTo>
                    <a:pt x="110063" y="16657"/>
                    <a:pt x="122161" y="18693"/>
                    <a:pt x="126963" y="27083"/>
                  </a:cubicBezTo>
                  <a:cubicBezTo>
                    <a:pt x="130276" y="32858"/>
                    <a:pt x="121705" y="37052"/>
                    <a:pt x="122161" y="42615"/>
                  </a:cubicBezTo>
                  <a:cubicBezTo>
                    <a:pt x="122616" y="47782"/>
                    <a:pt x="130762" y="50518"/>
                    <a:pt x="131279" y="54530"/>
                  </a:cubicBezTo>
                  <a:cubicBezTo>
                    <a:pt x="131735" y="57934"/>
                    <a:pt x="131796" y="66931"/>
                    <a:pt x="135778" y="69089"/>
                  </a:cubicBezTo>
                  <a:cubicBezTo>
                    <a:pt x="140550" y="71703"/>
                    <a:pt x="147936" y="72250"/>
                    <a:pt x="152039" y="76658"/>
                  </a:cubicBezTo>
                  <a:cubicBezTo>
                    <a:pt x="154593" y="79393"/>
                    <a:pt x="155231" y="83649"/>
                    <a:pt x="158514" y="8553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24" name="Google Shape;4324;p27"/>
          <p:cNvSpPr/>
          <p:nvPr/>
        </p:nvSpPr>
        <p:spPr>
          <a:xfrm flipH="1">
            <a:off x="8026113" y="2078655"/>
            <a:ext cx="1227734" cy="1117449"/>
          </a:xfrm>
          <a:custGeom>
            <a:rect b="b" l="l" r="r" t="t"/>
            <a:pathLst>
              <a:path extrusionOk="0" h="32231" w="35412">
                <a:moveTo>
                  <a:pt x="17702" y="0"/>
                </a:moveTo>
                <a:cubicBezTo>
                  <a:pt x="10394" y="0"/>
                  <a:pt x="3782" y="5013"/>
                  <a:pt x="2037" y="12437"/>
                </a:cubicBezTo>
                <a:cubicBezTo>
                  <a:pt x="0" y="21100"/>
                  <a:pt x="5350" y="29763"/>
                  <a:pt x="14013" y="31799"/>
                </a:cubicBezTo>
                <a:cubicBezTo>
                  <a:pt x="15252" y="32090"/>
                  <a:pt x="16491" y="32230"/>
                  <a:pt x="17711" y="32230"/>
                </a:cubicBezTo>
                <a:cubicBezTo>
                  <a:pt x="25018" y="32230"/>
                  <a:pt x="31630" y="27221"/>
                  <a:pt x="33375" y="19823"/>
                </a:cubicBezTo>
                <a:cubicBezTo>
                  <a:pt x="35411" y="11161"/>
                  <a:pt x="30062" y="2467"/>
                  <a:pt x="21399" y="431"/>
                </a:cubicBezTo>
                <a:cubicBezTo>
                  <a:pt x="20160" y="140"/>
                  <a:pt x="18921" y="0"/>
                  <a:pt x="17702" y="0"/>
                </a:cubicBezTo>
                <a:close/>
              </a:path>
            </a:pathLst>
          </a:custGeom>
          <a:solidFill>
            <a:srgbClr val="E4BE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25" name="Google Shape;4325;p27"/>
          <p:cNvGrpSpPr/>
          <p:nvPr/>
        </p:nvGrpSpPr>
        <p:grpSpPr>
          <a:xfrm rot="10800000">
            <a:off x="738066" y="-948223"/>
            <a:ext cx="702175" cy="1850350"/>
            <a:chOff x="6601575" y="3455900"/>
            <a:chExt cx="702175" cy="1850350"/>
          </a:xfrm>
        </p:grpSpPr>
        <p:sp>
          <p:nvSpPr>
            <p:cNvPr id="4326" name="Google Shape;4326;p27"/>
            <p:cNvSpPr/>
            <p:nvPr/>
          </p:nvSpPr>
          <p:spPr>
            <a:xfrm>
              <a:off x="6601575" y="5187675"/>
              <a:ext cx="118575" cy="118575"/>
            </a:xfrm>
            <a:custGeom>
              <a:rect b="b" l="l" r="r" t="t"/>
              <a:pathLst>
                <a:path extrusionOk="0" h="4743" w="4743">
                  <a:moveTo>
                    <a:pt x="1885" y="1"/>
                  </a:moveTo>
                  <a:lnTo>
                    <a:pt x="1885" y="1885"/>
                  </a:lnTo>
                  <a:lnTo>
                    <a:pt x="1" y="1885"/>
                  </a:lnTo>
                  <a:lnTo>
                    <a:pt x="1"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27"/>
            <p:cNvSpPr/>
            <p:nvPr/>
          </p:nvSpPr>
          <p:spPr>
            <a:xfrm>
              <a:off x="6601575" y="4994675"/>
              <a:ext cx="118575" cy="119325"/>
            </a:xfrm>
            <a:custGeom>
              <a:rect b="b" l="l" r="r" t="t"/>
              <a:pathLst>
                <a:path extrusionOk="0" h="4773" w="4743">
                  <a:moveTo>
                    <a:pt x="1885" y="0"/>
                  </a:moveTo>
                  <a:lnTo>
                    <a:pt x="1885" y="1915"/>
                  </a:lnTo>
                  <a:lnTo>
                    <a:pt x="1" y="1915"/>
                  </a:lnTo>
                  <a:lnTo>
                    <a:pt x="1" y="2858"/>
                  </a:lnTo>
                  <a:lnTo>
                    <a:pt x="1885" y="2858"/>
                  </a:lnTo>
                  <a:lnTo>
                    <a:pt x="1885" y="4772"/>
                  </a:lnTo>
                  <a:lnTo>
                    <a:pt x="2827" y="4772"/>
                  </a:lnTo>
                  <a:lnTo>
                    <a:pt x="2827" y="2858"/>
                  </a:lnTo>
                  <a:lnTo>
                    <a:pt x="4742" y="2858"/>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27"/>
            <p:cNvSpPr/>
            <p:nvPr/>
          </p:nvSpPr>
          <p:spPr>
            <a:xfrm>
              <a:off x="6601575" y="4802425"/>
              <a:ext cx="118575" cy="119325"/>
            </a:xfrm>
            <a:custGeom>
              <a:rect b="b" l="l" r="r" t="t"/>
              <a:pathLst>
                <a:path extrusionOk="0" h="4773" w="4743">
                  <a:moveTo>
                    <a:pt x="1885" y="0"/>
                  </a:moveTo>
                  <a:lnTo>
                    <a:pt x="1885" y="1915"/>
                  </a:lnTo>
                  <a:lnTo>
                    <a:pt x="1" y="1915"/>
                  </a:lnTo>
                  <a:lnTo>
                    <a:pt x="1" y="2857"/>
                  </a:lnTo>
                  <a:lnTo>
                    <a:pt x="1885" y="2857"/>
                  </a:lnTo>
                  <a:lnTo>
                    <a:pt x="1885" y="4772"/>
                  </a:lnTo>
                  <a:lnTo>
                    <a:pt x="2827" y="477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27"/>
            <p:cNvSpPr/>
            <p:nvPr/>
          </p:nvSpPr>
          <p:spPr>
            <a:xfrm>
              <a:off x="6601575" y="4610175"/>
              <a:ext cx="118575" cy="118550"/>
            </a:xfrm>
            <a:custGeom>
              <a:rect b="b" l="l" r="r" t="t"/>
              <a:pathLst>
                <a:path extrusionOk="0" h="4742" w="4743">
                  <a:moveTo>
                    <a:pt x="1885" y="0"/>
                  </a:moveTo>
                  <a:lnTo>
                    <a:pt x="1885" y="1915"/>
                  </a:lnTo>
                  <a:lnTo>
                    <a:pt x="1" y="1915"/>
                  </a:lnTo>
                  <a:lnTo>
                    <a:pt x="1" y="2857"/>
                  </a:lnTo>
                  <a:lnTo>
                    <a:pt x="1885" y="2857"/>
                  </a:lnTo>
                  <a:lnTo>
                    <a:pt x="1885" y="4742"/>
                  </a:lnTo>
                  <a:lnTo>
                    <a:pt x="2827" y="474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27"/>
            <p:cNvSpPr/>
            <p:nvPr/>
          </p:nvSpPr>
          <p:spPr>
            <a:xfrm>
              <a:off x="6601575" y="4417925"/>
              <a:ext cx="118575" cy="118550"/>
            </a:xfrm>
            <a:custGeom>
              <a:rect b="b" l="l" r="r" t="t"/>
              <a:pathLst>
                <a:path extrusionOk="0" h="4742" w="4743">
                  <a:moveTo>
                    <a:pt x="1885" y="0"/>
                  </a:moveTo>
                  <a:lnTo>
                    <a:pt x="1885" y="1915"/>
                  </a:lnTo>
                  <a:lnTo>
                    <a:pt x="1" y="1915"/>
                  </a:lnTo>
                  <a:lnTo>
                    <a:pt x="1" y="2857"/>
                  </a:lnTo>
                  <a:lnTo>
                    <a:pt x="1885" y="2857"/>
                  </a:lnTo>
                  <a:lnTo>
                    <a:pt x="1885" y="4742"/>
                  </a:lnTo>
                  <a:lnTo>
                    <a:pt x="2827" y="474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27"/>
            <p:cNvSpPr/>
            <p:nvPr/>
          </p:nvSpPr>
          <p:spPr>
            <a:xfrm>
              <a:off x="6601575" y="4225675"/>
              <a:ext cx="118575" cy="118550"/>
            </a:xfrm>
            <a:custGeom>
              <a:rect b="b" l="l" r="r" t="t"/>
              <a:pathLst>
                <a:path extrusionOk="0" h="4742" w="4743">
                  <a:moveTo>
                    <a:pt x="1885" y="0"/>
                  </a:moveTo>
                  <a:lnTo>
                    <a:pt x="1885" y="1885"/>
                  </a:lnTo>
                  <a:lnTo>
                    <a:pt x="1" y="1885"/>
                  </a:lnTo>
                  <a:lnTo>
                    <a:pt x="1" y="2857"/>
                  </a:lnTo>
                  <a:lnTo>
                    <a:pt x="1885" y="2857"/>
                  </a:lnTo>
                  <a:lnTo>
                    <a:pt x="1885" y="4742"/>
                  </a:lnTo>
                  <a:lnTo>
                    <a:pt x="2827" y="4742"/>
                  </a:lnTo>
                  <a:lnTo>
                    <a:pt x="2827" y="2857"/>
                  </a:lnTo>
                  <a:lnTo>
                    <a:pt x="4742" y="2857"/>
                  </a:lnTo>
                  <a:lnTo>
                    <a:pt x="4742" y="1885"/>
                  </a:lnTo>
                  <a:lnTo>
                    <a:pt x="2827" y="188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27"/>
            <p:cNvSpPr/>
            <p:nvPr/>
          </p:nvSpPr>
          <p:spPr>
            <a:xfrm>
              <a:off x="6601575" y="4033400"/>
              <a:ext cx="118575" cy="118575"/>
            </a:xfrm>
            <a:custGeom>
              <a:rect b="b" l="l" r="r" t="t"/>
              <a:pathLst>
                <a:path extrusionOk="0" h="4743" w="4743">
                  <a:moveTo>
                    <a:pt x="1885" y="1"/>
                  </a:moveTo>
                  <a:lnTo>
                    <a:pt x="1885" y="1885"/>
                  </a:lnTo>
                  <a:lnTo>
                    <a:pt x="1" y="1885"/>
                  </a:lnTo>
                  <a:lnTo>
                    <a:pt x="1"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27"/>
            <p:cNvSpPr/>
            <p:nvPr/>
          </p:nvSpPr>
          <p:spPr>
            <a:xfrm>
              <a:off x="6601575" y="3841150"/>
              <a:ext cx="118575" cy="118575"/>
            </a:xfrm>
            <a:custGeom>
              <a:rect b="b" l="l" r="r" t="t"/>
              <a:pathLst>
                <a:path extrusionOk="0" h="4743" w="4743">
                  <a:moveTo>
                    <a:pt x="1885" y="1"/>
                  </a:moveTo>
                  <a:lnTo>
                    <a:pt x="1885" y="1885"/>
                  </a:lnTo>
                  <a:lnTo>
                    <a:pt x="1" y="1885"/>
                  </a:lnTo>
                  <a:lnTo>
                    <a:pt x="1"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27"/>
            <p:cNvSpPr/>
            <p:nvPr/>
          </p:nvSpPr>
          <p:spPr>
            <a:xfrm>
              <a:off x="6601575" y="3648900"/>
              <a:ext cx="118575" cy="118575"/>
            </a:xfrm>
            <a:custGeom>
              <a:rect b="b" l="l" r="r" t="t"/>
              <a:pathLst>
                <a:path extrusionOk="0" h="4743" w="4743">
                  <a:moveTo>
                    <a:pt x="1885" y="1"/>
                  </a:moveTo>
                  <a:lnTo>
                    <a:pt x="1885" y="1885"/>
                  </a:lnTo>
                  <a:lnTo>
                    <a:pt x="1" y="1885"/>
                  </a:lnTo>
                  <a:lnTo>
                    <a:pt x="1" y="2828"/>
                  </a:lnTo>
                  <a:lnTo>
                    <a:pt x="1885" y="2828"/>
                  </a:lnTo>
                  <a:lnTo>
                    <a:pt x="1885" y="4742"/>
                  </a:lnTo>
                  <a:lnTo>
                    <a:pt x="2827" y="4742"/>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27"/>
            <p:cNvSpPr/>
            <p:nvPr/>
          </p:nvSpPr>
          <p:spPr>
            <a:xfrm>
              <a:off x="6796100" y="5187675"/>
              <a:ext cx="118575" cy="118575"/>
            </a:xfrm>
            <a:custGeom>
              <a:rect b="b" l="l" r="r" t="t"/>
              <a:pathLst>
                <a:path extrusionOk="0" h="4743" w="4743">
                  <a:moveTo>
                    <a:pt x="1885" y="1"/>
                  </a:moveTo>
                  <a:lnTo>
                    <a:pt x="1885" y="1885"/>
                  </a:lnTo>
                  <a:lnTo>
                    <a:pt x="1" y="1885"/>
                  </a:lnTo>
                  <a:lnTo>
                    <a:pt x="1" y="2828"/>
                  </a:lnTo>
                  <a:lnTo>
                    <a:pt x="1885" y="2828"/>
                  </a:lnTo>
                  <a:lnTo>
                    <a:pt x="1885" y="4743"/>
                  </a:lnTo>
                  <a:lnTo>
                    <a:pt x="2828" y="4743"/>
                  </a:lnTo>
                  <a:lnTo>
                    <a:pt x="2828" y="2828"/>
                  </a:lnTo>
                  <a:lnTo>
                    <a:pt x="4743" y="2828"/>
                  </a:lnTo>
                  <a:lnTo>
                    <a:pt x="4743" y="1885"/>
                  </a:lnTo>
                  <a:lnTo>
                    <a:pt x="2828" y="1885"/>
                  </a:lnTo>
                  <a:lnTo>
                    <a:pt x="28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27"/>
            <p:cNvSpPr/>
            <p:nvPr/>
          </p:nvSpPr>
          <p:spPr>
            <a:xfrm>
              <a:off x="6796100" y="4994675"/>
              <a:ext cx="118575" cy="119325"/>
            </a:xfrm>
            <a:custGeom>
              <a:rect b="b" l="l" r="r" t="t"/>
              <a:pathLst>
                <a:path extrusionOk="0" h="4773" w="4743">
                  <a:moveTo>
                    <a:pt x="1885" y="0"/>
                  </a:moveTo>
                  <a:lnTo>
                    <a:pt x="1885" y="1915"/>
                  </a:lnTo>
                  <a:lnTo>
                    <a:pt x="1" y="1915"/>
                  </a:lnTo>
                  <a:lnTo>
                    <a:pt x="1" y="2858"/>
                  </a:lnTo>
                  <a:lnTo>
                    <a:pt x="1885" y="2858"/>
                  </a:lnTo>
                  <a:lnTo>
                    <a:pt x="1885" y="4772"/>
                  </a:lnTo>
                  <a:lnTo>
                    <a:pt x="2828" y="4772"/>
                  </a:lnTo>
                  <a:lnTo>
                    <a:pt x="2828" y="2858"/>
                  </a:lnTo>
                  <a:lnTo>
                    <a:pt x="4743" y="2858"/>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27"/>
            <p:cNvSpPr/>
            <p:nvPr/>
          </p:nvSpPr>
          <p:spPr>
            <a:xfrm>
              <a:off x="6796100" y="4802425"/>
              <a:ext cx="118575" cy="119325"/>
            </a:xfrm>
            <a:custGeom>
              <a:rect b="b" l="l" r="r" t="t"/>
              <a:pathLst>
                <a:path extrusionOk="0" h="4773" w="4743">
                  <a:moveTo>
                    <a:pt x="1885" y="0"/>
                  </a:moveTo>
                  <a:lnTo>
                    <a:pt x="1885" y="1915"/>
                  </a:lnTo>
                  <a:lnTo>
                    <a:pt x="1" y="1915"/>
                  </a:lnTo>
                  <a:lnTo>
                    <a:pt x="1" y="2857"/>
                  </a:lnTo>
                  <a:lnTo>
                    <a:pt x="1885" y="2857"/>
                  </a:lnTo>
                  <a:lnTo>
                    <a:pt x="1885" y="4772"/>
                  </a:lnTo>
                  <a:lnTo>
                    <a:pt x="2828" y="4772"/>
                  </a:lnTo>
                  <a:lnTo>
                    <a:pt x="2828" y="2857"/>
                  </a:lnTo>
                  <a:lnTo>
                    <a:pt x="4743" y="2857"/>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27"/>
            <p:cNvSpPr/>
            <p:nvPr/>
          </p:nvSpPr>
          <p:spPr>
            <a:xfrm>
              <a:off x="6796100" y="4610175"/>
              <a:ext cx="118575" cy="118550"/>
            </a:xfrm>
            <a:custGeom>
              <a:rect b="b" l="l" r="r" t="t"/>
              <a:pathLst>
                <a:path extrusionOk="0" h="4742" w="4743">
                  <a:moveTo>
                    <a:pt x="1885" y="0"/>
                  </a:moveTo>
                  <a:lnTo>
                    <a:pt x="1885" y="1915"/>
                  </a:lnTo>
                  <a:lnTo>
                    <a:pt x="1" y="1915"/>
                  </a:lnTo>
                  <a:lnTo>
                    <a:pt x="1" y="2857"/>
                  </a:lnTo>
                  <a:lnTo>
                    <a:pt x="1885" y="2857"/>
                  </a:lnTo>
                  <a:lnTo>
                    <a:pt x="1885" y="4742"/>
                  </a:lnTo>
                  <a:lnTo>
                    <a:pt x="2828" y="4742"/>
                  </a:lnTo>
                  <a:lnTo>
                    <a:pt x="2828" y="2857"/>
                  </a:lnTo>
                  <a:lnTo>
                    <a:pt x="4743" y="2857"/>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27"/>
            <p:cNvSpPr/>
            <p:nvPr/>
          </p:nvSpPr>
          <p:spPr>
            <a:xfrm>
              <a:off x="6796100" y="4417925"/>
              <a:ext cx="118575" cy="118550"/>
            </a:xfrm>
            <a:custGeom>
              <a:rect b="b" l="l" r="r" t="t"/>
              <a:pathLst>
                <a:path extrusionOk="0" h="4742" w="4743">
                  <a:moveTo>
                    <a:pt x="1885" y="0"/>
                  </a:moveTo>
                  <a:lnTo>
                    <a:pt x="1885" y="1915"/>
                  </a:lnTo>
                  <a:lnTo>
                    <a:pt x="1" y="1915"/>
                  </a:lnTo>
                  <a:lnTo>
                    <a:pt x="1" y="2857"/>
                  </a:lnTo>
                  <a:lnTo>
                    <a:pt x="1885" y="2857"/>
                  </a:lnTo>
                  <a:lnTo>
                    <a:pt x="1885" y="4742"/>
                  </a:lnTo>
                  <a:lnTo>
                    <a:pt x="2828" y="4742"/>
                  </a:lnTo>
                  <a:lnTo>
                    <a:pt x="2828" y="2857"/>
                  </a:lnTo>
                  <a:lnTo>
                    <a:pt x="4743" y="2857"/>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27"/>
            <p:cNvSpPr/>
            <p:nvPr/>
          </p:nvSpPr>
          <p:spPr>
            <a:xfrm>
              <a:off x="6796100" y="4225675"/>
              <a:ext cx="118575" cy="118550"/>
            </a:xfrm>
            <a:custGeom>
              <a:rect b="b" l="l" r="r" t="t"/>
              <a:pathLst>
                <a:path extrusionOk="0" h="4742" w="4743">
                  <a:moveTo>
                    <a:pt x="1885" y="0"/>
                  </a:moveTo>
                  <a:lnTo>
                    <a:pt x="1885" y="1885"/>
                  </a:lnTo>
                  <a:lnTo>
                    <a:pt x="1" y="1885"/>
                  </a:lnTo>
                  <a:lnTo>
                    <a:pt x="1" y="2857"/>
                  </a:lnTo>
                  <a:lnTo>
                    <a:pt x="1885" y="2857"/>
                  </a:lnTo>
                  <a:lnTo>
                    <a:pt x="1885" y="4742"/>
                  </a:lnTo>
                  <a:lnTo>
                    <a:pt x="2828" y="4742"/>
                  </a:lnTo>
                  <a:lnTo>
                    <a:pt x="2828" y="2857"/>
                  </a:lnTo>
                  <a:lnTo>
                    <a:pt x="4743" y="2857"/>
                  </a:lnTo>
                  <a:lnTo>
                    <a:pt x="4743" y="1885"/>
                  </a:lnTo>
                  <a:lnTo>
                    <a:pt x="2828" y="188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27"/>
            <p:cNvSpPr/>
            <p:nvPr/>
          </p:nvSpPr>
          <p:spPr>
            <a:xfrm>
              <a:off x="6796100" y="4033400"/>
              <a:ext cx="118575" cy="118575"/>
            </a:xfrm>
            <a:custGeom>
              <a:rect b="b" l="l" r="r" t="t"/>
              <a:pathLst>
                <a:path extrusionOk="0" h="4743" w="4743">
                  <a:moveTo>
                    <a:pt x="1885" y="1"/>
                  </a:moveTo>
                  <a:lnTo>
                    <a:pt x="1885" y="1885"/>
                  </a:lnTo>
                  <a:lnTo>
                    <a:pt x="1" y="1885"/>
                  </a:lnTo>
                  <a:lnTo>
                    <a:pt x="1" y="2828"/>
                  </a:lnTo>
                  <a:lnTo>
                    <a:pt x="1885" y="2828"/>
                  </a:lnTo>
                  <a:lnTo>
                    <a:pt x="1885" y="4743"/>
                  </a:lnTo>
                  <a:lnTo>
                    <a:pt x="2828" y="4743"/>
                  </a:lnTo>
                  <a:lnTo>
                    <a:pt x="2828" y="2828"/>
                  </a:lnTo>
                  <a:lnTo>
                    <a:pt x="4743" y="2828"/>
                  </a:lnTo>
                  <a:lnTo>
                    <a:pt x="4743" y="1885"/>
                  </a:lnTo>
                  <a:lnTo>
                    <a:pt x="2828" y="1885"/>
                  </a:lnTo>
                  <a:lnTo>
                    <a:pt x="28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27"/>
            <p:cNvSpPr/>
            <p:nvPr/>
          </p:nvSpPr>
          <p:spPr>
            <a:xfrm>
              <a:off x="6796100" y="3841150"/>
              <a:ext cx="118575" cy="118575"/>
            </a:xfrm>
            <a:custGeom>
              <a:rect b="b" l="l" r="r" t="t"/>
              <a:pathLst>
                <a:path extrusionOk="0" h="4743" w="4743">
                  <a:moveTo>
                    <a:pt x="1885" y="1"/>
                  </a:moveTo>
                  <a:lnTo>
                    <a:pt x="1885" y="1885"/>
                  </a:lnTo>
                  <a:lnTo>
                    <a:pt x="1" y="1885"/>
                  </a:lnTo>
                  <a:lnTo>
                    <a:pt x="1" y="2828"/>
                  </a:lnTo>
                  <a:lnTo>
                    <a:pt x="1885" y="2828"/>
                  </a:lnTo>
                  <a:lnTo>
                    <a:pt x="1885" y="4743"/>
                  </a:lnTo>
                  <a:lnTo>
                    <a:pt x="2828" y="4743"/>
                  </a:lnTo>
                  <a:lnTo>
                    <a:pt x="2828" y="2828"/>
                  </a:lnTo>
                  <a:lnTo>
                    <a:pt x="4743" y="2828"/>
                  </a:lnTo>
                  <a:lnTo>
                    <a:pt x="4743" y="1885"/>
                  </a:lnTo>
                  <a:lnTo>
                    <a:pt x="2828" y="1885"/>
                  </a:lnTo>
                  <a:lnTo>
                    <a:pt x="28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27"/>
            <p:cNvSpPr/>
            <p:nvPr/>
          </p:nvSpPr>
          <p:spPr>
            <a:xfrm>
              <a:off x="6796100" y="3648900"/>
              <a:ext cx="118575" cy="118575"/>
            </a:xfrm>
            <a:custGeom>
              <a:rect b="b" l="l" r="r" t="t"/>
              <a:pathLst>
                <a:path extrusionOk="0" h="4743" w="4743">
                  <a:moveTo>
                    <a:pt x="1885" y="1"/>
                  </a:moveTo>
                  <a:lnTo>
                    <a:pt x="1885" y="1885"/>
                  </a:lnTo>
                  <a:lnTo>
                    <a:pt x="1" y="1885"/>
                  </a:lnTo>
                  <a:lnTo>
                    <a:pt x="1" y="2828"/>
                  </a:lnTo>
                  <a:lnTo>
                    <a:pt x="1885" y="2828"/>
                  </a:lnTo>
                  <a:lnTo>
                    <a:pt x="1885" y="4742"/>
                  </a:lnTo>
                  <a:lnTo>
                    <a:pt x="2828" y="4742"/>
                  </a:lnTo>
                  <a:lnTo>
                    <a:pt x="2828" y="2828"/>
                  </a:lnTo>
                  <a:lnTo>
                    <a:pt x="4743" y="2828"/>
                  </a:lnTo>
                  <a:lnTo>
                    <a:pt x="4743" y="1885"/>
                  </a:lnTo>
                  <a:lnTo>
                    <a:pt x="2828" y="1885"/>
                  </a:lnTo>
                  <a:lnTo>
                    <a:pt x="28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27"/>
            <p:cNvSpPr/>
            <p:nvPr/>
          </p:nvSpPr>
          <p:spPr>
            <a:xfrm>
              <a:off x="6990650" y="5187675"/>
              <a:ext cx="118550" cy="118575"/>
            </a:xfrm>
            <a:custGeom>
              <a:rect b="b" l="l" r="r" t="t"/>
              <a:pathLst>
                <a:path extrusionOk="0" h="4743" w="4742">
                  <a:moveTo>
                    <a:pt x="1885" y="1"/>
                  </a:moveTo>
                  <a:lnTo>
                    <a:pt x="1885" y="1885"/>
                  </a:lnTo>
                  <a:lnTo>
                    <a:pt x="0" y="1885"/>
                  </a:lnTo>
                  <a:lnTo>
                    <a:pt x="0"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27"/>
            <p:cNvSpPr/>
            <p:nvPr/>
          </p:nvSpPr>
          <p:spPr>
            <a:xfrm>
              <a:off x="6990650" y="4994675"/>
              <a:ext cx="118550" cy="119325"/>
            </a:xfrm>
            <a:custGeom>
              <a:rect b="b" l="l" r="r" t="t"/>
              <a:pathLst>
                <a:path extrusionOk="0" h="4773" w="4742">
                  <a:moveTo>
                    <a:pt x="1885" y="0"/>
                  </a:moveTo>
                  <a:lnTo>
                    <a:pt x="1885" y="1915"/>
                  </a:lnTo>
                  <a:lnTo>
                    <a:pt x="0" y="1915"/>
                  </a:lnTo>
                  <a:lnTo>
                    <a:pt x="0" y="2858"/>
                  </a:lnTo>
                  <a:lnTo>
                    <a:pt x="1885" y="2858"/>
                  </a:lnTo>
                  <a:lnTo>
                    <a:pt x="1885" y="4772"/>
                  </a:lnTo>
                  <a:lnTo>
                    <a:pt x="2827" y="4772"/>
                  </a:lnTo>
                  <a:lnTo>
                    <a:pt x="2827" y="2858"/>
                  </a:lnTo>
                  <a:lnTo>
                    <a:pt x="4742" y="2858"/>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27"/>
            <p:cNvSpPr/>
            <p:nvPr/>
          </p:nvSpPr>
          <p:spPr>
            <a:xfrm>
              <a:off x="6990650" y="4802425"/>
              <a:ext cx="118550" cy="119325"/>
            </a:xfrm>
            <a:custGeom>
              <a:rect b="b" l="l" r="r" t="t"/>
              <a:pathLst>
                <a:path extrusionOk="0" h="4773" w="4742">
                  <a:moveTo>
                    <a:pt x="1885" y="0"/>
                  </a:moveTo>
                  <a:lnTo>
                    <a:pt x="1885" y="1915"/>
                  </a:lnTo>
                  <a:lnTo>
                    <a:pt x="0" y="1915"/>
                  </a:lnTo>
                  <a:lnTo>
                    <a:pt x="0" y="2857"/>
                  </a:lnTo>
                  <a:lnTo>
                    <a:pt x="1885" y="2857"/>
                  </a:lnTo>
                  <a:lnTo>
                    <a:pt x="1885" y="4772"/>
                  </a:lnTo>
                  <a:lnTo>
                    <a:pt x="2827" y="477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27"/>
            <p:cNvSpPr/>
            <p:nvPr/>
          </p:nvSpPr>
          <p:spPr>
            <a:xfrm>
              <a:off x="6990650" y="4610175"/>
              <a:ext cx="118550" cy="118550"/>
            </a:xfrm>
            <a:custGeom>
              <a:rect b="b" l="l" r="r" t="t"/>
              <a:pathLst>
                <a:path extrusionOk="0" h="4742" w="4742">
                  <a:moveTo>
                    <a:pt x="1885" y="0"/>
                  </a:moveTo>
                  <a:lnTo>
                    <a:pt x="1885" y="1915"/>
                  </a:lnTo>
                  <a:lnTo>
                    <a:pt x="0" y="1915"/>
                  </a:lnTo>
                  <a:lnTo>
                    <a:pt x="0" y="2857"/>
                  </a:lnTo>
                  <a:lnTo>
                    <a:pt x="1885" y="2857"/>
                  </a:lnTo>
                  <a:lnTo>
                    <a:pt x="1885" y="4742"/>
                  </a:lnTo>
                  <a:lnTo>
                    <a:pt x="2827" y="474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27"/>
            <p:cNvSpPr/>
            <p:nvPr/>
          </p:nvSpPr>
          <p:spPr>
            <a:xfrm>
              <a:off x="6990650" y="4417925"/>
              <a:ext cx="118550" cy="118550"/>
            </a:xfrm>
            <a:custGeom>
              <a:rect b="b" l="l" r="r" t="t"/>
              <a:pathLst>
                <a:path extrusionOk="0" h="4742" w="4742">
                  <a:moveTo>
                    <a:pt x="1885" y="0"/>
                  </a:moveTo>
                  <a:lnTo>
                    <a:pt x="1885" y="1915"/>
                  </a:lnTo>
                  <a:lnTo>
                    <a:pt x="0" y="1915"/>
                  </a:lnTo>
                  <a:lnTo>
                    <a:pt x="0" y="2857"/>
                  </a:lnTo>
                  <a:lnTo>
                    <a:pt x="1885" y="2857"/>
                  </a:lnTo>
                  <a:lnTo>
                    <a:pt x="1885" y="4742"/>
                  </a:lnTo>
                  <a:lnTo>
                    <a:pt x="2827" y="474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27"/>
            <p:cNvSpPr/>
            <p:nvPr/>
          </p:nvSpPr>
          <p:spPr>
            <a:xfrm>
              <a:off x="6990650" y="4225675"/>
              <a:ext cx="118550" cy="118550"/>
            </a:xfrm>
            <a:custGeom>
              <a:rect b="b" l="l" r="r" t="t"/>
              <a:pathLst>
                <a:path extrusionOk="0" h="4742" w="4742">
                  <a:moveTo>
                    <a:pt x="1885" y="0"/>
                  </a:moveTo>
                  <a:lnTo>
                    <a:pt x="1885" y="1885"/>
                  </a:lnTo>
                  <a:lnTo>
                    <a:pt x="0" y="1885"/>
                  </a:lnTo>
                  <a:lnTo>
                    <a:pt x="0" y="2857"/>
                  </a:lnTo>
                  <a:lnTo>
                    <a:pt x="1885" y="2857"/>
                  </a:lnTo>
                  <a:lnTo>
                    <a:pt x="1885" y="4742"/>
                  </a:lnTo>
                  <a:lnTo>
                    <a:pt x="2827" y="4742"/>
                  </a:lnTo>
                  <a:lnTo>
                    <a:pt x="2827" y="2857"/>
                  </a:lnTo>
                  <a:lnTo>
                    <a:pt x="4742" y="2857"/>
                  </a:lnTo>
                  <a:lnTo>
                    <a:pt x="4742" y="1885"/>
                  </a:lnTo>
                  <a:lnTo>
                    <a:pt x="2827" y="188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27"/>
            <p:cNvSpPr/>
            <p:nvPr/>
          </p:nvSpPr>
          <p:spPr>
            <a:xfrm>
              <a:off x="6990650" y="4033400"/>
              <a:ext cx="118550" cy="118575"/>
            </a:xfrm>
            <a:custGeom>
              <a:rect b="b" l="l" r="r" t="t"/>
              <a:pathLst>
                <a:path extrusionOk="0" h="4743" w="4742">
                  <a:moveTo>
                    <a:pt x="1885" y="1"/>
                  </a:moveTo>
                  <a:lnTo>
                    <a:pt x="1885" y="1885"/>
                  </a:lnTo>
                  <a:lnTo>
                    <a:pt x="0" y="1885"/>
                  </a:lnTo>
                  <a:lnTo>
                    <a:pt x="0"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27"/>
            <p:cNvSpPr/>
            <p:nvPr/>
          </p:nvSpPr>
          <p:spPr>
            <a:xfrm>
              <a:off x="6990650" y="3841150"/>
              <a:ext cx="118550" cy="118575"/>
            </a:xfrm>
            <a:custGeom>
              <a:rect b="b" l="l" r="r" t="t"/>
              <a:pathLst>
                <a:path extrusionOk="0" h="4743" w="4742">
                  <a:moveTo>
                    <a:pt x="1885" y="1"/>
                  </a:moveTo>
                  <a:lnTo>
                    <a:pt x="1885" y="1885"/>
                  </a:lnTo>
                  <a:lnTo>
                    <a:pt x="0" y="1885"/>
                  </a:lnTo>
                  <a:lnTo>
                    <a:pt x="0"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27"/>
            <p:cNvSpPr/>
            <p:nvPr/>
          </p:nvSpPr>
          <p:spPr>
            <a:xfrm>
              <a:off x="6990650" y="3648900"/>
              <a:ext cx="118550" cy="118575"/>
            </a:xfrm>
            <a:custGeom>
              <a:rect b="b" l="l" r="r" t="t"/>
              <a:pathLst>
                <a:path extrusionOk="0" h="4743" w="4742">
                  <a:moveTo>
                    <a:pt x="1885" y="1"/>
                  </a:moveTo>
                  <a:lnTo>
                    <a:pt x="1885" y="1885"/>
                  </a:lnTo>
                  <a:lnTo>
                    <a:pt x="0" y="1885"/>
                  </a:lnTo>
                  <a:lnTo>
                    <a:pt x="0" y="2828"/>
                  </a:lnTo>
                  <a:lnTo>
                    <a:pt x="1885" y="2828"/>
                  </a:lnTo>
                  <a:lnTo>
                    <a:pt x="1885" y="4742"/>
                  </a:lnTo>
                  <a:lnTo>
                    <a:pt x="2827" y="4742"/>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27"/>
            <p:cNvSpPr/>
            <p:nvPr/>
          </p:nvSpPr>
          <p:spPr>
            <a:xfrm>
              <a:off x="7184425" y="5187675"/>
              <a:ext cx="119325" cy="118575"/>
            </a:xfrm>
            <a:custGeom>
              <a:rect b="b" l="l" r="r" t="t"/>
              <a:pathLst>
                <a:path extrusionOk="0" h="4743" w="4773">
                  <a:moveTo>
                    <a:pt x="1915" y="1"/>
                  </a:moveTo>
                  <a:lnTo>
                    <a:pt x="1915" y="1885"/>
                  </a:lnTo>
                  <a:lnTo>
                    <a:pt x="0" y="1885"/>
                  </a:lnTo>
                  <a:lnTo>
                    <a:pt x="0" y="2828"/>
                  </a:lnTo>
                  <a:lnTo>
                    <a:pt x="1915" y="2828"/>
                  </a:lnTo>
                  <a:lnTo>
                    <a:pt x="1915" y="4743"/>
                  </a:lnTo>
                  <a:lnTo>
                    <a:pt x="2857" y="4743"/>
                  </a:lnTo>
                  <a:lnTo>
                    <a:pt x="2857" y="2828"/>
                  </a:lnTo>
                  <a:lnTo>
                    <a:pt x="4772" y="2828"/>
                  </a:lnTo>
                  <a:lnTo>
                    <a:pt x="4772" y="1885"/>
                  </a:lnTo>
                  <a:lnTo>
                    <a:pt x="2857" y="1885"/>
                  </a:lnTo>
                  <a:lnTo>
                    <a:pt x="285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27"/>
            <p:cNvSpPr/>
            <p:nvPr/>
          </p:nvSpPr>
          <p:spPr>
            <a:xfrm>
              <a:off x="7184425" y="4994675"/>
              <a:ext cx="119325" cy="119325"/>
            </a:xfrm>
            <a:custGeom>
              <a:rect b="b" l="l" r="r" t="t"/>
              <a:pathLst>
                <a:path extrusionOk="0" h="4773" w="4773">
                  <a:moveTo>
                    <a:pt x="1915" y="0"/>
                  </a:moveTo>
                  <a:lnTo>
                    <a:pt x="1915" y="1915"/>
                  </a:lnTo>
                  <a:lnTo>
                    <a:pt x="0" y="1915"/>
                  </a:lnTo>
                  <a:lnTo>
                    <a:pt x="0" y="2858"/>
                  </a:lnTo>
                  <a:lnTo>
                    <a:pt x="1915" y="2858"/>
                  </a:lnTo>
                  <a:lnTo>
                    <a:pt x="1915" y="4772"/>
                  </a:lnTo>
                  <a:lnTo>
                    <a:pt x="2857" y="4772"/>
                  </a:lnTo>
                  <a:lnTo>
                    <a:pt x="2857" y="2858"/>
                  </a:lnTo>
                  <a:lnTo>
                    <a:pt x="4772" y="2858"/>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27"/>
            <p:cNvSpPr/>
            <p:nvPr/>
          </p:nvSpPr>
          <p:spPr>
            <a:xfrm>
              <a:off x="7184425" y="4802425"/>
              <a:ext cx="119325" cy="119325"/>
            </a:xfrm>
            <a:custGeom>
              <a:rect b="b" l="l" r="r" t="t"/>
              <a:pathLst>
                <a:path extrusionOk="0" h="4773" w="4773">
                  <a:moveTo>
                    <a:pt x="1915" y="0"/>
                  </a:moveTo>
                  <a:lnTo>
                    <a:pt x="1915" y="1915"/>
                  </a:lnTo>
                  <a:lnTo>
                    <a:pt x="0" y="1915"/>
                  </a:lnTo>
                  <a:lnTo>
                    <a:pt x="0" y="2857"/>
                  </a:lnTo>
                  <a:lnTo>
                    <a:pt x="1915" y="2857"/>
                  </a:lnTo>
                  <a:lnTo>
                    <a:pt x="1915" y="4772"/>
                  </a:lnTo>
                  <a:lnTo>
                    <a:pt x="2857" y="4772"/>
                  </a:lnTo>
                  <a:lnTo>
                    <a:pt x="2857" y="2857"/>
                  </a:lnTo>
                  <a:lnTo>
                    <a:pt x="4772" y="2857"/>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27"/>
            <p:cNvSpPr/>
            <p:nvPr/>
          </p:nvSpPr>
          <p:spPr>
            <a:xfrm>
              <a:off x="7184425" y="4610175"/>
              <a:ext cx="119325" cy="118550"/>
            </a:xfrm>
            <a:custGeom>
              <a:rect b="b" l="l" r="r" t="t"/>
              <a:pathLst>
                <a:path extrusionOk="0" h="4742" w="4773">
                  <a:moveTo>
                    <a:pt x="1915" y="0"/>
                  </a:moveTo>
                  <a:lnTo>
                    <a:pt x="1915" y="1915"/>
                  </a:lnTo>
                  <a:lnTo>
                    <a:pt x="0" y="1915"/>
                  </a:lnTo>
                  <a:lnTo>
                    <a:pt x="0" y="2857"/>
                  </a:lnTo>
                  <a:lnTo>
                    <a:pt x="1915" y="2857"/>
                  </a:lnTo>
                  <a:lnTo>
                    <a:pt x="1915" y="4742"/>
                  </a:lnTo>
                  <a:lnTo>
                    <a:pt x="2857" y="4742"/>
                  </a:lnTo>
                  <a:lnTo>
                    <a:pt x="2857" y="2857"/>
                  </a:lnTo>
                  <a:lnTo>
                    <a:pt x="4772" y="2857"/>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27"/>
            <p:cNvSpPr/>
            <p:nvPr/>
          </p:nvSpPr>
          <p:spPr>
            <a:xfrm>
              <a:off x="7184425" y="4417925"/>
              <a:ext cx="119325" cy="118550"/>
            </a:xfrm>
            <a:custGeom>
              <a:rect b="b" l="l" r="r" t="t"/>
              <a:pathLst>
                <a:path extrusionOk="0" h="4742" w="4773">
                  <a:moveTo>
                    <a:pt x="1915" y="0"/>
                  </a:moveTo>
                  <a:lnTo>
                    <a:pt x="1915" y="1915"/>
                  </a:lnTo>
                  <a:lnTo>
                    <a:pt x="0" y="1915"/>
                  </a:lnTo>
                  <a:lnTo>
                    <a:pt x="0" y="2857"/>
                  </a:lnTo>
                  <a:lnTo>
                    <a:pt x="1915" y="2857"/>
                  </a:lnTo>
                  <a:lnTo>
                    <a:pt x="1915" y="4742"/>
                  </a:lnTo>
                  <a:lnTo>
                    <a:pt x="2857" y="4742"/>
                  </a:lnTo>
                  <a:lnTo>
                    <a:pt x="2857" y="2857"/>
                  </a:lnTo>
                  <a:lnTo>
                    <a:pt x="4772" y="2857"/>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27"/>
            <p:cNvSpPr/>
            <p:nvPr/>
          </p:nvSpPr>
          <p:spPr>
            <a:xfrm>
              <a:off x="7184425" y="4225675"/>
              <a:ext cx="119325" cy="118550"/>
            </a:xfrm>
            <a:custGeom>
              <a:rect b="b" l="l" r="r" t="t"/>
              <a:pathLst>
                <a:path extrusionOk="0" h="4742" w="4773">
                  <a:moveTo>
                    <a:pt x="1915" y="0"/>
                  </a:moveTo>
                  <a:lnTo>
                    <a:pt x="1915" y="1885"/>
                  </a:lnTo>
                  <a:lnTo>
                    <a:pt x="0" y="1885"/>
                  </a:lnTo>
                  <a:lnTo>
                    <a:pt x="0" y="2857"/>
                  </a:lnTo>
                  <a:lnTo>
                    <a:pt x="1915" y="2857"/>
                  </a:lnTo>
                  <a:lnTo>
                    <a:pt x="1915" y="4742"/>
                  </a:lnTo>
                  <a:lnTo>
                    <a:pt x="2857" y="4742"/>
                  </a:lnTo>
                  <a:lnTo>
                    <a:pt x="2857" y="2857"/>
                  </a:lnTo>
                  <a:lnTo>
                    <a:pt x="4772" y="2857"/>
                  </a:lnTo>
                  <a:lnTo>
                    <a:pt x="4772" y="1885"/>
                  </a:lnTo>
                  <a:lnTo>
                    <a:pt x="2857" y="188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27"/>
            <p:cNvSpPr/>
            <p:nvPr/>
          </p:nvSpPr>
          <p:spPr>
            <a:xfrm>
              <a:off x="7184425" y="4033400"/>
              <a:ext cx="119325" cy="118575"/>
            </a:xfrm>
            <a:custGeom>
              <a:rect b="b" l="l" r="r" t="t"/>
              <a:pathLst>
                <a:path extrusionOk="0" h="4743" w="4773">
                  <a:moveTo>
                    <a:pt x="1915" y="1"/>
                  </a:moveTo>
                  <a:lnTo>
                    <a:pt x="1915" y="1885"/>
                  </a:lnTo>
                  <a:lnTo>
                    <a:pt x="0" y="1885"/>
                  </a:lnTo>
                  <a:lnTo>
                    <a:pt x="0" y="2828"/>
                  </a:lnTo>
                  <a:lnTo>
                    <a:pt x="1915" y="2828"/>
                  </a:lnTo>
                  <a:lnTo>
                    <a:pt x="1915" y="4743"/>
                  </a:lnTo>
                  <a:lnTo>
                    <a:pt x="2857" y="4743"/>
                  </a:lnTo>
                  <a:lnTo>
                    <a:pt x="2857" y="2828"/>
                  </a:lnTo>
                  <a:lnTo>
                    <a:pt x="4772" y="2828"/>
                  </a:lnTo>
                  <a:lnTo>
                    <a:pt x="4772" y="1885"/>
                  </a:lnTo>
                  <a:lnTo>
                    <a:pt x="2857" y="1885"/>
                  </a:lnTo>
                  <a:lnTo>
                    <a:pt x="285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27"/>
            <p:cNvSpPr/>
            <p:nvPr/>
          </p:nvSpPr>
          <p:spPr>
            <a:xfrm>
              <a:off x="7184425" y="3841150"/>
              <a:ext cx="119325" cy="118575"/>
            </a:xfrm>
            <a:custGeom>
              <a:rect b="b" l="l" r="r" t="t"/>
              <a:pathLst>
                <a:path extrusionOk="0" h="4743" w="4773">
                  <a:moveTo>
                    <a:pt x="1915" y="1"/>
                  </a:moveTo>
                  <a:lnTo>
                    <a:pt x="1915" y="1885"/>
                  </a:lnTo>
                  <a:lnTo>
                    <a:pt x="0" y="1885"/>
                  </a:lnTo>
                  <a:lnTo>
                    <a:pt x="0" y="2828"/>
                  </a:lnTo>
                  <a:lnTo>
                    <a:pt x="1915" y="2828"/>
                  </a:lnTo>
                  <a:lnTo>
                    <a:pt x="1915" y="4743"/>
                  </a:lnTo>
                  <a:lnTo>
                    <a:pt x="2857" y="4743"/>
                  </a:lnTo>
                  <a:lnTo>
                    <a:pt x="2857" y="2828"/>
                  </a:lnTo>
                  <a:lnTo>
                    <a:pt x="4772" y="2828"/>
                  </a:lnTo>
                  <a:lnTo>
                    <a:pt x="4772" y="1885"/>
                  </a:lnTo>
                  <a:lnTo>
                    <a:pt x="2857" y="1885"/>
                  </a:lnTo>
                  <a:lnTo>
                    <a:pt x="285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27"/>
            <p:cNvSpPr/>
            <p:nvPr/>
          </p:nvSpPr>
          <p:spPr>
            <a:xfrm>
              <a:off x="7184425" y="3648900"/>
              <a:ext cx="119325" cy="118575"/>
            </a:xfrm>
            <a:custGeom>
              <a:rect b="b" l="l" r="r" t="t"/>
              <a:pathLst>
                <a:path extrusionOk="0" h="4743" w="4773">
                  <a:moveTo>
                    <a:pt x="1915" y="1"/>
                  </a:moveTo>
                  <a:lnTo>
                    <a:pt x="1915" y="1885"/>
                  </a:lnTo>
                  <a:lnTo>
                    <a:pt x="0" y="1885"/>
                  </a:lnTo>
                  <a:lnTo>
                    <a:pt x="0" y="2828"/>
                  </a:lnTo>
                  <a:lnTo>
                    <a:pt x="1915" y="2828"/>
                  </a:lnTo>
                  <a:lnTo>
                    <a:pt x="1915" y="4742"/>
                  </a:lnTo>
                  <a:lnTo>
                    <a:pt x="2857" y="4742"/>
                  </a:lnTo>
                  <a:lnTo>
                    <a:pt x="2857" y="2828"/>
                  </a:lnTo>
                  <a:lnTo>
                    <a:pt x="4772" y="2828"/>
                  </a:lnTo>
                  <a:lnTo>
                    <a:pt x="4772" y="1885"/>
                  </a:lnTo>
                  <a:lnTo>
                    <a:pt x="2857" y="1885"/>
                  </a:lnTo>
                  <a:lnTo>
                    <a:pt x="285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27"/>
            <p:cNvSpPr/>
            <p:nvPr/>
          </p:nvSpPr>
          <p:spPr>
            <a:xfrm>
              <a:off x="6601575" y="3455900"/>
              <a:ext cx="118575" cy="119325"/>
            </a:xfrm>
            <a:custGeom>
              <a:rect b="b" l="l" r="r" t="t"/>
              <a:pathLst>
                <a:path extrusionOk="0" h="4773" w="4743">
                  <a:moveTo>
                    <a:pt x="1885" y="0"/>
                  </a:moveTo>
                  <a:lnTo>
                    <a:pt x="1885" y="1915"/>
                  </a:lnTo>
                  <a:lnTo>
                    <a:pt x="1" y="1915"/>
                  </a:lnTo>
                  <a:lnTo>
                    <a:pt x="1" y="2857"/>
                  </a:lnTo>
                  <a:lnTo>
                    <a:pt x="1885" y="2857"/>
                  </a:lnTo>
                  <a:lnTo>
                    <a:pt x="1885" y="4772"/>
                  </a:lnTo>
                  <a:lnTo>
                    <a:pt x="2827" y="477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27"/>
            <p:cNvSpPr/>
            <p:nvPr/>
          </p:nvSpPr>
          <p:spPr>
            <a:xfrm>
              <a:off x="6796100" y="3455900"/>
              <a:ext cx="118575" cy="119325"/>
            </a:xfrm>
            <a:custGeom>
              <a:rect b="b" l="l" r="r" t="t"/>
              <a:pathLst>
                <a:path extrusionOk="0" h="4773" w="4743">
                  <a:moveTo>
                    <a:pt x="1885" y="0"/>
                  </a:moveTo>
                  <a:lnTo>
                    <a:pt x="1885" y="1915"/>
                  </a:lnTo>
                  <a:lnTo>
                    <a:pt x="1" y="1915"/>
                  </a:lnTo>
                  <a:lnTo>
                    <a:pt x="1" y="2857"/>
                  </a:lnTo>
                  <a:lnTo>
                    <a:pt x="1885" y="2857"/>
                  </a:lnTo>
                  <a:lnTo>
                    <a:pt x="1885" y="4772"/>
                  </a:lnTo>
                  <a:lnTo>
                    <a:pt x="2828" y="4772"/>
                  </a:lnTo>
                  <a:lnTo>
                    <a:pt x="2828" y="2857"/>
                  </a:lnTo>
                  <a:lnTo>
                    <a:pt x="4743" y="2857"/>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27"/>
            <p:cNvSpPr/>
            <p:nvPr/>
          </p:nvSpPr>
          <p:spPr>
            <a:xfrm>
              <a:off x="6990650" y="3455900"/>
              <a:ext cx="118550" cy="119325"/>
            </a:xfrm>
            <a:custGeom>
              <a:rect b="b" l="l" r="r" t="t"/>
              <a:pathLst>
                <a:path extrusionOk="0" h="4773" w="4742">
                  <a:moveTo>
                    <a:pt x="1885" y="0"/>
                  </a:moveTo>
                  <a:lnTo>
                    <a:pt x="1885" y="1915"/>
                  </a:lnTo>
                  <a:lnTo>
                    <a:pt x="0" y="1915"/>
                  </a:lnTo>
                  <a:lnTo>
                    <a:pt x="0" y="2857"/>
                  </a:lnTo>
                  <a:lnTo>
                    <a:pt x="1885" y="2857"/>
                  </a:lnTo>
                  <a:lnTo>
                    <a:pt x="1885" y="4772"/>
                  </a:lnTo>
                  <a:lnTo>
                    <a:pt x="2827" y="477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27"/>
            <p:cNvSpPr/>
            <p:nvPr/>
          </p:nvSpPr>
          <p:spPr>
            <a:xfrm>
              <a:off x="7184425" y="3455900"/>
              <a:ext cx="119325" cy="119325"/>
            </a:xfrm>
            <a:custGeom>
              <a:rect b="b" l="l" r="r" t="t"/>
              <a:pathLst>
                <a:path extrusionOk="0" h="4773" w="4773">
                  <a:moveTo>
                    <a:pt x="1915" y="0"/>
                  </a:moveTo>
                  <a:lnTo>
                    <a:pt x="1915" y="1915"/>
                  </a:lnTo>
                  <a:lnTo>
                    <a:pt x="0" y="1915"/>
                  </a:lnTo>
                  <a:lnTo>
                    <a:pt x="0" y="2857"/>
                  </a:lnTo>
                  <a:lnTo>
                    <a:pt x="1915" y="2857"/>
                  </a:lnTo>
                  <a:lnTo>
                    <a:pt x="1915" y="4772"/>
                  </a:lnTo>
                  <a:lnTo>
                    <a:pt x="2857" y="4772"/>
                  </a:lnTo>
                  <a:lnTo>
                    <a:pt x="2857" y="2857"/>
                  </a:lnTo>
                  <a:lnTo>
                    <a:pt x="4772" y="2857"/>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66" name="Google Shape;4366;p27"/>
          <p:cNvSpPr/>
          <p:nvPr/>
        </p:nvSpPr>
        <p:spPr>
          <a:xfrm>
            <a:off x="8622388" y="3519600"/>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27"/>
          <p:cNvSpPr/>
          <p:nvPr/>
        </p:nvSpPr>
        <p:spPr>
          <a:xfrm>
            <a:off x="4561375" y="4700050"/>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68" name="Google Shape;4368;p27"/>
          <p:cNvGrpSpPr/>
          <p:nvPr/>
        </p:nvGrpSpPr>
        <p:grpSpPr>
          <a:xfrm flipH="1">
            <a:off x="8795948" y="1947406"/>
            <a:ext cx="592199" cy="593411"/>
            <a:chOff x="4811650" y="1895450"/>
            <a:chExt cx="378450" cy="379225"/>
          </a:xfrm>
        </p:grpSpPr>
        <p:sp>
          <p:nvSpPr>
            <p:cNvPr id="4369" name="Google Shape;4369;p27"/>
            <p:cNvSpPr/>
            <p:nvPr/>
          </p:nvSpPr>
          <p:spPr>
            <a:xfrm>
              <a:off x="4811650" y="1895450"/>
              <a:ext cx="378450" cy="379225"/>
            </a:xfrm>
            <a:custGeom>
              <a:rect b="b" l="l" r="r" t="t"/>
              <a:pathLst>
                <a:path extrusionOk="0" fill="none" h="15169" w="15138">
                  <a:moveTo>
                    <a:pt x="9119" y="882"/>
                  </a:moveTo>
                  <a:cubicBezTo>
                    <a:pt x="12828" y="1733"/>
                    <a:pt x="15138" y="5442"/>
                    <a:pt x="14256" y="9150"/>
                  </a:cubicBezTo>
                  <a:cubicBezTo>
                    <a:pt x="13405" y="12858"/>
                    <a:pt x="9697" y="15168"/>
                    <a:pt x="5989" y="14287"/>
                  </a:cubicBezTo>
                  <a:cubicBezTo>
                    <a:pt x="2280" y="13436"/>
                    <a:pt x="1" y="9728"/>
                    <a:pt x="852" y="6019"/>
                  </a:cubicBezTo>
                  <a:cubicBezTo>
                    <a:pt x="1733" y="2311"/>
                    <a:pt x="5441" y="1"/>
                    <a:pt x="9119" y="882"/>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27"/>
            <p:cNvSpPr/>
            <p:nvPr/>
          </p:nvSpPr>
          <p:spPr>
            <a:xfrm>
              <a:off x="4882325" y="1966125"/>
              <a:ext cx="236350" cy="237125"/>
            </a:xfrm>
            <a:custGeom>
              <a:rect b="b" l="l" r="r" t="t"/>
              <a:pathLst>
                <a:path extrusionOk="0" fill="none" h="9485" w="9454">
                  <a:moveTo>
                    <a:pt x="9453" y="4742"/>
                  </a:moveTo>
                  <a:cubicBezTo>
                    <a:pt x="9453" y="7356"/>
                    <a:pt x="7356" y="9484"/>
                    <a:pt x="4742" y="9484"/>
                  </a:cubicBezTo>
                  <a:cubicBezTo>
                    <a:pt x="2128" y="9484"/>
                    <a:pt x="0" y="7356"/>
                    <a:pt x="0" y="4742"/>
                  </a:cubicBezTo>
                  <a:cubicBezTo>
                    <a:pt x="0" y="2128"/>
                    <a:pt x="2128" y="1"/>
                    <a:pt x="4742" y="1"/>
                  </a:cubicBezTo>
                  <a:cubicBezTo>
                    <a:pt x="7356" y="1"/>
                    <a:pt x="9453" y="2128"/>
                    <a:pt x="9453" y="4742"/>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27"/>
            <p:cNvSpPr/>
            <p:nvPr/>
          </p:nvSpPr>
          <p:spPr>
            <a:xfrm>
              <a:off x="4928675" y="2012475"/>
              <a:ext cx="143650" cy="144425"/>
            </a:xfrm>
            <a:custGeom>
              <a:rect b="b" l="l" r="r" t="t"/>
              <a:pathLst>
                <a:path extrusionOk="0" fill="none" h="5777" w="5746">
                  <a:moveTo>
                    <a:pt x="5745" y="2888"/>
                  </a:moveTo>
                  <a:cubicBezTo>
                    <a:pt x="5745" y="4499"/>
                    <a:pt x="4469" y="5776"/>
                    <a:pt x="2888" y="5776"/>
                  </a:cubicBezTo>
                  <a:cubicBezTo>
                    <a:pt x="1277" y="5776"/>
                    <a:pt x="1" y="4499"/>
                    <a:pt x="1" y="2888"/>
                  </a:cubicBezTo>
                  <a:cubicBezTo>
                    <a:pt x="1" y="1308"/>
                    <a:pt x="1277" y="1"/>
                    <a:pt x="2888" y="1"/>
                  </a:cubicBezTo>
                  <a:cubicBezTo>
                    <a:pt x="4469" y="1"/>
                    <a:pt x="5745" y="1308"/>
                    <a:pt x="5745" y="2888"/>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27"/>
            <p:cNvSpPr/>
            <p:nvPr/>
          </p:nvSpPr>
          <p:spPr>
            <a:xfrm>
              <a:off x="4968950" y="2053525"/>
              <a:ext cx="63100" cy="63100"/>
            </a:xfrm>
            <a:custGeom>
              <a:rect b="b" l="l" r="r" t="t"/>
              <a:pathLst>
                <a:path extrusionOk="0" fill="none" h="2524" w="2524">
                  <a:moveTo>
                    <a:pt x="2523" y="1246"/>
                  </a:moveTo>
                  <a:cubicBezTo>
                    <a:pt x="2523" y="1946"/>
                    <a:pt x="1946" y="2523"/>
                    <a:pt x="1277" y="2523"/>
                  </a:cubicBezTo>
                  <a:cubicBezTo>
                    <a:pt x="578" y="2523"/>
                    <a:pt x="1" y="1946"/>
                    <a:pt x="1" y="1246"/>
                  </a:cubicBezTo>
                  <a:cubicBezTo>
                    <a:pt x="1" y="578"/>
                    <a:pt x="578" y="0"/>
                    <a:pt x="1277" y="0"/>
                  </a:cubicBezTo>
                  <a:cubicBezTo>
                    <a:pt x="1946" y="0"/>
                    <a:pt x="2523" y="578"/>
                    <a:pt x="2523" y="1246"/>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3" name="Google Shape;4373;p27"/>
          <p:cNvGrpSpPr/>
          <p:nvPr/>
        </p:nvGrpSpPr>
        <p:grpSpPr>
          <a:xfrm rot="-5400000">
            <a:off x="6495986" y="5178630"/>
            <a:ext cx="2781299" cy="1048521"/>
            <a:chOff x="493175" y="2102150"/>
            <a:chExt cx="1201425" cy="452925"/>
          </a:xfrm>
        </p:grpSpPr>
        <p:sp>
          <p:nvSpPr>
            <p:cNvPr id="4374" name="Google Shape;4374;p27"/>
            <p:cNvSpPr/>
            <p:nvPr/>
          </p:nvSpPr>
          <p:spPr>
            <a:xfrm>
              <a:off x="1675575" y="2536050"/>
              <a:ext cx="19025" cy="19025"/>
            </a:xfrm>
            <a:custGeom>
              <a:rect b="b" l="l" r="r" t="t"/>
              <a:pathLst>
                <a:path extrusionOk="0" h="761" w="761">
                  <a:moveTo>
                    <a:pt x="365" y="1"/>
                  </a:moveTo>
                  <a:cubicBezTo>
                    <a:pt x="153" y="1"/>
                    <a:pt x="1" y="153"/>
                    <a:pt x="1" y="365"/>
                  </a:cubicBezTo>
                  <a:cubicBezTo>
                    <a:pt x="1" y="578"/>
                    <a:pt x="153"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27"/>
            <p:cNvSpPr/>
            <p:nvPr/>
          </p:nvSpPr>
          <p:spPr>
            <a:xfrm>
              <a:off x="1576800" y="2536050"/>
              <a:ext cx="19000" cy="19025"/>
            </a:xfrm>
            <a:custGeom>
              <a:rect b="b" l="l" r="r" t="t"/>
              <a:pathLst>
                <a:path extrusionOk="0" h="761" w="760">
                  <a:moveTo>
                    <a:pt x="365" y="1"/>
                  </a:moveTo>
                  <a:cubicBezTo>
                    <a:pt x="182" y="1"/>
                    <a:pt x="0" y="153"/>
                    <a:pt x="0" y="365"/>
                  </a:cubicBezTo>
                  <a:cubicBezTo>
                    <a:pt x="0" y="578"/>
                    <a:pt x="182"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27"/>
            <p:cNvSpPr/>
            <p:nvPr/>
          </p:nvSpPr>
          <p:spPr>
            <a:xfrm>
              <a:off x="14780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27"/>
            <p:cNvSpPr/>
            <p:nvPr/>
          </p:nvSpPr>
          <p:spPr>
            <a:xfrm>
              <a:off x="1379975" y="2536050"/>
              <a:ext cx="19025" cy="19025"/>
            </a:xfrm>
            <a:custGeom>
              <a:rect b="b" l="l" r="r" t="t"/>
              <a:pathLst>
                <a:path extrusionOk="0" h="761" w="761">
                  <a:moveTo>
                    <a:pt x="365" y="1"/>
                  </a:moveTo>
                  <a:cubicBezTo>
                    <a:pt x="153" y="1"/>
                    <a:pt x="1" y="153"/>
                    <a:pt x="1" y="365"/>
                  </a:cubicBezTo>
                  <a:cubicBezTo>
                    <a:pt x="1" y="578"/>
                    <a:pt x="153"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27"/>
            <p:cNvSpPr/>
            <p:nvPr/>
          </p:nvSpPr>
          <p:spPr>
            <a:xfrm>
              <a:off x="1281200" y="2536050"/>
              <a:ext cx="19025" cy="19025"/>
            </a:xfrm>
            <a:custGeom>
              <a:rect b="b" l="l" r="r" t="t"/>
              <a:pathLst>
                <a:path extrusionOk="0" h="761" w="761">
                  <a:moveTo>
                    <a:pt x="395" y="1"/>
                  </a:moveTo>
                  <a:cubicBezTo>
                    <a:pt x="183" y="1"/>
                    <a:pt x="0" y="153"/>
                    <a:pt x="0" y="365"/>
                  </a:cubicBezTo>
                  <a:cubicBezTo>
                    <a:pt x="0" y="578"/>
                    <a:pt x="183" y="760"/>
                    <a:pt x="395" y="760"/>
                  </a:cubicBezTo>
                  <a:cubicBezTo>
                    <a:pt x="578" y="760"/>
                    <a:pt x="760" y="578"/>
                    <a:pt x="760" y="365"/>
                  </a:cubicBezTo>
                  <a:cubicBezTo>
                    <a:pt x="760" y="15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27"/>
            <p:cNvSpPr/>
            <p:nvPr/>
          </p:nvSpPr>
          <p:spPr>
            <a:xfrm>
              <a:off x="11824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27"/>
            <p:cNvSpPr/>
            <p:nvPr/>
          </p:nvSpPr>
          <p:spPr>
            <a:xfrm>
              <a:off x="1084375" y="2536050"/>
              <a:ext cx="19025" cy="19025"/>
            </a:xfrm>
            <a:custGeom>
              <a:rect b="b" l="l" r="r" t="t"/>
              <a:pathLst>
                <a:path extrusionOk="0" h="761" w="761">
                  <a:moveTo>
                    <a:pt x="365" y="1"/>
                  </a:moveTo>
                  <a:cubicBezTo>
                    <a:pt x="153" y="1"/>
                    <a:pt x="1" y="153"/>
                    <a:pt x="1" y="365"/>
                  </a:cubicBezTo>
                  <a:cubicBezTo>
                    <a:pt x="1" y="578"/>
                    <a:pt x="153" y="760"/>
                    <a:pt x="365" y="760"/>
                  </a:cubicBezTo>
                  <a:cubicBezTo>
                    <a:pt x="578" y="760"/>
                    <a:pt x="761" y="578"/>
                    <a:pt x="761" y="365"/>
                  </a:cubicBezTo>
                  <a:cubicBezTo>
                    <a:pt x="761"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27"/>
            <p:cNvSpPr/>
            <p:nvPr/>
          </p:nvSpPr>
          <p:spPr>
            <a:xfrm>
              <a:off x="985600" y="2536050"/>
              <a:ext cx="19025" cy="19025"/>
            </a:xfrm>
            <a:custGeom>
              <a:rect b="b" l="l" r="r" t="t"/>
              <a:pathLst>
                <a:path extrusionOk="0" h="761" w="761">
                  <a:moveTo>
                    <a:pt x="365" y="1"/>
                  </a:moveTo>
                  <a:cubicBezTo>
                    <a:pt x="152" y="1"/>
                    <a:pt x="0" y="153"/>
                    <a:pt x="0" y="365"/>
                  </a:cubicBezTo>
                  <a:cubicBezTo>
                    <a:pt x="0" y="578"/>
                    <a:pt x="152"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27"/>
            <p:cNvSpPr/>
            <p:nvPr/>
          </p:nvSpPr>
          <p:spPr>
            <a:xfrm>
              <a:off x="8868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27"/>
            <p:cNvSpPr/>
            <p:nvPr/>
          </p:nvSpPr>
          <p:spPr>
            <a:xfrm>
              <a:off x="788025" y="2536050"/>
              <a:ext cx="19025" cy="19025"/>
            </a:xfrm>
            <a:custGeom>
              <a:rect b="b" l="l" r="r" t="t"/>
              <a:pathLst>
                <a:path extrusionOk="0" h="761" w="761">
                  <a:moveTo>
                    <a:pt x="395" y="1"/>
                  </a:moveTo>
                  <a:cubicBezTo>
                    <a:pt x="183" y="1"/>
                    <a:pt x="0" y="153"/>
                    <a:pt x="0" y="365"/>
                  </a:cubicBezTo>
                  <a:cubicBezTo>
                    <a:pt x="0" y="578"/>
                    <a:pt x="183" y="760"/>
                    <a:pt x="395" y="760"/>
                  </a:cubicBezTo>
                  <a:cubicBezTo>
                    <a:pt x="608" y="760"/>
                    <a:pt x="760" y="578"/>
                    <a:pt x="760" y="365"/>
                  </a:cubicBezTo>
                  <a:cubicBezTo>
                    <a:pt x="760" y="15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27"/>
            <p:cNvSpPr/>
            <p:nvPr/>
          </p:nvSpPr>
          <p:spPr>
            <a:xfrm>
              <a:off x="690000" y="2536050"/>
              <a:ext cx="19025" cy="19025"/>
            </a:xfrm>
            <a:custGeom>
              <a:rect b="b" l="l" r="r" t="t"/>
              <a:pathLst>
                <a:path extrusionOk="0" h="761" w="761">
                  <a:moveTo>
                    <a:pt x="365" y="1"/>
                  </a:moveTo>
                  <a:cubicBezTo>
                    <a:pt x="152" y="1"/>
                    <a:pt x="0" y="153"/>
                    <a:pt x="0" y="365"/>
                  </a:cubicBezTo>
                  <a:cubicBezTo>
                    <a:pt x="0" y="578"/>
                    <a:pt x="152"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27"/>
            <p:cNvSpPr/>
            <p:nvPr/>
          </p:nvSpPr>
          <p:spPr>
            <a:xfrm>
              <a:off x="5912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27"/>
            <p:cNvSpPr/>
            <p:nvPr/>
          </p:nvSpPr>
          <p:spPr>
            <a:xfrm>
              <a:off x="493175" y="2536050"/>
              <a:ext cx="19025" cy="19025"/>
            </a:xfrm>
            <a:custGeom>
              <a:rect b="b" l="l" r="r" t="t"/>
              <a:pathLst>
                <a:path extrusionOk="0" h="761" w="761">
                  <a:moveTo>
                    <a:pt x="366" y="1"/>
                  </a:moveTo>
                  <a:cubicBezTo>
                    <a:pt x="153" y="1"/>
                    <a:pt x="1" y="153"/>
                    <a:pt x="1" y="365"/>
                  </a:cubicBezTo>
                  <a:cubicBezTo>
                    <a:pt x="1" y="578"/>
                    <a:pt x="153" y="760"/>
                    <a:pt x="366" y="760"/>
                  </a:cubicBezTo>
                  <a:cubicBezTo>
                    <a:pt x="578" y="760"/>
                    <a:pt x="761" y="578"/>
                    <a:pt x="761" y="365"/>
                  </a:cubicBezTo>
                  <a:cubicBezTo>
                    <a:pt x="761" y="15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27"/>
            <p:cNvSpPr/>
            <p:nvPr/>
          </p:nvSpPr>
          <p:spPr>
            <a:xfrm>
              <a:off x="1675575" y="2449425"/>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27"/>
            <p:cNvSpPr/>
            <p:nvPr/>
          </p:nvSpPr>
          <p:spPr>
            <a:xfrm>
              <a:off x="1576800" y="2449425"/>
              <a:ext cx="19000" cy="19025"/>
            </a:xfrm>
            <a:custGeom>
              <a:rect b="b" l="l" r="r" t="t"/>
              <a:pathLst>
                <a:path extrusionOk="0" h="761" w="760">
                  <a:moveTo>
                    <a:pt x="365" y="0"/>
                  </a:moveTo>
                  <a:cubicBezTo>
                    <a:pt x="182" y="0"/>
                    <a:pt x="0" y="152"/>
                    <a:pt x="0" y="365"/>
                  </a:cubicBezTo>
                  <a:cubicBezTo>
                    <a:pt x="0" y="578"/>
                    <a:pt x="18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27"/>
            <p:cNvSpPr/>
            <p:nvPr/>
          </p:nvSpPr>
          <p:spPr>
            <a:xfrm>
              <a:off x="14780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27"/>
            <p:cNvSpPr/>
            <p:nvPr/>
          </p:nvSpPr>
          <p:spPr>
            <a:xfrm>
              <a:off x="1379975" y="2449425"/>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27"/>
            <p:cNvSpPr/>
            <p:nvPr/>
          </p:nvSpPr>
          <p:spPr>
            <a:xfrm>
              <a:off x="1281200" y="2449425"/>
              <a:ext cx="19025" cy="19025"/>
            </a:xfrm>
            <a:custGeom>
              <a:rect b="b" l="l" r="r" t="t"/>
              <a:pathLst>
                <a:path extrusionOk="0" h="761" w="761">
                  <a:moveTo>
                    <a:pt x="395" y="0"/>
                  </a:moveTo>
                  <a:cubicBezTo>
                    <a:pt x="183" y="0"/>
                    <a:pt x="0" y="152"/>
                    <a:pt x="0" y="365"/>
                  </a:cubicBezTo>
                  <a:cubicBezTo>
                    <a:pt x="0" y="578"/>
                    <a:pt x="183" y="760"/>
                    <a:pt x="395" y="760"/>
                  </a:cubicBezTo>
                  <a:cubicBezTo>
                    <a:pt x="578" y="760"/>
                    <a:pt x="760" y="578"/>
                    <a:pt x="760" y="365"/>
                  </a:cubicBezTo>
                  <a:cubicBezTo>
                    <a:pt x="760" y="152"/>
                    <a:pt x="57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27"/>
            <p:cNvSpPr/>
            <p:nvPr/>
          </p:nvSpPr>
          <p:spPr>
            <a:xfrm>
              <a:off x="11824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27"/>
            <p:cNvSpPr/>
            <p:nvPr/>
          </p:nvSpPr>
          <p:spPr>
            <a:xfrm>
              <a:off x="1084375" y="2449425"/>
              <a:ext cx="19025" cy="19025"/>
            </a:xfrm>
            <a:custGeom>
              <a:rect b="b" l="l" r="r" t="t"/>
              <a:pathLst>
                <a:path extrusionOk="0" h="761" w="761">
                  <a:moveTo>
                    <a:pt x="365" y="0"/>
                  </a:moveTo>
                  <a:cubicBezTo>
                    <a:pt x="153" y="0"/>
                    <a:pt x="1" y="152"/>
                    <a:pt x="1" y="365"/>
                  </a:cubicBezTo>
                  <a:cubicBezTo>
                    <a:pt x="1" y="578"/>
                    <a:pt x="153" y="760"/>
                    <a:pt x="365" y="760"/>
                  </a:cubicBezTo>
                  <a:cubicBezTo>
                    <a:pt x="578" y="760"/>
                    <a:pt x="761" y="578"/>
                    <a:pt x="761" y="365"/>
                  </a:cubicBezTo>
                  <a:cubicBezTo>
                    <a:pt x="761"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27"/>
            <p:cNvSpPr/>
            <p:nvPr/>
          </p:nvSpPr>
          <p:spPr>
            <a:xfrm>
              <a:off x="985600" y="2449425"/>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27"/>
            <p:cNvSpPr/>
            <p:nvPr/>
          </p:nvSpPr>
          <p:spPr>
            <a:xfrm>
              <a:off x="8868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27"/>
            <p:cNvSpPr/>
            <p:nvPr/>
          </p:nvSpPr>
          <p:spPr>
            <a:xfrm>
              <a:off x="788025" y="2449425"/>
              <a:ext cx="19025" cy="19025"/>
            </a:xfrm>
            <a:custGeom>
              <a:rect b="b" l="l" r="r" t="t"/>
              <a:pathLst>
                <a:path extrusionOk="0" h="761" w="761">
                  <a:moveTo>
                    <a:pt x="395" y="0"/>
                  </a:moveTo>
                  <a:cubicBezTo>
                    <a:pt x="183" y="0"/>
                    <a:pt x="0" y="152"/>
                    <a:pt x="0" y="365"/>
                  </a:cubicBezTo>
                  <a:cubicBezTo>
                    <a:pt x="0" y="578"/>
                    <a:pt x="183" y="760"/>
                    <a:pt x="395" y="760"/>
                  </a:cubicBezTo>
                  <a:cubicBezTo>
                    <a:pt x="608" y="760"/>
                    <a:pt x="760" y="578"/>
                    <a:pt x="760" y="365"/>
                  </a:cubicBezTo>
                  <a:cubicBezTo>
                    <a:pt x="760" y="152"/>
                    <a:pt x="60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27"/>
            <p:cNvSpPr/>
            <p:nvPr/>
          </p:nvSpPr>
          <p:spPr>
            <a:xfrm>
              <a:off x="690000" y="2449425"/>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27"/>
            <p:cNvSpPr/>
            <p:nvPr/>
          </p:nvSpPr>
          <p:spPr>
            <a:xfrm>
              <a:off x="5912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27"/>
            <p:cNvSpPr/>
            <p:nvPr/>
          </p:nvSpPr>
          <p:spPr>
            <a:xfrm>
              <a:off x="493175" y="2449425"/>
              <a:ext cx="19025" cy="19025"/>
            </a:xfrm>
            <a:custGeom>
              <a:rect b="b" l="l" r="r" t="t"/>
              <a:pathLst>
                <a:path extrusionOk="0" h="761" w="761">
                  <a:moveTo>
                    <a:pt x="366" y="0"/>
                  </a:moveTo>
                  <a:cubicBezTo>
                    <a:pt x="153" y="0"/>
                    <a:pt x="1" y="152"/>
                    <a:pt x="1" y="365"/>
                  </a:cubicBezTo>
                  <a:cubicBezTo>
                    <a:pt x="1" y="578"/>
                    <a:pt x="153" y="760"/>
                    <a:pt x="366" y="760"/>
                  </a:cubicBezTo>
                  <a:cubicBezTo>
                    <a:pt x="578" y="760"/>
                    <a:pt x="761" y="578"/>
                    <a:pt x="761" y="365"/>
                  </a:cubicBezTo>
                  <a:cubicBezTo>
                    <a:pt x="761" y="152"/>
                    <a:pt x="578" y="0"/>
                    <a:pt x="36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27"/>
            <p:cNvSpPr/>
            <p:nvPr/>
          </p:nvSpPr>
          <p:spPr>
            <a:xfrm>
              <a:off x="1675575" y="2362800"/>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27"/>
            <p:cNvSpPr/>
            <p:nvPr/>
          </p:nvSpPr>
          <p:spPr>
            <a:xfrm>
              <a:off x="1576800" y="2362800"/>
              <a:ext cx="19000" cy="19025"/>
            </a:xfrm>
            <a:custGeom>
              <a:rect b="b" l="l" r="r" t="t"/>
              <a:pathLst>
                <a:path extrusionOk="0" h="761" w="760">
                  <a:moveTo>
                    <a:pt x="365" y="0"/>
                  </a:moveTo>
                  <a:cubicBezTo>
                    <a:pt x="182" y="0"/>
                    <a:pt x="0" y="152"/>
                    <a:pt x="0" y="365"/>
                  </a:cubicBezTo>
                  <a:cubicBezTo>
                    <a:pt x="0" y="578"/>
                    <a:pt x="18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27"/>
            <p:cNvSpPr/>
            <p:nvPr/>
          </p:nvSpPr>
          <p:spPr>
            <a:xfrm>
              <a:off x="14780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27"/>
            <p:cNvSpPr/>
            <p:nvPr/>
          </p:nvSpPr>
          <p:spPr>
            <a:xfrm>
              <a:off x="1379975" y="2362800"/>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27"/>
            <p:cNvSpPr/>
            <p:nvPr/>
          </p:nvSpPr>
          <p:spPr>
            <a:xfrm>
              <a:off x="1281200" y="2362800"/>
              <a:ext cx="19025" cy="19025"/>
            </a:xfrm>
            <a:custGeom>
              <a:rect b="b" l="l" r="r" t="t"/>
              <a:pathLst>
                <a:path extrusionOk="0" h="761" w="761">
                  <a:moveTo>
                    <a:pt x="395" y="0"/>
                  </a:moveTo>
                  <a:cubicBezTo>
                    <a:pt x="183" y="0"/>
                    <a:pt x="0" y="152"/>
                    <a:pt x="0" y="365"/>
                  </a:cubicBezTo>
                  <a:cubicBezTo>
                    <a:pt x="0" y="578"/>
                    <a:pt x="183" y="760"/>
                    <a:pt x="395" y="760"/>
                  </a:cubicBezTo>
                  <a:cubicBezTo>
                    <a:pt x="578" y="760"/>
                    <a:pt x="760" y="578"/>
                    <a:pt x="760" y="365"/>
                  </a:cubicBezTo>
                  <a:cubicBezTo>
                    <a:pt x="760" y="152"/>
                    <a:pt x="57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27"/>
            <p:cNvSpPr/>
            <p:nvPr/>
          </p:nvSpPr>
          <p:spPr>
            <a:xfrm>
              <a:off x="11824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27"/>
            <p:cNvSpPr/>
            <p:nvPr/>
          </p:nvSpPr>
          <p:spPr>
            <a:xfrm>
              <a:off x="1084375" y="2362800"/>
              <a:ext cx="19025" cy="19025"/>
            </a:xfrm>
            <a:custGeom>
              <a:rect b="b" l="l" r="r" t="t"/>
              <a:pathLst>
                <a:path extrusionOk="0" h="761" w="761">
                  <a:moveTo>
                    <a:pt x="365" y="0"/>
                  </a:moveTo>
                  <a:cubicBezTo>
                    <a:pt x="153" y="0"/>
                    <a:pt x="1" y="152"/>
                    <a:pt x="1" y="365"/>
                  </a:cubicBezTo>
                  <a:cubicBezTo>
                    <a:pt x="1" y="578"/>
                    <a:pt x="153" y="760"/>
                    <a:pt x="365" y="760"/>
                  </a:cubicBezTo>
                  <a:cubicBezTo>
                    <a:pt x="578" y="760"/>
                    <a:pt x="761" y="578"/>
                    <a:pt x="761" y="365"/>
                  </a:cubicBezTo>
                  <a:cubicBezTo>
                    <a:pt x="761"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27"/>
            <p:cNvSpPr/>
            <p:nvPr/>
          </p:nvSpPr>
          <p:spPr>
            <a:xfrm>
              <a:off x="985600" y="2362800"/>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27"/>
            <p:cNvSpPr/>
            <p:nvPr/>
          </p:nvSpPr>
          <p:spPr>
            <a:xfrm>
              <a:off x="8868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27"/>
            <p:cNvSpPr/>
            <p:nvPr/>
          </p:nvSpPr>
          <p:spPr>
            <a:xfrm>
              <a:off x="788025" y="2362800"/>
              <a:ext cx="19025" cy="19025"/>
            </a:xfrm>
            <a:custGeom>
              <a:rect b="b" l="l" r="r" t="t"/>
              <a:pathLst>
                <a:path extrusionOk="0" h="761" w="761">
                  <a:moveTo>
                    <a:pt x="395" y="0"/>
                  </a:moveTo>
                  <a:cubicBezTo>
                    <a:pt x="183" y="0"/>
                    <a:pt x="0" y="152"/>
                    <a:pt x="0" y="365"/>
                  </a:cubicBezTo>
                  <a:cubicBezTo>
                    <a:pt x="0" y="578"/>
                    <a:pt x="183" y="760"/>
                    <a:pt x="395" y="760"/>
                  </a:cubicBezTo>
                  <a:cubicBezTo>
                    <a:pt x="608" y="760"/>
                    <a:pt x="760" y="578"/>
                    <a:pt x="760" y="365"/>
                  </a:cubicBezTo>
                  <a:cubicBezTo>
                    <a:pt x="760" y="152"/>
                    <a:pt x="60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27"/>
            <p:cNvSpPr/>
            <p:nvPr/>
          </p:nvSpPr>
          <p:spPr>
            <a:xfrm>
              <a:off x="690000" y="2362800"/>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27"/>
            <p:cNvSpPr/>
            <p:nvPr/>
          </p:nvSpPr>
          <p:spPr>
            <a:xfrm>
              <a:off x="5912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27"/>
            <p:cNvSpPr/>
            <p:nvPr/>
          </p:nvSpPr>
          <p:spPr>
            <a:xfrm>
              <a:off x="493175" y="2362800"/>
              <a:ext cx="19025" cy="19025"/>
            </a:xfrm>
            <a:custGeom>
              <a:rect b="b" l="l" r="r" t="t"/>
              <a:pathLst>
                <a:path extrusionOk="0" h="761" w="761">
                  <a:moveTo>
                    <a:pt x="366" y="0"/>
                  </a:moveTo>
                  <a:cubicBezTo>
                    <a:pt x="153" y="0"/>
                    <a:pt x="1" y="152"/>
                    <a:pt x="1" y="365"/>
                  </a:cubicBezTo>
                  <a:cubicBezTo>
                    <a:pt x="1" y="578"/>
                    <a:pt x="153" y="760"/>
                    <a:pt x="366" y="760"/>
                  </a:cubicBezTo>
                  <a:cubicBezTo>
                    <a:pt x="578" y="760"/>
                    <a:pt x="761" y="578"/>
                    <a:pt x="761" y="365"/>
                  </a:cubicBezTo>
                  <a:cubicBezTo>
                    <a:pt x="761" y="152"/>
                    <a:pt x="578" y="0"/>
                    <a:pt x="36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27"/>
            <p:cNvSpPr/>
            <p:nvPr/>
          </p:nvSpPr>
          <p:spPr>
            <a:xfrm>
              <a:off x="1675575" y="227540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27"/>
            <p:cNvSpPr/>
            <p:nvPr/>
          </p:nvSpPr>
          <p:spPr>
            <a:xfrm>
              <a:off x="1576800" y="2275400"/>
              <a:ext cx="19000" cy="19025"/>
            </a:xfrm>
            <a:custGeom>
              <a:rect b="b" l="l" r="r" t="t"/>
              <a:pathLst>
                <a:path extrusionOk="0" h="761" w="760">
                  <a:moveTo>
                    <a:pt x="365" y="1"/>
                  </a:moveTo>
                  <a:cubicBezTo>
                    <a:pt x="182" y="1"/>
                    <a:pt x="0" y="183"/>
                    <a:pt x="0" y="396"/>
                  </a:cubicBezTo>
                  <a:cubicBezTo>
                    <a:pt x="0" y="609"/>
                    <a:pt x="18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27"/>
            <p:cNvSpPr/>
            <p:nvPr/>
          </p:nvSpPr>
          <p:spPr>
            <a:xfrm>
              <a:off x="14780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27"/>
            <p:cNvSpPr/>
            <p:nvPr/>
          </p:nvSpPr>
          <p:spPr>
            <a:xfrm>
              <a:off x="1379975" y="227540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27"/>
            <p:cNvSpPr/>
            <p:nvPr/>
          </p:nvSpPr>
          <p:spPr>
            <a:xfrm>
              <a:off x="1281200" y="2275400"/>
              <a:ext cx="19025" cy="19025"/>
            </a:xfrm>
            <a:custGeom>
              <a:rect b="b" l="l" r="r" t="t"/>
              <a:pathLst>
                <a:path extrusionOk="0" h="761" w="761">
                  <a:moveTo>
                    <a:pt x="395" y="1"/>
                  </a:moveTo>
                  <a:cubicBezTo>
                    <a:pt x="183" y="1"/>
                    <a:pt x="0" y="183"/>
                    <a:pt x="0" y="396"/>
                  </a:cubicBezTo>
                  <a:cubicBezTo>
                    <a:pt x="0" y="609"/>
                    <a:pt x="183" y="761"/>
                    <a:pt x="395" y="761"/>
                  </a:cubicBezTo>
                  <a:cubicBezTo>
                    <a:pt x="578" y="761"/>
                    <a:pt x="760" y="609"/>
                    <a:pt x="760" y="396"/>
                  </a:cubicBezTo>
                  <a:cubicBezTo>
                    <a:pt x="760" y="18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27"/>
            <p:cNvSpPr/>
            <p:nvPr/>
          </p:nvSpPr>
          <p:spPr>
            <a:xfrm>
              <a:off x="11824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27"/>
            <p:cNvSpPr/>
            <p:nvPr/>
          </p:nvSpPr>
          <p:spPr>
            <a:xfrm>
              <a:off x="1084375" y="227540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1" y="609"/>
                    <a:pt x="761" y="396"/>
                  </a:cubicBezTo>
                  <a:cubicBezTo>
                    <a:pt x="761"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27"/>
            <p:cNvSpPr/>
            <p:nvPr/>
          </p:nvSpPr>
          <p:spPr>
            <a:xfrm>
              <a:off x="985600" y="227540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27"/>
            <p:cNvSpPr/>
            <p:nvPr/>
          </p:nvSpPr>
          <p:spPr>
            <a:xfrm>
              <a:off x="8868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27"/>
            <p:cNvSpPr/>
            <p:nvPr/>
          </p:nvSpPr>
          <p:spPr>
            <a:xfrm>
              <a:off x="788025" y="2275400"/>
              <a:ext cx="19025" cy="19025"/>
            </a:xfrm>
            <a:custGeom>
              <a:rect b="b" l="l" r="r" t="t"/>
              <a:pathLst>
                <a:path extrusionOk="0" h="761" w="761">
                  <a:moveTo>
                    <a:pt x="395" y="1"/>
                  </a:moveTo>
                  <a:cubicBezTo>
                    <a:pt x="183" y="1"/>
                    <a:pt x="0" y="183"/>
                    <a:pt x="0" y="396"/>
                  </a:cubicBezTo>
                  <a:cubicBezTo>
                    <a:pt x="0" y="609"/>
                    <a:pt x="183" y="761"/>
                    <a:pt x="395" y="761"/>
                  </a:cubicBezTo>
                  <a:cubicBezTo>
                    <a:pt x="608" y="761"/>
                    <a:pt x="760" y="609"/>
                    <a:pt x="760" y="396"/>
                  </a:cubicBezTo>
                  <a:cubicBezTo>
                    <a:pt x="760" y="18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27"/>
            <p:cNvSpPr/>
            <p:nvPr/>
          </p:nvSpPr>
          <p:spPr>
            <a:xfrm>
              <a:off x="690000" y="227540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27"/>
            <p:cNvSpPr/>
            <p:nvPr/>
          </p:nvSpPr>
          <p:spPr>
            <a:xfrm>
              <a:off x="5912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27"/>
            <p:cNvSpPr/>
            <p:nvPr/>
          </p:nvSpPr>
          <p:spPr>
            <a:xfrm>
              <a:off x="493175" y="2275400"/>
              <a:ext cx="19025" cy="19025"/>
            </a:xfrm>
            <a:custGeom>
              <a:rect b="b" l="l" r="r" t="t"/>
              <a:pathLst>
                <a:path extrusionOk="0" h="761" w="761">
                  <a:moveTo>
                    <a:pt x="366" y="1"/>
                  </a:moveTo>
                  <a:cubicBezTo>
                    <a:pt x="153" y="1"/>
                    <a:pt x="1" y="183"/>
                    <a:pt x="1" y="396"/>
                  </a:cubicBezTo>
                  <a:cubicBezTo>
                    <a:pt x="1" y="609"/>
                    <a:pt x="153" y="761"/>
                    <a:pt x="366" y="761"/>
                  </a:cubicBezTo>
                  <a:cubicBezTo>
                    <a:pt x="578" y="761"/>
                    <a:pt x="761" y="609"/>
                    <a:pt x="761" y="396"/>
                  </a:cubicBezTo>
                  <a:cubicBezTo>
                    <a:pt x="761" y="18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27"/>
            <p:cNvSpPr/>
            <p:nvPr/>
          </p:nvSpPr>
          <p:spPr>
            <a:xfrm>
              <a:off x="1675575" y="2188775"/>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27"/>
            <p:cNvSpPr/>
            <p:nvPr/>
          </p:nvSpPr>
          <p:spPr>
            <a:xfrm>
              <a:off x="1576800" y="2188775"/>
              <a:ext cx="19000" cy="19025"/>
            </a:xfrm>
            <a:custGeom>
              <a:rect b="b" l="l" r="r" t="t"/>
              <a:pathLst>
                <a:path extrusionOk="0" h="761" w="760">
                  <a:moveTo>
                    <a:pt x="365" y="1"/>
                  </a:moveTo>
                  <a:cubicBezTo>
                    <a:pt x="182" y="1"/>
                    <a:pt x="0" y="183"/>
                    <a:pt x="0" y="396"/>
                  </a:cubicBezTo>
                  <a:cubicBezTo>
                    <a:pt x="0" y="609"/>
                    <a:pt x="18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27"/>
            <p:cNvSpPr/>
            <p:nvPr/>
          </p:nvSpPr>
          <p:spPr>
            <a:xfrm>
              <a:off x="14780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27"/>
            <p:cNvSpPr/>
            <p:nvPr/>
          </p:nvSpPr>
          <p:spPr>
            <a:xfrm>
              <a:off x="1379975" y="2188775"/>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27"/>
            <p:cNvSpPr/>
            <p:nvPr/>
          </p:nvSpPr>
          <p:spPr>
            <a:xfrm>
              <a:off x="1281200" y="2188775"/>
              <a:ext cx="19025" cy="19025"/>
            </a:xfrm>
            <a:custGeom>
              <a:rect b="b" l="l" r="r" t="t"/>
              <a:pathLst>
                <a:path extrusionOk="0" h="761" w="761">
                  <a:moveTo>
                    <a:pt x="395" y="1"/>
                  </a:moveTo>
                  <a:cubicBezTo>
                    <a:pt x="183" y="1"/>
                    <a:pt x="0" y="183"/>
                    <a:pt x="0" y="396"/>
                  </a:cubicBezTo>
                  <a:cubicBezTo>
                    <a:pt x="0" y="609"/>
                    <a:pt x="183" y="761"/>
                    <a:pt x="395" y="761"/>
                  </a:cubicBezTo>
                  <a:cubicBezTo>
                    <a:pt x="578" y="761"/>
                    <a:pt x="760" y="609"/>
                    <a:pt x="760" y="396"/>
                  </a:cubicBezTo>
                  <a:cubicBezTo>
                    <a:pt x="760" y="18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27"/>
            <p:cNvSpPr/>
            <p:nvPr/>
          </p:nvSpPr>
          <p:spPr>
            <a:xfrm>
              <a:off x="11824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27"/>
            <p:cNvSpPr/>
            <p:nvPr/>
          </p:nvSpPr>
          <p:spPr>
            <a:xfrm>
              <a:off x="1084375" y="2188775"/>
              <a:ext cx="19025" cy="19025"/>
            </a:xfrm>
            <a:custGeom>
              <a:rect b="b" l="l" r="r" t="t"/>
              <a:pathLst>
                <a:path extrusionOk="0" h="761" w="761">
                  <a:moveTo>
                    <a:pt x="365" y="1"/>
                  </a:moveTo>
                  <a:cubicBezTo>
                    <a:pt x="153" y="1"/>
                    <a:pt x="1" y="183"/>
                    <a:pt x="1" y="396"/>
                  </a:cubicBezTo>
                  <a:cubicBezTo>
                    <a:pt x="1" y="609"/>
                    <a:pt x="153" y="761"/>
                    <a:pt x="365" y="761"/>
                  </a:cubicBezTo>
                  <a:cubicBezTo>
                    <a:pt x="578" y="761"/>
                    <a:pt x="761" y="609"/>
                    <a:pt x="761" y="396"/>
                  </a:cubicBezTo>
                  <a:cubicBezTo>
                    <a:pt x="761"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27"/>
            <p:cNvSpPr/>
            <p:nvPr/>
          </p:nvSpPr>
          <p:spPr>
            <a:xfrm>
              <a:off x="985600" y="2188775"/>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27"/>
            <p:cNvSpPr/>
            <p:nvPr/>
          </p:nvSpPr>
          <p:spPr>
            <a:xfrm>
              <a:off x="8868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27"/>
            <p:cNvSpPr/>
            <p:nvPr/>
          </p:nvSpPr>
          <p:spPr>
            <a:xfrm>
              <a:off x="788025" y="2188775"/>
              <a:ext cx="19025" cy="19025"/>
            </a:xfrm>
            <a:custGeom>
              <a:rect b="b" l="l" r="r" t="t"/>
              <a:pathLst>
                <a:path extrusionOk="0" h="761" w="761">
                  <a:moveTo>
                    <a:pt x="395" y="1"/>
                  </a:moveTo>
                  <a:cubicBezTo>
                    <a:pt x="183" y="1"/>
                    <a:pt x="0" y="183"/>
                    <a:pt x="0" y="396"/>
                  </a:cubicBezTo>
                  <a:cubicBezTo>
                    <a:pt x="0" y="609"/>
                    <a:pt x="183" y="761"/>
                    <a:pt x="395" y="761"/>
                  </a:cubicBezTo>
                  <a:cubicBezTo>
                    <a:pt x="608" y="761"/>
                    <a:pt x="760" y="609"/>
                    <a:pt x="760" y="396"/>
                  </a:cubicBezTo>
                  <a:cubicBezTo>
                    <a:pt x="760" y="18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27"/>
            <p:cNvSpPr/>
            <p:nvPr/>
          </p:nvSpPr>
          <p:spPr>
            <a:xfrm>
              <a:off x="690000" y="2188775"/>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27"/>
            <p:cNvSpPr/>
            <p:nvPr/>
          </p:nvSpPr>
          <p:spPr>
            <a:xfrm>
              <a:off x="5912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27"/>
            <p:cNvSpPr/>
            <p:nvPr/>
          </p:nvSpPr>
          <p:spPr>
            <a:xfrm>
              <a:off x="493175" y="2188775"/>
              <a:ext cx="19025" cy="19025"/>
            </a:xfrm>
            <a:custGeom>
              <a:rect b="b" l="l" r="r" t="t"/>
              <a:pathLst>
                <a:path extrusionOk="0" h="761" w="761">
                  <a:moveTo>
                    <a:pt x="366" y="1"/>
                  </a:moveTo>
                  <a:cubicBezTo>
                    <a:pt x="153" y="1"/>
                    <a:pt x="1" y="183"/>
                    <a:pt x="1" y="396"/>
                  </a:cubicBezTo>
                  <a:cubicBezTo>
                    <a:pt x="1" y="609"/>
                    <a:pt x="153" y="761"/>
                    <a:pt x="366" y="761"/>
                  </a:cubicBezTo>
                  <a:cubicBezTo>
                    <a:pt x="578" y="761"/>
                    <a:pt x="761" y="609"/>
                    <a:pt x="761" y="396"/>
                  </a:cubicBezTo>
                  <a:cubicBezTo>
                    <a:pt x="761" y="18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27"/>
            <p:cNvSpPr/>
            <p:nvPr/>
          </p:nvSpPr>
          <p:spPr>
            <a:xfrm>
              <a:off x="1675575" y="210215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27"/>
            <p:cNvSpPr/>
            <p:nvPr/>
          </p:nvSpPr>
          <p:spPr>
            <a:xfrm>
              <a:off x="1576800" y="2102150"/>
              <a:ext cx="19000" cy="19025"/>
            </a:xfrm>
            <a:custGeom>
              <a:rect b="b" l="l" r="r" t="t"/>
              <a:pathLst>
                <a:path extrusionOk="0" h="761" w="760">
                  <a:moveTo>
                    <a:pt x="365" y="1"/>
                  </a:moveTo>
                  <a:cubicBezTo>
                    <a:pt x="182" y="1"/>
                    <a:pt x="0" y="183"/>
                    <a:pt x="0" y="396"/>
                  </a:cubicBezTo>
                  <a:cubicBezTo>
                    <a:pt x="0" y="609"/>
                    <a:pt x="18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27"/>
            <p:cNvSpPr/>
            <p:nvPr/>
          </p:nvSpPr>
          <p:spPr>
            <a:xfrm>
              <a:off x="14780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27"/>
            <p:cNvSpPr/>
            <p:nvPr/>
          </p:nvSpPr>
          <p:spPr>
            <a:xfrm>
              <a:off x="1379975" y="210215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27"/>
            <p:cNvSpPr/>
            <p:nvPr/>
          </p:nvSpPr>
          <p:spPr>
            <a:xfrm>
              <a:off x="1281200" y="2102150"/>
              <a:ext cx="19025" cy="19025"/>
            </a:xfrm>
            <a:custGeom>
              <a:rect b="b" l="l" r="r" t="t"/>
              <a:pathLst>
                <a:path extrusionOk="0" h="761" w="761">
                  <a:moveTo>
                    <a:pt x="395" y="1"/>
                  </a:moveTo>
                  <a:cubicBezTo>
                    <a:pt x="183" y="1"/>
                    <a:pt x="0" y="183"/>
                    <a:pt x="0" y="396"/>
                  </a:cubicBezTo>
                  <a:cubicBezTo>
                    <a:pt x="0" y="609"/>
                    <a:pt x="183" y="761"/>
                    <a:pt x="395" y="761"/>
                  </a:cubicBezTo>
                  <a:cubicBezTo>
                    <a:pt x="578" y="761"/>
                    <a:pt x="760" y="609"/>
                    <a:pt x="760" y="396"/>
                  </a:cubicBezTo>
                  <a:cubicBezTo>
                    <a:pt x="760" y="18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27"/>
            <p:cNvSpPr/>
            <p:nvPr/>
          </p:nvSpPr>
          <p:spPr>
            <a:xfrm>
              <a:off x="11824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27"/>
            <p:cNvSpPr/>
            <p:nvPr/>
          </p:nvSpPr>
          <p:spPr>
            <a:xfrm>
              <a:off x="1084375" y="210215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1" y="609"/>
                    <a:pt x="761" y="396"/>
                  </a:cubicBezTo>
                  <a:cubicBezTo>
                    <a:pt x="761"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27"/>
            <p:cNvSpPr/>
            <p:nvPr/>
          </p:nvSpPr>
          <p:spPr>
            <a:xfrm>
              <a:off x="985600" y="210215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27"/>
            <p:cNvSpPr/>
            <p:nvPr/>
          </p:nvSpPr>
          <p:spPr>
            <a:xfrm>
              <a:off x="8868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27"/>
            <p:cNvSpPr/>
            <p:nvPr/>
          </p:nvSpPr>
          <p:spPr>
            <a:xfrm>
              <a:off x="788025" y="2102150"/>
              <a:ext cx="19025" cy="19025"/>
            </a:xfrm>
            <a:custGeom>
              <a:rect b="b" l="l" r="r" t="t"/>
              <a:pathLst>
                <a:path extrusionOk="0" h="761" w="761">
                  <a:moveTo>
                    <a:pt x="395" y="1"/>
                  </a:moveTo>
                  <a:cubicBezTo>
                    <a:pt x="183" y="1"/>
                    <a:pt x="0" y="183"/>
                    <a:pt x="0" y="396"/>
                  </a:cubicBezTo>
                  <a:cubicBezTo>
                    <a:pt x="0" y="609"/>
                    <a:pt x="183" y="761"/>
                    <a:pt x="395" y="761"/>
                  </a:cubicBezTo>
                  <a:cubicBezTo>
                    <a:pt x="608" y="761"/>
                    <a:pt x="760" y="609"/>
                    <a:pt x="760" y="396"/>
                  </a:cubicBezTo>
                  <a:cubicBezTo>
                    <a:pt x="760" y="18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27"/>
            <p:cNvSpPr/>
            <p:nvPr/>
          </p:nvSpPr>
          <p:spPr>
            <a:xfrm>
              <a:off x="690000" y="210215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27"/>
            <p:cNvSpPr/>
            <p:nvPr/>
          </p:nvSpPr>
          <p:spPr>
            <a:xfrm>
              <a:off x="5912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27"/>
            <p:cNvSpPr/>
            <p:nvPr/>
          </p:nvSpPr>
          <p:spPr>
            <a:xfrm>
              <a:off x="493175" y="2102150"/>
              <a:ext cx="19025" cy="19025"/>
            </a:xfrm>
            <a:custGeom>
              <a:rect b="b" l="l" r="r" t="t"/>
              <a:pathLst>
                <a:path extrusionOk="0" h="761" w="761">
                  <a:moveTo>
                    <a:pt x="366" y="1"/>
                  </a:moveTo>
                  <a:cubicBezTo>
                    <a:pt x="153" y="1"/>
                    <a:pt x="1" y="183"/>
                    <a:pt x="1" y="396"/>
                  </a:cubicBezTo>
                  <a:cubicBezTo>
                    <a:pt x="1" y="609"/>
                    <a:pt x="153" y="761"/>
                    <a:pt x="366" y="761"/>
                  </a:cubicBezTo>
                  <a:cubicBezTo>
                    <a:pt x="578" y="761"/>
                    <a:pt x="761" y="609"/>
                    <a:pt x="761" y="396"/>
                  </a:cubicBezTo>
                  <a:cubicBezTo>
                    <a:pt x="761" y="18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52" name="Google Shape;4452;p27"/>
          <p:cNvSpPr/>
          <p:nvPr/>
        </p:nvSpPr>
        <p:spPr>
          <a:xfrm flipH="1" rot="5400000">
            <a:off x="4182006" y="4593060"/>
            <a:ext cx="303975" cy="152025"/>
          </a:xfrm>
          <a:custGeom>
            <a:rect b="b" l="l" r="r" t="t"/>
            <a:pathLst>
              <a:path extrusionOk="0" fill="none" h="6081" w="12159">
                <a:moveTo>
                  <a:pt x="0" y="6080"/>
                </a:moveTo>
                <a:cubicBezTo>
                  <a:pt x="0" y="2737"/>
                  <a:pt x="2736" y="1"/>
                  <a:pt x="6079" y="1"/>
                </a:cubicBezTo>
                <a:cubicBezTo>
                  <a:pt x="9453" y="1"/>
                  <a:pt x="12158" y="2737"/>
                  <a:pt x="12158" y="6080"/>
                </a:cubicBezTo>
              </a:path>
            </a:pathLst>
          </a:custGeom>
          <a:noFill/>
          <a:ln cap="flat" cmpd="sng" w="57000">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BLANK_1_1_1_1_2">
    <p:spTree>
      <p:nvGrpSpPr>
        <p:cNvPr id="4453" name="Shape 4453"/>
        <p:cNvGrpSpPr/>
        <p:nvPr/>
      </p:nvGrpSpPr>
      <p:grpSpPr>
        <a:xfrm>
          <a:off x="0" y="0"/>
          <a:ext cx="0" cy="0"/>
          <a:chOff x="0" y="0"/>
          <a:chExt cx="0" cy="0"/>
        </a:xfrm>
      </p:grpSpPr>
      <p:sp>
        <p:nvSpPr>
          <p:cNvPr id="4454" name="Google Shape;4454;p28"/>
          <p:cNvSpPr txBox="1"/>
          <p:nvPr>
            <p:ph type="title"/>
          </p:nvPr>
        </p:nvSpPr>
        <p:spPr>
          <a:xfrm>
            <a:off x="1178855" y="1763763"/>
            <a:ext cx="1680300" cy="335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455" name="Google Shape;4455;p28"/>
          <p:cNvSpPr txBox="1"/>
          <p:nvPr>
            <p:ph idx="1" type="subTitle"/>
          </p:nvPr>
        </p:nvSpPr>
        <p:spPr>
          <a:xfrm>
            <a:off x="1062905" y="2157575"/>
            <a:ext cx="19122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456" name="Google Shape;4456;p28"/>
          <p:cNvSpPr txBox="1"/>
          <p:nvPr>
            <p:ph idx="2" type="title"/>
          </p:nvPr>
        </p:nvSpPr>
        <p:spPr>
          <a:xfrm>
            <a:off x="6284845" y="1763763"/>
            <a:ext cx="1680300" cy="335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457" name="Google Shape;4457;p28"/>
          <p:cNvSpPr txBox="1"/>
          <p:nvPr>
            <p:ph idx="3" type="subTitle"/>
          </p:nvPr>
        </p:nvSpPr>
        <p:spPr>
          <a:xfrm>
            <a:off x="6168895" y="2157575"/>
            <a:ext cx="19122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458" name="Google Shape;4458;p28"/>
          <p:cNvSpPr txBox="1"/>
          <p:nvPr>
            <p:ph idx="4" type="title"/>
          </p:nvPr>
        </p:nvSpPr>
        <p:spPr>
          <a:xfrm>
            <a:off x="1178855" y="3728018"/>
            <a:ext cx="1680300" cy="335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459" name="Google Shape;4459;p28"/>
          <p:cNvSpPr txBox="1"/>
          <p:nvPr>
            <p:ph idx="5" type="subTitle"/>
          </p:nvPr>
        </p:nvSpPr>
        <p:spPr>
          <a:xfrm>
            <a:off x="1062905" y="4124400"/>
            <a:ext cx="19122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460" name="Google Shape;4460;p28"/>
          <p:cNvSpPr txBox="1"/>
          <p:nvPr>
            <p:ph idx="6" type="title"/>
          </p:nvPr>
        </p:nvSpPr>
        <p:spPr>
          <a:xfrm>
            <a:off x="6284845" y="3728018"/>
            <a:ext cx="1680300" cy="335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461" name="Google Shape;4461;p28"/>
          <p:cNvSpPr txBox="1"/>
          <p:nvPr>
            <p:ph idx="7" type="subTitle"/>
          </p:nvPr>
        </p:nvSpPr>
        <p:spPr>
          <a:xfrm>
            <a:off x="6168895" y="4124400"/>
            <a:ext cx="19122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462" name="Google Shape;4462;p28"/>
          <p:cNvSpPr txBox="1"/>
          <p:nvPr>
            <p:ph idx="8"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4463" name="Google Shape;4463;p28"/>
          <p:cNvGrpSpPr/>
          <p:nvPr/>
        </p:nvGrpSpPr>
        <p:grpSpPr>
          <a:xfrm flipH="1" rot="8932917">
            <a:off x="-1929753" y="-1266209"/>
            <a:ext cx="4568725" cy="2881716"/>
            <a:chOff x="2975000" y="20825"/>
            <a:chExt cx="3963625" cy="2500050"/>
          </a:xfrm>
        </p:grpSpPr>
        <p:sp>
          <p:nvSpPr>
            <p:cNvPr id="4464" name="Google Shape;4464;p28"/>
            <p:cNvSpPr/>
            <p:nvPr/>
          </p:nvSpPr>
          <p:spPr>
            <a:xfrm>
              <a:off x="2975000" y="442550"/>
              <a:ext cx="3962850" cy="2078325"/>
            </a:xfrm>
            <a:custGeom>
              <a:rect b="b" l="l" r="r" t="t"/>
              <a:pathLst>
                <a:path extrusionOk="0" fill="none" h="83133" w="158514">
                  <a:moveTo>
                    <a:pt x="0" y="1"/>
                  </a:moveTo>
                  <a:cubicBezTo>
                    <a:pt x="4347" y="3071"/>
                    <a:pt x="9423" y="6171"/>
                    <a:pt x="12797" y="10122"/>
                  </a:cubicBezTo>
                  <a:cubicBezTo>
                    <a:pt x="18025" y="16232"/>
                    <a:pt x="11095" y="25411"/>
                    <a:pt x="18298" y="31369"/>
                  </a:cubicBezTo>
                  <a:cubicBezTo>
                    <a:pt x="23952" y="36050"/>
                    <a:pt x="23982" y="41612"/>
                    <a:pt x="23283" y="48269"/>
                  </a:cubicBezTo>
                  <a:cubicBezTo>
                    <a:pt x="22706" y="53497"/>
                    <a:pt x="22463" y="62494"/>
                    <a:pt x="29028" y="64044"/>
                  </a:cubicBezTo>
                  <a:cubicBezTo>
                    <a:pt x="35776" y="65655"/>
                    <a:pt x="41186" y="60913"/>
                    <a:pt x="45624" y="56567"/>
                  </a:cubicBezTo>
                  <a:cubicBezTo>
                    <a:pt x="51855" y="50457"/>
                    <a:pt x="63466" y="46202"/>
                    <a:pt x="71825" y="49515"/>
                  </a:cubicBezTo>
                  <a:cubicBezTo>
                    <a:pt x="79211" y="52463"/>
                    <a:pt x="89728" y="48421"/>
                    <a:pt x="96598" y="51430"/>
                  </a:cubicBezTo>
                  <a:cubicBezTo>
                    <a:pt x="100762" y="53284"/>
                    <a:pt x="101035" y="58390"/>
                    <a:pt x="102343" y="62646"/>
                  </a:cubicBezTo>
                  <a:cubicBezTo>
                    <a:pt x="104197" y="68603"/>
                    <a:pt x="108938" y="75564"/>
                    <a:pt x="114106" y="78482"/>
                  </a:cubicBezTo>
                  <a:cubicBezTo>
                    <a:pt x="122343" y="83132"/>
                    <a:pt x="130914" y="70610"/>
                    <a:pt x="138909" y="69151"/>
                  </a:cubicBezTo>
                  <a:cubicBezTo>
                    <a:pt x="145474" y="67935"/>
                    <a:pt x="152435" y="73892"/>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28"/>
            <p:cNvSpPr/>
            <p:nvPr/>
          </p:nvSpPr>
          <p:spPr>
            <a:xfrm>
              <a:off x="2975000" y="442550"/>
              <a:ext cx="3962850" cy="2057800"/>
            </a:xfrm>
            <a:custGeom>
              <a:rect b="b" l="l" r="r" t="t"/>
              <a:pathLst>
                <a:path extrusionOk="0" fill="none" h="82312" w="158514">
                  <a:moveTo>
                    <a:pt x="0" y="1"/>
                  </a:moveTo>
                  <a:cubicBezTo>
                    <a:pt x="4408" y="3040"/>
                    <a:pt x="9392" y="6049"/>
                    <a:pt x="13040" y="9879"/>
                  </a:cubicBezTo>
                  <a:cubicBezTo>
                    <a:pt x="18602" y="15654"/>
                    <a:pt x="11733" y="24955"/>
                    <a:pt x="18694" y="30609"/>
                  </a:cubicBezTo>
                  <a:cubicBezTo>
                    <a:pt x="24408" y="35259"/>
                    <a:pt x="25077" y="40153"/>
                    <a:pt x="24317" y="46901"/>
                  </a:cubicBezTo>
                  <a:cubicBezTo>
                    <a:pt x="23739" y="52129"/>
                    <a:pt x="23131" y="61248"/>
                    <a:pt x="29849" y="62919"/>
                  </a:cubicBezTo>
                  <a:cubicBezTo>
                    <a:pt x="36870" y="64652"/>
                    <a:pt x="41794" y="59606"/>
                    <a:pt x="46627" y="55503"/>
                  </a:cubicBezTo>
                  <a:cubicBezTo>
                    <a:pt x="53557" y="49606"/>
                    <a:pt x="63983" y="44712"/>
                    <a:pt x="72798" y="48634"/>
                  </a:cubicBezTo>
                  <a:cubicBezTo>
                    <a:pt x="80123" y="51886"/>
                    <a:pt x="90245" y="48208"/>
                    <a:pt x="97266" y="51187"/>
                  </a:cubicBezTo>
                  <a:cubicBezTo>
                    <a:pt x="101522" y="52980"/>
                    <a:pt x="101674" y="58026"/>
                    <a:pt x="102890" y="62251"/>
                  </a:cubicBezTo>
                  <a:cubicBezTo>
                    <a:pt x="104561" y="68087"/>
                    <a:pt x="109303" y="75078"/>
                    <a:pt x="114440" y="77844"/>
                  </a:cubicBezTo>
                  <a:cubicBezTo>
                    <a:pt x="122799" y="82312"/>
                    <a:pt x="131097" y="70032"/>
                    <a:pt x="139243" y="68877"/>
                  </a:cubicBezTo>
                  <a:cubicBezTo>
                    <a:pt x="145656" y="67935"/>
                    <a:pt x="152495" y="73771"/>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28"/>
            <p:cNvSpPr/>
            <p:nvPr/>
          </p:nvSpPr>
          <p:spPr>
            <a:xfrm>
              <a:off x="2975000" y="442550"/>
              <a:ext cx="3962850" cy="2035775"/>
            </a:xfrm>
            <a:custGeom>
              <a:rect b="b" l="l" r="r" t="t"/>
              <a:pathLst>
                <a:path extrusionOk="0" fill="none" h="81431" w="158514">
                  <a:moveTo>
                    <a:pt x="0" y="1"/>
                  </a:moveTo>
                  <a:cubicBezTo>
                    <a:pt x="4468" y="3040"/>
                    <a:pt x="9362" y="5958"/>
                    <a:pt x="13313" y="9606"/>
                  </a:cubicBezTo>
                  <a:cubicBezTo>
                    <a:pt x="19210" y="15077"/>
                    <a:pt x="12432" y="24469"/>
                    <a:pt x="19089" y="29849"/>
                  </a:cubicBezTo>
                  <a:cubicBezTo>
                    <a:pt x="24803" y="34469"/>
                    <a:pt x="26019" y="38694"/>
                    <a:pt x="25350" y="45564"/>
                  </a:cubicBezTo>
                  <a:cubicBezTo>
                    <a:pt x="24833" y="50822"/>
                    <a:pt x="23739" y="60001"/>
                    <a:pt x="30609" y="61795"/>
                  </a:cubicBezTo>
                  <a:cubicBezTo>
                    <a:pt x="37691" y="63649"/>
                    <a:pt x="42797" y="58299"/>
                    <a:pt x="47813" y="54378"/>
                  </a:cubicBezTo>
                  <a:cubicBezTo>
                    <a:pt x="55989" y="47995"/>
                    <a:pt x="63345" y="43375"/>
                    <a:pt x="73801" y="47752"/>
                  </a:cubicBezTo>
                  <a:cubicBezTo>
                    <a:pt x="81704" y="51065"/>
                    <a:pt x="90762" y="48026"/>
                    <a:pt x="97966" y="50944"/>
                  </a:cubicBezTo>
                  <a:cubicBezTo>
                    <a:pt x="102282" y="52707"/>
                    <a:pt x="102343" y="57631"/>
                    <a:pt x="103437" y="61825"/>
                  </a:cubicBezTo>
                  <a:cubicBezTo>
                    <a:pt x="104957" y="67570"/>
                    <a:pt x="109637" y="74531"/>
                    <a:pt x="114774" y="77145"/>
                  </a:cubicBezTo>
                  <a:cubicBezTo>
                    <a:pt x="123285" y="81430"/>
                    <a:pt x="131310" y="69454"/>
                    <a:pt x="139577" y="68573"/>
                  </a:cubicBezTo>
                  <a:cubicBezTo>
                    <a:pt x="145869" y="67904"/>
                    <a:pt x="152587" y="73649"/>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28"/>
            <p:cNvSpPr/>
            <p:nvPr/>
          </p:nvSpPr>
          <p:spPr>
            <a:xfrm>
              <a:off x="2975000" y="442550"/>
              <a:ext cx="3962850" cy="2014500"/>
            </a:xfrm>
            <a:custGeom>
              <a:rect b="b" l="l" r="r" t="t"/>
              <a:pathLst>
                <a:path extrusionOk="0" fill="none" h="80580" w="158514">
                  <a:moveTo>
                    <a:pt x="0" y="1"/>
                  </a:moveTo>
                  <a:cubicBezTo>
                    <a:pt x="4560" y="3010"/>
                    <a:pt x="9392" y="5897"/>
                    <a:pt x="13526" y="9393"/>
                  </a:cubicBezTo>
                  <a:cubicBezTo>
                    <a:pt x="19666" y="14469"/>
                    <a:pt x="13162" y="23952"/>
                    <a:pt x="19484" y="29150"/>
                  </a:cubicBezTo>
                  <a:cubicBezTo>
                    <a:pt x="24560" y="33314"/>
                    <a:pt x="27235" y="37509"/>
                    <a:pt x="26323" y="44348"/>
                  </a:cubicBezTo>
                  <a:cubicBezTo>
                    <a:pt x="25563" y="49728"/>
                    <a:pt x="24317" y="58846"/>
                    <a:pt x="31308" y="60792"/>
                  </a:cubicBezTo>
                  <a:cubicBezTo>
                    <a:pt x="38390" y="62737"/>
                    <a:pt x="43770" y="57296"/>
                    <a:pt x="48998" y="53375"/>
                  </a:cubicBezTo>
                  <a:cubicBezTo>
                    <a:pt x="57813" y="46688"/>
                    <a:pt x="63892" y="42129"/>
                    <a:pt x="74743" y="47023"/>
                  </a:cubicBezTo>
                  <a:cubicBezTo>
                    <a:pt x="82433" y="50488"/>
                    <a:pt x="91248" y="47995"/>
                    <a:pt x="98604" y="50761"/>
                  </a:cubicBezTo>
                  <a:cubicBezTo>
                    <a:pt x="103042" y="52372"/>
                    <a:pt x="103011" y="57266"/>
                    <a:pt x="104014" y="61430"/>
                  </a:cubicBezTo>
                  <a:cubicBezTo>
                    <a:pt x="105382" y="67084"/>
                    <a:pt x="109941" y="74014"/>
                    <a:pt x="115109" y="76445"/>
                  </a:cubicBezTo>
                  <a:cubicBezTo>
                    <a:pt x="123802" y="80579"/>
                    <a:pt x="132100" y="68299"/>
                    <a:pt x="139912" y="68330"/>
                  </a:cubicBezTo>
                  <a:cubicBezTo>
                    <a:pt x="144927" y="68330"/>
                    <a:pt x="153529" y="7331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28"/>
            <p:cNvSpPr/>
            <p:nvPr/>
          </p:nvSpPr>
          <p:spPr>
            <a:xfrm>
              <a:off x="2975000" y="442550"/>
              <a:ext cx="3962850" cy="1991700"/>
            </a:xfrm>
            <a:custGeom>
              <a:rect b="b" l="l" r="r" t="t"/>
              <a:pathLst>
                <a:path extrusionOk="0" fill="none" h="79668" w="158514">
                  <a:moveTo>
                    <a:pt x="0" y="1"/>
                  </a:moveTo>
                  <a:cubicBezTo>
                    <a:pt x="4590" y="3010"/>
                    <a:pt x="9484" y="5897"/>
                    <a:pt x="13769" y="9119"/>
                  </a:cubicBezTo>
                  <a:cubicBezTo>
                    <a:pt x="20122" y="13861"/>
                    <a:pt x="13952" y="23344"/>
                    <a:pt x="19879" y="28360"/>
                  </a:cubicBezTo>
                  <a:cubicBezTo>
                    <a:pt x="24651" y="32402"/>
                    <a:pt x="28055" y="36475"/>
                    <a:pt x="27265" y="43102"/>
                  </a:cubicBezTo>
                  <a:cubicBezTo>
                    <a:pt x="26627" y="48482"/>
                    <a:pt x="24985" y="57600"/>
                    <a:pt x="31946" y="59698"/>
                  </a:cubicBezTo>
                  <a:cubicBezTo>
                    <a:pt x="39028" y="61795"/>
                    <a:pt x="44955" y="56202"/>
                    <a:pt x="50183" y="52251"/>
                  </a:cubicBezTo>
                  <a:cubicBezTo>
                    <a:pt x="59424" y="45260"/>
                    <a:pt x="64561" y="40761"/>
                    <a:pt x="75746" y="46232"/>
                  </a:cubicBezTo>
                  <a:cubicBezTo>
                    <a:pt x="83315" y="49971"/>
                    <a:pt x="91795" y="47813"/>
                    <a:pt x="99273" y="50488"/>
                  </a:cubicBezTo>
                  <a:cubicBezTo>
                    <a:pt x="103832" y="52129"/>
                    <a:pt x="103619" y="56840"/>
                    <a:pt x="104653" y="61035"/>
                  </a:cubicBezTo>
                  <a:cubicBezTo>
                    <a:pt x="106051" y="66749"/>
                    <a:pt x="110124" y="73315"/>
                    <a:pt x="115443" y="75716"/>
                  </a:cubicBezTo>
                  <a:cubicBezTo>
                    <a:pt x="124227" y="79667"/>
                    <a:pt x="132039" y="67995"/>
                    <a:pt x="140246" y="68056"/>
                  </a:cubicBezTo>
                  <a:cubicBezTo>
                    <a:pt x="145535" y="68087"/>
                    <a:pt x="153377" y="7340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28"/>
            <p:cNvSpPr/>
            <p:nvPr/>
          </p:nvSpPr>
          <p:spPr>
            <a:xfrm>
              <a:off x="2975000" y="442550"/>
              <a:ext cx="3963625" cy="1968900"/>
            </a:xfrm>
            <a:custGeom>
              <a:rect b="b" l="l" r="r" t="t"/>
              <a:pathLst>
                <a:path extrusionOk="0" fill="none" h="78756" w="158545">
                  <a:moveTo>
                    <a:pt x="0" y="1"/>
                  </a:moveTo>
                  <a:cubicBezTo>
                    <a:pt x="4651" y="2979"/>
                    <a:pt x="9575" y="5867"/>
                    <a:pt x="14013" y="8876"/>
                  </a:cubicBezTo>
                  <a:cubicBezTo>
                    <a:pt x="20548" y="13283"/>
                    <a:pt x="14985" y="22706"/>
                    <a:pt x="20305" y="27539"/>
                  </a:cubicBezTo>
                  <a:cubicBezTo>
                    <a:pt x="24590" y="31430"/>
                    <a:pt x="28724" y="35715"/>
                    <a:pt x="28147" y="42007"/>
                  </a:cubicBezTo>
                  <a:cubicBezTo>
                    <a:pt x="27630" y="47296"/>
                    <a:pt x="25654" y="56445"/>
                    <a:pt x="32584" y="58664"/>
                  </a:cubicBezTo>
                  <a:cubicBezTo>
                    <a:pt x="39606" y="60913"/>
                    <a:pt x="46354" y="55077"/>
                    <a:pt x="51369" y="51096"/>
                  </a:cubicBezTo>
                  <a:cubicBezTo>
                    <a:pt x="60609" y="43770"/>
                    <a:pt x="65351" y="39576"/>
                    <a:pt x="76749" y="45594"/>
                  </a:cubicBezTo>
                  <a:cubicBezTo>
                    <a:pt x="84166" y="49515"/>
                    <a:pt x="92251" y="47722"/>
                    <a:pt x="99911" y="50275"/>
                  </a:cubicBezTo>
                  <a:cubicBezTo>
                    <a:pt x="104622" y="51855"/>
                    <a:pt x="104318" y="56445"/>
                    <a:pt x="105260" y="60609"/>
                  </a:cubicBezTo>
                  <a:cubicBezTo>
                    <a:pt x="106537" y="66324"/>
                    <a:pt x="110428" y="72676"/>
                    <a:pt x="115808" y="74956"/>
                  </a:cubicBezTo>
                  <a:cubicBezTo>
                    <a:pt x="124714" y="78756"/>
                    <a:pt x="132313" y="67418"/>
                    <a:pt x="140580" y="67813"/>
                  </a:cubicBezTo>
                  <a:cubicBezTo>
                    <a:pt x="145778" y="68056"/>
                    <a:pt x="153438" y="73315"/>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28"/>
            <p:cNvSpPr/>
            <p:nvPr/>
          </p:nvSpPr>
          <p:spPr>
            <a:xfrm>
              <a:off x="2975000" y="442550"/>
              <a:ext cx="3962850" cy="1919500"/>
            </a:xfrm>
            <a:custGeom>
              <a:rect b="b" l="l" r="r" t="t"/>
              <a:pathLst>
                <a:path extrusionOk="0" fill="none" h="76780" w="158514">
                  <a:moveTo>
                    <a:pt x="0" y="1"/>
                  </a:moveTo>
                  <a:cubicBezTo>
                    <a:pt x="4712" y="2949"/>
                    <a:pt x="9666" y="5776"/>
                    <a:pt x="14225" y="8633"/>
                  </a:cubicBezTo>
                  <a:cubicBezTo>
                    <a:pt x="20973" y="12797"/>
                    <a:pt x="16049" y="21977"/>
                    <a:pt x="20760" y="26718"/>
                  </a:cubicBezTo>
                  <a:cubicBezTo>
                    <a:pt x="24438" y="30396"/>
                    <a:pt x="29332" y="35168"/>
                    <a:pt x="28967" y="41004"/>
                  </a:cubicBezTo>
                  <a:cubicBezTo>
                    <a:pt x="28633" y="46202"/>
                    <a:pt x="26444" y="55381"/>
                    <a:pt x="33192" y="57661"/>
                  </a:cubicBezTo>
                  <a:cubicBezTo>
                    <a:pt x="40153" y="60032"/>
                    <a:pt x="47752" y="53953"/>
                    <a:pt x="52494" y="49880"/>
                  </a:cubicBezTo>
                  <a:cubicBezTo>
                    <a:pt x="61703" y="41977"/>
                    <a:pt x="66293" y="38633"/>
                    <a:pt x="77722" y="45016"/>
                  </a:cubicBezTo>
                  <a:cubicBezTo>
                    <a:pt x="84926" y="49059"/>
                    <a:pt x="92707" y="47722"/>
                    <a:pt x="100488" y="50093"/>
                  </a:cubicBezTo>
                  <a:cubicBezTo>
                    <a:pt x="105382" y="51582"/>
                    <a:pt x="104987" y="56080"/>
                    <a:pt x="105838" y="60245"/>
                  </a:cubicBezTo>
                  <a:cubicBezTo>
                    <a:pt x="107023" y="65898"/>
                    <a:pt x="111005" y="72676"/>
                    <a:pt x="116142" y="74227"/>
                  </a:cubicBezTo>
                  <a:cubicBezTo>
                    <a:pt x="124683" y="76780"/>
                    <a:pt x="132191" y="66901"/>
                    <a:pt x="140884" y="67570"/>
                  </a:cubicBezTo>
                  <a:cubicBezTo>
                    <a:pt x="145930" y="67965"/>
                    <a:pt x="153468" y="73224"/>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28"/>
            <p:cNvSpPr/>
            <p:nvPr/>
          </p:nvSpPr>
          <p:spPr>
            <a:xfrm>
              <a:off x="2975000" y="442550"/>
              <a:ext cx="3962100" cy="1896700"/>
            </a:xfrm>
            <a:custGeom>
              <a:rect b="b" l="l" r="r" t="t"/>
              <a:pathLst>
                <a:path extrusionOk="0" fill="none" h="75868" w="158484">
                  <a:moveTo>
                    <a:pt x="0" y="1"/>
                  </a:moveTo>
                  <a:cubicBezTo>
                    <a:pt x="4742" y="2949"/>
                    <a:pt x="9788" y="5441"/>
                    <a:pt x="14438" y="8359"/>
                  </a:cubicBezTo>
                  <a:cubicBezTo>
                    <a:pt x="21520" y="12797"/>
                    <a:pt x="16900" y="20852"/>
                    <a:pt x="21277" y="25837"/>
                  </a:cubicBezTo>
                  <a:cubicBezTo>
                    <a:pt x="24408" y="29424"/>
                    <a:pt x="29758" y="34652"/>
                    <a:pt x="29727" y="40123"/>
                  </a:cubicBezTo>
                  <a:cubicBezTo>
                    <a:pt x="29666" y="45229"/>
                    <a:pt x="27447" y="54014"/>
                    <a:pt x="33770" y="56658"/>
                  </a:cubicBezTo>
                  <a:cubicBezTo>
                    <a:pt x="40396" y="59394"/>
                    <a:pt x="49545" y="52433"/>
                    <a:pt x="53618" y="48542"/>
                  </a:cubicBezTo>
                  <a:cubicBezTo>
                    <a:pt x="62707" y="39788"/>
                    <a:pt x="67448" y="37904"/>
                    <a:pt x="78725" y="44530"/>
                  </a:cubicBezTo>
                  <a:cubicBezTo>
                    <a:pt x="85716" y="48664"/>
                    <a:pt x="93224" y="47722"/>
                    <a:pt x="101066" y="49910"/>
                  </a:cubicBezTo>
                  <a:cubicBezTo>
                    <a:pt x="106142" y="51308"/>
                    <a:pt x="105716" y="55685"/>
                    <a:pt x="106476" y="59849"/>
                  </a:cubicBezTo>
                  <a:cubicBezTo>
                    <a:pt x="107540" y="65503"/>
                    <a:pt x="111279" y="71977"/>
                    <a:pt x="116477" y="73467"/>
                  </a:cubicBezTo>
                  <a:cubicBezTo>
                    <a:pt x="124927" y="75868"/>
                    <a:pt x="132708" y="66354"/>
                    <a:pt x="141188" y="67357"/>
                  </a:cubicBezTo>
                  <a:cubicBezTo>
                    <a:pt x="146143" y="67935"/>
                    <a:pt x="153468" y="7313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28"/>
            <p:cNvSpPr/>
            <p:nvPr/>
          </p:nvSpPr>
          <p:spPr>
            <a:xfrm>
              <a:off x="2975000" y="442550"/>
              <a:ext cx="3962850" cy="1870875"/>
            </a:xfrm>
            <a:custGeom>
              <a:rect b="b" l="l" r="r" t="t"/>
              <a:pathLst>
                <a:path extrusionOk="0" fill="none" h="74835" w="158514">
                  <a:moveTo>
                    <a:pt x="0" y="1"/>
                  </a:moveTo>
                  <a:cubicBezTo>
                    <a:pt x="4803" y="2919"/>
                    <a:pt x="9848" y="5350"/>
                    <a:pt x="14651" y="8116"/>
                  </a:cubicBezTo>
                  <a:cubicBezTo>
                    <a:pt x="21946" y="12311"/>
                    <a:pt x="18086" y="19697"/>
                    <a:pt x="21885" y="24895"/>
                  </a:cubicBezTo>
                  <a:cubicBezTo>
                    <a:pt x="24590" y="28633"/>
                    <a:pt x="30031" y="34013"/>
                    <a:pt x="30396" y="39272"/>
                  </a:cubicBezTo>
                  <a:cubicBezTo>
                    <a:pt x="30791" y="44439"/>
                    <a:pt x="28299" y="52919"/>
                    <a:pt x="34439" y="55625"/>
                  </a:cubicBezTo>
                  <a:cubicBezTo>
                    <a:pt x="41186" y="58603"/>
                    <a:pt x="50670" y="51217"/>
                    <a:pt x="54712" y="47083"/>
                  </a:cubicBezTo>
                  <a:cubicBezTo>
                    <a:pt x="63892" y="37630"/>
                    <a:pt x="68542" y="37266"/>
                    <a:pt x="79789" y="44135"/>
                  </a:cubicBezTo>
                  <a:cubicBezTo>
                    <a:pt x="86476" y="48208"/>
                    <a:pt x="93984" y="47661"/>
                    <a:pt x="101674" y="49728"/>
                  </a:cubicBezTo>
                  <a:cubicBezTo>
                    <a:pt x="106932" y="51126"/>
                    <a:pt x="106416" y="55138"/>
                    <a:pt x="107145" y="59454"/>
                  </a:cubicBezTo>
                  <a:cubicBezTo>
                    <a:pt x="108057" y="64986"/>
                    <a:pt x="111552" y="71339"/>
                    <a:pt x="116872" y="72707"/>
                  </a:cubicBezTo>
                  <a:cubicBezTo>
                    <a:pt x="125322" y="74835"/>
                    <a:pt x="133285" y="65837"/>
                    <a:pt x="141523" y="67114"/>
                  </a:cubicBezTo>
                  <a:cubicBezTo>
                    <a:pt x="146386" y="67874"/>
                    <a:pt x="153559" y="73011"/>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28"/>
            <p:cNvSpPr/>
            <p:nvPr/>
          </p:nvSpPr>
          <p:spPr>
            <a:xfrm>
              <a:off x="2975000" y="442550"/>
              <a:ext cx="3962850" cy="1848075"/>
            </a:xfrm>
            <a:custGeom>
              <a:rect b="b" l="l" r="r" t="t"/>
              <a:pathLst>
                <a:path extrusionOk="0" fill="none" h="73923" w="158514">
                  <a:moveTo>
                    <a:pt x="0" y="1"/>
                  </a:moveTo>
                  <a:cubicBezTo>
                    <a:pt x="4833" y="2888"/>
                    <a:pt x="9909" y="5259"/>
                    <a:pt x="14864" y="7873"/>
                  </a:cubicBezTo>
                  <a:cubicBezTo>
                    <a:pt x="22219" y="11764"/>
                    <a:pt x="19301" y="18390"/>
                    <a:pt x="22584" y="23922"/>
                  </a:cubicBezTo>
                  <a:cubicBezTo>
                    <a:pt x="25046" y="28086"/>
                    <a:pt x="30092" y="33649"/>
                    <a:pt x="31004" y="38542"/>
                  </a:cubicBezTo>
                  <a:cubicBezTo>
                    <a:pt x="31855" y="43284"/>
                    <a:pt x="29150" y="51947"/>
                    <a:pt x="35107" y="54561"/>
                  </a:cubicBezTo>
                  <a:cubicBezTo>
                    <a:pt x="42250" y="57691"/>
                    <a:pt x="51673" y="50032"/>
                    <a:pt x="55746" y="45503"/>
                  </a:cubicBezTo>
                  <a:cubicBezTo>
                    <a:pt x="64834" y="35411"/>
                    <a:pt x="69941" y="36992"/>
                    <a:pt x="80822" y="43770"/>
                  </a:cubicBezTo>
                  <a:cubicBezTo>
                    <a:pt x="87205" y="47782"/>
                    <a:pt x="94683" y="47691"/>
                    <a:pt x="102191" y="49576"/>
                  </a:cubicBezTo>
                  <a:cubicBezTo>
                    <a:pt x="107571" y="50913"/>
                    <a:pt x="107145" y="54682"/>
                    <a:pt x="107783" y="59090"/>
                  </a:cubicBezTo>
                  <a:cubicBezTo>
                    <a:pt x="108604" y="64591"/>
                    <a:pt x="111826" y="70610"/>
                    <a:pt x="117236" y="71917"/>
                  </a:cubicBezTo>
                  <a:cubicBezTo>
                    <a:pt x="125504" y="73923"/>
                    <a:pt x="133863" y="65321"/>
                    <a:pt x="141827" y="66901"/>
                  </a:cubicBezTo>
                  <a:cubicBezTo>
                    <a:pt x="146599" y="67813"/>
                    <a:pt x="153620" y="7292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28"/>
            <p:cNvSpPr/>
            <p:nvPr/>
          </p:nvSpPr>
          <p:spPr>
            <a:xfrm>
              <a:off x="2975000" y="442550"/>
              <a:ext cx="3962100" cy="1826050"/>
            </a:xfrm>
            <a:custGeom>
              <a:rect b="b" l="l" r="r" t="t"/>
              <a:pathLst>
                <a:path extrusionOk="0" fill="none" h="73042" w="158484">
                  <a:moveTo>
                    <a:pt x="0" y="1"/>
                  </a:moveTo>
                  <a:cubicBezTo>
                    <a:pt x="4894" y="2858"/>
                    <a:pt x="10000" y="5168"/>
                    <a:pt x="15076" y="7630"/>
                  </a:cubicBezTo>
                  <a:cubicBezTo>
                    <a:pt x="22402" y="11217"/>
                    <a:pt x="20639" y="16992"/>
                    <a:pt x="23435" y="22980"/>
                  </a:cubicBezTo>
                  <a:cubicBezTo>
                    <a:pt x="25685" y="27813"/>
                    <a:pt x="29910" y="33041"/>
                    <a:pt x="31460" y="37934"/>
                  </a:cubicBezTo>
                  <a:cubicBezTo>
                    <a:pt x="32858" y="42372"/>
                    <a:pt x="29940" y="51096"/>
                    <a:pt x="35867" y="53558"/>
                  </a:cubicBezTo>
                  <a:cubicBezTo>
                    <a:pt x="43618" y="56749"/>
                    <a:pt x="52433" y="48937"/>
                    <a:pt x="56779" y="43831"/>
                  </a:cubicBezTo>
                  <a:cubicBezTo>
                    <a:pt x="65746" y="33314"/>
                    <a:pt x="71552" y="36901"/>
                    <a:pt x="81886" y="43466"/>
                  </a:cubicBezTo>
                  <a:cubicBezTo>
                    <a:pt x="87965" y="47327"/>
                    <a:pt x="95412" y="47752"/>
                    <a:pt x="102707" y="49454"/>
                  </a:cubicBezTo>
                  <a:cubicBezTo>
                    <a:pt x="108148" y="50700"/>
                    <a:pt x="107905" y="54226"/>
                    <a:pt x="108452" y="58725"/>
                  </a:cubicBezTo>
                  <a:cubicBezTo>
                    <a:pt x="109182" y="64226"/>
                    <a:pt x="112130" y="69910"/>
                    <a:pt x="117571" y="71187"/>
                  </a:cubicBezTo>
                  <a:cubicBezTo>
                    <a:pt x="125626" y="73041"/>
                    <a:pt x="134410" y="64895"/>
                    <a:pt x="142100" y="66688"/>
                  </a:cubicBezTo>
                  <a:cubicBezTo>
                    <a:pt x="146751" y="67783"/>
                    <a:pt x="153590" y="72828"/>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28"/>
            <p:cNvSpPr/>
            <p:nvPr/>
          </p:nvSpPr>
          <p:spPr>
            <a:xfrm>
              <a:off x="2975000" y="442550"/>
              <a:ext cx="3962850" cy="1818450"/>
            </a:xfrm>
            <a:custGeom>
              <a:rect b="b" l="l" r="r" t="t"/>
              <a:pathLst>
                <a:path extrusionOk="0" fill="none" h="72738" w="158514">
                  <a:moveTo>
                    <a:pt x="0" y="1"/>
                  </a:moveTo>
                  <a:cubicBezTo>
                    <a:pt x="4924" y="2827"/>
                    <a:pt x="10122" y="5077"/>
                    <a:pt x="15259" y="7387"/>
                  </a:cubicBezTo>
                  <a:cubicBezTo>
                    <a:pt x="22432" y="10609"/>
                    <a:pt x="22159" y="15594"/>
                    <a:pt x="24317" y="22007"/>
                  </a:cubicBezTo>
                  <a:cubicBezTo>
                    <a:pt x="26171" y="27630"/>
                    <a:pt x="29332" y="32402"/>
                    <a:pt x="31733" y="37418"/>
                  </a:cubicBezTo>
                  <a:cubicBezTo>
                    <a:pt x="33831" y="41764"/>
                    <a:pt x="30669" y="50305"/>
                    <a:pt x="36657" y="52615"/>
                  </a:cubicBezTo>
                  <a:cubicBezTo>
                    <a:pt x="44955" y="55868"/>
                    <a:pt x="53162" y="47630"/>
                    <a:pt x="57782" y="42068"/>
                  </a:cubicBezTo>
                  <a:cubicBezTo>
                    <a:pt x="66476" y="31551"/>
                    <a:pt x="73315" y="37022"/>
                    <a:pt x="82950" y="43193"/>
                  </a:cubicBezTo>
                  <a:cubicBezTo>
                    <a:pt x="88695" y="46871"/>
                    <a:pt x="96142" y="47813"/>
                    <a:pt x="103194" y="49333"/>
                  </a:cubicBezTo>
                  <a:cubicBezTo>
                    <a:pt x="108726" y="50488"/>
                    <a:pt x="108634" y="53740"/>
                    <a:pt x="109151" y="58390"/>
                  </a:cubicBezTo>
                  <a:cubicBezTo>
                    <a:pt x="109789" y="63862"/>
                    <a:pt x="112464" y="69211"/>
                    <a:pt x="117996" y="70427"/>
                  </a:cubicBezTo>
                  <a:cubicBezTo>
                    <a:pt x="125778" y="72129"/>
                    <a:pt x="135018" y="64439"/>
                    <a:pt x="142434" y="66506"/>
                  </a:cubicBezTo>
                  <a:cubicBezTo>
                    <a:pt x="146994" y="67752"/>
                    <a:pt x="153650" y="72737"/>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28"/>
            <p:cNvSpPr/>
            <p:nvPr/>
          </p:nvSpPr>
          <p:spPr>
            <a:xfrm>
              <a:off x="2975000" y="442550"/>
              <a:ext cx="3962850" cy="1816175"/>
            </a:xfrm>
            <a:custGeom>
              <a:rect b="b" l="l" r="r" t="t"/>
              <a:pathLst>
                <a:path extrusionOk="0" fill="none" h="72647" w="158514">
                  <a:moveTo>
                    <a:pt x="0" y="1"/>
                  </a:moveTo>
                  <a:cubicBezTo>
                    <a:pt x="4985" y="2797"/>
                    <a:pt x="10244" y="4985"/>
                    <a:pt x="15441" y="7144"/>
                  </a:cubicBezTo>
                  <a:cubicBezTo>
                    <a:pt x="22341" y="10031"/>
                    <a:pt x="23648" y="14621"/>
                    <a:pt x="25259" y="21034"/>
                  </a:cubicBezTo>
                  <a:cubicBezTo>
                    <a:pt x="26688" y="26809"/>
                    <a:pt x="28572" y="31977"/>
                    <a:pt x="31885" y="36992"/>
                  </a:cubicBezTo>
                  <a:cubicBezTo>
                    <a:pt x="34742" y="41278"/>
                    <a:pt x="31429" y="49606"/>
                    <a:pt x="37478" y="51825"/>
                  </a:cubicBezTo>
                  <a:cubicBezTo>
                    <a:pt x="46171" y="55017"/>
                    <a:pt x="54469" y="46202"/>
                    <a:pt x="58755" y="40305"/>
                  </a:cubicBezTo>
                  <a:cubicBezTo>
                    <a:pt x="66232" y="30001"/>
                    <a:pt x="76415" y="38025"/>
                    <a:pt x="84044" y="42889"/>
                  </a:cubicBezTo>
                  <a:cubicBezTo>
                    <a:pt x="89546" y="46384"/>
                    <a:pt x="96841" y="47874"/>
                    <a:pt x="103680" y="49211"/>
                  </a:cubicBezTo>
                  <a:cubicBezTo>
                    <a:pt x="109242" y="50305"/>
                    <a:pt x="109364" y="53254"/>
                    <a:pt x="109850" y="58026"/>
                  </a:cubicBezTo>
                  <a:cubicBezTo>
                    <a:pt x="110397" y="63436"/>
                    <a:pt x="112829" y="68482"/>
                    <a:pt x="118422" y="69667"/>
                  </a:cubicBezTo>
                  <a:cubicBezTo>
                    <a:pt x="125930" y="71278"/>
                    <a:pt x="135626" y="64044"/>
                    <a:pt x="142708" y="66293"/>
                  </a:cubicBezTo>
                  <a:cubicBezTo>
                    <a:pt x="147176" y="67692"/>
                    <a:pt x="153681" y="7264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28"/>
            <p:cNvSpPr/>
            <p:nvPr/>
          </p:nvSpPr>
          <p:spPr>
            <a:xfrm>
              <a:off x="2975000" y="442550"/>
              <a:ext cx="3962850" cy="1813875"/>
            </a:xfrm>
            <a:custGeom>
              <a:rect b="b" l="l" r="r" t="t"/>
              <a:pathLst>
                <a:path extrusionOk="0" fill="none" h="72555" w="158514">
                  <a:moveTo>
                    <a:pt x="0" y="1"/>
                  </a:moveTo>
                  <a:cubicBezTo>
                    <a:pt x="5015" y="2767"/>
                    <a:pt x="10335" y="4894"/>
                    <a:pt x="15624" y="6931"/>
                  </a:cubicBezTo>
                  <a:cubicBezTo>
                    <a:pt x="22189" y="9423"/>
                    <a:pt x="24925" y="13648"/>
                    <a:pt x="26262" y="20031"/>
                  </a:cubicBezTo>
                  <a:cubicBezTo>
                    <a:pt x="27508" y="25958"/>
                    <a:pt x="27843" y="31582"/>
                    <a:pt x="31916" y="36597"/>
                  </a:cubicBezTo>
                  <a:cubicBezTo>
                    <a:pt x="35290" y="40731"/>
                    <a:pt x="32432" y="49150"/>
                    <a:pt x="38299" y="51096"/>
                  </a:cubicBezTo>
                  <a:cubicBezTo>
                    <a:pt x="47326" y="54105"/>
                    <a:pt x="55138" y="44804"/>
                    <a:pt x="59758" y="38512"/>
                  </a:cubicBezTo>
                  <a:cubicBezTo>
                    <a:pt x="66901" y="28816"/>
                    <a:pt x="78512" y="38512"/>
                    <a:pt x="85139" y="42585"/>
                  </a:cubicBezTo>
                  <a:cubicBezTo>
                    <a:pt x="90397" y="45807"/>
                    <a:pt x="97510" y="47995"/>
                    <a:pt x="104105" y="49120"/>
                  </a:cubicBezTo>
                  <a:cubicBezTo>
                    <a:pt x="109698" y="50062"/>
                    <a:pt x="109729" y="52707"/>
                    <a:pt x="110580" y="57691"/>
                  </a:cubicBezTo>
                  <a:cubicBezTo>
                    <a:pt x="111461" y="63071"/>
                    <a:pt x="112829" y="67692"/>
                    <a:pt x="118878" y="68938"/>
                  </a:cubicBezTo>
                  <a:cubicBezTo>
                    <a:pt x="126082" y="70427"/>
                    <a:pt x="136234" y="63649"/>
                    <a:pt x="143012" y="66111"/>
                  </a:cubicBezTo>
                  <a:cubicBezTo>
                    <a:pt x="147359" y="67661"/>
                    <a:pt x="153742" y="7255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28"/>
            <p:cNvSpPr/>
            <p:nvPr/>
          </p:nvSpPr>
          <p:spPr>
            <a:xfrm>
              <a:off x="2975000" y="442550"/>
              <a:ext cx="3962850" cy="1804000"/>
            </a:xfrm>
            <a:custGeom>
              <a:rect b="b" l="l" r="r" t="t"/>
              <a:pathLst>
                <a:path extrusionOk="0" fill="none" h="72160" w="158514">
                  <a:moveTo>
                    <a:pt x="0" y="1"/>
                  </a:moveTo>
                  <a:cubicBezTo>
                    <a:pt x="5076" y="2736"/>
                    <a:pt x="10456" y="4803"/>
                    <a:pt x="15806" y="6688"/>
                  </a:cubicBezTo>
                  <a:cubicBezTo>
                    <a:pt x="22037" y="8876"/>
                    <a:pt x="26049" y="12767"/>
                    <a:pt x="27326" y="18967"/>
                  </a:cubicBezTo>
                  <a:cubicBezTo>
                    <a:pt x="28542" y="24925"/>
                    <a:pt x="27326" y="31126"/>
                    <a:pt x="31855" y="36202"/>
                  </a:cubicBezTo>
                  <a:cubicBezTo>
                    <a:pt x="35381" y="40153"/>
                    <a:pt x="33618" y="48725"/>
                    <a:pt x="39150" y="50457"/>
                  </a:cubicBezTo>
                  <a:cubicBezTo>
                    <a:pt x="48329" y="53314"/>
                    <a:pt x="55746" y="42919"/>
                    <a:pt x="60792" y="36810"/>
                  </a:cubicBezTo>
                  <a:cubicBezTo>
                    <a:pt x="67995" y="28086"/>
                    <a:pt x="80032" y="38360"/>
                    <a:pt x="86263" y="42159"/>
                  </a:cubicBezTo>
                  <a:cubicBezTo>
                    <a:pt x="91430" y="45320"/>
                    <a:pt x="98057" y="48056"/>
                    <a:pt x="104561" y="48998"/>
                  </a:cubicBezTo>
                  <a:cubicBezTo>
                    <a:pt x="115747" y="50700"/>
                    <a:pt x="107692" y="65898"/>
                    <a:pt x="119303" y="68178"/>
                  </a:cubicBezTo>
                  <a:cubicBezTo>
                    <a:pt x="126294" y="69576"/>
                    <a:pt x="136872" y="63254"/>
                    <a:pt x="143316" y="65898"/>
                  </a:cubicBezTo>
                  <a:cubicBezTo>
                    <a:pt x="147784" y="67752"/>
                    <a:pt x="153407" y="7216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28"/>
            <p:cNvSpPr/>
            <p:nvPr/>
          </p:nvSpPr>
          <p:spPr>
            <a:xfrm>
              <a:off x="2975000" y="442550"/>
              <a:ext cx="3962100" cy="1802475"/>
            </a:xfrm>
            <a:custGeom>
              <a:rect b="b" l="l" r="r" t="t"/>
              <a:pathLst>
                <a:path extrusionOk="0" fill="none" h="72099" w="158484">
                  <a:moveTo>
                    <a:pt x="0" y="1"/>
                  </a:moveTo>
                  <a:cubicBezTo>
                    <a:pt x="5107" y="2706"/>
                    <a:pt x="10760" y="4590"/>
                    <a:pt x="15958" y="6444"/>
                  </a:cubicBezTo>
                  <a:cubicBezTo>
                    <a:pt x="21764" y="8511"/>
                    <a:pt x="26931" y="11733"/>
                    <a:pt x="28390" y="17843"/>
                  </a:cubicBezTo>
                  <a:cubicBezTo>
                    <a:pt x="29788" y="23740"/>
                    <a:pt x="26900" y="30579"/>
                    <a:pt x="31672" y="35867"/>
                  </a:cubicBezTo>
                  <a:cubicBezTo>
                    <a:pt x="35107" y="39636"/>
                    <a:pt x="34925" y="48390"/>
                    <a:pt x="40001" y="49849"/>
                  </a:cubicBezTo>
                  <a:cubicBezTo>
                    <a:pt x="49302" y="52494"/>
                    <a:pt x="56415" y="40761"/>
                    <a:pt x="61886" y="35320"/>
                  </a:cubicBezTo>
                  <a:cubicBezTo>
                    <a:pt x="69211" y="28025"/>
                    <a:pt x="81278" y="37873"/>
                    <a:pt x="87327" y="41612"/>
                  </a:cubicBezTo>
                  <a:cubicBezTo>
                    <a:pt x="92585" y="44864"/>
                    <a:pt x="98421" y="48117"/>
                    <a:pt x="104926" y="48968"/>
                  </a:cubicBezTo>
                  <a:cubicBezTo>
                    <a:pt x="116385" y="50457"/>
                    <a:pt x="108239" y="65442"/>
                    <a:pt x="119759" y="67509"/>
                  </a:cubicBezTo>
                  <a:cubicBezTo>
                    <a:pt x="126659" y="68725"/>
                    <a:pt x="137298" y="62980"/>
                    <a:pt x="143559" y="65716"/>
                  </a:cubicBezTo>
                  <a:cubicBezTo>
                    <a:pt x="147936" y="67631"/>
                    <a:pt x="153407" y="72099"/>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28"/>
            <p:cNvSpPr/>
            <p:nvPr/>
          </p:nvSpPr>
          <p:spPr>
            <a:xfrm>
              <a:off x="2975000" y="442550"/>
              <a:ext cx="3962850" cy="1800200"/>
            </a:xfrm>
            <a:custGeom>
              <a:rect b="b" l="l" r="r" t="t"/>
              <a:pathLst>
                <a:path extrusionOk="0" fill="none" h="72008" w="158514">
                  <a:moveTo>
                    <a:pt x="0" y="1"/>
                  </a:moveTo>
                  <a:cubicBezTo>
                    <a:pt x="5167" y="2645"/>
                    <a:pt x="10821" y="4499"/>
                    <a:pt x="16140" y="6201"/>
                  </a:cubicBezTo>
                  <a:cubicBezTo>
                    <a:pt x="21976" y="8055"/>
                    <a:pt x="27630" y="11065"/>
                    <a:pt x="29484" y="16657"/>
                  </a:cubicBezTo>
                  <a:cubicBezTo>
                    <a:pt x="31308" y="22159"/>
                    <a:pt x="26748" y="29940"/>
                    <a:pt x="31521" y="35442"/>
                  </a:cubicBezTo>
                  <a:cubicBezTo>
                    <a:pt x="34621" y="38998"/>
                    <a:pt x="36414" y="48147"/>
                    <a:pt x="40913" y="49211"/>
                  </a:cubicBezTo>
                  <a:cubicBezTo>
                    <a:pt x="50244" y="51430"/>
                    <a:pt x="56749" y="38846"/>
                    <a:pt x="63041" y="34044"/>
                  </a:cubicBezTo>
                  <a:cubicBezTo>
                    <a:pt x="70731" y="28147"/>
                    <a:pt x="82190" y="36992"/>
                    <a:pt x="88391" y="40943"/>
                  </a:cubicBezTo>
                  <a:cubicBezTo>
                    <a:pt x="93862" y="44409"/>
                    <a:pt x="98695" y="48147"/>
                    <a:pt x="105352" y="48907"/>
                  </a:cubicBezTo>
                  <a:cubicBezTo>
                    <a:pt x="117024" y="50184"/>
                    <a:pt x="108786" y="64834"/>
                    <a:pt x="120276" y="66780"/>
                  </a:cubicBezTo>
                  <a:cubicBezTo>
                    <a:pt x="126993" y="67904"/>
                    <a:pt x="137784" y="62585"/>
                    <a:pt x="143863" y="65533"/>
                  </a:cubicBezTo>
                  <a:cubicBezTo>
                    <a:pt x="148149" y="67570"/>
                    <a:pt x="153468" y="72008"/>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28"/>
            <p:cNvSpPr/>
            <p:nvPr/>
          </p:nvSpPr>
          <p:spPr>
            <a:xfrm>
              <a:off x="2975000" y="442550"/>
              <a:ext cx="3963625" cy="1798675"/>
            </a:xfrm>
            <a:custGeom>
              <a:rect b="b" l="l" r="r" t="t"/>
              <a:pathLst>
                <a:path extrusionOk="0" fill="none" h="71947" w="158545">
                  <a:moveTo>
                    <a:pt x="0" y="1"/>
                  </a:moveTo>
                  <a:cubicBezTo>
                    <a:pt x="5198" y="2615"/>
                    <a:pt x="10912" y="4408"/>
                    <a:pt x="16323" y="5958"/>
                  </a:cubicBezTo>
                  <a:cubicBezTo>
                    <a:pt x="22067" y="7630"/>
                    <a:pt x="28147" y="10365"/>
                    <a:pt x="30578" y="15472"/>
                  </a:cubicBezTo>
                  <a:cubicBezTo>
                    <a:pt x="33192" y="20974"/>
                    <a:pt x="26931" y="29059"/>
                    <a:pt x="31369" y="35047"/>
                  </a:cubicBezTo>
                  <a:cubicBezTo>
                    <a:pt x="33831" y="38390"/>
                    <a:pt x="37904" y="47904"/>
                    <a:pt x="41825" y="48542"/>
                  </a:cubicBezTo>
                  <a:cubicBezTo>
                    <a:pt x="50883" y="50062"/>
                    <a:pt x="57296" y="36931"/>
                    <a:pt x="64257" y="33010"/>
                  </a:cubicBezTo>
                  <a:cubicBezTo>
                    <a:pt x="72160" y="28512"/>
                    <a:pt x="83102" y="35928"/>
                    <a:pt x="89424" y="40153"/>
                  </a:cubicBezTo>
                  <a:cubicBezTo>
                    <a:pt x="94804" y="43740"/>
                    <a:pt x="98877" y="48208"/>
                    <a:pt x="105747" y="48846"/>
                  </a:cubicBezTo>
                  <a:cubicBezTo>
                    <a:pt x="117601" y="49971"/>
                    <a:pt x="109425" y="64257"/>
                    <a:pt x="120793" y="66081"/>
                  </a:cubicBezTo>
                  <a:cubicBezTo>
                    <a:pt x="127419" y="67144"/>
                    <a:pt x="138270" y="62281"/>
                    <a:pt x="144167" y="65351"/>
                  </a:cubicBezTo>
                  <a:cubicBezTo>
                    <a:pt x="148362" y="67540"/>
                    <a:pt x="153529" y="71947"/>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28"/>
            <p:cNvSpPr/>
            <p:nvPr/>
          </p:nvSpPr>
          <p:spPr>
            <a:xfrm>
              <a:off x="2975000" y="442550"/>
              <a:ext cx="3962850" cy="1795650"/>
            </a:xfrm>
            <a:custGeom>
              <a:rect b="b" l="l" r="r" t="t"/>
              <a:pathLst>
                <a:path extrusionOk="0" fill="none" h="71826" w="158514">
                  <a:moveTo>
                    <a:pt x="0" y="1"/>
                  </a:moveTo>
                  <a:cubicBezTo>
                    <a:pt x="5259" y="2584"/>
                    <a:pt x="10973" y="4317"/>
                    <a:pt x="16475" y="5745"/>
                  </a:cubicBezTo>
                  <a:cubicBezTo>
                    <a:pt x="22250" y="7235"/>
                    <a:pt x="28542" y="9788"/>
                    <a:pt x="31581" y="14195"/>
                  </a:cubicBezTo>
                  <a:cubicBezTo>
                    <a:pt x="35168" y="19332"/>
                    <a:pt x="27326" y="28238"/>
                    <a:pt x="31247" y="34560"/>
                  </a:cubicBezTo>
                  <a:cubicBezTo>
                    <a:pt x="33253" y="37782"/>
                    <a:pt x="39150" y="47418"/>
                    <a:pt x="42737" y="47722"/>
                  </a:cubicBezTo>
                  <a:cubicBezTo>
                    <a:pt x="51612" y="48482"/>
                    <a:pt x="57752" y="35229"/>
                    <a:pt x="65412" y="32129"/>
                  </a:cubicBezTo>
                  <a:cubicBezTo>
                    <a:pt x="73588" y="28816"/>
                    <a:pt x="84044" y="34804"/>
                    <a:pt x="90275" y="39302"/>
                  </a:cubicBezTo>
                  <a:cubicBezTo>
                    <a:pt x="95351" y="42980"/>
                    <a:pt x="98938" y="48269"/>
                    <a:pt x="106081" y="48816"/>
                  </a:cubicBezTo>
                  <a:cubicBezTo>
                    <a:pt x="111704" y="49241"/>
                    <a:pt x="112981" y="50670"/>
                    <a:pt x="114136" y="56111"/>
                  </a:cubicBezTo>
                  <a:cubicBezTo>
                    <a:pt x="115139" y="60792"/>
                    <a:pt x="115321" y="64470"/>
                    <a:pt x="121279" y="65381"/>
                  </a:cubicBezTo>
                  <a:cubicBezTo>
                    <a:pt x="127784" y="66385"/>
                    <a:pt x="138696" y="61947"/>
                    <a:pt x="144410" y="65169"/>
                  </a:cubicBezTo>
                  <a:cubicBezTo>
                    <a:pt x="148483" y="67448"/>
                    <a:pt x="153529" y="7182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28"/>
            <p:cNvSpPr/>
            <p:nvPr/>
          </p:nvSpPr>
          <p:spPr>
            <a:xfrm>
              <a:off x="2975000" y="442550"/>
              <a:ext cx="3962850" cy="1794125"/>
            </a:xfrm>
            <a:custGeom>
              <a:rect b="b" l="l" r="r" t="t"/>
              <a:pathLst>
                <a:path extrusionOk="0" fill="none" h="71765" w="158514">
                  <a:moveTo>
                    <a:pt x="0" y="1"/>
                  </a:moveTo>
                  <a:cubicBezTo>
                    <a:pt x="5319" y="2554"/>
                    <a:pt x="11064" y="4226"/>
                    <a:pt x="16627" y="5502"/>
                  </a:cubicBezTo>
                  <a:cubicBezTo>
                    <a:pt x="22523" y="6840"/>
                    <a:pt x="28663" y="9302"/>
                    <a:pt x="32554" y="12919"/>
                  </a:cubicBezTo>
                  <a:cubicBezTo>
                    <a:pt x="36931" y="17022"/>
                    <a:pt x="28906" y="28268"/>
                    <a:pt x="31247" y="33983"/>
                  </a:cubicBezTo>
                  <a:cubicBezTo>
                    <a:pt x="32615" y="37326"/>
                    <a:pt x="40031" y="46658"/>
                    <a:pt x="43679" y="46719"/>
                  </a:cubicBezTo>
                  <a:cubicBezTo>
                    <a:pt x="52433" y="46810"/>
                    <a:pt x="58117" y="33861"/>
                    <a:pt x="66628" y="31430"/>
                  </a:cubicBezTo>
                  <a:cubicBezTo>
                    <a:pt x="75108" y="28998"/>
                    <a:pt x="85078" y="33709"/>
                    <a:pt x="91066" y="38451"/>
                  </a:cubicBezTo>
                  <a:cubicBezTo>
                    <a:pt x="95899" y="42250"/>
                    <a:pt x="98847" y="48482"/>
                    <a:pt x="106446" y="48785"/>
                  </a:cubicBezTo>
                  <a:cubicBezTo>
                    <a:pt x="119030" y="49272"/>
                    <a:pt x="110853" y="62950"/>
                    <a:pt x="121826" y="64743"/>
                  </a:cubicBezTo>
                  <a:cubicBezTo>
                    <a:pt x="128088" y="65746"/>
                    <a:pt x="139121" y="61612"/>
                    <a:pt x="144684" y="64986"/>
                  </a:cubicBezTo>
                  <a:cubicBezTo>
                    <a:pt x="148666" y="67388"/>
                    <a:pt x="153559" y="7176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28"/>
            <p:cNvSpPr/>
            <p:nvPr/>
          </p:nvSpPr>
          <p:spPr>
            <a:xfrm>
              <a:off x="2975000" y="442550"/>
              <a:ext cx="3962850" cy="1791075"/>
            </a:xfrm>
            <a:custGeom>
              <a:rect b="b" l="l" r="r" t="t"/>
              <a:pathLst>
                <a:path extrusionOk="0" fill="none" h="71643" w="158514">
                  <a:moveTo>
                    <a:pt x="0" y="1"/>
                  </a:moveTo>
                  <a:cubicBezTo>
                    <a:pt x="5319" y="2523"/>
                    <a:pt x="11155" y="4134"/>
                    <a:pt x="16779" y="5259"/>
                  </a:cubicBezTo>
                  <a:cubicBezTo>
                    <a:pt x="22736" y="6475"/>
                    <a:pt x="29302" y="9058"/>
                    <a:pt x="33405" y="11672"/>
                  </a:cubicBezTo>
                  <a:cubicBezTo>
                    <a:pt x="37660" y="14378"/>
                    <a:pt x="30821" y="28968"/>
                    <a:pt x="31399" y="33314"/>
                  </a:cubicBezTo>
                  <a:cubicBezTo>
                    <a:pt x="31885" y="36931"/>
                    <a:pt x="40578" y="45624"/>
                    <a:pt x="44651" y="45472"/>
                  </a:cubicBezTo>
                  <a:cubicBezTo>
                    <a:pt x="53101" y="45168"/>
                    <a:pt x="58421" y="32828"/>
                    <a:pt x="67874" y="30852"/>
                  </a:cubicBezTo>
                  <a:cubicBezTo>
                    <a:pt x="76658" y="29028"/>
                    <a:pt x="86233" y="32706"/>
                    <a:pt x="91856" y="37509"/>
                  </a:cubicBezTo>
                  <a:cubicBezTo>
                    <a:pt x="96476" y="41491"/>
                    <a:pt x="98908" y="48542"/>
                    <a:pt x="106780" y="48755"/>
                  </a:cubicBezTo>
                  <a:cubicBezTo>
                    <a:pt x="112647" y="48907"/>
                    <a:pt x="114045" y="50184"/>
                    <a:pt x="115565" y="55503"/>
                  </a:cubicBezTo>
                  <a:cubicBezTo>
                    <a:pt x="116841" y="60062"/>
                    <a:pt x="116628" y="63132"/>
                    <a:pt x="122404" y="64044"/>
                  </a:cubicBezTo>
                  <a:cubicBezTo>
                    <a:pt x="128544" y="65047"/>
                    <a:pt x="139486" y="61278"/>
                    <a:pt x="144957" y="64804"/>
                  </a:cubicBezTo>
                  <a:cubicBezTo>
                    <a:pt x="148818" y="67296"/>
                    <a:pt x="153559" y="71643"/>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28"/>
            <p:cNvSpPr/>
            <p:nvPr/>
          </p:nvSpPr>
          <p:spPr>
            <a:xfrm>
              <a:off x="2975000" y="442550"/>
              <a:ext cx="3962100" cy="1789575"/>
            </a:xfrm>
            <a:custGeom>
              <a:rect b="b" l="l" r="r" t="t"/>
              <a:pathLst>
                <a:path extrusionOk="0" fill="none" h="71583" w="158484">
                  <a:moveTo>
                    <a:pt x="0" y="1"/>
                  </a:moveTo>
                  <a:cubicBezTo>
                    <a:pt x="5380" y="2463"/>
                    <a:pt x="11216" y="4043"/>
                    <a:pt x="16900" y="5016"/>
                  </a:cubicBezTo>
                  <a:cubicBezTo>
                    <a:pt x="22797" y="6049"/>
                    <a:pt x="29058" y="8724"/>
                    <a:pt x="34135" y="10457"/>
                  </a:cubicBezTo>
                  <a:cubicBezTo>
                    <a:pt x="39667" y="12372"/>
                    <a:pt x="32037" y="28846"/>
                    <a:pt x="31855" y="32463"/>
                  </a:cubicBezTo>
                  <a:cubicBezTo>
                    <a:pt x="31672" y="36597"/>
                    <a:pt x="40852" y="44712"/>
                    <a:pt x="45503" y="44074"/>
                  </a:cubicBezTo>
                  <a:cubicBezTo>
                    <a:pt x="54165" y="42889"/>
                    <a:pt x="59606" y="32038"/>
                    <a:pt x="69090" y="30335"/>
                  </a:cubicBezTo>
                  <a:cubicBezTo>
                    <a:pt x="77479" y="28846"/>
                    <a:pt x="87388" y="31703"/>
                    <a:pt x="92646" y="36566"/>
                  </a:cubicBezTo>
                  <a:cubicBezTo>
                    <a:pt x="97084" y="40670"/>
                    <a:pt x="98908" y="48634"/>
                    <a:pt x="107084" y="48725"/>
                  </a:cubicBezTo>
                  <a:cubicBezTo>
                    <a:pt x="112890" y="48816"/>
                    <a:pt x="114501" y="49910"/>
                    <a:pt x="116203" y="55229"/>
                  </a:cubicBezTo>
                  <a:cubicBezTo>
                    <a:pt x="117571" y="59606"/>
                    <a:pt x="117297" y="62555"/>
                    <a:pt x="122951" y="63436"/>
                  </a:cubicBezTo>
                  <a:cubicBezTo>
                    <a:pt x="129030" y="64378"/>
                    <a:pt x="139851" y="60944"/>
                    <a:pt x="145200" y="64622"/>
                  </a:cubicBezTo>
                  <a:cubicBezTo>
                    <a:pt x="148939" y="67205"/>
                    <a:pt x="153590" y="7158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28"/>
            <p:cNvSpPr/>
            <p:nvPr/>
          </p:nvSpPr>
          <p:spPr>
            <a:xfrm>
              <a:off x="2975000" y="442550"/>
              <a:ext cx="3962850" cy="1785000"/>
            </a:xfrm>
            <a:custGeom>
              <a:rect b="b" l="l" r="r" t="t"/>
              <a:pathLst>
                <a:path extrusionOk="0" fill="none" h="71400" w="158514">
                  <a:moveTo>
                    <a:pt x="0" y="1"/>
                  </a:moveTo>
                  <a:cubicBezTo>
                    <a:pt x="5411" y="2432"/>
                    <a:pt x="11307" y="3952"/>
                    <a:pt x="17052" y="4803"/>
                  </a:cubicBezTo>
                  <a:cubicBezTo>
                    <a:pt x="22949" y="5685"/>
                    <a:pt x="29028" y="8967"/>
                    <a:pt x="34682" y="9362"/>
                  </a:cubicBezTo>
                  <a:cubicBezTo>
                    <a:pt x="42007" y="9849"/>
                    <a:pt x="33557" y="28360"/>
                    <a:pt x="32858" y="31065"/>
                  </a:cubicBezTo>
                  <a:cubicBezTo>
                    <a:pt x="31308" y="36931"/>
                    <a:pt x="41095" y="43801"/>
                    <a:pt x="46141" y="42676"/>
                  </a:cubicBezTo>
                  <a:cubicBezTo>
                    <a:pt x="54925" y="40761"/>
                    <a:pt x="60731" y="31703"/>
                    <a:pt x="70245" y="29819"/>
                  </a:cubicBezTo>
                  <a:cubicBezTo>
                    <a:pt x="78451" y="28177"/>
                    <a:pt x="88573" y="30731"/>
                    <a:pt x="93497" y="35563"/>
                  </a:cubicBezTo>
                  <a:cubicBezTo>
                    <a:pt x="97753" y="39728"/>
                    <a:pt x="98969" y="48725"/>
                    <a:pt x="107419" y="48755"/>
                  </a:cubicBezTo>
                  <a:cubicBezTo>
                    <a:pt x="113163" y="48755"/>
                    <a:pt x="115018" y="49667"/>
                    <a:pt x="116872" y="54956"/>
                  </a:cubicBezTo>
                  <a:cubicBezTo>
                    <a:pt x="118331" y="59181"/>
                    <a:pt x="118027" y="61977"/>
                    <a:pt x="123559" y="62798"/>
                  </a:cubicBezTo>
                  <a:cubicBezTo>
                    <a:pt x="129638" y="63710"/>
                    <a:pt x="140459" y="60579"/>
                    <a:pt x="145504" y="64470"/>
                  </a:cubicBezTo>
                  <a:cubicBezTo>
                    <a:pt x="148939" y="67144"/>
                    <a:pt x="153802" y="7140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28"/>
            <p:cNvSpPr/>
            <p:nvPr/>
          </p:nvSpPr>
          <p:spPr>
            <a:xfrm>
              <a:off x="2975000" y="442550"/>
              <a:ext cx="3962100" cy="1781975"/>
            </a:xfrm>
            <a:custGeom>
              <a:rect b="b" l="l" r="r" t="t"/>
              <a:pathLst>
                <a:path extrusionOk="0" fill="none" h="71279" w="158484">
                  <a:moveTo>
                    <a:pt x="0" y="1"/>
                  </a:moveTo>
                  <a:cubicBezTo>
                    <a:pt x="5471" y="2402"/>
                    <a:pt x="11247" y="3922"/>
                    <a:pt x="17174" y="4560"/>
                  </a:cubicBezTo>
                  <a:cubicBezTo>
                    <a:pt x="23253" y="5198"/>
                    <a:pt x="29514" y="8420"/>
                    <a:pt x="35107" y="8177"/>
                  </a:cubicBezTo>
                  <a:cubicBezTo>
                    <a:pt x="44044" y="7782"/>
                    <a:pt x="35290" y="26718"/>
                    <a:pt x="34256" y="29089"/>
                  </a:cubicBezTo>
                  <a:cubicBezTo>
                    <a:pt x="31369" y="35959"/>
                    <a:pt x="40578" y="42980"/>
                    <a:pt x="46658" y="41247"/>
                  </a:cubicBezTo>
                  <a:cubicBezTo>
                    <a:pt x="55533" y="38785"/>
                    <a:pt x="61947" y="31490"/>
                    <a:pt x="71369" y="29180"/>
                  </a:cubicBezTo>
                  <a:cubicBezTo>
                    <a:pt x="79424" y="27174"/>
                    <a:pt x="89819" y="29697"/>
                    <a:pt x="94470" y="34439"/>
                  </a:cubicBezTo>
                  <a:cubicBezTo>
                    <a:pt x="98482" y="38573"/>
                    <a:pt x="99090" y="48785"/>
                    <a:pt x="107753" y="48694"/>
                  </a:cubicBezTo>
                  <a:cubicBezTo>
                    <a:pt x="113407" y="48634"/>
                    <a:pt x="115504" y="49424"/>
                    <a:pt x="117510" y="54652"/>
                  </a:cubicBezTo>
                  <a:cubicBezTo>
                    <a:pt x="119060" y="58694"/>
                    <a:pt x="118665" y="61400"/>
                    <a:pt x="124167" y="62160"/>
                  </a:cubicBezTo>
                  <a:cubicBezTo>
                    <a:pt x="130246" y="62980"/>
                    <a:pt x="140793" y="60245"/>
                    <a:pt x="145717" y="64257"/>
                  </a:cubicBezTo>
                  <a:cubicBezTo>
                    <a:pt x="149061" y="66962"/>
                    <a:pt x="153802" y="71278"/>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28"/>
            <p:cNvSpPr/>
            <p:nvPr/>
          </p:nvSpPr>
          <p:spPr>
            <a:xfrm>
              <a:off x="2975000" y="442550"/>
              <a:ext cx="3962850" cy="1781200"/>
            </a:xfrm>
            <a:custGeom>
              <a:rect b="b" l="l" r="r" t="t"/>
              <a:pathLst>
                <a:path extrusionOk="0" fill="none" h="71248" w="158514">
                  <a:moveTo>
                    <a:pt x="0" y="1"/>
                  </a:moveTo>
                  <a:cubicBezTo>
                    <a:pt x="5502" y="2371"/>
                    <a:pt x="11338" y="3830"/>
                    <a:pt x="17326" y="4347"/>
                  </a:cubicBezTo>
                  <a:cubicBezTo>
                    <a:pt x="23405" y="4833"/>
                    <a:pt x="29484" y="7478"/>
                    <a:pt x="35381" y="7083"/>
                  </a:cubicBezTo>
                  <a:cubicBezTo>
                    <a:pt x="46171" y="6384"/>
                    <a:pt x="37660" y="22007"/>
                    <a:pt x="36080" y="26718"/>
                  </a:cubicBezTo>
                  <a:cubicBezTo>
                    <a:pt x="34560" y="31247"/>
                    <a:pt x="33192" y="34591"/>
                    <a:pt x="37387" y="37934"/>
                  </a:cubicBezTo>
                  <a:cubicBezTo>
                    <a:pt x="40062" y="40032"/>
                    <a:pt x="43983" y="40913"/>
                    <a:pt x="47144" y="39940"/>
                  </a:cubicBezTo>
                  <a:cubicBezTo>
                    <a:pt x="52007" y="38421"/>
                    <a:pt x="55959" y="34864"/>
                    <a:pt x="60548" y="32524"/>
                  </a:cubicBezTo>
                  <a:cubicBezTo>
                    <a:pt x="64409" y="30579"/>
                    <a:pt x="68360" y="29758"/>
                    <a:pt x="72403" y="28512"/>
                  </a:cubicBezTo>
                  <a:cubicBezTo>
                    <a:pt x="80275" y="26080"/>
                    <a:pt x="91187" y="28724"/>
                    <a:pt x="95503" y="33314"/>
                  </a:cubicBezTo>
                  <a:cubicBezTo>
                    <a:pt x="99303" y="37296"/>
                    <a:pt x="99212" y="48877"/>
                    <a:pt x="108118" y="48694"/>
                  </a:cubicBezTo>
                  <a:cubicBezTo>
                    <a:pt x="113589" y="48573"/>
                    <a:pt x="115990" y="49302"/>
                    <a:pt x="118148" y="54409"/>
                  </a:cubicBezTo>
                  <a:cubicBezTo>
                    <a:pt x="119820" y="58299"/>
                    <a:pt x="119364" y="60974"/>
                    <a:pt x="124805" y="61612"/>
                  </a:cubicBezTo>
                  <a:cubicBezTo>
                    <a:pt x="130519" y="62281"/>
                    <a:pt x="141249" y="59819"/>
                    <a:pt x="145991" y="64135"/>
                  </a:cubicBezTo>
                  <a:cubicBezTo>
                    <a:pt x="149213" y="67023"/>
                    <a:pt x="153863" y="71248"/>
                    <a:pt x="158514" y="68695"/>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28"/>
            <p:cNvSpPr/>
            <p:nvPr/>
          </p:nvSpPr>
          <p:spPr>
            <a:xfrm>
              <a:off x="2975000" y="442550"/>
              <a:ext cx="3962100" cy="1777400"/>
            </a:xfrm>
            <a:custGeom>
              <a:rect b="b" l="l" r="r" t="t"/>
              <a:pathLst>
                <a:path extrusionOk="0" fill="none" h="71096" w="158484">
                  <a:moveTo>
                    <a:pt x="0" y="1"/>
                  </a:moveTo>
                  <a:cubicBezTo>
                    <a:pt x="5532" y="2341"/>
                    <a:pt x="11429" y="3739"/>
                    <a:pt x="17447" y="4104"/>
                  </a:cubicBezTo>
                  <a:cubicBezTo>
                    <a:pt x="23496" y="4469"/>
                    <a:pt x="29484" y="6596"/>
                    <a:pt x="35533" y="6049"/>
                  </a:cubicBezTo>
                  <a:cubicBezTo>
                    <a:pt x="47357" y="4955"/>
                    <a:pt x="40822" y="16809"/>
                    <a:pt x="38208" y="23983"/>
                  </a:cubicBezTo>
                  <a:cubicBezTo>
                    <a:pt x="36657" y="28329"/>
                    <a:pt x="33557" y="33253"/>
                    <a:pt x="37691" y="36962"/>
                  </a:cubicBezTo>
                  <a:cubicBezTo>
                    <a:pt x="40244" y="39272"/>
                    <a:pt x="44591" y="39636"/>
                    <a:pt x="47661" y="38603"/>
                  </a:cubicBezTo>
                  <a:cubicBezTo>
                    <a:pt x="52646" y="36931"/>
                    <a:pt x="56901" y="33557"/>
                    <a:pt x="61764" y="31460"/>
                  </a:cubicBezTo>
                  <a:cubicBezTo>
                    <a:pt x="65533" y="29819"/>
                    <a:pt x="69576" y="29150"/>
                    <a:pt x="73375" y="27721"/>
                  </a:cubicBezTo>
                  <a:cubicBezTo>
                    <a:pt x="80974" y="24864"/>
                    <a:pt x="92464" y="27721"/>
                    <a:pt x="96659" y="32068"/>
                  </a:cubicBezTo>
                  <a:cubicBezTo>
                    <a:pt x="100884" y="36445"/>
                    <a:pt x="98634" y="48512"/>
                    <a:pt x="108452" y="48664"/>
                  </a:cubicBezTo>
                  <a:cubicBezTo>
                    <a:pt x="114014" y="48755"/>
                    <a:pt x="116416" y="49150"/>
                    <a:pt x="118756" y="54105"/>
                  </a:cubicBezTo>
                  <a:cubicBezTo>
                    <a:pt x="120550" y="57874"/>
                    <a:pt x="120002" y="60488"/>
                    <a:pt x="125413" y="61035"/>
                  </a:cubicBezTo>
                  <a:cubicBezTo>
                    <a:pt x="131158" y="61643"/>
                    <a:pt x="141553" y="59454"/>
                    <a:pt x="146234" y="63922"/>
                  </a:cubicBezTo>
                  <a:cubicBezTo>
                    <a:pt x="149334" y="66871"/>
                    <a:pt x="153894" y="71096"/>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28"/>
            <p:cNvSpPr/>
            <p:nvPr/>
          </p:nvSpPr>
          <p:spPr>
            <a:xfrm>
              <a:off x="2975000" y="442550"/>
              <a:ext cx="3962850" cy="1775125"/>
            </a:xfrm>
            <a:custGeom>
              <a:rect b="b" l="l" r="r" t="t"/>
              <a:pathLst>
                <a:path extrusionOk="0" fill="none" h="71005" w="158514">
                  <a:moveTo>
                    <a:pt x="0" y="1"/>
                  </a:moveTo>
                  <a:cubicBezTo>
                    <a:pt x="5593" y="2311"/>
                    <a:pt x="11520" y="3648"/>
                    <a:pt x="17569" y="3861"/>
                  </a:cubicBezTo>
                  <a:cubicBezTo>
                    <a:pt x="23587" y="4074"/>
                    <a:pt x="29636" y="5837"/>
                    <a:pt x="35594" y="5046"/>
                  </a:cubicBezTo>
                  <a:cubicBezTo>
                    <a:pt x="47569" y="3466"/>
                    <a:pt x="43800" y="12280"/>
                    <a:pt x="40578" y="20974"/>
                  </a:cubicBezTo>
                  <a:cubicBezTo>
                    <a:pt x="39059" y="25107"/>
                    <a:pt x="34773" y="31916"/>
                    <a:pt x="38268" y="35867"/>
                  </a:cubicBezTo>
                  <a:cubicBezTo>
                    <a:pt x="40548" y="38451"/>
                    <a:pt x="45381" y="38208"/>
                    <a:pt x="48238" y="37296"/>
                  </a:cubicBezTo>
                  <a:cubicBezTo>
                    <a:pt x="53405" y="35624"/>
                    <a:pt x="57965" y="32281"/>
                    <a:pt x="63102" y="30366"/>
                  </a:cubicBezTo>
                  <a:cubicBezTo>
                    <a:pt x="66780" y="28968"/>
                    <a:pt x="70701" y="28420"/>
                    <a:pt x="74257" y="26840"/>
                  </a:cubicBezTo>
                  <a:cubicBezTo>
                    <a:pt x="81552" y="23588"/>
                    <a:pt x="94075" y="26779"/>
                    <a:pt x="97935" y="30791"/>
                  </a:cubicBezTo>
                  <a:cubicBezTo>
                    <a:pt x="101887" y="34895"/>
                    <a:pt x="98938" y="48542"/>
                    <a:pt x="108817" y="48664"/>
                  </a:cubicBezTo>
                  <a:cubicBezTo>
                    <a:pt x="114227" y="48694"/>
                    <a:pt x="116872" y="49029"/>
                    <a:pt x="119364" y="53801"/>
                  </a:cubicBezTo>
                  <a:cubicBezTo>
                    <a:pt x="121249" y="57448"/>
                    <a:pt x="120702" y="60032"/>
                    <a:pt x="126021" y="60518"/>
                  </a:cubicBezTo>
                  <a:cubicBezTo>
                    <a:pt x="131826" y="61035"/>
                    <a:pt x="141857" y="59120"/>
                    <a:pt x="146507" y="63771"/>
                  </a:cubicBezTo>
                  <a:cubicBezTo>
                    <a:pt x="149456" y="66719"/>
                    <a:pt x="153924" y="7100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28"/>
            <p:cNvSpPr/>
            <p:nvPr/>
          </p:nvSpPr>
          <p:spPr>
            <a:xfrm>
              <a:off x="2975000" y="442550"/>
              <a:ext cx="3962850" cy="1772850"/>
            </a:xfrm>
            <a:custGeom>
              <a:rect b="b" l="l" r="r" t="t"/>
              <a:pathLst>
                <a:path extrusionOk="0" fill="none" h="70914" w="158514">
                  <a:moveTo>
                    <a:pt x="0" y="1"/>
                  </a:moveTo>
                  <a:cubicBezTo>
                    <a:pt x="5623" y="2280"/>
                    <a:pt x="11611" y="3526"/>
                    <a:pt x="17690" y="3648"/>
                  </a:cubicBezTo>
                  <a:cubicBezTo>
                    <a:pt x="23648" y="3709"/>
                    <a:pt x="29636" y="5016"/>
                    <a:pt x="35563" y="4104"/>
                  </a:cubicBezTo>
                  <a:cubicBezTo>
                    <a:pt x="47022" y="2371"/>
                    <a:pt x="46627" y="7843"/>
                    <a:pt x="43101" y="17812"/>
                  </a:cubicBezTo>
                  <a:cubicBezTo>
                    <a:pt x="41733" y="21612"/>
                    <a:pt x="36232" y="30670"/>
                    <a:pt x="39028" y="34621"/>
                  </a:cubicBezTo>
                  <a:cubicBezTo>
                    <a:pt x="41004" y="37387"/>
                    <a:pt x="46293" y="36901"/>
                    <a:pt x="48968" y="35989"/>
                  </a:cubicBezTo>
                  <a:cubicBezTo>
                    <a:pt x="57235" y="33071"/>
                    <a:pt x="67235" y="29667"/>
                    <a:pt x="75108" y="25867"/>
                  </a:cubicBezTo>
                  <a:cubicBezTo>
                    <a:pt x="82008" y="22524"/>
                    <a:pt x="95655" y="25746"/>
                    <a:pt x="99303" y="29484"/>
                  </a:cubicBezTo>
                  <a:cubicBezTo>
                    <a:pt x="103042" y="33284"/>
                    <a:pt x="99546" y="48573"/>
                    <a:pt x="109242" y="48573"/>
                  </a:cubicBezTo>
                  <a:cubicBezTo>
                    <a:pt x="114379" y="48573"/>
                    <a:pt x="117328" y="48968"/>
                    <a:pt x="119942" y="53527"/>
                  </a:cubicBezTo>
                  <a:cubicBezTo>
                    <a:pt x="121948" y="57023"/>
                    <a:pt x="121340" y="59606"/>
                    <a:pt x="126629" y="60032"/>
                  </a:cubicBezTo>
                  <a:cubicBezTo>
                    <a:pt x="132495" y="60488"/>
                    <a:pt x="142130" y="58725"/>
                    <a:pt x="146751" y="63558"/>
                  </a:cubicBezTo>
                  <a:cubicBezTo>
                    <a:pt x="149608" y="66567"/>
                    <a:pt x="153985" y="70913"/>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28"/>
            <p:cNvSpPr/>
            <p:nvPr/>
          </p:nvSpPr>
          <p:spPr>
            <a:xfrm>
              <a:off x="2975000" y="442550"/>
              <a:ext cx="3962100" cy="1769800"/>
            </a:xfrm>
            <a:custGeom>
              <a:rect b="b" l="l" r="r" t="t"/>
              <a:pathLst>
                <a:path extrusionOk="0" fill="none" h="70792" w="158484">
                  <a:moveTo>
                    <a:pt x="0" y="1"/>
                  </a:moveTo>
                  <a:cubicBezTo>
                    <a:pt x="5654" y="2280"/>
                    <a:pt x="11703" y="3435"/>
                    <a:pt x="17812" y="3405"/>
                  </a:cubicBezTo>
                  <a:cubicBezTo>
                    <a:pt x="23709" y="3344"/>
                    <a:pt x="29606" y="4165"/>
                    <a:pt x="35502" y="3192"/>
                  </a:cubicBezTo>
                  <a:cubicBezTo>
                    <a:pt x="37660" y="2858"/>
                    <a:pt x="42463" y="1976"/>
                    <a:pt x="44621" y="2949"/>
                  </a:cubicBezTo>
                  <a:cubicBezTo>
                    <a:pt x="49545" y="5168"/>
                    <a:pt x="46840" y="10913"/>
                    <a:pt x="45624" y="14742"/>
                  </a:cubicBezTo>
                  <a:cubicBezTo>
                    <a:pt x="43557" y="21369"/>
                    <a:pt x="34135" y="40001"/>
                    <a:pt x="49819" y="34652"/>
                  </a:cubicBezTo>
                  <a:cubicBezTo>
                    <a:pt x="58299" y="31734"/>
                    <a:pt x="67935" y="28177"/>
                    <a:pt x="76050" y="24864"/>
                  </a:cubicBezTo>
                  <a:cubicBezTo>
                    <a:pt x="83072" y="21977"/>
                    <a:pt x="96051" y="24347"/>
                    <a:pt x="100762" y="28117"/>
                  </a:cubicBezTo>
                  <a:cubicBezTo>
                    <a:pt x="105716" y="32098"/>
                    <a:pt x="98908" y="48299"/>
                    <a:pt x="109698" y="48482"/>
                  </a:cubicBezTo>
                  <a:cubicBezTo>
                    <a:pt x="114653" y="48573"/>
                    <a:pt x="117753" y="48846"/>
                    <a:pt x="120458" y="53254"/>
                  </a:cubicBezTo>
                  <a:cubicBezTo>
                    <a:pt x="122586" y="56628"/>
                    <a:pt x="121948" y="59242"/>
                    <a:pt x="127176" y="59576"/>
                  </a:cubicBezTo>
                  <a:cubicBezTo>
                    <a:pt x="133133" y="60001"/>
                    <a:pt x="142404" y="58360"/>
                    <a:pt x="146963" y="63375"/>
                  </a:cubicBezTo>
                  <a:cubicBezTo>
                    <a:pt x="149699" y="66385"/>
                    <a:pt x="153985" y="70792"/>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28"/>
            <p:cNvSpPr/>
            <p:nvPr/>
          </p:nvSpPr>
          <p:spPr>
            <a:xfrm>
              <a:off x="2975000" y="442550"/>
              <a:ext cx="3963625" cy="1767525"/>
            </a:xfrm>
            <a:custGeom>
              <a:rect b="b" l="l" r="r" t="t"/>
              <a:pathLst>
                <a:path extrusionOk="0" fill="none" h="70701" w="158545">
                  <a:moveTo>
                    <a:pt x="0" y="1"/>
                  </a:moveTo>
                  <a:cubicBezTo>
                    <a:pt x="5715" y="2250"/>
                    <a:pt x="11794" y="3314"/>
                    <a:pt x="17934" y="3192"/>
                  </a:cubicBezTo>
                  <a:cubicBezTo>
                    <a:pt x="23770" y="2979"/>
                    <a:pt x="29575" y="3314"/>
                    <a:pt x="35411" y="2341"/>
                  </a:cubicBezTo>
                  <a:cubicBezTo>
                    <a:pt x="44439" y="791"/>
                    <a:pt x="50518" y="2371"/>
                    <a:pt x="48147" y="11916"/>
                  </a:cubicBezTo>
                  <a:cubicBezTo>
                    <a:pt x="46627" y="18086"/>
                    <a:pt x="34894" y="38725"/>
                    <a:pt x="50883" y="33253"/>
                  </a:cubicBezTo>
                  <a:cubicBezTo>
                    <a:pt x="59697" y="30244"/>
                    <a:pt x="68482" y="26688"/>
                    <a:pt x="77418" y="23922"/>
                  </a:cubicBezTo>
                  <a:cubicBezTo>
                    <a:pt x="84227" y="21794"/>
                    <a:pt x="97601" y="22585"/>
                    <a:pt x="102312" y="26779"/>
                  </a:cubicBezTo>
                  <a:cubicBezTo>
                    <a:pt x="107510" y="31399"/>
                    <a:pt x="99394" y="48056"/>
                    <a:pt x="110276" y="48330"/>
                  </a:cubicBezTo>
                  <a:cubicBezTo>
                    <a:pt x="115200" y="48451"/>
                    <a:pt x="117966" y="49181"/>
                    <a:pt x="120945" y="52889"/>
                  </a:cubicBezTo>
                  <a:cubicBezTo>
                    <a:pt x="123376" y="55928"/>
                    <a:pt x="122464" y="58877"/>
                    <a:pt x="127784" y="59150"/>
                  </a:cubicBezTo>
                  <a:cubicBezTo>
                    <a:pt x="133711" y="59454"/>
                    <a:pt x="142769" y="58026"/>
                    <a:pt x="147267" y="63223"/>
                  </a:cubicBezTo>
                  <a:cubicBezTo>
                    <a:pt x="149881" y="66202"/>
                    <a:pt x="154076" y="70701"/>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28"/>
            <p:cNvSpPr/>
            <p:nvPr/>
          </p:nvSpPr>
          <p:spPr>
            <a:xfrm>
              <a:off x="2975000" y="442550"/>
              <a:ext cx="3962850" cy="1765250"/>
            </a:xfrm>
            <a:custGeom>
              <a:rect b="b" l="l" r="r" t="t"/>
              <a:pathLst>
                <a:path extrusionOk="0" fill="none" h="70610" w="158514">
                  <a:moveTo>
                    <a:pt x="0" y="1"/>
                  </a:moveTo>
                  <a:cubicBezTo>
                    <a:pt x="5745" y="2219"/>
                    <a:pt x="11885" y="3223"/>
                    <a:pt x="18025" y="2949"/>
                  </a:cubicBezTo>
                  <a:cubicBezTo>
                    <a:pt x="23800" y="2645"/>
                    <a:pt x="29514" y="2493"/>
                    <a:pt x="35259" y="1490"/>
                  </a:cubicBezTo>
                  <a:cubicBezTo>
                    <a:pt x="38056" y="1004"/>
                    <a:pt x="42189" y="396"/>
                    <a:pt x="44986" y="1064"/>
                  </a:cubicBezTo>
                  <a:cubicBezTo>
                    <a:pt x="50183" y="2280"/>
                    <a:pt x="51065" y="4803"/>
                    <a:pt x="50487" y="9454"/>
                  </a:cubicBezTo>
                  <a:cubicBezTo>
                    <a:pt x="49728" y="14986"/>
                    <a:pt x="36627" y="36870"/>
                    <a:pt x="52068" y="31825"/>
                  </a:cubicBezTo>
                  <a:cubicBezTo>
                    <a:pt x="60944" y="28937"/>
                    <a:pt x="69910" y="25533"/>
                    <a:pt x="79029" y="23010"/>
                  </a:cubicBezTo>
                  <a:cubicBezTo>
                    <a:pt x="86111" y="21095"/>
                    <a:pt x="98969" y="21551"/>
                    <a:pt x="103893" y="25472"/>
                  </a:cubicBezTo>
                  <a:cubicBezTo>
                    <a:pt x="109212" y="29697"/>
                    <a:pt x="100093" y="47661"/>
                    <a:pt x="110823" y="48147"/>
                  </a:cubicBezTo>
                  <a:cubicBezTo>
                    <a:pt x="115595" y="48360"/>
                    <a:pt x="118422" y="49120"/>
                    <a:pt x="121431" y="52646"/>
                  </a:cubicBezTo>
                  <a:cubicBezTo>
                    <a:pt x="123923" y="55594"/>
                    <a:pt x="123103" y="58542"/>
                    <a:pt x="128300" y="58786"/>
                  </a:cubicBezTo>
                  <a:cubicBezTo>
                    <a:pt x="134288" y="59059"/>
                    <a:pt x="143042" y="57783"/>
                    <a:pt x="147480" y="63041"/>
                  </a:cubicBezTo>
                  <a:cubicBezTo>
                    <a:pt x="150003" y="65989"/>
                    <a:pt x="154076" y="7061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28"/>
            <p:cNvSpPr/>
            <p:nvPr/>
          </p:nvSpPr>
          <p:spPr>
            <a:xfrm>
              <a:off x="2975000" y="428125"/>
              <a:ext cx="3962850" cy="1777400"/>
            </a:xfrm>
            <a:custGeom>
              <a:rect b="b" l="l" r="r" t="t"/>
              <a:pathLst>
                <a:path extrusionOk="0" fill="none" h="71096" w="158514">
                  <a:moveTo>
                    <a:pt x="0" y="578"/>
                  </a:moveTo>
                  <a:cubicBezTo>
                    <a:pt x="5715" y="2705"/>
                    <a:pt x="12128" y="3769"/>
                    <a:pt x="18146" y="3313"/>
                  </a:cubicBezTo>
                  <a:cubicBezTo>
                    <a:pt x="23861" y="2888"/>
                    <a:pt x="29484" y="2219"/>
                    <a:pt x="35138" y="1246"/>
                  </a:cubicBezTo>
                  <a:cubicBezTo>
                    <a:pt x="42554" y="0"/>
                    <a:pt x="52281" y="1489"/>
                    <a:pt x="52585" y="7994"/>
                  </a:cubicBezTo>
                  <a:cubicBezTo>
                    <a:pt x="52767" y="12523"/>
                    <a:pt x="39211" y="35350"/>
                    <a:pt x="53436" y="30882"/>
                  </a:cubicBezTo>
                  <a:cubicBezTo>
                    <a:pt x="62372" y="28086"/>
                    <a:pt x="71673" y="25137"/>
                    <a:pt x="80914" y="22736"/>
                  </a:cubicBezTo>
                  <a:cubicBezTo>
                    <a:pt x="88604" y="20760"/>
                    <a:pt x="100032" y="21551"/>
                    <a:pt x="105443" y="24803"/>
                  </a:cubicBezTo>
                  <a:cubicBezTo>
                    <a:pt x="111674" y="28511"/>
                    <a:pt x="99941" y="47508"/>
                    <a:pt x="111431" y="48511"/>
                  </a:cubicBezTo>
                  <a:cubicBezTo>
                    <a:pt x="116081" y="48937"/>
                    <a:pt x="118847" y="49606"/>
                    <a:pt x="121887" y="52980"/>
                  </a:cubicBezTo>
                  <a:cubicBezTo>
                    <a:pt x="124440" y="55837"/>
                    <a:pt x="123741" y="58785"/>
                    <a:pt x="128787" y="58998"/>
                  </a:cubicBezTo>
                  <a:cubicBezTo>
                    <a:pt x="134836" y="59271"/>
                    <a:pt x="143316" y="58147"/>
                    <a:pt x="147723" y="63436"/>
                  </a:cubicBezTo>
                  <a:cubicBezTo>
                    <a:pt x="150125" y="66323"/>
                    <a:pt x="154106" y="71095"/>
                    <a:pt x="158514" y="6924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28"/>
            <p:cNvSpPr/>
            <p:nvPr/>
          </p:nvSpPr>
          <p:spPr>
            <a:xfrm>
              <a:off x="2975000" y="412925"/>
              <a:ext cx="3962850" cy="1789550"/>
            </a:xfrm>
            <a:custGeom>
              <a:rect b="b" l="l" r="r" t="t"/>
              <a:pathLst>
                <a:path extrusionOk="0" fill="none" h="71582" w="158514">
                  <a:moveTo>
                    <a:pt x="0" y="1186"/>
                  </a:moveTo>
                  <a:cubicBezTo>
                    <a:pt x="5745" y="3283"/>
                    <a:pt x="12219" y="4286"/>
                    <a:pt x="18238" y="3678"/>
                  </a:cubicBezTo>
                  <a:cubicBezTo>
                    <a:pt x="23891" y="3131"/>
                    <a:pt x="29454" y="1976"/>
                    <a:pt x="35046" y="1034"/>
                  </a:cubicBezTo>
                  <a:cubicBezTo>
                    <a:pt x="41308" y="0"/>
                    <a:pt x="52980" y="638"/>
                    <a:pt x="54317" y="7082"/>
                  </a:cubicBezTo>
                  <a:cubicBezTo>
                    <a:pt x="55260" y="11672"/>
                    <a:pt x="42159" y="33557"/>
                    <a:pt x="54895" y="29879"/>
                  </a:cubicBezTo>
                  <a:cubicBezTo>
                    <a:pt x="64044" y="27204"/>
                    <a:pt x="73588" y="24864"/>
                    <a:pt x="82950" y="22523"/>
                  </a:cubicBezTo>
                  <a:cubicBezTo>
                    <a:pt x="90488" y="20608"/>
                    <a:pt x="101248" y="21186"/>
                    <a:pt x="106932" y="24256"/>
                  </a:cubicBezTo>
                  <a:cubicBezTo>
                    <a:pt x="113862" y="27964"/>
                    <a:pt x="100762" y="47478"/>
                    <a:pt x="112069" y="48876"/>
                  </a:cubicBezTo>
                  <a:cubicBezTo>
                    <a:pt x="116264" y="49363"/>
                    <a:pt x="119729" y="49879"/>
                    <a:pt x="122343" y="53344"/>
                  </a:cubicBezTo>
                  <a:cubicBezTo>
                    <a:pt x="124562" y="56354"/>
                    <a:pt x="124653" y="59089"/>
                    <a:pt x="129273" y="59272"/>
                  </a:cubicBezTo>
                  <a:cubicBezTo>
                    <a:pt x="135352" y="59545"/>
                    <a:pt x="143620" y="58603"/>
                    <a:pt x="147936" y="63861"/>
                  </a:cubicBezTo>
                  <a:cubicBezTo>
                    <a:pt x="150277" y="66688"/>
                    <a:pt x="154137" y="71582"/>
                    <a:pt x="158514" y="6984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28"/>
            <p:cNvSpPr/>
            <p:nvPr/>
          </p:nvSpPr>
          <p:spPr>
            <a:xfrm>
              <a:off x="2975000" y="386325"/>
              <a:ext cx="3962850" cy="1813875"/>
            </a:xfrm>
            <a:custGeom>
              <a:rect b="b" l="l" r="r" t="t"/>
              <a:pathLst>
                <a:path extrusionOk="0" fill="none" h="72555" w="158514">
                  <a:moveTo>
                    <a:pt x="0" y="2250"/>
                  </a:moveTo>
                  <a:cubicBezTo>
                    <a:pt x="5806" y="4286"/>
                    <a:pt x="12371" y="5259"/>
                    <a:pt x="18390" y="4529"/>
                  </a:cubicBezTo>
                  <a:cubicBezTo>
                    <a:pt x="23982" y="3830"/>
                    <a:pt x="29423" y="2250"/>
                    <a:pt x="35046" y="1307"/>
                  </a:cubicBezTo>
                  <a:cubicBezTo>
                    <a:pt x="42767" y="0"/>
                    <a:pt x="52402" y="2067"/>
                    <a:pt x="55685" y="7174"/>
                  </a:cubicBezTo>
                  <a:cubicBezTo>
                    <a:pt x="57570" y="10183"/>
                    <a:pt x="46658" y="32159"/>
                    <a:pt x="56719" y="29271"/>
                  </a:cubicBezTo>
                  <a:cubicBezTo>
                    <a:pt x="65442" y="26748"/>
                    <a:pt x="75746" y="25077"/>
                    <a:pt x="85139" y="22736"/>
                  </a:cubicBezTo>
                  <a:cubicBezTo>
                    <a:pt x="92494" y="20882"/>
                    <a:pt x="102099" y="21338"/>
                    <a:pt x="108300" y="24317"/>
                  </a:cubicBezTo>
                  <a:cubicBezTo>
                    <a:pt x="116477" y="28207"/>
                    <a:pt x="101765" y="47873"/>
                    <a:pt x="112799" y="49636"/>
                  </a:cubicBezTo>
                  <a:cubicBezTo>
                    <a:pt x="116780" y="50275"/>
                    <a:pt x="120215" y="50852"/>
                    <a:pt x="122768" y="54165"/>
                  </a:cubicBezTo>
                  <a:cubicBezTo>
                    <a:pt x="125048" y="57083"/>
                    <a:pt x="125200" y="59849"/>
                    <a:pt x="129729" y="60032"/>
                  </a:cubicBezTo>
                  <a:cubicBezTo>
                    <a:pt x="135839" y="60336"/>
                    <a:pt x="143893" y="59545"/>
                    <a:pt x="148179" y="64773"/>
                  </a:cubicBezTo>
                  <a:cubicBezTo>
                    <a:pt x="150459" y="67539"/>
                    <a:pt x="154167" y="72555"/>
                    <a:pt x="158514" y="7091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28"/>
            <p:cNvSpPr/>
            <p:nvPr/>
          </p:nvSpPr>
          <p:spPr>
            <a:xfrm>
              <a:off x="2975000" y="367325"/>
              <a:ext cx="3962850" cy="1829825"/>
            </a:xfrm>
            <a:custGeom>
              <a:rect b="b" l="l" r="r" t="t"/>
              <a:pathLst>
                <a:path extrusionOk="0" fill="none" h="73193" w="158514">
                  <a:moveTo>
                    <a:pt x="0" y="3010"/>
                  </a:moveTo>
                  <a:cubicBezTo>
                    <a:pt x="5836" y="5016"/>
                    <a:pt x="12432" y="5897"/>
                    <a:pt x="18481" y="5046"/>
                  </a:cubicBezTo>
                  <a:cubicBezTo>
                    <a:pt x="24104" y="4286"/>
                    <a:pt x="29514" y="2067"/>
                    <a:pt x="35077" y="1216"/>
                  </a:cubicBezTo>
                  <a:cubicBezTo>
                    <a:pt x="43010" y="0"/>
                    <a:pt x="51703" y="2584"/>
                    <a:pt x="56719" y="7447"/>
                  </a:cubicBezTo>
                  <a:cubicBezTo>
                    <a:pt x="60123" y="10791"/>
                    <a:pt x="50335" y="30396"/>
                    <a:pt x="58998" y="28360"/>
                  </a:cubicBezTo>
                  <a:cubicBezTo>
                    <a:pt x="67722" y="26293"/>
                    <a:pt x="78056" y="25016"/>
                    <a:pt x="87357" y="22615"/>
                  </a:cubicBezTo>
                  <a:cubicBezTo>
                    <a:pt x="94531" y="20761"/>
                    <a:pt x="103224" y="21065"/>
                    <a:pt x="109546" y="24104"/>
                  </a:cubicBezTo>
                  <a:cubicBezTo>
                    <a:pt x="118209" y="28268"/>
                    <a:pt x="103376" y="47965"/>
                    <a:pt x="113559" y="50062"/>
                  </a:cubicBezTo>
                  <a:cubicBezTo>
                    <a:pt x="117328" y="50822"/>
                    <a:pt x="120671" y="51551"/>
                    <a:pt x="123194" y="54682"/>
                  </a:cubicBezTo>
                  <a:cubicBezTo>
                    <a:pt x="125474" y="57539"/>
                    <a:pt x="125717" y="60305"/>
                    <a:pt x="130155" y="60518"/>
                  </a:cubicBezTo>
                  <a:cubicBezTo>
                    <a:pt x="136295" y="60852"/>
                    <a:pt x="144137" y="60214"/>
                    <a:pt x="148392" y="65381"/>
                  </a:cubicBezTo>
                  <a:cubicBezTo>
                    <a:pt x="150611" y="68056"/>
                    <a:pt x="154228" y="73193"/>
                    <a:pt x="158514" y="7167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28"/>
            <p:cNvSpPr/>
            <p:nvPr/>
          </p:nvSpPr>
          <p:spPr>
            <a:xfrm>
              <a:off x="2975000" y="347575"/>
              <a:ext cx="3962850" cy="1845775"/>
            </a:xfrm>
            <a:custGeom>
              <a:rect b="b" l="l" r="r" t="t"/>
              <a:pathLst>
                <a:path extrusionOk="0" fill="none" h="73831" w="158514">
                  <a:moveTo>
                    <a:pt x="0" y="3800"/>
                  </a:moveTo>
                  <a:cubicBezTo>
                    <a:pt x="5867" y="5775"/>
                    <a:pt x="12554" y="6566"/>
                    <a:pt x="18602" y="5623"/>
                  </a:cubicBezTo>
                  <a:cubicBezTo>
                    <a:pt x="24256" y="4711"/>
                    <a:pt x="29575" y="1915"/>
                    <a:pt x="35229" y="1125"/>
                  </a:cubicBezTo>
                  <a:cubicBezTo>
                    <a:pt x="43284" y="0"/>
                    <a:pt x="51217" y="3404"/>
                    <a:pt x="57448" y="7903"/>
                  </a:cubicBezTo>
                  <a:cubicBezTo>
                    <a:pt x="62129" y="11247"/>
                    <a:pt x="59454" y="16353"/>
                    <a:pt x="58421" y="20852"/>
                  </a:cubicBezTo>
                  <a:cubicBezTo>
                    <a:pt x="57782" y="23587"/>
                    <a:pt x="56506" y="28420"/>
                    <a:pt x="61582" y="27599"/>
                  </a:cubicBezTo>
                  <a:cubicBezTo>
                    <a:pt x="70305" y="26171"/>
                    <a:pt x="80366" y="24925"/>
                    <a:pt x="89516" y="22493"/>
                  </a:cubicBezTo>
                  <a:cubicBezTo>
                    <a:pt x="96628" y="20639"/>
                    <a:pt x="104501" y="20700"/>
                    <a:pt x="110732" y="23952"/>
                  </a:cubicBezTo>
                  <a:cubicBezTo>
                    <a:pt x="119698" y="28663"/>
                    <a:pt x="104501" y="47600"/>
                    <a:pt x="114379" y="50487"/>
                  </a:cubicBezTo>
                  <a:cubicBezTo>
                    <a:pt x="117996" y="51551"/>
                    <a:pt x="121157" y="52250"/>
                    <a:pt x="123619" y="55229"/>
                  </a:cubicBezTo>
                  <a:cubicBezTo>
                    <a:pt x="125899" y="57995"/>
                    <a:pt x="126203" y="60791"/>
                    <a:pt x="130550" y="61065"/>
                  </a:cubicBezTo>
                  <a:cubicBezTo>
                    <a:pt x="136659" y="61399"/>
                    <a:pt x="144380" y="60913"/>
                    <a:pt x="148605" y="65989"/>
                  </a:cubicBezTo>
                  <a:cubicBezTo>
                    <a:pt x="150793" y="68603"/>
                    <a:pt x="154258" y="73831"/>
                    <a:pt x="158514" y="7246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28"/>
            <p:cNvSpPr/>
            <p:nvPr/>
          </p:nvSpPr>
          <p:spPr>
            <a:xfrm>
              <a:off x="2975000" y="324000"/>
              <a:ext cx="3962850" cy="1867075"/>
            </a:xfrm>
            <a:custGeom>
              <a:rect b="b" l="l" r="r" t="t"/>
              <a:pathLst>
                <a:path extrusionOk="0" fill="none" h="74683" w="158514">
                  <a:moveTo>
                    <a:pt x="0" y="4743"/>
                  </a:moveTo>
                  <a:cubicBezTo>
                    <a:pt x="5897" y="6688"/>
                    <a:pt x="12645" y="7387"/>
                    <a:pt x="18724" y="6323"/>
                  </a:cubicBezTo>
                  <a:cubicBezTo>
                    <a:pt x="24469" y="5290"/>
                    <a:pt x="29758" y="1977"/>
                    <a:pt x="35502" y="1156"/>
                  </a:cubicBezTo>
                  <a:cubicBezTo>
                    <a:pt x="43466" y="1"/>
                    <a:pt x="51460" y="4682"/>
                    <a:pt x="57934" y="8572"/>
                  </a:cubicBezTo>
                  <a:cubicBezTo>
                    <a:pt x="62858" y="11521"/>
                    <a:pt x="62099" y="15411"/>
                    <a:pt x="61339" y="20153"/>
                  </a:cubicBezTo>
                  <a:cubicBezTo>
                    <a:pt x="60883" y="22919"/>
                    <a:pt x="59576" y="27448"/>
                    <a:pt x="64378" y="27144"/>
                  </a:cubicBezTo>
                  <a:cubicBezTo>
                    <a:pt x="73223" y="26597"/>
                    <a:pt x="82737" y="24834"/>
                    <a:pt x="91643" y="22494"/>
                  </a:cubicBezTo>
                  <a:cubicBezTo>
                    <a:pt x="98817" y="20609"/>
                    <a:pt x="105747" y="20366"/>
                    <a:pt x="111856" y="23983"/>
                  </a:cubicBezTo>
                  <a:cubicBezTo>
                    <a:pt x="120519" y="29120"/>
                    <a:pt x="105990" y="47296"/>
                    <a:pt x="115230" y="51035"/>
                  </a:cubicBezTo>
                  <a:cubicBezTo>
                    <a:pt x="118543" y="52372"/>
                    <a:pt x="121705" y="53072"/>
                    <a:pt x="124045" y="55898"/>
                  </a:cubicBezTo>
                  <a:cubicBezTo>
                    <a:pt x="126325" y="58634"/>
                    <a:pt x="126659" y="61461"/>
                    <a:pt x="130914" y="61765"/>
                  </a:cubicBezTo>
                  <a:cubicBezTo>
                    <a:pt x="136994" y="62160"/>
                    <a:pt x="144593" y="61825"/>
                    <a:pt x="148818" y="66810"/>
                  </a:cubicBezTo>
                  <a:cubicBezTo>
                    <a:pt x="150945" y="69364"/>
                    <a:pt x="154289" y="74683"/>
                    <a:pt x="158514" y="73406"/>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28"/>
            <p:cNvSpPr/>
            <p:nvPr/>
          </p:nvSpPr>
          <p:spPr>
            <a:xfrm>
              <a:off x="2975000" y="297425"/>
              <a:ext cx="3962850" cy="1890625"/>
            </a:xfrm>
            <a:custGeom>
              <a:rect b="b" l="l" r="r" t="t"/>
              <a:pathLst>
                <a:path extrusionOk="0" fill="none" h="75625" w="158514">
                  <a:moveTo>
                    <a:pt x="0" y="5806"/>
                  </a:moveTo>
                  <a:cubicBezTo>
                    <a:pt x="5927" y="7690"/>
                    <a:pt x="12918" y="8450"/>
                    <a:pt x="18815" y="7173"/>
                  </a:cubicBezTo>
                  <a:cubicBezTo>
                    <a:pt x="24530" y="5927"/>
                    <a:pt x="30122" y="2128"/>
                    <a:pt x="35928" y="1216"/>
                  </a:cubicBezTo>
                  <a:cubicBezTo>
                    <a:pt x="43648" y="0"/>
                    <a:pt x="52494" y="5593"/>
                    <a:pt x="58178" y="9392"/>
                  </a:cubicBezTo>
                  <a:cubicBezTo>
                    <a:pt x="62585" y="12310"/>
                    <a:pt x="64226" y="14347"/>
                    <a:pt x="64074" y="19940"/>
                  </a:cubicBezTo>
                  <a:cubicBezTo>
                    <a:pt x="64014" y="22797"/>
                    <a:pt x="62828" y="26839"/>
                    <a:pt x="67296" y="27022"/>
                  </a:cubicBezTo>
                  <a:cubicBezTo>
                    <a:pt x="76081" y="27417"/>
                    <a:pt x="85199" y="24560"/>
                    <a:pt x="93589" y="22584"/>
                  </a:cubicBezTo>
                  <a:cubicBezTo>
                    <a:pt x="100975" y="20851"/>
                    <a:pt x="106598" y="19879"/>
                    <a:pt x="112920" y="24165"/>
                  </a:cubicBezTo>
                  <a:cubicBezTo>
                    <a:pt x="121188" y="29788"/>
                    <a:pt x="107753" y="47113"/>
                    <a:pt x="116142" y="51673"/>
                  </a:cubicBezTo>
                  <a:cubicBezTo>
                    <a:pt x="119030" y="53223"/>
                    <a:pt x="122221" y="54013"/>
                    <a:pt x="124501" y="56718"/>
                  </a:cubicBezTo>
                  <a:cubicBezTo>
                    <a:pt x="126781" y="59423"/>
                    <a:pt x="127115" y="62281"/>
                    <a:pt x="131279" y="62615"/>
                  </a:cubicBezTo>
                  <a:cubicBezTo>
                    <a:pt x="137358" y="63101"/>
                    <a:pt x="144836" y="62828"/>
                    <a:pt x="149030" y="67752"/>
                  </a:cubicBezTo>
                  <a:cubicBezTo>
                    <a:pt x="151158" y="70244"/>
                    <a:pt x="154350" y="75624"/>
                    <a:pt x="158514" y="7446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28"/>
            <p:cNvSpPr/>
            <p:nvPr/>
          </p:nvSpPr>
          <p:spPr>
            <a:xfrm>
              <a:off x="2975000" y="270050"/>
              <a:ext cx="3962100" cy="1914200"/>
            </a:xfrm>
            <a:custGeom>
              <a:rect b="b" l="l" r="r" t="t"/>
              <a:pathLst>
                <a:path extrusionOk="0" fill="none" h="76568" w="158484">
                  <a:moveTo>
                    <a:pt x="0" y="6901"/>
                  </a:moveTo>
                  <a:cubicBezTo>
                    <a:pt x="5988" y="8785"/>
                    <a:pt x="13040" y="9484"/>
                    <a:pt x="18937" y="8025"/>
                  </a:cubicBezTo>
                  <a:cubicBezTo>
                    <a:pt x="24803" y="6627"/>
                    <a:pt x="30396" y="2402"/>
                    <a:pt x="36414" y="1338"/>
                  </a:cubicBezTo>
                  <a:cubicBezTo>
                    <a:pt x="44013" y="1"/>
                    <a:pt x="52463" y="6688"/>
                    <a:pt x="58208" y="10244"/>
                  </a:cubicBezTo>
                  <a:cubicBezTo>
                    <a:pt x="62676" y="13010"/>
                    <a:pt x="65138" y="14925"/>
                    <a:pt x="66476" y="20092"/>
                  </a:cubicBezTo>
                  <a:cubicBezTo>
                    <a:pt x="67235" y="22980"/>
                    <a:pt x="65868" y="26536"/>
                    <a:pt x="70214" y="27144"/>
                  </a:cubicBezTo>
                  <a:cubicBezTo>
                    <a:pt x="78695" y="28329"/>
                    <a:pt x="87753" y="24104"/>
                    <a:pt x="95351" y="22646"/>
                  </a:cubicBezTo>
                  <a:cubicBezTo>
                    <a:pt x="102950" y="21187"/>
                    <a:pt x="107327" y="19150"/>
                    <a:pt x="113893" y="24408"/>
                  </a:cubicBezTo>
                  <a:cubicBezTo>
                    <a:pt x="121309" y="30366"/>
                    <a:pt x="109668" y="47023"/>
                    <a:pt x="117084" y="52251"/>
                  </a:cubicBezTo>
                  <a:cubicBezTo>
                    <a:pt x="119577" y="54014"/>
                    <a:pt x="122586" y="54956"/>
                    <a:pt x="125018" y="57418"/>
                  </a:cubicBezTo>
                  <a:cubicBezTo>
                    <a:pt x="127419" y="59880"/>
                    <a:pt x="127145" y="63011"/>
                    <a:pt x="131614" y="63436"/>
                  </a:cubicBezTo>
                  <a:cubicBezTo>
                    <a:pt x="137602" y="64014"/>
                    <a:pt x="144988" y="63832"/>
                    <a:pt x="149213" y="68695"/>
                  </a:cubicBezTo>
                  <a:cubicBezTo>
                    <a:pt x="151310" y="71126"/>
                    <a:pt x="154410" y="76567"/>
                    <a:pt x="158483" y="755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28"/>
            <p:cNvSpPr/>
            <p:nvPr/>
          </p:nvSpPr>
          <p:spPr>
            <a:xfrm>
              <a:off x="2975000" y="244975"/>
              <a:ext cx="3962100" cy="1937000"/>
            </a:xfrm>
            <a:custGeom>
              <a:rect b="b" l="l" r="r" t="t"/>
              <a:pathLst>
                <a:path extrusionOk="0" fill="none" h="77480" w="158484">
                  <a:moveTo>
                    <a:pt x="0" y="7904"/>
                  </a:moveTo>
                  <a:cubicBezTo>
                    <a:pt x="6019" y="9758"/>
                    <a:pt x="13162" y="10366"/>
                    <a:pt x="19058" y="8815"/>
                  </a:cubicBezTo>
                  <a:cubicBezTo>
                    <a:pt x="25077" y="7204"/>
                    <a:pt x="30730" y="2554"/>
                    <a:pt x="36992" y="1429"/>
                  </a:cubicBezTo>
                  <a:cubicBezTo>
                    <a:pt x="44773" y="1"/>
                    <a:pt x="52038" y="7296"/>
                    <a:pt x="58086" y="10974"/>
                  </a:cubicBezTo>
                  <a:cubicBezTo>
                    <a:pt x="62463" y="13618"/>
                    <a:pt x="66111" y="15806"/>
                    <a:pt x="68482" y="20457"/>
                  </a:cubicBezTo>
                  <a:cubicBezTo>
                    <a:pt x="69910" y="23253"/>
                    <a:pt x="69090" y="26475"/>
                    <a:pt x="73041" y="27387"/>
                  </a:cubicBezTo>
                  <a:cubicBezTo>
                    <a:pt x="81005" y="29180"/>
                    <a:pt x="90002" y="23679"/>
                    <a:pt x="96841" y="22615"/>
                  </a:cubicBezTo>
                  <a:cubicBezTo>
                    <a:pt x="104622" y="21399"/>
                    <a:pt x="107692" y="18360"/>
                    <a:pt x="114714" y="24621"/>
                  </a:cubicBezTo>
                  <a:cubicBezTo>
                    <a:pt x="121917" y="31065"/>
                    <a:pt x="111552" y="46780"/>
                    <a:pt x="118087" y="52767"/>
                  </a:cubicBezTo>
                  <a:cubicBezTo>
                    <a:pt x="120124" y="54682"/>
                    <a:pt x="123224" y="55807"/>
                    <a:pt x="125443" y="58178"/>
                  </a:cubicBezTo>
                  <a:cubicBezTo>
                    <a:pt x="127784" y="60640"/>
                    <a:pt x="127632" y="63771"/>
                    <a:pt x="131918" y="64257"/>
                  </a:cubicBezTo>
                  <a:cubicBezTo>
                    <a:pt x="137905" y="64956"/>
                    <a:pt x="145170" y="64804"/>
                    <a:pt x="149425" y="69576"/>
                  </a:cubicBezTo>
                  <a:cubicBezTo>
                    <a:pt x="151523" y="71947"/>
                    <a:pt x="154471" y="77479"/>
                    <a:pt x="158483" y="765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28"/>
            <p:cNvSpPr/>
            <p:nvPr/>
          </p:nvSpPr>
          <p:spPr>
            <a:xfrm>
              <a:off x="2975000" y="222950"/>
              <a:ext cx="3962100" cy="1955225"/>
            </a:xfrm>
            <a:custGeom>
              <a:rect b="b" l="l" r="r" t="t"/>
              <a:pathLst>
                <a:path extrusionOk="0" fill="none" h="78209" w="158484">
                  <a:moveTo>
                    <a:pt x="0" y="8785"/>
                  </a:moveTo>
                  <a:cubicBezTo>
                    <a:pt x="6079" y="10608"/>
                    <a:pt x="13313" y="11155"/>
                    <a:pt x="19180" y="9453"/>
                  </a:cubicBezTo>
                  <a:cubicBezTo>
                    <a:pt x="25289" y="7690"/>
                    <a:pt x="31125" y="2584"/>
                    <a:pt x="37569" y="1459"/>
                  </a:cubicBezTo>
                  <a:cubicBezTo>
                    <a:pt x="45776" y="0"/>
                    <a:pt x="51642" y="7630"/>
                    <a:pt x="57874" y="11520"/>
                  </a:cubicBezTo>
                  <a:cubicBezTo>
                    <a:pt x="62099" y="14134"/>
                    <a:pt x="67175" y="16596"/>
                    <a:pt x="70123" y="20882"/>
                  </a:cubicBezTo>
                  <a:cubicBezTo>
                    <a:pt x="71886" y="23466"/>
                    <a:pt x="72190" y="26688"/>
                    <a:pt x="75625" y="27569"/>
                  </a:cubicBezTo>
                  <a:cubicBezTo>
                    <a:pt x="83193" y="29484"/>
                    <a:pt x="91339" y="23374"/>
                    <a:pt x="97996" y="22371"/>
                  </a:cubicBezTo>
                  <a:cubicBezTo>
                    <a:pt x="106051" y="21186"/>
                    <a:pt x="108391" y="17630"/>
                    <a:pt x="115473" y="24773"/>
                  </a:cubicBezTo>
                  <a:cubicBezTo>
                    <a:pt x="122039" y="31369"/>
                    <a:pt x="113528" y="46475"/>
                    <a:pt x="119060" y="53101"/>
                  </a:cubicBezTo>
                  <a:cubicBezTo>
                    <a:pt x="120732" y="55107"/>
                    <a:pt x="123802" y="56475"/>
                    <a:pt x="125869" y="58785"/>
                  </a:cubicBezTo>
                  <a:cubicBezTo>
                    <a:pt x="128088" y="61247"/>
                    <a:pt x="128057" y="64348"/>
                    <a:pt x="132191" y="64925"/>
                  </a:cubicBezTo>
                  <a:cubicBezTo>
                    <a:pt x="138179" y="65746"/>
                    <a:pt x="145352" y="65594"/>
                    <a:pt x="149608" y="70305"/>
                  </a:cubicBezTo>
                  <a:cubicBezTo>
                    <a:pt x="151705" y="72615"/>
                    <a:pt x="154502" y="78208"/>
                    <a:pt x="158483" y="7744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28"/>
            <p:cNvSpPr/>
            <p:nvPr/>
          </p:nvSpPr>
          <p:spPr>
            <a:xfrm>
              <a:off x="2975000" y="197875"/>
              <a:ext cx="3962850" cy="1976500"/>
            </a:xfrm>
            <a:custGeom>
              <a:rect b="b" l="l" r="r" t="t"/>
              <a:pathLst>
                <a:path extrusionOk="0" fill="none" h="79060" w="158514">
                  <a:moveTo>
                    <a:pt x="0" y="9788"/>
                  </a:moveTo>
                  <a:cubicBezTo>
                    <a:pt x="6110" y="11551"/>
                    <a:pt x="13222" y="11824"/>
                    <a:pt x="19301" y="10244"/>
                  </a:cubicBezTo>
                  <a:cubicBezTo>
                    <a:pt x="26080" y="8450"/>
                    <a:pt x="31369" y="3040"/>
                    <a:pt x="38208" y="1642"/>
                  </a:cubicBezTo>
                  <a:cubicBezTo>
                    <a:pt x="46384" y="0"/>
                    <a:pt x="51855" y="8207"/>
                    <a:pt x="57600" y="12098"/>
                  </a:cubicBezTo>
                  <a:cubicBezTo>
                    <a:pt x="61886" y="14985"/>
                    <a:pt x="67296" y="17478"/>
                    <a:pt x="71065" y="21368"/>
                  </a:cubicBezTo>
                  <a:cubicBezTo>
                    <a:pt x="73315" y="23678"/>
                    <a:pt x="74743" y="27113"/>
                    <a:pt x="77904" y="27903"/>
                  </a:cubicBezTo>
                  <a:cubicBezTo>
                    <a:pt x="84865" y="29575"/>
                    <a:pt x="91978" y="23648"/>
                    <a:pt x="98847" y="22280"/>
                  </a:cubicBezTo>
                  <a:cubicBezTo>
                    <a:pt x="107419" y="20517"/>
                    <a:pt x="109850" y="17903"/>
                    <a:pt x="116233" y="25077"/>
                  </a:cubicBezTo>
                  <a:cubicBezTo>
                    <a:pt x="122069" y="31642"/>
                    <a:pt x="115656" y="46536"/>
                    <a:pt x="120154" y="53557"/>
                  </a:cubicBezTo>
                  <a:cubicBezTo>
                    <a:pt x="121492" y="55624"/>
                    <a:pt x="124471" y="57235"/>
                    <a:pt x="126325" y="59484"/>
                  </a:cubicBezTo>
                  <a:cubicBezTo>
                    <a:pt x="128422" y="61977"/>
                    <a:pt x="128544" y="65047"/>
                    <a:pt x="132495" y="65685"/>
                  </a:cubicBezTo>
                  <a:cubicBezTo>
                    <a:pt x="138392" y="66658"/>
                    <a:pt x="145565" y="66506"/>
                    <a:pt x="149851" y="71187"/>
                  </a:cubicBezTo>
                  <a:cubicBezTo>
                    <a:pt x="151918" y="73466"/>
                    <a:pt x="154593" y="79059"/>
                    <a:pt x="158514" y="7845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28"/>
            <p:cNvSpPr/>
            <p:nvPr/>
          </p:nvSpPr>
          <p:spPr>
            <a:xfrm>
              <a:off x="2975000" y="180400"/>
              <a:ext cx="3962850" cy="1990925"/>
            </a:xfrm>
            <a:custGeom>
              <a:rect b="b" l="l" r="r" t="t"/>
              <a:pathLst>
                <a:path extrusionOk="0" fill="none" h="79637" w="158514">
                  <a:moveTo>
                    <a:pt x="0" y="10487"/>
                  </a:moveTo>
                  <a:cubicBezTo>
                    <a:pt x="6171" y="12219"/>
                    <a:pt x="13374" y="12371"/>
                    <a:pt x="19453" y="10699"/>
                  </a:cubicBezTo>
                  <a:cubicBezTo>
                    <a:pt x="26384" y="8754"/>
                    <a:pt x="31764" y="2979"/>
                    <a:pt x="38876" y="1611"/>
                  </a:cubicBezTo>
                  <a:cubicBezTo>
                    <a:pt x="47265" y="0"/>
                    <a:pt x="51946" y="8025"/>
                    <a:pt x="57418" y="12280"/>
                  </a:cubicBezTo>
                  <a:cubicBezTo>
                    <a:pt x="61582" y="15532"/>
                    <a:pt x="67083" y="17994"/>
                    <a:pt x="71460" y="21490"/>
                  </a:cubicBezTo>
                  <a:cubicBezTo>
                    <a:pt x="74166" y="23678"/>
                    <a:pt x="76597" y="27143"/>
                    <a:pt x="79789" y="27812"/>
                  </a:cubicBezTo>
                  <a:cubicBezTo>
                    <a:pt x="86172" y="29149"/>
                    <a:pt x="92950" y="23374"/>
                    <a:pt x="99364" y="21733"/>
                  </a:cubicBezTo>
                  <a:cubicBezTo>
                    <a:pt x="107723" y="19605"/>
                    <a:pt x="111218" y="17934"/>
                    <a:pt x="117024" y="25137"/>
                  </a:cubicBezTo>
                  <a:cubicBezTo>
                    <a:pt x="122100" y="31460"/>
                    <a:pt x="117784" y="46475"/>
                    <a:pt x="121249" y="53679"/>
                  </a:cubicBezTo>
                  <a:cubicBezTo>
                    <a:pt x="122708" y="56718"/>
                    <a:pt x="129060" y="65472"/>
                    <a:pt x="132769" y="66171"/>
                  </a:cubicBezTo>
                  <a:cubicBezTo>
                    <a:pt x="138605" y="67296"/>
                    <a:pt x="145748" y="67114"/>
                    <a:pt x="150033" y="71764"/>
                  </a:cubicBezTo>
                  <a:cubicBezTo>
                    <a:pt x="152100" y="73983"/>
                    <a:pt x="154684" y="79637"/>
                    <a:pt x="158514" y="7915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28"/>
            <p:cNvSpPr/>
            <p:nvPr/>
          </p:nvSpPr>
          <p:spPr>
            <a:xfrm>
              <a:off x="2975000" y="165200"/>
              <a:ext cx="3962850" cy="2002325"/>
            </a:xfrm>
            <a:custGeom>
              <a:rect b="b" l="l" r="r" t="t"/>
              <a:pathLst>
                <a:path extrusionOk="0" fill="none" h="80093" w="158514">
                  <a:moveTo>
                    <a:pt x="0" y="11095"/>
                  </a:moveTo>
                  <a:cubicBezTo>
                    <a:pt x="6201" y="12797"/>
                    <a:pt x="13496" y="12858"/>
                    <a:pt x="19575" y="11064"/>
                  </a:cubicBezTo>
                  <a:cubicBezTo>
                    <a:pt x="26688" y="8967"/>
                    <a:pt x="32128" y="2857"/>
                    <a:pt x="39545" y="1520"/>
                  </a:cubicBezTo>
                  <a:cubicBezTo>
                    <a:pt x="47965" y="0"/>
                    <a:pt x="52402" y="7599"/>
                    <a:pt x="57326" y="12280"/>
                  </a:cubicBezTo>
                  <a:cubicBezTo>
                    <a:pt x="61096" y="15867"/>
                    <a:pt x="66840" y="18329"/>
                    <a:pt x="71491" y="21490"/>
                  </a:cubicBezTo>
                  <a:cubicBezTo>
                    <a:pt x="74470" y="23496"/>
                    <a:pt x="77600" y="26870"/>
                    <a:pt x="81157" y="27387"/>
                  </a:cubicBezTo>
                  <a:cubicBezTo>
                    <a:pt x="87449" y="28268"/>
                    <a:pt x="93832" y="22827"/>
                    <a:pt x="99607" y="21034"/>
                  </a:cubicBezTo>
                  <a:cubicBezTo>
                    <a:pt x="107814" y="18450"/>
                    <a:pt x="112677" y="17812"/>
                    <a:pt x="117875" y="25137"/>
                  </a:cubicBezTo>
                  <a:cubicBezTo>
                    <a:pt x="120306" y="28602"/>
                    <a:pt x="119364" y="34773"/>
                    <a:pt x="119759" y="39423"/>
                  </a:cubicBezTo>
                  <a:cubicBezTo>
                    <a:pt x="120185" y="44256"/>
                    <a:pt x="120914" y="49697"/>
                    <a:pt x="122343" y="53679"/>
                  </a:cubicBezTo>
                  <a:cubicBezTo>
                    <a:pt x="123498" y="56810"/>
                    <a:pt x="129425" y="65746"/>
                    <a:pt x="133042" y="66536"/>
                  </a:cubicBezTo>
                  <a:cubicBezTo>
                    <a:pt x="138817" y="67782"/>
                    <a:pt x="145930" y="67600"/>
                    <a:pt x="150246" y="72220"/>
                  </a:cubicBezTo>
                  <a:cubicBezTo>
                    <a:pt x="152313" y="74409"/>
                    <a:pt x="154745" y="80093"/>
                    <a:pt x="158514" y="7975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28"/>
            <p:cNvSpPr/>
            <p:nvPr/>
          </p:nvSpPr>
          <p:spPr>
            <a:xfrm>
              <a:off x="2975000" y="150750"/>
              <a:ext cx="3962850" cy="2014500"/>
            </a:xfrm>
            <a:custGeom>
              <a:rect b="b" l="l" r="r" t="t"/>
              <a:pathLst>
                <a:path extrusionOk="0" fill="none" h="80580" w="158514">
                  <a:moveTo>
                    <a:pt x="0" y="11673"/>
                  </a:moveTo>
                  <a:cubicBezTo>
                    <a:pt x="6262" y="13344"/>
                    <a:pt x="13830" y="13588"/>
                    <a:pt x="19727" y="11429"/>
                  </a:cubicBezTo>
                  <a:cubicBezTo>
                    <a:pt x="26566" y="8907"/>
                    <a:pt x="32767" y="2676"/>
                    <a:pt x="40244" y="1399"/>
                  </a:cubicBezTo>
                  <a:cubicBezTo>
                    <a:pt x="48573" y="1"/>
                    <a:pt x="53162" y="6900"/>
                    <a:pt x="57478" y="12159"/>
                  </a:cubicBezTo>
                  <a:cubicBezTo>
                    <a:pt x="61825" y="17417"/>
                    <a:pt x="74318" y="25807"/>
                    <a:pt x="81917" y="26749"/>
                  </a:cubicBezTo>
                  <a:cubicBezTo>
                    <a:pt x="87692" y="27448"/>
                    <a:pt x="94379" y="22159"/>
                    <a:pt x="99637" y="20244"/>
                  </a:cubicBezTo>
                  <a:cubicBezTo>
                    <a:pt x="108178" y="17144"/>
                    <a:pt x="114045" y="17873"/>
                    <a:pt x="118787" y="25199"/>
                  </a:cubicBezTo>
                  <a:cubicBezTo>
                    <a:pt x="121066" y="28694"/>
                    <a:pt x="119607" y="34895"/>
                    <a:pt x="120215" y="39515"/>
                  </a:cubicBezTo>
                  <a:cubicBezTo>
                    <a:pt x="120853" y="44348"/>
                    <a:pt x="122373" y="49394"/>
                    <a:pt x="123498" y="53649"/>
                  </a:cubicBezTo>
                  <a:cubicBezTo>
                    <a:pt x="124349" y="56962"/>
                    <a:pt x="129729" y="65989"/>
                    <a:pt x="133316" y="66871"/>
                  </a:cubicBezTo>
                  <a:cubicBezTo>
                    <a:pt x="139000" y="68300"/>
                    <a:pt x="146112" y="68087"/>
                    <a:pt x="150459" y="72677"/>
                  </a:cubicBezTo>
                  <a:cubicBezTo>
                    <a:pt x="152495" y="74835"/>
                    <a:pt x="154836" y="80579"/>
                    <a:pt x="158514" y="803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28"/>
            <p:cNvSpPr/>
            <p:nvPr/>
          </p:nvSpPr>
          <p:spPr>
            <a:xfrm>
              <a:off x="2975000" y="138600"/>
              <a:ext cx="3962100" cy="2022075"/>
            </a:xfrm>
            <a:custGeom>
              <a:rect b="b" l="l" r="r" t="t"/>
              <a:pathLst>
                <a:path extrusionOk="0" fill="none" h="80883" w="158484">
                  <a:moveTo>
                    <a:pt x="0" y="12159"/>
                  </a:moveTo>
                  <a:cubicBezTo>
                    <a:pt x="6322" y="13800"/>
                    <a:pt x="13952" y="13952"/>
                    <a:pt x="19849" y="11672"/>
                  </a:cubicBezTo>
                  <a:cubicBezTo>
                    <a:pt x="26900" y="8937"/>
                    <a:pt x="33162" y="2462"/>
                    <a:pt x="40974" y="1247"/>
                  </a:cubicBezTo>
                  <a:cubicBezTo>
                    <a:pt x="48876" y="0"/>
                    <a:pt x="54530" y="5806"/>
                    <a:pt x="58026" y="11855"/>
                  </a:cubicBezTo>
                  <a:cubicBezTo>
                    <a:pt x="61521" y="17873"/>
                    <a:pt x="74500" y="25138"/>
                    <a:pt x="82069" y="25928"/>
                  </a:cubicBezTo>
                  <a:cubicBezTo>
                    <a:pt x="87449" y="26505"/>
                    <a:pt x="94774" y="21186"/>
                    <a:pt x="99637" y="19362"/>
                  </a:cubicBezTo>
                  <a:cubicBezTo>
                    <a:pt x="108178" y="16080"/>
                    <a:pt x="115321" y="17782"/>
                    <a:pt x="119759" y="25107"/>
                  </a:cubicBezTo>
                  <a:cubicBezTo>
                    <a:pt x="121948" y="28724"/>
                    <a:pt x="119790" y="34803"/>
                    <a:pt x="120580" y="39545"/>
                  </a:cubicBezTo>
                  <a:cubicBezTo>
                    <a:pt x="121370" y="44348"/>
                    <a:pt x="123771" y="48937"/>
                    <a:pt x="124623" y="53497"/>
                  </a:cubicBezTo>
                  <a:cubicBezTo>
                    <a:pt x="125291" y="56992"/>
                    <a:pt x="130003" y="66050"/>
                    <a:pt x="133559" y="67053"/>
                  </a:cubicBezTo>
                  <a:cubicBezTo>
                    <a:pt x="139152" y="68603"/>
                    <a:pt x="146355" y="68451"/>
                    <a:pt x="150672" y="72980"/>
                  </a:cubicBezTo>
                  <a:cubicBezTo>
                    <a:pt x="152708" y="75108"/>
                    <a:pt x="154897" y="80883"/>
                    <a:pt x="158483" y="80822"/>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28"/>
            <p:cNvSpPr/>
            <p:nvPr/>
          </p:nvSpPr>
          <p:spPr>
            <a:xfrm>
              <a:off x="2975000" y="124150"/>
              <a:ext cx="3962100" cy="2034250"/>
            </a:xfrm>
            <a:custGeom>
              <a:rect b="b" l="l" r="r" t="t"/>
              <a:pathLst>
                <a:path extrusionOk="0" fill="none" h="81370" w="158484">
                  <a:moveTo>
                    <a:pt x="0" y="12737"/>
                  </a:moveTo>
                  <a:cubicBezTo>
                    <a:pt x="6383" y="14348"/>
                    <a:pt x="13861" y="14226"/>
                    <a:pt x="20001" y="12007"/>
                  </a:cubicBezTo>
                  <a:cubicBezTo>
                    <a:pt x="27721" y="9241"/>
                    <a:pt x="33283" y="2432"/>
                    <a:pt x="41673" y="1186"/>
                  </a:cubicBezTo>
                  <a:cubicBezTo>
                    <a:pt x="49515" y="1"/>
                    <a:pt x="55807" y="4530"/>
                    <a:pt x="58877" y="11551"/>
                  </a:cubicBezTo>
                  <a:cubicBezTo>
                    <a:pt x="61886" y="18481"/>
                    <a:pt x="74378" y="24560"/>
                    <a:pt x="81704" y="25199"/>
                  </a:cubicBezTo>
                  <a:cubicBezTo>
                    <a:pt x="87114" y="25624"/>
                    <a:pt x="94774" y="20244"/>
                    <a:pt x="99607" y="18573"/>
                  </a:cubicBezTo>
                  <a:cubicBezTo>
                    <a:pt x="108118" y="15655"/>
                    <a:pt x="116628" y="17721"/>
                    <a:pt x="120853" y="25199"/>
                  </a:cubicBezTo>
                  <a:cubicBezTo>
                    <a:pt x="123012" y="29029"/>
                    <a:pt x="119972" y="34895"/>
                    <a:pt x="120853" y="39758"/>
                  </a:cubicBezTo>
                  <a:cubicBezTo>
                    <a:pt x="121735" y="44561"/>
                    <a:pt x="125139" y="48512"/>
                    <a:pt x="125778" y="53406"/>
                  </a:cubicBezTo>
                  <a:cubicBezTo>
                    <a:pt x="126294" y="57205"/>
                    <a:pt x="130276" y="66172"/>
                    <a:pt x="133863" y="67297"/>
                  </a:cubicBezTo>
                  <a:cubicBezTo>
                    <a:pt x="139334" y="68999"/>
                    <a:pt x="146568" y="68908"/>
                    <a:pt x="150884" y="73406"/>
                  </a:cubicBezTo>
                  <a:cubicBezTo>
                    <a:pt x="153438" y="76051"/>
                    <a:pt x="154684" y="80428"/>
                    <a:pt x="158483" y="8137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28"/>
            <p:cNvSpPr/>
            <p:nvPr/>
          </p:nvSpPr>
          <p:spPr>
            <a:xfrm>
              <a:off x="2975000" y="108200"/>
              <a:ext cx="3962850" cy="2050975"/>
            </a:xfrm>
            <a:custGeom>
              <a:rect b="b" l="l" r="r" t="t"/>
              <a:pathLst>
                <a:path extrusionOk="0" fill="none" h="82039" w="158514">
                  <a:moveTo>
                    <a:pt x="0" y="13375"/>
                  </a:moveTo>
                  <a:cubicBezTo>
                    <a:pt x="6474" y="14986"/>
                    <a:pt x="14013" y="14712"/>
                    <a:pt x="20183" y="12432"/>
                  </a:cubicBezTo>
                  <a:cubicBezTo>
                    <a:pt x="28116" y="9454"/>
                    <a:pt x="33709" y="2493"/>
                    <a:pt x="42402" y="1156"/>
                  </a:cubicBezTo>
                  <a:cubicBezTo>
                    <a:pt x="50092" y="1"/>
                    <a:pt x="57418" y="4043"/>
                    <a:pt x="59819" y="11217"/>
                  </a:cubicBezTo>
                  <a:cubicBezTo>
                    <a:pt x="62190" y="18390"/>
                    <a:pt x="73862" y="24104"/>
                    <a:pt x="81035" y="24439"/>
                  </a:cubicBezTo>
                  <a:cubicBezTo>
                    <a:pt x="86780" y="24743"/>
                    <a:pt x="94318" y="19454"/>
                    <a:pt x="99607" y="17934"/>
                  </a:cubicBezTo>
                  <a:cubicBezTo>
                    <a:pt x="108452" y="15381"/>
                    <a:pt x="117844" y="17873"/>
                    <a:pt x="122009" y="25350"/>
                  </a:cubicBezTo>
                  <a:cubicBezTo>
                    <a:pt x="124227" y="29332"/>
                    <a:pt x="120154" y="35047"/>
                    <a:pt x="121066" y="40092"/>
                  </a:cubicBezTo>
                  <a:cubicBezTo>
                    <a:pt x="121978" y="44925"/>
                    <a:pt x="126507" y="48512"/>
                    <a:pt x="126963" y="53406"/>
                  </a:cubicBezTo>
                  <a:cubicBezTo>
                    <a:pt x="127297" y="57205"/>
                    <a:pt x="130459" y="66172"/>
                    <a:pt x="134167" y="67570"/>
                  </a:cubicBezTo>
                  <a:cubicBezTo>
                    <a:pt x="139304" y="69485"/>
                    <a:pt x="146842" y="69424"/>
                    <a:pt x="151128" y="73862"/>
                  </a:cubicBezTo>
                  <a:cubicBezTo>
                    <a:pt x="153650" y="76537"/>
                    <a:pt x="154805" y="80883"/>
                    <a:pt x="158514" y="8203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28"/>
            <p:cNvSpPr/>
            <p:nvPr/>
          </p:nvSpPr>
          <p:spPr>
            <a:xfrm>
              <a:off x="2975000" y="89975"/>
              <a:ext cx="3962850" cy="2068425"/>
            </a:xfrm>
            <a:custGeom>
              <a:rect b="b" l="l" r="r" t="t"/>
              <a:pathLst>
                <a:path extrusionOk="0" fill="none" h="82737" w="158514">
                  <a:moveTo>
                    <a:pt x="0" y="14104"/>
                  </a:moveTo>
                  <a:cubicBezTo>
                    <a:pt x="6535" y="15684"/>
                    <a:pt x="14347" y="15502"/>
                    <a:pt x="20335" y="12918"/>
                  </a:cubicBezTo>
                  <a:cubicBezTo>
                    <a:pt x="27995" y="9575"/>
                    <a:pt x="34439" y="2644"/>
                    <a:pt x="43101" y="1216"/>
                  </a:cubicBezTo>
                  <a:cubicBezTo>
                    <a:pt x="50639" y="0"/>
                    <a:pt x="58299" y="3435"/>
                    <a:pt x="60822" y="10882"/>
                  </a:cubicBezTo>
                  <a:cubicBezTo>
                    <a:pt x="63436" y="18572"/>
                    <a:pt x="72190" y="23587"/>
                    <a:pt x="80184" y="23769"/>
                  </a:cubicBezTo>
                  <a:cubicBezTo>
                    <a:pt x="86415" y="23921"/>
                    <a:pt x="93862" y="18663"/>
                    <a:pt x="99759" y="17417"/>
                  </a:cubicBezTo>
                  <a:cubicBezTo>
                    <a:pt x="107875" y="15715"/>
                    <a:pt x="119394" y="17234"/>
                    <a:pt x="123224" y="25593"/>
                  </a:cubicBezTo>
                  <a:cubicBezTo>
                    <a:pt x="125413" y="30396"/>
                    <a:pt x="120367" y="35350"/>
                    <a:pt x="121279" y="40578"/>
                  </a:cubicBezTo>
                  <a:cubicBezTo>
                    <a:pt x="122100" y="45381"/>
                    <a:pt x="127723" y="48937"/>
                    <a:pt x="128118" y="53496"/>
                  </a:cubicBezTo>
                  <a:cubicBezTo>
                    <a:pt x="128422" y="57174"/>
                    <a:pt x="130762" y="66262"/>
                    <a:pt x="134501" y="67873"/>
                  </a:cubicBezTo>
                  <a:cubicBezTo>
                    <a:pt x="139456" y="70001"/>
                    <a:pt x="147085" y="69971"/>
                    <a:pt x="151340" y="74408"/>
                  </a:cubicBezTo>
                  <a:cubicBezTo>
                    <a:pt x="153894" y="77083"/>
                    <a:pt x="154897" y="81430"/>
                    <a:pt x="158514" y="8273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28"/>
            <p:cNvSpPr/>
            <p:nvPr/>
          </p:nvSpPr>
          <p:spPr>
            <a:xfrm>
              <a:off x="2975000" y="69450"/>
              <a:ext cx="3962850" cy="2089725"/>
            </a:xfrm>
            <a:custGeom>
              <a:rect b="b" l="l" r="r" t="t"/>
              <a:pathLst>
                <a:path extrusionOk="0" fill="none" h="83589" w="158514">
                  <a:moveTo>
                    <a:pt x="0" y="14925"/>
                  </a:moveTo>
                  <a:cubicBezTo>
                    <a:pt x="6626" y="16475"/>
                    <a:pt x="14529" y="16201"/>
                    <a:pt x="20517" y="13496"/>
                  </a:cubicBezTo>
                  <a:cubicBezTo>
                    <a:pt x="28359" y="9940"/>
                    <a:pt x="34925" y="3010"/>
                    <a:pt x="43800" y="1338"/>
                  </a:cubicBezTo>
                  <a:cubicBezTo>
                    <a:pt x="51126" y="0"/>
                    <a:pt x="59454" y="3010"/>
                    <a:pt x="61916" y="10517"/>
                  </a:cubicBezTo>
                  <a:cubicBezTo>
                    <a:pt x="64500" y="18359"/>
                    <a:pt x="70853" y="23223"/>
                    <a:pt x="79272" y="23131"/>
                  </a:cubicBezTo>
                  <a:cubicBezTo>
                    <a:pt x="86020" y="23071"/>
                    <a:pt x="93254" y="17934"/>
                    <a:pt x="100032" y="17052"/>
                  </a:cubicBezTo>
                  <a:cubicBezTo>
                    <a:pt x="108574" y="15958"/>
                    <a:pt x="120489" y="17630"/>
                    <a:pt x="124471" y="25989"/>
                  </a:cubicBezTo>
                  <a:cubicBezTo>
                    <a:pt x="126902" y="31065"/>
                    <a:pt x="120671" y="35776"/>
                    <a:pt x="121492" y="41186"/>
                  </a:cubicBezTo>
                  <a:cubicBezTo>
                    <a:pt x="122221" y="46050"/>
                    <a:pt x="128878" y="49393"/>
                    <a:pt x="129243" y="53740"/>
                  </a:cubicBezTo>
                  <a:cubicBezTo>
                    <a:pt x="129516" y="57357"/>
                    <a:pt x="131127" y="66445"/>
                    <a:pt x="134896" y="68238"/>
                  </a:cubicBezTo>
                  <a:cubicBezTo>
                    <a:pt x="139699" y="70549"/>
                    <a:pt x="147359" y="70670"/>
                    <a:pt x="151584" y="75077"/>
                  </a:cubicBezTo>
                  <a:cubicBezTo>
                    <a:pt x="154137" y="77752"/>
                    <a:pt x="154988" y="82068"/>
                    <a:pt x="158514" y="8358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28"/>
            <p:cNvSpPr/>
            <p:nvPr/>
          </p:nvSpPr>
          <p:spPr>
            <a:xfrm>
              <a:off x="2975000" y="45125"/>
              <a:ext cx="3962850" cy="2114050"/>
            </a:xfrm>
            <a:custGeom>
              <a:rect b="b" l="l" r="r" t="t"/>
              <a:pathLst>
                <a:path extrusionOk="0" fill="none" h="84562" w="158514">
                  <a:moveTo>
                    <a:pt x="0" y="15898"/>
                  </a:moveTo>
                  <a:cubicBezTo>
                    <a:pt x="6991" y="17478"/>
                    <a:pt x="14651" y="16809"/>
                    <a:pt x="20700" y="14226"/>
                  </a:cubicBezTo>
                  <a:cubicBezTo>
                    <a:pt x="28511" y="10913"/>
                    <a:pt x="35350" y="3527"/>
                    <a:pt x="44439" y="1551"/>
                  </a:cubicBezTo>
                  <a:cubicBezTo>
                    <a:pt x="51612" y="1"/>
                    <a:pt x="60579" y="2736"/>
                    <a:pt x="63041" y="10214"/>
                  </a:cubicBezTo>
                  <a:cubicBezTo>
                    <a:pt x="65564" y="17934"/>
                    <a:pt x="69515" y="22949"/>
                    <a:pt x="78391" y="22645"/>
                  </a:cubicBezTo>
                  <a:cubicBezTo>
                    <a:pt x="85716" y="22372"/>
                    <a:pt x="93072" y="17417"/>
                    <a:pt x="100488" y="16931"/>
                  </a:cubicBezTo>
                  <a:cubicBezTo>
                    <a:pt x="109273" y="16323"/>
                    <a:pt x="121431" y="18208"/>
                    <a:pt x="125717" y="26536"/>
                  </a:cubicBezTo>
                  <a:cubicBezTo>
                    <a:pt x="128544" y="31946"/>
                    <a:pt x="121036" y="36415"/>
                    <a:pt x="121735" y="41916"/>
                  </a:cubicBezTo>
                  <a:cubicBezTo>
                    <a:pt x="122343" y="46871"/>
                    <a:pt x="129881" y="49971"/>
                    <a:pt x="130276" y="54105"/>
                  </a:cubicBezTo>
                  <a:cubicBezTo>
                    <a:pt x="130641" y="57631"/>
                    <a:pt x="131431" y="66628"/>
                    <a:pt x="135322" y="68664"/>
                  </a:cubicBezTo>
                  <a:cubicBezTo>
                    <a:pt x="140124" y="71157"/>
                    <a:pt x="147632" y="71461"/>
                    <a:pt x="151796" y="75868"/>
                  </a:cubicBezTo>
                  <a:cubicBezTo>
                    <a:pt x="154350" y="78573"/>
                    <a:pt x="155109" y="82859"/>
                    <a:pt x="158514" y="8456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28"/>
            <p:cNvSpPr/>
            <p:nvPr/>
          </p:nvSpPr>
          <p:spPr>
            <a:xfrm>
              <a:off x="2975000" y="20825"/>
              <a:ext cx="3962850" cy="2138350"/>
            </a:xfrm>
            <a:custGeom>
              <a:rect b="b" l="l" r="r" t="t"/>
              <a:pathLst>
                <a:path extrusionOk="0" fill="none" h="85534" w="158514">
                  <a:moveTo>
                    <a:pt x="0" y="16870"/>
                  </a:moveTo>
                  <a:cubicBezTo>
                    <a:pt x="7082" y="18420"/>
                    <a:pt x="14833" y="17629"/>
                    <a:pt x="20912" y="14955"/>
                  </a:cubicBezTo>
                  <a:cubicBezTo>
                    <a:pt x="28876" y="11459"/>
                    <a:pt x="35776" y="3951"/>
                    <a:pt x="45047" y="1702"/>
                  </a:cubicBezTo>
                  <a:cubicBezTo>
                    <a:pt x="52068" y="0"/>
                    <a:pt x="61703" y="2371"/>
                    <a:pt x="64166" y="9818"/>
                  </a:cubicBezTo>
                  <a:cubicBezTo>
                    <a:pt x="66567" y="16991"/>
                    <a:pt x="68877" y="22645"/>
                    <a:pt x="77722" y="22128"/>
                  </a:cubicBezTo>
                  <a:cubicBezTo>
                    <a:pt x="85503" y="21672"/>
                    <a:pt x="93133" y="16961"/>
                    <a:pt x="101127" y="16809"/>
                  </a:cubicBezTo>
                  <a:cubicBezTo>
                    <a:pt x="110063" y="16657"/>
                    <a:pt x="122161" y="18693"/>
                    <a:pt x="126963" y="27083"/>
                  </a:cubicBezTo>
                  <a:cubicBezTo>
                    <a:pt x="130276" y="32858"/>
                    <a:pt x="121705" y="37052"/>
                    <a:pt x="122161" y="42615"/>
                  </a:cubicBezTo>
                  <a:cubicBezTo>
                    <a:pt x="122616" y="47782"/>
                    <a:pt x="130762" y="50518"/>
                    <a:pt x="131279" y="54530"/>
                  </a:cubicBezTo>
                  <a:cubicBezTo>
                    <a:pt x="131735" y="57934"/>
                    <a:pt x="131796" y="66931"/>
                    <a:pt x="135778" y="69089"/>
                  </a:cubicBezTo>
                  <a:cubicBezTo>
                    <a:pt x="140550" y="71703"/>
                    <a:pt x="147936" y="72250"/>
                    <a:pt x="152039" y="76658"/>
                  </a:cubicBezTo>
                  <a:cubicBezTo>
                    <a:pt x="154593" y="79393"/>
                    <a:pt x="155231" y="83649"/>
                    <a:pt x="158514" y="8553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6" name="Google Shape;4516;p28"/>
          <p:cNvGrpSpPr/>
          <p:nvPr/>
        </p:nvGrpSpPr>
        <p:grpSpPr>
          <a:xfrm flipH="1" rot="8264778">
            <a:off x="6938030" y="3346609"/>
            <a:ext cx="3667630" cy="3644011"/>
            <a:chOff x="2975000" y="20825"/>
            <a:chExt cx="3963625" cy="2500050"/>
          </a:xfrm>
        </p:grpSpPr>
        <p:sp>
          <p:nvSpPr>
            <p:cNvPr id="4517" name="Google Shape;4517;p28"/>
            <p:cNvSpPr/>
            <p:nvPr/>
          </p:nvSpPr>
          <p:spPr>
            <a:xfrm>
              <a:off x="2975000" y="442550"/>
              <a:ext cx="3962850" cy="2078325"/>
            </a:xfrm>
            <a:custGeom>
              <a:rect b="b" l="l" r="r" t="t"/>
              <a:pathLst>
                <a:path extrusionOk="0" fill="none" h="83133" w="158514">
                  <a:moveTo>
                    <a:pt x="0" y="1"/>
                  </a:moveTo>
                  <a:cubicBezTo>
                    <a:pt x="4347" y="3071"/>
                    <a:pt x="9423" y="6171"/>
                    <a:pt x="12797" y="10122"/>
                  </a:cubicBezTo>
                  <a:cubicBezTo>
                    <a:pt x="18025" y="16232"/>
                    <a:pt x="11095" y="25411"/>
                    <a:pt x="18298" y="31369"/>
                  </a:cubicBezTo>
                  <a:cubicBezTo>
                    <a:pt x="23952" y="36050"/>
                    <a:pt x="23982" y="41612"/>
                    <a:pt x="23283" y="48269"/>
                  </a:cubicBezTo>
                  <a:cubicBezTo>
                    <a:pt x="22706" y="53497"/>
                    <a:pt x="22463" y="62494"/>
                    <a:pt x="29028" y="64044"/>
                  </a:cubicBezTo>
                  <a:cubicBezTo>
                    <a:pt x="35776" y="65655"/>
                    <a:pt x="41186" y="60913"/>
                    <a:pt x="45624" y="56567"/>
                  </a:cubicBezTo>
                  <a:cubicBezTo>
                    <a:pt x="51855" y="50457"/>
                    <a:pt x="63466" y="46202"/>
                    <a:pt x="71825" y="49515"/>
                  </a:cubicBezTo>
                  <a:cubicBezTo>
                    <a:pt x="79211" y="52463"/>
                    <a:pt x="89728" y="48421"/>
                    <a:pt x="96598" y="51430"/>
                  </a:cubicBezTo>
                  <a:cubicBezTo>
                    <a:pt x="100762" y="53284"/>
                    <a:pt x="101035" y="58390"/>
                    <a:pt x="102343" y="62646"/>
                  </a:cubicBezTo>
                  <a:cubicBezTo>
                    <a:pt x="104197" y="68603"/>
                    <a:pt x="108938" y="75564"/>
                    <a:pt x="114106" y="78482"/>
                  </a:cubicBezTo>
                  <a:cubicBezTo>
                    <a:pt x="122343" y="83132"/>
                    <a:pt x="130914" y="70610"/>
                    <a:pt x="138909" y="69151"/>
                  </a:cubicBezTo>
                  <a:cubicBezTo>
                    <a:pt x="145474" y="67935"/>
                    <a:pt x="152435" y="73892"/>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28"/>
            <p:cNvSpPr/>
            <p:nvPr/>
          </p:nvSpPr>
          <p:spPr>
            <a:xfrm>
              <a:off x="2975000" y="442550"/>
              <a:ext cx="3962850" cy="2057800"/>
            </a:xfrm>
            <a:custGeom>
              <a:rect b="b" l="l" r="r" t="t"/>
              <a:pathLst>
                <a:path extrusionOk="0" fill="none" h="82312" w="158514">
                  <a:moveTo>
                    <a:pt x="0" y="1"/>
                  </a:moveTo>
                  <a:cubicBezTo>
                    <a:pt x="4408" y="3040"/>
                    <a:pt x="9392" y="6049"/>
                    <a:pt x="13040" y="9879"/>
                  </a:cubicBezTo>
                  <a:cubicBezTo>
                    <a:pt x="18602" y="15654"/>
                    <a:pt x="11733" y="24955"/>
                    <a:pt x="18694" y="30609"/>
                  </a:cubicBezTo>
                  <a:cubicBezTo>
                    <a:pt x="24408" y="35259"/>
                    <a:pt x="25077" y="40153"/>
                    <a:pt x="24317" y="46901"/>
                  </a:cubicBezTo>
                  <a:cubicBezTo>
                    <a:pt x="23739" y="52129"/>
                    <a:pt x="23131" y="61248"/>
                    <a:pt x="29849" y="62919"/>
                  </a:cubicBezTo>
                  <a:cubicBezTo>
                    <a:pt x="36870" y="64652"/>
                    <a:pt x="41794" y="59606"/>
                    <a:pt x="46627" y="55503"/>
                  </a:cubicBezTo>
                  <a:cubicBezTo>
                    <a:pt x="53557" y="49606"/>
                    <a:pt x="63983" y="44712"/>
                    <a:pt x="72798" y="48634"/>
                  </a:cubicBezTo>
                  <a:cubicBezTo>
                    <a:pt x="80123" y="51886"/>
                    <a:pt x="90245" y="48208"/>
                    <a:pt x="97266" y="51187"/>
                  </a:cubicBezTo>
                  <a:cubicBezTo>
                    <a:pt x="101522" y="52980"/>
                    <a:pt x="101674" y="58026"/>
                    <a:pt x="102890" y="62251"/>
                  </a:cubicBezTo>
                  <a:cubicBezTo>
                    <a:pt x="104561" y="68087"/>
                    <a:pt x="109303" y="75078"/>
                    <a:pt x="114440" y="77844"/>
                  </a:cubicBezTo>
                  <a:cubicBezTo>
                    <a:pt x="122799" y="82312"/>
                    <a:pt x="131097" y="70032"/>
                    <a:pt x="139243" y="68877"/>
                  </a:cubicBezTo>
                  <a:cubicBezTo>
                    <a:pt x="145656" y="67935"/>
                    <a:pt x="152495" y="73771"/>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28"/>
            <p:cNvSpPr/>
            <p:nvPr/>
          </p:nvSpPr>
          <p:spPr>
            <a:xfrm>
              <a:off x="2975000" y="442550"/>
              <a:ext cx="3962850" cy="2035775"/>
            </a:xfrm>
            <a:custGeom>
              <a:rect b="b" l="l" r="r" t="t"/>
              <a:pathLst>
                <a:path extrusionOk="0" fill="none" h="81431" w="158514">
                  <a:moveTo>
                    <a:pt x="0" y="1"/>
                  </a:moveTo>
                  <a:cubicBezTo>
                    <a:pt x="4468" y="3040"/>
                    <a:pt x="9362" y="5958"/>
                    <a:pt x="13313" y="9606"/>
                  </a:cubicBezTo>
                  <a:cubicBezTo>
                    <a:pt x="19210" y="15077"/>
                    <a:pt x="12432" y="24469"/>
                    <a:pt x="19089" y="29849"/>
                  </a:cubicBezTo>
                  <a:cubicBezTo>
                    <a:pt x="24803" y="34469"/>
                    <a:pt x="26019" y="38694"/>
                    <a:pt x="25350" y="45564"/>
                  </a:cubicBezTo>
                  <a:cubicBezTo>
                    <a:pt x="24833" y="50822"/>
                    <a:pt x="23739" y="60001"/>
                    <a:pt x="30609" y="61795"/>
                  </a:cubicBezTo>
                  <a:cubicBezTo>
                    <a:pt x="37691" y="63649"/>
                    <a:pt x="42797" y="58299"/>
                    <a:pt x="47813" y="54378"/>
                  </a:cubicBezTo>
                  <a:cubicBezTo>
                    <a:pt x="55989" y="47995"/>
                    <a:pt x="63345" y="43375"/>
                    <a:pt x="73801" y="47752"/>
                  </a:cubicBezTo>
                  <a:cubicBezTo>
                    <a:pt x="81704" y="51065"/>
                    <a:pt x="90762" y="48026"/>
                    <a:pt x="97966" y="50944"/>
                  </a:cubicBezTo>
                  <a:cubicBezTo>
                    <a:pt x="102282" y="52707"/>
                    <a:pt x="102343" y="57631"/>
                    <a:pt x="103437" y="61825"/>
                  </a:cubicBezTo>
                  <a:cubicBezTo>
                    <a:pt x="104957" y="67570"/>
                    <a:pt x="109637" y="74531"/>
                    <a:pt x="114774" y="77145"/>
                  </a:cubicBezTo>
                  <a:cubicBezTo>
                    <a:pt x="123285" y="81430"/>
                    <a:pt x="131310" y="69454"/>
                    <a:pt x="139577" y="68573"/>
                  </a:cubicBezTo>
                  <a:cubicBezTo>
                    <a:pt x="145869" y="67904"/>
                    <a:pt x="152587" y="73649"/>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28"/>
            <p:cNvSpPr/>
            <p:nvPr/>
          </p:nvSpPr>
          <p:spPr>
            <a:xfrm>
              <a:off x="2975000" y="442550"/>
              <a:ext cx="3962850" cy="2014500"/>
            </a:xfrm>
            <a:custGeom>
              <a:rect b="b" l="l" r="r" t="t"/>
              <a:pathLst>
                <a:path extrusionOk="0" fill="none" h="80580" w="158514">
                  <a:moveTo>
                    <a:pt x="0" y="1"/>
                  </a:moveTo>
                  <a:cubicBezTo>
                    <a:pt x="4560" y="3010"/>
                    <a:pt x="9392" y="5897"/>
                    <a:pt x="13526" y="9393"/>
                  </a:cubicBezTo>
                  <a:cubicBezTo>
                    <a:pt x="19666" y="14469"/>
                    <a:pt x="13162" y="23952"/>
                    <a:pt x="19484" y="29150"/>
                  </a:cubicBezTo>
                  <a:cubicBezTo>
                    <a:pt x="24560" y="33314"/>
                    <a:pt x="27235" y="37509"/>
                    <a:pt x="26323" y="44348"/>
                  </a:cubicBezTo>
                  <a:cubicBezTo>
                    <a:pt x="25563" y="49728"/>
                    <a:pt x="24317" y="58846"/>
                    <a:pt x="31308" y="60792"/>
                  </a:cubicBezTo>
                  <a:cubicBezTo>
                    <a:pt x="38390" y="62737"/>
                    <a:pt x="43770" y="57296"/>
                    <a:pt x="48998" y="53375"/>
                  </a:cubicBezTo>
                  <a:cubicBezTo>
                    <a:pt x="57813" y="46688"/>
                    <a:pt x="63892" y="42129"/>
                    <a:pt x="74743" y="47023"/>
                  </a:cubicBezTo>
                  <a:cubicBezTo>
                    <a:pt x="82433" y="50488"/>
                    <a:pt x="91248" y="47995"/>
                    <a:pt x="98604" y="50761"/>
                  </a:cubicBezTo>
                  <a:cubicBezTo>
                    <a:pt x="103042" y="52372"/>
                    <a:pt x="103011" y="57266"/>
                    <a:pt x="104014" y="61430"/>
                  </a:cubicBezTo>
                  <a:cubicBezTo>
                    <a:pt x="105382" y="67084"/>
                    <a:pt x="109941" y="74014"/>
                    <a:pt x="115109" y="76445"/>
                  </a:cubicBezTo>
                  <a:cubicBezTo>
                    <a:pt x="123802" y="80579"/>
                    <a:pt x="132100" y="68299"/>
                    <a:pt x="139912" y="68330"/>
                  </a:cubicBezTo>
                  <a:cubicBezTo>
                    <a:pt x="144927" y="68330"/>
                    <a:pt x="153529" y="7331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28"/>
            <p:cNvSpPr/>
            <p:nvPr/>
          </p:nvSpPr>
          <p:spPr>
            <a:xfrm>
              <a:off x="2975000" y="442550"/>
              <a:ext cx="3962850" cy="1991700"/>
            </a:xfrm>
            <a:custGeom>
              <a:rect b="b" l="l" r="r" t="t"/>
              <a:pathLst>
                <a:path extrusionOk="0" fill="none" h="79668" w="158514">
                  <a:moveTo>
                    <a:pt x="0" y="1"/>
                  </a:moveTo>
                  <a:cubicBezTo>
                    <a:pt x="4590" y="3010"/>
                    <a:pt x="9484" y="5897"/>
                    <a:pt x="13769" y="9119"/>
                  </a:cubicBezTo>
                  <a:cubicBezTo>
                    <a:pt x="20122" y="13861"/>
                    <a:pt x="13952" y="23344"/>
                    <a:pt x="19879" y="28360"/>
                  </a:cubicBezTo>
                  <a:cubicBezTo>
                    <a:pt x="24651" y="32402"/>
                    <a:pt x="28055" y="36475"/>
                    <a:pt x="27265" y="43102"/>
                  </a:cubicBezTo>
                  <a:cubicBezTo>
                    <a:pt x="26627" y="48482"/>
                    <a:pt x="24985" y="57600"/>
                    <a:pt x="31946" y="59698"/>
                  </a:cubicBezTo>
                  <a:cubicBezTo>
                    <a:pt x="39028" y="61795"/>
                    <a:pt x="44955" y="56202"/>
                    <a:pt x="50183" y="52251"/>
                  </a:cubicBezTo>
                  <a:cubicBezTo>
                    <a:pt x="59424" y="45260"/>
                    <a:pt x="64561" y="40761"/>
                    <a:pt x="75746" y="46232"/>
                  </a:cubicBezTo>
                  <a:cubicBezTo>
                    <a:pt x="83315" y="49971"/>
                    <a:pt x="91795" y="47813"/>
                    <a:pt x="99273" y="50488"/>
                  </a:cubicBezTo>
                  <a:cubicBezTo>
                    <a:pt x="103832" y="52129"/>
                    <a:pt x="103619" y="56840"/>
                    <a:pt x="104653" y="61035"/>
                  </a:cubicBezTo>
                  <a:cubicBezTo>
                    <a:pt x="106051" y="66749"/>
                    <a:pt x="110124" y="73315"/>
                    <a:pt x="115443" y="75716"/>
                  </a:cubicBezTo>
                  <a:cubicBezTo>
                    <a:pt x="124227" y="79667"/>
                    <a:pt x="132039" y="67995"/>
                    <a:pt x="140246" y="68056"/>
                  </a:cubicBezTo>
                  <a:cubicBezTo>
                    <a:pt x="145535" y="68087"/>
                    <a:pt x="153377" y="7340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28"/>
            <p:cNvSpPr/>
            <p:nvPr/>
          </p:nvSpPr>
          <p:spPr>
            <a:xfrm>
              <a:off x="2975000" y="442550"/>
              <a:ext cx="3963625" cy="1968900"/>
            </a:xfrm>
            <a:custGeom>
              <a:rect b="b" l="l" r="r" t="t"/>
              <a:pathLst>
                <a:path extrusionOk="0" fill="none" h="78756" w="158545">
                  <a:moveTo>
                    <a:pt x="0" y="1"/>
                  </a:moveTo>
                  <a:cubicBezTo>
                    <a:pt x="4651" y="2979"/>
                    <a:pt x="9575" y="5867"/>
                    <a:pt x="14013" y="8876"/>
                  </a:cubicBezTo>
                  <a:cubicBezTo>
                    <a:pt x="20548" y="13283"/>
                    <a:pt x="14985" y="22706"/>
                    <a:pt x="20305" y="27539"/>
                  </a:cubicBezTo>
                  <a:cubicBezTo>
                    <a:pt x="24590" y="31430"/>
                    <a:pt x="28724" y="35715"/>
                    <a:pt x="28147" y="42007"/>
                  </a:cubicBezTo>
                  <a:cubicBezTo>
                    <a:pt x="27630" y="47296"/>
                    <a:pt x="25654" y="56445"/>
                    <a:pt x="32584" y="58664"/>
                  </a:cubicBezTo>
                  <a:cubicBezTo>
                    <a:pt x="39606" y="60913"/>
                    <a:pt x="46354" y="55077"/>
                    <a:pt x="51369" y="51096"/>
                  </a:cubicBezTo>
                  <a:cubicBezTo>
                    <a:pt x="60609" y="43770"/>
                    <a:pt x="65351" y="39576"/>
                    <a:pt x="76749" y="45594"/>
                  </a:cubicBezTo>
                  <a:cubicBezTo>
                    <a:pt x="84166" y="49515"/>
                    <a:pt x="92251" y="47722"/>
                    <a:pt x="99911" y="50275"/>
                  </a:cubicBezTo>
                  <a:cubicBezTo>
                    <a:pt x="104622" y="51855"/>
                    <a:pt x="104318" y="56445"/>
                    <a:pt x="105260" y="60609"/>
                  </a:cubicBezTo>
                  <a:cubicBezTo>
                    <a:pt x="106537" y="66324"/>
                    <a:pt x="110428" y="72676"/>
                    <a:pt x="115808" y="74956"/>
                  </a:cubicBezTo>
                  <a:cubicBezTo>
                    <a:pt x="124714" y="78756"/>
                    <a:pt x="132313" y="67418"/>
                    <a:pt x="140580" y="67813"/>
                  </a:cubicBezTo>
                  <a:cubicBezTo>
                    <a:pt x="145778" y="68056"/>
                    <a:pt x="153438" y="73315"/>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28"/>
            <p:cNvSpPr/>
            <p:nvPr/>
          </p:nvSpPr>
          <p:spPr>
            <a:xfrm>
              <a:off x="2975000" y="442550"/>
              <a:ext cx="3962850" cy="1919500"/>
            </a:xfrm>
            <a:custGeom>
              <a:rect b="b" l="l" r="r" t="t"/>
              <a:pathLst>
                <a:path extrusionOk="0" fill="none" h="76780" w="158514">
                  <a:moveTo>
                    <a:pt x="0" y="1"/>
                  </a:moveTo>
                  <a:cubicBezTo>
                    <a:pt x="4712" y="2949"/>
                    <a:pt x="9666" y="5776"/>
                    <a:pt x="14225" y="8633"/>
                  </a:cubicBezTo>
                  <a:cubicBezTo>
                    <a:pt x="20973" y="12797"/>
                    <a:pt x="16049" y="21977"/>
                    <a:pt x="20760" y="26718"/>
                  </a:cubicBezTo>
                  <a:cubicBezTo>
                    <a:pt x="24438" y="30396"/>
                    <a:pt x="29332" y="35168"/>
                    <a:pt x="28967" y="41004"/>
                  </a:cubicBezTo>
                  <a:cubicBezTo>
                    <a:pt x="28633" y="46202"/>
                    <a:pt x="26444" y="55381"/>
                    <a:pt x="33192" y="57661"/>
                  </a:cubicBezTo>
                  <a:cubicBezTo>
                    <a:pt x="40153" y="60032"/>
                    <a:pt x="47752" y="53953"/>
                    <a:pt x="52494" y="49880"/>
                  </a:cubicBezTo>
                  <a:cubicBezTo>
                    <a:pt x="61703" y="41977"/>
                    <a:pt x="66293" y="38633"/>
                    <a:pt x="77722" y="45016"/>
                  </a:cubicBezTo>
                  <a:cubicBezTo>
                    <a:pt x="84926" y="49059"/>
                    <a:pt x="92707" y="47722"/>
                    <a:pt x="100488" y="50093"/>
                  </a:cubicBezTo>
                  <a:cubicBezTo>
                    <a:pt x="105382" y="51582"/>
                    <a:pt x="104987" y="56080"/>
                    <a:pt x="105838" y="60245"/>
                  </a:cubicBezTo>
                  <a:cubicBezTo>
                    <a:pt x="107023" y="65898"/>
                    <a:pt x="111005" y="72676"/>
                    <a:pt x="116142" y="74227"/>
                  </a:cubicBezTo>
                  <a:cubicBezTo>
                    <a:pt x="124683" y="76780"/>
                    <a:pt x="132191" y="66901"/>
                    <a:pt x="140884" y="67570"/>
                  </a:cubicBezTo>
                  <a:cubicBezTo>
                    <a:pt x="145930" y="67965"/>
                    <a:pt x="153468" y="73224"/>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28"/>
            <p:cNvSpPr/>
            <p:nvPr/>
          </p:nvSpPr>
          <p:spPr>
            <a:xfrm>
              <a:off x="2975000" y="442550"/>
              <a:ext cx="3962100" cy="1896700"/>
            </a:xfrm>
            <a:custGeom>
              <a:rect b="b" l="l" r="r" t="t"/>
              <a:pathLst>
                <a:path extrusionOk="0" fill="none" h="75868" w="158484">
                  <a:moveTo>
                    <a:pt x="0" y="1"/>
                  </a:moveTo>
                  <a:cubicBezTo>
                    <a:pt x="4742" y="2949"/>
                    <a:pt x="9788" y="5441"/>
                    <a:pt x="14438" y="8359"/>
                  </a:cubicBezTo>
                  <a:cubicBezTo>
                    <a:pt x="21520" y="12797"/>
                    <a:pt x="16900" y="20852"/>
                    <a:pt x="21277" y="25837"/>
                  </a:cubicBezTo>
                  <a:cubicBezTo>
                    <a:pt x="24408" y="29424"/>
                    <a:pt x="29758" y="34652"/>
                    <a:pt x="29727" y="40123"/>
                  </a:cubicBezTo>
                  <a:cubicBezTo>
                    <a:pt x="29666" y="45229"/>
                    <a:pt x="27447" y="54014"/>
                    <a:pt x="33770" y="56658"/>
                  </a:cubicBezTo>
                  <a:cubicBezTo>
                    <a:pt x="40396" y="59394"/>
                    <a:pt x="49545" y="52433"/>
                    <a:pt x="53618" y="48542"/>
                  </a:cubicBezTo>
                  <a:cubicBezTo>
                    <a:pt x="62707" y="39788"/>
                    <a:pt x="67448" y="37904"/>
                    <a:pt x="78725" y="44530"/>
                  </a:cubicBezTo>
                  <a:cubicBezTo>
                    <a:pt x="85716" y="48664"/>
                    <a:pt x="93224" y="47722"/>
                    <a:pt x="101066" y="49910"/>
                  </a:cubicBezTo>
                  <a:cubicBezTo>
                    <a:pt x="106142" y="51308"/>
                    <a:pt x="105716" y="55685"/>
                    <a:pt x="106476" y="59849"/>
                  </a:cubicBezTo>
                  <a:cubicBezTo>
                    <a:pt x="107540" y="65503"/>
                    <a:pt x="111279" y="71977"/>
                    <a:pt x="116477" y="73467"/>
                  </a:cubicBezTo>
                  <a:cubicBezTo>
                    <a:pt x="124927" y="75868"/>
                    <a:pt x="132708" y="66354"/>
                    <a:pt x="141188" y="67357"/>
                  </a:cubicBezTo>
                  <a:cubicBezTo>
                    <a:pt x="146143" y="67935"/>
                    <a:pt x="153468" y="7313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28"/>
            <p:cNvSpPr/>
            <p:nvPr/>
          </p:nvSpPr>
          <p:spPr>
            <a:xfrm>
              <a:off x="2975000" y="442550"/>
              <a:ext cx="3962850" cy="1870875"/>
            </a:xfrm>
            <a:custGeom>
              <a:rect b="b" l="l" r="r" t="t"/>
              <a:pathLst>
                <a:path extrusionOk="0" fill="none" h="74835" w="158514">
                  <a:moveTo>
                    <a:pt x="0" y="1"/>
                  </a:moveTo>
                  <a:cubicBezTo>
                    <a:pt x="4803" y="2919"/>
                    <a:pt x="9848" y="5350"/>
                    <a:pt x="14651" y="8116"/>
                  </a:cubicBezTo>
                  <a:cubicBezTo>
                    <a:pt x="21946" y="12311"/>
                    <a:pt x="18086" y="19697"/>
                    <a:pt x="21885" y="24895"/>
                  </a:cubicBezTo>
                  <a:cubicBezTo>
                    <a:pt x="24590" y="28633"/>
                    <a:pt x="30031" y="34013"/>
                    <a:pt x="30396" y="39272"/>
                  </a:cubicBezTo>
                  <a:cubicBezTo>
                    <a:pt x="30791" y="44439"/>
                    <a:pt x="28299" y="52919"/>
                    <a:pt x="34439" y="55625"/>
                  </a:cubicBezTo>
                  <a:cubicBezTo>
                    <a:pt x="41186" y="58603"/>
                    <a:pt x="50670" y="51217"/>
                    <a:pt x="54712" y="47083"/>
                  </a:cubicBezTo>
                  <a:cubicBezTo>
                    <a:pt x="63892" y="37630"/>
                    <a:pt x="68542" y="37266"/>
                    <a:pt x="79789" y="44135"/>
                  </a:cubicBezTo>
                  <a:cubicBezTo>
                    <a:pt x="86476" y="48208"/>
                    <a:pt x="93984" y="47661"/>
                    <a:pt x="101674" y="49728"/>
                  </a:cubicBezTo>
                  <a:cubicBezTo>
                    <a:pt x="106932" y="51126"/>
                    <a:pt x="106416" y="55138"/>
                    <a:pt x="107145" y="59454"/>
                  </a:cubicBezTo>
                  <a:cubicBezTo>
                    <a:pt x="108057" y="64986"/>
                    <a:pt x="111552" y="71339"/>
                    <a:pt x="116872" y="72707"/>
                  </a:cubicBezTo>
                  <a:cubicBezTo>
                    <a:pt x="125322" y="74835"/>
                    <a:pt x="133285" y="65837"/>
                    <a:pt x="141523" y="67114"/>
                  </a:cubicBezTo>
                  <a:cubicBezTo>
                    <a:pt x="146386" y="67874"/>
                    <a:pt x="153559" y="73011"/>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28"/>
            <p:cNvSpPr/>
            <p:nvPr/>
          </p:nvSpPr>
          <p:spPr>
            <a:xfrm>
              <a:off x="2975000" y="442550"/>
              <a:ext cx="3962850" cy="1848075"/>
            </a:xfrm>
            <a:custGeom>
              <a:rect b="b" l="l" r="r" t="t"/>
              <a:pathLst>
                <a:path extrusionOk="0" fill="none" h="73923" w="158514">
                  <a:moveTo>
                    <a:pt x="0" y="1"/>
                  </a:moveTo>
                  <a:cubicBezTo>
                    <a:pt x="4833" y="2888"/>
                    <a:pt x="9909" y="5259"/>
                    <a:pt x="14864" y="7873"/>
                  </a:cubicBezTo>
                  <a:cubicBezTo>
                    <a:pt x="22219" y="11764"/>
                    <a:pt x="19301" y="18390"/>
                    <a:pt x="22584" y="23922"/>
                  </a:cubicBezTo>
                  <a:cubicBezTo>
                    <a:pt x="25046" y="28086"/>
                    <a:pt x="30092" y="33649"/>
                    <a:pt x="31004" y="38542"/>
                  </a:cubicBezTo>
                  <a:cubicBezTo>
                    <a:pt x="31855" y="43284"/>
                    <a:pt x="29150" y="51947"/>
                    <a:pt x="35107" y="54561"/>
                  </a:cubicBezTo>
                  <a:cubicBezTo>
                    <a:pt x="42250" y="57691"/>
                    <a:pt x="51673" y="50032"/>
                    <a:pt x="55746" y="45503"/>
                  </a:cubicBezTo>
                  <a:cubicBezTo>
                    <a:pt x="64834" y="35411"/>
                    <a:pt x="69941" y="36992"/>
                    <a:pt x="80822" y="43770"/>
                  </a:cubicBezTo>
                  <a:cubicBezTo>
                    <a:pt x="87205" y="47782"/>
                    <a:pt x="94683" y="47691"/>
                    <a:pt x="102191" y="49576"/>
                  </a:cubicBezTo>
                  <a:cubicBezTo>
                    <a:pt x="107571" y="50913"/>
                    <a:pt x="107145" y="54682"/>
                    <a:pt x="107783" y="59090"/>
                  </a:cubicBezTo>
                  <a:cubicBezTo>
                    <a:pt x="108604" y="64591"/>
                    <a:pt x="111826" y="70610"/>
                    <a:pt x="117236" y="71917"/>
                  </a:cubicBezTo>
                  <a:cubicBezTo>
                    <a:pt x="125504" y="73923"/>
                    <a:pt x="133863" y="65321"/>
                    <a:pt x="141827" y="66901"/>
                  </a:cubicBezTo>
                  <a:cubicBezTo>
                    <a:pt x="146599" y="67813"/>
                    <a:pt x="153620" y="7292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28"/>
            <p:cNvSpPr/>
            <p:nvPr/>
          </p:nvSpPr>
          <p:spPr>
            <a:xfrm>
              <a:off x="2975000" y="442550"/>
              <a:ext cx="3962100" cy="1826050"/>
            </a:xfrm>
            <a:custGeom>
              <a:rect b="b" l="l" r="r" t="t"/>
              <a:pathLst>
                <a:path extrusionOk="0" fill="none" h="73042" w="158484">
                  <a:moveTo>
                    <a:pt x="0" y="1"/>
                  </a:moveTo>
                  <a:cubicBezTo>
                    <a:pt x="4894" y="2858"/>
                    <a:pt x="10000" y="5168"/>
                    <a:pt x="15076" y="7630"/>
                  </a:cubicBezTo>
                  <a:cubicBezTo>
                    <a:pt x="22402" y="11217"/>
                    <a:pt x="20639" y="16992"/>
                    <a:pt x="23435" y="22980"/>
                  </a:cubicBezTo>
                  <a:cubicBezTo>
                    <a:pt x="25685" y="27813"/>
                    <a:pt x="29910" y="33041"/>
                    <a:pt x="31460" y="37934"/>
                  </a:cubicBezTo>
                  <a:cubicBezTo>
                    <a:pt x="32858" y="42372"/>
                    <a:pt x="29940" y="51096"/>
                    <a:pt x="35867" y="53558"/>
                  </a:cubicBezTo>
                  <a:cubicBezTo>
                    <a:pt x="43618" y="56749"/>
                    <a:pt x="52433" y="48937"/>
                    <a:pt x="56779" y="43831"/>
                  </a:cubicBezTo>
                  <a:cubicBezTo>
                    <a:pt x="65746" y="33314"/>
                    <a:pt x="71552" y="36901"/>
                    <a:pt x="81886" y="43466"/>
                  </a:cubicBezTo>
                  <a:cubicBezTo>
                    <a:pt x="87965" y="47327"/>
                    <a:pt x="95412" y="47752"/>
                    <a:pt x="102707" y="49454"/>
                  </a:cubicBezTo>
                  <a:cubicBezTo>
                    <a:pt x="108148" y="50700"/>
                    <a:pt x="107905" y="54226"/>
                    <a:pt x="108452" y="58725"/>
                  </a:cubicBezTo>
                  <a:cubicBezTo>
                    <a:pt x="109182" y="64226"/>
                    <a:pt x="112130" y="69910"/>
                    <a:pt x="117571" y="71187"/>
                  </a:cubicBezTo>
                  <a:cubicBezTo>
                    <a:pt x="125626" y="73041"/>
                    <a:pt x="134410" y="64895"/>
                    <a:pt x="142100" y="66688"/>
                  </a:cubicBezTo>
                  <a:cubicBezTo>
                    <a:pt x="146751" y="67783"/>
                    <a:pt x="153590" y="72828"/>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28"/>
            <p:cNvSpPr/>
            <p:nvPr/>
          </p:nvSpPr>
          <p:spPr>
            <a:xfrm>
              <a:off x="2975000" y="442550"/>
              <a:ext cx="3962850" cy="1818450"/>
            </a:xfrm>
            <a:custGeom>
              <a:rect b="b" l="l" r="r" t="t"/>
              <a:pathLst>
                <a:path extrusionOk="0" fill="none" h="72738" w="158514">
                  <a:moveTo>
                    <a:pt x="0" y="1"/>
                  </a:moveTo>
                  <a:cubicBezTo>
                    <a:pt x="4924" y="2827"/>
                    <a:pt x="10122" y="5077"/>
                    <a:pt x="15259" y="7387"/>
                  </a:cubicBezTo>
                  <a:cubicBezTo>
                    <a:pt x="22432" y="10609"/>
                    <a:pt x="22159" y="15594"/>
                    <a:pt x="24317" y="22007"/>
                  </a:cubicBezTo>
                  <a:cubicBezTo>
                    <a:pt x="26171" y="27630"/>
                    <a:pt x="29332" y="32402"/>
                    <a:pt x="31733" y="37418"/>
                  </a:cubicBezTo>
                  <a:cubicBezTo>
                    <a:pt x="33831" y="41764"/>
                    <a:pt x="30669" y="50305"/>
                    <a:pt x="36657" y="52615"/>
                  </a:cubicBezTo>
                  <a:cubicBezTo>
                    <a:pt x="44955" y="55868"/>
                    <a:pt x="53162" y="47630"/>
                    <a:pt x="57782" y="42068"/>
                  </a:cubicBezTo>
                  <a:cubicBezTo>
                    <a:pt x="66476" y="31551"/>
                    <a:pt x="73315" y="37022"/>
                    <a:pt x="82950" y="43193"/>
                  </a:cubicBezTo>
                  <a:cubicBezTo>
                    <a:pt x="88695" y="46871"/>
                    <a:pt x="96142" y="47813"/>
                    <a:pt x="103194" y="49333"/>
                  </a:cubicBezTo>
                  <a:cubicBezTo>
                    <a:pt x="108726" y="50488"/>
                    <a:pt x="108634" y="53740"/>
                    <a:pt x="109151" y="58390"/>
                  </a:cubicBezTo>
                  <a:cubicBezTo>
                    <a:pt x="109789" y="63862"/>
                    <a:pt x="112464" y="69211"/>
                    <a:pt x="117996" y="70427"/>
                  </a:cubicBezTo>
                  <a:cubicBezTo>
                    <a:pt x="125778" y="72129"/>
                    <a:pt x="135018" y="64439"/>
                    <a:pt x="142434" y="66506"/>
                  </a:cubicBezTo>
                  <a:cubicBezTo>
                    <a:pt x="146994" y="67752"/>
                    <a:pt x="153650" y="72737"/>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28"/>
            <p:cNvSpPr/>
            <p:nvPr/>
          </p:nvSpPr>
          <p:spPr>
            <a:xfrm>
              <a:off x="2975000" y="442550"/>
              <a:ext cx="3962850" cy="1816175"/>
            </a:xfrm>
            <a:custGeom>
              <a:rect b="b" l="l" r="r" t="t"/>
              <a:pathLst>
                <a:path extrusionOk="0" fill="none" h="72647" w="158514">
                  <a:moveTo>
                    <a:pt x="0" y="1"/>
                  </a:moveTo>
                  <a:cubicBezTo>
                    <a:pt x="4985" y="2797"/>
                    <a:pt x="10244" y="4985"/>
                    <a:pt x="15441" y="7144"/>
                  </a:cubicBezTo>
                  <a:cubicBezTo>
                    <a:pt x="22341" y="10031"/>
                    <a:pt x="23648" y="14621"/>
                    <a:pt x="25259" y="21034"/>
                  </a:cubicBezTo>
                  <a:cubicBezTo>
                    <a:pt x="26688" y="26809"/>
                    <a:pt x="28572" y="31977"/>
                    <a:pt x="31885" y="36992"/>
                  </a:cubicBezTo>
                  <a:cubicBezTo>
                    <a:pt x="34742" y="41278"/>
                    <a:pt x="31429" y="49606"/>
                    <a:pt x="37478" y="51825"/>
                  </a:cubicBezTo>
                  <a:cubicBezTo>
                    <a:pt x="46171" y="55017"/>
                    <a:pt x="54469" y="46202"/>
                    <a:pt x="58755" y="40305"/>
                  </a:cubicBezTo>
                  <a:cubicBezTo>
                    <a:pt x="66232" y="30001"/>
                    <a:pt x="76415" y="38025"/>
                    <a:pt x="84044" y="42889"/>
                  </a:cubicBezTo>
                  <a:cubicBezTo>
                    <a:pt x="89546" y="46384"/>
                    <a:pt x="96841" y="47874"/>
                    <a:pt x="103680" y="49211"/>
                  </a:cubicBezTo>
                  <a:cubicBezTo>
                    <a:pt x="109242" y="50305"/>
                    <a:pt x="109364" y="53254"/>
                    <a:pt x="109850" y="58026"/>
                  </a:cubicBezTo>
                  <a:cubicBezTo>
                    <a:pt x="110397" y="63436"/>
                    <a:pt x="112829" y="68482"/>
                    <a:pt x="118422" y="69667"/>
                  </a:cubicBezTo>
                  <a:cubicBezTo>
                    <a:pt x="125930" y="71278"/>
                    <a:pt x="135626" y="64044"/>
                    <a:pt x="142708" y="66293"/>
                  </a:cubicBezTo>
                  <a:cubicBezTo>
                    <a:pt x="147176" y="67692"/>
                    <a:pt x="153681" y="7264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28"/>
            <p:cNvSpPr/>
            <p:nvPr/>
          </p:nvSpPr>
          <p:spPr>
            <a:xfrm>
              <a:off x="2975000" y="442550"/>
              <a:ext cx="3962850" cy="1813875"/>
            </a:xfrm>
            <a:custGeom>
              <a:rect b="b" l="l" r="r" t="t"/>
              <a:pathLst>
                <a:path extrusionOk="0" fill="none" h="72555" w="158514">
                  <a:moveTo>
                    <a:pt x="0" y="1"/>
                  </a:moveTo>
                  <a:cubicBezTo>
                    <a:pt x="5015" y="2767"/>
                    <a:pt x="10335" y="4894"/>
                    <a:pt x="15624" y="6931"/>
                  </a:cubicBezTo>
                  <a:cubicBezTo>
                    <a:pt x="22189" y="9423"/>
                    <a:pt x="24925" y="13648"/>
                    <a:pt x="26262" y="20031"/>
                  </a:cubicBezTo>
                  <a:cubicBezTo>
                    <a:pt x="27508" y="25958"/>
                    <a:pt x="27843" y="31582"/>
                    <a:pt x="31916" y="36597"/>
                  </a:cubicBezTo>
                  <a:cubicBezTo>
                    <a:pt x="35290" y="40731"/>
                    <a:pt x="32432" y="49150"/>
                    <a:pt x="38299" y="51096"/>
                  </a:cubicBezTo>
                  <a:cubicBezTo>
                    <a:pt x="47326" y="54105"/>
                    <a:pt x="55138" y="44804"/>
                    <a:pt x="59758" y="38512"/>
                  </a:cubicBezTo>
                  <a:cubicBezTo>
                    <a:pt x="66901" y="28816"/>
                    <a:pt x="78512" y="38512"/>
                    <a:pt x="85139" y="42585"/>
                  </a:cubicBezTo>
                  <a:cubicBezTo>
                    <a:pt x="90397" y="45807"/>
                    <a:pt x="97510" y="47995"/>
                    <a:pt x="104105" y="49120"/>
                  </a:cubicBezTo>
                  <a:cubicBezTo>
                    <a:pt x="109698" y="50062"/>
                    <a:pt x="109729" y="52707"/>
                    <a:pt x="110580" y="57691"/>
                  </a:cubicBezTo>
                  <a:cubicBezTo>
                    <a:pt x="111461" y="63071"/>
                    <a:pt x="112829" y="67692"/>
                    <a:pt x="118878" y="68938"/>
                  </a:cubicBezTo>
                  <a:cubicBezTo>
                    <a:pt x="126082" y="70427"/>
                    <a:pt x="136234" y="63649"/>
                    <a:pt x="143012" y="66111"/>
                  </a:cubicBezTo>
                  <a:cubicBezTo>
                    <a:pt x="147359" y="67661"/>
                    <a:pt x="153742" y="7255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28"/>
            <p:cNvSpPr/>
            <p:nvPr/>
          </p:nvSpPr>
          <p:spPr>
            <a:xfrm>
              <a:off x="2975000" y="442550"/>
              <a:ext cx="3962850" cy="1804000"/>
            </a:xfrm>
            <a:custGeom>
              <a:rect b="b" l="l" r="r" t="t"/>
              <a:pathLst>
                <a:path extrusionOk="0" fill="none" h="72160" w="158514">
                  <a:moveTo>
                    <a:pt x="0" y="1"/>
                  </a:moveTo>
                  <a:cubicBezTo>
                    <a:pt x="5076" y="2736"/>
                    <a:pt x="10456" y="4803"/>
                    <a:pt x="15806" y="6688"/>
                  </a:cubicBezTo>
                  <a:cubicBezTo>
                    <a:pt x="22037" y="8876"/>
                    <a:pt x="26049" y="12767"/>
                    <a:pt x="27326" y="18967"/>
                  </a:cubicBezTo>
                  <a:cubicBezTo>
                    <a:pt x="28542" y="24925"/>
                    <a:pt x="27326" y="31126"/>
                    <a:pt x="31855" y="36202"/>
                  </a:cubicBezTo>
                  <a:cubicBezTo>
                    <a:pt x="35381" y="40153"/>
                    <a:pt x="33618" y="48725"/>
                    <a:pt x="39150" y="50457"/>
                  </a:cubicBezTo>
                  <a:cubicBezTo>
                    <a:pt x="48329" y="53314"/>
                    <a:pt x="55746" y="42919"/>
                    <a:pt x="60792" y="36810"/>
                  </a:cubicBezTo>
                  <a:cubicBezTo>
                    <a:pt x="67995" y="28086"/>
                    <a:pt x="80032" y="38360"/>
                    <a:pt x="86263" y="42159"/>
                  </a:cubicBezTo>
                  <a:cubicBezTo>
                    <a:pt x="91430" y="45320"/>
                    <a:pt x="98057" y="48056"/>
                    <a:pt x="104561" y="48998"/>
                  </a:cubicBezTo>
                  <a:cubicBezTo>
                    <a:pt x="115747" y="50700"/>
                    <a:pt x="107692" y="65898"/>
                    <a:pt x="119303" y="68178"/>
                  </a:cubicBezTo>
                  <a:cubicBezTo>
                    <a:pt x="126294" y="69576"/>
                    <a:pt x="136872" y="63254"/>
                    <a:pt x="143316" y="65898"/>
                  </a:cubicBezTo>
                  <a:cubicBezTo>
                    <a:pt x="147784" y="67752"/>
                    <a:pt x="153407" y="7216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28"/>
            <p:cNvSpPr/>
            <p:nvPr/>
          </p:nvSpPr>
          <p:spPr>
            <a:xfrm>
              <a:off x="2975000" y="442550"/>
              <a:ext cx="3962100" cy="1802475"/>
            </a:xfrm>
            <a:custGeom>
              <a:rect b="b" l="l" r="r" t="t"/>
              <a:pathLst>
                <a:path extrusionOk="0" fill="none" h="72099" w="158484">
                  <a:moveTo>
                    <a:pt x="0" y="1"/>
                  </a:moveTo>
                  <a:cubicBezTo>
                    <a:pt x="5107" y="2706"/>
                    <a:pt x="10760" y="4590"/>
                    <a:pt x="15958" y="6444"/>
                  </a:cubicBezTo>
                  <a:cubicBezTo>
                    <a:pt x="21764" y="8511"/>
                    <a:pt x="26931" y="11733"/>
                    <a:pt x="28390" y="17843"/>
                  </a:cubicBezTo>
                  <a:cubicBezTo>
                    <a:pt x="29788" y="23740"/>
                    <a:pt x="26900" y="30579"/>
                    <a:pt x="31672" y="35867"/>
                  </a:cubicBezTo>
                  <a:cubicBezTo>
                    <a:pt x="35107" y="39636"/>
                    <a:pt x="34925" y="48390"/>
                    <a:pt x="40001" y="49849"/>
                  </a:cubicBezTo>
                  <a:cubicBezTo>
                    <a:pt x="49302" y="52494"/>
                    <a:pt x="56415" y="40761"/>
                    <a:pt x="61886" y="35320"/>
                  </a:cubicBezTo>
                  <a:cubicBezTo>
                    <a:pt x="69211" y="28025"/>
                    <a:pt x="81278" y="37873"/>
                    <a:pt x="87327" y="41612"/>
                  </a:cubicBezTo>
                  <a:cubicBezTo>
                    <a:pt x="92585" y="44864"/>
                    <a:pt x="98421" y="48117"/>
                    <a:pt x="104926" y="48968"/>
                  </a:cubicBezTo>
                  <a:cubicBezTo>
                    <a:pt x="116385" y="50457"/>
                    <a:pt x="108239" y="65442"/>
                    <a:pt x="119759" y="67509"/>
                  </a:cubicBezTo>
                  <a:cubicBezTo>
                    <a:pt x="126659" y="68725"/>
                    <a:pt x="137298" y="62980"/>
                    <a:pt x="143559" y="65716"/>
                  </a:cubicBezTo>
                  <a:cubicBezTo>
                    <a:pt x="147936" y="67631"/>
                    <a:pt x="153407" y="72099"/>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28"/>
            <p:cNvSpPr/>
            <p:nvPr/>
          </p:nvSpPr>
          <p:spPr>
            <a:xfrm>
              <a:off x="2975000" y="442550"/>
              <a:ext cx="3962850" cy="1800200"/>
            </a:xfrm>
            <a:custGeom>
              <a:rect b="b" l="l" r="r" t="t"/>
              <a:pathLst>
                <a:path extrusionOk="0" fill="none" h="72008" w="158514">
                  <a:moveTo>
                    <a:pt x="0" y="1"/>
                  </a:moveTo>
                  <a:cubicBezTo>
                    <a:pt x="5167" y="2645"/>
                    <a:pt x="10821" y="4499"/>
                    <a:pt x="16140" y="6201"/>
                  </a:cubicBezTo>
                  <a:cubicBezTo>
                    <a:pt x="21976" y="8055"/>
                    <a:pt x="27630" y="11065"/>
                    <a:pt x="29484" y="16657"/>
                  </a:cubicBezTo>
                  <a:cubicBezTo>
                    <a:pt x="31308" y="22159"/>
                    <a:pt x="26748" y="29940"/>
                    <a:pt x="31521" y="35442"/>
                  </a:cubicBezTo>
                  <a:cubicBezTo>
                    <a:pt x="34621" y="38998"/>
                    <a:pt x="36414" y="48147"/>
                    <a:pt x="40913" y="49211"/>
                  </a:cubicBezTo>
                  <a:cubicBezTo>
                    <a:pt x="50244" y="51430"/>
                    <a:pt x="56749" y="38846"/>
                    <a:pt x="63041" y="34044"/>
                  </a:cubicBezTo>
                  <a:cubicBezTo>
                    <a:pt x="70731" y="28147"/>
                    <a:pt x="82190" y="36992"/>
                    <a:pt x="88391" y="40943"/>
                  </a:cubicBezTo>
                  <a:cubicBezTo>
                    <a:pt x="93862" y="44409"/>
                    <a:pt x="98695" y="48147"/>
                    <a:pt x="105352" y="48907"/>
                  </a:cubicBezTo>
                  <a:cubicBezTo>
                    <a:pt x="117024" y="50184"/>
                    <a:pt x="108786" y="64834"/>
                    <a:pt x="120276" y="66780"/>
                  </a:cubicBezTo>
                  <a:cubicBezTo>
                    <a:pt x="126993" y="67904"/>
                    <a:pt x="137784" y="62585"/>
                    <a:pt x="143863" y="65533"/>
                  </a:cubicBezTo>
                  <a:cubicBezTo>
                    <a:pt x="148149" y="67570"/>
                    <a:pt x="153468" y="72008"/>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28"/>
            <p:cNvSpPr/>
            <p:nvPr/>
          </p:nvSpPr>
          <p:spPr>
            <a:xfrm>
              <a:off x="2975000" y="442550"/>
              <a:ext cx="3963625" cy="1798675"/>
            </a:xfrm>
            <a:custGeom>
              <a:rect b="b" l="l" r="r" t="t"/>
              <a:pathLst>
                <a:path extrusionOk="0" fill="none" h="71947" w="158545">
                  <a:moveTo>
                    <a:pt x="0" y="1"/>
                  </a:moveTo>
                  <a:cubicBezTo>
                    <a:pt x="5198" y="2615"/>
                    <a:pt x="10912" y="4408"/>
                    <a:pt x="16323" y="5958"/>
                  </a:cubicBezTo>
                  <a:cubicBezTo>
                    <a:pt x="22067" y="7630"/>
                    <a:pt x="28147" y="10365"/>
                    <a:pt x="30578" y="15472"/>
                  </a:cubicBezTo>
                  <a:cubicBezTo>
                    <a:pt x="33192" y="20974"/>
                    <a:pt x="26931" y="29059"/>
                    <a:pt x="31369" y="35047"/>
                  </a:cubicBezTo>
                  <a:cubicBezTo>
                    <a:pt x="33831" y="38390"/>
                    <a:pt x="37904" y="47904"/>
                    <a:pt x="41825" y="48542"/>
                  </a:cubicBezTo>
                  <a:cubicBezTo>
                    <a:pt x="50883" y="50062"/>
                    <a:pt x="57296" y="36931"/>
                    <a:pt x="64257" y="33010"/>
                  </a:cubicBezTo>
                  <a:cubicBezTo>
                    <a:pt x="72160" y="28512"/>
                    <a:pt x="83102" y="35928"/>
                    <a:pt x="89424" y="40153"/>
                  </a:cubicBezTo>
                  <a:cubicBezTo>
                    <a:pt x="94804" y="43740"/>
                    <a:pt x="98877" y="48208"/>
                    <a:pt x="105747" y="48846"/>
                  </a:cubicBezTo>
                  <a:cubicBezTo>
                    <a:pt x="117601" y="49971"/>
                    <a:pt x="109425" y="64257"/>
                    <a:pt x="120793" y="66081"/>
                  </a:cubicBezTo>
                  <a:cubicBezTo>
                    <a:pt x="127419" y="67144"/>
                    <a:pt x="138270" y="62281"/>
                    <a:pt x="144167" y="65351"/>
                  </a:cubicBezTo>
                  <a:cubicBezTo>
                    <a:pt x="148362" y="67540"/>
                    <a:pt x="153529" y="71947"/>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28"/>
            <p:cNvSpPr/>
            <p:nvPr/>
          </p:nvSpPr>
          <p:spPr>
            <a:xfrm>
              <a:off x="2975000" y="442550"/>
              <a:ext cx="3962850" cy="1795650"/>
            </a:xfrm>
            <a:custGeom>
              <a:rect b="b" l="l" r="r" t="t"/>
              <a:pathLst>
                <a:path extrusionOk="0" fill="none" h="71826" w="158514">
                  <a:moveTo>
                    <a:pt x="0" y="1"/>
                  </a:moveTo>
                  <a:cubicBezTo>
                    <a:pt x="5259" y="2584"/>
                    <a:pt x="10973" y="4317"/>
                    <a:pt x="16475" y="5745"/>
                  </a:cubicBezTo>
                  <a:cubicBezTo>
                    <a:pt x="22250" y="7235"/>
                    <a:pt x="28542" y="9788"/>
                    <a:pt x="31581" y="14195"/>
                  </a:cubicBezTo>
                  <a:cubicBezTo>
                    <a:pt x="35168" y="19332"/>
                    <a:pt x="27326" y="28238"/>
                    <a:pt x="31247" y="34560"/>
                  </a:cubicBezTo>
                  <a:cubicBezTo>
                    <a:pt x="33253" y="37782"/>
                    <a:pt x="39150" y="47418"/>
                    <a:pt x="42737" y="47722"/>
                  </a:cubicBezTo>
                  <a:cubicBezTo>
                    <a:pt x="51612" y="48482"/>
                    <a:pt x="57752" y="35229"/>
                    <a:pt x="65412" y="32129"/>
                  </a:cubicBezTo>
                  <a:cubicBezTo>
                    <a:pt x="73588" y="28816"/>
                    <a:pt x="84044" y="34804"/>
                    <a:pt x="90275" y="39302"/>
                  </a:cubicBezTo>
                  <a:cubicBezTo>
                    <a:pt x="95351" y="42980"/>
                    <a:pt x="98938" y="48269"/>
                    <a:pt x="106081" y="48816"/>
                  </a:cubicBezTo>
                  <a:cubicBezTo>
                    <a:pt x="111704" y="49241"/>
                    <a:pt x="112981" y="50670"/>
                    <a:pt x="114136" y="56111"/>
                  </a:cubicBezTo>
                  <a:cubicBezTo>
                    <a:pt x="115139" y="60792"/>
                    <a:pt x="115321" y="64470"/>
                    <a:pt x="121279" y="65381"/>
                  </a:cubicBezTo>
                  <a:cubicBezTo>
                    <a:pt x="127784" y="66385"/>
                    <a:pt x="138696" y="61947"/>
                    <a:pt x="144410" y="65169"/>
                  </a:cubicBezTo>
                  <a:cubicBezTo>
                    <a:pt x="148483" y="67448"/>
                    <a:pt x="153529" y="7182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28"/>
            <p:cNvSpPr/>
            <p:nvPr/>
          </p:nvSpPr>
          <p:spPr>
            <a:xfrm>
              <a:off x="2975000" y="442550"/>
              <a:ext cx="3962850" cy="1794125"/>
            </a:xfrm>
            <a:custGeom>
              <a:rect b="b" l="l" r="r" t="t"/>
              <a:pathLst>
                <a:path extrusionOk="0" fill="none" h="71765" w="158514">
                  <a:moveTo>
                    <a:pt x="0" y="1"/>
                  </a:moveTo>
                  <a:cubicBezTo>
                    <a:pt x="5319" y="2554"/>
                    <a:pt x="11064" y="4226"/>
                    <a:pt x="16627" y="5502"/>
                  </a:cubicBezTo>
                  <a:cubicBezTo>
                    <a:pt x="22523" y="6840"/>
                    <a:pt x="28663" y="9302"/>
                    <a:pt x="32554" y="12919"/>
                  </a:cubicBezTo>
                  <a:cubicBezTo>
                    <a:pt x="36931" y="17022"/>
                    <a:pt x="28906" y="28268"/>
                    <a:pt x="31247" y="33983"/>
                  </a:cubicBezTo>
                  <a:cubicBezTo>
                    <a:pt x="32615" y="37326"/>
                    <a:pt x="40031" y="46658"/>
                    <a:pt x="43679" y="46719"/>
                  </a:cubicBezTo>
                  <a:cubicBezTo>
                    <a:pt x="52433" y="46810"/>
                    <a:pt x="58117" y="33861"/>
                    <a:pt x="66628" y="31430"/>
                  </a:cubicBezTo>
                  <a:cubicBezTo>
                    <a:pt x="75108" y="28998"/>
                    <a:pt x="85078" y="33709"/>
                    <a:pt x="91066" y="38451"/>
                  </a:cubicBezTo>
                  <a:cubicBezTo>
                    <a:pt x="95899" y="42250"/>
                    <a:pt x="98847" y="48482"/>
                    <a:pt x="106446" y="48785"/>
                  </a:cubicBezTo>
                  <a:cubicBezTo>
                    <a:pt x="119030" y="49272"/>
                    <a:pt x="110853" y="62950"/>
                    <a:pt x="121826" y="64743"/>
                  </a:cubicBezTo>
                  <a:cubicBezTo>
                    <a:pt x="128088" y="65746"/>
                    <a:pt x="139121" y="61612"/>
                    <a:pt x="144684" y="64986"/>
                  </a:cubicBezTo>
                  <a:cubicBezTo>
                    <a:pt x="148666" y="67388"/>
                    <a:pt x="153559" y="7176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28"/>
            <p:cNvSpPr/>
            <p:nvPr/>
          </p:nvSpPr>
          <p:spPr>
            <a:xfrm>
              <a:off x="2975000" y="442550"/>
              <a:ext cx="3962850" cy="1791075"/>
            </a:xfrm>
            <a:custGeom>
              <a:rect b="b" l="l" r="r" t="t"/>
              <a:pathLst>
                <a:path extrusionOk="0" fill="none" h="71643" w="158514">
                  <a:moveTo>
                    <a:pt x="0" y="1"/>
                  </a:moveTo>
                  <a:cubicBezTo>
                    <a:pt x="5319" y="2523"/>
                    <a:pt x="11155" y="4134"/>
                    <a:pt x="16779" y="5259"/>
                  </a:cubicBezTo>
                  <a:cubicBezTo>
                    <a:pt x="22736" y="6475"/>
                    <a:pt x="29302" y="9058"/>
                    <a:pt x="33405" y="11672"/>
                  </a:cubicBezTo>
                  <a:cubicBezTo>
                    <a:pt x="37660" y="14378"/>
                    <a:pt x="30821" y="28968"/>
                    <a:pt x="31399" y="33314"/>
                  </a:cubicBezTo>
                  <a:cubicBezTo>
                    <a:pt x="31885" y="36931"/>
                    <a:pt x="40578" y="45624"/>
                    <a:pt x="44651" y="45472"/>
                  </a:cubicBezTo>
                  <a:cubicBezTo>
                    <a:pt x="53101" y="45168"/>
                    <a:pt x="58421" y="32828"/>
                    <a:pt x="67874" y="30852"/>
                  </a:cubicBezTo>
                  <a:cubicBezTo>
                    <a:pt x="76658" y="29028"/>
                    <a:pt x="86233" y="32706"/>
                    <a:pt x="91856" y="37509"/>
                  </a:cubicBezTo>
                  <a:cubicBezTo>
                    <a:pt x="96476" y="41491"/>
                    <a:pt x="98908" y="48542"/>
                    <a:pt x="106780" y="48755"/>
                  </a:cubicBezTo>
                  <a:cubicBezTo>
                    <a:pt x="112647" y="48907"/>
                    <a:pt x="114045" y="50184"/>
                    <a:pt x="115565" y="55503"/>
                  </a:cubicBezTo>
                  <a:cubicBezTo>
                    <a:pt x="116841" y="60062"/>
                    <a:pt x="116628" y="63132"/>
                    <a:pt x="122404" y="64044"/>
                  </a:cubicBezTo>
                  <a:cubicBezTo>
                    <a:pt x="128544" y="65047"/>
                    <a:pt x="139486" y="61278"/>
                    <a:pt x="144957" y="64804"/>
                  </a:cubicBezTo>
                  <a:cubicBezTo>
                    <a:pt x="148818" y="67296"/>
                    <a:pt x="153559" y="71643"/>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28"/>
            <p:cNvSpPr/>
            <p:nvPr/>
          </p:nvSpPr>
          <p:spPr>
            <a:xfrm>
              <a:off x="2975000" y="442550"/>
              <a:ext cx="3962100" cy="1789575"/>
            </a:xfrm>
            <a:custGeom>
              <a:rect b="b" l="l" r="r" t="t"/>
              <a:pathLst>
                <a:path extrusionOk="0" fill="none" h="71583" w="158484">
                  <a:moveTo>
                    <a:pt x="0" y="1"/>
                  </a:moveTo>
                  <a:cubicBezTo>
                    <a:pt x="5380" y="2463"/>
                    <a:pt x="11216" y="4043"/>
                    <a:pt x="16900" y="5016"/>
                  </a:cubicBezTo>
                  <a:cubicBezTo>
                    <a:pt x="22797" y="6049"/>
                    <a:pt x="29058" y="8724"/>
                    <a:pt x="34135" y="10457"/>
                  </a:cubicBezTo>
                  <a:cubicBezTo>
                    <a:pt x="39667" y="12372"/>
                    <a:pt x="32037" y="28846"/>
                    <a:pt x="31855" y="32463"/>
                  </a:cubicBezTo>
                  <a:cubicBezTo>
                    <a:pt x="31672" y="36597"/>
                    <a:pt x="40852" y="44712"/>
                    <a:pt x="45503" y="44074"/>
                  </a:cubicBezTo>
                  <a:cubicBezTo>
                    <a:pt x="54165" y="42889"/>
                    <a:pt x="59606" y="32038"/>
                    <a:pt x="69090" y="30335"/>
                  </a:cubicBezTo>
                  <a:cubicBezTo>
                    <a:pt x="77479" y="28846"/>
                    <a:pt x="87388" y="31703"/>
                    <a:pt x="92646" y="36566"/>
                  </a:cubicBezTo>
                  <a:cubicBezTo>
                    <a:pt x="97084" y="40670"/>
                    <a:pt x="98908" y="48634"/>
                    <a:pt x="107084" y="48725"/>
                  </a:cubicBezTo>
                  <a:cubicBezTo>
                    <a:pt x="112890" y="48816"/>
                    <a:pt x="114501" y="49910"/>
                    <a:pt x="116203" y="55229"/>
                  </a:cubicBezTo>
                  <a:cubicBezTo>
                    <a:pt x="117571" y="59606"/>
                    <a:pt x="117297" y="62555"/>
                    <a:pt x="122951" y="63436"/>
                  </a:cubicBezTo>
                  <a:cubicBezTo>
                    <a:pt x="129030" y="64378"/>
                    <a:pt x="139851" y="60944"/>
                    <a:pt x="145200" y="64622"/>
                  </a:cubicBezTo>
                  <a:cubicBezTo>
                    <a:pt x="148939" y="67205"/>
                    <a:pt x="153590" y="7158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28"/>
            <p:cNvSpPr/>
            <p:nvPr/>
          </p:nvSpPr>
          <p:spPr>
            <a:xfrm>
              <a:off x="2975000" y="442550"/>
              <a:ext cx="3962850" cy="1785000"/>
            </a:xfrm>
            <a:custGeom>
              <a:rect b="b" l="l" r="r" t="t"/>
              <a:pathLst>
                <a:path extrusionOk="0" fill="none" h="71400" w="158514">
                  <a:moveTo>
                    <a:pt x="0" y="1"/>
                  </a:moveTo>
                  <a:cubicBezTo>
                    <a:pt x="5411" y="2432"/>
                    <a:pt x="11307" y="3952"/>
                    <a:pt x="17052" y="4803"/>
                  </a:cubicBezTo>
                  <a:cubicBezTo>
                    <a:pt x="22949" y="5685"/>
                    <a:pt x="29028" y="8967"/>
                    <a:pt x="34682" y="9362"/>
                  </a:cubicBezTo>
                  <a:cubicBezTo>
                    <a:pt x="42007" y="9849"/>
                    <a:pt x="33557" y="28360"/>
                    <a:pt x="32858" y="31065"/>
                  </a:cubicBezTo>
                  <a:cubicBezTo>
                    <a:pt x="31308" y="36931"/>
                    <a:pt x="41095" y="43801"/>
                    <a:pt x="46141" y="42676"/>
                  </a:cubicBezTo>
                  <a:cubicBezTo>
                    <a:pt x="54925" y="40761"/>
                    <a:pt x="60731" y="31703"/>
                    <a:pt x="70245" y="29819"/>
                  </a:cubicBezTo>
                  <a:cubicBezTo>
                    <a:pt x="78451" y="28177"/>
                    <a:pt x="88573" y="30731"/>
                    <a:pt x="93497" y="35563"/>
                  </a:cubicBezTo>
                  <a:cubicBezTo>
                    <a:pt x="97753" y="39728"/>
                    <a:pt x="98969" y="48725"/>
                    <a:pt x="107419" y="48755"/>
                  </a:cubicBezTo>
                  <a:cubicBezTo>
                    <a:pt x="113163" y="48755"/>
                    <a:pt x="115018" y="49667"/>
                    <a:pt x="116872" y="54956"/>
                  </a:cubicBezTo>
                  <a:cubicBezTo>
                    <a:pt x="118331" y="59181"/>
                    <a:pt x="118027" y="61977"/>
                    <a:pt x="123559" y="62798"/>
                  </a:cubicBezTo>
                  <a:cubicBezTo>
                    <a:pt x="129638" y="63710"/>
                    <a:pt x="140459" y="60579"/>
                    <a:pt x="145504" y="64470"/>
                  </a:cubicBezTo>
                  <a:cubicBezTo>
                    <a:pt x="148939" y="67144"/>
                    <a:pt x="153802" y="7140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28"/>
            <p:cNvSpPr/>
            <p:nvPr/>
          </p:nvSpPr>
          <p:spPr>
            <a:xfrm>
              <a:off x="2975000" y="442550"/>
              <a:ext cx="3962100" cy="1781975"/>
            </a:xfrm>
            <a:custGeom>
              <a:rect b="b" l="l" r="r" t="t"/>
              <a:pathLst>
                <a:path extrusionOk="0" fill="none" h="71279" w="158484">
                  <a:moveTo>
                    <a:pt x="0" y="1"/>
                  </a:moveTo>
                  <a:cubicBezTo>
                    <a:pt x="5471" y="2402"/>
                    <a:pt x="11247" y="3922"/>
                    <a:pt x="17174" y="4560"/>
                  </a:cubicBezTo>
                  <a:cubicBezTo>
                    <a:pt x="23253" y="5198"/>
                    <a:pt x="29514" y="8420"/>
                    <a:pt x="35107" y="8177"/>
                  </a:cubicBezTo>
                  <a:cubicBezTo>
                    <a:pt x="44044" y="7782"/>
                    <a:pt x="35290" y="26718"/>
                    <a:pt x="34256" y="29089"/>
                  </a:cubicBezTo>
                  <a:cubicBezTo>
                    <a:pt x="31369" y="35959"/>
                    <a:pt x="40578" y="42980"/>
                    <a:pt x="46658" y="41247"/>
                  </a:cubicBezTo>
                  <a:cubicBezTo>
                    <a:pt x="55533" y="38785"/>
                    <a:pt x="61947" y="31490"/>
                    <a:pt x="71369" y="29180"/>
                  </a:cubicBezTo>
                  <a:cubicBezTo>
                    <a:pt x="79424" y="27174"/>
                    <a:pt x="89819" y="29697"/>
                    <a:pt x="94470" y="34439"/>
                  </a:cubicBezTo>
                  <a:cubicBezTo>
                    <a:pt x="98482" y="38573"/>
                    <a:pt x="99090" y="48785"/>
                    <a:pt x="107753" y="48694"/>
                  </a:cubicBezTo>
                  <a:cubicBezTo>
                    <a:pt x="113407" y="48634"/>
                    <a:pt x="115504" y="49424"/>
                    <a:pt x="117510" y="54652"/>
                  </a:cubicBezTo>
                  <a:cubicBezTo>
                    <a:pt x="119060" y="58694"/>
                    <a:pt x="118665" y="61400"/>
                    <a:pt x="124167" y="62160"/>
                  </a:cubicBezTo>
                  <a:cubicBezTo>
                    <a:pt x="130246" y="62980"/>
                    <a:pt x="140793" y="60245"/>
                    <a:pt x="145717" y="64257"/>
                  </a:cubicBezTo>
                  <a:cubicBezTo>
                    <a:pt x="149061" y="66962"/>
                    <a:pt x="153802" y="71278"/>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28"/>
            <p:cNvSpPr/>
            <p:nvPr/>
          </p:nvSpPr>
          <p:spPr>
            <a:xfrm>
              <a:off x="2975000" y="442550"/>
              <a:ext cx="3962850" cy="1781200"/>
            </a:xfrm>
            <a:custGeom>
              <a:rect b="b" l="l" r="r" t="t"/>
              <a:pathLst>
                <a:path extrusionOk="0" fill="none" h="71248" w="158514">
                  <a:moveTo>
                    <a:pt x="0" y="1"/>
                  </a:moveTo>
                  <a:cubicBezTo>
                    <a:pt x="5502" y="2371"/>
                    <a:pt x="11338" y="3830"/>
                    <a:pt x="17326" y="4347"/>
                  </a:cubicBezTo>
                  <a:cubicBezTo>
                    <a:pt x="23405" y="4833"/>
                    <a:pt x="29484" y="7478"/>
                    <a:pt x="35381" y="7083"/>
                  </a:cubicBezTo>
                  <a:cubicBezTo>
                    <a:pt x="46171" y="6384"/>
                    <a:pt x="37660" y="22007"/>
                    <a:pt x="36080" y="26718"/>
                  </a:cubicBezTo>
                  <a:cubicBezTo>
                    <a:pt x="34560" y="31247"/>
                    <a:pt x="33192" y="34591"/>
                    <a:pt x="37387" y="37934"/>
                  </a:cubicBezTo>
                  <a:cubicBezTo>
                    <a:pt x="40062" y="40032"/>
                    <a:pt x="43983" y="40913"/>
                    <a:pt x="47144" y="39940"/>
                  </a:cubicBezTo>
                  <a:cubicBezTo>
                    <a:pt x="52007" y="38421"/>
                    <a:pt x="55959" y="34864"/>
                    <a:pt x="60548" y="32524"/>
                  </a:cubicBezTo>
                  <a:cubicBezTo>
                    <a:pt x="64409" y="30579"/>
                    <a:pt x="68360" y="29758"/>
                    <a:pt x="72403" y="28512"/>
                  </a:cubicBezTo>
                  <a:cubicBezTo>
                    <a:pt x="80275" y="26080"/>
                    <a:pt x="91187" y="28724"/>
                    <a:pt x="95503" y="33314"/>
                  </a:cubicBezTo>
                  <a:cubicBezTo>
                    <a:pt x="99303" y="37296"/>
                    <a:pt x="99212" y="48877"/>
                    <a:pt x="108118" y="48694"/>
                  </a:cubicBezTo>
                  <a:cubicBezTo>
                    <a:pt x="113589" y="48573"/>
                    <a:pt x="115990" y="49302"/>
                    <a:pt x="118148" y="54409"/>
                  </a:cubicBezTo>
                  <a:cubicBezTo>
                    <a:pt x="119820" y="58299"/>
                    <a:pt x="119364" y="60974"/>
                    <a:pt x="124805" y="61612"/>
                  </a:cubicBezTo>
                  <a:cubicBezTo>
                    <a:pt x="130519" y="62281"/>
                    <a:pt x="141249" y="59819"/>
                    <a:pt x="145991" y="64135"/>
                  </a:cubicBezTo>
                  <a:cubicBezTo>
                    <a:pt x="149213" y="67023"/>
                    <a:pt x="153863" y="71248"/>
                    <a:pt x="158514" y="68695"/>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28"/>
            <p:cNvSpPr/>
            <p:nvPr/>
          </p:nvSpPr>
          <p:spPr>
            <a:xfrm>
              <a:off x="2975000" y="442550"/>
              <a:ext cx="3962100" cy="1777400"/>
            </a:xfrm>
            <a:custGeom>
              <a:rect b="b" l="l" r="r" t="t"/>
              <a:pathLst>
                <a:path extrusionOk="0" fill="none" h="71096" w="158484">
                  <a:moveTo>
                    <a:pt x="0" y="1"/>
                  </a:moveTo>
                  <a:cubicBezTo>
                    <a:pt x="5532" y="2341"/>
                    <a:pt x="11429" y="3739"/>
                    <a:pt x="17447" y="4104"/>
                  </a:cubicBezTo>
                  <a:cubicBezTo>
                    <a:pt x="23496" y="4469"/>
                    <a:pt x="29484" y="6596"/>
                    <a:pt x="35533" y="6049"/>
                  </a:cubicBezTo>
                  <a:cubicBezTo>
                    <a:pt x="47357" y="4955"/>
                    <a:pt x="40822" y="16809"/>
                    <a:pt x="38208" y="23983"/>
                  </a:cubicBezTo>
                  <a:cubicBezTo>
                    <a:pt x="36657" y="28329"/>
                    <a:pt x="33557" y="33253"/>
                    <a:pt x="37691" y="36962"/>
                  </a:cubicBezTo>
                  <a:cubicBezTo>
                    <a:pt x="40244" y="39272"/>
                    <a:pt x="44591" y="39636"/>
                    <a:pt x="47661" y="38603"/>
                  </a:cubicBezTo>
                  <a:cubicBezTo>
                    <a:pt x="52646" y="36931"/>
                    <a:pt x="56901" y="33557"/>
                    <a:pt x="61764" y="31460"/>
                  </a:cubicBezTo>
                  <a:cubicBezTo>
                    <a:pt x="65533" y="29819"/>
                    <a:pt x="69576" y="29150"/>
                    <a:pt x="73375" y="27721"/>
                  </a:cubicBezTo>
                  <a:cubicBezTo>
                    <a:pt x="80974" y="24864"/>
                    <a:pt x="92464" y="27721"/>
                    <a:pt x="96659" y="32068"/>
                  </a:cubicBezTo>
                  <a:cubicBezTo>
                    <a:pt x="100884" y="36445"/>
                    <a:pt x="98634" y="48512"/>
                    <a:pt x="108452" y="48664"/>
                  </a:cubicBezTo>
                  <a:cubicBezTo>
                    <a:pt x="114014" y="48755"/>
                    <a:pt x="116416" y="49150"/>
                    <a:pt x="118756" y="54105"/>
                  </a:cubicBezTo>
                  <a:cubicBezTo>
                    <a:pt x="120550" y="57874"/>
                    <a:pt x="120002" y="60488"/>
                    <a:pt x="125413" y="61035"/>
                  </a:cubicBezTo>
                  <a:cubicBezTo>
                    <a:pt x="131158" y="61643"/>
                    <a:pt x="141553" y="59454"/>
                    <a:pt x="146234" y="63922"/>
                  </a:cubicBezTo>
                  <a:cubicBezTo>
                    <a:pt x="149334" y="66871"/>
                    <a:pt x="153894" y="71096"/>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28"/>
            <p:cNvSpPr/>
            <p:nvPr/>
          </p:nvSpPr>
          <p:spPr>
            <a:xfrm>
              <a:off x="2975000" y="442550"/>
              <a:ext cx="3962850" cy="1775125"/>
            </a:xfrm>
            <a:custGeom>
              <a:rect b="b" l="l" r="r" t="t"/>
              <a:pathLst>
                <a:path extrusionOk="0" fill="none" h="71005" w="158514">
                  <a:moveTo>
                    <a:pt x="0" y="1"/>
                  </a:moveTo>
                  <a:cubicBezTo>
                    <a:pt x="5593" y="2311"/>
                    <a:pt x="11520" y="3648"/>
                    <a:pt x="17569" y="3861"/>
                  </a:cubicBezTo>
                  <a:cubicBezTo>
                    <a:pt x="23587" y="4074"/>
                    <a:pt x="29636" y="5837"/>
                    <a:pt x="35594" y="5046"/>
                  </a:cubicBezTo>
                  <a:cubicBezTo>
                    <a:pt x="47569" y="3466"/>
                    <a:pt x="43800" y="12280"/>
                    <a:pt x="40578" y="20974"/>
                  </a:cubicBezTo>
                  <a:cubicBezTo>
                    <a:pt x="39059" y="25107"/>
                    <a:pt x="34773" y="31916"/>
                    <a:pt x="38268" y="35867"/>
                  </a:cubicBezTo>
                  <a:cubicBezTo>
                    <a:pt x="40548" y="38451"/>
                    <a:pt x="45381" y="38208"/>
                    <a:pt x="48238" y="37296"/>
                  </a:cubicBezTo>
                  <a:cubicBezTo>
                    <a:pt x="53405" y="35624"/>
                    <a:pt x="57965" y="32281"/>
                    <a:pt x="63102" y="30366"/>
                  </a:cubicBezTo>
                  <a:cubicBezTo>
                    <a:pt x="66780" y="28968"/>
                    <a:pt x="70701" y="28420"/>
                    <a:pt x="74257" y="26840"/>
                  </a:cubicBezTo>
                  <a:cubicBezTo>
                    <a:pt x="81552" y="23588"/>
                    <a:pt x="94075" y="26779"/>
                    <a:pt x="97935" y="30791"/>
                  </a:cubicBezTo>
                  <a:cubicBezTo>
                    <a:pt x="101887" y="34895"/>
                    <a:pt x="98938" y="48542"/>
                    <a:pt x="108817" y="48664"/>
                  </a:cubicBezTo>
                  <a:cubicBezTo>
                    <a:pt x="114227" y="48694"/>
                    <a:pt x="116872" y="49029"/>
                    <a:pt x="119364" y="53801"/>
                  </a:cubicBezTo>
                  <a:cubicBezTo>
                    <a:pt x="121249" y="57448"/>
                    <a:pt x="120702" y="60032"/>
                    <a:pt x="126021" y="60518"/>
                  </a:cubicBezTo>
                  <a:cubicBezTo>
                    <a:pt x="131826" y="61035"/>
                    <a:pt x="141857" y="59120"/>
                    <a:pt x="146507" y="63771"/>
                  </a:cubicBezTo>
                  <a:cubicBezTo>
                    <a:pt x="149456" y="66719"/>
                    <a:pt x="153924" y="7100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28"/>
            <p:cNvSpPr/>
            <p:nvPr/>
          </p:nvSpPr>
          <p:spPr>
            <a:xfrm>
              <a:off x="2975000" y="442550"/>
              <a:ext cx="3962850" cy="1772850"/>
            </a:xfrm>
            <a:custGeom>
              <a:rect b="b" l="l" r="r" t="t"/>
              <a:pathLst>
                <a:path extrusionOk="0" fill="none" h="70914" w="158514">
                  <a:moveTo>
                    <a:pt x="0" y="1"/>
                  </a:moveTo>
                  <a:cubicBezTo>
                    <a:pt x="5623" y="2280"/>
                    <a:pt x="11611" y="3526"/>
                    <a:pt x="17690" y="3648"/>
                  </a:cubicBezTo>
                  <a:cubicBezTo>
                    <a:pt x="23648" y="3709"/>
                    <a:pt x="29636" y="5016"/>
                    <a:pt x="35563" y="4104"/>
                  </a:cubicBezTo>
                  <a:cubicBezTo>
                    <a:pt x="47022" y="2371"/>
                    <a:pt x="46627" y="7843"/>
                    <a:pt x="43101" y="17812"/>
                  </a:cubicBezTo>
                  <a:cubicBezTo>
                    <a:pt x="41733" y="21612"/>
                    <a:pt x="36232" y="30670"/>
                    <a:pt x="39028" y="34621"/>
                  </a:cubicBezTo>
                  <a:cubicBezTo>
                    <a:pt x="41004" y="37387"/>
                    <a:pt x="46293" y="36901"/>
                    <a:pt x="48968" y="35989"/>
                  </a:cubicBezTo>
                  <a:cubicBezTo>
                    <a:pt x="57235" y="33071"/>
                    <a:pt x="67235" y="29667"/>
                    <a:pt x="75108" y="25867"/>
                  </a:cubicBezTo>
                  <a:cubicBezTo>
                    <a:pt x="82008" y="22524"/>
                    <a:pt x="95655" y="25746"/>
                    <a:pt x="99303" y="29484"/>
                  </a:cubicBezTo>
                  <a:cubicBezTo>
                    <a:pt x="103042" y="33284"/>
                    <a:pt x="99546" y="48573"/>
                    <a:pt x="109242" y="48573"/>
                  </a:cubicBezTo>
                  <a:cubicBezTo>
                    <a:pt x="114379" y="48573"/>
                    <a:pt x="117328" y="48968"/>
                    <a:pt x="119942" y="53527"/>
                  </a:cubicBezTo>
                  <a:cubicBezTo>
                    <a:pt x="121948" y="57023"/>
                    <a:pt x="121340" y="59606"/>
                    <a:pt x="126629" y="60032"/>
                  </a:cubicBezTo>
                  <a:cubicBezTo>
                    <a:pt x="132495" y="60488"/>
                    <a:pt x="142130" y="58725"/>
                    <a:pt x="146751" y="63558"/>
                  </a:cubicBezTo>
                  <a:cubicBezTo>
                    <a:pt x="149608" y="66567"/>
                    <a:pt x="153985" y="70913"/>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28"/>
            <p:cNvSpPr/>
            <p:nvPr/>
          </p:nvSpPr>
          <p:spPr>
            <a:xfrm>
              <a:off x="2975000" y="442550"/>
              <a:ext cx="3962100" cy="1769800"/>
            </a:xfrm>
            <a:custGeom>
              <a:rect b="b" l="l" r="r" t="t"/>
              <a:pathLst>
                <a:path extrusionOk="0" fill="none" h="70792" w="158484">
                  <a:moveTo>
                    <a:pt x="0" y="1"/>
                  </a:moveTo>
                  <a:cubicBezTo>
                    <a:pt x="5654" y="2280"/>
                    <a:pt x="11703" y="3435"/>
                    <a:pt x="17812" y="3405"/>
                  </a:cubicBezTo>
                  <a:cubicBezTo>
                    <a:pt x="23709" y="3344"/>
                    <a:pt x="29606" y="4165"/>
                    <a:pt x="35502" y="3192"/>
                  </a:cubicBezTo>
                  <a:cubicBezTo>
                    <a:pt x="37660" y="2858"/>
                    <a:pt x="42463" y="1976"/>
                    <a:pt x="44621" y="2949"/>
                  </a:cubicBezTo>
                  <a:cubicBezTo>
                    <a:pt x="49545" y="5168"/>
                    <a:pt x="46840" y="10913"/>
                    <a:pt x="45624" y="14742"/>
                  </a:cubicBezTo>
                  <a:cubicBezTo>
                    <a:pt x="43557" y="21369"/>
                    <a:pt x="34135" y="40001"/>
                    <a:pt x="49819" y="34652"/>
                  </a:cubicBezTo>
                  <a:cubicBezTo>
                    <a:pt x="58299" y="31734"/>
                    <a:pt x="67935" y="28177"/>
                    <a:pt x="76050" y="24864"/>
                  </a:cubicBezTo>
                  <a:cubicBezTo>
                    <a:pt x="83072" y="21977"/>
                    <a:pt x="96051" y="24347"/>
                    <a:pt x="100762" y="28117"/>
                  </a:cubicBezTo>
                  <a:cubicBezTo>
                    <a:pt x="105716" y="32098"/>
                    <a:pt x="98908" y="48299"/>
                    <a:pt x="109698" y="48482"/>
                  </a:cubicBezTo>
                  <a:cubicBezTo>
                    <a:pt x="114653" y="48573"/>
                    <a:pt x="117753" y="48846"/>
                    <a:pt x="120458" y="53254"/>
                  </a:cubicBezTo>
                  <a:cubicBezTo>
                    <a:pt x="122586" y="56628"/>
                    <a:pt x="121948" y="59242"/>
                    <a:pt x="127176" y="59576"/>
                  </a:cubicBezTo>
                  <a:cubicBezTo>
                    <a:pt x="133133" y="60001"/>
                    <a:pt x="142404" y="58360"/>
                    <a:pt x="146963" y="63375"/>
                  </a:cubicBezTo>
                  <a:cubicBezTo>
                    <a:pt x="149699" y="66385"/>
                    <a:pt x="153985" y="70792"/>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28"/>
            <p:cNvSpPr/>
            <p:nvPr/>
          </p:nvSpPr>
          <p:spPr>
            <a:xfrm>
              <a:off x="2975000" y="442550"/>
              <a:ext cx="3963625" cy="1767525"/>
            </a:xfrm>
            <a:custGeom>
              <a:rect b="b" l="l" r="r" t="t"/>
              <a:pathLst>
                <a:path extrusionOk="0" fill="none" h="70701" w="158545">
                  <a:moveTo>
                    <a:pt x="0" y="1"/>
                  </a:moveTo>
                  <a:cubicBezTo>
                    <a:pt x="5715" y="2250"/>
                    <a:pt x="11794" y="3314"/>
                    <a:pt x="17934" y="3192"/>
                  </a:cubicBezTo>
                  <a:cubicBezTo>
                    <a:pt x="23770" y="2979"/>
                    <a:pt x="29575" y="3314"/>
                    <a:pt x="35411" y="2341"/>
                  </a:cubicBezTo>
                  <a:cubicBezTo>
                    <a:pt x="44439" y="791"/>
                    <a:pt x="50518" y="2371"/>
                    <a:pt x="48147" y="11916"/>
                  </a:cubicBezTo>
                  <a:cubicBezTo>
                    <a:pt x="46627" y="18086"/>
                    <a:pt x="34894" y="38725"/>
                    <a:pt x="50883" y="33253"/>
                  </a:cubicBezTo>
                  <a:cubicBezTo>
                    <a:pt x="59697" y="30244"/>
                    <a:pt x="68482" y="26688"/>
                    <a:pt x="77418" y="23922"/>
                  </a:cubicBezTo>
                  <a:cubicBezTo>
                    <a:pt x="84227" y="21794"/>
                    <a:pt x="97601" y="22585"/>
                    <a:pt x="102312" y="26779"/>
                  </a:cubicBezTo>
                  <a:cubicBezTo>
                    <a:pt x="107510" y="31399"/>
                    <a:pt x="99394" y="48056"/>
                    <a:pt x="110276" y="48330"/>
                  </a:cubicBezTo>
                  <a:cubicBezTo>
                    <a:pt x="115200" y="48451"/>
                    <a:pt x="117966" y="49181"/>
                    <a:pt x="120945" y="52889"/>
                  </a:cubicBezTo>
                  <a:cubicBezTo>
                    <a:pt x="123376" y="55928"/>
                    <a:pt x="122464" y="58877"/>
                    <a:pt x="127784" y="59150"/>
                  </a:cubicBezTo>
                  <a:cubicBezTo>
                    <a:pt x="133711" y="59454"/>
                    <a:pt x="142769" y="58026"/>
                    <a:pt x="147267" y="63223"/>
                  </a:cubicBezTo>
                  <a:cubicBezTo>
                    <a:pt x="149881" y="66202"/>
                    <a:pt x="154076" y="70701"/>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28"/>
            <p:cNvSpPr/>
            <p:nvPr/>
          </p:nvSpPr>
          <p:spPr>
            <a:xfrm>
              <a:off x="2975000" y="442550"/>
              <a:ext cx="3962850" cy="1765250"/>
            </a:xfrm>
            <a:custGeom>
              <a:rect b="b" l="l" r="r" t="t"/>
              <a:pathLst>
                <a:path extrusionOk="0" fill="none" h="70610" w="158514">
                  <a:moveTo>
                    <a:pt x="0" y="1"/>
                  </a:moveTo>
                  <a:cubicBezTo>
                    <a:pt x="5745" y="2219"/>
                    <a:pt x="11885" y="3223"/>
                    <a:pt x="18025" y="2949"/>
                  </a:cubicBezTo>
                  <a:cubicBezTo>
                    <a:pt x="23800" y="2645"/>
                    <a:pt x="29514" y="2493"/>
                    <a:pt x="35259" y="1490"/>
                  </a:cubicBezTo>
                  <a:cubicBezTo>
                    <a:pt x="38056" y="1004"/>
                    <a:pt x="42189" y="396"/>
                    <a:pt x="44986" y="1064"/>
                  </a:cubicBezTo>
                  <a:cubicBezTo>
                    <a:pt x="50183" y="2280"/>
                    <a:pt x="51065" y="4803"/>
                    <a:pt x="50487" y="9454"/>
                  </a:cubicBezTo>
                  <a:cubicBezTo>
                    <a:pt x="49728" y="14986"/>
                    <a:pt x="36627" y="36870"/>
                    <a:pt x="52068" y="31825"/>
                  </a:cubicBezTo>
                  <a:cubicBezTo>
                    <a:pt x="60944" y="28937"/>
                    <a:pt x="69910" y="25533"/>
                    <a:pt x="79029" y="23010"/>
                  </a:cubicBezTo>
                  <a:cubicBezTo>
                    <a:pt x="86111" y="21095"/>
                    <a:pt x="98969" y="21551"/>
                    <a:pt x="103893" y="25472"/>
                  </a:cubicBezTo>
                  <a:cubicBezTo>
                    <a:pt x="109212" y="29697"/>
                    <a:pt x="100093" y="47661"/>
                    <a:pt x="110823" y="48147"/>
                  </a:cubicBezTo>
                  <a:cubicBezTo>
                    <a:pt x="115595" y="48360"/>
                    <a:pt x="118422" y="49120"/>
                    <a:pt x="121431" y="52646"/>
                  </a:cubicBezTo>
                  <a:cubicBezTo>
                    <a:pt x="123923" y="55594"/>
                    <a:pt x="123103" y="58542"/>
                    <a:pt x="128300" y="58786"/>
                  </a:cubicBezTo>
                  <a:cubicBezTo>
                    <a:pt x="134288" y="59059"/>
                    <a:pt x="143042" y="57783"/>
                    <a:pt x="147480" y="63041"/>
                  </a:cubicBezTo>
                  <a:cubicBezTo>
                    <a:pt x="150003" y="65989"/>
                    <a:pt x="154076" y="7061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28"/>
            <p:cNvSpPr/>
            <p:nvPr/>
          </p:nvSpPr>
          <p:spPr>
            <a:xfrm>
              <a:off x="2975000" y="428125"/>
              <a:ext cx="3962850" cy="1777400"/>
            </a:xfrm>
            <a:custGeom>
              <a:rect b="b" l="l" r="r" t="t"/>
              <a:pathLst>
                <a:path extrusionOk="0" fill="none" h="71096" w="158514">
                  <a:moveTo>
                    <a:pt x="0" y="578"/>
                  </a:moveTo>
                  <a:cubicBezTo>
                    <a:pt x="5715" y="2705"/>
                    <a:pt x="12128" y="3769"/>
                    <a:pt x="18146" y="3313"/>
                  </a:cubicBezTo>
                  <a:cubicBezTo>
                    <a:pt x="23861" y="2888"/>
                    <a:pt x="29484" y="2219"/>
                    <a:pt x="35138" y="1246"/>
                  </a:cubicBezTo>
                  <a:cubicBezTo>
                    <a:pt x="42554" y="0"/>
                    <a:pt x="52281" y="1489"/>
                    <a:pt x="52585" y="7994"/>
                  </a:cubicBezTo>
                  <a:cubicBezTo>
                    <a:pt x="52767" y="12523"/>
                    <a:pt x="39211" y="35350"/>
                    <a:pt x="53436" y="30882"/>
                  </a:cubicBezTo>
                  <a:cubicBezTo>
                    <a:pt x="62372" y="28086"/>
                    <a:pt x="71673" y="25137"/>
                    <a:pt x="80914" y="22736"/>
                  </a:cubicBezTo>
                  <a:cubicBezTo>
                    <a:pt x="88604" y="20760"/>
                    <a:pt x="100032" y="21551"/>
                    <a:pt x="105443" y="24803"/>
                  </a:cubicBezTo>
                  <a:cubicBezTo>
                    <a:pt x="111674" y="28511"/>
                    <a:pt x="99941" y="47508"/>
                    <a:pt x="111431" y="48511"/>
                  </a:cubicBezTo>
                  <a:cubicBezTo>
                    <a:pt x="116081" y="48937"/>
                    <a:pt x="118847" y="49606"/>
                    <a:pt x="121887" y="52980"/>
                  </a:cubicBezTo>
                  <a:cubicBezTo>
                    <a:pt x="124440" y="55837"/>
                    <a:pt x="123741" y="58785"/>
                    <a:pt x="128787" y="58998"/>
                  </a:cubicBezTo>
                  <a:cubicBezTo>
                    <a:pt x="134836" y="59271"/>
                    <a:pt x="143316" y="58147"/>
                    <a:pt x="147723" y="63436"/>
                  </a:cubicBezTo>
                  <a:cubicBezTo>
                    <a:pt x="150125" y="66323"/>
                    <a:pt x="154106" y="71095"/>
                    <a:pt x="158514" y="6924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28"/>
            <p:cNvSpPr/>
            <p:nvPr/>
          </p:nvSpPr>
          <p:spPr>
            <a:xfrm>
              <a:off x="2975000" y="412925"/>
              <a:ext cx="3962850" cy="1789550"/>
            </a:xfrm>
            <a:custGeom>
              <a:rect b="b" l="l" r="r" t="t"/>
              <a:pathLst>
                <a:path extrusionOk="0" fill="none" h="71582" w="158514">
                  <a:moveTo>
                    <a:pt x="0" y="1186"/>
                  </a:moveTo>
                  <a:cubicBezTo>
                    <a:pt x="5745" y="3283"/>
                    <a:pt x="12219" y="4286"/>
                    <a:pt x="18238" y="3678"/>
                  </a:cubicBezTo>
                  <a:cubicBezTo>
                    <a:pt x="23891" y="3131"/>
                    <a:pt x="29454" y="1976"/>
                    <a:pt x="35046" y="1034"/>
                  </a:cubicBezTo>
                  <a:cubicBezTo>
                    <a:pt x="41308" y="0"/>
                    <a:pt x="52980" y="638"/>
                    <a:pt x="54317" y="7082"/>
                  </a:cubicBezTo>
                  <a:cubicBezTo>
                    <a:pt x="55260" y="11672"/>
                    <a:pt x="42159" y="33557"/>
                    <a:pt x="54895" y="29879"/>
                  </a:cubicBezTo>
                  <a:cubicBezTo>
                    <a:pt x="64044" y="27204"/>
                    <a:pt x="73588" y="24864"/>
                    <a:pt x="82950" y="22523"/>
                  </a:cubicBezTo>
                  <a:cubicBezTo>
                    <a:pt x="90488" y="20608"/>
                    <a:pt x="101248" y="21186"/>
                    <a:pt x="106932" y="24256"/>
                  </a:cubicBezTo>
                  <a:cubicBezTo>
                    <a:pt x="113862" y="27964"/>
                    <a:pt x="100762" y="47478"/>
                    <a:pt x="112069" y="48876"/>
                  </a:cubicBezTo>
                  <a:cubicBezTo>
                    <a:pt x="116264" y="49363"/>
                    <a:pt x="119729" y="49879"/>
                    <a:pt x="122343" y="53344"/>
                  </a:cubicBezTo>
                  <a:cubicBezTo>
                    <a:pt x="124562" y="56354"/>
                    <a:pt x="124653" y="59089"/>
                    <a:pt x="129273" y="59272"/>
                  </a:cubicBezTo>
                  <a:cubicBezTo>
                    <a:pt x="135352" y="59545"/>
                    <a:pt x="143620" y="58603"/>
                    <a:pt x="147936" y="63861"/>
                  </a:cubicBezTo>
                  <a:cubicBezTo>
                    <a:pt x="150277" y="66688"/>
                    <a:pt x="154137" y="71582"/>
                    <a:pt x="158514" y="6984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28"/>
            <p:cNvSpPr/>
            <p:nvPr/>
          </p:nvSpPr>
          <p:spPr>
            <a:xfrm>
              <a:off x="2975000" y="386325"/>
              <a:ext cx="3962850" cy="1813875"/>
            </a:xfrm>
            <a:custGeom>
              <a:rect b="b" l="l" r="r" t="t"/>
              <a:pathLst>
                <a:path extrusionOk="0" fill="none" h="72555" w="158514">
                  <a:moveTo>
                    <a:pt x="0" y="2250"/>
                  </a:moveTo>
                  <a:cubicBezTo>
                    <a:pt x="5806" y="4286"/>
                    <a:pt x="12371" y="5259"/>
                    <a:pt x="18390" y="4529"/>
                  </a:cubicBezTo>
                  <a:cubicBezTo>
                    <a:pt x="23982" y="3830"/>
                    <a:pt x="29423" y="2250"/>
                    <a:pt x="35046" y="1307"/>
                  </a:cubicBezTo>
                  <a:cubicBezTo>
                    <a:pt x="42767" y="0"/>
                    <a:pt x="52402" y="2067"/>
                    <a:pt x="55685" y="7174"/>
                  </a:cubicBezTo>
                  <a:cubicBezTo>
                    <a:pt x="57570" y="10183"/>
                    <a:pt x="46658" y="32159"/>
                    <a:pt x="56719" y="29271"/>
                  </a:cubicBezTo>
                  <a:cubicBezTo>
                    <a:pt x="65442" y="26748"/>
                    <a:pt x="75746" y="25077"/>
                    <a:pt x="85139" y="22736"/>
                  </a:cubicBezTo>
                  <a:cubicBezTo>
                    <a:pt x="92494" y="20882"/>
                    <a:pt x="102099" y="21338"/>
                    <a:pt x="108300" y="24317"/>
                  </a:cubicBezTo>
                  <a:cubicBezTo>
                    <a:pt x="116477" y="28207"/>
                    <a:pt x="101765" y="47873"/>
                    <a:pt x="112799" y="49636"/>
                  </a:cubicBezTo>
                  <a:cubicBezTo>
                    <a:pt x="116780" y="50275"/>
                    <a:pt x="120215" y="50852"/>
                    <a:pt x="122768" y="54165"/>
                  </a:cubicBezTo>
                  <a:cubicBezTo>
                    <a:pt x="125048" y="57083"/>
                    <a:pt x="125200" y="59849"/>
                    <a:pt x="129729" y="60032"/>
                  </a:cubicBezTo>
                  <a:cubicBezTo>
                    <a:pt x="135839" y="60336"/>
                    <a:pt x="143893" y="59545"/>
                    <a:pt x="148179" y="64773"/>
                  </a:cubicBezTo>
                  <a:cubicBezTo>
                    <a:pt x="150459" y="67539"/>
                    <a:pt x="154167" y="72555"/>
                    <a:pt x="158514" y="7091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28"/>
            <p:cNvSpPr/>
            <p:nvPr/>
          </p:nvSpPr>
          <p:spPr>
            <a:xfrm>
              <a:off x="2975000" y="367325"/>
              <a:ext cx="3962850" cy="1829825"/>
            </a:xfrm>
            <a:custGeom>
              <a:rect b="b" l="l" r="r" t="t"/>
              <a:pathLst>
                <a:path extrusionOk="0" fill="none" h="73193" w="158514">
                  <a:moveTo>
                    <a:pt x="0" y="3010"/>
                  </a:moveTo>
                  <a:cubicBezTo>
                    <a:pt x="5836" y="5016"/>
                    <a:pt x="12432" y="5897"/>
                    <a:pt x="18481" y="5046"/>
                  </a:cubicBezTo>
                  <a:cubicBezTo>
                    <a:pt x="24104" y="4286"/>
                    <a:pt x="29514" y="2067"/>
                    <a:pt x="35077" y="1216"/>
                  </a:cubicBezTo>
                  <a:cubicBezTo>
                    <a:pt x="43010" y="0"/>
                    <a:pt x="51703" y="2584"/>
                    <a:pt x="56719" y="7447"/>
                  </a:cubicBezTo>
                  <a:cubicBezTo>
                    <a:pt x="60123" y="10791"/>
                    <a:pt x="50335" y="30396"/>
                    <a:pt x="58998" y="28360"/>
                  </a:cubicBezTo>
                  <a:cubicBezTo>
                    <a:pt x="67722" y="26293"/>
                    <a:pt x="78056" y="25016"/>
                    <a:pt x="87357" y="22615"/>
                  </a:cubicBezTo>
                  <a:cubicBezTo>
                    <a:pt x="94531" y="20761"/>
                    <a:pt x="103224" y="21065"/>
                    <a:pt x="109546" y="24104"/>
                  </a:cubicBezTo>
                  <a:cubicBezTo>
                    <a:pt x="118209" y="28268"/>
                    <a:pt x="103376" y="47965"/>
                    <a:pt x="113559" y="50062"/>
                  </a:cubicBezTo>
                  <a:cubicBezTo>
                    <a:pt x="117328" y="50822"/>
                    <a:pt x="120671" y="51551"/>
                    <a:pt x="123194" y="54682"/>
                  </a:cubicBezTo>
                  <a:cubicBezTo>
                    <a:pt x="125474" y="57539"/>
                    <a:pt x="125717" y="60305"/>
                    <a:pt x="130155" y="60518"/>
                  </a:cubicBezTo>
                  <a:cubicBezTo>
                    <a:pt x="136295" y="60852"/>
                    <a:pt x="144137" y="60214"/>
                    <a:pt x="148392" y="65381"/>
                  </a:cubicBezTo>
                  <a:cubicBezTo>
                    <a:pt x="150611" y="68056"/>
                    <a:pt x="154228" y="73193"/>
                    <a:pt x="158514" y="7167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28"/>
            <p:cNvSpPr/>
            <p:nvPr/>
          </p:nvSpPr>
          <p:spPr>
            <a:xfrm>
              <a:off x="2975000" y="347575"/>
              <a:ext cx="3962850" cy="1845775"/>
            </a:xfrm>
            <a:custGeom>
              <a:rect b="b" l="l" r="r" t="t"/>
              <a:pathLst>
                <a:path extrusionOk="0" fill="none" h="73831" w="158514">
                  <a:moveTo>
                    <a:pt x="0" y="3800"/>
                  </a:moveTo>
                  <a:cubicBezTo>
                    <a:pt x="5867" y="5775"/>
                    <a:pt x="12554" y="6566"/>
                    <a:pt x="18602" y="5623"/>
                  </a:cubicBezTo>
                  <a:cubicBezTo>
                    <a:pt x="24256" y="4711"/>
                    <a:pt x="29575" y="1915"/>
                    <a:pt x="35229" y="1125"/>
                  </a:cubicBezTo>
                  <a:cubicBezTo>
                    <a:pt x="43284" y="0"/>
                    <a:pt x="51217" y="3404"/>
                    <a:pt x="57448" y="7903"/>
                  </a:cubicBezTo>
                  <a:cubicBezTo>
                    <a:pt x="62129" y="11247"/>
                    <a:pt x="59454" y="16353"/>
                    <a:pt x="58421" y="20852"/>
                  </a:cubicBezTo>
                  <a:cubicBezTo>
                    <a:pt x="57782" y="23587"/>
                    <a:pt x="56506" y="28420"/>
                    <a:pt x="61582" y="27599"/>
                  </a:cubicBezTo>
                  <a:cubicBezTo>
                    <a:pt x="70305" y="26171"/>
                    <a:pt x="80366" y="24925"/>
                    <a:pt x="89516" y="22493"/>
                  </a:cubicBezTo>
                  <a:cubicBezTo>
                    <a:pt x="96628" y="20639"/>
                    <a:pt x="104501" y="20700"/>
                    <a:pt x="110732" y="23952"/>
                  </a:cubicBezTo>
                  <a:cubicBezTo>
                    <a:pt x="119698" y="28663"/>
                    <a:pt x="104501" y="47600"/>
                    <a:pt x="114379" y="50487"/>
                  </a:cubicBezTo>
                  <a:cubicBezTo>
                    <a:pt x="117996" y="51551"/>
                    <a:pt x="121157" y="52250"/>
                    <a:pt x="123619" y="55229"/>
                  </a:cubicBezTo>
                  <a:cubicBezTo>
                    <a:pt x="125899" y="57995"/>
                    <a:pt x="126203" y="60791"/>
                    <a:pt x="130550" y="61065"/>
                  </a:cubicBezTo>
                  <a:cubicBezTo>
                    <a:pt x="136659" y="61399"/>
                    <a:pt x="144380" y="60913"/>
                    <a:pt x="148605" y="65989"/>
                  </a:cubicBezTo>
                  <a:cubicBezTo>
                    <a:pt x="150793" y="68603"/>
                    <a:pt x="154258" y="73831"/>
                    <a:pt x="158514" y="7246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28"/>
            <p:cNvSpPr/>
            <p:nvPr/>
          </p:nvSpPr>
          <p:spPr>
            <a:xfrm>
              <a:off x="2975000" y="324000"/>
              <a:ext cx="3962850" cy="1867075"/>
            </a:xfrm>
            <a:custGeom>
              <a:rect b="b" l="l" r="r" t="t"/>
              <a:pathLst>
                <a:path extrusionOk="0" fill="none" h="74683" w="158514">
                  <a:moveTo>
                    <a:pt x="0" y="4743"/>
                  </a:moveTo>
                  <a:cubicBezTo>
                    <a:pt x="5897" y="6688"/>
                    <a:pt x="12645" y="7387"/>
                    <a:pt x="18724" y="6323"/>
                  </a:cubicBezTo>
                  <a:cubicBezTo>
                    <a:pt x="24469" y="5290"/>
                    <a:pt x="29758" y="1977"/>
                    <a:pt x="35502" y="1156"/>
                  </a:cubicBezTo>
                  <a:cubicBezTo>
                    <a:pt x="43466" y="1"/>
                    <a:pt x="51460" y="4682"/>
                    <a:pt x="57934" y="8572"/>
                  </a:cubicBezTo>
                  <a:cubicBezTo>
                    <a:pt x="62858" y="11521"/>
                    <a:pt x="62099" y="15411"/>
                    <a:pt x="61339" y="20153"/>
                  </a:cubicBezTo>
                  <a:cubicBezTo>
                    <a:pt x="60883" y="22919"/>
                    <a:pt x="59576" y="27448"/>
                    <a:pt x="64378" y="27144"/>
                  </a:cubicBezTo>
                  <a:cubicBezTo>
                    <a:pt x="73223" y="26597"/>
                    <a:pt x="82737" y="24834"/>
                    <a:pt x="91643" y="22494"/>
                  </a:cubicBezTo>
                  <a:cubicBezTo>
                    <a:pt x="98817" y="20609"/>
                    <a:pt x="105747" y="20366"/>
                    <a:pt x="111856" y="23983"/>
                  </a:cubicBezTo>
                  <a:cubicBezTo>
                    <a:pt x="120519" y="29120"/>
                    <a:pt x="105990" y="47296"/>
                    <a:pt x="115230" y="51035"/>
                  </a:cubicBezTo>
                  <a:cubicBezTo>
                    <a:pt x="118543" y="52372"/>
                    <a:pt x="121705" y="53072"/>
                    <a:pt x="124045" y="55898"/>
                  </a:cubicBezTo>
                  <a:cubicBezTo>
                    <a:pt x="126325" y="58634"/>
                    <a:pt x="126659" y="61461"/>
                    <a:pt x="130914" y="61765"/>
                  </a:cubicBezTo>
                  <a:cubicBezTo>
                    <a:pt x="136994" y="62160"/>
                    <a:pt x="144593" y="61825"/>
                    <a:pt x="148818" y="66810"/>
                  </a:cubicBezTo>
                  <a:cubicBezTo>
                    <a:pt x="150945" y="69364"/>
                    <a:pt x="154289" y="74683"/>
                    <a:pt x="158514" y="73406"/>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28"/>
            <p:cNvSpPr/>
            <p:nvPr/>
          </p:nvSpPr>
          <p:spPr>
            <a:xfrm>
              <a:off x="2975000" y="297425"/>
              <a:ext cx="3962850" cy="1890625"/>
            </a:xfrm>
            <a:custGeom>
              <a:rect b="b" l="l" r="r" t="t"/>
              <a:pathLst>
                <a:path extrusionOk="0" fill="none" h="75625" w="158514">
                  <a:moveTo>
                    <a:pt x="0" y="5806"/>
                  </a:moveTo>
                  <a:cubicBezTo>
                    <a:pt x="5927" y="7690"/>
                    <a:pt x="12918" y="8450"/>
                    <a:pt x="18815" y="7173"/>
                  </a:cubicBezTo>
                  <a:cubicBezTo>
                    <a:pt x="24530" y="5927"/>
                    <a:pt x="30122" y="2128"/>
                    <a:pt x="35928" y="1216"/>
                  </a:cubicBezTo>
                  <a:cubicBezTo>
                    <a:pt x="43648" y="0"/>
                    <a:pt x="52494" y="5593"/>
                    <a:pt x="58178" y="9392"/>
                  </a:cubicBezTo>
                  <a:cubicBezTo>
                    <a:pt x="62585" y="12310"/>
                    <a:pt x="64226" y="14347"/>
                    <a:pt x="64074" y="19940"/>
                  </a:cubicBezTo>
                  <a:cubicBezTo>
                    <a:pt x="64014" y="22797"/>
                    <a:pt x="62828" y="26839"/>
                    <a:pt x="67296" y="27022"/>
                  </a:cubicBezTo>
                  <a:cubicBezTo>
                    <a:pt x="76081" y="27417"/>
                    <a:pt x="85199" y="24560"/>
                    <a:pt x="93589" y="22584"/>
                  </a:cubicBezTo>
                  <a:cubicBezTo>
                    <a:pt x="100975" y="20851"/>
                    <a:pt x="106598" y="19879"/>
                    <a:pt x="112920" y="24165"/>
                  </a:cubicBezTo>
                  <a:cubicBezTo>
                    <a:pt x="121188" y="29788"/>
                    <a:pt x="107753" y="47113"/>
                    <a:pt x="116142" y="51673"/>
                  </a:cubicBezTo>
                  <a:cubicBezTo>
                    <a:pt x="119030" y="53223"/>
                    <a:pt x="122221" y="54013"/>
                    <a:pt x="124501" y="56718"/>
                  </a:cubicBezTo>
                  <a:cubicBezTo>
                    <a:pt x="126781" y="59423"/>
                    <a:pt x="127115" y="62281"/>
                    <a:pt x="131279" y="62615"/>
                  </a:cubicBezTo>
                  <a:cubicBezTo>
                    <a:pt x="137358" y="63101"/>
                    <a:pt x="144836" y="62828"/>
                    <a:pt x="149030" y="67752"/>
                  </a:cubicBezTo>
                  <a:cubicBezTo>
                    <a:pt x="151158" y="70244"/>
                    <a:pt x="154350" y="75624"/>
                    <a:pt x="158514" y="7446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28"/>
            <p:cNvSpPr/>
            <p:nvPr/>
          </p:nvSpPr>
          <p:spPr>
            <a:xfrm>
              <a:off x="2975000" y="270050"/>
              <a:ext cx="3962100" cy="1914200"/>
            </a:xfrm>
            <a:custGeom>
              <a:rect b="b" l="l" r="r" t="t"/>
              <a:pathLst>
                <a:path extrusionOk="0" fill="none" h="76568" w="158484">
                  <a:moveTo>
                    <a:pt x="0" y="6901"/>
                  </a:moveTo>
                  <a:cubicBezTo>
                    <a:pt x="5988" y="8785"/>
                    <a:pt x="13040" y="9484"/>
                    <a:pt x="18937" y="8025"/>
                  </a:cubicBezTo>
                  <a:cubicBezTo>
                    <a:pt x="24803" y="6627"/>
                    <a:pt x="30396" y="2402"/>
                    <a:pt x="36414" y="1338"/>
                  </a:cubicBezTo>
                  <a:cubicBezTo>
                    <a:pt x="44013" y="1"/>
                    <a:pt x="52463" y="6688"/>
                    <a:pt x="58208" y="10244"/>
                  </a:cubicBezTo>
                  <a:cubicBezTo>
                    <a:pt x="62676" y="13010"/>
                    <a:pt x="65138" y="14925"/>
                    <a:pt x="66476" y="20092"/>
                  </a:cubicBezTo>
                  <a:cubicBezTo>
                    <a:pt x="67235" y="22980"/>
                    <a:pt x="65868" y="26536"/>
                    <a:pt x="70214" y="27144"/>
                  </a:cubicBezTo>
                  <a:cubicBezTo>
                    <a:pt x="78695" y="28329"/>
                    <a:pt x="87753" y="24104"/>
                    <a:pt x="95351" y="22646"/>
                  </a:cubicBezTo>
                  <a:cubicBezTo>
                    <a:pt x="102950" y="21187"/>
                    <a:pt x="107327" y="19150"/>
                    <a:pt x="113893" y="24408"/>
                  </a:cubicBezTo>
                  <a:cubicBezTo>
                    <a:pt x="121309" y="30366"/>
                    <a:pt x="109668" y="47023"/>
                    <a:pt x="117084" y="52251"/>
                  </a:cubicBezTo>
                  <a:cubicBezTo>
                    <a:pt x="119577" y="54014"/>
                    <a:pt x="122586" y="54956"/>
                    <a:pt x="125018" y="57418"/>
                  </a:cubicBezTo>
                  <a:cubicBezTo>
                    <a:pt x="127419" y="59880"/>
                    <a:pt x="127145" y="63011"/>
                    <a:pt x="131614" y="63436"/>
                  </a:cubicBezTo>
                  <a:cubicBezTo>
                    <a:pt x="137602" y="64014"/>
                    <a:pt x="144988" y="63832"/>
                    <a:pt x="149213" y="68695"/>
                  </a:cubicBezTo>
                  <a:cubicBezTo>
                    <a:pt x="151310" y="71126"/>
                    <a:pt x="154410" y="76567"/>
                    <a:pt x="158483" y="755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28"/>
            <p:cNvSpPr/>
            <p:nvPr/>
          </p:nvSpPr>
          <p:spPr>
            <a:xfrm>
              <a:off x="2975000" y="244975"/>
              <a:ext cx="3962100" cy="1937000"/>
            </a:xfrm>
            <a:custGeom>
              <a:rect b="b" l="l" r="r" t="t"/>
              <a:pathLst>
                <a:path extrusionOk="0" fill="none" h="77480" w="158484">
                  <a:moveTo>
                    <a:pt x="0" y="7904"/>
                  </a:moveTo>
                  <a:cubicBezTo>
                    <a:pt x="6019" y="9758"/>
                    <a:pt x="13162" y="10366"/>
                    <a:pt x="19058" y="8815"/>
                  </a:cubicBezTo>
                  <a:cubicBezTo>
                    <a:pt x="25077" y="7204"/>
                    <a:pt x="30730" y="2554"/>
                    <a:pt x="36992" y="1429"/>
                  </a:cubicBezTo>
                  <a:cubicBezTo>
                    <a:pt x="44773" y="1"/>
                    <a:pt x="52038" y="7296"/>
                    <a:pt x="58086" y="10974"/>
                  </a:cubicBezTo>
                  <a:cubicBezTo>
                    <a:pt x="62463" y="13618"/>
                    <a:pt x="66111" y="15806"/>
                    <a:pt x="68482" y="20457"/>
                  </a:cubicBezTo>
                  <a:cubicBezTo>
                    <a:pt x="69910" y="23253"/>
                    <a:pt x="69090" y="26475"/>
                    <a:pt x="73041" y="27387"/>
                  </a:cubicBezTo>
                  <a:cubicBezTo>
                    <a:pt x="81005" y="29180"/>
                    <a:pt x="90002" y="23679"/>
                    <a:pt x="96841" y="22615"/>
                  </a:cubicBezTo>
                  <a:cubicBezTo>
                    <a:pt x="104622" y="21399"/>
                    <a:pt x="107692" y="18360"/>
                    <a:pt x="114714" y="24621"/>
                  </a:cubicBezTo>
                  <a:cubicBezTo>
                    <a:pt x="121917" y="31065"/>
                    <a:pt x="111552" y="46780"/>
                    <a:pt x="118087" y="52767"/>
                  </a:cubicBezTo>
                  <a:cubicBezTo>
                    <a:pt x="120124" y="54682"/>
                    <a:pt x="123224" y="55807"/>
                    <a:pt x="125443" y="58178"/>
                  </a:cubicBezTo>
                  <a:cubicBezTo>
                    <a:pt x="127784" y="60640"/>
                    <a:pt x="127632" y="63771"/>
                    <a:pt x="131918" y="64257"/>
                  </a:cubicBezTo>
                  <a:cubicBezTo>
                    <a:pt x="137905" y="64956"/>
                    <a:pt x="145170" y="64804"/>
                    <a:pt x="149425" y="69576"/>
                  </a:cubicBezTo>
                  <a:cubicBezTo>
                    <a:pt x="151523" y="71947"/>
                    <a:pt x="154471" y="77479"/>
                    <a:pt x="158483" y="765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28"/>
            <p:cNvSpPr/>
            <p:nvPr/>
          </p:nvSpPr>
          <p:spPr>
            <a:xfrm>
              <a:off x="2975000" y="222950"/>
              <a:ext cx="3962100" cy="1955225"/>
            </a:xfrm>
            <a:custGeom>
              <a:rect b="b" l="l" r="r" t="t"/>
              <a:pathLst>
                <a:path extrusionOk="0" fill="none" h="78209" w="158484">
                  <a:moveTo>
                    <a:pt x="0" y="8785"/>
                  </a:moveTo>
                  <a:cubicBezTo>
                    <a:pt x="6079" y="10608"/>
                    <a:pt x="13313" y="11155"/>
                    <a:pt x="19180" y="9453"/>
                  </a:cubicBezTo>
                  <a:cubicBezTo>
                    <a:pt x="25289" y="7690"/>
                    <a:pt x="31125" y="2584"/>
                    <a:pt x="37569" y="1459"/>
                  </a:cubicBezTo>
                  <a:cubicBezTo>
                    <a:pt x="45776" y="0"/>
                    <a:pt x="51642" y="7630"/>
                    <a:pt x="57874" y="11520"/>
                  </a:cubicBezTo>
                  <a:cubicBezTo>
                    <a:pt x="62099" y="14134"/>
                    <a:pt x="67175" y="16596"/>
                    <a:pt x="70123" y="20882"/>
                  </a:cubicBezTo>
                  <a:cubicBezTo>
                    <a:pt x="71886" y="23466"/>
                    <a:pt x="72190" y="26688"/>
                    <a:pt x="75625" y="27569"/>
                  </a:cubicBezTo>
                  <a:cubicBezTo>
                    <a:pt x="83193" y="29484"/>
                    <a:pt x="91339" y="23374"/>
                    <a:pt x="97996" y="22371"/>
                  </a:cubicBezTo>
                  <a:cubicBezTo>
                    <a:pt x="106051" y="21186"/>
                    <a:pt x="108391" y="17630"/>
                    <a:pt x="115473" y="24773"/>
                  </a:cubicBezTo>
                  <a:cubicBezTo>
                    <a:pt x="122039" y="31369"/>
                    <a:pt x="113528" y="46475"/>
                    <a:pt x="119060" y="53101"/>
                  </a:cubicBezTo>
                  <a:cubicBezTo>
                    <a:pt x="120732" y="55107"/>
                    <a:pt x="123802" y="56475"/>
                    <a:pt x="125869" y="58785"/>
                  </a:cubicBezTo>
                  <a:cubicBezTo>
                    <a:pt x="128088" y="61247"/>
                    <a:pt x="128057" y="64348"/>
                    <a:pt x="132191" y="64925"/>
                  </a:cubicBezTo>
                  <a:cubicBezTo>
                    <a:pt x="138179" y="65746"/>
                    <a:pt x="145352" y="65594"/>
                    <a:pt x="149608" y="70305"/>
                  </a:cubicBezTo>
                  <a:cubicBezTo>
                    <a:pt x="151705" y="72615"/>
                    <a:pt x="154502" y="78208"/>
                    <a:pt x="158483" y="7744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28"/>
            <p:cNvSpPr/>
            <p:nvPr/>
          </p:nvSpPr>
          <p:spPr>
            <a:xfrm>
              <a:off x="2975000" y="197875"/>
              <a:ext cx="3962850" cy="1976500"/>
            </a:xfrm>
            <a:custGeom>
              <a:rect b="b" l="l" r="r" t="t"/>
              <a:pathLst>
                <a:path extrusionOk="0" fill="none" h="79060" w="158514">
                  <a:moveTo>
                    <a:pt x="0" y="9788"/>
                  </a:moveTo>
                  <a:cubicBezTo>
                    <a:pt x="6110" y="11551"/>
                    <a:pt x="13222" y="11824"/>
                    <a:pt x="19301" y="10244"/>
                  </a:cubicBezTo>
                  <a:cubicBezTo>
                    <a:pt x="26080" y="8450"/>
                    <a:pt x="31369" y="3040"/>
                    <a:pt x="38208" y="1642"/>
                  </a:cubicBezTo>
                  <a:cubicBezTo>
                    <a:pt x="46384" y="0"/>
                    <a:pt x="51855" y="8207"/>
                    <a:pt x="57600" y="12098"/>
                  </a:cubicBezTo>
                  <a:cubicBezTo>
                    <a:pt x="61886" y="14985"/>
                    <a:pt x="67296" y="17478"/>
                    <a:pt x="71065" y="21368"/>
                  </a:cubicBezTo>
                  <a:cubicBezTo>
                    <a:pt x="73315" y="23678"/>
                    <a:pt x="74743" y="27113"/>
                    <a:pt x="77904" y="27903"/>
                  </a:cubicBezTo>
                  <a:cubicBezTo>
                    <a:pt x="84865" y="29575"/>
                    <a:pt x="91978" y="23648"/>
                    <a:pt x="98847" y="22280"/>
                  </a:cubicBezTo>
                  <a:cubicBezTo>
                    <a:pt x="107419" y="20517"/>
                    <a:pt x="109850" y="17903"/>
                    <a:pt x="116233" y="25077"/>
                  </a:cubicBezTo>
                  <a:cubicBezTo>
                    <a:pt x="122069" y="31642"/>
                    <a:pt x="115656" y="46536"/>
                    <a:pt x="120154" y="53557"/>
                  </a:cubicBezTo>
                  <a:cubicBezTo>
                    <a:pt x="121492" y="55624"/>
                    <a:pt x="124471" y="57235"/>
                    <a:pt x="126325" y="59484"/>
                  </a:cubicBezTo>
                  <a:cubicBezTo>
                    <a:pt x="128422" y="61977"/>
                    <a:pt x="128544" y="65047"/>
                    <a:pt x="132495" y="65685"/>
                  </a:cubicBezTo>
                  <a:cubicBezTo>
                    <a:pt x="138392" y="66658"/>
                    <a:pt x="145565" y="66506"/>
                    <a:pt x="149851" y="71187"/>
                  </a:cubicBezTo>
                  <a:cubicBezTo>
                    <a:pt x="151918" y="73466"/>
                    <a:pt x="154593" y="79059"/>
                    <a:pt x="158514" y="7845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28"/>
            <p:cNvSpPr/>
            <p:nvPr/>
          </p:nvSpPr>
          <p:spPr>
            <a:xfrm>
              <a:off x="2975000" y="180400"/>
              <a:ext cx="3962850" cy="1990925"/>
            </a:xfrm>
            <a:custGeom>
              <a:rect b="b" l="l" r="r" t="t"/>
              <a:pathLst>
                <a:path extrusionOk="0" fill="none" h="79637" w="158514">
                  <a:moveTo>
                    <a:pt x="0" y="10487"/>
                  </a:moveTo>
                  <a:cubicBezTo>
                    <a:pt x="6171" y="12219"/>
                    <a:pt x="13374" y="12371"/>
                    <a:pt x="19453" y="10699"/>
                  </a:cubicBezTo>
                  <a:cubicBezTo>
                    <a:pt x="26384" y="8754"/>
                    <a:pt x="31764" y="2979"/>
                    <a:pt x="38876" y="1611"/>
                  </a:cubicBezTo>
                  <a:cubicBezTo>
                    <a:pt x="47265" y="0"/>
                    <a:pt x="51946" y="8025"/>
                    <a:pt x="57418" y="12280"/>
                  </a:cubicBezTo>
                  <a:cubicBezTo>
                    <a:pt x="61582" y="15532"/>
                    <a:pt x="67083" y="17994"/>
                    <a:pt x="71460" y="21490"/>
                  </a:cubicBezTo>
                  <a:cubicBezTo>
                    <a:pt x="74166" y="23678"/>
                    <a:pt x="76597" y="27143"/>
                    <a:pt x="79789" y="27812"/>
                  </a:cubicBezTo>
                  <a:cubicBezTo>
                    <a:pt x="86172" y="29149"/>
                    <a:pt x="92950" y="23374"/>
                    <a:pt x="99364" y="21733"/>
                  </a:cubicBezTo>
                  <a:cubicBezTo>
                    <a:pt x="107723" y="19605"/>
                    <a:pt x="111218" y="17934"/>
                    <a:pt x="117024" y="25137"/>
                  </a:cubicBezTo>
                  <a:cubicBezTo>
                    <a:pt x="122100" y="31460"/>
                    <a:pt x="117784" y="46475"/>
                    <a:pt x="121249" y="53679"/>
                  </a:cubicBezTo>
                  <a:cubicBezTo>
                    <a:pt x="122708" y="56718"/>
                    <a:pt x="129060" y="65472"/>
                    <a:pt x="132769" y="66171"/>
                  </a:cubicBezTo>
                  <a:cubicBezTo>
                    <a:pt x="138605" y="67296"/>
                    <a:pt x="145748" y="67114"/>
                    <a:pt x="150033" y="71764"/>
                  </a:cubicBezTo>
                  <a:cubicBezTo>
                    <a:pt x="152100" y="73983"/>
                    <a:pt x="154684" y="79637"/>
                    <a:pt x="158514" y="7915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28"/>
            <p:cNvSpPr/>
            <p:nvPr/>
          </p:nvSpPr>
          <p:spPr>
            <a:xfrm>
              <a:off x="2975000" y="165200"/>
              <a:ext cx="3962850" cy="2002325"/>
            </a:xfrm>
            <a:custGeom>
              <a:rect b="b" l="l" r="r" t="t"/>
              <a:pathLst>
                <a:path extrusionOk="0" fill="none" h="80093" w="158514">
                  <a:moveTo>
                    <a:pt x="0" y="11095"/>
                  </a:moveTo>
                  <a:cubicBezTo>
                    <a:pt x="6201" y="12797"/>
                    <a:pt x="13496" y="12858"/>
                    <a:pt x="19575" y="11064"/>
                  </a:cubicBezTo>
                  <a:cubicBezTo>
                    <a:pt x="26688" y="8967"/>
                    <a:pt x="32128" y="2857"/>
                    <a:pt x="39545" y="1520"/>
                  </a:cubicBezTo>
                  <a:cubicBezTo>
                    <a:pt x="47965" y="0"/>
                    <a:pt x="52402" y="7599"/>
                    <a:pt x="57326" y="12280"/>
                  </a:cubicBezTo>
                  <a:cubicBezTo>
                    <a:pt x="61096" y="15867"/>
                    <a:pt x="66840" y="18329"/>
                    <a:pt x="71491" y="21490"/>
                  </a:cubicBezTo>
                  <a:cubicBezTo>
                    <a:pt x="74470" y="23496"/>
                    <a:pt x="77600" y="26870"/>
                    <a:pt x="81157" y="27387"/>
                  </a:cubicBezTo>
                  <a:cubicBezTo>
                    <a:pt x="87449" y="28268"/>
                    <a:pt x="93832" y="22827"/>
                    <a:pt x="99607" y="21034"/>
                  </a:cubicBezTo>
                  <a:cubicBezTo>
                    <a:pt x="107814" y="18450"/>
                    <a:pt x="112677" y="17812"/>
                    <a:pt x="117875" y="25137"/>
                  </a:cubicBezTo>
                  <a:cubicBezTo>
                    <a:pt x="120306" y="28602"/>
                    <a:pt x="119364" y="34773"/>
                    <a:pt x="119759" y="39423"/>
                  </a:cubicBezTo>
                  <a:cubicBezTo>
                    <a:pt x="120185" y="44256"/>
                    <a:pt x="120914" y="49697"/>
                    <a:pt x="122343" y="53679"/>
                  </a:cubicBezTo>
                  <a:cubicBezTo>
                    <a:pt x="123498" y="56810"/>
                    <a:pt x="129425" y="65746"/>
                    <a:pt x="133042" y="66536"/>
                  </a:cubicBezTo>
                  <a:cubicBezTo>
                    <a:pt x="138817" y="67782"/>
                    <a:pt x="145930" y="67600"/>
                    <a:pt x="150246" y="72220"/>
                  </a:cubicBezTo>
                  <a:cubicBezTo>
                    <a:pt x="152313" y="74409"/>
                    <a:pt x="154745" y="80093"/>
                    <a:pt x="158514" y="7975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28"/>
            <p:cNvSpPr/>
            <p:nvPr/>
          </p:nvSpPr>
          <p:spPr>
            <a:xfrm>
              <a:off x="2975000" y="150750"/>
              <a:ext cx="3962850" cy="2014500"/>
            </a:xfrm>
            <a:custGeom>
              <a:rect b="b" l="l" r="r" t="t"/>
              <a:pathLst>
                <a:path extrusionOk="0" fill="none" h="80580" w="158514">
                  <a:moveTo>
                    <a:pt x="0" y="11673"/>
                  </a:moveTo>
                  <a:cubicBezTo>
                    <a:pt x="6262" y="13344"/>
                    <a:pt x="13830" y="13588"/>
                    <a:pt x="19727" y="11429"/>
                  </a:cubicBezTo>
                  <a:cubicBezTo>
                    <a:pt x="26566" y="8907"/>
                    <a:pt x="32767" y="2676"/>
                    <a:pt x="40244" y="1399"/>
                  </a:cubicBezTo>
                  <a:cubicBezTo>
                    <a:pt x="48573" y="1"/>
                    <a:pt x="53162" y="6900"/>
                    <a:pt x="57478" y="12159"/>
                  </a:cubicBezTo>
                  <a:cubicBezTo>
                    <a:pt x="61825" y="17417"/>
                    <a:pt x="74318" y="25807"/>
                    <a:pt x="81917" y="26749"/>
                  </a:cubicBezTo>
                  <a:cubicBezTo>
                    <a:pt x="87692" y="27448"/>
                    <a:pt x="94379" y="22159"/>
                    <a:pt x="99637" y="20244"/>
                  </a:cubicBezTo>
                  <a:cubicBezTo>
                    <a:pt x="108178" y="17144"/>
                    <a:pt x="114045" y="17873"/>
                    <a:pt x="118787" y="25199"/>
                  </a:cubicBezTo>
                  <a:cubicBezTo>
                    <a:pt x="121066" y="28694"/>
                    <a:pt x="119607" y="34895"/>
                    <a:pt x="120215" y="39515"/>
                  </a:cubicBezTo>
                  <a:cubicBezTo>
                    <a:pt x="120853" y="44348"/>
                    <a:pt x="122373" y="49394"/>
                    <a:pt x="123498" y="53649"/>
                  </a:cubicBezTo>
                  <a:cubicBezTo>
                    <a:pt x="124349" y="56962"/>
                    <a:pt x="129729" y="65989"/>
                    <a:pt x="133316" y="66871"/>
                  </a:cubicBezTo>
                  <a:cubicBezTo>
                    <a:pt x="139000" y="68300"/>
                    <a:pt x="146112" y="68087"/>
                    <a:pt x="150459" y="72677"/>
                  </a:cubicBezTo>
                  <a:cubicBezTo>
                    <a:pt x="152495" y="74835"/>
                    <a:pt x="154836" y="80579"/>
                    <a:pt x="158514" y="803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28"/>
            <p:cNvSpPr/>
            <p:nvPr/>
          </p:nvSpPr>
          <p:spPr>
            <a:xfrm>
              <a:off x="2975000" y="138600"/>
              <a:ext cx="3962100" cy="2022075"/>
            </a:xfrm>
            <a:custGeom>
              <a:rect b="b" l="l" r="r" t="t"/>
              <a:pathLst>
                <a:path extrusionOk="0" fill="none" h="80883" w="158484">
                  <a:moveTo>
                    <a:pt x="0" y="12159"/>
                  </a:moveTo>
                  <a:cubicBezTo>
                    <a:pt x="6322" y="13800"/>
                    <a:pt x="13952" y="13952"/>
                    <a:pt x="19849" y="11672"/>
                  </a:cubicBezTo>
                  <a:cubicBezTo>
                    <a:pt x="26900" y="8937"/>
                    <a:pt x="33162" y="2462"/>
                    <a:pt x="40974" y="1247"/>
                  </a:cubicBezTo>
                  <a:cubicBezTo>
                    <a:pt x="48876" y="0"/>
                    <a:pt x="54530" y="5806"/>
                    <a:pt x="58026" y="11855"/>
                  </a:cubicBezTo>
                  <a:cubicBezTo>
                    <a:pt x="61521" y="17873"/>
                    <a:pt x="74500" y="25138"/>
                    <a:pt x="82069" y="25928"/>
                  </a:cubicBezTo>
                  <a:cubicBezTo>
                    <a:pt x="87449" y="26505"/>
                    <a:pt x="94774" y="21186"/>
                    <a:pt x="99637" y="19362"/>
                  </a:cubicBezTo>
                  <a:cubicBezTo>
                    <a:pt x="108178" y="16080"/>
                    <a:pt x="115321" y="17782"/>
                    <a:pt x="119759" y="25107"/>
                  </a:cubicBezTo>
                  <a:cubicBezTo>
                    <a:pt x="121948" y="28724"/>
                    <a:pt x="119790" y="34803"/>
                    <a:pt x="120580" y="39545"/>
                  </a:cubicBezTo>
                  <a:cubicBezTo>
                    <a:pt x="121370" y="44348"/>
                    <a:pt x="123771" y="48937"/>
                    <a:pt x="124623" y="53497"/>
                  </a:cubicBezTo>
                  <a:cubicBezTo>
                    <a:pt x="125291" y="56992"/>
                    <a:pt x="130003" y="66050"/>
                    <a:pt x="133559" y="67053"/>
                  </a:cubicBezTo>
                  <a:cubicBezTo>
                    <a:pt x="139152" y="68603"/>
                    <a:pt x="146355" y="68451"/>
                    <a:pt x="150672" y="72980"/>
                  </a:cubicBezTo>
                  <a:cubicBezTo>
                    <a:pt x="152708" y="75108"/>
                    <a:pt x="154897" y="80883"/>
                    <a:pt x="158483" y="80822"/>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28"/>
            <p:cNvSpPr/>
            <p:nvPr/>
          </p:nvSpPr>
          <p:spPr>
            <a:xfrm>
              <a:off x="2975000" y="124150"/>
              <a:ext cx="3962100" cy="2034250"/>
            </a:xfrm>
            <a:custGeom>
              <a:rect b="b" l="l" r="r" t="t"/>
              <a:pathLst>
                <a:path extrusionOk="0" fill="none" h="81370" w="158484">
                  <a:moveTo>
                    <a:pt x="0" y="12737"/>
                  </a:moveTo>
                  <a:cubicBezTo>
                    <a:pt x="6383" y="14348"/>
                    <a:pt x="13861" y="14226"/>
                    <a:pt x="20001" y="12007"/>
                  </a:cubicBezTo>
                  <a:cubicBezTo>
                    <a:pt x="27721" y="9241"/>
                    <a:pt x="33283" y="2432"/>
                    <a:pt x="41673" y="1186"/>
                  </a:cubicBezTo>
                  <a:cubicBezTo>
                    <a:pt x="49515" y="1"/>
                    <a:pt x="55807" y="4530"/>
                    <a:pt x="58877" y="11551"/>
                  </a:cubicBezTo>
                  <a:cubicBezTo>
                    <a:pt x="61886" y="18481"/>
                    <a:pt x="74378" y="24560"/>
                    <a:pt x="81704" y="25199"/>
                  </a:cubicBezTo>
                  <a:cubicBezTo>
                    <a:pt x="87114" y="25624"/>
                    <a:pt x="94774" y="20244"/>
                    <a:pt x="99607" y="18573"/>
                  </a:cubicBezTo>
                  <a:cubicBezTo>
                    <a:pt x="108118" y="15655"/>
                    <a:pt x="116628" y="17721"/>
                    <a:pt x="120853" y="25199"/>
                  </a:cubicBezTo>
                  <a:cubicBezTo>
                    <a:pt x="123012" y="29029"/>
                    <a:pt x="119972" y="34895"/>
                    <a:pt x="120853" y="39758"/>
                  </a:cubicBezTo>
                  <a:cubicBezTo>
                    <a:pt x="121735" y="44561"/>
                    <a:pt x="125139" y="48512"/>
                    <a:pt x="125778" y="53406"/>
                  </a:cubicBezTo>
                  <a:cubicBezTo>
                    <a:pt x="126294" y="57205"/>
                    <a:pt x="130276" y="66172"/>
                    <a:pt x="133863" y="67297"/>
                  </a:cubicBezTo>
                  <a:cubicBezTo>
                    <a:pt x="139334" y="68999"/>
                    <a:pt x="146568" y="68908"/>
                    <a:pt x="150884" y="73406"/>
                  </a:cubicBezTo>
                  <a:cubicBezTo>
                    <a:pt x="153438" y="76051"/>
                    <a:pt x="154684" y="80428"/>
                    <a:pt x="158483" y="8137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28"/>
            <p:cNvSpPr/>
            <p:nvPr/>
          </p:nvSpPr>
          <p:spPr>
            <a:xfrm>
              <a:off x="2975000" y="108200"/>
              <a:ext cx="3962850" cy="2050975"/>
            </a:xfrm>
            <a:custGeom>
              <a:rect b="b" l="l" r="r" t="t"/>
              <a:pathLst>
                <a:path extrusionOk="0" fill="none" h="82039" w="158514">
                  <a:moveTo>
                    <a:pt x="0" y="13375"/>
                  </a:moveTo>
                  <a:cubicBezTo>
                    <a:pt x="6474" y="14986"/>
                    <a:pt x="14013" y="14712"/>
                    <a:pt x="20183" y="12432"/>
                  </a:cubicBezTo>
                  <a:cubicBezTo>
                    <a:pt x="28116" y="9454"/>
                    <a:pt x="33709" y="2493"/>
                    <a:pt x="42402" y="1156"/>
                  </a:cubicBezTo>
                  <a:cubicBezTo>
                    <a:pt x="50092" y="1"/>
                    <a:pt x="57418" y="4043"/>
                    <a:pt x="59819" y="11217"/>
                  </a:cubicBezTo>
                  <a:cubicBezTo>
                    <a:pt x="62190" y="18390"/>
                    <a:pt x="73862" y="24104"/>
                    <a:pt x="81035" y="24439"/>
                  </a:cubicBezTo>
                  <a:cubicBezTo>
                    <a:pt x="86780" y="24743"/>
                    <a:pt x="94318" y="19454"/>
                    <a:pt x="99607" y="17934"/>
                  </a:cubicBezTo>
                  <a:cubicBezTo>
                    <a:pt x="108452" y="15381"/>
                    <a:pt x="117844" y="17873"/>
                    <a:pt x="122009" y="25350"/>
                  </a:cubicBezTo>
                  <a:cubicBezTo>
                    <a:pt x="124227" y="29332"/>
                    <a:pt x="120154" y="35047"/>
                    <a:pt x="121066" y="40092"/>
                  </a:cubicBezTo>
                  <a:cubicBezTo>
                    <a:pt x="121978" y="44925"/>
                    <a:pt x="126507" y="48512"/>
                    <a:pt x="126963" y="53406"/>
                  </a:cubicBezTo>
                  <a:cubicBezTo>
                    <a:pt x="127297" y="57205"/>
                    <a:pt x="130459" y="66172"/>
                    <a:pt x="134167" y="67570"/>
                  </a:cubicBezTo>
                  <a:cubicBezTo>
                    <a:pt x="139304" y="69485"/>
                    <a:pt x="146842" y="69424"/>
                    <a:pt x="151128" y="73862"/>
                  </a:cubicBezTo>
                  <a:cubicBezTo>
                    <a:pt x="153650" y="76537"/>
                    <a:pt x="154805" y="80883"/>
                    <a:pt x="158514" y="8203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28"/>
            <p:cNvSpPr/>
            <p:nvPr/>
          </p:nvSpPr>
          <p:spPr>
            <a:xfrm>
              <a:off x="2975000" y="89975"/>
              <a:ext cx="3962850" cy="2068425"/>
            </a:xfrm>
            <a:custGeom>
              <a:rect b="b" l="l" r="r" t="t"/>
              <a:pathLst>
                <a:path extrusionOk="0" fill="none" h="82737" w="158514">
                  <a:moveTo>
                    <a:pt x="0" y="14104"/>
                  </a:moveTo>
                  <a:cubicBezTo>
                    <a:pt x="6535" y="15684"/>
                    <a:pt x="14347" y="15502"/>
                    <a:pt x="20335" y="12918"/>
                  </a:cubicBezTo>
                  <a:cubicBezTo>
                    <a:pt x="27995" y="9575"/>
                    <a:pt x="34439" y="2644"/>
                    <a:pt x="43101" y="1216"/>
                  </a:cubicBezTo>
                  <a:cubicBezTo>
                    <a:pt x="50639" y="0"/>
                    <a:pt x="58299" y="3435"/>
                    <a:pt x="60822" y="10882"/>
                  </a:cubicBezTo>
                  <a:cubicBezTo>
                    <a:pt x="63436" y="18572"/>
                    <a:pt x="72190" y="23587"/>
                    <a:pt x="80184" y="23769"/>
                  </a:cubicBezTo>
                  <a:cubicBezTo>
                    <a:pt x="86415" y="23921"/>
                    <a:pt x="93862" y="18663"/>
                    <a:pt x="99759" y="17417"/>
                  </a:cubicBezTo>
                  <a:cubicBezTo>
                    <a:pt x="107875" y="15715"/>
                    <a:pt x="119394" y="17234"/>
                    <a:pt x="123224" y="25593"/>
                  </a:cubicBezTo>
                  <a:cubicBezTo>
                    <a:pt x="125413" y="30396"/>
                    <a:pt x="120367" y="35350"/>
                    <a:pt x="121279" y="40578"/>
                  </a:cubicBezTo>
                  <a:cubicBezTo>
                    <a:pt x="122100" y="45381"/>
                    <a:pt x="127723" y="48937"/>
                    <a:pt x="128118" y="53496"/>
                  </a:cubicBezTo>
                  <a:cubicBezTo>
                    <a:pt x="128422" y="57174"/>
                    <a:pt x="130762" y="66262"/>
                    <a:pt x="134501" y="67873"/>
                  </a:cubicBezTo>
                  <a:cubicBezTo>
                    <a:pt x="139456" y="70001"/>
                    <a:pt x="147085" y="69971"/>
                    <a:pt x="151340" y="74408"/>
                  </a:cubicBezTo>
                  <a:cubicBezTo>
                    <a:pt x="153894" y="77083"/>
                    <a:pt x="154897" y="81430"/>
                    <a:pt x="158514" y="8273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28"/>
            <p:cNvSpPr/>
            <p:nvPr/>
          </p:nvSpPr>
          <p:spPr>
            <a:xfrm>
              <a:off x="2975000" y="69450"/>
              <a:ext cx="3962850" cy="2089725"/>
            </a:xfrm>
            <a:custGeom>
              <a:rect b="b" l="l" r="r" t="t"/>
              <a:pathLst>
                <a:path extrusionOk="0" fill="none" h="83589" w="158514">
                  <a:moveTo>
                    <a:pt x="0" y="14925"/>
                  </a:moveTo>
                  <a:cubicBezTo>
                    <a:pt x="6626" y="16475"/>
                    <a:pt x="14529" y="16201"/>
                    <a:pt x="20517" y="13496"/>
                  </a:cubicBezTo>
                  <a:cubicBezTo>
                    <a:pt x="28359" y="9940"/>
                    <a:pt x="34925" y="3010"/>
                    <a:pt x="43800" y="1338"/>
                  </a:cubicBezTo>
                  <a:cubicBezTo>
                    <a:pt x="51126" y="0"/>
                    <a:pt x="59454" y="3010"/>
                    <a:pt x="61916" y="10517"/>
                  </a:cubicBezTo>
                  <a:cubicBezTo>
                    <a:pt x="64500" y="18359"/>
                    <a:pt x="70853" y="23223"/>
                    <a:pt x="79272" y="23131"/>
                  </a:cubicBezTo>
                  <a:cubicBezTo>
                    <a:pt x="86020" y="23071"/>
                    <a:pt x="93254" y="17934"/>
                    <a:pt x="100032" y="17052"/>
                  </a:cubicBezTo>
                  <a:cubicBezTo>
                    <a:pt x="108574" y="15958"/>
                    <a:pt x="120489" y="17630"/>
                    <a:pt x="124471" y="25989"/>
                  </a:cubicBezTo>
                  <a:cubicBezTo>
                    <a:pt x="126902" y="31065"/>
                    <a:pt x="120671" y="35776"/>
                    <a:pt x="121492" y="41186"/>
                  </a:cubicBezTo>
                  <a:cubicBezTo>
                    <a:pt x="122221" y="46050"/>
                    <a:pt x="128878" y="49393"/>
                    <a:pt x="129243" y="53740"/>
                  </a:cubicBezTo>
                  <a:cubicBezTo>
                    <a:pt x="129516" y="57357"/>
                    <a:pt x="131127" y="66445"/>
                    <a:pt x="134896" y="68238"/>
                  </a:cubicBezTo>
                  <a:cubicBezTo>
                    <a:pt x="139699" y="70549"/>
                    <a:pt x="147359" y="70670"/>
                    <a:pt x="151584" y="75077"/>
                  </a:cubicBezTo>
                  <a:cubicBezTo>
                    <a:pt x="154137" y="77752"/>
                    <a:pt x="154988" y="82068"/>
                    <a:pt x="158514" y="8358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28"/>
            <p:cNvSpPr/>
            <p:nvPr/>
          </p:nvSpPr>
          <p:spPr>
            <a:xfrm>
              <a:off x="2975000" y="45125"/>
              <a:ext cx="3962850" cy="2114050"/>
            </a:xfrm>
            <a:custGeom>
              <a:rect b="b" l="l" r="r" t="t"/>
              <a:pathLst>
                <a:path extrusionOk="0" fill="none" h="84562" w="158514">
                  <a:moveTo>
                    <a:pt x="0" y="15898"/>
                  </a:moveTo>
                  <a:cubicBezTo>
                    <a:pt x="6991" y="17478"/>
                    <a:pt x="14651" y="16809"/>
                    <a:pt x="20700" y="14226"/>
                  </a:cubicBezTo>
                  <a:cubicBezTo>
                    <a:pt x="28511" y="10913"/>
                    <a:pt x="35350" y="3527"/>
                    <a:pt x="44439" y="1551"/>
                  </a:cubicBezTo>
                  <a:cubicBezTo>
                    <a:pt x="51612" y="1"/>
                    <a:pt x="60579" y="2736"/>
                    <a:pt x="63041" y="10214"/>
                  </a:cubicBezTo>
                  <a:cubicBezTo>
                    <a:pt x="65564" y="17934"/>
                    <a:pt x="69515" y="22949"/>
                    <a:pt x="78391" y="22645"/>
                  </a:cubicBezTo>
                  <a:cubicBezTo>
                    <a:pt x="85716" y="22372"/>
                    <a:pt x="93072" y="17417"/>
                    <a:pt x="100488" y="16931"/>
                  </a:cubicBezTo>
                  <a:cubicBezTo>
                    <a:pt x="109273" y="16323"/>
                    <a:pt x="121431" y="18208"/>
                    <a:pt x="125717" y="26536"/>
                  </a:cubicBezTo>
                  <a:cubicBezTo>
                    <a:pt x="128544" y="31946"/>
                    <a:pt x="121036" y="36415"/>
                    <a:pt x="121735" y="41916"/>
                  </a:cubicBezTo>
                  <a:cubicBezTo>
                    <a:pt x="122343" y="46871"/>
                    <a:pt x="129881" y="49971"/>
                    <a:pt x="130276" y="54105"/>
                  </a:cubicBezTo>
                  <a:cubicBezTo>
                    <a:pt x="130641" y="57631"/>
                    <a:pt x="131431" y="66628"/>
                    <a:pt x="135322" y="68664"/>
                  </a:cubicBezTo>
                  <a:cubicBezTo>
                    <a:pt x="140124" y="71157"/>
                    <a:pt x="147632" y="71461"/>
                    <a:pt x="151796" y="75868"/>
                  </a:cubicBezTo>
                  <a:cubicBezTo>
                    <a:pt x="154350" y="78573"/>
                    <a:pt x="155109" y="82859"/>
                    <a:pt x="158514" y="8456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28"/>
            <p:cNvSpPr/>
            <p:nvPr/>
          </p:nvSpPr>
          <p:spPr>
            <a:xfrm>
              <a:off x="2975000" y="20825"/>
              <a:ext cx="3962850" cy="2138350"/>
            </a:xfrm>
            <a:custGeom>
              <a:rect b="b" l="l" r="r" t="t"/>
              <a:pathLst>
                <a:path extrusionOk="0" fill="none" h="85534" w="158514">
                  <a:moveTo>
                    <a:pt x="0" y="16870"/>
                  </a:moveTo>
                  <a:cubicBezTo>
                    <a:pt x="7082" y="18420"/>
                    <a:pt x="14833" y="17629"/>
                    <a:pt x="20912" y="14955"/>
                  </a:cubicBezTo>
                  <a:cubicBezTo>
                    <a:pt x="28876" y="11459"/>
                    <a:pt x="35776" y="3951"/>
                    <a:pt x="45047" y="1702"/>
                  </a:cubicBezTo>
                  <a:cubicBezTo>
                    <a:pt x="52068" y="0"/>
                    <a:pt x="61703" y="2371"/>
                    <a:pt x="64166" y="9818"/>
                  </a:cubicBezTo>
                  <a:cubicBezTo>
                    <a:pt x="66567" y="16991"/>
                    <a:pt x="68877" y="22645"/>
                    <a:pt x="77722" y="22128"/>
                  </a:cubicBezTo>
                  <a:cubicBezTo>
                    <a:pt x="85503" y="21672"/>
                    <a:pt x="93133" y="16961"/>
                    <a:pt x="101127" y="16809"/>
                  </a:cubicBezTo>
                  <a:cubicBezTo>
                    <a:pt x="110063" y="16657"/>
                    <a:pt x="122161" y="18693"/>
                    <a:pt x="126963" y="27083"/>
                  </a:cubicBezTo>
                  <a:cubicBezTo>
                    <a:pt x="130276" y="32858"/>
                    <a:pt x="121705" y="37052"/>
                    <a:pt x="122161" y="42615"/>
                  </a:cubicBezTo>
                  <a:cubicBezTo>
                    <a:pt x="122616" y="47782"/>
                    <a:pt x="130762" y="50518"/>
                    <a:pt x="131279" y="54530"/>
                  </a:cubicBezTo>
                  <a:cubicBezTo>
                    <a:pt x="131735" y="57934"/>
                    <a:pt x="131796" y="66931"/>
                    <a:pt x="135778" y="69089"/>
                  </a:cubicBezTo>
                  <a:cubicBezTo>
                    <a:pt x="140550" y="71703"/>
                    <a:pt x="147936" y="72250"/>
                    <a:pt x="152039" y="76658"/>
                  </a:cubicBezTo>
                  <a:cubicBezTo>
                    <a:pt x="154593" y="79393"/>
                    <a:pt x="155231" y="83649"/>
                    <a:pt x="158514" y="8553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9" name="Google Shape;4569;p28"/>
          <p:cNvGrpSpPr/>
          <p:nvPr/>
        </p:nvGrpSpPr>
        <p:grpSpPr>
          <a:xfrm flipH="1">
            <a:off x="8279352" y="295032"/>
            <a:ext cx="478966" cy="479947"/>
            <a:chOff x="4811650" y="1895450"/>
            <a:chExt cx="378450" cy="379225"/>
          </a:xfrm>
        </p:grpSpPr>
        <p:sp>
          <p:nvSpPr>
            <p:cNvPr id="4570" name="Google Shape;4570;p28"/>
            <p:cNvSpPr/>
            <p:nvPr/>
          </p:nvSpPr>
          <p:spPr>
            <a:xfrm>
              <a:off x="4811650" y="1895450"/>
              <a:ext cx="378450" cy="379225"/>
            </a:xfrm>
            <a:custGeom>
              <a:rect b="b" l="l" r="r" t="t"/>
              <a:pathLst>
                <a:path extrusionOk="0" fill="none" h="15169" w="15138">
                  <a:moveTo>
                    <a:pt x="9119" y="882"/>
                  </a:moveTo>
                  <a:cubicBezTo>
                    <a:pt x="12828" y="1733"/>
                    <a:pt x="15138" y="5442"/>
                    <a:pt x="14256" y="9150"/>
                  </a:cubicBezTo>
                  <a:cubicBezTo>
                    <a:pt x="13405" y="12858"/>
                    <a:pt x="9697" y="15168"/>
                    <a:pt x="5989" y="14287"/>
                  </a:cubicBezTo>
                  <a:cubicBezTo>
                    <a:pt x="2280" y="13436"/>
                    <a:pt x="1" y="9728"/>
                    <a:pt x="852" y="6019"/>
                  </a:cubicBezTo>
                  <a:cubicBezTo>
                    <a:pt x="1733" y="2311"/>
                    <a:pt x="5441" y="1"/>
                    <a:pt x="9119" y="882"/>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28"/>
            <p:cNvSpPr/>
            <p:nvPr/>
          </p:nvSpPr>
          <p:spPr>
            <a:xfrm>
              <a:off x="4882325" y="1966125"/>
              <a:ext cx="236350" cy="237125"/>
            </a:xfrm>
            <a:custGeom>
              <a:rect b="b" l="l" r="r" t="t"/>
              <a:pathLst>
                <a:path extrusionOk="0" fill="none" h="9485" w="9454">
                  <a:moveTo>
                    <a:pt x="9453" y="4742"/>
                  </a:moveTo>
                  <a:cubicBezTo>
                    <a:pt x="9453" y="7356"/>
                    <a:pt x="7356" y="9484"/>
                    <a:pt x="4742" y="9484"/>
                  </a:cubicBezTo>
                  <a:cubicBezTo>
                    <a:pt x="2128" y="9484"/>
                    <a:pt x="0" y="7356"/>
                    <a:pt x="0" y="4742"/>
                  </a:cubicBezTo>
                  <a:cubicBezTo>
                    <a:pt x="0" y="2128"/>
                    <a:pt x="2128" y="1"/>
                    <a:pt x="4742" y="1"/>
                  </a:cubicBezTo>
                  <a:cubicBezTo>
                    <a:pt x="7356" y="1"/>
                    <a:pt x="9453" y="2128"/>
                    <a:pt x="9453" y="4742"/>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28"/>
            <p:cNvSpPr/>
            <p:nvPr/>
          </p:nvSpPr>
          <p:spPr>
            <a:xfrm>
              <a:off x="4928675" y="2012475"/>
              <a:ext cx="143650" cy="144425"/>
            </a:xfrm>
            <a:custGeom>
              <a:rect b="b" l="l" r="r" t="t"/>
              <a:pathLst>
                <a:path extrusionOk="0" fill="none" h="5777" w="5746">
                  <a:moveTo>
                    <a:pt x="5745" y="2888"/>
                  </a:moveTo>
                  <a:cubicBezTo>
                    <a:pt x="5745" y="4499"/>
                    <a:pt x="4469" y="5776"/>
                    <a:pt x="2888" y="5776"/>
                  </a:cubicBezTo>
                  <a:cubicBezTo>
                    <a:pt x="1277" y="5776"/>
                    <a:pt x="1" y="4499"/>
                    <a:pt x="1" y="2888"/>
                  </a:cubicBezTo>
                  <a:cubicBezTo>
                    <a:pt x="1" y="1308"/>
                    <a:pt x="1277" y="1"/>
                    <a:pt x="2888" y="1"/>
                  </a:cubicBezTo>
                  <a:cubicBezTo>
                    <a:pt x="4469" y="1"/>
                    <a:pt x="5745" y="1308"/>
                    <a:pt x="5745" y="2888"/>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28"/>
            <p:cNvSpPr/>
            <p:nvPr/>
          </p:nvSpPr>
          <p:spPr>
            <a:xfrm>
              <a:off x="4968950" y="2053525"/>
              <a:ext cx="63100" cy="63100"/>
            </a:xfrm>
            <a:custGeom>
              <a:rect b="b" l="l" r="r" t="t"/>
              <a:pathLst>
                <a:path extrusionOk="0" fill="none" h="2524" w="2524">
                  <a:moveTo>
                    <a:pt x="2523" y="1246"/>
                  </a:moveTo>
                  <a:cubicBezTo>
                    <a:pt x="2523" y="1946"/>
                    <a:pt x="1946" y="2523"/>
                    <a:pt x="1277" y="2523"/>
                  </a:cubicBezTo>
                  <a:cubicBezTo>
                    <a:pt x="578" y="2523"/>
                    <a:pt x="1" y="1946"/>
                    <a:pt x="1" y="1246"/>
                  </a:cubicBezTo>
                  <a:cubicBezTo>
                    <a:pt x="1" y="578"/>
                    <a:pt x="578" y="0"/>
                    <a:pt x="1277" y="0"/>
                  </a:cubicBezTo>
                  <a:cubicBezTo>
                    <a:pt x="1946" y="0"/>
                    <a:pt x="2523" y="578"/>
                    <a:pt x="2523" y="1246"/>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4" name="Google Shape;4574;p28"/>
          <p:cNvGrpSpPr/>
          <p:nvPr/>
        </p:nvGrpSpPr>
        <p:grpSpPr>
          <a:xfrm flipH="1">
            <a:off x="3362441" y="4564193"/>
            <a:ext cx="303975" cy="342773"/>
            <a:chOff x="5486481" y="953850"/>
            <a:chExt cx="303975" cy="342773"/>
          </a:xfrm>
        </p:grpSpPr>
        <p:sp>
          <p:nvSpPr>
            <p:cNvPr id="4575" name="Google Shape;4575;p28"/>
            <p:cNvSpPr/>
            <p:nvPr/>
          </p:nvSpPr>
          <p:spPr>
            <a:xfrm rot="10800000">
              <a:off x="5486481" y="1144598"/>
              <a:ext cx="303975" cy="152025"/>
            </a:xfrm>
            <a:custGeom>
              <a:rect b="b" l="l" r="r" t="t"/>
              <a:pathLst>
                <a:path extrusionOk="0" fill="none" h="6081" w="12159">
                  <a:moveTo>
                    <a:pt x="0" y="6080"/>
                  </a:moveTo>
                  <a:cubicBezTo>
                    <a:pt x="0" y="2737"/>
                    <a:pt x="2736" y="1"/>
                    <a:pt x="6079" y="1"/>
                  </a:cubicBezTo>
                  <a:cubicBezTo>
                    <a:pt x="9453" y="1"/>
                    <a:pt x="12158" y="2737"/>
                    <a:pt x="12158" y="6080"/>
                  </a:cubicBezTo>
                </a:path>
              </a:pathLst>
            </a:custGeom>
            <a:noFill/>
            <a:ln cap="flat" cmpd="sng" w="57000">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28"/>
            <p:cNvSpPr/>
            <p:nvPr/>
          </p:nvSpPr>
          <p:spPr>
            <a:xfrm>
              <a:off x="5542700" y="953850"/>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77" name="Google Shape;4577;p28"/>
          <p:cNvSpPr/>
          <p:nvPr/>
        </p:nvSpPr>
        <p:spPr>
          <a:xfrm rot="-5400000">
            <a:off x="8619856" y="929123"/>
            <a:ext cx="303975" cy="152025"/>
          </a:xfrm>
          <a:custGeom>
            <a:rect b="b" l="l" r="r" t="t"/>
            <a:pathLst>
              <a:path extrusionOk="0" fill="none" h="6081" w="12159">
                <a:moveTo>
                  <a:pt x="0" y="6080"/>
                </a:moveTo>
                <a:cubicBezTo>
                  <a:pt x="0" y="2737"/>
                  <a:pt x="2736" y="1"/>
                  <a:pt x="6079" y="1"/>
                </a:cubicBezTo>
                <a:cubicBezTo>
                  <a:pt x="9453" y="1"/>
                  <a:pt x="12158" y="2737"/>
                  <a:pt x="12158" y="6080"/>
                </a:cubicBezTo>
              </a:path>
            </a:pathLst>
          </a:custGeom>
          <a:noFill/>
          <a:ln cap="flat" cmpd="sng" w="57000">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78" name="Google Shape;4578;p28"/>
          <p:cNvGrpSpPr/>
          <p:nvPr/>
        </p:nvGrpSpPr>
        <p:grpSpPr>
          <a:xfrm>
            <a:off x="6219313" y="-306350"/>
            <a:ext cx="828300" cy="654275"/>
            <a:chOff x="2024375" y="213075"/>
            <a:chExt cx="828300" cy="654275"/>
          </a:xfrm>
        </p:grpSpPr>
        <p:sp>
          <p:nvSpPr>
            <p:cNvPr id="4579" name="Google Shape;4579;p28"/>
            <p:cNvSpPr/>
            <p:nvPr/>
          </p:nvSpPr>
          <p:spPr>
            <a:xfrm>
              <a:off x="2024375" y="213075"/>
              <a:ext cx="828300" cy="654275"/>
            </a:xfrm>
            <a:custGeom>
              <a:rect b="b" l="l" r="r" t="t"/>
              <a:pathLst>
                <a:path extrusionOk="0" fill="none" h="26171" w="33132">
                  <a:moveTo>
                    <a:pt x="27417" y="0"/>
                  </a:moveTo>
                  <a:cubicBezTo>
                    <a:pt x="31824" y="4377"/>
                    <a:pt x="33131" y="10973"/>
                    <a:pt x="30761" y="16718"/>
                  </a:cubicBezTo>
                  <a:cubicBezTo>
                    <a:pt x="28390" y="22432"/>
                    <a:pt x="22767" y="26171"/>
                    <a:pt x="16566" y="26171"/>
                  </a:cubicBezTo>
                  <a:cubicBezTo>
                    <a:pt x="10365" y="26171"/>
                    <a:pt x="4772" y="22432"/>
                    <a:pt x="2401" y="16718"/>
                  </a:cubicBezTo>
                  <a:cubicBezTo>
                    <a:pt x="0" y="10973"/>
                    <a:pt x="1338" y="4377"/>
                    <a:pt x="5715" y="0"/>
                  </a:cubicBezTo>
                </a:path>
              </a:pathLst>
            </a:custGeom>
            <a:noFill/>
            <a:ln cap="flat" cmpd="sng" w="66875">
              <a:solidFill>
                <a:srgbClr val="E4BEB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28"/>
            <p:cNvSpPr/>
            <p:nvPr/>
          </p:nvSpPr>
          <p:spPr>
            <a:xfrm>
              <a:off x="2194575" y="241175"/>
              <a:ext cx="488650" cy="488650"/>
            </a:xfrm>
            <a:custGeom>
              <a:rect b="b" l="l" r="r" t="t"/>
              <a:pathLst>
                <a:path extrusionOk="0" fill="none" h="19546" w="19546">
                  <a:moveTo>
                    <a:pt x="19545" y="9758"/>
                  </a:moveTo>
                  <a:cubicBezTo>
                    <a:pt x="19545" y="15168"/>
                    <a:pt x="15168" y="19545"/>
                    <a:pt x="9758" y="19545"/>
                  </a:cubicBezTo>
                  <a:cubicBezTo>
                    <a:pt x="4378" y="19545"/>
                    <a:pt x="1" y="15168"/>
                    <a:pt x="1" y="9758"/>
                  </a:cubicBezTo>
                  <a:cubicBezTo>
                    <a:pt x="1" y="4378"/>
                    <a:pt x="4378" y="1"/>
                    <a:pt x="9758" y="1"/>
                  </a:cubicBezTo>
                  <a:cubicBezTo>
                    <a:pt x="15168" y="1"/>
                    <a:pt x="19545" y="4378"/>
                    <a:pt x="19545" y="9758"/>
                  </a:cubicBezTo>
                  <a:close/>
                </a:path>
              </a:pathLst>
            </a:custGeom>
            <a:solidFill>
              <a:schemeClr val="lt2"/>
            </a:solidFill>
            <a:ln cap="flat" cmpd="sng" w="3810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1" name="Google Shape;4581;p28"/>
          <p:cNvGrpSpPr/>
          <p:nvPr/>
        </p:nvGrpSpPr>
        <p:grpSpPr>
          <a:xfrm rot="5400000">
            <a:off x="8773400" y="3768773"/>
            <a:ext cx="920939" cy="992998"/>
            <a:chOff x="145150" y="80100"/>
            <a:chExt cx="1699150" cy="1832100"/>
          </a:xfrm>
        </p:grpSpPr>
        <p:sp>
          <p:nvSpPr>
            <p:cNvPr id="4582" name="Google Shape;4582;p28"/>
            <p:cNvSpPr/>
            <p:nvPr/>
          </p:nvSpPr>
          <p:spPr>
            <a:xfrm>
              <a:off x="145150" y="212300"/>
              <a:ext cx="1566925" cy="1566925"/>
            </a:xfrm>
            <a:custGeom>
              <a:rect b="b" l="l" r="r" t="t"/>
              <a:pathLst>
                <a:path extrusionOk="0" h="62677" w="62677">
                  <a:moveTo>
                    <a:pt x="31339" y="1"/>
                  </a:moveTo>
                  <a:cubicBezTo>
                    <a:pt x="14043" y="1"/>
                    <a:pt x="1" y="14044"/>
                    <a:pt x="1" y="31339"/>
                  </a:cubicBezTo>
                  <a:cubicBezTo>
                    <a:pt x="1" y="48664"/>
                    <a:pt x="14043" y="62677"/>
                    <a:pt x="31339" y="62677"/>
                  </a:cubicBezTo>
                  <a:cubicBezTo>
                    <a:pt x="48664" y="62677"/>
                    <a:pt x="62677" y="48664"/>
                    <a:pt x="62677" y="31339"/>
                  </a:cubicBezTo>
                  <a:cubicBezTo>
                    <a:pt x="62677" y="14044"/>
                    <a:pt x="48664" y="1"/>
                    <a:pt x="313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28"/>
            <p:cNvSpPr/>
            <p:nvPr/>
          </p:nvSpPr>
          <p:spPr>
            <a:xfrm>
              <a:off x="928600" y="80100"/>
              <a:ext cx="915700" cy="1832100"/>
            </a:xfrm>
            <a:custGeom>
              <a:rect b="b" l="l" r="r" t="t"/>
              <a:pathLst>
                <a:path extrusionOk="0" fill="none" h="73284" w="36628">
                  <a:moveTo>
                    <a:pt x="1" y="0"/>
                  </a:moveTo>
                  <a:cubicBezTo>
                    <a:pt x="20244" y="0"/>
                    <a:pt x="36627" y="16414"/>
                    <a:pt x="36627" y="36627"/>
                  </a:cubicBezTo>
                  <a:cubicBezTo>
                    <a:pt x="36627" y="56870"/>
                    <a:pt x="20244" y="73284"/>
                    <a:pt x="1" y="73284"/>
                  </a:cubicBezTo>
                </a:path>
              </a:pathLst>
            </a:custGeom>
            <a:noFill/>
            <a:ln cap="flat" cmpd="sng" w="94975">
              <a:solidFill>
                <a:schemeClr val="accent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4" name="Google Shape;4584;p28"/>
          <p:cNvGrpSpPr/>
          <p:nvPr/>
        </p:nvGrpSpPr>
        <p:grpSpPr>
          <a:xfrm>
            <a:off x="327588" y="2297475"/>
            <a:ext cx="378450" cy="379225"/>
            <a:chOff x="4811650" y="1895450"/>
            <a:chExt cx="378450" cy="379225"/>
          </a:xfrm>
        </p:grpSpPr>
        <p:sp>
          <p:nvSpPr>
            <p:cNvPr id="4585" name="Google Shape;4585;p28"/>
            <p:cNvSpPr/>
            <p:nvPr/>
          </p:nvSpPr>
          <p:spPr>
            <a:xfrm>
              <a:off x="4811650" y="1895450"/>
              <a:ext cx="378450" cy="379225"/>
            </a:xfrm>
            <a:custGeom>
              <a:rect b="b" l="l" r="r" t="t"/>
              <a:pathLst>
                <a:path extrusionOk="0" fill="none" h="15169" w="15138">
                  <a:moveTo>
                    <a:pt x="9119" y="882"/>
                  </a:moveTo>
                  <a:cubicBezTo>
                    <a:pt x="12828" y="1733"/>
                    <a:pt x="15138" y="5442"/>
                    <a:pt x="14256" y="9150"/>
                  </a:cubicBezTo>
                  <a:cubicBezTo>
                    <a:pt x="13405" y="12858"/>
                    <a:pt x="9697" y="15168"/>
                    <a:pt x="5989" y="14287"/>
                  </a:cubicBezTo>
                  <a:cubicBezTo>
                    <a:pt x="2280" y="13436"/>
                    <a:pt x="1" y="9728"/>
                    <a:pt x="852" y="6019"/>
                  </a:cubicBezTo>
                  <a:cubicBezTo>
                    <a:pt x="1733" y="2311"/>
                    <a:pt x="5441" y="1"/>
                    <a:pt x="9119" y="882"/>
                  </a:cubicBezTo>
                  <a:close/>
                </a:path>
              </a:pathLst>
            </a:custGeom>
            <a:noFill/>
            <a:ln cap="flat" cmpd="sng" w="19050">
              <a:solidFill>
                <a:schemeClr val="dk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28"/>
            <p:cNvSpPr/>
            <p:nvPr/>
          </p:nvSpPr>
          <p:spPr>
            <a:xfrm>
              <a:off x="4882325" y="1966125"/>
              <a:ext cx="236350" cy="237125"/>
            </a:xfrm>
            <a:custGeom>
              <a:rect b="b" l="l" r="r" t="t"/>
              <a:pathLst>
                <a:path extrusionOk="0" fill="none" h="9485" w="9454">
                  <a:moveTo>
                    <a:pt x="9453" y="4742"/>
                  </a:moveTo>
                  <a:cubicBezTo>
                    <a:pt x="9453" y="7356"/>
                    <a:pt x="7356" y="9484"/>
                    <a:pt x="4742" y="9484"/>
                  </a:cubicBezTo>
                  <a:cubicBezTo>
                    <a:pt x="2128" y="9484"/>
                    <a:pt x="0" y="7356"/>
                    <a:pt x="0" y="4742"/>
                  </a:cubicBezTo>
                  <a:cubicBezTo>
                    <a:pt x="0" y="2128"/>
                    <a:pt x="2128" y="1"/>
                    <a:pt x="4742" y="1"/>
                  </a:cubicBezTo>
                  <a:cubicBezTo>
                    <a:pt x="7356" y="1"/>
                    <a:pt x="9453" y="2128"/>
                    <a:pt x="9453" y="4742"/>
                  </a:cubicBezTo>
                  <a:close/>
                </a:path>
              </a:pathLst>
            </a:custGeom>
            <a:noFill/>
            <a:ln cap="flat" cmpd="sng" w="19050">
              <a:solidFill>
                <a:schemeClr val="dk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28"/>
            <p:cNvSpPr/>
            <p:nvPr/>
          </p:nvSpPr>
          <p:spPr>
            <a:xfrm>
              <a:off x="4928675" y="2012475"/>
              <a:ext cx="143650" cy="144425"/>
            </a:xfrm>
            <a:custGeom>
              <a:rect b="b" l="l" r="r" t="t"/>
              <a:pathLst>
                <a:path extrusionOk="0" fill="none" h="5777" w="5746">
                  <a:moveTo>
                    <a:pt x="5745" y="2888"/>
                  </a:moveTo>
                  <a:cubicBezTo>
                    <a:pt x="5745" y="4499"/>
                    <a:pt x="4469" y="5776"/>
                    <a:pt x="2888" y="5776"/>
                  </a:cubicBezTo>
                  <a:cubicBezTo>
                    <a:pt x="1277" y="5776"/>
                    <a:pt x="1" y="4499"/>
                    <a:pt x="1" y="2888"/>
                  </a:cubicBezTo>
                  <a:cubicBezTo>
                    <a:pt x="1" y="1308"/>
                    <a:pt x="1277" y="1"/>
                    <a:pt x="2888" y="1"/>
                  </a:cubicBezTo>
                  <a:cubicBezTo>
                    <a:pt x="4469" y="1"/>
                    <a:pt x="5745" y="1308"/>
                    <a:pt x="5745" y="2888"/>
                  </a:cubicBezTo>
                  <a:close/>
                </a:path>
              </a:pathLst>
            </a:custGeom>
            <a:noFill/>
            <a:ln cap="flat" cmpd="sng" w="19050">
              <a:solidFill>
                <a:schemeClr val="dk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28"/>
            <p:cNvSpPr/>
            <p:nvPr/>
          </p:nvSpPr>
          <p:spPr>
            <a:xfrm>
              <a:off x="4968950" y="2053525"/>
              <a:ext cx="63100" cy="63100"/>
            </a:xfrm>
            <a:custGeom>
              <a:rect b="b" l="l" r="r" t="t"/>
              <a:pathLst>
                <a:path extrusionOk="0" fill="none" h="2524" w="2524">
                  <a:moveTo>
                    <a:pt x="2523" y="1246"/>
                  </a:moveTo>
                  <a:cubicBezTo>
                    <a:pt x="2523" y="1946"/>
                    <a:pt x="1946" y="2523"/>
                    <a:pt x="1277" y="2523"/>
                  </a:cubicBezTo>
                  <a:cubicBezTo>
                    <a:pt x="578" y="2523"/>
                    <a:pt x="1" y="1946"/>
                    <a:pt x="1" y="1246"/>
                  </a:cubicBezTo>
                  <a:cubicBezTo>
                    <a:pt x="1" y="578"/>
                    <a:pt x="578" y="0"/>
                    <a:pt x="1277" y="0"/>
                  </a:cubicBezTo>
                  <a:cubicBezTo>
                    <a:pt x="1946" y="0"/>
                    <a:pt x="2523" y="578"/>
                    <a:pt x="2523" y="1246"/>
                  </a:cubicBezTo>
                  <a:close/>
                </a:path>
              </a:pathLst>
            </a:custGeom>
            <a:noFill/>
            <a:ln cap="flat" cmpd="sng" w="19050">
              <a:solidFill>
                <a:schemeClr val="dk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89" name="Google Shape;4589;p28"/>
          <p:cNvSpPr/>
          <p:nvPr/>
        </p:nvSpPr>
        <p:spPr>
          <a:xfrm flipH="1">
            <a:off x="384232" y="-442697"/>
            <a:ext cx="992952" cy="903757"/>
          </a:xfrm>
          <a:custGeom>
            <a:rect b="b" l="l" r="r" t="t"/>
            <a:pathLst>
              <a:path extrusionOk="0" h="32231" w="35412">
                <a:moveTo>
                  <a:pt x="17702" y="0"/>
                </a:moveTo>
                <a:cubicBezTo>
                  <a:pt x="10394" y="0"/>
                  <a:pt x="3782" y="5013"/>
                  <a:pt x="2037" y="12437"/>
                </a:cubicBezTo>
                <a:cubicBezTo>
                  <a:pt x="0" y="21100"/>
                  <a:pt x="5350" y="29763"/>
                  <a:pt x="14013" y="31799"/>
                </a:cubicBezTo>
                <a:cubicBezTo>
                  <a:pt x="15252" y="32090"/>
                  <a:pt x="16491" y="32230"/>
                  <a:pt x="17711" y="32230"/>
                </a:cubicBezTo>
                <a:cubicBezTo>
                  <a:pt x="25018" y="32230"/>
                  <a:pt x="31630" y="27221"/>
                  <a:pt x="33375" y="19823"/>
                </a:cubicBezTo>
                <a:cubicBezTo>
                  <a:pt x="35411" y="11161"/>
                  <a:pt x="30062" y="2467"/>
                  <a:pt x="21399" y="431"/>
                </a:cubicBezTo>
                <a:cubicBezTo>
                  <a:pt x="20160" y="140"/>
                  <a:pt x="18921" y="0"/>
                  <a:pt x="17702" y="0"/>
                </a:cubicBezTo>
                <a:close/>
              </a:path>
            </a:pathLst>
          </a:custGeom>
          <a:solidFill>
            <a:srgbClr val="E4BE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4590" name="Shape 4590"/>
        <p:cNvGrpSpPr/>
        <p:nvPr/>
      </p:nvGrpSpPr>
      <p:grpSpPr>
        <a:xfrm>
          <a:off x="0" y="0"/>
          <a:ext cx="0" cy="0"/>
          <a:chOff x="0" y="0"/>
          <a:chExt cx="0" cy="0"/>
        </a:xfrm>
      </p:grpSpPr>
      <p:sp>
        <p:nvSpPr>
          <p:cNvPr id="4591" name="Google Shape;4591;p29"/>
          <p:cNvSpPr txBox="1"/>
          <p:nvPr>
            <p:ph type="title"/>
          </p:nvPr>
        </p:nvSpPr>
        <p:spPr>
          <a:xfrm>
            <a:off x="872376" y="1925558"/>
            <a:ext cx="2305500" cy="3531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592" name="Google Shape;4592;p29"/>
          <p:cNvSpPr txBox="1"/>
          <p:nvPr>
            <p:ph idx="1" type="subTitle"/>
          </p:nvPr>
        </p:nvSpPr>
        <p:spPr>
          <a:xfrm>
            <a:off x="872376" y="2288163"/>
            <a:ext cx="23055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593" name="Google Shape;4593;p29"/>
          <p:cNvSpPr txBox="1"/>
          <p:nvPr>
            <p:ph idx="2" type="title"/>
          </p:nvPr>
        </p:nvSpPr>
        <p:spPr>
          <a:xfrm>
            <a:off x="3419246" y="1925558"/>
            <a:ext cx="2305500" cy="3531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594" name="Google Shape;4594;p29"/>
          <p:cNvSpPr txBox="1"/>
          <p:nvPr>
            <p:ph idx="3" type="subTitle"/>
          </p:nvPr>
        </p:nvSpPr>
        <p:spPr>
          <a:xfrm>
            <a:off x="3419246" y="2288163"/>
            <a:ext cx="23055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595" name="Google Shape;4595;p29"/>
          <p:cNvSpPr txBox="1"/>
          <p:nvPr>
            <p:ph idx="4" type="title"/>
          </p:nvPr>
        </p:nvSpPr>
        <p:spPr>
          <a:xfrm>
            <a:off x="872376" y="3680556"/>
            <a:ext cx="2305500" cy="354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596" name="Google Shape;4596;p29"/>
          <p:cNvSpPr txBox="1"/>
          <p:nvPr>
            <p:ph idx="5" type="subTitle"/>
          </p:nvPr>
        </p:nvSpPr>
        <p:spPr>
          <a:xfrm>
            <a:off x="872376" y="4047488"/>
            <a:ext cx="23055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597" name="Google Shape;4597;p29"/>
          <p:cNvSpPr txBox="1"/>
          <p:nvPr>
            <p:ph idx="6" type="title"/>
          </p:nvPr>
        </p:nvSpPr>
        <p:spPr>
          <a:xfrm>
            <a:off x="3419246" y="3680556"/>
            <a:ext cx="2305500" cy="354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598" name="Google Shape;4598;p29"/>
          <p:cNvSpPr txBox="1"/>
          <p:nvPr>
            <p:ph idx="7" type="subTitle"/>
          </p:nvPr>
        </p:nvSpPr>
        <p:spPr>
          <a:xfrm>
            <a:off x="3419246" y="4047488"/>
            <a:ext cx="23055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599" name="Google Shape;4599;p29"/>
          <p:cNvSpPr txBox="1"/>
          <p:nvPr>
            <p:ph idx="8" type="title"/>
          </p:nvPr>
        </p:nvSpPr>
        <p:spPr>
          <a:xfrm>
            <a:off x="5966123" y="1925558"/>
            <a:ext cx="2305500" cy="3531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600" name="Google Shape;4600;p29"/>
          <p:cNvSpPr txBox="1"/>
          <p:nvPr>
            <p:ph idx="9" type="subTitle"/>
          </p:nvPr>
        </p:nvSpPr>
        <p:spPr>
          <a:xfrm>
            <a:off x="5966123" y="2288163"/>
            <a:ext cx="23055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601" name="Google Shape;4601;p29"/>
          <p:cNvSpPr txBox="1"/>
          <p:nvPr>
            <p:ph idx="13" type="title"/>
          </p:nvPr>
        </p:nvSpPr>
        <p:spPr>
          <a:xfrm>
            <a:off x="5966123" y="3680556"/>
            <a:ext cx="2305500" cy="354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602" name="Google Shape;4602;p29"/>
          <p:cNvSpPr txBox="1"/>
          <p:nvPr>
            <p:ph idx="14" type="subTitle"/>
          </p:nvPr>
        </p:nvSpPr>
        <p:spPr>
          <a:xfrm>
            <a:off x="5966123" y="4047488"/>
            <a:ext cx="23055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603" name="Google Shape;4603;p29"/>
          <p:cNvSpPr txBox="1"/>
          <p:nvPr>
            <p:ph idx="15" type="title"/>
          </p:nvPr>
        </p:nvSpPr>
        <p:spPr>
          <a:xfrm>
            <a:off x="1543050" y="445025"/>
            <a:ext cx="60579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4604" name="Google Shape;4604;p29"/>
          <p:cNvGrpSpPr/>
          <p:nvPr/>
        </p:nvGrpSpPr>
        <p:grpSpPr>
          <a:xfrm rot="2868353">
            <a:off x="-2378813" y="3743711"/>
            <a:ext cx="4568844" cy="2881791"/>
            <a:chOff x="2975000" y="20825"/>
            <a:chExt cx="3963625" cy="2500050"/>
          </a:xfrm>
        </p:grpSpPr>
        <p:sp>
          <p:nvSpPr>
            <p:cNvPr id="4605" name="Google Shape;4605;p29"/>
            <p:cNvSpPr/>
            <p:nvPr/>
          </p:nvSpPr>
          <p:spPr>
            <a:xfrm>
              <a:off x="2975000" y="442550"/>
              <a:ext cx="3962850" cy="2078325"/>
            </a:xfrm>
            <a:custGeom>
              <a:rect b="b" l="l" r="r" t="t"/>
              <a:pathLst>
                <a:path extrusionOk="0" fill="none" h="83133" w="158514">
                  <a:moveTo>
                    <a:pt x="0" y="1"/>
                  </a:moveTo>
                  <a:cubicBezTo>
                    <a:pt x="4347" y="3071"/>
                    <a:pt x="9423" y="6171"/>
                    <a:pt x="12797" y="10122"/>
                  </a:cubicBezTo>
                  <a:cubicBezTo>
                    <a:pt x="18025" y="16232"/>
                    <a:pt x="11095" y="25411"/>
                    <a:pt x="18298" y="31369"/>
                  </a:cubicBezTo>
                  <a:cubicBezTo>
                    <a:pt x="23952" y="36050"/>
                    <a:pt x="23982" y="41612"/>
                    <a:pt x="23283" y="48269"/>
                  </a:cubicBezTo>
                  <a:cubicBezTo>
                    <a:pt x="22706" y="53497"/>
                    <a:pt x="22463" y="62494"/>
                    <a:pt x="29028" y="64044"/>
                  </a:cubicBezTo>
                  <a:cubicBezTo>
                    <a:pt x="35776" y="65655"/>
                    <a:pt x="41186" y="60913"/>
                    <a:pt x="45624" y="56567"/>
                  </a:cubicBezTo>
                  <a:cubicBezTo>
                    <a:pt x="51855" y="50457"/>
                    <a:pt x="63466" y="46202"/>
                    <a:pt x="71825" y="49515"/>
                  </a:cubicBezTo>
                  <a:cubicBezTo>
                    <a:pt x="79211" y="52463"/>
                    <a:pt x="89728" y="48421"/>
                    <a:pt x="96598" y="51430"/>
                  </a:cubicBezTo>
                  <a:cubicBezTo>
                    <a:pt x="100762" y="53284"/>
                    <a:pt x="101035" y="58390"/>
                    <a:pt x="102343" y="62646"/>
                  </a:cubicBezTo>
                  <a:cubicBezTo>
                    <a:pt x="104197" y="68603"/>
                    <a:pt x="108938" y="75564"/>
                    <a:pt x="114106" y="78482"/>
                  </a:cubicBezTo>
                  <a:cubicBezTo>
                    <a:pt x="122343" y="83132"/>
                    <a:pt x="130914" y="70610"/>
                    <a:pt x="138909" y="69151"/>
                  </a:cubicBezTo>
                  <a:cubicBezTo>
                    <a:pt x="145474" y="67935"/>
                    <a:pt x="152435" y="73892"/>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29"/>
            <p:cNvSpPr/>
            <p:nvPr/>
          </p:nvSpPr>
          <p:spPr>
            <a:xfrm>
              <a:off x="2975000" y="442550"/>
              <a:ext cx="3962850" cy="2057800"/>
            </a:xfrm>
            <a:custGeom>
              <a:rect b="b" l="l" r="r" t="t"/>
              <a:pathLst>
                <a:path extrusionOk="0" fill="none" h="82312" w="158514">
                  <a:moveTo>
                    <a:pt x="0" y="1"/>
                  </a:moveTo>
                  <a:cubicBezTo>
                    <a:pt x="4408" y="3040"/>
                    <a:pt x="9392" y="6049"/>
                    <a:pt x="13040" y="9879"/>
                  </a:cubicBezTo>
                  <a:cubicBezTo>
                    <a:pt x="18602" y="15654"/>
                    <a:pt x="11733" y="24955"/>
                    <a:pt x="18694" y="30609"/>
                  </a:cubicBezTo>
                  <a:cubicBezTo>
                    <a:pt x="24408" y="35259"/>
                    <a:pt x="25077" y="40153"/>
                    <a:pt x="24317" y="46901"/>
                  </a:cubicBezTo>
                  <a:cubicBezTo>
                    <a:pt x="23739" y="52129"/>
                    <a:pt x="23131" y="61248"/>
                    <a:pt x="29849" y="62919"/>
                  </a:cubicBezTo>
                  <a:cubicBezTo>
                    <a:pt x="36870" y="64652"/>
                    <a:pt x="41794" y="59606"/>
                    <a:pt x="46627" y="55503"/>
                  </a:cubicBezTo>
                  <a:cubicBezTo>
                    <a:pt x="53557" y="49606"/>
                    <a:pt x="63983" y="44712"/>
                    <a:pt x="72798" y="48634"/>
                  </a:cubicBezTo>
                  <a:cubicBezTo>
                    <a:pt x="80123" y="51886"/>
                    <a:pt x="90245" y="48208"/>
                    <a:pt x="97266" y="51187"/>
                  </a:cubicBezTo>
                  <a:cubicBezTo>
                    <a:pt x="101522" y="52980"/>
                    <a:pt x="101674" y="58026"/>
                    <a:pt x="102890" y="62251"/>
                  </a:cubicBezTo>
                  <a:cubicBezTo>
                    <a:pt x="104561" y="68087"/>
                    <a:pt x="109303" y="75078"/>
                    <a:pt x="114440" y="77844"/>
                  </a:cubicBezTo>
                  <a:cubicBezTo>
                    <a:pt x="122799" y="82312"/>
                    <a:pt x="131097" y="70032"/>
                    <a:pt x="139243" y="68877"/>
                  </a:cubicBezTo>
                  <a:cubicBezTo>
                    <a:pt x="145656" y="67935"/>
                    <a:pt x="152495" y="73771"/>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29"/>
            <p:cNvSpPr/>
            <p:nvPr/>
          </p:nvSpPr>
          <p:spPr>
            <a:xfrm>
              <a:off x="2975000" y="442550"/>
              <a:ext cx="3962850" cy="2035775"/>
            </a:xfrm>
            <a:custGeom>
              <a:rect b="b" l="l" r="r" t="t"/>
              <a:pathLst>
                <a:path extrusionOk="0" fill="none" h="81431" w="158514">
                  <a:moveTo>
                    <a:pt x="0" y="1"/>
                  </a:moveTo>
                  <a:cubicBezTo>
                    <a:pt x="4468" y="3040"/>
                    <a:pt x="9362" y="5958"/>
                    <a:pt x="13313" y="9606"/>
                  </a:cubicBezTo>
                  <a:cubicBezTo>
                    <a:pt x="19210" y="15077"/>
                    <a:pt x="12432" y="24469"/>
                    <a:pt x="19089" y="29849"/>
                  </a:cubicBezTo>
                  <a:cubicBezTo>
                    <a:pt x="24803" y="34469"/>
                    <a:pt x="26019" y="38694"/>
                    <a:pt x="25350" y="45564"/>
                  </a:cubicBezTo>
                  <a:cubicBezTo>
                    <a:pt x="24833" y="50822"/>
                    <a:pt x="23739" y="60001"/>
                    <a:pt x="30609" y="61795"/>
                  </a:cubicBezTo>
                  <a:cubicBezTo>
                    <a:pt x="37691" y="63649"/>
                    <a:pt x="42797" y="58299"/>
                    <a:pt x="47813" y="54378"/>
                  </a:cubicBezTo>
                  <a:cubicBezTo>
                    <a:pt x="55989" y="47995"/>
                    <a:pt x="63345" y="43375"/>
                    <a:pt x="73801" y="47752"/>
                  </a:cubicBezTo>
                  <a:cubicBezTo>
                    <a:pt x="81704" y="51065"/>
                    <a:pt x="90762" y="48026"/>
                    <a:pt x="97966" y="50944"/>
                  </a:cubicBezTo>
                  <a:cubicBezTo>
                    <a:pt x="102282" y="52707"/>
                    <a:pt x="102343" y="57631"/>
                    <a:pt x="103437" y="61825"/>
                  </a:cubicBezTo>
                  <a:cubicBezTo>
                    <a:pt x="104957" y="67570"/>
                    <a:pt x="109637" y="74531"/>
                    <a:pt x="114774" y="77145"/>
                  </a:cubicBezTo>
                  <a:cubicBezTo>
                    <a:pt x="123285" y="81430"/>
                    <a:pt x="131310" y="69454"/>
                    <a:pt x="139577" y="68573"/>
                  </a:cubicBezTo>
                  <a:cubicBezTo>
                    <a:pt x="145869" y="67904"/>
                    <a:pt x="152587" y="73649"/>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29"/>
            <p:cNvSpPr/>
            <p:nvPr/>
          </p:nvSpPr>
          <p:spPr>
            <a:xfrm>
              <a:off x="2975000" y="442550"/>
              <a:ext cx="3962850" cy="2014500"/>
            </a:xfrm>
            <a:custGeom>
              <a:rect b="b" l="l" r="r" t="t"/>
              <a:pathLst>
                <a:path extrusionOk="0" fill="none" h="80580" w="158514">
                  <a:moveTo>
                    <a:pt x="0" y="1"/>
                  </a:moveTo>
                  <a:cubicBezTo>
                    <a:pt x="4560" y="3010"/>
                    <a:pt x="9392" y="5897"/>
                    <a:pt x="13526" y="9393"/>
                  </a:cubicBezTo>
                  <a:cubicBezTo>
                    <a:pt x="19666" y="14469"/>
                    <a:pt x="13162" y="23952"/>
                    <a:pt x="19484" y="29150"/>
                  </a:cubicBezTo>
                  <a:cubicBezTo>
                    <a:pt x="24560" y="33314"/>
                    <a:pt x="27235" y="37509"/>
                    <a:pt x="26323" y="44348"/>
                  </a:cubicBezTo>
                  <a:cubicBezTo>
                    <a:pt x="25563" y="49728"/>
                    <a:pt x="24317" y="58846"/>
                    <a:pt x="31308" y="60792"/>
                  </a:cubicBezTo>
                  <a:cubicBezTo>
                    <a:pt x="38390" y="62737"/>
                    <a:pt x="43770" y="57296"/>
                    <a:pt x="48998" y="53375"/>
                  </a:cubicBezTo>
                  <a:cubicBezTo>
                    <a:pt x="57813" y="46688"/>
                    <a:pt x="63892" y="42129"/>
                    <a:pt x="74743" y="47023"/>
                  </a:cubicBezTo>
                  <a:cubicBezTo>
                    <a:pt x="82433" y="50488"/>
                    <a:pt x="91248" y="47995"/>
                    <a:pt x="98604" y="50761"/>
                  </a:cubicBezTo>
                  <a:cubicBezTo>
                    <a:pt x="103042" y="52372"/>
                    <a:pt x="103011" y="57266"/>
                    <a:pt x="104014" y="61430"/>
                  </a:cubicBezTo>
                  <a:cubicBezTo>
                    <a:pt x="105382" y="67084"/>
                    <a:pt x="109941" y="74014"/>
                    <a:pt x="115109" y="76445"/>
                  </a:cubicBezTo>
                  <a:cubicBezTo>
                    <a:pt x="123802" y="80579"/>
                    <a:pt x="132100" y="68299"/>
                    <a:pt x="139912" y="68330"/>
                  </a:cubicBezTo>
                  <a:cubicBezTo>
                    <a:pt x="144927" y="68330"/>
                    <a:pt x="153529" y="7331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29"/>
            <p:cNvSpPr/>
            <p:nvPr/>
          </p:nvSpPr>
          <p:spPr>
            <a:xfrm>
              <a:off x="2975000" y="442550"/>
              <a:ext cx="3962850" cy="1991700"/>
            </a:xfrm>
            <a:custGeom>
              <a:rect b="b" l="l" r="r" t="t"/>
              <a:pathLst>
                <a:path extrusionOk="0" fill="none" h="79668" w="158514">
                  <a:moveTo>
                    <a:pt x="0" y="1"/>
                  </a:moveTo>
                  <a:cubicBezTo>
                    <a:pt x="4590" y="3010"/>
                    <a:pt x="9484" y="5897"/>
                    <a:pt x="13769" y="9119"/>
                  </a:cubicBezTo>
                  <a:cubicBezTo>
                    <a:pt x="20122" y="13861"/>
                    <a:pt x="13952" y="23344"/>
                    <a:pt x="19879" y="28360"/>
                  </a:cubicBezTo>
                  <a:cubicBezTo>
                    <a:pt x="24651" y="32402"/>
                    <a:pt x="28055" y="36475"/>
                    <a:pt x="27265" y="43102"/>
                  </a:cubicBezTo>
                  <a:cubicBezTo>
                    <a:pt x="26627" y="48482"/>
                    <a:pt x="24985" y="57600"/>
                    <a:pt x="31946" y="59698"/>
                  </a:cubicBezTo>
                  <a:cubicBezTo>
                    <a:pt x="39028" y="61795"/>
                    <a:pt x="44955" y="56202"/>
                    <a:pt x="50183" y="52251"/>
                  </a:cubicBezTo>
                  <a:cubicBezTo>
                    <a:pt x="59424" y="45260"/>
                    <a:pt x="64561" y="40761"/>
                    <a:pt x="75746" y="46232"/>
                  </a:cubicBezTo>
                  <a:cubicBezTo>
                    <a:pt x="83315" y="49971"/>
                    <a:pt x="91795" y="47813"/>
                    <a:pt x="99273" y="50488"/>
                  </a:cubicBezTo>
                  <a:cubicBezTo>
                    <a:pt x="103832" y="52129"/>
                    <a:pt x="103619" y="56840"/>
                    <a:pt x="104653" y="61035"/>
                  </a:cubicBezTo>
                  <a:cubicBezTo>
                    <a:pt x="106051" y="66749"/>
                    <a:pt x="110124" y="73315"/>
                    <a:pt x="115443" y="75716"/>
                  </a:cubicBezTo>
                  <a:cubicBezTo>
                    <a:pt x="124227" y="79667"/>
                    <a:pt x="132039" y="67995"/>
                    <a:pt x="140246" y="68056"/>
                  </a:cubicBezTo>
                  <a:cubicBezTo>
                    <a:pt x="145535" y="68087"/>
                    <a:pt x="153377" y="7340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29"/>
            <p:cNvSpPr/>
            <p:nvPr/>
          </p:nvSpPr>
          <p:spPr>
            <a:xfrm>
              <a:off x="2975000" y="442550"/>
              <a:ext cx="3963625" cy="1968900"/>
            </a:xfrm>
            <a:custGeom>
              <a:rect b="b" l="l" r="r" t="t"/>
              <a:pathLst>
                <a:path extrusionOk="0" fill="none" h="78756" w="158545">
                  <a:moveTo>
                    <a:pt x="0" y="1"/>
                  </a:moveTo>
                  <a:cubicBezTo>
                    <a:pt x="4651" y="2979"/>
                    <a:pt x="9575" y="5867"/>
                    <a:pt x="14013" y="8876"/>
                  </a:cubicBezTo>
                  <a:cubicBezTo>
                    <a:pt x="20548" y="13283"/>
                    <a:pt x="14985" y="22706"/>
                    <a:pt x="20305" y="27539"/>
                  </a:cubicBezTo>
                  <a:cubicBezTo>
                    <a:pt x="24590" y="31430"/>
                    <a:pt x="28724" y="35715"/>
                    <a:pt x="28147" y="42007"/>
                  </a:cubicBezTo>
                  <a:cubicBezTo>
                    <a:pt x="27630" y="47296"/>
                    <a:pt x="25654" y="56445"/>
                    <a:pt x="32584" y="58664"/>
                  </a:cubicBezTo>
                  <a:cubicBezTo>
                    <a:pt x="39606" y="60913"/>
                    <a:pt x="46354" y="55077"/>
                    <a:pt x="51369" y="51096"/>
                  </a:cubicBezTo>
                  <a:cubicBezTo>
                    <a:pt x="60609" y="43770"/>
                    <a:pt x="65351" y="39576"/>
                    <a:pt x="76749" y="45594"/>
                  </a:cubicBezTo>
                  <a:cubicBezTo>
                    <a:pt x="84166" y="49515"/>
                    <a:pt x="92251" y="47722"/>
                    <a:pt x="99911" y="50275"/>
                  </a:cubicBezTo>
                  <a:cubicBezTo>
                    <a:pt x="104622" y="51855"/>
                    <a:pt x="104318" y="56445"/>
                    <a:pt x="105260" y="60609"/>
                  </a:cubicBezTo>
                  <a:cubicBezTo>
                    <a:pt x="106537" y="66324"/>
                    <a:pt x="110428" y="72676"/>
                    <a:pt x="115808" y="74956"/>
                  </a:cubicBezTo>
                  <a:cubicBezTo>
                    <a:pt x="124714" y="78756"/>
                    <a:pt x="132313" y="67418"/>
                    <a:pt x="140580" y="67813"/>
                  </a:cubicBezTo>
                  <a:cubicBezTo>
                    <a:pt x="145778" y="68056"/>
                    <a:pt x="153438" y="73315"/>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29"/>
            <p:cNvSpPr/>
            <p:nvPr/>
          </p:nvSpPr>
          <p:spPr>
            <a:xfrm>
              <a:off x="2975000" y="442550"/>
              <a:ext cx="3962850" cy="1919500"/>
            </a:xfrm>
            <a:custGeom>
              <a:rect b="b" l="l" r="r" t="t"/>
              <a:pathLst>
                <a:path extrusionOk="0" fill="none" h="76780" w="158514">
                  <a:moveTo>
                    <a:pt x="0" y="1"/>
                  </a:moveTo>
                  <a:cubicBezTo>
                    <a:pt x="4712" y="2949"/>
                    <a:pt x="9666" y="5776"/>
                    <a:pt x="14225" y="8633"/>
                  </a:cubicBezTo>
                  <a:cubicBezTo>
                    <a:pt x="20973" y="12797"/>
                    <a:pt x="16049" y="21977"/>
                    <a:pt x="20760" y="26718"/>
                  </a:cubicBezTo>
                  <a:cubicBezTo>
                    <a:pt x="24438" y="30396"/>
                    <a:pt x="29332" y="35168"/>
                    <a:pt x="28967" y="41004"/>
                  </a:cubicBezTo>
                  <a:cubicBezTo>
                    <a:pt x="28633" y="46202"/>
                    <a:pt x="26444" y="55381"/>
                    <a:pt x="33192" y="57661"/>
                  </a:cubicBezTo>
                  <a:cubicBezTo>
                    <a:pt x="40153" y="60032"/>
                    <a:pt x="47752" y="53953"/>
                    <a:pt x="52494" y="49880"/>
                  </a:cubicBezTo>
                  <a:cubicBezTo>
                    <a:pt x="61703" y="41977"/>
                    <a:pt x="66293" y="38633"/>
                    <a:pt x="77722" y="45016"/>
                  </a:cubicBezTo>
                  <a:cubicBezTo>
                    <a:pt x="84926" y="49059"/>
                    <a:pt x="92707" y="47722"/>
                    <a:pt x="100488" y="50093"/>
                  </a:cubicBezTo>
                  <a:cubicBezTo>
                    <a:pt x="105382" y="51582"/>
                    <a:pt x="104987" y="56080"/>
                    <a:pt x="105838" y="60245"/>
                  </a:cubicBezTo>
                  <a:cubicBezTo>
                    <a:pt x="107023" y="65898"/>
                    <a:pt x="111005" y="72676"/>
                    <a:pt x="116142" y="74227"/>
                  </a:cubicBezTo>
                  <a:cubicBezTo>
                    <a:pt x="124683" y="76780"/>
                    <a:pt x="132191" y="66901"/>
                    <a:pt x="140884" y="67570"/>
                  </a:cubicBezTo>
                  <a:cubicBezTo>
                    <a:pt x="145930" y="67965"/>
                    <a:pt x="153468" y="73224"/>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29"/>
            <p:cNvSpPr/>
            <p:nvPr/>
          </p:nvSpPr>
          <p:spPr>
            <a:xfrm>
              <a:off x="2975000" y="442550"/>
              <a:ext cx="3962100" cy="1896700"/>
            </a:xfrm>
            <a:custGeom>
              <a:rect b="b" l="l" r="r" t="t"/>
              <a:pathLst>
                <a:path extrusionOk="0" fill="none" h="75868" w="158484">
                  <a:moveTo>
                    <a:pt x="0" y="1"/>
                  </a:moveTo>
                  <a:cubicBezTo>
                    <a:pt x="4742" y="2949"/>
                    <a:pt x="9788" y="5441"/>
                    <a:pt x="14438" y="8359"/>
                  </a:cubicBezTo>
                  <a:cubicBezTo>
                    <a:pt x="21520" y="12797"/>
                    <a:pt x="16900" y="20852"/>
                    <a:pt x="21277" y="25837"/>
                  </a:cubicBezTo>
                  <a:cubicBezTo>
                    <a:pt x="24408" y="29424"/>
                    <a:pt x="29758" y="34652"/>
                    <a:pt x="29727" y="40123"/>
                  </a:cubicBezTo>
                  <a:cubicBezTo>
                    <a:pt x="29666" y="45229"/>
                    <a:pt x="27447" y="54014"/>
                    <a:pt x="33770" y="56658"/>
                  </a:cubicBezTo>
                  <a:cubicBezTo>
                    <a:pt x="40396" y="59394"/>
                    <a:pt x="49545" y="52433"/>
                    <a:pt x="53618" y="48542"/>
                  </a:cubicBezTo>
                  <a:cubicBezTo>
                    <a:pt x="62707" y="39788"/>
                    <a:pt x="67448" y="37904"/>
                    <a:pt x="78725" y="44530"/>
                  </a:cubicBezTo>
                  <a:cubicBezTo>
                    <a:pt x="85716" y="48664"/>
                    <a:pt x="93224" y="47722"/>
                    <a:pt x="101066" y="49910"/>
                  </a:cubicBezTo>
                  <a:cubicBezTo>
                    <a:pt x="106142" y="51308"/>
                    <a:pt x="105716" y="55685"/>
                    <a:pt x="106476" y="59849"/>
                  </a:cubicBezTo>
                  <a:cubicBezTo>
                    <a:pt x="107540" y="65503"/>
                    <a:pt x="111279" y="71977"/>
                    <a:pt x="116477" y="73467"/>
                  </a:cubicBezTo>
                  <a:cubicBezTo>
                    <a:pt x="124927" y="75868"/>
                    <a:pt x="132708" y="66354"/>
                    <a:pt x="141188" y="67357"/>
                  </a:cubicBezTo>
                  <a:cubicBezTo>
                    <a:pt x="146143" y="67935"/>
                    <a:pt x="153468" y="7313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29"/>
            <p:cNvSpPr/>
            <p:nvPr/>
          </p:nvSpPr>
          <p:spPr>
            <a:xfrm>
              <a:off x="2975000" y="442550"/>
              <a:ext cx="3962850" cy="1870875"/>
            </a:xfrm>
            <a:custGeom>
              <a:rect b="b" l="l" r="r" t="t"/>
              <a:pathLst>
                <a:path extrusionOk="0" fill="none" h="74835" w="158514">
                  <a:moveTo>
                    <a:pt x="0" y="1"/>
                  </a:moveTo>
                  <a:cubicBezTo>
                    <a:pt x="4803" y="2919"/>
                    <a:pt x="9848" y="5350"/>
                    <a:pt x="14651" y="8116"/>
                  </a:cubicBezTo>
                  <a:cubicBezTo>
                    <a:pt x="21946" y="12311"/>
                    <a:pt x="18086" y="19697"/>
                    <a:pt x="21885" y="24895"/>
                  </a:cubicBezTo>
                  <a:cubicBezTo>
                    <a:pt x="24590" y="28633"/>
                    <a:pt x="30031" y="34013"/>
                    <a:pt x="30396" y="39272"/>
                  </a:cubicBezTo>
                  <a:cubicBezTo>
                    <a:pt x="30791" y="44439"/>
                    <a:pt x="28299" y="52919"/>
                    <a:pt x="34439" y="55625"/>
                  </a:cubicBezTo>
                  <a:cubicBezTo>
                    <a:pt x="41186" y="58603"/>
                    <a:pt x="50670" y="51217"/>
                    <a:pt x="54712" y="47083"/>
                  </a:cubicBezTo>
                  <a:cubicBezTo>
                    <a:pt x="63892" y="37630"/>
                    <a:pt x="68542" y="37266"/>
                    <a:pt x="79789" y="44135"/>
                  </a:cubicBezTo>
                  <a:cubicBezTo>
                    <a:pt x="86476" y="48208"/>
                    <a:pt x="93984" y="47661"/>
                    <a:pt x="101674" y="49728"/>
                  </a:cubicBezTo>
                  <a:cubicBezTo>
                    <a:pt x="106932" y="51126"/>
                    <a:pt x="106416" y="55138"/>
                    <a:pt x="107145" y="59454"/>
                  </a:cubicBezTo>
                  <a:cubicBezTo>
                    <a:pt x="108057" y="64986"/>
                    <a:pt x="111552" y="71339"/>
                    <a:pt x="116872" y="72707"/>
                  </a:cubicBezTo>
                  <a:cubicBezTo>
                    <a:pt x="125322" y="74835"/>
                    <a:pt x="133285" y="65837"/>
                    <a:pt x="141523" y="67114"/>
                  </a:cubicBezTo>
                  <a:cubicBezTo>
                    <a:pt x="146386" y="67874"/>
                    <a:pt x="153559" y="73011"/>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29"/>
            <p:cNvSpPr/>
            <p:nvPr/>
          </p:nvSpPr>
          <p:spPr>
            <a:xfrm>
              <a:off x="2975000" y="442550"/>
              <a:ext cx="3962850" cy="1848075"/>
            </a:xfrm>
            <a:custGeom>
              <a:rect b="b" l="l" r="r" t="t"/>
              <a:pathLst>
                <a:path extrusionOk="0" fill="none" h="73923" w="158514">
                  <a:moveTo>
                    <a:pt x="0" y="1"/>
                  </a:moveTo>
                  <a:cubicBezTo>
                    <a:pt x="4833" y="2888"/>
                    <a:pt x="9909" y="5259"/>
                    <a:pt x="14864" y="7873"/>
                  </a:cubicBezTo>
                  <a:cubicBezTo>
                    <a:pt x="22219" y="11764"/>
                    <a:pt x="19301" y="18390"/>
                    <a:pt x="22584" y="23922"/>
                  </a:cubicBezTo>
                  <a:cubicBezTo>
                    <a:pt x="25046" y="28086"/>
                    <a:pt x="30092" y="33649"/>
                    <a:pt x="31004" y="38542"/>
                  </a:cubicBezTo>
                  <a:cubicBezTo>
                    <a:pt x="31855" y="43284"/>
                    <a:pt x="29150" y="51947"/>
                    <a:pt x="35107" y="54561"/>
                  </a:cubicBezTo>
                  <a:cubicBezTo>
                    <a:pt x="42250" y="57691"/>
                    <a:pt x="51673" y="50032"/>
                    <a:pt x="55746" y="45503"/>
                  </a:cubicBezTo>
                  <a:cubicBezTo>
                    <a:pt x="64834" y="35411"/>
                    <a:pt x="69941" y="36992"/>
                    <a:pt x="80822" y="43770"/>
                  </a:cubicBezTo>
                  <a:cubicBezTo>
                    <a:pt x="87205" y="47782"/>
                    <a:pt x="94683" y="47691"/>
                    <a:pt x="102191" y="49576"/>
                  </a:cubicBezTo>
                  <a:cubicBezTo>
                    <a:pt x="107571" y="50913"/>
                    <a:pt x="107145" y="54682"/>
                    <a:pt x="107783" y="59090"/>
                  </a:cubicBezTo>
                  <a:cubicBezTo>
                    <a:pt x="108604" y="64591"/>
                    <a:pt x="111826" y="70610"/>
                    <a:pt x="117236" y="71917"/>
                  </a:cubicBezTo>
                  <a:cubicBezTo>
                    <a:pt x="125504" y="73923"/>
                    <a:pt x="133863" y="65321"/>
                    <a:pt x="141827" y="66901"/>
                  </a:cubicBezTo>
                  <a:cubicBezTo>
                    <a:pt x="146599" y="67813"/>
                    <a:pt x="153620" y="7292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29"/>
            <p:cNvSpPr/>
            <p:nvPr/>
          </p:nvSpPr>
          <p:spPr>
            <a:xfrm>
              <a:off x="2975000" y="442550"/>
              <a:ext cx="3962100" cy="1826050"/>
            </a:xfrm>
            <a:custGeom>
              <a:rect b="b" l="l" r="r" t="t"/>
              <a:pathLst>
                <a:path extrusionOk="0" fill="none" h="73042" w="158484">
                  <a:moveTo>
                    <a:pt x="0" y="1"/>
                  </a:moveTo>
                  <a:cubicBezTo>
                    <a:pt x="4894" y="2858"/>
                    <a:pt x="10000" y="5168"/>
                    <a:pt x="15076" y="7630"/>
                  </a:cubicBezTo>
                  <a:cubicBezTo>
                    <a:pt x="22402" y="11217"/>
                    <a:pt x="20639" y="16992"/>
                    <a:pt x="23435" y="22980"/>
                  </a:cubicBezTo>
                  <a:cubicBezTo>
                    <a:pt x="25685" y="27813"/>
                    <a:pt x="29910" y="33041"/>
                    <a:pt x="31460" y="37934"/>
                  </a:cubicBezTo>
                  <a:cubicBezTo>
                    <a:pt x="32858" y="42372"/>
                    <a:pt x="29940" y="51096"/>
                    <a:pt x="35867" y="53558"/>
                  </a:cubicBezTo>
                  <a:cubicBezTo>
                    <a:pt x="43618" y="56749"/>
                    <a:pt x="52433" y="48937"/>
                    <a:pt x="56779" y="43831"/>
                  </a:cubicBezTo>
                  <a:cubicBezTo>
                    <a:pt x="65746" y="33314"/>
                    <a:pt x="71552" y="36901"/>
                    <a:pt x="81886" y="43466"/>
                  </a:cubicBezTo>
                  <a:cubicBezTo>
                    <a:pt x="87965" y="47327"/>
                    <a:pt x="95412" y="47752"/>
                    <a:pt x="102707" y="49454"/>
                  </a:cubicBezTo>
                  <a:cubicBezTo>
                    <a:pt x="108148" y="50700"/>
                    <a:pt x="107905" y="54226"/>
                    <a:pt x="108452" y="58725"/>
                  </a:cubicBezTo>
                  <a:cubicBezTo>
                    <a:pt x="109182" y="64226"/>
                    <a:pt x="112130" y="69910"/>
                    <a:pt x="117571" y="71187"/>
                  </a:cubicBezTo>
                  <a:cubicBezTo>
                    <a:pt x="125626" y="73041"/>
                    <a:pt x="134410" y="64895"/>
                    <a:pt x="142100" y="66688"/>
                  </a:cubicBezTo>
                  <a:cubicBezTo>
                    <a:pt x="146751" y="67783"/>
                    <a:pt x="153590" y="72828"/>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29"/>
            <p:cNvSpPr/>
            <p:nvPr/>
          </p:nvSpPr>
          <p:spPr>
            <a:xfrm>
              <a:off x="2975000" y="442550"/>
              <a:ext cx="3962850" cy="1818450"/>
            </a:xfrm>
            <a:custGeom>
              <a:rect b="b" l="l" r="r" t="t"/>
              <a:pathLst>
                <a:path extrusionOk="0" fill="none" h="72738" w="158514">
                  <a:moveTo>
                    <a:pt x="0" y="1"/>
                  </a:moveTo>
                  <a:cubicBezTo>
                    <a:pt x="4924" y="2827"/>
                    <a:pt x="10122" y="5077"/>
                    <a:pt x="15259" y="7387"/>
                  </a:cubicBezTo>
                  <a:cubicBezTo>
                    <a:pt x="22432" y="10609"/>
                    <a:pt x="22159" y="15594"/>
                    <a:pt x="24317" y="22007"/>
                  </a:cubicBezTo>
                  <a:cubicBezTo>
                    <a:pt x="26171" y="27630"/>
                    <a:pt x="29332" y="32402"/>
                    <a:pt x="31733" y="37418"/>
                  </a:cubicBezTo>
                  <a:cubicBezTo>
                    <a:pt x="33831" y="41764"/>
                    <a:pt x="30669" y="50305"/>
                    <a:pt x="36657" y="52615"/>
                  </a:cubicBezTo>
                  <a:cubicBezTo>
                    <a:pt x="44955" y="55868"/>
                    <a:pt x="53162" y="47630"/>
                    <a:pt x="57782" y="42068"/>
                  </a:cubicBezTo>
                  <a:cubicBezTo>
                    <a:pt x="66476" y="31551"/>
                    <a:pt x="73315" y="37022"/>
                    <a:pt x="82950" y="43193"/>
                  </a:cubicBezTo>
                  <a:cubicBezTo>
                    <a:pt x="88695" y="46871"/>
                    <a:pt x="96142" y="47813"/>
                    <a:pt x="103194" y="49333"/>
                  </a:cubicBezTo>
                  <a:cubicBezTo>
                    <a:pt x="108726" y="50488"/>
                    <a:pt x="108634" y="53740"/>
                    <a:pt x="109151" y="58390"/>
                  </a:cubicBezTo>
                  <a:cubicBezTo>
                    <a:pt x="109789" y="63862"/>
                    <a:pt x="112464" y="69211"/>
                    <a:pt x="117996" y="70427"/>
                  </a:cubicBezTo>
                  <a:cubicBezTo>
                    <a:pt x="125778" y="72129"/>
                    <a:pt x="135018" y="64439"/>
                    <a:pt x="142434" y="66506"/>
                  </a:cubicBezTo>
                  <a:cubicBezTo>
                    <a:pt x="146994" y="67752"/>
                    <a:pt x="153650" y="72737"/>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29"/>
            <p:cNvSpPr/>
            <p:nvPr/>
          </p:nvSpPr>
          <p:spPr>
            <a:xfrm>
              <a:off x="2975000" y="442550"/>
              <a:ext cx="3962850" cy="1816175"/>
            </a:xfrm>
            <a:custGeom>
              <a:rect b="b" l="l" r="r" t="t"/>
              <a:pathLst>
                <a:path extrusionOk="0" fill="none" h="72647" w="158514">
                  <a:moveTo>
                    <a:pt x="0" y="1"/>
                  </a:moveTo>
                  <a:cubicBezTo>
                    <a:pt x="4985" y="2797"/>
                    <a:pt x="10244" y="4985"/>
                    <a:pt x="15441" y="7144"/>
                  </a:cubicBezTo>
                  <a:cubicBezTo>
                    <a:pt x="22341" y="10031"/>
                    <a:pt x="23648" y="14621"/>
                    <a:pt x="25259" y="21034"/>
                  </a:cubicBezTo>
                  <a:cubicBezTo>
                    <a:pt x="26688" y="26809"/>
                    <a:pt x="28572" y="31977"/>
                    <a:pt x="31885" y="36992"/>
                  </a:cubicBezTo>
                  <a:cubicBezTo>
                    <a:pt x="34742" y="41278"/>
                    <a:pt x="31429" y="49606"/>
                    <a:pt x="37478" y="51825"/>
                  </a:cubicBezTo>
                  <a:cubicBezTo>
                    <a:pt x="46171" y="55017"/>
                    <a:pt x="54469" y="46202"/>
                    <a:pt x="58755" y="40305"/>
                  </a:cubicBezTo>
                  <a:cubicBezTo>
                    <a:pt x="66232" y="30001"/>
                    <a:pt x="76415" y="38025"/>
                    <a:pt x="84044" y="42889"/>
                  </a:cubicBezTo>
                  <a:cubicBezTo>
                    <a:pt x="89546" y="46384"/>
                    <a:pt x="96841" y="47874"/>
                    <a:pt x="103680" y="49211"/>
                  </a:cubicBezTo>
                  <a:cubicBezTo>
                    <a:pt x="109242" y="50305"/>
                    <a:pt x="109364" y="53254"/>
                    <a:pt x="109850" y="58026"/>
                  </a:cubicBezTo>
                  <a:cubicBezTo>
                    <a:pt x="110397" y="63436"/>
                    <a:pt x="112829" y="68482"/>
                    <a:pt x="118422" y="69667"/>
                  </a:cubicBezTo>
                  <a:cubicBezTo>
                    <a:pt x="125930" y="71278"/>
                    <a:pt x="135626" y="64044"/>
                    <a:pt x="142708" y="66293"/>
                  </a:cubicBezTo>
                  <a:cubicBezTo>
                    <a:pt x="147176" y="67692"/>
                    <a:pt x="153681" y="7264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29"/>
            <p:cNvSpPr/>
            <p:nvPr/>
          </p:nvSpPr>
          <p:spPr>
            <a:xfrm>
              <a:off x="2975000" y="442550"/>
              <a:ext cx="3962850" cy="1813875"/>
            </a:xfrm>
            <a:custGeom>
              <a:rect b="b" l="l" r="r" t="t"/>
              <a:pathLst>
                <a:path extrusionOk="0" fill="none" h="72555" w="158514">
                  <a:moveTo>
                    <a:pt x="0" y="1"/>
                  </a:moveTo>
                  <a:cubicBezTo>
                    <a:pt x="5015" y="2767"/>
                    <a:pt x="10335" y="4894"/>
                    <a:pt x="15624" y="6931"/>
                  </a:cubicBezTo>
                  <a:cubicBezTo>
                    <a:pt x="22189" y="9423"/>
                    <a:pt x="24925" y="13648"/>
                    <a:pt x="26262" y="20031"/>
                  </a:cubicBezTo>
                  <a:cubicBezTo>
                    <a:pt x="27508" y="25958"/>
                    <a:pt x="27843" y="31582"/>
                    <a:pt x="31916" y="36597"/>
                  </a:cubicBezTo>
                  <a:cubicBezTo>
                    <a:pt x="35290" y="40731"/>
                    <a:pt x="32432" y="49150"/>
                    <a:pt x="38299" y="51096"/>
                  </a:cubicBezTo>
                  <a:cubicBezTo>
                    <a:pt x="47326" y="54105"/>
                    <a:pt x="55138" y="44804"/>
                    <a:pt x="59758" y="38512"/>
                  </a:cubicBezTo>
                  <a:cubicBezTo>
                    <a:pt x="66901" y="28816"/>
                    <a:pt x="78512" y="38512"/>
                    <a:pt x="85139" y="42585"/>
                  </a:cubicBezTo>
                  <a:cubicBezTo>
                    <a:pt x="90397" y="45807"/>
                    <a:pt x="97510" y="47995"/>
                    <a:pt x="104105" y="49120"/>
                  </a:cubicBezTo>
                  <a:cubicBezTo>
                    <a:pt x="109698" y="50062"/>
                    <a:pt x="109729" y="52707"/>
                    <a:pt x="110580" y="57691"/>
                  </a:cubicBezTo>
                  <a:cubicBezTo>
                    <a:pt x="111461" y="63071"/>
                    <a:pt x="112829" y="67692"/>
                    <a:pt x="118878" y="68938"/>
                  </a:cubicBezTo>
                  <a:cubicBezTo>
                    <a:pt x="126082" y="70427"/>
                    <a:pt x="136234" y="63649"/>
                    <a:pt x="143012" y="66111"/>
                  </a:cubicBezTo>
                  <a:cubicBezTo>
                    <a:pt x="147359" y="67661"/>
                    <a:pt x="153742" y="7255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29"/>
            <p:cNvSpPr/>
            <p:nvPr/>
          </p:nvSpPr>
          <p:spPr>
            <a:xfrm>
              <a:off x="2975000" y="442550"/>
              <a:ext cx="3962850" cy="1804000"/>
            </a:xfrm>
            <a:custGeom>
              <a:rect b="b" l="l" r="r" t="t"/>
              <a:pathLst>
                <a:path extrusionOk="0" fill="none" h="72160" w="158514">
                  <a:moveTo>
                    <a:pt x="0" y="1"/>
                  </a:moveTo>
                  <a:cubicBezTo>
                    <a:pt x="5076" y="2736"/>
                    <a:pt x="10456" y="4803"/>
                    <a:pt x="15806" y="6688"/>
                  </a:cubicBezTo>
                  <a:cubicBezTo>
                    <a:pt x="22037" y="8876"/>
                    <a:pt x="26049" y="12767"/>
                    <a:pt x="27326" y="18967"/>
                  </a:cubicBezTo>
                  <a:cubicBezTo>
                    <a:pt x="28542" y="24925"/>
                    <a:pt x="27326" y="31126"/>
                    <a:pt x="31855" y="36202"/>
                  </a:cubicBezTo>
                  <a:cubicBezTo>
                    <a:pt x="35381" y="40153"/>
                    <a:pt x="33618" y="48725"/>
                    <a:pt x="39150" y="50457"/>
                  </a:cubicBezTo>
                  <a:cubicBezTo>
                    <a:pt x="48329" y="53314"/>
                    <a:pt x="55746" y="42919"/>
                    <a:pt x="60792" y="36810"/>
                  </a:cubicBezTo>
                  <a:cubicBezTo>
                    <a:pt x="67995" y="28086"/>
                    <a:pt x="80032" y="38360"/>
                    <a:pt x="86263" y="42159"/>
                  </a:cubicBezTo>
                  <a:cubicBezTo>
                    <a:pt x="91430" y="45320"/>
                    <a:pt x="98057" y="48056"/>
                    <a:pt x="104561" y="48998"/>
                  </a:cubicBezTo>
                  <a:cubicBezTo>
                    <a:pt x="115747" y="50700"/>
                    <a:pt x="107692" y="65898"/>
                    <a:pt x="119303" y="68178"/>
                  </a:cubicBezTo>
                  <a:cubicBezTo>
                    <a:pt x="126294" y="69576"/>
                    <a:pt x="136872" y="63254"/>
                    <a:pt x="143316" y="65898"/>
                  </a:cubicBezTo>
                  <a:cubicBezTo>
                    <a:pt x="147784" y="67752"/>
                    <a:pt x="153407" y="7216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29"/>
            <p:cNvSpPr/>
            <p:nvPr/>
          </p:nvSpPr>
          <p:spPr>
            <a:xfrm>
              <a:off x="2975000" y="442550"/>
              <a:ext cx="3962100" cy="1802475"/>
            </a:xfrm>
            <a:custGeom>
              <a:rect b="b" l="l" r="r" t="t"/>
              <a:pathLst>
                <a:path extrusionOk="0" fill="none" h="72099" w="158484">
                  <a:moveTo>
                    <a:pt x="0" y="1"/>
                  </a:moveTo>
                  <a:cubicBezTo>
                    <a:pt x="5107" y="2706"/>
                    <a:pt x="10760" y="4590"/>
                    <a:pt x="15958" y="6444"/>
                  </a:cubicBezTo>
                  <a:cubicBezTo>
                    <a:pt x="21764" y="8511"/>
                    <a:pt x="26931" y="11733"/>
                    <a:pt x="28390" y="17843"/>
                  </a:cubicBezTo>
                  <a:cubicBezTo>
                    <a:pt x="29788" y="23740"/>
                    <a:pt x="26900" y="30579"/>
                    <a:pt x="31672" y="35867"/>
                  </a:cubicBezTo>
                  <a:cubicBezTo>
                    <a:pt x="35107" y="39636"/>
                    <a:pt x="34925" y="48390"/>
                    <a:pt x="40001" y="49849"/>
                  </a:cubicBezTo>
                  <a:cubicBezTo>
                    <a:pt x="49302" y="52494"/>
                    <a:pt x="56415" y="40761"/>
                    <a:pt x="61886" y="35320"/>
                  </a:cubicBezTo>
                  <a:cubicBezTo>
                    <a:pt x="69211" y="28025"/>
                    <a:pt x="81278" y="37873"/>
                    <a:pt x="87327" y="41612"/>
                  </a:cubicBezTo>
                  <a:cubicBezTo>
                    <a:pt x="92585" y="44864"/>
                    <a:pt x="98421" y="48117"/>
                    <a:pt x="104926" y="48968"/>
                  </a:cubicBezTo>
                  <a:cubicBezTo>
                    <a:pt x="116385" y="50457"/>
                    <a:pt x="108239" y="65442"/>
                    <a:pt x="119759" y="67509"/>
                  </a:cubicBezTo>
                  <a:cubicBezTo>
                    <a:pt x="126659" y="68725"/>
                    <a:pt x="137298" y="62980"/>
                    <a:pt x="143559" y="65716"/>
                  </a:cubicBezTo>
                  <a:cubicBezTo>
                    <a:pt x="147936" y="67631"/>
                    <a:pt x="153407" y="72099"/>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29"/>
            <p:cNvSpPr/>
            <p:nvPr/>
          </p:nvSpPr>
          <p:spPr>
            <a:xfrm>
              <a:off x="2975000" y="442550"/>
              <a:ext cx="3962850" cy="1800200"/>
            </a:xfrm>
            <a:custGeom>
              <a:rect b="b" l="l" r="r" t="t"/>
              <a:pathLst>
                <a:path extrusionOk="0" fill="none" h="72008" w="158514">
                  <a:moveTo>
                    <a:pt x="0" y="1"/>
                  </a:moveTo>
                  <a:cubicBezTo>
                    <a:pt x="5167" y="2645"/>
                    <a:pt x="10821" y="4499"/>
                    <a:pt x="16140" y="6201"/>
                  </a:cubicBezTo>
                  <a:cubicBezTo>
                    <a:pt x="21976" y="8055"/>
                    <a:pt x="27630" y="11065"/>
                    <a:pt x="29484" y="16657"/>
                  </a:cubicBezTo>
                  <a:cubicBezTo>
                    <a:pt x="31308" y="22159"/>
                    <a:pt x="26748" y="29940"/>
                    <a:pt x="31521" y="35442"/>
                  </a:cubicBezTo>
                  <a:cubicBezTo>
                    <a:pt x="34621" y="38998"/>
                    <a:pt x="36414" y="48147"/>
                    <a:pt x="40913" y="49211"/>
                  </a:cubicBezTo>
                  <a:cubicBezTo>
                    <a:pt x="50244" y="51430"/>
                    <a:pt x="56749" y="38846"/>
                    <a:pt x="63041" y="34044"/>
                  </a:cubicBezTo>
                  <a:cubicBezTo>
                    <a:pt x="70731" y="28147"/>
                    <a:pt x="82190" y="36992"/>
                    <a:pt x="88391" y="40943"/>
                  </a:cubicBezTo>
                  <a:cubicBezTo>
                    <a:pt x="93862" y="44409"/>
                    <a:pt x="98695" y="48147"/>
                    <a:pt x="105352" y="48907"/>
                  </a:cubicBezTo>
                  <a:cubicBezTo>
                    <a:pt x="117024" y="50184"/>
                    <a:pt x="108786" y="64834"/>
                    <a:pt x="120276" y="66780"/>
                  </a:cubicBezTo>
                  <a:cubicBezTo>
                    <a:pt x="126993" y="67904"/>
                    <a:pt x="137784" y="62585"/>
                    <a:pt x="143863" y="65533"/>
                  </a:cubicBezTo>
                  <a:cubicBezTo>
                    <a:pt x="148149" y="67570"/>
                    <a:pt x="153468" y="72008"/>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29"/>
            <p:cNvSpPr/>
            <p:nvPr/>
          </p:nvSpPr>
          <p:spPr>
            <a:xfrm>
              <a:off x="2975000" y="442550"/>
              <a:ext cx="3963625" cy="1798675"/>
            </a:xfrm>
            <a:custGeom>
              <a:rect b="b" l="l" r="r" t="t"/>
              <a:pathLst>
                <a:path extrusionOk="0" fill="none" h="71947" w="158545">
                  <a:moveTo>
                    <a:pt x="0" y="1"/>
                  </a:moveTo>
                  <a:cubicBezTo>
                    <a:pt x="5198" y="2615"/>
                    <a:pt x="10912" y="4408"/>
                    <a:pt x="16323" y="5958"/>
                  </a:cubicBezTo>
                  <a:cubicBezTo>
                    <a:pt x="22067" y="7630"/>
                    <a:pt x="28147" y="10365"/>
                    <a:pt x="30578" y="15472"/>
                  </a:cubicBezTo>
                  <a:cubicBezTo>
                    <a:pt x="33192" y="20974"/>
                    <a:pt x="26931" y="29059"/>
                    <a:pt x="31369" y="35047"/>
                  </a:cubicBezTo>
                  <a:cubicBezTo>
                    <a:pt x="33831" y="38390"/>
                    <a:pt x="37904" y="47904"/>
                    <a:pt x="41825" y="48542"/>
                  </a:cubicBezTo>
                  <a:cubicBezTo>
                    <a:pt x="50883" y="50062"/>
                    <a:pt x="57296" y="36931"/>
                    <a:pt x="64257" y="33010"/>
                  </a:cubicBezTo>
                  <a:cubicBezTo>
                    <a:pt x="72160" y="28512"/>
                    <a:pt x="83102" y="35928"/>
                    <a:pt x="89424" y="40153"/>
                  </a:cubicBezTo>
                  <a:cubicBezTo>
                    <a:pt x="94804" y="43740"/>
                    <a:pt x="98877" y="48208"/>
                    <a:pt x="105747" y="48846"/>
                  </a:cubicBezTo>
                  <a:cubicBezTo>
                    <a:pt x="117601" y="49971"/>
                    <a:pt x="109425" y="64257"/>
                    <a:pt x="120793" y="66081"/>
                  </a:cubicBezTo>
                  <a:cubicBezTo>
                    <a:pt x="127419" y="67144"/>
                    <a:pt x="138270" y="62281"/>
                    <a:pt x="144167" y="65351"/>
                  </a:cubicBezTo>
                  <a:cubicBezTo>
                    <a:pt x="148362" y="67540"/>
                    <a:pt x="153529" y="71947"/>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29"/>
            <p:cNvSpPr/>
            <p:nvPr/>
          </p:nvSpPr>
          <p:spPr>
            <a:xfrm>
              <a:off x="2975000" y="442550"/>
              <a:ext cx="3962850" cy="1795650"/>
            </a:xfrm>
            <a:custGeom>
              <a:rect b="b" l="l" r="r" t="t"/>
              <a:pathLst>
                <a:path extrusionOk="0" fill="none" h="71826" w="158514">
                  <a:moveTo>
                    <a:pt x="0" y="1"/>
                  </a:moveTo>
                  <a:cubicBezTo>
                    <a:pt x="5259" y="2584"/>
                    <a:pt x="10973" y="4317"/>
                    <a:pt x="16475" y="5745"/>
                  </a:cubicBezTo>
                  <a:cubicBezTo>
                    <a:pt x="22250" y="7235"/>
                    <a:pt x="28542" y="9788"/>
                    <a:pt x="31581" y="14195"/>
                  </a:cubicBezTo>
                  <a:cubicBezTo>
                    <a:pt x="35168" y="19332"/>
                    <a:pt x="27326" y="28238"/>
                    <a:pt x="31247" y="34560"/>
                  </a:cubicBezTo>
                  <a:cubicBezTo>
                    <a:pt x="33253" y="37782"/>
                    <a:pt x="39150" y="47418"/>
                    <a:pt x="42737" y="47722"/>
                  </a:cubicBezTo>
                  <a:cubicBezTo>
                    <a:pt x="51612" y="48482"/>
                    <a:pt x="57752" y="35229"/>
                    <a:pt x="65412" y="32129"/>
                  </a:cubicBezTo>
                  <a:cubicBezTo>
                    <a:pt x="73588" y="28816"/>
                    <a:pt x="84044" y="34804"/>
                    <a:pt x="90275" y="39302"/>
                  </a:cubicBezTo>
                  <a:cubicBezTo>
                    <a:pt x="95351" y="42980"/>
                    <a:pt x="98938" y="48269"/>
                    <a:pt x="106081" y="48816"/>
                  </a:cubicBezTo>
                  <a:cubicBezTo>
                    <a:pt x="111704" y="49241"/>
                    <a:pt x="112981" y="50670"/>
                    <a:pt x="114136" y="56111"/>
                  </a:cubicBezTo>
                  <a:cubicBezTo>
                    <a:pt x="115139" y="60792"/>
                    <a:pt x="115321" y="64470"/>
                    <a:pt x="121279" y="65381"/>
                  </a:cubicBezTo>
                  <a:cubicBezTo>
                    <a:pt x="127784" y="66385"/>
                    <a:pt x="138696" y="61947"/>
                    <a:pt x="144410" y="65169"/>
                  </a:cubicBezTo>
                  <a:cubicBezTo>
                    <a:pt x="148483" y="67448"/>
                    <a:pt x="153529" y="7182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29"/>
            <p:cNvSpPr/>
            <p:nvPr/>
          </p:nvSpPr>
          <p:spPr>
            <a:xfrm>
              <a:off x="2975000" y="442550"/>
              <a:ext cx="3962850" cy="1794125"/>
            </a:xfrm>
            <a:custGeom>
              <a:rect b="b" l="l" r="r" t="t"/>
              <a:pathLst>
                <a:path extrusionOk="0" fill="none" h="71765" w="158514">
                  <a:moveTo>
                    <a:pt x="0" y="1"/>
                  </a:moveTo>
                  <a:cubicBezTo>
                    <a:pt x="5319" y="2554"/>
                    <a:pt x="11064" y="4226"/>
                    <a:pt x="16627" y="5502"/>
                  </a:cubicBezTo>
                  <a:cubicBezTo>
                    <a:pt x="22523" y="6840"/>
                    <a:pt x="28663" y="9302"/>
                    <a:pt x="32554" y="12919"/>
                  </a:cubicBezTo>
                  <a:cubicBezTo>
                    <a:pt x="36931" y="17022"/>
                    <a:pt x="28906" y="28268"/>
                    <a:pt x="31247" y="33983"/>
                  </a:cubicBezTo>
                  <a:cubicBezTo>
                    <a:pt x="32615" y="37326"/>
                    <a:pt x="40031" y="46658"/>
                    <a:pt x="43679" y="46719"/>
                  </a:cubicBezTo>
                  <a:cubicBezTo>
                    <a:pt x="52433" y="46810"/>
                    <a:pt x="58117" y="33861"/>
                    <a:pt x="66628" y="31430"/>
                  </a:cubicBezTo>
                  <a:cubicBezTo>
                    <a:pt x="75108" y="28998"/>
                    <a:pt x="85078" y="33709"/>
                    <a:pt x="91066" y="38451"/>
                  </a:cubicBezTo>
                  <a:cubicBezTo>
                    <a:pt x="95899" y="42250"/>
                    <a:pt x="98847" y="48482"/>
                    <a:pt x="106446" y="48785"/>
                  </a:cubicBezTo>
                  <a:cubicBezTo>
                    <a:pt x="119030" y="49272"/>
                    <a:pt x="110853" y="62950"/>
                    <a:pt x="121826" y="64743"/>
                  </a:cubicBezTo>
                  <a:cubicBezTo>
                    <a:pt x="128088" y="65746"/>
                    <a:pt x="139121" y="61612"/>
                    <a:pt x="144684" y="64986"/>
                  </a:cubicBezTo>
                  <a:cubicBezTo>
                    <a:pt x="148666" y="67388"/>
                    <a:pt x="153559" y="7176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29"/>
            <p:cNvSpPr/>
            <p:nvPr/>
          </p:nvSpPr>
          <p:spPr>
            <a:xfrm>
              <a:off x="2975000" y="442550"/>
              <a:ext cx="3962850" cy="1791075"/>
            </a:xfrm>
            <a:custGeom>
              <a:rect b="b" l="l" r="r" t="t"/>
              <a:pathLst>
                <a:path extrusionOk="0" fill="none" h="71643" w="158514">
                  <a:moveTo>
                    <a:pt x="0" y="1"/>
                  </a:moveTo>
                  <a:cubicBezTo>
                    <a:pt x="5319" y="2523"/>
                    <a:pt x="11155" y="4134"/>
                    <a:pt x="16779" y="5259"/>
                  </a:cubicBezTo>
                  <a:cubicBezTo>
                    <a:pt x="22736" y="6475"/>
                    <a:pt x="29302" y="9058"/>
                    <a:pt x="33405" y="11672"/>
                  </a:cubicBezTo>
                  <a:cubicBezTo>
                    <a:pt x="37660" y="14378"/>
                    <a:pt x="30821" y="28968"/>
                    <a:pt x="31399" y="33314"/>
                  </a:cubicBezTo>
                  <a:cubicBezTo>
                    <a:pt x="31885" y="36931"/>
                    <a:pt x="40578" y="45624"/>
                    <a:pt x="44651" y="45472"/>
                  </a:cubicBezTo>
                  <a:cubicBezTo>
                    <a:pt x="53101" y="45168"/>
                    <a:pt x="58421" y="32828"/>
                    <a:pt x="67874" y="30852"/>
                  </a:cubicBezTo>
                  <a:cubicBezTo>
                    <a:pt x="76658" y="29028"/>
                    <a:pt x="86233" y="32706"/>
                    <a:pt x="91856" y="37509"/>
                  </a:cubicBezTo>
                  <a:cubicBezTo>
                    <a:pt x="96476" y="41491"/>
                    <a:pt x="98908" y="48542"/>
                    <a:pt x="106780" y="48755"/>
                  </a:cubicBezTo>
                  <a:cubicBezTo>
                    <a:pt x="112647" y="48907"/>
                    <a:pt x="114045" y="50184"/>
                    <a:pt x="115565" y="55503"/>
                  </a:cubicBezTo>
                  <a:cubicBezTo>
                    <a:pt x="116841" y="60062"/>
                    <a:pt x="116628" y="63132"/>
                    <a:pt x="122404" y="64044"/>
                  </a:cubicBezTo>
                  <a:cubicBezTo>
                    <a:pt x="128544" y="65047"/>
                    <a:pt x="139486" y="61278"/>
                    <a:pt x="144957" y="64804"/>
                  </a:cubicBezTo>
                  <a:cubicBezTo>
                    <a:pt x="148818" y="67296"/>
                    <a:pt x="153559" y="71643"/>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29"/>
            <p:cNvSpPr/>
            <p:nvPr/>
          </p:nvSpPr>
          <p:spPr>
            <a:xfrm>
              <a:off x="2975000" y="442550"/>
              <a:ext cx="3962100" cy="1789575"/>
            </a:xfrm>
            <a:custGeom>
              <a:rect b="b" l="l" r="r" t="t"/>
              <a:pathLst>
                <a:path extrusionOk="0" fill="none" h="71583" w="158484">
                  <a:moveTo>
                    <a:pt x="0" y="1"/>
                  </a:moveTo>
                  <a:cubicBezTo>
                    <a:pt x="5380" y="2463"/>
                    <a:pt x="11216" y="4043"/>
                    <a:pt x="16900" y="5016"/>
                  </a:cubicBezTo>
                  <a:cubicBezTo>
                    <a:pt x="22797" y="6049"/>
                    <a:pt x="29058" y="8724"/>
                    <a:pt x="34135" y="10457"/>
                  </a:cubicBezTo>
                  <a:cubicBezTo>
                    <a:pt x="39667" y="12372"/>
                    <a:pt x="32037" y="28846"/>
                    <a:pt x="31855" y="32463"/>
                  </a:cubicBezTo>
                  <a:cubicBezTo>
                    <a:pt x="31672" y="36597"/>
                    <a:pt x="40852" y="44712"/>
                    <a:pt x="45503" y="44074"/>
                  </a:cubicBezTo>
                  <a:cubicBezTo>
                    <a:pt x="54165" y="42889"/>
                    <a:pt x="59606" y="32038"/>
                    <a:pt x="69090" y="30335"/>
                  </a:cubicBezTo>
                  <a:cubicBezTo>
                    <a:pt x="77479" y="28846"/>
                    <a:pt x="87388" y="31703"/>
                    <a:pt x="92646" y="36566"/>
                  </a:cubicBezTo>
                  <a:cubicBezTo>
                    <a:pt x="97084" y="40670"/>
                    <a:pt x="98908" y="48634"/>
                    <a:pt x="107084" y="48725"/>
                  </a:cubicBezTo>
                  <a:cubicBezTo>
                    <a:pt x="112890" y="48816"/>
                    <a:pt x="114501" y="49910"/>
                    <a:pt x="116203" y="55229"/>
                  </a:cubicBezTo>
                  <a:cubicBezTo>
                    <a:pt x="117571" y="59606"/>
                    <a:pt x="117297" y="62555"/>
                    <a:pt x="122951" y="63436"/>
                  </a:cubicBezTo>
                  <a:cubicBezTo>
                    <a:pt x="129030" y="64378"/>
                    <a:pt x="139851" y="60944"/>
                    <a:pt x="145200" y="64622"/>
                  </a:cubicBezTo>
                  <a:cubicBezTo>
                    <a:pt x="148939" y="67205"/>
                    <a:pt x="153590" y="7158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29"/>
            <p:cNvSpPr/>
            <p:nvPr/>
          </p:nvSpPr>
          <p:spPr>
            <a:xfrm>
              <a:off x="2975000" y="442550"/>
              <a:ext cx="3962850" cy="1785000"/>
            </a:xfrm>
            <a:custGeom>
              <a:rect b="b" l="l" r="r" t="t"/>
              <a:pathLst>
                <a:path extrusionOk="0" fill="none" h="71400" w="158514">
                  <a:moveTo>
                    <a:pt x="0" y="1"/>
                  </a:moveTo>
                  <a:cubicBezTo>
                    <a:pt x="5411" y="2432"/>
                    <a:pt x="11307" y="3952"/>
                    <a:pt x="17052" y="4803"/>
                  </a:cubicBezTo>
                  <a:cubicBezTo>
                    <a:pt x="22949" y="5685"/>
                    <a:pt x="29028" y="8967"/>
                    <a:pt x="34682" y="9362"/>
                  </a:cubicBezTo>
                  <a:cubicBezTo>
                    <a:pt x="42007" y="9849"/>
                    <a:pt x="33557" y="28360"/>
                    <a:pt x="32858" y="31065"/>
                  </a:cubicBezTo>
                  <a:cubicBezTo>
                    <a:pt x="31308" y="36931"/>
                    <a:pt x="41095" y="43801"/>
                    <a:pt x="46141" y="42676"/>
                  </a:cubicBezTo>
                  <a:cubicBezTo>
                    <a:pt x="54925" y="40761"/>
                    <a:pt x="60731" y="31703"/>
                    <a:pt x="70245" y="29819"/>
                  </a:cubicBezTo>
                  <a:cubicBezTo>
                    <a:pt x="78451" y="28177"/>
                    <a:pt x="88573" y="30731"/>
                    <a:pt x="93497" y="35563"/>
                  </a:cubicBezTo>
                  <a:cubicBezTo>
                    <a:pt x="97753" y="39728"/>
                    <a:pt x="98969" y="48725"/>
                    <a:pt x="107419" y="48755"/>
                  </a:cubicBezTo>
                  <a:cubicBezTo>
                    <a:pt x="113163" y="48755"/>
                    <a:pt x="115018" y="49667"/>
                    <a:pt x="116872" y="54956"/>
                  </a:cubicBezTo>
                  <a:cubicBezTo>
                    <a:pt x="118331" y="59181"/>
                    <a:pt x="118027" y="61977"/>
                    <a:pt x="123559" y="62798"/>
                  </a:cubicBezTo>
                  <a:cubicBezTo>
                    <a:pt x="129638" y="63710"/>
                    <a:pt x="140459" y="60579"/>
                    <a:pt x="145504" y="64470"/>
                  </a:cubicBezTo>
                  <a:cubicBezTo>
                    <a:pt x="148939" y="67144"/>
                    <a:pt x="153802" y="7140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29"/>
            <p:cNvSpPr/>
            <p:nvPr/>
          </p:nvSpPr>
          <p:spPr>
            <a:xfrm>
              <a:off x="2975000" y="442550"/>
              <a:ext cx="3962100" cy="1781975"/>
            </a:xfrm>
            <a:custGeom>
              <a:rect b="b" l="l" r="r" t="t"/>
              <a:pathLst>
                <a:path extrusionOk="0" fill="none" h="71279" w="158484">
                  <a:moveTo>
                    <a:pt x="0" y="1"/>
                  </a:moveTo>
                  <a:cubicBezTo>
                    <a:pt x="5471" y="2402"/>
                    <a:pt x="11247" y="3922"/>
                    <a:pt x="17174" y="4560"/>
                  </a:cubicBezTo>
                  <a:cubicBezTo>
                    <a:pt x="23253" y="5198"/>
                    <a:pt x="29514" y="8420"/>
                    <a:pt x="35107" y="8177"/>
                  </a:cubicBezTo>
                  <a:cubicBezTo>
                    <a:pt x="44044" y="7782"/>
                    <a:pt x="35290" y="26718"/>
                    <a:pt x="34256" y="29089"/>
                  </a:cubicBezTo>
                  <a:cubicBezTo>
                    <a:pt x="31369" y="35959"/>
                    <a:pt x="40578" y="42980"/>
                    <a:pt x="46658" y="41247"/>
                  </a:cubicBezTo>
                  <a:cubicBezTo>
                    <a:pt x="55533" y="38785"/>
                    <a:pt x="61947" y="31490"/>
                    <a:pt x="71369" y="29180"/>
                  </a:cubicBezTo>
                  <a:cubicBezTo>
                    <a:pt x="79424" y="27174"/>
                    <a:pt x="89819" y="29697"/>
                    <a:pt x="94470" y="34439"/>
                  </a:cubicBezTo>
                  <a:cubicBezTo>
                    <a:pt x="98482" y="38573"/>
                    <a:pt x="99090" y="48785"/>
                    <a:pt x="107753" y="48694"/>
                  </a:cubicBezTo>
                  <a:cubicBezTo>
                    <a:pt x="113407" y="48634"/>
                    <a:pt x="115504" y="49424"/>
                    <a:pt x="117510" y="54652"/>
                  </a:cubicBezTo>
                  <a:cubicBezTo>
                    <a:pt x="119060" y="58694"/>
                    <a:pt x="118665" y="61400"/>
                    <a:pt x="124167" y="62160"/>
                  </a:cubicBezTo>
                  <a:cubicBezTo>
                    <a:pt x="130246" y="62980"/>
                    <a:pt x="140793" y="60245"/>
                    <a:pt x="145717" y="64257"/>
                  </a:cubicBezTo>
                  <a:cubicBezTo>
                    <a:pt x="149061" y="66962"/>
                    <a:pt x="153802" y="71278"/>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29"/>
            <p:cNvSpPr/>
            <p:nvPr/>
          </p:nvSpPr>
          <p:spPr>
            <a:xfrm>
              <a:off x="2975000" y="442550"/>
              <a:ext cx="3962850" cy="1781200"/>
            </a:xfrm>
            <a:custGeom>
              <a:rect b="b" l="l" r="r" t="t"/>
              <a:pathLst>
                <a:path extrusionOk="0" fill="none" h="71248" w="158514">
                  <a:moveTo>
                    <a:pt x="0" y="1"/>
                  </a:moveTo>
                  <a:cubicBezTo>
                    <a:pt x="5502" y="2371"/>
                    <a:pt x="11338" y="3830"/>
                    <a:pt x="17326" y="4347"/>
                  </a:cubicBezTo>
                  <a:cubicBezTo>
                    <a:pt x="23405" y="4833"/>
                    <a:pt x="29484" y="7478"/>
                    <a:pt x="35381" y="7083"/>
                  </a:cubicBezTo>
                  <a:cubicBezTo>
                    <a:pt x="46171" y="6384"/>
                    <a:pt x="37660" y="22007"/>
                    <a:pt x="36080" y="26718"/>
                  </a:cubicBezTo>
                  <a:cubicBezTo>
                    <a:pt x="34560" y="31247"/>
                    <a:pt x="33192" y="34591"/>
                    <a:pt x="37387" y="37934"/>
                  </a:cubicBezTo>
                  <a:cubicBezTo>
                    <a:pt x="40062" y="40032"/>
                    <a:pt x="43983" y="40913"/>
                    <a:pt x="47144" y="39940"/>
                  </a:cubicBezTo>
                  <a:cubicBezTo>
                    <a:pt x="52007" y="38421"/>
                    <a:pt x="55959" y="34864"/>
                    <a:pt x="60548" y="32524"/>
                  </a:cubicBezTo>
                  <a:cubicBezTo>
                    <a:pt x="64409" y="30579"/>
                    <a:pt x="68360" y="29758"/>
                    <a:pt x="72403" y="28512"/>
                  </a:cubicBezTo>
                  <a:cubicBezTo>
                    <a:pt x="80275" y="26080"/>
                    <a:pt x="91187" y="28724"/>
                    <a:pt x="95503" y="33314"/>
                  </a:cubicBezTo>
                  <a:cubicBezTo>
                    <a:pt x="99303" y="37296"/>
                    <a:pt x="99212" y="48877"/>
                    <a:pt x="108118" y="48694"/>
                  </a:cubicBezTo>
                  <a:cubicBezTo>
                    <a:pt x="113589" y="48573"/>
                    <a:pt x="115990" y="49302"/>
                    <a:pt x="118148" y="54409"/>
                  </a:cubicBezTo>
                  <a:cubicBezTo>
                    <a:pt x="119820" y="58299"/>
                    <a:pt x="119364" y="60974"/>
                    <a:pt x="124805" y="61612"/>
                  </a:cubicBezTo>
                  <a:cubicBezTo>
                    <a:pt x="130519" y="62281"/>
                    <a:pt x="141249" y="59819"/>
                    <a:pt x="145991" y="64135"/>
                  </a:cubicBezTo>
                  <a:cubicBezTo>
                    <a:pt x="149213" y="67023"/>
                    <a:pt x="153863" y="71248"/>
                    <a:pt x="158514" y="68695"/>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29"/>
            <p:cNvSpPr/>
            <p:nvPr/>
          </p:nvSpPr>
          <p:spPr>
            <a:xfrm>
              <a:off x="2975000" y="442550"/>
              <a:ext cx="3962100" cy="1777400"/>
            </a:xfrm>
            <a:custGeom>
              <a:rect b="b" l="l" r="r" t="t"/>
              <a:pathLst>
                <a:path extrusionOk="0" fill="none" h="71096" w="158484">
                  <a:moveTo>
                    <a:pt x="0" y="1"/>
                  </a:moveTo>
                  <a:cubicBezTo>
                    <a:pt x="5532" y="2341"/>
                    <a:pt x="11429" y="3739"/>
                    <a:pt x="17447" y="4104"/>
                  </a:cubicBezTo>
                  <a:cubicBezTo>
                    <a:pt x="23496" y="4469"/>
                    <a:pt x="29484" y="6596"/>
                    <a:pt x="35533" y="6049"/>
                  </a:cubicBezTo>
                  <a:cubicBezTo>
                    <a:pt x="47357" y="4955"/>
                    <a:pt x="40822" y="16809"/>
                    <a:pt x="38208" y="23983"/>
                  </a:cubicBezTo>
                  <a:cubicBezTo>
                    <a:pt x="36657" y="28329"/>
                    <a:pt x="33557" y="33253"/>
                    <a:pt x="37691" y="36962"/>
                  </a:cubicBezTo>
                  <a:cubicBezTo>
                    <a:pt x="40244" y="39272"/>
                    <a:pt x="44591" y="39636"/>
                    <a:pt x="47661" y="38603"/>
                  </a:cubicBezTo>
                  <a:cubicBezTo>
                    <a:pt x="52646" y="36931"/>
                    <a:pt x="56901" y="33557"/>
                    <a:pt x="61764" y="31460"/>
                  </a:cubicBezTo>
                  <a:cubicBezTo>
                    <a:pt x="65533" y="29819"/>
                    <a:pt x="69576" y="29150"/>
                    <a:pt x="73375" y="27721"/>
                  </a:cubicBezTo>
                  <a:cubicBezTo>
                    <a:pt x="80974" y="24864"/>
                    <a:pt x="92464" y="27721"/>
                    <a:pt x="96659" y="32068"/>
                  </a:cubicBezTo>
                  <a:cubicBezTo>
                    <a:pt x="100884" y="36445"/>
                    <a:pt x="98634" y="48512"/>
                    <a:pt x="108452" y="48664"/>
                  </a:cubicBezTo>
                  <a:cubicBezTo>
                    <a:pt x="114014" y="48755"/>
                    <a:pt x="116416" y="49150"/>
                    <a:pt x="118756" y="54105"/>
                  </a:cubicBezTo>
                  <a:cubicBezTo>
                    <a:pt x="120550" y="57874"/>
                    <a:pt x="120002" y="60488"/>
                    <a:pt x="125413" y="61035"/>
                  </a:cubicBezTo>
                  <a:cubicBezTo>
                    <a:pt x="131158" y="61643"/>
                    <a:pt x="141553" y="59454"/>
                    <a:pt x="146234" y="63922"/>
                  </a:cubicBezTo>
                  <a:cubicBezTo>
                    <a:pt x="149334" y="66871"/>
                    <a:pt x="153894" y="71096"/>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29"/>
            <p:cNvSpPr/>
            <p:nvPr/>
          </p:nvSpPr>
          <p:spPr>
            <a:xfrm>
              <a:off x="2975000" y="442550"/>
              <a:ext cx="3962850" cy="1775125"/>
            </a:xfrm>
            <a:custGeom>
              <a:rect b="b" l="l" r="r" t="t"/>
              <a:pathLst>
                <a:path extrusionOk="0" fill="none" h="71005" w="158514">
                  <a:moveTo>
                    <a:pt x="0" y="1"/>
                  </a:moveTo>
                  <a:cubicBezTo>
                    <a:pt x="5593" y="2311"/>
                    <a:pt x="11520" y="3648"/>
                    <a:pt x="17569" y="3861"/>
                  </a:cubicBezTo>
                  <a:cubicBezTo>
                    <a:pt x="23587" y="4074"/>
                    <a:pt x="29636" y="5837"/>
                    <a:pt x="35594" y="5046"/>
                  </a:cubicBezTo>
                  <a:cubicBezTo>
                    <a:pt x="47569" y="3466"/>
                    <a:pt x="43800" y="12280"/>
                    <a:pt x="40578" y="20974"/>
                  </a:cubicBezTo>
                  <a:cubicBezTo>
                    <a:pt x="39059" y="25107"/>
                    <a:pt x="34773" y="31916"/>
                    <a:pt x="38268" y="35867"/>
                  </a:cubicBezTo>
                  <a:cubicBezTo>
                    <a:pt x="40548" y="38451"/>
                    <a:pt x="45381" y="38208"/>
                    <a:pt x="48238" y="37296"/>
                  </a:cubicBezTo>
                  <a:cubicBezTo>
                    <a:pt x="53405" y="35624"/>
                    <a:pt x="57965" y="32281"/>
                    <a:pt x="63102" y="30366"/>
                  </a:cubicBezTo>
                  <a:cubicBezTo>
                    <a:pt x="66780" y="28968"/>
                    <a:pt x="70701" y="28420"/>
                    <a:pt x="74257" y="26840"/>
                  </a:cubicBezTo>
                  <a:cubicBezTo>
                    <a:pt x="81552" y="23588"/>
                    <a:pt x="94075" y="26779"/>
                    <a:pt x="97935" y="30791"/>
                  </a:cubicBezTo>
                  <a:cubicBezTo>
                    <a:pt x="101887" y="34895"/>
                    <a:pt x="98938" y="48542"/>
                    <a:pt x="108817" y="48664"/>
                  </a:cubicBezTo>
                  <a:cubicBezTo>
                    <a:pt x="114227" y="48694"/>
                    <a:pt x="116872" y="49029"/>
                    <a:pt x="119364" y="53801"/>
                  </a:cubicBezTo>
                  <a:cubicBezTo>
                    <a:pt x="121249" y="57448"/>
                    <a:pt x="120702" y="60032"/>
                    <a:pt x="126021" y="60518"/>
                  </a:cubicBezTo>
                  <a:cubicBezTo>
                    <a:pt x="131826" y="61035"/>
                    <a:pt x="141857" y="59120"/>
                    <a:pt x="146507" y="63771"/>
                  </a:cubicBezTo>
                  <a:cubicBezTo>
                    <a:pt x="149456" y="66719"/>
                    <a:pt x="153924" y="7100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29"/>
            <p:cNvSpPr/>
            <p:nvPr/>
          </p:nvSpPr>
          <p:spPr>
            <a:xfrm>
              <a:off x="2975000" y="442550"/>
              <a:ext cx="3962850" cy="1772850"/>
            </a:xfrm>
            <a:custGeom>
              <a:rect b="b" l="l" r="r" t="t"/>
              <a:pathLst>
                <a:path extrusionOk="0" fill="none" h="70914" w="158514">
                  <a:moveTo>
                    <a:pt x="0" y="1"/>
                  </a:moveTo>
                  <a:cubicBezTo>
                    <a:pt x="5623" y="2280"/>
                    <a:pt x="11611" y="3526"/>
                    <a:pt x="17690" y="3648"/>
                  </a:cubicBezTo>
                  <a:cubicBezTo>
                    <a:pt x="23648" y="3709"/>
                    <a:pt x="29636" y="5016"/>
                    <a:pt x="35563" y="4104"/>
                  </a:cubicBezTo>
                  <a:cubicBezTo>
                    <a:pt x="47022" y="2371"/>
                    <a:pt x="46627" y="7843"/>
                    <a:pt x="43101" y="17812"/>
                  </a:cubicBezTo>
                  <a:cubicBezTo>
                    <a:pt x="41733" y="21612"/>
                    <a:pt x="36232" y="30670"/>
                    <a:pt x="39028" y="34621"/>
                  </a:cubicBezTo>
                  <a:cubicBezTo>
                    <a:pt x="41004" y="37387"/>
                    <a:pt x="46293" y="36901"/>
                    <a:pt x="48968" y="35989"/>
                  </a:cubicBezTo>
                  <a:cubicBezTo>
                    <a:pt x="57235" y="33071"/>
                    <a:pt x="67235" y="29667"/>
                    <a:pt x="75108" y="25867"/>
                  </a:cubicBezTo>
                  <a:cubicBezTo>
                    <a:pt x="82008" y="22524"/>
                    <a:pt x="95655" y="25746"/>
                    <a:pt x="99303" y="29484"/>
                  </a:cubicBezTo>
                  <a:cubicBezTo>
                    <a:pt x="103042" y="33284"/>
                    <a:pt x="99546" y="48573"/>
                    <a:pt x="109242" y="48573"/>
                  </a:cubicBezTo>
                  <a:cubicBezTo>
                    <a:pt x="114379" y="48573"/>
                    <a:pt x="117328" y="48968"/>
                    <a:pt x="119942" y="53527"/>
                  </a:cubicBezTo>
                  <a:cubicBezTo>
                    <a:pt x="121948" y="57023"/>
                    <a:pt x="121340" y="59606"/>
                    <a:pt x="126629" y="60032"/>
                  </a:cubicBezTo>
                  <a:cubicBezTo>
                    <a:pt x="132495" y="60488"/>
                    <a:pt x="142130" y="58725"/>
                    <a:pt x="146751" y="63558"/>
                  </a:cubicBezTo>
                  <a:cubicBezTo>
                    <a:pt x="149608" y="66567"/>
                    <a:pt x="153985" y="70913"/>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29"/>
            <p:cNvSpPr/>
            <p:nvPr/>
          </p:nvSpPr>
          <p:spPr>
            <a:xfrm>
              <a:off x="2975000" y="442550"/>
              <a:ext cx="3962100" cy="1769800"/>
            </a:xfrm>
            <a:custGeom>
              <a:rect b="b" l="l" r="r" t="t"/>
              <a:pathLst>
                <a:path extrusionOk="0" fill="none" h="70792" w="158484">
                  <a:moveTo>
                    <a:pt x="0" y="1"/>
                  </a:moveTo>
                  <a:cubicBezTo>
                    <a:pt x="5654" y="2280"/>
                    <a:pt x="11703" y="3435"/>
                    <a:pt x="17812" y="3405"/>
                  </a:cubicBezTo>
                  <a:cubicBezTo>
                    <a:pt x="23709" y="3344"/>
                    <a:pt x="29606" y="4165"/>
                    <a:pt x="35502" y="3192"/>
                  </a:cubicBezTo>
                  <a:cubicBezTo>
                    <a:pt x="37660" y="2858"/>
                    <a:pt x="42463" y="1976"/>
                    <a:pt x="44621" y="2949"/>
                  </a:cubicBezTo>
                  <a:cubicBezTo>
                    <a:pt x="49545" y="5168"/>
                    <a:pt x="46840" y="10913"/>
                    <a:pt x="45624" y="14742"/>
                  </a:cubicBezTo>
                  <a:cubicBezTo>
                    <a:pt x="43557" y="21369"/>
                    <a:pt x="34135" y="40001"/>
                    <a:pt x="49819" y="34652"/>
                  </a:cubicBezTo>
                  <a:cubicBezTo>
                    <a:pt x="58299" y="31734"/>
                    <a:pt x="67935" y="28177"/>
                    <a:pt x="76050" y="24864"/>
                  </a:cubicBezTo>
                  <a:cubicBezTo>
                    <a:pt x="83072" y="21977"/>
                    <a:pt x="96051" y="24347"/>
                    <a:pt x="100762" y="28117"/>
                  </a:cubicBezTo>
                  <a:cubicBezTo>
                    <a:pt x="105716" y="32098"/>
                    <a:pt x="98908" y="48299"/>
                    <a:pt x="109698" y="48482"/>
                  </a:cubicBezTo>
                  <a:cubicBezTo>
                    <a:pt x="114653" y="48573"/>
                    <a:pt x="117753" y="48846"/>
                    <a:pt x="120458" y="53254"/>
                  </a:cubicBezTo>
                  <a:cubicBezTo>
                    <a:pt x="122586" y="56628"/>
                    <a:pt x="121948" y="59242"/>
                    <a:pt x="127176" y="59576"/>
                  </a:cubicBezTo>
                  <a:cubicBezTo>
                    <a:pt x="133133" y="60001"/>
                    <a:pt x="142404" y="58360"/>
                    <a:pt x="146963" y="63375"/>
                  </a:cubicBezTo>
                  <a:cubicBezTo>
                    <a:pt x="149699" y="66385"/>
                    <a:pt x="153985" y="70792"/>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29"/>
            <p:cNvSpPr/>
            <p:nvPr/>
          </p:nvSpPr>
          <p:spPr>
            <a:xfrm>
              <a:off x="2975000" y="442550"/>
              <a:ext cx="3963625" cy="1767525"/>
            </a:xfrm>
            <a:custGeom>
              <a:rect b="b" l="l" r="r" t="t"/>
              <a:pathLst>
                <a:path extrusionOk="0" fill="none" h="70701" w="158545">
                  <a:moveTo>
                    <a:pt x="0" y="1"/>
                  </a:moveTo>
                  <a:cubicBezTo>
                    <a:pt x="5715" y="2250"/>
                    <a:pt x="11794" y="3314"/>
                    <a:pt x="17934" y="3192"/>
                  </a:cubicBezTo>
                  <a:cubicBezTo>
                    <a:pt x="23770" y="2979"/>
                    <a:pt x="29575" y="3314"/>
                    <a:pt x="35411" y="2341"/>
                  </a:cubicBezTo>
                  <a:cubicBezTo>
                    <a:pt x="44439" y="791"/>
                    <a:pt x="50518" y="2371"/>
                    <a:pt x="48147" y="11916"/>
                  </a:cubicBezTo>
                  <a:cubicBezTo>
                    <a:pt x="46627" y="18086"/>
                    <a:pt x="34894" y="38725"/>
                    <a:pt x="50883" y="33253"/>
                  </a:cubicBezTo>
                  <a:cubicBezTo>
                    <a:pt x="59697" y="30244"/>
                    <a:pt x="68482" y="26688"/>
                    <a:pt x="77418" y="23922"/>
                  </a:cubicBezTo>
                  <a:cubicBezTo>
                    <a:pt x="84227" y="21794"/>
                    <a:pt x="97601" y="22585"/>
                    <a:pt x="102312" y="26779"/>
                  </a:cubicBezTo>
                  <a:cubicBezTo>
                    <a:pt x="107510" y="31399"/>
                    <a:pt x="99394" y="48056"/>
                    <a:pt x="110276" y="48330"/>
                  </a:cubicBezTo>
                  <a:cubicBezTo>
                    <a:pt x="115200" y="48451"/>
                    <a:pt x="117966" y="49181"/>
                    <a:pt x="120945" y="52889"/>
                  </a:cubicBezTo>
                  <a:cubicBezTo>
                    <a:pt x="123376" y="55928"/>
                    <a:pt x="122464" y="58877"/>
                    <a:pt x="127784" y="59150"/>
                  </a:cubicBezTo>
                  <a:cubicBezTo>
                    <a:pt x="133711" y="59454"/>
                    <a:pt x="142769" y="58026"/>
                    <a:pt x="147267" y="63223"/>
                  </a:cubicBezTo>
                  <a:cubicBezTo>
                    <a:pt x="149881" y="66202"/>
                    <a:pt x="154076" y="70701"/>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29"/>
            <p:cNvSpPr/>
            <p:nvPr/>
          </p:nvSpPr>
          <p:spPr>
            <a:xfrm>
              <a:off x="2975000" y="442550"/>
              <a:ext cx="3962850" cy="1765250"/>
            </a:xfrm>
            <a:custGeom>
              <a:rect b="b" l="l" r="r" t="t"/>
              <a:pathLst>
                <a:path extrusionOk="0" fill="none" h="70610" w="158514">
                  <a:moveTo>
                    <a:pt x="0" y="1"/>
                  </a:moveTo>
                  <a:cubicBezTo>
                    <a:pt x="5745" y="2219"/>
                    <a:pt x="11885" y="3223"/>
                    <a:pt x="18025" y="2949"/>
                  </a:cubicBezTo>
                  <a:cubicBezTo>
                    <a:pt x="23800" y="2645"/>
                    <a:pt x="29514" y="2493"/>
                    <a:pt x="35259" y="1490"/>
                  </a:cubicBezTo>
                  <a:cubicBezTo>
                    <a:pt x="38056" y="1004"/>
                    <a:pt x="42189" y="396"/>
                    <a:pt x="44986" y="1064"/>
                  </a:cubicBezTo>
                  <a:cubicBezTo>
                    <a:pt x="50183" y="2280"/>
                    <a:pt x="51065" y="4803"/>
                    <a:pt x="50487" y="9454"/>
                  </a:cubicBezTo>
                  <a:cubicBezTo>
                    <a:pt x="49728" y="14986"/>
                    <a:pt x="36627" y="36870"/>
                    <a:pt x="52068" y="31825"/>
                  </a:cubicBezTo>
                  <a:cubicBezTo>
                    <a:pt x="60944" y="28937"/>
                    <a:pt x="69910" y="25533"/>
                    <a:pt x="79029" y="23010"/>
                  </a:cubicBezTo>
                  <a:cubicBezTo>
                    <a:pt x="86111" y="21095"/>
                    <a:pt x="98969" y="21551"/>
                    <a:pt x="103893" y="25472"/>
                  </a:cubicBezTo>
                  <a:cubicBezTo>
                    <a:pt x="109212" y="29697"/>
                    <a:pt x="100093" y="47661"/>
                    <a:pt x="110823" y="48147"/>
                  </a:cubicBezTo>
                  <a:cubicBezTo>
                    <a:pt x="115595" y="48360"/>
                    <a:pt x="118422" y="49120"/>
                    <a:pt x="121431" y="52646"/>
                  </a:cubicBezTo>
                  <a:cubicBezTo>
                    <a:pt x="123923" y="55594"/>
                    <a:pt x="123103" y="58542"/>
                    <a:pt x="128300" y="58786"/>
                  </a:cubicBezTo>
                  <a:cubicBezTo>
                    <a:pt x="134288" y="59059"/>
                    <a:pt x="143042" y="57783"/>
                    <a:pt x="147480" y="63041"/>
                  </a:cubicBezTo>
                  <a:cubicBezTo>
                    <a:pt x="150003" y="65989"/>
                    <a:pt x="154076" y="7061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29"/>
            <p:cNvSpPr/>
            <p:nvPr/>
          </p:nvSpPr>
          <p:spPr>
            <a:xfrm>
              <a:off x="2975000" y="428125"/>
              <a:ext cx="3962850" cy="1777400"/>
            </a:xfrm>
            <a:custGeom>
              <a:rect b="b" l="l" r="r" t="t"/>
              <a:pathLst>
                <a:path extrusionOk="0" fill="none" h="71096" w="158514">
                  <a:moveTo>
                    <a:pt x="0" y="578"/>
                  </a:moveTo>
                  <a:cubicBezTo>
                    <a:pt x="5715" y="2705"/>
                    <a:pt x="12128" y="3769"/>
                    <a:pt x="18146" y="3313"/>
                  </a:cubicBezTo>
                  <a:cubicBezTo>
                    <a:pt x="23861" y="2888"/>
                    <a:pt x="29484" y="2219"/>
                    <a:pt x="35138" y="1246"/>
                  </a:cubicBezTo>
                  <a:cubicBezTo>
                    <a:pt x="42554" y="0"/>
                    <a:pt x="52281" y="1489"/>
                    <a:pt x="52585" y="7994"/>
                  </a:cubicBezTo>
                  <a:cubicBezTo>
                    <a:pt x="52767" y="12523"/>
                    <a:pt x="39211" y="35350"/>
                    <a:pt x="53436" y="30882"/>
                  </a:cubicBezTo>
                  <a:cubicBezTo>
                    <a:pt x="62372" y="28086"/>
                    <a:pt x="71673" y="25137"/>
                    <a:pt x="80914" y="22736"/>
                  </a:cubicBezTo>
                  <a:cubicBezTo>
                    <a:pt x="88604" y="20760"/>
                    <a:pt x="100032" y="21551"/>
                    <a:pt x="105443" y="24803"/>
                  </a:cubicBezTo>
                  <a:cubicBezTo>
                    <a:pt x="111674" y="28511"/>
                    <a:pt x="99941" y="47508"/>
                    <a:pt x="111431" y="48511"/>
                  </a:cubicBezTo>
                  <a:cubicBezTo>
                    <a:pt x="116081" y="48937"/>
                    <a:pt x="118847" y="49606"/>
                    <a:pt x="121887" y="52980"/>
                  </a:cubicBezTo>
                  <a:cubicBezTo>
                    <a:pt x="124440" y="55837"/>
                    <a:pt x="123741" y="58785"/>
                    <a:pt x="128787" y="58998"/>
                  </a:cubicBezTo>
                  <a:cubicBezTo>
                    <a:pt x="134836" y="59271"/>
                    <a:pt x="143316" y="58147"/>
                    <a:pt x="147723" y="63436"/>
                  </a:cubicBezTo>
                  <a:cubicBezTo>
                    <a:pt x="150125" y="66323"/>
                    <a:pt x="154106" y="71095"/>
                    <a:pt x="158514" y="6924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29"/>
            <p:cNvSpPr/>
            <p:nvPr/>
          </p:nvSpPr>
          <p:spPr>
            <a:xfrm>
              <a:off x="2975000" y="412925"/>
              <a:ext cx="3962850" cy="1789550"/>
            </a:xfrm>
            <a:custGeom>
              <a:rect b="b" l="l" r="r" t="t"/>
              <a:pathLst>
                <a:path extrusionOk="0" fill="none" h="71582" w="158514">
                  <a:moveTo>
                    <a:pt x="0" y="1186"/>
                  </a:moveTo>
                  <a:cubicBezTo>
                    <a:pt x="5745" y="3283"/>
                    <a:pt x="12219" y="4286"/>
                    <a:pt x="18238" y="3678"/>
                  </a:cubicBezTo>
                  <a:cubicBezTo>
                    <a:pt x="23891" y="3131"/>
                    <a:pt x="29454" y="1976"/>
                    <a:pt x="35046" y="1034"/>
                  </a:cubicBezTo>
                  <a:cubicBezTo>
                    <a:pt x="41308" y="0"/>
                    <a:pt x="52980" y="638"/>
                    <a:pt x="54317" y="7082"/>
                  </a:cubicBezTo>
                  <a:cubicBezTo>
                    <a:pt x="55260" y="11672"/>
                    <a:pt x="42159" y="33557"/>
                    <a:pt x="54895" y="29879"/>
                  </a:cubicBezTo>
                  <a:cubicBezTo>
                    <a:pt x="64044" y="27204"/>
                    <a:pt x="73588" y="24864"/>
                    <a:pt x="82950" y="22523"/>
                  </a:cubicBezTo>
                  <a:cubicBezTo>
                    <a:pt x="90488" y="20608"/>
                    <a:pt x="101248" y="21186"/>
                    <a:pt x="106932" y="24256"/>
                  </a:cubicBezTo>
                  <a:cubicBezTo>
                    <a:pt x="113862" y="27964"/>
                    <a:pt x="100762" y="47478"/>
                    <a:pt x="112069" y="48876"/>
                  </a:cubicBezTo>
                  <a:cubicBezTo>
                    <a:pt x="116264" y="49363"/>
                    <a:pt x="119729" y="49879"/>
                    <a:pt x="122343" y="53344"/>
                  </a:cubicBezTo>
                  <a:cubicBezTo>
                    <a:pt x="124562" y="56354"/>
                    <a:pt x="124653" y="59089"/>
                    <a:pt x="129273" y="59272"/>
                  </a:cubicBezTo>
                  <a:cubicBezTo>
                    <a:pt x="135352" y="59545"/>
                    <a:pt x="143620" y="58603"/>
                    <a:pt x="147936" y="63861"/>
                  </a:cubicBezTo>
                  <a:cubicBezTo>
                    <a:pt x="150277" y="66688"/>
                    <a:pt x="154137" y="71582"/>
                    <a:pt x="158514" y="6984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29"/>
            <p:cNvSpPr/>
            <p:nvPr/>
          </p:nvSpPr>
          <p:spPr>
            <a:xfrm>
              <a:off x="2975000" y="386325"/>
              <a:ext cx="3962850" cy="1813875"/>
            </a:xfrm>
            <a:custGeom>
              <a:rect b="b" l="l" r="r" t="t"/>
              <a:pathLst>
                <a:path extrusionOk="0" fill="none" h="72555" w="158514">
                  <a:moveTo>
                    <a:pt x="0" y="2250"/>
                  </a:moveTo>
                  <a:cubicBezTo>
                    <a:pt x="5806" y="4286"/>
                    <a:pt x="12371" y="5259"/>
                    <a:pt x="18390" y="4529"/>
                  </a:cubicBezTo>
                  <a:cubicBezTo>
                    <a:pt x="23982" y="3830"/>
                    <a:pt x="29423" y="2250"/>
                    <a:pt x="35046" y="1307"/>
                  </a:cubicBezTo>
                  <a:cubicBezTo>
                    <a:pt x="42767" y="0"/>
                    <a:pt x="52402" y="2067"/>
                    <a:pt x="55685" y="7174"/>
                  </a:cubicBezTo>
                  <a:cubicBezTo>
                    <a:pt x="57570" y="10183"/>
                    <a:pt x="46658" y="32159"/>
                    <a:pt x="56719" y="29271"/>
                  </a:cubicBezTo>
                  <a:cubicBezTo>
                    <a:pt x="65442" y="26748"/>
                    <a:pt x="75746" y="25077"/>
                    <a:pt x="85139" y="22736"/>
                  </a:cubicBezTo>
                  <a:cubicBezTo>
                    <a:pt x="92494" y="20882"/>
                    <a:pt x="102099" y="21338"/>
                    <a:pt x="108300" y="24317"/>
                  </a:cubicBezTo>
                  <a:cubicBezTo>
                    <a:pt x="116477" y="28207"/>
                    <a:pt x="101765" y="47873"/>
                    <a:pt x="112799" y="49636"/>
                  </a:cubicBezTo>
                  <a:cubicBezTo>
                    <a:pt x="116780" y="50275"/>
                    <a:pt x="120215" y="50852"/>
                    <a:pt x="122768" y="54165"/>
                  </a:cubicBezTo>
                  <a:cubicBezTo>
                    <a:pt x="125048" y="57083"/>
                    <a:pt x="125200" y="59849"/>
                    <a:pt x="129729" y="60032"/>
                  </a:cubicBezTo>
                  <a:cubicBezTo>
                    <a:pt x="135839" y="60336"/>
                    <a:pt x="143893" y="59545"/>
                    <a:pt x="148179" y="64773"/>
                  </a:cubicBezTo>
                  <a:cubicBezTo>
                    <a:pt x="150459" y="67539"/>
                    <a:pt x="154167" y="72555"/>
                    <a:pt x="158514" y="7091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29"/>
            <p:cNvSpPr/>
            <p:nvPr/>
          </p:nvSpPr>
          <p:spPr>
            <a:xfrm>
              <a:off x="2975000" y="367325"/>
              <a:ext cx="3962850" cy="1829825"/>
            </a:xfrm>
            <a:custGeom>
              <a:rect b="b" l="l" r="r" t="t"/>
              <a:pathLst>
                <a:path extrusionOk="0" fill="none" h="73193" w="158514">
                  <a:moveTo>
                    <a:pt x="0" y="3010"/>
                  </a:moveTo>
                  <a:cubicBezTo>
                    <a:pt x="5836" y="5016"/>
                    <a:pt x="12432" y="5897"/>
                    <a:pt x="18481" y="5046"/>
                  </a:cubicBezTo>
                  <a:cubicBezTo>
                    <a:pt x="24104" y="4286"/>
                    <a:pt x="29514" y="2067"/>
                    <a:pt x="35077" y="1216"/>
                  </a:cubicBezTo>
                  <a:cubicBezTo>
                    <a:pt x="43010" y="0"/>
                    <a:pt x="51703" y="2584"/>
                    <a:pt x="56719" y="7447"/>
                  </a:cubicBezTo>
                  <a:cubicBezTo>
                    <a:pt x="60123" y="10791"/>
                    <a:pt x="50335" y="30396"/>
                    <a:pt x="58998" y="28360"/>
                  </a:cubicBezTo>
                  <a:cubicBezTo>
                    <a:pt x="67722" y="26293"/>
                    <a:pt x="78056" y="25016"/>
                    <a:pt x="87357" y="22615"/>
                  </a:cubicBezTo>
                  <a:cubicBezTo>
                    <a:pt x="94531" y="20761"/>
                    <a:pt x="103224" y="21065"/>
                    <a:pt x="109546" y="24104"/>
                  </a:cubicBezTo>
                  <a:cubicBezTo>
                    <a:pt x="118209" y="28268"/>
                    <a:pt x="103376" y="47965"/>
                    <a:pt x="113559" y="50062"/>
                  </a:cubicBezTo>
                  <a:cubicBezTo>
                    <a:pt x="117328" y="50822"/>
                    <a:pt x="120671" y="51551"/>
                    <a:pt x="123194" y="54682"/>
                  </a:cubicBezTo>
                  <a:cubicBezTo>
                    <a:pt x="125474" y="57539"/>
                    <a:pt x="125717" y="60305"/>
                    <a:pt x="130155" y="60518"/>
                  </a:cubicBezTo>
                  <a:cubicBezTo>
                    <a:pt x="136295" y="60852"/>
                    <a:pt x="144137" y="60214"/>
                    <a:pt x="148392" y="65381"/>
                  </a:cubicBezTo>
                  <a:cubicBezTo>
                    <a:pt x="150611" y="68056"/>
                    <a:pt x="154228" y="73193"/>
                    <a:pt x="158514" y="7167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29"/>
            <p:cNvSpPr/>
            <p:nvPr/>
          </p:nvSpPr>
          <p:spPr>
            <a:xfrm>
              <a:off x="2975000" y="347575"/>
              <a:ext cx="3962850" cy="1845775"/>
            </a:xfrm>
            <a:custGeom>
              <a:rect b="b" l="l" r="r" t="t"/>
              <a:pathLst>
                <a:path extrusionOk="0" fill="none" h="73831" w="158514">
                  <a:moveTo>
                    <a:pt x="0" y="3800"/>
                  </a:moveTo>
                  <a:cubicBezTo>
                    <a:pt x="5867" y="5775"/>
                    <a:pt x="12554" y="6566"/>
                    <a:pt x="18602" y="5623"/>
                  </a:cubicBezTo>
                  <a:cubicBezTo>
                    <a:pt x="24256" y="4711"/>
                    <a:pt x="29575" y="1915"/>
                    <a:pt x="35229" y="1125"/>
                  </a:cubicBezTo>
                  <a:cubicBezTo>
                    <a:pt x="43284" y="0"/>
                    <a:pt x="51217" y="3404"/>
                    <a:pt x="57448" y="7903"/>
                  </a:cubicBezTo>
                  <a:cubicBezTo>
                    <a:pt x="62129" y="11247"/>
                    <a:pt x="59454" y="16353"/>
                    <a:pt x="58421" y="20852"/>
                  </a:cubicBezTo>
                  <a:cubicBezTo>
                    <a:pt x="57782" y="23587"/>
                    <a:pt x="56506" y="28420"/>
                    <a:pt x="61582" y="27599"/>
                  </a:cubicBezTo>
                  <a:cubicBezTo>
                    <a:pt x="70305" y="26171"/>
                    <a:pt x="80366" y="24925"/>
                    <a:pt x="89516" y="22493"/>
                  </a:cubicBezTo>
                  <a:cubicBezTo>
                    <a:pt x="96628" y="20639"/>
                    <a:pt x="104501" y="20700"/>
                    <a:pt x="110732" y="23952"/>
                  </a:cubicBezTo>
                  <a:cubicBezTo>
                    <a:pt x="119698" y="28663"/>
                    <a:pt x="104501" y="47600"/>
                    <a:pt x="114379" y="50487"/>
                  </a:cubicBezTo>
                  <a:cubicBezTo>
                    <a:pt x="117996" y="51551"/>
                    <a:pt x="121157" y="52250"/>
                    <a:pt x="123619" y="55229"/>
                  </a:cubicBezTo>
                  <a:cubicBezTo>
                    <a:pt x="125899" y="57995"/>
                    <a:pt x="126203" y="60791"/>
                    <a:pt x="130550" y="61065"/>
                  </a:cubicBezTo>
                  <a:cubicBezTo>
                    <a:pt x="136659" y="61399"/>
                    <a:pt x="144380" y="60913"/>
                    <a:pt x="148605" y="65989"/>
                  </a:cubicBezTo>
                  <a:cubicBezTo>
                    <a:pt x="150793" y="68603"/>
                    <a:pt x="154258" y="73831"/>
                    <a:pt x="158514" y="7246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29"/>
            <p:cNvSpPr/>
            <p:nvPr/>
          </p:nvSpPr>
          <p:spPr>
            <a:xfrm>
              <a:off x="2975000" y="324000"/>
              <a:ext cx="3962850" cy="1867075"/>
            </a:xfrm>
            <a:custGeom>
              <a:rect b="b" l="l" r="r" t="t"/>
              <a:pathLst>
                <a:path extrusionOk="0" fill="none" h="74683" w="158514">
                  <a:moveTo>
                    <a:pt x="0" y="4743"/>
                  </a:moveTo>
                  <a:cubicBezTo>
                    <a:pt x="5897" y="6688"/>
                    <a:pt x="12645" y="7387"/>
                    <a:pt x="18724" y="6323"/>
                  </a:cubicBezTo>
                  <a:cubicBezTo>
                    <a:pt x="24469" y="5290"/>
                    <a:pt x="29758" y="1977"/>
                    <a:pt x="35502" y="1156"/>
                  </a:cubicBezTo>
                  <a:cubicBezTo>
                    <a:pt x="43466" y="1"/>
                    <a:pt x="51460" y="4682"/>
                    <a:pt x="57934" y="8572"/>
                  </a:cubicBezTo>
                  <a:cubicBezTo>
                    <a:pt x="62858" y="11521"/>
                    <a:pt x="62099" y="15411"/>
                    <a:pt x="61339" y="20153"/>
                  </a:cubicBezTo>
                  <a:cubicBezTo>
                    <a:pt x="60883" y="22919"/>
                    <a:pt x="59576" y="27448"/>
                    <a:pt x="64378" y="27144"/>
                  </a:cubicBezTo>
                  <a:cubicBezTo>
                    <a:pt x="73223" y="26597"/>
                    <a:pt x="82737" y="24834"/>
                    <a:pt x="91643" y="22494"/>
                  </a:cubicBezTo>
                  <a:cubicBezTo>
                    <a:pt x="98817" y="20609"/>
                    <a:pt x="105747" y="20366"/>
                    <a:pt x="111856" y="23983"/>
                  </a:cubicBezTo>
                  <a:cubicBezTo>
                    <a:pt x="120519" y="29120"/>
                    <a:pt x="105990" y="47296"/>
                    <a:pt x="115230" y="51035"/>
                  </a:cubicBezTo>
                  <a:cubicBezTo>
                    <a:pt x="118543" y="52372"/>
                    <a:pt x="121705" y="53072"/>
                    <a:pt x="124045" y="55898"/>
                  </a:cubicBezTo>
                  <a:cubicBezTo>
                    <a:pt x="126325" y="58634"/>
                    <a:pt x="126659" y="61461"/>
                    <a:pt x="130914" y="61765"/>
                  </a:cubicBezTo>
                  <a:cubicBezTo>
                    <a:pt x="136994" y="62160"/>
                    <a:pt x="144593" y="61825"/>
                    <a:pt x="148818" y="66810"/>
                  </a:cubicBezTo>
                  <a:cubicBezTo>
                    <a:pt x="150945" y="69364"/>
                    <a:pt x="154289" y="74683"/>
                    <a:pt x="158514" y="73406"/>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29"/>
            <p:cNvSpPr/>
            <p:nvPr/>
          </p:nvSpPr>
          <p:spPr>
            <a:xfrm>
              <a:off x="2975000" y="297425"/>
              <a:ext cx="3962850" cy="1890625"/>
            </a:xfrm>
            <a:custGeom>
              <a:rect b="b" l="l" r="r" t="t"/>
              <a:pathLst>
                <a:path extrusionOk="0" fill="none" h="75625" w="158514">
                  <a:moveTo>
                    <a:pt x="0" y="5806"/>
                  </a:moveTo>
                  <a:cubicBezTo>
                    <a:pt x="5927" y="7690"/>
                    <a:pt x="12918" y="8450"/>
                    <a:pt x="18815" y="7173"/>
                  </a:cubicBezTo>
                  <a:cubicBezTo>
                    <a:pt x="24530" y="5927"/>
                    <a:pt x="30122" y="2128"/>
                    <a:pt x="35928" y="1216"/>
                  </a:cubicBezTo>
                  <a:cubicBezTo>
                    <a:pt x="43648" y="0"/>
                    <a:pt x="52494" y="5593"/>
                    <a:pt x="58178" y="9392"/>
                  </a:cubicBezTo>
                  <a:cubicBezTo>
                    <a:pt x="62585" y="12310"/>
                    <a:pt x="64226" y="14347"/>
                    <a:pt x="64074" y="19940"/>
                  </a:cubicBezTo>
                  <a:cubicBezTo>
                    <a:pt x="64014" y="22797"/>
                    <a:pt x="62828" y="26839"/>
                    <a:pt x="67296" y="27022"/>
                  </a:cubicBezTo>
                  <a:cubicBezTo>
                    <a:pt x="76081" y="27417"/>
                    <a:pt x="85199" y="24560"/>
                    <a:pt x="93589" y="22584"/>
                  </a:cubicBezTo>
                  <a:cubicBezTo>
                    <a:pt x="100975" y="20851"/>
                    <a:pt x="106598" y="19879"/>
                    <a:pt x="112920" y="24165"/>
                  </a:cubicBezTo>
                  <a:cubicBezTo>
                    <a:pt x="121188" y="29788"/>
                    <a:pt x="107753" y="47113"/>
                    <a:pt x="116142" y="51673"/>
                  </a:cubicBezTo>
                  <a:cubicBezTo>
                    <a:pt x="119030" y="53223"/>
                    <a:pt x="122221" y="54013"/>
                    <a:pt x="124501" y="56718"/>
                  </a:cubicBezTo>
                  <a:cubicBezTo>
                    <a:pt x="126781" y="59423"/>
                    <a:pt x="127115" y="62281"/>
                    <a:pt x="131279" y="62615"/>
                  </a:cubicBezTo>
                  <a:cubicBezTo>
                    <a:pt x="137358" y="63101"/>
                    <a:pt x="144836" y="62828"/>
                    <a:pt x="149030" y="67752"/>
                  </a:cubicBezTo>
                  <a:cubicBezTo>
                    <a:pt x="151158" y="70244"/>
                    <a:pt x="154350" y="75624"/>
                    <a:pt x="158514" y="7446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29"/>
            <p:cNvSpPr/>
            <p:nvPr/>
          </p:nvSpPr>
          <p:spPr>
            <a:xfrm>
              <a:off x="2975000" y="270050"/>
              <a:ext cx="3962100" cy="1914200"/>
            </a:xfrm>
            <a:custGeom>
              <a:rect b="b" l="l" r="r" t="t"/>
              <a:pathLst>
                <a:path extrusionOk="0" fill="none" h="76568" w="158484">
                  <a:moveTo>
                    <a:pt x="0" y="6901"/>
                  </a:moveTo>
                  <a:cubicBezTo>
                    <a:pt x="5988" y="8785"/>
                    <a:pt x="13040" y="9484"/>
                    <a:pt x="18937" y="8025"/>
                  </a:cubicBezTo>
                  <a:cubicBezTo>
                    <a:pt x="24803" y="6627"/>
                    <a:pt x="30396" y="2402"/>
                    <a:pt x="36414" y="1338"/>
                  </a:cubicBezTo>
                  <a:cubicBezTo>
                    <a:pt x="44013" y="1"/>
                    <a:pt x="52463" y="6688"/>
                    <a:pt x="58208" y="10244"/>
                  </a:cubicBezTo>
                  <a:cubicBezTo>
                    <a:pt x="62676" y="13010"/>
                    <a:pt x="65138" y="14925"/>
                    <a:pt x="66476" y="20092"/>
                  </a:cubicBezTo>
                  <a:cubicBezTo>
                    <a:pt x="67235" y="22980"/>
                    <a:pt x="65868" y="26536"/>
                    <a:pt x="70214" y="27144"/>
                  </a:cubicBezTo>
                  <a:cubicBezTo>
                    <a:pt x="78695" y="28329"/>
                    <a:pt x="87753" y="24104"/>
                    <a:pt x="95351" y="22646"/>
                  </a:cubicBezTo>
                  <a:cubicBezTo>
                    <a:pt x="102950" y="21187"/>
                    <a:pt x="107327" y="19150"/>
                    <a:pt x="113893" y="24408"/>
                  </a:cubicBezTo>
                  <a:cubicBezTo>
                    <a:pt x="121309" y="30366"/>
                    <a:pt x="109668" y="47023"/>
                    <a:pt x="117084" y="52251"/>
                  </a:cubicBezTo>
                  <a:cubicBezTo>
                    <a:pt x="119577" y="54014"/>
                    <a:pt x="122586" y="54956"/>
                    <a:pt x="125018" y="57418"/>
                  </a:cubicBezTo>
                  <a:cubicBezTo>
                    <a:pt x="127419" y="59880"/>
                    <a:pt x="127145" y="63011"/>
                    <a:pt x="131614" y="63436"/>
                  </a:cubicBezTo>
                  <a:cubicBezTo>
                    <a:pt x="137602" y="64014"/>
                    <a:pt x="144988" y="63832"/>
                    <a:pt x="149213" y="68695"/>
                  </a:cubicBezTo>
                  <a:cubicBezTo>
                    <a:pt x="151310" y="71126"/>
                    <a:pt x="154410" y="76567"/>
                    <a:pt x="158483" y="755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29"/>
            <p:cNvSpPr/>
            <p:nvPr/>
          </p:nvSpPr>
          <p:spPr>
            <a:xfrm>
              <a:off x="2975000" y="244975"/>
              <a:ext cx="3962100" cy="1937000"/>
            </a:xfrm>
            <a:custGeom>
              <a:rect b="b" l="l" r="r" t="t"/>
              <a:pathLst>
                <a:path extrusionOk="0" fill="none" h="77480" w="158484">
                  <a:moveTo>
                    <a:pt x="0" y="7904"/>
                  </a:moveTo>
                  <a:cubicBezTo>
                    <a:pt x="6019" y="9758"/>
                    <a:pt x="13162" y="10366"/>
                    <a:pt x="19058" y="8815"/>
                  </a:cubicBezTo>
                  <a:cubicBezTo>
                    <a:pt x="25077" y="7204"/>
                    <a:pt x="30730" y="2554"/>
                    <a:pt x="36992" y="1429"/>
                  </a:cubicBezTo>
                  <a:cubicBezTo>
                    <a:pt x="44773" y="1"/>
                    <a:pt x="52038" y="7296"/>
                    <a:pt x="58086" y="10974"/>
                  </a:cubicBezTo>
                  <a:cubicBezTo>
                    <a:pt x="62463" y="13618"/>
                    <a:pt x="66111" y="15806"/>
                    <a:pt x="68482" y="20457"/>
                  </a:cubicBezTo>
                  <a:cubicBezTo>
                    <a:pt x="69910" y="23253"/>
                    <a:pt x="69090" y="26475"/>
                    <a:pt x="73041" y="27387"/>
                  </a:cubicBezTo>
                  <a:cubicBezTo>
                    <a:pt x="81005" y="29180"/>
                    <a:pt x="90002" y="23679"/>
                    <a:pt x="96841" y="22615"/>
                  </a:cubicBezTo>
                  <a:cubicBezTo>
                    <a:pt x="104622" y="21399"/>
                    <a:pt x="107692" y="18360"/>
                    <a:pt x="114714" y="24621"/>
                  </a:cubicBezTo>
                  <a:cubicBezTo>
                    <a:pt x="121917" y="31065"/>
                    <a:pt x="111552" y="46780"/>
                    <a:pt x="118087" y="52767"/>
                  </a:cubicBezTo>
                  <a:cubicBezTo>
                    <a:pt x="120124" y="54682"/>
                    <a:pt x="123224" y="55807"/>
                    <a:pt x="125443" y="58178"/>
                  </a:cubicBezTo>
                  <a:cubicBezTo>
                    <a:pt x="127784" y="60640"/>
                    <a:pt x="127632" y="63771"/>
                    <a:pt x="131918" y="64257"/>
                  </a:cubicBezTo>
                  <a:cubicBezTo>
                    <a:pt x="137905" y="64956"/>
                    <a:pt x="145170" y="64804"/>
                    <a:pt x="149425" y="69576"/>
                  </a:cubicBezTo>
                  <a:cubicBezTo>
                    <a:pt x="151523" y="71947"/>
                    <a:pt x="154471" y="77479"/>
                    <a:pt x="158483" y="765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29"/>
            <p:cNvSpPr/>
            <p:nvPr/>
          </p:nvSpPr>
          <p:spPr>
            <a:xfrm>
              <a:off x="2975000" y="222950"/>
              <a:ext cx="3962100" cy="1955225"/>
            </a:xfrm>
            <a:custGeom>
              <a:rect b="b" l="l" r="r" t="t"/>
              <a:pathLst>
                <a:path extrusionOk="0" fill="none" h="78209" w="158484">
                  <a:moveTo>
                    <a:pt x="0" y="8785"/>
                  </a:moveTo>
                  <a:cubicBezTo>
                    <a:pt x="6079" y="10608"/>
                    <a:pt x="13313" y="11155"/>
                    <a:pt x="19180" y="9453"/>
                  </a:cubicBezTo>
                  <a:cubicBezTo>
                    <a:pt x="25289" y="7690"/>
                    <a:pt x="31125" y="2584"/>
                    <a:pt x="37569" y="1459"/>
                  </a:cubicBezTo>
                  <a:cubicBezTo>
                    <a:pt x="45776" y="0"/>
                    <a:pt x="51642" y="7630"/>
                    <a:pt x="57874" y="11520"/>
                  </a:cubicBezTo>
                  <a:cubicBezTo>
                    <a:pt x="62099" y="14134"/>
                    <a:pt x="67175" y="16596"/>
                    <a:pt x="70123" y="20882"/>
                  </a:cubicBezTo>
                  <a:cubicBezTo>
                    <a:pt x="71886" y="23466"/>
                    <a:pt x="72190" y="26688"/>
                    <a:pt x="75625" y="27569"/>
                  </a:cubicBezTo>
                  <a:cubicBezTo>
                    <a:pt x="83193" y="29484"/>
                    <a:pt x="91339" y="23374"/>
                    <a:pt x="97996" y="22371"/>
                  </a:cubicBezTo>
                  <a:cubicBezTo>
                    <a:pt x="106051" y="21186"/>
                    <a:pt x="108391" y="17630"/>
                    <a:pt x="115473" y="24773"/>
                  </a:cubicBezTo>
                  <a:cubicBezTo>
                    <a:pt x="122039" y="31369"/>
                    <a:pt x="113528" y="46475"/>
                    <a:pt x="119060" y="53101"/>
                  </a:cubicBezTo>
                  <a:cubicBezTo>
                    <a:pt x="120732" y="55107"/>
                    <a:pt x="123802" y="56475"/>
                    <a:pt x="125869" y="58785"/>
                  </a:cubicBezTo>
                  <a:cubicBezTo>
                    <a:pt x="128088" y="61247"/>
                    <a:pt x="128057" y="64348"/>
                    <a:pt x="132191" y="64925"/>
                  </a:cubicBezTo>
                  <a:cubicBezTo>
                    <a:pt x="138179" y="65746"/>
                    <a:pt x="145352" y="65594"/>
                    <a:pt x="149608" y="70305"/>
                  </a:cubicBezTo>
                  <a:cubicBezTo>
                    <a:pt x="151705" y="72615"/>
                    <a:pt x="154502" y="78208"/>
                    <a:pt x="158483" y="7744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29"/>
            <p:cNvSpPr/>
            <p:nvPr/>
          </p:nvSpPr>
          <p:spPr>
            <a:xfrm>
              <a:off x="2975000" y="197875"/>
              <a:ext cx="3962850" cy="1976500"/>
            </a:xfrm>
            <a:custGeom>
              <a:rect b="b" l="l" r="r" t="t"/>
              <a:pathLst>
                <a:path extrusionOk="0" fill="none" h="79060" w="158514">
                  <a:moveTo>
                    <a:pt x="0" y="9788"/>
                  </a:moveTo>
                  <a:cubicBezTo>
                    <a:pt x="6110" y="11551"/>
                    <a:pt x="13222" y="11824"/>
                    <a:pt x="19301" y="10244"/>
                  </a:cubicBezTo>
                  <a:cubicBezTo>
                    <a:pt x="26080" y="8450"/>
                    <a:pt x="31369" y="3040"/>
                    <a:pt x="38208" y="1642"/>
                  </a:cubicBezTo>
                  <a:cubicBezTo>
                    <a:pt x="46384" y="0"/>
                    <a:pt x="51855" y="8207"/>
                    <a:pt x="57600" y="12098"/>
                  </a:cubicBezTo>
                  <a:cubicBezTo>
                    <a:pt x="61886" y="14985"/>
                    <a:pt x="67296" y="17478"/>
                    <a:pt x="71065" y="21368"/>
                  </a:cubicBezTo>
                  <a:cubicBezTo>
                    <a:pt x="73315" y="23678"/>
                    <a:pt x="74743" y="27113"/>
                    <a:pt x="77904" y="27903"/>
                  </a:cubicBezTo>
                  <a:cubicBezTo>
                    <a:pt x="84865" y="29575"/>
                    <a:pt x="91978" y="23648"/>
                    <a:pt x="98847" y="22280"/>
                  </a:cubicBezTo>
                  <a:cubicBezTo>
                    <a:pt x="107419" y="20517"/>
                    <a:pt x="109850" y="17903"/>
                    <a:pt x="116233" y="25077"/>
                  </a:cubicBezTo>
                  <a:cubicBezTo>
                    <a:pt x="122069" y="31642"/>
                    <a:pt x="115656" y="46536"/>
                    <a:pt x="120154" y="53557"/>
                  </a:cubicBezTo>
                  <a:cubicBezTo>
                    <a:pt x="121492" y="55624"/>
                    <a:pt x="124471" y="57235"/>
                    <a:pt x="126325" y="59484"/>
                  </a:cubicBezTo>
                  <a:cubicBezTo>
                    <a:pt x="128422" y="61977"/>
                    <a:pt x="128544" y="65047"/>
                    <a:pt x="132495" y="65685"/>
                  </a:cubicBezTo>
                  <a:cubicBezTo>
                    <a:pt x="138392" y="66658"/>
                    <a:pt x="145565" y="66506"/>
                    <a:pt x="149851" y="71187"/>
                  </a:cubicBezTo>
                  <a:cubicBezTo>
                    <a:pt x="151918" y="73466"/>
                    <a:pt x="154593" y="79059"/>
                    <a:pt x="158514" y="7845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29"/>
            <p:cNvSpPr/>
            <p:nvPr/>
          </p:nvSpPr>
          <p:spPr>
            <a:xfrm>
              <a:off x="2975000" y="180400"/>
              <a:ext cx="3962850" cy="1990925"/>
            </a:xfrm>
            <a:custGeom>
              <a:rect b="b" l="l" r="r" t="t"/>
              <a:pathLst>
                <a:path extrusionOk="0" fill="none" h="79637" w="158514">
                  <a:moveTo>
                    <a:pt x="0" y="10487"/>
                  </a:moveTo>
                  <a:cubicBezTo>
                    <a:pt x="6171" y="12219"/>
                    <a:pt x="13374" y="12371"/>
                    <a:pt x="19453" y="10699"/>
                  </a:cubicBezTo>
                  <a:cubicBezTo>
                    <a:pt x="26384" y="8754"/>
                    <a:pt x="31764" y="2979"/>
                    <a:pt x="38876" y="1611"/>
                  </a:cubicBezTo>
                  <a:cubicBezTo>
                    <a:pt x="47265" y="0"/>
                    <a:pt x="51946" y="8025"/>
                    <a:pt x="57418" y="12280"/>
                  </a:cubicBezTo>
                  <a:cubicBezTo>
                    <a:pt x="61582" y="15532"/>
                    <a:pt x="67083" y="17994"/>
                    <a:pt x="71460" y="21490"/>
                  </a:cubicBezTo>
                  <a:cubicBezTo>
                    <a:pt x="74166" y="23678"/>
                    <a:pt x="76597" y="27143"/>
                    <a:pt x="79789" y="27812"/>
                  </a:cubicBezTo>
                  <a:cubicBezTo>
                    <a:pt x="86172" y="29149"/>
                    <a:pt x="92950" y="23374"/>
                    <a:pt x="99364" y="21733"/>
                  </a:cubicBezTo>
                  <a:cubicBezTo>
                    <a:pt x="107723" y="19605"/>
                    <a:pt x="111218" y="17934"/>
                    <a:pt x="117024" y="25137"/>
                  </a:cubicBezTo>
                  <a:cubicBezTo>
                    <a:pt x="122100" y="31460"/>
                    <a:pt x="117784" y="46475"/>
                    <a:pt x="121249" y="53679"/>
                  </a:cubicBezTo>
                  <a:cubicBezTo>
                    <a:pt x="122708" y="56718"/>
                    <a:pt x="129060" y="65472"/>
                    <a:pt x="132769" y="66171"/>
                  </a:cubicBezTo>
                  <a:cubicBezTo>
                    <a:pt x="138605" y="67296"/>
                    <a:pt x="145748" y="67114"/>
                    <a:pt x="150033" y="71764"/>
                  </a:cubicBezTo>
                  <a:cubicBezTo>
                    <a:pt x="152100" y="73983"/>
                    <a:pt x="154684" y="79637"/>
                    <a:pt x="158514" y="7915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29"/>
            <p:cNvSpPr/>
            <p:nvPr/>
          </p:nvSpPr>
          <p:spPr>
            <a:xfrm>
              <a:off x="2975000" y="165200"/>
              <a:ext cx="3962850" cy="2002325"/>
            </a:xfrm>
            <a:custGeom>
              <a:rect b="b" l="l" r="r" t="t"/>
              <a:pathLst>
                <a:path extrusionOk="0" fill="none" h="80093" w="158514">
                  <a:moveTo>
                    <a:pt x="0" y="11095"/>
                  </a:moveTo>
                  <a:cubicBezTo>
                    <a:pt x="6201" y="12797"/>
                    <a:pt x="13496" y="12858"/>
                    <a:pt x="19575" y="11064"/>
                  </a:cubicBezTo>
                  <a:cubicBezTo>
                    <a:pt x="26688" y="8967"/>
                    <a:pt x="32128" y="2857"/>
                    <a:pt x="39545" y="1520"/>
                  </a:cubicBezTo>
                  <a:cubicBezTo>
                    <a:pt x="47965" y="0"/>
                    <a:pt x="52402" y="7599"/>
                    <a:pt x="57326" y="12280"/>
                  </a:cubicBezTo>
                  <a:cubicBezTo>
                    <a:pt x="61096" y="15867"/>
                    <a:pt x="66840" y="18329"/>
                    <a:pt x="71491" y="21490"/>
                  </a:cubicBezTo>
                  <a:cubicBezTo>
                    <a:pt x="74470" y="23496"/>
                    <a:pt x="77600" y="26870"/>
                    <a:pt x="81157" y="27387"/>
                  </a:cubicBezTo>
                  <a:cubicBezTo>
                    <a:pt x="87449" y="28268"/>
                    <a:pt x="93832" y="22827"/>
                    <a:pt x="99607" y="21034"/>
                  </a:cubicBezTo>
                  <a:cubicBezTo>
                    <a:pt x="107814" y="18450"/>
                    <a:pt x="112677" y="17812"/>
                    <a:pt x="117875" y="25137"/>
                  </a:cubicBezTo>
                  <a:cubicBezTo>
                    <a:pt x="120306" y="28602"/>
                    <a:pt x="119364" y="34773"/>
                    <a:pt x="119759" y="39423"/>
                  </a:cubicBezTo>
                  <a:cubicBezTo>
                    <a:pt x="120185" y="44256"/>
                    <a:pt x="120914" y="49697"/>
                    <a:pt x="122343" y="53679"/>
                  </a:cubicBezTo>
                  <a:cubicBezTo>
                    <a:pt x="123498" y="56810"/>
                    <a:pt x="129425" y="65746"/>
                    <a:pt x="133042" y="66536"/>
                  </a:cubicBezTo>
                  <a:cubicBezTo>
                    <a:pt x="138817" y="67782"/>
                    <a:pt x="145930" y="67600"/>
                    <a:pt x="150246" y="72220"/>
                  </a:cubicBezTo>
                  <a:cubicBezTo>
                    <a:pt x="152313" y="74409"/>
                    <a:pt x="154745" y="80093"/>
                    <a:pt x="158514" y="7975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29"/>
            <p:cNvSpPr/>
            <p:nvPr/>
          </p:nvSpPr>
          <p:spPr>
            <a:xfrm>
              <a:off x="2975000" y="150750"/>
              <a:ext cx="3962850" cy="2014500"/>
            </a:xfrm>
            <a:custGeom>
              <a:rect b="b" l="l" r="r" t="t"/>
              <a:pathLst>
                <a:path extrusionOk="0" fill="none" h="80580" w="158514">
                  <a:moveTo>
                    <a:pt x="0" y="11673"/>
                  </a:moveTo>
                  <a:cubicBezTo>
                    <a:pt x="6262" y="13344"/>
                    <a:pt x="13830" y="13588"/>
                    <a:pt x="19727" y="11429"/>
                  </a:cubicBezTo>
                  <a:cubicBezTo>
                    <a:pt x="26566" y="8907"/>
                    <a:pt x="32767" y="2676"/>
                    <a:pt x="40244" y="1399"/>
                  </a:cubicBezTo>
                  <a:cubicBezTo>
                    <a:pt x="48573" y="1"/>
                    <a:pt x="53162" y="6900"/>
                    <a:pt x="57478" y="12159"/>
                  </a:cubicBezTo>
                  <a:cubicBezTo>
                    <a:pt x="61825" y="17417"/>
                    <a:pt x="74318" y="25807"/>
                    <a:pt x="81917" y="26749"/>
                  </a:cubicBezTo>
                  <a:cubicBezTo>
                    <a:pt x="87692" y="27448"/>
                    <a:pt x="94379" y="22159"/>
                    <a:pt x="99637" y="20244"/>
                  </a:cubicBezTo>
                  <a:cubicBezTo>
                    <a:pt x="108178" y="17144"/>
                    <a:pt x="114045" y="17873"/>
                    <a:pt x="118787" y="25199"/>
                  </a:cubicBezTo>
                  <a:cubicBezTo>
                    <a:pt x="121066" y="28694"/>
                    <a:pt x="119607" y="34895"/>
                    <a:pt x="120215" y="39515"/>
                  </a:cubicBezTo>
                  <a:cubicBezTo>
                    <a:pt x="120853" y="44348"/>
                    <a:pt x="122373" y="49394"/>
                    <a:pt x="123498" y="53649"/>
                  </a:cubicBezTo>
                  <a:cubicBezTo>
                    <a:pt x="124349" y="56962"/>
                    <a:pt x="129729" y="65989"/>
                    <a:pt x="133316" y="66871"/>
                  </a:cubicBezTo>
                  <a:cubicBezTo>
                    <a:pt x="139000" y="68300"/>
                    <a:pt x="146112" y="68087"/>
                    <a:pt x="150459" y="72677"/>
                  </a:cubicBezTo>
                  <a:cubicBezTo>
                    <a:pt x="152495" y="74835"/>
                    <a:pt x="154836" y="80579"/>
                    <a:pt x="158514" y="803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29"/>
            <p:cNvSpPr/>
            <p:nvPr/>
          </p:nvSpPr>
          <p:spPr>
            <a:xfrm>
              <a:off x="2975000" y="138600"/>
              <a:ext cx="3962100" cy="2022075"/>
            </a:xfrm>
            <a:custGeom>
              <a:rect b="b" l="l" r="r" t="t"/>
              <a:pathLst>
                <a:path extrusionOk="0" fill="none" h="80883" w="158484">
                  <a:moveTo>
                    <a:pt x="0" y="12159"/>
                  </a:moveTo>
                  <a:cubicBezTo>
                    <a:pt x="6322" y="13800"/>
                    <a:pt x="13952" y="13952"/>
                    <a:pt x="19849" y="11672"/>
                  </a:cubicBezTo>
                  <a:cubicBezTo>
                    <a:pt x="26900" y="8937"/>
                    <a:pt x="33162" y="2462"/>
                    <a:pt x="40974" y="1247"/>
                  </a:cubicBezTo>
                  <a:cubicBezTo>
                    <a:pt x="48876" y="0"/>
                    <a:pt x="54530" y="5806"/>
                    <a:pt x="58026" y="11855"/>
                  </a:cubicBezTo>
                  <a:cubicBezTo>
                    <a:pt x="61521" y="17873"/>
                    <a:pt x="74500" y="25138"/>
                    <a:pt x="82069" y="25928"/>
                  </a:cubicBezTo>
                  <a:cubicBezTo>
                    <a:pt x="87449" y="26505"/>
                    <a:pt x="94774" y="21186"/>
                    <a:pt x="99637" y="19362"/>
                  </a:cubicBezTo>
                  <a:cubicBezTo>
                    <a:pt x="108178" y="16080"/>
                    <a:pt x="115321" y="17782"/>
                    <a:pt x="119759" y="25107"/>
                  </a:cubicBezTo>
                  <a:cubicBezTo>
                    <a:pt x="121948" y="28724"/>
                    <a:pt x="119790" y="34803"/>
                    <a:pt x="120580" y="39545"/>
                  </a:cubicBezTo>
                  <a:cubicBezTo>
                    <a:pt x="121370" y="44348"/>
                    <a:pt x="123771" y="48937"/>
                    <a:pt x="124623" y="53497"/>
                  </a:cubicBezTo>
                  <a:cubicBezTo>
                    <a:pt x="125291" y="56992"/>
                    <a:pt x="130003" y="66050"/>
                    <a:pt x="133559" y="67053"/>
                  </a:cubicBezTo>
                  <a:cubicBezTo>
                    <a:pt x="139152" y="68603"/>
                    <a:pt x="146355" y="68451"/>
                    <a:pt x="150672" y="72980"/>
                  </a:cubicBezTo>
                  <a:cubicBezTo>
                    <a:pt x="152708" y="75108"/>
                    <a:pt x="154897" y="80883"/>
                    <a:pt x="158483" y="80822"/>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29"/>
            <p:cNvSpPr/>
            <p:nvPr/>
          </p:nvSpPr>
          <p:spPr>
            <a:xfrm>
              <a:off x="2975000" y="124150"/>
              <a:ext cx="3962100" cy="2034250"/>
            </a:xfrm>
            <a:custGeom>
              <a:rect b="b" l="l" r="r" t="t"/>
              <a:pathLst>
                <a:path extrusionOk="0" fill="none" h="81370" w="158484">
                  <a:moveTo>
                    <a:pt x="0" y="12737"/>
                  </a:moveTo>
                  <a:cubicBezTo>
                    <a:pt x="6383" y="14348"/>
                    <a:pt x="13861" y="14226"/>
                    <a:pt x="20001" y="12007"/>
                  </a:cubicBezTo>
                  <a:cubicBezTo>
                    <a:pt x="27721" y="9241"/>
                    <a:pt x="33283" y="2432"/>
                    <a:pt x="41673" y="1186"/>
                  </a:cubicBezTo>
                  <a:cubicBezTo>
                    <a:pt x="49515" y="1"/>
                    <a:pt x="55807" y="4530"/>
                    <a:pt x="58877" y="11551"/>
                  </a:cubicBezTo>
                  <a:cubicBezTo>
                    <a:pt x="61886" y="18481"/>
                    <a:pt x="74378" y="24560"/>
                    <a:pt x="81704" y="25199"/>
                  </a:cubicBezTo>
                  <a:cubicBezTo>
                    <a:pt x="87114" y="25624"/>
                    <a:pt x="94774" y="20244"/>
                    <a:pt x="99607" y="18573"/>
                  </a:cubicBezTo>
                  <a:cubicBezTo>
                    <a:pt x="108118" y="15655"/>
                    <a:pt x="116628" y="17721"/>
                    <a:pt x="120853" y="25199"/>
                  </a:cubicBezTo>
                  <a:cubicBezTo>
                    <a:pt x="123012" y="29029"/>
                    <a:pt x="119972" y="34895"/>
                    <a:pt x="120853" y="39758"/>
                  </a:cubicBezTo>
                  <a:cubicBezTo>
                    <a:pt x="121735" y="44561"/>
                    <a:pt x="125139" y="48512"/>
                    <a:pt x="125778" y="53406"/>
                  </a:cubicBezTo>
                  <a:cubicBezTo>
                    <a:pt x="126294" y="57205"/>
                    <a:pt x="130276" y="66172"/>
                    <a:pt x="133863" y="67297"/>
                  </a:cubicBezTo>
                  <a:cubicBezTo>
                    <a:pt x="139334" y="68999"/>
                    <a:pt x="146568" y="68908"/>
                    <a:pt x="150884" y="73406"/>
                  </a:cubicBezTo>
                  <a:cubicBezTo>
                    <a:pt x="153438" y="76051"/>
                    <a:pt x="154684" y="80428"/>
                    <a:pt x="158483" y="8137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29"/>
            <p:cNvSpPr/>
            <p:nvPr/>
          </p:nvSpPr>
          <p:spPr>
            <a:xfrm>
              <a:off x="2975000" y="108200"/>
              <a:ext cx="3962850" cy="2050975"/>
            </a:xfrm>
            <a:custGeom>
              <a:rect b="b" l="l" r="r" t="t"/>
              <a:pathLst>
                <a:path extrusionOk="0" fill="none" h="82039" w="158514">
                  <a:moveTo>
                    <a:pt x="0" y="13375"/>
                  </a:moveTo>
                  <a:cubicBezTo>
                    <a:pt x="6474" y="14986"/>
                    <a:pt x="14013" y="14712"/>
                    <a:pt x="20183" y="12432"/>
                  </a:cubicBezTo>
                  <a:cubicBezTo>
                    <a:pt x="28116" y="9454"/>
                    <a:pt x="33709" y="2493"/>
                    <a:pt x="42402" y="1156"/>
                  </a:cubicBezTo>
                  <a:cubicBezTo>
                    <a:pt x="50092" y="1"/>
                    <a:pt x="57418" y="4043"/>
                    <a:pt x="59819" y="11217"/>
                  </a:cubicBezTo>
                  <a:cubicBezTo>
                    <a:pt x="62190" y="18390"/>
                    <a:pt x="73862" y="24104"/>
                    <a:pt x="81035" y="24439"/>
                  </a:cubicBezTo>
                  <a:cubicBezTo>
                    <a:pt x="86780" y="24743"/>
                    <a:pt x="94318" y="19454"/>
                    <a:pt x="99607" y="17934"/>
                  </a:cubicBezTo>
                  <a:cubicBezTo>
                    <a:pt x="108452" y="15381"/>
                    <a:pt x="117844" y="17873"/>
                    <a:pt x="122009" y="25350"/>
                  </a:cubicBezTo>
                  <a:cubicBezTo>
                    <a:pt x="124227" y="29332"/>
                    <a:pt x="120154" y="35047"/>
                    <a:pt x="121066" y="40092"/>
                  </a:cubicBezTo>
                  <a:cubicBezTo>
                    <a:pt x="121978" y="44925"/>
                    <a:pt x="126507" y="48512"/>
                    <a:pt x="126963" y="53406"/>
                  </a:cubicBezTo>
                  <a:cubicBezTo>
                    <a:pt x="127297" y="57205"/>
                    <a:pt x="130459" y="66172"/>
                    <a:pt x="134167" y="67570"/>
                  </a:cubicBezTo>
                  <a:cubicBezTo>
                    <a:pt x="139304" y="69485"/>
                    <a:pt x="146842" y="69424"/>
                    <a:pt x="151128" y="73862"/>
                  </a:cubicBezTo>
                  <a:cubicBezTo>
                    <a:pt x="153650" y="76537"/>
                    <a:pt x="154805" y="80883"/>
                    <a:pt x="158514" y="8203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29"/>
            <p:cNvSpPr/>
            <p:nvPr/>
          </p:nvSpPr>
          <p:spPr>
            <a:xfrm>
              <a:off x="2975000" y="89975"/>
              <a:ext cx="3962850" cy="2068425"/>
            </a:xfrm>
            <a:custGeom>
              <a:rect b="b" l="l" r="r" t="t"/>
              <a:pathLst>
                <a:path extrusionOk="0" fill="none" h="82737" w="158514">
                  <a:moveTo>
                    <a:pt x="0" y="14104"/>
                  </a:moveTo>
                  <a:cubicBezTo>
                    <a:pt x="6535" y="15684"/>
                    <a:pt x="14347" y="15502"/>
                    <a:pt x="20335" y="12918"/>
                  </a:cubicBezTo>
                  <a:cubicBezTo>
                    <a:pt x="27995" y="9575"/>
                    <a:pt x="34439" y="2644"/>
                    <a:pt x="43101" y="1216"/>
                  </a:cubicBezTo>
                  <a:cubicBezTo>
                    <a:pt x="50639" y="0"/>
                    <a:pt x="58299" y="3435"/>
                    <a:pt x="60822" y="10882"/>
                  </a:cubicBezTo>
                  <a:cubicBezTo>
                    <a:pt x="63436" y="18572"/>
                    <a:pt x="72190" y="23587"/>
                    <a:pt x="80184" y="23769"/>
                  </a:cubicBezTo>
                  <a:cubicBezTo>
                    <a:pt x="86415" y="23921"/>
                    <a:pt x="93862" y="18663"/>
                    <a:pt x="99759" y="17417"/>
                  </a:cubicBezTo>
                  <a:cubicBezTo>
                    <a:pt x="107875" y="15715"/>
                    <a:pt x="119394" y="17234"/>
                    <a:pt x="123224" y="25593"/>
                  </a:cubicBezTo>
                  <a:cubicBezTo>
                    <a:pt x="125413" y="30396"/>
                    <a:pt x="120367" y="35350"/>
                    <a:pt x="121279" y="40578"/>
                  </a:cubicBezTo>
                  <a:cubicBezTo>
                    <a:pt x="122100" y="45381"/>
                    <a:pt x="127723" y="48937"/>
                    <a:pt x="128118" y="53496"/>
                  </a:cubicBezTo>
                  <a:cubicBezTo>
                    <a:pt x="128422" y="57174"/>
                    <a:pt x="130762" y="66262"/>
                    <a:pt x="134501" y="67873"/>
                  </a:cubicBezTo>
                  <a:cubicBezTo>
                    <a:pt x="139456" y="70001"/>
                    <a:pt x="147085" y="69971"/>
                    <a:pt x="151340" y="74408"/>
                  </a:cubicBezTo>
                  <a:cubicBezTo>
                    <a:pt x="153894" y="77083"/>
                    <a:pt x="154897" y="81430"/>
                    <a:pt x="158514" y="8273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29"/>
            <p:cNvSpPr/>
            <p:nvPr/>
          </p:nvSpPr>
          <p:spPr>
            <a:xfrm>
              <a:off x="2975000" y="69450"/>
              <a:ext cx="3962850" cy="2089725"/>
            </a:xfrm>
            <a:custGeom>
              <a:rect b="b" l="l" r="r" t="t"/>
              <a:pathLst>
                <a:path extrusionOk="0" fill="none" h="83589" w="158514">
                  <a:moveTo>
                    <a:pt x="0" y="14925"/>
                  </a:moveTo>
                  <a:cubicBezTo>
                    <a:pt x="6626" y="16475"/>
                    <a:pt x="14529" y="16201"/>
                    <a:pt x="20517" y="13496"/>
                  </a:cubicBezTo>
                  <a:cubicBezTo>
                    <a:pt x="28359" y="9940"/>
                    <a:pt x="34925" y="3010"/>
                    <a:pt x="43800" y="1338"/>
                  </a:cubicBezTo>
                  <a:cubicBezTo>
                    <a:pt x="51126" y="0"/>
                    <a:pt x="59454" y="3010"/>
                    <a:pt x="61916" y="10517"/>
                  </a:cubicBezTo>
                  <a:cubicBezTo>
                    <a:pt x="64500" y="18359"/>
                    <a:pt x="70853" y="23223"/>
                    <a:pt x="79272" y="23131"/>
                  </a:cubicBezTo>
                  <a:cubicBezTo>
                    <a:pt x="86020" y="23071"/>
                    <a:pt x="93254" y="17934"/>
                    <a:pt x="100032" y="17052"/>
                  </a:cubicBezTo>
                  <a:cubicBezTo>
                    <a:pt x="108574" y="15958"/>
                    <a:pt x="120489" y="17630"/>
                    <a:pt x="124471" y="25989"/>
                  </a:cubicBezTo>
                  <a:cubicBezTo>
                    <a:pt x="126902" y="31065"/>
                    <a:pt x="120671" y="35776"/>
                    <a:pt x="121492" y="41186"/>
                  </a:cubicBezTo>
                  <a:cubicBezTo>
                    <a:pt x="122221" y="46050"/>
                    <a:pt x="128878" y="49393"/>
                    <a:pt x="129243" y="53740"/>
                  </a:cubicBezTo>
                  <a:cubicBezTo>
                    <a:pt x="129516" y="57357"/>
                    <a:pt x="131127" y="66445"/>
                    <a:pt x="134896" y="68238"/>
                  </a:cubicBezTo>
                  <a:cubicBezTo>
                    <a:pt x="139699" y="70549"/>
                    <a:pt x="147359" y="70670"/>
                    <a:pt x="151584" y="75077"/>
                  </a:cubicBezTo>
                  <a:cubicBezTo>
                    <a:pt x="154137" y="77752"/>
                    <a:pt x="154988" y="82068"/>
                    <a:pt x="158514" y="8358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29"/>
            <p:cNvSpPr/>
            <p:nvPr/>
          </p:nvSpPr>
          <p:spPr>
            <a:xfrm>
              <a:off x="2975000" y="45125"/>
              <a:ext cx="3962850" cy="2114050"/>
            </a:xfrm>
            <a:custGeom>
              <a:rect b="b" l="l" r="r" t="t"/>
              <a:pathLst>
                <a:path extrusionOk="0" fill="none" h="84562" w="158514">
                  <a:moveTo>
                    <a:pt x="0" y="15898"/>
                  </a:moveTo>
                  <a:cubicBezTo>
                    <a:pt x="6991" y="17478"/>
                    <a:pt x="14651" y="16809"/>
                    <a:pt x="20700" y="14226"/>
                  </a:cubicBezTo>
                  <a:cubicBezTo>
                    <a:pt x="28511" y="10913"/>
                    <a:pt x="35350" y="3527"/>
                    <a:pt x="44439" y="1551"/>
                  </a:cubicBezTo>
                  <a:cubicBezTo>
                    <a:pt x="51612" y="1"/>
                    <a:pt x="60579" y="2736"/>
                    <a:pt x="63041" y="10214"/>
                  </a:cubicBezTo>
                  <a:cubicBezTo>
                    <a:pt x="65564" y="17934"/>
                    <a:pt x="69515" y="22949"/>
                    <a:pt x="78391" y="22645"/>
                  </a:cubicBezTo>
                  <a:cubicBezTo>
                    <a:pt x="85716" y="22372"/>
                    <a:pt x="93072" y="17417"/>
                    <a:pt x="100488" y="16931"/>
                  </a:cubicBezTo>
                  <a:cubicBezTo>
                    <a:pt x="109273" y="16323"/>
                    <a:pt x="121431" y="18208"/>
                    <a:pt x="125717" y="26536"/>
                  </a:cubicBezTo>
                  <a:cubicBezTo>
                    <a:pt x="128544" y="31946"/>
                    <a:pt x="121036" y="36415"/>
                    <a:pt x="121735" y="41916"/>
                  </a:cubicBezTo>
                  <a:cubicBezTo>
                    <a:pt x="122343" y="46871"/>
                    <a:pt x="129881" y="49971"/>
                    <a:pt x="130276" y="54105"/>
                  </a:cubicBezTo>
                  <a:cubicBezTo>
                    <a:pt x="130641" y="57631"/>
                    <a:pt x="131431" y="66628"/>
                    <a:pt x="135322" y="68664"/>
                  </a:cubicBezTo>
                  <a:cubicBezTo>
                    <a:pt x="140124" y="71157"/>
                    <a:pt x="147632" y="71461"/>
                    <a:pt x="151796" y="75868"/>
                  </a:cubicBezTo>
                  <a:cubicBezTo>
                    <a:pt x="154350" y="78573"/>
                    <a:pt x="155109" y="82859"/>
                    <a:pt x="158514" y="8456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29"/>
            <p:cNvSpPr/>
            <p:nvPr/>
          </p:nvSpPr>
          <p:spPr>
            <a:xfrm>
              <a:off x="2975000" y="20825"/>
              <a:ext cx="3962850" cy="2138350"/>
            </a:xfrm>
            <a:custGeom>
              <a:rect b="b" l="l" r="r" t="t"/>
              <a:pathLst>
                <a:path extrusionOk="0" fill="none" h="85534" w="158514">
                  <a:moveTo>
                    <a:pt x="0" y="16870"/>
                  </a:moveTo>
                  <a:cubicBezTo>
                    <a:pt x="7082" y="18420"/>
                    <a:pt x="14833" y="17629"/>
                    <a:pt x="20912" y="14955"/>
                  </a:cubicBezTo>
                  <a:cubicBezTo>
                    <a:pt x="28876" y="11459"/>
                    <a:pt x="35776" y="3951"/>
                    <a:pt x="45047" y="1702"/>
                  </a:cubicBezTo>
                  <a:cubicBezTo>
                    <a:pt x="52068" y="0"/>
                    <a:pt x="61703" y="2371"/>
                    <a:pt x="64166" y="9818"/>
                  </a:cubicBezTo>
                  <a:cubicBezTo>
                    <a:pt x="66567" y="16991"/>
                    <a:pt x="68877" y="22645"/>
                    <a:pt x="77722" y="22128"/>
                  </a:cubicBezTo>
                  <a:cubicBezTo>
                    <a:pt x="85503" y="21672"/>
                    <a:pt x="93133" y="16961"/>
                    <a:pt x="101127" y="16809"/>
                  </a:cubicBezTo>
                  <a:cubicBezTo>
                    <a:pt x="110063" y="16657"/>
                    <a:pt x="122161" y="18693"/>
                    <a:pt x="126963" y="27083"/>
                  </a:cubicBezTo>
                  <a:cubicBezTo>
                    <a:pt x="130276" y="32858"/>
                    <a:pt x="121705" y="37052"/>
                    <a:pt x="122161" y="42615"/>
                  </a:cubicBezTo>
                  <a:cubicBezTo>
                    <a:pt x="122616" y="47782"/>
                    <a:pt x="130762" y="50518"/>
                    <a:pt x="131279" y="54530"/>
                  </a:cubicBezTo>
                  <a:cubicBezTo>
                    <a:pt x="131735" y="57934"/>
                    <a:pt x="131796" y="66931"/>
                    <a:pt x="135778" y="69089"/>
                  </a:cubicBezTo>
                  <a:cubicBezTo>
                    <a:pt x="140550" y="71703"/>
                    <a:pt x="147936" y="72250"/>
                    <a:pt x="152039" y="76658"/>
                  </a:cubicBezTo>
                  <a:cubicBezTo>
                    <a:pt x="154593" y="79393"/>
                    <a:pt x="155231" y="83649"/>
                    <a:pt x="158514" y="8553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7" name="Google Shape;4657;p29"/>
          <p:cNvGrpSpPr/>
          <p:nvPr/>
        </p:nvGrpSpPr>
        <p:grpSpPr>
          <a:xfrm rot="10202577">
            <a:off x="7754697" y="-1008769"/>
            <a:ext cx="3667692" cy="3644028"/>
            <a:chOff x="2975000" y="20825"/>
            <a:chExt cx="3963625" cy="2500050"/>
          </a:xfrm>
        </p:grpSpPr>
        <p:sp>
          <p:nvSpPr>
            <p:cNvPr id="4658" name="Google Shape;4658;p29"/>
            <p:cNvSpPr/>
            <p:nvPr/>
          </p:nvSpPr>
          <p:spPr>
            <a:xfrm>
              <a:off x="2975000" y="442550"/>
              <a:ext cx="3962850" cy="2078325"/>
            </a:xfrm>
            <a:custGeom>
              <a:rect b="b" l="l" r="r" t="t"/>
              <a:pathLst>
                <a:path extrusionOk="0" fill="none" h="83133" w="158514">
                  <a:moveTo>
                    <a:pt x="0" y="1"/>
                  </a:moveTo>
                  <a:cubicBezTo>
                    <a:pt x="4347" y="3071"/>
                    <a:pt x="9423" y="6171"/>
                    <a:pt x="12797" y="10122"/>
                  </a:cubicBezTo>
                  <a:cubicBezTo>
                    <a:pt x="18025" y="16232"/>
                    <a:pt x="11095" y="25411"/>
                    <a:pt x="18298" y="31369"/>
                  </a:cubicBezTo>
                  <a:cubicBezTo>
                    <a:pt x="23952" y="36050"/>
                    <a:pt x="23982" y="41612"/>
                    <a:pt x="23283" y="48269"/>
                  </a:cubicBezTo>
                  <a:cubicBezTo>
                    <a:pt x="22706" y="53497"/>
                    <a:pt x="22463" y="62494"/>
                    <a:pt x="29028" y="64044"/>
                  </a:cubicBezTo>
                  <a:cubicBezTo>
                    <a:pt x="35776" y="65655"/>
                    <a:pt x="41186" y="60913"/>
                    <a:pt x="45624" y="56567"/>
                  </a:cubicBezTo>
                  <a:cubicBezTo>
                    <a:pt x="51855" y="50457"/>
                    <a:pt x="63466" y="46202"/>
                    <a:pt x="71825" y="49515"/>
                  </a:cubicBezTo>
                  <a:cubicBezTo>
                    <a:pt x="79211" y="52463"/>
                    <a:pt x="89728" y="48421"/>
                    <a:pt x="96598" y="51430"/>
                  </a:cubicBezTo>
                  <a:cubicBezTo>
                    <a:pt x="100762" y="53284"/>
                    <a:pt x="101035" y="58390"/>
                    <a:pt x="102343" y="62646"/>
                  </a:cubicBezTo>
                  <a:cubicBezTo>
                    <a:pt x="104197" y="68603"/>
                    <a:pt x="108938" y="75564"/>
                    <a:pt x="114106" y="78482"/>
                  </a:cubicBezTo>
                  <a:cubicBezTo>
                    <a:pt x="122343" y="83132"/>
                    <a:pt x="130914" y="70610"/>
                    <a:pt x="138909" y="69151"/>
                  </a:cubicBezTo>
                  <a:cubicBezTo>
                    <a:pt x="145474" y="67935"/>
                    <a:pt x="152435" y="73892"/>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29"/>
            <p:cNvSpPr/>
            <p:nvPr/>
          </p:nvSpPr>
          <p:spPr>
            <a:xfrm>
              <a:off x="2975000" y="442550"/>
              <a:ext cx="3962850" cy="2057800"/>
            </a:xfrm>
            <a:custGeom>
              <a:rect b="b" l="l" r="r" t="t"/>
              <a:pathLst>
                <a:path extrusionOk="0" fill="none" h="82312" w="158514">
                  <a:moveTo>
                    <a:pt x="0" y="1"/>
                  </a:moveTo>
                  <a:cubicBezTo>
                    <a:pt x="4408" y="3040"/>
                    <a:pt x="9392" y="6049"/>
                    <a:pt x="13040" y="9879"/>
                  </a:cubicBezTo>
                  <a:cubicBezTo>
                    <a:pt x="18602" y="15654"/>
                    <a:pt x="11733" y="24955"/>
                    <a:pt x="18694" y="30609"/>
                  </a:cubicBezTo>
                  <a:cubicBezTo>
                    <a:pt x="24408" y="35259"/>
                    <a:pt x="25077" y="40153"/>
                    <a:pt x="24317" y="46901"/>
                  </a:cubicBezTo>
                  <a:cubicBezTo>
                    <a:pt x="23739" y="52129"/>
                    <a:pt x="23131" y="61248"/>
                    <a:pt x="29849" y="62919"/>
                  </a:cubicBezTo>
                  <a:cubicBezTo>
                    <a:pt x="36870" y="64652"/>
                    <a:pt x="41794" y="59606"/>
                    <a:pt x="46627" y="55503"/>
                  </a:cubicBezTo>
                  <a:cubicBezTo>
                    <a:pt x="53557" y="49606"/>
                    <a:pt x="63983" y="44712"/>
                    <a:pt x="72798" y="48634"/>
                  </a:cubicBezTo>
                  <a:cubicBezTo>
                    <a:pt x="80123" y="51886"/>
                    <a:pt x="90245" y="48208"/>
                    <a:pt x="97266" y="51187"/>
                  </a:cubicBezTo>
                  <a:cubicBezTo>
                    <a:pt x="101522" y="52980"/>
                    <a:pt x="101674" y="58026"/>
                    <a:pt x="102890" y="62251"/>
                  </a:cubicBezTo>
                  <a:cubicBezTo>
                    <a:pt x="104561" y="68087"/>
                    <a:pt x="109303" y="75078"/>
                    <a:pt x="114440" y="77844"/>
                  </a:cubicBezTo>
                  <a:cubicBezTo>
                    <a:pt x="122799" y="82312"/>
                    <a:pt x="131097" y="70032"/>
                    <a:pt x="139243" y="68877"/>
                  </a:cubicBezTo>
                  <a:cubicBezTo>
                    <a:pt x="145656" y="67935"/>
                    <a:pt x="152495" y="73771"/>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29"/>
            <p:cNvSpPr/>
            <p:nvPr/>
          </p:nvSpPr>
          <p:spPr>
            <a:xfrm>
              <a:off x="2975000" y="442550"/>
              <a:ext cx="3962850" cy="2035775"/>
            </a:xfrm>
            <a:custGeom>
              <a:rect b="b" l="l" r="r" t="t"/>
              <a:pathLst>
                <a:path extrusionOk="0" fill="none" h="81431" w="158514">
                  <a:moveTo>
                    <a:pt x="0" y="1"/>
                  </a:moveTo>
                  <a:cubicBezTo>
                    <a:pt x="4468" y="3040"/>
                    <a:pt x="9362" y="5958"/>
                    <a:pt x="13313" y="9606"/>
                  </a:cubicBezTo>
                  <a:cubicBezTo>
                    <a:pt x="19210" y="15077"/>
                    <a:pt x="12432" y="24469"/>
                    <a:pt x="19089" y="29849"/>
                  </a:cubicBezTo>
                  <a:cubicBezTo>
                    <a:pt x="24803" y="34469"/>
                    <a:pt x="26019" y="38694"/>
                    <a:pt x="25350" y="45564"/>
                  </a:cubicBezTo>
                  <a:cubicBezTo>
                    <a:pt x="24833" y="50822"/>
                    <a:pt x="23739" y="60001"/>
                    <a:pt x="30609" y="61795"/>
                  </a:cubicBezTo>
                  <a:cubicBezTo>
                    <a:pt x="37691" y="63649"/>
                    <a:pt x="42797" y="58299"/>
                    <a:pt x="47813" y="54378"/>
                  </a:cubicBezTo>
                  <a:cubicBezTo>
                    <a:pt x="55989" y="47995"/>
                    <a:pt x="63345" y="43375"/>
                    <a:pt x="73801" y="47752"/>
                  </a:cubicBezTo>
                  <a:cubicBezTo>
                    <a:pt x="81704" y="51065"/>
                    <a:pt x="90762" y="48026"/>
                    <a:pt x="97966" y="50944"/>
                  </a:cubicBezTo>
                  <a:cubicBezTo>
                    <a:pt x="102282" y="52707"/>
                    <a:pt x="102343" y="57631"/>
                    <a:pt x="103437" y="61825"/>
                  </a:cubicBezTo>
                  <a:cubicBezTo>
                    <a:pt x="104957" y="67570"/>
                    <a:pt x="109637" y="74531"/>
                    <a:pt x="114774" y="77145"/>
                  </a:cubicBezTo>
                  <a:cubicBezTo>
                    <a:pt x="123285" y="81430"/>
                    <a:pt x="131310" y="69454"/>
                    <a:pt x="139577" y="68573"/>
                  </a:cubicBezTo>
                  <a:cubicBezTo>
                    <a:pt x="145869" y="67904"/>
                    <a:pt x="152587" y="73649"/>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29"/>
            <p:cNvSpPr/>
            <p:nvPr/>
          </p:nvSpPr>
          <p:spPr>
            <a:xfrm>
              <a:off x="2975000" y="442550"/>
              <a:ext cx="3962850" cy="2014500"/>
            </a:xfrm>
            <a:custGeom>
              <a:rect b="b" l="l" r="r" t="t"/>
              <a:pathLst>
                <a:path extrusionOk="0" fill="none" h="80580" w="158514">
                  <a:moveTo>
                    <a:pt x="0" y="1"/>
                  </a:moveTo>
                  <a:cubicBezTo>
                    <a:pt x="4560" y="3010"/>
                    <a:pt x="9392" y="5897"/>
                    <a:pt x="13526" y="9393"/>
                  </a:cubicBezTo>
                  <a:cubicBezTo>
                    <a:pt x="19666" y="14469"/>
                    <a:pt x="13162" y="23952"/>
                    <a:pt x="19484" y="29150"/>
                  </a:cubicBezTo>
                  <a:cubicBezTo>
                    <a:pt x="24560" y="33314"/>
                    <a:pt x="27235" y="37509"/>
                    <a:pt x="26323" y="44348"/>
                  </a:cubicBezTo>
                  <a:cubicBezTo>
                    <a:pt x="25563" y="49728"/>
                    <a:pt x="24317" y="58846"/>
                    <a:pt x="31308" y="60792"/>
                  </a:cubicBezTo>
                  <a:cubicBezTo>
                    <a:pt x="38390" y="62737"/>
                    <a:pt x="43770" y="57296"/>
                    <a:pt x="48998" y="53375"/>
                  </a:cubicBezTo>
                  <a:cubicBezTo>
                    <a:pt x="57813" y="46688"/>
                    <a:pt x="63892" y="42129"/>
                    <a:pt x="74743" y="47023"/>
                  </a:cubicBezTo>
                  <a:cubicBezTo>
                    <a:pt x="82433" y="50488"/>
                    <a:pt x="91248" y="47995"/>
                    <a:pt x="98604" y="50761"/>
                  </a:cubicBezTo>
                  <a:cubicBezTo>
                    <a:pt x="103042" y="52372"/>
                    <a:pt x="103011" y="57266"/>
                    <a:pt x="104014" y="61430"/>
                  </a:cubicBezTo>
                  <a:cubicBezTo>
                    <a:pt x="105382" y="67084"/>
                    <a:pt x="109941" y="74014"/>
                    <a:pt x="115109" y="76445"/>
                  </a:cubicBezTo>
                  <a:cubicBezTo>
                    <a:pt x="123802" y="80579"/>
                    <a:pt x="132100" y="68299"/>
                    <a:pt x="139912" y="68330"/>
                  </a:cubicBezTo>
                  <a:cubicBezTo>
                    <a:pt x="144927" y="68330"/>
                    <a:pt x="153529" y="7331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29"/>
            <p:cNvSpPr/>
            <p:nvPr/>
          </p:nvSpPr>
          <p:spPr>
            <a:xfrm>
              <a:off x="2975000" y="442550"/>
              <a:ext cx="3962850" cy="1991700"/>
            </a:xfrm>
            <a:custGeom>
              <a:rect b="b" l="l" r="r" t="t"/>
              <a:pathLst>
                <a:path extrusionOk="0" fill="none" h="79668" w="158514">
                  <a:moveTo>
                    <a:pt x="0" y="1"/>
                  </a:moveTo>
                  <a:cubicBezTo>
                    <a:pt x="4590" y="3010"/>
                    <a:pt x="9484" y="5897"/>
                    <a:pt x="13769" y="9119"/>
                  </a:cubicBezTo>
                  <a:cubicBezTo>
                    <a:pt x="20122" y="13861"/>
                    <a:pt x="13952" y="23344"/>
                    <a:pt x="19879" y="28360"/>
                  </a:cubicBezTo>
                  <a:cubicBezTo>
                    <a:pt x="24651" y="32402"/>
                    <a:pt x="28055" y="36475"/>
                    <a:pt x="27265" y="43102"/>
                  </a:cubicBezTo>
                  <a:cubicBezTo>
                    <a:pt x="26627" y="48482"/>
                    <a:pt x="24985" y="57600"/>
                    <a:pt x="31946" y="59698"/>
                  </a:cubicBezTo>
                  <a:cubicBezTo>
                    <a:pt x="39028" y="61795"/>
                    <a:pt x="44955" y="56202"/>
                    <a:pt x="50183" y="52251"/>
                  </a:cubicBezTo>
                  <a:cubicBezTo>
                    <a:pt x="59424" y="45260"/>
                    <a:pt x="64561" y="40761"/>
                    <a:pt x="75746" y="46232"/>
                  </a:cubicBezTo>
                  <a:cubicBezTo>
                    <a:pt x="83315" y="49971"/>
                    <a:pt x="91795" y="47813"/>
                    <a:pt x="99273" y="50488"/>
                  </a:cubicBezTo>
                  <a:cubicBezTo>
                    <a:pt x="103832" y="52129"/>
                    <a:pt x="103619" y="56840"/>
                    <a:pt x="104653" y="61035"/>
                  </a:cubicBezTo>
                  <a:cubicBezTo>
                    <a:pt x="106051" y="66749"/>
                    <a:pt x="110124" y="73315"/>
                    <a:pt x="115443" y="75716"/>
                  </a:cubicBezTo>
                  <a:cubicBezTo>
                    <a:pt x="124227" y="79667"/>
                    <a:pt x="132039" y="67995"/>
                    <a:pt x="140246" y="68056"/>
                  </a:cubicBezTo>
                  <a:cubicBezTo>
                    <a:pt x="145535" y="68087"/>
                    <a:pt x="153377" y="7340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29"/>
            <p:cNvSpPr/>
            <p:nvPr/>
          </p:nvSpPr>
          <p:spPr>
            <a:xfrm>
              <a:off x="2975000" y="442550"/>
              <a:ext cx="3963625" cy="1968900"/>
            </a:xfrm>
            <a:custGeom>
              <a:rect b="b" l="l" r="r" t="t"/>
              <a:pathLst>
                <a:path extrusionOk="0" fill="none" h="78756" w="158545">
                  <a:moveTo>
                    <a:pt x="0" y="1"/>
                  </a:moveTo>
                  <a:cubicBezTo>
                    <a:pt x="4651" y="2979"/>
                    <a:pt x="9575" y="5867"/>
                    <a:pt x="14013" y="8876"/>
                  </a:cubicBezTo>
                  <a:cubicBezTo>
                    <a:pt x="20548" y="13283"/>
                    <a:pt x="14985" y="22706"/>
                    <a:pt x="20305" y="27539"/>
                  </a:cubicBezTo>
                  <a:cubicBezTo>
                    <a:pt x="24590" y="31430"/>
                    <a:pt x="28724" y="35715"/>
                    <a:pt x="28147" y="42007"/>
                  </a:cubicBezTo>
                  <a:cubicBezTo>
                    <a:pt x="27630" y="47296"/>
                    <a:pt x="25654" y="56445"/>
                    <a:pt x="32584" y="58664"/>
                  </a:cubicBezTo>
                  <a:cubicBezTo>
                    <a:pt x="39606" y="60913"/>
                    <a:pt x="46354" y="55077"/>
                    <a:pt x="51369" y="51096"/>
                  </a:cubicBezTo>
                  <a:cubicBezTo>
                    <a:pt x="60609" y="43770"/>
                    <a:pt x="65351" y="39576"/>
                    <a:pt x="76749" y="45594"/>
                  </a:cubicBezTo>
                  <a:cubicBezTo>
                    <a:pt x="84166" y="49515"/>
                    <a:pt x="92251" y="47722"/>
                    <a:pt x="99911" y="50275"/>
                  </a:cubicBezTo>
                  <a:cubicBezTo>
                    <a:pt x="104622" y="51855"/>
                    <a:pt x="104318" y="56445"/>
                    <a:pt x="105260" y="60609"/>
                  </a:cubicBezTo>
                  <a:cubicBezTo>
                    <a:pt x="106537" y="66324"/>
                    <a:pt x="110428" y="72676"/>
                    <a:pt x="115808" y="74956"/>
                  </a:cubicBezTo>
                  <a:cubicBezTo>
                    <a:pt x="124714" y="78756"/>
                    <a:pt x="132313" y="67418"/>
                    <a:pt x="140580" y="67813"/>
                  </a:cubicBezTo>
                  <a:cubicBezTo>
                    <a:pt x="145778" y="68056"/>
                    <a:pt x="153438" y="73315"/>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29"/>
            <p:cNvSpPr/>
            <p:nvPr/>
          </p:nvSpPr>
          <p:spPr>
            <a:xfrm>
              <a:off x="2975000" y="442550"/>
              <a:ext cx="3962850" cy="1919500"/>
            </a:xfrm>
            <a:custGeom>
              <a:rect b="b" l="l" r="r" t="t"/>
              <a:pathLst>
                <a:path extrusionOk="0" fill="none" h="76780" w="158514">
                  <a:moveTo>
                    <a:pt x="0" y="1"/>
                  </a:moveTo>
                  <a:cubicBezTo>
                    <a:pt x="4712" y="2949"/>
                    <a:pt x="9666" y="5776"/>
                    <a:pt x="14225" y="8633"/>
                  </a:cubicBezTo>
                  <a:cubicBezTo>
                    <a:pt x="20973" y="12797"/>
                    <a:pt x="16049" y="21977"/>
                    <a:pt x="20760" y="26718"/>
                  </a:cubicBezTo>
                  <a:cubicBezTo>
                    <a:pt x="24438" y="30396"/>
                    <a:pt x="29332" y="35168"/>
                    <a:pt x="28967" y="41004"/>
                  </a:cubicBezTo>
                  <a:cubicBezTo>
                    <a:pt x="28633" y="46202"/>
                    <a:pt x="26444" y="55381"/>
                    <a:pt x="33192" y="57661"/>
                  </a:cubicBezTo>
                  <a:cubicBezTo>
                    <a:pt x="40153" y="60032"/>
                    <a:pt x="47752" y="53953"/>
                    <a:pt x="52494" y="49880"/>
                  </a:cubicBezTo>
                  <a:cubicBezTo>
                    <a:pt x="61703" y="41977"/>
                    <a:pt x="66293" y="38633"/>
                    <a:pt x="77722" y="45016"/>
                  </a:cubicBezTo>
                  <a:cubicBezTo>
                    <a:pt x="84926" y="49059"/>
                    <a:pt x="92707" y="47722"/>
                    <a:pt x="100488" y="50093"/>
                  </a:cubicBezTo>
                  <a:cubicBezTo>
                    <a:pt x="105382" y="51582"/>
                    <a:pt x="104987" y="56080"/>
                    <a:pt x="105838" y="60245"/>
                  </a:cubicBezTo>
                  <a:cubicBezTo>
                    <a:pt x="107023" y="65898"/>
                    <a:pt x="111005" y="72676"/>
                    <a:pt x="116142" y="74227"/>
                  </a:cubicBezTo>
                  <a:cubicBezTo>
                    <a:pt x="124683" y="76780"/>
                    <a:pt x="132191" y="66901"/>
                    <a:pt x="140884" y="67570"/>
                  </a:cubicBezTo>
                  <a:cubicBezTo>
                    <a:pt x="145930" y="67965"/>
                    <a:pt x="153468" y="73224"/>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29"/>
            <p:cNvSpPr/>
            <p:nvPr/>
          </p:nvSpPr>
          <p:spPr>
            <a:xfrm>
              <a:off x="2975000" y="442550"/>
              <a:ext cx="3962100" cy="1896700"/>
            </a:xfrm>
            <a:custGeom>
              <a:rect b="b" l="l" r="r" t="t"/>
              <a:pathLst>
                <a:path extrusionOk="0" fill="none" h="75868" w="158484">
                  <a:moveTo>
                    <a:pt x="0" y="1"/>
                  </a:moveTo>
                  <a:cubicBezTo>
                    <a:pt x="4742" y="2949"/>
                    <a:pt x="9788" y="5441"/>
                    <a:pt x="14438" y="8359"/>
                  </a:cubicBezTo>
                  <a:cubicBezTo>
                    <a:pt x="21520" y="12797"/>
                    <a:pt x="16900" y="20852"/>
                    <a:pt x="21277" y="25837"/>
                  </a:cubicBezTo>
                  <a:cubicBezTo>
                    <a:pt x="24408" y="29424"/>
                    <a:pt x="29758" y="34652"/>
                    <a:pt x="29727" y="40123"/>
                  </a:cubicBezTo>
                  <a:cubicBezTo>
                    <a:pt x="29666" y="45229"/>
                    <a:pt x="27447" y="54014"/>
                    <a:pt x="33770" y="56658"/>
                  </a:cubicBezTo>
                  <a:cubicBezTo>
                    <a:pt x="40396" y="59394"/>
                    <a:pt x="49545" y="52433"/>
                    <a:pt x="53618" y="48542"/>
                  </a:cubicBezTo>
                  <a:cubicBezTo>
                    <a:pt x="62707" y="39788"/>
                    <a:pt x="67448" y="37904"/>
                    <a:pt x="78725" y="44530"/>
                  </a:cubicBezTo>
                  <a:cubicBezTo>
                    <a:pt x="85716" y="48664"/>
                    <a:pt x="93224" y="47722"/>
                    <a:pt x="101066" y="49910"/>
                  </a:cubicBezTo>
                  <a:cubicBezTo>
                    <a:pt x="106142" y="51308"/>
                    <a:pt x="105716" y="55685"/>
                    <a:pt x="106476" y="59849"/>
                  </a:cubicBezTo>
                  <a:cubicBezTo>
                    <a:pt x="107540" y="65503"/>
                    <a:pt x="111279" y="71977"/>
                    <a:pt x="116477" y="73467"/>
                  </a:cubicBezTo>
                  <a:cubicBezTo>
                    <a:pt x="124927" y="75868"/>
                    <a:pt x="132708" y="66354"/>
                    <a:pt x="141188" y="67357"/>
                  </a:cubicBezTo>
                  <a:cubicBezTo>
                    <a:pt x="146143" y="67935"/>
                    <a:pt x="153468" y="7313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29"/>
            <p:cNvSpPr/>
            <p:nvPr/>
          </p:nvSpPr>
          <p:spPr>
            <a:xfrm>
              <a:off x="2975000" y="442550"/>
              <a:ext cx="3962850" cy="1870875"/>
            </a:xfrm>
            <a:custGeom>
              <a:rect b="b" l="l" r="r" t="t"/>
              <a:pathLst>
                <a:path extrusionOk="0" fill="none" h="74835" w="158514">
                  <a:moveTo>
                    <a:pt x="0" y="1"/>
                  </a:moveTo>
                  <a:cubicBezTo>
                    <a:pt x="4803" y="2919"/>
                    <a:pt x="9848" y="5350"/>
                    <a:pt x="14651" y="8116"/>
                  </a:cubicBezTo>
                  <a:cubicBezTo>
                    <a:pt x="21946" y="12311"/>
                    <a:pt x="18086" y="19697"/>
                    <a:pt x="21885" y="24895"/>
                  </a:cubicBezTo>
                  <a:cubicBezTo>
                    <a:pt x="24590" y="28633"/>
                    <a:pt x="30031" y="34013"/>
                    <a:pt x="30396" y="39272"/>
                  </a:cubicBezTo>
                  <a:cubicBezTo>
                    <a:pt x="30791" y="44439"/>
                    <a:pt x="28299" y="52919"/>
                    <a:pt x="34439" y="55625"/>
                  </a:cubicBezTo>
                  <a:cubicBezTo>
                    <a:pt x="41186" y="58603"/>
                    <a:pt x="50670" y="51217"/>
                    <a:pt x="54712" y="47083"/>
                  </a:cubicBezTo>
                  <a:cubicBezTo>
                    <a:pt x="63892" y="37630"/>
                    <a:pt x="68542" y="37266"/>
                    <a:pt x="79789" y="44135"/>
                  </a:cubicBezTo>
                  <a:cubicBezTo>
                    <a:pt x="86476" y="48208"/>
                    <a:pt x="93984" y="47661"/>
                    <a:pt x="101674" y="49728"/>
                  </a:cubicBezTo>
                  <a:cubicBezTo>
                    <a:pt x="106932" y="51126"/>
                    <a:pt x="106416" y="55138"/>
                    <a:pt x="107145" y="59454"/>
                  </a:cubicBezTo>
                  <a:cubicBezTo>
                    <a:pt x="108057" y="64986"/>
                    <a:pt x="111552" y="71339"/>
                    <a:pt x="116872" y="72707"/>
                  </a:cubicBezTo>
                  <a:cubicBezTo>
                    <a:pt x="125322" y="74835"/>
                    <a:pt x="133285" y="65837"/>
                    <a:pt x="141523" y="67114"/>
                  </a:cubicBezTo>
                  <a:cubicBezTo>
                    <a:pt x="146386" y="67874"/>
                    <a:pt x="153559" y="73011"/>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29"/>
            <p:cNvSpPr/>
            <p:nvPr/>
          </p:nvSpPr>
          <p:spPr>
            <a:xfrm>
              <a:off x="2975000" y="442550"/>
              <a:ext cx="3962850" cy="1848075"/>
            </a:xfrm>
            <a:custGeom>
              <a:rect b="b" l="l" r="r" t="t"/>
              <a:pathLst>
                <a:path extrusionOk="0" fill="none" h="73923" w="158514">
                  <a:moveTo>
                    <a:pt x="0" y="1"/>
                  </a:moveTo>
                  <a:cubicBezTo>
                    <a:pt x="4833" y="2888"/>
                    <a:pt x="9909" y="5259"/>
                    <a:pt x="14864" y="7873"/>
                  </a:cubicBezTo>
                  <a:cubicBezTo>
                    <a:pt x="22219" y="11764"/>
                    <a:pt x="19301" y="18390"/>
                    <a:pt x="22584" y="23922"/>
                  </a:cubicBezTo>
                  <a:cubicBezTo>
                    <a:pt x="25046" y="28086"/>
                    <a:pt x="30092" y="33649"/>
                    <a:pt x="31004" y="38542"/>
                  </a:cubicBezTo>
                  <a:cubicBezTo>
                    <a:pt x="31855" y="43284"/>
                    <a:pt x="29150" y="51947"/>
                    <a:pt x="35107" y="54561"/>
                  </a:cubicBezTo>
                  <a:cubicBezTo>
                    <a:pt x="42250" y="57691"/>
                    <a:pt x="51673" y="50032"/>
                    <a:pt x="55746" y="45503"/>
                  </a:cubicBezTo>
                  <a:cubicBezTo>
                    <a:pt x="64834" y="35411"/>
                    <a:pt x="69941" y="36992"/>
                    <a:pt x="80822" y="43770"/>
                  </a:cubicBezTo>
                  <a:cubicBezTo>
                    <a:pt x="87205" y="47782"/>
                    <a:pt x="94683" y="47691"/>
                    <a:pt x="102191" y="49576"/>
                  </a:cubicBezTo>
                  <a:cubicBezTo>
                    <a:pt x="107571" y="50913"/>
                    <a:pt x="107145" y="54682"/>
                    <a:pt x="107783" y="59090"/>
                  </a:cubicBezTo>
                  <a:cubicBezTo>
                    <a:pt x="108604" y="64591"/>
                    <a:pt x="111826" y="70610"/>
                    <a:pt x="117236" y="71917"/>
                  </a:cubicBezTo>
                  <a:cubicBezTo>
                    <a:pt x="125504" y="73923"/>
                    <a:pt x="133863" y="65321"/>
                    <a:pt x="141827" y="66901"/>
                  </a:cubicBezTo>
                  <a:cubicBezTo>
                    <a:pt x="146599" y="67813"/>
                    <a:pt x="153620" y="7292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29"/>
            <p:cNvSpPr/>
            <p:nvPr/>
          </p:nvSpPr>
          <p:spPr>
            <a:xfrm>
              <a:off x="2975000" y="442550"/>
              <a:ext cx="3962100" cy="1826050"/>
            </a:xfrm>
            <a:custGeom>
              <a:rect b="b" l="l" r="r" t="t"/>
              <a:pathLst>
                <a:path extrusionOk="0" fill="none" h="73042" w="158484">
                  <a:moveTo>
                    <a:pt x="0" y="1"/>
                  </a:moveTo>
                  <a:cubicBezTo>
                    <a:pt x="4894" y="2858"/>
                    <a:pt x="10000" y="5168"/>
                    <a:pt x="15076" y="7630"/>
                  </a:cubicBezTo>
                  <a:cubicBezTo>
                    <a:pt x="22402" y="11217"/>
                    <a:pt x="20639" y="16992"/>
                    <a:pt x="23435" y="22980"/>
                  </a:cubicBezTo>
                  <a:cubicBezTo>
                    <a:pt x="25685" y="27813"/>
                    <a:pt x="29910" y="33041"/>
                    <a:pt x="31460" y="37934"/>
                  </a:cubicBezTo>
                  <a:cubicBezTo>
                    <a:pt x="32858" y="42372"/>
                    <a:pt x="29940" y="51096"/>
                    <a:pt x="35867" y="53558"/>
                  </a:cubicBezTo>
                  <a:cubicBezTo>
                    <a:pt x="43618" y="56749"/>
                    <a:pt x="52433" y="48937"/>
                    <a:pt x="56779" y="43831"/>
                  </a:cubicBezTo>
                  <a:cubicBezTo>
                    <a:pt x="65746" y="33314"/>
                    <a:pt x="71552" y="36901"/>
                    <a:pt x="81886" y="43466"/>
                  </a:cubicBezTo>
                  <a:cubicBezTo>
                    <a:pt x="87965" y="47327"/>
                    <a:pt x="95412" y="47752"/>
                    <a:pt x="102707" y="49454"/>
                  </a:cubicBezTo>
                  <a:cubicBezTo>
                    <a:pt x="108148" y="50700"/>
                    <a:pt x="107905" y="54226"/>
                    <a:pt x="108452" y="58725"/>
                  </a:cubicBezTo>
                  <a:cubicBezTo>
                    <a:pt x="109182" y="64226"/>
                    <a:pt x="112130" y="69910"/>
                    <a:pt x="117571" y="71187"/>
                  </a:cubicBezTo>
                  <a:cubicBezTo>
                    <a:pt x="125626" y="73041"/>
                    <a:pt x="134410" y="64895"/>
                    <a:pt x="142100" y="66688"/>
                  </a:cubicBezTo>
                  <a:cubicBezTo>
                    <a:pt x="146751" y="67783"/>
                    <a:pt x="153590" y="72828"/>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29"/>
            <p:cNvSpPr/>
            <p:nvPr/>
          </p:nvSpPr>
          <p:spPr>
            <a:xfrm>
              <a:off x="2975000" y="442550"/>
              <a:ext cx="3962850" cy="1818450"/>
            </a:xfrm>
            <a:custGeom>
              <a:rect b="b" l="l" r="r" t="t"/>
              <a:pathLst>
                <a:path extrusionOk="0" fill="none" h="72738" w="158514">
                  <a:moveTo>
                    <a:pt x="0" y="1"/>
                  </a:moveTo>
                  <a:cubicBezTo>
                    <a:pt x="4924" y="2827"/>
                    <a:pt x="10122" y="5077"/>
                    <a:pt x="15259" y="7387"/>
                  </a:cubicBezTo>
                  <a:cubicBezTo>
                    <a:pt x="22432" y="10609"/>
                    <a:pt x="22159" y="15594"/>
                    <a:pt x="24317" y="22007"/>
                  </a:cubicBezTo>
                  <a:cubicBezTo>
                    <a:pt x="26171" y="27630"/>
                    <a:pt x="29332" y="32402"/>
                    <a:pt x="31733" y="37418"/>
                  </a:cubicBezTo>
                  <a:cubicBezTo>
                    <a:pt x="33831" y="41764"/>
                    <a:pt x="30669" y="50305"/>
                    <a:pt x="36657" y="52615"/>
                  </a:cubicBezTo>
                  <a:cubicBezTo>
                    <a:pt x="44955" y="55868"/>
                    <a:pt x="53162" y="47630"/>
                    <a:pt x="57782" y="42068"/>
                  </a:cubicBezTo>
                  <a:cubicBezTo>
                    <a:pt x="66476" y="31551"/>
                    <a:pt x="73315" y="37022"/>
                    <a:pt x="82950" y="43193"/>
                  </a:cubicBezTo>
                  <a:cubicBezTo>
                    <a:pt x="88695" y="46871"/>
                    <a:pt x="96142" y="47813"/>
                    <a:pt x="103194" y="49333"/>
                  </a:cubicBezTo>
                  <a:cubicBezTo>
                    <a:pt x="108726" y="50488"/>
                    <a:pt x="108634" y="53740"/>
                    <a:pt x="109151" y="58390"/>
                  </a:cubicBezTo>
                  <a:cubicBezTo>
                    <a:pt x="109789" y="63862"/>
                    <a:pt x="112464" y="69211"/>
                    <a:pt x="117996" y="70427"/>
                  </a:cubicBezTo>
                  <a:cubicBezTo>
                    <a:pt x="125778" y="72129"/>
                    <a:pt x="135018" y="64439"/>
                    <a:pt x="142434" y="66506"/>
                  </a:cubicBezTo>
                  <a:cubicBezTo>
                    <a:pt x="146994" y="67752"/>
                    <a:pt x="153650" y="72737"/>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29"/>
            <p:cNvSpPr/>
            <p:nvPr/>
          </p:nvSpPr>
          <p:spPr>
            <a:xfrm>
              <a:off x="2975000" y="442550"/>
              <a:ext cx="3962850" cy="1816175"/>
            </a:xfrm>
            <a:custGeom>
              <a:rect b="b" l="l" r="r" t="t"/>
              <a:pathLst>
                <a:path extrusionOk="0" fill="none" h="72647" w="158514">
                  <a:moveTo>
                    <a:pt x="0" y="1"/>
                  </a:moveTo>
                  <a:cubicBezTo>
                    <a:pt x="4985" y="2797"/>
                    <a:pt x="10244" y="4985"/>
                    <a:pt x="15441" y="7144"/>
                  </a:cubicBezTo>
                  <a:cubicBezTo>
                    <a:pt x="22341" y="10031"/>
                    <a:pt x="23648" y="14621"/>
                    <a:pt x="25259" y="21034"/>
                  </a:cubicBezTo>
                  <a:cubicBezTo>
                    <a:pt x="26688" y="26809"/>
                    <a:pt x="28572" y="31977"/>
                    <a:pt x="31885" y="36992"/>
                  </a:cubicBezTo>
                  <a:cubicBezTo>
                    <a:pt x="34742" y="41278"/>
                    <a:pt x="31429" y="49606"/>
                    <a:pt x="37478" y="51825"/>
                  </a:cubicBezTo>
                  <a:cubicBezTo>
                    <a:pt x="46171" y="55017"/>
                    <a:pt x="54469" y="46202"/>
                    <a:pt x="58755" y="40305"/>
                  </a:cubicBezTo>
                  <a:cubicBezTo>
                    <a:pt x="66232" y="30001"/>
                    <a:pt x="76415" y="38025"/>
                    <a:pt x="84044" y="42889"/>
                  </a:cubicBezTo>
                  <a:cubicBezTo>
                    <a:pt x="89546" y="46384"/>
                    <a:pt x="96841" y="47874"/>
                    <a:pt x="103680" y="49211"/>
                  </a:cubicBezTo>
                  <a:cubicBezTo>
                    <a:pt x="109242" y="50305"/>
                    <a:pt x="109364" y="53254"/>
                    <a:pt x="109850" y="58026"/>
                  </a:cubicBezTo>
                  <a:cubicBezTo>
                    <a:pt x="110397" y="63436"/>
                    <a:pt x="112829" y="68482"/>
                    <a:pt x="118422" y="69667"/>
                  </a:cubicBezTo>
                  <a:cubicBezTo>
                    <a:pt x="125930" y="71278"/>
                    <a:pt x="135626" y="64044"/>
                    <a:pt x="142708" y="66293"/>
                  </a:cubicBezTo>
                  <a:cubicBezTo>
                    <a:pt x="147176" y="67692"/>
                    <a:pt x="153681" y="7264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29"/>
            <p:cNvSpPr/>
            <p:nvPr/>
          </p:nvSpPr>
          <p:spPr>
            <a:xfrm>
              <a:off x="2975000" y="442550"/>
              <a:ext cx="3962850" cy="1813875"/>
            </a:xfrm>
            <a:custGeom>
              <a:rect b="b" l="l" r="r" t="t"/>
              <a:pathLst>
                <a:path extrusionOk="0" fill="none" h="72555" w="158514">
                  <a:moveTo>
                    <a:pt x="0" y="1"/>
                  </a:moveTo>
                  <a:cubicBezTo>
                    <a:pt x="5015" y="2767"/>
                    <a:pt x="10335" y="4894"/>
                    <a:pt x="15624" y="6931"/>
                  </a:cubicBezTo>
                  <a:cubicBezTo>
                    <a:pt x="22189" y="9423"/>
                    <a:pt x="24925" y="13648"/>
                    <a:pt x="26262" y="20031"/>
                  </a:cubicBezTo>
                  <a:cubicBezTo>
                    <a:pt x="27508" y="25958"/>
                    <a:pt x="27843" y="31582"/>
                    <a:pt x="31916" y="36597"/>
                  </a:cubicBezTo>
                  <a:cubicBezTo>
                    <a:pt x="35290" y="40731"/>
                    <a:pt x="32432" y="49150"/>
                    <a:pt x="38299" y="51096"/>
                  </a:cubicBezTo>
                  <a:cubicBezTo>
                    <a:pt x="47326" y="54105"/>
                    <a:pt x="55138" y="44804"/>
                    <a:pt x="59758" y="38512"/>
                  </a:cubicBezTo>
                  <a:cubicBezTo>
                    <a:pt x="66901" y="28816"/>
                    <a:pt x="78512" y="38512"/>
                    <a:pt x="85139" y="42585"/>
                  </a:cubicBezTo>
                  <a:cubicBezTo>
                    <a:pt x="90397" y="45807"/>
                    <a:pt x="97510" y="47995"/>
                    <a:pt x="104105" y="49120"/>
                  </a:cubicBezTo>
                  <a:cubicBezTo>
                    <a:pt x="109698" y="50062"/>
                    <a:pt x="109729" y="52707"/>
                    <a:pt x="110580" y="57691"/>
                  </a:cubicBezTo>
                  <a:cubicBezTo>
                    <a:pt x="111461" y="63071"/>
                    <a:pt x="112829" y="67692"/>
                    <a:pt x="118878" y="68938"/>
                  </a:cubicBezTo>
                  <a:cubicBezTo>
                    <a:pt x="126082" y="70427"/>
                    <a:pt x="136234" y="63649"/>
                    <a:pt x="143012" y="66111"/>
                  </a:cubicBezTo>
                  <a:cubicBezTo>
                    <a:pt x="147359" y="67661"/>
                    <a:pt x="153742" y="7255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29"/>
            <p:cNvSpPr/>
            <p:nvPr/>
          </p:nvSpPr>
          <p:spPr>
            <a:xfrm>
              <a:off x="2975000" y="442550"/>
              <a:ext cx="3962850" cy="1804000"/>
            </a:xfrm>
            <a:custGeom>
              <a:rect b="b" l="l" r="r" t="t"/>
              <a:pathLst>
                <a:path extrusionOk="0" fill="none" h="72160" w="158514">
                  <a:moveTo>
                    <a:pt x="0" y="1"/>
                  </a:moveTo>
                  <a:cubicBezTo>
                    <a:pt x="5076" y="2736"/>
                    <a:pt x="10456" y="4803"/>
                    <a:pt x="15806" y="6688"/>
                  </a:cubicBezTo>
                  <a:cubicBezTo>
                    <a:pt x="22037" y="8876"/>
                    <a:pt x="26049" y="12767"/>
                    <a:pt x="27326" y="18967"/>
                  </a:cubicBezTo>
                  <a:cubicBezTo>
                    <a:pt x="28542" y="24925"/>
                    <a:pt x="27326" y="31126"/>
                    <a:pt x="31855" y="36202"/>
                  </a:cubicBezTo>
                  <a:cubicBezTo>
                    <a:pt x="35381" y="40153"/>
                    <a:pt x="33618" y="48725"/>
                    <a:pt x="39150" y="50457"/>
                  </a:cubicBezTo>
                  <a:cubicBezTo>
                    <a:pt x="48329" y="53314"/>
                    <a:pt x="55746" y="42919"/>
                    <a:pt x="60792" y="36810"/>
                  </a:cubicBezTo>
                  <a:cubicBezTo>
                    <a:pt x="67995" y="28086"/>
                    <a:pt x="80032" y="38360"/>
                    <a:pt x="86263" y="42159"/>
                  </a:cubicBezTo>
                  <a:cubicBezTo>
                    <a:pt x="91430" y="45320"/>
                    <a:pt x="98057" y="48056"/>
                    <a:pt x="104561" y="48998"/>
                  </a:cubicBezTo>
                  <a:cubicBezTo>
                    <a:pt x="115747" y="50700"/>
                    <a:pt x="107692" y="65898"/>
                    <a:pt x="119303" y="68178"/>
                  </a:cubicBezTo>
                  <a:cubicBezTo>
                    <a:pt x="126294" y="69576"/>
                    <a:pt x="136872" y="63254"/>
                    <a:pt x="143316" y="65898"/>
                  </a:cubicBezTo>
                  <a:cubicBezTo>
                    <a:pt x="147784" y="67752"/>
                    <a:pt x="153407" y="7216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29"/>
            <p:cNvSpPr/>
            <p:nvPr/>
          </p:nvSpPr>
          <p:spPr>
            <a:xfrm>
              <a:off x="2975000" y="442550"/>
              <a:ext cx="3962100" cy="1802475"/>
            </a:xfrm>
            <a:custGeom>
              <a:rect b="b" l="l" r="r" t="t"/>
              <a:pathLst>
                <a:path extrusionOk="0" fill="none" h="72099" w="158484">
                  <a:moveTo>
                    <a:pt x="0" y="1"/>
                  </a:moveTo>
                  <a:cubicBezTo>
                    <a:pt x="5107" y="2706"/>
                    <a:pt x="10760" y="4590"/>
                    <a:pt x="15958" y="6444"/>
                  </a:cubicBezTo>
                  <a:cubicBezTo>
                    <a:pt x="21764" y="8511"/>
                    <a:pt x="26931" y="11733"/>
                    <a:pt x="28390" y="17843"/>
                  </a:cubicBezTo>
                  <a:cubicBezTo>
                    <a:pt x="29788" y="23740"/>
                    <a:pt x="26900" y="30579"/>
                    <a:pt x="31672" y="35867"/>
                  </a:cubicBezTo>
                  <a:cubicBezTo>
                    <a:pt x="35107" y="39636"/>
                    <a:pt x="34925" y="48390"/>
                    <a:pt x="40001" y="49849"/>
                  </a:cubicBezTo>
                  <a:cubicBezTo>
                    <a:pt x="49302" y="52494"/>
                    <a:pt x="56415" y="40761"/>
                    <a:pt x="61886" y="35320"/>
                  </a:cubicBezTo>
                  <a:cubicBezTo>
                    <a:pt x="69211" y="28025"/>
                    <a:pt x="81278" y="37873"/>
                    <a:pt x="87327" y="41612"/>
                  </a:cubicBezTo>
                  <a:cubicBezTo>
                    <a:pt x="92585" y="44864"/>
                    <a:pt x="98421" y="48117"/>
                    <a:pt x="104926" y="48968"/>
                  </a:cubicBezTo>
                  <a:cubicBezTo>
                    <a:pt x="116385" y="50457"/>
                    <a:pt x="108239" y="65442"/>
                    <a:pt x="119759" y="67509"/>
                  </a:cubicBezTo>
                  <a:cubicBezTo>
                    <a:pt x="126659" y="68725"/>
                    <a:pt x="137298" y="62980"/>
                    <a:pt x="143559" y="65716"/>
                  </a:cubicBezTo>
                  <a:cubicBezTo>
                    <a:pt x="147936" y="67631"/>
                    <a:pt x="153407" y="72099"/>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29"/>
            <p:cNvSpPr/>
            <p:nvPr/>
          </p:nvSpPr>
          <p:spPr>
            <a:xfrm>
              <a:off x="2975000" y="442550"/>
              <a:ext cx="3962850" cy="1800200"/>
            </a:xfrm>
            <a:custGeom>
              <a:rect b="b" l="l" r="r" t="t"/>
              <a:pathLst>
                <a:path extrusionOk="0" fill="none" h="72008" w="158514">
                  <a:moveTo>
                    <a:pt x="0" y="1"/>
                  </a:moveTo>
                  <a:cubicBezTo>
                    <a:pt x="5167" y="2645"/>
                    <a:pt x="10821" y="4499"/>
                    <a:pt x="16140" y="6201"/>
                  </a:cubicBezTo>
                  <a:cubicBezTo>
                    <a:pt x="21976" y="8055"/>
                    <a:pt x="27630" y="11065"/>
                    <a:pt x="29484" y="16657"/>
                  </a:cubicBezTo>
                  <a:cubicBezTo>
                    <a:pt x="31308" y="22159"/>
                    <a:pt x="26748" y="29940"/>
                    <a:pt x="31521" y="35442"/>
                  </a:cubicBezTo>
                  <a:cubicBezTo>
                    <a:pt x="34621" y="38998"/>
                    <a:pt x="36414" y="48147"/>
                    <a:pt x="40913" y="49211"/>
                  </a:cubicBezTo>
                  <a:cubicBezTo>
                    <a:pt x="50244" y="51430"/>
                    <a:pt x="56749" y="38846"/>
                    <a:pt x="63041" y="34044"/>
                  </a:cubicBezTo>
                  <a:cubicBezTo>
                    <a:pt x="70731" y="28147"/>
                    <a:pt x="82190" y="36992"/>
                    <a:pt x="88391" y="40943"/>
                  </a:cubicBezTo>
                  <a:cubicBezTo>
                    <a:pt x="93862" y="44409"/>
                    <a:pt x="98695" y="48147"/>
                    <a:pt x="105352" y="48907"/>
                  </a:cubicBezTo>
                  <a:cubicBezTo>
                    <a:pt x="117024" y="50184"/>
                    <a:pt x="108786" y="64834"/>
                    <a:pt x="120276" y="66780"/>
                  </a:cubicBezTo>
                  <a:cubicBezTo>
                    <a:pt x="126993" y="67904"/>
                    <a:pt x="137784" y="62585"/>
                    <a:pt x="143863" y="65533"/>
                  </a:cubicBezTo>
                  <a:cubicBezTo>
                    <a:pt x="148149" y="67570"/>
                    <a:pt x="153468" y="72008"/>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29"/>
            <p:cNvSpPr/>
            <p:nvPr/>
          </p:nvSpPr>
          <p:spPr>
            <a:xfrm>
              <a:off x="2975000" y="442550"/>
              <a:ext cx="3963625" cy="1798675"/>
            </a:xfrm>
            <a:custGeom>
              <a:rect b="b" l="l" r="r" t="t"/>
              <a:pathLst>
                <a:path extrusionOk="0" fill="none" h="71947" w="158545">
                  <a:moveTo>
                    <a:pt x="0" y="1"/>
                  </a:moveTo>
                  <a:cubicBezTo>
                    <a:pt x="5198" y="2615"/>
                    <a:pt x="10912" y="4408"/>
                    <a:pt x="16323" y="5958"/>
                  </a:cubicBezTo>
                  <a:cubicBezTo>
                    <a:pt x="22067" y="7630"/>
                    <a:pt x="28147" y="10365"/>
                    <a:pt x="30578" y="15472"/>
                  </a:cubicBezTo>
                  <a:cubicBezTo>
                    <a:pt x="33192" y="20974"/>
                    <a:pt x="26931" y="29059"/>
                    <a:pt x="31369" y="35047"/>
                  </a:cubicBezTo>
                  <a:cubicBezTo>
                    <a:pt x="33831" y="38390"/>
                    <a:pt x="37904" y="47904"/>
                    <a:pt x="41825" y="48542"/>
                  </a:cubicBezTo>
                  <a:cubicBezTo>
                    <a:pt x="50883" y="50062"/>
                    <a:pt x="57296" y="36931"/>
                    <a:pt x="64257" y="33010"/>
                  </a:cubicBezTo>
                  <a:cubicBezTo>
                    <a:pt x="72160" y="28512"/>
                    <a:pt x="83102" y="35928"/>
                    <a:pt x="89424" y="40153"/>
                  </a:cubicBezTo>
                  <a:cubicBezTo>
                    <a:pt x="94804" y="43740"/>
                    <a:pt x="98877" y="48208"/>
                    <a:pt x="105747" y="48846"/>
                  </a:cubicBezTo>
                  <a:cubicBezTo>
                    <a:pt x="117601" y="49971"/>
                    <a:pt x="109425" y="64257"/>
                    <a:pt x="120793" y="66081"/>
                  </a:cubicBezTo>
                  <a:cubicBezTo>
                    <a:pt x="127419" y="67144"/>
                    <a:pt x="138270" y="62281"/>
                    <a:pt x="144167" y="65351"/>
                  </a:cubicBezTo>
                  <a:cubicBezTo>
                    <a:pt x="148362" y="67540"/>
                    <a:pt x="153529" y="71947"/>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29"/>
            <p:cNvSpPr/>
            <p:nvPr/>
          </p:nvSpPr>
          <p:spPr>
            <a:xfrm>
              <a:off x="2975000" y="442550"/>
              <a:ext cx="3962850" cy="1795650"/>
            </a:xfrm>
            <a:custGeom>
              <a:rect b="b" l="l" r="r" t="t"/>
              <a:pathLst>
                <a:path extrusionOk="0" fill="none" h="71826" w="158514">
                  <a:moveTo>
                    <a:pt x="0" y="1"/>
                  </a:moveTo>
                  <a:cubicBezTo>
                    <a:pt x="5259" y="2584"/>
                    <a:pt x="10973" y="4317"/>
                    <a:pt x="16475" y="5745"/>
                  </a:cubicBezTo>
                  <a:cubicBezTo>
                    <a:pt x="22250" y="7235"/>
                    <a:pt x="28542" y="9788"/>
                    <a:pt x="31581" y="14195"/>
                  </a:cubicBezTo>
                  <a:cubicBezTo>
                    <a:pt x="35168" y="19332"/>
                    <a:pt x="27326" y="28238"/>
                    <a:pt x="31247" y="34560"/>
                  </a:cubicBezTo>
                  <a:cubicBezTo>
                    <a:pt x="33253" y="37782"/>
                    <a:pt x="39150" y="47418"/>
                    <a:pt x="42737" y="47722"/>
                  </a:cubicBezTo>
                  <a:cubicBezTo>
                    <a:pt x="51612" y="48482"/>
                    <a:pt x="57752" y="35229"/>
                    <a:pt x="65412" y="32129"/>
                  </a:cubicBezTo>
                  <a:cubicBezTo>
                    <a:pt x="73588" y="28816"/>
                    <a:pt x="84044" y="34804"/>
                    <a:pt x="90275" y="39302"/>
                  </a:cubicBezTo>
                  <a:cubicBezTo>
                    <a:pt x="95351" y="42980"/>
                    <a:pt x="98938" y="48269"/>
                    <a:pt x="106081" y="48816"/>
                  </a:cubicBezTo>
                  <a:cubicBezTo>
                    <a:pt x="111704" y="49241"/>
                    <a:pt x="112981" y="50670"/>
                    <a:pt x="114136" y="56111"/>
                  </a:cubicBezTo>
                  <a:cubicBezTo>
                    <a:pt x="115139" y="60792"/>
                    <a:pt x="115321" y="64470"/>
                    <a:pt x="121279" y="65381"/>
                  </a:cubicBezTo>
                  <a:cubicBezTo>
                    <a:pt x="127784" y="66385"/>
                    <a:pt x="138696" y="61947"/>
                    <a:pt x="144410" y="65169"/>
                  </a:cubicBezTo>
                  <a:cubicBezTo>
                    <a:pt x="148483" y="67448"/>
                    <a:pt x="153529" y="7182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29"/>
            <p:cNvSpPr/>
            <p:nvPr/>
          </p:nvSpPr>
          <p:spPr>
            <a:xfrm>
              <a:off x="2975000" y="442550"/>
              <a:ext cx="3962850" cy="1794125"/>
            </a:xfrm>
            <a:custGeom>
              <a:rect b="b" l="l" r="r" t="t"/>
              <a:pathLst>
                <a:path extrusionOk="0" fill="none" h="71765" w="158514">
                  <a:moveTo>
                    <a:pt x="0" y="1"/>
                  </a:moveTo>
                  <a:cubicBezTo>
                    <a:pt x="5319" y="2554"/>
                    <a:pt x="11064" y="4226"/>
                    <a:pt x="16627" y="5502"/>
                  </a:cubicBezTo>
                  <a:cubicBezTo>
                    <a:pt x="22523" y="6840"/>
                    <a:pt x="28663" y="9302"/>
                    <a:pt x="32554" y="12919"/>
                  </a:cubicBezTo>
                  <a:cubicBezTo>
                    <a:pt x="36931" y="17022"/>
                    <a:pt x="28906" y="28268"/>
                    <a:pt x="31247" y="33983"/>
                  </a:cubicBezTo>
                  <a:cubicBezTo>
                    <a:pt x="32615" y="37326"/>
                    <a:pt x="40031" y="46658"/>
                    <a:pt x="43679" y="46719"/>
                  </a:cubicBezTo>
                  <a:cubicBezTo>
                    <a:pt x="52433" y="46810"/>
                    <a:pt x="58117" y="33861"/>
                    <a:pt x="66628" y="31430"/>
                  </a:cubicBezTo>
                  <a:cubicBezTo>
                    <a:pt x="75108" y="28998"/>
                    <a:pt x="85078" y="33709"/>
                    <a:pt x="91066" y="38451"/>
                  </a:cubicBezTo>
                  <a:cubicBezTo>
                    <a:pt x="95899" y="42250"/>
                    <a:pt x="98847" y="48482"/>
                    <a:pt x="106446" y="48785"/>
                  </a:cubicBezTo>
                  <a:cubicBezTo>
                    <a:pt x="119030" y="49272"/>
                    <a:pt x="110853" y="62950"/>
                    <a:pt x="121826" y="64743"/>
                  </a:cubicBezTo>
                  <a:cubicBezTo>
                    <a:pt x="128088" y="65746"/>
                    <a:pt x="139121" y="61612"/>
                    <a:pt x="144684" y="64986"/>
                  </a:cubicBezTo>
                  <a:cubicBezTo>
                    <a:pt x="148666" y="67388"/>
                    <a:pt x="153559" y="7176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29"/>
            <p:cNvSpPr/>
            <p:nvPr/>
          </p:nvSpPr>
          <p:spPr>
            <a:xfrm>
              <a:off x="2975000" y="442550"/>
              <a:ext cx="3962850" cy="1791075"/>
            </a:xfrm>
            <a:custGeom>
              <a:rect b="b" l="l" r="r" t="t"/>
              <a:pathLst>
                <a:path extrusionOk="0" fill="none" h="71643" w="158514">
                  <a:moveTo>
                    <a:pt x="0" y="1"/>
                  </a:moveTo>
                  <a:cubicBezTo>
                    <a:pt x="5319" y="2523"/>
                    <a:pt x="11155" y="4134"/>
                    <a:pt x="16779" y="5259"/>
                  </a:cubicBezTo>
                  <a:cubicBezTo>
                    <a:pt x="22736" y="6475"/>
                    <a:pt x="29302" y="9058"/>
                    <a:pt x="33405" y="11672"/>
                  </a:cubicBezTo>
                  <a:cubicBezTo>
                    <a:pt x="37660" y="14378"/>
                    <a:pt x="30821" y="28968"/>
                    <a:pt x="31399" y="33314"/>
                  </a:cubicBezTo>
                  <a:cubicBezTo>
                    <a:pt x="31885" y="36931"/>
                    <a:pt x="40578" y="45624"/>
                    <a:pt x="44651" y="45472"/>
                  </a:cubicBezTo>
                  <a:cubicBezTo>
                    <a:pt x="53101" y="45168"/>
                    <a:pt x="58421" y="32828"/>
                    <a:pt x="67874" y="30852"/>
                  </a:cubicBezTo>
                  <a:cubicBezTo>
                    <a:pt x="76658" y="29028"/>
                    <a:pt x="86233" y="32706"/>
                    <a:pt x="91856" y="37509"/>
                  </a:cubicBezTo>
                  <a:cubicBezTo>
                    <a:pt x="96476" y="41491"/>
                    <a:pt x="98908" y="48542"/>
                    <a:pt x="106780" y="48755"/>
                  </a:cubicBezTo>
                  <a:cubicBezTo>
                    <a:pt x="112647" y="48907"/>
                    <a:pt x="114045" y="50184"/>
                    <a:pt x="115565" y="55503"/>
                  </a:cubicBezTo>
                  <a:cubicBezTo>
                    <a:pt x="116841" y="60062"/>
                    <a:pt x="116628" y="63132"/>
                    <a:pt x="122404" y="64044"/>
                  </a:cubicBezTo>
                  <a:cubicBezTo>
                    <a:pt x="128544" y="65047"/>
                    <a:pt x="139486" y="61278"/>
                    <a:pt x="144957" y="64804"/>
                  </a:cubicBezTo>
                  <a:cubicBezTo>
                    <a:pt x="148818" y="67296"/>
                    <a:pt x="153559" y="71643"/>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29"/>
            <p:cNvSpPr/>
            <p:nvPr/>
          </p:nvSpPr>
          <p:spPr>
            <a:xfrm>
              <a:off x="2975000" y="442550"/>
              <a:ext cx="3962100" cy="1789575"/>
            </a:xfrm>
            <a:custGeom>
              <a:rect b="b" l="l" r="r" t="t"/>
              <a:pathLst>
                <a:path extrusionOk="0" fill="none" h="71583" w="158484">
                  <a:moveTo>
                    <a:pt x="0" y="1"/>
                  </a:moveTo>
                  <a:cubicBezTo>
                    <a:pt x="5380" y="2463"/>
                    <a:pt x="11216" y="4043"/>
                    <a:pt x="16900" y="5016"/>
                  </a:cubicBezTo>
                  <a:cubicBezTo>
                    <a:pt x="22797" y="6049"/>
                    <a:pt x="29058" y="8724"/>
                    <a:pt x="34135" y="10457"/>
                  </a:cubicBezTo>
                  <a:cubicBezTo>
                    <a:pt x="39667" y="12372"/>
                    <a:pt x="32037" y="28846"/>
                    <a:pt x="31855" y="32463"/>
                  </a:cubicBezTo>
                  <a:cubicBezTo>
                    <a:pt x="31672" y="36597"/>
                    <a:pt x="40852" y="44712"/>
                    <a:pt x="45503" y="44074"/>
                  </a:cubicBezTo>
                  <a:cubicBezTo>
                    <a:pt x="54165" y="42889"/>
                    <a:pt x="59606" y="32038"/>
                    <a:pt x="69090" y="30335"/>
                  </a:cubicBezTo>
                  <a:cubicBezTo>
                    <a:pt x="77479" y="28846"/>
                    <a:pt x="87388" y="31703"/>
                    <a:pt x="92646" y="36566"/>
                  </a:cubicBezTo>
                  <a:cubicBezTo>
                    <a:pt x="97084" y="40670"/>
                    <a:pt x="98908" y="48634"/>
                    <a:pt x="107084" y="48725"/>
                  </a:cubicBezTo>
                  <a:cubicBezTo>
                    <a:pt x="112890" y="48816"/>
                    <a:pt x="114501" y="49910"/>
                    <a:pt x="116203" y="55229"/>
                  </a:cubicBezTo>
                  <a:cubicBezTo>
                    <a:pt x="117571" y="59606"/>
                    <a:pt x="117297" y="62555"/>
                    <a:pt x="122951" y="63436"/>
                  </a:cubicBezTo>
                  <a:cubicBezTo>
                    <a:pt x="129030" y="64378"/>
                    <a:pt x="139851" y="60944"/>
                    <a:pt x="145200" y="64622"/>
                  </a:cubicBezTo>
                  <a:cubicBezTo>
                    <a:pt x="148939" y="67205"/>
                    <a:pt x="153590" y="7158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29"/>
            <p:cNvSpPr/>
            <p:nvPr/>
          </p:nvSpPr>
          <p:spPr>
            <a:xfrm>
              <a:off x="2975000" y="442550"/>
              <a:ext cx="3962850" cy="1785000"/>
            </a:xfrm>
            <a:custGeom>
              <a:rect b="b" l="l" r="r" t="t"/>
              <a:pathLst>
                <a:path extrusionOk="0" fill="none" h="71400" w="158514">
                  <a:moveTo>
                    <a:pt x="0" y="1"/>
                  </a:moveTo>
                  <a:cubicBezTo>
                    <a:pt x="5411" y="2432"/>
                    <a:pt x="11307" y="3952"/>
                    <a:pt x="17052" y="4803"/>
                  </a:cubicBezTo>
                  <a:cubicBezTo>
                    <a:pt x="22949" y="5685"/>
                    <a:pt x="29028" y="8967"/>
                    <a:pt x="34682" y="9362"/>
                  </a:cubicBezTo>
                  <a:cubicBezTo>
                    <a:pt x="42007" y="9849"/>
                    <a:pt x="33557" y="28360"/>
                    <a:pt x="32858" y="31065"/>
                  </a:cubicBezTo>
                  <a:cubicBezTo>
                    <a:pt x="31308" y="36931"/>
                    <a:pt x="41095" y="43801"/>
                    <a:pt x="46141" y="42676"/>
                  </a:cubicBezTo>
                  <a:cubicBezTo>
                    <a:pt x="54925" y="40761"/>
                    <a:pt x="60731" y="31703"/>
                    <a:pt x="70245" y="29819"/>
                  </a:cubicBezTo>
                  <a:cubicBezTo>
                    <a:pt x="78451" y="28177"/>
                    <a:pt x="88573" y="30731"/>
                    <a:pt x="93497" y="35563"/>
                  </a:cubicBezTo>
                  <a:cubicBezTo>
                    <a:pt x="97753" y="39728"/>
                    <a:pt x="98969" y="48725"/>
                    <a:pt x="107419" y="48755"/>
                  </a:cubicBezTo>
                  <a:cubicBezTo>
                    <a:pt x="113163" y="48755"/>
                    <a:pt x="115018" y="49667"/>
                    <a:pt x="116872" y="54956"/>
                  </a:cubicBezTo>
                  <a:cubicBezTo>
                    <a:pt x="118331" y="59181"/>
                    <a:pt x="118027" y="61977"/>
                    <a:pt x="123559" y="62798"/>
                  </a:cubicBezTo>
                  <a:cubicBezTo>
                    <a:pt x="129638" y="63710"/>
                    <a:pt x="140459" y="60579"/>
                    <a:pt x="145504" y="64470"/>
                  </a:cubicBezTo>
                  <a:cubicBezTo>
                    <a:pt x="148939" y="67144"/>
                    <a:pt x="153802" y="7140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29"/>
            <p:cNvSpPr/>
            <p:nvPr/>
          </p:nvSpPr>
          <p:spPr>
            <a:xfrm>
              <a:off x="2975000" y="442550"/>
              <a:ext cx="3962100" cy="1781975"/>
            </a:xfrm>
            <a:custGeom>
              <a:rect b="b" l="l" r="r" t="t"/>
              <a:pathLst>
                <a:path extrusionOk="0" fill="none" h="71279" w="158484">
                  <a:moveTo>
                    <a:pt x="0" y="1"/>
                  </a:moveTo>
                  <a:cubicBezTo>
                    <a:pt x="5471" y="2402"/>
                    <a:pt x="11247" y="3922"/>
                    <a:pt x="17174" y="4560"/>
                  </a:cubicBezTo>
                  <a:cubicBezTo>
                    <a:pt x="23253" y="5198"/>
                    <a:pt x="29514" y="8420"/>
                    <a:pt x="35107" y="8177"/>
                  </a:cubicBezTo>
                  <a:cubicBezTo>
                    <a:pt x="44044" y="7782"/>
                    <a:pt x="35290" y="26718"/>
                    <a:pt x="34256" y="29089"/>
                  </a:cubicBezTo>
                  <a:cubicBezTo>
                    <a:pt x="31369" y="35959"/>
                    <a:pt x="40578" y="42980"/>
                    <a:pt x="46658" y="41247"/>
                  </a:cubicBezTo>
                  <a:cubicBezTo>
                    <a:pt x="55533" y="38785"/>
                    <a:pt x="61947" y="31490"/>
                    <a:pt x="71369" y="29180"/>
                  </a:cubicBezTo>
                  <a:cubicBezTo>
                    <a:pt x="79424" y="27174"/>
                    <a:pt x="89819" y="29697"/>
                    <a:pt x="94470" y="34439"/>
                  </a:cubicBezTo>
                  <a:cubicBezTo>
                    <a:pt x="98482" y="38573"/>
                    <a:pt x="99090" y="48785"/>
                    <a:pt x="107753" y="48694"/>
                  </a:cubicBezTo>
                  <a:cubicBezTo>
                    <a:pt x="113407" y="48634"/>
                    <a:pt x="115504" y="49424"/>
                    <a:pt x="117510" y="54652"/>
                  </a:cubicBezTo>
                  <a:cubicBezTo>
                    <a:pt x="119060" y="58694"/>
                    <a:pt x="118665" y="61400"/>
                    <a:pt x="124167" y="62160"/>
                  </a:cubicBezTo>
                  <a:cubicBezTo>
                    <a:pt x="130246" y="62980"/>
                    <a:pt x="140793" y="60245"/>
                    <a:pt x="145717" y="64257"/>
                  </a:cubicBezTo>
                  <a:cubicBezTo>
                    <a:pt x="149061" y="66962"/>
                    <a:pt x="153802" y="71278"/>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29"/>
            <p:cNvSpPr/>
            <p:nvPr/>
          </p:nvSpPr>
          <p:spPr>
            <a:xfrm>
              <a:off x="2975000" y="442550"/>
              <a:ext cx="3962850" cy="1781200"/>
            </a:xfrm>
            <a:custGeom>
              <a:rect b="b" l="l" r="r" t="t"/>
              <a:pathLst>
                <a:path extrusionOk="0" fill="none" h="71248" w="158514">
                  <a:moveTo>
                    <a:pt x="0" y="1"/>
                  </a:moveTo>
                  <a:cubicBezTo>
                    <a:pt x="5502" y="2371"/>
                    <a:pt x="11338" y="3830"/>
                    <a:pt x="17326" y="4347"/>
                  </a:cubicBezTo>
                  <a:cubicBezTo>
                    <a:pt x="23405" y="4833"/>
                    <a:pt x="29484" y="7478"/>
                    <a:pt x="35381" y="7083"/>
                  </a:cubicBezTo>
                  <a:cubicBezTo>
                    <a:pt x="46171" y="6384"/>
                    <a:pt x="37660" y="22007"/>
                    <a:pt x="36080" y="26718"/>
                  </a:cubicBezTo>
                  <a:cubicBezTo>
                    <a:pt x="34560" y="31247"/>
                    <a:pt x="33192" y="34591"/>
                    <a:pt x="37387" y="37934"/>
                  </a:cubicBezTo>
                  <a:cubicBezTo>
                    <a:pt x="40062" y="40032"/>
                    <a:pt x="43983" y="40913"/>
                    <a:pt x="47144" y="39940"/>
                  </a:cubicBezTo>
                  <a:cubicBezTo>
                    <a:pt x="52007" y="38421"/>
                    <a:pt x="55959" y="34864"/>
                    <a:pt x="60548" y="32524"/>
                  </a:cubicBezTo>
                  <a:cubicBezTo>
                    <a:pt x="64409" y="30579"/>
                    <a:pt x="68360" y="29758"/>
                    <a:pt x="72403" y="28512"/>
                  </a:cubicBezTo>
                  <a:cubicBezTo>
                    <a:pt x="80275" y="26080"/>
                    <a:pt x="91187" y="28724"/>
                    <a:pt x="95503" y="33314"/>
                  </a:cubicBezTo>
                  <a:cubicBezTo>
                    <a:pt x="99303" y="37296"/>
                    <a:pt x="99212" y="48877"/>
                    <a:pt x="108118" y="48694"/>
                  </a:cubicBezTo>
                  <a:cubicBezTo>
                    <a:pt x="113589" y="48573"/>
                    <a:pt x="115990" y="49302"/>
                    <a:pt x="118148" y="54409"/>
                  </a:cubicBezTo>
                  <a:cubicBezTo>
                    <a:pt x="119820" y="58299"/>
                    <a:pt x="119364" y="60974"/>
                    <a:pt x="124805" y="61612"/>
                  </a:cubicBezTo>
                  <a:cubicBezTo>
                    <a:pt x="130519" y="62281"/>
                    <a:pt x="141249" y="59819"/>
                    <a:pt x="145991" y="64135"/>
                  </a:cubicBezTo>
                  <a:cubicBezTo>
                    <a:pt x="149213" y="67023"/>
                    <a:pt x="153863" y="71248"/>
                    <a:pt x="158514" y="68695"/>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29"/>
            <p:cNvSpPr/>
            <p:nvPr/>
          </p:nvSpPr>
          <p:spPr>
            <a:xfrm>
              <a:off x="2975000" y="442550"/>
              <a:ext cx="3962100" cy="1777400"/>
            </a:xfrm>
            <a:custGeom>
              <a:rect b="b" l="l" r="r" t="t"/>
              <a:pathLst>
                <a:path extrusionOk="0" fill="none" h="71096" w="158484">
                  <a:moveTo>
                    <a:pt x="0" y="1"/>
                  </a:moveTo>
                  <a:cubicBezTo>
                    <a:pt x="5532" y="2341"/>
                    <a:pt x="11429" y="3739"/>
                    <a:pt x="17447" y="4104"/>
                  </a:cubicBezTo>
                  <a:cubicBezTo>
                    <a:pt x="23496" y="4469"/>
                    <a:pt x="29484" y="6596"/>
                    <a:pt x="35533" y="6049"/>
                  </a:cubicBezTo>
                  <a:cubicBezTo>
                    <a:pt x="47357" y="4955"/>
                    <a:pt x="40822" y="16809"/>
                    <a:pt x="38208" y="23983"/>
                  </a:cubicBezTo>
                  <a:cubicBezTo>
                    <a:pt x="36657" y="28329"/>
                    <a:pt x="33557" y="33253"/>
                    <a:pt x="37691" y="36962"/>
                  </a:cubicBezTo>
                  <a:cubicBezTo>
                    <a:pt x="40244" y="39272"/>
                    <a:pt x="44591" y="39636"/>
                    <a:pt x="47661" y="38603"/>
                  </a:cubicBezTo>
                  <a:cubicBezTo>
                    <a:pt x="52646" y="36931"/>
                    <a:pt x="56901" y="33557"/>
                    <a:pt x="61764" y="31460"/>
                  </a:cubicBezTo>
                  <a:cubicBezTo>
                    <a:pt x="65533" y="29819"/>
                    <a:pt x="69576" y="29150"/>
                    <a:pt x="73375" y="27721"/>
                  </a:cubicBezTo>
                  <a:cubicBezTo>
                    <a:pt x="80974" y="24864"/>
                    <a:pt x="92464" y="27721"/>
                    <a:pt x="96659" y="32068"/>
                  </a:cubicBezTo>
                  <a:cubicBezTo>
                    <a:pt x="100884" y="36445"/>
                    <a:pt x="98634" y="48512"/>
                    <a:pt x="108452" y="48664"/>
                  </a:cubicBezTo>
                  <a:cubicBezTo>
                    <a:pt x="114014" y="48755"/>
                    <a:pt x="116416" y="49150"/>
                    <a:pt x="118756" y="54105"/>
                  </a:cubicBezTo>
                  <a:cubicBezTo>
                    <a:pt x="120550" y="57874"/>
                    <a:pt x="120002" y="60488"/>
                    <a:pt x="125413" y="61035"/>
                  </a:cubicBezTo>
                  <a:cubicBezTo>
                    <a:pt x="131158" y="61643"/>
                    <a:pt x="141553" y="59454"/>
                    <a:pt x="146234" y="63922"/>
                  </a:cubicBezTo>
                  <a:cubicBezTo>
                    <a:pt x="149334" y="66871"/>
                    <a:pt x="153894" y="71096"/>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29"/>
            <p:cNvSpPr/>
            <p:nvPr/>
          </p:nvSpPr>
          <p:spPr>
            <a:xfrm>
              <a:off x="2975000" y="442550"/>
              <a:ext cx="3962850" cy="1775125"/>
            </a:xfrm>
            <a:custGeom>
              <a:rect b="b" l="l" r="r" t="t"/>
              <a:pathLst>
                <a:path extrusionOk="0" fill="none" h="71005" w="158514">
                  <a:moveTo>
                    <a:pt x="0" y="1"/>
                  </a:moveTo>
                  <a:cubicBezTo>
                    <a:pt x="5593" y="2311"/>
                    <a:pt x="11520" y="3648"/>
                    <a:pt x="17569" y="3861"/>
                  </a:cubicBezTo>
                  <a:cubicBezTo>
                    <a:pt x="23587" y="4074"/>
                    <a:pt x="29636" y="5837"/>
                    <a:pt x="35594" y="5046"/>
                  </a:cubicBezTo>
                  <a:cubicBezTo>
                    <a:pt x="47569" y="3466"/>
                    <a:pt x="43800" y="12280"/>
                    <a:pt x="40578" y="20974"/>
                  </a:cubicBezTo>
                  <a:cubicBezTo>
                    <a:pt x="39059" y="25107"/>
                    <a:pt x="34773" y="31916"/>
                    <a:pt x="38268" y="35867"/>
                  </a:cubicBezTo>
                  <a:cubicBezTo>
                    <a:pt x="40548" y="38451"/>
                    <a:pt x="45381" y="38208"/>
                    <a:pt x="48238" y="37296"/>
                  </a:cubicBezTo>
                  <a:cubicBezTo>
                    <a:pt x="53405" y="35624"/>
                    <a:pt x="57965" y="32281"/>
                    <a:pt x="63102" y="30366"/>
                  </a:cubicBezTo>
                  <a:cubicBezTo>
                    <a:pt x="66780" y="28968"/>
                    <a:pt x="70701" y="28420"/>
                    <a:pt x="74257" y="26840"/>
                  </a:cubicBezTo>
                  <a:cubicBezTo>
                    <a:pt x="81552" y="23588"/>
                    <a:pt x="94075" y="26779"/>
                    <a:pt x="97935" y="30791"/>
                  </a:cubicBezTo>
                  <a:cubicBezTo>
                    <a:pt x="101887" y="34895"/>
                    <a:pt x="98938" y="48542"/>
                    <a:pt x="108817" y="48664"/>
                  </a:cubicBezTo>
                  <a:cubicBezTo>
                    <a:pt x="114227" y="48694"/>
                    <a:pt x="116872" y="49029"/>
                    <a:pt x="119364" y="53801"/>
                  </a:cubicBezTo>
                  <a:cubicBezTo>
                    <a:pt x="121249" y="57448"/>
                    <a:pt x="120702" y="60032"/>
                    <a:pt x="126021" y="60518"/>
                  </a:cubicBezTo>
                  <a:cubicBezTo>
                    <a:pt x="131826" y="61035"/>
                    <a:pt x="141857" y="59120"/>
                    <a:pt x="146507" y="63771"/>
                  </a:cubicBezTo>
                  <a:cubicBezTo>
                    <a:pt x="149456" y="66719"/>
                    <a:pt x="153924" y="7100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29"/>
            <p:cNvSpPr/>
            <p:nvPr/>
          </p:nvSpPr>
          <p:spPr>
            <a:xfrm>
              <a:off x="2975000" y="442550"/>
              <a:ext cx="3962850" cy="1772850"/>
            </a:xfrm>
            <a:custGeom>
              <a:rect b="b" l="l" r="r" t="t"/>
              <a:pathLst>
                <a:path extrusionOk="0" fill="none" h="70914" w="158514">
                  <a:moveTo>
                    <a:pt x="0" y="1"/>
                  </a:moveTo>
                  <a:cubicBezTo>
                    <a:pt x="5623" y="2280"/>
                    <a:pt x="11611" y="3526"/>
                    <a:pt x="17690" y="3648"/>
                  </a:cubicBezTo>
                  <a:cubicBezTo>
                    <a:pt x="23648" y="3709"/>
                    <a:pt x="29636" y="5016"/>
                    <a:pt x="35563" y="4104"/>
                  </a:cubicBezTo>
                  <a:cubicBezTo>
                    <a:pt x="47022" y="2371"/>
                    <a:pt x="46627" y="7843"/>
                    <a:pt x="43101" y="17812"/>
                  </a:cubicBezTo>
                  <a:cubicBezTo>
                    <a:pt x="41733" y="21612"/>
                    <a:pt x="36232" y="30670"/>
                    <a:pt x="39028" y="34621"/>
                  </a:cubicBezTo>
                  <a:cubicBezTo>
                    <a:pt x="41004" y="37387"/>
                    <a:pt x="46293" y="36901"/>
                    <a:pt x="48968" y="35989"/>
                  </a:cubicBezTo>
                  <a:cubicBezTo>
                    <a:pt x="57235" y="33071"/>
                    <a:pt x="67235" y="29667"/>
                    <a:pt x="75108" y="25867"/>
                  </a:cubicBezTo>
                  <a:cubicBezTo>
                    <a:pt x="82008" y="22524"/>
                    <a:pt x="95655" y="25746"/>
                    <a:pt x="99303" y="29484"/>
                  </a:cubicBezTo>
                  <a:cubicBezTo>
                    <a:pt x="103042" y="33284"/>
                    <a:pt x="99546" y="48573"/>
                    <a:pt x="109242" y="48573"/>
                  </a:cubicBezTo>
                  <a:cubicBezTo>
                    <a:pt x="114379" y="48573"/>
                    <a:pt x="117328" y="48968"/>
                    <a:pt x="119942" y="53527"/>
                  </a:cubicBezTo>
                  <a:cubicBezTo>
                    <a:pt x="121948" y="57023"/>
                    <a:pt x="121340" y="59606"/>
                    <a:pt x="126629" y="60032"/>
                  </a:cubicBezTo>
                  <a:cubicBezTo>
                    <a:pt x="132495" y="60488"/>
                    <a:pt x="142130" y="58725"/>
                    <a:pt x="146751" y="63558"/>
                  </a:cubicBezTo>
                  <a:cubicBezTo>
                    <a:pt x="149608" y="66567"/>
                    <a:pt x="153985" y="70913"/>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29"/>
            <p:cNvSpPr/>
            <p:nvPr/>
          </p:nvSpPr>
          <p:spPr>
            <a:xfrm>
              <a:off x="2975000" y="442550"/>
              <a:ext cx="3962100" cy="1769800"/>
            </a:xfrm>
            <a:custGeom>
              <a:rect b="b" l="l" r="r" t="t"/>
              <a:pathLst>
                <a:path extrusionOk="0" fill="none" h="70792" w="158484">
                  <a:moveTo>
                    <a:pt x="0" y="1"/>
                  </a:moveTo>
                  <a:cubicBezTo>
                    <a:pt x="5654" y="2280"/>
                    <a:pt x="11703" y="3435"/>
                    <a:pt x="17812" y="3405"/>
                  </a:cubicBezTo>
                  <a:cubicBezTo>
                    <a:pt x="23709" y="3344"/>
                    <a:pt x="29606" y="4165"/>
                    <a:pt x="35502" y="3192"/>
                  </a:cubicBezTo>
                  <a:cubicBezTo>
                    <a:pt x="37660" y="2858"/>
                    <a:pt x="42463" y="1976"/>
                    <a:pt x="44621" y="2949"/>
                  </a:cubicBezTo>
                  <a:cubicBezTo>
                    <a:pt x="49545" y="5168"/>
                    <a:pt x="46840" y="10913"/>
                    <a:pt x="45624" y="14742"/>
                  </a:cubicBezTo>
                  <a:cubicBezTo>
                    <a:pt x="43557" y="21369"/>
                    <a:pt x="34135" y="40001"/>
                    <a:pt x="49819" y="34652"/>
                  </a:cubicBezTo>
                  <a:cubicBezTo>
                    <a:pt x="58299" y="31734"/>
                    <a:pt x="67935" y="28177"/>
                    <a:pt x="76050" y="24864"/>
                  </a:cubicBezTo>
                  <a:cubicBezTo>
                    <a:pt x="83072" y="21977"/>
                    <a:pt x="96051" y="24347"/>
                    <a:pt x="100762" y="28117"/>
                  </a:cubicBezTo>
                  <a:cubicBezTo>
                    <a:pt x="105716" y="32098"/>
                    <a:pt x="98908" y="48299"/>
                    <a:pt x="109698" y="48482"/>
                  </a:cubicBezTo>
                  <a:cubicBezTo>
                    <a:pt x="114653" y="48573"/>
                    <a:pt x="117753" y="48846"/>
                    <a:pt x="120458" y="53254"/>
                  </a:cubicBezTo>
                  <a:cubicBezTo>
                    <a:pt x="122586" y="56628"/>
                    <a:pt x="121948" y="59242"/>
                    <a:pt x="127176" y="59576"/>
                  </a:cubicBezTo>
                  <a:cubicBezTo>
                    <a:pt x="133133" y="60001"/>
                    <a:pt x="142404" y="58360"/>
                    <a:pt x="146963" y="63375"/>
                  </a:cubicBezTo>
                  <a:cubicBezTo>
                    <a:pt x="149699" y="66385"/>
                    <a:pt x="153985" y="70792"/>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29"/>
            <p:cNvSpPr/>
            <p:nvPr/>
          </p:nvSpPr>
          <p:spPr>
            <a:xfrm>
              <a:off x="2975000" y="442550"/>
              <a:ext cx="3963625" cy="1767525"/>
            </a:xfrm>
            <a:custGeom>
              <a:rect b="b" l="l" r="r" t="t"/>
              <a:pathLst>
                <a:path extrusionOk="0" fill="none" h="70701" w="158545">
                  <a:moveTo>
                    <a:pt x="0" y="1"/>
                  </a:moveTo>
                  <a:cubicBezTo>
                    <a:pt x="5715" y="2250"/>
                    <a:pt x="11794" y="3314"/>
                    <a:pt x="17934" y="3192"/>
                  </a:cubicBezTo>
                  <a:cubicBezTo>
                    <a:pt x="23770" y="2979"/>
                    <a:pt x="29575" y="3314"/>
                    <a:pt x="35411" y="2341"/>
                  </a:cubicBezTo>
                  <a:cubicBezTo>
                    <a:pt x="44439" y="791"/>
                    <a:pt x="50518" y="2371"/>
                    <a:pt x="48147" y="11916"/>
                  </a:cubicBezTo>
                  <a:cubicBezTo>
                    <a:pt x="46627" y="18086"/>
                    <a:pt x="34894" y="38725"/>
                    <a:pt x="50883" y="33253"/>
                  </a:cubicBezTo>
                  <a:cubicBezTo>
                    <a:pt x="59697" y="30244"/>
                    <a:pt x="68482" y="26688"/>
                    <a:pt x="77418" y="23922"/>
                  </a:cubicBezTo>
                  <a:cubicBezTo>
                    <a:pt x="84227" y="21794"/>
                    <a:pt x="97601" y="22585"/>
                    <a:pt x="102312" y="26779"/>
                  </a:cubicBezTo>
                  <a:cubicBezTo>
                    <a:pt x="107510" y="31399"/>
                    <a:pt x="99394" y="48056"/>
                    <a:pt x="110276" y="48330"/>
                  </a:cubicBezTo>
                  <a:cubicBezTo>
                    <a:pt x="115200" y="48451"/>
                    <a:pt x="117966" y="49181"/>
                    <a:pt x="120945" y="52889"/>
                  </a:cubicBezTo>
                  <a:cubicBezTo>
                    <a:pt x="123376" y="55928"/>
                    <a:pt x="122464" y="58877"/>
                    <a:pt x="127784" y="59150"/>
                  </a:cubicBezTo>
                  <a:cubicBezTo>
                    <a:pt x="133711" y="59454"/>
                    <a:pt x="142769" y="58026"/>
                    <a:pt x="147267" y="63223"/>
                  </a:cubicBezTo>
                  <a:cubicBezTo>
                    <a:pt x="149881" y="66202"/>
                    <a:pt x="154076" y="70701"/>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29"/>
            <p:cNvSpPr/>
            <p:nvPr/>
          </p:nvSpPr>
          <p:spPr>
            <a:xfrm>
              <a:off x="2975000" y="442550"/>
              <a:ext cx="3962850" cy="1765250"/>
            </a:xfrm>
            <a:custGeom>
              <a:rect b="b" l="l" r="r" t="t"/>
              <a:pathLst>
                <a:path extrusionOk="0" fill="none" h="70610" w="158514">
                  <a:moveTo>
                    <a:pt x="0" y="1"/>
                  </a:moveTo>
                  <a:cubicBezTo>
                    <a:pt x="5745" y="2219"/>
                    <a:pt x="11885" y="3223"/>
                    <a:pt x="18025" y="2949"/>
                  </a:cubicBezTo>
                  <a:cubicBezTo>
                    <a:pt x="23800" y="2645"/>
                    <a:pt x="29514" y="2493"/>
                    <a:pt x="35259" y="1490"/>
                  </a:cubicBezTo>
                  <a:cubicBezTo>
                    <a:pt x="38056" y="1004"/>
                    <a:pt x="42189" y="396"/>
                    <a:pt x="44986" y="1064"/>
                  </a:cubicBezTo>
                  <a:cubicBezTo>
                    <a:pt x="50183" y="2280"/>
                    <a:pt x="51065" y="4803"/>
                    <a:pt x="50487" y="9454"/>
                  </a:cubicBezTo>
                  <a:cubicBezTo>
                    <a:pt x="49728" y="14986"/>
                    <a:pt x="36627" y="36870"/>
                    <a:pt x="52068" y="31825"/>
                  </a:cubicBezTo>
                  <a:cubicBezTo>
                    <a:pt x="60944" y="28937"/>
                    <a:pt x="69910" y="25533"/>
                    <a:pt x="79029" y="23010"/>
                  </a:cubicBezTo>
                  <a:cubicBezTo>
                    <a:pt x="86111" y="21095"/>
                    <a:pt x="98969" y="21551"/>
                    <a:pt x="103893" y="25472"/>
                  </a:cubicBezTo>
                  <a:cubicBezTo>
                    <a:pt x="109212" y="29697"/>
                    <a:pt x="100093" y="47661"/>
                    <a:pt x="110823" y="48147"/>
                  </a:cubicBezTo>
                  <a:cubicBezTo>
                    <a:pt x="115595" y="48360"/>
                    <a:pt x="118422" y="49120"/>
                    <a:pt x="121431" y="52646"/>
                  </a:cubicBezTo>
                  <a:cubicBezTo>
                    <a:pt x="123923" y="55594"/>
                    <a:pt x="123103" y="58542"/>
                    <a:pt x="128300" y="58786"/>
                  </a:cubicBezTo>
                  <a:cubicBezTo>
                    <a:pt x="134288" y="59059"/>
                    <a:pt x="143042" y="57783"/>
                    <a:pt x="147480" y="63041"/>
                  </a:cubicBezTo>
                  <a:cubicBezTo>
                    <a:pt x="150003" y="65989"/>
                    <a:pt x="154076" y="7061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29"/>
            <p:cNvSpPr/>
            <p:nvPr/>
          </p:nvSpPr>
          <p:spPr>
            <a:xfrm>
              <a:off x="2975000" y="428125"/>
              <a:ext cx="3962850" cy="1777400"/>
            </a:xfrm>
            <a:custGeom>
              <a:rect b="b" l="l" r="r" t="t"/>
              <a:pathLst>
                <a:path extrusionOk="0" fill="none" h="71096" w="158514">
                  <a:moveTo>
                    <a:pt x="0" y="578"/>
                  </a:moveTo>
                  <a:cubicBezTo>
                    <a:pt x="5715" y="2705"/>
                    <a:pt x="12128" y="3769"/>
                    <a:pt x="18146" y="3313"/>
                  </a:cubicBezTo>
                  <a:cubicBezTo>
                    <a:pt x="23861" y="2888"/>
                    <a:pt x="29484" y="2219"/>
                    <a:pt x="35138" y="1246"/>
                  </a:cubicBezTo>
                  <a:cubicBezTo>
                    <a:pt x="42554" y="0"/>
                    <a:pt x="52281" y="1489"/>
                    <a:pt x="52585" y="7994"/>
                  </a:cubicBezTo>
                  <a:cubicBezTo>
                    <a:pt x="52767" y="12523"/>
                    <a:pt x="39211" y="35350"/>
                    <a:pt x="53436" y="30882"/>
                  </a:cubicBezTo>
                  <a:cubicBezTo>
                    <a:pt x="62372" y="28086"/>
                    <a:pt x="71673" y="25137"/>
                    <a:pt x="80914" y="22736"/>
                  </a:cubicBezTo>
                  <a:cubicBezTo>
                    <a:pt x="88604" y="20760"/>
                    <a:pt x="100032" y="21551"/>
                    <a:pt x="105443" y="24803"/>
                  </a:cubicBezTo>
                  <a:cubicBezTo>
                    <a:pt x="111674" y="28511"/>
                    <a:pt x="99941" y="47508"/>
                    <a:pt x="111431" y="48511"/>
                  </a:cubicBezTo>
                  <a:cubicBezTo>
                    <a:pt x="116081" y="48937"/>
                    <a:pt x="118847" y="49606"/>
                    <a:pt x="121887" y="52980"/>
                  </a:cubicBezTo>
                  <a:cubicBezTo>
                    <a:pt x="124440" y="55837"/>
                    <a:pt x="123741" y="58785"/>
                    <a:pt x="128787" y="58998"/>
                  </a:cubicBezTo>
                  <a:cubicBezTo>
                    <a:pt x="134836" y="59271"/>
                    <a:pt x="143316" y="58147"/>
                    <a:pt x="147723" y="63436"/>
                  </a:cubicBezTo>
                  <a:cubicBezTo>
                    <a:pt x="150125" y="66323"/>
                    <a:pt x="154106" y="71095"/>
                    <a:pt x="158514" y="6924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29"/>
            <p:cNvSpPr/>
            <p:nvPr/>
          </p:nvSpPr>
          <p:spPr>
            <a:xfrm>
              <a:off x="2975000" y="412925"/>
              <a:ext cx="3962850" cy="1789550"/>
            </a:xfrm>
            <a:custGeom>
              <a:rect b="b" l="l" r="r" t="t"/>
              <a:pathLst>
                <a:path extrusionOk="0" fill="none" h="71582" w="158514">
                  <a:moveTo>
                    <a:pt x="0" y="1186"/>
                  </a:moveTo>
                  <a:cubicBezTo>
                    <a:pt x="5745" y="3283"/>
                    <a:pt x="12219" y="4286"/>
                    <a:pt x="18238" y="3678"/>
                  </a:cubicBezTo>
                  <a:cubicBezTo>
                    <a:pt x="23891" y="3131"/>
                    <a:pt x="29454" y="1976"/>
                    <a:pt x="35046" y="1034"/>
                  </a:cubicBezTo>
                  <a:cubicBezTo>
                    <a:pt x="41308" y="0"/>
                    <a:pt x="52980" y="638"/>
                    <a:pt x="54317" y="7082"/>
                  </a:cubicBezTo>
                  <a:cubicBezTo>
                    <a:pt x="55260" y="11672"/>
                    <a:pt x="42159" y="33557"/>
                    <a:pt x="54895" y="29879"/>
                  </a:cubicBezTo>
                  <a:cubicBezTo>
                    <a:pt x="64044" y="27204"/>
                    <a:pt x="73588" y="24864"/>
                    <a:pt x="82950" y="22523"/>
                  </a:cubicBezTo>
                  <a:cubicBezTo>
                    <a:pt x="90488" y="20608"/>
                    <a:pt x="101248" y="21186"/>
                    <a:pt x="106932" y="24256"/>
                  </a:cubicBezTo>
                  <a:cubicBezTo>
                    <a:pt x="113862" y="27964"/>
                    <a:pt x="100762" y="47478"/>
                    <a:pt x="112069" y="48876"/>
                  </a:cubicBezTo>
                  <a:cubicBezTo>
                    <a:pt x="116264" y="49363"/>
                    <a:pt x="119729" y="49879"/>
                    <a:pt x="122343" y="53344"/>
                  </a:cubicBezTo>
                  <a:cubicBezTo>
                    <a:pt x="124562" y="56354"/>
                    <a:pt x="124653" y="59089"/>
                    <a:pt x="129273" y="59272"/>
                  </a:cubicBezTo>
                  <a:cubicBezTo>
                    <a:pt x="135352" y="59545"/>
                    <a:pt x="143620" y="58603"/>
                    <a:pt x="147936" y="63861"/>
                  </a:cubicBezTo>
                  <a:cubicBezTo>
                    <a:pt x="150277" y="66688"/>
                    <a:pt x="154137" y="71582"/>
                    <a:pt x="158514" y="6984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29"/>
            <p:cNvSpPr/>
            <p:nvPr/>
          </p:nvSpPr>
          <p:spPr>
            <a:xfrm>
              <a:off x="2975000" y="386325"/>
              <a:ext cx="3962850" cy="1813875"/>
            </a:xfrm>
            <a:custGeom>
              <a:rect b="b" l="l" r="r" t="t"/>
              <a:pathLst>
                <a:path extrusionOk="0" fill="none" h="72555" w="158514">
                  <a:moveTo>
                    <a:pt x="0" y="2250"/>
                  </a:moveTo>
                  <a:cubicBezTo>
                    <a:pt x="5806" y="4286"/>
                    <a:pt x="12371" y="5259"/>
                    <a:pt x="18390" y="4529"/>
                  </a:cubicBezTo>
                  <a:cubicBezTo>
                    <a:pt x="23982" y="3830"/>
                    <a:pt x="29423" y="2250"/>
                    <a:pt x="35046" y="1307"/>
                  </a:cubicBezTo>
                  <a:cubicBezTo>
                    <a:pt x="42767" y="0"/>
                    <a:pt x="52402" y="2067"/>
                    <a:pt x="55685" y="7174"/>
                  </a:cubicBezTo>
                  <a:cubicBezTo>
                    <a:pt x="57570" y="10183"/>
                    <a:pt x="46658" y="32159"/>
                    <a:pt x="56719" y="29271"/>
                  </a:cubicBezTo>
                  <a:cubicBezTo>
                    <a:pt x="65442" y="26748"/>
                    <a:pt x="75746" y="25077"/>
                    <a:pt x="85139" y="22736"/>
                  </a:cubicBezTo>
                  <a:cubicBezTo>
                    <a:pt x="92494" y="20882"/>
                    <a:pt x="102099" y="21338"/>
                    <a:pt x="108300" y="24317"/>
                  </a:cubicBezTo>
                  <a:cubicBezTo>
                    <a:pt x="116477" y="28207"/>
                    <a:pt x="101765" y="47873"/>
                    <a:pt x="112799" y="49636"/>
                  </a:cubicBezTo>
                  <a:cubicBezTo>
                    <a:pt x="116780" y="50275"/>
                    <a:pt x="120215" y="50852"/>
                    <a:pt x="122768" y="54165"/>
                  </a:cubicBezTo>
                  <a:cubicBezTo>
                    <a:pt x="125048" y="57083"/>
                    <a:pt x="125200" y="59849"/>
                    <a:pt x="129729" y="60032"/>
                  </a:cubicBezTo>
                  <a:cubicBezTo>
                    <a:pt x="135839" y="60336"/>
                    <a:pt x="143893" y="59545"/>
                    <a:pt x="148179" y="64773"/>
                  </a:cubicBezTo>
                  <a:cubicBezTo>
                    <a:pt x="150459" y="67539"/>
                    <a:pt x="154167" y="72555"/>
                    <a:pt x="158514" y="7091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29"/>
            <p:cNvSpPr/>
            <p:nvPr/>
          </p:nvSpPr>
          <p:spPr>
            <a:xfrm>
              <a:off x="2975000" y="367325"/>
              <a:ext cx="3962850" cy="1829825"/>
            </a:xfrm>
            <a:custGeom>
              <a:rect b="b" l="l" r="r" t="t"/>
              <a:pathLst>
                <a:path extrusionOk="0" fill="none" h="73193" w="158514">
                  <a:moveTo>
                    <a:pt x="0" y="3010"/>
                  </a:moveTo>
                  <a:cubicBezTo>
                    <a:pt x="5836" y="5016"/>
                    <a:pt x="12432" y="5897"/>
                    <a:pt x="18481" y="5046"/>
                  </a:cubicBezTo>
                  <a:cubicBezTo>
                    <a:pt x="24104" y="4286"/>
                    <a:pt x="29514" y="2067"/>
                    <a:pt x="35077" y="1216"/>
                  </a:cubicBezTo>
                  <a:cubicBezTo>
                    <a:pt x="43010" y="0"/>
                    <a:pt x="51703" y="2584"/>
                    <a:pt x="56719" y="7447"/>
                  </a:cubicBezTo>
                  <a:cubicBezTo>
                    <a:pt x="60123" y="10791"/>
                    <a:pt x="50335" y="30396"/>
                    <a:pt x="58998" y="28360"/>
                  </a:cubicBezTo>
                  <a:cubicBezTo>
                    <a:pt x="67722" y="26293"/>
                    <a:pt x="78056" y="25016"/>
                    <a:pt x="87357" y="22615"/>
                  </a:cubicBezTo>
                  <a:cubicBezTo>
                    <a:pt x="94531" y="20761"/>
                    <a:pt x="103224" y="21065"/>
                    <a:pt x="109546" y="24104"/>
                  </a:cubicBezTo>
                  <a:cubicBezTo>
                    <a:pt x="118209" y="28268"/>
                    <a:pt x="103376" y="47965"/>
                    <a:pt x="113559" y="50062"/>
                  </a:cubicBezTo>
                  <a:cubicBezTo>
                    <a:pt x="117328" y="50822"/>
                    <a:pt x="120671" y="51551"/>
                    <a:pt x="123194" y="54682"/>
                  </a:cubicBezTo>
                  <a:cubicBezTo>
                    <a:pt x="125474" y="57539"/>
                    <a:pt x="125717" y="60305"/>
                    <a:pt x="130155" y="60518"/>
                  </a:cubicBezTo>
                  <a:cubicBezTo>
                    <a:pt x="136295" y="60852"/>
                    <a:pt x="144137" y="60214"/>
                    <a:pt x="148392" y="65381"/>
                  </a:cubicBezTo>
                  <a:cubicBezTo>
                    <a:pt x="150611" y="68056"/>
                    <a:pt x="154228" y="73193"/>
                    <a:pt x="158514" y="7167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29"/>
            <p:cNvSpPr/>
            <p:nvPr/>
          </p:nvSpPr>
          <p:spPr>
            <a:xfrm>
              <a:off x="2975000" y="347575"/>
              <a:ext cx="3962850" cy="1845775"/>
            </a:xfrm>
            <a:custGeom>
              <a:rect b="b" l="l" r="r" t="t"/>
              <a:pathLst>
                <a:path extrusionOk="0" fill="none" h="73831" w="158514">
                  <a:moveTo>
                    <a:pt x="0" y="3800"/>
                  </a:moveTo>
                  <a:cubicBezTo>
                    <a:pt x="5867" y="5775"/>
                    <a:pt x="12554" y="6566"/>
                    <a:pt x="18602" y="5623"/>
                  </a:cubicBezTo>
                  <a:cubicBezTo>
                    <a:pt x="24256" y="4711"/>
                    <a:pt x="29575" y="1915"/>
                    <a:pt x="35229" y="1125"/>
                  </a:cubicBezTo>
                  <a:cubicBezTo>
                    <a:pt x="43284" y="0"/>
                    <a:pt x="51217" y="3404"/>
                    <a:pt x="57448" y="7903"/>
                  </a:cubicBezTo>
                  <a:cubicBezTo>
                    <a:pt x="62129" y="11247"/>
                    <a:pt x="59454" y="16353"/>
                    <a:pt x="58421" y="20852"/>
                  </a:cubicBezTo>
                  <a:cubicBezTo>
                    <a:pt x="57782" y="23587"/>
                    <a:pt x="56506" y="28420"/>
                    <a:pt x="61582" y="27599"/>
                  </a:cubicBezTo>
                  <a:cubicBezTo>
                    <a:pt x="70305" y="26171"/>
                    <a:pt x="80366" y="24925"/>
                    <a:pt x="89516" y="22493"/>
                  </a:cubicBezTo>
                  <a:cubicBezTo>
                    <a:pt x="96628" y="20639"/>
                    <a:pt x="104501" y="20700"/>
                    <a:pt x="110732" y="23952"/>
                  </a:cubicBezTo>
                  <a:cubicBezTo>
                    <a:pt x="119698" y="28663"/>
                    <a:pt x="104501" y="47600"/>
                    <a:pt x="114379" y="50487"/>
                  </a:cubicBezTo>
                  <a:cubicBezTo>
                    <a:pt x="117996" y="51551"/>
                    <a:pt x="121157" y="52250"/>
                    <a:pt x="123619" y="55229"/>
                  </a:cubicBezTo>
                  <a:cubicBezTo>
                    <a:pt x="125899" y="57995"/>
                    <a:pt x="126203" y="60791"/>
                    <a:pt x="130550" y="61065"/>
                  </a:cubicBezTo>
                  <a:cubicBezTo>
                    <a:pt x="136659" y="61399"/>
                    <a:pt x="144380" y="60913"/>
                    <a:pt x="148605" y="65989"/>
                  </a:cubicBezTo>
                  <a:cubicBezTo>
                    <a:pt x="150793" y="68603"/>
                    <a:pt x="154258" y="73831"/>
                    <a:pt x="158514" y="7246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29"/>
            <p:cNvSpPr/>
            <p:nvPr/>
          </p:nvSpPr>
          <p:spPr>
            <a:xfrm>
              <a:off x="2975000" y="324000"/>
              <a:ext cx="3962850" cy="1867075"/>
            </a:xfrm>
            <a:custGeom>
              <a:rect b="b" l="l" r="r" t="t"/>
              <a:pathLst>
                <a:path extrusionOk="0" fill="none" h="74683" w="158514">
                  <a:moveTo>
                    <a:pt x="0" y="4743"/>
                  </a:moveTo>
                  <a:cubicBezTo>
                    <a:pt x="5897" y="6688"/>
                    <a:pt x="12645" y="7387"/>
                    <a:pt x="18724" y="6323"/>
                  </a:cubicBezTo>
                  <a:cubicBezTo>
                    <a:pt x="24469" y="5290"/>
                    <a:pt x="29758" y="1977"/>
                    <a:pt x="35502" y="1156"/>
                  </a:cubicBezTo>
                  <a:cubicBezTo>
                    <a:pt x="43466" y="1"/>
                    <a:pt x="51460" y="4682"/>
                    <a:pt x="57934" y="8572"/>
                  </a:cubicBezTo>
                  <a:cubicBezTo>
                    <a:pt x="62858" y="11521"/>
                    <a:pt x="62099" y="15411"/>
                    <a:pt x="61339" y="20153"/>
                  </a:cubicBezTo>
                  <a:cubicBezTo>
                    <a:pt x="60883" y="22919"/>
                    <a:pt x="59576" y="27448"/>
                    <a:pt x="64378" y="27144"/>
                  </a:cubicBezTo>
                  <a:cubicBezTo>
                    <a:pt x="73223" y="26597"/>
                    <a:pt x="82737" y="24834"/>
                    <a:pt x="91643" y="22494"/>
                  </a:cubicBezTo>
                  <a:cubicBezTo>
                    <a:pt x="98817" y="20609"/>
                    <a:pt x="105747" y="20366"/>
                    <a:pt x="111856" y="23983"/>
                  </a:cubicBezTo>
                  <a:cubicBezTo>
                    <a:pt x="120519" y="29120"/>
                    <a:pt x="105990" y="47296"/>
                    <a:pt x="115230" y="51035"/>
                  </a:cubicBezTo>
                  <a:cubicBezTo>
                    <a:pt x="118543" y="52372"/>
                    <a:pt x="121705" y="53072"/>
                    <a:pt x="124045" y="55898"/>
                  </a:cubicBezTo>
                  <a:cubicBezTo>
                    <a:pt x="126325" y="58634"/>
                    <a:pt x="126659" y="61461"/>
                    <a:pt x="130914" y="61765"/>
                  </a:cubicBezTo>
                  <a:cubicBezTo>
                    <a:pt x="136994" y="62160"/>
                    <a:pt x="144593" y="61825"/>
                    <a:pt x="148818" y="66810"/>
                  </a:cubicBezTo>
                  <a:cubicBezTo>
                    <a:pt x="150945" y="69364"/>
                    <a:pt x="154289" y="74683"/>
                    <a:pt x="158514" y="73406"/>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29"/>
            <p:cNvSpPr/>
            <p:nvPr/>
          </p:nvSpPr>
          <p:spPr>
            <a:xfrm>
              <a:off x="2975000" y="297425"/>
              <a:ext cx="3962850" cy="1890625"/>
            </a:xfrm>
            <a:custGeom>
              <a:rect b="b" l="l" r="r" t="t"/>
              <a:pathLst>
                <a:path extrusionOk="0" fill="none" h="75625" w="158514">
                  <a:moveTo>
                    <a:pt x="0" y="5806"/>
                  </a:moveTo>
                  <a:cubicBezTo>
                    <a:pt x="5927" y="7690"/>
                    <a:pt x="12918" y="8450"/>
                    <a:pt x="18815" y="7173"/>
                  </a:cubicBezTo>
                  <a:cubicBezTo>
                    <a:pt x="24530" y="5927"/>
                    <a:pt x="30122" y="2128"/>
                    <a:pt x="35928" y="1216"/>
                  </a:cubicBezTo>
                  <a:cubicBezTo>
                    <a:pt x="43648" y="0"/>
                    <a:pt x="52494" y="5593"/>
                    <a:pt x="58178" y="9392"/>
                  </a:cubicBezTo>
                  <a:cubicBezTo>
                    <a:pt x="62585" y="12310"/>
                    <a:pt x="64226" y="14347"/>
                    <a:pt x="64074" y="19940"/>
                  </a:cubicBezTo>
                  <a:cubicBezTo>
                    <a:pt x="64014" y="22797"/>
                    <a:pt x="62828" y="26839"/>
                    <a:pt x="67296" y="27022"/>
                  </a:cubicBezTo>
                  <a:cubicBezTo>
                    <a:pt x="76081" y="27417"/>
                    <a:pt x="85199" y="24560"/>
                    <a:pt x="93589" y="22584"/>
                  </a:cubicBezTo>
                  <a:cubicBezTo>
                    <a:pt x="100975" y="20851"/>
                    <a:pt x="106598" y="19879"/>
                    <a:pt x="112920" y="24165"/>
                  </a:cubicBezTo>
                  <a:cubicBezTo>
                    <a:pt x="121188" y="29788"/>
                    <a:pt x="107753" y="47113"/>
                    <a:pt x="116142" y="51673"/>
                  </a:cubicBezTo>
                  <a:cubicBezTo>
                    <a:pt x="119030" y="53223"/>
                    <a:pt x="122221" y="54013"/>
                    <a:pt x="124501" y="56718"/>
                  </a:cubicBezTo>
                  <a:cubicBezTo>
                    <a:pt x="126781" y="59423"/>
                    <a:pt x="127115" y="62281"/>
                    <a:pt x="131279" y="62615"/>
                  </a:cubicBezTo>
                  <a:cubicBezTo>
                    <a:pt x="137358" y="63101"/>
                    <a:pt x="144836" y="62828"/>
                    <a:pt x="149030" y="67752"/>
                  </a:cubicBezTo>
                  <a:cubicBezTo>
                    <a:pt x="151158" y="70244"/>
                    <a:pt x="154350" y="75624"/>
                    <a:pt x="158514" y="7446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29"/>
            <p:cNvSpPr/>
            <p:nvPr/>
          </p:nvSpPr>
          <p:spPr>
            <a:xfrm>
              <a:off x="2975000" y="270050"/>
              <a:ext cx="3962100" cy="1914200"/>
            </a:xfrm>
            <a:custGeom>
              <a:rect b="b" l="l" r="r" t="t"/>
              <a:pathLst>
                <a:path extrusionOk="0" fill="none" h="76568" w="158484">
                  <a:moveTo>
                    <a:pt x="0" y="6901"/>
                  </a:moveTo>
                  <a:cubicBezTo>
                    <a:pt x="5988" y="8785"/>
                    <a:pt x="13040" y="9484"/>
                    <a:pt x="18937" y="8025"/>
                  </a:cubicBezTo>
                  <a:cubicBezTo>
                    <a:pt x="24803" y="6627"/>
                    <a:pt x="30396" y="2402"/>
                    <a:pt x="36414" y="1338"/>
                  </a:cubicBezTo>
                  <a:cubicBezTo>
                    <a:pt x="44013" y="1"/>
                    <a:pt x="52463" y="6688"/>
                    <a:pt x="58208" y="10244"/>
                  </a:cubicBezTo>
                  <a:cubicBezTo>
                    <a:pt x="62676" y="13010"/>
                    <a:pt x="65138" y="14925"/>
                    <a:pt x="66476" y="20092"/>
                  </a:cubicBezTo>
                  <a:cubicBezTo>
                    <a:pt x="67235" y="22980"/>
                    <a:pt x="65868" y="26536"/>
                    <a:pt x="70214" y="27144"/>
                  </a:cubicBezTo>
                  <a:cubicBezTo>
                    <a:pt x="78695" y="28329"/>
                    <a:pt x="87753" y="24104"/>
                    <a:pt x="95351" y="22646"/>
                  </a:cubicBezTo>
                  <a:cubicBezTo>
                    <a:pt x="102950" y="21187"/>
                    <a:pt x="107327" y="19150"/>
                    <a:pt x="113893" y="24408"/>
                  </a:cubicBezTo>
                  <a:cubicBezTo>
                    <a:pt x="121309" y="30366"/>
                    <a:pt x="109668" y="47023"/>
                    <a:pt x="117084" y="52251"/>
                  </a:cubicBezTo>
                  <a:cubicBezTo>
                    <a:pt x="119577" y="54014"/>
                    <a:pt x="122586" y="54956"/>
                    <a:pt x="125018" y="57418"/>
                  </a:cubicBezTo>
                  <a:cubicBezTo>
                    <a:pt x="127419" y="59880"/>
                    <a:pt x="127145" y="63011"/>
                    <a:pt x="131614" y="63436"/>
                  </a:cubicBezTo>
                  <a:cubicBezTo>
                    <a:pt x="137602" y="64014"/>
                    <a:pt x="144988" y="63832"/>
                    <a:pt x="149213" y="68695"/>
                  </a:cubicBezTo>
                  <a:cubicBezTo>
                    <a:pt x="151310" y="71126"/>
                    <a:pt x="154410" y="76567"/>
                    <a:pt x="158483" y="755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29"/>
            <p:cNvSpPr/>
            <p:nvPr/>
          </p:nvSpPr>
          <p:spPr>
            <a:xfrm>
              <a:off x="2975000" y="244975"/>
              <a:ext cx="3962100" cy="1937000"/>
            </a:xfrm>
            <a:custGeom>
              <a:rect b="b" l="l" r="r" t="t"/>
              <a:pathLst>
                <a:path extrusionOk="0" fill="none" h="77480" w="158484">
                  <a:moveTo>
                    <a:pt x="0" y="7904"/>
                  </a:moveTo>
                  <a:cubicBezTo>
                    <a:pt x="6019" y="9758"/>
                    <a:pt x="13162" y="10366"/>
                    <a:pt x="19058" y="8815"/>
                  </a:cubicBezTo>
                  <a:cubicBezTo>
                    <a:pt x="25077" y="7204"/>
                    <a:pt x="30730" y="2554"/>
                    <a:pt x="36992" y="1429"/>
                  </a:cubicBezTo>
                  <a:cubicBezTo>
                    <a:pt x="44773" y="1"/>
                    <a:pt x="52038" y="7296"/>
                    <a:pt x="58086" y="10974"/>
                  </a:cubicBezTo>
                  <a:cubicBezTo>
                    <a:pt x="62463" y="13618"/>
                    <a:pt x="66111" y="15806"/>
                    <a:pt x="68482" y="20457"/>
                  </a:cubicBezTo>
                  <a:cubicBezTo>
                    <a:pt x="69910" y="23253"/>
                    <a:pt x="69090" y="26475"/>
                    <a:pt x="73041" y="27387"/>
                  </a:cubicBezTo>
                  <a:cubicBezTo>
                    <a:pt x="81005" y="29180"/>
                    <a:pt x="90002" y="23679"/>
                    <a:pt x="96841" y="22615"/>
                  </a:cubicBezTo>
                  <a:cubicBezTo>
                    <a:pt x="104622" y="21399"/>
                    <a:pt x="107692" y="18360"/>
                    <a:pt x="114714" y="24621"/>
                  </a:cubicBezTo>
                  <a:cubicBezTo>
                    <a:pt x="121917" y="31065"/>
                    <a:pt x="111552" y="46780"/>
                    <a:pt x="118087" y="52767"/>
                  </a:cubicBezTo>
                  <a:cubicBezTo>
                    <a:pt x="120124" y="54682"/>
                    <a:pt x="123224" y="55807"/>
                    <a:pt x="125443" y="58178"/>
                  </a:cubicBezTo>
                  <a:cubicBezTo>
                    <a:pt x="127784" y="60640"/>
                    <a:pt x="127632" y="63771"/>
                    <a:pt x="131918" y="64257"/>
                  </a:cubicBezTo>
                  <a:cubicBezTo>
                    <a:pt x="137905" y="64956"/>
                    <a:pt x="145170" y="64804"/>
                    <a:pt x="149425" y="69576"/>
                  </a:cubicBezTo>
                  <a:cubicBezTo>
                    <a:pt x="151523" y="71947"/>
                    <a:pt x="154471" y="77479"/>
                    <a:pt x="158483" y="765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29"/>
            <p:cNvSpPr/>
            <p:nvPr/>
          </p:nvSpPr>
          <p:spPr>
            <a:xfrm>
              <a:off x="2975000" y="222950"/>
              <a:ext cx="3962100" cy="1955225"/>
            </a:xfrm>
            <a:custGeom>
              <a:rect b="b" l="l" r="r" t="t"/>
              <a:pathLst>
                <a:path extrusionOk="0" fill="none" h="78209" w="158484">
                  <a:moveTo>
                    <a:pt x="0" y="8785"/>
                  </a:moveTo>
                  <a:cubicBezTo>
                    <a:pt x="6079" y="10608"/>
                    <a:pt x="13313" y="11155"/>
                    <a:pt x="19180" y="9453"/>
                  </a:cubicBezTo>
                  <a:cubicBezTo>
                    <a:pt x="25289" y="7690"/>
                    <a:pt x="31125" y="2584"/>
                    <a:pt x="37569" y="1459"/>
                  </a:cubicBezTo>
                  <a:cubicBezTo>
                    <a:pt x="45776" y="0"/>
                    <a:pt x="51642" y="7630"/>
                    <a:pt x="57874" y="11520"/>
                  </a:cubicBezTo>
                  <a:cubicBezTo>
                    <a:pt x="62099" y="14134"/>
                    <a:pt x="67175" y="16596"/>
                    <a:pt x="70123" y="20882"/>
                  </a:cubicBezTo>
                  <a:cubicBezTo>
                    <a:pt x="71886" y="23466"/>
                    <a:pt x="72190" y="26688"/>
                    <a:pt x="75625" y="27569"/>
                  </a:cubicBezTo>
                  <a:cubicBezTo>
                    <a:pt x="83193" y="29484"/>
                    <a:pt x="91339" y="23374"/>
                    <a:pt x="97996" y="22371"/>
                  </a:cubicBezTo>
                  <a:cubicBezTo>
                    <a:pt x="106051" y="21186"/>
                    <a:pt x="108391" y="17630"/>
                    <a:pt x="115473" y="24773"/>
                  </a:cubicBezTo>
                  <a:cubicBezTo>
                    <a:pt x="122039" y="31369"/>
                    <a:pt x="113528" y="46475"/>
                    <a:pt x="119060" y="53101"/>
                  </a:cubicBezTo>
                  <a:cubicBezTo>
                    <a:pt x="120732" y="55107"/>
                    <a:pt x="123802" y="56475"/>
                    <a:pt x="125869" y="58785"/>
                  </a:cubicBezTo>
                  <a:cubicBezTo>
                    <a:pt x="128088" y="61247"/>
                    <a:pt x="128057" y="64348"/>
                    <a:pt x="132191" y="64925"/>
                  </a:cubicBezTo>
                  <a:cubicBezTo>
                    <a:pt x="138179" y="65746"/>
                    <a:pt x="145352" y="65594"/>
                    <a:pt x="149608" y="70305"/>
                  </a:cubicBezTo>
                  <a:cubicBezTo>
                    <a:pt x="151705" y="72615"/>
                    <a:pt x="154502" y="78208"/>
                    <a:pt x="158483" y="7744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29"/>
            <p:cNvSpPr/>
            <p:nvPr/>
          </p:nvSpPr>
          <p:spPr>
            <a:xfrm>
              <a:off x="2975000" y="197875"/>
              <a:ext cx="3962850" cy="1976500"/>
            </a:xfrm>
            <a:custGeom>
              <a:rect b="b" l="l" r="r" t="t"/>
              <a:pathLst>
                <a:path extrusionOk="0" fill="none" h="79060" w="158514">
                  <a:moveTo>
                    <a:pt x="0" y="9788"/>
                  </a:moveTo>
                  <a:cubicBezTo>
                    <a:pt x="6110" y="11551"/>
                    <a:pt x="13222" y="11824"/>
                    <a:pt x="19301" y="10244"/>
                  </a:cubicBezTo>
                  <a:cubicBezTo>
                    <a:pt x="26080" y="8450"/>
                    <a:pt x="31369" y="3040"/>
                    <a:pt x="38208" y="1642"/>
                  </a:cubicBezTo>
                  <a:cubicBezTo>
                    <a:pt x="46384" y="0"/>
                    <a:pt x="51855" y="8207"/>
                    <a:pt x="57600" y="12098"/>
                  </a:cubicBezTo>
                  <a:cubicBezTo>
                    <a:pt x="61886" y="14985"/>
                    <a:pt x="67296" y="17478"/>
                    <a:pt x="71065" y="21368"/>
                  </a:cubicBezTo>
                  <a:cubicBezTo>
                    <a:pt x="73315" y="23678"/>
                    <a:pt x="74743" y="27113"/>
                    <a:pt x="77904" y="27903"/>
                  </a:cubicBezTo>
                  <a:cubicBezTo>
                    <a:pt x="84865" y="29575"/>
                    <a:pt x="91978" y="23648"/>
                    <a:pt x="98847" y="22280"/>
                  </a:cubicBezTo>
                  <a:cubicBezTo>
                    <a:pt x="107419" y="20517"/>
                    <a:pt x="109850" y="17903"/>
                    <a:pt x="116233" y="25077"/>
                  </a:cubicBezTo>
                  <a:cubicBezTo>
                    <a:pt x="122069" y="31642"/>
                    <a:pt x="115656" y="46536"/>
                    <a:pt x="120154" y="53557"/>
                  </a:cubicBezTo>
                  <a:cubicBezTo>
                    <a:pt x="121492" y="55624"/>
                    <a:pt x="124471" y="57235"/>
                    <a:pt x="126325" y="59484"/>
                  </a:cubicBezTo>
                  <a:cubicBezTo>
                    <a:pt x="128422" y="61977"/>
                    <a:pt x="128544" y="65047"/>
                    <a:pt x="132495" y="65685"/>
                  </a:cubicBezTo>
                  <a:cubicBezTo>
                    <a:pt x="138392" y="66658"/>
                    <a:pt x="145565" y="66506"/>
                    <a:pt x="149851" y="71187"/>
                  </a:cubicBezTo>
                  <a:cubicBezTo>
                    <a:pt x="151918" y="73466"/>
                    <a:pt x="154593" y="79059"/>
                    <a:pt x="158514" y="7845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29"/>
            <p:cNvSpPr/>
            <p:nvPr/>
          </p:nvSpPr>
          <p:spPr>
            <a:xfrm>
              <a:off x="2975000" y="180400"/>
              <a:ext cx="3962850" cy="1990925"/>
            </a:xfrm>
            <a:custGeom>
              <a:rect b="b" l="l" r="r" t="t"/>
              <a:pathLst>
                <a:path extrusionOk="0" fill="none" h="79637" w="158514">
                  <a:moveTo>
                    <a:pt x="0" y="10487"/>
                  </a:moveTo>
                  <a:cubicBezTo>
                    <a:pt x="6171" y="12219"/>
                    <a:pt x="13374" y="12371"/>
                    <a:pt x="19453" y="10699"/>
                  </a:cubicBezTo>
                  <a:cubicBezTo>
                    <a:pt x="26384" y="8754"/>
                    <a:pt x="31764" y="2979"/>
                    <a:pt x="38876" y="1611"/>
                  </a:cubicBezTo>
                  <a:cubicBezTo>
                    <a:pt x="47265" y="0"/>
                    <a:pt x="51946" y="8025"/>
                    <a:pt x="57418" y="12280"/>
                  </a:cubicBezTo>
                  <a:cubicBezTo>
                    <a:pt x="61582" y="15532"/>
                    <a:pt x="67083" y="17994"/>
                    <a:pt x="71460" y="21490"/>
                  </a:cubicBezTo>
                  <a:cubicBezTo>
                    <a:pt x="74166" y="23678"/>
                    <a:pt x="76597" y="27143"/>
                    <a:pt x="79789" y="27812"/>
                  </a:cubicBezTo>
                  <a:cubicBezTo>
                    <a:pt x="86172" y="29149"/>
                    <a:pt x="92950" y="23374"/>
                    <a:pt x="99364" y="21733"/>
                  </a:cubicBezTo>
                  <a:cubicBezTo>
                    <a:pt x="107723" y="19605"/>
                    <a:pt x="111218" y="17934"/>
                    <a:pt x="117024" y="25137"/>
                  </a:cubicBezTo>
                  <a:cubicBezTo>
                    <a:pt x="122100" y="31460"/>
                    <a:pt x="117784" y="46475"/>
                    <a:pt x="121249" y="53679"/>
                  </a:cubicBezTo>
                  <a:cubicBezTo>
                    <a:pt x="122708" y="56718"/>
                    <a:pt x="129060" y="65472"/>
                    <a:pt x="132769" y="66171"/>
                  </a:cubicBezTo>
                  <a:cubicBezTo>
                    <a:pt x="138605" y="67296"/>
                    <a:pt x="145748" y="67114"/>
                    <a:pt x="150033" y="71764"/>
                  </a:cubicBezTo>
                  <a:cubicBezTo>
                    <a:pt x="152100" y="73983"/>
                    <a:pt x="154684" y="79637"/>
                    <a:pt x="158514" y="7915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29"/>
            <p:cNvSpPr/>
            <p:nvPr/>
          </p:nvSpPr>
          <p:spPr>
            <a:xfrm>
              <a:off x="2975000" y="165200"/>
              <a:ext cx="3962850" cy="2002325"/>
            </a:xfrm>
            <a:custGeom>
              <a:rect b="b" l="l" r="r" t="t"/>
              <a:pathLst>
                <a:path extrusionOk="0" fill="none" h="80093" w="158514">
                  <a:moveTo>
                    <a:pt x="0" y="11095"/>
                  </a:moveTo>
                  <a:cubicBezTo>
                    <a:pt x="6201" y="12797"/>
                    <a:pt x="13496" y="12858"/>
                    <a:pt x="19575" y="11064"/>
                  </a:cubicBezTo>
                  <a:cubicBezTo>
                    <a:pt x="26688" y="8967"/>
                    <a:pt x="32128" y="2857"/>
                    <a:pt x="39545" y="1520"/>
                  </a:cubicBezTo>
                  <a:cubicBezTo>
                    <a:pt x="47965" y="0"/>
                    <a:pt x="52402" y="7599"/>
                    <a:pt x="57326" y="12280"/>
                  </a:cubicBezTo>
                  <a:cubicBezTo>
                    <a:pt x="61096" y="15867"/>
                    <a:pt x="66840" y="18329"/>
                    <a:pt x="71491" y="21490"/>
                  </a:cubicBezTo>
                  <a:cubicBezTo>
                    <a:pt x="74470" y="23496"/>
                    <a:pt x="77600" y="26870"/>
                    <a:pt x="81157" y="27387"/>
                  </a:cubicBezTo>
                  <a:cubicBezTo>
                    <a:pt x="87449" y="28268"/>
                    <a:pt x="93832" y="22827"/>
                    <a:pt x="99607" y="21034"/>
                  </a:cubicBezTo>
                  <a:cubicBezTo>
                    <a:pt x="107814" y="18450"/>
                    <a:pt x="112677" y="17812"/>
                    <a:pt x="117875" y="25137"/>
                  </a:cubicBezTo>
                  <a:cubicBezTo>
                    <a:pt x="120306" y="28602"/>
                    <a:pt x="119364" y="34773"/>
                    <a:pt x="119759" y="39423"/>
                  </a:cubicBezTo>
                  <a:cubicBezTo>
                    <a:pt x="120185" y="44256"/>
                    <a:pt x="120914" y="49697"/>
                    <a:pt x="122343" y="53679"/>
                  </a:cubicBezTo>
                  <a:cubicBezTo>
                    <a:pt x="123498" y="56810"/>
                    <a:pt x="129425" y="65746"/>
                    <a:pt x="133042" y="66536"/>
                  </a:cubicBezTo>
                  <a:cubicBezTo>
                    <a:pt x="138817" y="67782"/>
                    <a:pt x="145930" y="67600"/>
                    <a:pt x="150246" y="72220"/>
                  </a:cubicBezTo>
                  <a:cubicBezTo>
                    <a:pt x="152313" y="74409"/>
                    <a:pt x="154745" y="80093"/>
                    <a:pt x="158514" y="7975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29"/>
            <p:cNvSpPr/>
            <p:nvPr/>
          </p:nvSpPr>
          <p:spPr>
            <a:xfrm>
              <a:off x="2975000" y="150750"/>
              <a:ext cx="3962850" cy="2014500"/>
            </a:xfrm>
            <a:custGeom>
              <a:rect b="b" l="l" r="r" t="t"/>
              <a:pathLst>
                <a:path extrusionOk="0" fill="none" h="80580" w="158514">
                  <a:moveTo>
                    <a:pt x="0" y="11673"/>
                  </a:moveTo>
                  <a:cubicBezTo>
                    <a:pt x="6262" y="13344"/>
                    <a:pt x="13830" y="13588"/>
                    <a:pt x="19727" y="11429"/>
                  </a:cubicBezTo>
                  <a:cubicBezTo>
                    <a:pt x="26566" y="8907"/>
                    <a:pt x="32767" y="2676"/>
                    <a:pt x="40244" y="1399"/>
                  </a:cubicBezTo>
                  <a:cubicBezTo>
                    <a:pt x="48573" y="1"/>
                    <a:pt x="53162" y="6900"/>
                    <a:pt x="57478" y="12159"/>
                  </a:cubicBezTo>
                  <a:cubicBezTo>
                    <a:pt x="61825" y="17417"/>
                    <a:pt x="74318" y="25807"/>
                    <a:pt x="81917" y="26749"/>
                  </a:cubicBezTo>
                  <a:cubicBezTo>
                    <a:pt x="87692" y="27448"/>
                    <a:pt x="94379" y="22159"/>
                    <a:pt x="99637" y="20244"/>
                  </a:cubicBezTo>
                  <a:cubicBezTo>
                    <a:pt x="108178" y="17144"/>
                    <a:pt x="114045" y="17873"/>
                    <a:pt x="118787" y="25199"/>
                  </a:cubicBezTo>
                  <a:cubicBezTo>
                    <a:pt x="121066" y="28694"/>
                    <a:pt x="119607" y="34895"/>
                    <a:pt x="120215" y="39515"/>
                  </a:cubicBezTo>
                  <a:cubicBezTo>
                    <a:pt x="120853" y="44348"/>
                    <a:pt x="122373" y="49394"/>
                    <a:pt x="123498" y="53649"/>
                  </a:cubicBezTo>
                  <a:cubicBezTo>
                    <a:pt x="124349" y="56962"/>
                    <a:pt x="129729" y="65989"/>
                    <a:pt x="133316" y="66871"/>
                  </a:cubicBezTo>
                  <a:cubicBezTo>
                    <a:pt x="139000" y="68300"/>
                    <a:pt x="146112" y="68087"/>
                    <a:pt x="150459" y="72677"/>
                  </a:cubicBezTo>
                  <a:cubicBezTo>
                    <a:pt x="152495" y="74835"/>
                    <a:pt x="154836" y="80579"/>
                    <a:pt x="158514" y="803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29"/>
            <p:cNvSpPr/>
            <p:nvPr/>
          </p:nvSpPr>
          <p:spPr>
            <a:xfrm>
              <a:off x="2975000" y="138600"/>
              <a:ext cx="3962100" cy="2022075"/>
            </a:xfrm>
            <a:custGeom>
              <a:rect b="b" l="l" r="r" t="t"/>
              <a:pathLst>
                <a:path extrusionOk="0" fill="none" h="80883" w="158484">
                  <a:moveTo>
                    <a:pt x="0" y="12159"/>
                  </a:moveTo>
                  <a:cubicBezTo>
                    <a:pt x="6322" y="13800"/>
                    <a:pt x="13952" y="13952"/>
                    <a:pt x="19849" y="11672"/>
                  </a:cubicBezTo>
                  <a:cubicBezTo>
                    <a:pt x="26900" y="8937"/>
                    <a:pt x="33162" y="2462"/>
                    <a:pt x="40974" y="1247"/>
                  </a:cubicBezTo>
                  <a:cubicBezTo>
                    <a:pt x="48876" y="0"/>
                    <a:pt x="54530" y="5806"/>
                    <a:pt x="58026" y="11855"/>
                  </a:cubicBezTo>
                  <a:cubicBezTo>
                    <a:pt x="61521" y="17873"/>
                    <a:pt x="74500" y="25138"/>
                    <a:pt x="82069" y="25928"/>
                  </a:cubicBezTo>
                  <a:cubicBezTo>
                    <a:pt x="87449" y="26505"/>
                    <a:pt x="94774" y="21186"/>
                    <a:pt x="99637" y="19362"/>
                  </a:cubicBezTo>
                  <a:cubicBezTo>
                    <a:pt x="108178" y="16080"/>
                    <a:pt x="115321" y="17782"/>
                    <a:pt x="119759" y="25107"/>
                  </a:cubicBezTo>
                  <a:cubicBezTo>
                    <a:pt x="121948" y="28724"/>
                    <a:pt x="119790" y="34803"/>
                    <a:pt x="120580" y="39545"/>
                  </a:cubicBezTo>
                  <a:cubicBezTo>
                    <a:pt x="121370" y="44348"/>
                    <a:pt x="123771" y="48937"/>
                    <a:pt x="124623" y="53497"/>
                  </a:cubicBezTo>
                  <a:cubicBezTo>
                    <a:pt x="125291" y="56992"/>
                    <a:pt x="130003" y="66050"/>
                    <a:pt x="133559" y="67053"/>
                  </a:cubicBezTo>
                  <a:cubicBezTo>
                    <a:pt x="139152" y="68603"/>
                    <a:pt x="146355" y="68451"/>
                    <a:pt x="150672" y="72980"/>
                  </a:cubicBezTo>
                  <a:cubicBezTo>
                    <a:pt x="152708" y="75108"/>
                    <a:pt x="154897" y="80883"/>
                    <a:pt x="158483" y="80822"/>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29"/>
            <p:cNvSpPr/>
            <p:nvPr/>
          </p:nvSpPr>
          <p:spPr>
            <a:xfrm>
              <a:off x="2975000" y="124150"/>
              <a:ext cx="3962100" cy="2034250"/>
            </a:xfrm>
            <a:custGeom>
              <a:rect b="b" l="l" r="r" t="t"/>
              <a:pathLst>
                <a:path extrusionOk="0" fill="none" h="81370" w="158484">
                  <a:moveTo>
                    <a:pt x="0" y="12737"/>
                  </a:moveTo>
                  <a:cubicBezTo>
                    <a:pt x="6383" y="14348"/>
                    <a:pt x="13861" y="14226"/>
                    <a:pt x="20001" y="12007"/>
                  </a:cubicBezTo>
                  <a:cubicBezTo>
                    <a:pt x="27721" y="9241"/>
                    <a:pt x="33283" y="2432"/>
                    <a:pt x="41673" y="1186"/>
                  </a:cubicBezTo>
                  <a:cubicBezTo>
                    <a:pt x="49515" y="1"/>
                    <a:pt x="55807" y="4530"/>
                    <a:pt x="58877" y="11551"/>
                  </a:cubicBezTo>
                  <a:cubicBezTo>
                    <a:pt x="61886" y="18481"/>
                    <a:pt x="74378" y="24560"/>
                    <a:pt x="81704" y="25199"/>
                  </a:cubicBezTo>
                  <a:cubicBezTo>
                    <a:pt x="87114" y="25624"/>
                    <a:pt x="94774" y="20244"/>
                    <a:pt x="99607" y="18573"/>
                  </a:cubicBezTo>
                  <a:cubicBezTo>
                    <a:pt x="108118" y="15655"/>
                    <a:pt x="116628" y="17721"/>
                    <a:pt x="120853" y="25199"/>
                  </a:cubicBezTo>
                  <a:cubicBezTo>
                    <a:pt x="123012" y="29029"/>
                    <a:pt x="119972" y="34895"/>
                    <a:pt x="120853" y="39758"/>
                  </a:cubicBezTo>
                  <a:cubicBezTo>
                    <a:pt x="121735" y="44561"/>
                    <a:pt x="125139" y="48512"/>
                    <a:pt x="125778" y="53406"/>
                  </a:cubicBezTo>
                  <a:cubicBezTo>
                    <a:pt x="126294" y="57205"/>
                    <a:pt x="130276" y="66172"/>
                    <a:pt x="133863" y="67297"/>
                  </a:cubicBezTo>
                  <a:cubicBezTo>
                    <a:pt x="139334" y="68999"/>
                    <a:pt x="146568" y="68908"/>
                    <a:pt x="150884" y="73406"/>
                  </a:cubicBezTo>
                  <a:cubicBezTo>
                    <a:pt x="153438" y="76051"/>
                    <a:pt x="154684" y="80428"/>
                    <a:pt x="158483" y="8137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29"/>
            <p:cNvSpPr/>
            <p:nvPr/>
          </p:nvSpPr>
          <p:spPr>
            <a:xfrm>
              <a:off x="2975000" y="108200"/>
              <a:ext cx="3962850" cy="2050975"/>
            </a:xfrm>
            <a:custGeom>
              <a:rect b="b" l="l" r="r" t="t"/>
              <a:pathLst>
                <a:path extrusionOk="0" fill="none" h="82039" w="158514">
                  <a:moveTo>
                    <a:pt x="0" y="13375"/>
                  </a:moveTo>
                  <a:cubicBezTo>
                    <a:pt x="6474" y="14986"/>
                    <a:pt x="14013" y="14712"/>
                    <a:pt x="20183" y="12432"/>
                  </a:cubicBezTo>
                  <a:cubicBezTo>
                    <a:pt x="28116" y="9454"/>
                    <a:pt x="33709" y="2493"/>
                    <a:pt x="42402" y="1156"/>
                  </a:cubicBezTo>
                  <a:cubicBezTo>
                    <a:pt x="50092" y="1"/>
                    <a:pt x="57418" y="4043"/>
                    <a:pt x="59819" y="11217"/>
                  </a:cubicBezTo>
                  <a:cubicBezTo>
                    <a:pt x="62190" y="18390"/>
                    <a:pt x="73862" y="24104"/>
                    <a:pt x="81035" y="24439"/>
                  </a:cubicBezTo>
                  <a:cubicBezTo>
                    <a:pt x="86780" y="24743"/>
                    <a:pt x="94318" y="19454"/>
                    <a:pt x="99607" y="17934"/>
                  </a:cubicBezTo>
                  <a:cubicBezTo>
                    <a:pt x="108452" y="15381"/>
                    <a:pt x="117844" y="17873"/>
                    <a:pt x="122009" y="25350"/>
                  </a:cubicBezTo>
                  <a:cubicBezTo>
                    <a:pt x="124227" y="29332"/>
                    <a:pt x="120154" y="35047"/>
                    <a:pt x="121066" y="40092"/>
                  </a:cubicBezTo>
                  <a:cubicBezTo>
                    <a:pt x="121978" y="44925"/>
                    <a:pt x="126507" y="48512"/>
                    <a:pt x="126963" y="53406"/>
                  </a:cubicBezTo>
                  <a:cubicBezTo>
                    <a:pt x="127297" y="57205"/>
                    <a:pt x="130459" y="66172"/>
                    <a:pt x="134167" y="67570"/>
                  </a:cubicBezTo>
                  <a:cubicBezTo>
                    <a:pt x="139304" y="69485"/>
                    <a:pt x="146842" y="69424"/>
                    <a:pt x="151128" y="73862"/>
                  </a:cubicBezTo>
                  <a:cubicBezTo>
                    <a:pt x="153650" y="76537"/>
                    <a:pt x="154805" y="80883"/>
                    <a:pt x="158514" y="8203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29"/>
            <p:cNvSpPr/>
            <p:nvPr/>
          </p:nvSpPr>
          <p:spPr>
            <a:xfrm>
              <a:off x="2975000" y="89975"/>
              <a:ext cx="3962850" cy="2068425"/>
            </a:xfrm>
            <a:custGeom>
              <a:rect b="b" l="l" r="r" t="t"/>
              <a:pathLst>
                <a:path extrusionOk="0" fill="none" h="82737" w="158514">
                  <a:moveTo>
                    <a:pt x="0" y="14104"/>
                  </a:moveTo>
                  <a:cubicBezTo>
                    <a:pt x="6535" y="15684"/>
                    <a:pt x="14347" y="15502"/>
                    <a:pt x="20335" y="12918"/>
                  </a:cubicBezTo>
                  <a:cubicBezTo>
                    <a:pt x="27995" y="9575"/>
                    <a:pt x="34439" y="2644"/>
                    <a:pt x="43101" y="1216"/>
                  </a:cubicBezTo>
                  <a:cubicBezTo>
                    <a:pt x="50639" y="0"/>
                    <a:pt x="58299" y="3435"/>
                    <a:pt x="60822" y="10882"/>
                  </a:cubicBezTo>
                  <a:cubicBezTo>
                    <a:pt x="63436" y="18572"/>
                    <a:pt x="72190" y="23587"/>
                    <a:pt x="80184" y="23769"/>
                  </a:cubicBezTo>
                  <a:cubicBezTo>
                    <a:pt x="86415" y="23921"/>
                    <a:pt x="93862" y="18663"/>
                    <a:pt x="99759" y="17417"/>
                  </a:cubicBezTo>
                  <a:cubicBezTo>
                    <a:pt x="107875" y="15715"/>
                    <a:pt x="119394" y="17234"/>
                    <a:pt x="123224" y="25593"/>
                  </a:cubicBezTo>
                  <a:cubicBezTo>
                    <a:pt x="125413" y="30396"/>
                    <a:pt x="120367" y="35350"/>
                    <a:pt x="121279" y="40578"/>
                  </a:cubicBezTo>
                  <a:cubicBezTo>
                    <a:pt x="122100" y="45381"/>
                    <a:pt x="127723" y="48937"/>
                    <a:pt x="128118" y="53496"/>
                  </a:cubicBezTo>
                  <a:cubicBezTo>
                    <a:pt x="128422" y="57174"/>
                    <a:pt x="130762" y="66262"/>
                    <a:pt x="134501" y="67873"/>
                  </a:cubicBezTo>
                  <a:cubicBezTo>
                    <a:pt x="139456" y="70001"/>
                    <a:pt x="147085" y="69971"/>
                    <a:pt x="151340" y="74408"/>
                  </a:cubicBezTo>
                  <a:cubicBezTo>
                    <a:pt x="153894" y="77083"/>
                    <a:pt x="154897" y="81430"/>
                    <a:pt x="158514" y="8273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29"/>
            <p:cNvSpPr/>
            <p:nvPr/>
          </p:nvSpPr>
          <p:spPr>
            <a:xfrm>
              <a:off x="2975000" y="69450"/>
              <a:ext cx="3962850" cy="2089725"/>
            </a:xfrm>
            <a:custGeom>
              <a:rect b="b" l="l" r="r" t="t"/>
              <a:pathLst>
                <a:path extrusionOk="0" fill="none" h="83589" w="158514">
                  <a:moveTo>
                    <a:pt x="0" y="14925"/>
                  </a:moveTo>
                  <a:cubicBezTo>
                    <a:pt x="6626" y="16475"/>
                    <a:pt x="14529" y="16201"/>
                    <a:pt x="20517" y="13496"/>
                  </a:cubicBezTo>
                  <a:cubicBezTo>
                    <a:pt x="28359" y="9940"/>
                    <a:pt x="34925" y="3010"/>
                    <a:pt x="43800" y="1338"/>
                  </a:cubicBezTo>
                  <a:cubicBezTo>
                    <a:pt x="51126" y="0"/>
                    <a:pt x="59454" y="3010"/>
                    <a:pt x="61916" y="10517"/>
                  </a:cubicBezTo>
                  <a:cubicBezTo>
                    <a:pt x="64500" y="18359"/>
                    <a:pt x="70853" y="23223"/>
                    <a:pt x="79272" y="23131"/>
                  </a:cubicBezTo>
                  <a:cubicBezTo>
                    <a:pt x="86020" y="23071"/>
                    <a:pt x="93254" y="17934"/>
                    <a:pt x="100032" y="17052"/>
                  </a:cubicBezTo>
                  <a:cubicBezTo>
                    <a:pt x="108574" y="15958"/>
                    <a:pt x="120489" y="17630"/>
                    <a:pt x="124471" y="25989"/>
                  </a:cubicBezTo>
                  <a:cubicBezTo>
                    <a:pt x="126902" y="31065"/>
                    <a:pt x="120671" y="35776"/>
                    <a:pt x="121492" y="41186"/>
                  </a:cubicBezTo>
                  <a:cubicBezTo>
                    <a:pt x="122221" y="46050"/>
                    <a:pt x="128878" y="49393"/>
                    <a:pt x="129243" y="53740"/>
                  </a:cubicBezTo>
                  <a:cubicBezTo>
                    <a:pt x="129516" y="57357"/>
                    <a:pt x="131127" y="66445"/>
                    <a:pt x="134896" y="68238"/>
                  </a:cubicBezTo>
                  <a:cubicBezTo>
                    <a:pt x="139699" y="70549"/>
                    <a:pt x="147359" y="70670"/>
                    <a:pt x="151584" y="75077"/>
                  </a:cubicBezTo>
                  <a:cubicBezTo>
                    <a:pt x="154137" y="77752"/>
                    <a:pt x="154988" y="82068"/>
                    <a:pt x="158514" y="8358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29"/>
            <p:cNvSpPr/>
            <p:nvPr/>
          </p:nvSpPr>
          <p:spPr>
            <a:xfrm>
              <a:off x="2975000" y="45125"/>
              <a:ext cx="3962850" cy="2114050"/>
            </a:xfrm>
            <a:custGeom>
              <a:rect b="b" l="l" r="r" t="t"/>
              <a:pathLst>
                <a:path extrusionOk="0" fill="none" h="84562" w="158514">
                  <a:moveTo>
                    <a:pt x="0" y="15898"/>
                  </a:moveTo>
                  <a:cubicBezTo>
                    <a:pt x="6991" y="17478"/>
                    <a:pt x="14651" y="16809"/>
                    <a:pt x="20700" y="14226"/>
                  </a:cubicBezTo>
                  <a:cubicBezTo>
                    <a:pt x="28511" y="10913"/>
                    <a:pt x="35350" y="3527"/>
                    <a:pt x="44439" y="1551"/>
                  </a:cubicBezTo>
                  <a:cubicBezTo>
                    <a:pt x="51612" y="1"/>
                    <a:pt x="60579" y="2736"/>
                    <a:pt x="63041" y="10214"/>
                  </a:cubicBezTo>
                  <a:cubicBezTo>
                    <a:pt x="65564" y="17934"/>
                    <a:pt x="69515" y="22949"/>
                    <a:pt x="78391" y="22645"/>
                  </a:cubicBezTo>
                  <a:cubicBezTo>
                    <a:pt x="85716" y="22372"/>
                    <a:pt x="93072" y="17417"/>
                    <a:pt x="100488" y="16931"/>
                  </a:cubicBezTo>
                  <a:cubicBezTo>
                    <a:pt x="109273" y="16323"/>
                    <a:pt x="121431" y="18208"/>
                    <a:pt x="125717" y="26536"/>
                  </a:cubicBezTo>
                  <a:cubicBezTo>
                    <a:pt x="128544" y="31946"/>
                    <a:pt x="121036" y="36415"/>
                    <a:pt x="121735" y="41916"/>
                  </a:cubicBezTo>
                  <a:cubicBezTo>
                    <a:pt x="122343" y="46871"/>
                    <a:pt x="129881" y="49971"/>
                    <a:pt x="130276" y="54105"/>
                  </a:cubicBezTo>
                  <a:cubicBezTo>
                    <a:pt x="130641" y="57631"/>
                    <a:pt x="131431" y="66628"/>
                    <a:pt x="135322" y="68664"/>
                  </a:cubicBezTo>
                  <a:cubicBezTo>
                    <a:pt x="140124" y="71157"/>
                    <a:pt x="147632" y="71461"/>
                    <a:pt x="151796" y="75868"/>
                  </a:cubicBezTo>
                  <a:cubicBezTo>
                    <a:pt x="154350" y="78573"/>
                    <a:pt x="155109" y="82859"/>
                    <a:pt x="158514" y="8456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29"/>
            <p:cNvSpPr/>
            <p:nvPr/>
          </p:nvSpPr>
          <p:spPr>
            <a:xfrm>
              <a:off x="2975000" y="20825"/>
              <a:ext cx="3962850" cy="2138350"/>
            </a:xfrm>
            <a:custGeom>
              <a:rect b="b" l="l" r="r" t="t"/>
              <a:pathLst>
                <a:path extrusionOk="0" fill="none" h="85534" w="158514">
                  <a:moveTo>
                    <a:pt x="0" y="16870"/>
                  </a:moveTo>
                  <a:cubicBezTo>
                    <a:pt x="7082" y="18420"/>
                    <a:pt x="14833" y="17629"/>
                    <a:pt x="20912" y="14955"/>
                  </a:cubicBezTo>
                  <a:cubicBezTo>
                    <a:pt x="28876" y="11459"/>
                    <a:pt x="35776" y="3951"/>
                    <a:pt x="45047" y="1702"/>
                  </a:cubicBezTo>
                  <a:cubicBezTo>
                    <a:pt x="52068" y="0"/>
                    <a:pt x="61703" y="2371"/>
                    <a:pt x="64166" y="9818"/>
                  </a:cubicBezTo>
                  <a:cubicBezTo>
                    <a:pt x="66567" y="16991"/>
                    <a:pt x="68877" y="22645"/>
                    <a:pt x="77722" y="22128"/>
                  </a:cubicBezTo>
                  <a:cubicBezTo>
                    <a:pt x="85503" y="21672"/>
                    <a:pt x="93133" y="16961"/>
                    <a:pt x="101127" y="16809"/>
                  </a:cubicBezTo>
                  <a:cubicBezTo>
                    <a:pt x="110063" y="16657"/>
                    <a:pt x="122161" y="18693"/>
                    <a:pt x="126963" y="27083"/>
                  </a:cubicBezTo>
                  <a:cubicBezTo>
                    <a:pt x="130276" y="32858"/>
                    <a:pt x="121705" y="37052"/>
                    <a:pt x="122161" y="42615"/>
                  </a:cubicBezTo>
                  <a:cubicBezTo>
                    <a:pt x="122616" y="47782"/>
                    <a:pt x="130762" y="50518"/>
                    <a:pt x="131279" y="54530"/>
                  </a:cubicBezTo>
                  <a:cubicBezTo>
                    <a:pt x="131735" y="57934"/>
                    <a:pt x="131796" y="66931"/>
                    <a:pt x="135778" y="69089"/>
                  </a:cubicBezTo>
                  <a:cubicBezTo>
                    <a:pt x="140550" y="71703"/>
                    <a:pt x="147936" y="72250"/>
                    <a:pt x="152039" y="76658"/>
                  </a:cubicBezTo>
                  <a:cubicBezTo>
                    <a:pt x="154593" y="79393"/>
                    <a:pt x="155231" y="83649"/>
                    <a:pt x="158514" y="8553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0" name="Google Shape;4710;p29"/>
          <p:cNvGrpSpPr/>
          <p:nvPr/>
        </p:nvGrpSpPr>
        <p:grpSpPr>
          <a:xfrm rot="5400000">
            <a:off x="-503752" y="-1119295"/>
            <a:ext cx="2781299" cy="1048521"/>
            <a:chOff x="493175" y="2102150"/>
            <a:chExt cx="1201425" cy="452925"/>
          </a:xfrm>
        </p:grpSpPr>
        <p:sp>
          <p:nvSpPr>
            <p:cNvPr id="4711" name="Google Shape;4711;p29"/>
            <p:cNvSpPr/>
            <p:nvPr/>
          </p:nvSpPr>
          <p:spPr>
            <a:xfrm>
              <a:off x="1675575" y="2536050"/>
              <a:ext cx="19025" cy="19025"/>
            </a:xfrm>
            <a:custGeom>
              <a:rect b="b" l="l" r="r" t="t"/>
              <a:pathLst>
                <a:path extrusionOk="0" h="761" w="761">
                  <a:moveTo>
                    <a:pt x="365" y="1"/>
                  </a:moveTo>
                  <a:cubicBezTo>
                    <a:pt x="153" y="1"/>
                    <a:pt x="1" y="153"/>
                    <a:pt x="1" y="365"/>
                  </a:cubicBezTo>
                  <a:cubicBezTo>
                    <a:pt x="1" y="578"/>
                    <a:pt x="153"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29"/>
            <p:cNvSpPr/>
            <p:nvPr/>
          </p:nvSpPr>
          <p:spPr>
            <a:xfrm>
              <a:off x="1576800" y="2536050"/>
              <a:ext cx="19000" cy="19025"/>
            </a:xfrm>
            <a:custGeom>
              <a:rect b="b" l="l" r="r" t="t"/>
              <a:pathLst>
                <a:path extrusionOk="0" h="761" w="760">
                  <a:moveTo>
                    <a:pt x="365" y="1"/>
                  </a:moveTo>
                  <a:cubicBezTo>
                    <a:pt x="182" y="1"/>
                    <a:pt x="0" y="153"/>
                    <a:pt x="0" y="365"/>
                  </a:cubicBezTo>
                  <a:cubicBezTo>
                    <a:pt x="0" y="578"/>
                    <a:pt x="182"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29"/>
            <p:cNvSpPr/>
            <p:nvPr/>
          </p:nvSpPr>
          <p:spPr>
            <a:xfrm>
              <a:off x="14780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29"/>
            <p:cNvSpPr/>
            <p:nvPr/>
          </p:nvSpPr>
          <p:spPr>
            <a:xfrm>
              <a:off x="1379975" y="2536050"/>
              <a:ext cx="19025" cy="19025"/>
            </a:xfrm>
            <a:custGeom>
              <a:rect b="b" l="l" r="r" t="t"/>
              <a:pathLst>
                <a:path extrusionOk="0" h="761" w="761">
                  <a:moveTo>
                    <a:pt x="365" y="1"/>
                  </a:moveTo>
                  <a:cubicBezTo>
                    <a:pt x="153" y="1"/>
                    <a:pt x="1" y="153"/>
                    <a:pt x="1" y="365"/>
                  </a:cubicBezTo>
                  <a:cubicBezTo>
                    <a:pt x="1" y="578"/>
                    <a:pt x="153"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29"/>
            <p:cNvSpPr/>
            <p:nvPr/>
          </p:nvSpPr>
          <p:spPr>
            <a:xfrm>
              <a:off x="1281200" y="2536050"/>
              <a:ext cx="19025" cy="19025"/>
            </a:xfrm>
            <a:custGeom>
              <a:rect b="b" l="l" r="r" t="t"/>
              <a:pathLst>
                <a:path extrusionOk="0" h="761" w="761">
                  <a:moveTo>
                    <a:pt x="395" y="1"/>
                  </a:moveTo>
                  <a:cubicBezTo>
                    <a:pt x="183" y="1"/>
                    <a:pt x="0" y="153"/>
                    <a:pt x="0" y="365"/>
                  </a:cubicBezTo>
                  <a:cubicBezTo>
                    <a:pt x="0" y="578"/>
                    <a:pt x="183" y="760"/>
                    <a:pt x="395" y="760"/>
                  </a:cubicBezTo>
                  <a:cubicBezTo>
                    <a:pt x="578" y="760"/>
                    <a:pt x="760" y="578"/>
                    <a:pt x="760" y="365"/>
                  </a:cubicBezTo>
                  <a:cubicBezTo>
                    <a:pt x="760" y="15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29"/>
            <p:cNvSpPr/>
            <p:nvPr/>
          </p:nvSpPr>
          <p:spPr>
            <a:xfrm>
              <a:off x="11824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29"/>
            <p:cNvSpPr/>
            <p:nvPr/>
          </p:nvSpPr>
          <p:spPr>
            <a:xfrm>
              <a:off x="1084375" y="2536050"/>
              <a:ext cx="19025" cy="19025"/>
            </a:xfrm>
            <a:custGeom>
              <a:rect b="b" l="l" r="r" t="t"/>
              <a:pathLst>
                <a:path extrusionOk="0" h="761" w="761">
                  <a:moveTo>
                    <a:pt x="365" y="1"/>
                  </a:moveTo>
                  <a:cubicBezTo>
                    <a:pt x="153" y="1"/>
                    <a:pt x="1" y="153"/>
                    <a:pt x="1" y="365"/>
                  </a:cubicBezTo>
                  <a:cubicBezTo>
                    <a:pt x="1" y="578"/>
                    <a:pt x="153" y="760"/>
                    <a:pt x="365" y="760"/>
                  </a:cubicBezTo>
                  <a:cubicBezTo>
                    <a:pt x="578" y="760"/>
                    <a:pt x="761" y="578"/>
                    <a:pt x="761" y="365"/>
                  </a:cubicBezTo>
                  <a:cubicBezTo>
                    <a:pt x="761"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29"/>
            <p:cNvSpPr/>
            <p:nvPr/>
          </p:nvSpPr>
          <p:spPr>
            <a:xfrm>
              <a:off x="985600" y="2536050"/>
              <a:ext cx="19025" cy="19025"/>
            </a:xfrm>
            <a:custGeom>
              <a:rect b="b" l="l" r="r" t="t"/>
              <a:pathLst>
                <a:path extrusionOk="0" h="761" w="761">
                  <a:moveTo>
                    <a:pt x="365" y="1"/>
                  </a:moveTo>
                  <a:cubicBezTo>
                    <a:pt x="152" y="1"/>
                    <a:pt x="0" y="153"/>
                    <a:pt x="0" y="365"/>
                  </a:cubicBezTo>
                  <a:cubicBezTo>
                    <a:pt x="0" y="578"/>
                    <a:pt x="152"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29"/>
            <p:cNvSpPr/>
            <p:nvPr/>
          </p:nvSpPr>
          <p:spPr>
            <a:xfrm>
              <a:off x="8868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29"/>
            <p:cNvSpPr/>
            <p:nvPr/>
          </p:nvSpPr>
          <p:spPr>
            <a:xfrm>
              <a:off x="788025" y="2536050"/>
              <a:ext cx="19025" cy="19025"/>
            </a:xfrm>
            <a:custGeom>
              <a:rect b="b" l="l" r="r" t="t"/>
              <a:pathLst>
                <a:path extrusionOk="0" h="761" w="761">
                  <a:moveTo>
                    <a:pt x="395" y="1"/>
                  </a:moveTo>
                  <a:cubicBezTo>
                    <a:pt x="183" y="1"/>
                    <a:pt x="0" y="153"/>
                    <a:pt x="0" y="365"/>
                  </a:cubicBezTo>
                  <a:cubicBezTo>
                    <a:pt x="0" y="578"/>
                    <a:pt x="183" y="760"/>
                    <a:pt x="395" y="760"/>
                  </a:cubicBezTo>
                  <a:cubicBezTo>
                    <a:pt x="608" y="760"/>
                    <a:pt x="760" y="578"/>
                    <a:pt x="760" y="365"/>
                  </a:cubicBezTo>
                  <a:cubicBezTo>
                    <a:pt x="760" y="15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29"/>
            <p:cNvSpPr/>
            <p:nvPr/>
          </p:nvSpPr>
          <p:spPr>
            <a:xfrm>
              <a:off x="690000" y="2536050"/>
              <a:ext cx="19025" cy="19025"/>
            </a:xfrm>
            <a:custGeom>
              <a:rect b="b" l="l" r="r" t="t"/>
              <a:pathLst>
                <a:path extrusionOk="0" h="761" w="761">
                  <a:moveTo>
                    <a:pt x="365" y="1"/>
                  </a:moveTo>
                  <a:cubicBezTo>
                    <a:pt x="152" y="1"/>
                    <a:pt x="0" y="153"/>
                    <a:pt x="0" y="365"/>
                  </a:cubicBezTo>
                  <a:cubicBezTo>
                    <a:pt x="0" y="578"/>
                    <a:pt x="152"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29"/>
            <p:cNvSpPr/>
            <p:nvPr/>
          </p:nvSpPr>
          <p:spPr>
            <a:xfrm>
              <a:off x="5912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29"/>
            <p:cNvSpPr/>
            <p:nvPr/>
          </p:nvSpPr>
          <p:spPr>
            <a:xfrm>
              <a:off x="493175" y="2536050"/>
              <a:ext cx="19025" cy="19025"/>
            </a:xfrm>
            <a:custGeom>
              <a:rect b="b" l="l" r="r" t="t"/>
              <a:pathLst>
                <a:path extrusionOk="0" h="761" w="761">
                  <a:moveTo>
                    <a:pt x="366" y="1"/>
                  </a:moveTo>
                  <a:cubicBezTo>
                    <a:pt x="153" y="1"/>
                    <a:pt x="1" y="153"/>
                    <a:pt x="1" y="365"/>
                  </a:cubicBezTo>
                  <a:cubicBezTo>
                    <a:pt x="1" y="578"/>
                    <a:pt x="153" y="760"/>
                    <a:pt x="366" y="760"/>
                  </a:cubicBezTo>
                  <a:cubicBezTo>
                    <a:pt x="578" y="760"/>
                    <a:pt x="761" y="578"/>
                    <a:pt x="761" y="365"/>
                  </a:cubicBezTo>
                  <a:cubicBezTo>
                    <a:pt x="761" y="15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29"/>
            <p:cNvSpPr/>
            <p:nvPr/>
          </p:nvSpPr>
          <p:spPr>
            <a:xfrm>
              <a:off x="1675575" y="2449425"/>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29"/>
            <p:cNvSpPr/>
            <p:nvPr/>
          </p:nvSpPr>
          <p:spPr>
            <a:xfrm>
              <a:off x="1576800" y="2449425"/>
              <a:ext cx="19000" cy="19025"/>
            </a:xfrm>
            <a:custGeom>
              <a:rect b="b" l="l" r="r" t="t"/>
              <a:pathLst>
                <a:path extrusionOk="0" h="761" w="760">
                  <a:moveTo>
                    <a:pt x="365" y="0"/>
                  </a:moveTo>
                  <a:cubicBezTo>
                    <a:pt x="182" y="0"/>
                    <a:pt x="0" y="152"/>
                    <a:pt x="0" y="365"/>
                  </a:cubicBezTo>
                  <a:cubicBezTo>
                    <a:pt x="0" y="578"/>
                    <a:pt x="18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29"/>
            <p:cNvSpPr/>
            <p:nvPr/>
          </p:nvSpPr>
          <p:spPr>
            <a:xfrm>
              <a:off x="14780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29"/>
            <p:cNvSpPr/>
            <p:nvPr/>
          </p:nvSpPr>
          <p:spPr>
            <a:xfrm>
              <a:off x="1379975" y="2449425"/>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29"/>
            <p:cNvSpPr/>
            <p:nvPr/>
          </p:nvSpPr>
          <p:spPr>
            <a:xfrm>
              <a:off x="1281200" y="2449425"/>
              <a:ext cx="19025" cy="19025"/>
            </a:xfrm>
            <a:custGeom>
              <a:rect b="b" l="l" r="r" t="t"/>
              <a:pathLst>
                <a:path extrusionOk="0" h="761" w="761">
                  <a:moveTo>
                    <a:pt x="395" y="0"/>
                  </a:moveTo>
                  <a:cubicBezTo>
                    <a:pt x="183" y="0"/>
                    <a:pt x="0" y="152"/>
                    <a:pt x="0" y="365"/>
                  </a:cubicBezTo>
                  <a:cubicBezTo>
                    <a:pt x="0" y="578"/>
                    <a:pt x="183" y="760"/>
                    <a:pt x="395" y="760"/>
                  </a:cubicBezTo>
                  <a:cubicBezTo>
                    <a:pt x="578" y="760"/>
                    <a:pt x="760" y="578"/>
                    <a:pt x="760" y="365"/>
                  </a:cubicBezTo>
                  <a:cubicBezTo>
                    <a:pt x="760" y="152"/>
                    <a:pt x="57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29"/>
            <p:cNvSpPr/>
            <p:nvPr/>
          </p:nvSpPr>
          <p:spPr>
            <a:xfrm>
              <a:off x="11824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29"/>
            <p:cNvSpPr/>
            <p:nvPr/>
          </p:nvSpPr>
          <p:spPr>
            <a:xfrm>
              <a:off x="1084375" y="2449425"/>
              <a:ext cx="19025" cy="19025"/>
            </a:xfrm>
            <a:custGeom>
              <a:rect b="b" l="l" r="r" t="t"/>
              <a:pathLst>
                <a:path extrusionOk="0" h="761" w="761">
                  <a:moveTo>
                    <a:pt x="365" y="0"/>
                  </a:moveTo>
                  <a:cubicBezTo>
                    <a:pt x="153" y="0"/>
                    <a:pt x="1" y="152"/>
                    <a:pt x="1" y="365"/>
                  </a:cubicBezTo>
                  <a:cubicBezTo>
                    <a:pt x="1" y="578"/>
                    <a:pt x="153" y="760"/>
                    <a:pt x="365" y="760"/>
                  </a:cubicBezTo>
                  <a:cubicBezTo>
                    <a:pt x="578" y="760"/>
                    <a:pt x="761" y="578"/>
                    <a:pt x="761" y="365"/>
                  </a:cubicBezTo>
                  <a:cubicBezTo>
                    <a:pt x="761"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29"/>
            <p:cNvSpPr/>
            <p:nvPr/>
          </p:nvSpPr>
          <p:spPr>
            <a:xfrm>
              <a:off x="985600" y="2449425"/>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29"/>
            <p:cNvSpPr/>
            <p:nvPr/>
          </p:nvSpPr>
          <p:spPr>
            <a:xfrm>
              <a:off x="8868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29"/>
            <p:cNvSpPr/>
            <p:nvPr/>
          </p:nvSpPr>
          <p:spPr>
            <a:xfrm>
              <a:off x="788025" y="2449425"/>
              <a:ext cx="19025" cy="19025"/>
            </a:xfrm>
            <a:custGeom>
              <a:rect b="b" l="l" r="r" t="t"/>
              <a:pathLst>
                <a:path extrusionOk="0" h="761" w="761">
                  <a:moveTo>
                    <a:pt x="395" y="0"/>
                  </a:moveTo>
                  <a:cubicBezTo>
                    <a:pt x="183" y="0"/>
                    <a:pt x="0" y="152"/>
                    <a:pt x="0" y="365"/>
                  </a:cubicBezTo>
                  <a:cubicBezTo>
                    <a:pt x="0" y="578"/>
                    <a:pt x="183" y="760"/>
                    <a:pt x="395" y="760"/>
                  </a:cubicBezTo>
                  <a:cubicBezTo>
                    <a:pt x="608" y="760"/>
                    <a:pt x="760" y="578"/>
                    <a:pt x="760" y="365"/>
                  </a:cubicBezTo>
                  <a:cubicBezTo>
                    <a:pt x="760" y="152"/>
                    <a:pt x="60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29"/>
            <p:cNvSpPr/>
            <p:nvPr/>
          </p:nvSpPr>
          <p:spPr>
            <a:xfrm>
              <a:off x="690000" y="2449425"/>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29"/>
            <p:cNvSpPr/>
            <p:nvPr/>
          </p:nvSpPr>
          <p:spPr>
            <a:xfrm>
              <a:off x="5912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29"/>
            <p:cNvSpPr/>
            <p:nvPr/>
          </p:nvSpPr>
          <p:spPr>
            <a:xfrm>
              <a:off x="493175" y="2449425"/>
              <a:ext cx="19025" cy="19025"/>
            </a:xfrm>
            <a:custGeom>
              <a:rect b="b" l="l" r="r" t="t"/>
              <a:pathLst>
                <a:path extrusionOk="0" h="761" w="761">
                  <a:moveTo>
                    <a:pt x="366" y="0"/>
                  </a:moveTo>
                  <a:cubicBezTo>
                    <a:pt x="153" y="0"/>
                    <a:pt x="1" y="152"/>
                    <a:pt x="1" y="365"/>
                  </a:cubicBezTo>
                  <a:cubicBezTo>
                    <a:pt x="1" y="578"/>
                    <a:pt x="153" y="760"/>
                    <a:pt x="366" y="760"/>
                  </a:cubicBezTo>
                  <a:cubicBezTo>
                    <a:pt x="578" y="760"/>
                    <a:pt x="761" y="578"/>
                    <a:pt x="761" y="365"/>
                  </a:cubicBezTo>
                  <a:cubicBezTo>
                    <a:pt x="761" y="152"/>
                    <a:pt x="578" y="0"/>
                    <a:pt x="36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29"/>
            <p:cNvSpPr/>
            <p:nvPr/>
          </p:nvSpPr>
          <p:spPr>
            <a:xfrm>
              <a:off x="1675575" y="2362800"/>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29"/>
            <p:cNvSpPr/>
            <p:nvPr/>
          </p:nvSpPr>
          <p:spPr>
            <a:xfrm>
              <a:off x="1576800" y="2362800"/>
              <a:ext cx="19000" cy="19025"/>
            </a:xfrm>
            <a:custGeom>
              <a:rect b="b" l="l" r="r" t="t"/>
              <a:pathLst>
                <a:path extrusionOk="0" h="761" w="760">
                  <a:moveTo>
                    <a:pt x="365" y="0"/>
                  </a:moveTo>
                  <a:cubicBezTo>
                    <a:pt x="182" y="0"/>
                    <a:pt x="0" y="152"/>
                    <a:pt x="0" y="365"/>
                  </a:cubicBezTo>
                  <a:cubicBezTo>
                    <a:pt x="0" y="578"/>
                    <a:pt x="18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29"/>
            <p:cNvSpPr/>
            <p:nvPr/>
          </p:nvSpPr>
          <p:spPr>
            <a:xfrm>
              <a:off x="14780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29"/>
            <p:cNvSpPr/>
            <p:nvPr/>
          </p:nvSpPr>
          <p:spPr>
            <a:xfrm>
              <a:off x="1379975" y="2362800"/>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29"/>
            <p:cNvSpPr/>
            <p:nvPr/>
          </p:nvSpPr>
          <p:spPr>
            <a:xfrm>
              <a:off x="1281200" y="2362800"/>
              <a:ext cx="19025" cy="19025"/>
            </a:xfrm>
            <a:custGeom>
              <a:rect b="b" l="l" r="r" t="t"/>
              <a:pathLst>
                <a:path extrusionOk="0" h="761" w="761">
                  <a:moveTo>
                    <a:pt x="395" y="0"/>
                  </a:moveTo>
                  <a:cubicBezTo>
                    <a:pt x="183" y="0"/>
                    <a:pt x="0" y="152"/>
                    <a:pt x="0" y="365"/>
                  </a:cubicBezTo>
                  <a:cubicBezTo>
                    <a:pt x="0" y="578"/>
                    <a:pt x="183" y="760"/>
                    <a:pt x="395" y="760"/>
                  </a:cubicBezTo>
                  <a:cubicBezTo>
                    <a:pt x="578" y="760"/>
                    <a:pt x="760" y="578"/>
                    <a:pt x="760" y="365"/>
                  </a:cubicBezTo>
                  <a:cubicBezTo>
                    <a:pt x="760" y="152"/>
                    <a:pt x="57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29"/>
            <p:cNvSpPr/>
            <p:nvPr/>
          </p:nvSpPr>
          <p:spPr>
            <a:xfrm>
              <a:off x="11824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29"/>
            <p:cNvSpPr/>
            <p:nvPr/>
          </p:nvSpPr>
          <p:spPr>
            <a:xfrm>
              <a:off x="1084375" y="2362800"/>
              <a:ext cx="19025" cy="19025"/>
            </a:xfrm>
            <a:custGeom>
              <a:rect b="b" l="l" r="r" t="t"/>
              <a:pathLst>
                <a:path extrusionOk="0" h="761" w="761">
                  <a:moveTo>
                    <a:pt x="365" y="0"/>
                  </a:moveTo>
                  <a:cubicBezTo>
                    <a:pt x="153" y="0"/>
                    <a:pt x="1" y="152"/>
                    <a:pt x="1" y="365"/>
                  </a:cubicBezTo>
                  <a:cubicBezTo>
                    <a:pt x="1" y="578"/>
                    <a:pt x="153" y="760"/>
                    <a:pt x="365" y="760"/>
                  </a:cubicBezTo>
                  <a:cubicBezTo>
                    <a:pt x="578" y="760"/>
                    <a:pt x="761" y="578"/>
                    <a:pt x="761" y="365"/>
                  </a:cubicBezTo>
                  <a:cubicBezTo>
                    <a:pt x="761"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29"/>
            <p:cNvSpPr/>
            <p:nvPr/>
          </p:nvSpPr>
          <p:spPr>
            <a:xfrm>
              <a:off x="985600" y="2362800"/>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29"/>
            <p:cNvSpPr/>
            <p:nvPr/>
          </p:nvSpPr>
          <p:spPr>
            <a:xfrm>
              <a:off x="8868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29"/>
            <p:cNvSpPr/>
            <p:nvPr/>
          </p:nvSpPr>
          <p:spPr>
            <a:xfrm>
              <a:off x="788025" y="2362800"/>
              <a:ext cx="19025" cy="19025"/>
            </a:xfrm>
            <a:custGeom>
              <a:rect b="b" l="l" r="r" t="t"/>
              <a:pathLst>
                <a:path extrusionOk="0" h="761" w="761">
                  <a:moveTo>
                    <a:pt x="395" y="0"/>
                  </a:moveTo>
                  <a:cubicBezTo>
                    <a:pt x="183" y="0"/>
                    <a:pt x="0" y="152"/>
                    <a:pt x="0" y="365"/>
                  </a:cubicBezTo>
                  <a:cubicBezTo>
                    <a:pt x="0" y="578"/>
                    <a:pt x="183" y="760"/>
                    <a:pt x="395" y="760"/>
                  </a:cubicBezTo>
                  <a:cubicBezTo>
                    <a:pt x="608" y="760"/>
                    <a:pt x="760" y="578"/>
                    <a:pt x="760" y="365"/>
                  </a:cubicBezTo>
                  <a:cubicBezTo>
                    <a:pt x="760" y="152"/>
                    <a:pt x="60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29"/>
            <p:cNvSpPr/>
            <p:nvPr/>
          </p:nvSpPr>
          <p:spPr>
            <a:xfrm>
              <a:off x="690000" y="2362800"/>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29"/>
            <p:cNvSpPr/>
            <p:nvPr/>
          </p:nvSpPr>
          <p:spPr>
            <a:xfrm>
              <a:off x="5912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29"/>
            <p:cNvSpPr/>
            <p:nvPr/>
          </p:nvSpPr>
          <p:spPr>
            <a:xfrm>
              <a:off x="493175" y="2362800"/>
              <a:ext cx="19025" cy="19025"/>
            </a:xfrm>
            <a:custGeom>
              <a:rect b="b" l="l" r="r" t="t"/>
              <a:pathLst>
                <a:path extrusionOk="0" h="761" w="761">
                  <a:moveTo>
                    <a:pt x="366" y="0"/>
                  </a:moveTo>
                  <a:cubicBezTo>
                    <a:pt x="153" y="0"/>
                    <a:pt x="1" y="152"/>
                    <a:pt x="1" y="365"/>
                  </a:cubicBezTo>
                  <a:cubicBezTo>
                    <a:pt x="1" y="578"/>
                    <a:pt x="153" y="760"/>
                    <a:pt x="366" y="760"/>
                  </a:cubicBezTo>
                  <a:cubicBezTo>
                    <a:pt x="578" y="760"/>
                    <a:pt x="761" y="578"/>
                    <a:pt x="761" y="365"/>
                  </a:cubicBezTo>
                  <a:cubicBezTo>
                    <a:pt x="761" y="152"/>
                    <a:pt x="578" y="0"/>
                    <a:pt x="36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29"/>
            <p:cNvSpPr/>
            <p:nvPr/>
          </p:nvSpPr>
          <p:spPr>
            <a:xfrm>
              <a:off x="1675575" y="227540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29"/>
            <p:cNvSpPr/>
            <p:nvPr/>
          </p:nvSpPr>
          <p:spPr>
            <a:xfrm>
              <a:off x="1576800" y="2275400"/>
              <a:ext cx="19000" cy="19025"/>
            </a:xfrm>
            <a:custGeom>
              <a:rect b="b" l="l" r="r" t="t"/>
              <a:pathLst>
                <a:path extrusionOk="0" h="761" w="760">
                  <a:moveTo>
                    <a:pt x="365" y="1"/>
                  </a:moveTo>
                  <a:cubicBezTo>
                    <a:pt x="182" y="1"/>
                    <a:pt x="0" y="183"/>
                    <a:pt x="0" y="396"/>
                  </a:cubicBezTo>
                  <a:cubicBezTo>
                    <a:pt x="0" y="609"/>
                    <a:pt x="18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29"/>
            <p:cNvSpPr/>
            <p:nvPr/>
          </p:nvSpPr>
          <p:spPr>
            <a:xfrm>
              <a:off x="14780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29"/>
            <p:cNvSpPr/>
            <p:nvPr/>
          </p:nvSpPr>
          <p:spPr>
            <a:xfrm>
              <a:off x="1379975" y="227540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29"/>
            <p:cNvSpPr/>
            <p:nvPr/>
          </p:nvSpPr>
          <p:spPr>
            <a:xfrm>
              <a:off x="1281200" y="2275400"/>
              <a:ext cx="19025" cy="19025"/>
            </a:xfrm>
            <a:custGeom>
              <a:rect b="b" l="l" r="r" t="t"/>
              <a:pathLst>
                <a:path extrusionOk="0" h="761" w="761">
                  <a:moveTo>
                    <a:pt x="395" y="1"/>
                  </a:moveTo>
                  <a:cubicBezTo>
                    <a:pt x="183" y="1"/>
                    <a:pt x="0" y="183"/>
                    <a:pt x="0" y="396"/>
                  </a:cubicBezTo>
                  <a:cubicBezTo>
                    <a:pt x="0" y="609"/>
                    <a:pt x="183" y="761"/>
                    <a:pt x="395" y="761"/>
                  </a:cubicBezTo>
                  <a:cubicBezTo>
                    <a:pt x="578" y="761"/>
                    <a:pt x="760" y="609"/>
                    <a:pt x="760" y="396"/>
                  </a:cubicBezTo>
                  <a:cubicBezTo>
                    <a:pt x="760" y="18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29"/>
            <p:cNvSpPr/>
            <p:nvPr/>
          </p:nvSpPr>
          <p:spPr>
            <a:xfrm>
              <a:off x="11824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29"/>
            <p:cNvSpPr/>
            <p:nvPr/>
          </p:nvSpPr>
          <p:spPr>
            <a:xfrm>
              <a:off x="1084375" y="227540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1" y="609"/>
                    <a:pt x="761" y="396"/>
                  </a:cubicBezTo>
                  <a:cubicBezTo>
                    <a:pt x="761"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29"/>
            <p:cNvSpPr/>
            <p:nvPr/>
          </p:nvSpPr>
          <p:spPr>
            <a:xfrm>
              <a:off x="985600" y="227540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29"/>
            <p:cNvSpPr/>
            <p:nvPr/>
          </p:nvSpPr>
          <p:spPr>
            <a:xfrm>
              <a:off x="8868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29"/>
            <p:cNvSpPr/>
            <p:nvPr/>
          </p:nvSpPr>
          <p:spPr>
            <a:xfrm>
              <a:off x="788025" y="2275400"/>
              <a:ext cx="19025" cy="19025"/>
            </a:xfrm>
            <a:custGeom>
              <a:rect b="b" l="l" r="r" t="t"/>
              <a:pathLst>
                <a:path extrusionOk="0" h="761" w="761">
                  <a:moveTo>
                    <a:pt x="395" y="1"/>
                  </a:moveTo>
                  <a:cubicBezTo>
                    <a:pt x="183" y="1"/>
                    <a:pt x="0" y="183"/>
                    <a:pt x="0" y="396"/>
                  </a:cubicBezTo>
                  <a:cubicBezTo>
                    <a:pt x="0" y="609"/>
                    <a:pt x="183" y="761"/>
                    <a:pt x="395" y="761"/>
                  </a:cubicBezTo>
                  <a:cubicBezTo>
                    <a:pt x="608" y="761"/>
                    <a:pt x="760" y="609"/>
                    <a:pt x="760" y="396"/>
                  </a:cubicBezTo>
                  <a:cubicBezTo>
                    <a:pt x="760" y="18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29"/>
            <p:cNvSpPr/>
            <p:nvPr/>
          </p:nvSpPr>
          <p:spPr>
            <a:xfrm>
              <a:off x="690000" y="227540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29"/>
            <p:cNvSpPr/>
            <p:nvPr/>
          </p:nvSpPr>
          <p:spPr>
            <a:xfrm>
              <a:off x="5912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29"/>
            <p:cNvSpPr/>
            <p:nvPr/>
          </p:nvSpPr>
          <p:spPr>
            <a:xfrm>
              <a:off x="493175" y="2275400"/>
              <a:ext cx="19025" cy="19025"/>
            </a:xfrm>
            <a:custGeom>
              <a:rect b="b" l="l" r="r" t="t"/>
              <a:pathLst>
                <a:path extrusionOk="0" h="761" w="761">
                  <a:moveTo>
                    <a:pt x="366" y="1"/>
                  </a:moveTo>
                  <a:cubicBezTo>
                    <a:pt x="153" y="1"/>
                    <a:pt x="1" y="183"/>
                    <a:pt x="1" y="396"/>
                  </a:cubicBezTo>
                  <a:cubicBezTo>
                    <a:pt x="1" y="609"/>
                    <a:pt x="153" y="761"/>
                    <a:pt x="366" y="761"/>
                  </a:cubicBezTo>
                  <a:cubicBezTo>
                    <a:pt x="578" y="761"/>
                    <a:pt x="761" y="609"/>
                    <a:pt x="761" y="396"/>
                  </a:cubicBezTo>
                  <a:cubicBezTo>
                    <a:pt x="761" y="18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29"/>
            <p:cNvSpPr/>
            <p:nvPr/>
          </p:nvSpPr>
          <p:spPr>
            <a:xfrm>
              <a:off x="1675575" y="2188775"/>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29"/>
            <p:cNvSpPr/>
            <p:nvPr/>
          </p:nvSpPr>
          <p:spPr>
            <a:xfrm>
              <a:off x="1576800" y="2188775"/>
              <a:ext cx="19000" cy="19025"/>
            </a:xfrm>
            <a:custGeom>
              <a:rect b="b" l="l" r="r" t="t"/>
              <a:pathLst>
                <a:path extrusionOk="0" h="761" w="760">
                  <a:moveTo>
                    <a:pt x="365" y="1"/>
                  </a:moveTo>
                  <a:cubicBezTo>
                    <a:pt x="182" y="1"/>
                    <a:pt x="0" y="183"/>
                    <a:pt x="0" y="396"/>
                  </a:cubicBezTo>
                  <a:cubicBezTo>
                    <a:pt x="0" y="609"/>
                    <a:pt x="18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29"/>
            <p:cNvSpPr/>
            <p:nvPr/>
          </p:nvSpPr>
          <p:spPr>
            <a:xfrm>
              <a:off x="14780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29"/>
            <p:cNvSpPr/>
            <p:nvPr/>
          </p:nvSpPr>
          <p:spPr>
            <a:xfrm>
              <a:off x="1379975" y="2188775"/>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29"/>
            <p:cNvSpPr/>
            <p:nvPr/>
          </p:nvSpPr>
          <p:spPr>
            <a:xfrm>
              <a:off x="1281200" y="2188775"/>
              <a:ext cx="19025" cy="19025"/>
            </a:xfrm>
            <a:custGeom>
              <a:rect b="b" l="l" r="r" t="t"/>
              <a:pathLst>
                <a:path extrusionOk="0" h="761" w="761">
                  <a:moveTo>
                    <a:pt x="395" y="1"/>
                  </a:moveTo>
                  <a:cubicBezTo>
                    <a:pt x="183" y="1"/>
                    <a:pt x="0" y="183"/>
                    <a:pt x="0" y="396"/>
                  </a:cubicBezTo>
                  <a:cubicBezTo>
                    <a:pt x="0" y="609"/>
                    <a:pt x="183" y="761"/>
                    <a:pt x="395" y="761"/>
                  </a:cubicBezTo>
                  <a:cubicBezTo>
                    <a:pt x="578" y="761"/>
                    <a:pt x="760" y="609"/>
                    <a:pt x="760" y="396"/>
                  </a:cubicBezTo>
                  <a:cubicBezTo>
                    <a:pt x="760" y="18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29"/>
            <p:cNvSpPr/>
            <p:nvPr/>
          </p:nvSpPr>
          <p:spPr>
            <a:xfrm>
              <a:off x="11824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29"/>
            <p:cNvSpPr/>
            <p:nvPr/>
          </p:nvSpPr>
          <p:spPr>
            <a:xfrm>
              <a:off x="1084375" y="2188775"/>
              <a:ext cx="19025" cy="19025"/>
            </a:xfrm>
            <a:custGeom>
              <a:rect b="b" l="l" r="r" t="t"/>
              <a:pathLst>
                <a:path extrusionOk="0" h="761" w="761">
                  <a:moveTo>
                    <a:pt x="365" y="1"/>
                  </a:moveTo>
                  <a:cubicBezTo>
                    <a:pt x="153" y="1"/>
                    <a:pt x="1" y="183"/>
                    <a:pt x="1" y="396"/>
                  </a:cubicBezTo>
                  <a:cubicBezTo>
                    <a:pt x="1" y="609"/>
                    <a:pt x="153" y="761"/>
                    <a:pt x="365" y="761"/>
                  </a:cubicBezTo>
                  <a:cubicBezTo>
                    <a:pt x="578" y="761"/>
                    <a:pt x="761" y="609"/>
                    <a:pt x="761" y="396"/>
                  </a:cubicBezTo>
                  <a:cubicBezTo>
                    <a:pt x="761"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29"/>
            <p:cNvSpPr/>
            <p:nvPr/>
          </p:nvSpPr>
          <p:spPr>
            <a:xfrm>
              <a:off x="985600" y="2188775"/>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29"/>
            <p:cNvSpPr/>
            <p:nvPr/>
          </p:nvSpPr>
          <p:spPr>
            <a:xfrm>
              <a:off x="8868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29"/>
            <p:cNvSpPr/>
            <p:nvPr/>
          </p:nvSpPr>
          <p:spPr>
            <a:xfrm>
              <a:off x="788025" y="2188775"/>
              <a:ext cx="19025" cy="19025"/>
            </a:xfrm>
            <a:custGeom>
              <a:rect b="b" l="l" r="r" t="t"/>
              <a:pathLst>
                <a:path extrusionOk="0" h="761" w="761">
                  <a:moveTo>
                    <a:pt x="395" y="1"/>
                  </a:moveTo>
                  <a:cubicBezTo>
                    <a:pt x="183" y="1"/>
                    <a:pt x="0" y="183"/>
                    <a:pt x="0" y="396"/>
                  </a:cubicBezTo>
                  <a:cubicBezTo>
                    <a:pt x="0" y="609"/>
                    <a:pt x="183" y="761"/>
                    <a:pt x="395" y="761"/>
                  </a:cubicBezTo>
                  <a:cubicBezTo>
                    <a:pt x="608" y="761"/>
                    <a:pt x="760" y="609"/>
                    <a:pt x="760" y="396"/>
                  </a:cubicBezTo>
                  <a:cubicBezTo>
                    <a:pt x="760" y="18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29"/>
            <p:cNvSpPr/>
            <p:nvPr/>
          </p:nvSpPr>
          <p:spPr>
            <a:xfrm>
              <a:off x="690000" y="2188775"/>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29"/>
            <p:cNvSpPr/>
            <p:nvPr/>
          </p:nvSpPr>
          <p:spPr>
            <a:xfrm>
              <a:off x="5912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29"/>
            <p:cNvSpPr/>
            <p:nvPr/>
          </p:nvSpPr>
          <p:spPr>
            <a:xfrm>
              <a:off x="493175" y="2188775"/>
              <a:ext cx="19025" cy="19025"/>
            </a:xfrm>
            <a:custGeom>
              <a:rect b="b" l="l" r="r" t="t"/>
              <a:pathLst>
                <a:path extrusionOk="0" h="761" w="761">
                  <a:moveTo>
                    <a:pt x="366" y="1"/>
                  </a:moveTo>
                  <a:cubicBezTo>
                    <a:pt x="153" y="1"/>
                    <a:pt x="1" y="183"/>
                    <a:pt x="1" y="396"/>
                  </a:cubicBezTo>
                  <a:cubicBezTo>
                    <a:pt x="1" y="609"/>
                    <a:pt x="153" y="761"/>
                    <a:pt x="366" y="761"/>
                  </a:cubicBezTo>
                  <a:cubicBezTo>
                    <a:pt x="578" y="761"/>
                    <a:pt x="761" y="609"/>
                    <a:pt x="761" y="396"/>
                  </a:cubicBezTo>
                  <a:cubicBezTo>
                    <a:pt x="761" y="18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29"/>
            <p:cNvSpPr/>
            <p:nvPr/>
          </p:nvSpPr>
          <p:spPr>
            <a:xfrm>
              <a:off x="1675575" y="210215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29"/>
            <p:cNvSpPr/>
            <p:nvPr/>
          </p:nvSpPr>
          <p:spPr>
            <a:xfrm>
              <a:off x="1576800" y="2102150"/>
              <a:ext cx="19000" cy="19025"/>
            </a:xfrm>
            <a:custGeom>
              <a:rect b="b" l="l" r="r" t="t"/>
              <a:pathLst>
                <a:path extrusionOk="0" h="761" w="760">
                  <a:moveTo>
                    <a:pt x="365" y="1"/>
                  </a:moveTo>
                  <a:cubicBezTo>
                    <a:pt x="182" y="1"/>
                    <a:pt x="0" y="183"/>
                    <a:pt x="0" y="396"/>
                  </a:cubicBezTo>
                  <a:cubicBezTo>
                    <a:pt x="0" y="609"/>
                    <a:pt x="18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29"/>
            <p:cNvSpPr/>
            <p:nvPr/>
          </p:nvSpPr>
          <p:spPr>
            <a:xfrm>
              <a:off x="14780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29"/>
            <p:cNvSpPr/>
            <p:nvPr/>
          </p:nvSpPr>
          <p:spPr>
            <a:xfrm>
              <a:off x="1379975" y="210215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29"/>
            <p:cNvSpPr/>
            <p:nvPr/>
          </p:nvSpPr>
          <p:spPr>
            <a:xfrm>
              <a:off x="1281200" y="2102150"/>
              <a:ext cx="19025" cy="19025"/>
            </a:xfrm>
            <a:custGeom>
              <a:rect b="b" l="l" r="r" t="t"/>
              <a:pathLst>
                <a:path extrusionOk="0" h="761" w="761">
                  <a:moveTo>
                    <a:pt x="395" y="1"/>
                  </a:moveTo>
                  <a:cubicBezTo>
                    <a:pt x="183" y="1"/>
                    <a:pt x="0" y="183"/>
                    <a:pt x="0" y="396"/>
                  </a:cubicBezTo>
                  <a:cubicBezTo>
                    <a:pt x="0" y="609"/>
                    <a:pt x="183" y="761"/>
                    <a:pt x="395" y="761"/>
                  </a:cubicBezTo>
                  <a:cubicBezTo>
                    <a:pt x="578" y="761"/>
                    <a:pt x="760" y="609"/>
                    <a:pt x="760" y="396"/>
                  </a:cubicBezTo>
                  <a:cubicBezTo>
                    <a:pt x="760" y="18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29"/>
            <p:cNvSpPr/>
            <p:nvPr/>
          </p:nvSpPr>
          <p:spPr>
            <a:xfrm>
              <a:off x="11824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29"/>
            <p:cNvSpPr/>
            <p:nvPr/>
          </p:nvSpPr>
          <p:spPr>
            <a:xfrm>
              <a:off x="1084375" y="210215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1" y="609"/>
                    <a:pt x="761" y="396"/>
                  </a:cubicBezTo>
                  <a:cubicBezTo>
                    <a:pt x="761"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29"/>
            <p:cNvSpPr/>
            <p:nvPr/>
          </p:nvSpPr>
          <p:spPr>
            <a:xfrm>
              <a:off x="985600" y="210215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29"/>
            <p:cNvSpPr/>
            <p:nvPr/>
          </p:nvSpPr>
          <p:spPr>
            <a:xfrm>
              <a:off x="8868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29"/>
            <p:cNvSpPr/>
            <p:nvPr/>
          </p:nvSpPr>
          <p:spPr>
            <a:xfrm>
              <a:off x="788025" y="2102150"/>
              <a:ext cx="19025" cy="19025"/>
            </a:xfrm>
            <a:custGeom>
              <a:rect b="b" l="l" r="r" t="t"/>
              <a:pathLst>
                <a:path extrusionOk="0" h="761" w="761">
                  <a:moveTo>
                    <a:pt x="395" y="1"/>
                  </a:moveTo>
                  <a:cubicBezTo>
                    <a:pt x="183" y="1"/>
                    <a:pt x="0" y="183"/>
                    <a:pt x="0" y="396"/>
                  </a:cubicBezTo>
                  <a:cubicBezTo>
                    <a:pt x="0" y="609"/>
                    <a:pt x="183" y="761"/>
                    <a:pt x="395" y="761"/>
                  </a:cubicBezTo>
                  <a:cubicBezTo>
                    <a:pt x="608" y="761"/>
                    <a:pt x="760" y="609"/>
                    <a:pt x="760" y="396"/>
                  </a:cubicBezTo>
                  <a:cubicBezTo>
                    <a:pt x="760" y="18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29"/>
            <p:cNvSpPr/>
            <p:nvPr/>
          </p:nvSpPr>
          <p:spPr>
            <a:xfrm>
              <a:off x="690000" y="210215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29"/>
            <p:cNvSpPr/>
            <p:nvPr/>
          </p:nvSpPr>
          <p:spPr>
            <a:xfrm>
              <a:off x="5912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29"/>
            <p:cNvSpPr/>
            <p:nvPr/>
          </p:nvSpPr>
          <p:spPr>
            <a:xfrm>
              <a:off x="493175" y="2102150"/>
              <a:ext cx="19025" cy="19025"/>
            </a:xfrm>
            <a:custGeom>
              <a:rect b="b" l="l" r="r" t="t"/>
              <a:pathLst>
                <a:path extrusionOk="0" h="761" w="761">
                  <a:moveTo>
                    <a:pt x="366" y="1"/>
                  </a:moveTo>
                  <a:cubicBezTo>
                    <a:pt x="153" y="1"/>
                    <a:pt x="1" y="183"/>
                    <a:pt x="1" y="396"/>
                  </a:cubicBezTo>
                  <a:cubicBezTo>
                    <a:pt x="1" y="609"/>
                    <a:pt x="153" y="761"/>
                    <a:pt x="366" y="761"/>
                  </a:cubicBezTo>
                  <a:cubicBezTo>
                    <a:pt x="578" y="761"/>
                    <a:pt x="761" y="609"/>
                    <a:pt x="761" y="396"/>
                  </a:cubicBezTo>
                  <a:cubicBezTo>
                    <a:pt x="761" y="18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9" name="Google Shape;4789;p29"/>
          <p:cNvGrpSpPr/>
          <p:nvPr/>
        </p:nvGrpSpPr>
        <p:grpSpPr>
          <a:xfrm rot="5400000">
            <a:off x="8983943" y="2351276"/>
            <a:ext cx="702175" cy="1850350"/>
            <a:chOff x="6601575" y="3455900"/>
            <a:chExt cx="702175" cy="1850350"/>
          </a:xfrm>
        </p:grpSpPr>
        <p:sp>
          <p:nvSpPr>
            <p:cNvPr id="4790" name="Google Shape;4790;p29"/>
            <p:cNvSpPr/>
            <p:nvPr/>
          </p:nvSpPr>
          <p:spPr>
            <a:xfrm>
              <a:off x="6601575" y="5187675"/>
              <a:ext cx="118575" cy="118575"/>
            </a:xfrm>
            <a:custGeom>
              <a:rect b="b" l="l" r="r" t="t"/>
              <a:pathLst>
                <a:path extrusionOk="0" h="4743" w="4743">
                  <a:moveTo>
                    <a:pt x="1885" y="1"/>
                  </a:moveTo>
                  <a:lnTo>
                    <a:pt x="1885" y="1885"/>
                  </a:lnTo>
                  <a:lnTo>
                    <a:pt x="1" y="1885"/>
                  </a:lnTo>
                  <a:lnTo>
                    <a:pt x="1"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29"/>
            <p:cNvSpPr/>
            <p:nvPr/>
          </p:nvSpPr>
          <p:spPr>
            <a:xfrm>
              <a:off x="6601575" y="4994675"/>
              <a:ext cx="118575" cy="119325"/>
            </a:xfrm>
            <a:custGeom>
              <a:rect b="b" l="l" r="r" t="t"/>
              <a:pathLst>
                <a:path extrusionOk="0" h="4773" w="4743">
                  <a:moveTo>
                    <a:pt x="1885" y="0"/>
                  </a:moveTo>
                  <a:lnTo>
                    <a:pt x="1885" y="1915"/>
                  </a:lnTo>
                  <a:lnTo>
                    <a:pt x="1" y="1915"/>
                  </a:lnTo>
                  <a:lnTo>
                    <a:pt x="1" y="2858"/>
                  </a:lnTo>
                  <a:lnTo>
                    <a:pt x="1885" y="2858"/>
                  </a:lnTo>
                  <a:lnTo>
                    <a:pt x="1885" y="4772"/>
                  </a:lnTo>
                  <a:lnTo>
                    <a:pt x="2827" y="4772"/>
                  </a:lnTo>
                  <a:lnTo>
                    <a:pt x="2827" y="2858"/>
                  </a:lnTo>
                  <a:lnTo>
                    <a:pt x="4742" y="2858"/>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29"/>
            <p:cNvSpPr/>
            <p:nvPr/>
          </p:nvSpPr>
          <p:spPr>
            <a:xfrm>
              <a:off x="6601575" y="4802425"/>
              <a:ext cx="118575" cy="119325"/>
            </a:xfrm>
            <a:custGeom>
              <a:rect b="b" l="l" r="r" t="t"/>
              <a:pathLst>
                <a:path extrusionOk="0" h="4773" w="4743">
                  <a:moveTo>
                    <a:pt x="1885" y="0"/>
                  </a:moveTo>
                  <a:lnTo>
                    <a:pt x="1885" y="1915"/>
                  </a:lnTo>
                  <a:lnTo>
                    <a:pt x="1" y="1915"/>
                  </a:lnTo>
                  <a:lnTo>
                    <a:pt x="1" y="2857"/>
                  </a:lnTo>
                  <a:lnTo>
                    <a:pt x="1885" y="2857"/>
                  </a:lnTo>
                  <a:lnTo>
                    <a:pt x="1885" y="4772"/>
                  </a:lnTo>
                  <a:lnTo>
                    <a:pt x="2827" y="477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29"/>
            <p:cNvSpPr/>
            <p:nvPr/>
          </p:nvSpPr>
          <p:spPr>
            <a:xfrm>
              <a:off x="6601575" y="4610175"/>
              <a:ext cx="118575" cy="118550"/>
            </a:xfrm>
            <a:custGeom>
              <a:rect b="b" l="l" r="r" t="t"/>
              <a:pathLst>
                <a:path extrusionOk="0" h="4742" w="4743">
                  <a:moveTo>
                    <a:pt x="1885" y="0"/>
                  </a:moveTo>
                  <a:lnTo>
                    <a:pt x="1885" y="1915"/>
                  </a:lnTo>
                  <a:lnTo>
                    <a:pt x="1" y="1915"/>
                  </a:lnTo>
                  <a:lnTo>
                    <a:pt x="1" y="2857"/>
                  </a:lnTo>
                  <a:lnTo>
                    <a:pt x="1885" y="2857"/>
                  </a:lnTo>
                  <a:lnTo>
                    <a:pt x="1885" y="4742"/>
                  </a:lnTo>
                  <a:lnTo>
                    <a:pt x="2827" y="474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29"/>
            <p:cNvSpPr/>
            <p:nvPr/>
          </p:nvSpPr>
          <p:spPr>
            <a:xfrm>
              <a:off x="6601575" y="4417925"/>
              <a:ext cx="118575" cy="118550"/>
            </a:xfrm>
            <a:custGeom>
              <a:rect b="b" l="l" r="r" t="t"/>
              <a:pathLst>
                <a:path extrusionOk="0" h="4742" w="4743">
                  <a:moveTo>
                    <a:pt x="1885" y="0"/>
                  </a:moveTo>
                  <a:lnTo>
                    <a:pt x="1885" y="1915"/>
                  </a:lnTo>
                  <a:lnTo>
                    <a:pt x="1" y="1915"/>
                  </a:lnTo>
                  <a:lnTo>
                    <a:pt x="1" y="2857"/>
                  </a:lnTo>
                  <a:lnTo>
                    <a:pt x="1885" y="2857"/>
                  </a:lnTo>
                  <a:lnTo>
                    <a:pt x="1885" y="4742"/>
                  </a:lnTo>
                  <a:lnTo>
                    <a:pt x="2827" y="474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29"/>
            <p:cNvSpPr/>
            <p:nvPr/>
          </p:nvSpPr>
          <p:spPr>
            <a:xfrm>
              <a:off x="6601575" y="4225675"/>
              <a:ext cx="118575" cy="118550"/>
            </a:xfrm>
            <a:custGeom>
              <a:rect b="b" l="l" r="r" t="t"/>
              <a:pathLst>
                <a:path extrusionOk="0" h="4742" w="4743">
                  <a:moveTo>
                    <a:pt x="1885" y="0"/>
                  </a:moveTo>
                  <a:lnTo>
                    <a:pt x="1885" y="1885"/>
                  </a:lnTo>
                  <a:lnTo>
                    <a:pt x="1" y="1885"/>
                  </a:lnTo>
                  <a:lnTo>
                    <a:pt x="1" y="2857"/>
                  </a:lnTo>
                  <a:lnTo>
                    <a:pt x="1885" y="2857"/>
                  </a:lnTo>
                  <a:lnTo>
                    <a:pt x="1885" y="4742"/>
                  </a:lnTo>
                  <a:lnTo>
                    <a:pt x="2827" y="4742"/>
                  </a:lnTo>
                  <a:lnTo>
                    <a:pt x="2827" y="2857"/>
                  </a:lnTo>
                  <a:lnTo>
                    <a:pt x="4742" y="2857"/>
                  </a:lnTo>
                  <a:lnTo>
                    <a:pt x="4742" y="1885"/>
                  </a:lnTo>
                  <a:lnTo>
                    <a:pt x="2827" y="188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29"/>
            <p:cNvSpPr/>
            <p:nvPr/>
          </p:nvSpPr>
          <p:spPr>
            <a:xfrm>
              <a:off x="6601575" y="4033400"/>
              <a:ext cx="118575" cy="118575"/>
            </a:xfrm>
            <a:custGeom>
              <a:rect b="b" l="l" r="r" t="t"/>
              <a:pathLst>
                <a:path extrusionOk="0" h="4743" w="4743">
                  <a:moveTo>
                    <a:pt x="1885" y="1"/>
                  </a:moveTo>
                  <a:lnTo>
                    <a:pt x="1885" y="1885"/>
                  </a:lnTo>
                  <a:lnTo>
                    <a:pt x="1" y="1885"/>
                  </a:lnTo>
                  <a:lnTo>
                    <a:pt x="1"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29"/>
            <p:cNvSpPr/>
            <p:nvPr/>
          </p:nvSpPr>
          <p:spPr>
            <a:xfrm>
              <a:off x="6601575" y="3841150"/>
              <a:ext cx="118575" cy="118575"/>
            </a:xfrm>
            <a:custGeom>
              <a:rect b="b" l="l" r="r" t="t"/>
              <a:pathLst>
                <a:path extrusionOk="0" h="4743" w="4743">
                  <a:moveTo>
                    <a:pt x="1885" y="1"/>
                  </a:moveTo>
                  <a:lnTo>
                    <a:pt x="1885" y="1885"/>
                  </a:lnTo>
                  <a:lnTo>
                    <a:pt x="1" y="1885"/>
                  </a:lnTo>
                  <a:lnTo>
                    <a:pt x="1"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29"/>
            <p:cNvSpPr/>
            <p:nvPr/>
          </p:nvSpPr>
          <p:spPr>
            <a:xfrm>
              <a:off x="6601575" y="3648900"/>
              <a:ext cx="118575" cy="118575"/>
            </a:xfrm>
            <a:custGeom>
              <a:rect b="b" l="l" r="r" t="t"/>
              <a:pathLst>
                <a:path extrusionOk="0" h="4743" w="4743">
                  <a:moveTo>
                    <a:pt x="1885" y="1"/>
                  </a:moveTo>
                  <a:lnTo>
                    <a:pt x="1885" y="1885"/>
                  </a:lnTo>
                  <a:lnTo>
                    <a:pt x="1" y="1885"/>
                  </a:lnTo>
                  <a:lnTo>
                    <a:pt x="1" y="2828"/>
                  </a:lnTo>
                  <a:lnTo>
                    <a:pt x="1885" y="2828"/>
                  </a:lnTo>
                  <a:lnTo>
                    <a:pt x="1885" y="4742"/>
                  </a:lnTo>
                  <a:lnTo>
                    <a:pt x="2827" y="4742"/>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29"/>
            <p:cNvSpPr/>
            <p:nvPr/>
          </p:nvSpPr>
          <p:spPr>
            <a:xfrm>
              <a:off x="6796100" y="5187675"/>
              <a:ext cx="118575" cy="118575"/>
            </a:xfrm>
            <a:custGeom>
              <a:rect b="b" l="l" r="r" t="t"/>
              <a:pathLst>
                <a:path extrusionOk="0" h="4743" w="4743">
                  <a:moveTo>
                    <a:pt x="1885" y="1"/>
                  </a:moveTo>
                  <a:lnTo>
                    <a:pt x="1885" y="1885"/>
                  </a:lnTo>
                  <a:lnTo>
                    <a:pt x="1" y="1885"/>
                  </a:lnTo>
                  <a:lnTo>
                    <a:pt x="1" y="2828"/>
                  </a:lnTo>
                  <a:lnTo>
                    <a:pt x="1885" y="2828"/>
                  </a:lnTo>
                  <a:lnTo>
                    <a:pt x="1885" y="4743"/>
                  </a:lnTo>
                  <a:lnTo>
                    <a:pt x="2828" y="4743"/>
                  </a:lnTo>
                  <a:lnTo>
                    <a:pt x="2828" y="2828"/>
                  </a:lnTo>
                  <a:lnTo>
                    <a:pt x="4743" y="2828"/>
                  </a:lnTo>
                  <a:lnTo>
                    <a:pt x="4743" y="1885"/>
                  </a:lnTo>
                  <a:lnTo>
                    <a:pt x="2828" y="1885"/>
                  </a:lnTo>
                  <a:lnTo>
                    <a:pt x="28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29"/>
            <p:cNvSpPr/>
            <p:nvPr/>
          </p:nvSpPr>
          <p:spPr>
            <a:xfrm>
              <a:off x="6796100" y="4994675"/>
              <a:ext cx="118575" cy="119325"/>
            </a:xfrm>
            <a:custGeom>
              <a:rect b="b" l="l" r="r" t="t"/>
              <a:pathLst>
                <a:path extrusionOk="0" h="4773" w="4743">
                  <a:moveTo>
                    <a:pt x="1885" y="0"/>
                  </a:moveTo>
                  <a:lnTo>
                    <a:pt x="1885" y="1915"/>
                  </a:lnTo>
                  <a:lnTo>
                    <a:pt x="1" y="1915"/>
                  </a:lnTo>
                  <a:lnTo>
                    <a:pt x="1" y="2858"/>
                  </a:lnTo>
                  <a:lnTo>
                    <a:pt x="1885" y="2858"/>
                  </a:lnTo>
                  <a:lnTo>
                    <a:pt x="1885" y="4772"/>
                  </a:lnTo>
                  <a:lnTo>
                    <a:pt x="2828" y="4772"/>
                  </a:lnTo>
                  <a:lnTo>
                    <a:pt x="2828" y="2858"/>
                  </a:lnTo>
                  <a:lnTo>
                    <a:pt x="4743" y="2858"/>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29"/>
            <p:cNvSpPr/>
            <p:nvPr/>
          </p:nvSpPr>
          <p:spPr>
            <a:xfrm>
              <a:off x="6796100" y="4802425"/>
              <a:ext cx="118575" cy="119325"/>
            </a:xfrm>
            <a:custGeom>
              <a:rect b="b" l="l" r="r" t="t"/>
              <a:pathLst>
                <a:path extrusionOk="0" h="4773" w="4743">
                  <a:moveTo>
                    <a:pt x="1885" y="0"/>
                  </a:moveTo>
                  <a:lnTo>
                    <a:pt x="1885" y="1915"/>
                  </a:lnTo>
                  <a:lnTo>
                    <a:pt x="1" y="1915"/>
                  </a:lnTo>
                  <a:lnTo>
                    <a:pt x="1" y="2857"/>
                  </a:lnTo>
                  <a:lnTo>
                    <a:pt x="1885" y="2857"/>
                  </a:lnTo>
                  <a:lnTo>
                    <a:pt x="1885" y="4772"/>
                  </a:lnTo>
                  <a:lnTo>
                    <a:pt x="2828" y="4772"/>
                  </a:lnTo>
                  <a:lnTo>
                    <a:pt x="2828" y="2857"/>
                  </a:lnTo>
                  <a:lnTo>
                    <a:pt x="4743" y="2857"/>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29"/>
            <p:cNvSpPr/>
            <p:nvPr/>
          </p:nvSpPr>
          <p:spPr>
            <a:xfrm>
              <a:off x="6796100" y="4610175"/>
              <a:ext cx="118575" cy="118550"/>
            </a:xfrm>
            <a:custGeom>
              <a:rect b="b" l="l" r="r" t="t"/>
              <a:pathLst>
                <a:path extrusionOk="0" h="4742" w="4743">
                  <a:moveTo>
                    <a:pt x="1885" y="0"/>
                  </a:moveTo>
                  <a:lnTo>
                    <a:pt x="1885" y="1915"/>
                  </a:lnTo>
                  <a:lnTo>
                    <a:pt x="1" y="1915"/>
                  </a:lnTo>
                  <a:lnTo>
                    <a:pt x="1" y="2857"/>
                  </a:lnTo>
                  <a:lnTo>
                    <a:pt x="1885" y="2857"/>
                  </a:lnTo>
                  <a:lnTo>
                    <a:pt x="1885" y="4742"/>
                  </a:lnTo>
                  <a:lnTo>
                    <a:pt x="2828" y="4742"/>
                  </a:lnTo>
                  <a:lnTo>
                    <a:pt x="2828" y="2857"/>
                  </a:lnTo>
                  <a:lnTo>
                    <a:pt x="4743" y="2857"/>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29"/>
            <p:cNvSpPr/>
            <p:nvPr/>
          </p:nvSpPr>
          <p:spPr>
            <a:xfrm>
              <a:off x="6796100" y="4417925"/>
              <a:ext cx="118575" cy="118550"/>
            </a:xfrm>
            <a:custGeom>
              <a:rect b="b" l="l" r="r" t="t"/>
              <a:pathLst>
                <a:path extrusionOk="0" h="4742" w="4743">
                  <a:moveTo>
                    <a:pt x="1885" y="0"/>
                  </a:moveTo>
                  <a:lnTo>
                    <a:pt x="1885" y="1915"/>
                  </a:lnTo>
                  <a:lnTo>
                    <a:pt x="1" y="1915"/>
                  </a:lnTo>
                  <a:lnTo>
                    <a:pt x="1" y="2857"/>
                  </a:lnTo>
                  <a:lnTo>
                    <a:pt x="1885" y="2857"/>
                  </a:lnTo>
                  <a:lnTo>
                    <a:pt x="1885" y="4742"/>
                  </a:lnTo>
                  <a:lnTo>
                    <a:pt x="2828" y="4742"/>
                  </a:lnTo>
                  <a:lnTo>
                    <a:pt x="2828" y="2857"/>
                  </a:lnTo>
                  <a:lnTo>
                    <a:pt x="4743" y="2857"/>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29"/>
            <p:cNvSpPr/>
            <p:nvPr/>
          </p:nvSpPr>
          <p:spPr>
            <a:xfrm>
              <a:off x="6796100" y="4225675"/>
              <a:ext cx="118575" cy="118550"/>
            </a:xfrm>
            <a:custGeom>
              <a:rect b="b" l="l" r="r" t="t"/>
              <a:pathLst>
                <a:path extrusionOk="0" h="4742" w="4743">
                  <a:moveTo>
                    <a:pt x="1885" y="0"/>
                  </a:moveTo>
                  <a:lnTo>
                    <a:pt x="1885" y="1885"/>
                  </a:lnTo>
                  <a:lnTo>
                    <a:pt x="1" y="1885"/>
                  </a:lnTo>
                  <a:lnTo>
                    <a:pt x="1" y="2857"/>
                  </a:lnTo>
                  <a:lnTo>
                    <a:pt x="1885" y="2857"/>
                  </a:lnTo>
                  <a:lnTo>
                    <a:pt x="1885" y="4742"/>
                  </a:lnTo>
                  <a:lnTo>
                    <a:pt x="2828" y="4742"/>
                  </a:lnTo>
                  <a:lnTo>
                    <a:pt x="2828" y="2857"/>
                  </a:lnTo>
                  <a:lnTo>
                    <a:pt x="4743" y="2857"/>
                  </a:lnTo>
                  <a:lnTo>
                    <a:pt x="4743" y="1885"/>
                  </a:lnTo>
                  <a:lnTo>
                    <a:pt x="2828" y="188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29"/>
            <p:cNvSpPr/>
            <p:nvPr/>
          </p:nvSpPr>
          <p:spPr>
            <a:xfrm>
              <a:off x="6796100" y="4033400"/>
              <a:ext cx="118575" cy="118575"/>
            </a:xfrm>
            <a:custGeom>
              <a:rect b="b" l="l" r="r" t="t"/>
              <a:pathLst>
                <a:path extrusionOk="0" h="4743" w="4743">
                  <a:moveTo>
                    <a:pt x="1885" y="1"/>
                  </a:moveTo>
                  <a:lnTo>
                    <a:pt x="1885" y="1885"/>
                  </a:lnTo>
                  <a:lnTo>
                    <a:pt x="1" y="1885"/>
                  </a:lnTo>
                  <a:lnTo>
                    <a:pt x="1" y="2828"/>
                  </a:lnTo>
                  <a:lnTo>
                    <a:pt x="1885" y="2828"/>
                  </a:lnTo>
                  <a:lnTo>
                    <a:pt x="1885" y="4743"/>
                  </a:lnTo>
                  <a:lnTo>
                    <a:pt x="2828" y="4743"/>
                  </a:lnTo>
                  <a:lnTo>
                    <a:pt x="2828" y="2828"/>
                  </a:lnTo>
                  <a:lnTo>
                    <a:pt x="4743" y="2828"/>
                  </a:lnTo>
                  <a:lnTo>
                    <a:pt x="4743" y="1885"/>
                  </a:lnTo>
                  <a:lnTo>
                    <a:pt x="2828" y="1885"/>
                  </a:lnTo>
                  <a:lnTo>
                    <a:pt x="28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29"/>
            <p:cNvSpPr/>
            <p:nvPr/>
          </p:nvSpPr>
          <p:spPr>
            <a:xfrm>
              <a:off x="6796100" y="3841150"/>
              <a:ext cx="118575" cy="118575"/>
            </a:xfrm>
            <a:custGeom>
              <a:rect b="b" l="l" r="r" t="t"/>
              <a:pathLst>
                <a:path extrusionOk="0" h="4743" w="4743">
                  <a:moveTo>
                    <a:pt x="1885" y="1"/>
                  </a:moveTo>
                  <a:lnTo>
                    <a:pt x="1885" y="1885"/>
                  </a:lnTo>
                  <a:lnTo>
                    <a:pt x="1" y="1885"/>
                  </a:lnTo>
                  <a:lnTo>
                    <a:pt x="1" y="2828"/>
                  </a:lnTo>
                  <a:lnTo>
                    <a:pt x="1885" y="2828"/>
                  </a:lnTo>
                  <a:lnTo>
                    <a:pt x="1885" y="4743"/>
                  </a:lnTo>
                  <a:lnTo>
                    <a:pt x="2828" y="4743"/>
                  </a:lnTo>
                  <a:lnTo>
                    <a:pt x="2828" y="2828"/>
                  </a:lnTo>
                  <a:lnTo>
                    <a:pt x="4743" y="2828"/>
                  </a:lnTo>
                  <a:lnTo>
                    <a:pt x="4743" y="1885"/>
                  </a:lnTo>
                  <a:lnTo>
                    <a:pt x="2828" y="1885"/>
                  </a:lnTo>
                  <a:lnTo>
                    <a:pt x="28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29"/>
            <p:cNvSpPr/>
            <p:nvPr/>
          </p:nvSpPr>
          <p:spPr>
            <a:xfrm>
              <a:off x="6796100" y="3648900"/>
              <a:ext cx="118575" cy="118575"/>
            </a:xfrm>
            <a:custGeom>
              <a:rect b="b" l="l" r="r" t="t"/>
              <a:pathLst>
                <a:path extrusionOk="0" h="4743" w="4743">
                  <a:moveTo>
                    <a:pt x="1885" y="1"/>
                  </a:moveTo>
                  <a:lnTo>
                    <a:pt x="1885" y="1885"/>
                  </a:lnTo>
                  <a:lnTo>
                    <a:pt x="1" y="1885"/>
                  </a:lnTo>
                  <a:lnTo>
                    <a:pt x="1" y="2828"/>
                  </a:lnTo>
                  <a:lnTo>
                    <a:pt x="1885" y="2828"/>
                  </a:lnTo>
                  <a:lnTo>
                    <a:pt x="1885" y="4742"/>
                  </a:lnTo>
                  <a:lnTo>
                    <a:pt x="2828" y="4742"/>
                  </a:lnTo>
                  <a:lnTo>
                    <a:pt x="2828" y="2828"/>
                  </a:lnTo>
                  <a:lnTo>
                    <a:pt x="4743" y="2828"/>
                  </a:lnTo>
                  <a:lnTo>
                    <a:pt x="4743" y="1885"/>
                  </a:lnTo>
                  <a:lnTo>
                    <a:pt x="2828" y="1885"/>
                  </a:lnTo>
                  <a:lnTo>
                    <a:pt x="28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29"/>
            <p:cNvSpPr/>
            <p:nvPr/>
          </p:nvSpPr>
          <p:spPr>
            <a:xfrm>
              <a:off x="6990650" y="5187675"/>
              <a:ext cx="118550" cy="118575"/>
            </a:xfrm>
            <a:custGeom>
              <a:rect b="b" l="l" r="r" t="t"/>
              <a:pathLst>
                <a:path extrusionOk="0" h="4743" w="4742">
                  <a:moveTo>
                    <a:pt x="1885" y="1"/>
                  </a:moveTo>
                  <a:lnTo>
                    <a:pt x="1885" y="1885"/>
                  </a:lnTo>
                  <a:lnTo>
                    <a:pt x="0" y="1885"/>
                  </a:lnTo>
                  <a:lnTo>
                    <a:pt x="0"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29"/>
            <p:cNvSpPr/>
            <p:nvPr/>
          </p:nvSpPr>
          <p:spPr>
            <a:xfrm>
              <a:off x="6990650" y="4994675"/>
              <a:ext cx="118550" cy="119325"/>
            </a:xfrm>
            <a:custGeom>
              <a:rect b="b" l="l" r="r" t="t"/>
              <a:pathLst>
                <a:path extrusionOk="0" h="4773" w="4742">
                  <a:moveTo>
                    <a:pt x="1885" y="0"/>
                  </a:moveTo>
                  <a:lnTo>
                    <a:pt x="1885" y="1915"/>
                  </a:lnTo>
                  <a:lnTo>
                    <a:pt x="0" y="1915"/>
                  </a:lnTo>
                  <a:lnTo>
                    <a:pt x="0" y="2858"/>
                  </a:lnTo>
                  <a:lnTo>
                    <a:pt x="1885" y="2858"/>
                  </a:lnTo>
                  <a:lnTo>
                    <a:pt x="1885" y="4772"/>
                  </a:lnTo>
                  <a:lnTo>
                    <a:pt x="2827" y="4772"/>
                  </a:lnTo>
                  <a:lnTo>
                    <a:pt x="2827" y="2858"/>
                  </a:lnTo>
                  <a:lnTo>
                    <a:pt x="4742" y="2858"/>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29"/>
            <p:cNvSpPr/>
            <p:nvPr/>
          </p:nvSpPr>
          <p:spPr>
            <a:xfrm>
              <a:off x="6990650" y="4802425"/>
              <a:ext cx="118550" cy="119325"/>
            </a:xfrm>
            <a:custGeom>
              <a:rect b="b" l="l" r="r" t="t"/>
              <a:pathLst>
                <a:path extrusionOk="0" h="4773" w="4742">
                  <a:moveTo>
                    <a:pt x="1885" y="0"/>
                  </a:moveTo>
                  <a:lnTo>
                    <a:pt x="1885" y="1915"/>
                  </a:lnTo>
                  <a:lnTo>
                    <a:pt x="0" y="1915"/>
                  </a:lnTo>
                  <a:lnTo>
                    <a:pt x="0" y="2857"/>
                  </a:lnTo>
                  <a:lnTo>
                    <a:pt x="1885" y="2857"/>
                  </a:lnTo>
                  <a:lnTo>
                    <a:pt x="1885" y="4772"/>
                  </a:lnTo>
                  <a:lnTo>
                    <a:pt x="2827" y="477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29"/>
            <p:cNvSpPr/>
            <p:nvPr/>
          </p:nvSpPr>
          <p:spPr>
            <a:xfrm>
              <a:off x="6990650" y="4610175"/>
              <a:ext cx="118550" cy="118550"/>
            </a:xfrm>
            <a:custGeom>
              <a:rect b="b" l="l" r="r" t="t"/>
              <a:pathLst>
                <a:path extrusionOk="0" h="4742" w="4742">
                  <a:moveTo>
                    <a:pt x="1885" y="0"/>
                  </a:moveTo>
                  <a:lnTo>
                    <a:pt x="1885" y="1915"/>
                  </a:lnTo>
                  <a:lnTo>
                    <a:pt x="0" y="1915"/>
                  </a:lnTo>
                  <a:lnTo>
                    <a:pt x="0" y="2857"/>
                  </a:lnTo>
                  <a:lnTo>
                    <a:pt x="1885" y="2857"/>
                  </a:lnTo>
                  <a:lnTo>
                    <a:pt x="1885" y="4742"/>
                  </a:lnTo>
                  <a:lnTo>
                    <a:pt x="2827" y="474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29"/>
            <p:cNvSpPr/>
            <p:nvPr/>
          </p:nvSpPr>
          <p:spPr>
            <a:xfrm>
              <a:off x="6990650" y="4417925"/>
              <a:ext cx="118550" cy="118550"/>
            </a:xfrm>
            <a:custGeom>
              <a:rect b="b" l="l" r="r" t="t"/>
              <a:pathLst>
                <a:path extrusionOk="0" h="4742" w="4742">
                  <a:moveTo>
                    <a:pt x="1885" y="0"/>
                  </a:moveTo>
                  <a:lnTo>
                    <a:pt x="1885" y="1915"/>
                  </a:lnTo>
                  <a:lnTo>
                    <a:pt x="0" y="1915"/>
                  </a:lnTo>
                  <a:lnTo>
                    <a:pt x="0" y="2857"/>
                  </a:lnTo>
                  <a:lnTo>
                    <a:pt x="1885" y="2857"/>
                  </a:lnTo>
                  <a:lnTo>
                    <a:pt x="1885" y="4742"/>
                  </a:lnTo>
                  <a:lnTo>
                    <a:pt x="2827" y="474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29"/>
            <p:cNvSpPr/>
            <p:nvPr/>
          </p:nvSpPr>
          <p:spPr>
            <a:xfrm>
              <a:off x="6990650" y="4225675"/>
              <a:ext cx="118550" cy="118550"/>
            </a:xfrm>
            <a:custGeom>
              <a:rect b="b" l="l" r="r" t="t"/>
              <a:pathLst>
                <a:path extrusionOk="0" h="4742" w="4742">
                  <a:moveTo>
                    <a:pt x="1885" y="0"/>
                  </a:moveTo>
                  <a:lnTo>
                    <a:pt x="1885" y="1885"/>
                  </a:lnTo>
                  <a:lnTo>
                    <a:pt x="0" y="1885"/>
                  </a:lnTo>
                  <a:lnTo>
                    <a:pt x="0" y="2857"/>
                  </a:lnTo>
                  <a:lnTo>
                    <a:pt x="1885" y="2857"/>
                  </a:lnTo>
                  <a:lnTo>
                    <a:pt x="1885" y="4742"/>
                  </a:lnTo>
                  <a:lnTo>
                    <a:pt x="2827" y="4742"/>
                  </a:lnTo>
                  <a:lnTo>
                    <a:pt x="2827" y="2857"/>
                  </a:lnTo>
                  <a:lnTo>
                    <a:pt x="4742" y="2857"/>
                  </a:lnTo>
                  <a:lnTo>
                    <a:pt x="4742" y="1885"/>
                  </a:lnTo>
                  <a:lnTo>
                    <a:pt x="2827" y="188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29"/>
            <p:cNvSpPr/>
            <p:nvPr/>
          </p:nvSpPr>
          <p:spPr>
            <a:xfrm>
              <a:off x="6990650" y="4033400"/>
              <a:ext cx="118550" cy="118575"/>
            </a:xfrm>
            <a:custGeom>
              <a:rect b="b" l="l" r="r" t="t"/>
              <a:pathLst>
                <a:path extrusionOk="0" h="4743" w="4742">
                  <a:moveTo>
                    <a:pt x="1885" y="1"/>
                  </a:moveTo>
                  <a:lnTo>
                    <a:pt x="1885" y="1885"/>
                  </a:lnTo>
                  <a:lnTo>
                    <a:pt x="0" y="1885"/>
                  </a:lnTo>
                  <a:lnTo>
                    <a:pt x="0"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29"/>
            <p:cNvSpPr/>
            <p:nvPr/>
          </p:nvSpPr>
          <p:spPr>
            <a:xfrm>
              <a:off x="6990650" y="3841150"/>
              <a:ext cx="118550" cy="118575"/>
            </a:xfrm>
            <a:custGeom>
              <a:rect b="b" l="l" r="r" t="t"/>
              <a:pathLst>
                <a:path extrusionOk="0" h="4743" w="4742">
                  <a:moveTo>
                    <a:pt x="1885" y="1"/>
                  </a:moveTo>
                  <a:lnTo>
                    <a:pt x="1885" y="1885"/>
                  </a:lnTo>
                  <a:lnTo>
                    <a:pt x="0" y="1885"/>
                  </a:lnTo>
                  <a:lnTo>
                    <a:pt x="0"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29"/>
            <p:cNvSpPr/>
            <p:nvPr/>
          </p:nvSpPr>
          <p:spPr>
            <a:xfrm>
              <a:off x="6990650" y="3648900"/>
              <a:ext cx="118550" cy="118575"/>
            </a:xfrm>
            <a:custGeom>
              <a:rect b="b" l="l" r="r" t="t"/>
              <a:pathLst>
                <a:path extrusionOk="0" h="4743" w="4742">
                  <a:moveTo>
                    <a:pt x="1885" y="1"/>
                  </a:moveTo>
                  <a:lnTo>
                    <a:pt x="1885" y="1885"/>
                  </a:lnTo>
                  <a:lnTo>
                    <a:pt x="0" y="1885"/>
                  </a:lnTo>
                  <a:lnTo>
                    <a:pt x="0" y="2828"/>
                  </a:lnTo>
                  <a:lnTo>
                    <a:pt x="1885" y="2828"/>
                  </a:lnTo>
                  <a:lnTo>
                    <a:pt x="1885" y="4742"/>
                  </a:lnTo>
                  <a:lnTo>
                    <a:pt x="2827" y="4742"/>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29"/>
            <p:cNvSpPr/>
            <p:nvPr/>
          </p:nvSpPr>
          <p:spPr>
            <a:xfrm>
              <a:off x="7184425" y="5187675"/>
              <a:ext cx="119325" cy="118575"/>
            </a:xfrm>
            <a:custGeom>
              <a:rect b="b" l="l" r="r" t="t"/>
              <a:pathLst>
                <a:path extrusionOk="0" h="4743" w="4773">
                  <a:moveTo>
                    <a:pt x="1915" y="1"/>
                  </a:moveTo>
                  <a:lnTo>
                    <a:pt x="1915" y="1885"/>
                  </a:lnTo>
                  <a:lnTo>
                    <a:pt x="0" y="1885"/>
                  </a:lnTo>
                  <a:lnTo>
                    <a:pt x="0" y="2828"/>
                  </a:lnTo>
                  <a:lnTo>
                    <a:pt x="1915" y="2828"/>
                  </a:lnTo>
                  <a:lnTo>
                    <a:pt x="1915" y="4743"/>
                  </a:lnTo>
                  <a:lnTo>
                    <a:pt x="2857" y="4743"/>
                  </a:lnTo>
                  <a:lnTo>
                    <a:pt x="2857" y="2828"/>
                  </a:lnTo>
                  <a:lnTo>
                    <a:pt x="4772" y="2828"/>
                  </a:lnTo>
                  <a:lnTo>
                    <a:pt x="4772" y="1885"/>
                  </a:lnTo>
                  <a:lnTo>
                    <a:pt x="2857" y="1885"/>
                  </a:lnTo>
                  <a:lnTo>
                    <a:pt x="285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29"/>
            <p:cNvSpPr/>
            <p:nvPr/>
          </p:nvSpPr>
          <p:spPr>
            <a:xfrm>
              <a:off x="7184425" y="4994675"/>
              <a:ext cx="119325" cy="119325"/>
            </a:xfrm>
            <a:custGeom>
              <a:rect b="b" l="l" r="r" t="t"/>
              <a:pathLst>
                <a:path extrusionOk="0" h="4773" w="4773">
                  <a:moveTo>
                    <a:pt x="1915" y="0"/>
                  </a:moveTo>
                  <a:lnTo>
                    <a:pt x="1915" y="1915"/>
                  </a:lnTo>
                  <a:lnTo>
                    <a:pt x="0" y="1915"/>
                  </a:lnTo>
                  <a:lnTo>
                    <a:pt x="0" y="2858"/>
                  </a:lnTo>
                  <a:lnTo>
                    <a:pt x="1915" y="2858"/>
                  </a:lnTo>
                  <a:lnTo>
                    <a:pt x="1915" y="4772"/>
                  </a:lnTo>
                  <a:lnTo>
                    <a:pt x="2857" y="4772"/>
                  </a:lnTo>
                  <a:lnTo>
                    <a:pt x="2857" y="2858"/>
                  </a:lnTo>
                  <a:lnTo>
                    <a:pt x="4772" y="2858"/>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29"/>
            <p:cNvSpPr/>
            <p:nvPr/>
          </p:nvSpPr>
          <p:spPr>
            <a:xfrm>
              <a:off x="7184425" y="4802425"/>
              <a:ext cx="119325" cy="119325"/>
            </a:xfrm>
            <a:custGeom>
              <a:rect b="b" l="l" r="r" t="t"/>
              <a:pathLst>
                <a:path extrusionOk="0" h="4773" w="4773">
                  <a:moveTo>
                    <a:pt x="1915" y="0"/>
                  </a:moveTo>
                  <a:lnTo>
                    <a:pt x="1915" y="1915"/>
                  </a:lnTo>
                  <a:lnTo>
                    <a:pt x="0" y="1915"/>
                  </a:lnTo>
                  <a:lnTo>
                    <a:pt x="0" y="2857"/>
                  </a:lnTo>
                  <a:lnTo>
                    <a:pt x="1915" y="2857"/>
                  </a:lnTo>
                  <a:lnTo>
                    <a:pt x="1915" y="4772"/>
                  </a:lnTo>
                  <a:lnTo>
                    <a:pt x="2857" y="4772"/>
                  </a:lnTo>
                  <a:lnTo>
                    <a:pt x="2857" y="2857"/>
                  </a:lnTo>
                  <a:lnTo>
                    <a:pt x="4772" y="2857"/>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29"/>
            <p:cNvSpPr/>
            <p:nvPr/>
          </p:nvSpPr>
          <p:spPr>
            <a:xfrm>
              <a:off x="7184425" y="4610175"/>
              <a:ext cx="119325" cy="118550"/>
            </a:xfrm>
            <a:custGeom>
              <a:rect b="b" l="l" r="r" t="t"/>
              <a:pathLst>
                <a:path extrusionOk="0" h="4742" w="4773">
                  <a:moveTo>
                    <a:pt x="1915" y="0"/>
                  </a:moveTo>
                  <a:lnTo>
                    <a:pt x="1915" y="1915"/>
                  </a:lnTo>
                  <a:lnTo>
                    <a:pt x="0" y="1915"/>
                  </a:lnTo>
                  <a:lnTo>
                    <a:pt x="0" y="2857"/>
                  </a:lnTo>
                  <a:lnTo>
                    <a:pt x="1915" y="2857"/>
                  </a:lnTo>
                  <a:lnTo>
                    <a:pt x="1915" y="4742"/>
                  </a:lnTo>
                  <a:lnTo>
                    <a:pt x="2857" y="4742"/>
                  </a:lnTo>
                  <a:lnTo>
                    <a:pt x="2857" y="2857"/>
                  </a:lnTo>
                  <a:lnTo>
                    <a:pt x="4772" y="2857"/>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29"/>
            <p:cNvSpPr/>
            <p:nvPr/>
          </p:nvSpPr>
          <p:spPr>
            <a:xfrm>
              <a:off x="7184425" y="4417925"/>
              <a:ext cx="119325" cy="118550"/>
            </a:xfrm>
            <a:custGeom>
              <a:rect b="b" l="l" r="r" t="t"/>
              <a:pathLst>
                <a:path extrusionOk="0" h="4742" w="4773">
                  <a:moveTo>
                    <a:pt x="1915" y="0"/>
                  </a:moveTo>
                  <a:lnTo>
                    <a:pt x="1915" y="1915"/>
                  </a:lnTo>
                  <a:lnTo>
                    <a:pt x="0" y="1915"/>
                  </a:lnTo>
                  <a:lnTo>
                    <a:pt x="0" y="2857"/>
                  </a:lnTo>
                  <a:lnTo>
                    <a:pt x="1915" y="2857"/>
                  </a:lnTo>
                  <a:lnTo>
                    <a:pt x="1915" y="4742"/>
                  </a:lnTo>
                  <a:lnTo>
                    <a:pt x="2857" y="4742"/>
                  </a:lnTo>
                  <a:lnTo>
                    <a:pt x="2857" y="2857"/>
                  </a:lnTo>
                  <a:lnTo>
                    <a:pt x="4772" y="2857"/>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29"/>
            <p:cNvSpPr/>
            <p:nvPr/>
          </p:nvSpPr>
          <p:spPr>
            <a:xfrm>
              <a:off x="7184425" y="4225675"/>
              <a:ext cx="119325" cy="118550"/>
            </a:xfrm>
            <a:custGeom>
              <a:rect b="b" l="l" r="r" t="t"/>
              <a:pathLst>
                <a:path extrusionOk="0" h="4742" w="4773">
                  <a:moveTo>
                    <a:pt x="1915" y="0"/>
                  </a:moveTo>
                  <a:lnTo>
                    <a:pt x="1915" y="1885"/>
                  </a:lnTo>
                  <a:lnTo>
                    <a:pt x="0" y="1885"/>
                  </a:lnTo>
                  <a:lnTo>
                    <a:pt x="0" y="2857"/>
                  </a:lnTo>
                  <a:lnTo>
                    <a:pt x="1915" y="2857"/>
                  </a:lnTo>
                  <a:lnTo>
                    <a:pt x="1915" y="4742"/>
                  </a:lnTo>
                  <a:lnTo>
                    <a:pt x="2857" y="4742"/>
                  </a:lnTo>
                  <a:lnTo>
                    <a:pt x="2857" y="2857"/>
                  </a:lnTo>
                  <a:lnTo>
                    <a:pt x="4772" y="2857"/>
                  </a:lnTo>
                  <a:lnTo>
                    <a:pt x="4772" y="1885"/>
                  </a:lnTo>
                  <a:lnTo>
                    <a:pt x="2857" y="188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29"/>
            <p:cNvSpPr/>
            <p:nvPr/>
          </p:nvSpPr>
          <p:spPr>
            <a:xfrm>
              <a:off x="7184425" y="4033400"/>
              <a:ext cx="119325" cy="118575"/>
            </a:xfrm>
            <a:custGeom>
              <a:rect b="b" l="l" r="r" t="t"/>
              <a:pathLst>
                <a:path extrusionOk="0" h="4743" w="4773">
                  <a:moveTo>
                    <a:pt x="1915" y="1"/>
                  </a:moveTo>
                  <a:lnTo>
                    <a:pt x="1915" y="1885"/>
                  </a:lnTo>
                  <a:lnTo>
                    <a:pt x="0" y="1885"/>
                  </a:lnTo>
                  <a:lnTo>
                    <a:pt x="0" y="2828"/>
                  </a:lnTo>
                  <a:lnTo>
                    <a:pt x="1915" y="2828"/>
                  </a:lnTo>
                  <a:lnTo>
                    <a:pt x="1915" y="4743"/>
                  </a:lnTo>
                  <a:lnTo>
                    <a:pt x="2857" y="4743"/>
                  </a:lnTo>
                  <a:lnTo>
                    <a:pt x="2857" y="2828"/>
                  </a:lnTo>
                  <a:lnTo>
                    <a:pt x="4772" y="2828"/>
                  </a:lnTo>
                  <a:lnTo>
                    <a:pt x="4772" y="1885"/>
                  </a:lnTo>
                  <a:lnTo>
                    <a:pt x="2857" y="1885"/>
                  </a:lnTo>
                  <a:lnTo>
                    <a:pt x="285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29"/>
            <p:cNvSpPr/>
            <p:nvPr/>
          </p:nvSpPr>
          <p:spPr>
            <a:xfrm>
              <a:off x="7184425" y="3841150"/>
              <a:ext cx="119325" cy="118575"/>
            </a:xfrm>
            <a:custGeom>
              <a:rect b="b" l="l" r="r" t="t"/>
              <a:pathLst>
                <a:path extrusionOk="0" h="4743" w="4773">
                  <a:moveTo>
                    <a:pt x="1915" y="1"/>
                  </a:moveTo>
                  <a:lnTo>
                    <a:pt x="1915" y="1885"/>
                  </a:lnTo>
                  <a:lnTo>
                    <a:pt x="0" y="1885"/>
                  </a:lnTo>
                  <a:lnTo>
                    <a:pt x="0" y="2828"/>
                  </a:lnTo>
                  <a:lnTo>
                    <a:pt x="1915" y="2828"/>
                  </a:lnTo>
                  <a:lnTo>
                    <a:pt x="1915" y="4743"/>
                  </a:lnTo>
                  <a:lnTo>
                    <a:pt x="2857" y="4743"/>
                  </a:lnTo>
                  <a:lnTo>
                    <a:pt x="2857" y="2828"/>
                  </a:lnTo>
                  <a:lnTo>
                    <a:pt x="4772" y="2828"/>
                  </a:lnTo>
                  <a:lnTo>
                    <a:pt x="4772" y="1885"/>
                  </a:lnTo>
                  <a:lnTo>
                    <a:pt x="2857" y="1885"/>
                  </a:lnTo>
                  <a:lnTo>
                    <a:pt x="285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29"/>
            <p:cNvSpPr/>
            <p:nvPr/>
          </p:nvSpPr>
          <p:spPr>
            <a:xfrm>
              <a:off x="7184425" y="3648900"/>
              <a:ext cx="119325" cy="118575"/>
            </a:xfrm>
            <a:custGeom>
              <a:rect b="b" l="l" r="r" t="t"/>
              <a:pathLst>
                <a:path extrusionOk="0" h="4743" w="4773">
                  <a:moveTo>
                    <a:pt x="1915" y="1"/>
                  </a:moveTo>
                  <a:lnTo>
                    <a:pt x="1915" y="1885"/>
                  </a:lnTo>
                  <a:lnTo>
                    <a:pt x="0" y="1885"/>
                  </a:lnTo>
                  <a:lnTo>
                    <a:pt x="0" y="2828"/>
                  </a:lnTo>
                  <a:lnTo>
                    <a:pt x="1915" y="2828"/>
                  </a:lnTo>
                  <a:lnTo>
                    <a:pt x="1915" y="4742"/>
                  </a:lnTo>
                  <a:lnTo>
                    <a:pt x="2857" y="4742"/>
                  </a:lnTo>
                  <a:lnTo>
                    <a:pt x="2857" y="2828"/>
                  </a:lnTo>
                  <a:lnTo>
                    <a:pt x="4772" y="2828"/>
                  </a:lnTo>
                  <a:lnTo>
                    <a:pt x="4772" y="1885"/>
                  </a:lnTo>
                  <a:lnTo>
                    <a:pt x="2857" y="1885"/>
                  </a:lnTo>
                  <a:lnTo>
                    <a:pt x="285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29"/>
            <p:cNvSpPr/>
            <p:nvPr/>
          </p:nvSpPr>
          <p:spPr>
            <a:xfrm>
              <a:off x="6601575" y="3455900"/>
              <a:ext cx="118575" cy="119325"/>
            </a:xfrm>
            <a:custGeom>
              <a:rect b="b" l="l" r="r" t="t"/>
              <a:pathLst>
                <a:path extrusionOk="0" h="4773" w="4743">
                  <a:moveTo>
                    <a:pt x="1885" y="0"/>
                  </a:moveTo>
                  <a:lnTo>
                    <a:pt x="1885" y="1915"/>
                  </a:lnTo>
                  <a:lnTo>
                    <a:pt x="1" y="1915"/>
                  </a:lnTo>
                  <a:lnTo>
                    <a:pt x="1" y="2857"/>
                  </a:lnTo>
                  <a:lnTo>
                    <a:pt x="1885" y="2857"/>
                  </a:lnTo>
                  <a:lnTo>
                    <a:pt x="1885" y="4772"/>
                  </a:lnTo>
                  <a:lnTo>
                    <a:pt x="2827" y="477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29"/>
            <p:cNvSpPr/>
            <p:nvPr/>
          </p:nvSpPr>
          <p:spPr>
            <a:xfrm>
              <a:off x="6796100" y="3455900"/>
              <a:ext cx="118575" cy="119325"/>
            </a:xfrm>
            <a:custGeom>
              <a:rect b="b" l="l" r="r" t="t"/>
              <a:pathLst>
                <a:path extrusionOk="0" h="4773" w="4743">
                  <a:moveTo>
                    <a:pt x="1885" y="0"/>
                  </a:moveTo>
                  <a:lnTo>
                    <a:pt x="1885" y="1915"/>
                  </a:lnTo>
                  <a:lnTo>
                    <a:pt x="1" y="1915"/>
                  </a:lnTo>
                  <a:lnTo>
                    <a:pt x="1" y="2857"/>
                  </a:lnTo>
                  <a:lnTo>
                    <a:pt x="1885" y="2857"/>
                  </a:lnTo>
                  <a:lnTo>
                    <a:pt x="1885" y="4772"/>
                  </a:lnTo>
                  <a:lnTo>
                    <a:pt x="2828" y="4772"/>
                  </a:lnTo>
                  <a:lnTo>
                    <a:pt x="2828" y="2857"/>
                  </a:lnTo>
                  <a:lnTo>
                    <a:pt x="4743" y="2857"/>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29"/>
            <p:cNvSpPr/>
            <p:nvPr/>
          </p:nvSpPr>
          <p:spPr>
            <a:xfrm>
              <a:off x="6990650" y="3455900"/>
              <a:ext cx="118550" cy="119325"/>
            </a:xfrm>
            <a:custGeom>
              <a:rect b="b" l="l" r="r" t="t"/>
              <a:pathLst>
                <a:path extrusionOk="0" h="4773" w="4742">
                  <a:moveTo>
                    <a:pt x="1885" y="0"/>
                  </a:moveTo>
                  <a:lnTo>
                    <a:pt x="1885" y="1915"/>
                  </a:lnTo>
                  <a:lnTo>
                    <a:pt x="0" y="1915"/>
                  </a:lnTo>
                  <a:lnTo>
                    <a:pt x="0" y="2857"/>
                  </a:lnTo>
                  <a:lnTo>
                    <a:pt x="1885" y="2857"/>
                  </a:lnTo>
                  <a:lnTo>
                    <a:pt x="1885" y="4772"/>
                  </a:lnTo>
                  <a:lnTo>
                    <a:pt x="2827" y="477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29"/>
            <p:cNvSpPr/>
            <p:nvPr/>
          </p:nvSpPr>
          <p:spPr>
            <a:xfrm>
              <a:off x="7184425" y="3455900"/>
              <a:ext cx="119325" cy="119325"/>
            </a:xfrm>
            <a:custGeom>
              <a:rect b="b" l="l" r="r" t="t"/>
              <a:pathLst>
                <a:path extrusionOk="0" h="4773" w="4773">
                  <a:moveTo>
                    <a:pt x="1915" y="0"/>
                  </a:moveTo>
                  <a:lnTo>
                    <a:pt x="1915" y="1915"/>
                  </a:lnTo>
                  <a:lnTo>
                    <a:pt x="0" y="1915"/>
                  </a:lnTo>
                  <a:lnTo>
                    <a:pt x="0" y="2857"/>
                  </a:lnTo>
                  <a:lnTo>
                    <a:pt x="1915" y="2857"/>
                  </a:lnTo>
                  <a:lnTo>
                    <a:pt x="1915" y="4772"/>
                  </a:lnTo>
                  <a:lnTo>
                    <a:pt x="2857" y="4772"/>
                  </a:lnTo>
                  <a:lnTo>
                    <a:pt x="2857" y="2857"/>
                  </a:lnTo>
                  <a:lnTo>
                    <a:pt x="4772" y="2857"/>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0" name="Google Shape;4830;p29"/>
          <p:cNvGrpSpPr/>
          <p:nvPr/>
        </p:nvGrpSpPr>
        <p:grpSpPr>
          <a:xfrm rot="10800000">
            <a:off x="-340206" y="3294743"/>
            <a:ext cx="702150" cy="554629"/>
            <a:chOff x="2024375" y="213075"/>
            <a:chExt cx="828300" cy="654275"/>
          </a:xfrm>
        </p:grpSpPr>
        <p:sp>
          <p:nvSpPr>
            <p:cNvPr id="4831" name="Google Shape;4831;p29"/>
            <p:cNvSpPr/>
            <p:nvPr/>
          </p:nvSpPr>
          <p:spPr>
            <a:xfrm>
              <a:off x="2024375" y="213075"/>
              <a:ext cx="828300" cy="654275"/>
            </a:xfrm>
            <a:custGeom>
              <a:rect b="b" l="l" r="r" t="t"/>
              <a:pathLst>
                <a:path extrusionOk="0" fill="none" h="26171" w="33132">
                  <a:moveTo>
                    <a:pt x="27417" y="0"/>
                  </a:moveTo>
                  <a:cubicBezTo>
                    <a:pt x="31824" y="4377"/>
                    <a:pt x="33131" y="10973"/>
                    <a:pt x="30761" y="16718"/>
                  </a:cubicBezTo>
                  <a:cubicBezTo>
                    <a:pt x="28390" y="22432"/>
                    <a:pt x="22767" y="26171"/>
                    <a:pt x="16566" y="26171"/>
                  </a:cubicBezTo>
                  <a:cubicBezTo>
                    <a:pt x="10365" y="26171"/>
                    <a:pt x="4772" y="22432"/>
                    <a:pt x="2401" y="16718"/>
                  </a:cubicBezTo>
                  <a:cubicBezTo>
                    <a:pt x="0" y="10973"/>
                    <a:pt x="1338" y="4377"/>
                    <a:pt x="5715" y="0"/>
                  </a:cubicBezTo>
                </a:path>
              </a:pathLst>
            </a:custGeom>
            <a:noFill/>
            <a:ln cap="flat" cmpd="sng" w="66875">
              <a:solidFill>
                <a:schemeClr val="dk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29"/>
            <p:cNvSpPr/>
            <p:nvPr/>
          </p:nvSpPr>
          <p:spPr>
            <a:xfrm>
              <a:off x="2194575" y="241175"/>
              <a:ext cx="488650" cy="488650"/>
            </a:xfrm>
            <a:custGeom>
              <a:rect b="b" l="l" r="r" t="t"/>
              <a:pathLst>
                <a:path extrusionOk="0" fill="none" h="19546" w="19546">
                  <a:moveTo>
                    <a:pt x="19545" y="9758"/>
                  </a:moveTo>
                  <a:cubicBezTo>
                    <a:pt x="19545" y="15168"/>
                    <a:pt x="15168" y="19545"/>
                    <a:pt x="9758" y="19545"/>
                  </a:cubicBezTo>
                  <a:cubicBezTo>
                    <a:pt x="4378" y="19545"/>
                    <a:pt x="1" y="15168"/>
                    <a:pt x="1" y="9758"/>
                  </a:cubicBezTo>
                  <a:cubicBezTo>
                    <a:pt x="1" y="4378"/>
                    <a:pt x="4378" y="1"/>
                    <a:pt x="9758" y="1"/>
                  </a:cubicBezTo>
                  <a:cubicBezTo>
                    <a:pt x="15168" y="1"/>
                    <a:pt x="19545" y="4378"/>
                    <a:pt x="19545" y="9758"/>
                  </a:cubicBezTo>
                  <a:close/>
                </a:path>
              </a:pathLst>
            </a:custGeom>
            <a:solidFill>
              <a:schemeClr val="lt2"/>
            </a:solidFill>
            <a:ln cap="flat" cmpd="sng" w="38100">
              <a:solidFill>
                <a:schemeClr val="accent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33" name="Google Shape;4833;p29"/>
          <p:cNvSpPr/>
          <p:nvPr/>
        </p:nvSpPr>
        <p:spPr>
          <a:xfrm rot="10800000">
            <a:off x="550054" y="1606915"/>
            <a:ext cx="212296" cy="106174"/>
          </a:xfrm>
          <a:custGeom>
            <a:rect b="b" l="l" r="r" t="t"/>
            <a:pathLst>
              <a:path extrusionOk="0" fill="none" h="6081" w="12159">
                <a:moveTo>
                  <a:pt x="0" y="6080"/>
                </a:moveTo>
                <a:cubicBezTo>
                  <a:pt x="0" y="2737"/>
                  <a:pt x="2736" y="1"/>
                  <a:pt x="6079" y="1"/>
                </a:cubicBezTo>
                <a:cubicBezTo>
                  <a:pt x="9453" y="1"/>
                  <a:pt x="12158" y="2737"/>
                  <a:pt x="12158" y="6080"/>
                </a:cubicBezTo>
              </a:path>
            </a:pathLst>
          </a:custGeom>
          <a:noFill/>
          <a:ln cap="flat" cmpd="sng" w="57000">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1">
  <p:cSld name="BLANK_1_1_1_1_1_2">
    <p:spTree>
      <p:nvGrpSpPr>
        <p:cNvPr id="4834" name="Shape 4834"/>
        <p:cNvGrpSpPr/>
        <p:nvPr/>
      </p:nvGrpSpPr>
      <p:grpSpPr>
        <a:xfrm>
          <a:off x="0" y="0"/>
          <a:ext cx="0" cy="0"/>
          <a:chOff x="0" y="0"/>
          <a:chExt cx="0" cy="0"/>
        </a:xfrm>
      </p:grpSpPr>
      <p:sp>
        <p:nvSpPr>
          <p:cNvPr id="4835" name="Google Shape;4835;p30"/>
          <p:cNvSpPr txBox="1"/>
          <p:nvPr>
            <p:ph type="title"/>
          </p:nvPr>
        </p:nvSpPr>
        <p:spPr>
          <a:xfrm>
            <a:off x="930450" y="1664160"/>
            <a:ext cx="1884600" cy="45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836" name="Google Shape;4836;p30"/>
          <p:cNvSpPr txBox="1"/>
          <p:nvPr>
            <p:ph idx="1" type="subTitle"/>
          </p:nvPr>
        </p:nvSpPr>
        <p:spPr>
          <a:xfrm>
            <a:off x="930400" y="2155081"/>
            <a:ext cx="18846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837" name="Google Shape;4837;p30"/>
          <p:cNvSpPr txBox="1"/>
          <p:nvPr>
            <p:ph idx="2" type="title"/>
          </p:nvPr>
        </p:nvSpPr>
        <p:spPr>
          <a:xfrm>
            <a:off x="3629724" y="1664160"/>
            <a:ext cx="1884600" cy="45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838" name="Google Shape;4838;p30"/>
          <p:cNvSpPr txBox="1"/>
          <p:nvPr>
            <p:ph idx="3" type="subTitle"/>
          </p:nvPr>
        </p:nvSpPr>
        <p:spPr>
          <a:xfrm>
            <a:off x="3629724" y="2155081"/>
            <a:ext cx="18846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839" name="Google Shape;4839;p30"/>
          <p:cNvSpPr txBox="1"/>
          <p:nvPr>
            <p:ph idx="4" type="title"/>
          </p:nvPr>
        </p:nvSpPr>
        <p:spPr>
          <a:xfrm>
            <a:off x="936920" y="3097560"/>
            <a:ext cx="1884600" cy="484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840" name="Google Shape;4840;p30"/>
          <p:cNvSpPr txBox="1"/>
          <p:nvPr>
            <p:ph idx="5" type="subTitle"/>
          </p:nvPr>
        </p:nvSpPr>
        <p:spPr>
          <a:xfrm>
            <a:off x="930450" y="3588481"/>
            <a:ext cx="18846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841" name="Google Shape;4841;p30"/>
          <p:cNvSpPr txBox="1"/>
          <p:nvPr>
            <p:ph idx="6" type="title"/>
          </p:nvPr>
        </p:nvSpPr>
        <p:spPr>
          <a:xfrm>
            <a:off x="3636194" y="3097560"/>
            <a:ext cx="1884600" cy="484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842" name="Google Shape;4842;p30"/>
          <p:cNvSpPr txBox="1"/>
          <p:nvPr>
            <p:ph idx="7" type="subTitle"/>
          </p:nvPr>
        </p:nvSpPr>
        <p:spPr>
          <a:xfrm>
            <a:off x="3629724" y="3588481"/>
            <a:ext cx="18846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843" name="Google Shape;4843;p30"/>
          <p:cNvSpPr txBox="1"/>
          <p:nvPr>
            <p:ph idx="8" type="title"/>
          </p:nvPr>
        </p:nvSpPr>
        <p:spPr>
          <a:xfrm>
            <a:off x="6329000" y="1664160"/>
            <a:ext cx="1884600" cy="45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844" name="Google Shape;4844;p30"/>
          <p:cNvSpPr txBox="1"/>
          <p:nvPr>
            <p:ph idx="9" type="subTitle"/>
          </p:nvPr>
        </p:nvSpPr>
        <p:spPr>
          <a:xfrm>
            <a:off x="6329000" y="2155081"/>
            <a:ext cx="18846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845" name="Google Shape;4845;p30"/>
          <p:cNvSpPr txBox="1"/>
          <p:nvPr>
            <p:ph idx="13" type="title"/>
          </p:nvPr>
        </p:nvSpPr>
        <p:spPr>
          <a:xfrm>
            <a:off x="6335470" y="3097560"/>
            <a:ext cx="1884600" cy="484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846" name="Google Shape;4846;p30"/>
          <p:cNvSpPr txBox="1"/>
          <p:nvPr>
            <p:ph idx="14" type="subTitle"/>
          </p:nvPr>
        </p:nvSpPr>
        <p:spPr>
          <a:xfrm>
            <a:off x="6329000" y="3588481"/>
            <a:ext cx="18846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847" name="Google Shape;4847;p30"/>
          <p:cNvSpPr txBox="1"/>
          <p:nvPr>
            <p:ph idx="15" type="title"/>
          </p:nvPr>
        </p:nvSpPr>
        <p:spPr>
          <a:xfrm>
            <a:off x="2476500" y="445025"/>
            <a:ext cx="4191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4848" name="Google Shape;4848;p30"/>
          <p:cNvGrpSpPr/>
          <p:nvPr/>
        </p:nvGrpSpPr>
        <p:grpSpPr>
          <a:xfrm flipH="1" rot="9094036">
            <a:off x="-1904938" y="-1155603"/>
            <a:ext cx="4568611" cy="2881644"/>
            <a:chOff x="2975000" y="20825"/>
            <a:chExt cx="3963625" cy="2500050"/>
          </a:xfrm>
        </p:grpSpPr>
        <p:sp>
          <p:nvSpPr>
            <p:cNvPr id="4849" name="Google Shape;4849;p30"/>
            <p:cNvSpPr/>
            <p:nvPr/>
          </p:nvSpPr>
          <p:spPr>
            <a:xfrm>
              <a:off x="2975000" y="442550"/>
              <a:ext cx="3962850" cy="2078325"/>
            </a:xfrm>
            <a:custGeom>
              <a:rect b="b" l="l" r="r" t="t"/>
              <a:pathLst>
                <a:path extrusionOk="0" fill="none" h="83133" w="158514">
                  <a:moveTo>
                    <a:pt x="0" y="1"/>
                  </a:moveTo>
                  <a:cubicBezTo>
                    <a:pt x="4347" y="3071"/>
                    <a:pt x="9423" y="6171"/>
                    <a:pt x="12797" y="10122"/>
                  </a:cubicBezTo>
                  <a:cubicBezTo>
                    <a:pt x="18025" y="16232"/>
                    <a:pt x="11095" y="25411"/>
                    <a:pt x="18298" y="31369"/>
                  </a:cubicBezTo>
                  <a:cubicBezTo>
                    <a:pt x="23952" y="36050"/>
                    <a:pt x="23982" y="41612"/>
                    <a:pt x="23283" y="48269"/>
                  </a:cubicBezTo>
                  <a:cubicBezTo>
                    <a:pt x="22706" y="53497"/>
                    <a:pt x="22463" y="62494"/>
                    <a:pt x="29028" y="64044"/>
                  </a:cubicBezTo>
                  <a:cubicBezTo>
                    <a:pt x="35776" y="65655"/>
                    <a:pt x="41186" y="60913"/>
                    <a:pt x="45624" y="56567"/>
                  </a:cubicBezTo>
                  <a:cubicBezTo>
                    <a:pt x="51855" y="50457"/>
                    <a:pt x="63466" y="46202"/>
                    <a:pt x="71825" y="49515"/>
                  </a:cubicBezTo>
                  <a:cubicBezTo>
                    <a:pt x="79211" y="52463"/>
                    <a:pt x="89728" y="48421"/>
                    <a:pt x="96598" y="51430"/>
                  </a:cubicBezTo>
                  <a:cubicBezTo>
                    <a:pt x="100762" y="53284"/>
                    <a:pt x="101035" y="58390"/>
                    <a:pt x="102343" y="62646"/>
                  </a:cubicBezTo>
                  <a:cubicBezTo>
                    <a:pt x="104197" y="68603"/>
                    <a:pt x="108938" y="75564"/>
                    <a:pt x="114106" y="78482"/>
                  </a:cubicBezTo>
                  <a:cubicBezTo>
                    <a:pt x="122343" y="83132"/>
                    <a:pt x="130914" y="70610"/>
                    <a:pt x="138909" y="69151"/>
                  </a:cubicBezTo>
                  <a:cubicBezTo>
                    <a:pt x="145474" y="67935"/>
                    <a:pt x="152435" y="73892"/>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30"/>
            <p:cNvSpPr/>
            <p:nvPr/>
          </p:nvSpPr>
          <p:spPr>
            <a:xfrm>
              <a:off x="2975000" y="442550"/>
              <a:ext cx="3962850" cy="2057800"/>
            </a:xfrm>
            <a:custGeom>
              <a:rect b="b" l="l" r="r" t="t"/>
              <a:pathLst>
                <a:path extrusionOk="0" fill="none" h="82312" w="158514">
                  <a:moveTo>
                    <a:pt x="0" y="1"/>
                  </a:moveTo>
                  <a:cubicBezTo>
                    <a:pt x="4408" y="3040"/>
                    <a:pt x="9392" y="6049"/>
                    <a:pt x="13040" y="9879"/>
                  </a:cubicBezTo>
                  <a:cubicBezTo>
                    <a:pt x="18602" y="15654"/>
                    <a:pt x="11733" y="24955"/>
                    <a:pt x="18694" y="30609"/>
                  </a:cubicBezTo>
                  <a:cubicBezTo>
                    <a:pt x="24408" y="35259"/>
                    <a:pt x="25077" y="40153"/>
                    <a:pt x="24317" y="46901"/>
                  </a:cubicBezTo>
                  <a:cubicBezTo>
                    <a:pt x="23739" y="52129"/>
                    <a:pt x="23131" y="61248"/>
                    <a:pt x="29849" y="62919"/>
                  </a:cubicBezTo>
                  <a:cubicBezTo>
                    <a:pt x="36870" y="64652"/>
                    <a:pt x="41794" y="59606"/>
                    <a:pt x="46627" y="55503"/>
                  </a:cubicBezTo>
                  <a:cubicBezTo>
                    <a:pt x="53557" y="49606"/>
                    <a:pt x="63983" y="44712"/>
                    <a:pt x="72798" y="48634"/>
                  </a:cubicBezTo>
                  <a:cubicBezTo>
                    <a:pt x="80123" y="51886"/>
                    <a:pt x="90245" y="48208"/>
                    <a:pt x="97266" y="51187"/>
                  </a:cubicBezTo>
                  <a:cubicBezTo>
                    <a:pt x="101522" y="52980"/>
                    <a:pt x="101674" y="58026"/>
                    <a:pt x="102890" y="62251"/>
                  </a:cubicBezTo>
                  <a:cubicBezTo>
                    <a:pt x="104561" y="68087"/>
                    <a:pt x="109303" y="75078"/>
                    <a:pt x="114440" y="77844"/>
                  </a:cubicBezTo>
                  <a:cubicBezTo>
                    <a:pt x="122799" y="82312"/>
                    <a:pt x="131097" y="70032"/>
                    <a:pt x="139243" y="68877"/>
                  </a:cubicBezTo>
                  <a:cubicBezTo>
                    <a:pt x="145656" y="67935"/>
                    <a:pt x="152495" y="73771"/>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30"/>
            <p:cNvSpPr/>
            <p:nvPr/>
          </p:nvSpPr>
          <p:spPr>
            <a:xfrm>
              <a:off x="2975000" y="442550"/>
              <a:ext cx="3962850" cy="2035775"/>
            </a:xfrm>
            <a:custGeom>
              <a:rect b="b" l="l" r="r" t="t"/>
              <a:pathLst>
                <a:path extrusionOk="0" fill="none" h="81431" w="158514">
                  <a:moveTo>
                    <a:pt x="0" y="1"/>
                  </a:moveTo>
                  <a:cubicBezTo>
                    <a:pt x="4468" y="3040"/>
                    <a:pt x="9362" y="5958"/>
                    <a:pt x="13313" y="9606"/>
                  </a:cubicBezTo>
                  <a:cubicBezTo>
                    <a:pt x="19210" y="15077"/>
                    <a:pt x="12432" y="24469"/>
                    <a:pt x="19089" y="29849"/>
                  </a:cubicBezTo>
                  <a:cubicBezTo>
                    <a:pt x="24803" y="34469"/>
                    <a:pt x="26019" y="38694"/>
                    <a:pt x="25350" y="45564"/>
                  </a:cubicBezTo>
                  <a:cubicBezTo>
                    <a:pt x="24833" y="50822"/>
                    <a:pt x="23739" y="60001"/>
                    <a:pt x="30609" y="61795"/>
                  </a:cubicBezTo>
                  <a:cubicBezTo>
                    <a:pt x="37691" y="63649"/>
                    <a:pt x="42797" y="58299"/>
                    <a:pt x="47813" y="54378"/>
                  </a:cubicBezTo>
                  <a:cubicBezTo>
                    <a:pt x="55989" y="47995"/>
                    <a:pt x="63345" y="43375"/>
                    <a:pt x="73801" y="47752"/>
                  </a:cubicBezTo>
                  <a:cubicBezTo>
                    <a:pt x="81704" y="51065"/>
                    <a:pt x="90762" y="48026"/>
                    <a:pt x="97966" y="50944"/>
                  </a:cubicBezTo>
                  <a:cubicBezTo>
                    <a:pt x="102282" y="52707"/>
                    <a:pt x="102343" y="57631"/>
                    <a:pt x="103437" y="61825"/>
                  </a:cubicBezTo>
                  <a:cubicBezTo>
                    <a:pt x="104957" y="67570"/>
                    <a:pt x="109637" y="74531"/>
                    <a:pt x="114774" y="77145"/>
                  </a:cubicBezTo>
                  <a:cubicBezTo>
                    <a:pt x="123285" y="81430"/>
                    <a:pt x="131310" y="69454"/>
                    <a:pt x="139577" y="68573"/>
                  </a:cubicBezTo>
                  <a:cubicBezTo>
                    <a:pt x="145869" y="67904"/>
                    <a:pt x="152587" y="73649"/>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30"/>
            <p:cNvSpPr/>
            <p:nvPr/>
          </p:nvSpPr>
          <p:spPr>
            <a:xfrm>
              <a:off x="2975000" y="442550"/>
              <a:ext cx="3962850" cy="2014500"/>
            </a:xfrm>
            <a:custGeom>
              <a:rect b="b" l="l" r="r" t="t"/>
              <a:pathLst>
                <a:path extrusionOk="0" fill="none" h="80580" w="158514">
                  <a:moveTo>
                    <a:pt x="0" y="1"/>
                  </a:moveTo>
                  <a:cubicBezTo>
                    <a:pt x="4560" y="3010"/>
                    <a:pt x="9392" y="5897"/>
                    <a:pt x="13526" y="9393"/>
                  </a:cubicBezTo>
                  <a:cubicBezTo>
                    <a:pt x="19666" y="14469"/>
                    <a:pt x="13162" y="23952"/>
                    <a:pt x="19484" y="29150"/>
                  </a:cubicBezTo>
                  <a:cubicBezTo>
                    <a:pt x="24560" y="33314"/>
                    <a:pt x="27235" y="37509"/>
                    <a:pt x="26323" y="44348"/>
                  </a:cubicBezTo>
                  <a:cubicBezTo>
                    <a:pt x="25563" y="49728"/>
                    <a:pt x="24317" y="58846"/>
                    <a:pt x="31308" y="60792"/>
                  </a:cubicBezTo>
                  <a:cubicBezTo>
                    <a:pt x="38390" y="62737"/>
                    <a:pt x="43770" y="57296"/>
                    <a:pt x="48998" y="53375"/>
                  </a:cubicBezTo>
                  <a:cubicBezTo>
                    <a:pt x="57813" y="46688"/>
                    <a:pt x="63892" y="42129"/>
                    <a:pt x="74743" y="47023"/>
                  </a:cubicBezTo>
                  <a:cubicBezTo>
                    <a:pt x="82433" y="50488"/>
                    <a:pt x="91248" y="47995"/>
                    <a:pt x="98604" y="50761"/>
                  </a:cubicBezTo>
                  <a:cubicBezTo>
                    <a:pt x="103042" y="52372"/>
                    <a:pt x="103011" y="57266"/>
                    <a:pt x="104014" y="61430"/>
                  </a:cubicBezTo>
                  <a:cubicBezTo>
                    <a:pt x="105382" y="67084"/>
                    <a:pt x="109941" y="74014"/>
                    <a:pt x="115109" y="76445"/>
                  </a:cubicBezTo>
                  <a:cubicBezTo>
                    <a:pt x="123802" y="80579"/>
                    <a:pt x="132100" y="68299"/>
                    <a:pt x="139912" y="68330"/>
                  </a:cubicBezTo>
                  <a:cubicBezTo>
                    <a:pt x="144927" y="68330"/>
                    <a:pt x="153529" y="7331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30"/>
            <p:cNvSpPr/>
            <p:nvPr/>
          </p:nvSpPr>
          <p:spPr>
            <a:xfrm>
              <a:off x="2975000" y="442550"/>
              <a:ext cx="3962850" cy="1991700"/>
            </a:xfrm>
            <a:custGeom>
              <a:rect b="b" l="l" r="r" t="t"/>
              <a:pathLst>
                <a:path extrusionOk="0" fill="none" h="79668" w="158514">
                  <a:moveTo>
                    <a:pt x="0" y="1"/>
                  </a:moveTo>
                  <a:cubicBezTo>
                    <a:pt x="4590" y="3010"/>
                    <a:pt x="9484" y="5897"/>
                    <a:pt x="13769" y="9119"/>
                  </a:cubicBezTo>
                  <a:cubicBezTo>
                    <a:pt x="20122" y="13861"/>
                    <a:pt x="13952" y="23344"/>
                    <a:pt x="19879" y="28360"/>
                  </a:cubicBezTo>
                  <a:cubicBezTo>
                    <a:pt x="24651" y="32402"/>
                    <a:pt x="28055" y="36475"/>
                    <a:pt x="27265" y="43102"/>
                  </a:cubicBezTo>
                  <a:cubicBezTo>
                    <a:pt x="26627" y="48482"/>
                    <a:pt x="24985" y="57600"/>
                    <a:pt x="31946" y="59698"/>
                  </a:cubicBezTo>
                  <a:cubicBezTo>
                    <a:pt x="39028" y="61795"/>
                    <a:pt x="44955" y="56202"/>
                    <a:pt x="50183" y="52251"/>
                  </a:cubicBezTo>
                  <a:cubicBezTo>
                    <a:pt x="59424" y="45260"/>
                    <a:pt x="64561" y="40761"/>
                    <a:pt x="75746" y="46232"/>
                  </a:cubicBezTo>
                  <a:cubicBezTo>
                    <a:pt x="83315" y="49971"/>
                    <a:pt x="91795" y="47813"/>
                    <a:pt x="99273" y="50488"/>
                  </a:cubicBezTo>
                  <a:cubicBezTo>
                    <a:pt x="103832" y="52129"/>
                    <a:pt x="103619" y="56840"/>
                    <a:pt x="104653" y="61035"/>
                  </a:cubicBezTo>
                  <a:cubicBezTo>
                    <a:pt x="106051" y="66749"/>
                    <a:pt x="110124" y="73315"/>
                    <a:pt x="115443" y="75716"/>
                  </a:cubicBezTo>
                  <a:cubicBezTo>
                    <a:pt x="124227" y="79667"/>
                    <a:pt x="132039" y="67995"/>
                    <a:pt x="140246" y="68056"/>
                  </a:cubicBezTo>
                  <a:cubicBezTo>
                    <a:pt x="145535" y="68087"/>
                    <a:pt x="153377" y="7340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30"/>
            <p:cNvSpPr/>
            <p:nvPr/>
          </p:nvSpPr>
          <p:spPr>
            <a:xfrm>
              <a:off x="2975000" y="442550"/>
              <a:ext cx="3963625" cy="1968900"/>
            </a:xfrm>
            <a:custGeom>
              <a:rect b="b" l="l" r="r" t="t"/>
              <a:pathLst>
                <a:path extrusionOk="0" fill="none" h="78756" w="158545">
                  <a:moveTo>
                    <a:pt x="0" y="1"/>
                  </a:moveTo>
                  <a:cubicBezTo>
                    <a:pt x="4651" y="2979"/>
                    <a:pt x="9575" y="5867"/>
                    <a:pt x="14013" y="8876"/>
                  </a:cubicBezTo>
                  <a:cubicBezTo>
                    <a:pt x="20548" y="13283"/>
                    <a:pt x="14985" y="22706"/>
                    <a:pt x="20305" y="27539"/>
                  </a:cubicBezTo>
                  <a:cubicBezTo>
                    <a:pt x="24590" y="31430"/>
                    <a:pt x="28724" y="35715"/>
                    <a:pt x="28147" y="42007"/>
                  </a:cubicBezTo>
                  <a:cubicBezTo>
                    <a:pt x="27630" y="47296"/>
                    <a:pt x="25654" y="56445"/>
                    <a:pt x="32584" y="58664"/>
                  </a:cubicBezTo>
                  <a:cubicBezTo>
                    <a:pt x="39606" y="60913"/>
                    <a:pt x="46354" y="55077"/>
                    <a:pt x="51369" y="51096"/>
                  </a:cubicBezTo>
                  <a:cubicBezTo>
                    <a:pt x="60609" y="43770"/>
                    <a:pt x="65351" y="39576"/>
                    <a:pt x="76749" y="45594"/>
                  </a:cubicBezTo>
                  <a:cubicBezTo>
                    <a:pt x="84166" y="49515"/>
                    <a:pt x="92251" y="47722"/>
                    <a:pt x="99911" y="50275"/>
                  </a:cubicBezTo>
                  <a:cubicBezTo>
                    <a:pt x="104622" y="51855"/>
                    <a:pt x="104318" y="56445"/>
                    <a:pt x="105260" y="60609"/>
                  </a:cubicBezTo>
                  <a:cubicBezTo>
                    <a:pt x="106537" y="66324"/>
                    <a:pt x="110428" y="72676"/>
                    <a:pt x="115808" y="74956"/>
                  </a:cubicBezTo>
                  <a:cubicBezTo>
                    <a:pt x="124714" y="78756"/>
                    <a:pt x="132313" y="67418"/>
                    <a:pt x="140580" y="67813"/>
                  </a:cubicBezTo>
                  <a:cubicBezTo>
                    <a:pt x="145778" y="68056"/>
                    <a:pt x="153438" y="73315"/>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30"/>
            <p:cNvSpPr/>
            <p:nvPr/>
          </p:nvSpPr>
          <p:spPr>
            <a:xfrm>
              <a:off x="2975000" y="442550"/>
              <a:ext cx="3962850" cy="1919500"/>
            </a:xfrm>
            <a:custGeom>
              <a:rect b="b" l="l" r="r" t="t"/>
              <a:pathLst>
                <a:path extrusionOk="0" fill="none" h="76780" w="158514">
                  <a:moveTo>
                    <a:pt x="0" y="1"/>
                  </a:moveTo>
                  <a:cubicBezTo>
                    <a:pt x="4712" y="2949"/>
                    <a:pt x="9666" y="5776"/>
                    <a:pt x="14225" y="8633"/>
                  </a:cubicBezTo>
                  <a:cubicBezTo>
                    <a:pt x="20973" y="12797"/>
                    <a:pt x="16049" y="21977"/>
                    <a:pt x="20760" y="26718"/>
                  </a:cubicBezTo>
                  <a:cubicBezTo>
                    <a:pt x="24438" y="30396"/>
                    <a:pt x="29332" y="35168"/>
                    <a:pt x="28967" y="41004"/>
                  </a:cubicBezTo>
                  <a:cubicBezTo>
                    <a:pt x="28633" y="46202"/>
                    <a:pt x="26444" y="55381"/>
                    <a:pt x="33192" y="57661"/>
                  </a:cubicBezTo>
                  <a:cubicBezTo>
                    <a:pt x="40153" y="60032"/>
                    <a:pt x="47752" y="53953"/>
                    <a:pt x="52494" y="49880"/>
                  </a:cubicBezTo>
                  <a:cubicBezTo>
                    <a:pt x="61703" y="41977"/>
                    <a:pt x="66293" y="38633"/>
                    <a:pt x="77722" y="45016"/>
                  </a:cubicBezTo>
                  <a:cubicBezTo>
                    <a:pt x="84926" y="49059"/>
                    <a:pt x="92707" y="47722"/>
                    <a:pt x="100488" y="50093"/>
                  </a:cubicBezTo>
                  <a:cubicBezTo>
                    <a:pt x="105382" y="51582"/>
                    <a:pt x="104987" y="56080"/>
                    <a:pt x="105838" y="60245"/>
                  </a:cubicBezTo>
                  <a:cubicBezTo>
                    <a:pt x="107023" y="65898"/>
                    <a:pt x="111005" y="72676"/>
                    <a:pt x="116142" y="74227"/>
                  </a:cubicBezTo>
                  <a:cubicBezTo>
                    <a:pt x="124683" y="76780"/>
                    <a:pt x="132191" y="66901"/>
                    <a:pt x="140884" y="67570"/>
                  </a:cubicBezTo>
                  <a:cubicBezTo>
                    <a:pt x="145930" y="67965"/>
                    <a:pt x="153468" y="73224"/>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30"/>
            <p:cNvSpPr/>
            <p:nvPr/>
          </p:nvSpPr>
          <p:spPr>
            <a:xfrm>
              <a:off x="2975000" y="442550"/>
              <a:ext cx="3962100" cy="1896700"/>
            </a:xfrm>
            <a:custGeom>
              <a:rect b="b" l="l" r="r" t="t"/>
              <a:pathLst>
                <a:path extrusionOk="0" fill="none" h="75868" w="158484">
                  <a:moveTo>
                    <a:pt x="0" y="1"/>
                  </a:moveTo>
                  <a:cubicBezTo>
                    <a:pt x="4742" y="2949"/>
                    <a:pt x="9788" y="5441"/>
                    <a:pt x="14438" y="8359"/>
                  </a:cubicBezTo>
                  <a:cubicBezTo>
                    <a:pt x="21520" y="12797"/>
                    <a:pt x="16900" y="20852"/>
                    <a:pt x="21277" y="25837"/>
                  </a:cubicBezTo>
                  <a:cubicBezTo>
                    <a:pt x="24408" y="29424"/>
                    <a:pt x="29758" y="34652"/>
                    <a:pt x="29727" y="40123"/>
                  </a:cubicBezTo>
                  <a:cubicBezTo>
                    <a:pt x="29666" y="45229"/>
                    <a:pt x="27447" y="54014"/>
                    <a:pt x="33770" y="56658"/>
                  </a:cubicBezTo>
                  <a:cubicBezTo>
                    <a:pt x="40396" y="59394"/>
                    <a:pt x="49545" y="52433"/>
                    <a:pt x="53618" y="48542"/>
                  </a:cubicBezTo>
                  <a:cubicBezTo>
                    <a:pt x="62707" y="39788"/>
                    <a:pt x="67448" y="37904"/>
                    <a:pt x="78725" y="44530"/>
                  </a:cubicBezTo>
                  <a:cubicBezTo>
                    <a:pt x="85716" y="48664"/>
                    <a:pt x="93224" y="47722"/>
                    <a:pt x="101066" y="49910"/>
                  </a:cubicBezTo>
                  <a:cubicBezTo>
                    <a:pt x="106142" y="51308"/>
                    <a:pt x="105716" y="55685"/>
                    <a:pt x="106476" y="59849"/>
                  </a:cubicBezTo>
                  <a:cubicBezTo>
                    <a:pt x="107540" y="65503"/>
                    <a:pt x="111279" y="71977"/>
                    <a:pt x="116477" y="73467"/>
                  </a:cubicBezTo>
                  <a:cubicBezTo>
                    <a:pt x="124927" y="75868"/>
                    <a:pt x="132708" y="66354"/>
                    <a:pt x="141188" y="67357"/>
                  </a:cubicBezTo>
                  <a:cubicBezTo>
                    <a:pt x="146143" y="67935"/>
                    <a:pt x="153468" y="7313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30"/>
            <p:cNvSpPr/>
            <p:nvPr/>
          </p:nvSpPr>
          <p:spPr>
            <a:xfrm>
              <a:off x="2975000" y="442550"/>
              <a:ext cx="3962850" cy="1870875"/>
            </a:xfrm>
            <a:custGeom>
              <a:rect b="b" l="l" r="r" t="t"/>
              <a:pathLst>
                <a:path extrusionOk="0" fill="none" h="74835" w="158514">
                  <a:moveTo>
                    <a:pt x="0" y="1"/>
                  </a:moveTo>
                  <a:cubicBezTo>
                    <a:pt x="4803" y="2919"/>
                    <a:pt x="9848" y="5350"/>
                    <a:pt x="14651" y="8116"/>
                  </a:cubicBezTo>
                  <a:cubicBezTo>
                    <a:pt x="21946" y="12311"/>
                    <a:pt x="18086" y="19697"/>
                    <a:pt x="21885" y="24895"/>
                  </a:cubicBezTo>
                  <a:cubicBezTo>
                    <a:pt x="24590" y="28633"/>
                    <a:pt x="30031" y="34013"/>
                    <a:pt x="30396" y="39272"/>
                  </a:cubicBezTo>
                  <a:cubicBezTo>
                    <a:pt x="30791" y="44439"/>
                    <a:pt x="28299" y="52919"/>
                    <a:pt x="34439" y="55625"/>
                  </a:cubicBezTo>
                  <a:cubicBezTo>
                    <a:pt x="41186" y="58603"/>
                    <a:pt x="50670" y="51217"/>
                    <a:pt x="54712" y="47083"/>
                  </a:cubicBezTo>
                  <a:cubicBezTo>
                    <a:pt x="63892" y="37630"/>
                    <a:pt x="68542" y="37266"/>
                    <a:pt x="79789" y="44135"/>
                  </a:cubicBezTo>
                  <a:cubicBezTo>
                    <a:pt x="86476" y="48208"/>
                    <a:pt x="93984" y="47661"/>
                    <a:pt x="101674" y="49728"/>
                  </a:cubicBezTo>
                  <a:cubicBezTo>
                    <a:pt x="106932" y="51126"/>
                    <a:pt x="106416" y="55138"/>
                    <a:pt x="107145" y="59454"/>
                  </a:cubicBezTo>
                  <a:cubicBezTo>
                    <a:pt x="108057" y="64986"/>
                    <a:pt x="111552" y="71339"/>
                    <a:pt x="116872" y="72707"/>
                  </a:cubicBezTo>
                  <a:cubicBezTo>
                    <a:pt x="125322" y="74835"/>
                    <a:pt x="133285" y="65837"/>
                    <a:pt x="141523" y="67114"/>
                  </a:cubicBezTo>
                  <a:cubicBezTo>
                    <a:pt x="146386" y="67874"/>
                    <a:pt x="153559" y="73011"/>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30"/>
            <p:cNvSpPr/>
            <p:nvPr/>
          </p:nvSpPr>
          <p:spPr>
            <a:xfrm>
              <a:off x="2975000" y="442550"/>
              <a:ext cx="3962850" cy="1848075"/>
            </a:xfrm>
            <a:custGeom>
              <a:rect b="b" l="l" r="r" t="t"/>
              <a:pathLst>
                <a:path extrusionOk="0" fill="none" h="73923" w="158514">
                  <a:moveTo>
                    <a:pt x="0" y="1"/>
                  </a:moveTo>
                  <a:cubicBezTo>
                    <a:pt x="4833" y="2888"/>
                    <a:pt x="9909" y="5259"/>
                    <a:pt x="14864" y="7873"/>
                  </a:cubicBezTo>
                  <a:cubicBezTo>
                    <a:pt x="22219" y="11764"/>
                    <a:pt x="19301" y="18390"/>
                    <a:pt x="22584" y="23922"/>
                  </a:cubicBezTo>
                  <a:cubicBezTo>
                    <a:pt x="25046" y="28086"/>
                    <a:pt x="30092" y="33649"/>
                    <a:pt x="31004" y="38542"/>
                  </a:cubicBezTo>
                  <a:cubicBezTo>
                    <a:pt x="31855" y="43284"/>
                    <a:pt x="29150" y="51947"/>
                    <a:pt x="35107" y="54561"/>
                  </a:cubicBezTo>
                  <a:cubicBezTo>
                    <a:pt x="42250" y="57691"/>
                    <a:pt x="51673" y="50032"/>
                    <a:pt x="55746" y="45503"/>
                  </a:cubicBezTo>
                  <a:cubicBezTo>
                    <a:pt x="64834" y="35411"/>
                    <a:pt x="69941" y="36992"/>
                    <a:pt x="80822" y="43770"/>
                  </a:cubicBezTo>
                  <a:cubicBezTo>
                    <a:pt x="87205" y="47782"/>
                    <a:pt x="94683" y="47691"/>
                    <a:pt x="102191" y="49576"/>
                  </a:cubicBezTo>
                  <a:cubicBezTo>
                    <a:pt x="107571" y="50913"/>
                    <a:pt x="107145" y="54682"/>
                    <a:pt x="107783" y="59090"/>
                  </a:cubicBezTo>
                  <a:cubicBezTo>
                    <a:pt x="108604" y="64591"/>
                    <a:pt x="111826" y="70610"/>
                    <a:pt x="117236" y="71917"/>
                  </a:cubicBezTo>
                  <a:cubicBezTo>
                    <a:pt x="125504" y="73923"/>
                    <a:pt x="133863" y="65321"/>
                    <a:pt x="141827" y="66901"/>
                  </a:cubicBezTo>
                  <a:cubicBezTo>
                    <a:pt x="146599" y="67813"/>
                    <a:pt x="153620" y="7292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30"/>
            <p:cNvSpPr/>
            <p:nvPr/>
          </p:nvSpPr>
          <p:spPr>
            <a:xfrm>
              <a:off x="2975000" y="442550"/>
              <a:ext cx="3962100" cy="1826050"/>
            </a:xfrm>
            <a:custGeom>
              <a:rect b="b" l="l" r="r" t="t"/>
              <a:pathLst>
                <a:path extrusionOk="0" fill="none" h="73042" w="158484">
                  <a:moveTo>
                    <a:pt x="0" y="1"/>
                  </a:moveTo>
                  <a:cubicBezTo>
                    <a:pt x="4894" y="2858"/>
                    <a:pt x="10000" y="5168"/>
                    <a:pt x="15076" y="7630"/>
                  </a:cubicBezTo>
                  <a:cubicBezTo>
                    <a:pt x="22402" y="11217"/>
                    <a:pt x="20639" y="16992"/>
                    <a:pt x="23435" y="22980"/>
                  </a:cubicBezTo>
                  <a:cubicBezTo>
                    <a:pt x="25685" y="27813"/>
                    <a:pt x="29910" y="33041"/>
                    <a:pt x="31460" y="37934"/>
                  </a:cubicBezTo>
                  <a:cubicBezTo>
                    <a:pt x="32858" y="42372"/>
                    <a:pt x="29940" y="51096"/>
                    <a:pt x="35867" y="53558"/>
                  </a:cubicBezTo>
                  <a:cubicBezTo>
                    <a:pt x="43618" y="56749"/>
                    <a:pt x="52433" y="48937"/>
                    <a:pt x="56779" y="43831"/>
                  </a:cubicBezTo>
                  <a:cubicBezTo>
                    <a:pt x="65746" y="33314"/>
                    <a:pt x="71552" y="36901"/>
                    <a:pt x="81886" y="43466"/>
                  </a:cubicBezTo>
                  <a:cubicBezTo>
                    <a:pt x="87965" y="47327"/>
                    <a:pt x="95412" y="47752"/>
                    <a:pt x="102707" y="49454"/>
                  </a:cubicBezTo>
                  <a:cubicBezTo>
                    <a:pt x="108148" y="50700"/>
                    <a:pt x="107905" y="54226"/>
                    <a:pt x="108452" y="58725"/>
                  </a:cubicBezTo>
                  <a:cubicBezTo>
                    <a:pt x="109182" y="64226"/>
                    <a:pt x="112130" y="69910"/>
                    <a:pt x="117571" y="71187"/>
                  </a:cubicBezTo>
                  <a:cubicBezTo>
                    <a:pt x="125626" y="73041"/>
                    <a:pt x="134410" y="64895"/>
                    <a:pt x="142100" y="66688"/>
                  </a:cubicBezTo>
                  <a:cubicBezTo>
                    <a:pt x="146751" y="67783"/>
                    <a:pt x="153590" y="72828"/>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30"/>
            <p:cNvSpPr/>
            <p:nvPr/>
          </p:nvSpPr>
          <p:spPr>
            <a:xfrm>
              <a:off x="2975000" y="442550"/>
              <a:ext cx="3962850" cy="1818450"/>
            </a:xfrm>
            <a:custGeom>
              <a:rect b="b" l="l" r="r" t="t"/>
              <a:pathLst>
                <a:path extrusionOk="0" fill="none" h="72738" w="158514">
                  <a:moveTo>
                    <a:pt x="0" y="1"/>
                  </a:moveTo>
                  <a:cubicBezTo>
                    <a:pt x="4924" y="2827"/>
                    <a:pt x="10122" y="5077"/>
                    <a:pt x="15259" y="7387"/>
                  </a:cubicBezTo>
                  <a:cubicBezTo>
                    <a:pt x="22432" y="10609"/>
                    <a:pt x="22159" y="15594"/>
                    <a:pt x="24317" y="22007"/>
                  </a:cubicBezTo>
                  <a:cubicBezTo>
                    <a:pt x="26171" y="27630"/>
                    <a:pt x="29332" y="32402"/>
                    <a:pt x="31733" y="37418"/>
                  </a:cubicBezTo>
                  <a:cubicBezTo>
                    <a:pt x="33831" y="41764"/>
                    <a:pt x="30669" y="50305"/>
                    <a:pt x="36657" y="52615"/>
                  </a:cubicBezTo>
                  <a:cubicBezTo>
                    <a:pt x="44955" y="55868"/>
                    <a:pt x="53162" y="47630"/>
                    <a:pt x="57782" y="42068"/>
                  </a:cubicBezTo>
                  <a:cubicBezTo>
                    <a:pt x="66476" y="31551"/>
                    <a:pt x="73315" y="37022"/>
                    <a:pt x="82950" y="43193"/>
                  </a:cubicBezTo>
                  <a:cubicBezTo>
                    <a:pt x="88695" y="46871"/>
                    <a:pt x="96142" y="47813"/>
                    <a:pt x="103194" y="49333"/>
                  </a:cubicBezTo>
                  <a:cubicBezTo>
                    <a:pt x="108726" y="50488"/>
                    <a:pt x="108634" y="53740"/>
                    <a:pt x="109151" y="58390"/>
                  </a:cubicBezTo>
                  <a:cubicBezTo>
                    <a:pt x="109789" y="63862"/>
                    <a:pt x="112464" y="69211"/>
                    <a:pt x="117996" y="70427"/>
                  </a:cubicBezTo>
                  <a:cubicBezTo>
                    <a:pt x="125778" y="72129"/>
                    <a:pt x="135018" y="64439"/>
                    <a:pt x="142434" y="66506"/>
                  </a:cubicBezTo>
                  <a:cubicBezTo>
                    <a:pt x="146994" y="67752"/>
                    <a:pt x="153650" y="72737"/>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30"/>
            <p:cNvSpPr/>
            <p:nvPr/>
          </p:nvSpPr>
          <p:spPr>
            <a:xfrm>
              <a:off x="2975000" y="442550"/>
              <a:ext cx="3962850" cy="1816175"/>
            </a:xfrm>
            <a:custGeom>
              <a:rect b="b" l="l" r="r" t="t"/>
              <a:pathLst>
                <a:path extrusionOk="0" fill="none" h="72647" w="158514">
                  <a:moveTo>
                    <a:pt x="0" y="1"/>
                  </a:moveTo>
                  <a:cubicBezTo>
                    <a:pt x="4985" y="2797"/>
                    <a:pt x="10244" y="4985"/>
                    <a:pt x="15441" y="7144"/>
                  </a:cubicBezTo>
                  <a:cubicBezTo>
                    <a:pt x="22341" y="10031"/>
                    <a:pt x="23648" y="14621"/>
                    <a:pt x="25259" y="21034"/>
                  </a:cubicBezTo>
                  <a:cubicBezTo>
                    <a:pt x="26688" y="26809"/>
                    <a:pt x="28572" y="31977"/>
                    <a:pt x="31885" y="36992"/>
                  </a:cubicBezTo>
                  <a:cubicBezTo>
                    <a:pt x="34742" y="41278"/>
                    <a:pt x="31429" y="49606"/>
                    <a:pt x="37478" y="51825"/>
                  </a:cubicBezTo>
                  <a:cubicBezTo>
                    <a:pt x="46171" y="55017"/>
                    <a:pt x="54469" y="46202"/>
                    <a:pt x="58755" y="40305"/>
                  </a:cubicBezTo>
                  <a:cubicBezTo>
                    <a:pt x="66232" y="30001"/>
                    <a:pt x="76415" y="38025"/>
                    <a:pt x="84044" y="42889"/>
                  </a:cubicBezTo>
                  <a:cubicBezTo>
                    <a:pt x="89546" y="46384"/>
                    <a:pt x="96841" y="47874"/>
                    <a:pt x="103680" y="49211"/>
                  </a:cubicBezTo>
                  <a:cubicBezTo>
                    <a:pt x="109242" y="50305"/>
                    <a:pt x="109364" y="53254"/>
                    <a:pt x="109850" y="58026"/>
                  </a:cubicBezTo>
                  <a:cubicBezTo>
                    <a:pt x="110397" y="63436"/>
                    <a:pt x="112829" y="68482"/>
                    <a:pt x="118422" y="69667"/>
                  </a:cubicBezTo>
                  <a:cubicBezTo>
                    <a:pt x="125930" y="71278"/>
                    <a:pt x="135626" y="64044"/>
                    <a:pt x="142708" y="66293"/>
                  </a:cubicBezTo>
                  <a:cubicBezTo>
                    <a:pt x="147176" y="67692"/>
                    <a:pt x="153681" y="7264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30"/>
            <p:cNvSpPr/>
            <p:nvPr/>
          </p:nvSpPr>
          <p:spPr>
            <a:xfrm>
              <a:off x="2975000" y="442550"/>
              <a:ext cx="3962850" cy="1813875"/>
            </a:xfrm>
            <a:custGeom>
              <a:rect b="b" l="l" r="r" t="t"/>
              <a:pathLst>
                <a:path extrusionOk="0" fill="none" h="72555" w="158514">
                  <a:moveTo>
                    <a:pt x="0" y="1"/>
                  </a:moveTo>
                  <a:cubicBezTo>
                    <a:pt x="5015" y="2767"/>
                    <a:pt x="10335" y="4894"/>
                    <a:pt x="15624" y="6931"/>
                  </a:cubicBezTo>
                  <a:cubicBezTo>
                    <a:pt x="22189" y="9423"/>
                    <a:pt x="24925" y="13648"/>
                    <a:pt x="26262" y="20031"/>
                  </a:cubicBezTo>
                  <a:cubicBezTo>
                    <a:pt x="27508" y="25958"/>
                    <a:pt x="27843" y="31582"/>
                    <a:pt x="31916" y="36597"/>
                  </a:cubicBezTo>
                  <a:cubicBezTo>
                    <a:pt x="35290" y="40731"/>
                    <a:pt x="32432" y="49150"/>
                    <a:pt x="38299" y="51096"/>
                  </a:cubicBezTo>
                  <a:cubicBezTo>
                    <a:pt x="47326" y="54105"/>
                    <a:pt x="55138" y="44804"/>
                    <a:pt x="59758" y="38512"/>
                  </a:cubicBezTo>
                  <a:cubicBezTo>
                    <a:pt x="66901" y="28816"/>
                    <a:pt x="78512" y="38512"/>
                    <a:pt x="85139" y="42585"/>
                  </a:cubicBezTo>
                  <a:cubicBezTo>
                    <a:pt x="90397" y="45807"/>
                    <a:pt x="97510" y="47995"/>
                    <a:pt x="104105" y="49120"/>
                  </a:cubicBezTo>
                  <a:cubicBezTo>
                    <a:pt x="109698" y="50062"/>
                    <a:pt x="109729" y="52707"/>
                    <a:pt x="110580" y="57691"/>
                  </a:cubicBezTo>
                  <a:cubicBezTo>
                    <a:pt x="111461" y="63071"/>
                    <a:pt x="112829" y="67692"/>
                    <a:pt x="118878" y="68938"/>
                  </a:cubicBezTo>
                  <a:cubicBezTo>
                    <a:pt x="126082" y="70427"/>
                    <a:pt x="136234" y="63649"/>
                    <a:pt x="143012" y="66111"/>
                  </a:cubicBezTo>
                  <a:cubicBezTo>
                    <a:pt x="147359" y="67661"/>
                    <a:pt x="153742" y="7255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30"/>
            <p:cNvSpPr/>
            <p:nvPr/>
          </p:nvSpPr>
          <p:spPr>
            <a:xfrm>
              <a:off x="2975000" y="442550"/>
              <a:ext cx="3962850" cy="1804000"/>
            </a:xfrm>
            <a:custGeom>
              <a:rect b="b" l="l" r="r" t="t"/>
              <a:pathLst>
                <a:path extrusionOk="0" fill="none" h="72160" w="158514">
                  <a:moveTo>
                    <a:pt x="0" y="1"/>
                  </a:moveTo>
                  <a:cubicBezTo>
                    <a:pt x="5076" y="2736"/>
                    <a:pt x="10456" y="4803"/>
                    <a:pt x="15806" y="6688"/>
                  </a:cubicBezTo>
                  <a:cubicBezTo>
                    <a:pt x="22037" y="8876"/>
                    <a:pt x="26049" y="12767"/>
                    <a:pt x="27326" y="18967"/>
                  </a:cubicBezTo>
                  <a:cubicBezTo>
                    <a:pt x="28542" y="24925"/>
                    <a:pt x="27326" y="31126"/>
                    <a:pt x="31855" y="36202"/>
                  </a:cubicBezTo>
                  <a:cubicBezTo>
                    <a:pt x="35381" y="40153"/>
                    <a:pt x="33618" y="48725"/>
                    <a:pt x="39150" y="50457"/>
                  </a:cubicBezTo>
                  <a:cubicBezTo>
                    <a:pt x="48329" y="53314"/>
                    <a:pt x="55746" y="42919"/>
                    <a:pt x="60792" y="36810"/>
                  </a:cubicBezTo>
                  <a:cubicBezTo>
                    <a:pt x="67995" y="28086"/>
                    <a:pt x="80032" y="38360"/>
                    <a:pt x="86263" y="42159"/>
                  </a:cubicBezTo>
                  <a:cubicBezTo>
                    <a:pt x="91430" y="45320"/>
                    <a:pt x="98057" y="48056"/>
                    <a:pt x="104561" y="48998"/>
                  </a:cubicBezTo>
                  <a:cubicBezTo>
                    <a:pt x="115747" y="50700"/>
                    <a:pt x="107692" y="65898"/>
                    <a:pt x="119303" y="68178"/>
                  </a:cubicBezTo>
                  <a:cubicBezTo>
                    <a:pt x="126294" y="69576"/>
                    <a:pt x="136872" y="63254"/>
                    <a:pt x="143316" y="65898"/>
                  </a:cubicBezTo>
                  <a:cubicBezTo>
                    <a:pt x="147784" y="67752"/>
                    <a:pt x="153407" y="7216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30"/>
            <p:cNvSpPr/>
            <p:nvPr/>
          </p:nvSpPr>
          <p:spPr>
            <a:xfrm>
              <a:off x="2975000" y="442550"/>
              <a:ext cx="3962100" cy="1802475"/>
            </a:xfrm>
            <a:custGeom>
              <a:rect b="b" l="l" r="r" t="t"/>
              <a:pathLst>
                <a:path extrusionOk="0" fill="none" h="72099" w="158484">
                  <a:moveTo>
                    <a:pt x="0" y="1"/>
                  </a:moveTo>
                  <a:cubicBezTo>
                    <a:pt x="5107" y="2706"/>
                    <a:pt x="10760" y="4590"/>
                    <a:pt x="15958" y="6444"/>
                  </a:cubicBezTo>
                  <a:cubicBezTo>
                    <a:pt x="21764" y="8511"/>
                    <a:pt x="26931" y="11733"/>
                    <a:pt x="28390" y="17843"/>
                  </a:cubicBezTo>
                  <a:cubicBezTo>
                    <a:pt x="29788" y="23740"/>
                    <a:pt x="26900" y="30579"/>
                    <a:pt x="31672" y="35867"/>
                  </a:cubicBezTo>
                  <a:cubicBezTo>
                    <a:pt x="35107" y="39636"/>
                    <a:pt x="34925" y="48390"/>
                    <a:pt x="40001" y="49849"/>
                  </a:cubicBezTo>
                  <a:cubicBezTo>
                    <a:pt x="49302" y="52494"/>
                    <a:pt x="56415" y="40761"/>
                    <a:pt x="61886" y="35320"/>
                  </a:cubicBezTo>
                  <a:cubicBezTo>
                    <a:pt x="69211" y="28025"/>
                    <a:pt x="81278" y="37873"/>
                    <a:pt x="87327" y="41612"/>
                  </a:cubicBezTo>
                  <a:cubicBezTo>
                    <a:pt x="92585" y="44864"/>
                    <a:pt x="98421" y="48117"/>
                    <a:pt x="104926" y="48968"/>
                  </a:cubicBezTo>
                  <a:cubicBezTo>
                    <a:pt x="116385" y="50457"/>
                    <a:pt x="108239" y="65442"/>
                    <a:pt x="119759" y="67509"/>
                  </a:cubicBezTo>
                  <a:cubicBezTo>
                    <a:pt x="126659" y="68725"/>
                    <a:pt x="137298" y="62980"/>
                    <a:pt x="143559" y="65716"/>
                  </a:cubicBezTo>
                  <a:cubicBezTo>
                    <a:pt x="147936" y="67631"/>
                    <a:pt x="153407" y="72099"/>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30"/>
            <p:cNvSpPr/>
            <p:nvPr/>
          </p:nvSpPr>
          <p:spPr>
            <a:xfrm>
              <a:off x="2975000" y="442550"/>
              <a:ext cx="3962850" cy="1800200"/>
            </a:xfrm>
            <a:custGeom>
              <a:rect b="b" l="l" r="r" t="t"/>
              <a:pathLst>
                <a:path extrusionOk="0" fill="none" h="72008" w="158514">
                  <a:moveTo>
                    <a:pt x="0" y="1"/>
                  </a:moveTo>
                  <a:cubicBezTo>
                    <a:pt x="5167" y="2645"/>
                    <a:pt x="10821" y="4499"/>
                    <a:pt x="16140" y="6201"/>
                  </a:cubicBezTo>
                  <a:cubicBezTo>
                    <a:pt x="21976" y="8055"/>
                    <a:pt x="27630" y="11065"/>
                    <a:pt x="29484" y="16657"/>
                  </a:cubicBezTo>
                  <a:cubicBezTo>
                    <a:pt x="31308" y="22159"/>
                    <a:pt x="26748" y="29940"/>
                    <a:pt x="31521" y="35442"/>
                  </a:cubicBezTo>
                  <a:cubicBezTo>
                    <a:pt x="34621" y="38998"/>
                    <a:pt x="36414" y="48147"/>
                    <a:pt x="40913" y="49211"/>
                  </a:cubicBezTo>
                  <a:cubicBezTo>
                    <a:pt x="50244" y="51430"/>
                    <a:pt x="56749" y="38846"/>
                    <a:pt x="63041" y="34044"/>
                  </a:cubicBezTo>
                  <a:cubicBezTo>
                    <a:pt x="70731" y="28147"/>
                    <a:pt x="82190" y="36992"/>
                    <a:pt x="88391" y="40943"/>
                  </a:cubicBezTo>
                  <a:cubicBezTo>
                    <a:pt x="93862" y="44409"/>
                    <a:pt x="98695" y="48147"/>
                    <a:pt x="105352" y="48907"/>
                  </a:cubicBezTo>
                  <a:cubicBezTo>
                    <a:pt x="117024" y="50184"/>
                    <a:pt x="108786" y="64834"/>
                    <a:pt x="120276" y="66780"/>
                  </a:cubicBezTo>
                  <a:cubicBezTo>
                    <a:pt x="126993" y="67904"/>
                    <a:pt x="137784" y="62585"/>
                    <a:pt x="143863" y="65533"/>
                  </a:cubicBezTo>
                  <a:cubicBezTo>
                    <a:pt x="148149" y="67570"/>
                    <a:pt x="153468" y="72008"/>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30"/>
            <p:cNvSpPr/>
            <p:nvPr/>
          </p:nvSpPr>
          <p:spPr>
            <a:xfrm>
              <a:off x="2975000" y="442550"/>
              <a:ext cx="3963625" cy="1798675"/>
            </a:xfrm>
            <a:custGeom>
              <a:rect b="b" l="l" r="r" t="t"/>
              <a:pathLst>
                <a:path extrusionOk="0" fill="none" h="71947" w="158545">
                  <a:moveTo>
                    <a:pt x="0" y="1"/>
                  </a:moveTo>
                  <a:cubicBezTo>
                    <a:pt x="5198" y="2615"/>
                    <a:pt x="10912" y="4408"/>
                    <a:pt x="16323" y="5958"/>
                  </a:cubicBezTo>
                  <a:cubicBezTo>
                    <a:pt x="22067" y="7630"/>
                    <a:pt x="28147" y="10365"/>
                    <a:pt x="30578" y="15472"/>
                  </a:cubicBezTo>
                  <a:cubicBezTo>
                    <a:pt x="33192" y="20974"/>
                    <a:pt x="26931" y="29059"/>
                    <a:pt x="31369" y="35047"/>
                  </a:cubicBezTo>
                  <a:cubicBezTo>
                    <a:pt x="33831" y="38390"/>
                    <a:pt x="37904" y="47904"/>
                    <a:pt x="41825" y="48542"/>
                  </a:cubicBezTo>
                  <a:cubicBezTo>
                    <a:pt x="50883" y="50062"/>
                    <a:pt x="57296" y="36931"/>
                    <a:pt x="64257" y="33010"/>
                  </a:cubicBezTo>
                  <a:cubicBezTo>
                    <a:pt x="72160" y="28512"/>
                    <a:pt x="83102" y="35928"/>
                    <a:pt x="89424" y="40153"/>
                  </a:cubicBezTo>
                  <a:cubicBezTo>
                    <a:pt x="94804" y="43740"/>
                    <a:pt x="98877" y="48208"/>
                    <a:pt x="105747" y="48846"/>
                  </a:cubicBezTo>
                  <a:cubicBezTo>
                    <a:pt x="117601" y="49971"/>
                    <a:pt x="109425" y="64257"/>
                    <a:pt x="120793" y="66081"/>
                  </a:cubicBezTo>
                  <a:cubicBezTo>
                    <a:pt x="127419" y="67144"/>
                    <a:pt x="138270" y="62281"/>
                    <a:pt x="144167" y="65351"/>
                  </a:cubicBezTo>
                  <a:cubicBezTo>
                    <a:pt x="148362" y="67540"/>
                    <a:pt x="153529" y="71947"/>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30"/>
            <p:cNvSpPr/>
            <p:nvPr/>
          </p:nvSpPr>
          <p:spPr>
            <a:xfrm>
              <a:off x="2975000" y="442550"/>
              <a:ext cx="3962850" cy="1795650"/>
            </a:xfrm>
            <a:custGeom>
              <a:rect b="b" l="l" r="r" t="t"/>
              <a:pathLst>
                <a:path extrusionOk="0" fill="none" h="71826" w="158514">
                  <a:moveTo>
                    <a:pt x="0" y="1"/>
                  </a:moveTo>
                  <a:cubicBezTo>
                    <a:pt x="5259" y="2584"/>
                    <a:pt x="10973" y="4317"/>
                    <a:pt x="16475" y="5745"/>
                  </a:cubicBezTo>
                  <a:cubicBezTo>
                    <a:pt x="22250" y="7235"/>
                    <a:pt x="28542" y="9788"/>
                    <a:pt x="31581" y="14195"/>
                  </a:cubicBezTo>
                  <a:cubicBezTo>
                    <a:pt x="35168" y="19332"/>
                    <a:pt x="27326" y="28238"/>
                    <a:pt x="31247" y="34560"/>
                  </a:cubicBezTo>
                  <a:cubicBezTo>
                    <a:pt x="33253" y="37782"/>
                    <a:pt x="39150" y="47418"/>
                    <a:pt x="42737" y="47722"/>
                  </a:cubicBezTo>
                  <a:cubicBezTo>
                    <a:pt x="51612" y="48482"/>
                    <a:pt x="57752" y="35229"/>
                    <a:pt x="65412" y="32129"/>
                  </a:cubicBezTo>
                  <a:cubicBezTo>
                    <a:pt x="73588" y="28816"/>
                    <a:pt x="84044" y="34804"/>
                    <a:pt x="90275" y="39302"/>
                  </a:cubicBezTo>
                  <a:cubicBezTo>
                    <a:pt x="95351" y="42980"/>
                    <a:pt x="98938" y="48269"/>
                    <a:pt x="106081" y="48816"/>
                  </a:cubicBezTo>
                  <a:cubicBezTo>
                    <a:pt x="111704" y="49241"/>
                    <a:pt x="112981" y="50670"/>
                    <a:pt x="114136" y="56111"/>
                  </a:cubicBezTo>
                  <a:cubicBezTo>
                    <a:pt x="115139" y="60792"/>
                    <a:pt x="115321" y="64470"/>
                    <a:pt x="121279" y="65381"/>
                  </a:cubicBezTo>
                  <a:cubicBezTo>
                    <a:pt x="127784" y="66385"/>
                    <a:pt x="138696" y="61947"/>
                    <a:pt x="144410" y="65169"/>
                  </a:cubicBezTo>
                  <a:cubicBezTo>
                    <a:pt x="148483" y="67448"/>
                    <a:pt x="153529" y="7182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30"/>
            <p:cNvSpPr/>
            <p:nvPr/>
          </p:nvSpPr>
          <p:spPr>
            <a:xfrm>
              <a:off x="2975000" y="442550"/>
              <a:ext cx="3962850" cy="1794125"/>
            </a:xfrm>
            <a:custGeom>
              <a:rect b="b" l="l" r="r" t="t"/>
              <a:pathLst>
                <a:path extrusionOk="0" fill="none" h="71765" w="158514">
                  <a:moveTo>
                    <a:pt x="0" y="1"/>
                  </a:moveTo>
                  <a:cubicBezTo>
                    <a:pt x="5319" y="2554"/>
                    <a:pt x="11064" y="4226"/>
                    <a:pt x="16627" y="5502"/>
                  </a:cubicBezTo>
                  <a:cubicBezTo>
                    <a:pt x="22523" y="6840"/>
                    <a:pt x="28663" y="9302"/>
                    <a:pt x="32554" y="12919"/>
                  </a:cubicBezTo>
                  <a:cubicBezTo>
                    <a:pt x="36931" y="17022"/>
                    <a:pt x="28906" y="28268"/>
                    <a:pt x="31247" y="33983"/>
                  </a:cubicBezTo>
                  <a:cubicBezTo>
                    <a:pt x="32615" y="37326"/>
                    <a:pt x="40031" y="46658"/>
                    <a:pt x="43679" y="46719"/>
                  </a:cubicBezTo>
                  <a:cubicBezTo>
                    <a:pt x="52433" y="46810"/>
                    <a:pt x="58117" y="33861"/>
                    <a:pt x="66628" y="31430"/>
                  </a:cubicBezTo>
                  <a:cubicBezTo>
                    <a:pt x="75108" y="28998"/>
                    <a:pt x="85078" y="33709"/>
                    <a:pt x="91066" y="38451"/>
                  </a:cubicBezTo>
                  <a:cubicBezTo>
                    <a:pt x="95899" y="42250"/>
                    <a:pt x="98847" y="48482"/>
                    <a:pt x="106446" y="48785"/>
                  </a:cubicBezTo>
                  <a:cubicBezTo>
                    <a:pt x="119030" y="49272"/>
                    <a:pt x="110853" y="62950"/>
                    <a:pt x="121826" y="64743"/>
                  </a:cubicBezTo>
                  <a:cubicBezTo>
                    <a:pt x="128088" y="65746"/>
                    <a:pt x="139121" y="61612"/>
                    <a:pt x="144684" y="64986"/>
                  </a:cubicBezTo>
                  <a:cubicBezTo>
                    <a:pt x="148666" y="67388"/>
                    <a:pt x="153559" y="7176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30"/>
            <p:cNvSpPr/>
            <p:nvPr/>
          </p:nvSpPr>
          <p:spPr>
            <a:xfrm>
              <a:off x="2975000" y="442550"/>
              <a:ext cx="3962850" cy="1791075"/>
            </a:xfrm>
            <a:custGeom>
              <a:rect b="b" l="l" r="r" t="t"/>
              <a:pathLst>
                <a:path extrusionOk="0" fill="none" h="71643" w="158514">
                  <a:moveTo>
                    <a:pt x="0" y="1"/>
                  </a:moveTo>
                  <a:cubicBezTo>
                    <a:pt x="5319" y="2523"/>
                    <a:pt x="11155" y="4134"/>
                    <a:pt x="16779" y="5259"/>
                  </a:cubicBezTo>
                  <a:cubicBezTo>
                    <a:pt x="22736" y="6475"/>
                    <a:pt x="29302" y="9058"/>
                    <a:pt x="33405" y="11672"/>
                  </a:cubicBezTo>
                  <a:cubicBezTo>
                    <a:pt x="37660" y="14378"/>
                    <a:pt x="30821" y="28968"/>
                    <a:pt x="31399" y="33314"/>
                  </a:cubicBezTo>
                  <a:cubicBezTo>
                    <a:pt x="31885" y="36931"/>
                    <a:pt x="40578" y="45624"/>
                    <a:pt x="44651" y="45472"/>
                  </a:cubicBezTo>
                  <a:cubicBezTo>
                    <a:pt x="53101" y="45168"/>
                    <a:pt x="58421" y="32828"/>
                    <a:pt x="67874" y="30852"/>
                  </a:cubicBezTo>
                  <a:cubicBezTo>
                    <a:pt x="76658" y="29028"/>
                    <a:pt x="86233" y="32706"/>
                    <a:pt x="91856" y="37509"/>
                  </a:cubicBezTo>
                  <a:cubicBezTo>
                    <a:pt x="96476" y="41491"/>
                    <a:pt x="98908" y="48542"/>
                    <a:pt x="106780" y="48755"/>
                  </a:cubicBezTo>
                  <a:cubicBezTo>
                    <a:pt x="112647" y="48907"/>
                    <a:pt x="114045" y="50184"/>
                    <a:pt x="115565" y="55503"/>
                  </a:cubicBezTo>
                  <a:cubicBezTo>
                    <a:pt x="116841" y="60062"/>
                    <a:pt x="116628" y="63132"/>
                    <a:pt x="122404" y="64044"/>
                  </a:cubicBezTo>
                  <a:cubicBezTo>
                    <a:pt x="128544" y="65047"/>
                    <a:pt x="139486" y="61278"/>
                    <a:pt x="144957" y="64804"/>
                  </a:cubicBezTo>
                  <a:cubicBezTo>
                    <a:pt x="148818" y="67296"/>
                    <a:pt x="153559" y="71643"/>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30"/>
            <p:cNvSpPr/>
            <p:nvPr/>
          </p:nvSpPr>
          <p:spPr>
            <a:xfrm>
              <a:off x="2975000" y="442550"/>
              <a:ext cx="3962100" cy="1789575"/>
            </a:xfrm>
            <a:custGeom>
              <a:rect b="b" l="l" r="r" t="t"/>
              <a:pathLst>
                <a:path extrusionOk="0" fill="none" h="71583" w="158484">
                  <a:moveTo>
                    <a:pt x="0" y="1"/>
                  </a:moveTo>
                  <a:cubicBezTo>
                    <a:pt x="5380" y="2463"/>
                    <a:pt x="11216" y="4043"/>
                    <a:pt x="16900" y="5016"/>
                  </a:cubicBezTo>
                  <a:cubicBezTo>
                    <a:pt x="22797" y="6049"/>
                    <a:pt x="29058" y="8724"/>
                    <a:pt x="34135" y="10457"/>
                  </a:cubicBezTo>
                  <a:cubicBezTo>
                    <a:pt x="39667" y="12372"/>
                    <a:pt x="32037" y="28846"/>
                    <a:pt x="31855" y="32463"/>
                  </a:cubicBezTo>
                  <a:cubicBezTo>
                    <a:pt x="31672" y="36597"/>
                    <a:pt x="40852" y="44712"/>
                    <a:pt x="45503" y="44074"/>
                  </a:cubicBezTo>
                  <a:cubicBezTo>
                    <a:pt x="54165" y="42889"/>
                    <a:pt x="59606" y="32038"/>
                    <a:pt x="69090" y="30335"/>
                  </a:cubicBezTo>
                  <a:cubicBezTo>
                    <a:pt x="77479" y="28846"/>
                    <a:pt x="87388" y="31703"/>
                    <a:pt x="92646" y="36566"/>
                  </a:cubicBezTo>
                  <a:cubicBezTo>
                    <a:pt x="97084" y="40670"/>
                    <a:pt x="98908" y="48634"/>
                    <a:pt x="107084" y="48725"/>
                  </a:cubicBezTo>
                  <a:cubicBezTo>
                    <a:pt x="112890" y="48816"/>
                    <a:pt x="114501" y="49910"/>
                    <a:pt x="116203" y="55229"/>
                  </a:cubicBezTo>
                  <a:cubicBezTo>
                    <a:pt x="117571" y="59606"/>
                    <a:pt x="117297" y="62555"/>
                    <a:pt x="122951" y="63436"/>
                  </a:cubicBezTo>
                  <a:cubicBezTo>
                    <a:pt x="129030" y="64378"/>
                    <a:pt x="139851" y="60944"/>
                    <a:pt x="145200" y="64622"/>
                  </a:cubicBezTo>
                  <a:cubicBezTo>
                    <a:pt x="148939" y="67205"/>
                    <a:pt x="153590" y="7158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30"/>
            <p:cNvSpPr/>
            <p:nvPr/>
          </p:nvSpPr>
          <p:spPr>
            <a:xfrm>
              <a:off x="2975000" y="442550"/>
              <a:ext cx="3962850" cy="1785000"/>
            </a:xfrm>
            <a:custGeom>
              <a:rect b="b" l="l" r="r" t="t"/>
              <a:pathLst>
                <a:path extrusionOk="0" fill="none" h="71400" w="158514">
                  <a:moveTo>
                    <a:pt x="0" y="1"/>
                  </a:moveTo>
                  <a:cubicBezTo>
                    <a:pt x="5411" y="2432"/>
                    <a:pt x="11307" y="3952"/>
                    <a:pt x="17052" y="4803"/>
                  </a:cubicBezTo>
                  <a:cubicBezTo>
                    <a:pt x="22949" y="5685"/>
                    <a:pt x="29028" y="8967"/>
                    <a:pt x="34682" y="9362"/>
                  </a:cubicBezTo>
                  <a:cubicBezTo>
                    <a:pt x="42007" y="9849"/>
                    <a:pt x="33557" y="28360"/>
                    <a:pt x="32858" y="31065"/>
                  </a:cubicBezTo>
                  <a:cubicBezTo>
                    <a:pt x="31308" y="36931"/>
                    <a:pt x="41095" y="43801"/>
                    <a:pt x="46141" y="42676"/>
                  </a:cubicBezTo>
                  <a:cubicBezTo>
                    <a:pt x="54925" y="40761"/>
                    <a:pt x="60731" y="31703"/>
                    <a:pt x="70245" y="29819"/>
                  </a:cubicBezTo>
                  <a:cubicBezTo>
                    <a:pt x="78451" y="28177"/>
                    <a:pt x="88573" y="30731"/>
                    <a:pt x="93497" y="35563"/>
                  </a:cubicBezTo>
                  <a:cubicBezTo>
                    <a:pt x="97753" y="39728"/>
                    <a:pt x="98969" y="48725"/>
                    <a:pt x="107419" y="48755"/>
                  </a:cubicBezTo>
                  <a:cubicBezTo>
                    <a:pt x="113163" y="48755"/>
                    <a:pt x="115018" y="49667"/>
                    <a:pt x="116872" y="54956"/>
                  </a:cubicBezTo>
                  <a:cubicBezTo>
                    <a:pt x="118331" y="59181"/>
                    <a:pt x="118027" y="61977"/>
                    <a:pt x="123559" y="62798"/>
                  </a:cubicBezTo>
                  <a:cubicBezTo>
                    <a:pt x="129638" y="63710"/>
                    <a:pt x="140459" y="60579"/>
                    <a:pt x="145504" y="64470"/>
                  </a:cubicBezTo>
                  <a:cubicBezTo>
                    <a:pt x="148939" y="67144"/>
                    <a:pt x="153802" y="7140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30"/>
            <p:cNvSpPr/>
            <p:nvPr/>
          </p:nvSpPr>
          <p:spPr>
            <a:xfrm>
              <a:off x="2975000" y="442550"/>
              <a:ext cx="3962100" cy="1781975"/>
            </a:xfrm>
            <a:custGeom>
              <a:rect b="b" l="l" r="r" t="t"/>
              <a:pathLst>
                <a:path extrusionOk="0" fill="none" h="71279" w="158484">
                  <a:moveTo>
                    <a:pt x="0" y="1"/>
                  </a:moveTo>
                  <a:cubicBezTo>
                    <a:pt x="5471" y="2402"/>
                    <a:pt x="11247" y="3922"/>
                    <a:pt x="17174" y="4560"/>
                  </a:cubicBezTo>
                  <a:cubicBezTo>
                    <a:pt x="23253" y="5198"/>
                    <a:pt x="29514" y="8420"/>
                    <a:pt x="35107" y="8177"/>
                  </a:cubicBezTo>
                  <a:cubicBezTo>
                    <a:pt x="44044" y="7782"/>
                    <a:pt x="35290" y="26718"/>
                    <a:pt x="34256" y="29089"/>
                  </a:cubicBezTo>
                  <a:cubicBezTo>
                    <a:pt x="31369" y="35959"/>
                    <a:pt x="40578" y="42980"/>
                    <a:pt x="46658" y="41247"/>
                  </a:cubicBezTo>
                  <a:cubicBezTo>
                    <a:pt x="55533" y="38785"/>
                    <a:pt x="61947" y="31490"/>
                    <a:pt x="71369" y="29180"/>
                  </a:cubicBezTo>
                  <a:cubicBezTo>
                    <a:pt x="79424" y="27174"/>
                    <a:pt x="89819" y="29697"/>
                    <a:pt x="94470" y="34439"/>
                  </a:cubicBezTo>
                  <a:cubicBezTo>
                    <a:pt x="98482" y="38573"/>
                    <a:pt x="99090" y="48785"/>
                    <a:pt x="107753" y="48694"/>
                  </a:cubicBezTo>
                  <a:cubicBezTo>
                    <a:pt x="113407" y="48634"/>
                    <a:pt x="115504" y="49424"/>
                    <a:pt x="117510" y="54652"/>
                  </a:cubicBezTo>
                  <a:cubicBezTo>
                    <a:pt x="119060" y="58694"/>
                    <a:pt x="118665" y="61400"/>
                    <a:pt x="124167" y="62160"/>
                  </a:cubicBezTo>
                  <a:cubicBezTo>
                    <a:pt x="130246" y="62980"/>
                    <a:pt x="140793" y="60245"/>
                    <a:pt x="145717" y="64257"/>
                  </a:cubicBezTo>
                  <a:cubicBezTo>
                    <a:pt x="149061" y="66962"/>
                    <a:pt x="153802" y="71278"/>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30"/>
            <p:cNvSpPr/>
            <p:nvPr/>
          </p:nvSpPr>
          <p:spPr>
            <a:xfrm>
              <a:off x="2975000" y="442550"/>
              <a:ext cx="3962850" cy="1781200"/>
            </a:xfrm>
            <a:custGeom>
              <a:rect b="b" l="l" r="r" t="t"/>
              <a:pathLst>
                <a:path extrusionOk="0" fill="none" h="71248" w="158514">
                  <a:moveTo>
                    <a:pt x="0" y="1"/>
                  </a:moveTo>
                  <a:cubicBezTo>
                    <a:pt x="5502" y="2371"/>
                    <a:pt x="11338" y="3830"/>
                    <a:pt x="17326" y="4347"/>
                  </a:cubicBezTo>
                  <a:cubicBezTo>
                    <a:pt x="23405" y="4833"/>
                    <a:pt x="29484" y="7478"/>
                    <a:pt x="35381" y="7083"/>
                  </a:cubicBezTo>
                  <a:cubicBezTo>
                    <a:pt x="46171" y="6384"/>
                    <a:pt x="37660" y="22007"/>
                    <a:pt x="36080" y="26718"/>
                  </a:cubicBezTo>
                  <a:cubicBezTo>
                    <a:pt x="34560" y="31247"/>
                    <a:pt x="33192" y="34591"/>
                    <a:pt x="37387" y="37934"/>
                  </a:cubicBezTo>
                  <a:cubicBezTo>
                    <a:pt x="40062" y="40032"/>
                    <a:pt x="43983" y="40913"/>
                    <a:pt x="47144" y="39940"/>
                  </a:cubicBezTo>
                  <a:cubicBezTo>
                    <a:pt x="52007" y="38421"/>
                    <a:pt x="55959" y="34864"/>
                    <a:pt x="60548" y="32524"/>
                  </a:cubicBezTo>
                  <a:cubicBezTo>
                    <a:pt x="64409" y="30579"/>
                    <a:pt x="68360" y="29758"/>
                    <a:pt x="72403" y="28512"/>
                  </a:cubicBezTo>
                  <a:cubicBezTo>
                    <a:pt x="80275" y="26080"/>
                    <a:pt x="91187" y="28724"/>
                    <a:pt x="95503" y="33314"/>
                  </a:cubicBezTo>
                  <a:cubicBezTo>
                    <a:pt x="99303" y="37296"/>
                    <a:pt x="99212" y="48877"/>
                    <a:pt x="108118" y="48694"/>
                  </a:cubicBezTo>
                  <a:cubicBezTo>
                    <a:pt x="113589" y="48573"/>
                    <a:pt x="115990" y="49302"/>
                    <a:pt x="118148" y="54409"/>
                  </a:cubicBezTo>
                  <a:cubicBezTo>
                    <a:pt x="119820" y="58299"/>
                    <a:pt x="119364" y="60974"/>
                    <a:pt x="124805" y="61612"/>
                  </a:cubicBezTo>
                  <a:cubicBezTo>
                    <a:pt x="130519" y="62281"/>
                    <a:pt x="141249" y="59819"/>
                    <a:pt x="145991" y="64135"/>
                  </a:cubicBezTo>
                  <a:cubicBezTo>
                    <a:pt x="149213" y="67023"/>
                    <a:pt x="153863" y="71248"/>
                    <a:pt x="158514" y="68695"/>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30"/>
            <p:cNvSpPr/>
            <p:nvPr/>
          </p:nvSpPr>
          <p:spPr>
            <a:xfrm>
              <a:off x="2975000" y="442550"/>
              <a:ext cx="3962100" cy="1777400"/>
            </a:xfrm>
            <a:custGeom>
              <a:rect b="b" l="l" r="r" t="t"/>
              <a:pathLst>
                <a:path extrusionOk="0" fill="none" h="71096" w="158484">
                  <a:moveTo>
                    <a:pt x="0" y="1"/>
                  </a:moveTo>
                  <a:cubicBezTo>
                    <a:pt x="5532" y="2341"/>
                    <a:pt x="11429" y="3739"/>
                    <a:pt x="17447" y="4104"/>
                  </a:cubicBezTo>
                  <a:cubicBezTo>
                    <a:pt x="23496" y="4469"/>
                    <a:pt x="29484" y="6596"/>
                    <a:pt x="35533" y="6049"/>
                  </a:cubicBezTo>
                  <a:cubicBezTo>
                    <a:pt x="47357" y="4955"/>
                    <a:pt x="40822" y="16809"/>
                    <a:pt x="38208" y="23983"/>
                  </a:cubicBezTo>
                  <a:cubicBezTo>
                    <a:pt x="36657" y="28329"/>
                    <a:pt x="33557" y="33253"/>
                    <a:pt x="37691" y="36962"/>
                  </a:cubicBezTo>
                  <a:cubicBezTo>
                    <a:pt x="40244" y="39272"/>
                    <a:pt x="44591" y="39636"/>
                    <a:pt x="47661" y="38603"/>
                  </a:cubicBezTo>
                  <a:cubicBezTo>
                    <a:pt x="52646" y="36931"/>
                    <a:pt x="56901" y="33557"/>
                    <a:pt x="61764" y="31460"/>
                  </a:cubicBezTo>
                  <a:cubicBezTo>
                    <a:pt x="65533" y="29819"/>
                    <a:pt x="69576" y="29150"/>
                    <a:pt x="73375" y="27721"/>
                  </a:cubicBezTo>
                  <a:cubicBezTo>
                    <a:pt x="80974" y="24864"/>
                    <a:pt x="92464" y="27721"/>
                    <a:pt x="96659" y="32068"/>
                  </a:cubicBezTo>
                  <a:cubicBezTo>
                    <a:pt x="100884" y="36445"/>
                    <a:pt x="98634" y="48512"/>
                    <a:pt x="108452" y="48664"/>
                  </a:cubicBezTo>
                  <a:cubicBezTo>
                    <a:pt x="114014" y="48755"/>
                    <a:pt x="116416" y="49150"/>
                    <a:pt x="118756" y="54105"/>
                  </a:cubicBezTo>
                  <a:cubicBezTo>
                    <a:pt x="120550" y="57874"/>
                    <a:pt x="120002" y="60488"/>
                    <a:pt x="125413" y="61035"/>
                  </a:cubicBezTo>
                  <a:cubicBezTo>
                    <a:pt x="131158" y="61643"/>
                    <a:pt x="141553" y="59454"/>
                    <a:pt x="146234" y="63922"/>
                  </a:cubicBezTo>
                  <a:cubicBezTo>
                    <a:pt x="149334" y="66871"/>
                    <a:pt x="153894" y="71096"/>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30"/>
            <p:cNvSpPr/>
            <p:nvPr/>
          </p:nvSpPr>
          <p:spPr>
            <a:xfrm>
              <a:off x="2975000" y="442550"/>
              <a:ext cx="3962850" cy="1775125"/>
            </a:xfrm>
            <a:custGeom>
              <a:rect b="b" l="l" r="r" t="t"/>
              <a:pathLst>
                <a:path extrusionOk="0" fill="none" h="71005" w="158514">
                  <a:moveTo>
                    <a:pt x="0" y="1"/>
                  </a:moveTo>
                  <a:cubicBezTo>
                    <a:pt x="5593" y="2311"/>
                    <a:pt x="11520" y="3648"/>
                    <a:pt x="17569" y="3861"/>
                  </a:cubicBezTo>
                  <a:cubicBezTo>
                    <a:pt x="23587" y="4074"/>
                    <a:pt x="29636" y="5837"/>
                    <a:pt x="35594" y="5046"/>
                  </a:cubicBezTo>
                  <a:cubicBezTo>
                    <a:pt x="47569" y="3466"/>
                    <a:pt x="43800" y="12280"/>
                    <a:pt x="40578" y="20974"/>
                  </a:cubicBezTo>
                  <a:cubicBezTo>
                    <a:pt x="39059" y="25107"/>
                    <a:pt x="34773" y="31916"/>
                    <a:pt x="38268" y="35867"/>
                  </a:cubicBezTo>
                  <a:cubicBezTo>
                    <a:pt x="40548" y="38451"/>
                    <a:pt x="45381" y="38208"/>
                    <a:pt x="48238" y="37296"/>
                  </a:cubicBezTo>
                  <a:cubicBezTo>
                    <a:pt x="53405" y="35624"/>
                    <a:pt x="57965" y="32281"/>
                    <a:pt x="63102" y="30366"/>
                  </a:cubicBezTo>
                  <a:cubicBezTo>
                    <a:pt x="66780" y="28968"/>
                    <a:pt x="70701" y="28420"/>
                    <a:pt x="74257" y="26840"/>
                  </a:cubicBezTo>
                  <a:cubicBezTo>
                    <a:pt x="81552" y="23588"/>
                    <a:pt x="94075" y="26779"/>
                    <a:pt x="97935" y="30791"/>
                  </a:cubicBezTo>
                  <a:cubicBezTo>
                    <a:pt x="101887" y="34895"/>
                    <a:pt x="98938" y="48542"/>
                    <a:pt x="108817" y="48664"/>
                  </a:cubicBezTo>
                  <a:cubicBezTo>
                    <a:pt x="114227" y="48694"/>
                    <a:pt x="116872" y="49029"/>
                    <a:pt x="119364" y="53801"/>
                  </a:cubicBezTo>
                  <a:cubicBezTo>
                    <a:pt x="121249" y="57448"/>
                    <a:pt x="120702" y="60032"/>
                    <a:pt x="126021" y="60518"/>
                  </a:cubicBezTo>
                  <a:cubicBezTo>
                    <a:pt x="131826" y="61035"/>
                    <a:pt x="141857" y="59120"/>
                    <a:pt x="146507" y="63771"/>
                  </a:cubicBezTo>
                  <a:cubicBezTo>
                    <a:pt x="149456" y="66719"/>
                    <a:pt x="153924" y="7100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30"/>
            <p:cNvSpPr/>
            <p:nvPr/>
          </p:nvSpPr>
          <p:spPr>
            <a:xfrm>
              <a:off x="2975000" y="442550"/>
              <a:ext cx="3962850" cy="1772850"/>
            </a:xfrm>
            <a:custGeom>
              <a:rect b="b" l="l" r="r" t="t"/>
              <a:pathLst>
                <a:path extrusionOk="0" fill="none" h="70914" w="158514">
                  <a:moveTo>
                    <a:pt x="0" y="1"/>
                  </a:moveTo>
                  <a:cubicBezTo>
                    <a:pt x="5623" y="2280"/>
                    <a:pt x="11611" y="3526"/>
                    <a:pt x="17690" y="3648"/>
                  </a:cubicBezTo>
                  <a:cubicBezTo>
                    <a:pt x="23648" y="3709"/>
                    <a:pt x="29636" y="5016"/>
                    <a:pt x="35563" y="4104"/>
                  </a:cubicBezTo>
                  <a:cubicBezTo>
                    <a:pt x="47022" y="2371"/>
                    <a:pt x="46627" y="7843"/>
                    <a:pt x="43101" y="17812"/>
                  </a:cubicBezTo>
                  <a:cubicBezTo>
                    <a:pt x="41733" y="21612"/>
                    <a:pt x="36232" y="30670"/>
                    <a:pt x="39028" y="34621"/>
                  </a:cubicBezTo>
                  <a:cubicBezTo>
                    <a:pt x="41004" y="37387"/>
                    <a:pt x="46293" y="36901"/>
                    <a:pt x="48968" y="35989"/>
                  </a:cubicBezTo>
                  <a:cubicBezTo>
                    <a:pt x="57235" y="33071"/>
                    <a:pt x="67235" y="29667"/>
                    <a:pt x="75108" y="25867"/>
                  </a:cubicBezTo>
                  <a:cubicBezTo>
                    <a:pt x="82008" y="22524"/>
                    <a:pt x="95655" y="25746"/>
                    <a:pt x="99303" y="29484"/>
                  </a:cubicBezTo>
                  <a:cubicBezTo>
                    <a:pt x="103042" y="33284"/>
                    <a:pt x="99546" y="48573"/>
                    <a:pt x="109242" y="48573"/>
                  </a:cubicBezTo>
                  <a:cubicBezTo>
                    <a:pt x="114379" y="48573"/>
                    <a:pt x="117328" y="48968"/>
                    <a:pt x="119942" y="53527"/>
                  </a:cubicBezTo>
                  <a:cubicBezTo>
                    <a:pt x="121948" y="57023"/>
                    <a:pt x="121340" y="59606"/>
                    <a:pt x="126629" y="60032"/>
                  </a:cubicBezTo>
                  <a:cubicBezTo>
                    <a:pt x="132495" y="60488"/>
                    <a:pt x="142130" y="58725"/>
                    <a:pt x="146751" y="63558"/>
                  </a:cubicBezTo>
                  <a:cubicBezTo>
                    <a:pt x="149608" y="66567"/>
                    <a:pt x="153985" y="70913"/>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30"/>
            <p:cNvSpPr/>
            <p:nvPr/>
          </p:nvSpPr>
          <p:spPr>
            <a:xfrm>
              <a:off x="2975000" y="442550"/>
              <a:ext cx="3962100" cy="1769800"/>
            </a:xfrm>
            <a:custGeom>
              <a:rect b="b" l="l" r="r" t="t"/>
              <a:pathLst>
                <a:path extrusionOk="0" fill="none" h="70792" w="158484">
                  <a:moveTo>
                    <a:pt x="0" y="1"/>
                  </a:moveTo>
                  <a:cubicBezTo>
                    <a:pt x="5654" y="2280"/>
                    <a:pt x="11703" y="3435"/>
                    <a:pt x="17812" y="3405"/>
                  </a:cubicBezTo>
                  <a:cubicBezTo>
                    <a:pt x="23709" y="3344"/>
                    <a:pt x="29606" y="4165"/>
                    <a:pt x="35502" y="3192"/>
                  </a:cubicBezTo>
                  <a:cubicBezTo>
                    <a:pt x="37660" y="2858"/>
                    <a:pt x="42463" y="1976"/>
                    <a:pt x="44621" y="2949"/>
                  </a:cubicBezTo>
                  <a:cubicBezTo>
                    <a:pt x="49545" y="5168"/>
                    <a:pt x="46840" y="10913"/>
                    <a:pt x="45624" y="14742"/>
                  </a:cubicBezTo>
                  <a:cubicBezTo>
                    <a:pt x="43557" y="21369"/>
                    <a:pt x="34135" y="40001"/>
                    <a:pt x="49819" y="34652"/>
                  </a:cubicBezTo>
                  <a:cubicBezTo>
                    <a:pt x="58299" y="31734"/>
                    <a:pt x="67935" y="28177"/>
                    <a:pt x="76050" y="24864"/>
                  </a:cubicBezTo>
                  <a:cubicBezTo>
                    <a:pt x="83072" y="21977"/>
                    <a:pt x="96051" y="24347"/>
                    <a:pt x="100762" y="28117"/>
                  </a:cubicBezTo>
                  <a:cubicBezTo>
                    <a:pt x="105716" y="32098"/>
                    <a:pt x="98908" y="48299"/>
                    <a:pt x="109698" y="48482"/>
                  </a:cubicBezTo>
                  <a:cubicBezTo>
                    <a:pt x="114653" y="48573"/>
                    <a:pt x="117753" y="48846"/>
                    <a:pt x="120458" y="53254"/>
                  </a:cubicBezTo>
                  <a:cubicBezTo>
                    <a:pt x="122586" y="56628"/>
                    <a:pt x="121948" y="59242"/>
                    <a:pt x="127176" y="59576"/>
                  </a:cubicBezTo>
                  <a:cubicBezTo>
                    <a:pt x="133133" y="60001"/>
                    <a:pt x="142404" y="58360"/>
                    <a:pt x="146963" y="63375"/>
                  </a:cubicBezTo>
                  <a:cubicBezTo>
                    <a:pt x="149699" y="66385"/>
                    <a:pt x="153985" y="70792"/>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30"/>
            <p:cNvSpPr/>
            <p:nvPr/>
          </p:nvSpPr>
          <p:spPr>
            <a:xfrm>
              <a:off x="2975000" y="442550"/>
              <a:ext cx="3963625" cy="1767525"/>
            </a:xfrm>
            <a:custGeom>
              <a:rect b="b" l="l" r="r" t="t"/>
              <a:pathLst>
                <a:path extrusionOk="0" fill="none" h="70701" w="158545">
                  <a:moveTo>
                    <a:pt x="0" y="1"/>
                  </a:moveTo>
                  <a:cubicBezTo>
                    <a:pt x="5715" y="2250"/>
                    <a:pt x="11794" y="3314"/>
                    <a:pt x="17934" y="3192"/>
                  </a:cubicBezTo>
                  <a:cubicBezTo>
                    <a:pt x="23770" y="2979"/>
                    <a:pt x="29575" y="3314"/>
                    <a:pt x="35411" y="2341"/>
                  </a:cubicBezTo>
                  <a:cubicBezTo>
                    <a:pt x="44439" y="791"/>
                    <a:pt x="50518" y="2371"/>
                    <a:pt x="48147" y="11916"/>
                  </a:cubicBezTo>
                  <a:cubicBezTo>
                    <a:pt x="46627" y="18086"/>
                    <a:pt x="34894" y="38725"/>
                    <a:pt x="50883" y="33253"/>
                  </a:cubicBezTo>
                  <a:cubicBezTo>
                    <a:pt x="59697" y="30244"/>
                    <a:pt x="68482" y="26688"/>
                    <a:pt x="77418" y="23922"/>
                  </a:cubicBezTo>
                  <a:cubicBezTo>
                    <a:pt x="84227" y="21794"/>
                    <a:pt x="97601" y="22585"/>
                    <a:pt x="102312" y="26779"/>
                  </a:cubicBezTo>
                  <a:cubicBezTo>
                    <a:pt x="107510" y="31399"/>
                    <a:pt x="99394" y="48056"/>
                    <a:pt x="110276" y="48330"/>
                  </a:cubicBezTo>
                  <a:cubicBezTo>
                    <a:pt x="115200" y="48451"/>
                    <a:pt x="117966" y="49181"/>
                    <a:pt x="120945" y="52889"/>
                  </a:cubicBezTo>
                  <a:cubicBezTo>
                    <a:pt x="123376" y="55928"/>
                    <a:pt x="122464" y="58877"/>
                    <a:pt x="127784" y="59150"/>
                  </a:cubicBezTo>
                  <a:cubicBezTo>
                    <a:pt x="133711" y="59454"/>
                    <a:pt x="142769" y="58026"/>
                    <a:pt x="147267" y="63223"/>
                  </a:cubicBezTo>
                  <a:cubicBezTo>
                    <a:pt x="149881" y="66202"/>
                    <a:pt x="154076" y="70701"/>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30"/>
            <p:cNvSpPr/>
            <p:nvPr/>
          </p:nvSpPr>
          <p:spPr>
            <a:xfrm>
              <a:off x="2975000" y="442550"/>
              <a:ext cx="3962850" cy="1765250"/>
            </a:xfrm>
            <a:custGeom>
              <a:rect b="b" l="l" r="r" t="t"/>
              <a:pathLst>
                <a:path extrusionOk="0" fill="none" h="70610" w="158514">
                  <a:moveTo>
                    <a:pt x="0" y="1"/>
                  </a:moveTo>
                  <a:cubicBezTo>
                    <a:pt x="5745" y="2219"/>
                    <a:pt x="11885" y="3223"/>
                    <a:pt x="18025" y="2949"/>
                  </a:cubicBezTo>
                  <a:cubicBezTo>
                    <a:pt x="23800" y="2645"/>
                    <a:pt x="29514" y="2493"/>
                    <a:pt x="35259" y="1490"/>
                  </a:cubicBezTo>
                  <a:cubicBezTo>
                    <a:pt x="38056" y="1004"/>
                    <a:pt x="42189" y="396"/>
                    <a:pt x="44986" y="1064"/>
                  </a:cubicBezTo>
                  <a:cubicBezTo>
                    <a:pt x="50183" y="2280"/>
                    <a:pt x="51065" y="4803"/>
                    <a:pt x="50487" y="9454"/>
                  </a:cubicBezTo>
                  <a:cubicBezTo>
                    <a:pt x="49728" y="14986"/>
                    <a:pt x="36627" y="36870"/>
                    <a:pt x="52068" y="31825"/>
                  </a:cubicBezTo>
                  <a:cubicBezTo>
                    <a:pt x="60944" y="28937"/>
                    <a:pt x="69910" y="25533"/>
                    <a:pt x="79029" y="23010"/>
                  </a:cubicBezTo>
                  <a:cubicBezTo>
                    <a:pt x="86111" y="21095"/>
                    <a:pt x="98969" y="21551"/>
                    <a:pt x="103893" y="25472"/>
                  </a:cubicBezTo>
                  <a:cubicBezTo>
                    <a:pt x="109212" y="29697"/>
                    <a:pt x="100093" y="47661"/>
                    <a:pt x="110823" y="48147"/>
                  </a:cubicBezTo>
                  <a:cubicBezTo>
                    <a:pt x="115595" y="48360"/>
                    <a:pt x="118422" y="49120"/>
                    <a:pt x="121431" y="52646"/>
                  </a:cubicBezTo>
                  <a:cubicBezTo>
                    <a:pt x="123923" y="55594"/>
                    <a:pt x="123103" y="58542"/>
                    <a:pt x="128300" y="58786"/>
                  </a:cubicBezTo>
                  <a:cubicBezTo>
                    <a:pt x="134288" y="59059"/>
                    <a:pt x="143042" y="57783"/>
                    <a:pt x="147480" y="63041"/>
                  </a:cubicBezTo>
                  <a:cubicBezTo>
                    <a:pt x="150003" y="65989"/>
                    <a:pt x="154076" y="7061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30"/>
            <p:cNvSpPr/>
            <p:nvPr/>
          </p:nvSpPr>
          <p:spPr>
            <a:xfrm>
              <a:off x="2975000" y="428125"/>
              <a:ext cx="3962850" cy="1777400"/>
            </a:xfrm>
            <a:custGeom>
              <a:rect b="b" l="l" r="r" t="t"/>
              <a:pathLst>
                <a:path extrusionOk="0" fill="none" h="71096" w="158514">
                  <a:moveTo>
                    <a:pt x="0" y="578"/>
                  </a:moveTo>
                  <a:cubicBezTo>
                    <a:pt x="5715" y="2705"/>
                    <a:pt x="12128" y="3769"/>
                    <a:pt x="18146" y="3313"/>
                  </a:cubicBezTo>
                  <a:cubicBezTo>
                    <a:pt x="23861" y="2888"/>
                    <a:pt x="29484" y="2219"/>
                    <a:pt x="35138" y="1246"/>
                  </a:cubicBezTo>
                  <a:cubicBezTo>
                    <a:pt x="42554" y="0"/>
                    <a:pt x="52281" y="1489"/>
                    <a:pt x="52585" y="7994"/>
                  </a:cubicBezTo>
                  <a:cubicBezTo>
                    <a:pt x="52767" y="12523"/>
                    <a:pt x="39211" y="35350"/>
                    <a:pt x="53436" y="30882"/>
                  </a:cubicBezTo>
                  <a:cubicBezTo>
                    <a:pt x="62372" y="28086"/>
                    <a:pt x="71673" y="25137"/>
                    <a:pt x="80914" y="22736"/>
                  </a:cubicBezTo>
                  <a:cubicBezTo>
                    <a:pt x="88604" y="20760"/>
                    <a:pt x="100032" y="21551"/>
                    <a:pt x="105443" y="24803"/>
                  </a:cubicBezTo>
                  <a:cubicBezTo>
                    <a:pt x="111674" y="28511"/>
                    <a:pt x="99941" y="47508"/>
                    <a:pt x="111431" y="48511"/>
                  </a:cubicBezTo>
                  <a:cubicBezTo>
                    <a:pt x="116081" y="48937"/>
                    <a:pt x="118847" y="49606"/>
                    <a:pt x="121887" y="52980"/>
                  </a:cubicBezTo>
                  <a:cubicBezTo>
                    <a:pt x="124440" y="55837"/>
                    <a:pt x="123741" y="58785"/>
                    <a:pt x="128787" y="58998"/>
                  </a:cubicBezTo>
                  <a:cubicBezTo>
                    <a:pt x="134836" y="59271"/>
                    <a:pt x="143316" y="58147"/>
                    <a:pt x="147723" y="63436"/>
                  </a:cubicBezTo>
                  <a:cubicBezTo>
                    <a:pt x="150125" y="66323"/>
                    <a:pt x="154106" y="71095"/>
                    <a:pt x="158514" y="6924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30"/>
            <p:cNvSpPr/>
            <p:nvPr/>
          </p:nvSpPr>
          <p:spPr>
            <a:xfrm>
              <a:off x="2975000" y="412925"/>
              <a:ext cx="3962850" cy="1789550"/>
            </a:xfrm>
            <a:custGeom>
              <a:rect b="b" l="l" r="r" t="t"/>
              <a:pathLst>
                <a:path extrusionOk="0" fill="none" h="71582" w="158514">
                  <a:moveTo>
                    <a:pt x="0" y="1186"/>
                  </a:moveTo>
                  <a:cubicBezTo>
                    <a:pt x="5745" y="3283"/>
                    <a:pt x="12219" y="4286"/>
                    <a:pt x="18238" y="3678"/>
                  </a:cubicBezTo>
                  <a:cubicBezTo>
                    <a:pt x="23891" y="3131"/>
                    <a:pt x="29454" y="1976"/>
                    <a:pt x="35046" y="1034"/>
                  </a:cubicBezTo>
                  <a:cubicBezTo>
                    <a:pt x="41308" y="0"/>
                    <a:pt x="52980" y="638"/>
                    <a:pt x="54317" y="7082"/>
                  </a:cubicBezTo>
                  <a:cubicBezTo>
                    <a:pt x="55260" y="11672"/>
                    <a:pt x="42159" y="33557"/>
                    <a:pt x="54895" y="29879"/>
                  </a:cubicBezTo>
                  <a:cubicBezTo>
                    <a:pt x="64044" y="27204"/>
                    <a:pt x="73588" y="24864"/>
                    <a:pt x="82950" y="22523"/>
                  </a:cubicBezTo>
                  <a:cubicBezTo>
                    <a:pt x="90488" y="20608"/>
                    <a:pt x="101248" y="21186"/>
                    <a:pt x="106932" y="24256"/>
                  </a:cubicBezTo>
                  <a:cubicBezTo>
                    <a:pt x="113862" y="27964"/>
                    <a:pt x="100762" y="47478"/>
                    <a:pt x="112069" y="48876"/>
                  </a:cubicBezTo>
                  <a:cubicBezTo>
                    <a:pt x="116264" y="49363"/>
                    <a:pt x="119729" y="49879"/>
                    <a:pt x="122343" y="53344"/>
                  </a:cubicBezTo>
                  <a:cubicBezTo>
                    <a:pt x="124562" y="56354"/>
                    <a:pt x="124653" y="59089"/>
                    <a:pt x="129273" y="59272"/>
                  </a:cubicBezTo>
                  <a:cubicBezTo>
                    <a:pt x="135352" y="59545"/>
                    <a:pt x="143620" y="58603"/>
                    <a:pt x="147936" y="63861"/>
                  </a:cubicBezTo>
                  <a:cubicBezTo>
                    <a:pt x="150277" y="66688"/>
                    <a:pt x="154137" y="71582"/>
                    <a:pt x="158514" y="6984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30"/>
            <p:cNvSpPr/>
            <p:nvPr/>
          </p:nvSpPr>
          <p:spPr>
            <a:xfrm>
              <a:off x="2975000" y="386325"/>
              <a:ext cx="3962850" cy="1813875"/>
            </a:xfrm>
            <a:custGeom>
              <a:rect b="b" l="l" r="r" t="t"/>
              <a:pathLst>
                <a:path extrusionOk="0" fill="none" h="72555" w="158514">
                  <a:moveTo>
                    <a:pt x="0" y="2250"/>
                  </a:moveTo>
                  <a:cubicBezTo>
                    <a:pt x="5806" y="4286"/>
                    <a:pt x="12371" y="5259"/>
                    <a:pt x="18390" y="4529"/>
                  </a:cubicBezTo>
                  <a:cubicBezTo>
                    <a:pt x="23982" y="3830"/>
                    <a:pt x="29423" y="2250"/>
                    <a:pt x="35046" y="1307"/>
                  </a:cubicBezTo>
                  <a:cubicBezTo>
                    <a:pt x="42767" y="0"/>
                    <a:pt x="52402" y="2067"/>
                    <a:pt x="55685" y="7174"/>
                  </a:cubicBezTo>
                  <a:cubicBezTo>
                    <a:pt x="57570" y="10183"/>
                    <a:pt x="46658" y="32159"/>
                    <a:pt x="56719" y="29271"/>
                  </a:cubicBezTo>
                  <a:cubicBezTo>
                    <a:pt x="65442" y="26748"/>
                    <a:pt x="75746" y="25077"/>
                    <a:pt x="85139" y="22736"/>
                  </a:cubicBezTo>
                  <a:cubicBezTo>
                    <a:pt x="92494" y="20882"/>
                    <a:pt x="102099" y="21338"/>
                    <a:pt x="108300" y="24317"/>
                  </a:cubicBezTo>
                  <a:cubicBezTo>
                    <a:pt x="116477" y="28207"/>
                    <a:pt x="101765" y="47873"/>
                    <a:pt x="112799" y="49636"/>
                  </a:cubicBezTo>
                  <a:cubicBezTo>
                    <a:pt x="116780" y="50275"/>
                    <a:pt x="120215" y="50852"/>
                    <a:pt x="122768" y="54165"/>
                  </a:cubicBezTo>
                  <a:cubicBezTo>
                    <a:pt x="125048" y="57083"/>
                    <a:pt x="125200" y="59849"/>
                    <a:pt x="129729" y="60032"/>
                  </a:cubicBezTo>
                  <a:cubicBezTo>
                    <a:pt x="135839" y="60336"/>
                    <a:pt x="143893" y="59545"/>
                    <a:pt x="148179" y="64773"/>
                  </a:cubicBezTo>
                  <a:cubicBezTo>
                    <a:pt x="150459" y="67539"/>
                    <a:pt x="154167" y="72555"/>
                    <a:pt x="158514" y="7091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30"/>
            <p:cNvSpPr/>
            <p:nvPr/>
          </p:nvSpPr>
          <p:spPr>
            <a:xfrm>
              <a:off x="2975000" y="367325"/>
              <a:ext cx="3962850" cy="1829825"/>
            </a:xfrm>
            <a:custGeom>
              <a:rect b="b" l="l" r="r" t="t"/>
              <a:pathLst>
                <a:path extrusionOk="0" fill="none" h="73193" w="158514">
                  <a:moveTo>
                    <a:pt x="0" y="3010"/>
                  </a:moveTo>
                  <a:cubicBezTo>
                    <a:pt x="5836" y="5016"/>
                    <a:pt x="12432" y="5897"/>
                    <a:pt x="18481" y="5046"/>
                  </a:cubicBezTo>
                  <a:cubicBezTo>
                    <a:pt x="24104" y="4286"/>
                    <a:pt x="29514" y="2067"/>
                    <a:pt x="35077" y="1216"/>
                  </a:cubicBezTo>
                  <a:cubicBezTo>
                    <a:pt x="43010" y="0"/>
                    <a:pt x="51703" y="2584"/>
                    <a:pt x="56719" y="7447"/>
                  </a:cubicBezTo>
                  <a:cubicBezTo>
                    <a:pt x="60123" y="10791"/>
                    <a:pt x="50335" y="30396"/>
                    <a:pt x="58998" y="28360"/>
                  </a:cubicBezTo>
                  <a:cubicBezTo>
                    <a:pt x="67722" y="26293"/>
                    <a:pt x="78056" y="25016"/>
                    <a:pt x="87357" y="22615"/>
                  </a:cubicBezTo>
                  <a:cubicBezTo>
                    <a:pt x="94531" y="20761"/>
                    <a:pt x="103224" y="21065"/>
                    <a:pt x="109546" y="24104"/>
                  </a:cubicBezTo>
                  <a:cubicBezTo>
                    <a:pt x="118209" y="28268"/>
                    <a:pt x="103376" y="47965"/>
                    <a:pt x="113559" y="50062"/>
                  </a:cubicBezTo>
                  <a:cubicBezTo>
                    <a:pt x="117328" y="50822"/>
                    <a:pt x="120671" y="51551"/>
                    <a:pt x="123194" y="54682"/>
                  </a:cubicBezTo>
                  <a:cubicBezTo>
                    <a:pt x="125474" y="57539"/>
                    <a:pt x="125717" y="60305"/>
                    <a:pt x="130155" y="60518"/>
                  </a:cubicBezTo>
                  <a:cubicBezTo>
                    <a:pt x="136295" y="60852"/>
                    <a:pt x="144137" y="60214"/>
                    <a:pt x="148392" y="65381"/>
                  </a:cubicBezTo>
                  <a:cubicBezTo>
                    <a:pt x="150611" y="68056"/>
                    <a:pt x="154228" y="73193"/>
                    <a:pt x="158514" y="7167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30"/>
            <p:cNvSpPr/>
            <p:nvPr/>
          </p:nvSpPr>
          <p:spPr>
            <a:xfrm>
              <a:off x="2975000" y="347575"/>
              <a:ext cx="3962850" cy="1845775"/>
            </a:xfrm>
            <a:custGeom>
              <a:rect b="b" l="l" r="r" t="t"/>
              <a:pathLst>
                <a:path extrusionOk="0" fill="none" h="73831" w="158514">
                  <a:moveTo>
                    <a:pt x="0" y="3800"/>
                  </a:moveTo>
                  <a:cubicBezTo>
                    <a:pt x="5867" y="5775"/>
                    <a:pt x="12554" y="6566"/>
                    <a:pt x="18602" y="5623"/>
                  </a:cubicBezTo>
                  <a:cubicBezTo>
                    <a:pt x="24256" y="4711"/>
                    <a:pt x="29575" y="1915"/>
                    <a:pt x="35229" y="1125"/>
                  </a:cubicBezTo>
                  <a:cubicBezTo>
                    <a:pt x="43284" y="0"/>
                    <a:pt x="51217" y="3404"/>
                    <a:pt x="57448" y="7903"/>
                  </a:cubicBezTo>
                  <a:cubicBezTo>
                    <a:pt x="62129" y="11247"/>
                    <a:pt x="59454" y="16353"/>
                    <a:pt x="58421" y="20852"/>
                  </a:cubicBezTo>
                  <a:cubicBezTo>
                    <a:pt x="57782" y="23587"/>
                    <a:pt x="56506" y="28420"/>
                    <a:pt x="61582" y="27599"/>
                  </a:cubicBezTo>
                  <a:cubicBezTo>
                    <a:pt x="70305" y="26171"/>
                    <a:pt x="80366" y="24925"/>
                    <a:pt x="89516" y="22493"/>
                  </a:cubicBezTo>
                  <a:cubicBezTo>
                    <a:pt x="96628" y="20639"/>
                    <a:pt x="104501" y="20700"/>
                    <a:pt x="110732" y="23952"/>
                  </a:cubicBezTo>
                  <a:cubicBezTo>
                    <a:pt x="119698" y="28663"/>
                    <a:pt x="104501" y="47600"/>
                    <a:pt x="114379" y="50487"/>
                  </a:cubicBezTo>
                  <a:cubicBezTo>
                    <a:pt x="117996" y="51551"/>
                    <a:pt x="121157" y="52250"/>
                    <a:pt x="123619" y="55229"/>
                  </a:cubicBezTo>
                  <a:cubicBezTo>
                    <a:pt x="125899" y="57995"/>
                    <a:pt x="126203" y="60791"/>
                    <a:pt x="130550" y="61065"/>
                  </a:cubicBezTo>
                  <a:cubicBezTo>
                    <a:pt x="136659" y="61399"/>
                    <a:pt x="144380" y="60913"/>
                    <a:pt x="148605" y="65989"/>
                  </a:cubicBezTo>
                  <a:cubicBezTo>
                    <a:pt x="150793" y="68603"/>
                    <a:pt x="154258" y="73831"/>
                    <a:pt x="158514" y="7246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30"/>
            <p:cNvSpPr/>
            <p:nvPr/>
          </p:nvSpPr>
          <p:spPr>
            <a:xfrm>
              <a:off x="2975000" y="324000"/>
              <a:ext cx="3962850" cy="1867075"/>
            </a:xfrm>
            <a:custGeom>
              <a:rect b="b" l="l" r="r" t="t"/>
              <a:pathLst>
                <a:path extrusionOk="0" fill="none" h="74683" w="158514">
                  <a:moveTo>
                    <a:pt x="0" y="4743"/>
                  </a:moveTo>
                  <a:cubicBezTo>
                    <a:pt x="5897" y="6688"/>
                    <a:pt x="12645" y="7387"/>
                    <a:pt x="18724" y="6323"/>
                  </a:cubicBezTo>
                  <a:cubicBezTo>
                    <a:pt x="24469" y="5290"/>
                    <a:pt x="29758" y="1977"/>
                    <a:pt x="35502" y="1156"/>
                  </a:cubicBezTo>
                  <a:cubicBezTo>
                    <a:pt x="43466" y="1"/>
                    <a:pt x="51460" y="4682"/>
                    <a:pt x="57934" y="8572"/>
                  </a:cubicBezTo>
                  <a:cubicBezTo>
                    <a:pt x="62858" y="11521"/>
                    <a:pt x="62099" y="15411"/>
                    <a:pt x="61339" y="20153"/>
                  </a:cubicBezTo>
                  <a:cubicBezTo>
                    <a:pt x="60883" y="22919"/>
                    <a:pt x="59576" y="27448"/>
                    <a:pt x="64378" y="27144"/>
                  </a:cubicBezTo>
                  <a:cubicBezTo>
                    <a:pt x="73223" y="26597"/>
                    <a:pt x="82737" y="24834"/>
                    <a:pt x="91643" y="22494"/>
                  </a:cubicBezTo>
                  <a:cubicBezTo>
                    <a:pt x="98817" y="20609"/>
                    <a:pt x="105747" y="20366"/>
                    <a:pt x="111856" y="23983"/>
                  </a:cubicBezTo>
                  <a:cubicBezTo>
                    <a:pt x="120519" y="29120"/>
                    <a:pt x="105990" y="47296"/>
                    <a:pt x="115230" y="51035"/>
                  </a:cubicBezTo>
                  <a:cubicBezTo>
                    <a:pt x="118543" y="52372"/>
                    <a:pt x="121705" y="53072"/>
                    <a:pt x="124045" y="55898"/>
                  </a:cubicBezTo>
                  <a:cubicBezTo>
                    <a:pt x="126325" y="58634"/>
                    <a:pt x="126659" y="61461"/>
                    <a:pt x="130914" y="61765"/>
                  </a:cubicBezTo>
                  <a:cubicBezTo>
                    <a:pt x="136994" y="62160"/>
                    <a:pt x="144593" y="61825"/>
                    <a:pt x="148818" y="66810"/>
                  </a:cubicBezTo>
                  <a:cubicBezTo>
                    <a:pt x="150945" y="69364"/>
                    <a:pt x="154289" y="74683"/>
                    <a:pt x="158514" y="73406"/>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30"/>
            <p:cNvSpPr/>
            <p:nvPr/>
          </p:nvSpPr>
          <p:spPr>
            <a:xfrm>
              <a:off x="2975000" y="297425"/>
              <a:ext cx="3962850" cy="1890625"/>
            </a:xfrm>
            <a:custGeom>
              <a:rect b="b" l="l" r="r" t="t"/>
              <a:pathLst>
                <a:path extrusionOk="0" fill="none" h="75625" w="158514">
                  <a:moveTo>
                    <a:pt x="0" y="5806"/>
                  </a:moveTo>
                  <a:cubicBezTo>
                    <a:pt x="5927" y="7690"/>
                    <a:pt x="12918" y="8450"/>
                    <a:pt x="18815" y="7173"/>
                  </a:cubicBezTo>
                  <a:cubicBezTo>
                    <a:pt x="24530" y="5927"/>
                    <a:pt x="30122" y="2128"/>
                    <a:pt x="35928" y="1216"/>
                  </a:cubicBezTo>
                  <a:cubicBezTo>
                    <a:pt x="43648" y="0"/>
                    <a:pt x="52494" y="5593"/>
                    <a:pt x="58178" y="9392"/>
                  </a:cubicBezTo>
                  <a:cubicBezTo>
                    <a:pt x="62585" y="12310"/>
                    <a:pt x="64226" y="14347"/>
                    <a:pt x="64074" y="19940"/>
                  </a:cubicBezTo>
                  <a:cubicBezTo>
                    <a:pt x="64014" y="22797"/>
                    <a:pt x="62828" y="26839"/>
                    <a:pt x="67296" y="27022"/>
                  </a:cubicBezTo>
                  <a:cubicBezTo>
                    <a:pt x="76081" y="27417"/>
                    <a:pt x="85199" y="24560"/>
                    <a:pt x="93589" y="22584"/>
                  </a:cubicBezTo>
                  <a:cubicBezTo>
                    <a:pt x="100975" y="20851"/>
                    <a:pt x="106598" y="19879"/>
                    <a:pt x="112920" y="24165"/>
                  </a:cubicBezTo>
                  <a:cubicBezTo>
                    <a:pt x="121188" y="29788"/>
                    <a:pt x="107753" y="47113"/>
                    <a:pt x="116142" y="51673"/>
                  </a:cubicBezTo>
                  <a:cubicBezTo>
                    <a:pt x="119030" y="53223"/>
                    <a:pt x="122221" y="54013"/>
                    <a:pt x="124501" y="56718"/>
                  </a:cubicBezTo>
                  <a:cubicBezTo>
                    <a:pt x="126781" y="59423"/>
                    <a:pt x="127115" y="62281"/>
                    <a:pt x="131279" y="62615"/>
                  </a:cubicBezTo>
                  <a:cubicBezTo>
                    <a:pt x="137358" y="63101"/>
                    <a:pt x="144836" y="62828"/>
                    <a:pt x="149030" y="67752"/>
                  </a:cubicBezTo>
                  <a:cubicBezTo>
                    <a:pt x="151158" y="70244"/>
                    <a:pt x="154350" y="75624"/>
                    <a:pt x="158514" y="7446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30"/>
            <p:cNvSpPr/>
            <p:nvPr/>
          </p:nvSpPr>
          <p:spPr>
            <a:xfrm>
              <a:off x="2975000" y="270050"/>
              <a:ext cx="3962100" cy="1914200"/>
            </a:xfrm>
            <a:custGeom>
              <a:rect b="b" l="l" r="r" t="t"/>
              <a:pathLst>
                <a:path extrusionOk="0" fill="none" h="76568" w="158484">
                  <a:moveTo>
                    <a:pt x="0" y="6901"/>
                  </a:moveTo>
                  <a:cubicBezTo>
                    <a:pt x="5988" y="8785"/>
                    <a:pt x="13040" y="9484"/>
                    <a:pt x="18937" y="8025"/>
                  </a:cubicBezTo>
                  <a:cubicBezTo>
                    <a:pt x="24803" y="6627"/>
                    <a:pt x="30396" y="2402"/>
                    <a:pt x="36414" y="1338"/>
                  </a:cubicBezTo>
                  <a:cubicBezTo>
                    <a:pt x="44013" y="1"/>
                    <a:pt x="52463" y="6688"/>
                    <a:pt x="58208" y="10244"/>
                  </a:cubicBezTo>
                  <a:cubicBezTo>
                    <a:pt x="62676" y="13010"/>
                    <a:pt x="65138" y="14925"/>
                    <a:pt x="66476" y="20092"/>
                  </a:cubicBezTo>
                  <a:cubicBezTo>
                    <a:pt x="67235" y="22980"/>
                    <a:pt x="65868" y="26536"/>
                    <a:pt x="70214" y="27144"/>
                  </a:cubicBezTo>
                  <a:cubicBezTo>
                    <a:pt x="78695" y="28329"/>
                    <a:pt x="87753" y="24104"/>
                    <a:pt x="95351" y="22646"/>
                  </a:cubicBezTo>
                  <a:cubicBezTo>
                    <a:pt x="102950" y="21187"/>
                    <a:pt x="107327" y="19150"/>
                    <a:pt x="113893" y="24408"/>
                  </a:cubicBezTo>
                  <a:cubicBezTo>
                    <a:pt x="121309" y="30366"/>
                    <a:pt x="109668" y="47023"/>
                    <a:pt x="117084" y="52251"/>
                  </a:cubicBezTo>
                  <a:cubicBezTo>
                    <a:pt x="119577" y="54014"/>
                    <a:pt x="122586" y="54956"/>
                    <a:pt x="125018" y="57418"/>
                  </a:cubicBezTo>
                  <a:cubicBezTo>
                    <a:pt x="127419" y="59880"/>
                    <a:pt x="127145" y="63011"/>
                    <a:pt x="131614" y="63436"/>
                  </a:cubicBezTo>
                  <a:cubicBezTo>
                    <a:pt x="137602" y="64014"/>
                    <a:pt x="144988" y="63832"/>
                    <a:pt x="149213" y="68695"/>
                  </a:cubicBezTo>
                  <a:cubicBezTo>
                    <a:pt x="151310" y="71126"/>
                    <a:pt x="154410" y="76567"/>
                    <a:pt x="158483" y="755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30"/>
            <p:cNvSpPr/>
            <p:nvPr/>
          </p:nvSpPr>
          <p:spPr>
            <a:xfrm>
              <a:off x="2975000" y="244975"/>
              <a:ext cx="3962100" cy="1937000"/>
            </a:xfrm>
            <a:custGeom>
              <a:rect b="b" l="l" r="r" t="t"/>
              <a:pathLst>
                <a:path extrusionOk="0" fill="none" h="77480" w="158484">
                  <a:moveTo>
                    <a:pt x="0" y="7904"/>
                  </a:moveTo>
                  <a:cubicBezTo>
                    <a:pt x="6019" y="9758"/>
                    <a:pt x="13162" y="10366"/>
                    <a:pt x="19058" y="8815"/>
                  </a:cubicBezTo>
                  <a:cubicBezTo>
                    <a:pt x="25077" y="7204"/>
                    <a:pt x="30730" y="2554"/>
                    <a:pt x="36992" y="1429"/>
                  </a:cubicBezTo>
                  <a:cubicBezTo>
                    <a:pt x="44773" y="1"/>
                    <a:pt x="52038" y="7296"/>
                    <a:pt x="58086" y="10974"/>
                  </a:cubicBezTo>
                  <a:cubicBezTo>
                    <a:pt x="62463" y="13618"/>
                    <a:pt x="66111" y="15806"/>
                    <a:pt x="68482" y="20457"/>
                  </a:cubicBezTo>
                  <a:cubicBezTo>
                    <a:pt x="69910" y="23253"/>
                    <a:pt x="69090" y="26475"/>
                    <a:pt x="73041" y="27387"/>
                  </a:cubicBezTo>
                  <a:cubicBezTo>
                    <a:pt x="81005" y="29180"/>
                    <a:pt x="90002" y="23679"/>
                    <a:pt x="96841" y="22615"/>
                  </a:cubicBezTo>
                  <a:cubicBezTo>
                    <a:pt x="104622" y="21399"/>
                    <a:pt x="107692" y="18360"/>
                    <a:pt x="114714" y="24621"/>
                  </a:cubicBezTo>
                  <a:cubicBezTo>
                    <a:pt x="121917" y="31065"/>
                    <a:pt x="111552" y="46780"/>
                    <a:pt x="118087" y="52767"/>
                  </a:cubicBezTo>
                  <a:cubicBezTo>
                    <a:pt x="120124" y="54682"/>
                    <a:pt x="123224" y="55807"/>
                    <a:pt x="125443" y="58178"/>
                  </a:cubicBezTo>
                  <a:cubicBezTo>
                    <a:pt x="127784" y="60640"/>
                    <a:pt x="127632" y="63771"/>
                    <a:pt x="131918" y="64257"/>
                  </a:cubicBezTo>
                  <a:cubicBezTo>
                    <a:pt x="137905" y="64956"/>
                    <a:pt x="145170" y="64804"/>
                    <a:pt x="149425" y="69576"/>
                  </a:cubicBezTo>
                  <a:cubicBezTo>
                    <a:pt x="151523" y="71947"/>
                    <a:pt x="154471" y="77479"/>
                    <a:pt x="158483" y="765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30"/>
            <p:cNvSpPr/>
            <p:nvPr/>
          </p:nvSpPr>
          <p:spPr>
            <a:xfrm>
              <a:off x="2975000" y="222950"/>
              <a:ext cx="3962100" cy="1955225"/>
            </a:xfrm>
            <a:custGeom>
              <a:rect b="b" l="l" r="r" t="t"/>
              <a:pathLst>
                <a:path extrusionOk="0" fill="none" h="78209" w="158484">
                  <a:moveTo>
                    <a:pt x="0" y="8785"/>
                  </a:moveTo>
                  <a:cubicBezTo>
                    <a:pt x="6079" y="10608"/>
                    <a:pt x="13313" y="11155"/>
                    <a:pt x="19180" y="9453"/>
                  </a:cubicBezTo>
                  <a:cubicBezTo>
                    <a:pt x="25289" y="7690"/>
                    <a:pt x="31125" y="2584"/>
                    <a:pt x="37569" y="1459"/>
                  </a:cubicBezTo>
                  <a:cubicBezTo>
                    <a:pt x="45776" y="0"/>
                    <a:pt x="51642" y="7630"/>
                    <a:pt x="57874" y="11520"/>
                  </a:cubicBezTo>
                  <a:cubicBezTo>
                    <a:pt x="62099" y="14134"/>
                    <a:pt x="67175" y="16596"/>
                    <a:pt x="70123" y="20882"/>
                  </a:cubicBezTo>
                  <a:cubicBezTo>
                    <a:pt x="71886" y="23466"/>
                    <a:pt x="72190" y="26688"/>
                    <a:pt x="75625" y="27569"/>
                  </a:cubicBezTo>
                  <a:cubicBezTo>
                    <a:pt x="83193" y="29484"/>
                    <a:pt x="91339" y="23374"/>
                    <a:pt x="97996" y="22371"/>
                  </a:cubicBezTo>
                  <a:cubicBezTo>
                    <a:pt x="106051" y="21186"/>
                    <a:pt x="108391" y="17630"/>
                    <a:pt x="115473" y="24773"/>
                  </a:cubicBezTo>
                  <a:cubicBezTo>
                    <a:pt x="122039" y="31369"/>
                    <a:pt x="113528" y="46475"/>
                    <a:pt x="119060" y="53101"/>
                  </a:cubicBezTo>
                  <a:cubicBezTo>
                    <a:pt x="120732" y="55107"/>
                    <a:pt x="123802" y="56475"/>
                    <a:pt x="125869" y="58785"/>
                  </a:cubicBezTo>
                  <a:cubicBezTo>
                    <a:pt x="128088" y="61247"/>
                    <a:pt x="128057" y="64348"/>
                    <a:pt x="132191" y="64925"/>
                  </a:cubicBezTo>
                  <a:cubicBezTo>
                    <a:pt x="138179" y="65746"/>
                    <a:pt x="145352" y="65594"/>
                    <a:pt x="149608" y="70305"/>
                  </a:cubicBezTo>
                  <a:cubicBezTo>
                    <a:pt x="151705" y="72615"/>
                    <a:pt x="154502" y="78208"/>
                    <a:pt x="158483" y="7744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30"/>
            <p:cNvSpPr/>
            <p:nvPr/>
          </p:nvSpPr>
          <p:spPr>
            <a:xfrm>
              <a:off x="2975000" y="197875"/>
              <a:ext cx="3962850" cy="1976500"/>
            </a:xfrm>
            <a:custGeom>
              <a:rect b="b" l="l" r="r" t="t"/>
              <a:pathLst>
                <a:path extrusionOk="0" fill="none" h="79060" w="158514">
                  <a:moveTo>
                    <a:pt x="0" y="9788"/>
                  </a:moveTo>
                  <a:cubicBezTo>
                    <a:pt x="6110" y="11551"/>
                    <a:pt x="13222" y="11824"/>
                    <a:pt x="19301" y="10244"/>
                  </a:cubicBezTo>
                  <a:cubicBezTo>
                    <a:pt x="26080" y="8450"/>
                    <a:pt x="31369" y="3040"/>
                    <a:pt x="38208" y="1642"/>
                  </a:cubicBezTo>
                  <a:cubicBezTo>
                    <a:pt x="46384" y="0"/>
                    <a:pt x="51855" y="8207"/>
                    <a:pt x="57600" y="12098"/>
                  </a:cubicBezTo>
                  <a:cubicBezTo>
                    <a:pt x="61886" y="14985"/>
                    <a:pt x="67296" y="17478"/>
                    <a:pt x="71065" y="21368"/>
                  </a:cubicBezTo>
                  <a:cubicBezTo>
                    <a:pt x="73315" y="23678"/>
                    <a:pt x="74743" y="27113"/>
                    <a:pt x="77904" y="27903"/>
                  </a:cubicBezTo>
                  <a:cubicBezTo>
                    <a:pt x="84865" y="29575"/>
                    <a:pt x="91978" y="23648"/>
                    <a:pt x="98847" y="22280"/>
                  </a:cubicBezTo>
                  <a:cubicBezTo>
                    <a:pt x="107419" y="20517"/>
                    <a:pt x="109850" y="17903"/>
                    <a:pt x="116233" y="25077"/>
                  </a:cubicBezTo>
                  <a:cubicBezTo>
                    <a:pt x="122069" y="31642"/>
                    <a:pt x="115656" y="46536"/>
                    <a:pt x="120154" y="53557"/>
                  </a:cubicBezTo>
                  <a:cubicBezTo>
                    <a:pt x="121492" y="55624"/>
                    <a:pt x="124471" y="57235"/>
                    <a:pt x="126325" y="59484"/>
                  </a:cubicBezTo>
                  <a:cubicBezTo>
                    <a:pt x="128422" y="61977"/>
                    <a:pt x="128544" y="65047"/>
                    <a:pt x="132495" y="65685"/>
                  </a:cubicBezTo>
                  <a:cubicBezTo>
                    <a:pt x="138392" y="66658"/>
                    <a:pt x="145565" y="66506"/>
                    <a:pt x="149851" y="71187"/>
                  </a:cubicBezTo>
                  <a:cubicBezTo>
                    <a:pt x="151918" y="73466"/>
                    <a:pt x="154593" y="79059"/>
                    <a:pt x="158514" y="7845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30"/>
            <p:cNvSpPr/>
            <p:nvPr/>
          </p:nvSpPr>
          <p:spPr>
            <a:xfrm>
              <a:off x="2975000" y="180400"/>
              <a:ext cx="3962850" cy="1990925"/>
            </a:xfrm>
            <a:custGeom>
              <a:rect b="b" l="l" r="r" t="t"/>
              <a:pathLst>
                <a:path extrusionOk="0" fill="none" h="79637" w="158514">
                  <a:moveTo>
                    <a:pt x="0" y="10487"/>
                  </a:moveTo>
                  <a:cubicBezTo>
                    <a:pt x="6171" y="12219"/>
                    <a:pt x="13374" y="12371"/>
                    <a:pt x="19453" y="10699"/>
                  </a:cubicBezTo>
                  <a:cubicBezTo>
                    <a:pt x="26384" y="8754"/>
                    <a:pt x="31764" y="2979"/>
                    <a:pt x="38876" y="1611"/>
                  </a:cubicBezTo>
                  <a:cubicBezTo>
                    <a:pt x="47265" y="0"/>
                    <a:pt x="51946" y="8025"/>
                    <a:pt x="57418" y="12280"/>
                  </a:cubicBezTo>
                  <a:cubicBezTo>
                    <a:pt x="61582" y="15532"/>
                    <a:pt x="67083" y="17994"/>
                    <a:pt x="71460" y="21490"/>
                  </a:cubicBezTo>
                  <a:cubicBezTo>
                    <a:pt x="74166" y="23678"/>
                    <a:pt x="76597" y="27143"/>
                    <a:pt x="79789" y="27812"/>
                  </a:cubicBezTo>
                  <a:cubicBezTo>
                    <a:pt x="86172" y="29149"/>
                    <a:pt x="92950" y="23374"/>
                    <a:pt x="99364" y="21733"/>
                  </a:cubicBezTo>
                  <a:cubicBezTo>
                    <a:pt x="107723" y="19605"/>
                    <a:pt x="111218" y="17934"/>
                    <a:pt x="117024" y="25137"/>
                  </a:cubicBezTo>
                  <a:cubicBezTo>
                    <a:pt x="122100" y="31460"/>
                    <a:pt x="117784" y="46475"/>
                    <a:pt x="121249" y="53679"/>
                  </a:cubicBezTo>
                  <a:cubicBezTo>
                    <a:pt x="122708" y="56718"/>
                    <a:pt x="129060" y="65472"/>
                    <a:pt x="132769" y="66171"/>
                  </a:cubicBezTo>
                  <a:cubicBezTo>
                    <a:pt x="138605" y="67296"/>
                    <a:pt x="145748" y="67114"/>
                    <a:pt x="150033" y="71764"/>
                  </a:cubicBezTo>
                  <a:cubicBezTo>
                    <a:pt x="152100" y="73983"/>
                    <a:pt x="154684" y="79637"/>
                    <a:pt x="158514" y="7915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30"/>
            <p:cNvSpPr/>
            <p:nvPr/>
          </p:nvSpPr>
          <p:spPr>
            <a:xfrm>
              <a:off x="2975000" y="165200"/>
              <a:ext cx="3962850" cy="2002325"/>
            </a:xfrm>
            <a:custGeom>
              <a:rect b="b" l="l" r="r" t="t"/>
              <a:pathLst>
                <a:path extrusionOk="0" fill="none" h="80093" w="158514">
                  <a:moveTo>
                    <a:pt x="0" y="11095"/>
                  </a:moveTo>
                  <a:cubicBezTo>
                    <a:pt x="6201" y="12797"/>
                    <a:pt x="13496" y="12858"/>
                    <a:pt x="19575" y="11064"/>
                  </a:cubicBezTo>
                  <a:cubicBezTo>
                    <a:pt x="26688" y="8967"/>
                    <a:pt x="32128" y="2857"/>
                    <a:pt x="39545" y="1520"/>
                  </a:cubicBezTo>
                  <a:cubicBezTo>
                    <a:pt x="47965" y="0"/>
                    <a:pt x="52402" y="7599"/>
                    <a:pt x="57326" y="12280"/>
                  </a:cubicBezTo>
                  <a:cubicBezTo>
                    <a:pt x="61096" y="15867"/>
                    <a:pt x="66840" y="18329"/>
                    <a:pt x="71491" y="21490"/>
                  </a:cubicBezTo>
                  <a:cubicBezTo>
                    <a:pt x="74470" y="23496"/>
                    <a:pt x="77600" y="26870"/>
                    <a:pt x="81157" y="27387"/>
                  </a:cubicBezTo>
                  <a:cubicBezTo>
                    <a:pt x="87449" y="28268"/>
                    <a:pt x="93832" y="22827"/>
                    <a:pt x="99607" y="21034"/>
                  </a:cubicBezTo>
                  <a:cubicBezTo>
                    <a:pt x="107814" y="18450"/>
                    <a:pt x="112677" y="17812"/>
                    <a:pt x="117875" y="25137"/>
                  </a:cubicBezTo>
                  <a:cubicBezTo>
                    <a:pt x="120306" y="28602"/>
                    <a:pt x="119364" y="34773"/>
                    <a:pt x="119759" y="39423"/>
                  </a:cubicBezTo>
                  <a:cubicBezTo>
                    <a:pt x="120185" y="44256"/>
                    <a:pt x="120914" y="49697"/>
                    <a:pt x="122343" y="53679"/>
                  </a:cubicBezTo>
                  <a:cubicBezTo>
                    <a:pt x="123498" y="56810"/>
                    <a:pt x="129425" y="65746"/>
                    <a:pt x="133042" y="66536"/>
                  </a:cubicBezTo>
                  <a:cubicBezTo>
                    <a:pt x="138817" y="67782"/>
                    <a:pt x="145930" y="67600"/>
                    <a:pt x="150246" y="72220"/>
                  </a:cubicBezTo>
                  <a:cubicBezTo>
                    <a:pt x="152313" y="74409"/>
                    <a:pt x="154745" y="80093"/>
                    <a:pt x="158514" y="7975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30"/>
            <p:cNvSpPr/>
            <p:nvPr/>
          </p:nvSpPr>
          <p:spPr>
            <a:xfrm>
              <a:off x="2975000" y="150750"/>
              <a:ext cx="3962850" cy="2014500"/>
            </a:xfrm>
            <a:custGeom>
              <a:rect b="b" l="l" r="r" t="t"/>
              <a:pathLst>
                <a:path extrusionOk="0" fill="none" h="80580" w="158514">
                  <a:moveTo>
                    <a:pt x="0" y="11673"/>
                  </a:moveTo>
                  <a:cubicBezTo>
                    <a:pt x="6262" y="13344"/>
                    <a:pt x="13830" y="13588"/>
                    <a:pt x="19727" y="11429"/>
                  </a:cubicBezTo>
                  <a:cubicBezTo>
                    <a:pt x="26566" y="8907"/>
                    <a:pt x="32767" y="2676"/>
                    <a:pt x="40244" y="1399"/>
                  </a:cubicBezTo>
                  <a:cubicBezTo>
                    <a:pt x="48573" y="1"/>
                    <a:pt x="53162" y="6900"/>
                    <a:pt x="57478" y="12159"/>
                  </a:cubicBezTo>
                  <a:cubicBezTo>
                    <a:pt x="61825" y="17417"/>
                    <a:pt x="74318" y="25807"/>
                    <a:pt x="81917" y="26749"/>
                  </a:cubicBezTo>
                  <a:cubicBezTo>
                    <a:pt x="87692" y="27448"/>
                    <a:pt x="94379" y="22159"/>
                    <a:pt x="99637" y="20244"/>
                  </a:cubicBezTo>
                  <a:cubicBezTo>
                    <a:pt x="108178" y="17144"/>
                    <a:pt x="114045" y="17873"/>
                    <a:pt x="118787" y="25199"/>
                  </a:cubicBezTo>
                  <a:cubicBezTo>
                    <a:pt x="121066" y="28694"/>
                    <a:pt x="119607" y="34895"/>
                    <a:pt x="120215" y="39515"/>
                  </a:cubicBezTo>
                  <a:cubicBezTo>
                    <a:pt x="120853" y="44348"/>
                    <a:pt x="122373" y="49394"/>
                    <a:pt x="123498" y="53649"/>
                  </a:cubicBezTo>
                  <a:cubicBezTo>
                    <a:pt x="124349" y="56962"/>
                    <a:pt x="129729" y="65989"/>
                    <a:pt x="133316" y="66871"/>
                  </a:cubicBezTo>
                  <a:cubicBezTo>
                    <a:pt x="139000" y="68300"/>
                    <a:pt x="146112" y="68087"/>
                    <a:pt x="150459" y="72677"/>
                  </a:cubicBezTo>
                  <a:cubicBezTo>
                    <a:pt x="152495" y="74835"/>
                    <a:pt x="154836" y="80579"/>
                    <a:pt x="158514" y="803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30"/>
            <p:cNvSpPr/>
            <p:nvPr/>
          </p:nvSpPr>
          <p:spPr>
            <a:xfrm>
              <a:off x="2975000" y="138600"/>
              <a:ext cx="3962100" cy="2022075"/>
            </a:xfrm>
            <a:custGeom>
              <a:rect b="b" l="l" r="r" t="t"/>
              <a:pathLst>
                <a:path extrusionOk="0" fill="none" h="80883" w="158484">
                  <a:moveTo>
                    <a:pt x="0" y="12159"/>
                  </a:moveTo>
                  <a:cubicBezTo>
                    <a:pt x="6322" y="13800"/>
                    <a:pt x="13952" y="13952"/>
                    <a:pt x="19849" y="11672"/>
                  </a:cubicBezTo>
                  <a:cubicBezTo>
                    <a:pt x="26900" y="8937"/>
                    <a:pt x="33162" y="2462"/>
                    <a:pt x="40974" y="1247"/>
                  </a:cubicBezTo>
                  <a:cubicBezTo>
                    <a:pt x="48876" y="0"/>
                    <a:pt x="54530" y="5806"/>
                    <a:pt x="58026" y="11855"/>
                  </a:cubicBezTo>
                  <a:cubicBezTo>
                    <a:pt x="61521" y="17873"/>
                    <a:pt x="74500" y="25138"/>
                    <a:pt x="82069" y="25928"/>
                  </a:cubicBezTo>
                  <a:cubicBezTo>
                    <a:pt x="87449" y="26505"/>
                    <a:pt x="94774" y="21186"/>
                    <a:pt x="99637" y="19362"/>
                  </a:cubicBezTo>
                  <a:cubicBezTo>
                    <a:pt x="108178" y="16080"/>
                    <a:pt x="115321" y="17782"/>
                    <a:pt x="119759" y="25107"/>
                  </a:cubicBezTo>
                  <a:cubicBezTo>
                    <a:pt x="121948" y="28724"/>
                    <a:pt x="119790" y="34803"/>
                    <a:pt x="120580" y="39545"/>
                  </a:cubicBezTo>
                  <a:cubicBezTo>
                    <a:pt x="121370" y="44348"/>
                    <a:pt x="123771" y="48937"/>
                    <a:pt x="124623" y="53497"/>
                  </a:cubicBezTo>
                  <a:cubicBezTo>
                    <a:pt x="125291" y="56992"/>
                    <a:pt x="130003" y="66050"/>
                    <a:pt x="133559" y="67053"/>
                  </a:cubicBezTo>
                  <a:cubicBezTo>
                    <a:pt x="139152" y="68603"/>
                    <a:pt x="146355" y="68451"/>
                    <a:pt x="150672" y="72980"/>
                  </a:cubicBezTo>
                  <a:cubicBezTo>
                    <a:pt x="152708" y="75108"/>
                    <a:pt x="154897" y="80883"/>
                    <a:pt x="158483" y="80822"/>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30"/>
            <p:cNvSpPr/>
            <p:nvPr/>
          </p:nvSpPr>
          <p:spPr>
            <a:xfrm>
              <a:off x="2975000" y="124150"/>
              <a:ext cx="3962100" cy="2034250"/>
            </a:xfrm>
            <a:custGeom>
              <a:rect b="b" l="l" r="r" t="t"/>
              <a:pathLst>
                <a:path extrusionOk="0" fill="none" h="81370" w="158484">
                  <a:moveTo>
                    <a:pt x="0" y="12737"/>
                  </a:moveTo>
                  <a:cubicBezTo>
                    <a:pt x="6383" y="14348"/>
                    <a:pt x="13861" y="14226"/>
                    <a:pt x="20001" y="12007"/>
                  </a:cubicBezTo>
                  <a:cubicBezTo>
                    <a:pt x="27721" y="9241"/>
                    <a:pt x="33283" y="2432"/>
                    <a:pt x="41673" y="1186"/>
                  </a:cubicBezTo>
                  <a:cubicBezTo>
                    <a:pt x="49515" y="1"/>
                    <a:pt x="55807" y="4530"/>
                    <a:pt x="58877" y="11551"/>
                  </a:cubicBezTo>
                  <a:cubicBezTo>
                    <a:pt x="61886" y="18481"/>
                    <a:pt x="74378" y="24560"/>
                    <a:pt x="81704" y="25199"/>
                  </a:cubicBezTo>
                  <a:cubicBezTo>
                    <a:pt x="87114" y="25624"/>
                    <a:pt x="94774" y="20244"/>
                    <a:pt x="99607" y="18573"/>
                  </a:cubicBezTo>
                  <a:cubicBezTo>
                    <a:pt x="108118" y="15655"/>
                    <a:pt x="116628" y="17721"/>
                    <a:pt x="120853" y="25199"/>
                  </a:cubicBezTo>
                  <a:cubicBezTo>
                    <a:pt x="123012" y="29029"/>
                    <a:pt x="119972" y="34895"/>
                    <a:pt x="120853" y="39758"/>
                  </a:cubicBezTo>
                  <a:cubicBezTo>
                    <a:pt x="121735" y="44561"/>
                    <a:pt x="125139" y="48512"/>
                    <a:pt x="125778" y="53406"/>
                  </a:cubicBezTo>
                  <a:cubicBezTo>
                    <a:pt x="126294" y="57205"/>
                    <a:pt x="130276" y="66172"/>
                    <a:pt x="133863" y="67297"/>
                  </a:cubicBezTo>
                  <a:cubicBezTo>
                    <a:pt x="139334" y="68999"/>
                    <a:pt x="146568" y="68908"/>
                    <a:pt x="150884" y="73406"/>
                  </a:cubicBezTo>
                  <a:cubicBezTo>
                    <a:pt x="153438" y="76051"/>
                    <a:pt x="154684" y="80428"/>
                    <a:pt x="158483" y="8137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30"/>
            <p:cNvSpPr/>
            <p:nvPr/>
          </p:nvSpPr>
          <p:spPr>
            <a:xfrm>
              <a:off x="2975000" y="108200"/>
              <a:ext cx="3962850" cy="2050975"/>
            </a:xfrm>
            <a:custGeom>
              <a:rect b="b" l="l" r="r" t="t"/>
              <a:pathLst>
                <a:path extrusionOk="0" fill="none" h="82039" w="158514">
                  <a:moveTo>
                    <a:pt x="0" y="13375"/>
                  </a:moveTo>
                  <a:cubicBezTo>
                    <a:pt x="6474" y="14986"/>
                    <a:pt x="14013" y="14712"/>
                    <a:pt x="20183" y="12432"/>
                  </a:cubicBezTo>
                  <a:cubicBezTo>
                    <a:pt x="28116" y="9454"/>
                    <a:pt x="33709" y="2493"/>
                    <a:pt x="42402" y="1156"/>
                  </a:cubicBezTo>
                  <a:cubicBezTo>
                    <a:pt x="50092" y="1"/>
                    <a:pt x="57418" y="4043"/>
                    <a:pt x="59819" y="11217"/>
                  </a:cubicBezTo>
                  <a:cubicBezTo>
                    <a:pt x="62190" y="18390"/>
                    <a:pt x="73862" y="24104"/>
                    <a:pt x="81035" y="24439"/>
                  </a:cubicBezTo>
                  <a:cubicBezTo>
                    <a:pt x="86780" y="24743"/>
                    <a:pt x="94318" y="19454"/>
                    <a:pt x="99607" y="17934"/>
                  </a:cubicBezTo>
                  <a:cubicBezTo>
                    <a:pt x="108452" y="15381"/>
                    <a:pt x="117844" y="17873"/>
                    <a:pt x="122009" y="25350"/>
                  </a:cubicBezTo>
                  <a:cubicBezTo>
                    <a:pt x="124227" y="29332"/>
                    <a:pt x="120154" y="35047"/>
                    <a:pt x="121066" y="40092"/>
                  </a:cubicBezTo>
                  <a:cubicBezTo>
                    <a:pt x="121978" y="44925"/>
                    <a:pt x="126507" y="48512"/>
                    <a:pt x="126963" y="53406"/>
                  </a:cubicBezTo>
                  <a:cubicBezTo>
                    <a:pt x="127297" y="57205"/>
                    <a:pt x="130459" y="66172"/>
                    <a:pt x="134167" y="67570"/>
                  </a:cubicBezTo>
                  <a:cubicBezTo>
                    <a:pt x="139304" y="69485"/>
                    <a:pt x="146842" y="69424"/>
                    <a:pt x="151128" y="73862"/>
                  </a:cubicBezTo>
                  <a:cubicBezTo>
                    <a:pt x="153650" y="76537"/>
                    <a:pt x="154805" y="80883"/>
                    <a:pt x="158514" y="8203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30"/>
            <p:cNvSpPr/>
            <p:nvPr/>
          </p:nvSpPr>
          <p:spPr>
            <a:xfrm>
              <a:off x="2975000" y="89975"/>
              <a:ext cx="3962850" cy="2068425"/>
            </a:xfrm>
            <a:custGeom>
              <a:rect b="b" l="l" r="r" t="t"/>
              <a:pathLst>
                <a:path extrusionOk="0" fill="none" h="82737" w="158514">
                  <a:moveTo>
                    <a:pt x="0" y="14104"/>
                  </a:moveTo>
                  <a:cubicBezTo>
                    <a:pt x="6535" y="15684"/>
                    <a:pt x="14347" y="15502"/>
                    <a:pt x="20335" y="12918"/>
                  </a:cubicBezTo>
                  <a:cubicBezTo>
                    <a:pt x="27995" y="9575"/>
                    <a:pt x="34439" y="2644"/>
                    <a:pt x="43101" y="1216"/>
                  </a:cubicBezTo>
                  <a:cubicBezTo>
                    <a:pt x="50639" y="0"/>
                    <a:pt x="58299" y="3435"/>
                    <a:pt x="60822" y="10882"/>
                  </a:cubicBezTo>
                  <a:cubicBezTo>
                    <a:pt x="63436" y="18572"/>
                    <a:pt x="72190" y="23587"/>
                    <a:pt x="80184" y="23769"/>
                  </a:cubicBezTo>
                  <a:cubicBezTo>
                    <a:pt x="86415" y="23921"/>
                    <a:pt x="93862" y="18663"/>
                    <a:pt x="99759" y="17417"/>
                  </a:cubicBezTo>
                  <a:cubicBezTo>
                    <a:pt x="107875" y="15715"/>
                    <a:pt x="119394" y="17234"/>
                    <a:pt x="123224" y="25593"/>
                  </a:cubicBezTo>
                  <a:cubicBezTo>
                    <a:pt x="125413" y="30396"/>
                    <a:pt x="120367" y="35350"/>
                    <a:pt x="121279" y="40578"/>
                  </a:cubicBezTo>
                  <a:cubicBezTo>
                    <a:pt x="122100" y="45381"/>
                    <a:pt x="127723" y="48937"/>
                    <a:pt x="128118" y="53496"/>
                  </a:cubicBezTo>
                  <a:cubicBezTo>
                    <a:pt x="128422" y="57174"/>
                    <a:pt x="130762" y="66262"/>
                    <a:pt x="134501" y="67873"/>
                  </a:cubicBezTo>
                  <a:cubicBezTo>
                    <a:pt x="139456" y="70001"/>
                    <a:pt x="147085" y="69971"/>
                    <a:pt x="151340" y="74408"/>
                  </a:cubicBezTo>
                  <a:cubicBezTo>
                    <a:pt x="153894" y="77083"/>
                    <a:pt x="154897" y="81430"/>
                    <a:pt x="158514" y="8273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30"/>
            <p:cNvSpPr/>
            <p:nvPr/>
          </p:nvSpPr>
          <p:spPr>
            <a:xfrm>
              <a:off x="2975000" y="69450"/>
              <a:ext cx="3962850" cy="2089725"/>
            </a:xfrm>
            <a:custGeom>
              <a:rect b="b" l="l" r="r" t="t"/>
              <a:pathLst>
                <a:path extrusionOk="0" fill="none" h="83589" w="158514">
                  <a:moveTo>
                    <a:pt x="0" y="14925"/>
                  </a:moveTo>
                  <a:cubicBezTo>
                    <a:pt x="6626" y="16475"/>
                    <a:pt x="14529" y="16201"/>
                    <a:pt x="20517" y="13496"/>
                  </a:cubicBezTo>
                  <a:cubicBezTo>
                    <a:pt x="28359" y="9940"/>
                    <a:pt x="34925" y="3010"/>
                    <a:pt x="43800" y="1338"/>
                  </a:cubicBezTo>
                  <a:cubicBezTo>
                    <a:pt x="51126" y="0"/>
                    <a:pt x="59454" y="3010"/>
                    <a:pt x="61916" y="10517"/>
                  </a:cubicBezTo>
                  <a:cubicBezTo>
                    <a:pt x="64500" y="18359"/>
                    <a:pt x="70853" y="23223"/>
                    <a:pt x="79272" y="23131"/>
                  </a:cubicBezTo>
                  <a:cubicBezTo>
                    <a:pt x="86020" y="23071"/>
                    <a:pt x="93254" y="17934"/>
                    <a:pt x="100032" y="17052"/>
                  </a:cubicBezTo>
                  <a:cubicBezTo>
                    <a:pt x="108574" y="15958"/>
                    <a:pt x="120489" y="17630"/>
                    <a:pt x="124471" y="25989"/>
                  </a:cubicBezTo>
                  <a:cubicBezTo>
                    <a:pt x="126902" y="31065"/>
                    <a:pt x="120671" y="35776"/>
                    <a:pt x="121492" y="41186"/>
                  </a:cubicBezTo>
                  <a:cubicBezTo>
                    <a:pt x="122221" y="46050"/>
                    <a:pt x="128878" y="49393"/>
                    <a:pt x="129243" y="53740"/>
                  </a:cubicBezTo>
                  <a:cubicBezTo>
                    <a:pt x="129516" y="57357"/>
                    <a:pt x="131127" y="66445"/>
                    <a:pt x="134896" y="68238"/>
                  </a:cubicBezTo>
                  <a:cubicBezTo>
                    <a:pt x="139699" y="70549"/>
                    <a:pt x="147359" y="70670"/>
                    <a:pt x="151584" y="75077"/>
                  </a:cubicBezTo>
                  <a:cubicBezTo>
                    <a:pt x="154137" y="77752"/>
                    <a:pt x="154988" y="82068"/>
                    <a:pt x="158514" y="8358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30"/>
            <p:cNvSpPr/>
            <p:nvPr/>
          </p:nvSpPr>
          <p:spPr>
            <a:xfrm>
              <a:off x="2975000" y="45125"/>
              <a:ext cx="3962850" cy="2114050"/>
            </a:xfrm>
            <a:custGeom>
              <a:rect b="b" l="l" r="r" t="t"/>
              <a:pathLst>
                <a:path extrusionOk="0" fill="none" h="84562" w="158514">
                  <a:moveTo>
                    <a:pt x="0" y="15898"/>
                  </a:moveTo>
                  <a:cubicBezTo>
                    <a:pt x="6991" y="17478"/>
                    <a:pt x="14651" y="16809"/>
                    <a:pt x="20700" y="14226"/>
                  </a:cubicBezTo>
                  <a:cubicBezTo>
                    <a:pt x="28511" y="10913"/>
                    <a:pt x="35350" y="3527"/>
                    <a:pt x="44439" y="1551"/>
                  </a:cubicBezTo>
                  <a:cubicBezTo>
                    <a:pt x="51612" y="1"/>
                    <a:pt x="60579" y="2736"/>
                    <a:pt x="63041" y="10214"/>
                  </a:cubicBezTo>
                  <a:cubicBezTo>
                    <a:pt x="65564" y="17934"/>
                    <a:pt x="69515" y="22949"/>
                    <a:pt x="78391" y="22645"/>
                  </a:cubicBezTo>
                  <a:cubicBezTo>
                    <a:pt x="85716" y="22372"/>
                    <a:pt x="93072" y="17417"/>
                    <a:pt x="100488" y="16931"/>
                  </a:cubicBezTo>
                  <a:cubicBezTo>
                    <a:pt x="109273" y="16323"/>
                    <a:pt x="121431" y="18208"/>
                    <a:pt x="125717" y="26536"/>
                  </a:cubicBezTo>
                  <a:cubicBezTo>
                    <a:pt x="128544" y="31946"/>
                    <a:pt x="121036" y="36415"/>
                    <a:pt x="121735" y="41916"/>
                  </a:cubicBezTo>
                  <a:cubicBezTo>
                    <a:pt x="122343" y="46871"/>
                    <a:pt x="129881" y="49971"/>
                    <a:pt x="130276" y="54105"/>
                  </a:cubicBezTo>
                  <a:cubicBezTo>
                    <a:pt x="130641" y="57631"/>
                    <a:pt x="131431" y="66628"/>
                    <a:pt x="135322" y="68664"/>
                  </a:cubicBezTo>
                  <a:cubicBezTo>
                    <a:pt x="140124" y="71157"/>
                    <a:pt x="147632" y="71461"/>
                    <a:pt x="151796" y="75868"/>
                  </a:cubicBezTo>
                  <a:cubicBezTo>
                    <a:pt x="154350" y="78573"/>
                    <a:pt x="155109" y="82859"/>
                    <a:pt x="158514" y="8456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30"/>
            <p:cNvSpPr/>
            <p:nvPr/>
          </p:nvSpPr>
          <p:spPr>
            <a:xfrm>
              <a:off x="2975000" y="20825"/>
              <a:ext cx="3962850" cy="2138350"/>
            </a:xfrm>
            <a:custGeom>
              <a:rect b="b" l="l" r="r" t="t"/>
              <a:pathLst>
                <a:path extrusionOk="0" fill="none" h="85534" w="158514">
                  <a:moveTo>
                    <a:pt x="0" y="16870"/>
                  </a:moveTo>
                  <a:cubicBezTo>
                    <a:pt x="7082" y="18420"/>
                    <a:pt x="14833" y="17629"/>
                    <a:pt x="20912" y="14955"/>
                  </a:cubicBezTo>
                  <a:cubicBezTo>
                    <a:pt x="28876" y="11459"/>
                    <a:pt x="35776" y="3951"/>
                    <a:pt x="45047" y="1702"/>
                  </a:cubicBezTo>
                  <a:cubicBezTo>
                    <a:pt x="52068" y="0"/>
                    <a:pt x="61703" y="2371"/>
                    <a:pt x="64166" y="9818"/>
                  </a:cubicBezTo>
                  <a:cubicBezTo>
                    <a:pt x="66567" y="16991"/>
                    <a:pt x="68877" y="22645"/>
                    <a:pt x="77722" y="22128"/>
                  </a:cubicBezTo>
                  <a:cubicBezTo>
                    <a:pt x="85503" y="21672"/>
                    <a:pt x="93133" y="16961"/>
                    <a:pt x="101127" y="16809"/>
                  </a:cubicBezTo>
                  <a:cubicBezTo>
                    <a:pt x="110063" y="16657"/>
                    <a:pt x="122161" y="18693"/>
                    <a:pt x="126963" y="27083"/>
                  </a:cubicBezTo>
                  <a:cubicBezTo>
                    <a:pt x="130276" y="32858"/>
                    <a:pt x="121705" y="37052"/>
                    <a:pt x="122161" y="42615"/>
                  </a:cubicBezTo>
                  <a:cubicBezTo>
                    <a:pt x="122616" y="47782"/>
                    <a:pt x="130762" y="50518"/>
                    <a:pt x="131279" y="54530"/>
                  </a:cubicBezTo>
                  <a:cubicBezTo>
                    <a:pt x="131735" y="57934"/>
                    <a:pt x="131796" y="66931"/>
                    <a:pt x="135778" y="69089"/>
                  </a:cubicBezTo>
                  <a:cubicBezTo>
                    <a:pt x="140550" y="71703"/>
                    <a:pt x="147936" y="72250"/>
                    <a:pt x="152039" y="76658"/>
                  </a:cubicBezTo>
                  <a:cubicBezTo>
                    <a:pt x="154593" y="79393"/>
                    <a:pt x="155231" y="83649"/>
                    <a:pt x="158514" y="8553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1" name="Google Shape;4901;p30"/>
          <p:cNvGrpSpPr/>
          <p:nvPr/>
        </p:nvGrpSpPr>
        <p:grpSpPr>
          <a:xfrm flipH="1" rot="8264778">
            <a:off x="7172455" y="2912934"/>
            <a:ext cx="3667630" cy="3644011"/>
            <a:chOff x="2975000" y="20825"/>
            <a:chExt cx="3963625" cy="2500050"/>
          </a:xfrm>
        </p:grpSpPr>
        <p:sp>
          <p:nvSpPr>
            <p:cNvPr id="4902" name="Google Shape;4902;p30"/>
            <p:cNvSpPr/>
            <p:nvPr/>
          </p:nvSpPr>
          <p:spPr>
            <a:xfrm>
              <a:off x="2975000" y="442550"/>
              <a:ext cx="3962850" cy="2078325"/>
            </a:xfrm>
            <a:custGeom>
              <a:rect b="b" l="l" r="r" t="t"/>
              <a:pathLst>
                <a:path extrusionOk="0" fill="none" h="83133" w="158514">
                  <a:moveTo>
                    <a:pt x="0" y="1"/>
                  </a:moveTo>
                  <a:cubicBezTo>
                    <a:pt x="4347" y="3071"/>
                    <a:pt x="9423" y="6171"/>
                    <a:pt x="12797" y="10122"/>
                  </a:cubicBezTo>
                  <a:cubicBezTo>
                    <a:pt x="18025" y="16232"/>
                    <a:pt x="11095" y="25411"/>
                    <a:pt x="18298" y="31369"/>
                  </a:cubicBezTo>
                  <a:cubicBezTo>
                    <a:pt x="23952" y="36050"/>
                    <a:pt x="23982" y="41612"/>
                    <a:pt x="23283" y="48269"/>
                  </a:cubicBezTo>
                  <a:cubicBezTo>
                    <a:pt x="22706" y="53497"/>
                    <a:pt x="22463" y="62494"/>
                    <a:pt x="29028" y="64044"/>
                  </a:cubicBezTo>
                  <a:cubicBezTo>
                    <a:pt x="35776" y="65655"/>
                    <a:pt x="41186" y="60913"/>
                    <a:pt x="45624" y="56567"/>
                  </a:cubicBezTo>
                  <a:cubicBezTo>
                    <a:pt x="51855" y="50457"/>
                    <a:pt x="63466" y="46202"/>
                    <a:pt x="71825" y="49515"/>
                  </a:cubicBezTo>
                  <a:cubicBezTo>
                    <a:pt x="79211" y="52463"/>
                    <a:pt x="89728" y="48421"/>
                    <a:pt x="96598" y="51430"/>
                  </a:cubicBezTo>
                  <a:cubicBezTo>
                    <a:pt x="100762" y="53284"/>
                    <a:pt x="101035" y="58390"/>
                    <a:pt x="102343" y="62646"/>
                  </a:cubicBezTo>
                  <a:cubicBezTo>
                    <a:pt x="104197" y="68603"/>
                    <a:pt x="108938" y="75564"/>
                    <a:pt x="114106" y="78482"/>
                  </a:cubicBezTo>
                  <a:cubicBezTo>
                    <a:pt x="122343" y="83132"/>
                    <a:pt x="130914" y="70610"/>
                    <a:pt x="138909" y="69151"/>
                  </a:cubicBezTo>
                  <a:cubicBezTo>
                    <a:pt x="145474" y="67935"/>
                    <a:pt x="152435" y="73892"/>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30"/>
            <p:cNvSpPr/>
            <p:nvPr/>
          </p:nvSpPr>
          <p:spPr>
            <a:xfrm>
              <a:off x="2975000" y="442550"/>
              <a:ext cx="3962850" cy="2057800"/>
            </a:xfrm>
            <a:custGeom>
              <a:rect b="b" l="l" r="r" t="t"/>
              <a:pathLst>
                <a:path extrusionOk="0" fill="none" h="82312" w="158514">
                  <a:moveTo>
                    <a:pt x="0" y="1"/>
                  </a:moveTo>
                  <a:cubicBezTo>
                    <a:pt x="4408" y="3040"/>
                    <a:pt x="9392" y="6049"/>
                    <a:pt x="13040" y="9879"/>
                  </a:cubicBezTo>
                  <a:cubicBezTo>
                    <a:pt x="18602" y="15654"/>
                    <a:pt x="11733" y="24955"/>
                    <a:pt x="18694" y="30609"/>
                  </a:cubicBezTo>
                  <a:cubicBezTo>
                    <a:pt x="24408" y="35259"/>
                    <a:pt x="25077" y="40153"/>
                    <a:pt x="24317" y="46901"/>
                  </a:cubicBezTo>
                  <a:cubicBezTo>
                    <a:pt x="23739" y="52129"/>
                    <a:pt x="23131" y="61248"/>
                    <a:pt x="29849" y="62919"/>
                  </a:cubicBezTo>
                  <a:cubicBezTo>
                    <a:pt x="36870" y="64652"/>
                    <a:pt x="41794" y="59606"/>
                    <a:pt x="46627" y="55503"/>
                  </a:cubicBezTo>
                  <a:cubicBezTo>
                    <a:pt x="53557" y="49606"/>
                    <a:pt x="63983" y="44712"/>
                    <a:pt x="72798" y="48634"/>
                  </a:cubicBezTo>
                  <a:cubicBezTo>
                    <a:pt x="80123" y="51886"/>
                    <a:pt x="90245" y="48208"/>
                    <a:pt x="97266" y="51187"/>
                  </a:cubicBezTo>
                  <a:cubicBezTo>
                    <a:pt x="101522" y="52980"/>
                    <a:pt x="101674" y="58026"/>
                    <a:pt x="102890" y="62251"/>
                  </a:cubicBezTo>
                  <a:cubicBezTo>
                    <a:pt x="104561" y="68087"/>
                    <a:pt x="109303" y="75078"/>
                    <a:pt x="114440" y="77844"/>
                  </a:cubicBezTo>
                  <a:cubicBezTo>
                    <a:pt x="122799" y="82312"/>
                    <a:pt x="131097" y="70032"/>
                    <a:pt x="139243" y="68877"/>
                  </a:cubicBezTo>
                  <a:cubicBezTo>
                    <a:pt x="145656" y="67935"/>
                    <a:pt x="152495" y="73771"/>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30"/>
            <p:cNvSpPr/>
            <p:nvPr/>
          </p:nvSpPr>
          <p:spPr>
            <a:xfrm>
              <a:off x="2975000" y="442550"/>
              <a:ext cx="3962850" cy="2035775"/>
            </a:xfrm>
            <a:custGeom>
              <a:rect b="b" l="l" r="r" t="t"/>
              <a:pathLst>
                <a:path extrusionOk="0" fill="none" h="81431" w="158514">
                  <a:moveTo>
                    <a:pt x="0" y="1"/>
                  </a:moveTo>
                  <a:cubicBezTo>
                    <a:pt x="4468" y="3040"/>
                    <a:pt x="9362" y="5958"/>
                    <a:pt x="13313" y="9606"/>
                  </a:cubicBezTo>
                  <a:cubicBezTo>
                    <a:pt x="19210" y="15077"/>
                    <a:pt x="12432" y="24469"/>
                    <a:pt x="19089" y="29849"/>
                  </a:cubicBezTo>
                  <a:cubicBezTo>
                    <a:pt x="24803" y="34469"/>
                    <a:pt x="26019" y="38694"/>
                    <a:pt x="25350" y="45564"/>
                  </a:cubicBezTo>
                  <a:cubicBezTo>
                    <a:pt x="24833" y="50822"/>
                    <a:pt x="23739" y="60001"/>
                    <a:pt x="30609" y="61795"/>
                  </a:cubicBezTo>
                  <a:cubicBezTo>
                    <a:pt x="37691" y="63649"/>
                    <a:pt x="42797" y="58299"/>
                    <a:pt x="47813" y="54378"/>
                  </a:cubicBezTo>
                  <a:cubicBezTo>
                    <a:pt x="55989" y="47995"/>
                    <a:pt x="63345" y="43375"/>
                    <a:pt x="73801" y="47752"/>
                  </a:cubicBezTo>
                  <a:cubicBezTo>
                    <a:pt x="81704" y="51065"/>
                    <a:pt x="90762" y="48026"/>
                    <a:pt x="97966" y="50944"/>
                  </a:cubicBezTo>
                  <a:cubicBezTo>
                    <a:pt x="102282" y="52707"/>
                    <a:pt x="102343" y="57631"/>
                    <a:pt x="103437" y="61825"/>
                  </a:cubicBezTo>
                  <a:cubicBezTo>
                    <a:pt x="104957" y="67570"/>
                    <a:pt x="109637" y="74531"/>
                    <a:pt x="114774" y="77145"/>
                  </a:cubicBezTo>
                  <a:cubicBezTo>
                    <a:pt x="123285" y="81430"/>
                    <a:pt x="131310" y="69454"/>
                    <a:pt x="139577" y="68573"/>
                  </a:cubicBezTo>
                  <a:cubicBezTo>
                    <a:pt x="145869" y="67904"/>
                    <a:pt x="152587" y="73649"/>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30"/>
            <p:cNvSpPr/>
            <p:nvPr/>
          </p:nvSpPr>
          <p:spPr>
            <a:xfrm>
              <a:off x="2975000" y="442550"/>
              <a:ext cx="3962850" cy="2014500"/>
            </a:xfrm>
            <a:custGeom>
              <a:rect b="b" l="l" r="r" t="t"/>
              <a:pathLst>
                <a:path extrusionOk="0" fill="none" h="80580" w="158514">
                  <a:moveTo>
                    <a:pt x="0" y="1"/>
                  </a:moveTo>
                  <a:cubicBezTo>
                    <a:pt x="4560" y="3010"/>
                    <a:pt x="9392" y="5897"/>
                    <a:pt x="13526" y="9393"/>
                  </a:cubicBezTo>
                  <a:cubicBezTo>
                    <a:pt x="19666" y="14469"/>
                    <a:pt x="13162" y="23952"/>
                    <a:pt x="19484" y="29150"/>
                  </a:cubicBezTo>
                  <a:cubicBezTo>
                    <a:pt x="24560" y="33314"/>
                    <a:pt x="27235" y="37509"/>
                    <a:pt x="26323" y="44348"/>
                  </a:cubicBezTo>
                  <a:cubicBezTo>
                    <a:pt x="25563" y="49728"/>
                    <a:pt x="24317" y="58846"/>
                    <a:pt x="31308" y="60792"/>
                  </a:cubicBezTo>
                  <a:cubicBezTo>
                    <a:pt x="38390" y="62737"/>
                    <a:pt x="43770" y="57296"/>
                    <a:pt x="48998" y="53375"/>
                  </a:cubicBezTo>
                  <a:cubicBezTo>
                    <a:pt x="57813" y="46688"/>
                    <a:pt x="63892" y="42129"/>
                    <a:pt x="74743" y="47023"/>
                  </a:cubicBezTo>
                  <a:cubicBezTo>
                    <a:pt x="82433" y="50488"/>
                    <a:pt x="91248" y="47995"/>
                    <a:pt x="98604" y="50761"/>
                  </a:cubicBezTo>
                  <a:cubicBezTo>
                    <a:pt x="103042" y="52372"/>
                    <a:pt x="103011" y="57266"/>
                    <a:pt x="104014" y="61430"/>
                  </a:cubicBezTo>
                  <a:cubicBezTo>
                    <a:pt x="105382" y="67084"/>
                    <a:pt x="109941" y="74014"/>
                    <a:pt x="115109" y="76445"/>
                  </a:cubicBezTo>
                  <a:cubicBezTo>
                    <a:pt x="123802" y="80579"/>
                    <a:pt x="132100" y="68299"/>
                    <a:pt x="139912" y="68330"/>
                  </a:cubicBezTo>
                  <a:cubicBezTo>
                    <a:pt x="144927" y="68330"/>
                    <a:pt x="153529" y="7331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30"/>
            <p:cNvSpPr/>
            <p:nvPr/>
          </p:nvSpPr>
          <p:spPr>
            <a:xfrm>
              <a:off x="2975000" y="442550"/>
              <a:ext cx="3962850" cy="1991700"/>
            </a:xfrm>
            <a:custGeom>
              <a:rect b="b" l="l" r="r" t="t"/>
              <a:pathLst>
                <a:path extrusionOk="0" fill="none" h="79668" w="158514">
                  <a:moveTo>
                    <a:pt x="0" y="1"/>
                  </a:moveTo>
                  <a:cubicBezTo>
                    <a:pt x="4590" y="3010"/>
                    <a:pt x="9484" y="5897"/>
                    <a:pt x="13769" y="9119"/>
                  </a:cubicBezTo>
                  <a:cubicBezTo>
                    <a:pt x="20122" y="13861"/>
                    <a:pt x="13952" y="23344"/>
                    <a:pt x="19879" y="28360"/>
                  </a:cubicBezTo>
                  <a:cubicBezTo>
                    <a:pt x="24651" y="32402"/>
                    <a:pt x="28055" y="36475"/>
                    <a:pt x="27265" y="43102"/>
                  </a:cubicBezTo>
                  <a:cubicBezTo>
                    <a:pt x="26627" y="48482"/>
                    <a:pt x="24985" y="57600"/>
                    <a:pt x="31946" y="59698"/>
                  </a:cubicBezTo>
                  <a:cubicBezTo>
                    <a:pt x="39028" y="61795"/>
                    <a:pt x="44955" y="56202"/>
                    <a:pt x="50183" y="52251"/>
                  </a:cubicBezTo>
                  <a:cubicBezTo>
                    <a:pt x="59424" y="45260"/>
                    <a:pt x="64561" y="40761"/>
                    <a:pt x="75746" y="46232"/>
                  </a:cubicBezTo>
                  <a:cubicBezTo>
                    <a:pt x="83315" y="49971"/>
                    <a:pt x="91795" y="47813"/>
                    <a:pt x="99273" y="50488"/>
                  </a:cubicBezTo>
                  <a:cubicBezTo>
                    <a:pt x="103832" y="52129"/>
                    <a:pt x="103619" y="56840"/>
                    <a:pt x="104653" y="61035"/>
                  </a:cubicBezTo>
                  <a:cubicBezTo>
                    <a:pt x="106051" y="66749"/>
                    <a:pt x="110124" y="73315"/>
                    <a:pt x="115443" y="75716"/>
                  </a:cubicBezTo>
                  <a:cubicBezTo>
                    <a:pt x="124227" y="79667"/>
                    <a:pt x="132039" y="67995"/>
                    <a:pt x="140246" y="68056"/>
                  </a:cubicBezTo>
                  <a:cubicBezTo>
                    <a:pt x="145535" y="68087"/>
                    <a:pt x="153377" y="7340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30"/>
            <p:cNvSpPr/>
            <p:nvPr/>
          </p:nvSpPr>
          <p:spPr>
            <a:xfrm>
              <a:off x="2975000" y="442550"/>
              <a:ext cx="3963625" cy="1968900"/>
            </a:xfrm>
            <a:custGeom>
              <a:rect b="b" l="l" r="r" t="t"/>
              <a:pathLst>
                <a:path extrusionOk="0" fill="none" h="78756" w="158545">
                  <a:moveTo>
                    <a:pt x="0" y="1"/>
                  </a:moveTo>
                  <a:cubicBezTo>
                    <a:pt x="4651" y="2979"/>
                    <a:pt x="9575" y="5867"/>
                    <a:pt x="14013" y="8876"/>
                  </a:cubicBezTo>
                  <a:cubicBezTo>
                    <a:pt x="20548" y="13283"/>
                    <a:pt x="14985" y="22706"/>
                    <a:pt x="20305" y="27539"/>
                  </a:cubicBezTo>
                  <a:cubicBezTo>
                    <a:pt x="24590" y="31430"/>
                    <a:pt x="28724" y="35715"/>
                    <a:pt x="28147" y="42007"/>
                  </a:cubicBezTo>
                  <a:cubicBezTo>
                    <a:pt x="27630" y="47296"/>
                    <a:pt x="25654" y="56445"/>
                    <a:pt x="32584" y="58664"/>
                  </a:cubicBezTo>
                  <a:cubicBezTo>
                    <a:pt x="39606" y="60913"/>
                    <a:pt x="46354" y="55077"/>
                    <a:pt x="51369" y="51096"/>
                  </a:cubicBezTo>
                  <a:cubicBezTo>
                    <a:pt x="60609" y="43770"/>
                    <a:pt x="65351" y="39576"/>
                    <a:pt x="76749" y="45594"/>
                  </a:cubicBezTo>
                  <a:cubicBezTo>
                    <a:pt x="84166" y="49515"/>
                    <a:pt x="92251" y="47722"/>
                    <a:pt x="99911" y="50275"/>
                  </a:cubicBezTo>
                  <a:cubicBezTo>
                    <a:pt x="104622" y="51855"/>
                    <a:pt x="104318" y="56445"/>
                    <a:pt x="105260" y="60609"/>
                  </a:cubicBezTo>
                  <a:cubicBezTo>
                    <a:pt x="106537" y="66324"/>
                    <a:pt x="110428" y="72676"/>
                    <a:pt x="115808" y="74956"/>
                  </a:cubicBezTo>
                  <a:cubicBezTo>
                    <a:pt x="124714" y="78756"/>
                    <a:pt x="132313" y="67418"/>
                    <a:pt x="140580" y="67813"/>
                  </a:cubicBezTo>
                  <a:cubicBezTo>
                    <a:pt x="145778" y="68056"/>
                    <a:pt x="153438" y="73315"/>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30"/>
            <p:cNvSpPr/>
            <p:nvPr/>
          </p:nvSpPr>
          <p:spPr>
            <a:xfrm>
              <a:off x="2975000" y="442550"/>
              <a:ext cx="3962850" cy="1919500"/>
            </a:xfrm>
            <a:custGeom>
              <a:rect b="b" l="l" r="r" t="t"/>
              <a:pathLst>
                <a:path extrusionOk="0" fill="none" h="76780" w="158514">
                  <a:moveTo>
                    <a:pt x="0" y="1"/>
                  </a:moveTo>
                  <a:cubicBezTo>
                    <a:pt x="4712" y="2949"/>
                    <a:pt x="9666" y="5776"/>
                    <a:pt x="14225" y="8633"/>
                  </a:cubicBezTo>
                  <a:cubicBezTo>
                    <a:pt x="20973" y="12797"/>
                    <a:pt x="16049" y="21977"/>
                    <a:pt x="20760" y="26718"/>
                  </a:cubicBezTo>
                  <a:cubicBezTo>
                    <a:pt x="24438" y="30396"/>
                    <a:pt x="29332" y="35168"/>
                    <a:pt x="28967" y="41004"/>
                  </a:cubicBezTo>
                  <a:cubicBezTo>
                    <a:pt x="28633" y="46202"/>
                    <a:pt x="26444" y="55381"/>
                    <a:pt x="33192" y="57661"/>
                  </a:cubicBezTo>
                  <a:cubicBezTo>
                    <a:pt x="40153" y="60032"/>
                    <a:pt x="47752" y="53953"/>
                    <a:pt x="52494" y="49880"/>
                  </a:cubicBezTo>
                  <a:cubicBezTo>
                    <a:pt x="61703" y="41977"/>
                    <a:pt x="66293" y="38633"/>
                    <a:pt x="77722" y="45016"/>
                  </a:cubicBezTo>
                  <a:cubicBezTo>
                    <a:pt x="84926" y="49059"/>
                    <a:pt x="92707" y="47722"/>
                    <a:pt x="100488" y="50093"/>
                  </a:cubicBezTo>
                  <a:cubicBezTo>
                    <a:pt x="105382" y="51582"/>
                    <a:pt x="104987" y="56080"/>
                    <a:pt x="105838" y="60245"/>
                  </a:cubicBezTo>
                  <a:cubicBezTo>
                    <a:pt x="107023" y="65898"/>
                    <a:pt x="111005" y="72676"/>
                    <a:pt x="116142" y="74227"/>
                  </a:cubicBezTo>
                  <a:cubicBezTo>
                    <a:pt x="124683" y="76780"/>
                    <a:pt x="132191" y="66901"/>
                    <a:pt x="140884" y="67570"/>
                  </a:cubicBezTo>
                  <a:cubicBezTo>
                    <a:pt x="145930" y="67965"/>
                    <a:pt x="153468" y="73224"/>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30"/>
            <p:cNvSpPr/>
            <p:nvPr/>
          </p:nvSpPr>
          <p:spPr>
            <a:xfrm>
              <a:off x="2975000" y="442550"/>
              <a:ext cx="3962100" cy="1896700"/>
            </a:xfrm>
            <a:custGeom>
              <a:rect b="b" l="l" r="r" t="t"/>
              <a:pathLst>
                <a:path extrusionOk="0" fill="none" h="75868" w="158484">
                  <a:moveTo>
                    <a:pt x="0" y="1"/>
                  </a:moveTo>
                  <a:cubicBezTo>
                    <a:pt x="4742" y="2949"/>
                    <a:pt x="9788" y="5441"/>
                    <a:pt x="14438" y="8359"/>
                  </a:cubicBezTo>
                  <a:cubicBezTo>
                    <a:pt x="21520" y="12797"/>
                    <a:pt x="16900" y="20852"/>
                    <a:pt x="21277" y="25837"/>
                  </a:cubicBezTo>
                  <a:cubicBezTo>
                    <a:pt x="24408" y="29424"/>
                    <a:pt x="29758" y="34652"/>
                    <a:pt x="29727" y="40123"/>
                  </a:cubicBezTo>
                  <a:cubicBezTo>
                    <a:pt x="29666" y="45229"/>
                    <a:pt x="27447" y="54014"/>
                    <a:pt x="33770" y="56658"/>
                  </a:cubicBezTo>
                  <a:cubicBezTo>
                    <a:pt x="40396" y="59394"/>
                    <a:pt x="49545" y="52433"/>
                    <a:pt x="53618" y="48542"/>
                  </a:cubicBezTo>
                  <a:cubicBezTo>
                    <a:pt x="62707" y="39788"/>
                    <a:pt x="67448" y="37904"/>
                    <a:pt x="78725" y="44530"/>
                  </a:cubicBezTo>
                  <a:cubicBezTo>
                    <a:pt x="85716" y="48664"/>
                    <a:pt x="93224" y="47722"/>
                    <a:pt x="101066" y="49910"/>
                  </a:cubicBezTo>
                  <a:cubicBezTo>
                    <a:pt x="106142" y="51308"/>
                    <a:pt x="105716" y="55685"/>
                    <a:pt x="106476" y="59849"/>
                  </a:cubicBezTo>
                  <a:cubicBezTo>
                    <a:pt x="107540" y="65503"/>
                    <a:pt x="111279" y="71977"/>
                    <a:pt x="116477" y="73467"/>
                  </a:cubicBezTo>
                  <a:cubicBezTo>
                    <a:pt x="124927" y="75868"/>
                    <a:pt x="132708" y="66354"/>
                    <a:pt x="141188" y="67357"/>
                  </a:cubicBezTo>
                  <a:cubicBezTo>
                    <a:pt x="146143" y="67935"/>
                    <a:pt x="153468" y="7313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30"/>
            <p:cNvSpPr/>
            <p:nvPr/>
          </p:nvSpPr>
          <p:spPr>
            <a:xfrm>
              <a:off x="2975000" y="442550"/>
              <a:ext cx="3962850" cy="1870875"/>
            </a:xfrm>
            <a:custGeom>
              <a:rect b="b" l="l" r="r" t="t"/>
              <a:pathLst>
                <a:path extrusionOk="0" fill="none" h="74835" w="158514">
                  <a:moveTo>
                    <a:pt x="0" y="1"/>
                  </a:moveTo>
                  <a:cubicBezTo>
                    <a:pt x="4803" y="2919"/>
                    <a:pt x="9848" y="5350"/>
                    <a:pt x="14651" y="8116"/>
                  </a:cubicBezTo>
                  <a:cubicBezTo>
                    <a:pt x="21946" y="12311"/>
                    <a:pt x="18086" y="19697"/>
                    <a:pt x="21885" y="24895"/>
                  </a:cubicBezTo>
                  <a:cubicBezTo>
                    <a:pt x="24590" y="28633"/>
                    <a:pt x="30031" y="34013"/>
                    <a:pt x="30396" y="39272"/>
                  </a:cubicBezTo>
                  <a:cubicBezTo>
                    <a:pt x="30791" y="44439"/>
                    <a:pt x="28299" y="52919"/>
                    <a:pt x="34439" y="55625"/>
                  </a:cubicBezTo>
                  <a:cubicBezTo>
                    <a:pt x="41186" y="58603"/>
                    <a:pt x="50670" y="51217"/>
                    <a:pt x="54712" y="47083"/>
                  </a:cubicBezTo>
                  <a:cubicBezTo>
                    <a:pt x="63892" y="37630"/>
                    <a:pt x="68542" y="37266"/>
                    <a:pt x="79789" y="44135"/>
                  </a:cubicBezTo>
                  <a:cubicBezTo>
                    <a:pt x="86476" y="48208"/>
                    <a:pt x="93984" y="47661"/>
                    <a:pt x="101674" y="49728"/>
                  </a:cubicBezTo>
                  <a:cubicBezTo>
                    <a:pt x="106932" y="51126"/>
                    <a:pt x="106416" y="55138"/>
                    <a:pt x="107145" y="59454"/>
                  </a:cubicBezTo>
                  <a:cubicBezTo>
                    <a:pt x="108057" y="64986"/>
                    <a:pt x="111552" y="71339"/>
                    <a:pt x="116872" y="72707"/>
                  </a:cubicBezTo>
                  <a:cubicBezTo>
                    <a:pt x="125322" y="74835"/>
                    <a:pt x="133285" y="65837"/>
                    <a:pt x="141523" y="67114"/>
                  </a:cubicBezTo>
                  <a:cubicBezTo>
                    <a:pt x="146386" y="67874"/>
                    <a:pt x="153559" y="73011"/>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30"/>
            <p:cNvSpPr/>
            <p:nvPr/>
          </p:nvSpPr>
          <p:spPr>
            <a:xfrm>
              <a:off x="2975000" y="442550"/>
              <a:ext cx="3962850" cy="1848075"/>
            </a:xfrm>
            <a:custGeom>
              <a:rect b="b" l="l" r="r" t="t"/>
              <a:pathLst>
                <a:path extrusionOk="0" fill="none" h="73923" w="158514">
                  <a:moveTo>
                    <a:pt x="0" y="1"/>
                  </a:moveTo>
                  <a:cubicBezTo>
                    <a:pt x="4833" y="2888"/>
                    <a:pt x="9909" y="5259"/>
                    <a:pt x="14864" y="7873"/>
                  </a:cubicBezTo>
                  <a:cubicBezTo>
                    <a:pt x="22219" y="11764"/>
                    <a:pt x="19301" y="18390"/>
                    <a:pt x="22584" y="23922"/>
                  </a:cubicBezTo>
                  <a:cubicBezTo>
                    <a:pt x="25046" y="28086"/>
                    <a:pt x="30092" y="33649"/>
                    <a:pt x="31004" y="38542"/>
                  </a:cubicBezTo>
                  <a:cubicBezTo>
                    <a:pt x="31855" y="43284"/>
                    <a:pt x="29150" y="51947"/>
                    <a:pt x="35107" y="54561"/>
                  </a:cubicBezTo>
                  <a:cubicBezTo>
                    <a:pt x="42250" y="57691"/>
                    <a:pt x="51673" y="50032"/>
                    <a:pt x="55746" y="45503"/>
                  </a:cubicBezTo>
                  <a:cubicBezTo>
                    <a:pt x="64834" y="35411"/>
                    <a:pt x="69941" y="36992"/>
                    <a:pt x="80822" y="43770"/>
                  </a:cubicBezTo>
                  <a:cubicBezTo>
                    <a:pt x="87205" y="47782"/>
                    <a:pt x="94683" y="47691"/>
                    <a:pt x="102191" y="49576"/>
                  </a:cubicBezTo>
                  <a:cubicBezTo>
                    <a:pt x="107571" y="50913"/>
                    <a:pt x="107145" y="54682"/>
                    <a:pt x="107783" y="59090"/>
                  </a:cubicBezTo>
                  <a:cubicBezTo>
                    <a:pt x="108604" y="64591"/>
                    <a:pt x="111826" y="70610"/>
                    <a:pt x="117236" y="71917"/>
                  </a:cubicBezTo>
                  <a:cubicBezTo>
                    <a:pt x="125504" y="73923"/>
                    <a:pt x="133863" y="65321"/>
                    <a:pt x="141827" y="66901"/>
                  </a:cubicBezTo>
                  <a:cubicBezTo>
                    <a:pt x="146599" y="67813"/>
                    <a:pt x="153620" y="7292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30"/>
            <p:cNvSpPr/>
            <p:nvPr/>
          </p:nvSpPr>
          <p:spPr>
            <a:xfrm>
              <a:off x="2975000" y="442550"/>
              <a:ext cx="3962100" cy="1826050"/>
            </a:xfrm>
            <a:custGeom>
              <a:rect b="b" l="l" r="r" t="t"/>
              <a:pathLst>
                <a:path extrusionOk="0" fill="none" h="73042" w="158484">
                  <a:moveTo>
                    <a:pt x="0" y="1"/>
                  </a:moveTo>
                  <a:cubicBezTo>
                    <a:pt x="4894" y="2858"/>
                    <a:pt x="10000" y="5168"/>
                    <a:pt x="15076" y="7630"/>
                  </a:cubicBezTo>
                  <a:cubicBezTo>
                    <a:pt x="22402" y="11217"/>
                    <a:pt x="20639" y="16992"/>
                    <a:pt x="23435" y="22980"/>
                  </a:cubicBezTo>
                  <a:cubicBezTo>
                    <a:pt x="25685" y="27813"/>
                    <a:pt x="29910" y="33041"/>
                    <a:pt x="31460" y="37934"/>
                  </a:cubicBezTo>
                  <a:cubicBezTo>
                    <a:pt x="32858" y="42372"/>
                    <a:pt x="29940" y="51096"/>
                    <a:pt x="35867" y="53558"/>
                  </a:cubicBezTo>
                  <a:cubicBezTo>
                    <a:pt x="43618" y="56749"/>
                    <a:pt x="52433" y="48937"/>
                    <a:pt x="56779" y="43831"/>
                  </a:cubicBezTo>
                  <a:cubicBezTo>
                    <a:pt x="65746" y="33314"/>
                    <a:pt x="71552" y="36901"/>
                    <a:pt x="81886" y="43466"/>
                  </a:cubicBezTo>
                  <a:cubicBezTo>
                    <a:pt x="87965" y="47327"/>
                    <a:pt x="95412" y="47752"/>
                    <a:pt x="102707" y="49454"/>
                  </a:cubicBezTo>
                  <a:cubicBezTo>
                    <a:pt x="108148" y="50700"/>
                    <a:pt x="107905" y="54226"/>
                    <a:pt x="108452" y="58725"/>
                  </a:cubicBezTo>
                  <a:cubicBezTo>
                    <a:pt x="109182" y="64226"/>
                    <a:pt x="112130" y="69910"/>
                    <a:pt x="117571" y="71187"/>
                  </a:cubicBezTo>
                  <a:cubicBezTo>
                    <a:pt x="125626" y="73041"/>
                    <a:pt x="134410" y="64895"/>
                    <a:pt x="142100" y="66688"/>
                  </a:cubicBezTo>
                  <a:cubicBezTo>
                    <a:pt x="146751" y="67783"/>
                    <a:pt x="153590" y="72828"/>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30"/>
            <p:cNvSpPr/>
            <p:nvPr/>
          </p:nvSpPr>
          <p:spPr>
            <a:xfrm>
              <a:off x="2975000" y="442550"/>
              <a:ext cx="3962850" cy="1818450"/>
            </a:xfrm>
            <a:custGeom>
              <a:rect b="b" l="l" r="r" t="t"/>
              <a:pathLst>
                <a:path extrusionOk="0" fill="none" h="72738" w="158514">
                  <a:moveTo>
                    <a:pt x="0" y="1"/>
                  </a:moveTo>
                  <a:cubicBezTo>
                    <a:pt x="4924" y="2827"/>
                    <a:pt x="10122" y="5077"/>
                    <a:pt x="15259" y="7387"/>
                  </a:cubicBezTo>
                  <a:cubicBezTo>
                    <a:pt x="22432" y="10609"/>
                    <a:pt x="22159" y="15594"/>
                    <a:pt x="24317" y="22007"/>
                  </a:cubicBezTo>
                  <a:cubicBezTo>
                    <a:pt x="26171" y="27630"/>
                    <a:pt x="29332" y="32402"/>
                    <a:pt x="31733" y="37418"/>
                  </a:cubicBezTo>
                  <a:cubicBezTo>
                    <a:pt x="33831" y="41764"/>
                    <a:pt x="30669" y="50305"/>
                    <a:pt x="36657" y="52615"/>
                  </a:cubicBezTo>
                  <a:cubicBezTo>
                    <a:pt x="44955" y="55868"/>
                    <a:pt x="53162" y="47630"/>
                    <a:pt x="57782" y="42068"/>
                  </a:cubicBezTo>
                  <a:cubicBezTo>
                    <a:pt x="66476" y="31551"/>
                    <a:pt x="73315" y="37022"/>
                    <a:pt x="82950" y="43193"/>
                  </a:cubicBezTo>
                  <a:cubicBezTo>
                    <a:pt x="88695" y="46871"/>
                    <a:pt x="96142" y="47813"/>
                    <a:pt x="103194" y="49333"/>
                  </a:cubicBezTo>
                  <a:cubicBezTo>
                    <a:pt x="108726" y="50488"/>
                    <a:pt x="108634" y="53740"/>
                    <a:pt x="109151" y="58390"/>
                  </a:cubicBezTo>
                  <a:cubicBezTo>
                    <a:pt x="109789" y="63862"/>
                    <a:pt x="112464" y="69211"/>
                    <a:pt x="117996" y="70427"/>
                  </a:cubicBezTo>
                  <a:cubicBezTo>
                    <a:pt x="125778" y="72129"/>
                    <a:pt x="135018" y="64439"/>
                    <a:pt x="142434" y="66506"/>
                  </a:cubicBezTo>
                  <a:cubicBezTo>
                    <a:pt x="146994" y="67752"/>
                    <a:pt x="153650" y="72737"/>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30"/>
            <p:cNvSpPr/>
            <p:nvPr/>
          </p:nvSpPr>
          <p:spPr>
            <a:xfrm>
              <a:off x="2975000" y="442550"/>
              <a:ext cx="3962850" cy="1816175"/>
            </a:xfrm>
            <a:custGeom>
              <a:rect b="b" l="l" r="r" t="t"/>
              <a:pathLst>
                <a:path extrusionOk="0" fill="none" h="72647" w="158514">
                  <a:moveTo>
                    <a:pt x="0" y="1"/>
                  </a:moveTo>
                  <a:cubicBezTo>
                    <a:pt x="4985" y="2797"/>
                    <a:pt x="10244" y="4985"/>
                    <a:pt x="15441" y="7144"/>
                  </a:cubicBezTo>
                  <a:cubicBezTo>
                    <a:pt x="22341" y="10031"/>
                    <a:pt x="23648" y="14621"/>
                    <a:pt x="25259" y="21034"/>
                  </a:cubicBezTo>
                  <a:cubicBezTo>
                    <a:pt x="26688" y="26809"/>
                    <a:pt x="28572" y="31977"/>
                    <a:pt x="31885" y="36992"/>
                  </a:cubicBezTo>
                  <a:cubicBezTo>
                    <a:pt x="34742" y="41278"/>
                    <a:pt x="31429" y="49606"/>
                    <a:pt x="37478" y="51825"/>
                  </a:cubicBezTo>
                  <a:cubicBezTo>
                    <a:pt x="46171" y="55017"/>
                    <a:pt x="54469" y="46202"/>
                    <a:pt x="58755" y="40305"/>
                  </a:cubicBezTo>
                  <a:cubicBezTo>
                    <a:pt x="66232" y="30001"/>
                    <a:pt x="76415" y="38025"/>
                    <a:pt x="84044" y="42889"/>
                  </a:cubicBezTo>
                  <a:cubicBezTo>
                    <a:pt x="89546" y="46384"/>
                    <a:pt x="96841" y="47874"/>
                    <a:pt x="103680" y="49211"/>
                  </a:cubicBezTo>
                  <a:cubicBezTo>
                    <a:pt x="109242" y="50305"/>
                    <a:pt x="109364" y="53254"/>
                    <a:pt x="109850" y="58026"/>
                  </a:cubicBezTo>
                  <a:cubicBezTo>
                    <a:pt x="110397" y="63436"/>
                    <a:pt x="112829" y="68482"/>
                    <a:pt x="118422" y="69667"/>
                  </a:cubicBezTo>
                  <a:cubicBezTo>
                    <a:pt x="125930" y="71278"/>
                    <a:pt x="135626" y="64044"/>
                    <a:pt x="142708" y="66293"/>
                  </a:cubicBezTo>
                  <a:cubicBezTo>
                    <a:pt x="147176" y="67692"/>
                    <a:pt x="153681" y="7264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30"/>
            <p:cNvSpPr/>
            <p:nvPr/>
          </p:nvSpPr>
          <p:spPr>
            <a:xfrm>
              <a:off x="2975000" y="442550"/>
              <a:ext cx="3962850" cy="1813875"/>
            </a:xfrm>
            <a:custGeom>
              <a:rect b="b" l="l" r="r" t="t"/>
              <a:pathLst>
                <a:path extrusionOk="0" fill="none" h="72555" w="158514">
                  <a:moveTo>
                    <a:pt x="0" y="1"/>
                  </a:moveTo>
                  <a:cubicBezTo>
                    <a:pt x="5015" y="2767"/>
                    <a:pt x="10335" y="4894"/>
                    <a:pt x="15624" y="6931"/>
                  </a:cubicBezTo>
                  <a:cubicBezTo>
                    <a:pt x="22189" y="9423"/>
                    <a:pt x="24925" y="13648"/>
                    <a:pt x="26262" y="20031"/>
                  </a:cubicBezTo>
                  <a:cubicBezTo>
                    <a:pt x="27508" y="25958"/>
                    <a:pt x="27843" y="31582"/>
                    <a:pt x="31916" y="36597"/>
                  </a:cubicBezTo>
                  <a:cubicBezTo>
                    <a:pt x="35290" y="40731"/>
                    <a:pt x="32432" y="49150"/>
                    <a:pt x="38299" y="51096"/>
                  </a:cubicBezTo>
                  <a:cubicBezTo>
                    <a:pt x="47326" y="54105"/>
                    <a:pt x="55138" y="44804"/>
                    <a:pt x="59758" y="38512"/>
                  </a:cubicBezTo>
                  <a:cubicBezTo>
                    <a:pt x="66901" y="28816"/>
                    <a:pt x="78512" y="38512"/>
                    <a:pt x="85139" y="42585"/>
                  </a:cubicBezTo>
                  <a:cubicBezTo>
                    <a:pt x="90397" y="45807"/>
                    <a:pt x="97510" y="47995"/>
                    <a:pt x="104105" y="49120"/>
                  </a:cubicBezTo>
                  <a:cubicBezTo>
                    <a:pt x="109698" y="50062"/>
                    <a:pt x="109729" y="52707"/>
                    <a:pt x="110580" y="57691"/>
                  </a:cubicBezTo>
                  <a:cubicBezTo>
                    <a:pt x="111461" y="63071"/>
                    <a:pt x="112829" y="67692"/>
                    <a:pt x="118878" y="68938"/>
                  </a:cubicBezTo>
                  <a:cubicBezTo>
                    <a:pt x="126082" y="70427"/>
                    <a:pt x="136234" y="63649"/>
                    <a:pt x="143012" y="66111"/>
                  </a:cubicBezTo>
                  <a:cubicBezTo>
                    <a:pt x="147359" y="67661"/>
                    <a:pt x="153742" y="7255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30"/>
            <p:cNvSpPr/>
            <p:nvPr/>
          </p:nvSpPr>
          <p:spPr>
            <a:xfrm>
              <a:off x="2975000" y="442550"/>
              <a:ext cx="3962850" cy="1804000"/>
            </a:xfrm>
            <a:custGeom>
              <a:rect b="b" l="l" r="r" t="t"/>
              <a:pathLst>
                <a:path extrusionOk="0" fill="none" h="72160" w="158514">
                  <a:moveTo>
                    <a:pt x="0" y="1"/>
                  </a:moveTo>
                  <a:cubicBezTo>
                    <a:pt x="5076" y="2736"/>
                    <a:pt x="10456" y="4803"/>
                    <a:pt x="15806" y="6688"/>
                  </a:cubicBezTo>
                  <a:cubicBezTo>
                    <a:pt x="22037" y="8876"/>
                    <a:pt x="26049" y="12767"/>
                    <a:pt x="27326" y="18967"/>
                  </a:cubicBezTo>
                  <a:cubicBezTo>
                    <a:pt x="28542" y="24925"/>
                    <a:pt x="27326" y="31126"/>
                    <a:pt x="31855" y="36202"/>
                  </a:cubicBezTo>
                  <a:cubicBezTo>
                    <a:pt x="35381" y="40153"/>
                    <a:pt x="33618" y="48725"/>
                    <a:pt x="39150" y="50457"/>
                  </a:cubicBezTo>
                  <a:cubicBezTo>
                    <a:pt x="48329" y="53314"/>
                    <a:pt x="55746" y="42919"/>
                    <a:pt x="60792" y="36810"/>
                  </a:cubicBezTo>
                  <a:cubicBezTo>
                    <a:pt x="67995" y="28086"/>
                    <a:pt x="80032" y="38360"/>
                    <a:pt x="86263" y="42159"/>
                  </a:cubicBezTo>
                  <a:cubicBezTo>
                    <a:pt x="91430" y="45320"/>
                    <a:pt x="98057" y="48056"/>
                    <a:pt x="104561" y="48998"/>
                  </a:cubicBezTo>
                  <a:cubicBezTo>
                    <a:pt x="115747" y="50700"/>
                    <a:pt x="107692" y="65898"/>
                    <a:pt x="119303" y="68178"/>
                  </a:cubicBezTo>
                  <a:cubicBezTo>
                    <a:pt x="126294" y="69576"/>
                    <a:pt x="136872" y="63254"/>
                    <a:pt x="143316" y="65898"/>
                  </a:cubicBezTo>
                  <a:cubicBezTo>
                    <a:pt x="147784" y="67752"/>
                    <a:pt x="153407" y="7216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30"/>
            <p:cNvSpPr/>
            <p:nvPr/>
          </p:nvSpPr>
          <p:spPr>
            <a:xfrm>
              <a:off x="2975000" y="442550"/>
              <a:ext cx="3962100" cy="1802475"/>
            </a:xfrm>
            <a:custGeom>
              <a:rect b="b" l="l" r="r" t="t"/>
              <a:pathLst>
                <a:path extrusionOk="0" fill="none" h="72099" w="158484">
                  <a:moveTo>
                    <a:pt x="0" y="1"/>
                  </a:moveTo>
                  <a:cubicBezTo>
                    <a:pt x="5107" y="2706"/>
                    <a:pt x="10760" y="4590"/>
                    <a:pt x="15958" y="6444"/>
                  </a:cubicBezTo>
                  <a:cubicBezTo>
                    <a:pt x="21764" y="8511"/>
                    <a:pt x="26931" y="11733"/>
                    <a:pt x="28390" y="17843"/>
                  </a:cubicBezTo>
                  <a:cubicBezTo>
                    <a:pt x="29788" y="23740"/>
                    <a:pt x="26900" y="30579"/>
                    <a:pt x="31672" y="35867"/>
                  </a:cubicBezTo>
                  <a:cubicBezTo>
                    <a:pt x="35107" y="39636"/>
                    <a:pt x="34925" y="48390"/>
                    <a:pt x="40001" y="49849"/>
                  </a:cubicBezTo>
                  <a:cubicBezTo>
                    <a:pt x="49302" y="52494"/>
                    <a:pt x="56415" y="40761"/>
                    <a:pt x="61886" y="35320"/>
                  </a:cubicBezTo>
                  <a:cubicBezTo>
                    <a:pt x="69211" y="28025"/>
                    <a:pt x="81278" y="37873"/>
                    <a:pt x="87327" y="41612"/>
                  </a:cubicBezTo>
                  <a:cubicBezTo>
                    <a:pt x="92585" y="44864"/>
                    <a:pt x="98421" y="48117"/>
                    <a:pt x="104926" y="48968"/>
                  </a:cubicBezTo>
                  <a:cubicBezTo>
                    <a:pt x="116385" y="50457"/>
                    <a:pt x="108239" y="65442"/>
                    <a:pt x="119759" y="67509"/>
                  </a:cubicBezTo>
                  <a:cubicBezTo>
                    <a:pt x="126659" y="68725"/>
                    <a:pt x="137298" y="62980"/>
                    <a:pt x="143559" y="65716"/>
                  </a:cubicBezTo>
                  <a:cubicBezTo>
                    <a:pt x="147936" y="67631"/>
                    <a:pt x="153407" y="72099"/>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30"/>
            <p:cNvSpPr/>
            <p:nvPr/>
          </p:nvSpPr>
          <p:spPr>
            <a:xfrm>
              <a:off x="2975000" y="442550"/>
              <a:ext cx="3962850" cy="1800200"/>
            </a:xfrm>
            <a:custGeom>
              <a:rect b="b" l="l" r="r" t="t"/>
              <a:pathLst>
                <a:path extrusionOk="0" fill="none" h="72008" w="158514">
                  <a:moveTo>
                    <a:pt x="0" y="1"/>
                  </a:moveTo>
                  <a:cubicBezTo>
                    <a:pt x="5167" y="2645"/>
                    <a:pt x="10821" y="4499"/>
                    <a:pt x="16140" y="6201"/>
                  </a:cubicBezTo>
                  <a:cubicBezTo>
                    <a:pt x="21976" y="8055"/>
                    <a:pt x="27630" y="11065"/>
                    <a:pt x="29484" y="16657"/>
                  </a:cubicBezTo>
                  <a:cubicBezTo>
                    <a:pt x="31308" y="22159"/>
                    <a:pt x="26748" y="29940"/>
                    <a:pt x="31521" y="35442"/>
                  </a:cubicBezTo>
                  <a:cubicBezTo>
                    <a:pt x="34621" y="38998"/>
                    <a:pt x="36414" y="48147"/>
                    <a:pt x="40913" y="49211"/>
                  </a:cubicBezTo>
                  <a:cubicBezTo>
                    <a:pt x="50244" y="51430"/>
                    <a:pt x="56749" y="38846"/>
                    <a:pt x="63041" y="34044"/>
                  </a:cubicBezTo>
                  <a:cubicBezTo>
                    <a:pt x="70731" y="28147"/>
                    <a:pt x="82190" y="36992"/>
                    <a:pt x="88391" y="40943"/>
                  </a:cubicBezTo>
                  <a:cubicBezTo>
                    <a:pt x="93862" y="44409"/>
                    <a:pt x="98695" y="48147"/>
                    <a:pt x="105352" y="48907"/>
                  </a:cubicBezTo>
                  <a:cubicBezTo>
                    <a:pt x="117024" y="50184"/>
                    <a:pt x="108786" y="64834"/>
                    <a:pt x="120276" y="66780"/>
                  </a:cubicBezTo>
                  <a:cubicBezTo>
                    <a:pt x="126993" y="67904"/>
                    <a:pt x="137784" y="62585"/>
                    <a:pt x="143863" y="65533"/>
                  </a:cubicBezTo>
                  <a:cubicBezTo>
                    <a:pt x="148149" y="67570"/>
                    <a:pt x="153468" y="72008"/>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30"/>
            <p:cNvSpPr/>
            <p:nvPr/>
          </p:nvSpPr>
          <p:spPr>
            <a:xfrm>
              <a:off x="2975000" y="442550"/>
              <a:ext cx="3963625" cy="1798675"/>
            </a:xfrm>
            <a:custGeom>
              <a:rect b="b" l="l" r="r" t="t"/>
              <a:pathLst>
                <a:path extrusionOk="0" fill="none" h="71947" w="158545">
                  <a:moveTo>
                    <a:pt x="0" y="1"/>
                  </a:moveTo>
                  <a:cubicBezTo>
                    <a:pt x="5198" y="2615"/>
                    <a:pt x="10912" y="4408"/>
                    <a:pt x="16323" y="5958"/>
                  </a:cubicBezTo>
                  <a:cubicBezTo>
                    <a:pt x="22067" y="7630"/>
                    <a:pt x="28147" y="10365"/>
                    <a:pt x="30578" y="15472"/>
                  </a:cubicBezTo>
                  <a:cubicBezTo>
                    <a:pt x="33192" y="20974"/>
                    <a:pt x="26931" y="29059"/>
                    <a:pt x="31369" y="35047"/>
                  </a:cubicBezTo>
                  <a:cubicBezTo>
                    <a:pt x="33831" y="38390"/>
                    <a:pt x="37904" y="47904"/>
                    <a:pt x="41825" y="48542"/>
                  </a:cubicBezTo>
                  <a:cubicBezTo>
                    <a:pt x="50883" y="50062"/>
                    <a:pt x="57296" y="36931"/>
                    <a:pt x="64257" y="33010"/>
                  </a:cubicBezTo>
                  <a:cubicBezTo>
                    <a:pt x="72160" y="28512"/>
                    <a:pt x="83102" y="35928"/>
                    <a:pt x="89424" y="40153"/>
                  </a:cubicBezTo>
                  <a:cubicBezTo>
                    <a:pt x="94804" y="43740"/>
                    <a:pt x="98877" y="48208"/>
                    <a:pt x="105747" y="48846"/>
                  </a:cubicBezTo>
                  <a:cubicBezTo>
                    <a:pt x="117601" y="49971"/>
                    <a:pt x="109425" y="64257"/>
                    <a:pt x="120793" y="66081"/>
                  </a:cubicBezTo>
                  <a:cubicBezTo>
                    <a:pt x="127419" y="67144"/>
                    <a:pt x="138270" y="62281"/>
                    <a:pt x="144167" y="65351"/>
                  </a:cubicBezTo>
                  <a:cubicBezTo>
                    <a:pt x="148362" y="67540"/>
                    <a:pt x="153529" y="71947"/>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30"/>
            <p:cNvSpPr/>
            <p:nvPr/>
          </p:nvSpPr>
          <p:spPr>
            <a:xfrm>
              <a:off x="2975000" y="442550"/>
              <a:ext cx="3962850" cy="1795650"/>
            </a:xfrm>
            <a:custGeom>
              <a:rect b="b" l="l" r="r" t="t"/>
              <a:pathLst>
                <a:path extrusionOk="0" fill="none" h="71826" w="158514">
                  <a:moveTo>
                    <a:pt x="0" y="1"/>
                  </a:moveTo>
                  <a:cubicBezTo>
                    <a:pt x="5259" y="2584"/>
                    <a:pt x="10973" y="4317"/>
                    <a:pt x="16475" y="5745"/>
                  </a:cubicBezTo>
                  <a:cubicBezTo>
                    <a:pt x="22250" y="7235"/>
                    <a:pt x="28542" y="9788"/>
                    <a:pt x="31581" y="14195"/>
                  </a:cubicBezTo>
                  <a:cubicBezTo>
                    <a:pt x="35168" y="19332"/>
                    <a:pt x="27326" y="28238"/>
                    <a:pt x="31247" y="34560"/>
                  </a:cubicBezTo>
                  <a:cubicBezTo>
                    <a:pt x="33253" y="37782"/>
                    <a:pt x="39150" y="47418"/>
                    <a:pt x="42737" y="47722"/>
                  </a:cubicBezTo>
                  <a:cubicBezTo>
                    <a:pt x="51612" y="48482"/>
                    <a:pt x="57752" y="35229"/>
                    <a:pt x="65412" y="32129"/>
                  </a:cubicBezTo>
                  <a:cubicBezTo>
                    <a:pt x="73588" y="28816"/>
                    <a:pt x="84044" y="34804"/>
                    <a:pt x="90275" y="39302"/>
                  </a:cubicBezTo>
                  <a:cubicBezTo>
                    <a:pt x="95351" y="42980"/>
                    <a:pt x="98938" y="48269"/>
                    <a:pt x="106081" y="48816"/>
                  </a:cubicBezTo>
                  <a:cubicBezTo>
                    <a:pt x="111704" y="49241"/>
                    <a:pt x="112981" y="50670"/>
                    <a:pt x="114136" y="56111"/>
                  </a:cubicBezTo>
                  <a:cubicBezTo>
                    <a:pt x="115139" y="60792"/>
                    <a:pt x="115321" y="64470"/>
                    <a:pt x="121279" y="65381"/>
                  </a:cubicBezTo>
                  <a:cubicBezTo>
                    <a:pt x="127784" y="66385"/>
                    <a:pt x="138696" y="61947"/>
                    <a:pt x="144410" y="65169"/>
                  </a:cubicBezTo>
                  <a:cubicBezTo>
                    <a:pt x="148483" y="67448"/>
                    <a:pt x="153529" y="7182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30"/>
            <p:cNvSpPr/>
            <p:nvPr/>
          </p:nvSpPr>
          <p:spPr>
            <a:xfrm>
              <a:off x="2975000" y="442550"/>
              <a:ext cx="3962850" cy="1794125"/>
            </a:xfrm>
            <a:custGeom>
              <a:rect b="b" l="l" r="r" t="t"/>
              <a:pathLst>
                <a:path extrusionOk="0" fill="none" h="71765" w="158514">
                  <a:moveTo>
                    <a:pt x="0" y="1"/>
                  </a:moveTo>
                  <a:cubicBezTo>
                    <a:pt x="5319" y="2554"/>
                    <a:pt x="11064" y="4226"/>
                    <a:pt x="16627" y="5502"/>
                  </a:cubicBezTo>
                  <a:cubicBezTo>
                    <a:pt x="22523" y="6840"/>
                    <a:pt x="28663" y="9302"/>
                    <a:pt x="32554" y="12919"/>
                  </a:cubicBezTo>
                  <a:cubicBezTo>
                    <a:pt x="36931" y="17022"/>
                    <a:pt x="28906" y="28268"/>
                    <a:pt x="31247" y="33983"/>
                  </a:cubicBezTo>
                  <a:cubicBezTo>
                    <a:pt x="32615" y="37326"/>
                    <a:pt x="40031" y="46658"/>
                    <a:pt x="43679" y="46719"/>
                  </a:cubicBezTo>
                  <a:cubicBezTo>
                    <a:pt x="52433" y="46810"/>
                    <a:pt x="58117" y="33861"/>
                    <a:pt x="66628" y="31430"/>
                  </a:cubicBezTo>
                  <a:cubicBezTo>
                    <a:pt x="75108" y="28998"/>
                    <a:pt x="85078" y="33709"/>
                    <a:pt x="91066" y="38451"/>
                  </a:cubicBezTo>
                  <a:cubicBezTo>
                    <a:pt x="95899" y="42250"/>
                    <a:pt x="98847" y="48482"/>
                    <a:pt x="106446" y="48785"/>
                  </a:cubicBezTo>
                  <a:cubicBezTo>
                    <a:pt x="119030" y="49272"/>
                    <a:pt x="110853" y="62950"/>
                    <a:pt x="121826" y="64743"/>
                  </a:cubicBezTo>
                  <a:cubicBezTo>
                    <a:pt x="128088" y="65746"/>
                    <a:pt x="139121" y="61612"/>
                    <a:pt x="144684" y="64986"/>
                  </a:cubicBezTo>
                  <a:cubicBezTo>
                    <a:pt x="148666" y="67388"/>
                    <a:pt x="153559" y="7176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30"/>
            <p:cNvSpPr/>
            <p:nvPr/>
          </p:nvSpPr>
          <p:spPr>
            <a:xfrm>
              <a:off x="2975000" y="442550"/>
              <a:ext cx="3962850" cy="1791075"/>
            </a:xfrm>
            <a:custGeom>
              <a:rect b="b" l="l" r="r" t="t"/>
              <a:pathLst>
                <a:path extrusionOk="0" fill="none" h="71643" w="158514">
                  <a:moveTo>
                    <a:pt x="0" y="1"/>
                  </a:moveTo>
                  <a:cubicBezTo>
                    <a:pt x="5319" y="2523"/>
                    <a:pt x="11155" y="4134"/>
                    <a:pt x="16779" y="5259"/>
                  </a:cubicBezTo>
                  <a:cubicBezTo>
                    <a:pt x="22736" y="6475"/>
                    <a:pt x="29302" y="9058"/>
                    <a:pt x="33405" y="11672"/>
                  </a:cubicBezTo>
                  <a:cubicBezTo>
                    <a:pt x="37660" y="14378"/>
                    <a:pt x="30821" y="28968"/>
                    <a:pt x="31399" y="33314"/>
                  </a:cubicBezTo>
                  <a:cubicBezTo>
                    <a:pt x="31885" y="36931"/>
                    <a:pt x="40578" y="45624"/>
                    <a:pt x="44651" y="45472"/>
                  </a:cubicBezTo>
                  <a:cubicBezTo>
                    <a:pt x="53101" y="45168"/>
                    <a:pt x="58421" y="32828"/>
                    <a:pt x="67874" y="30852"/>
                  </a:cubicBezTo>
                  <a:cubicBezTo>
                    <a:pt x="76658" y="29028"/>
                    <a:pt x="86233" y="32706"/>
                    <a:pt x="91856" y="37509"/>
                  </a:cubicBezTo>
                  <a:cubicBezTo>
                    <a:pt x="96476" y="41491"/>
                    <a:pt x="98908" y="48542"/>
                    <a:pt x="106780" y="48755"/>
                  </a:cubicBezTo>
                  <a:cubicBezTo>
                    <a:pt x="112647" y="48907"/>
                    <a:pt x="114045" y="50184"/>
                    <a:pt x="115565" y="55503"/>
                  </a:cubicBezTo>
                  <a:cubicBezTo>
                    <a:pt x="116841" y="60062"/>
                    <a:pt x="116628" y="63132"/>
                    <a:pt x="122404" y="64044"/>
                  </a:cubicBezTo>
                  <a:cubicBezTo>
                    <a:pt x="128544" y="65047"/>
                    <a:pt x="139486" y="61278"/>
                    <a:pt x="144957" y="64804"/>
                  </a:cubicBezTo>
                  <a:cubicBezTo>
                    <a:pt x="148818" y="67296"/>
                    <a:pt x="153559" y="71643"/>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30"/>
            <p:cNvSpPr/>
            <p:nvPr/>
          </p:nvSpPr>
          <p:spPr>
            <a:xfrm>
              <a:off x="2975000" y="442550"/>
              <a:ext cx="3962100" cy="1789575"/>
            </a:xfrm>
            <a:custGeom>
              <a:rect b="b" l="l" r="r" t="t"/>
              <a:pathLst>
                <a:path extrusionOk="0" fill="none" h="71583" w="158484">
                  <a:moveTo>
                    <a:pt x="0" y="1"/>
                  </a:moveTo>
                  <a:cubicBezTo>
                    <a:pt x="5380" y="2463"/>
                    <a:pt x="11216" y="4043"/>
                    <a:pt x="16900" y="5016"/>
                  </a:cubicBezTo>
                  <a:cubicBezTo>
                    <a:pt x="22797" y="6049"/>
                    <a:pt x="29058" y="8724"/>
                    <a:pt x="34135" y="10457"/>
                  </a:cubicBezTo>
                  <a:cubicBezTo>
                    <a:pt x="39667" y="12372"/>
                    <a:pt x="32037" y="28846"/>
                    <a:pt x="31855" y="32463"/>
                  </a:cubicBezTo>
                  <a:cubicBezTo>
                    <a:pt x="31672" y="36597"/>
                    <a:pt x="40852" y="44712"/>
                    <a:pt x="45503" y="44074"/>
                  </a:cubicBezTo>
                  <a:cubicBezTo>
                    <a:pt x="54165" y="42889"/>
                    <a:pt x="59606" y="32038"/>
                    <a:pt x="69090" y="30335"/>
                  </a:cubicBezTo>
                  <a:cubicBezTo>
                    <a:pt x="77479" y="28846"/>
                    <a:pt x="87388" y="31703"/>
                    <a:pt x="92646" y="36566"/>
                  </a:cubicBezTo>
                  <a:cubicBezTo>
                    <a:pt x="97084" y="40670"/>
                    <a:pt x="98908" y="48634"/>
                    <a:pt x="107084" y="48725"/>
                  </a:cubicBezTo>
                  <a:cubicBezTo>
                    <a:pt x="112890" y="48816"/>
                    <a:pt x="114501" y="49910"/>
                    <a:pt x="116203" y="55229"/>
                  </a:cubicBezTo>
                  <a:cubicBezTo>
                    <a:pt x="117571" y="59606"/>
                    <a:pt x="117297" y="62555"/>
                    <a:pt x="122951" y="63436"/>
                  </a:cubicBezTo>
                  <a:cubicBezTo>
                    <a:pt x="129030" y="64378"/>
                    <a:pt x="139851" y="60944"/>
                    <a:pt x="145200" y="64622"/>
                  </a:cubicBezTo>
                  <a:cubicBezTo>
                    <a:pt x="148939" y="67205"/>
                    <a:pt x="153590" y="7158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30"/>
            <p:cNvSpPr/>
            <p:nvPr/>
          </p:nvSpPr>
          <p:spPr>
            <a:xfrm>
              <a:off x="2975000" y="442550"/>
              <a:ext cx="3962850" cy="1785000"/>
            </a:xfrm>
            <a:custGeom>
              <a:rect b="b" l="l" r="r" t="t"/>
              <a:pathLst>
                <a:path extrusionOk="0" fill="none" h="71400" w="158514">
                  <a:moveTo>
                    <a:pt x="0" y="1"/>
                  </a:moveTo>
                  <a:cubicBezTo>
                    <a:pt x="5411" y="2432"/>
                    <a:pt x="11307" y="3952"/>
                    <a:pt x="17052" y="4803"/>
                  </a:cubicBezTo>
                  <a:cubicBezTo>
                    <a:pt x="22949" y="5685"/>
                    <a:pt x="29028" y="8967"/>
                    <a:pt x="34682" y="9362"/>
                  </a:cubicBezTo>
                  <a:cubicBezTo>
                    <a:pt x="42007" y="9849"/>
                    <a:pt x="33557" y="28360"/>
                    <a:pt x="32858" y="31065"/>
                  </a:cubicBezTo>
                  <a:cubicBezTo>
                    <a:pt x="31308" y="36931"/>
                    <a:pt x="41095" y="43801"/>
                    <a:pt x="46141" y="42676"/>
                  </a:cubicBezTo>
                  <a:cubicBezTo>
                    <a:pt x="54925" y="40761"/>
                    <a:pt x="60731" y="31703"/>
                    <a:pt x="70245" y="29819"/>
                  </a:cubicBezTo>
                  <a:cubicBezTo>
                    <a:pt x="78451" y="28177"/>
                    <a:pt x="88573" y="30731"/>
                    <a:pt x="93497" y="35563"/>
                  </a:cubicBezTo>
                  <a:cubicBezTo>
                    <a:pt x="97753" y="39728"/>
                    <a:pt x="98969" y="48725"/>
                    <a:pt x="107419" y="48755"/>
                  </a:cubicBezTo>
                  <a:cubicBezTo>
                    <a:pt x="113163" y="48755"/>
                    <a:pt x="115018" y="49667"/>
                    <a:pt x="116872" y="54956"/>
                  </a:cubicBezTo>
                  <a:cubicBezTo>
                    <a:pt x="118331" y="59181"/>
                    <a:pt x="118027" y="61977"/>
                    <a:pt x="123559" y="62798"/>
                  </a:cubicBezTo>
                  <a:cubicBezTo>
                    <a:pt x="129638" y="63710"/>
                    <a:pt x="140459" y="60579"/>
                    <a:pt x="145504" y="64470"/>
                  </a:cubicBezTo>
                  <a:cubicBezTo>
                    <a:pt x="148939" y="67144"/>
                    <a:pt x="153802" y="7140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30"/>
            <p:cNvSpPr/>
            <p:nvPr/>
          </p:nvSpPr>
          <p:spPr>
            <a:xfrm>
              <a:off x="2975000" y="442550"/>
              <a:ext cx="3962100" cy="1781975"/>
            </a:xfrm>
            <a:custGeom>
              <a:rect b="b" l="l" r="r" t="t"/>
              <a:pathLst>
                <a:path extrusionOk="0" fill="none" h="71279" w="158484">
                  <a:moveTo>
                    <a:pt x="0" y="1"/>
                  </a:moveTo>
                  <a:cubicBezTo>
                    <a:pt x="5471" y="2402"/>
                    <a:pt x="11247" y="3922"/>
                    <a:pt x="17174" y="4560"/>
                  </a:cubicBezTo>
                  <a:cubicBezTo>
                    <a:pt x="23253" y="5198"/>
                    <a:pt x="29514" y="8420"/>
                    <a:pt x="35107" y="8177"/>
                  </a:cubicBezTo>
                  <a:cubicBezTo>
                    <a:pt x="44044" y="7782"/>
                    <a:pt x="35290" y="26718"/>
                    <a:pt x="34256" y="29089"/>
                  </a:cubicBezTo>
                  <a:cubicBezTo>
                    <a:pt x="31369" y="35959"/>
                    <a:pt x="40578" y="42980"/>
                    <a:pt x="46658" y="41247"/>
                  </a:cubicBezTo>
                  <a:cubicBezTo>
                    <a:pt x="55533" y="38785"/>
                    <a:pt x="61947" y="31490"/>
                    <a:pt x="71369" y="29180"/>
                  </a:cubicBezTo>
                  <a:cubicBezTo>
                    <a:pt x="79424" y="27174"/>
                    <a:pt x="89819" y="29697"/>
                    <a:pt x="94470" y="34439"/>
                  </a:cubicBezTo>
                  <a:cubicBezTo>
                    <a:pt x="98482" y="38573"/>
                    <a:pt x="99090" y="48785"/>
                    <a:pt x="107753" y="48694"/>
                  </a:cubicBezTo>
                  <a:cubicBezTo>
                    <a:pt x="113407" y="48634"/>
                    <a:pt x="115504" y="49424"/>
                    <a:pt x="117510" y="54652"/>
                  </a:cubicBezTo>
                  <a:cubicBezTo>
                    <a:pt x="119060" y="58694"/>
                    <a:pt x="118665" y="61400"/>
                    <a:pt x="124167" y="62160"/>
                  </a:cubicBezTo>
                  <a:cubicBezTo>
                    <a:pt x="130246" y="62980"/>
                    <a:pt x="140793" y="60245"/>
                    <a:pt x="145717" y="64257"/>
                  </a:cubicBezTo>
                  <a:cubicBezTo>
                    <a:pt x="149061" y="66962"/>
                    <a:pt x="153802" y="71278"/>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30"/>
            <p:cNvSpPr/>
            <p:nvPr/>
          </p:nvSpPr>
          <p:spPr>
            <a:xfrm>
              <a:off x="2975000" y="442550"/>
              <a:ext cx="3962850" cy="1781200"/>
            </a:xfrm>
            <a:custGeom>
              <a:rect b="b" l="l" r="r" t="t"/>
              <a:pathLst>
                <a:path extrusionOk="0" fill="none" h="71248" w="158514">
                  <a:moveTo>
                    <a:pt x="0" y="1"/>
                  </a:moveTo>
                  <a:cubicBezTo>
                    <a:pt x="5502" y="2371"/>
                    <a:pt x="11338" y="3830"/>
                    <a:pt x="17326" y="4347"/>
                  </a:cubicBezTo>
                  <a:cubicBezTo>
                    <a:pt x="23405" y="4833"/>
                    <a:pt x="29484" y="7478"/>
                    <a:pt x="35381" y="7083"/>
                  </a:cubicBezTo>
                  <a:cubicBezTo>
                    <a:pt x="46171" y="6384"/>
                    <a:pt x="37660" y="22007"/>
                    <a:pt x="36080" y="26718"/>
                  </a:cubicBezTo>
                  <a:cubicBezTo>
                    <a:pt x="34560" y="31247"/>
                    <a:pt x="33192" y="34591"/>
                    <a:pt x="37387" y="37934"/>
                  </a:cubicBezTo>
                  <a:cubicBezTo>
                    <a:pt x="40062" y="40032"/>
                    <a:pt x="43983" y="40913"/>
                    <a:pt x="47144" y="39940"/>
                  </a:cubicBezTo>
                  <a:cubicBezTo>
                    <a:pt x="52007" y="38421"/>
                    <a:pt x="55959" y="34864"/>
                    <a:pt x="60548" y="32524"/>
                  </a:cubicBezTo>
                  <a:cubicBezTo>
                    <a:pt x="64409" y="30579"/>
                    <a:pt x="68360" y="29758"/>
                    <a:pt x="72403" y="28512"/>
                  </a:cubicBezTo>
                  <a:cubicBezTo>
                    <a:pt x="80275" y="26080"/>
                    <a:pt x="91187" y="28724"/>
                    <a:pt x="95503" y="33314"/>
                  </a:cubicBezTo>
                  <a:cubicBezTo>
                    <a:pt x="99303" y="37296"/>
                    <a:pt x="99212" y="48877"/>
                    <a:pt x="108118" y="48694"/>
                  </a:cubicBezTo>
                  <a:cubicBezTo>
                    <a:pt x="113589" y="48573"/>
                    <a:pt x="115990" y="49302"/>
                    <a:pt x="118148" y="54409"/>
                  </a:cubicBezTo>
                  <a:cubicBezTo>
                    <a:pt x="119820" y="58299"/>
                    <a:pt x="119364" y="60974"/>
                    <a:pt x="124805" y="61612"/>
                  </a:cubicBezTo>
                  <a:cubicBezTo>
                    <a:pt x="130519" y="62281"/>
                    <a:pt x="141249" y="59819"/>
                    <a:pt x="145991" y="64135"/>
                  </a:cubicBezTo>
                  <a:cubicBezTo>
                    <a:pt x="149213" y="67023"/>
                    <a:pt x="153863" y="71248"/>
                    <a:pt x="158514" y="68695"/>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30"/>
            <p:cNvSpPr/>
            <p:nvPr/>
          </p:nvSpPr>
          <p:spPr>
            <a:xfrm>
              <a:off x="2975000" y="442550"/>
              <a:ext cx="3962100" cy="1777400"/>
            </a:xfrm>
            <a:custGeom>
              <a:rect b="b" l="l" r="r" t="t"/>
              <a:pathLst>
                <a:path extrusionOk="0" fill="none" h="71096" w="158484">
                  <a:moveTo>
                    <a:pt x="0" y="1"/>
                  </a:moveTo>
                  <a:cubicBezTo>
                    <a:pt x="5532" y="2341"/>
                    <a:pt x="11429" y="3739"/>
                    <a:pt x="17447" y="4104"/>
                  </a:cubicBezTo>
                  <a:cubicBezTo>
                    <a:pt x="23496" y="4469"/>
                    <a:pt x="29484" y="6596"/>
                    <a:pt x="35533" y="6049"/>
                  </a:cubicBezTo>
                  <a:cubicBezTo>
                    <a:pt x="47357" y="4955"/>
                    <a:pt x="40822" y="16809"/>
                    <a:pt x="38208" y="23983"/>
                  </a:cubicBezTo>
                  <a:cubicBezTo>
                    <a:pt x="36657" y="28329"/>
                    <a:pt x="33557" y="33253"/>
                    <a:pt x="37691" y="36962"/>
                  </a:cubicBezTo>
                  <a:cubicBezTo>
                    <a:pt x="40244" y="39272"/>
                    <a:pt x="44591" y="39636"/>
                    <a:pt x="47661" y="38603"/>
                  </a:cubicBezTo>
                  <a:cubicBezTo>
                    <a:pt x="52646" y="36931"/>
                    <a:pt x="56901" y="33557"/>
                    <a:pt x="61764" y="31460"/>
                  </a:cubicBezTo>
                  <a:cubicBezTo>
                    <a:pt x="65533" y="29819"/>
                    <a:pt x="69576" y="29150"/>
                    <a:pt x="73375" y="27721"/>
                  </a:cubicBezTo>
                  <a:cubicBezTo>
                    <a:pt x="80974" y="24864"/>
                    <a:pt x="92464" y="27721"/>
                    <a:pt x="96659" y="32068"/>
                  </a:cubicBezTo>
                  <a:cubicBezTo>
                    <a:pt x="100884" y="36445"/>
                    <a:pt x="98634" y="48512"/>
                    <a:pt x="108452" y="48664"/>
                  </a:cubicBezTo>
                  <a:cubicBezTo>
                    <a:pt x="114014" y="48755"/>
                    <a:pt x="116416" y="49150"/>
                    <a:pt x="118756" y="54105"/>
                  </a:cubicBezTo>
                  <a:cubicBezTo>
                    <a:pt x="120550" y="57874"/>
                    <a:pt x="120002" y="60488"/>
                    <a:pt x="125413" y="61035"/>
                  </a:cubicBezTo>
                  <a:cubicBezTo>
                    <a:pt x="131158" y="61643"/>
                    <a:pt x="141553" y="59454"/>
                    <a:pt x="146234" y="63922"/>
                  </a:cubicBezTo>
                  <a:cubicBezTo>
                    <a:pt x="149334" y="66871"/>
                    <a:pt x="153894" y="71096"/>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30"/>
            <p:cNvSpPr/>
            <p:nvPr/>
          </p:nvSpPr>
          <p:spPr>
            <a:xfrm>
              <a:off x="2975000" y="442550"/>
              <a:ext cx="3962850" cy="1775125"/>
            </a:xfrm>
            <a:custGeom>
              <a:rect b="b" l="l" r="r" t="t"/>
              <a:pathLst>
                <a:path extrusionOk="0" fill="none" h="71005" w="158514">
                  <a:moveTo>
                    <a:pt x="0" y="1"/>
                  </a:moveTo>
                  <a:cubicBezTo>
                    <a:pt x="5593" y="2311"/>
                    <a:pt x="11520" y="3648"/>
                    <a:pt x="17569" y="3861"/>
                  </a:cubicBezTo>
                  <a:cubicBezTo>
                    <a:pt x="23587" y="4074"/>
                    <a:pt x="29636" y="5837"/>
                    <a:pt x="35594" y="5046"/>
                  </a:cubicBezTo>
                  <a:cubicBezTo>
                    <a:pt x="47569" y="3466"/>
                    <a:pt x="43800" y="12280"/>
                    <a:pt x="40578" y="20974"/>
                  </a:cubicBezTo>
                  <a:cubicBezTo>
                    <a:pt x="39059" y="25107"/>
                    <a:pt x="34773" y="31916"/>
                    <a:pt x="38268" y="35867"/>
                  </a:cubicBezTo>
                  <a:cubicBezTo>
                    <a:pt x="40548" y="38451"/>
                    <a:pt x="45381" y="38208"/>
                    <a:pt x="48238" y="37296"/>
                  </a:cubicBezTo>
                  <a:cubicBezTo>
                    <a:pt x="53405" y="35624"/>
                    <a:pt x="57965" y="32281"/>
                    <a:pt x="63102" y="30366"/>
                  </a:cubicBezTo>
                  <a:cubicBezTo>
                    <a:pt x="66780" y="28968"/>
                    <a:pt x="70701" y="28420"/>
                    <a:pt x="74257" y="26840"/>
                  </a:cubicBezTo>
                  <a:cubicBezTo>
                    <a:pt x="81552" y="23588"/>
                    <a:pt x="94075" y="26779"/>
                    <a:pt x="97935" y="30791"/>
                  </a:cubicBezTo>
                  <a:cubicBezTo>
                    <a:pt x="101887" y="34895"/>
                    <a:pt x="98938" y="48542"/>
                    <a:pt x="108817" y="48664"/>
                  </a:cubicBezTo>
                  <a:cubicBezTo>
                    <a:pt x="114227" y="48694"/>
                    <a:pt x="116872" y="49029"/>
                    <a:pt x="119364" y="53801"/>
                  </a:cubicBezTo>
                  <a:cubicBezTo>
                    <a:pt x="121249" y="57448"/>
                    <a:pt x="120702" y="60032"/>
                    <a:pt x="126021" y="60518"/>
                  </a:cubicBezTo>
                  <a:cubicBezTo>
                    <a:pt x="131826" y="61035"/>
                    <a:pt x="141857" y="59120"/>
                    <a:pt x="146507" y="63771"/>
                  </a:cubicBezTo>
                  <a:cubicBezTo>
                    <a:pt x="149456" y="66719"/>
                    <a:pt x="153924" y="7100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30"/>
            <p:cNvSpPr/>
            <p:nvPr/>
          </p:nvSpPr>
          <p:spPr>
            <a:xfrm>
              <a:off x="2975000" y="442550"/>
              <a:ext cx="3962850" cy="1772850"/>
            </a:xfrm>
            <a:custGeom>
              <a:rect b="b" l="l" r="r" t="t"/>
              <a:pathLst>
                <a:path extrusionOk="0" fill="none" h="70914" w="158514">
                  <a:moveTo>
                    <a:pt x="0" y="1"/>
                  </a:moveTo>
                  <a:cubicBezTo>
                    <a:pt x="5623" y="2280"/>
                    <a:pt x="11611" y="3526"/>
                    <a:pt x="17690" y="3648"/>
                  </a:cubicBezTo>
                  <a:cubicBezTo>
                    <a:pt x="23648" y="3709"/>
                    <a:pt x="29636" y="5016"/>
                    <a:pt x="35563" y="4104"/>
                  </a:cubicBezTo>
                  <a:cubicBezTo>
                    <a:pt x="47022" y="2371"/>
                    <a:pt x="46627" y="7843"/>
                    <a:pt x="43101" y="17812"/>
                  </a:cubicBezTo>
                  <a:cubicBezTo>
                    <a:pt x="41733" y="21612"/>
                    <a:pt x="36232" y="30670"/>
                    <a:pt x="39028" y="34621"/>
                  </a:cubicBezTo>
                  <a:cubicBezTo>
                    <a:pt x="41004" y="37387"/>
                    <a:pt x="46293" y="36901"/>
                    <a:pt x="48968" y="35989"/>
                  </a:cubicBezTo>
                  <a:cubicBezTo>
                    <a:pt x="57235" y="33071"/>
                    <a:pt x="67235" y="29667"/>
                    <a:pt x="75108" y="25867"/>
                  </a:cubicBezTo>
                  <a:cubicBezTo>
                    <a:pt x="82008" y="22524"/>
                    <a:pt x="95655" y="25746"/>
                    <a:pt x="99303" y="29484"/>
                  </a:cubicBezTo>
                  <a:cubicBezTo>
                    <a:pt x="103042" y="33284"/>
                    <a:pt x="99546" y="48573"/>
                    <a:pt x="109242" y="48573"/>
                  </a:cubicBezTo>
                  <a:cubicBezTo>
                    <a:pt x="114379" y="48573"/>
                    <a:pt x="117328" y="48968"/>
                    <a:pt x="119942" y="53527"/>
                  </a:cubicBezTo>
                  <a:cubicBezTo>
                    <a:pt x="121948" y="57023"/>
                    <a:pt x="121340" y="59606"/>
                    <a:pt x="126629" y="60032"/>
                  </a:cubicBezTo>
                  <a:cubicBezTo>
                    <a:pt x="132495" y="60488"/>
                    <a:pt x="142130" y="58725"/>
                    <a:pt x="146751" y="63558"/>
                  </a:cubicBezTo>
                  <a:cubicBezTo>
                    <a:pt x="149608" y="66567"/>
                    <a:pt x="153985" y="70913"/>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30"/>
            <p:cNvSpPr/>
            <p:nvPr/>
          </p:nvSpPr>
          <p:spPr>
            <a:xfrm>
              <a:off x="2975000" y="442550"/>
              <a:ext cx="3962100" cy="1769800"/>
            </a:xfrm>
            <a:custGeom>
              <a:rect b="b" l="l" r="r" t="t"/>
              <a:pathLst>
                <a:path extrusionOk="0" fill="none" h="70792" w="158484">
                  <a:moveTo>
                    <a:pt x="0" y="1"/>
                  </a:moveTo>
                  <a:cubicBezTo>
                    <a:pt x="5654" y="2280"/>
                    <a:pt x="11703" y="3435"/>
                    <a:pt x="17812" y="3405"/>
                  </a:cubicBezTo>
                  <a:cubicBezTo>
                    <a:pt x="23709" y="3344"/>
                    <a:pt x="29606" y="4165"/>
                    <a:pt x="35502" y="3192"/>
                  </a:cubicBezTo>
                  <a:cubicBezTo>
                    <a:pt x="37660" y="2858"/>
                    <a:pt x="42463" y="1976"/>
                    <a:pt x="44621" y="2949"/>
                  </a:cubicBezTo>
                  <a:cubicBezTo>
                    <a:pt x="49545" y="5168"/>
                    <a:pt x="46840" y="10913"/>
                    <a:pt x="45624" y="14742"/>
                  </a:cubicBezTo>
                  <a:cubicBezTo>
                    <a:pt x="43557" y="21369"/>
                    <a:pt x="34135" y="40001"/>
                    <a:pt x="49819" y="34652"/>
                  </a:cubicBezTo>
                  <a:cubicBezTo>
                    <a:pt x="58299" y="31734"/>
                    <a:pt x="67935" y="28177"/>
                    <a:pt x="76050" y="24864"/>
                  </a:cubicBezTo>
                  <a:cubicBezTo>
                    <a:pt x="83072" y="21977"/>
                    <a:pt x="96051" y="24347"/>
                    <a:pt x="100762" y="28117"/>
                  </a:cubicBezTo>
                  <a:cubicBezTo>
                    <a:pt x="105716" y="32098"/>
                    <a:pt x="98908" y="48299"/>
                    <a:pt x="109698" y="48482"/>
                  </a:cubicBezTo>
                  <a:cubicBezTo>
                    <a:pt x="114653" y="48573"/>
                    <a:pt x="117753" y="48846"/>
                    <a:pt x="120458" y="53254"/>
                  </a:cubicBezTo>
                  <a:cubicBezTo>
                    <a:pt x="122586" y="56628"/>
                    <a:pt x="121948" y="59242"/>
                    <a:pt x="127176" y="59576"/>
                  </a:cubicBezTo>
                  <a:cubicBezTo>
                    <a:pt x="133133" y="60001"/>
                    <a:pt x="142404" y="58360"/>
                    <a:pt x="146963" y="63375"/>
                  </a:cubicBezTo>
                  <a:cubicBezTo>
                    <a:pt x="149699" y="66385"/>
                    <a:pt x="153985" y="70792"/>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30"/>
            <p:cNvSpPr/>
            <p:nvPr/>
          </p:nvSpPr>
          <p:spPr>
            <a:xfrm>
              <a:off x="2975000" y="442550"/>
              <a:ext cx="3963625" cy="1767525"/>
            </a:xfrm>
            <a:custGeom>
              <a:rect b="b" l="l" r="r" t="t"/>
              <a:pathLst>
                <a:path extrusionOk="0" fill="none" h="70701" w="158545">
                  <a:moveTo>
                    <a:pt x="0" y="1"/>
                  </a:moveTo>
                  <a:cubicBezTo>
                    <a:pt x="5715" y="2250"/>
                    <a:pt x="11794" y="3314"/>
                    <a:pt x="17934" y="3192"/>
                  </a:cubicBezTo>
                  <a:cubicBezTo>
                    <a:pt x="23770" y="2979"/>
                    <a:pt x="29575" y="3314"/>
                    <a:pt x="35411" y="2341"/>
                  </a:cubicBezTo>
                  <a:cubicBezTo>
                    <a:pt x="44439" y="791"/>
                    <a:pt x="50518" y="2371"/>
                    <a:pt x="48147" y="11916"/>
                  </a:cubicBezTo>
                  <a:cubicBezTo>
                    <a:pt x="46627" y="18086"/>
                    <a:pt x="34894" y="38725"/>
                    <a:pt x="50883" y="33253"/>
                  </a:cubicBezTo>
                  <a:cubicBezTo>
                    <a:pt x="59697" y="30244"/>
                    <a:pt x="68482" y="26688"/>
                    <a:pt x="77418" y="23922"/>
                  </a:cubicBezTo>
                  <a:cubicBezTo>
                    <a:pt x="84227" y="21794"/>
                    <a:pt x="97601" y="22585"/>
                    <a:pt x="102312" y="26779"/>
                  </a:cubicBezTo>
                  <a:cubicBezTo>
                    <a:pt x="107510" y="31399"/>
                    <a:pt x="99394" y="48056"/>
                    <a:pt x="110276" y="48330"/>
                  </a:cubicBezTo>
                  <a:cubicBezTo>
                    <a:pt x="115200" y="48451"/>
                    <a:pt x="117966" y="49181"/>
                    <a:pt x="120945" y="52889"/>
                  </a:cubicBezTo>
                  <a:cubicBezTo>
                    <a:pt x="123376" y="55928"/>
                    <a:pt x="122464" y="58877"/>
                    <a:pt x="127784" y="59150"/>
                  </a:cubicBezTo>
                  <a:cubicBezTo>
                    <a:pt x="133711" y="59454"/>
                    <a:pt x="142769" y="58026"/>
                    <a:pt x="147267" y="63223"/>
                  </a:cubicBezTo>
                  <a:cubicBezTo>
                    <a:pt x="149881" y="66202"/>
                    <a:pt x="154076" y="70701"/>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30"/>
            <p:cNvSpPr/>
            <p:nvPr/>
          </p:nvSpPr>
          <p:spPr>
            <a:xfrm>
              <a:off x="2975000" y="442550"/>
              <a:ext cx="3962850" cy="1765250"/>
            </a:xfrm>
            <a:custGeom>
              <a:rect b="b" l="l" r="r" t="t"/>
              <a:pathLst>
                <a:path extrusionOk="0" fill="none" h="70610" w="158514">
                  <a:moveTo>
                    <a:pt x="0" y="1"/>
                  </a:moveTo>
                  <a:cubicBezTo>
                    <a:pt x="5745" y="2219"/>
                    <a:pt x="11885" y="3223"/>
                    <a:pt x="18025" y="2949"/>
                  </a:cubicBezTo>
                  <a:cubicBezTo>
                    <a:pt x="23800" y="2645"/>
                    <a:pt x="29514" y="2493"/>
                    <a:pt x="35259" y="1490"/>
                  </a:cubicBezTo>
                  <a:cubicBezTo>
                    <a:pt x="38056" y="1004"/>
                    <a:pt x="42189" y="396"/>
                    <a:pt x="44986" y="1064"/>
                  </a:cubicBezTo>
                  <a:cubicBezTo>
                    <a:pt x="50183" y="2280"/>
                    <a:pt x="51065" y="4803"/>
                    <a:pt x="50487" y="9454"/>
                  </a:cubicBezTo>
                  <a:cubicBezTo>
                    <a:pt x="49728" y="14986"/>
                    <a:pt x="36627" y="36870"/>
                    <a:pt x="52068" y="31825"/>
                  </a:cubicBezTo>
                  <a:cubicBezTo>
                    <a:pt x="60944" y="28937"/>
                    <a:pt x="69910" y="25533"/>
                    <a:pt x="79029" y="23010"/>
                  </a:cubicBezTo>
                  <a:cubicBezTo>
                    <a:pt x="86111" y="21095"/>
                    <a:pt x="98969" y="21551"/>
                    <a:pt x="103893" y="25472"/>
                  </a:cubicBezTo>
                  <a:cubicBezTo>
                    <a:pt x="109212" y="29697"/>
                    <a:pt x="100093" y="47661"/>
                    <a:pt x="110823" y="48147"/>
                  </a:cubicBezTo>
                  <a:cubicBezTo>
                    <a:pt x="115595" y="48360"/>
                    <a:pt x="118422" y="49120"/>
                    <a:pt x="121431" y="52646"/>
                  </a:cubicBezTo>
                  <a:cubicBezTo>
                    <a:pt x="123923" y="55594"/>
                    <a:pt x="123103" y="58542"/>
                    <a:pt x="128300" y="58786"/>
                  </a:cubicBezTo>
                  <a:cubicBezTo>
                    <a:pt x="134288" y="59059"/>
                    <a:pt x="143042" y="57783"/>
                    <a:pt x="147480" y="63041"/>
                  </a:cubicBezTo>
                  <a:cubicBezTo>
                    <a:pt x="150003" y="65989"/>
                    <a:pt x="154076" y="7061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30"/>
            <p:cNvSpPr/>
            <p:nvPr/>
          </p:nvSpPr>
          <p:spPr>
            <a:xfrm>
              <a:off x="2975000" y="428125"/>
              <a:ext cx="3962850" cy="1777400"/>
            </a:xfrm>
            <a:custGeom>
              <a:rect b="b" l="l" r="r" t="t"/>
              <a:pathLst>
                <a:path extrusionOk="0" fill="none" h="71096" w="158514">
                  <a:moveTo>
                    <a:pt x="0" y="578"/>
                  </a:moveTo>
                  <a:cubicBezTo>
                    <a:pt x="5715" y="2705"/>
                    <a:pt x="12128" y="3769"/>
                    <a:pt x="18146" y="3313"/>
                  </a:cubicBezTo>
                  <a:cubicBezTo>
                    <a:pt x="23861" y="2888"/>
                    <a:pt x="29484" y="2219"/>
                    <a:pt x="35138" y="1246"/>
                  </a:cubicBezTo>
                  <a:cubicBezTo>
                    <a:pt x="42554" y="0"/>
                    <a:pt x="52281" y="1489"/>
                    <a:pt x="52585" y="7994"/>
                  </a:cubicBezTo>
                  <a:cubicBezTo>
                    <a:pt x="52767" y="12523"/>
                    <a:pt x="39211" y="35350"/>
                    <a:pt x="53436" y="30882"/>
                  </a:cubicBezTo>
                  <a:cubicBezTo>
                    <a:pt x="62372" y="28086"/>
                    <a:pt x="71673" y="25137"/>
                    <a:pt x="80914" y="22736"/>
                  </a:cubicBezTo>
                  <a:cubicBezTo>
                    <a:pt x="88604" y="20760"/>
                    <a:pt x="100032" y="21551"/>
                    <a:pt x="105443" y="24803"/>
                  </a:cubicBezTo>
                  <a:cubicBezTo>
                    <a:pt x="111674" y="28511"/>
                    <a:pt x="99941" y="47508"/>
                    <a:pt x="111431" y="48511"/>
                  </a:cubicBezTo>
                  <a:cubicBezTo>
                    <a:pt x="116081" y="48937"/>
                    <a:pt x="118847" y="49606"/>
                    <a:pt x="121887" y="52980"/>
                  </a:cubicBezTo>
                  <a:cubicBezTo>
                    <a:pt x="124440" y="55837"/>
                    <a:pt x="123741" y="58785"/>
                    <a:pt x="128787" y="58998"/>
                  </a:cubicBezTo>
                  <a:cubicBezTo>
                    <a:pt x="134836" y="59271"/>
                    <a:pt x="143316" y="58147"/>
                    <a:pt x="147723" y="63436"/>
                  </a:cubicBezTo>
                  <a:cubicBezTo>
                    <a:pt x="150125" y="66323"/>
                    <a:pt x="154106" y="71095"/>
                    <a:pt x="158514" y="6924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30"/>
            <p:cNvSpPr/>
            <p:nvPr/>
          </p:nvSpPr>
          <p:spPr>
            <a:xfrm>
              <a:off x="2975000" y="412925"/>
              <a:ext cx="3962850" cy="1789550"/>
            </a:xfrm>
            <a:custGeom>
              <a:rect b="b" l="l" r="r" t="t"/>
              <a:pathLst>
                <a:path extrusionOk="0" fill="none" h="71582" w="158514">
                  <a:moveTo>
                    <a:pt x="0" y="1186"/>
                  </a:moveTo>
                  <a:cubicBezTo>
                    <a:pt x="5745" y="3283"/>
                    <a:pt x="12219" y="4286"/>
                    <a:pt x="18238" y="3678"/>
                  </a:cubicBezTo>
                  <a:cubicBezTo>
                    <a:pt x="23891" y="3131"/>
                    <a:pt x="29454" y="1976"/>
                    <a:pt x="35046" y="1034"/>
                  </a:cubicBezTo>
                  <a:cubicBezTo>
                    <a:pt x="41308" y="0"/>
                    <a:pt x="52980" y="638"/>
                    <a:pt x="54317" y="7082"/>
                  </a:cubicBezTo>
                  <a:cubicBezTo>
                    <a:pt x="55260" y="11672"/>
                    <a:pt x="42159" y="33557"/>
                    <a:pt x="54895" y="29879"/>
                  </a:cubicBezTo>
                  <a:cubicBezTo>
                    <a:pt x="64044" y="27204"/>
                    <a:pt x="73588" y="24864"/>
                    <a:pt x="82950" y="22523"/>
                  </a:cubicBezTo>
                  <a:cubicBezTo>
                    <a:pt x="90488" y="20608"/>
                    <a:pt x="101248" y="21186"/>
                    <a:pt x="106932" y="24256"/>
                  </a:cubicBezTo>
                  <a:cubicBezTo>
                    <a:pt x="113862" y="27964"/>
                    <a:pt x="100762" y="47478"/>
                    <a:pt x="112069" y="48876"/>
                  </a:cubicBezTo>
                  <a:cubicBezTo>
                    <a:pt x="116264" y="49363"/>
                    <a:pt x="119729" y="49879"/>
                    <a:pt x="122343" y="53344"/>
                  </a:cubicBezTo>
                  <a:cubicBezTo>
                    <a:pt x="124562" y="56354"/>
                    <a:pt x="124653" y="59089"/>
                    <a:pt x="129273" y="59272"/>
                  </a:cubicBezTo>
                  <a:cubicBezTo>
                    <a:pt x="135352" y="59545"/>
                    <a:pt x="143620" y="58603"/>
                    <a:pt x="147936" y="63861"/>
                  </a:cubicBezTo>
                  <a:cubicBezTo>
                    <a:pt x="150277" y="66688"/>
                    <a:pt x="154137" y="71582"/>
                    <a:pt x="158514" y="6984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30"/>
            <p:cNvSpPr/>
            <p:nvPr/>
          </p:nvSpPr>
          <p:spPr>
            <a:xfrm>
              <a:off x="2975000" y="386325"/>
              <a:ext cx="3962850" cy="1813875"/>
            </a:xfrm>
            <a:custGeom>
              <a:rect b="b" l="l" r="r" t="t"/>
              <a:pathLst>
                <a:path extrusionOk="0" fill="none" h="72555" w="158514">
                  <a:moveTo>
                    <a:pt x="0" y="2250"/>
                  </a:moveTo>
                  <a:cubicBezTo>
                    <a:pt x="5806" y="4286"/>
                    <a:pt x="12371" y="5259"/>
                    <a:pt x="18390" y="4529"/>
                  </a:cubicBezTo>
                  <a:cubicBezTo>
                    <a:pt x="23982" y="3830"/>
                    <a:pt x="29423" y="2250"/>
                    <a:pt x="35046" y="1307"/>
                  </a:cubicBezTo>
                  <a:cubicBezTo>
                    <a:pt x="42767" y="0"/>
                    <a:pt x="52402" y="2067"/>
                    <a:pt x="55685" y="7174"/>
                  </a:cubicBezTo>
                  <a:cubicBezTo>
                    <a:pt x="57570" y="10183"/>
                    <a:pt x="46658" y="32159"/>
                    <a:pt x="56719" y="29271"/>
                  </a:cubicBezTo>
                  <a:cubicBezTo>
                    <a:pt x="65442" y="26748"/>
                    <a:pt x="75746" y="25077"/>
                    <a:pt x="85139" y="22736"/>
                  </a:cubicBezTo>
                  <a:cubicBezTo>
                    <a:pt x="92494" y="20882"/>
                    <a:pt x="102099" y="21338"/>
                    <a:pt x="108300" y="24317"/>
                  </a:cubicBezTo>
                  <a:cubicBezTo>
                    <a:pt x="116477" y="28207"/>
                    <a:pt x="101765" y="47873"/>
                    <a:pt x="112799" y="49636"/>
                  </a:cubicBezTo>
                  <a:cubicBezTo>
                    <a:pt x="116780" y="50275"/>
                    <a:pt x="120215" y="50852"/>
                    <a:pt x="122768" y="54165"/>
                  </a:cubicBezTo>
                  <a:cubicBezTo>
                    <a:pt x="125048" y="57083"/>
                    <a:pt x="125200" y="59849"/>
                    <a:pt x="129729" y="60032"/>
                  </a:cubicBezTo>
                  <a:cubicBezTo>
                    <a:pt x="135839" y="60336"/>
                    <a:pt x="143893" y="59545"/>
                    <a:pt x="148179" y="64773"/>
                  </a:cubicBezTo>
                  <a:cubicBezTo>
                    <a:pt x="150459" y="67539"/>
                    <a:pt x="154167" y="72555"/>
                    <a:pt x="158514" y="7091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30"/>
            <p:cNvSpPr/>
            <p:nvPr/>
          </p:nvSpPr>
          <p:spPr>
            <a:xfrm>
              <a:off x="2975000" y="367325"/>
              <a:ext cx="3962850" cy="1829825"/>
            </a:xfrm>
            <a:custGeom>
              <a:rect b="b" l="l" r="r" t="t"/>
              <a:pathLst>
                <a:path extrusionOk="0" fill="none" h="73193" w="158514">
                  <a:moveTo>
                    <a:pt x="0" y="3010"/>
                  </a:moveTo>
                  <a:cubicBezTo>
                    <a:pt x="5836" y="5016"/>
                    <a:pt x="12432" y="5897"/>
                    <a:pt x="18481" y="5046"/>
                  </a:cubicBezTo>
                  <a:cubicBezTo>
                    <a:pt x="24104" y="4286"/>
                    <a:pt x="29514" y="2067"/>
                    <a:pt x="35077" y="1216"/>
                  </a:cubicBezTo>
                  <a:cubicBezTo>
                    <a:pt x="43010" y="0"/>
                    <a:pt x="51703" y="2584"/>
                    <a:pt x="56719" y="7447"/>
                  </a:cubicBezTo>
                  <a:cubicBezTo>
                    <a:pt x="60123" y="10791"/>
                    <a:pt x="50335" y="30396"/>
                    <a:pt x="58998" y="28360"/>
                  </a:cubicBezTo>
                  <a:cubicBezTo>
                    <a:pt x="67722" y="26293"/>
                    <a:pt x="78056" y="25016"/>
                    <a:pt x="87357" y="22615"/>
                  </a:cubicBezTo>
                  <a:cubicBezTo>
                    <a:pt x="94531" y="20761"/>
                    <a:pt x="103224" y="21065"/>
                    <a:pt x="109546" y="24104"/>
                  </a:cubicBezTo>
                  <a:cubicBezTo>
                    <a:pt x="118209" y="28268"/>
                    <a:pt x="103376" y="47965"/>
                    <a:pt x="113559" y="50062"/>
                  </a:cubicBezTo>
                  <a:cubicBezTo>
                    <a:pt x="117328" y="50822"/>
                    <a:pt x="120671" y="51551"/>
                    <a:pt x="123194" y="54682"/>
                  </a:cubicBezTo>
                  <a:cubicBezTo>
                    <a:pt x="125474" y="57539"/>
                    <a:pt x="125717" y="60305"/>
                    <a:pt x="130155" y="60518"/>
                  </a:cubicBezTo>
                  <a:cubicBezTo>
                    <a:pt x="136295" y="60852"/>
                    <a:pt x="144137" y="60214"/>
                    <a:pt x="148392" y="65381"/>
                  </a:cubicBezTo>
                  <a:cubicBezTo>
                    <a:pt x="150611" y="68056"/>
                    <a:pt x="154228" y="73193"/>
                    <a:pt x="158514" y="7167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30"/>
            <p:cNvSpPr/>
            <p:nvPr/>
          </p:nvSpPr>
          <p:spPr>
            <a:xfrm>
              <a:off x="2975000" y="347575"/>
              <a:ext cx="3962850" cy="1845775"/>
            </a:xfrm>
            <a:custGeom>
              <a:rect b="b" l="l" r="r" t="t"/>
              <a:pathLst>
                <a:path extrusionOk="0" fill="none" h="73831" w="158514">
                  <a:moveTo>
                    <a:pt x="0" y="3800"/>
                  </a:moveTo>
                  <a:cubicBezTo>
                    <a:pt x="5867" y="5775"/>
                    <a:pt x="12554" y="6566"/>
                    <a:pt x="18602" y="5623"/>
                  </a:cubicBezTo>
                  <a:cubicBezTo>
                    <a:pt x="24256" y="4711"/>
                    <a:pt x="29575" y="1915"/>
                    <a:pt x="35229" y="1125"/>
                  </a:cubicBezTo>
                  <a:cubicBezTo>
                    <a:pt x="43284" y="0"/>
                    <a:pt x="51217" y="3404"/>
                    <a:pt x="57448" y="7903"/>
                  </a:cubicBezTo>
                  <a:cubicBezTo>
                    <a:pt x="62129" y="11247"/>
                    <a:pt x="59454" y="16353"/>
                    <a:pt x="58421" y="20852"/>
                  </a:cubicBezTo>
                  <a:cubicBezTo>
                    <a:pt x="57782" y="23587"/>
                    <a:pt x="56506" y="28420"/>
                    <a:pt x="61582" y="27599"/>
                  </a:cubicBezTo>
                  <a:cubicBezTo>
                    <a:pt x="70305" y="26171"/>
                    <a:pt x="80366" y="24925"/>
                    <a:pt x="89516" y="22493"/>
                  </a:cubicBezTo>
                  <a:cubicBezTo>
                    <a:pt x="96628" y="20639"/>
                    <a:pt x="104501" y="20700"/>
                    <a:pt x="110732" y="23952"/>
                  </a:cubicBezTo>
                  <a:cubicBezTo>
                    <a:pt x="119698" y="28663"/>
                    <a:pt x="104501" y="47600"/>
                    <a:pt x="114379" y="50487"/>
                  </a:cubicBezTo>
                  <a:cubicBezTo>
                    <a:pt x="117996" y="51551"/>
                    <a:pt x="121157" y="52250"/>
                    <a:pt x="123619" y="55229"/>
                  </a:cubicBezTo>
                  <a:cubicBezTo>
                    <a:pt x="125899" y="57995"/>
                    <a:pt x="126203" y="60791"/>
                    <a:pt x="130550" y="61065"/>
                  </a:cubicBezTo>
                  <a:cubicBezTo>
                    <a:pt x="136659" y="61399"/>
                    <a:pt x="144380" y="60913"/>
                    <a:pt x="148605" y="65989"/>
                  </a:cubicBezTo>
                  <a:cubicBezTo>
                    <a:pt x="150793" y="68603"/>
                    <a:pt x="154258" y="73831"/>
                    <a:pt x="158514" y="7246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30"/>
            <p:cNvSpPr/>
            <p:nvPr/>
          </p:nvSpPr>
          <p:spPr>
            <a:xfrm>
              <a:off x="2975000" y="324000"/>
              <a:ext cx="3962850" cy="1867075"/>
            </a:xfrm>
            <a:custGeom>
              <a:rect b="b" l="l" r="r" t="t"/>
              <a:pathLst>
                <a:path extrusionOk="0" fill="none" h="74683" w="158514">
                  <a:moveTo>
                    <a:pt x="0" y="4743"/>
                  </a:moveTo>
                  <a:cubicBezTo>
                    <a:pt x="5897" y="6688"/>
                    <a:pt x="12645" y="7387"/>
                    <a:pt x="18724" y="6323"/>
                  </a:cubicBezTo>
                  <a:cubicBezTo>
                    <a:pt x="24469" y="5290"/>
                    <a:pt x="29758" y="1977"/>
                    <a:pt x="35502" y="1156"/>
                  </a:cubicBezTo>
                  <a:cubicBezTo>
                    <a:pt x="43466" y="1"/>
                    <a:pt x="51460" y="4682"/>
                    <a:pt x="57934" y="8572"/>
                  </a:cubicBezTo>
                  <a:cubicBezTo>
                    <a:pt x="62858" y="11521"/>
                    <a:pt x="62099" y="15411"/>
                    <a:pt x="61339" y="20153"/>
                  </a:cubicBezTo>
                  <a:cubicBezTo>
                    <a:pt x="60883" y="22919"/>
                    <a:pt x="59576" y="27448"/>
                    <a:pt x="64378" y="27144"/>
                  </a:cubicBezTo>
                  <a:cubicBezTo>
                    <a:pt x="73223" y="26597"/>
                    <a:pt x="82737" y="24834"/>
                    <a:pt x="91643" y="22494"/>
                  </a:cubicBezTo>
                  <a:cubicBezTo>
                    <a:pt x="98817" y="20609"/>
                    <a:pt x="105747" y="20366"/>
                    <a:pt x="111856" y="23983"/>
                  </a:cubicBezTo>
                  <a:cubicBezTo>
                    <a:pt x="120519" y="29120"/>
                    <a:pt x="105990" y="47296"/>
                    <a:pt x="115230" y="51035"/>
                  </a:cubicBezTo>
                  <a:cubicBezTo>
                    <a:pt x="118543" y="52372"/>
                    <a:pt x="121705" y="53072"/>
                    <a:pt x="124045" y="55898"/>
                  </a:cubicBezTo>
                  <a:cubicBezTo>
                    <a:pt x="126325" y="58634"/>
                    <a:pt x="126659" y="61461"/>
                    <a:pt x="130914" y="61765"/>
                  </a:cubicBezTo>
                  <a:cubicBezTo>
                    <a:pt x="136994" y="62160"/>
                    <a:pt x="144593" y="61825"/>
                    <a:pt x="148818" y="66810"/>
                  </a:cubicBezTo>
                  <a:cubicBezTo>
                    <a:pt x="150945" y="69364"/>
                    <a:pt x="154289" y="74683"/>
                    <a:pt x="158514" y="73406"/>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30"/>
            <p:cNvSpPr/>
            <p:nvPr/>
          </p:nvSpPr>
          <p:spPr>
            <a:xfrm>
              <a:off x="2975000" y="297425"/>
              <a:ext cx="3962850" cy="1890625"/>
            </a:xfrm>
            <a:custGeom>
              <a:rect b="b" l="l" r="r" t="t"/>
              <a:pathLst>
                <a:path extrusionOk="0" fill="none" h="75625" w="158514">
                  <a:moveTo>
                    <a:pt x="0" y="5806"/>
                  </a:moveTo>
                  <a:cubicBezTo>
                    <a:pt x="5927" y="7690"/>
                    <a:pt x="12918" y="8450"/>
                    <a:pt x="18815" y="7173"/>
                  </a:cubicBezTo>
                  <a:cubicBezTo>
                    <a:pt x="24530" y="5927"/>
                    <a:pt x="30122" y="2128"/>
                    <a:pt x="35928" y="1216"/>
                  </a:cubicBezTo>
                  <a:cubicBezTo>
                    <a:pt x="43648" y="0"/>
                    <a:pt x="52494" y="5593"/>
                    <a:pt x="58178" y="9392"/>
                  </a:cubicBezTo>
                  <a:cubicBezTo>
                    <a:pt x="62585" y="12310"/>
                    <a:pt x="64226" y="14347"/>
                    <a:pt x="64074" y="19940"/>
                  </a:cubicBezTo>
                  <a:cubicBezTo>
                    <a:pt x="64014" y="22797"/>
                    <a:pt x="62828" y="26839"/>
                    <a:pt x="67296" y="27022"/>
                  </a:cubicBezTo>
                  <a:cubicBezTo>
                    <a:pt x="76081" y="27417"/>
                    <a:pt x="85199" y="24560"/>
                    <a:pt x="93589" y="22584"/>
                  </a:cubicBezTo>
                  <a:cubicBezTo>
                    <a:pt x="100975" y="20851"/>
                    <a:pt x="106598" y="19879"/>
                    <a:pt x="112920" y="24165"/>
                  </a:cubicBezTo>
                  <a:cubicBezTo>
                    <a:pt x="121188" y="29788"/>
                    <a:pt x="107753" y="47113"/>
                    <a:pt x="116142" y="51673"/>
                  </a:cubicBezTo>
                  <a:cubicBezTo>
                    <a:pt x="119030" y="53223"/>
                    <a:pt x="122221" y="54013"/>
                    <a:pt x="124501" y="56718"/>
                  </a:cubicBezTo>
                  <a:cubicBezTo>
                    <a:pt x="126781" y="59423"/>
                    <a:pt x="127115" y="62281"/>
                    <a:pt x="131279" y="62615"/>
                  </a:cubicBezTo>
                  <a:cubicBezTo>
                    <a:pt x="137358" y="63101"/>
                    <a:pt x="144836" y="62828"/>
                    <a:pt x="149030" y="67752"/>
                  </a:cubicBezTo>
                  <a:cubicBezTo>
                    <a:pt x="151158" y="70244"/>
                    <a:pt x="154350" y="75624"/>
                    <a:pt x="158514" y="7446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30"/>
            <p:cNvSpPr/>
            <p:nvPr/>
          </p:nvSpPr>
          <p:spPr>
            <a:xfrm>
              <a:off x="2975000" y="270050"/>
              <a:ext cx="3962100" cy="1914200"/>
            </a:xfrm>
            <a:custGeom>
              <a:rect b="b" l="l" r="r" t="t"/>
              <a:pathLst>
                <a:path extrusionOk="0" fill="none" h="76568" w="158484">
                  <a:moveTo>
                    <a:pt x="0" y="6901"/>
                  </a:moveTo>
                  <a:cubicBezTo>
                    <a:pt x="5988" y="8785"/>
                    <a:pt x="13040" y="9484"/>
                    <a:pt x="18937" y="8025"/>
                  </a:cubicBezTo>
                  <a:cubicBezTo>
                    <a:pt x="24803" y="6627"/>
                    <a:pt x="30396" y="2402"/>
                    <a:pt x="36414" y="1338"/>
                  </a:cubicBezTo>
                  <a:cubicBezTo>
                    <a:pt x="44013" y="1"/>
                    <a:pt x="52463" y="6688"/>
                    <a:pt x="58208" y="10244"/>
                  </a:cubicBezTo>
                  <a:cubicBezTo>
                    <a:pt x="62676" y="13010"/>
                    <a:pt x="65138" y="14925"/>
                    <a:pt x="66476" y="20092"/>
                  </a:cubicBezTo>
                  <a:cubicBezTo>
                    <a:pt x="67235" y="22980"/>
                    <a:pt x="65868" y="26536"/>
                    <a:pt x="70214" y="27144"/>
                  </a:cubicBezTo>
                  <a:cubicBezTo>
                    <a:pt x="78695" y="28329"/>
                    <a:pt x="87753" y="24104"/>
                    <a:pt x="95351" y="22646"/>
                  </a:cubicBezTo>
                  <a:cubicBezTo>
                    <a:pt x="102950" y="21187"/>
                    <a:pt x="107327" y="19150"/>
                    <a:pt x="113893" y="24408"/>
                  </a:cubicBezTo>
                  <a:cubicBezTo>
                    <a:pt x="121309" y="30366"/>
                    <a:pt x="109668" y="47023"/>
                    <a:pt x="117084" y="52251"/>
                  </a:cubicBezTo>
                  <a:cubicBezTo>
                    <a:pt x="119577" y="54014"/>
                    <a:pt x="122586" y="54956"/>
                    <a:pt x="125018" y="57418"/>
                  </a:cubicBezTo>
                  <a:cubicBezTo>
                    <a:pt x="127419" y="59880"/>
                    <a:pt x="127145" y="63011"/>
                    <a:pt x="131614" y="63436"/>
                  </a:cubicBezTo>
                  <a:cubicBezTo>
                    <a:pt x="137602" y="64014"/>
                    <a:pt x="144988" y="63832"/>
                    <a:pt x="149213" y="68695"/>
                  </a:cubicBezTo>
                  <a:cubicBezTo>
                    <a:pt x="151310" y="71126"/>
                    <a:pt x="154410" y="76567"/>
                    <a:pt x="158483" y="755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30"/>
            <p:cNvSpPr/>
            <p:nvPr/>
          </p:nvSpPr>
          <p:spPr>
            <a:xfrm>
              <a:off x="2975000" y="244975"/>
              <a:ext cx="3962100" cy="1937000"/>
            </a:xfrm>
            <a:custGeom>
              <a:rect b="b" l="l" r="r" t="t"/>
              <a:pathLst>
                <a:path extrusionOk="0" fill="none" h="77480" w="158484">
                  <a:moveTo>
                    <a:pt x="0" y="7904"/>
                  </a:moveTo>
                  <a:cubicBezTo>
                    <a:pt x="6019" y="9758"/>
                    <a:pt x="13162" y="10366"/>
                    <a:pt x="19058" y="8815"/>
                  </a:cubicBezTo>
                  <a:cubicBezTo>
                    <a:pt x="25077" y="7204"/>
                    <a:pt x="30730" y="2554"/>
                    <a:pt x="36992" y="1429"/>
                  </a:cubicBezTo>
                  <a:cubicBezTo>
                    <a:pt x="44773" y="1"/>
                    <a:pt x="52038" y="7296"/>
                    <a:pt x="58086" y="10974"/>
                  </a:cubicBezTo>
                  <a:cubicBezTo>
                    <a:pt x="62463" y="13618"/>
                    <a:pt x="66111" y="15806"/>
                    <a:pt x="68482" y="20457"/>
                  </a:cubicBezTo>
                  <a:cubicBezTo>
                    <a:pt x="69910" y="23253"/>
                    <a:pt x="69090" y="26475"/>
                    <a:pt x="73041" y="27387"/>
                  </a:cubicBezTo>
                  <a:cubicBezTo>
                    <a:pt x="81005" y="29180"/>
                    <a:pt x="90002" y="23679"/>
                    <a:pt x="96841" y="22615"/>
                  </a:cubicBezTo>
                  <a:cubicBezTo>
                    <a:pt x="104622" y="21399"/>
                    <a:pt x="107692" y="18360"/>
                    <a:pt x="114714" y="24621"/>
                  </a:cubicBezTo>
                  <a:cubicBezTo>
                    <a:pt x="121917" y="31065"/>
                    <a:pt x="111552" y="46780"/>
                    <a:pt x="118087" y="52767"/>
                  </a:cubicBezTo>
                  <a:cubicBezTo>
                    <a:pt x="120124" y="54682"/>
                    <a:pt x="123224" y="55807"/>
                    <a:pt x="125443" y="58178"/>
                  </a:cubicBezTo>
                  <a:cubicBezTo>
                    <a:pt x="127784" y="60640"/>
                    <a:pt x="127632" y="63771"/>
                    <a:pt x="131918" y="64257"/>
                  </a:cubicBezTo>
                  <a:cubicBezTo>
                    <a:pt x="137905" y="64956"/>
                    <a:pt x="145170" y="64804"/>
                    <a:pt x="149425" y="69576"/>
                  </a:cubicBezTo>
                  <a:cubicBezTo>
                    <a:pt x="151523" y="71947"/>
                    <a:pt x="154471" y="77479"/>
                    <a:pt x="158483" y="765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30"/>
            <p:cNvSpPr/>
            <p:nvPr/>
          </p:nvSpPr>
          <p:spPr>
            <a:xfrm>
              <a:off x="2975000" y="222950"/>
              <a:ext cx="3962100" cy="1955225"/>
            </a:xfrm>
            <a:custGeom>
              <a:rect b="b" l="l" r="r" t="t"/>
              <a:pathLst>
                <a:path extrusionOk="0" fill="none" h="78209" w="158484">
                  <a:moveTo>
                    <a:pt x="0" y="8785"/>
                  </a:moveTo>
                  <a:cubicBezTo>
                    <a:pt x="6079" y="10608"/>
                    <a:pt x="13313" y="11155"/>
                    <a:pt x="19180" y="9453"/>
                  </a:cubicBezTo>
                  <a:cubicBezTo>
                    <a:pt x="25289" y="7690"/>
                    <a:pt x="31125" y="2584"/>
                    <a:pt x="37569" y="1459"/>
                  </a:cubicBezTo>
                  <a:cubicBezTo>
                    <a:pt x="45776" y="0"/>
                    <a:pt x="51642" y="7630"/>
                    <a:pt x="57874" y="11520"/>
                  </a:cubicBezTo>
                  <a:cubicBezTo>
                    <a:pt x="62099" y="14134"/>
                    <a:pt x="67175" y="16596"/>
                    <a:pt x="70123" y="20882"/>
                  </a:cubicBezTo>
                  <a:cubicBezTo>
                    <a:pt x="71886" y="23466"/>
                    <a:pt x="72190" y="26688"/>
                    <a:pt x="75625" y="27569"/>
                  </a:cubicBezTo>
                  <a:cubicBezTo>
                    <a:pt x="83193" y="29484"/>
                    <a:pt x="91339" y="23374"/>
                    <a:pt x="97996" y="22371"/>
                  </a:cubicBezTo>
                  <a:cubicBezTo>
                    <a:pt x="106051" y="21186"/>
                    <a:pt x="108391" y="17630"/>
                    <a:pt x="115473" y="24773"/>
                  </a:cubicBezTo>
                  <a:cubicBezTo>
                    <a:pt x="122039" y="31369"/>
                    <a:pt x="113528" y="46475"/>
                    <a:pt x="119060" y="53101"/>
                  </a:cubicBezTo>
                  <a:cubicBezTo>
                    <a:pt x="120732" y="55107"/>
                    <a:pt x="123802" y="56475"/>
                    <a:pt x="125869" y="58785"/>
                  </a:cubicBezTo>
                  <a:cubicBezTo>
                    <a:pt x="128088" y="61247"/>
                    <a:pt x="128057" y="64348"/>
                    <a:pt x="132191" y="64925"/>
                  </a:cubicBezTo>
                  <a:cubicBezTo>
                    <a:pt x="138179" y="65746"/>
                    <a:pt x="145352" y="65594"/>
                    <a:pt x="149608" y="70305"/>
                  </a:cubicBezTo>
                  <a:cubicBezTo>
                    <a:pt x="151705" y="72615"/>
                    <a:pt x="154502" y="78208"/>
                    <a:pt x="158483" y="7744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30"/>
            <p:cNvSpPr/>
            <p:nvPr/>
          </p:nvSpPr>
          <p:spPr>
            <a:xfrm>
              <a:off x="2975000" y="197875"/>
              <a:ext cx="3962850" cy="1976500"/>
            </a:xfrm>
            <a:custGeom>
              <a:rect b="b" l="l" r="r" t="t"/>
              <a:pathLst>
                <a:path extrusionOk="0" fill="none" h="79060" w="158514">
                  <a:moveTo>
                    <a:pt x="0" y="9788"/>
                  </a:moveTo>
                  <a:cubicBezTo>
                    <a:pt x="6110" y="11551"/>
                    <a:pt x="13222" y="11824"/>
                    <a:pt x="19301" y="10244"/>
                  </a:cubicBezTo>
                  <a:cubicBezTo>
                    <a:pt x="26080" y="8450"/>
                    <a:pt x="31369" y="3040"/>
                    <a:pt x="38208" y="1642"/>
                  </a:cubicBezTo>
                  <a:cubicBezTo>
                    <a:pt x="46384" y="0"/>
                    <a:pt x="51855" y="8207"/>
                    <a:pt x="57600" y="12098"/>
                  </a:cubicBezTo>
                  <a:cubicBezTo>
                    <a:pt x="61886" y="14985"/>
                    <a:pt x="67296" y="17478"/>
                    <a:pt x="71065" y="21368"/>
                  </a:cubicBezTo>
                  <a:cubicBezTo>
                    <a:pt x="73315" y="23678"/>
                    <a:pt x="74743" y="27113"/>
                    <a:pt x="77904" y="27903"/>
                  </a:cubicBezTo>
                  <a:cubicBezTo>
                    <a:pt x="84865" y="29575"/>
                    <a:pt x="91978" y="23648"/>
                    <a:pt x="98847" y="22280"/>
                  </a:cubicBezTo>
                  <a:cubicBezTo>
                    <a:pt x="107419" y="20517"/>
                    <a:pt x="109850" y="17903"/>
                    <a:pt x="116233" y="25077"/>
                  </a:cubicBezTo>
                  <a:cubicBezTo>
                    <a:pt x="122069" y="31642"/>
                    <a:pt x="115656" y="46536"/>
                    <a:pt x="120154" y="53557"/>
                  </a:cubicBezTo>
                  <a:cubicBezTo>
                    <a:pt x="121492" y="55624"/>
                    <a:pt x="124471" y="57235"/>
                    <a:pt x="126325" y="59484"/>
                  </a:cubicBezTo>
                  <a:cubicBezTo>
                    <a:pt x="128422" y="61977"/>
                    <a:pt x="128544" y="65047"/>
                    <a:pt x="132495" y="65685"/>
                  </a:cubicBezTo>
                  <a:cubicBezTo>
                    <a:pt x="138392" y="66658"/>
                    <a:pt x="145565" y="66506"/>
                    <a:pt x="149851" y="71187"/>
                  </a:cubicBezTo>
                  <a:cubicBezTo>
                    <a:pt x="151918" y="73466"/>
                    <a:pt x="154593" y="79059"/>
                    <a:pt x="158514" y="7845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30"/>
            <p:cNvSpPr/>
            <p:nvPr/>
          </p:nvSpPr>
          <p:spPr>
            <a:xfrm>
              <a:off x="2975000" y="180400"/>
              <a:ext cx="3962850" cy="1990925"/>
            </a:xfrm>
            <a:custGeom>
              <a:rect b="b" l="l" r="r" t="t"/>
              <a:pathLst>
                <a:path extrusionOk="0" fill="none" h="79637" w="158514">
                  <a:moveTo>
                    <a:pt x="0" y="10487"/>
                  </a:moveTo>
                  <a:cubicBezTo>
                    <a:pt x="6171" y="12219"/>
                    <a:pt x="13374" y="12371"/>
                    <a:pt x="19453" y="10699"/>
                  </a:cubicBezTo>
                  <a:cubicBezTo>
                    <a:pt x="26384" y="8754"/>
                    <a:pt x="31764" y="2979"/>
                    <a:pt x="38876" y="1611"/>
                  </a:cubicBezTo>
                  <a:cubicBezTo>
                    <a:pt x="47265" y="0"/>
                    <a:pt x="51946" y="8025"/>
                    <a:pt x="57418" y="12280"/>
                  </a:cubicBezTo>
                  <a:cubicBezTo>
                    <a:pt x="61582" y="15532"/>
                    <a:pt x="67083" y="17994"/>
                    <a:pt x="71460" y="21490"/>
                  </a:cubicBezTo>
                  <a:cubicBezTo>
                    <a:pt x="74166" y="23678"/>
                    <a:pt x="76597" y="27143"/>
                    <a:pt x="79789" y="27812"/>
                  </a:cubicBezTo>
                  <a:cubicBezTo>
                    <a:pt x="86172" y="29149"/>
                    <a:pt x="92950" y="23374"/>
                    <a:pt x="99364" y="21733"/>
                  </a:cubicBezTo>
                  <a:cubicBezTo>
                    <a:pt x="107723" y="19605"/>
                    <a:pt x="111218" y="17934"/>
                    <a:pt x="117024" y="25137"/>
                  </a:cubicBezTo>
                  <a:cubicBezTo>
                    <a:pt x="122100" y="31460"/>
                    <a:pt x="117784" y="46475"/>
                    <a:pt x="121249" y="53679"/>
                  </a:cubicBezTo>
                  <a:cubicBezTo>
                    <a:pt x="122708" y="56718"/>
                    <a:pt x="129060" y="65472"/>
                    <a:pt x="132769" y="66171"/>
                  </a:cubicBezTo>
                  <a:cubicBezTo>
                    <a:pt x="138605" y="67296"/>
                    <a:pt x="145748" y="67114"/>
                    <a:pt x="150033" y="71764"/>
                  </a:cubicBezTo>
                  <a:cubicBezTo>
                    <a:pt x="152100" y="73983"/>
                    <a:pt x="154684" y="79637"/>
                    <a:pt x="158514" y="7915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30"/>
            <p:cNvSpPr/>
            <p:nvPr/>
          </p:nvSpPr>
          <p:spPr>
            <a:xfrm>
              <a:off x="2975000" y="165200"/>
              <a:ext cx="3962850" cy="2002325"/>
            </a:xfrm>
            <a:custGeom>
              <a:rect b="b" l="l" r="r" t="t"/>
              <a:pathLst>
                <a:path extrusionOk="0" fill="none" h="80093" w="158514">
                  <a:moveTo>
                    <a:pt x="0" y="11095"/>
                  </a:moveTo>
                  <a:cubicBezTo>
                    <a:pt x="6201" y="12797"/>
                    <a:pt x="13496" y="12858"/>
                    <a:pt x="19575" y="11064"/>
                  </a:cubicBezTo>
                  <a:cubicBezTo>
                    <a:pt x="26688" y="8967"/>
                    <a:pt x="32128" y="2857"/>
                    <a:pt x="39545" y="1520"/>
                  </a:cubicBezTo>
                  <a:cubicBezTo>
                    <a:pt x="47965" y="0"/>
                    <a:pt x="52402" y="7599"/>
                    <a:pt x="57326" y="12280"/>
                  </a:cubicBezTo>
                  <a:cubicBezTo>
                    <a:pt x="61096" y="15867"/>
                    <a:pt x="66840" y="18329"/>
                    <a:pt x="71491" y="21490"/>
                  </a:cubicBezTo>
                  <a:cubicBezTo>
                    <a:pt x="74470" y="23496"/>
                    <a:pt x="77600" y="26870"/>
                    <a:pt x="81157" y="27387"/>
                  </a:cubicBezTo>
                  <a:cubicBezTo>
                    <a:pt x="87449" y="28268"/>
                    <a:pt x="93832" y="22827"/>
                    <a:pt x="99607" y="21034"/>
                  </a:cubicBezTo>
                  <a:cubicBezTo>
                    <a:pt x="107814" y="18450"/>
                    <a:pt x="112677" y="17812"/>
                    <a:pt x="117875" y="25137"/>
                  </a:cubicBezTo>
                  <a:cubicBezTo>
                    <a:pt x="120306" y="28602"/>
                    <a:pt x="119364" y="34773"/>
                    <a:pt x="119759" y="39423"/>
                  </a:cubicBezTo>
                  <a:cubicBezTo>
                    <a:pt x="120185" y="44256"/>
                    <a:pt x="120914" y="49697"/>
                    <a:pt x="122343" y="53679"/>
                  </a:cubicBezTo>
                  <a:cubicBezTo>
                    <a:pt x="123498" y="56810"/>
                    <a:pt x="129425" y="65746"/>
                    <a:pt x="133042" y="66536"/>
                  </a:cubicBezTo>
                  <a:cubicBezTo>
                    <a:pt x="138817" y="67782"/>
                    <a:pt x="145930" y="67600"/>
                    <a:pt x="150246" y="72220"/>
                  </a:cubicBezTo>
                  <a:cubicBezTo>
                    <a:pt x="152313" y="74409"/>
                    <a:pt x="154745" y="80093"/>
                    <a:pt x="158514" y="7975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30"/>
            <p:cNvSpPr/>
            <p:nvPr/>
          </p:nvSpPr>
          <p:spPr>
            <a:xfrm>
              <a:off x="2975000" y="150750"/>
              <a:ext cx="3962850" cy="2014500"/>
            </a:xfrm>
            <a:custGeom>
              <a:rect b="b" l="l" r="r" t="t"/>
              <a:pathLst>
                <a:path extrusionOk="0" fill="none" h="80580" w="158514">
                  <a:moveTo>
                    <a:pt x="0" y="11673"/>
                  </a:moveTo>
                  <a:cubicBezTo>
                    <a:pt x="6262" y="13344"/>
                    <a:pt x="13830" y="13588"/>
                    <a:pt x="19727" y="11429"/>
                  </a:cubicBezTo>
                  <a:cubicBezTo>
                    <a:pt x="26566" y="8907"/>
                    <a:pt x="32767" y="2676"/>
                    <a:pt x="40244" y="1399"/>
                  </a:cubicBezTo>
                  <a:cubicBezTo>
                    <a:pt x="48573" y="1"/>
                    <a:pt x="53162" y="6900"/>
                    <a:pt x="57478" y="12159"/>
                  </a:cubicBezTo>
                  <a:cubicBezTo>
                    <a:pt x="61825" y="17417"/>
                    <a:pt x="74318" y="25807"/>
                    <a:pt x="81917" y="26749"/>
                  </a:cubicBezTo>
                  <a:cubicBezTo>
                    <a:pt x="87692" y="27448"/>
                    <a:pt x="94379" y="22159"/>
                    <a:pt x="99637" y="20244"/>
                  </a:cubicBezTo>
                  <a:cubicBezTo>
                    <a:pt x="108178" y="17144"/>
                    <a:pt x="114045" y="17873"/>
                    <a:pt x="118787" y="25199"/>
                  </a:cubicBezTo>
                  <a:cubicBezTo>
                    <a:pt x="121066" y="28694"/>
                    <a:pt x="119607" y="34895"/>
                    <a:pt x="120215" y="39515"/>
                  </a:cubicBezTo>
                  <a:cubicBezTo>
                    <a:pt x="120853" y="44348"/>
                    <a:pt x="122373" y="49394"/>
                    <a:pt x="123498" y="53649"/>
                  </a:cubicBezTo>
                  <a:cubicBezTo>
                    <a:pt x="124349" y="56962"/>
                    <a:pt x="129729" y="65989"/>
                    <a:pt x="133316" y="66871"/>
                  </a:cubicBezTo>
                  <a:cubicBezTo>
                    <a:pt x="139000" y="68300"/>
                    <a:pt x="146112" y="68087"/>
                    <a:pt x="150459" y="72677"/>
                  </a:cubicBezTo>
                  <a:cubicBezTo>
                    <a:pt x="152495" y="74835"/>
                    <a:pt x="154836" y="80579"/>
                    <a:pt x="158514" y="803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30"/>
            <p:cNvSpPr/>
            <p:nvPr/>
          </p:nvSpPr>
          <p:spPr>
            <a:xfrm>
              <a:off x="2975000" y="138600"/>
              <a:ext cx="3962100" cy="2022075"/>
            </a:xfrm>
            <a:custGeom>
              <a:rect b="b" l="l" r="r" t="t"/>
              <a:pathLst>
                <a:path extrusionOk="0" fill="none" h="80883" w="158484">
                  <a:moveTo>
                    <a:pt x="0" y="12159"/>
                  </a:moveTo>
                  <a:cubicBezTo>
                    <a:pt x="6322" y="13800"/>
                    <a:pt x="13952" y="13952"/>
                    <a:pt x="19849" y="11672"/>
                  </a:cubicBezTo>
                  <a:cubicBezTo>
                    <a:pt x="26900" y="8937"/>
                    <a:pt x="33162" y="2462"/>
                    <a:pt x="40974" y="1247"/>
                  </a:cubicBezTo>
                  <a:cubicBezTo>
                    <a:pt x="48876" y="0"/>
                    <a:pt x="54530" y="5806"/>
                    <a:pt x="58026" y="11855"/>
                  </a:cubicBezTo>
                  <a:cubicBezTo>
                    <a:pt x="61521" y="17873"/>
                    <a:pt x="74500" y="25138"/>
                    <a:pt x="82069" y="25928"/>
                  </a:cubicBezTo>
                  <a:cubicBezTo>
                    <a:pt x="87449" y="26505"/>
                    <a:pt x="94774" y="21186"/>
                    <a:pt x="99637" y="19362"/>
                  </a:cubicBezTo>
                  <a:cubicBezTo>
                    <a:pt x="108178" y="16080"/>
                    <a:pt x="115321" y="17782"/>
                    <a:pt x="119759" y="25107"/>
                  </a:cubicBezTo>
                  <a:cubicBezTo>
                    <a:pt x="121948" y="28724"/>
                    <a:pt x="119790" y="34803"/>
                    <a:pt x="120580" y="39545"/>
                  </a:cubicBezTo>
                  <a:cubicBezTo>
                    <a:pt x="121370" y="44348"/>
                    <a:pt x="123771" y="48937"/>
                    <a:pt x="124623" y="53497"/>
                  </a:cubicBezTo>
                  <a:cubicBezTo>
                    <a:pt x="125291" y="56992"/>
                    <a:pt x="130003" y="66050"/>
                    <a:pt x="133559" y="67053"/>
                  </a:cubicBezTo>
                  <a:cubicBezTo>
                    <a:pt x="139152" y="68603"/>
                    <a:pt x="146355" y="68451"/>
                    <a:pt x="150672" y="72980"/>
                  </a:cubicBezTo>
                  <a:cubicBezTo>
                    <a:pt x="152708" y="75108"/>
                    <a:pt x="154897" y="80883"/>
                    <a:pt x="158483" y="80822"/>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30"/>
            <p:cNvSpPr/>
            <p:nvPr/>
          </p:nvSpPr>
          <p:spPr>
            <a:xfrm>
              <a:off x="2975000" y="124150"/>
              <a:ext cx="3962100" cy="2034250"/>
            </a:xfrm>
            <a:custGeom>
              <a:rect b="b" l="l" r="r" t="t"/>
              <a:pathLst>
                <a:path extrusionOk="0" fill="none" h="81370" w="158484">
                  <a:moveTo>
                    <a:pt x="0" y="12737"/>
                  </a:moveTo>
                  <a:cubicBezTo>
                    <a:pt x="6383" y="14348"/>
                    <a:pt x="13861" y="14226"/>
                    <a:pt x="20001" y="12007"/>
                  </a:cubicBezTo>
                  <a:cubicBezTo>
                    <a:pt x="27721" y="9241"/>
                    <a:pt x="33283" y="2432"/>
                    <a:pt x="41673" y="1186"/>
                  </a:cubicBezTo>
                  <a:cubicBezTo>
                    <a:pt x="49515" y="1"/>
                    <a:pt x="55807" y="4530"/>
                    <a:pt x="58877" y="11551"/>
                  </a:cubicBezTo>
                  <a:cubicBezTo>
                    <a:pt x="61886" y="18481"/>
                    <a:pt x="74378" y="24560"/>
                    <a:pt x="81704" y="25199"/>
                  </a:cubicBezTo>
                  <a:cubicBezTo>
                    <a:pt x="87114" y="25624"/>
                    <a:pt x="94774" y="20244"/>
                    <a:pt x="99607" y="18573"/>
                  </a:cubicBezTo>
                  <a:cubicBezTo>
                    <a:pt x="108118" y="15655"/>
                    <a:pt x="116628" y="17721"/>
                    <a:pt x="120853" y="25199"/>
                  </a:cubicBezTo>
                  <a:cubicBezTo>
                    <a:pt x="123012" y="29029"/>
                    <a:pt x="119972" y="34895"/>
                    <a:pt x="120853" y="39758"/>
                  </a:cubicBezTo>
                  <a:cubicBezTo>
                    <a:pt x="121735" y="44561"/>
                    <a:pt x="125139" y="48512"/>
                    <a:pt x="125778" y="53406"/>
                  </a:cubicBezTo>
                  <a:cubicBezTo>
                    <a:pt x="126294" y="57205"/>
                    <a:pt x="130276" y="66172"/>
                    <a:pt x="133863" y="67297"/>
                  </a:cubicBezTo>
                  <a:cubicBezTo>
                    <a:pt x="139334" y="68999"/>
                    <a:pt x="146568" y="68908"/>
                    <a:pt x="150884" y="73406"/>
                  </a:cubicBezTo>
                  <a:cubicBezTo>
                    <a:pt x="153438" y="76051"/>
                    <a:pt x="154684" y="80428"/>
                    <a:pt x="158483" y="8137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30"/>
            <p:cNvSpPr/>
            <p:nvPr/>
          </p:nvSpPr>
          <p:spPr>
            <a:xfrm>
              <a:off x="2975000" y="108200"/>
              <a:ext cx="3962850" cy="2050975"/>
            </a:xfrm>
            <a:custGeom>
              <a:rect b="b" l="l" r="r" t="t"/>
              <a:pathLst>
                <a:path extrusionOk="0" fill="none" h="82039" w="158514">
                  <a:moveTo>
                    <a:pt x="0" y="13375"/>
                  </a:moveTo>
                  <a:cubicBezTo>
                    <a:pt x="6474" y="14986"/>
                    <a:pt x="14013" y="14712"/>
                    <a:pt x="20183" y="12432"/>
                  </a:cubicBezTo>
                  <a:cubicBezTo>
                    <a:pt x="28116" y="9454"/>
                    <a:pt x="33709" y="2493"/>
                    <a:pt x="42402" y="1156"/>
                  </a:cubicBezTo>
                  <a:cubicBezTo>
                    <a:pt x="50092" y="1"/>
                    <a:pt x="57418" y="4043"/>
                    <a:pt x="59819" y="11217"/>
                  </a:cubicBezTo>
                  <a:cubicBezTo>
                    <a:pt x="62190" y="18390"/>
                    <a:pt x="73862" y="24104"/>
                    <a:pt x="81035" y="24439"/>
                  </a:cubicBezTo>
                  <a:cubicBezTo>
                    <a:pt x="86780" y="24743"/>
                    <a:pt x="94318" y="19454"/>
                    <a:pt x="99607" y="17934"/>
                  </a:cubicBezTo>
                  <a:cubicBezTo>
                    <a:pt x="108452" y="15381"/>
                    <a:pt x="117844" y="17873"/>
                    <a:pt x="122009" y="25350"/>
                  </a:cubicBezTo>
                  <a:cubicBezTo>
                    <a:pt x="124227" y="29332"/>
                    <a:pt x="120154" y="35047"/>
                    <a:pt x="121066" y="40092"/>
                  </a:cubicBezTo>
                  <a:cubicBezTo>
                    <a:pt x="121978" y="44925"/>
                    <a:pt x="126507" y="48512"/>
                    <a:pt x="126963" y="53406"/>
                  </a:cubicBezTo>
                  <a:cubicBezTo>
                    <a:pt x="127297" y="57205"/>
                    <a:pt x="130459" y="66172"/>
                    <a:pt x="134167" y="67570"/>
                  </a:cubicBezTo>
                  <a:cubicBezTo>
                    <a:pt x="139304" y="69485"/>
                    <a:pt x="146842" y="69424"/>
                    <a:pt x="151128" y="73862"/>
                  </a:cubicBezTo>
                  <a:cubicBezTo>
                    <a:pt x="153650" y="76537"/>
                    <a:pt x="154805" y="80883"/>
                    <a:pt x="158514" y="8203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30"/>
            <p:cNvSpPr/>
            <p:nvPr/>
          </p:nvSpPr>
          <p:spPr>
            <a:xfrm>
              <a:off x="2975000" y="89975"/>
              <a:ext cx="3962850" cy="2068425"/>
            </a:xfrm>
            <a:custGeom>
              <a:rect b="b" l="l" r="r" t="t"/>
              <a:pathLst>
                <a:path extrusionOk="0" fill="none" h="82737" w="158514">
                  <a:moveTo>
                    <a:pt x="0" y="14104"/>
                  </a:moveTo>
                  <a:cubicBezTo>
                    <a:pt x="6535" y="15684"/>
                    <a:pt x="14347" y="15502"/>
                    <a:pt x="20335" y="12918"/>
                  </a:cubicBezTo>
                  <a:cubicBezTo>
                    <a:pt x="27995" y="9575"/>
                    <a:pt x="34439" y="2644"/>
                    <a:pt x="43101" y="1216"/>
                  </a:cubicBezTo>
                  <a:cubicBezTo>
                    <a:pt x="50639" y="0"/>
                    <a:pt x="58299" y="3435"/>
                    <a:pt x="60822" y="10882"/>
                  </a:cubicBezTo>
                  <a:cubicBezTo>
                    <a:pt x="63436" y="18572"/>
                    <a:pt x="72190" y="23587"/>
                    <a:pt x="80184" y="23769"/>
                  </a:cubicBezTo>
                  <a:cubicBezTo>
                    <a:pt x="86415" y="23921"/>
                    <a:pt x="93862" y="18663"/>
                    <a:pt x="99759" y="17417"/>
                  </a:cubicBezTo>
                  <a:cubicBezTo>
                    <a:pt x="107875" y="15715"/>
                    <a:pt x="119394" y="17234"/>
                    <a:pt x="123224" y="25593"/>
                  </a:cubicBezTo>
                  <a:cubicBezTo>
                    <a:pt x="125413" y="30396"/>
                    <a:pt x="120367" y="35350"/>
                    <a:pt x="121279" y="40578"/>
                  </a:cubicBezTo>
                  <a:cubicBezTo>
                    <a:pt x="122100" y="45381"/>
                    <a:pt x="127723" y="48937"/>
                    <a:pt x="128118" y="53496"/>
                  </a:cubicBezTo>
                  <a:cubicBezTo>
                    <a:pt x="128422" y="57174"/>
                    <a:pt x="130762" y="66262"/>
                    <a:pt x="134501" y="67873"/>
                  </a:cubicBezTo>
                  <a:cubicBezTo>
                    <a:pt x="139456" y="70001"/>
                    <a:pt x="147085" y="69971"/>
                    <a:pt x="151340" y="74408"/>
                  </a:cubicBezTo>
                  <a:cubicBezTo>
                    <a:pt x="153894" y="77083"/>
                    <a:pt x="154897" y="81430"/>
                    <a:pt x="158514" y="8273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30"/>
            <p:cNvSpPr/>
            <p:nvPr/>
          </p:nvSpPr>
          <p:spPr>
            <a:xfrm>
              <a:off x="2975000" y="69450"/>
              <a:ext cx="3962850" cy="2089725"/>
            </a:xfrm>
            <a:custGeom>
              <a:rect b="b" l="l" r="r" t="t"/>
              <a:pathLst>
                <a:path extrusionOk="0" fill="none" h="83589" w="158514">
                  <a:moveTo>
                    <a:pt x="0" y="14925"/>
                  </a:moveTo>
                  <a:cubicBezTo>
                    <a:pt x="6626" y="16475"/>
                    <a:pt x="14529" y="16201"/>
                    <a:pt x="20517" y="13496"/>
                  </a:cubicBezTo>
                  <a:cubicBezTo>
                    <a:pt x="28359" y="9940"/>
                    <a:pt x="34925" y="3010"/>
                    <a:pt x="43800" y="1338"/>
                  </a:cubicBezTo>
                  <a:cubicBezTo>
                    <a:pt x="51126" y="0"/>
                    <a:pt x="59454" y="3010"/>
                    <a:pt x="61916" y="10517"/>
                  </a:cubicBezTo>
                  <a:cubicBezTo>
                    <a:pt x="64500" y="18359"/>
                    <a:pt x="70853" y="23223"/>
                    <a:pt x="79272" y="23131"/>
                  </a:cubicBezTo>
                  <a:cubicBezTo>
                    <a:pt x="86020" y="23071"/>
                    <a:pt x="93254" y="17934"/>
                    <a:pt x="100032" y="17052"/>
                  </a:cubicBezTo>
                  <a:cubicBezTo>
                    <a:pt x="108574" y="15958"/>
                    <a:pt x="120489" y="17630"/>
                    <a:pt x="124471" y="25989"/>
                  </a:cubicBezTo>
                  <a:cubicBezTo>
                    <a:pt x="126902" y="31065"/>
                    <a:pt x="120671" y="35776"/>
                    <a:pt x="121492" y="41186"/>
                  </a:cubicBezTo>
                  <a:cubicBezTo>
                    <a:pt x="122221" y="46050"/>
                    <a:pt x="128878" y="49393"/>
                    <a:pt x="129243" y="53740"/>
                  </a:cubicBezTo>
                  <a:cubicBezTo>
                    <a:pt x="129516" y="57357"/>
                    <a:pt x="131127" y="66445"/>
                    <a:pt x="134896" y="68238"/>
                  </a:cubicBezTo>
                  <a:cubicBezTo>
                    <a:pt x="139699" y="70549"/>
                    <a:pt x="147359" y="70670"/>
                    <a:pt x="151584" y="75077"/>
                  </a:cubicBezTo>
                  <a:cubicBezTo>
                    <a:pt x="154137" y="77752"/>
                    <a:pt x="154988" y="82068"/>
                    <a:pt x="158514" y="8358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30"/>
            <p:cNvSpPr/>
            <p:nvPr/>
          </p:nvSpPr>
          <p:spPr>
            <a:xfrm>
              <a:off x="2975000" y="45125"/>
              <a:ext cx="3962850" cy="2114050"/>
            </a:xfrm>
            <a:custGeom>
              <a:rect b="b" l="l" r="r" t="t"/>
              <a:pathLst>
                <a:path extrusionOk="0" fill="none" h="84562" w="158514">
                  <a:moveTo>
                    <a:pt x="0" y="15898"/>
                  </a:moveTo>
                  <a:cubicBezTo>
                    <a:pt x="6991" y="17478"/>
                    <a:pt x="14651" y="16809"/>
                    <a:pt x="20700" y="14226"/>
                  </a:cubicBezTo>
                  <a:cubicBezTo>
                    <a:pt x="28511" y="10913"/>
                    <a:pt x="35350" y="3527"/>
                    <a:pt x="44439" y="1551"/>
                  </a:cubicBezTo>
                  <a:cubicBezTo>
                    <a:pt x="51612" y="1"/>
                    <a:pt x="60579" y="2736"/>
                    <a:pt x="63041" y="10214"/>
                  </a:cubicBezTo>
                  <a:cubicBezTo>
                    <a:pt x="65564" y="17934"/>
                    <a:pt x="69515" y="22949"/>
                    <a:pt x="78391" y="22645"/>
                  </a:cubicBezTo>
                  <a:cubicBezTo>
                    <a:pt x="85716" y="22372"/>
                    <a:pt x="93072" y="17417"/>
                    <a:pt x="100488" y="16931"/>
                  </a:cubicBezTo>
                  <a:cubicBezTo>
                    <a:pt x="109273" y="16323"/>
                    <a:pt x="121431" y="18208"/>
                    <a:pt x="125717" y="26536"/>
                  </a:cubicBezTo>
                  <a:cubicBezTo>
                    <a:pt x="128544" y="31946"/>
                    <a:pt x="121036" y="36415"/>
                    <a:pt x="121735" y="41916"/>
                  </a:cubicBezTo>
                  <a:cubicBezTo>
                    <a:pt x="122343" y="46871"/>
                    <a:pt x="129881" y="49971"/>
                    <a:pt x="130276" y="54105"/>
                  </a:cubicBezTo>
                  <a:cubicBezTo>
                    <a:pt x="130641" y="57631"/>
                    <a:pt x="131431" y="66628"/>
                    <a:pt x="135322" y="68664"/>
                  </a:cubicBezTo>
                  <a:cubicBezTo>
                    <a:pt x="140124" y="71157"/>
                    <a:pt x="147632" y="71461"/>
                    <a:pt x="151796" y="75868"/>
                  </a:cubicBezTo>
                  <a:cubicBezTo>
                    <a:pt x="154350" y="78573"/>
                    <a:pt x="155109" y="82859"/>
                    <a:pt x="158514" y="8456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30"/>
            <p:cNvSpPr/>
            <p:nvPr/>
          </p:nvSpPr>
          <p:spPr>
            <a:xfrm>
              <a:off x="2975000" y="20825"/>
              <a:ext cx="3962850" cy="2138350"/>
            </a:xfrm>
            <a:custGeom>
              <a:rect b="b" l="l" r="r" t="t"/>
              <a:pathLst>
                <a:path extrusionOk="0" fill="none" h="85534" w="158514">
                  <a:moveTo>
                    <a:pt x="0" y="16870"/>
                  </a:moveTo>
                  <a:cubicBezTo>
                    <a:pt x="7082" y="18420"/>
                    <a:pt x="14833" y="17629"/>
                    <a:pt x="20912" y="14955"/>
                  </a:cubicBezTo>
                  <a:cubicBezTo>
                    <a:pt x="28876" y="11459"/>
                    <a:pt x="35776" y="3951"/>
                    <a:pt x="45047" y="1702"/>
                  </a:cubicBezTo>
                  <a:cubicBezTo>
                    <a:pt x="52068" y="0"/>
                    <a:pt x="61703" y="2371"/>
                    <a:pt x="64166" y="9818"/>
                  </a:cubicBezTo>
                  <a:cubicBezTo>
                    <a:pt x="66567" y="16991"/>
                    <a:pt x="68877" y="22645"/>
                    <a:pt x="77722" y="22128"/>
                  </a:cubicBezTo>
                  <a:cubicBezTo>
                    <a:pt x="85503" y="21672"/>
                    <a:pt x="93133" y="16961"/>
                    <a:pt x="101127" y="16809"/>
                  </a:cubicBezTo>
                  <a:cubicBezTo>
                    <a:pt x="110063" y="16657"/>
                    <a:pt x="122161" y="18693"/>
                    <a:pt x="126963" y="27083"/>
                  </a:cubicBezTo>
                  <a:cubicBezTo>
                    <a:pt x="130276" y="32858"/>
                    <a:pt x="121705" y="37052"/>
                    <a:pt x="122161" y="42615"/>
                  </a:cubicBezTo>
                  <a:cubicBezTo>
                    <a:pt x="122616" y="47782"/>
                    <a:pt x="130762" y="50518"/>
                    <a:pt x="131279" y="54530"/>
                  </a:cubicBezTo>
                  <a:cubicBezTo>
                    <a:pt x="131735" y="57934"/>
                    <a:pt x="131796" y="66931"/>
                    <a:pt x="135778" y="69089"/>
                  </a:cubicBezTo>
                  <a:cubicBezTo>
                    <a:pt x="140550" y="71703"/>
                    <a:pt x="147936" y="72250"/>
                    <a:pt x="152039" y="76658"/>
                  </a:cubicBezTo>
                  <a:cubicBezTo>
                    <a:pt x="154593" y="79393"/>
                    <a:pt x="155231" y="83649"/>
                    <a:pt x="158514" y="8553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4" name="Google Shape;4954;p30"/>
          <p:cNvGrpSpPr/>
          <p:nvPr/>
        </p:nvGrpSpPr>
        <p:grpSpPr>
          <a:xfrm>
            <a:off x="-2194652" y="3529643"/>
            <a:ext cx="2781299" cy="1048521"/>
            <a:chOff x="493175" y="2102150"/>
            <a:chExt cx="1201425" cy="452925"/>
          </a:xfrm>
        </p:grpSpPr>
        <p:sp>
          <p:nvSpPr>
            <p:cNvPr id="4955" name="Google Shape;4955;p30"/>
            <p:cNvSpPr/>
            <p:nvPr/>
          </p:nvSpPr>
          <p:spPr>
            <a:xfrm>
              <a:off x="1675575" y="2536050"/>
              <a:ext cx="19025" cy="19025"/>
            </a:xfrm>
            <a:custGeom>
              <a:rect b="b" l="l" r="r" t="t"/>
              <a:pathLst>
                <a:path extrusionOk="0" h="761" w="761">
                  <a:moveTo>
                    <a:pt x="365" y="1"/>
                  </a:moveTo>
                  <a:cubicBezTo>
                    <a:pt x="153" y="1"/>
                    <a:pt x="1" y="153"/>
                    <a:pt x="1" y="365"/>
                  </a:cubicBezTo>
                  <a:cubicBezTo>
                    <a:pt x="1" y="578"/>
                    <a:pt x="153"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30"/>
            <p:cNvSpPr/>
            <p:nvPr/>
          </p:nvSpPr>
          <p:spPr>
            <a:xfrm>
              <a:off x="1576800" y="2536050"/>
              <a:ext cx="19000" cy="19025"/>
            </a:xfrm>
            <a:custGeom>
              <a:rect b="b" l="l" r="r" t="t"/>
              <a:pathLst>
                <a:path extrusionOk="0" h="761" w="760">
                  <a:moveTo>
                    <a:pt x="365" y="1"/>
                  </a:moveTo>
                  <a:cubicBezTo>
                    <a:pt x="182" y="1"/>
                    <a:pt x="0" y="153"/>
                    <a:pt x="0" y="365"/>
                  </a:cubicBezTo>
                  <a:cubicBezTo>
                    <a:pt x="0" y="578"/>
                    <a:pt x="182"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30"/>
            <p:cNvSpPr/>
            <p:nvPr/>
          </p:nvSpPr>
          <p:spPr>
            <a:xfrm>
              <a:off x="14780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30"/>
            <p:cNvSpPr/>
            <p:nvPr/>
          </p:nvSpPr>
          <p:spPr>
            <a:xfrm>
              <a:off x="1379975" y="2536050"/>
              <a:ext cx="19025" cy="19025"/>
            </a:xfrm>
            <a:custGeom>
              <a:rect b="b" l="l" r="r" t="t"/>
              <a:pathLst>
                <a:path extrusionOk="0" h="761" w="761">
                  <a:moveTo>
                    <a:pt x="365" y="1"/>
                  </a:moveTo>
                  <a:cubicBezTo>
                    <a:pt x="153" y="1"/>
                    <a:pt x="1" y="153"/>
                    <a:pt x="1" y="365"/>
                  </a:cubicBezTo>
                  <a:cubicBezTo>
                    <a:pt x="1" y="578"/>
                    <a:pt x="153"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30"/>
            <p:cNvSpPr/>
            <p:nvPr/>
          </p:nvSpPr>
          <p:spPr>
            <a:xfrm>
              <a:off x="1281200" y="2536050"/>
              <a:ext cx="19025" cy="19025"/>
            </a:xfrm>
            <a:custGeom>
              <a:rect b="b" l="l" r="r" t="t"/>
              <a:pathLst>
                <a:path extrusionOk="0" h="761" w="761">
                  <a:moveTo>
                    <a:pt x="395" y="1"/>
                  </a:moveTo>
                  <a:cubicBezTo>
                    <a:pt x="183" y="1"/>
                    <a:pt x="0" y="153"/>
                    <a:pt x="0" y="365"/>
                  </a:cubicBezTo>
                  <a:cubicBezTo>
                    <a:pt x="0" y="578"/>
                    <a:pt x="183" y="760"/>
                    <a:pt x="395" y="760"/>
                  </a:cubicBezTo>
                  <a:cubicBezTo>
                    <a:pt x="578" y="760"/>
                    <a:pt x="760" y="578"/>
                    <a:pt x="760" y="365"/>
                  </a:cubicBezTo>
                  <a:cubicBezTo>
                    <a:pt x="760" y="15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30"/>
            <p:cNvSpPr/>
            <p:nvPr/>
          </p:nvSpPr>
          <p:spPr>
            <a:xfrm>
              <a:off x="11824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30"/>
            <p:cNvSpPr/>
            <p:nvPr/>
          </p:nvSpPr>
          <p:spPr>
            <a:xfrm>
              <a:off x="1084375" y="2536050"/>
              <a:ext cx="19025" cy="19025"/>
            </a:xfrm>
            <a:custGeom>
              <a:rect b="b" l="l" r="r" t="t"/>
              <a:pathLst>
                <a:path extrusionOk="0" h="761" w="761">
                  <a:moveTo>
                    <a:pt x="365" y="1"/>
                  </a:moveTo>
                  <a:cubicBezTo>
                    <a:pt x="153" y="1"/>
                    <a:pt x="1" y="153"/>
                    <a:pt x="1" y="365"/>
                  </a:cubicBezTo>
                  <a:cubicBezTo>
                    <a:pt x="1" y="578"/>
                    <a:pt x="153" y="760"/>
                    <a:pt x="365" y="760"/>
                  </a:cubicBezTo>
                  <a:cubicBezTo>
                    <a:pt x="578" y="760"/>
                    <a:pt x="761" y="578"/>
                    <a:pt x="761" y="365"/>
                  </a:cubicBezTo>
                  <a:cubicBezTo>
                    <a:pt x="761"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30"/>
            <p:cNvSpPr/>
            <p:nvPr/>
          </p:nvSpPr>
          <p:spPr>
            <a:xfrm>
              <a:off x="985600" y="2536050"/>
              <a:ext cx="19025" cy="19025"/>
            </a:xfrm>
            <a:custGeom>
              <a:rect b="b" l="l" r="r" t="t"/>
              <a:pathLst>
                <a:path extrusionOk="0" h="761" w="761">
                  <a:moveTo>
                    <a:pt x="365" y="1"/>
                  </a:moveTo>
                  <a:cubicBezTo>
                    <a:pt x="152" y="1"/>
                    <a:pt x="0" y="153"/>
                    <a:pt x="0" y="365"/>
                  </a:cubicBezTo>
                  <a:cubicBezTo>
                    <a:pt x="0" y="578"/>
                    <a:pt x="152"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30"/>
            <p:cNvSpPr/>
            <p:nvPr/>
          </p:nvSpPr>
          <p:spPr>
            <a:xfrm>
              <a:off x="8868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30"/>
            <p:cNvSpPr/>
            <p:nvPr/>
          </p:nvSpPr>
          <p:spPr>
            <a:xfrm>
              <a:off x="788025" y="2536050"/>
              <a:ext cx="19025" cy="19025"/>
            </a:xfrm>
            <a:custGeom>
              <a:rect b="b" l="l" r="r" t="t"/>
              <a:pathLst>
                <a:path extrusionOk="0" h="761" w="761">
                  <a:moveTo>
                    <a:pt x="395" y="1"/>
                  </a:moveTo>
                  <a:cubicBezTo>
                    <a:pt x="183" y="1"/>
                    <a:pt x="0" y="153"/>
                    <a:pt x="0" y="365"/>
                  </a:cubicBezTo>
                  <a:cubicBezTo>
                    <a:pt x="0" y="578"/>
                    <a:pt x="183" y="760"/>
                    <a:pt x="395" y="760"/>
                  </a:cubicBezTo>
                  <a:cubicBezTo>
                    <a:pt x="608" y="760"/>
                    <a:pt x="760" y="578"/>
                    <a:pt x="760" y="365"/>
                  </a:cubicBezTo>
                  <a:cubicBezTo>
                    <a:pt x="760" y="15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30"/>
            <p:cNvSpPr/>
            <p:nvPr/>
          </p:nvSpPr>
          <p:spPr>
            <a:xfrm>
              <a:off x="690000" y="2536050"/>
              <a:ext cx="19025" cy="19025"/>
            </a:xfrm>
            <a:custGeom>
              <a:rect b="b" l="l" r="r" t="t"/>
              <a:pathLst>
                <a:path extrusionOk="0" h="761" w="761">
                  <a:moveTo>
                    <a:pt x="365" y="1"/>
                  </a:moveTo>
                  <a:cubicBezTo>
                    <a:pt x="152" y="1"/>
                    <a:pt x="0" y="153"/>
                    <a:pt x="0" y="365"/>
                  </a:cubicBezTo>
                  <a:cubicBezTo>
                    <a:pt x="0" y="578"/>
                    <a:pt x="152"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30"/>
            <p:cNvSpPr/>
            <p:nvPr/>
          </p:nvSpPr>
          <p:spPr>
            <a:xfrm>
              <a:off x="5912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30"/>
            <p:cNvSpPr/>
            <p:nvPr/>
          </p:nvSpPr>
          <p:spPr>
            <a:xfrm>
              <a:off x="493175" y="2536050"/>
              <a:ext cx="19025" cy="19025"/>
            </a:xfrm>
            <a:custGeom>
              <a:rect b="b" l="l" r="r" t="t"/>
              <a:pathLst>
                <a:path extrusionOk="0" h="761" w="761">
                  <a:moveTo>
                    <a:pt x="366" y="1"/>
                  </a:moveTo>
                  <a:cubicBezTo>
                    <a:pt x="153" y="1"/>
                    <a:pt x="1" y="153"/>
                    <a:pt x="1" y="365"/>
                  </a:cubicBezTo>
                  <a:cubicBezTo>
                    <a:pt x="1" y="578"/>
                    <a:pt x="153" y="760"/>
                    <a:pt x="366" y="760"/>
                  </a:cubicBezTo>
                  <a:cubicBezTo>
                    <a:pt x="578" y="760"/>
                    <a:pt x="761" y="578"/>
                    <a:pt x="761" y="365"/>
                  </a:cubicBezTo>
                  <a:cubicBezTo>
                    <a:pt x="761" y="15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30"/>
            <p:cNvSpPr/>
            <p:nvPr/>
          </p:nvSpPr>
          <p:spPr>
            <a:xfrm>
              <a:off x="1675575" y="2449425"/>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30"/>
            <p:cNvSpPr/>
            <p:nvPr/>
          </p:nvSpPr>
          <p:spPr>
            <a:xfrm>
              <a:off x="1576800" y="2449425"/>
              <a:ext cx="19000" cy="19025"/>
            </a:xfrm>
            <a:custGeom>
              <a:rect b="b" l="l" r="r" t="t"/>
              <a:pathLst>
                <a:path extrusionOk="0" h="761" w="760">
                  <a:moveTo>
                    <a:pt x="365" y="0"/>
                  </a:moveTo>
                  <a:cubicBezTo>
                    <a:pt x="182" y="0"/>
                    <a:pt x="0" y="152"/>
                    <a:pt x="0" y="365"/>
                  </a:cubicBezTo>
                  <a:cubicBezTo>
                    <a:pt x="0" y="578"/>
                    <a:pt x="18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30"/>
            <p:cNvSpPr/>
            <p:nvPr/>
          </p:nvSpPr>
          <p:spPr>
            <a:xfrm>
              <a:off x="14780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30"/>
            <p:cNvSpPr/>
            <p:nvPr/>
          </p:nvSpPr>
          <p:spPr>
            <a:xfrm>
              <a:off x="1379975" y="2449425"/>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30"/>
            <p:cNvSpPr/>
            <p:nvPr/>
          </p:nvSpPr>
          <p:spPr>
            <a:xfrm>
              <a:off x="1281200" y="2449425"/>
              <a:ext cx="19025" cy="19025"/>
            </a:xfrm>
            <a:custGeom>
              <a:rect b="b" l="l" r="r" t="t"/>
              <a:pathLst>
                <a:path extrusionOk="0" h="761" w="761">
                  <a:moveTo>
                    <a:pt x="395" y="0"/>
                  </a:moveTo>
                  <a:cubicBezTo>
                    <a:pt x="183" y="0"/>
                    <a:pt x="0" y="152"/>
                    <a:pt x="0" y="365"/>
                  </a:cubicBezTo>
                  <a:cubicBezTo>
                    <a:pt x="0" y="578"/>
                    <a:pt x="183" y="760"/>
                    <a:pt x="395" y="760"/>
                  </a:cubicBezTo>
                  <a:cubicBezTo>
                    <a:pt x="578" y="760"/>
                    <a:pt x="760" y="578"/>
                    <a:pt x="760" y="365"/>
                  </a:cubicBezTo>
                  <a:cubicBezTo>
                    <a:pt x="760" y="152"/>
                    <a:pt x="57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30"/>
            <p:cNvSpPr/>
            <p:nvPr/>
          </p:nvSpPr>
          <p:spPr>
            <a:xfrm>
              <a:off x="11824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30"/>
            <p:cNvSpPr/>
            <p:nvPr/>
          </p:nvSpPr>
          <p:spPr>
            <a:xfrm>
              <a:off x="1084375" y="2449425"/>
              <a:ext cx="19025" cy="19025"/>
            </a:xfrm>
            <a:custGeom>
              <a:rect b="b" l="l" r="r" t="t"/>
              <a:pathLst>
                <a:path extrusionOk="0" h="761" w="761">
                  <a:moveTo>
                    <a:pt x="365" y="0"/>
                  </a:moveTo>
                  <a:cubicBezTo>
                    <a:pt x="153" y="0"/>
                    <a:pt x="1" y="152"/>
                    <a:pt x="1" y="365"/>
                  </a:cubicBezTo>
                  <a:cubicBezTo>
                    <a:pt x="1" y="578"/>
                    <a:pt x="153" y="760"/>
                    <a:pt x="365" y="760"/>
                  </a:cubicBezTo>
                  <a:cubicBezTo>
                    <a:pt x="578" y="760"/>
                    <a:pt x="761" y="578"/>
                    <a:pt x="761" y="365"/>
                  </a:cubicBezTo>
                  <a:cubicBezTo>
                    <a:pt x="761"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30"/>
            <p:cNvSpPr/>
            <p:nvPr/>
          </p:nvSpPr>
          <p:spPr>
            <a:xfrm>
              <a:off x="985600" y="2449425"/>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30"/>
            <p:cNvSpPr/>
            <p:nvPr/>
          </p:nvSpPr>
          <p:spPr>
            <a:xfrm>
              <a:off x="8868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30"/>
            <p:cNvSpPr/>
            <p:nvPr/>
          </p:nvSpPr>
          <p:spPr>
            <a:xfrm>
              <a:off x="788025" y="2449425"/>
              <a:ext cx="19025" cy="19025"/>
            </a:xfrm>
            <a:custGeom>
              <a:rect b="b" l="l" r="r" t="t"/>
              <a:pathLst>
                <a:path extrusionOk="0" h="761" w="761">
                  <a:moveTo>
                    <a:pt x="395" y="0"/>
                  </a:moveTo>
                  <a:cubicBezTo>
                    <a:pt x="183" y="0"/>
                    <a:pt x="0" y="152"/>
                    <a:pt x="0" y="365"/>
                  </a:cubicBezTo>
                  <a:cubicBezTo>
                    <a:pt x="0" y="578"/>
                    <a:pt x="183" y="760"/>
                    <a:pt x="395" y="760"/>
                  </a:cubicBezTo>
                  <a:cubicBezTo>
                    <a:pt x="608" y="760"/>
                    <a:pt x="760" y="578"/>
                    <a:pt x="760" y="365"/>
                  </a:cubicBezTo>
                  <a:cubicBezTo>
                    <a:pt x="760" y="152"/>
                    <a:pt x="60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30"/>
            <p:cNvSpPr/>
            <p:nvPr/>
          </p:nvSpPr>
          <p:spPr>
            <a:xfrm>
              <a:off x="690000" y="2449425"/>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30"/>
            <p:cNvSpPr/>
            <p:nvPr/>
          </p:nvSpPr>
          <p:spPr>
            <a:xfrm>
              <a:off x="5912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30"/>
            <p:cNvSpPr/>
            <p:nvPr/>
          </p:nvSpPr>
          <p:spPr>
            <a:xfrm>
              <a:off x="493175" y="2449425"/>
              <a:ext cx="19025" cy="19025"/>
            </a:xfrm>
            <a:custGeom>
              <a:rect b="b" l="l" r="r" t="t"/>
              <a:pathLst>
                <a:path extrusionOk="0" h="761" w="761">
                  <a:moveTo>
                    <a:pt x="366" y="0"/>
                  </a:moveTo>
                  <a:cubicBezTo>
                    <a:pt x="153" y="0"/>
                    <a:pt x="1" y="152"/>
                    <a:pt x="1" y="365"/>
                  </a:cubicBezTo>
                  <a:cubicBezTo>
                    <a:pt x="1" y="578"/>
                    <a:pt x="153" y="760"/>
                    <a:pt x="366" y="760"/>
                  </a:cubicBezTo>
                  <a:cubicBezTo>
                    <a:pt x="578" y="760"/>
                    <a:pt x="761" y="578"/>
                    <a:pt x="761" y="365"/>
                  </a:cubicBezTo>
                  <a:cubicBezTo>
                    <a:pt x="761" y="152"/>
                    <a:pt x="578" y="0"/>
                    <a:pt x="36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30"/>
            <p:cNvSpPr/>
            <p:nvPr/>
          </p:nvSpPr>
          <p:spPr>
            <a:xfrm>
              <a:off x="1675575" y="2362800"/>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30"/>
            <p:cNvSpPr/>
            <p:nvPr/>
          </p:nvSpPr>
          <p:spPr>
            <a:xfrm>
              <a:off x="1576800" y="2362800"/>
              <a:ext cx="19000" cy="19025"/>
            </a:xfrm>
            <a:custGeom>
              <a:rect b="b" l="l" r="r" t="t"/>
              <a:pathLst>
                <a:path extrusionOk="0" h="761" w="760">
                  <a:moveTo>
                    <a:pt x="365" y="0"/>
                  </a:moveTo>
                  <a:cubicBezTo>
                    <a:pt x="182" y="0"/>
                    <a:pt x="0" y="152"/>
                    <a:pt x="0" y="365"/>
                  </a:cubicBezTo>
                  <a:cubicBezTo>
                    <a:pt x="0" y="578"/>
                    <a:pt x="18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30"/>
            <p:cNvSpPr/>
            <p:nvPr/>
          </p:nvSpPr>
          <p:spPr>
            <a:xfrm>
              <a:off x="14780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30"/>
            <p:cNvSpPr/>
            <p:nvPr/>
          </p:nvSpPr>
          <p:spPr>
            <a:xfrm>
              <a:off x="1379975" y="2362800"/>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30"/>
            <p:cNvSpPr/>
            <p:nvPr/>
          </p:nvSpPr>
          <p:spPr>
            <a:xfrm>
              <a:off x="1281200" y="2362800"/>
              <a:ext cx="19025" cy="19025"/>
            </a:xfrm>
            <a:custGeom>
              <a:rect b="b" l="l" r="r" t="t"/>
              <a:pathLst>
                <a:path extrusionOk="0" h="761" w="761">
                  <a:moveTo>
                    <a:pt x="395" y="0"/>
                  </a:moveTo>
                  <a:cubicBezTo>
                    <a:pt x="183" y="0"/>
                    <a:pt x="0" y="152"/>
                    <a:pt x="0" y="365"/>
                  </a:cubicBezTo>
                  <a:cubicBezTo>
                    <a:pt x="0" y="578"/>
                    <a:pt x="183" y="760"/>
                    <a:pt x="395" y="760"/>
                  </a:cubicBezTo>
                  <a:cubicBezTo>
                    <a:pt x="578" y="760"/>
                    <a:pt x="760" y="578"/>
                    <a:pt x="760" y="365"/>
                  </a:cubicBezTo>
                  <a:cubicBezTo>
                    <a:pt x="760" y="152"/>
                    <a:pt x="57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30"/>
            <p:cNvSpPr/>
            <p:nvPr/>
          </p:nvSpPr>
          <p:spPr>
            <a:xfrm>
              <a:off x="11824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30"/>
            <p:cNvSpPr/>
            <p:nvPr/>
          </p:nvSpPr>
          <p:spPr>
            <a:xfrm>
              <a:off x="1084375" y="2362800"/>
              <a:ext cx="19025" cy="19025"/>
            </a:xfrm>
            <a:custGeom>
              <a:rect b="b" l="l" r="r" t="t"/>
              <a:pathLst>
                <a:path extrusionOk="0" h="761" w="761">
                  <a:moveTo>
                    <a:pt x="365" y="0"/>
                  </a:moveTo>
                  <a:cubicBezTo>
                    <a:pt x="153" y="0"/>
                    <a:pt x="1" y="152"/>
                    <a:pt x="1" y="365"/>
                  </a:cubicBezTo>
                  <a:cubicBezTo>
                    <a:pt x="1" y="578"/>
                    <a:pt x="153" y="760"/>
                    <a:pt x="365" y="760"/>
                  </a:cubicBezTo>
                  <a:cubicBezTo>
                    <a:pt x="578" y="760"/>
                    <a:pt x="761" y="578"/>
                    <a:pt x="761" y="365"/>
                  </a:cubicBezTo>
                  <a:cubicBezTo>
                    <a:pt x="761"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30"/>
            <p:cNvSpPr/>
            <p:nvPr/>
          </p:nvSpPr>
          <p:spPr>
            <a:xfrm>
              <a:off x="985600" y="2362800"/>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30"/>
            <p:cNvSpPr/>
            <p:nvPr/>
          </p:nvSpPr>
          <p:spPr>
            <a:xfrm>
              <a:off x="8868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30"/>
            <p:cNvSpPr/>
            <p:nvPr/>
          </p:nvSpPr>
          <p:spPr>
            <a:xfrm>
              <a:off x="788025" y="2362800"/>
              <a:ext cx="19025" cy="19025"/>
            </a:xfrm>
            <a:custGeom>
              <a:rect b="b" l="l" r="r" t="t"/>
              <a:pathLst>
                <a:path extrusionOk="0" h="761" w="761">
                  <a:moveTo>
                    <a:pt x="395" y="0"/>
                  </a:moveTo>
                  <a:cubicBezTo>
                    <a:pt x="183" y="0"/>
                    <a:pt x="0" y="152"/>
                    <a:pt x="0" y="365"/>
                  </a:cubicBezTo>
                  <a:cubicBezTo>
                    <a:pt x="0" y="578"/>
                    <a:pt x="183" y="760"/>
                    <a:pt x="395" y="760"/>
                  </a:cubicBezTo>
                  <a:cubicBezTo>
                    <a:pt x="608" y="760"/>
                    <a:pt x="760" y="578"/>
                    <a:pt x="760" y="365"/>
                  </a:cubicBezTo>
                  <a:cubicBezTo>
                    <a:pt x="760" y="152"/>
                    <a:pt x="60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30"/>
            <p:cNvSpPr/>
            <p:nvPr/>
          </p:nvSpPr>
          <p:spPr>
            <a:xfrm>
              <a:off x="690000" y="2362800"/>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30"/>
            <p:cNvSpPr/>
            <p:nvPr/>
          </p:nvSpPr>
          <p:spPr>
            <a:xfrm>
              <a:off x="5912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30"/>
            <p:cNvSpPr/>
            <p:nvPr/>
          </p:nvSpPr>
          <p:spPr>
            <a:xfrm>
              <a:off x="493175" y="2362800"/>
              <a:ext cx="19025" cy="19025"/>
            </a:xfrm>
            <a:custGeom>
              <a:rect b="b" l="l" r="r" t="t"/>
              <a:pathLst>
                <a:path extrusionOk="0" h="761" w="761">
                  <a:moveTo>
                    <a:pt x="366" y="0"/>
                  </a:moveTo>
                  <a:cubicBezTo>
                    <a:pt x="153" y="0"/>
                    <a:pt x="1" y="152"/>
                    <a:pt x="1" y="365"/>
                  </a:cubicBezTo>
                  <a:cubicBezTo>
                    <a:pt x="1" y="578"/>
                    <a:pt x="153" y="760"/>
                    <a:pt x="366" y="760"/>
                  </a:cubicBezTo>
                  <a:cubicBezTo>
                    <a:pt x="578" y="760"/>
                    <a:pt x="761" y="578"/>
                    <a:pt x="761" y="365"/>
                  </a:cubicBezTo>
                  <a:cubicBezTo>
                    <a:pt x="761" y="152"/>
                    <a:pt x="578" y="0"/>
                    <a:pt x="36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30"/>
            <p:cNvSpPr/>
            <p:nvPr/>
          </p:nvSpPr>
          <p:spPr>
            <a:xfrm>
              <a:off x="1675575" y="227540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30"/>
            <p:cNvSpPr/>
            <p:nvPr/>
          </p:nvSpPr>
          <p:spPr>
            <a:xfrm>
              <a:off x="1576800" y="2275400"/>
              <a:ext cx="19000" cy="19025"/>
            </a:xfrm>
            <a:custGeom>
              <a:rect b="b" l="l" r="r" t="t"/>
              <a:pathLst>
                <a:path extrusionOk="0" h="761" w="760">
                  <a:moveTo>
                    <a:pt x="365" y="1"/>
                  </a:moveTo>
                  <a:cubicBezTo>
                    <a:pt x="182" y="1"/>
                    <a:pt x="0" y="183"/>
                    <a:pt x="0" y="396"/>
                  </a:cubicBezTo>
                  <a:cubicBezTo>
                    <a:pt x="0" y="609"/>
                    <a:pt x="18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30"/>
            <p:cNvSpPr/>
            <p:nvPr/>
          </p:nvSpPr>
          <p:spPr>
            <a:xfrm>
              <a:off x="14780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30"/>
            <p:cNvSpPr/>
            <p:nvPr/>
          </p:nvSpPr>
          <p:spPr>
            <a:xfrm>
              <a:off x="1379975" y="227540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30"/>
            <p:cNvSpPr/>
            <p:nvPr/>
          </p:nvSpPr>
          <p:spPr>
            <a:xfrm>
              <a:off x="1281200" y="2275400"/>
              <a:ext cx="19025" cy="19025"/>
            </a:xfrm>
            <a:custGeom>
              <a:rect b="b" l="l" r="r" t="t"/>
              <a:pathLst>
                <a:path extrusionOk="0" h="761" w="761">
                  <a:moveTo>
                    <a:pt x="395" y="1"/>
                  </a:moveTo>
                  <a:cubicBezTo>
                    <a:pt x="183" y="1"/>
                    <a:pt x="0" y="183"/>
                    <a:pt x="0" y="396"/>
                  </a:cubicBezTo>
                  <a:cubicBezTo>
                    <a:pt x="0" y="609"/>
                    <a:pt x="183" y="761"/>
                    <a:pt x="395" y="761"/>
                  </a:cubicBezTo>
                  <a:cubicBezTo>
                    <a:pt x="578" y="761"/>
                    <a:pt x="760" y="609"/>
                    <a:pt x="760" y="396"/>
                  </a:cubicBezTo>
                  <a:cubicBezTo>
                    <a:pt x="760" y="18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30"/>
            <p:cNvSpPr/>
            <p:nvPr/>
          </p:nvSpPr>
          <p:spPr>
            <a:xfrm>
              <a:off x="11824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30"/>
            <p:cNvSpPr/>
            <p:nvPr/>
          </p:nvSpPr>
          <p:spPr>
            <a:xfrm>
              <a:off x="1084375" y="227540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1" y="609"/>
                    <a:pt x="761" y="396"/>
                  </a:cubicBezTo>
                  <a:cubicBezTo>
                    <a:pt x="761"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30"/>
            <p:cNvSpPr/>
            <p:nvPr/>
          </p:nvSpPr>
          <p:spPr>
            <a:xfrm>
              <a:off x="985600" y="227540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30"/>
            <p:cNvSpPr/>
            <p:nvPr/>
          </p:nvSpPr>
          <p:spPr>
            <a:xfrm>
              <a:off x="8868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30"/>
            <p:cNvSpPr/>
            <p:nvPr/>
          </p:nvSpPr>
          <p:spPr>
            <a:xfrm>
              <a:off x="788025" y="2275400"/>
              <a:ext cx="19025" cy="19025"/>
            </a:xfrm>
            <a:custGeom>
              <a:rect b="b" l="l" r="r" t="t"/>
              <a:pathLst>
                <a:path extrusionOk="0" h="761" w="761">
                  <a:moveTo>
                    <a:pt x="395" y="1"/>
                  </a:moveTo>
                  <a:cubicBezTo>
                    <a:pt x="183" y="1"/>
                    <a:pt x="0" y="183"/>
                    <a:pt x="0" y="396"/>
                  </a:cubicBezTo>
                  <a:cubicBezTo>
                    <a:pt x="0" y="609"/>
                    <a:pt x="183" y="761"/>
                    <a:pt x="395" y="761"/>
                  </a:cubicBezTo>
                  <a:cubicBezTo>
                    <a:pt x="608" y="761"/>
                    <a:pt x="760" y="609"/>
                    <a:pt x="760" y="396"/>
                  </a:cubicBezTo>
                  <a:cubicBezTo>
                    <a:pt x="760" y="18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30"/>
            <p:cNvSpPr/>
            <p:nvPr/>
          </p:nvSpPr>
          <p:spPr>
            <a:xfrm>
              <a:off x="690000" y="227540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30"/>
            <p:cNvSpPr/>
            <p:nvPr/>
          </p:nvSpPr>
          <p:spPr>
            <a:xfrm>
              <a:off x="5912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30"/>
            <p:cNvSpPr/>
            <p:nvPr/>
          </p:nvSpPr>
          <p:spPr>
            <a:xfrm>
              <a:off x="493175" y="2275400"/>
              <a:ext cx="19025" cy="19025"/>
            </a:xfrm>
            <a:custGeom>
              <a:rect b="b" l="l" r="r" t="t"/>
              <a:pathLst>
                <a:path extrusionOk="0" h="761" w="761">
                  <a:moveTo>
                    <a:pt x="366" y="1"/>
                  </a:moveTo>
                  <a:cubicBezTo>
                    <a:pt x="153" y="1"/>
                    <a:pt x="1" y="183"/>
                    <a:pt x="1" y="396"/>
                  </a:cubicBezTo>
                  <a:cubicBezTo>
                    <a:pt x="1" y="609"/>
                    <a:pt x="153" y="761"/>
                    <a:pt x="366" y="761"/>
                  </a:cubicBezTo>
                  <a:cubicBezTo>
                    <a:pt x="578" y="761"/>
                    <a:pt x="761" y="609"/>
                    <a:pt x="761" y="396"/>
                  </a:cubicBezTo>
                  <a:cubicBezTo>
                    <a:pt x="761" y="18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30"/>
            <p:cNvSpPr/>
            <p:nvPr/>
          </p:nvSpPr>
          <p:spPr>
            <a:xfrm>
              <a:off x="1675575" y="2188775"/>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30"/>
            <p:cNvSpPr/>
            <p:nvPr/>
          </p:nvSpPr>
          <p:spPr>
            <a:xfrm>
              <a:off x="1576800" y="2188775"/>
              <a:ext cx="19000" cy="19025"/>
            </a:xfrm>
            <a:custGeom>
              <a:rect b="b" l="l" r="r" t="t"/>
              <a:pathLst>
                <a:path extrusionOk="0" h="761" w="760">
                  <a:moveTo>
                    <a:pt x="365" y="1"/>
                  </a:moveTo>
                  <a:cubicBezTo>
                    <a:pt x="182" y="1"/>
                    <a:pt x="0" y="183"/>
                    <a:pt x="0" y="396"/>
                  </a:cubicBezTo>
                  <a:cubicBezTo>
                    <a:pt x="0" y="609"/>
                    <a:pt x="18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30"/>
            <p:cNvSpPr/>
            <p:nvPr/>
          </p:nvSpPr>
          <p:spPr>
            <a:xfrm>
              <a:off x="14780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30"/>
            <p:cNvSpPr/>
            <p:nvPr/>
          </p:nvSpPr>
          <p:spPr>
            <a:xfrm>
              <a:off x="1379975" y="2188775"/>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30"/>
            <p:cNvSpPr/>
            <p:nvPr/>
          </p:nvSpPr>
          <p:spPr>
            <a:xfrm>
              <a:off x="1281200" y="2188775"/>
              <a:ext cx="19025" cy="19025"/>
            </a:xfrm>
            <a:custGeom>
              <a:rect b="b" l="l" r="r" t="t"/>
              <a:pathLst>
                <a:path extrusionOk="0" h="761" w="761">
                  <a:moveTo>
                    <a:pt x="395" y="1"/>
                  </a:moveTo>
                  <a:cubicBezTo>
                    <a:pt x="183" y="1"/>
                    <a:pt x="0" y="183"/>
                    <a:pt x="0" y="396"/>
                  </a:cubicBezTo>
                  <a:cubicBezTo>
                    <a:pt x="0" y="609"/>
                    <a:pt x="183" y="761"/>
                    <a:pt x="395" y="761"/>
                  </a:cubicBezTo>
                  <a:cubicBezTo>
                    <a:pt x="578" y="761"/>
                    <a:pt x="760" y="609"/>
                    <a:pt x="760" y="396"/>
                  </a:cubicBezTo>
                  <a:cubicBezTo>
                    <a:pt x="760" y="18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30"/>
            <p:cNvSpPr/>
            <p:nvPr/>
          </p:nvSpPr>
          <p:spPr>
            <a:xfrm>
              <a:off x="11824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30"/>
            <p:cNvSpPr/>
            <p:nvPr/>
          </p:nvSpPr>
          <p:spPr>
            <a:xfrm>
              <a:off x="1084375" y="2188775"/>
              <a:ext cx="19025" cy="19025"/>
            </a:xfrm>
            <a:custGeom>
              <a:rect b="b" l="l" r="r" t="t"/>
              <a:pathLst>
                <a:path extrusionOk="0" h="761" w="761">
                  <a:moveTo>
                    <a:pt x="365" y="1"/>
                  </a:moveTo>
                  <a:cubicBezTo>
                    <a:pt x="153" y="1"/>
                    <a:pt x="1" y="183"/>
                    <a:pt x="1" y="396"/>
                  </a:cubicBezTo>
                  <a:cubicBezTo>
                    <a:pt x="1" y="609"/>
                    <a:pt x="153" y="761"/>
                    <a:pt x="365" y="761"/>
                  </a:cubicBezTo>
                  <a:cubicBezTo>
                    <a:pt x="578" y="761"/>
                    <a:pt x="761" y="609"/>
                    <a:pt x="761" y="396"/>
                  </a:cubicBezTo>
                  <a:cubicBezTo>
                    <a:pt x="761"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30"/>
            <p:cNvSpPr/>
            <p:nvPr/>
          </p:nvSpPr>
          <p:spPr>
            <a:xfrm>
              <a:off x="985600" y="2188775"/>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30"/>
            <p:cNvSpPr/>
            <p:nvPr/>
          </p:nvSpPr>
          <p:spPr>
            <a:xfrm>
              <a:off x="8868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30"/>
            <p:cNvSpPr/>
            <p:nvPr/>
          </p:nvSpPr>
          <p:spPr>
            <a:xfrm>
              <a:off x="788025" y="2188775"/>
              <a:ext cx="19025" cy="19025"/>
            </a:xfrm>
            <a:custGeom>
              <a:rect b="b" l="l" r="r" t="t"/>
              <a:pathLst>
                <a:path extrusionOk="0" h="761" w="761">
                  <a:moveTo>
                    <a:pt x="395" y="1"/>
                  </a:moveTo>
                  <a:cubicBezTo>
                    <a:pt x="183" y="1"/>
                    <a:pt x="0" y="183"/>
                    <a:pt x="0" y="396"/>
                  </a:cubicBezTo>
                  <a:cubicBezTo>
                    <a:pt x="0" y="609"/>
                    <a:pt x="183" y="761"/>
                    <a:pt x="395" y="761"/>
                  </a:cubicBezTo>
                  <a:cubicBezTo>
                    <a:pt x="608" y="761"/>
                    <a:pt x="760" y="609"/>
                    <a:pt x="760" y="396"/>
                  </a:cubicBezTo>
                  <a:cubicBezTo>
                    <a:pt x="760" y="18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30"/>
            <p:cNvSpPr/>
            <p:nvPr/>
          </p:nvSpPr>
          <p:spPr>
            <a:xfrm>
              <a:off x="690000" y="2188775"/>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30"/>
            <p:cNvSpPr/>
            <p:nvPr/>
          </p:nvSpPr>
          <p:spPr>
            <a:xfrm>
              <a:off x="5912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30"/>
            <p:cNvSpPr/>
            <p:nvPr/>
          </p:nvSpPr>
          <p:spPr>
            <a:xfrm>
              <a:off x="493175" y="2188775"/>
              <a:ext cx="19025" cy="19025"/>
            </a:xfrm>
            <a:custGeom>
              <a:rect b="b" l="l" r="r" t="t"/>
              <a:pathLst>
                <a:path extrusionOk="0" h="761" w="761">
                  <a:moveTo>
                    <a:pt x="366" y="1"/>
                  </a:moveTo>
                  <a:cubicBezTo>
                    <a:pt x="153" y="1"/>
                    <a:pt x="1" y="183"/>
                    <a:pt x="1" y="396"/>
                  </a:cubicBezTo>
                  <a:cubicBezTo>
                    <a:pt x="1" y="609"/>
                    <a:pt x="153" y="761"/>
                    <a:pt x="366" y="761"/>
                  </a:cubicBezTo>
                  <a:cubicBezTo>
                    <a:pt x="578" y="761"/>
                    <a:pt x="761" y="609"/>
                    <a:pt x="761" y="396"/>
                  </a:cubicBezTo>
                  <a:cubicBezTo>
                    <a:pt x="761" y="18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30"/>
            <p:cNvSpPr/>
            <p:nvPr/>
          </p:nvSpPr>
          <p:spPr>
            <a:xfrm>
              <a:off x="1675575" y="210215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30"/>
            <p:cNvSpPr/>
            <p:nvPr/>
          </p:nvSpPr>
          <p:spPr>
            <a:xfrm>
              <a:off x="1576800" y="2102150"/>
              <a:ext cx="19000" cy="19025"/>
            </a:xfrm>
            <a:custGeom>
              <a:rect b="b" l="l" r="r" t="t"/>
              <a:pathLst>
                <a:path extrusionOk="0" h="761" w="760">
                  <a:moveTo>
                    <a:pt x="365" y="1"/>
                  </a:moveTo>
                  <a:cubicBezTo>
                    <a:pt x="182" y="1"/>
                    <a:pt x="0" y="183"/>
                    <a:pt x="0" y="396"/>
                  </a:cubicBezTo>
                  <a:cubicBezTo>
                    <a:pt x="0" y="609"/>
                    <a:pt x="18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30"/>
            <p:cNvSpPr/>
            <p:nvPr/>
          </p:nvSpPr>
          <p:spPr>
            <a:xfrm>
              <a:off x="14780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30"/>
            <p:cNvSpPr/>
            <p:nvPr/>
          </p:nvSpPr>
          <p:spPr>
            <a:xfrm>
              <a:off x="1379975" y="210215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30"/>
            <p:cNvSpPr/>
            <p:nvPr/>
          </p:nvSpPr>
          <p:spPr>
            <a:xfrm>
              <a:off x="1281200" y="2102150"/>
              <a:ext cx="19025" cy="19025"/>
            </a:xfrm>
            <a:custGeom>
              <a:rect b="b" l="l" r="r" t="t"/>
              <a:pathLst>
                <a:path extrusionOk="0" h="761" w="761">
                  <a:moveTo>
                    <a:pt x="395" y="1"/>
                  </a:moveTo>
                  <a:cubicBezTo>
                    <a:pt x="183" y="1"/>
                    <a:pt x="0" y="183"/>
                    <a:pt x="0" y="396"/>
                  </a:cubicBezTo>
                  <a:cubicBezTo>
                    <a:pt x="0" y="609"/>
                    <a:pt x="183" y="761"/>
                    <a:pt x="395" y="761"/>
                  </a:cubicBezTo>
                  <a:cubicBezTo>
                    <a:pt x="578" y="761"/>
                    <a:pt x="760" y="609"/>
                    <a:pt x="760" y="396"/>
                  </a:cubicBezTo>
                  <a:cubicBezTo>
                    <a:pt x="760" y="18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30"/>
            <p:cNvSpPr/>
            <p:nvPr/>
          </p:nvSpPr>
          <p:spPr>
            <a:xfrm>
              <a:off x="11824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30"/>
            <p:cNvSpPr/>
            <p:nvPr/>
          </p:nvSpPr>
          <p:spPr>
            <a:xfrm>
              <a:off x="1084375" y="210215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1" y="609"/>
                    <a:pt x="761" y="396"/>
                  </a:cubicBezTo>
                  <a:cubicBezTo>
                    <a:pt x="761"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30"/>
            <p:cNvSpPr/>
            <p:nvPr/>
          </p:nvSpPr>
          <p:spPr>
            <a:xfrm>
              <a:off x="985600" y="210215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30"/>
            <p:cNvSpPr/>
            <p:nvPr/>
          </p:nvSpPr>
          <p:spPr>
            <a:xfrm>
              <a:off x="8868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30"/>
            <p:cNvSpPr/>
            <p:nvPr/>
          </p:nvSpPr>
          <p:spPr>
            <a:xfrm>
              <a:off x="788025" y="2102150"/>
              <a:ext cx="19025" cy="19025"/>
            </a:xfrm>
            <a:custGeom>
              <a:rect b="b" l="l" r="r" t="t"/>
              <a:pathLst>
                <a:path extrusionOk="0" h="761" w="761">
                  <a:moveTo>
                    <a:pt x="395" y="1"/>
                  </a:moveTo>
                  <a:cubicBezTo>
                    <a:pt x="183" y="1"/>
                    <a:pt x="0" y="183"/>
                    <a:pt x="0" y="396"/>
                  </a:cubicBezTo>
                  <a:cubicBezTo>
                    <a:pt x="0" y="609"/>
                    <a:pt x="183" y="761"/>
                    <a:pt x="395" y="761"/>
                  </a:cubicBezTo>
                  <a:cubicBezTo>
                    <a:pt x="608" y="761"/>
                    <a:pt x="760" y="609"/>
                    <a:pt x="760" y="396"/>
                  </a:cubicBezTo>
                  <a:cubicBezTo>
                    <a:pt x="760" y="18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30"/>
            <p:cNvSpPr/>
            <p:nvPr/>
          </p:nvSpPr>
          <p:spPr>
            <a:xfrm>
              <a:off x="690000" y="210215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30"/>
            <p:cNvSpPr/>
            <p:nvPr/>
          </p:nvSpPr>
          <p:spPr>
            <a:xfrm>
              <a:off x="5912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30"/>
            <p:cNvSpPr/>
            <p:nvPr/>
          </p:nvSpPr>
          <p:spPr>
            <a:xfrm>
              <a:off x="493175" y="2102150"/>
              <a:ext cx="19025" cy="19025"/>
            </a:xfrm>
            <a:custGeom>
              <a:rect b="b" l="l" r="r" t="t"/>
              <a:pathLst>
                <a:path extrusionOk="0" h="761" w="761">
                  <a:moveTo>
                    <a:pt x="366" y="1"/>
                  </a:moveTo>
                  <a:cubicBezTo>
                    <a:pt x="153" y="1"/>
                    <a:pt x="1" y="183"/>
                    <a:pt x="1" y="396"/>
                  </a:cubicBezTo>
                  <a:cubicBezTo>
                    <a:pt x="1" y="609"/>
                    <a:pt x="153" y="761"/>
                    <a:pt x="366" y="761"/>
                  </a:cubicBezTo>
                  <a:cubicBezTo>
                    <a:pt x="578" y="761"/>
                    <a:pt x="761" y="609"/>
                    <a:pt x="761" y="396"/>
                  </a:cubicBezTo>
                  <a:cubicBezTo>
                    <a:pt x="761" y="18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3" name="Google Shape;5033;p30"/>
          <p:cNvGrpSpPr/>
          <p:nvPr/>
        </p:nvGrpSpPr>
        <p:grpSpPr>
          <a:xfrm rot="5400000">
            <a:off x="8979043" y="-14449"/>
            <a:ext cx="702175" cy="1850350"/>
            <a:chOff x="6601575" y="3455900"/>
            <a:chExt cx="702175" cy="1850350"/>
          </a:xfrm>
        </p:grpSpPr>
        <p:sp>
          <p:nvSpPr>
            <p:cNvPr id="5034" name="Google Shape;5034;p30"/>
            <p:cNvSpPr/>
            <p:nvPr/>
          </p:nvSpPr>
          <p:spPr>
            <a:xfrm>
              <a:off x="6601575" y="5187675"/>
              <a:ext cx="118575" cy="118575"/>
            </a:xfrm>
            <a:custGeom>
              <a:rect b="b" l="l" r="r" t="t"/>
              <a:pathLst>
                <a:path extrusionOk="0" h="4743" w="4743">
                  <a:moveTo>
                    <a:pt x="1885" y="1"/>
                  </a:moveTo>
                  <a:lnTo>
                    <a:pt x="1885" y="1885"/>
                  </a:lnTo>
                  <a:lnTo>
                    <a:pt x="1" y="1885"/>
                  </a:lnTo>
                  <a:lnTo>
                    <a:pt x="1"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30"/>
            <p:cNvSpPr/>
            <p:nvPr/>
          </p:nvSpPr>
          <p:spPr>
            <a:xfrm>
              <a:off x="6601575" y="4994675"/>
              <a:ext cx="118575" cy="119325"/>
            </a:xfrm>
            <a:custGeom>
              <a:rect b="b" l="l" r="r" t="t"/>
              <a:pathLst>
                <a:path extrusionOk="0" h="4773" w="4743">
                  <a:moveTo>
                    <a:pt x="1885" y="0"/>
                  </a:moveTo>
                  <a:lnTo>
                    <a:pt x="1885" y="1915"/>
                  </a:lnTo>
                  <a:lnTo>
                    <a:pt x="1" y="1915"/>
                  </a:lnTo>
                  <a:lnTo>
                    <a:pt x="1" y="2858"/>
                  </a:lnTo>
                  <a:lnTo>
                    <a:pt x="1885" y="2858"/>
                  </a:lnTo>
                  <a:lnTo>
                    <a:pt x="1885" y="4772"/>
                  </a:lnTo>
                  <a:lnTo>
                    <a:pt x="2827" y="4772"/>
                  </a:lnTo>
                  <a:lnTo>
                    <a:pt x="2827" y="2858"/>
                  </a:lnTo>
                  <a:lnTo>
                    <a:pt x="4742" y="2858"/>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30"/>
            <p:cNvSpPr/>
            <p:nvPr/>
          </p:nvSpPr>
          <p:spPr>
            <a:xfrm>
              <a:off x="6601575" y="4802425"/>
              <a:ext cx="118575" cy="119325"/>
            </a:xfrm>
            <a:custGeom>
              <a:rect b="b" l="l" r="r" t="t"/>
              <a:pathLst>
                <a:path extrusionOk="0" h="4773" w="4743">
                  <a:moveTo>
                    <a:pt x="1885" y="0"/>
                  </a:moveTo>
                  <a:lnTo>
                    <a:pt x="1885" y="1915"/>
                  </a:lnTo>
                  <a:lnTo>
                    <a:pt x="1" y="1915"/>
                  </a:lnTo>
                  <a:lnTo>
                    <a:pt x="1" y="2857"/>
                  </a:lnTo>
                  <a:lnTo>
                    <a:pt x="1885" y="2857"/>
                  </a:lnTo>
                  <a:lnTo>
                    <a:pt x="1885" y="4772"/>
                  </a:lnTo>
                  <a:lnTo>
                    <a:pt x="2827" y="477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30"/>
            <p:cNvSpPr/>
            <p:nvPr/>
          </p:nvSpPr>
          <p:spPr>
            <a:xfrm>
              <a:off x="6601575" y="4610175"/>
              <a:ext cx="118575" cy="118550"/>
            </a:xfrm>
            <a:custGeom>
              <a:rect b="b" l="l" r="r" t="t"/>
              <a:pathLst>
                <a:path extrusionOk="0" h="4742" w="4743">
                  <a:moveTo>
                    <a:pt x="1885" y="0"/>
                  </a:moveTo>
                  <a:lnTo>
                    <a:pt x="1885" y="1915"/>
                  </a:lnTo>
                  <a:lnTo>
                    <a:pt x="1" y="1915"/>
                  </a:lnTo>
                  <a:lnTo>
                    <a:pt x="1" y="2857"/>
                  </a:lnTo>
                  <a:lnTo>
                    <a:pt x="1885" y="2857"/>
                  </a:lnTo>
                  <a:lnTo>
                    <a:pt x="1885" y="4742"/>
                  </a:lnTo>
                  <a:lnTo>
                    <a:pt x="2827" y="474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30"/>
            <p:cNvSpPr/>
            <p:nvPr/>
          </p:nvSpPr>
          <p:spPr>
            <a:xfrm>
              <a:off x="6601575" y="4417925"/>
              <a:ext cx="118575" cy="118550"/>
            </a:xfrm>
            <a:custGeom>
              <a:rect b="b" l="l" r="r" t="t"/>
              <a:pathLst>
                <a:path extrusionOk="0" h="4742" w="4743">
                  <a:moveTo>
                    <a:pt x="1885" y="0"/>
                  </a:moveTo>
                  <a:lnTo>
                    <a:pt x="1885" y="1915"/>
                  </a:lnTo>
                  <a:lnTo>
                    <a:pt x="1" y="1915"/>
                  </a:lnTo>
                  <a:lnTo>
                    <a:pt x="1" y="2857"/>
                  </a:lnTo>
                  <a:lnTo>
                    <a:pt x="1885" y="2857"/>
                  </a:lnTo>
                  <a:lnTo>
                    <a:pt x="1885" y="4742"/>
                  </a:lnTo>
                  <a:lnTo>
                    <a:pt x="2827" y="474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30"/>
            <p:cNvSpPr/>
            <p:nvPr/>
          </p:nvSpPr>
          <p:spPr>
            <a:xfrm>
              <a:off x="6601575" y="4225675"/>
              <a:ext cx="118575" cy="118550"/>
            </a:xfrm>
            <a:custGeom>
              <a:rect b="b" l="l" r="r" t="t"/>
              <a:pathLst>
                <a:path extrusionOk="0" h="4742" w="4743">
                  <a:moveTo>
                    <a:pt x="1885" y="0"/>
                  </a:moveTo>
                  <a:lnTo>
                    <a:pt x="1885" y="1885"/>
                  </a:lnTo>
                  <a:lnTo>
                    <a:pt x="1" y="1885"/>
                  </a:lnTo>
                  <a:lnTo>
                    <a:pt x="1" y="2857"/>
                  </a:lnTo>
                  <a:lnTo>
                    <a:pt x="1885" y="2857"/>
                  </a:lnTo>
                  <a:lnTo>
                    <a:pt x="1885" y="4742"/>
                  </a:lnTo>
                  <a:lnTo>
                    <a:pt x="2827" y="4742"/>
                  </a:lnTo>
                  <a:lnTo>
                    <a:pt x="2827" y="2857"/>
                  </a:lnTo>
                  <a:lnTo>
                    <a:pt x="4742" y="2857"/>
                  </a:lnTo>
                  <a:lnTo>
                    <a:pt x="4742" y="1885"/>
                  </a:lnTo>
                  <a:lnTo>
                    <a:pt x="2827" y="188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30"/>
            <p:cNvSpPr/>
            <p:nvPr/>
          </p:nvSpPr>
          <p:spPr>
            <a:xfrm>
              <a:off x="6601575" y="4033400"/>
              <a:ext cx="118575" cy="118575"/>
            </a:xfrm>
            <a:custGeom>
              <a:rect b="b" l="l" r="r" t="t"/>
              <a:pathLst>
                <a:path extrusionOk="0" h="4743" w="4743">
                  <a:moveTo>
                    <a:pt x="1885" y="1"/>
                  </a:moveTo>
                  <a:lnTo>
                    <a:pt x="1885" y="1885"/>
                  </a:lnTo>
                  <a:lnTo>
                    <a:pt x="1" y="1885"/>
                  </a:lnTo>
                  <a:lnTo>
                    <a:pt x="1"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30"/>
            <p:cNvSpPr/>
            <p:nvPr/>
          </p:nvSpPr>
          <p:spPr>
            <a:xfrm>
              <a:off x="6601575" y="3841150"/>
              <a:ext cx="118575" cy="118575"/>
            </a:xfrm>
            <a:custGeom>
              <a:rect b="b" l="l" r="r" t="t"/>
              <a:pathLst>
                <a:path extrusionOk="0" h="4743" w="4743">
                  <a:moveTo>
                    <a:pt x="1885" y="1"/>
                  </a:moveTo>
                  <a:lnTo>
                    <a:pt x="1885" y="1885"/>
                  </a:lnTo>
                  <a:lnTo>
                    <a:pt x="1" y="1885"/>
                  </a:lnTo>
                  <a:lnTo>
                    <a:pt x="1"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30"/>
            <p:cNvSpPr/>
            <p:nvPr/>
          </p:nvSpPr>
          <p:spPr>
            <a:xfrm>
              <a:off x="6601575" y="3648900"/>
              <a:ext cx="118575" cy="118575"/>
            </a:xfrm>
            <a:custGeom>
              <a:rect b="b" l="l" r="r" t="t"/>
              <a:pathLst>
                <a:path extrusionOk="0" h="4743" w="4743">
                  <a:moveTo>
                    <a:pt x="1885" y="1"/>
                  </a:moveTo>
                  <a:lnTo>
                    <a:pt x="1885" y="1885"/>
                  </a:lnTo>
                  <a:lnTo>
                    <a:pt x="1" y="1885"/>
                  </a:lnTo>
                  <a:lnTo>
                    <a:pt x="1" y="2828"/>
                  </a:lnTo>
                  <a:lnTo>
                    <a:pt x="1885" y="2828"/>
                  </a:lnTo>
                  <a:lnTo>
                    <a:pt x="1885" y="4742"/>
                  </a:lnTo>
                  <a:lnTo>
                    <a:pt x="2827" y="4742"/>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30"/>
            <p:cNvSpPr/>
            <p:nvPr/>
          </p:nvSpPr>
          <p:spPr>
            <a:xfrm>
              <a:off x="6796100" y="5187675"/>
              <a:ext cx="118575" cy="118575"/>
            </a:xfrm>
            <a:custGeom>
              <a:rect b="b" l="l" r="r" t="t"/>
              <a:pathLst>
                <a:path extrusionOk="0" h="4743" w="4743">
                  <a:moveTo>
                    <a:pt x="1885" y="1"/>
                  </a:moveTo>
                  <a:lnTo>
                    <a:pt x="1885" y="1885"/>
                  </a:lnTo>
                  <a:lnTo>
                    <a:pt x="1" y="1885"/>
                  </a:lnTo>
                  <a:lnTo>
                    <a:pt x="1" y="2828"/>
                  </a:lnTo>
                  <a:lnTo>
                    <a:pt x="1885" y="2828"/>
                  </a:lnTo>
                  <a:lnTo>
                    <a:pt x="1885" y="4743"/>
                  </a:lnTo>
                  <a:lnTo>
                    <a:pt x="2828" y="4743"/>
                  </a:lnTo>
                  <a:lnTo>
                    <a:pt x="2828" y="2828"/>
                  </a:lnTo>
                  <a:lnTo>
                    <a:pt x="4743" y="2828"/>
                  </a:lnTo>
                  <a:lnTo>
                    <a:pt x="4743" y="1885"/>
                  </a:lnTo>
                  <a:lnTo>
                    <a:pt x="2828" y="1885"/>
                  </a:lnTo>
                  <a:lnTo>
                    <a:pt x="28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30"/>
            <p:cNvSpPr/>
            <p:nvPr/>
          </p:nvSpPr>
          <p:spPr>
            <a:xfrm>
              <a:off x="6796100" y="4994675"/>
              <a:ext cx="118575" cy="119325"/>
            </a:xfrm>
            <a:custGeom>
              <a:rect b="b" l="l" r="r" t="t"/>
              <a:pathLst>
                <a:path extrusionOk="0" h="4773" w="4743">
                  <a:moveTo>
                    <a:pt x="1885" y="0"/>
                  </a:moveTo>
                  <a:lnTo>
                    <a:pt x="1885" y="1915"/>
                  </a:lnTo>
                  <a:lnTo>
                    <a:pt x="1" y="1915"/>
                  </a:lnTo>
                  <a:lnTo>
                    <a:pt x="1" y="2858"/>
                  </a:lnTo>
                  <a:lnTo>
                    <a:pt x="1885" y="2858"/>
                  </a:lnTo>
                  <a:lnTo>
                    <a:pt x="1885" y="4772"/>
                  </a:lnTo>
                  <a:lnTo>
                    <a:pt x="2828" y="4772"/>
                  </a:lnTo>
                  <a:lnTo>
                    <a:pt x="2828" y="2858"/>
                  </a:lnTo>
                  <a:lnTo>
                    <a:pt x="4743" y="2858"/>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30"/>
            <p:cNvSpPr/>
            <p:nvPr/>
          </p:nvSpPr>
          <p:spPr>
            <a:xfrm>
              <a:off x="6796100" y="4802425"/>
              <a:ext cx="118575" cy="119325"/>
            </a:xfrm>
            <a:custGeom>
              <a:rect b="b" l="l" r="r" t="t"/>
              <a:pathLst>
                <a:path extrusionOk="0" h="4773" w="4743">
                  <a:moveTo>
                    <a:pt x="1885" y="0"/>
                  </a:moveTo>
                  <a:lnTo>
                    <a:pt x="1885" y="1915"/>
                  </a:lnTo>
                  <a:lnTo>
                    <a:pt x="1" y="1915"/>
                  </a:lnTo>
                  <a:lnTo>
                    <a:pt x="1" y="2857"/>
                  </a:lnTo>
                  <a:lnTo>
                    <a:pt x="1885" y="2857"/>
                  </a:lnTo>
                  <a:lnTo>
                    <a:pt x="1885" y="4772"/>
                  </a:lnTo>
                  <a:lnTo>
                    <a:pt x="2828" y="4772"/>
                  </a:lnTo>
                  <a:lnTo>
                    <a:pt x="2828" y="2857"/>
                  </a:lnTo>
                  <a:lnTo>
                    <a:pt x="4743" y="2857"/>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30"/>
            <p:cNvSpPr/>
            <p:nvPr/>
          </p:nvSpPr>
          <p:spPr>
            <a:xfrm>
              <a:off x="6796100" y="4610175"/>
              <a:ext cx="118575" cy="118550"/>
            </a:xfrm>
            <a:custGeom>
              <a:rect b="b" l="l" r="r" t="t"/>
              <a:pathLst>
                <a:path extrusionOk="0" h="4742" w="4743">
                  <a:moveTo>
                    <a:pt x="1885" y="0"/>
                  </a:moveTo>
                  <a:lnTo>
                    <a:pt x="1885" y="1915"/>
                  </a:lnTo>
                  <a:lnTo>
                    <a:pt x="1" y="1915"/>
                  </a:lnTo>
                  <a:lnTo>
                    <a:pt x="1" y="2857"/>
                  </a:lnTo>
                  <a:lnTo>
                    <a:pt x="1885" y="2857"/>
                  </a:lnTo>
                  <a:lnTo>
                    <a:pt x="1885" y="4742"/>
                  </a:lnTo>
                  <a:lnTo>
                    <a:pt x="2828" y="4742"/>
                  </a:lnTo>
                  <a:lnTo>
                    <a:pt x="2828" y="2857"/>
                  </a:lnTo>
                  <a:lnTo>
                    <a:pt x="4743" y="2857"/>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30"/>
            <p:cNvSpPr/>
            <p:nvPr/>
          </p:nvSpPr>
          <p:spPr>
            <a:xfrm>
              <a:off x="6796100" y="4417925"/>
              <a:ext cx="118575" cy="118550"/>
            </a:xfrm>
            <a:custGeom>
              <a:rect b="b" l="l" r="r" t="t"/>
              <a:pathLst>
                <a:path extrusionOk="0" h="4742" w="4743">
                  <a:moveTo>
                    <a:pt x="1885" y="0"/>
                  </a:moveTo>
                  <a:lnTo>
                    <a:pt x="1885" y="1915"/>
                  </a:lnTo>
                  <a:lnTo>
                    <a:pt x="1" y="1915"/>
                  </a:lnTo>
                  <a:lnTo>
                    <a:pt x="1" y="2857"/>
                  </a:lnTo>
                  <a:lnTo>
                    <a:pt x="1885" y="2857"/>
                  </a:lnTo>
                  <a:lnTo>
                    <a:pt x="1885" y="4742"/>
                  </a:lnTo>
                  <a:lnTo>
                    <a:pt x="2828" y="4742"/>
                  </a:lnTo>
                  <a:lnTo>
                    <a:pt x="2828" y="2857"/>
                  </a:lnTo>
                  <a:lnTo>
                    <a:pt x="4743" y="2857"/>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30"/>
            <p:cNvSpPr/>
            <p:nvPr/>
          </p:nvSpPr>
          <p:spPr>
            <a:xfrm>
              <a:off x="6796100" y="4225675"/>
              <a:ext cx="118575" cy="118550"/>
            </a:xfrm>
            <a:custGeom>
              <a:rect b="b" l="l" r="r" t="t"/>
              <a:pathLst>
                <a:path extrusionOk="0" h="4742" w="4743">
                  <a:moveTo>
                    <a:pt x="1885" y="0"/>
                  </a:moveTo>
                  <a:lnTo>
                    <a:pt x="1885" y="1885"/>
                  </a:lnTo>
                  <a:lnTo>
                    <a:pt x="1" y="1885"/>
                  </a:lnTo>
                  <a:lnTo>
                    <a:pt x="1" y="2857"/>
                  </a:lnTo>
                  <a:lnTo>
                    <a:pt x="1885" y="2857"/>
                  </a:lnTo>
                  <a:lnTo>
                    <a:pt x="1885" y="4742"/>
                  </a:lnTo>
                  <a:lnTo>
                    <a:pt x="2828" y="4742"/>
                  </a:lnTo>
                  <a:lnTo>
                    <a:pt x="2828" y="2857"/>
                  </a:lnTo>
                  <a:lnTo>
                    <a:pt x="4743" y="2857"/>
                  </a:lnTo>
                  <a:lnTo>
                    <a:pt x="4743" y="1885"/>
                  </a:lnTo>
                  <a:lnTo>
                    <a:pt x="2828" y="188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30"/>
            <p:cNvSpPr/>
            <p:nvPr/>
          </p:nvSpPr>
          <p:spPr>
            <a:xfrm>
              <a:off x="6796100" y="4033400"/>
              <a:ext cx="118575" cy="118575"/>
            </a:xfrm>
            <a:custGeom>
              <a:rect b="b" l="l" r="r" t="t"/>
              <a:pathLst>
                <a:path extrusionOk="0" h="4743" w="4743">
                  <a:moveTo>
                    <a:pt x="1885" y="1"/>
                  </a:moveTo>
                  <a:lnTo>
                    <a:pt x="1885" y="1885"/>
                  </a:lnTo>
                  <a:lnTo>
                    <a:pt x="1" y="1885"/>
                  </a:lnTo>
                  <a:lnTo>
                    <a:pt x="1" y="2828"/>
                  </a:lnTo>
                  <a:lnTo>
                    <a:pt x="1885" y="2828"/>
                  </a:lnTo>
                  <a:lnTo>
                    <a:pt x="1885" y="4743"/>
                  </a:lnTo>
                  <a:lnTo>
                    <a:pt x="2828" y="4743"/>
                  </a:lnTo>
                  <a:lnTo>
                    <a:pt x="2828" y="2828"/>
                  </a:lnTo>
                  <a:lnTo>
                    <a:pt x="4743" y="2828"/>
                  </a:lnTo>
                  <a:lnTo>
                    <a:pt x="4743" y="1885"/>
                  </a:lnTo>
                  <a:lnTo>
                    <a:pt x="2828" y="1885"/>
                  </a:lnTo>
                  <a:lnTo>
                    <a:pt x="28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30"/>
            <p:cNvSpPr/>
            <p:nvPr/>
          </p:nvSpPr>
          <p:spPr>
            <a:xfrm>
              <a:off x="6796100" y="3841150"/>
              <a:ext cx="118575" cy="118575"/>
            </a:xfrm>
            <a:custGeom>
              <a:rect b="b" l="l" r="r" t="t"/>
              <a:pathLst>
                <a:path extrusionOk="0" h="4743" w="4743">
                  <a:moveTo>
                    <a:pt x="1885" y="1"/>
                  </a:moveTo>
                  <a:lnTo>
                    <a:pt x="1885" y="1885"/>
                  </a:lnTo>
                  <a:lnTo>
                    <a:pt x="1" y="1885"/>
                  </a:lnTo>
                  <a:lnTo>
                    <a:pt x="1" y="2828"/>
                  </a:lnTo>
                  <a:lnTo>
                    <a:pt x="1885" y="2828"/>
                  </a:lnTo>
                  <a:lnTo>
                    <a:pt x="1885" y="4743"/>
                  </a:lnTo>
                  <a:lnTo>
                    <a:pt x="2828" y="4743"/>
                  </a:lnTo>
                  <a:lnTo>
                    <a:pt x="2828" y="2828"/>
                  </a:lnTo>
                  <a:lnTo>
                    <a:pt x="4743" y="2828"/>
                  </a:lnTo>
                  <a:lnTo>
                    <a:pt x="4743" y="1885"/>
                  </a:lnTo>
                  <a:lnTo>
                    <a:pt x="2828" y="1885"/>
                  </a:lnTo>
                  <a:lnTo>
                    <a:pt x="28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30"/>
            <p:cNvSpPr/>
            <p:nvPr/>
          </p:nvSpPr>
          <p:spPr>
            <a:xfrm>
              <a:off x="6796100" y="3648900"/>
              <a:ext cx="118575" cy="118575"/>
            </a:xfrm>
            <a:custGeom>
              <a:rect b="b" l="l" r="r" t="t"/>
              <a:pathLst>
                <a:path extrusionOk="0" h="4743" w="4743">
                  <a:moveTo>
                    <a:pt x="1885" y="1"/>
                  </a:moveTo>
                  <a:lnTo>
                    <a:pt x="1885" y="1885"/>
                  </a:lnTo>
                  <a:lnTo>
                    <a:pt x="1" y="1885"/>
                  </a:lnTo>
                  <a:lnTo>
                    <a:pt x="1" y="2828"/>
                  </a:lnTo>
                  <a:lnTo>
                    <a:pt x="1885" y="2828"/>
                  </a:lnTo>
                  <a:lnTo>
                    <a:pt x="1885" y="4742"/>
                  </a:lnTo>
                  <a:lnTo>
                    <a:pt x="2828" y="4742"/>
                  </a:lnTo>
                  <a:lnTo>
                    <a:pt x="2828" y="2828"/>
                  </a:lnTo>
                  <a:lnTo>
                    <a:pt x="4743" y="2828"/>
                  </a:lnTo>
                  <a:lnTo>
                    <a:pt x="4743" y="1885"/>
                  </a:lnTo>
                  <a:lnTo>
                    <a:pt x="2828" y="1885"/>
                  </a:lnTo>
                  <a:lnTo>
                    <a:pt x="28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30"/>
            <p:cNvSpPr/>
            <p:nvPr/>
          </p:nvSpPr>
          <p:spPr>
            <a:xfrm>
              <a:off x="6990650" y="5187675"/>
              <a:ext cx="118550" cy="118575"/>
            </a:xfrm>
            <a:custGeom>
              <a:rect b="b" l="l" r="r" t="t"/>
              <a:pathLst>
                <a:path extrusionOk="0" h="4743" w="4742">
                  <a:moveTo>
                    <a:pt x="1885" y="1"/>
                  </a:moveTo>
                  <a:lnTo>
                    <a:pt x="1885" y="1885"/>
                  </a:lnTo>
                  <a:lnTo>
                    <a:pt x="0" y="1885"/>
                  </a:lnTo>
                  <a:lnTo>
                    <a:pt x="0"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30"/>
            <p:cNvSpPr/>
            <p:nvPr/>
          </p:nvSpPr>
          <p:spPr>
            <a:xfrm>
              <a:off x="6990650" y="4994675"/>
              <a:ext cx="118550" cy="119325"/>
            </a:xfrm>
            <a:custGeom>
              <a:rect b="b" l="l" r="r" t="t"/>
              <a:pathLst>
                <a:path extrusionOk="0" h="4773" w="4742">
                  <a:moveTo>
                    <a:pt x="1885" y="0"/>
                  </a:moveTo>
                  <a:lnTo>
                    <a:pt x="1885" y="1915"/>
                  </a:lnTo>
                  <a:lnTo>
                    <a:pt x="0" y="1915"/>
                  </a:lnTo>
                  <a:lnTo>
                    <a:pt x="0" y="2858"/>
                  </a:lnTo>
                  <a:lnTo>
                    <a:pt x="1885" y="2858"/>
                  </a:lnTo>
                  <a:lnTo>
                    <a:pt x="1885" y="4772"/>
                  </a:lnTo>
                  <a:lnTo>
                    <a:pt x="2827" y="4772"/>
                  </a:lnTo>
                  <a:lnTo>
                    <a:pt x="2827" y="2858"/>
                  </a:lnTo>
                  <a:lnTo>
                    <a:pt x="4742" y="2858"/>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30"/>
            <p:cNvSpPr/>
            <p:nvPr/>
          </p:nvSpPr>
          <p:spPr>
            <a:xfrm>
              <a:off x="6990650" y="4802425"/>
              <a:ext cx="118550" cy="119325"/>
            </a:xfrm>
            <a:custGeom>
              <a:rect b="b" l="l" r="r" t="t"/>
              <a:pathLst>
                <a:path extrusionOk="0" h="4773" w="4742">
                  <a:moveTo>
                    <a:pt x="1885" y="0"/>
                  </a:moveTo>
                  <a:lnTo>
                    <a:pt x="1885" y="1915"/>
                  </a:lnTo>
                  <a:lnTo>
                    <a:pt x="0" y="1915"/>
                  </a:lnTo>
                  <a:lnTo>
                    <a:pt x="0" y="2857"/>
                  </a:lnTo>
                  <a:lnTo>
                    <a:pt x="1885" y="2857"/>
                  </a:lnTo>
                  <a:lnTo>
                    <a:pt x="1885" y="4772"/>
                  </a:lnTo>
                  <a:lnTo>
                    <a:pt x="2827" y="477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30"/>
            <p:cNvSpPr/>
            <p:nvPr/>
          </p:nvSpPr>
          <p:spPr>
            <a:xfrm>
              <a:off x="6990650" y="4610175"/>
              <a:ext cx="118550" cy="118550"/>
            </a:xfrm>
            <a:custGeom>
              <a:rect b="b" l="l" r="r" t="t"/>
              <a:pathLst>
                <a:path extrusionOk="0" h="4742" w="4742">
                  <a:moveTo>
                    <a:pt x="1885" y="0"/>
                  </a:moveTo>
                  <a:lnTo>
                    <a:pt x="1885" y="1915"/>
                  </a:lnTo>
                  <a:lnTo>
                    <a:pt x="0" y="1915"/>
                  </a:lnTo>
                  <a:lnTo>
                    <a:pt x="0" y="2857"/>
                  </a:lnTo>
                  <a:lnTo>
                    <a:pt x="1885" y="2857"/>
                  </a:lnTo>
                  <a:lnTo>
                    <a:pt x="1885" y="4742"/>
                  </a:lnTo>
                  <a:lnTo>
                    <a:pt x="2827" y="474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30"/>
            <p:cNvSpPr/>
            <p:nvPr/>
          </p:nvSpPr>
          <p:spPr>
            <a:xfrm>
              <a:off x="6990650" y="4417925"/>
              <a:ext cx="118550" cy="118550"/>
            </a:xfrm>
            <a:custGeom>
              <a:rect b="b" l="l" r="r" t="t"/>
              <a:pathLst>
                <a:path extrusionOk="0" h="4742" w="4742">
                  <a:moveTo>
                    <a:pt x="1885" y="0"/>
                  </a:moveTo>
                  <a:lnTo>
                    <a:pt x="1885" y="1915"/>
                  </a:lnTo>
                  <a:lnTo>
                    <a:pt x="0" y="1915"/>
                  </a:lnTo>
                  <a:lnTo>
                    <a:pt x="0" y="2857"/>
                  </a:lnTo>
                  <a:lnTo>
                    <a:pt x="1885" y="2857"/>
                  </a:lnTo>
                  <a:lnTo>
                    <a:pt x="1885" y="4742"/>
                  </a:lnTo>
                  <a:lnTo>
                    <a:pt x="2827" y="474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30"/>
            <p:cNvSpPr/>
            <p:nvPr/>
          </p:nvSpPr>
          <p:spPr>
            <a:xfrm>
              <a:off x="6990650" y="4225675"/>
              <a:ext cx="118550" cy="118550"/>
            </a:xfrm>
            <a:custGeom>
              <a:rect b="b" l="l" r="r" t="t"/>
              <a:pathLst>
                <a:path extrusionOk="0" h="4742" w="4742">
                  <a:moveTo>
                    <a:pt x="1885" y="0"/>
                  </a:moveTo>
                  <a:lnTo>
                    <a:pt x="1885" y="1885"/>
                  </a:lnTo>
                  <a:lnTo>
                    <a:pt x="0" y="1885"/>
                  </a:lnTo>
                  <a:lnTo>
                    <a:pt x="0" y="2857"/>
                  </a:lnTo>
                  <a:lnTo>
                    <a:pt x="1885" y="2857"/>
                  </a:lnTo>
                  <a:lnTo>
                    <a:pt x="1885" y="4742"/>
                  </a:lnTo>
                  <a:lnTo>
                    <a:pt x="2827" y="4742"/>
                  </a:lnTo>
                  <a:lnTo>
                    <a:pt x="2827" y="2857"/>
                  </a:lnTo>
                  <a:lnTo>
                    <a:pt x="4742" y="2857"/>
                  </a:lnTo>
                  <a:lnTo>
                    <a:pt x="4742" y="1885"/>
                  </a:lnTo>
                  <a:lnTo>
                    <a:pt x="2827" y="188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30"/>
            <p:cNvSpPr/>
            <p:nvPr/>
          </p:nvSpPr>
          <p:spPr>
            <a:xfrm>
              <a:off x="6990650" y="4033400"/>
              <a:ext cx="118550" cy="118575"/>
            </a:xfrm>
            <a:custGeom>
              <a:rect b="b" l="l" r="r" t="t"/>
              <a:pathLst>
                <a:path extrusionOk="0" h="4743" w="4742">
                  <a:moveTo>
                    <a:pt x="1885" y="1"/>
                  </a:moveTo>
                  <a:lnTo>
                    <a:pt x="1885" y="1885"/>
                  </a:lnTo>
                  <a:lnTo>
                    <a:pt x="0" y="1885"/>
                  </a:lnTo>
                  <a:lnTo>
                    <a:pt x="0"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30"/>
            <p:cNvSpPr/>
            <p:nvPr/>
          </p:nvSpPr>
          <p:spPr>
            <a:xfrm>
              <a:off x="6990650" y="3841150"/>
              <a:ext cx="118550" cy="118575"/>
            </a:xfrm>
            <a:custGeom>
              <a:rect b="b" l="l" r="r" t="t"/>
              <a:pathLst>
                <a:path extrusionOk="0" h="4743" w="4742">
                  <a:moveTo>
                    <a:pt x="1885" y="1"/>
                  </a:moveTo>
                  <a:lnTo>
                    <a:pt x="1885" y="1885"/>
                  </a:lnTo>
                  <a:lnTo>
                    <a:pt x="0" y="1885"/>
                  </a:lnTo>
                  <a:lnTo>
                    <a:pt x="0"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30"/>
            <p:cNvSpPr/>
            <p:nvPr/>
          </p:nvSpPr>
          <p:spPr>
            <a:xfrm>
              <a:off x="6990650" y="3648900"/>
              <a:ext cx="118550" cy="118575"/>
            </a:xfrm>
            <a:custGeom>
              <a:rect b="b" l="l" r="r" t="t"/>
              <a:pathLst>
                <a:path extrusionOk="0" h="4743" w="4742">
                  <a:moveTo>
                    <a:pt x="1885" y="1"/>
                  </a:moveTo>
                  <a:lnTo>
                    <a:pt x="1885" y="1885"/>
                  </a:lnTo>
                  <a:lnTo>
                    <a:pt x="0" y="1885"/>
                  </a:lnTo>
                  <a:lnTo>
                    <a:pt x="0" y="2828"/>
                  </a:lnTo>
                  <a:lnTo>
                    <a:pt x="1885" y="2828"/>
                  </a:lnTo>
                  <a:lnTo>
                    <a:pt x="1885" y="4742"/>
                  </a:lnTo>
                  <a:lnTo>
                    <a:pt x="2827" y="4742"/>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30"/>
            <p:cNvSpPr/>
            <p:nvPr/>
          </p:nvSpPr>
          <p:spPr>
            <a:xfrm>
              <a:off x="7184425" y="5187675"/>
              <a:ext cx="119325" cy="118575"/>
            </a:xfrm>
            <a:custGeom>
              <a:rect b="b" l="l" r="r" t="t"/>
              <a:pathLst>
                <a:path extrusionOk="0" h="4743" w="4773">
                  <a:moveTo>
                    <a:pt x="1915" y="1"/>
                  </a:moveTo>
                  <a:lnTo>
                    <a:pt x="1915" y="1885"/>
                  </a:lnTo>
                  <a:lnTo>
                    <a:pt x="0" y="1885"/>
                  </a:lnTo>
                  <a:lnTo>
                    <a:pt x="0" y="2828"/>
                  </a:lnTo>
                  <a:lnTo>
                    <a:pt x="1915" y="2828"/>
                  </a:lnTo>
                  <a:lnTo>
                    <a:pt x="1915" y="4743"/>
                  </a:lnTo>
                  <a:lnTo>
                    <a:pt x="2857" y="4743"/>
                  </a:lnTo>
                  <a:lnTo>
                    <a:pt x="2857" y="2828"/>
                  </a:lnTo>
                  <a:lnTo>
                    <a:pt x="4772" y="2828"/>
                  </a:lnTo>
                  <a:lnTo>
                    <a:pt x="4772" y="1885"/>
                  </a:lnTo>
                  <a:lnTo>
                    <a:pt x="2857" y="1885"/>
                  </a:lnTo>
                  <a:lnTo>
                    <a:pt x="285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30"/>
            <p:cNvSpPr/>
            <p:nvPr/>
          </p:nvSpPr>
          <p:spPr>
            <a:xfrm>
              <a:off x="7184425" y="4994675"/>
              <a:ext cx="119325" cy="119325"/>
            </a:xfrm>
            <a:custGeom>
              <a:rect b="b" l="l" r="r" t="t"/>
              <a:pathLst>
                <a:path extrusionOk="0" h="4773" w="4773">
                  <a:moveTo>
                    <a:pt x="1915" y="0"/>
                  </a:moveTo>
                  <a:lnTo>
                    <a:pt x="1915" y="1915"/>
                  </a:lnTo>
                  <a:lnTo>
                    <a:pt x="0" y="1915"/>
                  </a:lnTo>
                  <a:lnTo>
                    <a:pt x="0" y="2858"/>
                  </a:lnTo>
                  <a:lnTo>
                    <a:pt x="1915" y="2858"/>
                  </a:lnTo>
                  <a:lnTo>
                    <a:pt x="1915" y="4772"/>
                  </a:lnTo>
                  <a:lnTo>
                    <a:pt x="2857" y="4772"/>
                  </a:lnTo>
                  <a:lnTo>
                    <a:pt x="2857" y="2858"/>
                  </a:lnTo>
                  <a:lnTo>
                    <a:pt x="4772" y="2858"/>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30"/>
            <p:cNvSpPr/>
            <p:nvPr/>
          </p:nvSpPr>
          <p:spPr>
            <a:xfrm>
              <a:off x="7184425" y="4802425"/>
              <a:ext cx="119325" cy="119325"/>
            </a:xfrm>
            <a:custGeom>
              <a:rect b="b" l="l" r="r" t="t"/>
              <a:pathLst>
                <a:path extrusionOk="0" h="4773" w="4773">
                  <a:moveTo>
                    <a:pt x="1915" y="0"/>
                  </a:moveTo>
                  <a:lnTo>
                    <a:pt x="1915" y="1915"/>
                  </a:lnTo>
                  <a:lnTo>
                    <a:pt x="0" y="1915"/>
                  </a:lnTo>
                  <a:lnTo>
                    <a:pt x="0" y="2857"/>
                  </a:lnTo>
                  <a:lnTo>
                    <a:pt x="1915" y="2857"/>
                  </a:lnTo>
                  <a:lnTo>
                    <a:pt x="1915" y="4772"/>
                  </a:lnTo>
                  <a:lnTo>
                    <a:pt x="2857" y="4772"/>
                  </a:lnTo>
                  <a:lnTo>
                    <a:pt x="2857" y="2857"/>
                  </a:lnTo>
                  <a:lnTo>
                    <a:pt x="4772" y="2857"/>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30"/>
            <p:cNvSpPr/>
            <p:nvPr/>
          </p:nvSpPr>
          <p:spPr>
            <a:xfrm>
              <a:off x="7184425" y="4610175"/>
              <a:ext cx="119325" cy="118550"/>
            </a:xfrm>
            <a:custGeom>
              <a:rect b="b" l="l" r="r" t="t"/>
              <a:pathLst>
                <a:path extrusionOk="0" h="4742" w="4773">
                  <a:moveTo>
                    <a:pt x="1915" y="0"/>
                  </a:moveTo>
                  <a:lnTo>
                    <a:pt x="1915" y="1915"/>
                  </a:lnTo>
                  <a:lnTo>
                    <a:pt x="0" y="1915"/>
                  </a:lnTo>
                  <a:lnTo>
                    <a:pt x="0" y="2857"/>
                  </a:lnTo>
                  <a:lnTo>
                    <a:pt x="1915" y="2857"/>
                  </a:lnTo>
                  <a:lnTo>
                    <a:pt x="1915" y="4742"/>
                  </a:lnTo>
                  <a:lnTo>
                    <a:pt x="2857" y="4742"/>
                  </a:lnTo>
                  <a:lnTo>
                    <a:pt x="2857" y="2857"/>
                  </a:lnTo>
                  <a:lnTo>
                    <a:pt x="4772" y="2857"/>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30"/>
            <p:cNvSpPr/>
            <p:nvPr/>
          </p:nvSpPr>
          <p:spPr>
            <a:xfrm>
              <a:off x="7184425" y="4417925"/>
              <a:ext cx="119325" cy="118550"/>
            </a:xfrm>
            <a:custGeom>
              <a:rect b="b" l="l" r="r" t="t"/>
              <a:pathLst>
                <a:path extrusionOk="0" h="4742" w="4773">
                  <a:moveTo>
                    <a:pt x="1915" y="0"/>
                  </a:moveTo>
                  <a:lnTo>
                    <a:pt x="1915" y="1915"/>
                  </a:lnTo>
                  <a:lnTo>
                    <a:pt x="0" y="1915"/>
                  </a:lnTo>
                  <a:lnTo>
                    <a:pt x="0" y="2857"/>
                  </a:lnTo>
                  <a:lnTo>
                    <a:pt x="1915" y="2857"/>
                  </a:lnTo>
                  <a:lnTo>
                    <a:pt x="1915" y="4742"/>
                  </a:lnTo>
                  <a:lnTo>
                    <a:pt x="2857" y="4742"/>
                  </a:lnTo>
                  <a:lnTo>
                    <a:pt x="2857" y="2857"/>
                  </a:lnTo>
                  <a:lnTo>
                    <a:pt x="4772" y="2857"/>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30"/>
            <p:cNvSpPr/>
            <p:nvPr/>
          </p:nvSpPr>
          <p:spPr>
            <a:xfrm>
              <a:off x="7184425" y="4225675"/>
              <a:ext cx="119325" cy="118550"/>
            </a:xfrm>
            <a:custGeom>
              <a:rect b="b" l="l" r="r" t="t"/>
              <a:pathLst>
                <a:path extrusionOk="0" h="4742" w="4773">
                  <a:moveTo>
                    <a:pt x="1915" y="0"/>
                  </a:moveTo>
                  <a:lnTo>
                    <a:pt x="1915" y="1885"/>
                  </a:lnTo>
                  <a:lnTo>
                    <a:pt x="0" y="1885"/>
                  </a:lnTo>
                  <a:lnTo>
                    <a:pt x="0" y="2857"/>
                  </a:lnTo>
                  <a:lnTo>
                    <a:pt x="1915" y="2857"/>
                  </a:lnTo>
                  <a:lnTo>
                    <a:pt x="1915" y="4742"/>
                  </a:lnTo>
                  <a:lnTo>
                    <a:pt x="2857" y="4742"/>
                  </a:lnTo>
                  <a:lnTo>
                    <a:pt x="2857" y="2857"/>
                  </a:lnTo>
                  <a:lnTo>
                    <a:pt x="4772" y="2857"/>
                  </a:lnTo>
                  <a:lnTo>
                    <a:pt x="4772" y="1885"/>
                  </a:lnTo>
                  <a:lnTo>
                    <a:pt x="2857" y="188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30"/>
            <p:cNvSpPr/>
            <p:nvPr/>
          </p:nvSpPr>
          <p:spPr>
            <a:xfrm>
              <a:off x="7184425" y="4033400"/>
              <a:ext cx="119325" cy="118575"/>
            </a:xfrm>
            <a:custGeom>
              <a:rect b="b" l="l" r="r" t="t"/>
              <a:pathLst>
                <a:path extrusionOk="0" h="4743" w="4773">
                  <a:moveTo>
                    <a:pt x="1915" y="1"/>
                  </a:moveTo>
                  <a:lnTo>
                    <a:pt x="1915" y="1885"/>
                  </a:lnTo>
                  <a:lnTo>
                    <a:pt x="0" y="1885"/>
                  </a:lnTo>
                  <a:lnTo>
                    <a:pt x="0" y="2828"/>
                  </a:lnTo>
                  <a:lnTo>
                    <a:pt x="1915" y="2828"/>
                  </a:lnTo>
                  <a:lnTo>
                    <a:pt x="1915" y="4743"/>
                  </a:lnTo>
                  <a:lnTo>
                    <a:pt x="2857" y="4743"/>
                  </a:lnTo>
                  <a:lnTo>
                    <a:pt x="2857" y="2828"/>
                  </a:lnTo>
                  <a:lnTo>
                    <a:pt x="4772" y="2828"/>
                  </a:lnTo>
                  <a:lnTo>
                    <a:pt x="4772" y="1885"/>
                  </a:lnTo>
                  <a:lnTo>
                    <a:pt x="2857" y="1885"/>
                  </a:lnTo>
                  <a:lnTo>
                    <a:pt x="285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30"/>
            <p:cNvSpPr/>
            <p:nvPr/>
          </p:nvSpPr>
          <p:spPr>
            <a:xfrm>
              <a:off x="7184425" y="3841150"/>
              <a:ext cx="119325" cy="118575"/>
            </a:xfrm>
            <a:custGeom>
              <a:rect b="b" l="l" r="r" t="t"/>
              <a:pathLst>
                <a:path extrusionOk="0" h="4743" w="4773">
                  <a:moveTo>
                    <a:pt x="1915" y="1"/>
                  </a:moveTo>
                  <a:lnTo>
                    <a:pt x="1915" y="1885"/>
                  </a:lnTo>
                  <a:lnTo>
                    <a:pt x="0" y="1885"/>
                  </a:lnTo>
                  <a:lnTo>
                    <a:pt x="0" y="2828"/>
                  </a:lnTo>
                  <a:lnTo>
                    <a:pt x="1915" y="2828"/>
                  </a:lnTo>
                  <a:lnTo>
                    <a:pt x="1915" y="4743"/>
                  </a:lnTo>
                  <a:lnTo>
                    <a:pt x="2857" y="4743"/>
                  </a:lnTo>
                  <a:lnTo>
                    <a:pt x="2857" y="2828"/>
                  </a:lnTo>
                  <a:lnTo>
                    <a:pt x="4772" y="2828"/>
                  </a:lnTo>
                  <a:lnTo>
                    <a:pt x="4772" y="1885"/>
                  </a:lnTo>
                  <a:lnTo>
                    <a:pt x="2857" y="1885"/>
                  </a:lnTo>
                  <a:lnTo>
                    <a:pt x="285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30"/>
            <p:cNvSpPr/>
            <p:nvPr/>
          </p:nvSpPr>
          <p:spPr>
            <a:xfrm>
              <a:off x="7184425" y="3648900"/>
              <a:ext cx="119325" cy="118575"/>
            </a:xfrm>
            <a:custGeom>
              <a:rect b="b" l="l" r="r" t="t"/>
              <a:pathLst>
                <a:path extrusionOk="0" h="4743" w="4773">
                  <a:moveTo>
                    <a:pt x="1915" y="1"/>
                  </a:moveTo>
                  <a:lnTo>
                    <a:pt x="1915" y="1885"/>
                  </a:lnTo>
                  <a:lnTo>
                    <a:pt x="0" y="1885"/>
                  </a:lnTo>
                  <a:lnTo>
                    <a:pt x="0" y="2828"/>
                  </a:lnTo>
                  <a:lnTo>
                    <a:pt x="1915" y="2828"/>
                  </a:lnTo>
                  <a:lnTo>
                    <a:pt x="1915" y="4742"/>
                  </a:lnTo>
                  <a:lnTo>
                    <a:pt x="2857" y="4742"/>
                  </a:lnTo>
                  <a:lnTo>
                    <a:pt x="2857" y="2828"/>
                  </a:lnTo>
                  <a:lnTo>
                    <a:pt x="4772" y="2828"/>
                  </a:lnTo>
                  <a:lnTo>
                    <a:pt x="4772" y="1885"/>
                  </a:lnTo>
                  <a:lnTo>
                    <a:pt x="2857" y="1885"/>
                  </a:lnTo>
                  <a:lnTo>
                    <a:pt x="285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30"/>
            <p:cNvSpPr/>
            <p:nvPr/>
          </p:nvSpPr>
          <p:spPr>
            <a:xfrm>
              <a:off x="6601575" y="3455900"/>
              <a:ext cx="118575" cy="119325"/>
            </a:xfrm>
            <a:custGeom>
              <a:rect b="b" l="l" r="r" t="t"/>
              <a:pathLst>
                <a:path extrusionOk="0" h="4773" w="4743">
                  <a:moveTo>
                    <a:pt x="1885" y="0"/>
                  </a:moveTo>
                  <a:lnTo>
                    <a:pt x="1885" y="1915"/>
                  </a:lnTo>
                  <a:lnTo>
                    <a:pt x="1" y="1915"/>
                  </a:lnTo>
                  <a:lnTo>
                    <a:pt x="1" y="2857"/>
                  </a:lnTo>
                  <a:lnTo>
                    <a:pt x="1885" y="2857"/>
                  </a:lnTo>
                  <a:lnTo>
                    <a:pt x="1885" y="4772"/>
                  </a:lnTo>
                  <a:lnTo>
                    <a:pt x="2827" y="477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30"/>
            <p:cNvSpPr/>
            <p:nvPr/>
          </p:nvSpPr>
          <p:spPr>
            <a:xfrm>
              <a:off x="6796100" y="3455900"/>
              <a:ext cx="118575" cy="119325"/>
            </a:xfrm>
            <a:custGeom>
              <a:rect b="b" l="l" r="r" t="t"/>
              <a:pathLst>
                <a:path extrusionOk="0" h="4773" w="4743">
                  <a:moveTo>
                    <a:pt x="1885" y="0"/>
                  </a:moveTo>
                  <a:lnTo>
                    <a:pt x="1885" y="1915"/>
                  </a:lnTo>
                  <a:lnTo>
                    <a:pt x="1" y="1915"/>
                  </a:lnTo>
                  <a:lnTo>
                    <a:pt x="1" y="2857"/>
                  </a:lnTo>
                  <a:lnTo>
                    <a:pt x="1885" y="2857"/>
                  </a:lnTo>
                  <a:lnTo>
                    <a:pt x="1885" y="4772"/>
                  </a:lnTo>
                  <a:lnTo>
                    <a:pt x="2828" y="4772"/>
                  </a:lnTo>
                  <a:lnTo>
                    <a:pt x="2828" y="2857"/>
                  </a:lnTo>
                  <a:lnTo>
                    <a:pt x="4743" y="2857"/>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30"/>
            <p:cNvSpPr/>
            <p:nvPr/>
          </p:nvSpPr>
          <p:spPr>
            <a:xfrm>
              <a:off x="6990650" y="3455900"/>
              <a:ext cx="118550" cy="119325"/>
            </a:xfrm>
            <a:custGeom>
              <a:rect b="b" l="l" r="r" t="t"/>
              <a:pathLst>
                <a:path extrusionOk="0" h="4773" w="4742">
                  <a:moveTo>
                    <a:pt x="1885" y="0"/>
                  </a:moveTo>
                  <a:lnTo>
                    <a:pt x="1885" y="1915"/>
                  </a:lnTo>
                  <a:lnTo>
                    <a:pt x="0" y="1915"/>
                  </a:lnTo>
                  <a:lnTo>
                    <a:pt x="0" y="2857"/>
                  </a:lnTo>
                  <a:lnTo>
                    <a:pt x="1885" y="2857"/>
                  </a:lnTo>
                  <a:lnTo>
                    <a:pt x="1885" y="4772"/>
                  </a:lnTo>
                  <a:lnTo>
                    <a:pt x="2827" y="477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30"/>
            <p:cNvSpPr/>
            <p:nvPr/>
          </p:nvSpPr>
          <p:spPr>
            <a:xfrm>
              <a:off x="7184425" y="3455900"/>
              <a:ext cx="119325" cy="119325"/>
            </a:xfrm>
            <a:custGeom>
              <a:rect b="b" l="l" r="r" t="t"/>
              <a:pathLst>
                <a:path extrusionOk="0" h="4773" w="4773">
                  <a:moveTo>
                    <a:pt x="1915" y="0"/>
                  </a:moveTo>
                  <a:lnTo>
                    <a:pt x="1915" y="1915"/>
                  </a:lnTo>
                  <a:lnTo>
                    <a:pt x="0" y="1915"/>
                  </a:lnTo>
                  <a:lnTo>
                    <a:pt x="0" y="2857"/>
                  </a:lnTo>
                  <a:lnTo>
                    <a:pt x="1915" y="2857"/>
                  </a:lnTo>
                  <a:lnTo>
                    <a:pt x="1915" y="4772"/>
                  </a:lnTo>
                  <a:lnTo>
                    <a:pt x="2857" y="4772"/>
                  </a:lnTo>
                  <a:lnTo>
                    <a:pt x="2857" y="2857"/>
                  </a:lnTo>
                  <a:lnTo>
                    <a:pt x="4772" y="2857"/>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4" name="Google Shape;5074;p30"/>
          <p:cNvGrpSpPr/>
          <p:nvPr/>
        </p:nvGrpSpPr>
        <p:grpSpPr>
          <a:xfrm rot="10800000">
            <a:off x="6492671" y="-652285"/>
            <a:ext cx="1123988" cy="1211934"/>
            <a:chOff x="145150" y="80100"/>
            <a:chExt cx="1699150" cy="1832100"/>
          </a:xfrm>
        </p:grpSpPr>
        <p:sp>
          <p:nvSpPr>
            <p:cNvPr id="5075" name="Google Shape;5075;p30"/>
            <p:cNvSpPr/>
            <p:nvPr/>
          </p:nvSpPr>
          <p:spPr>
            <a:xfrm>
              <a:off x="145150" y="212300"/>
              <a:ext cx="1566925" cy="1566925"/>
            </a:xfrm>
            <a:custGeom>
              <a:rect b="b" l="l" r="r" t="t"/>
              <a:pathLst>
                <a:path extrusionOk="0" h="62677" w="62677">
                  <a:moveTo>
                    <a:pt x="31339" y="1"/>
                  </a:moveTo>
                  <a:cubicBezTo>
                    <a:pt x="14043" y="1"/>
                    <a:pt x="1" y="14044"/>
                    <a:pt x="1" y="31339"/>
                  </a:cubicBezTo>
                  <a:cubicBezTo>
                    <a:pt x="1" y="48664"/>
                    <a:pt x="14043" y="62677"/>
                    <a:pt x="31339" y="62677"/>
                  </a:cubicBezTo>
                  <a:cubicBezTo>
                    <a:pt x="48664" y="62677"/>
                    <a:pt x="62677" y="48664"/>
                    <a:pt x="62677" y="31339"/>
                  </a:cubicBezTo>
                  <a:cubicBezTo>
                    <a:pt x="62677" y="14044"/>
                    <a:pt x="48664" y="1"/>
                    <a:pt x="31339" y="1"/>
                  </a:cubicBezTo>
                  <a:close/>
                </a:path>
              </a:pathLst>
            </a:custGeom>
            <a:solidFill>
              <a:srgbClr val="E4BE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30"/>
            <p:cNvSpPr/>
            <p:nvPr/>
          </p:nvSpPr>
          <p:spPr>
            <a:xfrm>
              <a:off x="928600" y="80100"/>
              <a:ext cx="915700" cy="1832100"/>
            </a:xfrm>
            <a:custGeom>
              <a:rect b="b" l="l" r="r" t="t"/>
              <a:pathLst>
                <a:path extrusionOk="0" fill="none" h="73284" w="36628">
                  <a:moveTo>
                    <a:pt x="1" y="0"/>
                  </a:moveTo>
                  <a:cubicBezTo>
                    <a:pt x="20244" y="0"/>
                    <a:pt x="36627" y="16414"/>
                    <a:pt x="36627" y="36627"/>
                  </a:cubicBezTo>
                  <a:cubicBezTo>
                    <a:pt x="36627" y="56870"/>
                    <a:pt x="20244" y="73284"/>
                    <a:pt x="1" y="73284"/>
                  </a:cubicBezTo>
                </a:path>
              </a:pathLst>
            </a:custGeom>
            <a:noFill/>
            <a:ln cap="flat" cmpd="sng" w="94975">
              <a:solidFill>
                <a:srgbClr val="96A8AC"/>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7" name="Google Shape;5077;p30"/>
          <p:cNvGrpSpPr/>
          <p:nvPr/>
        </p:nvGrpSpPr>
        <p:grpSpPr>
          <a:xfrm>
            <a:off x="2775275" y="4811475"/>
            <a:ext cx="828300" cy="654275"/>
            <a:chOff x="2024375" y="213075"/>
            <a:chExt cx="828300" cy="654275"/>
          </a:xfrm>
        </p:grpSpPr>
        <p:sp>
          <p:nvSpPr>
            <p:cNvPr id="5078" name="Google Shape;5078;p30"/>
            <p:cNvSpPr/>
            <p:nvPr/>
          </p:nvSpPr>
          <p:spPr>
            <a:xfrm>
              <a:off x="2024375" y="213075"/>
              <a:ext cx="828300" cy="654275"/>
            </a:xfrm>
            <a:custGeom>
              <a:rect b="b" l="l" r="r" t="t"/>
              <a:pathLst>
                <a:path extrusionOk="0" fill="none" h="26171" w="33132">
                  <a:moveTo>
                    <a:pt x="27417" y="0"/>
                  </a:moveTo>
                  <a:cubicBezTo>
                    <a:pt x="31824" y="4377"/>
                    <a:pt x="33131" y="10973"/>
                    <a:pt x="30761" y="16718"/>
                  </a:cubicBezTo>
                  <a:cubicBezTo>
                    <a:pt x="28390" y="22432"/>
                    <a:pt x="22767" y="26171"/>
                    <a:pt x="16566" y="26171"/>
                  </a:cubicBezTo>
                  <a:cubicBezTo>
                    <a:pt x="10365" y="26171"/>
                    <a:pt x="4772" y="22432"/>
                    <a:pt x="2401" y="16718"/>
                  </a:cubicBezTo>
                  <a:cubicBezTo>
                    <a:pt x="0" y="10973"/>
                    <a:pt x="1338" y="4377"/>
                    <a:pt x="5715" y="0"/>
                  </a:cubicBezTo>
                </a:path>
              </a:pathLst>
            </a:custGeom>
            <a:noFill/>
            <a:ln cap="flat" cmpd="sng" w="66875">
              <a:solidFill>
                <a:srgbClr val="E4BEB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30"/>
            <p:cNvSpPr/>
            <p:nvPr/>
          </p:nvSpPr>
          <p:spPr>
            <a:xfrm>
              <a:off x="2194575" y="241175"/>
              <a:ext cx="488650" cy="488650"/>
            </a:xfrm>
            <a:custGeom>
              <a:rect b="b" l="l" r="r" t="t"/>
              <a:pathLst>
                <a:path extrusionOk="0" fill="none" h="19546" w="19546">
                  <a:moveTo>
                    <a:pt x="19545" y="9758"/>
                  </a:moveTo>
                  <a:cubicBezTo>
                    <a:pt x="19545" y="15168"/>
                    <a:pt x="15168" y="19545"/>
                    <a:pt x="9758" y="19545"/>
                  </a:cubicBezTo>
                  <a:cubicBezTo>
                    <a:pt x="4378" y="19545"/>
                    <a:pt x="1" y="15168"/>
                    <a:pt x="1" y="9758"/>
                  </a:cubicBezTo>
                  <a:cubicBezTo>
                    <a:pt x="1" y="4378"/>
                    <a:pt x="4378" y="1"/>
                    <a:pt x="9758" y="1"/>
                  </a:cubicBezTo>
                  <a:cubicBezTo>
                    <a:pt x="15168" y="1"/>
                    <a:pt x="19545" y="4378"/>
                    <a:pt x="19545" y="9758"/>
                  </a:cubicBezTo>
                  <a:close/>
                </a:path>
              </a:pathLst>
            </a:custGeom>
            <a:solidFill>
              <a:schemeClr val="lt2"/>
            </a:solidFill>
            <a:ln cap="flat" cmpd="sng" w="3810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0" name="Google Shape;5080;p30"/>
          <p:cNvGrpSpPr/>
          <p:nvPr/>
        </p:nvGrpSpPr>
        <p:grpSpPr>
          <a:xfrm>
            <a:off x="3629713" y="4435338"/>
            <a:ext cx="378450" cy="379225"/>
            <a:chOff x="4811650" y="1895450"/>
            <a:chExt cx="378450" cy="379225"/>
          </a:xfrm>
        </p:grpSpPr>
        <p:sp>
          <p:nvSpPr>
            <p:cNvPr id="5081" name="Google Shape;5081;p30"/>
            <p:cNvSpPr/>
            <p:nvPr/>
          </p:nvSpPr>
          <p:spPr>
            <a:xfrm>
              <a:off x="4811650" y="1895450"/>
              <a:ext cx="378450" cy="379225"/>
            </a:xfrm>
            <a:custGeom>
              <a:rect b="b" l="l" r="r" t="t"/>
              <a:pathLst>
                <a:path extrusionOk="0" fill="none" h="15169" w="15138">
                  <a:moveTo>
                    <a:pt x="9119" y="882"/>
                  </a:moveTo>
                  <a:cubicBezTo>
                    <a:pt x="12828" y="1733"/>
                    <a:pt x="15138" y="5442"/>
                    <a:pt x="14256" y="9150"/>
                  </a:cubicBezTo>
                  <a:cubicBezTo>
                    <a:pt x="13405" y="12858"/>
                    <a:pt x="9697" y="15168"/>
                    <a:pt x="5989" y="14287"/>
                  </a:cubicBezTo>
                  <a:cubicBezTo>
                    <a:pt x="2280" y="13436"/>
                    <a:pt x="1" y="9728"/>
                    <a:pt x="852" y="6019"/>
                  </a:cubicBezTo>
                  <a:cubicBezTo>
                    <a:pt x="1733" y="2311"/>
                    <a:pt x="5441" y="1"/>
                    <a:pt x="9119" y="882"/>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30"/>
            <p:cNvSpPr/>
            <p:nvPr/>
          </p:nvSpPr>
          <p:spPr>
            <a:xfrm>
              <a:off x="4882325" y="1966125"/>
              <a:ext cx="236350" cy="237125"/>
            </a:xfrm>
            <a:custGeom>
              <a:rect b="b" l="l" r="r" t="t"/>
              <a:pathLst>
                <a:path extrusionOk="0" fill="none" h="9485" w="9454">
                  <a:moveTo>
                    <a:pt x="9453" y="4742"/>
                  </a:moveTo>
                  <a:cubicBezTo>
                    <a:pt x="9453" y="7356"/>
                    <a:pt x="7356" y="9484"/>
                    <a:pt x="4742" y="9484"/>
                  </a:cubicBezTo>
                  <a:cubicBezTo>
                    <a:pt x="2128" y="9484"/>
                    <a:pt x="0" y="7356"/>
                    <a:pt x="0" y="4742"/>
                  </a:cubicBezTo>
                  <a:cubicBezTo>
                    <a:pt x="0" y="2128"/>
                    <a:pt x="2128" y="1"/>
                    <a:pt x="4742" y="1"/>
                  </a:cubicBezTo>
                  <a:cubicBezTo>
                    <a:pt x="7356" y="1"/>
                    <a:pt x="9453" y="2128"/>
                    <a:pt x="9453" y="4742"/>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30"/>
            <p:cNvSpPr/>
            <p:nvPr/>
          </p:nvSpPr>
          <p:spPr>
            <a:xfrm>
              <a:off x="4928675" y="2012475"/>
              <a:ext cx="143650" cy="144425"/>
            </a:xfrm>
            <a:custGeom>
              <a:rect b="b" l="l" r="r" t="t"/>
              <a:pathLst>
                <a:path extrusionOk="0" fill="none" h="5777" w="5746">
                  <a:moveTo>
                    <a:pt x="5745" y="2888"/>
                  </a:moveTo>
                  <a:cubicBezTo>
                    <a:pt x="5745" y="4499"/>
                    <a:pt x="4469" y="5776"/>
                    <a:pt x="2888" y="5776"/>
                  </a:cubicBezTo>
                  <a:cubicBezTo>
                    <a:pt x="1277" y="5776"/>
                    <a:pt x="1" y="4499"/>
                    <a:pt x="1" y="2888"/>
                  </a:cubicBezTo>
                  <a:cubicBezTo>
                    <a:pt x="1" y="1308"/>
                    <a:pt x="1277" y="1"/>
                    <a:pt x="2888" y="1"/>
                  </a:cubicBezTo>
                  <a:cubicBezTo>
                    <a:pt x="4469" y="1"/>
                    <a:pt x="5745" y="1308"/>
                    <a:pt x="5745" y="2888"/>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30"/>
            <p:cNvSpPr/>
            <p:nvPr/>
          </p:nvSpPr>
          <p:spPr>
            <a:xfrm>
              <a:off x="4968950" y="2053525"/>
              <a:ext cx="63100" cy="63100"/>
            </a:xfrm>
            <a:custGeom>
              <a:rect b="b" l="l" r="r" t="t"/>
              <a:pathLst>
                <a:path extrusionOk="0" fill="none" h="2524" w="2524">
                  <a:moveTo>
                    <a:pt x="2523" y="1246"/>
                  </a:moveTo>
                  <a:cubicBezTo>
                    <a:pt x="2523" y="1946"/>
                    <a:pt x="1946" y="2523"/>
                    <a:pt x="1277" y="2523"/>
                  </a:cubicBezTo>
                  <a:cubicBezTo>
                    <a:pt x="578" y="2523"/>
                    <a:pt x="1" y="1946"/>
                    <a:pt x="1" y="1246"/>
                  </a:cubicBezTo>
                  <a:cubicBezTo>
                    <a:pt x="1" y="578"/>
                    <a:pt x="578" y="0"/>
                    <a:pt x="1277" y="0"/>
                  </a:cubicBezTo>
                  <a:cubicBezTo>
                    <a:pt x="1946" y="0"/>
                    <a:pt x="2523" y="578"/>
                    <a:pt x="2523" y="1246"/>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85" name="Google Shape;5085;p30"/>
          <p:cNvSpPr/>
          <p:nvPr/>
        </p:nvSpPr>
        <p:spPr>
          <a:xfrm flipH="1">
            <a:off x="8132811" y="4339006"/>
            <a:ext cx="592177" cy="538983"/>
          </a:xfrm>
          <a:custGeom>
            <a:rect b="b" l="l" r="r" t="t"/>
            <a:pathLst>
              <a:path extrusionOk="0" h="32231" w="35412">
                <a:moveTo>
                  <a:pt x="17702" y="0"/>
                </a:moveTo>
                <a:cubicBezTo>
                  <a:pt x="10394" y="0"/>
                  <a:pt x="3782" y="5013"/>
                  <a:pt x="2037" y="12437"/>
                </a:cubicBezTo>
                <a:cubicBezTo>
                  <a:pt x="0" y="21100"/>
                  <a:pt x="5350" y="29763"/>
                  <a:pt x="14013" y="31799"/>
                </a:cubicBezTo>
                <a:cubicBezTo>
                  <a:pt x="15252" y="32090"/>
                  <a:pt x="16491" y="32230"/>
                  <a:pt x="17711" y="32230"/>
                </a:cubicBezTo>
                <a:cubicBezTo>
                  <a:pt x="25018" y="32230"/>
                  <a:pt x="31630" y="27221"/>
                  <a:pt x="33375" y="19823"/>
                </a:cubicBezTo>
                <a:cubicBezTo>
                  <a:pt x="35411" y="11161"/>
                  <a:pt x="30062" y="2467"/>
                  <a:pt x="21399" y="431"/>
                </a:cubicBezTo>
                <a:cubicBezTo>
                  <a:pt x="20160" y="140"/>
                  <a:pt x="18921" y="0"/>
                  <a:pt x="17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5086" name="Shape 5086"/>
        <p:cNvGrpSpPr/>
        <p:nvPr/>
      </p:nvGrpSpPr>
      <p:grpSpPr>
        <a:xfrm>
          <a:off x="0" y="0"/>
          <a:ext cx="0" cy="0"/>
          <a:chOff x="0" y="0"/>
          <a:chExt cx="0" cy="0"/>
        </a:xfrm>
      </p:grpSpPr>
      <p:sp>
        <p:nvSpPr>
          <p:cNvPr id="5087" name="Google Shape;5087;p31"/>
          <p:cNvSpPr txBox="1"/>
          <p:nvPr>
            <p:ph hasCustomPrompt="1" type="title"/>
          </p:nvPr>
        </p:nvSpPr>
        <p:spPr>
          <a:xfrm>
            <a:off x="2609025" y="540000"/>
            <a:ext cx="3926100" cy="828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58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5088" name="Google Shape;5088;p31"/>
          <p:cNvSpPr txBox="1"/>
          <p:nvPr>
            <p:ph idx="1" type="subTitle"/>
          </p:nvPr>
        </p:nvSpPr>
        <p:spPr>
          <a:xfrm>
            <a:off x="2609025" y="1354902"/>
            <a:ext cx="3926100" cy="303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089" name="Google Shape;5089;p31"/>
          <p:cNvSpPr txBox="1"/>
          <p:nvPr>
            <p:ph hasCustomPrompt="1" idx="2" type="title"/>
          </p:nvPr>
        </p:nvSpPr>
        <p:spPr>
          <a:xfrm>
            <a:off x="2609025" y="1996142"/>
            <a:ext cx="3926100" cy="828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58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5090" name="Google Shape;5090;p31"/>
          <p:cNvSpPr txBox="1"/>
          <p:nvPr>
            <p:ph idx="3" type="subTitle"/>
          </p:nvPr>
        </p:nvSpPr>
        <p:spPr>
          <a:xfrm>
            <a:off x="2609025" y="2848323"/>
            <a:ext cx="3926100" cy="266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091" name="Google Shape;5091;p31"/>
          <p:cNvSpPr txBox="1"/>
          <p:nvPr>
            <p:ph hasCustomPrompt="1" idx="4" type="title"/>
          </p:nvPr>
        </p:nvSpPr>
        <p:spPr>
          <a:xfrm>
            <a:off x="2609025" y="3485821"/>
            <a:ext cx="3926100" cy="828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58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5092" name="Google Shape;5092;p31"/>
          <p:cNvSpPr txBox="1"/>
          <p:nvPr>
            <p:ph idx="5" type="subTitle"/>
          </p:nvPr>
        </p:nvSpPr>
        <p:spPr>
          <a:xfrm>
            <a:off x="2609025" y="4338100"/>
            <a:ext cx="3926100" cy="266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5093" name="Google Shape;5093;p31"/>
          <p:cNvGrpSpPr/>
          <p:nvPr/>
        </p:nvGrpSpPr>
        <p:grpSpPr>
          <a:xfrm flipH="1" rot="-4402522">
            <a:off x="-3706331" y="-199281"/>
            <a:ext cx="6939449" cy="5663593"/>
            <a:chOff x="2975000" y="20825"/>
            <a:chExt cx="3963625" cy="2500050"/>
          </a:xfrm>
        </p:grpSpPr>
        <p:sp>
          <p:nvSpPr>
            <p:cNvPr id="5094" name="Google Shape;5094;p31"/>
            <p:cNvSpPr/>
            <p:nvPr/>
          </p:nvSpPr>
          <p:spPr>
            <a:xfrm>
              <a:off x="2975000" y="442550"/>
              <a:ext cx="3962850" cy="2078325"/>
            </a:xfrm>
            <a:custGeom>
              <a:rect b="b" l="l" r="r" t="t"/>
              <a:pathLst>
                <a:path extrusionOk="0" fill="none" h="83133" w="158514">
                  <a:moveTo>
                    <a:pt x="0" y="1"/>
                  </a:moveTo>
                  <a:cubicBezTo>
                    <a:pt x="4347" y="3071"/>
                    <a:pt x="9423" y="6171"/>
                    <a:pt x="12797" y="10122"/>
                  </a:cubicBezTo>
                  <a:cubicBezTo>
                    <a:pt x="18025" y="16232"/>
                    <a:pt x="11095" y="25411"/>
                    <a:pt x="18298" y="31369"/>
                  </a:cubicBezTo>
                  <a:cubicBezTo>
                    <a:pt x="23952" y="36050"/>
                    <a:pt x="23982" y="41612"/>
                    <a:pt x="23283" y="48269"/>
                  </a:cubicBezTo>
                  <a:cubicBezTo>
                    <a:pt x="22706" y="53497"/>
                    <a:pt x="22463" y="62494"/>
                    <a:pt x="29028" y="64044"/>
                  </a:cubicBezTo>
                  <a:cubicBezTo>
                    <a:pt x="35776" y="65655"/>
                    <a:pt x="41186" y="60913"/>
                    <a:pt x="45624" y="56567"/>
                  </a:cubicBezTo>
                  <a:cubicBezTo>
                    <a:pt x="51855" y="50457"/>
                    <a:pt x="63466" y="46202"/>
                    <a:pt x="71825" y="49515"/>
                  </a:cubicBezTo>
                  <a:cubicBezTo>
                    <a:pt x="79211" y="52463"/>
                    <a:pt x="89728" y="48421"/>
                    <a:pt x="96598" y="51430"/>
                  </a:cubicBezTo>
                  <a:cubicBezTo>
                    <a:pt x="100762" y="53284"/>
                    <a:pt x="101035" y="58390"/>
                    <a:pt x="102343" y="62646"/>
                  </a:cubicBezTo>
                  <a:cubicBezTo>
                    <a:pt x="104197" y="68603"/>
                    <a:pt x="108938" y="75564"/>
                    <a:pt x="114106" y="78482"/>
                  </a:cubicBezTo>
                  <a:cubicBezTo>
                    <a:pt x="122343" y="83132"/>
                    <a:pt x="130914" y="70610"/>
                    <a:pt x="138909" y="69151"/>
                  </a:cubicBezTo>
                  <a:cubicBezTo>
                    <a:pt x="145474" y="67935"/>
                    <a:pt x="152435" y="73892"/>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31"/>
            <p:cNvSpPr/>
            <p:nvPr/>
          </p:nvSpPr>
          <p:spPr>
            <a:xfrm>
              <a:off x="2975000" y="442550"/>
              <a:ext cx="3962850" cy="2057800"/>
            </a:xfrm>
            <a:custGeom>
              <a:rect b="b" l="l" r="r" t="t"/>
              <a:pathLst>
                <a:path extrusionOk="0" fill="none" h="82312" w="158514">
                  <a:moveTo>
                    <a:pt x="0" y="1"/>
                  </a:moveTo>
                  <a:cubicBezTo>
                    <a:pt x="4408" y="3040"/>
                    <a:pt x="9392" y="6049"/>
                    <a:pt x="13040" y="9879"/>
                  </a:cubicBezTo>
                  <a:cubicBezTo>
                    <a:pt x="18602" y="15654"/>
                    <a:pt x="11733" y="24955"/>
                    <a:pt x="18694" y="30609"/>
                  </a:cubicBezTo>
                  <a:cubicBezTo>
                    <a:pt x="24408" y="35259"/>
                    <a:pt x="25077" y="40153"/>
                    <a:pt x="24317" y="46901"/>
                  </a:cubicBezTo>
                  <a:cubicBezTo>
                    <a:pt x="23739" y="52129"/>
                    <a:pt x="23131" y="61248"/>
                    <a:pt x="29849" y="62919"/>
                  </a:cubicBezTo>
                  <a:cubicBezTo>
                    <a:pt x="36870" y="64652"/>
                    <a:pt x="41794" y="59606"/>
                    <a:pt x="46627" y="55503"/>
                  </a:cubicBezTo>
                  <a:cubicBezTo>
                    <a:pt x="53557" y="49606"/>
                    <a:pt x="63983" y="44712"/>
                    <a:pt x="72798" y="48634"/>
                  </a:cubicBezTo>
                  <a:cubicBezTo>
                    <a:pt x="80123" y="51886"/>
                    <a:pt x="90245" y="48208"/>
                    <a:pt x="97266" y="51187"/>
                  </a:cubicBezTo>
                  <a:cubicBezTo>
                    <a:pt x="101522" y="52980"/>
                    <a:pt x="101674" y="58026"/>
                    <a:pt x="102890" y="62251"/>
                  </a:cubicBezTo>
                  <a:cubicBezTo>
                    <a:pt x="104561" y="68087"/>
                    <a:pt x="109303" y="75078"/>
                    <a:pt x="114440" y="77844"/>
                  </a:cubicBezTo>
                  <a:cubicBezTo>
                    <a:pt x="122799" y="82312"/>
                    <a:pt x="131097" y="70032"/>
                    <a:pt x="139243" y="68877"/>
                  </a:cubicBezTo>
                  <a:cubicBezTo>
                    <a:pt x="145656" y="67935"/>
                    <a:pt x="152495" y="73771"/>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31"/>
            <p:cNvSpPr/>
            <p:nvPr/>
          </p:nvSpPr>
          <p:spPr>
            <a:xfrm>
              <a:off x="2975000" y="442550"/>
              <a:ext cx="3962850" cy="2035775"/>
            </a:xfrm>
            <a:custGeom>
              <a:rect b="b" l="l" r="r" t="t"/>
              <a:pathLst>
                <a:path extrusionOk="0" fill="none" h="81431" w="158514">
                  <a:moveTo>
                    <a:pt x="0" y="1"/>
                  </a:moveTo>
                  <a:cubicBezTo>
                    <a:pt x="4468" y="3040"/>
                    <a:pt x="9362" y="5958"/>
                    <a:pt x="13313" y="9606"/>
                  </a:cubicBezTo>
                  <a:cubicBezTo>
                    <a:pt x="19210" y="15077"/>
                    <a:pt x="12432" y="24469"/>
                    <a:pt x="19089" y="29849"/>
                  </a:cubicBezTo>
                  <a:cubicBezTo>
                    <a:pt x="24803" y="34469"/>
                    <a:pt x="26019" y="38694"/>
                    <a:pt x="25350" y="45564"/>
                  </a:cubicBezTo>
                  <a:cubicBezTo>
                    <a:pt x="24833" y="50822"/>
                    <a:pt x="23739" y="60001"/>
                    <a:pt x="30609" y="61795"/>
                  </a:cubicBezTo>
                  <a:cubicBezTo>
                    <a:pt x="37691" y="63649"/>
                    <a:pt x="42797" y="58299"/>
                    <a:pt x="47813" y="54378"/>
                  </a:cubicBezTo>
                  <a:cubicBezTo>
                    <a:pt x="55989" y="47995"/>
                    <a:pt x="63345" y="43375"/>
                    <a:pt x="73801" y="47752"/>
                  </a:cubicBezTo>
                  <a:cubicBezTo>
                    <a:pt x="81704" y="51065"/>
                    <a:pt x="90762" y="48026"/>
                    <a:pt x="97966" y="50944"/>
                  </a:cubicBezTo>
                  <a:cubicBezTo>
                    <a:pt x="102282" y="52707"/>
                    <a:pt x="102343" y="57631"/>
                    <a:pt x="103437" y="61825"/>
                  </a:cubicBezTo>
                  <a:cubicBezTo>
                    <a:pt x="104957" y="67570"/>
                    <a:pt x="109637" y="74531"/>
                    <a:pt x="114774" y="77145"/>
                  </a:cubicBezTo>
                  <a:cubicBezTo>
                    <a:pt x="123285" y="81430"/>
                    <a:pt x="131310" y="69454"/>
                    <a:pt x="139577" y="68573"/>
                  </a:cubicBezTo>
                  <a:cubicBezTo>
                    <a:pt x="145869" y="67904"/>
                    <a:pt x="152587" y="73649"/>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31"/>
            <p:cNvSpPr/>
            <p:nvPr/>
          </p:nvSpPr>
          <p:spPr>
            <a:xfrm>
              <a:off x="2975000" y="442550"/>
              <a:ext cx="3962850" cy="2014500"/>
            </a:xfrm>
            <a:custGeom>
              <a:rect b="b" l="l" r="r" t="t"/>
              <a:pathLst>
                <a:path extrusionOk="0" fill="none" h="80580" w="158514">
                  <a:moveTo>
                    <a:pt x="0" y="1"/>
                  </a:moveTo>
                  <a:cubicBezTo>
                    <a:pt x="4560" y="3010"/>
                    <a:pt x="9392" y="5897"/>
                    <a:pt x="13526" y="9393"/>
                  </a:cubicBezTo>
                  <a:cubicBezTo>
                    <a:pt x="19666" y="14469"/>
                    <a:pt x="13162" y="23952"/>
                    <a:pt x="19484" y="29150"/>
                  </a:cubicBezTo>
                  <a:cubicBezTo>
                    <a:pt x="24560" y="33314"/>
                    <a:pt x="27235" y="37509"/>
                    <a:pt x="26323" y="44348"/>
                  </a:cubicBezTo>
                  <a:cubicBezTo>
                    <a:pt x="25563" y="49728"/>
                    <a:pt x="24317" y="58846"/>
                    <a:pt x="31308" y="60792"/>
                  </a:cubicBezTo>
                  <a:cubicBezTo>
                    <a:pt x="38390" y="62737"/>
                    <a:pt x="43770" y="57296"/>
                    <a:pt x="48998" y="53375"/>
                  </a:cubicBezTo>
                  <a:cubicBezTo>
                    <a:pt x="57813" y="46688"/>
                    <a:pt x="63892" y="42129"/>
                    <a:pt x="74743" y="47023"/>
                  </a:cubicBezTo>
                  <a:cubicBezTo>
                    <a:pt x="82433" y="50488"/>
                    <a:pt x="91248" y="47995"/>
                    <a:pt x="98604" y="50761"/>
                  </a:cubicBezTo>
                  <a:cubicBezTo>
                    <a:pt x="103042" y="52372"/>
                    <a:pt x="103011" y="57266"/>
                    <a:pt x="104014" y="61430"/>
                  </a:cubicBezTo>
                  <a:cubicBezTo>
                    <a:pt x="105382" y="67084"/>
                    <a:pt x="109941" y="74014"/>
                    <a:pt x="115109" y="76445"/>
                  </a:cubicBezTo>
                  <a:cubicBezTo>
                    <a:pt x="123802" y="80579"/>
                    <a:pt x="132100" y="68299"/>
                    <a:pt x="139912" y="68330"/>
                  </a:cubicBezTo>
                  <a:cubicBezTo>
                    <a:pt x="144927" y="68330"/>
                    <a:pt x="153529" y="7331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31"/>
            <p:cNvSpPr/>
            <p:nvPr/>
          </p:nvSpPr>
          <p:spPr>
            <a:xfrm>
              <a:off x="2975000" y="442550"/>
              <a:ext cx="3962850" cy="1991700"/>
            </a:xfrm>
            <a:custGeom>
              <a:rect b="b" l="l" r="r" t="t"/>
              <a:pathLst>
                <a:path extrusionOk="0" fill="none" h="79668" w="158514">
                  <a:moveTo>
                    <a:pt x="0" y="1"/>
                  </a:moveTo>
                  <a:cubicBezTo>
                    <a:pt x="4590" y="3010"/>
                    <a:pt x="9484" y="5897"/>
                    <a:pt x="13769" y="9119"/>
                  </a:cubicBezTo>
                  <a:cubicBezTo>
                    <a:pt x="20122" y="13861"/>
                    <a:pt x="13952" y="23344"/>
                    <a:pt x="19879" y="28360"/>
                  </a:cubicBezTo>
                  <a:cubicBezTo>
                    <a:pt x="24651" y="32402"/>
                    <a:pt x="28055" y="36475"/>
                    <a:pt x="27265" y="43102"/>
                  </a:cubicBezTo>
                  <a:cubicBezTo>
                    <a:pt x="26627" y="48482"/>
                    <a:pt x="24985" y="57600"/>
                    <a:pt x="31946" y="59698"/>
                  </a:cubicBezTo>
                  <a:cubicBezTo>
                    <a:pt x="39028" y="61795"/>
                    <a:pt x="44955" y="56202"/>
                    <a:pt x="50183" y="52251"/>
                  </a:cubicBezTo>
                  <a:cubicBezTo>
                    <a:pt x="59424" y="45260"/>
                    <a:pt x="64561" y="40761"/>
                    <a:pt x="75746" y="46232"/>
                  </a:cubicBezTo>
                  <a:cubicBezTo>
                    <a:pt x="83315" y="49971"/>
                    <a:pt x="91795" y="47813"/>
                    <a:pt x="99273" y="50488"/>
                  </a:cubicBezTo>
                  <a:cubicBezTo>
                    <a:pt x="103832" y="52129"/>
                    <a:pt x="103619" y="56840"/>
                    <a:pt x="104653" y="61035"/>
                  </a:cubicBezTo>
                  <a:cubicBezTo>
                    <a:pt x="106051" y="66749"/>
                    <a:pt x="110124" y="73315"/>
                    <a:pt x="115443" y="75716"/>
                  </a:cubicBezTo>
                  <a:cubicBezTo>
                    <a:pt x="124227" y="79667"/>
                    <a:pt x="132039" y="67995"/>
                    <a:pt x="140246" y="68056"/>
                  </a:cubicBezTo>
                  <a:cubicBezTo>
                    <a:pt x="145535" y="68087"/>
                    <a:pt x="153377" y="7340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31"/>
            <p:cNvSpPr/>
            <p:nvPr/>
          </p:nvSpPr>
          <p:spPr>
            <a:xfrm>
              <a:off x="2975000" y="442550"/>
              <a:ext cx="3963625" cy="1968900"/>
            </a:xfrm>
            <a:custGeom>
              <a:rect b="b" l="l" r="r" t="t"/>
              <a:pathLst>
                <a:path extrusionOk="0" fill="none" h="78756" w="158545">
                  <a:moveTo>
                    <a:pt x="0" y="1"/>
                  </a:moveTo>
                  <a:cubicBezTo>
                    <a:pt x="4651" y="2979"/>
                    <a:pt x="9575" y="5867"/>
                    <a:pt x="14013" y="8876"/>
                  </a:cubicBezTo>
                  <a:cubicBezTo>
                    <a:pt x="20548" y="13283"/>
                    <a:pt x="14985" y="22706"/>
                    <a:pt x="20305" y="27539"/>
                  </a:cubicBezTo>
                  <a:cubicBezTo>
                    <a:pt x="24590" y="31430"/>
                    <a:pt x="28724" y="35715"/>
                    <a:pt x="28147" y="42007"/>
                  </a:cubicBezTo>
                  <a:cubicBezTo>
                    <a:pt x="27630" y="47296"/>
                    <a:pt x="25654" y="56445"/>
                    <a:pt x="32584" y="58664"/>
                  </a:cubicBezTo>
                  <a:cubicBezTo>
                    <a:pt x="39606" y="60913"/>
                    <a:pt x="46354" y="55077"/>
                    <a:pt x="51369" y="51096"/>
                  </a:cubicBezTo>
                  <a:cubicBezTo>
                    <a:pt x="60609" y="43770"/>
                    <a:pt x="65351" y="39576"/>
                    <a:pt x="76749" y="45594"/>
                  </a:cubicBezTo>
                  <a:cubicBezTo>
                    <a:pt x="84166" y="49515"/>
                    <a:pt x="92251" y="47722"/>
                    <a:pt x="99911" y="50275"/>
                  </a:cubicBezTo>
                  <a:cubicBezTo>
                    <a:pt x="104622" y="51855"/>
                    <a:pt x="104318" y="56445"/>
                    <a:pt x="105260" y="60609"/>
                  </a:cubicBezTo>
                  <a:cubicBezTo>
                    <a:pt x="106537" y="66324"/>
                    <a:pt x="110428" y="72676"/>
                    <a:pt x="115808" y="74956"/>
                  </a:cubicBezTo>
                  <a:cubicBezTo>
                    <a:pt x="124714" y="78756"/>
                    <a:pt x="132313" y="67418"/>
                    <a:pt x="140580" y="67813"/>
                  </a:cubicBezTo>
                  <a:cubicBezTo>
                    <a:pt x="145778" y="68056"/>
                    <a:pt x="153438" y="73315"/>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31"/>
            <p:cNvSpPr/>
            <p:nvPr/>
          </p:nvSpPr>
          <p:spPr>
            <a:xfrm>
              <a:off x="2975000" y="442550"/>
              <a:ext cx="3962850" cy="1919500"/>
            </a:xfrm>
            <a:custGeom>
              <a:rect b="b" l="l" r="r" t="t"/>
              <a:pathLst>
                <a:path extrusionOk="0" fill="none" h="76780" w="158514">
                  <a:moveTo>
                    <a:pt x="0" y="1"/>
                  </a:moveTo>
                  <a:cubicBezTo>
                    <a:pt x="4712" y="2949"/>
                    <a:pt x="9666" y="5776"/>
                    <a:pt x="14225" y="8633"/>
                  </a:cubicBezTo>
                  <a:cubicBezTo>
                    <a:pt x="20973" y="12797"/>
                    <a:pt x="16049" y="21977"/>
                    <a:pt x="20760" y="26718"/>
                  </a:cubicBezTo>
                  <a:cubicBezTo>
                    <a:pt x="24438" y="30396"/>
                    <a:pt x="29332" y="35168"/>
                    <a:pt x="28967" y="41004"/>
                  </a:cubicBezTo>
                  <a:cubicBezTo>
                    <a:pt x="28633" y="46202"/>
                    <a:pt x="26444" y="55381"/>
                    <a:pt x="33192" y="57661"/>
                  </a:cubicBezTo>
                  <a:cubicBezTo>
                    <a:pt x="40153" y="60032"/>
                    <a:pt x="47752" y="53953"/>
                    <a:pt x="52494" y="49880"/>
                  </a:cubicBezTo>
                  <a:cubicBezTo>
                    <a:pt x="61703" y="41977"/>
                    <a:pt x="66293" y="38633"/>
                    <a:pt x="77722" y="45016"/>
                  </a:cubicBezTo>
                  <a:cubicBezTo>
                    <a:pt x="84926" y="49059"/>
                    <a:pt x="92707" y="47722"/>
                    <a:pt x="100488" y="50093"/>
                  </a:cubicBezTo>
                  <a:cubicBezTo>
                    <a:pt x="105382" y="51582"/>
                    <a:pt x="104987" y="56080"/>
                    <a:pt x="105838" y="60245"/>
                  </a:cubicBezTo>
                  <a:cubicBezTo>
                    <a:pt x="107023" y="65898"/>
                    <a:pt x="111005" y="72676"/>
                    <a:pt x="116142" y="74227"/>
                  </a:cubicBezTo>
                  <a:cubicBezTo>
                    <a:pt x="124683" y="76780"/>
                    <a:pt x="132191" y="66901"/>
                    <a:pt x="140884" y="67570"/>
                  </a:cubicBezTo>
                  <a:cubicBezTo>
                    <a:pt x="145930" y="67965"/>
                    <a:pt x="153468" y="73224"/>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31"/>
            <p:cNvSpPr/>
            <p:nvPr/>
          </p:nvSpPr>
          <p:spPr>
            <a:xfrm>
              <a:off x="2975000" y="442550"/>
              <a:ext cx="3962100" cy="1896700"/>
            </a:xfrm>
            <a:custGeom>
              <a:rect b="b" l="l" r="r" t="t"/>
              <a:pathLst>
                <a:path extrusionOk="0" fill="none" h="75868" w="158484">
                  <a:moveTo>
                    <a:pt x="0" y="1"/>
                  </a:moveTo>
                  <a:cubicBezTo>
                    <a:pt x="4742" y="2949"/>
                    <a:pt x="9788" y="5441"/>
                    <a:pt x="14438" y="8359"/>
                  </a:cubicBezTo>
                  <a:cubicBezTo>
                    <a:pt x="21520" y="12797"/>
                    <a:pt x="16900" y="20852"/>
                    <a:pt x="21277" y="25837"/>
                  </a:cubicBezTo>
                  <a:cubicBezTo>
                    <a:pt x="24408" y="29424"/>
                    <a:pt x="29758" y="34652"/>
                    <a:pt x="29727" y="40123"/>
                  </a:cubicBezTo>
                  <a:cubicBezTo>
                    <a:pt x="29666" y="45229"/>
                    <a:pt x="27447" y="54014"/>
                    <a:pt x="33770" y="56658"/>
                  </a:cubicBezTo>
                  <a:cubicBezTo>
                    <a:pt x="40396" y="59394"/>
                    <a:pt x="49545" y="52433"/>
                    <a:pt x="53618" y="48542"/>
                  </a:cubicBezTo>
                  <a:cubicBezTo>
                    <a:pt x="62707" y="39788"/>
                    <a:pt x="67448" y="37904"/>
                    <a:pt x="78725" y="44530"/>
                  </a:cubicBezTo>
                  <a:cubicBezTo>
                    <a:pt x="85716" y="48664"/>
                    <a:pt x="93224" y="47722"/>
                    <a:pt x="101066" y="49910"/>
                  </a:cubicBezTo>
                  <a:cubicBezTo>
                    <a:pt x="106142" y="51308"/>
                    <a:pt x="105716" y="55685"/>
                    <a:pt x="106476" y="59849"/>
                  </a:cubicBezTo>
                  <a:cubicBezTo>
                    <a:pt x="107540" y="65503"/>
                    <a:pt x="111279" y="71977"/>
                    <a:pt x="116477" y="73467"/>
                  </a:cubicBezTo>
                  <a:cubicBezTo>
                    <a:pt x="124927" y="75868"/>
                    <a:pt x="132708" y="66354"/>
                    <a:pt x="141188" y="67357"/>
                  </a:cubicBezTo>
                  <a:cubicBezTo>
                    <a:pt x="146143" y="67935"/>
                    <a:pt x="153468" y="7313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31"/>
            <p:cNvSpPr/>
            <p:nvPr/>
          </p:nvSpPr>
          <p:spPr>
            <a:xfrm>
              <a:off x="2975000" y="442550"/>
              <a:ext cx="3962850" cy="1870875"/>
            </a:xfrm>
            <a:custGeom>
              <a:rect b="b" l="l" r="r" t="t"/>
              <a:pathLst>
                <a:path extrusionOk="0" fill="none" h="74835" w="158514">
                  <a:moveTo>
                    <a:pt x="0" y="1"/>
                  </a:moveTo>
                  <a:cubicBezTo>
                    <a:pt x="4803" y="2919"/>
                    <a:pt x="9848" y="5350"/>
                    <a:pt x="14651" y="8116"/>
                  </a:cubicBezTo>
                  <a:cubicBezTo>
                    <a:pt x="21946" y="12311"/>
                    <a:pt x="18086" y="19697"/>
                    <a:pt x="21885" y="24895"/>
                  </a:cubicBezTo>
                  <a:cubicBezTo>
                    <a:pt x="24590" y="28633"/>
                    <a:pt x="30031" y="34013"/>
                    <a:pt x="30396" y="39272"/>
                  </a:cubicBezTo>
                  <a:cubicBezTo>
                    <a:pt x="30791" y="44439"/>
                    <a:pt x="28299" y="52919"/>
                    <a:pt x="34439" y="55625"/>
                  </a:cubicBezTo>
                  <a:cubicBezTo>
                    <a:pt x="41186" y="58603"/>
                    <a:pt x="50670" y="51217"/>
                    <a:pt x="54712" y="47083"/>
                  </a:cubicBezTo>
                  <a:cubicBezTo>
                    <a:pt x="63892" y="37630"/>
                    <a:pt x="68542" y="37266"/>
                    <a:pt x="79789" y="44135"/>
                  </a:cubicBezTo>
                  <a:cubicBezTo>
                    <a:pt x="86476" y="48208"/>
                    <a:pt x="93984" y="47661"/>
                    <a:pt x="101674" y="49728"/>
                  </a:cubicBezTo>
                  <a:cubicBezTo>
                    <a:pt x="106932" y="51126"/>
                    <a:pt x="106416" y="55138"/>
                    <a:pt x="107145" y="59454"/>
                  </a:cubicBezTo>
                  <a:cubicBezTo>
                    <a:pt x="108057" y="64986"/>
                    <a:pt x="111552" y="71339"/>
                    <a:pt x="116872" y="72707"/>
                  </a:cubicBezTo>
                  <a:cubicBezTo>
                    <a:pt x="125322" y="74835"/>
                    <a:pt x="133285" y="65837"/>
                    <a:pt x="141523" y="67114"/>
                  </a:cubicBezTo>
                  <a:cubicBezTo>
                    <a:pt x="146386" y="67874"/>
                    <a:pt x="153559" y="73011"/>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31"/>
            <p:cNvSpPr/>
            <p:nvPr/>
          </p:nvSpPr>
          <p:spPr>
            <a:xfrm>
              <a:off x="2975000" y="442550"/>
              <a:ext cx="3962850" cy="1848075"/>
            </a:xfrm>
            <a:custGeom>
              <a:rect b="b" l="l" r="r" t="t"/>
              <a:pathLst>
                <a:path extrusionOk="0" fill="none" h="73923" w="158514">
                  <a:moveTo>
                    <a:pt x="0" y="1"/>
                  </a:moveTo>
                  <a:cubicBezTo>
                    <a:pt x="4833" y="2888"/>
                    <a:pt x="9909" y="5259"/>
                    <a:pt x="14864" y="7873"/>
                  </a:cubicBezTo>
                  <a:cubicBezTo>
                    <a:pt x="22219" y="11764"/>
                    <a:pt x="19301" y="18390"/>
                    <a:pt x="22584" y="23922"/>
                  </a:cubicBezTo>
                  <a:cubicBezTo>
                    <a:pt x="25046" y="28086"/>
                    <a:pt x="30092" y="33649"/>
                    <a:pt x="31004" y="38542"/>
                  </a:cubicBezTo>
                  <a:cubicBezTo>
                    <a:pt x="31855" y="43284"/>
                    <a:pt x="29150" y="51947"/>
                    <a:pt x="35107" y="54561"/>
                  </a:cubicBezTo>
                  <a:cubicBezTo>
                    <a:pt x="42250" y="57691"/>
                    <a:pt x="51673" y="50032"/>
                    <a:pt x="55746" y="45503"/>
                  </a:cubicBezTo>
                  <a:cubicBezTo>
                    <a:pt x="64834" y="35411"/>
                    <a:pt x="69941" y="36992"/>
                    <a:pt x="80822" y="43770"/>
                  </a:cubicBezTo>
                  <a:cubicBezTo>
                    <a:pt x="87205" y="47782"/>
                    <a:pt x="94683" y="47691"/>
                    <a:pt x="102191" y="49576"/>
                  </a:cubicBezTo>
                  <a:cubicBezTo>
                    <a:pt x="107571" y="50913"/>
                    <a:pt x="107145" y="54682"/>
                    <a:pt x="107783" y="59090"/>
                  </a:cubicBezTo>
                  <a:cubicBezTo>
                    <a:pt x="108604" y="64591"/>
                    <a:pt x="111826" y="70610"/>
                    <a:pt x="117236" y="71917"/>
                  </a:cubicBezTo>
                  <a:cubicBezTo>
                    <a:pt x="125504" y="73923"/>
                    <a:pt x="133863" y="65321"/>
                    <a:pt x="141827" y="66901"/>
                  </a:cubicBezTo>
                  <a:cubicBezTo>
                    <a:pt x="146599" y="67813"/>
                    <a:pt x="153620" y="7292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31"/>
            <p:cNvSpPr/>
            <p:nvPr/>
          </p:nvSpPr>
          <p:spPr>
            <a:xfrm>
              <a:off x="2975000" y="442550"/>
              <a:ext cx="3962100" cy="1826050"/>
            </a:xfrm>
            <a:custGeom>
              <a:rect b="b" l="l" r="r" t="t"/>
              <a:pathLst>
                <a:path extrusionOk="0" fill="none" h="73042" w="158484">
                  <a:moveTo>
                    <a:pt x="0" y="1"/>
                  </a:moveTo>
                  <a:cubicBezTo>
                    <a:pt x="4894" y="2858"/>
                    <a:pt x="10000" y="5168"/>
                    <a:pt x="15076" y="7630"/>
                  </a:cubicBezTo>
                  <a:cubicBezTo>
                    <a:pt x="22402" y="11217"/>
                    <a:pt x="20639" y="16992"/>
                    <a:pt x="23435" y="22980"/>
                  </a:cubicBezTo>
                  <a:cubicBezTo>
                    <a:pt x="25685" y="27813"/>
                    <a:pt x="29910" y="33041"/>
                    <a:pt x="31460" y="37934"/>
                  </a:cubicBezTo>
                  <a:cubicBezTo>
                    <a:pt x="32858" y="42372"/>
                    <a:pt x="29940" y="51096"/>
                    <a:pt x="35867" y="53558"/>
                  </a:cubicBezTo>
                  <a:cubicBezTo>
                    <a:pt x="43618" y="56749"/>
                    <a:pt x="52433" y="48937"/>
                    <a:pt x="56779" y="43831"/>
                  </a:cubicBezTo>
                  <a:cubicBezTo>
                    <a:pt x="65746" y="33314"/>
                    <a:pt x="71552" y="36901"/>
                    <a:pt x="81886" y="43466"/>
                  </a:cubicBezTo>
                  <a:cubicBezTo>
                    <a:pt x="87965" y="47327"/>
                    <a:pt x="95412" y="47752"/>
                    <a:pt x="102707" y="49454"/>
                  </a:cubicBezTo>
                  <a:cubicBezTo>
                    <a:pt x="108148" y="50700"/>
                    <a:pt x="107905" y="54226"/>
                    <a:pt x="108452" y="58725"/>
                  </a:cubicBezTo>
                  <a:cubicBezTo>
                    <a:pt x="109182" y="64226"/>
                    <a:pt x="112130" y="69910"/>
                    <a:pt x="117571" y="71187"/>
                  </a:cubicBezTo>
                  <a:cubicBezTo>
                    <a:pt x="125626" y="73041"/>
                    <a:pt x="134410" y="64895"/>
                    <a:pt x="142100" y="66688"/>
                  </a:cubicBezTo>
                  <a:cubicBezTo>
                    <a:pt x="146751" y="67783"/>
                    <a:pt x="153590" y="72828"/>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31"/>
            <p:cNvSpPr/>
            <p:nvPr/>
          </p:nvSpPr>
          <p:spPr>
            <a:xfrm>
              <a:off x="2975000" y="442550"/>
              <a:ext cx="3962850" cy="1818450"/>
            </a:xfrm>
            <a:custGeom>
              <a:rect b="b" l="l" r="r" t="t"/>
              <a:pathLst>
                <a:path extrusionOk="0" fill="none" h="72738" w="158514">
                  <a:moveTo>
                    <a:pt x="0" y="1"/>
                  </a:moveTo>
                  <a:cubicBezTo>
                    <a:pt x="4924" y="2827"/>
                    <a:pt x="10122" y="5077"/>
                    <a:pt x="15259" y="7387"/>
                  </a:cubicBezTo>
                  <a:cubicBezTo>
                    <a:pt x="22432" y="10609"/>
                    <a:pt x="22159" y="15594"/>
                    <a:pt x="24317" y="22007"/>
                  </a:cubicBezTo>
                  <a:cubicBezTo>
                    <a:pt x="26171" y="27630"/>
                    <a:pt x="29332" y="32402"/>
                    <a:pt x="31733" y="37418"/>
                  </a:cubicBezTo>
                  <a:cubicBezTo>
                    <a:pt x="33831" y="41764"/>
                    <a:pt x="30669" y="50305"/>
                    <a:pt x="36657" y="52615"/>
                  </a:cubicBezTo>
                  <a:cubicBezTo>
                    <a:pt x="44955" y="55868"/>
                    <a:pt x="53162" y="47630"/>
                    <a:pt x="57782" y="42068"/>
                  </a:cubicBezTo>
                  <a:cubicBezTo>
                    <a:pt x="66476" y="31551"/>
                    <a:pt x="73315" y="37022"/>
                    <a:pt x="82950" y="43193"/>
                  </a:cubicBezTo>
                  <a:cubicBezTo>
                    <a:pt x="88695" y="46871"/>
                    <a:pt x="96142" y="47813"/>
                    <a:pt x="103194" y="49333"/>
                  </a:cubicBezTo>
                  <a:cubicBezTo>
                    <a:pt x="108726" y="50488"/>
                    <a:pt x="108634" y="53740"/>
                    <a:pt x="109151" y="58390"/>
                  </a:cubicBezTo>
                  <a:cubicBezTo>
                    <a:pt x="109789" y="63862"/>
                    <a:pt x="112464" y="69211"/>
                    <a:pt x="117996" y="70427"/>
                  </a:cubicBezTo>
                  <a:cubicBezTo>
                    <a:pt x="125778" y="72129"/>
                    <a:pt x="135018" y="64439"/>
                    <a:pt x="142434" y="66506"/>
                  </a:cubicBezTo>
                  <a:cubicBezTo>
                    <a:pt x="146994" y="67752"/>
                    <a:pt x="153650" y="72737"/>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31"/>
            <p:cNvSpPr/>
            <p:nvPr/>
          </p:nvSpPr>
          <p:spPr>
            <a:xfrm>
              <a:off x="2975000" y="442550"/>
              <a:ext cx="3962850" cy="1816175"/>
            </a:xfrm>
            <a:custGeom>
              <a:rect b="b" l="l" r="r" t="t"/>
              <a:pathLst>
                <a:path extrusionOk="0" fill="none" h="72647" w="158514">
                  <a:moveTo>
                    <a:pt x="0" y="1"/>
                  </a:moveTo>
                  <a:cubicBezTo>
                    <a:pt x="4985" y="2797"/>
                    <a:pt x="10244" y="4985"/>
                    <a:pt x="15441" y="7144"/>
                  </a:cubicBezTo>
                  <a:cubicBezTo>
                    <a:pt x="22341" y="10031"/>
                    <a:pt x="23648" y="14621"/>
                    <a:pt x="25259" y="21034"/>
                  </a:cubicBezTo>
                  <a:cubicBezTo>
                    <a:pt x="26688" y="26809"/>
                    <a:pt x="28572" y="31977"/>
                    <a:pt x="31885" y="36992"/>
                  </a:cubicBezTo>
                  <a:cubicBezTo>
                    <a:pt x="34742" y="41278"/>
                    <a:pt x="31429" y="49606"/>
                    <a:pt x="37478" y="51825"/>
                  </a:cubicBezTo>
                  <a:cubicBezTo>
                    <a:pt x="46171" y="55017"/>
                    <a:pt x="54469" y="46202"/>
                    <a:pt x="58755" y="40305"/>
                  </a:cubicBezTo>
                  <a:cubicBezTo>
                    <a:pt x="66232" y="30001"/>
                    <a:pt x="76415" y="38025"/>
                    <a:pt x="84044" y="42889"/>
                  </a:cubicBezTo>
                  <a:cubicBezTo>
                    <a:pt x="89546" y="46384"/>
                    <a:pt x="96841" y="47874"/>
                    <a:pt x="103680" y="49211"/>
                  </a:cubicBezTo>
                  <a:cubicBezTo>
                    <a:pt x="109242" y="50305"/>
                    <a:pt x="109364" y="53254"/>
                    <a:pt x="109850" y="58026"/>
                  </a:cubicBezTo>
                  <a:cubicBezTo>
                    <a:pt x="110397" y="63436"/>
                    <a:pt x="112829" y="68482"/>
                    <a:pt x="118422" y="69667"/>
                  </a:cubicBezTo>
                  <a:cubicBezTo>
                    <a:pt x="125930" y="71278"/>
                    <a:pt x="135626" y="64044"/>
                    <a:pt x="142708" y="66293"/>
                  </a:cubicBezTo>
                  <a:cubicBezTo>
                    <a:pt x="147176" y="67692"/>
                    <a:pt x="153681" y="7264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31"/>
            <p:cNvSpPr/>
            <p:nvPr/>
          </p:nvSpPr>
          <p:spPr>
            <a:xfrm>
              <a:off x="2975000" y="442550"/>
              <a:ext cx="3962850" cy="1813875"/>
            </a:xfrm>
            <a:custGeom>
              <a:rect b="b" l="l" r="r" t="t"/>
              <a:pathLst>
                <a:path extrusionOk="0" fill="none" h="72555" w="158514">
                  <a:moveTo>
                    <a:pt x="0" y="1"/>
                  </a:moveTo>
                  <a:cubicBezTo>
                    <a:pt x="5015" y="2767"/>
                    <a:pt x="10335" y="4894"/>
                    <a:pt x="15624" y="6931"/>
                  </a:cubicBezTo>
                  <a:cubicBezTo>
                    <a:pt x="22189" y="9423"/>
                    <a:pt x="24925" y="13648"/>
                    <a:pt x="26262" y="20031"/>
                  </a:cubicBezTo>
                  <a:cubicBezTo>
                    <a:pt x="27508" y="25958"/>
                    <a:pt x="27843" y="31582"/>
                    <a:pt x="31916" y="36597"/>
                  </a:cubicBezTo>
                  <a:cubicBezTo>
                    <a:pt x="35290" y="40731"/>
                    <a:pt x="32432" y="49150"/>
                    <a:pt x="38299" y="51096"/>
                  </a:cubicBezTo>
                  <a:cubicBezTo>
                    <a:pt x="47326" y="54105"/>
                    <a:pt x="55138" y="44804"/>
                    <a:pt x="59758" y="38512"/>
                  </a:cubicBezTo>
                  <a:cubicBezTo>
                    <a:pt x="66901" y="28816"/>
                    <a:pt x="78512" y="38512"/>
                    <a:pt x="85139" y="42585"/>
                  </a:cubicBezTo>
                  <a:cubicBezTo>
                    <a:pt x="90397" y="45807"/>
                    <a:pt x="97510" y="47995"/>
                    <a:pt x="104105" y="49120"/>
                  </a:cubicBezTo>
                  <a:cubicBezTo>
                    <a:pt x="109698" y="50062"/>
                    <a:pt x="109729" y="52707"/>
                    <a:pt x="110580" y="57691"/>
                  </a:cubicBezTo>
                  <a:cubicBezTo>
                    <a:pt x="111461" y="63071"/>
                    <a:pt x="112829" y="67692"/>
                    <a:pt x="118878" y="68938"/>
                  </a:cubicBezTo>
                  <a:cubicBezTo>
                    <a:pt x="126082" y="70427"/>
                    <a:pt x="136234" y="63649"/>
                    <a:pt x="143012" y="66111"/>
                  </a:cubicBezTo>
                  <a:cubicBezTo>
                    <a:pt x="147359" y="67661"/>
                    <a:pt x="153742" y="7255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31"/>
            <p:cNvSpPr/>
            <p:nvPr/>
          </p:nvSpPr>
          <p:spPr>
            <a:xfrm>
              <a:off x="2975000" y="442550"/>
              <a:ext cx="3962850" cy="1804000"/>
            </a:xfrm>
            <a:custGeom>
              <a:rect b="b" l="l" r="r" t="t"/>
              <a:pathLst>
                <a:path extrusionOk="0" fill="none" h="72160" w="158514">
                  <a:moveTo>
                    <a:pt x="0" y="1"/>
                  </a:moveTo>
                  <a:cubicBezTo>
                    <a:pt x="5076" y="2736"/>
                    <a:pt x="10456" y="4803"/>
                    <a:pt x="15806" y="6688"/>
                  </a:cubicBezTo>
                  <a:cubicBezTo>
                    <a:pt x="22037" y="8876"/>
                    <a:pt x="26049" y="12767"/>
                    <a:pt x="27326" y="18967"/>
                  </a:cubicBezTo>
                  <a:cubicBezTo>
                    <a:pt x="28542" y="24925"/>
                    <a:pt x="27326" y="31126"/>
                    <a:pt x="31855" y="36202"/>
                  </a:cubicBezTo>
                  <a:cubicBezTo>
                    <a:pt x="35381" y="40153"/>
                    <a:pt x="33618" y="48725"/>
                    <a:pt x="39150" y="50457"/>
                  </a:cubicBezTo>
                  <a:cubicBezTo>
                    <a:pt x="48329" y="53314"/>
                    <a:pt x="55746" y="42919"/>
                    <a:pt x="60792" y="36810"/>
                  </a:cubicBezTo>
                  <a:cubicBezTo>
                    <a:pt x="67995" y="28086"/>
                    <a:pt x="80032" y="38360"/>
                    <a:pt x="86263" y="42159"/>
                  </a:cubicBezTo>
                  <a:cubicBezTo>
                    <a:pt x="91430" y="45320"/>
                    <a:pt x="98057" y="48056"/>
                    <a:pt x="104561" y="48998"/>
                  </a:cubicBezTo>
                  <a:cubicBezTo>
                    <a:pt x="115747" y="50700"/>
                    <a:pt x="107692" y="65898"/>
                    <a:pt x="119303" y="68178"/>
                  </a:cubicBezTo>
                  <a:cubicBezTo>
                    <a:pt x="126294" y="69576"/>
                    <a:pt x="136872" y="63254"/>
                    <a:pt x="143316" y="65898"/>
                  </a:cubicBezTo>
                  <a:cubicBezTo>
                    <a:pt x="147784" y="67752"/>
                    <a:pt x="153407" y="7216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31"/>
            <p:cNvSpPr/>
            <p:nvPr/>
          </p:nvSpPr>
          <p:spPr>
            <a:xfrm>
              <a:off x="2975000" y="442550"/>
              <a:ext cx="3962100" cy="1802475"/>
            </a:xfrm>
            <a:custGeom>
              <a:rect b="b" l="l" r="r" t="t"/>
              <a:pathLst>
                <a:path extrusionOk="0" fill="none" h="72099" w="158484">
                  <a:moveTo>
                    <a:pt x="0" y="1"/>
                  </a:moveTo>
                  <a:cubicBezTo>
                    <a:pt x="5107" y="2706"/>
                    <a:pt x="10760" y="4590"/>
                    <a:pt x="15958" y="6444"/>
                  </a:cubicBezTo>
                  <a:cubicBezTo>
                    <a:pt x="21764" y="8511"/>
                    <a:pt x="26931" y="11733"/>
                    <a:pt x="28390" y="17843"/>
                  </a:cubicBezTo>
                  <a:cubicBezTo>
                    <a:pt x="29788" y="23740"/>
                    <a:pt x="26900" y="30579"/>
                    <a:pt x="31672" y="35867"/>
                  </a:cubicBezTo>
                  <a:cubicBezTo>
                    <a:pt x="35107" y="39636"/>
                    <a:pt x="34925" y="48390"/>
                    <a:pt x="40001" y="49849"/>
                  </a:cubicBezTo>
                  <a:cubicBezTo>
                    <a:pt x="49302" y="52494"/>
                    <a:pt x="56415" y="40761"/>
                    <a:pt x="61886" y="35320"/>
                  </a:cubicBezTo>
                  <a:cubicBezTo>
                    <a:pt x="69211" y="28025"/>
                    <a:pt x="81278" y="37873"/>
                    <a:pt x="87327" y="41612"/>
                  </a:cubicBezTo>
                  <a:cubicBezTo>
                    <a:pt x="92585" y="44864"/>
                    <a:pt x="98421" y="48117"/>
                    <a:pt x="104926" y="48968"/>
                  </a:cubicBezTo>
                  <a:cubicBezTo>
                    <a:pt x="116385" y="50457"/>
                    <a:pt x="108239" y="65442"/>
                    <a:pt x="119759" y="67509"/>
                  </a:cubicBezTo>
                  <a:cubicBezTo>
                    <a:pt x="126659" y="68725"/>
                    <a:pt x="137298" y="62980"/>
                    <a:pt x="143559" y="65716"/>
                  </a:cubicBezTo>
                  <a:cubicBezTo>
                    <a:pt x="147936" y="67631"/>
                    <a:pt x="153407" y="72099"/>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31"/>
            <p:cNvSpPr/>
            <p:nvPr/>
          </p:nvSpPr>
          <p:spPr>
            <a:xfrm>
              <a:off x="2975000" y="442550"/>
              <a:ext cx="3962850" cy="1800200"/>
            </a:xfrm>
            <a:custGeom>
              <a:rect b="b" l="l" r="r" t="t"/>
              <a:pathLst>
                <a:path extrusionOk="0" fill="none" h="72008" w="158514">
                  <a:moveTo>
                    <a:pt x="0" y="1"/>
                  </a:moveTo>
                  <a:cubicBezTo>
                    <a:pt x="5167" y="2645"/>
                    <a:pt x="10821" y="4499"/>
                    <a:pt x="16140" y="6201"/>
                  </a:cubicBezTo>
                  <a:cubicBezTo>
                    <a:pt x="21976" y="8055"/>
                    <a:pt x="27630" y="11065"/>
                    <a:pt x="29484" y="16657"/>
                  </a:cubicBezTo>
                  <a:cubicBezTo>
                    <a:pt x="31308" y="22159"/>
                    <a:pt x="26748" y="29940"/>
                    <a:pt x="31521" y="35442"/>
                  </a:cubicBezTo>
                  <a:cubicBezTo>
                    <a:pt x="34621" y="38998"/>
                    <a:pt x="36414" y="48147"/>
                    <a:pt x="40913" y="49211"/>
                  </a:cubicBezTo>
                  <a:cubicBezTo>
                    <a:pt x="50244" y="51430"/>
                    <a:pt x="56749" y="38846"/>
                    <a:pt x="63041" y="34044"/>
                  </a:cubicBezTo>
                  <a:cubicBezTo>
                    <a:pt x="70731" y="28147"/>
                    <a:pt x="82190" y="36992"/>
                    <a:pt x="88391" y="40943"/>
                  </a:cubicBezTo>
                  <a:cubicBezTo>
                    <a:pt x="93862" y="44409"/>
                    <a:pt x="98695" y="48147"/>
                    <a:pt x="105352" y="48907"/>
                  </a:cubicBezTo>
                  <a:cubicBezTo>
                    <a:pt x="117024" y="50184"/>
                    <a:pt x="108786" y="64834"/>
                    <a:pt x="120276" y="66780"/>
                  </a:cubicBezTo>
                  <a:cubicBezTo>
                    <a:pt x="126993" y="67904"/>
                    <a:pt x="137784" y="62585"/>
                    <a:pt x="143863" y="65533"/>
                  </a:cubicBezTo>
                  <a:cubicBezTo>
                    <a:pt x="148149" y="67570"/>
                    <a:pt x="153468" y="72008"/>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31"/>
            <p:cNvSpPr/>
            <p:nvPr/>
          </p:nvSpPr>
          <p:spPr>
            <a:xfrm>
              <a:off x="2975000" y="442550"/>
              <a:ext cx="3963625" cy="1798675"/>
            </a:xfrm>
            <a:custGeom>
              <a:rect b="b" l="l" r="r" t="t"/>
              <a:pathLst>
                <a:path extrusionOk="0" fill="none" h="71947" w="158545">
                  <a:moveTo>
                    <a:pt x="0" y="1"/>
                  </a:moveTo>
                  <a:cubicBezTo>
                    <a:pt x="5198" y="2615"/>
                    <a:pt x="10912" y="4408"/>
                    <a:pt x="16323" y="5958"/>
                  </a:cubicBezTo>
                  <a:cubicBezTo>
                    <a:pt x="22067" y="7630"/>
                    <a:pt x="28147" y="10365"/>
                    <a:pt x="30578" y="15472"/>
                  </a:cubicBezTo>
                  <a:cubicBezTo>
                    <a:pt x="33192" y="20974"/>
                    <a:pt x="26931" y="29059"/>
                    <a:pt x="31369" y="35047"/>
                  </a:cubicBezTo>
                  <a:cubicBezTo>
                    <a:pt x="33831" y="38390"/>
                    <a:pt x="37904" y="47904"/>
                    <a:pt x="41825" y="48542"/>
                  </a:cubicBezTo>
                  <a:cubicBezTo>
                    <a:pt x="50883" y="50062"/>
                    <a:pt x="57296" y="36931"/>
                    <a:pt x="64257" y="33010"/>
                  </a:cubicBezTo>
                  <a:cubicBezTo>
                    <a:pt x="72160" y="28512"/>
                    <a:pt x="83102" y="35928"/>
                    <a:pt x="89424" y="40153"/>
                  </a:cubicBezTo>
                  <a:cubicBezTo>
                    <a:pt x="94804" y="43740"/>
                    <a:pt x="98877" y="48208"/>
                    <a:pt x="105747" y="48846"/>
                  </a:cubicBezTo>
                  <a:cubicBezTo>
                    <a:pt x="117601" y="49971"/>
                    <a:pt x="109425" y="64257"/>
                    <a:pt x="120793" y="66081"/>
                  </a:cubicBezTo>
                  <a:cubicBezTo>
                    <a:pt x="127419" y="67144"/>
                    <a:pt x="138270" y="62281"/>
                    <a:pt x="144167" y="65351"/>
                  </a:cubicBezTo>
                  <a:cubicBezTo>
                    <a:pt x="148362" y="67540"/>
                    <a:pt x="153529" y="71947"/>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31"/>
            <p:cNvSpPr/>
            <p:nvPr/>
          </p:nvSpPr>
          <p:spPr>
            <a:xfrm>
              <a:off x="2975000" y="442550"/>
              <a:ext cx="3962850" cy="1795650"/>
            </a:xfrm>
            <a:custGeom>
              <a:rect b="b" l="l" r="r" t="t"/>
              <a:pathLst>
                <a:path extrusionOk="0" fill="none" h="71826" w="158514">
                  <a:moveTo>
                    <a:pt x="0" y="1"/>
                  </a:moveTo>
                  <a:cubicBezTo>
                    <a:pt x="5259" y="2584"/>
                    <a:pt x="10973" y="4317"/>
                    <a:pt x="16475" y="5745"/>
                  </a:cubicBezTo>
                  <a:cubicBezTo>
                    <a:pt x="22250" y="7235"/>
                    <a:pt x="28542" y="9788"/>
                    <a:pt x="31581" y="14195"/>
                  </a:cubicBezTo>
                  <a:cubicBezTo>
                    <a:pt x="35168" y="19332"/>
                    <a:pt x="27326" y="28238"/>
                    <a:pt x="31247" y="34560"/>
                  </a:cubicBezTo>
                  <a:cubicBezTo>
                    <a:pt x="33253" y="37782"/>
                    <a:pt x="39150" y="47418"/>
                    <a:pt x="42737" y="47722"/>
                  </a:cubicBezTo>
                  <a:cubicBezTo>
                    <a:pt x="51612" y="48482"/>
                    <a:pt x="57752" y="35229"/>
                    <a:pt x="65412" y="32129"/>
                  </a:cubicBezTo>
                  <a:cubicBezTo>
                    <a:pt x="73588" y="28816"/>
                    <a:pt x="84044" y="34804"/>
                    <a:pt x="90275" y="39302"/>
                  </a:cubicBezTo>
                  <a:cubicBezTo>
                    <a:pt x="95351" y="42980"/>
                    <a:pt x="98938" y="48269"/>
                    <a:pt x="106081" y="48816"/>
                  </a:cubicBezTo>
                  <a:cubicBezTo>
                    <a:pt x="111704" y="49241"/>
                    <a:pt x="112981" y="50670"/>
                    <a:pt x="114136" y="56111"/>
                  </a:cubicBezTo>
                  <a:cubicBezTo>
                    <a:pt x="115139" y="60792"/>
                    <a:pt x="115321" y="64470"/>
                    <a:pt x="121279" y="65381"/>
                  </a:cubicBezTo>
                  <a:cubicBezTo>
                    <a:pt x="127784" y="66385"/>
                    <a:pt x="138696" y="61947"/>
                    <a:pt x="144410" y="65169"/>
                  </a:cubicBezTo>
                  <a:cubicBezTo>
                    <a:pt x="148483" y="67448"/>
                    <a:pt x="153529" y="7182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31"/>
            <p:cNvSpPr/>
            <p:nvPr/>
          </p:nvSpPr>
          <p:spPr>
            <a:xfrm>
              <a:off x="2975000" y="442550"/>
              <a:ext cx="3962850" cy="1794125"/>
            </a:xfrm>
            <a:custGeom>
              <a:rect b="b" l="l" r="r" t="t"/>
              <a:pathLst>
                <a:path extrusionOk="0" fill="none" h="71765" w="158514">
                  <a:moveTo>
                    <a:pt x="0" y="1"/>
                  </a:moveTo>
                  <a:cubicBezTo>
                    <a:pt x="5319" y="2554"/>
                    <a:pt x="11064" y="4226"/>
                    <a:pt x="16627" y="5502"/>
                  </a:cubicBezTo>
                  <a:cubicBezTo>
                    <a:pt x="22523" y="6840"/>
                    <a:pt x="28663" y="9302"/>
                    <a:pt x="32554" y="12919"/>
                  </a:cubicBezTo>
                  <a:cubicBezTo>
                    <a:pt x="36931" y="17022"/>
                    <a:pt x="28906" y="28268"/>
                    <a:pt x="31247" y="33983"/>
                  </a:cubicBezTo>
                  <a:cubicBezTo>
                    <a:pt x="32615" y="37326"/>
                    <a:pt x="40031" y="46658"/>
                    <a:pt x="43679" y="46719"/>
                  </a:cubicBezTo>
                  <a:cubicBezTo>
                    <a:pt x="52433" y="46810"/>
                    <a:pt x="58117" y="33861"/>
                    <a:pt x="66628" y="31430"/>
                  </a:cubicBezTo>
                  <a:cubicBezTo>
                    <a:pt x="75108" y="28998"/>
                    <a:pt x="85078" y="33709"/>
                    <a:pt x="91066" y="38451"/>
                  </a:cubicBezTo>
                  <a:cubicBezTo>
                    <a:pt x="95899" y="42250"/>
                    <a:pt x="98847" y="48482"/>
                    <a:pt x="106446" y="48785"/>
                  </a:cubicBezTo>
                  <a:cubicBezTo>
                    <a:pt x="119030" y="49272"/>
                    <a:pt x="110853" y="62950"/>
                    <a:pt x="121826" y="64743"/>
                  </a:cubicBezTo>
                  <a:cubicBezTo>
                    <a:pt x="128088" y="65746"/>
                    <a:pt x="139121" y="61612"/>
                    <a:pt x="144684" y="64986"/>
                  </a:cubicBezTo>
                  <a:cubicBezTo>
                    <a:pt x="148666" y="67388"/>
                    <a:pt x="153559" y="7176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31"/>
            <p:cNvSpPr/>
            <p:nvPr/>
          </p:nvSpPr>
          <p:spPr>
            <a:xfrm>
              <a:off x="2975000" y="442550"/>
              <a:ext cx="3962850" cy="1791075"/>
            </a:xfrm>
            <a:custGeom>
              <a:rect b="b" l="l" r="r" t="t"/>
              <a:pathLst>
                <a:path extrusionOk="0" fill="none" h="71643" w="158514">
                  <a:moveTo>
                    <a:pt x="0" y="1"/>
                  </a:moveTo>
                  <a:cubicBezTo>
                    <a:pt x="5319" y="2523"/>
                    <a:pt x="11155" y="4134"/>
                    <a:pt x="16779" y="5259"/>
                  </a:cubicBezTo>
                  <a:cubicBezTo>
                    <a:pt x="22736" y="6475"/>
                    <a:pt x="29302" y="9058"/>
                    <a:pt x="33405" y="11672"/>
                  </a:cubicBezTo>
                  <a:cubicBezTo>
                    <a:pt x="37660" y="14378"/>
                    <a:pt x="30821" y="28968"/>
                    <a:pt x="31399" y="33314"/>
                  </a:cubicBezTo>
                  <a:cubicBezTo>
                    <a:pt x="31885" y="36931"/>
                    <a:pt x="40578" y="45624"/>
                    <a:pt x="44651" y="45472"/>
                  </a:cubicBezTo>
                  <a:cubicBezTo>
                    <a:pt x="53101" y="45168"/>
                    <a:pt x="58421" y="32828"/>
                    <a:pt x="67874" y="30852"/>
                  </a:cubicBezTo>
                  <a:cubicBezTo>
                    <a:pt x="76658" y="29028"/>
                    <a:pt x="86233" y="32706"/>
                    <a:pt x="91856" y="37509"/>
                  </a:cubicBezTo>
                  <a:cubicBezTo>
                    <a:pt x="96476" y="41491"/>
                    <a:pt x="98908" y="48542"/>
                    <a:pt x="106780" y="48755"/>
                  </a:cubicBezTo>
                  <a:cubicBezTo>
                    <a:pt x="112647" y="48907"/>
                    <a:pt x="114045" y="50184"/>
                    <a:pt x="115565" y="55503"/>
                  </a:cubicBezTo>
                  <a:cubicBezTo>
                    <a:pt x="116841" y="60062"/>
                    <a:pt x="116628" y="63132"/>
                    <a:pt x="122404" y="64044"/>
                  </a:cubicBezTo>
                  <a:cubicBezTo>
                    <a:pt x="128544" y="65047"/>
                    <a:pt x="139486" y="61278"/>
                    <a:pt x="144957" y="64804"/>
                  </a:cubicBezTo>
                  <a:cubicBezTo>
                    <a:pt x="148818" y="67296"/>
                    <a:pt x="153559" y="71643"/>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31"/>
            <p:cNvSpPr/>
            <p:nvPr/>
          </p:nvSpPr>
          <p:spPr>
            <a:xfrm>
              <a:off x="2975000" y="442550"/>
              <a:ext cx="3962100" cy="1789575"/>
            </a:xfrm>
            <a:custGeom>
              <a:rect b="b" l="l" r="r" t="t"/>
              <a:pathLst>
                <a:path extrusionOk="0" fill="none" h="71583" w="158484">
                  <a:moveTo>
                    <a:pt x="0" y="1"/>
                  </a:moveTo>
                  <a:cubicBezTo>
                    <a:pt x="5380" y="2463"/>
                    <a:pt x="11216" y="4043"/>
                    <a:pt x="16900" y="5016"/>
                  </a:cubicBezTo>
                  <a:cubicBezTo>
                    <a:pt x="22797" y="6049"/>
                    <a:pt x="29058" y="8724"/>
                    <a:pt x="34135" y="10457"/>
                  </a:cubicBezTo>
                  <a:cubicBezTo>
                    <a:pt x="39667" y="12372"/>
                    <a:pt x="32037" y="28846"/>
                    <a:pt x="31855" y="32463"/>
                  </a:cubicBezTo>
                  <a:cubicBezTo>
                    <a:pt x="31672" y="36597"/>
                    <a:pt x="40852" y="44712"/>
                    <a:pt x="45503" y="44074"/>
                  </a:cubicBezTo>
                  <a:cubicBezTo>
                    <a:pt x="54165" y="42889"/>
                    <a:pt x="59606" y="32038"/>
                    <a:pt x="69090" y="30335"/>
                  </a:cubicBezTo>
                  <a:cubicBezTo>
                    <a:pt x="77479" y="28846"/>
                    <a:pt x="87388" y="31703"/>
                    <a:pt x="92646" y="36566"/>
                  </a:cubicBezTo>
                  <a:cubicBezTo>
                    <a:pt x="97084" y="40670"/>
                    <a:pt x="98908" y="48634"/>
                    <a:pt x="107084" y="48725"/>
                  </a:cubicBezTo>
                  <a:cubicBezTo>
                    <a:pt x="112890" y="48816"/>
                    <a:pt x="114501" y="49910"/>
                    <a:pt x="116203" y="55229"/>
                  </a:cubicBezTo>
                  <a:cubicBezTo>
                    <a:pt x="117571" y="59606"/>
                    <a:pt x="117297" y="62555"/>
                    <a:pt x="122951" y="63436"/>
                  </a:cubicBezTo>
                  <a:cubicBezTo>
                    <a:pt x="129030" y="64378"/>
                    <a:pt x="139851" y="60944"/>
                    <a:pt x="145200" y="64622"/>
                  </a:cubicBezTo>
                  <a:cubicBezTo>
                    <a:pt x="148939" y="67205"/>
                    <a:pt x="153590" y="7158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31"/>
            <p:cNvSpPr/>
            <p:nvPr/>
          </p:nvSpPr>
          <p:spPr>
            <a:xfrm>
              <a:off x="2975000" y="442550"/>
              <a:ext cx="3962850" cy="1785000"/>
            </a:xfrm>
            <a:custGeom>
              <a:rect b="b" l="l" r="r" t="t"/>
              <a:pathLst>
                <a:path extrusionOk="0" fill="none" h="71400" w="158514">
                  <a:moveTo>
                    <a:pt x="0" y="1"/>
                  </a:moveTo>
                  <a:cubicBezTo>
                    <a:pt x="5411" y="2432"/>
                    <a:pt x="11307" y="3952"/>
                    <a:pt x="17052" y="4803"/>
                  </a:cubicBezTo>
                  <a:cubicBezTo>
                    <a:pt x="22949" y="5685"/>
                    <a:pt x="29028" y="8967"/>
                    <a:pt x="34682" y="9362"/>
                  </a:cubicBezTo>
                  <a:cubicBezTo>
                    <a:pt x="42007" y="9849"/>
                    <a:pt x="33557" y="28360"/>
                    <a:pt x="32858" y="31065"/>
                  </a:cubicBezTo>
                  <a:cubicBezTo>
                    <a:pt x="31308" y="36931"/>
                    <a:pt x="41095" y="43801"/>
                    <a:pt x="46141" y="42676"/>
                  </a:cubicBezTo>
                  <a:cubicBezTo>
                    <a:pt x="54925" y="40761"/>
                    <a:pt x="60731" y="31703"/>
                    <a:pt x="70245" y="29819"/>
                  </a:cubicBezTo>
                  <a:cubicBezTo>
                    <a:pt x="78451" y="28177"/>
                    <a:pt x="88573" y="30731"/>
                    <a:pt x="93497" y="35563"/>
                  </a:cubicBezTo>
                  <a:cubicBezTo>
                    <a:pt x="97753" y="39728"/>
                    <a:pt x="98969" y="48725"/>
                    <a:pt x="107419" y="48755"/>
                  </a:cubicBezTo>
                  <a:cubicBezTo>
                    <a:pt x="113163" y="48755"/>
                    <a:pt x="115018" y="49667"/>
                    <a:pt x="116872" y="54956"/>
                  </a:cubicBezTo>
                  <a:cubicBezTo>
                    <a:pt x="118331" y="59181"/>
                    <a:pt x="118027" y="61977"/>
                    <a:pt x="123559" y="62798"/>
                  </a:cubicBezTo>
                  <a:cubicBezTo>
                    <a:pt x="129638" y="63710"/>
                    <a:pt x="140459" y="60579"/>
                    <a:pt x="145504" y="64470"/>
                  </a:cubicBezTo>
                  <a:cubicBezTo>
                    <a:pt x="148939" y="67144"/>
                    <a:pt x="153802" y="7140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31"/>
            <p:cNvSpPr/>
            <p:nvPr/>
          </p:nvSpPr>
          <p:spPr>
            <a:xfrm>
              <a:off x="2975000" y="442550"/>
              <a:ext cx="3962100" cy="1781975"/>
            </a:xfrm>
            <a:custGeom>
              <a:rect b="b" l="l" r="r" t="t"/>
              <a:pathLst>
                <a:path extrusionOk="0" fill="none" h="71279" w="158484">
                  <a:moveTo>
                    <a:pt x="0" y="1"/>
                  </a:moveTo>
                  <a:cubicBezTo>
                    <a:pt x="5471" y="2402"/>
                    <a:pt x="11247" y="3922"/>
                    <a:pt x="17174" y="4560"/>
                  </a:cubicBezTo>
                  <a:cubicBezTo>
                    <a:pt x="23253" y="5198"/>
                    <a:pt x="29514" y="8420"/>
                    <a:pt x="35107" y="8177"/>
                  </a:cubicBezTo>
                  <a:cubicBezTo>
                    <a:pt x="44044" y="7782"/>
                    <a:pt x="35290" y="26718"/>
                    <a:pt x="34256" y="29089"/>
                  </a:cubicBezTo>
                  <a:cubicBezTo>
                    <a:pt x="31369" y="35959"/>
                    <a:pt x="40578" y="42980"/>
                    <a:pt x="46658" y="41247"/>
                  </a:cubicBezTo>
                  <a:cubicBezTo>
                    <a:pt x="55533" y="38785"/>
                    <a:pt x="61947" y="31490"/>
                    <a:pt x="71369" y="29180"/>
                  </a:cubicBezTo>
                  <a:cubicBezTo>
                    <a:pt x="79424" y="27174"/>
                    <a:pt x="89819" y="29697"/>
                    <a:pt x="94470" y="34439"/>
                  </a:cubicBezTo>
                  <a:cubicBezTo>
                    <a:pt x="98482" y="38573"/>
                    <a:pt x="99090" y="48785"/>
                    <a:pt x="107753" y="48694"/>
                  </a:cubicBezTo>
                  <a:cubicBezTo>
                    <a:pt x="113407" y="48634"/>
                    <a:pt x="115504" y="49424"/>
                    <a:pt x="117510" y="54652"/>
                  </a:cubicBezTo>
                  <a:cubicBezTo>
                    <a:pt x="119060" y="58694"/>
                    <a:pt x="118665" y="61400"/>
                    <a:pt x="124167" y="62160"/>
                  </a:cubicBezTo>
                  <a:cubicBezTo>
                    <a:pt x="130246" y="62980"/>
                    <a:pt x="140793" y="60245"/>
                    <a:pt x="145717" y="64257"/>
                  </a:cubicBezTo>
                  <a:cubicBezTo>
                    <a:pt x="149061" y="66962"/>
                    <a:pt x="153802" y="71278"/>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31"/>
            <p:cNvSpPr/>
            <p:nvPr/>
          </p:nvSpPr>
          <p:spPr>
            <a:xfrm>
              <a:off x="2975000" y="442550"/>
              <a:ext cx="3962850" cy="1781200"/>
            </a:xfrm>
            <a:custGeom>
              <a:rect b="b" l="l" r="r" t="t"/>
              <a:pathLst>
                <a:path extrusionOk="0" fill="none" h="71248" w="158514">
                  <a:moveTo>
                    <a:pt x="0" y="1"/>
                  </a:moveTo>
                  <a:cubicBezTo>
                    <a:pt x="5502" y="2371"/>
                    <a:pt x="11338" y="3830"/>
                    <a:pt x="17326" y="4347"/>
                  </a:cubicBezTo>
                  <a:cubicBezTo>
                    <a:pt x="23405" y="4833"/>
                    <a:pt x="29484" y="7478"/>
                    <a:pt x="35381" y="7083"/>
                  </a:cubicBezTo>
                  <a:cubicBezTo>
                    <a:pt x="46171" y="6384"/>
                    <a:pt x="37660" y="22007"/>
                    <a:pt x="36080" y="26718"/>
                  </a:cubicBezTo>
                  <a:cubicBezTo>
                    <a:pt x="34560" y="31247"/>
                    <a:pt x="33192" y="34591"/>
                    <a:pt x="37387" y="37934"/>
                  </a:cubicBezTo>
                  <a:cubicBezTo>
                    <a:pt x="40062" y="40032"/>
                    <a:pt x="43983" y="40913"/>
                    <a:pt x="47144" y="39940"/>
                  </a:cubicBezTo>
                  <a:cubicBezTo>
                    <a:pt x="52007" y="38421"/>
                    <a:pt x="55959" y="34864"/>
                    <a:pt x="60548" y="32524"/>
                  </a:cubicBezTo>
                  <a:cubicBezTo>
                    <a:pt x="64409" y="30579"/>
                    <a:pt x="68360" y="29758"/>
                    <a:pt x="72403" y="28512"/>
                  </a:cubicBezTo>
                  <a:cubicBezTo>
                    <a:pt x="80275" y="26080"/>
                    <a:pt x="91187" y="28724"/>
                    <a:pt x="95503" y="33314"/>
                  </a:cubicBezTo>
                  <a:cubicBezTo>
                    <a:pt x="99303" y="37296"/>
                    <a:pt x="99212" y="48877"/>
                    <a:pt x="108118" y="48694"/>
                  </a:cubicBezTo>
                  <a:cubicBezTo>
                    <a:pt x="113589" y="48573"/>
                    <a:pt x="115990" y="49302"/>
                    <a:pt x="118148" y="54409"/>
                  </a:cubicBezTo>
                  <a:cubicBezTo>
                    <a:pt x="119820" y="58299"/>
                    <a:pt x="119364" y="60974"/>
                    <a:pt x="124805" y="61612"/>
                  </a:cubicBezTo>
                  <a:cubicBezTo>
                    <a:pt x="130519" y="62281"/>
                    <a:pt x="141249" y="59819"/>
                    <a:pt x="145991" y="64135"/>
                  </a:cubicBezTo>
                  <a:cubicBezTo>
                    <a:pt x="149213" y="67023"/>
                    <a:pt x="153863" y="71248"/>
                    <a:pt x="158514" y="68695"/>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31"/>
            <p:cNvSpPr/>
            <p:nvPr/>
          </p:nvSpPr>
          <p:spPr>
            <a:xfrm>
              <a:off x="2975000" y="442550"/>
              <a:ext cx="3962100" cy="1777400"/>
            </a:xfrm>
            <a:custGeom>
              <a:rect b="b" l="l" r="r" t="t"/>
              <a:pathLst>
                <a:path extrusionOk="0" fill="none" h="71096" w="158484">
                  <a:moveTo>
                    <a:pt x="0" y="1"/>
                  </a:moveTo>
                  <a:cubicBezTo>
                    <a:pt x="5532" y="2341"/>
                    <a:pt x="11429" y="3739"/>
                    <a:pt x="17447" y="4104"/>
                  </a:cubicBezTo>
                  <a:cubicBezTo>
                    <a:pt x="23496" y="4469"/>
                    <a:pt x="29484" y="6596"/>
                    <a:pt x="35533" y="6049"/>
                  </a:cubicBezTo>
                  <a:cubicBezTo>
                    <a:pt x="47357" y="4955"/>
                    <a:pt x="40822" y="16809"/>
                    <a:pt x="38208" y="23983"/>
                  </a:cubicBezTo>
                  <a:cubicBezTo>
                    <a:pt x="36657" y="28329"/>
                    <a:pt x="33557" y="33253"/>
                    <a:pt x="37691" y="36962"/>
                  </a:cubicBezTo>
                  <a:cubicBezTo>
                    <a:pt x="40244" y="39272"/>
                    <a:pt x="44591" y="39636"/>
                    <a:pt x="47661" y="38603"/>
                  </a:cubicBezTo>
                  <a:cubicBezTo>
                    <a:pt x="52646" y="36931"/>
                    <a:pt x="56901" y="33557"/>
                    <a:pt x="61764" y="31460"/>
                  </a:cubicBezTo>
                  <a:cubicBezTo>
                    <a:pt x="65533" y="29819"/>
                    <a:pt x="69576" y="29150"/>
                    <a:pt x="73375" y="27721"/>
                  </a:cubicBezTo>
                  <a:cubicBezTo>
                    <a:pt x="80974" y="24864"/>
                    <a:pt x="92464" y="27721"/>
                    <a:pt x="96659" y="32068"/>
                  </a:cubicBezTo>
                  <a:cubicBezTo>
                    <a:pt x="100884" y="36445"/>
                    <a:pt x="98634" y="48512"/>
                    <a:pt x="108452" y="48664"/>
                  </a:cubicBezTo>
                  <a:cubicBezTo>
                    <a:pt x="114014" y="48755"/>
                    <a:pt x="116416" y="49150"/>
                    <a:pt x="118756" y="54105"/>
                  </a:cubicBezTo>
                  <a:cubicBezTo>
                    <a:pt x="120550" y="57874"/>
                    <a:pt x="120002" y="60488"/>
                    <a:pt x="125413" y="61035"/>
                  </a:cubicBezTo>
                  <a:cubicBezTo>
                    <a:pt x="131158" y="61643"/>
                    <a:pt x="141553" y="59454"/>
                    <a:pt x="146234" y="63922"/>
                  </a:cubicBezTo>
                  <a:cubicBezTo>
                    <a:pt x="149334" y="66871"/>
                    <a:pt x="153894" y="71096"/>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31"/>
            <p:cNvSpPr/>
            <p:nvPr/>
          </p:nvSpPr>
          <p:spPr>
            <a:xfrm>
              <a:off x="2975000" y="442550"/>
              <a:ext cx="3962850" cy="1775125"/>
            </a:xfrm>
            <a:custGeom>
              <a:rect b="b" l="l" r="r" t="t"/>
              <a:pathLst>
                <a:path extrusionOk="0" fill="none" h="71005" w="158514">
                  <a:moveTo>
                    <a:pt x="0" y="1"/>
                  </a:moveTo>
                  <a:cubicBezTo>
                    <a:pt x="5593" y="2311"/>
                    <a:pt x="11520" y="3648"/>
                    <a:pt x="17569" y="3861"/>
                  </a:cubicBezTo>
                  <a:cubicBezTo>
                    <a:pt x="23587" y="4074"/>
                    <a:pt x="29636" y="5837"/>
                    <a:pt x="35594" y="5046"/>
                  </a:cubicBezTo>
                  <a:cubicBezTo>
                    <a:pt x="47569" y="3466"/>
                    <a:pt x="43800" y="12280"/>
                    <a:pt x="40578" y="20974"/>
                  </a:cubicBezTo>
                  <a:cubicBezTo>
                    <a:pt x="39059" y="25107"/>
                    <a:pt x="34773" y="31916"/>
                    <a:pt x="38268" y="35867"/>
                  </a:cubicBezTo>
                  <a:cubicBezTo>
                    <a:pt x="40548" y="38451"/>
                    <a:pt x="45381" y="38208"/>
                    <a:pt x="48238" y="37296"/>
                  </a:cubicBezTo>
                  <a:cubicBezTo>
                    <a:pt x="53405" y="35624"/>
                    <a:pt x="57965" y="32281"/>
                    <a:pt x="63102" y="30366"/>
                  </a:cubicBezTo>
                  <a:cubicBezTo>
                    <a:pt x="66780" y="28968"/>
                    <a:pt x="70701" y="28420"/>
                    <a:pt x="74257" y="26840"/>
                  </a:cubicBezTo>
                  <a:cubicBezTo>
                    <a:pt x="81552" y="23588"/>
                    <a:pt x="94075" y="26779"/>
                    <a:pt x="97935" y="30791"/>
                  </a:cubicBezTo>
                  <a:cubicBezTo>
                    <a:pt x="101887" y="34895"/>
                    <a:pt x="98938" y="48542"/>
                    <a:pt x="108817" y="48664"/>
                  </a:cubicBezTo>
                  <a:cubicBezTo>
                    <a:pt x="114227" y="48694"/>
                    <a:pt x="116872" y="49029"/>
                    <a:pt x="119364" y="53801"/>
                  </a:cubicBezTo>
                  <a:cubicBezTo>
                    <a:pt x="121249" y="57448"/>
                    <a:pt x="120702" y="60032"/>
                    <a:pt x="126021" y="60518"/>
                  </a:cubicBezTo>
                  <a:cubicBezTo>
                    <a:pt x="131826" y="61035"/>
                    <a:pt x="141857" y="59120"/>
                    <a:pt x="146507" y="63771"/>
                  </a:cubicBezTo>
                  <a:cubicBezTo>
                    <a:pt x="149456" y="66719"/>
                    <a:pt x="153924" y="7100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31"/>
            <p:cNvSpPr/>
            <p:nvPr/>
          </p:nvSpPr>
          <p:spPr>
            <a:xfrm>
              <a:off x="2975000" y="442550"/>
              <a:ext cx="3962850" cy="1772850"/>
            </a:xfrm>
            <a:custGeom>
              <a:rect b="b" l="l" r="r" t="t"/>
              <a:pathLst>
                <a:path extrusionOk="0" fill="none" h="70914" w="158514">
                  <a:moveTo>
                    <a:pt x="0" y="1"/>
                  </a:moveTo>
                  <a:cubicBezTo>
                    <a:pt x="5623" y="2280"/>
                    <a:pt x="11611" y="3526"/>
                    <a:pt x="17690" y="3648"/>
                  </a:cubicBezTo>
                  <a:cubicBezTo>
                    <a:pt x="23648" y="3709"/>
                    <a:pt x="29636" y="5016"/>
                    <a:pt x="35563" y="4104"/>
                  </a:cubicBezTo>
                  <a:cubicBezTo>
                    <a:pt x="47022" y="2371"/>
                    <a:pt x="46627" y="7843"/>
                    <a:pt x="43101" y="17812"/>
                  </a:cubicBezTo>
                  <a:cubicBezTo>
                    <a:pt x="41733" y="21612"/>
                    <a:pt x="36232" y="30670"/>
                    <a:pt x="39028" y="34621"/>
                  </a:cubicBezTo>
                  <a:cubicBezTo>
                    <a:pt x="41004" y="37387"/>
                    <a:pt x="46293" y="36901"/>
                    <a:pt x="48968" y="35989"/>
                  </a:cubicBezTo>
                  <a:cubicBezTo>
                    <a:pt x="57235" y="33071"/>
                    <a:pt x="67235" y="29667"/>
                    <a:pt x="75108" y="25867"/>
                  </a:cubicBezTo>
                  <a:cubicBezTo>
                    <a:pt x="82008" y="22524"/>
                    <a:pt x="95655" y="25746"/>
                    <a:pt x="99303" y="29484"/>
                  </a:cubicBezTo>
                  <a:cubicBezTo>
                    <a:pt x="103042" y="33284"/>
                    <a:pt x="99546" y="48573"/>
                    <a:pt x="109242" y="48573"/>
                  </a:cubicBezTo>
                  <a:cubicBezTo>
                    <a:pt x="114379" y="48573"/>
                    <a:pt x="117328" y="48968"/>
                    <a:pt x="119942" y="53527"/>
                  </a:cubicBezTo>
                  <a:cubicBezTo>
                    <a:pt x="121948" y="57023"/>
                    <a:pt x="121340" y="59606"/>
                    <a:pt x="126629" y="60032"/>
                  </a:cubicBezTo>
                  <a:cubicBezTo>
                    <a:pt x="132495" y="60488"/>
                    <a:pt x="142130" y="58725"/>
                    <a:pt x="146751" y="63558"/>
                  </a:cubicBezTo>
                  <a:cubicBezTo>
                    <a:pt x="149608" y="66567"/>
                    <a:pt x="153985" y="70913"/>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31"/>
            <p:cNvSpPr/>
            <p:nvPr/>
          </p:nvSpPr>
          <p:spPr>
            <a:xfrm>
              <a:off x="2975000" y="442550"/>
              <a:ext cx="3962100" cy="1769800"/>
            </a:xfrm>
            <a:custGeom>
              <a:rect b="b" l="l" r="r" t="t"/>
              <a:pathLst>
                <a:path extrusionOk="0" fill="none" h="70792" w="158484">
                  <a:moveTo>
                    <a:pt x="0" y="1"/>
                  </a:moveTo>
                  <a:cubicBezTo>
                    <a:pt x="5654" y="2280"/>
                    <a:pt x="11703" y="3435"/>
                    <a:pt x="17812" y="3405"/>
                  </a:cubicBezTo>
                  <a:cubicBezTo>
                    <a:pt x="23709" y="3344"/>
                    <a:pt x="29606" y="4165"/>
                    <a:pt x="35502" y="3192"/>
                  </a:cubicBezTo>
                  <a:cubicBezTo>
                    <a:pt x="37660" y="2858"/>
                    <a:pt x="42463" y="1976"/>
                    <a:pt x="44621" y="2949"/>
                  </a:cubicBezTo>
                  <a:cubicBezTo>
                    <a:pt x="49545" y="5168"/>
                    <a:pt x="46840" y="10913"/>
                    <a:pt x="45624" y="14742"/>
                  </a:cubicBezTo>
                  <a:cubicBezTo>
                    <a:pt x="43557" y="21369"/>
                    <a:pt x="34135" y="40001"/>
                    <a:pt x="49819" y="34652"/>
                  </a:cubicBezTo>
                  <a:cubicBezTo>
                    <a:pt x="58299" y="31734"/>
                    <a:pt x="67935" y="28177"/>
                    <a:pt x="76050" y="24864"/>
                  </a:cubicBezTo>
                  <a:cubicBezTo>
                    <a:pt x="83072" y="21977"/>
                    <a:pt x="96051" y="24347"/>
                    <a:pt x="100762" y="28117"/>
                  </a:cubicBezTo>
                  <a:cubicBezTo>
                    <a:pt x="105716" y="32098"/>
                    <a:pt x="98908" y="48299"/>
                    <a:pt x="109698" y="48482"/>
                  </a:cubicBezTo>
                  <a:cubicBezTo>
                    <a:pt x="114653" y="48573"/>
                    <a:pt x="117753" y="48846"/>
                    <a:pt x="120458" y="53254"/>
                  </a:cubicBezTo>
                  <a:cubicBezTo>
                    <a:pt x="122586" y="56628"/>
                    <a:pt x="121948" y="59242"/>
                    <a:pt x="127176" y="59576"/>
                  </a:cubicBezTo>
                  <a:cubicBezTo>
                    <a:pt x="133133" y="60001"/>
                    <a:pt x="142404" y="58360"/>
                    <a:pt x="146963" y="63375"/>
                  </a:cubicBezTo>
                  <a:cubicBezTo>
                    <a:pt x="149699" y="66385"/>
                    <a:pt x="153985" y="70792"/>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31"/>
            <p:cNvSpPr/>
            <p:nvPr/>
          </p:nvSpPr>
          <p:spPr>
            <a:xfrm>
              <a:off x="2975000" y="442550"/>
              <a:ext cx="3963625" cy="1767525"/>
            </a:xfrm>
            <a:custGeom>
              <a:rect b="b" l="l" r="r" t="t"/>
              <a:pathLst>
                <a:path extrusionOk="0" fill="none" h="70701" w="158545">
                  <a:moveTo>
                    <a:pt x="0" y="1"/>
                  </a:moveTo>
                  <a:cubicBezTo>
                    <a:pt x="5715" y="2250"/>
                    <a:pt x="11794" y="3314"/>
                    <a:pt x="17934" y="3192"/>
                  </a:cubicBezTo>
                  <a:cubicBezTo>
                    <a:pt x="23770" y="2979"/>
                    <a:pt x="29575" y="3314"/>
                    <a:pt x="35411" y="2341"/>
                  </a:cubicBezTo>
                  <a:cubicBezTo>
                    <a:pt x="44439" y="791"/>
                    <a:pt x="50518" y="2371"/>
                    <a:pt x="48147" y="11916"/>
                  </a:cubicBezTo>
                  <a:cubicBezTo>
                    <a:pt x="46627" y="18086"/>
                    <a:pt x="34894" y="38725"/>
                    <a:pt x="50883" y="33253"/>
                  </a:cubicBezTo>
                  <a:cubicBezTo>
                    <a:pt x="59697" y="30244"/>
                    <a:pt x="68482" y="26688"/>
                    <a:pt x="77418" y="23922"/>
                  </a:cubicBezTo>
                  <a:cubicBezTo>
                    <a:pt x="84227" y="21794"/>
                    <a:pt x="97601" y="22585"/>
                    <a:pt x="102312" y="26779"/>
                  </a:cubicBezTo>
                  <a:cubicBezTo>
                    <a:pt x="107510" y="31399"/>
                    <a:pt x="99394" y="48056"/>
                    <a:pt x="110276" y="48330"/>
                  </a:cubicBezTo>
                  <a:cubicBezTo>
                    <a:pt x="115200" y="48451"/>
                    <a:pt x="117966" y="49181"/>
                    <a:pt x="120945" y="52889"/>
                  </a:cubicBezTo>
                  <a:cubicBezTo>
                    <a:pt x="123376" y="55928"/>
                    <a:pt x="122464" y="58877"/>
                    <a:pt x="127784" y="59150"/>
                  </a:cubicBezTo>
                  <a:cubicBezTo>
                    <a:pt x="133711" y="59454"/>
                    <a:pt x="142769" y="58026"/>
                    <a:pt x="147267" y="63223"/>
                  </a:cubicBezTo>
                  <a:cubicBezTo>
                    <a:pt x="149881" y="66202"/>
                    <a:pt x="154076" y="70701"/>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31"/>
            <p:cNvSpPr/>
            <p:nvPr/>
          </p:nvSpPr>
          <p:spPr>
            <a:xfrm>
              <a:off x="2975000" y="442550"/>
              <a:ext cx="3962850" cy="1765250"/>
            </a:xfrm>
            <a:custGeom>
              <a:rect b="b" l="l" r="r" t="t"/>
              <a:pathLst>
                <a:path extrusionOk="0" fill="none" h="70610" w="158514">
                  <a:moveTo>
                    <a:pt x="0" y="1"/>
                  </a:moveTo>
                  <a:cubicBezTo>
                    <a:pt x="5745" y="2219"/>
                    <a:pt x="11885" y="3223"/>
                    <a:pt x="18025" y="2949"/>
                  </a:cubicBezTo>
                  <a:cubicBezTo>
                    <a:pt x="23800" y="2645"/>
                    <a:pt x="29514" y="2493"/>
                    <a:pt x="35259" y="1490"/>
                  </a:cubicBezTo>
                  <a:cubicBezTo>
                    <a:pt x="38056" y="1004"/>
                    <a:pt x="42189" y="396"/>
                    <a:pt x="44986" y="1064"/>
                  </a:cubicBezTo>
                  <a:cubicBezTo>
                    <a:pt x="50183" y="2280"/>
                    <a:pt x="51065" y="4803"/>
                    <a:pt x="50487" y="9454"/>
                  </a:cubicBezTo>
                  <a:cubicBezTo>
                    <a:pt x="49728" y="14986"/>
                    <a:pt x="36627" y="36870"/>
                    <a:pt x="52068" y="31825"/>
                  </a:cubicBezTo>
                  <a:cubicBezTo>
                    <a:pt x="60944" y="28937"/>
                    <a:pt x="69910" y="25533"/>
                    <a:pt x="79029" y="23010"/>
                  </a:cubicBezTo>
                  <a:cubicBezTo>
                    <a:pt x="86111" y="21095"/>
                    <a:pt x="98969" y="21551"/>
                    <a:pt x="103893" y="25472"/>
                  </a:cubicBezTo>
                  <a:cubicBezTo>
                    <a:pt x="109212" y="29697"/>
                    <a:pt x="100093" y="47661"/>
                    <a:pt x="110823" y="48147"/>
                  </a:cubicBezTo>
                  <a:cubicBezTo>
                    <a:pt x="115595" y="48360"/>
                    <a:pt x="118422" y="49120"/>
                    <a:pt x="121431" y="52646"/>
                  </a:cubicBezTo>
                  <a:cubicBezTo>
                    <a:pt x="123923" y="55594"/>
                    <a:pt x="123103" y="58542"/>
                    <a:pt x="128300" y="58786"/>
                  </a:cubicBezTo>
                  <a:cubicBezTo>
                    <a:pt x="134288" y="59059"/>
                    <a:pt x="143042" y="57783"/>
                    <a:pt x="147480" y="63041"/>
                  </a:cubicBezTo>
                  <a:cubicBezTo>
                    <a:pt x="150003" y="65989"/>
                    <a:pt x="154076" y="7061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31"/>
            <p:cNvSpPr/>
            <p:nvPr/>
          </p:nvSpPr>
          <p:spPr>
            <a:xfrm>
              <a:off x="2975000" y="428125"/>
              <a:ext cx="3962850" cy="1777400"/>
            </a:xfrm>
            <a:custGeom>
              <a:rect b="b" l="l" r="r" t="t"/>
              <a:pathLst>
                <a:path extrusionOk="0" fill="none" h="71096" w="158514">
                  <a:moveTo>
                    <a:pt x="0" y="578"/>
                  </a:moveTo>
                  <a:cubicBezTo>
                    <a:pt x="5715" y="2705"/>
                    <a:pt x="12128" y="3769"/>
                    <a:pt x="18146" y="3313"/>
                  </a:cubicBezTo>
                  <a:cubicBezTo>
                    <a:pt x="23861" y="2888"/>
                    <a:pt x="29484" y="2219"/>
                    <a:pt x="35138" y="1246"/>
                  </a:cubicBezTo>
                  <a:cubicBezTo>
                    <a:pt x="42554" y="0"/>
                    <a:pt x="52281" y="1489"/>
                    <a:pt x="52585" y="7994"/>
                  </a:cubicBezTo>
                  <a:cubicBezTo>
                    <a:pt x="52767" y="12523"/>
                    <a:pt x="39211" y="35350"/>
                    <a:pt x="53436" y="30882"/>
                  </a:cubicBezTo>
                  <a:cubicBezTo>
                    <a:pt x="62372" y="28086"/>
                    <a:pt x="71673" y="25137"/>
                    <a:pt x="80914" y="22736"/>
                  </a:cubicBezTo>
                  <a:cubicBezTo>
                    <a:pt x="88604" y="20760"/>
                    <a:pt x="100032" y="21551"/>
                    <a:pt x="105443" y="24803"/>
                  </a:cubicBezTo>
                  <a:cubicBezTo>
                    <a:pt x="111674" y="28511"/>
                    <a:pt x="99941" y="47508"/>
                    <a:pt x="111431" y="48511"/>
                  </a:cubicBezTo>
                  <a:cubicBezTo>
                    <a:pt x="116081" y="48937"/>
                    <a:pt x="118847" y="49606"/>
                    <a:pt x="121887" y="52980"/>
                  </a:cubicBezTo>
                  <a:cubicBezTo>
                    <a:pt x="124440" y="55837"/>
                    <a:pt x="123741" y="58785"/>
                    <a:pt x="128787" y="58998"/>
                  </a:cubicBezTo>
                  <a:cubicBezTo>
                    <a:pt x="134836" y="59271"/>
                    <a:pt x="143316" y="58147"/>
                    <a:pt x="147723" y="63436"/>
                  </a:cubicBezTo>
                  <a:cubicBezTo>
                    <a:pt x="150125" y="66323"/>
                    <a:pt x="154106" y="71095"/>
                    <a:pt x="158514" y="6924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31"/>
            <p:cNvSpPr/>
            <p:nvPr/>
          </p:nvSpPr>
          <p:spPr>
            <a:xfrm>
              <a:off x="2975000" y="412925"/>
              <a:ext cx="3962850" cy="1789550"/>
            </a:xfrm>
            <a:custGeom>
              <a:rect b="b" l="l" r="r" t="t"/>
              <a:pathLst>
                <a:path extrusionOk="0" fill="none" h="71582" w="158514">
                  <a:moveTo>
                    <a:pt x="0" y="1186"/>
                  </a:moveTo>
                  <a:cubicBezTo>
                    <a:pt x="5745" y="3283"/>
                    <a:pt x="12219" y="4286"/>
                    <a:pt x="18238" y="3678"/>
                  </a:cubicBezTo>
                  <a:cubicBezTo>
                    <a:pt x="23891" y="3131"/>
                    <a:pt x="29454" y="1976"/>
                    <a:pt x="35046" y="1034"/>
                  </a:cubicBezTo>
                  <a:cubicBezTo>
                    <a:pt x="41308" y="0"/>
                    <a:pt x="52980" y="638"/>
                    <a:pt x="54317" y="7082"/>
                  </a:cubicBezTo>
                  <a:cubicBezTo>
                    <a:pt x="55260" y="11672"/>
                    <a:pt x="42159" y="33557"/>
                    <a:pt x="54895" y="29879"/>
                  </a:cubicBezTo>
                  <a:cubicBezTo>
                    <a:pt x="64044" y="27204"/>
                    <a:pt x="73588" y="24864"/>
                    <a:pt x="82950" y="22523"/>
                  </a:cubicBezTo>
                  <a:cubicBezTo>
                    <a:pt x="90488" y="20608"/>
                    <a:pt x="101248" y="21186"/>
                    <a:pt x="106932" y="24256"/>
                  </a:cubicBezTo>
                  <a:cubicBezTo>
                    <a:pt x="113862" y="27964"/>
                    <a:pt x="100762" y="47478"/>
                    <a:pt x="112069" y="48876"/>
                  </a:cubicBezTo>
                  <a:cubicBezTo>
                    <a:pt x="116264" y="49363"/>
                    <a:pt x="119729" y="49879"/>
                    <a:pt x="122343" y="53344"/>
                  </a:cubicBezTo>
                  <a:cubicBezTo>
                    <a:pt x="124562" y="56354"/>
                    <a:pt x="124653" y="59089"/>
                    <a:pt x="129273" y="59272"/>
                  </a:cubicBezTo>
                  <a:cubicBezTo>
                    <a:pt x="135352" y="59545"/>
                    <a:pt x="143620" y="58603"/>
                    <a:pt x="147936" y="63861"/>
                  </a:cubicBezTo>
                  <a:cubicBezTo>
                    <a:pt x="150277" y="66688"/>
                    <a:pt x="154137" y="71582"/>
                    <a:pt x="158514" y="6984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31"/>
            <p:cNvSpPr/>
            <p:nvPr/>
          </p:nvSpPr>
          <p:spPr>
            <a:xfrm>
              <a:off x="2975000" y="386325"/>
              <a:ext cx="3962850" cy="1813875"/>
            </a:xfrm>
            <a:custGeom>
              <a:rect b="b" l="l" r="r" t="t"/>
              <a:pathLst>
                <a:path extrusionOk="0" fill="none" h="72555" w="158514">
                  <a:moveTo>
                    <a:pt x="0" y="2250"/>
                  </a:moveTo>
                  <a:cubicBezTo>
                    <a:pt x="5806" y="4286"/>
                    <a:pt x="12371" y="5259"/>
                    <a:pt x="18390" y="4529"/>
                  </a:cubicBezTo>
                  <a:cubicBezTo>
                    <a:pt x="23982" y="3830"/>
                    <a:pt x="29423" y="2250"/>
                    <a:pt x="35046" y="1307"/>
                  </a:cubicBezTo>
                  <a:cubicBezTo>
                    <a:pt x="42767" y="0"/>
                    <a:pt x="52402" y="2067"/>
                    <a:pt x="55685" y="7174"/>
                  </a:cubicBezTo>
                  <a:cubicBezTo>
                    <a:pt x="57570" y="10183"/>
                    <a:pt x="46658" y="32159"/>
                    <a:pt x="56719" y="29271"/>
                  </a:cubicBezTo>
                  <a:cubicBezTo>
                    <a:pt x="65442" y="26748"/>
                    <a:pt x="75746" y="25077"/>
                    <a:pt x="85139" y="22736"/>
                  </a:cubicBezTo>
                  <a:cubicBezTo>
                    <a:pt x="92494" y="20882"/>
                    <a:pt x="102099" y="21338"/>
                    <a:pt x="108300" y="24317"/>
                  </a:cubicBezTo>
                  <a:cubicBezTo>
                    <a:pt x="116477" y="28207"/>
                    <a:pt x="101765" y="47873"/>
                    <a:pt x="112799" y="49636"/>
                  </a:cubicBezTo>
                  <a:cubicBezTo>
                    <a:pt x="116780" y="50275"/>
                    <a:pt x="120215" y="50852"/>
                    <a:pt x="122768" y="54165"/>
                  </a:cubicBezTo>
                  <a:cubicBezTo>
                    <a:pt x="125048" y="57083"/>
                    <a:pt x="125200" y="59849"/>
                    <a:pt x="129729" y="60032"/>
                  </a:cubicBezTo>
                  <a:cubicBezTo>
                    <a:pt x="135839" y="60336"/>
                    <a:pt x="143893" y="59545"/>
                    <a:pt x="148179" y="64773"/>
                  </a:cubicBezTo>
                  <a:cubicBezTo>
                    <a:pt x="150459" y="67539"/>
                    <a:pt x="154167" y="72555"/>
                    <a:pt x="158514" y="7091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31"/>
            <p:cNvSpPr/>
            <p:nvPr/>
          </p:nvSpPr>
          <p:spPr>
            <a:xfrm>
              <a:off x="2975000" y="367325"/>
              <a:ext cx="3962850" cy="1829825"/>
            </a:xfrm>
            <a:custGeom>
              <a:rect b="b" l="l" r="r" t="t"/>
              <a:pathLst>
                <a:path extrusionOk="0" fill="none" h="73193" w="158514">
                  <a:moveTo>
                    <a:pt x="0" y="3010"/>
                  </a:moveTo>
                  <a:cubicBezTo>
                    <a:pt x="5836" y="5016"/>
                    <a:pt x="12432" y="5897"/>
                    <a:pt x="18481" y="5046"/>
                  </a:cubicBezTo>
                  <a:cubicBezTo>
                    <a:pt x="24104" y="4286"/>
                    <a:pt x="29514" y="2067"/>
                    <a:pt x="35077" y="1216"/>
                  </a:cubicBezTo>
                  <a:cubicBezTo>
                    <a:pt x="43010" y="0"/>
                    <a:pt x="51703" y="2584"/>
                    <a:pt x="56719" y="7447"/>
                  </a:cubicBezTo>
                  <a:cubicBezTo>
                    <a:pt x="60123" y="10791"/>
                    <a:pt x="50335" y="30396"/>
                    <a:pt x="58998" y="28360"/>
                  </a:cubicBezTo>
                  <a:cubicBezTo>
                    <a:pt x="67722" y="26293"/>
                    <a:pt x="78056" y="25016"/>
                    <a:pt x="87357" y="22615"/>
                  </a:cubicBezTo>
                  <a:cubicBezTo>
                    <a:pt x="94531" y="20761"/>
                    <a:pt x="103224" y="21065"/>
                    <a:pt x="109546" y="24104"/>
                  </a:cubicBezTo>
                  <a:cubicBezTo>
                    <a:pt x="118209" y="28268"/>
                    <a:pt x="103376" y="47965"/>
                    <a:pt x="113559" y="50062"/>
                  </a:cubicBezTo>
                  <a:cubicBezTo>
                    <a:pt x="117328" y="50822"/>
                    <a:pt x="120671" y="51551"/>
                    <a:pt x="123194" y="54682"/>
                  </a:cubicBezTo>
                  <a:cubicBezTo>
                    <a:pt x="125474" y="57539"/>
                    <a:pt x="125717" y="60305"/>
                    <a:pt x="130155" y="60518"/>
                  </a:cubicBezTo>
                  <a:cubicBezTo>
                    <a:pt x="136295" y="60852"/>
                    <a:pt x="144137" y="60214"/>
                    <a:pt x="148392" y="65381"/>
                  </a:cubicBezTo>
                  <a:cubicBezTo>
                    <a:pt x="150611" y="68056"/>
                    <a:pt x="154228" y="73193"/>
                    <a:pt x="158514" y="7167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31"/>
            <p:cNvSpPr/>
            <p:nvPr/>
          </p:nvSpPr>
          <p:spPr>
            <a:xfrm>
              <a:off x="2975000" y="347575"/>
              <a:ext cx="3962850" cy="1845775"/>
            </a:xfrm>
            <a:custGeom>
              <a:rect b="b" l="l" r="r" t="t"/>
              <a:pathLst>
                <a:path extrusionOk="0" fill="none" h="73831" w="158514">
                  <a:moveTo>
                    <a:pt x="0" y="3800"/>
                  </a:moveTo>
                  <a:cubicBezTo>
                    <a:pt x="5867" y="5775"/>
                    <a:pt x="12554" y="6566"/>
                    <a:pt x="18602" y="5623"/>
                  </a:cubicBezTo>
                  <a:cubicBezTo>
                    <a:pt x="24256" y="4711"/>
                    <a:pt x="29575" y="1915"/>
                    <a:pt x="35229" y="1125"/>
                  </a:cubicBezTo>
                  <a:cubicBezTo>
                    <a:pt x="43284" y="0"/>
                    <a:pt x="51217" y="3404"/>
                    <a:pt x="57448" y="7903"/>
                  </a:cubicBezTo>
                  <a:cubicBezTo>
                    <a:pt x="62129" y="11247"/>
                    <a:pt x="59454" y="16353"/>
                    <a:pt x="58421" y="20852"/>
                  </a:cubicBezTo>
                  <a:cubicBezTo>
                    <a:pt x="57782" y="23587"/>
                    <a:pt x="56506" y="28420"/>
                    <a:pt x="61582" y="27599"/>
                  </a:cubicBezTo>
                  <a:cubicBezTo>
                    <a:pt x="70305" y="26171"/>
                    <a:pt x="80366" y="24925"/>
                    <a:pt x="89516" y="22493"/>
                  </a:cubicBezTo>
                  <a:cubicBezTo>
                    <a:pt x="96628" y="20639"/>
                    <a:pt x="104501" y="20700"/>
                    <a:pt x="110732" y="23952"/>
                  </a:cubicBezTo>
                  <a:cubicBezTo>
                    <a:pt x="119698" y="28663"/>
                    <a:pt x="104501" y="47600"/>
                    <a:pt x="114379" y="50487"/>
                  </a:cubicBezTo>
                  <a:cubicBezTo>
                    <a:pt x="117996" y="51551"/>
                    <a:pt x="121157" y="52250"/>
                    <a:pt x="123619" y="55229"/>
                  </a:cubicBezTo>
                  <a:cubicBezTo>
                    <a:pt x="125899" y="57995"/>
                    <a:pt x="126203" y="60791"/>
                    <a:pt x="130550" y="61065"/>
                  </a:cubicBezTo>
                  <a:cubicBezTo>
                    <a:pt x="136659" y="61399"/>
                    <a:pt x="144380" y="60913"/>
                    <a:pt x="148605" y="65989"/>
                  </a:cubicBezTo>
                  <a:cubicBezTo>
                    <a:pt x="150793" y="68603"/>
                    <a:pt x="154258" y="73831"/>
                    <a:pt x="158514" y="7246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31"/>
            <p:cNvSpPr/>
            <p:nvPr/>
          </p:nvSpPr>
          <p:spPr>
            <a:xfrm>
              <a:off x="2975000" y="324000"/>
              <a:ext cx="3962850" cy="1867075"/>
            </a:xfrm>
            <a:custGeom>
              <a:rect b="b" l="l" r="r" t="t"/>
              <a:pathLst>
                <a:path extrusionOk="0" fill="none" h="74683" w="158514">
                  <a:moveTo>
                    <a:pt x="0" y="4743"/>
                  </a:moveTo>
                  <a:cubicBezTo>
                    <a:pt x="5897" y="6688"/>
                    <a:pt x="12645" y="7387"/>
                    <a:pt x="18724" y="6323"/>
                  </a:cubicBezTo>
                  <a:cubicBezTo>
                    <a:pt x="24469" y="5290"/>
                    <a:pt x="29758" y="1977"/>
                    <a:pt x="35502" y="1156"/>
                  </a:cubicBezTo>
                  <a:cubicBezTo>
                    <a:pt x="43466" y="1"/>
                    <a:pt x="51460" y="4682"/>
                    <a:pt x="57934" y="8572"/>
                  </a:cubicBezTo>
                  <a:cubicBezTo>
                    <a:pt x="62858" y="11521"/>
                    <a:pt x="62099" y="15411"/>
                    <a:pt x="61339" y="20153"/>
                  </a:cubicBezTo>
                  <a:cubicBezTo>
                    <a:pt x="60883" y="22919"/>
                    <a:pt x="59576" y="27448"/>
                    <a:pt x="64378" y="27144"/>
                  </a:cubicBezTo>
                  <a:cubicBezTo>
                    <a:pt x="73223" y="26597"/>
                    <a:pt x="82737" y="24834"/>
                    <a:pt x="91643" y="22494"/>
                  </a:cubicBezTo>
                  <a:cubicBezTo>
                    <a:pt x="98817" y="20609"/>
                    <a:pt x="105747" y="20366"/>
                    <a:pt x="111856" y="23983"/>
                  </a:cubicBezTo>
                  <a:cubicBezTo>
                    <a:pt x="120519" y="29120"/>
                    <a:pt x="105990" y="47296"/>
                    <a:pt x="115230" y="51035"/>
                  </a:cubicBezTo>
                  <a:cubicBezTo>
                    <a:pt x="118543" y="52372"/>
                    <a:pt x="121705" y="53072"/>
                    <a:pt x="124045" y="55898"/>
                  </a:cubicBezTo>
                  <a:cubicBezTo>
                    <a:pt x="126325" y="58634"/>
                    <a:pt x="126659" y="61461"/>
                    <a:pt x="130914" y="61765"/>
                  </a:cubicBezTo>
                  <a:cubicBezTo>
                    <a:pt x="136994" y="62160"/>
                    <a:pt x="144593" y="61825"/>
                    <a:pt x="148818" y="66810"/>
                  </a:cubicBezTo>
                  <a:cubicBezTo>
                    <a:pt x="150945" y="69364"/>
                    <a:pt x="154289" y="74683"/>
                    <a:pt x="158514" y="73406"/>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31"/>
            <p:cNvSpPr/>
            <p:nvPr/>
          </p:nvSpPr>
          <p:spPr>
            <a:xfrm>
              <a:off x="2975000" y="297425"/>
              <a:ext cx="3962850" cy="1890625"/>
            </a:xfrm>
            <a:custGeom>
              <a:rect b="b" l="l" r="r" t="t"/>
              <a:pathLst>
                <a:path extrusionOk="0" fill="none" h="75625" w="158514">
                  <a:moveTo>
                    <a:pt x="0" y="5806"/>
                  </a:moveTo>
                  <a:cubicBezTo>
                    <a:pt x="5927" y="7690"/>
                    <a:pt x="12918" y="8450"/>
                    <a:pt x="18815" y="7173"/>
                  </a:cubicBezTo>
                  <a:cubicBezTo>
                    <a:pt x="24530" y="5927"/>
                    <a:pt x="30122" y="2128"/>
                    <a:pt x="35928" y="1216"/>
                  </a:cubicBezTo>
                  <a:cubicBezTo>
                    <a:pt x="43648" y="0"/>
                    <a:pt x="52494" y="5593"/>
                    <a:pt x="58178" y="9392"/>
                  </a:cubicBezTo>
                  <a:cubicBezTo>
                    <a:pt x="62585" y="12310"/>
                    <a:pt x="64226" y="14347"/>
                    <a:pt x="64074" y="19940"/>
                  </a:cubicBezTo>
                  <a:cubicBezTo>
                    <a:pt x="64014" y="22797"/>
                    <a:pt x="62828" y="26839"/>
                    <a:pt x="67296" y="27022"/>
                  </a:cubicBezTo>
                  <a:cubicBezTo>
                    <a:pt x="76081" y="27417"/>
                    <a:pt x="85199" y="24560"/>
                    <a:pt x="93589" y="22584"/>
                  </a:cubicBezTo>
                  <a:cubicBezTo>
                    <a:pt x="100975" y="20851"/>
                    <a:pt x="106598" y="19879"/>
                    <a:pt x="112920" y="24165"/>
                  </a:cubicBezTo>
                  <a:cubicBezTo>
                    <a:pt x="121188" y="29788"/>
                    <a:pt x="107753" y="47113"/>
                    <a:pt x="116142" y="51673"/>
                  </a:cubicBezTo>
                  <a:cubicBezTo>
                    <a:pt x="119030" y="53223"/>
                    <a:pt x="122221" y="54013"/>
                    <a:pt x="124501" y="56718"/>
                  </a:cubicBezTo>
                  <a:cubicBezTo>
                    <a:pt x="126781" y="59423"/>
                    <a:pt x="127115" y="62281"/>
                    <a:pt x="131279" y="62615"/>
                  </a:cubicBezTo>
                  <a:cubicBezTo>
                    <a:pt x="137358" y="63101"/>
                    <a:pt x="144836" y="62828"/>
                    <a:pt x="149030" y="67752"/>
                  </a:cubicBezTo>
                  <a:cubicBezTo>
                    <a:pt x="151158" y="70244"/>
                    <a:pt x="154350" y="75624"/>
                    <a:pt x="158514" y="7446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31"/>
            <p:cNvSpPr/>
            <p:nvPr/>
          </p:nvSpPr>
          <p:spPr>
            <a:xfrm>
              <a:off x="2975000" y="270050"/>
              <a:ext cx="3962100" cy="1914200"/>
            </a:xfrm>
            <a:custGeom>
              <a:rect b="b" l="l" r="r" t="t"/>
              <a:pathLst>
                <a:path extrusionOk="0" fill="none" h="76568" w="158484">
                  <a:moveTo>
                    <a:pt x="0" y="6901"/>
                  </a:moveTo>
                  <a:cubicBezTo>
                    <a:pt x="5988" y="8785"/>
                    <a:pt x="13040" y="9484"/>
                    <a:pt x="18937" y="8025"/>
                  </a:cubicBezTo>
                  <a:cubicBezTo>
                    <a:pt x="24803" y="6627"/>
                    <a:pt x="30396" y="2402"/>
                    <a:pt x="36414" y="1338"/>
                  </a:cubicBezTo>
                  <a:cubicBezTo>
                    <a:pt x="44013" y="1"/>
                    <a:pt x="52463" y="6688"/>
                    <a:pt x="58208" y="10244"/>
                  </a:cubicBezTo>
                  <a:cubicBezTo>
                    <a:pt x="62676" y="13010"/>
                    <a:pt x="65138" y="14925"/>
                    <a:pt x="66476" y="20092"/>
                  </a:cubicBezTo>
                  <a:cubicBezTo>
                    <a:pt x="67235" y="22980"/>
                    <a:pt x="65868" y="26536"/>
                    <a:pt x="70214" y="27144"/>
                  </a:cubicBezTo>
                  <a:cubicBezTo>
                    <a:pt x="78695" y="28329"/>
                    <a:pt x="87753" y="24104"/>
                    <a:pt x="95351" y="22646"/>
                  </a:cubicBezTo>
                  <a:cubicBezTo>
                    <a:pt x="102950" y="21187"/>
                    <a:pt x="107327" y="19150"/>
                    <a:pt x="113893" y="24408"/>
                  </a:cubicBezTo>
                  <a:cubicBezTo>
                    <a:pt x="121309" y="30366"/>
                    <a:pt x="109668" y="47023"/>
                    <a:pt x="117084" y="52251"/>
                  </a:cubicBezTo>
                  <a:cubicBezTo>
                    <a:pt x="119577" y="54014"/>
                    <a:pt x="122586" y="54956"/>
                    <a:pt x="125018" y="57418"/>
                  </a:cubicBezTo>
                  <a:cubicBezTo>
                    <a:pt x="127419" y="59880"/>
                    <a:pt x="127145" y="63011"/>
                    <a:pt x="131614" y="63436"/>
                  </a:cubicBezTo>
                  <a:cubicBezTo>
                    <a:pt x="137602" y="64014"/>
                    <a:pt x="144988" y="63832"/>
                    <a:pt x="149213" y="68695"/>
                  </a:cubicBezTo>
                  <a:cubicBezTo>
                    <a:pt x="151310" y="71126"/>
                    <a:pt x="154410" y="76567"/>
                    <a:pt x="158483" y="755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31"/>
            <p:cNvSpPr/>
            <p:nvPr/>
          </p:nvSpPr>
          <p:spPr>
            <a:xfrm>
              <a:off x="2975000" y="244975"/>
              <a:ext cx="3962100" cy="1937000"/>
            </a:xfrm>
            <a:custGeom>
              <a:rect b="b" l="l" r="r" t="t"/>
              <a:pathLst>
                <a:path extrusionOk="0" fill="none" h="77480" w="158484">
                  <a:moveTo>
                    <a:pt x="0" y="7904"/>
                  </a:moveTo>
                  <a:cubicBezTo>
                    <a:pt x="6019" y="9758"/>
                    <a:pt x="13162" y="10366"/>
                    <a:pt x="19058" y="8815"/>
                  </a:cubicBezTo>
                  <a:cubicBezTo>
                    <a:pt x="25077" y="7204"/>
                    <a:pt x="30730" y="2554"/>
                    <a:pt x="36992" y="1429"/>
                  </a:cubicBezTo>
                  <a:cubicBezTo>
                    <a:pt x="44773" y="1"/>
                    <a:pt x="52038" y="7296"/>
                    <a:pt x="58086" y="10974"/>
                  </a:cubicBezTo>
                  <a:cubicBezTo>
                    <a:pt x="62463" y="13618"/>
                    <a:pt x="66111" y="15806"/>
                    <a:pt x="68482" y="20457"/>
                  </a:cubicBezTo>
                  <a:cubicBezTo>
                    <a:pt x="69910" y="23253"/>
                    <a:pt x="69090" y="26475"/>
                    <a:pt x="73041" y="27387"/>
                  </a:cubicBezTo>
                  <a:cubicBezTo>
                    <a:pt x="81005" y="29180"/>
                    <a:pt x="90002" y="23679"/>
                    <a:pt x="96841" y="22615"/>
                  </a:cubicBezTo>
                  <a:cubicBezTo>
                    <a:pt x="104622" y="21399"/>
                    <a:pt x="107692" y="18360"/>
                    <a:pt x="114714" y="24621"/>
                  </a:cubicBezTo>
                  <a:cubicBezTo>
                    <a:pt x="121917" y="31065"/>
                    <a:pt x="111552" y="46780"/>
                    <a:pt x="118087" y="52767"/>
                  </a:cubicBezTo>
                  <a:cubicBezTo>
                    <a:pt x="120124" y="54682"/>
                    <a:pt x="123224" y="55807"/>
                    <a:pt x="125443" y="58178"/>
                  </a:cubicBezTo>
                  <a:cubicBezTo>
                    <a:pt x="127784" y="60640"/>
                    <a:pt x="127632" y="63771"/>
                    <a:pt x="131918" y="64257"/>
                  </a:cubicBezTo>
                  <a:cubicBezTo>
                    <a:pt x="137905" y="64956"/>
                    <a:pt x="145170" y="64804"/>
                    <a:pt x="149425" y="69576"/>
                  </a:cubicBezTo>
                  <a:cubicBezTo>
                    <a:pt x="151523" y="71947"/>
                    <a:pt x="154471" y="77479"/>
                    <a:pt x="158483" y="765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31"/>
            <p:cNvSpPr/>
            <p:nvPr/>
          </p:nvSpPr>
          <p:spPr>
            <a:xfrm>
              <a:off x="2975000" y="222950"/>
              <a:ext cx="3962100" cy="1955225"/>
            </a:xfrm>
            <a:custGeom>
              <a:rect b="b" l="l" r="r" t="t"/>
              <a:pathLst>
                <a:path extrusionOk="0" fill="none" h="78209" w="158484">
                  <a:moveTo>
                    <a:pt x="0" y="8785"/>
                  </a:moveTo>
                  <a:cubicBezTo>
                    <a:pt x="6079" y="10608"/>
                    <a:pt x="13313" y="11155"/>
                    <a:pt x="19180" y="9453"/>
                  </a:cubicBezTo>
                  <a:cubicBezTo>
                    <a:pt x="25289" y="7690"/>
                    <a:pt x="31125" y="2584"/>
                    <a:pt x="37569" y="1459"/>
                  </a:cubicBezTo>
                  <a:cubicBezTo>
                    <a:pt x="45776" y="0"/>
                    <a:pt x="51642" y="7630"/>
                    <a:pt x="57874" y="11520"/>
                  </a:cubicBezTo>
                  <a:cubicBezTo>
                    <a:pt x="62099" y="14134"/>
                    <a:pt x="67175" y="16596"/>
                    <a:pt x="70123" y="20882"/>
                  </a:cubicBezTo>
                  <a:cubicBezTo>
                    <a:pt x="71886" y="23466"/>
                    <a:pt x="72190" y="26688"/>
                    <a:pt x="75625" y="27569"/>
                  </a:cubicBezTo>
                  <a:cubicBezTo>
                    <a:pt x="83193" y="29484"/>
                    <a:pt x="91339" y="23374"/>
                    <a:pt x="97996" y="22371"/>
                  </a:cubicBezTo>
                  <a:cubicBezTo>
                    <a:pt x="106051" y="21186"/>
                    <a:pt x="108391" y="17630"/>
                    <a:pt x="115473" y="24773"/>
                  </a:cubicBezTo>
                  <a:cubicBezTo>
                    <a:pt x="122039" y="31369"/>
                    <a:pt x="113528" y="46475"/>
                    <a:pt x="119060" y="53101"/>
                  </a:cubicBezTo>
                  <a:cubicBezTo>
                    <a:pt x="120732" y="55107"/>
                    <a:pt x="123802" y="56475"/>
                    <a:pt x="125869" y="58785"/>
                  </a:cubicBezTo>
                  <a:cubicBezTo>
                    <a:pt x="128088" y="61247"/>
                    <a:pt x="128057" y="64348"/>
                    <a:pt x="132191" y="64925"/>
                  </a:cubicBezTo>
                  <a:cubicBezTo>
                    <a:pt x="138179" y="65746"/>
                    <a:pt x="145352" y="65594"/>
                    <a:pt x="149608" y="70305"/>
                  </a:cubicBezTo>
                  <a:cubicBezTo>
                    <a:pt x="151705" y="72615"/>
                    <a:pt x="154502" y="78208"/>
                    <a:pt x="158483" y="7744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31"/>
            <p:cNvSpPr/>
            <p:nvPr/>
          </p:nvSpPr>
          <p:spPr>
            <a:xfrm>
              <a:off x="2975000" y="197875"/>
              <a:ext cx="3962850" cy="1976500"/>
            </a:xfrm>
            <a:custGeom>
              <a:rect b="b" l="l" r="r" t="t"/>
              <a:pathLst>
                <a:path extrusionOk="0" fill="none" h="79060" w="158514">
                  <a:moveTo>
                    <a:pt x="0" y="9788"/>
                  </a:moveTo>
                  <a:cubicBezTo>
                    <a:pt x="6110" y="11551"/>
                    <a:pt x="13222" y="11824"/>
                    <a:pt x="19301" y="10244"/>
                  </a:cubicBezTo>
                  <a:cubicBezTo>
                    <a:pt x="26080" y="8450"/>
                    <a:pt x="31369" y="3040"/>
                    <a:pt x="38208" y="1642"/>
                  </a:cubicBezTo>
                  <a:cubicBezTo>
                    <a:pt x="46384" y="0"/>
                    <a:pt x="51855" y="8207"/>
                    <a:pt x="57600" y="12098"/>
                  </a:cubicBezTo>
                  <a:cubicBezTo>
                    <a:pt x="61886" y="14985"/>
                    <a:pt x="67296" y="17478"/>
                    <a:pt x="71065" y="21368"/>
                  </a:cubicBezTo>
                  <a:cubicBezTo>
                    <a:pt x="73315" y="23678"/>
                    <a:pt x="74743" y="27113"/>
                    <a:pt x="77904" y="27903"/>
                  </a:cubicBezTo>
                  <a:cubicBezTo>
                    <a:pt x="84865" y="29575"/>
                    <a:pt x="91978" y="23648"/>
                    <a:pt x="98847" y="22280"/>
                  </a:cubicBezTo>
                  <a:cubicBezTo>
                    <a:pt x="107419" y="20517"/>
                    <a:pt x="109850" y="17903"/>
                    <a:pt x="116233" y="25077"/>
                  </a:cubicBezTo>
                  <a:cubicBezTo>
                    <a:pt x="122069" y="31642"/>
                    <a:pt x="115656" y="46536"/>
                    <a:pt x="120154" y="53557"/>
                  </a:cubicBezTo>
                  <a:cubicBezTo>
                    <a:pt x="121492" y="55624"/>
                    <a:pt x="124471" y="57235"/>
                    <a:pt x="126325" y="59484"/>
                  </a:cubicBezTo>
                  <a:cubicBezTo>
                    <a:pt x="128422" y="61977"/>
                    <a:pt x="128544" y="65047"/>
                    <a:pt x="132495" y="65685"/>
                  </a:cubicBezTo>
                  <a:cubicBezTo>
                    <a:pt x="138392" y="66658"/>
                    <a:pt x="145565" y="66506"/>
                    <a:pt x="149851" y="71187"/>
                  </a:cubicBezTo>
                  <a:cubicBezTo>
                    <a:pt x="151918" y="73466"/>
                    <a:pt x="154593" y="79059"/>
                    <a:pt x="158514" y="7845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31"/>
            <p:cNvSpPr/>
            <p:nvPr/>
          </p:nvSpPr>
          <p:spPr>
            <a:xfrm>
              <a:off x="2975000" y="180400"/>
              <a:ext cx="3962850" cy="1990925"/>
            </a:xfrm>
            <a:custGeom>
              <a:rect b="b" l="l" r="r" t="t"/>
              <a:pathLst>
                <a:path extrusionOk="0" fill="none" h="79637" w="158514">
                  <a:moveTo>
                    <a:pt x="0" y="10487"/>
                  </a:moveTo>
                  <a:cubicBezTo>
                    <a:pt x="6171" y="12219"/>
                    <a:pt x="13374" y="12371"/>
                    <a:pt x="19453" y="10699"/>
                  </a:cubicBezTo>
                  <a:cubicBezTo>
                    <a:pt x="26384" y="8754"/>
                    <a:pt x="31764" y="2979"/>
                    <a:pt x="38876" y="1611"/>
                  </a:cubicBezTo>
                  <a:cubicBezTo>
                    <a:pt x="47265" y="0"/>
                    <a:pt x="51946" y="8025"/>
                    <a:pt x="57418" y="12280"/>
                  </a:cubicBezTo>
                  <a:cubicBezTo>
                    <a:pt x="61582" y="15532"/>
                    <a:pt x="67083" y="17994"/>
                    <a:pt x="71460" y="21490"/>
                  </a:cubicBezTo>
                  <a:cubicBezTo>
                    <a:pt x="74166" y="23678"/>
                    <a:pt x="76597" y="27143"/>
                    <a:pt x="79789" y="27812"/>
                  </a:cubicBezTo>
                  <a:cubicBezTo>
                    <a:pt x="86172" y="29149"/>
                    <a:pt x="92950" y="23374"/>
                    <a:pt x="99364" y="21733"/>
                  </a:cubicBezTo>
                  <a:cubicBezTo>
                    <a:pt x="107723" y="19605"/>
                    <a:pt x="111218" y="17934"/>
                    <a:pt x="117024" y="25137"/>
                  </a:cubicBezTo>
                  <a:cubicBezTo>
                    <a:pt x="122100" y="31460"/>
                    <a:pt x="117784" y="46475"/>
                    <a:pt x="121249" y="53679"/>
                  </a:cubicBezTo>
                  <a:cubicBezTo>
                    <a:pt x="122708" y="56718"/>
                    <a:pt x="129060" y="65472"/>
                    <a:pt x="132769" y="66171"/>
                  </a:cubicBezTo>
                  <a:cubicBezTo>
                    <a:pt x="138605" y="67296"/>
                    <a:pt x="145748" y="67114"/>
                    <a:pt x="150033" y="71764"/>
                  </a:cubicBezTo>
                  <a:cubicBezTo>
                    <a:pt x="152100" y="73983"/>
                    <a:pt x="154684" y="79637"/>
                    <a:pt x="158514" y="7915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31"/>
            <p:cNvSpPr/>
            <p:nvPr/>
          </p:nvSpPr>
          <p:spPr>
            <a:xfrm>
              <a:off x="2975000" y="165200"/>
              <a:ext cx="3962850" cy="2002325"/>
            </a:xfrm>
            <a:custGeom>
              <a:rect b="b" l="l" r="r" t="t"/>
              <a:pathLst>
                <a:path extrusionOk="0" fill="none" h="80093" w="158514">
                  <a:moveTo>
                    <a:pt x="0" y="11095"/>
                  </a:moveTo>
                  <a:cubicBezTo>
                    <a:pt x="6201" y="12797"/>
                    <a:pt x="13496" y="12858"/>
                    <a:pt x="19575" y="11064"/>
                  </a:cubicBezTo>
                  <a:cubicBezTo>
                    <a:pt x="26688" y="8967"/>
                    <a:pt x="32128" y="2857"/>
                    <a:pt x="39545" y="1520"/>
                  </a:cubicBezTo>
                  <a:cubicBezTo>
                    <a:pt x="47965" y="0"/>
                    <a:pt x="52402" y="7599"/>
                    <a:pt x="57326" y="12280"/>
                  </a:cubicBezTo>
                  <a:cubicBezTo>
                    <a:pt x="61096" y="15867"/>
                    <a:pt x="66840" y="18329"/>
                    <a:pt x="71491" y="21490"/>
                  </a:cubicBezTo>
                  <a:cubicBezTo>
                    <a:pt x="74470" y="23496"/>
                    <a:pt x="77600" y="26870"/>
                    <a:pt x="81157" y="27387"/>
                  </a:cubicBezTo>
                  <a:cubicBezTo>
                    <a:pt x="87449" y="28268"/>
                    <a:pt x="93832" y="22827"/>
                    <a:pt x="99607" y="21034"/>
                  </a:cubicBezTo>
                  <a:cubicBezTo>
                    <a:pt x="107814" y="18450"/>
                    <a:pt x="112677" y="17812"/>
                    <a:pt x="117875" y="25137"/>
                  </a:cubicBezTo>
                  <a:cubicBezTo>
                    <a:pt x="120306" y="28602"/>
                    <a:pt x="119364" y="34773"/>
                    <a:pt x="119759" y="39423"/>
                  </a:cubicBezTo>
                  <a:cubicBezTo>
                    <a:pt x="120185" y="44256"/>
                    <a:pt x="120914" y="49697"/>
                    <a:pt x="122343" y="53679"/>
                  </a:cubicBezTo>
                  <a:cubicBezTo>
                    <a:pt x="123498" y="56810"/>
                    <a:pt x="129425" y="65746"/>
                    <a:pt x="133042" y="66536"/>
                  </a:cubicBezTo>
                  <a:cubicBezTo>
                    <a:pt x="138817" y="67782"/>
                    <a:pt x="145930" y="67600"/>
                    <a:pt x="150246" y="72220"/>
                  </a:cubicBezTo>
                  <a:cubicBezTo>
                    <a:pt x="152313" y="74409"/>
                    <a:pt x="154745" y="80093"/>
                    <a:pt x="158514" y="7975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31"/>
            <p:cNvSpPr/>
            <p:nvPr/>
          </p:nvSpPr>
          <p:spPr>
            <a:xfrm>
              <a:off x="2975000" y="150750"/>
              <a:ext cx="3962850" cy="2014500"/>
            </a:xfrm>
            <a:custGeom>
              <a:rect b="b" l="l" r="r" t="t"/>
              <a:pathLst>
                <a:path extrusionOk="0" fill="none" h="80580" w="158514">
                  <a:moveTo>
                    <a:pt x="0" y="11673"/>
                  </a:moveTo>
                  <a:cubicBezTo>
                    <a:pt x="6262" y="13344"/>
                    <a:pt x="13830" y="13588"/>
                    <a:pt x="19727" y="11429"/>
                  </a:cubicBezTo>
                  <a:cubicBezTo>
                    <a:pt x="26566" y="8907"/>
                    <a:pt x="32767" y="2676"/>
                    <a:pt x="40244" y="1399"/>
                  </a:cubicBezTo>
                  <a:cubicBezTo>
                    <a:pt x="48573" y="1"/>
                    <a:pt x="53162" y="6900"/>
                    <a:pt x="57478" y="12159"/>
                  </a:cubicBezTo>
                  <a:cubicBezTo>
                    <a:pt x="61825" y="17417"/>
                    <a:pt x="74318" y="25807"/>
                    <a:pt x="81917" y="26749"/>
                  </a:cubicBezTo>
                  <a:cubicBezTo>
                    <a:pt x="87692" y="27448"/>
                    <a:pt x="94379" y="22159"/>
                    <a:pt x="99637" y="20244"/>
                  </a:cubicBezTo>
                  <a:cubicBezTo>
                    <a:pt x="108178" y="17144"/>
                    <a:pt x="114045" y="17873"/>
                    <a:pt x="118787" y="25199"/>
                  </a:cubicBezTo>
                  <a:cubicBezTo>
                    <a:pt x="121066" y="28694"/>
                    <a:pt x="119607" y="34895"/>
                    <a:pt x="120215" y="39515"/>
                  </a:cubicBezTo>
                  <a:cubicBezTo>
                    <a:pt x="120853" y="44348"/>
                    <a:pt x="122373" y="49394"/>
                    <a:pt x="123498" y="53649"/>
                  </a:cubicBezTo>
                  <a:cubicBezTo>
                    <a:pt x="124349" y="56962"/>
                    <a:pt x="129729" y="65989"/>
                    <a:pt x="133316" y="66871"/>
                  </a:cubicBezTo>
                  <a:cubicBezTo>
                    <a:pt x="139000" y="68300"/>
                    <a:pt x="146112" y="68087"/>
                    <a:pt x="150459" y="72677"/>
                  </a:cubicBezTo>
                  <a:cubicBezTo>
                    <a:pt x="152495" y="74835"/>
                    <a:pt x="154836" y="80579"/>
                    <a:pt x="158514" y="803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31"/>
            <p:cNvSpPr/>
            <p:nvPr/>
          </p:nvSpPr>
          <p:spPr>
            <a:xfrm>
              <a:off x="2975000" y="138600"/>
              <a:ext cx="3962100" cy="2022075"/>
            </a:xfrm>
            <a:custGeom>
              <a:rect b="b" l="l" r="r" t="t"/>
              <a:pathLst>
                <a:path extrusionOk="0" fill="none" h="80883" w="158484">
                  <a:moveTo>
                    <a:pt x="0" y="12159"/>
                  </a:moveTo>
                  <a:cubicBezTo>
                    <a:pt x="6322" y="13800"/>
                    <a:pt x="13952" y="13952"/>
                    <a:pt x="19849" y="11672"/>
                  </a:cubicBezTo>
                  <a:cubicBezTo>
                    <a:pt x="26900" y="8937"/>
                    <a:pt x="33162" y="2462"/>
                    <a:pt x="40974" y="1247"/>
                  </a:cubicBezTo>
                  <a:cubicBezTo>
                    <a:pt x="48876" y="0"/>
                    <a:pt x="54530" y="5806"/>
                    <a:pt x="58026" y="11855"/>
                  </a:cubicBezTo>
                  <a:cubicBezTo>
                    <a:pt x="61521" y="17873"/>
                    <a:pt x="74500" y="25138"/>
                    <a:pt x="82069" y="25928"/>
                  </a:cubicBezTo>
                  <a:cubicBezTo>
                    <a:pt x="87449" y="26505"/>
                    <a:pt x="94774" y="21186"/>
                    <a:pt x="99637" y="19362"/>
                  </a:cubicBezTo>
                  <a:cubicBezTo>
                    <a:pt x="108178" y="16080"/>
                    <a:pt x="115321" y="17782"/>
                    <a:pt x="119759" y="25107"/>
                  </a:cubicBezTo>
                  <a:cubicBezTo>
                    <a:pt x="121948" y="28724"/>
                    <a:pt x="119790" y="34803"/>
                    <a:pt x="120580" y="39545"/>
                  </a:cubicBezTo>
                  <a:cubicBezTo>
                    <a:pt x="121370" y="44348"/>
                    <a:pt x="123771" y="48937"/>
                    <a:pt x="124623" y="53497"/>
                  </a:cubicBezTo>
                  <a:cubicBezTo>
                    <a:pt x="125291" y="56992"/>
                    <a:pt x="130003" y="66050"/>
                    <a:pt x="133559" y="67053"/>
                  </a:cubicBezTo>
                  <a:cubicBezTo>
                    <a:pt x="139152" y="68603"/>
                    <a:pt x="146355" y="68451"/>
                    <a:pt x="150672" y="72980"/>
                  </a:cubicBezTo>
                  <a:cubicBezTo>
                    <a:pt x="152708" y="75108"/>
                    <a:pt x="154897" y="80883"/>
                    <a:pt x="158483" y="80822"/>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31"/>
            <p:cNvSpPr/>
            <p:nvPr/>
          </p:nvSpPr>
          <p:spPr>
            <a:xfrm>
              <a:off x="2975000" y="124150"/>
              <a:ext cx="3962100" cy="2034250"/>
            </a:xfrm>
            <a:custGeom>
              <a:rect b="b" l="l" r="r" t="t"/>
              <a:pathLst>
                <a:path extrusionOk="0" fill="none" h="81370" w="158484">
                  <a:moveTo>
                    <a:pt x="0" y="12737"/>
                  </a:moveTo>
                  <a:cubicBezTo>
                    <a:pt x="6383" y="14348"/>
                    <a:pt x="13861" y="14226"/>
                    <a:pt x="20001" y="12007"/>
                  </a:cubicBezTo>
                  <a:cubicBezTo>
                    <a:pt x="27721" y="9241"/>
                    <a:pt x="33283" y="2432"/>
                    <a:pt x="41673" y="1186"/>
                  </a:cubicBezTo>
                  <a:cubicBezTo>
                    <a:pt x="49515" y="1"/>
                    <a:pt x="55807" y="4530"/>
                    <a:pt x="58877" y="11551"/>
                  </a:cubicBezTo>
                  <a:cubicBezTo>
                    <a:pt x="61886" y="18481"/>
                    <a:pt x="74378" y="24560"/>
                    <a:pt x="81704" y="25199"/>
                  </a:cubicBezTo>
                  <a:cubicBezTo>
                    <a:pt x="87114" y="25624"/>
                    <a:pt x="94774" y="20244"/>
                    <a:pt x="99607" y="18573"/>
                  </a:cubicBezTo>
                  <a:cubicBezTo>
                    <a:pt x="108118" y="15655"/>
                    <a:pt x="116628" y="17721"/>
                    <a:pt x="120853" y="25199"/>
                  </a:cubicBezTo>
                  <a:cubicBezTo>
                    <a:pt x="123012" y="29029"/>
                    <a:pt x="119972" y="34895"/>
                    <a:pt x="120853" y="39758"/>
                  </a:cubicBezTo>
                  <a:cubicBezTo>
                    <a:pt x="121735" y="44561"/>
                    <a:pt x="125139" y="48512"/>
                    <a:pt x="125778" y="53406"/>
                  </a:cubicBezTo>
                  <a:cubicBezTo>
                    <a:pt x="126294" y="57205"/>
                    <a:pt x="130276" y="66172"/>
                    <a:pt x="133863" y="67297"/>
                  </a:cubicBezTo>
                  <a:cubicBezTo>
                    <a:pt x="139334" y="68999"/>
                    <a:pt x="146568" y="68908"/>
                    <a:pt x="150884" y="73406"/>
                  </a:cubicBezTo>
                  <a:cubicBezTo>
                    <a:pt x="153438" y="76051"/>
                    <a:pt x="154684" y="80428"/>
                    <a:pt x="158483" y="8137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31"/>
            <p:cNvSpPr/>
            <p:nvPr/>
          </p:nvSpPr>
          <p:spPr>
            <a:xfrm>
              <a:off x="2975000" y="108200"/>
              <a:ext cx="3962850" cy="2050975"/>
            </a:xfrm>
            <a:custGeom>
              <a:rect b="b" l="l" r="r" t="t"/>
              <a:pathLst>
                <a:path extrusionOk="0" fill="none" h="82039" w="158514">
                  <a:moveTo>
                    <a:pt x="0" y="13375"/>
                  </a:moveTo>
                  <a:cubicBezTo>
                    <a:pt x="6474" y="14986"/>
                    <a:pt x="14013" y="14712"/>
                    <a:pt x="20183" y="12432"/>
                  </a:cubicBezTo>
                  <a:cubicBezTo>
                    <a:pt x="28116" y="9454"/>
                    <a:pt x="33709" y="2493"/>
                    <a:pt x="42402" y="1156"/>
                  </a:cubicBezTo>
                  <a:cubicBezTo>
                    <a:pt x="50092" y="1"/>
                    <a:pt x="57418" y="4043"/>
                    <a:pt x="59819" y="11217"/>
                  </a:cubicBezTo>
                  <a:cubicBezTo>
                    <a:pt x="62190" y="18390"/>
                    <a:pt x="73862" y="24104"/>
                    <a:pt x="81035" y="24439"/>
                  </a:cubicBezTo>
                  <a:cubicBezTo>
                    <a:pt x="86780" y="24743"/>
                    <a:pt x="94318" y="19454"/>
                    <a:pt x="99607" y="17934"/>
                  </a:cubicBezTo>
                  <a:cubicBezTo>
                    <a:pt x="108452" y="15381"/>
                    <a:pt x="117844" y="17873"/>
                    <a:pt x="122009" y="25350"/>
                  </a:cubicBezTo>
                  <a:cubicBezTo>
                    <a:pt x="124227" y="29332"/>
                    <a:pt x="120154" y="35047"/>
                    <a:pt x="121066" y="40092"/>
                  </a:cubicBezTo>
                  <a:cubicBezTo>
                    <a:pt x="121978" y="44925"/>
                    <a:pt x="126507" y="48512"/>
                    <a:pt x="126963" y="53406"/>
                  </a:cubicBezTo>
                  <a:cubicBezTo>
                    <a:pt x="127297" y="57205"/>
                    <a:pt x="130459" y="66172"/>
                    <a:pt x="134167" y="67570"/>
                  </a:cubicBezTo>
                  <a:cubicBezTo>
                    <a:pt x="139304" y="69485"/>
                    <a:pt x="146842" y="69424"/>
                    <a:pt x="151128" y="73862"/>
                  </a:cubicBezTo>
                  <a:cubicBezTo>
                    <a:pt x="153650" y="76537"/>
                    <a:pt x="154805" y="80883"/>
                    <a:pt x="158514" y="8203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31"/>
            <p:cNvSpPr/>
            <p:nvPr/>
          </p:nvSpPr>
          <p:spPr>
            <a:xfrm>
              <a:off x="2975000" y="89975"/>
              <a:ext cx="3962850" cy="2068425"/>
            </a:xfrm>
            <a:custGeom>
              <a:rect b="b" l="l" r="r" t="t"/>
              <a:pathLst>
                <a:path extrusionOk="0" fill="none" h="82737" w="158514">
                  <a:moveTo>
                    <a:pt x="0" y="14104"/>
                  </a:moveTo>
                  <a:cubicBezTo>
                    <a:pt x="6535" y="15684"/>
                    <a:pt x="14347" y="15502"/>
                    <a:pt x="20335" y="12918"/>
                  </a:cubicBezTo>
                  <a:cubicBezTo>
                    <a:pt x="27995" y="9575"/>
                    <a:pt x="34439" y="2644"/>
                    <a:pt x="43101" y="1216"/>
                  </a:cubicBezTo>
                  <a:cubicBezTo>
                    <a:pt x="50639" y="0"/>
                    <a:pt x="58299" y="3435"/>
                    <a:pt x="60822" y="10882"/>
                  </a:cubicBezTo>
                  <a:cubicBezTo>
                    <a:pt x="63436" y="18572"/>
                    <a:pt x="72190" y="23587"/>
                    <a:pt x="80184" y="23769"/>
                  </a:cubicBezTo>
                  <a:cubicBezTo>
                    <a:pt x="86415" y="23921"/>
                    <a:pt x="93862" y="18663"/>
                    <a:pt x="99759" y="17417"/>
                  </a:cubicBezTo>
                  <a:cubicBezTo>
                    <a:pt x="107875" y="15715"/>
                    <a:pt x="119394" y="17234"/>
                    <a:pt x="123224" y="25593"/>
                  </a:cubicBezTo>
                  <a:cubicBezTo>
                    <a:pt x="125413" y="30396"/>
                    <a:pt x="120367" y="35350"/>
                    <a:pt x="121279" y="40578"/>
                  </a:cubicBezTo>
                  <a:cubicBezTo>
                    <a:pt x="122100" y="45381"/>
                    <a:pt x="127723" y="48937"/>
                    <a:pt x="128118" y="53496"/>
                  </a:cubicBezTo>
                  <a:cubicBezTo>
                    <a:pt x="128422" y="57174"/>
                    <a:pt x="130762" y="66262"/>
                    <a:pt x="134501" y="67873"/>
                  </a:cubicBezTo>
                  <a:cubicBezTo>
                    <a:pt x="139456" y="70001"/>
                    <a:pt x="147085" y="69971"/>
                    <a:pt x="151340" y="74408"/>
                  </a:cubicBezTo>
                  <a:cubicBezTo>
                    <a:pt x="153894" y="77083"/>
                    <a:pt x="154897" y="81430"/>
                    <a:pt x="158514" y="8273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31"/>
            <p:cNvSpPr/>
            <p:nvPr/>
          </p:nvSpPr>
          <p:spPr>
            <a:xfrm>
              <a:off x="2975000" y="69450"/>
              <a:ext cx="3962850" cy="2089725"/>
            </a:xfrm>
            <a:custGeom>
              <a:rect b="b" l="l" r="r" t="t"/>
              <a:pathLst>
                <a:path extrusionOk="0" fill="none" h="83589" w="158514">
                  <a:moveTo>
                    <a:pt x="0" y="14925"/>
                  </a:moveTo>
                  <a:cubicBezTo>
                    <a:pt x="6626" y="16475"/>
                    <a:pt x="14529" y="16201"/>
                    <a:pt x="20517" y="13496"/>
                  </a:cubicBezTo>
                  <a:cubicBezTo>
                    <a:pt x="28359" y="9940"/>
                    <a:pt x="34925" y="3010"/>
                    <a:pt x="43800" y="1338"/>
                  </a:cubicBezTo>
                  <a:cubicBezTo>
                    <a:pt x="51126" y="0"/>
                    <a:pt x="59454" y="3010"/>
                    <a:pt x="61916" y="10517"/>
                  </a:cubicBezTo>
                  <a:cubicBezTo>
                    <a:pt x="64500" y="18359"/>
                    <a:pt x="70853" y="23223"/>
                    <a:pt x="79272" y="23131"/>
                  </a:cubicBezTo>
                  <a:cubicBezTo>
                    <a:pt x="86020" y="23071"/>
                    <a:pt x="93254" y="17934"/>
                    <a:pt x="100032" y="17052"/>
                  </a:cubicBezTo>
                  <a:cubicBezTo>
                    <a:pt x="108574" y="15958"/>
                    <a:pt x="120489" y="17630"/>
                    <a:pt x="124471" y="25989"/>
                  </a:cubicBezTo>
                  <a:cubicBezTo>
                    <a:pt x="126902" y="31065"/>
                    <a:pt x="120671" y="35776"/>
                    <a:pt x="121492" y="41186"/>
                  </a:cubicBezTo>
                  <a:cubicBezTo>
                    <a:pt x="122221" y="46050"/>
                    <a:pt x="128878" y="49393"/>
                    <a:pt x="129243" y="53740"/>
                  </a:cubicBezTo>
                  <a:cubicBezTo>
                    <a:pt x="129516" y="57357"/>
                    <a:pt x="131127" y="66445"/>
                    <a:pt x="134896" y="68238"/>
                  </a:cubicBezTo>
                  <a:cubicBezTo>
                    <a:pt x="139699" y="70549"/>
                    <a:pt x="147359" y="70670"/>
                    <a:pt x="151584" y="75077"/>
                  </a:cubicBezTo>
                  <a:cubicBezTo>
                    <a:pt x="154137" y="77752"/>
                    <a:pt x="154988" y="82068"/>
                    <a:pt x="158514" y="8358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31"/>
            <p:cNvSpPr/>
            <p:nvPr/>
          </p:nvSpPr>
          <p:spPr>
            <a:xfrm>
              <a:off x="2975000" y="45125"/>
              <a:ext cx="3962850" cy="2114050"/>
            </a:xfrm>
            <a:custGeom>
              <a:rect b="b" l="l" r="r" t="t"/>
              <a:pathLst>
                <a:path extrusionOk="0" fill="none" h="84562" w="158514">
                  <a:moveTo>
                    <a:pt x="0" y="15898"/>
                  </a:moveTo>
                  <a:cubicBezTo>
                    <a:pt x="6991" y="17478"/>
                    <a:pt x="14651" y="16809"/>
                    <a:pt x="20700" y="14226"/>
                  </a:cubicBezTo>
                  <a:cubicBezTo>
                    <a:pt x="28511" y="10913"/>
                    <a:pt x="35350" y="3527"/>
                    <a:pt x="44439" y="1551"/>
                  </a:cubicBezTo>
                  <a:cubicBezTo>
                    <a:pt x="51612" y="1"/>
                    <a:pt x="60579" y="2736"/>
                    <a:pt x="63041" y="10214"/>
                  </a:cubicBezTo>
                  <a:cubicBezTo>
                    <a:pt x="65564" y="17934"/>
                    <a:pt x="69515" y="22949"/>
                    <a:pt x="78391" y="22645"/>
                  </a:cubicBezTo>
                  <a:cubicBezTo>
                    <a:pt x="85716" y="22372"/>
                    <a:pt x="93072" y="17417"/>
                    <a:pt x="100488" y="16931"/>
                  </a:cubicBezTo>
                  <a:cubicBezTo>
                    <a:pt x="109273" y="16323"/>
                    <a:pt x="121431" y="18208"/>
                    <a:pt x="125717" y="26536"/>
                  </a:cubicBezTo>
                  <a:cubicBezTo>
                    <a:pt x="128544" y="31946"/>
                    <a:pt x="121036" y="36415"/>
                    <a:pt x="121735" y="41916"/>
                  </a:cubicBezTo>
                  <a:cubicBezTo>
                    <a:pt x="122343" y="46871"/>
                    <a:pt x="129881" y="49971"/>
                    <a:pt x="130276" y="54105"/>
                  </a:cubicBezTo>
                  <a:cubicBezTo>
                    <a:pt x="130641" y="57631"/>
                    <a:pt x="131431" y="66628"/>
                    <a:pt x="135322" y="68664"/>
                  </a:cubicBezTo>
                  <a:cubicBezTo>
                    <a:pt x="140124" y="71157"/>
                    <a:pt x="147632" y="71461"/>
                    <a:pt x="151796" y="75868"/>
                  </a:cubicBezTo>
                  <a:cubicBezTo>
                    <a:pt x="154350" y="78573"/>
                    <a:pt x="155109" y="82859"/>
                    <a:pt x="158514" y="8456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31"/>
            <p:cNvSpPr/>
            <p:nvPr/>
          </p:nvSpPr>
          <p:spPr>
            <a:xfrm>
              <a:off x="2975000" y="20825"/>
              <a:ext cx="3962850" cy="2138350"/>
            </a:xfrm>
            <a:custGeom>
              <a:rect b="b" l="l" r="r" t="t"/>
              <a:pathLst>
                <a:path extrusionOk="0" fill="none" h="85534" w="158514">
                  <a:moveTo>
                    <a:pt x="0" y="16870"/>
                  </a:moveTo>
                  <a:cubicBezTo>
                    <a:pt x="7082" y="18420"/>
                    <a:pt x="14833" y="17629"/>
                    <a:pt x="20912" y="14955"/>
                  </a:cubicBezTo>
                  <a:cubicBezTo>
                    <a:pt x="28876" y="11459"/>
                    <a:pt x="35776" y="3951"/>
                    <a:pt x="45047" y="1702"/>
                  </a:cubicBezTo>
                  <a:cubicBezTo>
                    <a:pt x="52068" y="0"/>
                    <a:pt x="61703" y="2371"/>
                    <a:pt x="64166" y="9818"/>
                  </a:cubicBezTo>
                  <a:cubicBezTo>
                    <a:pt x="66567" y="16991"/>
                    <a:pt x="68877" y="22645"/>
                    <a:pt x="77722" y="22128"/>
                  </a:cubicBezTo>
                  <a:cubicBezTo>
                    <a:pt x="85503" y="21672"/>
                    <a:pt x="93133" y="16961"/>
                    <a:pt x="101127" y="16809"/>
                  </a:cubicBezTo>
                  <a:cubicBezTo>
                    <a:pt x="110063" y="16657"/>
                    <a:pt x="122161" y="18693"/>
                    <a:pt x="126963" y="27083"/>
                  </a:cubicBezTo>
                  <a:cubicBezTo>
                    <a:pt x="130276" y="32858"/>
                    <a:pt x="121705" y="37052"/>
                    <a:pt x="122161" y="42615"/>
                  </a:cubicBezTo>
                  <a:cubicBezTo>
                    <a:pt x="122616" y="47782"/>
                    <a:pt x="130762" y="50518"/>
                    <a:pt x="131279" y="54530"/>
                  </a:cubicBezTo>
                  <a:cubicBezTo>
                    <a:pt x="131735" y="57934"/>
                    <a:pt x="131796" y="66931"/>
                    <a:pt x="135778" y="69089"/>
                  </a:cubicBezTo>
                  <a:cubicBezTo>
                    <a:pt x="140550" y="71703"/>
                    <a:pt x="147936" y="72250"/>
                    <a:pt x="152039" y="76658"/>
                  </a:cubicBezTo>
                  <a:cubicBezTo>
                    <a:pt x="154593" y="79393"/>
                    <a:pt x="155231" y="83649"/>
                    <a:pt x="158514" y="8553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6" name="Google Shape;5146;p31"/>
          <p:cNvGrpSpPr/>
          <p:nvPr/>
        </p:nvGrpSpPr>
        <p:grpSpPr>
          <a:xfrm rot="-7744567">
            <a:off x="6230842" y="-114341"/>
            <a:ext cx="6457727" cy="5271491"/>
            <a:chOff x="2975000" y="20825"/>
            <a:chExt cx="3963625" cy="2500050"/>
          </a:xfrm>
        </p:grpSpPr>
        <p:sp>
          <p:nvSpPr>
            <p:cNvPr id="5147" name="Google Shape;5147;p31"/>
            <p:cNvSpPr/>
            <p:nvPr/>
          </p:nvSpPr>
          <p:spPr>
            <a:xfrm>
              <a:off x="2975000" y="442550"/>
              <a:ext cx="3962850" cy="2078325"/>
            </a:xfrm>
            <a:custGeom>
              <a:rect b="b" l="l" r="r" t="t"/>
              <a:pathLst>
                <a:path extrusionOk="0" fill="none" h="83133" w="158514">
                  <a:moveTo>
                    <a:pt x="0" y="1"/>
                  </a:moveTo>
                  <a:cubicBezTo>
                    <a:pt x="4347" y="3071"/>
                    <a:pt x="9423" y="6171"/>
                    <a:pt x="12797" y="10122"/>
                  </a:cubicBezTo>
                  <a:cubicBezTo>
                    <a:pt x="18025" y="16232"/>
                    <a:pt x="11095" y="25411"/>
                    <a:pt x="18298" y="31369"/>
                  </a:cubicBezTo>
                  <a:cubicBezTo>
                    <a:pt x="23952" y="36050"/>
                    <a:pt x="23982" y="41612"/>
                    <a:pt x="23283" y="48269"/>
                  </a:cubicBezTo>
                  <a:cubicBezTo>
                    <a:pt x="22706" y="53497"/>
                    <a:pt x="22463" y="62494"/>
                    <a:pt x="29028" y="64044"/>
                  </a:cubicBezTo>
                  <a:cubicBezTo>
                    <a:pt x="35776" y="65655"/>
                    <a:pt x="41186" y="60913"/>
                    <a:pt x="45624" y="56567"/>
                  </a:cubicBezTo>
                  <a:cubicBezTo>
                    <a:pt x="51855" y="50457"/>
                    <a:pt x="63466" y="46202"/>
                    <a:pt x="71825" y="49515"/>
                  </a:cubicBezTo>
                  <a:cubicBezTo>
                    <a:pt x="79211" y="52463"/>
                    <a:pt x="89728" y="48421"/>
                    <a:pt x="96598" y="51430"/>
                  </a:cubicBezTo>
                  <a:cubicBezTo>
                    <a:pt x="100762" y="53284"/>
                    <a:pt x="101035" y="58390"/>
                    <a:pt x="102343" y="62646"/>
                  </a:cubicBezTo>
                  <a:cubicBezTo>
                    <a:pt x="104197" y="68603"/>
                    <a:pt x="108938" y="75564"/>
                    <a:pt x="114106" y="78482"/>
                  </a:cubicBezTo>
                  <a:cubicBezTo>
                    <a:pt x="122343" y="83132"/>
                    <a:pt x="130914" y="70610"/>
                    <a:pt x="138909" y="69151"/>
                  </a:cubicBezTo>
                  <a:cubicBezTo>
                    <a:pt x="145474" y="67935"/>
                    <a:pt x="152435" y="73892"/>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31"/>
            <p:cNvSpPr/>
            <p:nvPr/>
          </p:nvSpPr>
          <p:spPr>
            <a:xfrm>
              <a:off x="2975000" y="442550"/>
              <a:ext cx="3962850" cy="2057800"/>
            </a:xfrm>
            <a:custGeom>
              <a:rect b="b" l="l" r="r" t="t"/>
              <a:pathLst>
                <a:path extrusionOk="0" fill="none" h="82312" w="158514">
                  <a:moveTo>
                    <a:pt x="0" y="1"/>
                  </a:moveTo>
                  <a:cubicBezTo>
                    <a:pt x="4408" y="3040"/>
                    <a:pt x="9392" y="6049"/>
                    <a:pt x="13040" y="9879"/>
                  </a:cubicBezTo>
                  <a:cubicBezTo>
                    <a:pt x="18602" y="15654"/>
                    <a:pt x="11733" y="24955"/>
                    <a:pt x="18694" y="30609"/>
                  </a:cubicBezTo>
                  <a:cubicBezTo>
                    <a:pt x="24408" y="35259"/>
                    <a:pt x="25077" y="40153"/>
                    <a:pt x="24317" y="46901"/>
                  </a:cubicBezTo>
                  <a:cubicBezTo>
                    <a:pt x="23739" y="52129"/>
                    <a:pt x="23131" y="61248"/>
                    <a:pt x="29849" y="62919"/>
                  </a:cubicBezTo>
                  <a:cubicBezTo>
                    <a:pt x="36870" y="64652"/>
                    <a:pt x="41794" y="59606"/>
                    <a:pt x="46627" y="55503"/>
                  </a:cubicBezTo>
                  <a:cubicBezTo>
                    <a:pt x="53557" y="49606"/>
                    <a:pt x="63983" y="44712"/>
                    <a:pt x="72798" y="48634"/>
                  </a:cubicBezTo>
                  <a:cubicBezTo>
                    <a:pt x="80123" y="51886"/>
                    <a:pt x="90245" y="48208"/>
                    <a:pt x="97266" y="51187"/>
                  </a:cubicBezTo>
                  <a:cubicBezTo>
                    <a:pt x="101522" y="52980"/>
                    <a:pt x="101674" y="58026"/>
                    <a:pt x="102890" y="62251"/>
                  </a:cubicBezTo>
                  <a:cubicBezTo>
                    <a:pt x="104561" y="68087"/>
                    <a:pt x="109303" y="75078"/>
                    <a:pt x="114440" y="77844"/>
                  </a:cubicBezTo>
                  <a:cubicBezTo>
                    <a:pt x="122799" y="82312"/>
                    <a:pt x="131097" y="70032"/>
                    <a:pt x="139243" y="68877"/>
                  </a:cubicBezTo>
                  <a:cubicBezTo>
                    <a:pt x="145656" y="67935"/>
                    <a:pt x="152495" y="73771"/>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31"/>
            <p:cNvSpPr/>
            <p:nvPr/>
          </p:nvSpPr>
          <p:spPr>
            <a:xfrm>
              <a:off x="2975000" y="442550"/>
              <a:ext cx="3962850" cy="2035775"/>
            </a:xfrm>
            <a:custGeom>
              <a:rect b="b" l="l" r="r" t="t"/>
              <a:pathLst>
                <a:path extrusionOk="0" fill="none" h="81431" w="158514">
                  <a:moveTo>
                    <a:pt x="0" y="1"/>
                  </a:moveTo>
                  <a:cubicBezTo>
                    <a:pt x="4468" y="3040"/>
                    <a:pt x="9362" y="5958"/>
                    <a:pt x="13313" y="9606"/>
                  </a:cubicBezTo>
                  <a:cubicBezTo>
                    <a:pt x="19210" y="15077"/>
                    <a:pt x="12432" y="24469"/>
                    <a:pt x="19089" y="29849"/>
                  </a:cubicBezTo>
                  <a:cubicBezTo>
                    <a:pt x="24803" y="34469"/>
                    <a:pt x="26019" y="38694"/>
                    <a:pt x="25350" y="45564"/>
                  </a:cubicBezTo>
                  <a:cubicBezTo>
                    <a:pt x="24833" y="50822"/>
                    <a:pt x="23739" y="60001"/>
                    <a:pt x="30609" y="61795"/>
                  </a:cubicBezTo>
                  <a:cubicBezTo>
                    <a:pt x="37691" y="63649"/>
                    <a:pt x="42797" y="58299"/>
                    <a:pt x="47813" y="54378"/>
                  </a:cubicBezTo>
                  <a:cubicBezTo>
                    <a:pt x="55989" y="47995"/>
                    <a:pt x="63345" y="43375"/>
                    <a:pt x="73801" y="47752"/>
                  </a:cubicBezTo>
                  <a:cubicBezTo>
                    <a:pt x="81704" y="51065"/>
                    <a:pt x="90762" y="48026"/>
                    <a:pt x="97966" y="50944"/>
                  </a:cubicBezTo>
                  <a:cubicBezTo>
                    <a:pt x="102282" y="52707"/>
                    <a:pt x="102343" y="57631"/>
                    <a:pt x="103437" y="61825"/>
                  </a:cubicBezTo>
                  <a:cubicBezTo>
                    <a:pt x="104957" y="67570"/>
                    <a:pt x="109637" y="74531"/>
                    <a:pt x="114774" y="77145"/>
                  </a:cubicBezTo>
                  <a:cubicBezTo>
                    <a:pt x="123285" y="81430"/>
                    <a:pt x="131310" y="69454"/>
                    <a:pt x="139577" y="68573"/>
                  </a:cubicBezTo>
                  <a:cubicBezTo>
                    <a:pt x="145869" y="67904"/>
                    <a:pt x="152587" y="73649"/>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31"/>
            <p:cNvSpPr/>
            <p:nvPr/>
          </p:nvSpPr>
          <p:spPr>
            <a:xfrm>
              <a:off x="2975000" y="442550"/>
              <a:ext cx="3962850" cy="2014500"/>
            </a:xfrm>
            <a:custGeom>
              <a:rect b="b" l="l" r="r" t="t"/>
              <a:pathLst>
                <a:path extrusionOk="0" fill="none" h="80580" w="158514">
                  <a:moveTo>
                    <a:pt x="0" y="1"/>
                  </a:moveTo>
                  <a:cubicBezTo>
                    <a:pt x="4560" y="3010"/>
                    <a:pt x="9392" y="5897"/>
                    <a:pt x="13526" y="9393"/>
                  </a:cubicBezTo>
                  <a:cubicBezTo>
                    <a:pt x="19666" y="14469"/>
                    <a:pt x="13162" y="23952"/>
                    <a:pt x="19484" y="29150"/>
                  </a:cubicBezTo>
                  <a:cubicBezTo>
                    <a:pt x="24560" y="33314"/>
                    <a:pt x="27235" y="37509"/>
                    <a:pt x="26323" y="44348"/>
                  </a:cubicBezTo>
                  <a:cubicBezTo>
                    <a:pt x="25563" y="49728"/>
                    <a:pt x="24317" y="58846"/>
                    <a:pt x="31308" y="60792"/>
                  </a:cubicBezTo>
                  <a:cubicBezTo>
                    <a:pt x="38390" y="62737"/>
                    <a:pt x="43770" y="57296"/>
                    <a:pt x="48998" y="53375"/>
                  </a:cubicBezTo>
                  <a:cubicBezTo>
                    <a:pt x="57813" y="46688"/>
                    <a:pt x="63892" y="42129"/>
                    <a:pt x="74743" y="47023"/>
                  </a:cubicBezTo>
                  <a:cubicBezTo>
                    <a:pt x="82433" y="50488"/>
                    <a:pt x="91248" y="47995"/>
                    <a:pt x="98604" y="50761"/>
                  </a:cubicBezTo>
                  <a:cubicBezTo>
                    <a:pt x="103042" y="52372"/>
                    <a:pt x="103011" y="57266"/>
                    <a:pt x="104014" y="61430"/>
                  </a:cubicBezTo>
                  <a:cubicBezTo>
                    <a:pt x="105382" y="67084"/>
                    <a:pt x="109941" y="74014"/>
                    <a:pt x="115109" y="76445"/>
                  </a:cubicBezTo>
                  <a:cubicBezTo>
                    <a:pt x="123802" y="80579"/>
                    <a:pt x="132100" y="68299"/>
                    <a:pt x="139912" y="68330"/>
                  </a:cubicBezTo>
                  <a:cubicBezTo>
                    <a:pt x="144927" y="68330"/>
                    <a:pt x="153529" y="7331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31"/>
            <p:cNvSpPr/>
            <p:nvPr/>
          </p:nvSpPr>
          <p:spPr>
            <a:xfrm>
              <a:off x="2975000" y="442550"/>
              <a:ext cx="3962850" cy="1991700"/>
            </a:xfrm>
            <a:custGeom>
              <a:rect b="b" l="l" r="r" t="t"/>
              <a:pathLst>
                <a:path extrusionOk="0" fill="none" h="79668" w="158514">
                  <a:moveTo>
                    <a:pt x="0" y="1"/>
                  </a:moveTo>
                  <a:cubicBezTo>
                    <a:pt x="4590" y="3010"/>
                    <a:pt x="9484" y="5897"/>
                    <a:pt x="13769" y="9119"/>
                  </a:cubicBezTo>
                  <a:cubicBezTo>
                    <a:pt x="20122" y="13861"/>
                    <a:pt x="13952" y="23344"/>
                    <a:pt x="19879" y="28360"/>
                  </a:cubicBezTo>
                  <a:cubicBezTo>
                    <a:pt x="24651" y="32402"/>
                    <a:pt x="28055" y="36475"/>
                    <a:pt x="27265" y="43102"/>
                  </a:cubicBezTo>
                  <a:cubicBezTo>
                    <a:pt x="26627" y="48482"/>
                    <a:pt x="24985" y="57600"/>
                    <a:pt x="31946" y="59698"/>
                  </a:cubicBezTo>
                  <a:cubicBezTo>
                    <a:pt x="39028" y="61795"/>
                    <a:pt x="44955" y="56202"/>
                    <a:pt x="50183" y="52251"/>
                  </a:cubicBezTo>
                  <a:cubicBezTo>
                    <a:pt x="59424" y="45260"/>
                    <a:pt x="64561" y="40761"/>
                    <a:pt x="75746" y="46232"/>
                  </a:cubicBezTo>
                  <a:cubicBezTo>
                    <a:pt x="83315" y="49971"/>
                    <a:pt x="91795" y="47813"/>
                    <a:pt x="99273" y="50488"/>
                  </a:cubicBezTo>
                  <a:cubicBezTo>
                    <a:pt x="103832" y="52129"/>
                    <a:pt x="103619" y="56840"/>
                    <a:pt x="104653" y="61035"/>
                  </a:cubicBezTo>
                  <a:cubicBezTo>
                    <a:pt x="106051" y="66749"/>
                    <a:pt x="110124" y="73315"/>
                    <a:pt x="115443" y="75716"/>
                  </a:cubicBezTo>
                  <a:cubicBezTo>
                    <a:pt x="124227" y="79667"/>
                    <a:pt x="132039" y="67995"/>
                    <a:pt x="140246" y="68056"/>
                  </a:cubicBezTo>
                  <a:cubicBezTo>
                    <a:pt x="145535" y="68087"/>
                    <a:pt x="153377" y="7340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31"/>
            <p:cNvSpPr/>
            <p:nvPr/>
          </p:nvSpPr>
          <p:spPr>
            <a:xfrm>
              <a:off x="2975000" y="442550"/>
              <a:ext cx="3963625" cy="1968900"/>
            </a:xfrm>
            <a:custGeom>
              <a:rect b="b" l="l" r="r" t="t"/>
              <a:pathLst>
                <a:path extrusionOk="0" fill="none" h="78756" w="158545">
                  <a:moveTo>
                    <a:pt x="0" y="1"/>
                  </a:moveTo>
                  <a:cubicBezTo>
                    <a:pt x="4651" y="2979"/>
                    <a:pt x="9575" y="5867"/>
                    <a:pt x="14013" y="8876"/>
                  </a:cubicBezTo>
                  <a:cubicBezTo>
                    <a:pt x="20548" y="13283"/>
                    <a:pt x="14985" y="22706"/>
                    <a:pt x="20305" y="27539"/>
                  </a:cubicBezTo>
                  <a:cubicBezTo>
                    <a:pt x="24590" y="31430"/>
                    <a:pt x="28724" y="35715"/>
                    <a:pt x="28147" y="42007"/>
                  </a:cubicBezTo>
                  <a:cubicBezTo>
                    <a:pt x="27630" y="47296"/>
                    <a:pt x="25654" y="56445"/>
                    <a:pt x="32584" y="58664"/>
                  </a:cubicBezTo>
                  <a:cubicBezTo>
                    <a:pt x="39606" y="60913"/>
                    <a:pt x="46354" y="55077"/>
                    <a:pt x="51369" y="51096"/>
                  </a:cubicBezTo>
                  <a:cubicBezTo>
                    <a:pt x="60609" y="43770"/>
                    <a:pt x="65351" y="39576"/>
                    <a:pt x="76749" y="45594"/>
                  </a:cubicBezTo>
                  <a:cubicBezTo>
                    <a:pt x="84166" y="49515"/>
                    <a:pt x="92251" y="47722"/>
                    <a:pt x="99911" y="50275"/>
                  </a:cubicBezTo>
                  <a:cubicBezTo>
                    <a:pt x="104622" y="51855"/>
                    <a:pt x="104318" y="56445"/>
                    <a:pt x="105260" y="60609"/>
                  </a:cubicBezTo>
                  <a:cubicBezTo>
                    <a:pt x="106537" y="66324"/>
                    <a:pt x="110428" y="72676"/>
                    <a:pt x="115808" y="74956"/>
                  </a:cubicBezTo>
                  <a:cubicBezTo>
                    <a:pt x="124714" y="78756"/>
                    <a:pt x="132313" y="67418"/>
                    <a:pt x="140580" y="67813"/>
                  </a:cubicBezTo>
                  <a:cubicBezTo>
                    <a:pt x="145778" y="68056"/>
                    <a:pt x="153438" y="73315"/>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31"/>
            <p:cNvSpPr/>
            <p:nvPr/>
          </p:nvSpPr>
          <p:spPr>
            <a:xfrm>
              <a:off x="2975000" y="442550"/>
              <a:ext cx="3962850" cy="1919500"/>
            </a:xfrm>
            <a:custGeom>
              <a:rect b="b" l="l" r="r" t="t"/>
              <a:pathLst>
                <a:path extrusionOk="0" fill="none" h="76780" w="158514">
                  <a:moveTo>
                    <a:pt x="0" y="1"/>
                  </a:moveTo>
                  <a:cubicBezTo>
                    <a:pt x="4712" y="2949"/>
                    <a:pt x="9666" y="5776"/>
                    <a:pt x="14225" y="8633"/>
                  </a:cubicBezTo>
                  <a:cubicBezTo>
                    <a:pt x="20973" y="12797"/>
                    <a:pt x="16049" y="21977"/>
                    <a:pt x="20760" y="26718"/>
                  </a:cubicBezTo>
                  <a:cubicBezTo>
                    <a:pt x="24438" y="30396"/>
                    <a:pt x="29332" y="35168"/>
                    <a:pt x="28967" y="41004"/>
                  </a:cubicBezTo>
                  <a:cubicBezTo>
                    <a:pt x="28633" y="46202"/>
                    <a:pt x="26444" y="55381"/>
                    <a:pt x="33192" y="57661"/>
                  </a:cubicBezTo>
                  <a:cubicBezTo>
                    <a:pt x="40153" y="60032"/>
                    <a:pt x="47752" y="53953"/>
                    <a:pt x="52494" y="49880"/>
                  </a:cubicBezTo>
                  <a:cubicBezTo>
                    <a:pt x="61703" y="41977"/>
                    <a:pt x="66293" y="38633"/>
                    <a:pt x="77722" y="45016"/>
                  </a:cubicBezTo>
                  <a:cubicBezTo>
                    <a:pt x="84926" y="49059"/>
                    <a:pt x="92707" y="47722"/>
                    <a:pt x="100488" y="50093"/>
                  </a:cubicBezTo>
                  <a:cubicBezTo>
                    <a:pt x="105382" y="51582"/>
                    <a:pt x="104987" y="56080"/>
                    <a:pt x="105838" y="60245"/>
                  </a:cubicBezTo>
                  <a:cubicBezTo>
                    <a:pt x="107023" y="65898"/>
                    <a:pt x="111005" y="72676"/>
                    <a:pt x="116142" y="74227"/>
                  </a:cubicBezTo>
                  <a:cubicBezTo>
                    <a:pt x="124683" y="76780"/>
                    <a:pt x="132191" y="66901"/>
                    <a:pt x="140884" y="67570"/>
                  </a:cubicBezTo>
                  <a:cubicBezTo>
                    <a:pt x="145930" y="67965"/>
                    <a:pt x="153468" y="73224"/>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31"/>
            <p:cNvSpPr/>
            <p:nvPr/>
          </p:nvSpPr>
          <p:spPr>
            <a:xfrm>
              <a:off x="2975000" y="442550"/>
              <a:ext cx="3962100" cy="1896700"/>
            </a:xfrm>
            <a:custGeom>
              <a:rect b="b" l="l" r="r" t="t"/>
              <a:pathLst>
                <a:path extrusionOk="0" fill="none" h="75868" w="158484">
                  <a:moveTo>
                    <a:pt x="0" y="1"/>
                  </a:moveTo>
                  <a:cubicBezTo>
                    <a:pt x="4742" y="2949"/>
                    <a:pt x="9788" y="5441"/>
                    <a:pt x="14438" y="8359"/>
                  </a:cubicBezTo>
                  <a:cubicBezTo>
                    <a:pt x="21520" y="12797"/>
                    <a:pt x="16900" y="20852"/>
                    <a:pt x="21277" y="25837"/>
                  </a:cubicBezTo>
                  <a:cubicBezTo>
                    <a:pt x="24408" y="29424"/>
                    <a:pt x="29758" y="34652"/>
                    <a:pt x="29727" y="40123"/>
                  </a:cubicBezTo>
                  <a:cubicBezTo>
                    <a:pt x="29666" y="45229"/>
                    <a:pt x="27447" y="54014"/>
                    <a:pt x="33770" y="56658"/>
                  </a:cubicBezTo>
                  <a:cubicBezTo>
                    <a:pt x="40396" y="59394"/>
                    <a:pt x="49545" y="52433"/>
                    <a:pt x="53618" y="48542"/>
                  </a:cubicBezTo>
                  <a:cubicBezTo>
                    <a:pt x="62707" y="39788"/>
                    <a:pt x="67448" y="37904"/>
                    <a:pt x="78725" y="44530"/>
                  </a:cubicBezTo>
                  <a:cubicBezTo>
                    <a:pt x="85716" y="48664"/>
                    <a:pt x="93224" y="47722"/>
                    <a:pt x="101066" y="49910"/>
                  </a:cubicBezTo>
                  <a:cubicBezTo>
                    <a:pt x="106142" y="51308"/>
                    <a:pt x="105716" y="55685"/>
                    <a:pt x="106476" y="59849"/>
                  </a:cubicBezTo>
                  <a:cubicBezTo>
                    <a:pt x="107540" y="65503"/>
                    <a:pt x="111279" y="71977"/>
                    <a:pt x="116477" y="73467"/>
                  </a:cubicBezTo>
                  <a:cubicBezTo>
                    <a:pt x="124927" y="75868"/>
                    <a:pt x="132708" y="66354"/>
                    <a:pt x="141188" y="67357"/>
                  </a:cubicBezTo>
                  <a:cubicBezTo>
                    <a:pt x="146143" y="67935"/>
                    <a:pt x="153468" y="7313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31"/>
            <p:cNvSpPr/>
            <p:nvPr/>
          </p:nvSpPr>
          <p:spPr>
            <a:xfrm>
              <a:off x="2975000" y="442550"/>
              <a:ext cx="3962850" cy="1870875"/>
            </a:xfrm>
            <a:custGeom>
              <a:rect b="b" l="l" r="r" t="t"/>
              <a:pathLst>
                <a:path extrusionOk="0" fill="none" h="74835" w="158514">
                  <a:moveTo>
                    <a:pt x="0" y="1"/>
                  </a:moveTo>
                  <a:cubicBezTo>
                    <a:pt x="4803" y="2919"/>
                    <a:pt x="9848" y="5350"/>
                    <a:pt x="14651" y="8116"/>
                  </a:cubicBezTo>
                  <a:cubicBezTo>
                    <a:pt x="21946" y="12311"/>
                    <a:pt x="18086" y="19697"/>
                    <a:pt x="21885" y="24895"/>
                  </a:cubicBezTo>
                  <a:cubicBezTo>
                    <a:pt x="24590" y="28633"/>
                    <a:pt x="30031" y="34013"/>
                    <a:pt x="30396" y="39272"/>
                  </a:cubicBezTo>
                  <a:cubicBezTo>
                    <a:pt x="30791" y="44439"/>
                    <a:pt x="28299" y="52919"/>
                    <a:pt x="34439" y="55625"/>
                  </a:cubicBezTo>
                  <a:cubicBezTo>
                    <a:pt x="41186" y="58603"/>
                    <a:pt x="50670" y="51217"/>
                    <a:pt x="54712" y="47083"/>
                  </a:cubicBezTo>
                  <a:cubicBezTo>
                    <a:pt x="63892" y="37630"/>
                    <a:pt x="68542" y="37266"/>
                    <a:pt x="79789" y="44135"/>
                  </a:cubicBezTo>
                  <a:cubicBezTo>
                    <a:pt x="86476" y="48208"/>
                    <a:pt x="93984" y="47661"/>
                    <a:pt x="101674" y="49728"/>
                  </a:cubicBezTo>
                  <a:cubicBezTo>
                    <a:pt x="106932" y="51126"/>
                    <a:pt x="106416" y="55138"/>
                    <a:pt x="107145" y="59454"/>
                  </a:cubicBezTo>
                  <a:cubicBezTo>
                    <a:pt x="108057" y="64986"/>
                    <a:pt x="111552" y="71339"/>
                    <a:pt x="116872" y="72707"/>
                  </a:cubicBezTo>
                  <a:cubicBezTo>
                    <a:pt x="125322" y="74835"/>
                    <a:pt x="133285" y="65837"/>
                    <a:pt x="141523" y="67114"/>
                  </a:cubicBezTo>
                  <a:cubicBezTo>
                    <a:pt x="146386" y="67874"/>
                    <a:pt x="153559" y="73011"/>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31"/>
            <p:cNvSpPr/>
            <p:nvPr/>
          </p:nvSpPr>
          <p:spPr>
            <a:xfrm>
              <a:off x="2975000" y="442550"/>
              <a:ext cx="3962850" cy="1848075"/>
            </a:xfrm>
            <a:custGeom>
              <a:rect b="b" l="l" r="r" t="t"/>
              <a:pathLst>
                <a:path extrusionOk="0" fill="none" h="73923" w="158514">
                  <a:moveTo>
                    <a:pt x="0" y="1"/>
                  </a:moveTo>
                  <a:cubicBezTo>
                    <a:pt x="4833" y="2888"/>
                    <a:pt x="9909" y="5259"/>
                    <a:pt x="14864" y="7873"/>
                  </a:cubicBezTo>
                  <a:cubicBezTo>
                    <a:pt x="22219" y="11764"/>
                    <a:pt x="19301" y="18390"/>
                    <a:pt x="22584" y="23922"/>
                  </a:cubicBezTo>
                  <a:cubicBezTo>
                    <a:pt x="25046" y="28086"/>
                    <a:pt x="30092" y="33649"/>
                    <a:pt x="31004" y="38542"/>
                  </a:cubicBezTo>
                  <a:cubicBezTo>
                    <a:pt x="31855" y="43284"/>
                    <a:pt x="29150" y="51947"/>
                    <a:pt x="35107" y="54561"/>
                  </a:cubicBezTo>
                  <a:cubicBezTo>
                    <a:pt x="42250" y="57691"/>
                    <a:pt x="51673" y="50032"/>
                    <a:pt x="55746" y="45503"/>
                  </a:cubicBezTo>
                  <a:cubicBezTo>
                    <a:pt x="64834" y="35411"/>
                    <a:pt x="69941" y="36992"/>
                    <a:pt x="80822" y="43770"/>
                  </a:cubicBezTo>
                  <a:cubicBezTo>
                    <a:pt x="87205" y="47782"/>
                    <a:pt x="94683" y="47691"/>
                    <a:pt x="102191" y="49576"/>
                  </a:cubicBezTo>
                  <a:cubicBezTo>
                    <a:pt x="107571" y="50913"/>
                    <a:pt x="107145" y="54682"/>
                    <a:pt x="107783" y="59090"/>
                  </a:cubicBezTo>
                  <a:cubicBezTo>
                    <a:pt x="108604" y="64591"/>
                    <a:pt x="111826" y="70610"/>
                    <a:pt x="117236" y="71917"/>
                  </a:cubicBezTo>
                  <a:cubicBezTo>
                    <a:pt x="125504" y="73923"/>
                    <a:pt x="133863" y="65321"/>
                    <a:pt x="141827" y="66901"/>
                  </a:cubicBezTo>
                  <a:cubicBezTo>
                    <a:pt x="146599" y="67813"/>
                    <a:pt x="153620" y="7292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31"/>
            <p:cNvSpPr/>
            <p:nvPr/>
          </p:nvSpPr>
          <p:spPr>
            <a:xfrm>
              <a:off x="2975000" y="442550"/>
              <a:ext cx="3962100" cy="1826050"/>
            </a:xfrm>
            <a:custGeom>
              <a:rect b="b" l="l" r="r" t="t"/>
              <a:pathLst>
                <a:path extrusionOk="0" fill="none" h="73042" w="158484">
                  <a:moveTo>
                    <a:pt x="0" y="1"/>
                  </a:moveTo>
                  <a:cubicBezTo>
                    <a:pt x="4894" y="2858"/>
                    <a:pt x="10000" y="5168"/>
                    <a:pt x="15076" y="7630"/>
                  </a:cubicBezTo>
                  <a:cubicBezTo>
                    <a:pt x="22402" y="11217"/>
                    <a:pt x="20639" y="16992"/>
                    <a:pt x="23435" y="22980"/>
                  </a:cubicBezTo>
                  <a:cubicBezTo>
                    <a:pt x="25685" y="27813"/>
                    <a:pt x="29910" y="33041"/>
                    <a:pt x="31460" y="37934"/>
                  </a:cubicBezTo>
                  <a:cubicBezTo>
                    <a:pt x="32858" y="42372"/>
                    <a:pt x="29940" y="51096"/>
                    <a:pt x="35867" y="53558"/>
                  </a:cubicBezTo>
                  <a:cubicBezTo>
                    <a:pt x="43618" y="56749"/>
                    <a:pt x="52433" y="48937"/>
                    <a:pt x="56779" y="43831"/>
                  </a:cubicBezTo>
                  <a:cubicBezTo>
                    <a:pt x="65746" y="33314"/>
                    <a:pt x="71552" y="36901"/>
                    <a:pt x="81886" y="43466"/>
                  </a:cubicBezTo>
                  <a:cubicBezTo>
                    <a:pt x="87965" y="47327"/>
                    <a:pt x="95412" y="47752"/>
                    <a:pt x="102707" y="49454"/>
                  </a:cubicBezTo>
                  <a:cubicBezTo>
                    <a:pt x="108148" y="50700"/>
                    <a:pt x="107905" y="54226"/>
                    <a:pt x="108452" y="58725"/>
                  </a:cubicBezTo>
                  <a:cubicBezTo>
                    <a:pt x="109182" y="64226"/>
                    <a:pt x="112130" y="69910"/>
                    <a:pt x="117571" y="71187"/>
                  </a:cubicBezTo>
                  <a:cubicBezTo>
                    <a:pt x="125626" y="73041"/>
                    <a:pt x="134410" y="64895"/>
                    <a:pt x="142100" y="66688"/>
                  </a:cubicBezTo>
                  <a:cubicBezTo>
                    <a:pt x="146751" y="67783"/>
                    <a:pt x="153590" y="72828"/>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31"/>
            <p:cNvSpPr/>
            <p:nvPr/>
          </p:nvSpPr>
          <p:spPr>
            <a:xfrm>
              <a:off x="2975000" y="442550"/>
              <a:ext cx="3962850" cy="1818450"/>
            </a:xfrm>
            <a:custGeom>
              <a:rect b="b" l="l" r="r" t="t"/>
              <a:pathLst>
                <a:path extrusionOk="0" fill="none" h="72738" w="158514">
                  <a:moveTo>
                    <a:pt x="0" y="1"/>
                  </a:moveTo>
                  <a:cubicBezTo>
                    <a:pt x="4924" y="2827"/>
                    <a:pt x="10122" y="5077"/>
                    <a:pt x="15259" y="7387"/>
                  </a:cubicBezTo>
                  <a:cubicBezTo>
                    <a:pt x="22432" y="10609"/>
                    <a:pt x="22159" y="15594"/>
                    <a:pt x="24317" y="22007"/>
                  </a:cubicBezTo>
                  <a:cubicBezTo>
                    <a:pt x="26171" y="27630"/>
                    <a:pt x="29332" y="32402"/>
                    <a:pt x="31733" y="37418"/>
                  </a:cubicBezTo>
                  <a:cubicBezTo>
                    <a:pt x="33831" y="41764"/>
                    <a:pt x="30669" y="50305"/>
                    <a:pt x="36657" y="52615"/>
                  </a:cubicBezTo>
                  <a:cubicBezTo>
                    <a:pt x="44955" y="55868"/>
                    <a:pt x="53162" y="47630"/>
                    <a:pt x="57782" y="42068"/>
                  </a:cubicBezTo>
                  <a:cubicBezTo>
                    <a:pt x="66476" y="31551"/>
                    <a:pt x="73315" y="37022"/>
                    <a:pt x="82950" y="43193"/>
                  </a:cubicBezTo>
                  <a:cubicBezTo>
                    <a:pt x="88695" y="46871"/>
                    <a:pt x="96142" y="47813"/>
                    <a:pt x="103194" y="49333"/>
                  </a:cubicBezTo>
                  <a:cubicBezTo>
                    <a:pt x="108726" y="50488"/>
                    <a:pt x="108634" y="53740"/>
                    <a:pt x="109151" y="58390"/>
                  </a:cubicBezTo>
                  <a:cubicBezTo>
                    <a:pt x="109789" y="63862"/>
                    <a:pt x="112464" y="69211"/>
                    <a:pt x="117996" y="70427"/>
                  </a:cubicBezTo>
                  <a:cubicBezTo>
                    <a:pt x="125778" y="72129"/>
                    <a:pt x="135018" y="64439"/>
                    <a:pt x="142434" y="66506"/>
                  </a:cubicBezTo>
                  <a:cubicBezTo>
                    <a:pt x="146994" y="67752"/>
                    <a:pt x="153650" y="72737"/>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31"/>
            <p:cNvSpPr/>
            <p:nvPr/>
          </p:nvSpPr>
          <p:spPr>
            <a:xfrm>
              <a:off x="2975000" y="442550"/>
              <a:ext cx="3962850" cy="1816175"/>
            </a:xfrm>
            <a:custGeom>
              <a:rect b="b" l="l" r="r" t="t"/>
              <a:pathLst>
                <a:path extrusionOk="0" fill="none" h="72647" w="158514">
                  <a:moveTo>
                    <a:pt x="0" y="1"/>
                  </a:moveTo>
                  <a:cubicBezTo>
                    <a:pt x="4985" y="2797"/>
                    <a:pt x="10244" y="4985"/>
                    <a:pt x="15441" y="7144"/>
                  </a:cubicBezTo>
                  <a:cubicBezTo>
                    <a:pt x="22341" y="10031"/>
                    <a:pt x="23648" y="14621"/>
                    <a:pt x="25259" y="21034"/>
                  </a:cubicBezTo>
                  <a:cubicBezTo>
                    <a:pt x="26688" y="26809"/>
                    <a:pt x="28572" y="31977"/>
                    <a:pt x="31885" y="36992"/>
                  </a:cubicBezTo>
                  <a:cubicBezTo>
                    <a:pt x="34742" y="41278"/>
                    <a:pt x="31429" y="49606"/>
                    <a:pt x="37478" y="51825"/>
                  </a:cubicBezTo>
                  <a:cubicBezTo>
                    <a:pt x="46171" y="55017"/>
                    <a:pt x="54469" y="46202"/>
                    <a:pt x="58755" y="40305"/>
                  </a:cubicBezTo>
                  <a:cubicBezTo>
                    <a:pt x="66232" y="30001"/>
                    <a:pt x="76415" y="38025"/>
                    <a:pt x="84044" y="42889"/>
                  </a:cubicBezTo>
                  <a:cubicBezTo>
                    <a:pt x="89546" y="46384"/>
                    <a:pt x="96841" y="47874"/>
                    <a:pt x="103680" y="49211"/>
                  </a:cubicBezTo>
                  <a:cubicBezTo>
                    <a:pt x="109242" y="50305"/>
                    <a:pt x="109364" y="53254"/>
                    <a:pt x="109850" y="58026"/>
                  </a:cubicBezTo>
                  <a:cubicBezTo>
                    <a:pt x="110397" y="63436"/>
                    <a:pt x="112829" y="68482"/>
                    <a:pt x="118422" y="69667"/>
                  </a:cubicBezTo>
                  <a:cubicBezTo>
                    <a:pt x="125930" y="71278"/>
                    <a:pt x="135626" y="64044"/>
                    <a:pt x="142708" y="66293"/>
                  </a:cubicBezTo>
                  <a:cubicBezTo>
                    <a:pt x="147176" y="67692"/>
                    <a:pt x="153681" y="7264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31"/>
            <p:cNvSpPr/>
            <p:nvPr/>
          </p:nvSpPr>
          <p:spPr>
            <a:xfrm>
              <a:off x="2975000" y="442550"/>
              <a:ext cx="3962850" cy="1813875"/>
            </a:xfrm>
            <a:custGeom>
              <a:rect b="b" l="l" r="r" t="t"/>
              <a:pathLst>
                <a:path extrusionOk="0" fill="none" h="72555" w="158514">
                  <a:moveTo>
                    <a:pt x="0" y="1"/>
                  </a:moveTo>
                  <a:cubicBezTo>
                    <a:pt x="5015" y="2767"/>
                    <a:pt x="10335" y="4894"/>
                    <a:pt x="15624" y="6931"/>
                  </a:cubicBezTo>
                  <a:cubicBezTo>
                    <a:pt x="22189" y="9423"/>
                    <a:pt x="24925" y="13648"/>
                    <a:pt x="26262" y="20031"/>
                  </a:cubicBezTo>
                  <a:cubicBezTo>
                    <a:pt x="27508" y="25958"/>
                    <a:pt x="27843" y="31582"/>
                    <a:pt x="31916" y="36597"/>
                  </a:cubicBezTo>
                  <a:cubicBezTo>
                    <a:pt x="35290" y="40731"/>
                    <a:pt x="32432" y="49150"/>
                    <a:pt x="38299" y="51096"/>
                  </a:cubicBezTo>
                  <a:cubicBezTo>
                    <a:pt x="47326" y="54105"/>
                    <a:pt x="55138" y="44804"/>
                    <a:pt x="59758" y="38512"/>
                  </a:cubicBezTo>
                  <a:cubicBezTo>
                    <a:pt x="66901" y="28816"/>
                    <a:pt x="78512" y="38512"/>
                    <a:pt x="85139" y="42585"/>
                  </a:cubicBezTo>
                  <a:cubicBezTo>
                    <a:pt x="90397" y="45807"/>
                    <a:pt x="97510" y="47995"/>
                    <a:pt x="104105" y="49120"/>
                  </a:cubicBezTo>
                  <a:cubicBezTo>
                    <a:pt x="109698" y="50062"/>
                    <a:pt x="109729" y="52707"/>
                    <a:pt x="110580" y="57691"/>
                  </a:cubicBezTo>
                  <a:cubicBezTo>
                    <a:pt x="111461" y="63071"/>
                    <a:pt x="112829" y="67692"/>
                    <a:pt x="118878" y="68938"/>
                  </a:cubicBezTo>
                  <a:cubicBezTo>
                    <a:pt x="126082" y="70427"/>
                    <a:pt x="136234" y="63649"/>
                    <a:pt x="143012" y="66111"/>
                  </a:cubicBezTo>
                  <a:cubicBezTo>
                    <a:pt x="147359" y="67661"/>
                    <a:pt x="153742" y="7255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31"/>
            <p:cNvSpPr/>
            <p:nvPr/>
          </p:nvSpPr>
          <p:spPr>
            <a:xfrm>
              <a:off x="2975000" y="442550"/>
              <a:ext cx="3962850" cy="1804000"/>
            </a:xfrm>
            <a:custGeom>
              <a:rect b="b" l="l" r="r" t="t"/>
              <a:pathLst>
                <a:path extrusionOk="0" fill="none" h="72160" w="158514">
                  <a:moveTo>
                    <a:pt x="0" y="1"/>
                  </a:moveTo>
                  <a:cubicBezTo>
                    <a:pt x="5076" y="2736"/>
                    <a:pt x="10456" y="4803"/>
                    <a:pt x="15806" y="6688"/>
                  </a:cubicBezTo>
                  <a:cubicBezTo>
                    <a:pt x="22037" y="8876"/>
                    <a:pt x="26049" y="12767"/>
                    <a:pt x="27326" y="18967"/>
                  </a:cubicBezTo>
                  <a:cubicBezTo>
                    <a:pt x="28542" y="24925"/>
                    <a:pt x="27326" y="31126"/>
                    <a:pt x="31855" y="36202"/>
                  </a:cubicBezTo>
                  <a:cubicBezTo>
                    <a:pt x="35381" y="40153"/>
                    <a:pt x="33618" y="48725"/>
                    <a:pt x="39150" y="50457"/>
                  </a:cubicBezTo>
                  <a:cubicBezTo>
                    <a:pt x="48329" y="53314"/>
                    <a:pt x="55746" y="42919"/>
                    <a:pt x="60792" y="36810"/>
                  </a:cubicBezTo>
                  <a:cubicBezTo>
                    <a:pt x="67995" y="28086"/>
                    <a:pt x="80032" y="38360"/>
                    <a:pt x="86263" y="42159"/>
                  </a:cubicBezTo>
                  <a:cubicBezTo>
                    <a:pt x="91430" y="45320"/>
                    <a:pt x="98057" y="48056"/>
                    <a:pt x="104561" y="48998"/>
                  </a:cubicBezTo>
                  <a:cubicBezTo>
                    <a:pt x="115747" y="50700"/>
                    <a:pt x="107692" y="65898"/>
                    <a:pt x="119303" y="68178"/>
                  </a:cubicBezTo>
                  <a:cubicBezTo>
                    <a:pt x="126294" y="69576"/>
                    <a:pt x="136872" y="63254"/>
                    <a:pt x="143316" y="65898"/>
                  </a:cubicBezTo>
                  <a:cubicBezTo>
                    <a:pt x="147784" y="67752"/>
                    <a:pt x="153407" y="7216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31"/>
            <p:cNvSpPr/>
            <p:nvPr/>
          </p:nvSpPr>
          <p:spPr>
            <a:xfrm>
              <a:off x="2975000" y="442550"/>
              <a:ext cx="3962100" cy="1802475"/>
            </a:xfrm>
            <a:custGeom>
              <a:rect b="b" l="l" r="r" t="t"/>
              <a:pathLst>
                <a:path extrusionOk="0" fill="none" h="72099" w="158484">
                  <a:moveTo>
                    <a:pt x="0" y="1"/>
                  </a:moveTo>
                  <a:cubicBezTo>
                    <a:pt x="5107" y="2706"/>
                    <a:pt x="10760" y="4590"/>
                    <a:pt x="15958" y="6444"/>
                  </a:cubicBezTo>
                  <a:cubicBezTo>
                    <a:pt x="21764" y="8511"/>
                    <a:pt x="26931" y="11733"/>
                    <a:pt x="28390" y="17843"/>
                  </a:cubicBezTo>
                  <a:cubicBezTo>
                    <a:pt x="29788" y="23740"/>
                    <a:pt x="26900" y="30579"/>
                    <a:pt x="31672" y="35867"/>
                  </a:cubicBezTo>
                  <a:cubicBezTo>
                    <a:pt x="35107" y="39636"/>
                    <a:pt x="34925" y="48390"/>
                    <a:pt x="40001" y="49849"/>
                  </a:cubicBezTo>
                  <a:cubicBezTo>
                    <a:pt x="49302" y="52494"/>
                    <a:pt x="56415" y="40761"/>
                    <a:pt x="61886" y="35320"/>
                  </a:cubicBezTo>
                  <a:cubicBezTo>
                    <a:pt x="69211" y="28025"/>
                    <a:pt x="81278" y="37873"/>
                    <a:pt x="87327" y="41612"/>
                  </a:cubicBezTo>
                  <a:cubicBezTo>
                    <a:pt x="92585" y="44864"/>
                    <a:pt x="98421" y="48117"/>
                    <a:pt x="104926" y="48968"/>
                  </a:cubicBezTo>
                  <a:cubicBezTo>
                    <a:pt x="116385" y="50457"/>
                    <a:pt x="108239" y="65442"/>
                    <a:pt x="119759" y="67509"/>
                  </a:cubicBezTo>
                  <a:cubicBezTo>
                    <a:pt x="126659" y="68725"/>
                    <a:pt x="137298" y="62980"/>
                    <a:pt x="143559" y="65716"/>
                  </a:cubicBezTo>
                  <a:cubicBezTo>
                    <a:pt x="147936" y="67631"/>
                    <a:pt x="153407" y="72099"/>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31"/>
            <p:cNvSpPr/>
            <p:nvPr/>
          </p:nvSpPr>
          <p:spPr>
            <a:xfrm>
              <a:off x="2975000" y="442550"/>
              <a:ext cx="3962850" cy="1800200"/>
            </a:xfrm>
            <a:custGeom>
              <a:rect b="b" l="l" r="r" t="t"/>
              <a:pathLst>
                <a:path extrusionOk="0" fill="none" h="72008" w="158514">
                  <a:moveTo>
                    <a:pt x="0" y="1"/>
                  </a:moveTo>
                  <a:cubicBezTo>
                    <a:pt x="5167" y="2645"/>
                    <a:pt x="10821" y="4499"/>
                    <a:pt x="16140" y="6201"/>
                  </a:cubicBezTo>
                  <a:cubicBezTo>
                    <a:pt x="21976" y="8055"/>
                    <a:pt x="27630" y="11065"/>
                    <a:pt x="29484" y="16657"/>
                  </a:cubicBezTo>
                  <a:cubicBezTo>
                    <a:pt x="31308" y="22159"/>
                    <a:pt x="26748" y="29940"/>
                    <a:pt x="31521" y="35442"/>
                  </a:cubicBezTo>
                  <a:cubicBezTo>
                    <a:pt x="34621" y="38998"/>
                    <a:pt x="36414" y="48147"/>
                    <a:pt x="40913" y="49211"/>
                  </a:cubicBezTo>
                  <a:cubicBezTo>
                    <a:pt x="50244" y="51430"/>
                    <a:pt x="56749" y="38846"/>
                    <a:pt x="63041" y="34044"/>
                  </a:cubicBezTo>
                  <a:cubicBezTo>
                    <a:pt x="70731" y="28147"/>
                    <a:pt x="82190" y="36992"/>
                    <a:pt x="88391" y="40943"/>
                  </a:cubicBezTo>
                  <a:cubicBezTo>
                    <a:pt x="93862" y="44409"/>
                    <a:pt x="98695" y="48147"/>
                    <a:pt x="105352" y="48907"/>
                  </a:cubicBezTo>
                  <a:cubicBezTo>
                    <a:pt x="117024" y="50184"/>
                    <a:pt x="108786" y="64834"/>
                    <a:pt x="120276" y="66780"/>
                  </a:cubicBezTo>
                  <a:cubicBezTo>
                    <a:pt x="126993" y="67904"/>
                    <a:pt x="137784" y="62585"/>
                    <a:pt x="143863" y="65533"/>
                  </a:cubicBezTo>
                  <a:cubicBezTo>
                    <a:pt x="148149" y="67570"/>
                    <a:pt x="153468" y="72008"/>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31"/>
            <p:cNvSpPr/>
            <p:nvPr/>
          </p:nvSpPr>
          <p:spPr>
            <a:xfrm>
              <a:off x="2975000" y="442550"/>
              <a:ext cx="3963625" cy="1798675"/>
            </a:xfrm>
            <a:custGeom>
              <a:rect b="b" l="l" r="r" t="t"/>
              <a:pathLst>
                <a:path extrusionOk="0" fill="none" h="71947" w="158545">
                  <a:moveTo>
                    <a:pt x="0" y="1"/>
                  </a:moveTo>
                  <a:cubicBezTo>
                    <a:pt x="5198" y="2615"/>
                    <a:pt x="10912" y="4408"/>
                    <a:pt x="16323" y="5958"/>
                  </a:cubicBezTo>
                  <a:cubicBezTo>
                    <a:pt x="22067" y="7630"/>
                    <a:pt x="28147" y="10365"/>
                    <a:pt x="30578" y="15472"/>
                  </a:cubicBezTo>
                  <a:cubicBezTo>
                    <a:pt x="33192" y="20974"/>
                    <a:pt x="26931" y="29059"/>
                    <a:pt x="31369" y="35047"/>
                  </a:cubicBezTo>
                  <a:cubicBezTo>
                    <a:pt x="33831" y="38390"/>
                    <a:pt x="37904" y="47904"/>
                    <a:pt x="41825" y="48542"/>
                  </a:cubicBezTo>
                  <a:cubicBezTo>
                    <a:pt x="50883" y="50062"/>
                    <a:pt x="57296" y="36931"/>
                    <a:pt x="64257" y="33010"/>
                  </a:cubicBezTo>
                  <a:cubicBezTo>
                    <a:pt x="72160" y="28512"/>
                    <a:pt x="83102" y="35928"/>
                    <a:pt x="89424" y="40153"/>
                  </a:cubicBezTo>
                  <a:cubicBezTo>
                    <a:pt x="94804" y="43740"/>
                    <a:pt x="98877" y="48208"/>
                    <a:pt x="105747" y="48846"/>
                  </a:cubicBezTo>
                  <a:cubicBezTo>
                    <a:pt x="117601" y="49971"/>
                    <a:pt x="109425" y="64257"/>
                    <a:pt x="120793" y="66081"/>
                  </a:cubicBezTo>
                  <a:cubicBezTo>
                    <a:pt x="127419" y="67144"/>
                    <a:pt x="138270" y="62281"/>
                    <a:pt x="144167" y="65351"/>
                  </a:cubicBezTo>
                  <a:cubicBezTo>
                    <a:pt x="148362" y="67540"/>
                    <a:pt x="153529" y="71947"/>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31"/>
            <p:cNvSpPr/>
            <p:nvPr/>
          </p:nvSpPr>
          <p:spPr>
            <a:xfrm>
              <a:off x="2975000" y="442550"/>
              <a:ext cx="3962850" cy="1795650"/>
            </a:xfrm>
            <a:custGeom>
              <a:rect b="b" l="l" r="r" t="t"/>
              <a:pathLst>
                <a:path extrusionOk="0" fill="none" h="71826" w="158514">
                  <a:moveTo>
                    <a:pt x="0" y="1"/>
                  </a:moveTo>
                  <a:cubicBezTo>
                    <a:pt x="5259" y="2584"/>
                    <a:pt x="10973" y="4317"/>
                    <a:pt x="16475" y="5745"/>
                  </a:cubicBezTo>
                  <a:cubicBezTo>
                    <a:pt x="22250" y="7235"/>
                    <a:pt x="28542" y="9788"/>
                    <a:pt x="31581" y="14195"/>
                  </a:cubicBezTo>
                  <a:cubicBezTo>
                    <a:pt x="35168" y="19332"/>
                    <a:pt x="27326" y="28238"/>
                    <a:pt x="31247" y="34560"/>
                  </a:cubicBezTo>
                  <a:cubicBezTo>
                    <a:pt x="33253" y="37782"/>
                    <a:pt x="39150" y="47418"/>
                    <a:pt x="42737" y="47722"/>
                  </a:cubicBezTo>
                  <a:cubicBezTo>
                    <a:pt x="51612" y="48482"/>
                    <a:pt x="57752" y="35229"/>
                    <a:pt x="65412" y="32129"/>
                  </a:cubicBezTo>
                  <a:cubicBezTo>
                    <a:pt x="73588" y="28816"/>
                    <a:pt x="84044" y="34804"/>
                    <a:pt x="90275" y="39302"/>
                  </a:cubicBezTo>
                  <a:cubicBezTo>
                    <a:pt x="95351" y="42980"/>
                    <a:pt x="98938" y="48269"/>
                    <a:pt x="106081" y="48816"/>
                  </a:cubicBezTo>
                  <a:cubicBezTo>
                    <a:pt x="111704" y="49241"/>
                    <a:pt x="112981" y="50670"/>
                    <a:pt x="114136" y="56111"/>
                  </a:cubicBezTo>
                  <a:cubicBezTo>
                    <a:pt x="115139" y="60792"/>
                    <a:pt x="115321" y="64470"/>
                    <a:pt x="121279" y="65381"/>
                  </a:cubicBezTo>
                  <a:cubicBezTo>
                    <a:pt x="127784" y="66385"/>
                    <a:pt x="138696" y="61947"/>
                    <a:pt x="144410" y="65169"/>
                  </a:cubicBezTo>
                  <a:cubicBezTo>
                    <a:pt x="148483" y="67448"/>
                    <a:pt x="153529" y="7182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31"/>
            <p:cNvSpPr/>
            <p:nvPr/>
          </p:nvSpPr>
          <p:spPr>
            <a:xfrm>
              <a:off x="2975000" y="442550"/>
              <a:ext cx="3962850" cy="1794125"/>
            </a:xfrm>
            <a:custGeom>
              <a:rect b="b" l="l" r="r" t="t"/>
              <a:pathLst>
                <a:path extrusionOk="0" fill="none" h="71765" w="158514">
                  <a:moveTo>
                    <a:pt x="0" y="1"/>
                  </a:moveTo>
                  <a:cubicBezTo>
                    <a:pt x="5319" y="2554"/>
                    <a:pt x="11064" y="4226"/>
                    <a:pt x="16627" y="5502"/>
                  </a:cubicBezTo>
                  <a:cubicBezTo>
                    <a:pt x="22523" y="6840"/>
                    <a:pt x="28663" y="9302"/>
                    <a:pt x="32554" y="12919"/>
                  </a:cubicBezTo>
                  <a:cubicBezTo>
                    <a:pt x="36931" y="17022"/>
                    <a:pt x="28906" y="28268"/>
                    <a:pt x="31247" y="33983"/>
                  </a:cubicBezTo>
                  <a:cubicBezTo>
                    <a:pt x="32615" y="37326"/>
                    <a:pt x="40031" y="46658"/>
                    <a:pt x="43679" y="46719"/>
                  </a:cubicBezTo>
                  <a:cubicBezTo>
                    <a:pt x="52433" y="46810"/>
                    <a:pt x="58117" y="33861"/>
                    <a:pt x="66628" y="31430"/>
                  </a:cubicBezTo>
                  <a:cubicBezTo>
                    <a:pt x="75108" y="28998"/>
                    <a:pt x="85078" y="33709"/>
                    <a:pt x="91066" y="38451"/>
                  </a:cubicBezTo>
                  <a:cubicBezTo>
                    <a:pt x="95899" y="42250"/>
                    <a:pt x="98847" y="48482"/>
                    <a:pt x="106446" y="48785"/>
                  </a:cubicBezTo>
                  <a:cubicBezTo>
                    <a:pt x="119030" y="49272"/>
                    <a:pt x="110853" y="62950"/>
                    <a:pt x="121826" y="64743"/>
                  </a:cubicBezTo>
                  <a:cubicBezTo>
                    <a:pt x="128088" y="65746"/>
                    <a:pt x="139121" y="61612"/>
                    <a:pt x="144684" y="64986"/>
                  </a:cubicBezTo>
                  <a:cubicBezTo>
                    <a:pt x="148666" y="67388"/>
                    <a:pt x="153559" y="7176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31"/>
            <p:cNvSpPr/>
            <p:nvPr/>
          </p:nvSpPr>
          <p:spPr>
            <a:xfrm>
              <a:off x="2975000" y="442550"/>
              <a:ext cx="3962850" cy="1791075"/>
            </a:xfrm>
            <a:custGeom>
              <a:rect b="b" l="l" r="r" t="t"/>
              <a:pathLst>
                <a:path extrusionOk="0" fill="none" h="71643" w="158514">
                  <a:moveTo>
                    <a:pt x="0" y="1"/>
                  </a:moveTo>
                  <a:cubicBezTo>
                    <a:pt x="5319" y="2523"/>
                    <a:pt x="11155" y="4134"/>
                    <a:pt x="16779" y="5259"/>
                  </a:cubicBezTo>
                  <a:cubicBezTo>
                    <a:pt x="22736" y="6475"/>
                    <a:pt x="29302" y="9058"/>
                    <a:pt x="33405" y="11672"/>
                  </a:cubicBezTo>
                  <a:cubicBezTo>
                    <a:pt x="37660" y="14378"/>
                    <a:pt x="30821" y="28968"/>
                    <a:pt x="31399" y="33314"/>
                  </a:cubicBezTo>
                  <a:cubicBezTo>
                    <a:pt x="31885" y="36931"/>
                    <a:pt x="40578" y="45624"/>
                    <a:pt x="44651" y="45472"/>
                  </a:cubicBezTo>
                  <a:cubicBezTo>
                    <a:pt x="53101" y="45168"/>
                    <a:pt x="58421" y="32828"/>
                    <a:pt x="67874" y="30852"/>
                  </a:cubicBezTo>
                  <a:cubicBezTo>
                    <a:pt x="76658" y="29028"/>
                    <a:pt x="86233" y="32706"/>
                    <a:pt x="91856" y="37509"/>
                  </a:cubicBezTo>
                  <a:cubicBezTo>
                    <a:pt x="96476" y="41491"/>
                    <a:pt x="98908" y="48542"/>
                    <a:pt x="106780" y="48755"/>
                  </a:cubicBezTo>
                  <a:cubicBezTo>
                    <a:pt x="112647" y="48907"/>
                    <a:pt x="114045" y="50184"/>
                    <a:pt x="115565" y="55503"/>
                  </a:cubicBezTo>
                  <a:cubicBezTo>
                    <a:pt x="116841" y="60062"/>
                    <a:pt x="116628" y="63132"/>
                    <a:pt x="122404" y="64044"/>
                  </a:cubicBezTo>
                  <a:cubicBezTo>
                    <a:pt x="128544" y="65047"/>
                    <a:pt x="139486" y="61278"/>
                    <a:pt x="144957" y="64804"/>
                  </a:cubicBezTo>
                  <a:cubicBezTo>
                    <a:pt x="148818" y="67296"/>
                    <a:pt x="153559" y="71643"/>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31"/>
            <p:cNvSpPr/>
            <p:nvPr/>
          </p:nvSpPr>
          <p:spPr>
            <a:xfrm>
              <a:off x="2975000" y="442550"/>
              <a:ext cx="3962100" cy="1789575"/>
            </a:xfrm>
            <a:custGeom>
              <a:rect b="b" l="l" r="r" t="t"/>
              <a:pathLst>
                <a:path extrusionOk="0" fill="none" h="71583" w="158484">
                  <a:moveTo>
                    <a:pt x="0" y="1"/>
                  </a:moveTo>
                  <a:cubicBezTo>
                    <a:pt x="5380" y="2463"/>
                    <a:pt x="11216" y="4043"/>
                    <a:pt x="16900" y="5016"/>
                  </a:cubicBezTo>
                  <a:cubicBezTo>
                    <a:pt x="22797" y="6049"/>
                    <a:pt x="29058" y="8724"/>
                    <a:pt x="34135" y="10457"/>
                  </a:cubicBezTo>
                  <a:cubicBezTo>
                    <a:pt x="39667" y="12372"/>
                    <a:pt x="32037" y="28846"/>
                    <a:pt x="31855" y="32463"/>
                  </a:cubicBezTo>
                  <a:cubicBezTo>
                    <a:pt x="31672" y="36597"/>
                    <a:pt x="40852" y="44712"/>
                    <a:pt x="45503" y="44074"/>
                  </a:cubicBezTo>
                  <a:cubicBezTo>
                    <a:pt x="54165" y="42889"/>
                    <a:pt x="59606" y="32038"/>
                    <a:pt x="69090" y="30335"/>
                  </a:cubicBezTo>
                  <a:cubicBezTo>
                    <a:pt x="77479" y="28846"/>
                    <a:pt x="87388" y="31703"/>
                    <a:pt x="92646" y="36566"/>
                  </a:cubicBezTo>
                  <a:cubicBezTo>
                    <a:pt x="97084" y="40670"/>
                    <a:pt x="98908" y="48634"/>
                    <a:pt x="107084" y="48725"/>
                  </a:cubicBezTo>
                  <a:cubicBezTo>
                    <a:pt x="112890" y="48816"/>
                    <a:pt x="114501" y="49910"/>
                    <a:pt x="116203" y="55229"/>
                  </a:cubicBezTo>
                  <a:cubicBezTo>
                    <a:pt x="117571" y="59606"/>
                    <a:pt x="117297" y="62555"/>
                    <a:pt x="122951" y="63436"/>
                  </a:cubicBezTo>
                  <a:cubicBezTo>
                    <a:pt x="129030" y="64378"/>
                    <a:pt x="139851" y="60944"/>
                    <a:pt x="145200" y="64622"/>
                  </a:cubicBezTo>
                  <a:cubicBezTo>
                    <a:pt x="148939" y="67205"/>
                    <a:pt x="153590" y="7158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31"/>
            <p:cNvSpPr/>
            <p:nvPr/>
          </p:nvSpPr>
          <p:spPr>
            <a:xfrm>
              <a:off x="2975000" y="442550"/>
              <a:ext cx="3962850" cy="1785000"/>
            </a:xfrm>
            <a:custGeom>
              <a:rect b="b" l="l" r="r" t="t"/>
              <a:pathLst>
                <a:path extrusionOk="0" fill="none" h="71400" w="158514">
                  <a:moveTo>
                    <a:pt x="0" y="1"/>
                  </a:moveTo>
                  <a:cubicBezTo>
                    <a:pt x="5411" y="2432"/>
                    <a:pt x="11307" y="3952"/>
                    <a:pt x="17052" y="4803"/>
                  </a:cubicBezTo>
                  <a:cubicBezTo>
                    <a:pt x="22949" y="5685"/>
                    <a:pt x="29028" y="8967"/>
                    <a:pt x="34682" y="9362"/>
                  </a:cubicBezTo>
                  <a:cubicBezTo>
                    <a:pt x="42007" y="9849"/>
                    <a:pt x="33557" y="28360"/>
                    <a:pt x="32858" y="31065"/>
                  </a:cubicBezTo>
                  <a:cubicBezTo>
                    <a:pt x="31308" y="36931"/>
                    <a:pt x="41095" y="43801"/>
                    <a:pt x="46141" y="42676"/>
                  </a:cubicBezTo>
                  <a:cubicBezTo>
                    <a:pt x="54925" y="40761"/>
                    <a:pt x="60731" y="31703"/>
                    <a:pt x="70245" y="29819"/>
                  </a:cubicBezTo>
                  <a:cubicBezTo>
                    <a:pt x="78451" y="28177"/>
                    <a:pt x="88573" y="30731"/>
                    <a:pt x="93497" y="35563"/>
                  </a:cubicBezTo>
                  <a:cubicBezTo>
                    <a:pt x="97753" y="39728"/>
                    <a:pt x="98969" y="48725"/>
                    <a:pt x="107419" y="48755"/>
                  </a:cubicBezTo>
                  <a:cubicBezTo>
                    <a:pt x="113163" y="48755"/>
                    <a:pt x="115018" y="49667"/>
                    <a:pt x="116872" y="54956"/>
                  </a:cubicBezTo>
                  <a:cubicBezTo>
                    <a:pt x="118331" y="59181"/>
                    <a:pt x="118027" y="61977"/>
                    <a:pt x="123559" y="62798"/>
                  </a:cubicBezTo>
                  <a:cubicBezTo>
                    <a:pt x="129638" y="63710"/>
                    <a:pt x="140459" y="60579"/>
                    <a:pt x="145504" y="64470"/>
                  </a:cubicBezTo>
                  <a:cubicBezTo>
                    <a:pt x="148939" y="67144"/>
                    <a:pt x="153802" y="7140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31"/>
            <p:cNvSpPr/>
            <p:nvPr/>
          </p:nvSpPr>
          <p:spPr>
            <a:xfrm>
              <a:off x="2975000" y="442550"/>
              <a:ext cx="3962100" cy="1781975"/>
            </a:xfrm>
            <a:custGeom>
              <a:rect b="b" l="l" r="r" t="t"/>
              <a:pathLst>
                <a:path extrusionOk="0" fill="none" h="71279" w="158484">
                  <a:moveTo>
                    <a:pt x="0" y="1"/>
                  </a:moveTo>
                  <a:cubicBezTo>
                    <a:pt x="5471" y="2402"/>
                    <a:pt x="11247" y="3922"/>
                    <a:pt x="17174" y="4560"/>
                  </a:cubicBezTo>
                  <a:cubicBezTo>
                    <a:pt x="23253" y="5198"/>
                    <a:pt x="29514" y="8420"/>
                    <a:pt x="35107" y="8177"/>
                  </a:cubicBezTo>
                  <a:cubicBezTo>
                    <a:pt x="44044" y="7782"/>
                    <a:pt x="35290" y="26718"/>
                    <a:pt x="34256" y="29089"/>
                  </a:cubicBezTo>
                  <a:cubicBezTo>
                    <a:pt x="31369" y="35959"/>
                    <a:pt x="40578" y="42980"/>
                    <a:pt x="46658" y="41247"/>
                  </a:cubicBezTo>
                  <a:cubicBezTo>
                    <a:pt x="55533" y="38785"/>
                    <a:pt x="61947" y="31490"/>
                    <a:pt x="71369" y="29180"/>
                  </a:cubicBezTo>
                  <a:cubicBezTo>
                    <a:pt x="79424" y="27174"/>
                    <a:pt x="89819" y="29697"/>
                    <a:pt x="94470" y="34439"/>
                  </a:cubicBezTo>
                  <a:cubicBezTo>
                    <a:pt x="98482" y="38573"/>
                    <a:pt x="99090" y="48785"/>
                    <a:pt x="107753" y="48694"/>
                  </a:cubicBezTo>
                  <a:cubicBezTo>
                    <a:pt x="113407" y="48634"/>
                    <a:pt x="115504" y="49424"/>
                    <a:pt x="117510" y="54652"/>
                  </a:cubicBezTo>
                  <a:cubicBezTo>
                    <a:pt x="119060" y="58694"/>
                    <a:pt x="118665" y="61400"/>
                    <a:pt x="124167" y="62160"/>
                  </a:cubicBezTo>
                  <a:cubicBezTo>
                    <a:pt x="130246" y="62980"/>
                    <a:pt x="140793" y="60245"/>
                    <a:pt x="145717" y="64257"/>
                  </a:cubicBezTo>
                  <a:cubicBezTo>
                    <a:pt x="149061" y="66962"/>
                    <a:pt x="153802" y="71278"/>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31"/>
            <p:cNvSpPr/>
            <p:nvPr/>
          </p:nvSpPr>
          <p:spPr>
            <a:xfrm>
              <a:off x="2975000" y="442550"/>
              <a:ext cx="3962850" cy="1781200"/>
            </a:xfrm>
            <a:custGeom>
              <a:rect b="b" l="l" r="r" t="t"/>
              <a:pathLst>
                <a:path extrusionOk="0" fill="none" h="71248" w="158514">
                  <a:moveTo>
                    <a:pt x="0" y="1"/>
                  </a:moveTo>
                  <a:cubicBezTo>
                    <a:pt x="5502" y="2371"/>
                    <a:pt x="11338" y="3830"/>
                    <a:pt x="17326" y="4347"/>
                  </a:cubicBezTo>
                  <a:cubicBezTo>
                    <a:pt x="23405" y="4833"/>
                    <a:pt x="29484" y="7478"/>
                    <a:pt x="35381" y="7083"/>
                  </a:cubicBezTo>
                  <a:cubicBezTo>
                    <a:pt x="46171" y="6384"/>
                    <a:pt x="37660" y="22007"/>
                    <a:pt x="36080" y="26718"/>
                  </a:cubicBezTo>
                  <a:cubicBezTo>
                    <a:pt x="34560" y="31247"/>
                    <a:pt x="33192" y="34591"/>
                    <a:pt x="37387" y="37934"/>
                  </a:cubicBezTo>
                  <a:cubicBezTo>
                    <a:pt x="40062" y="40032"/>
                    <a:pt x="43983" y="40913"/>
                    <a:pt x="47144" y="39940"/>
                  </a:cubicBezTo>
                  <a:cubicBezTo>
                    <a:pt x="52007" y="38421"/>
                    <a:pt x="55959" y="34864"/>
                    <a:pt x="60548" y="32524"/>
                  </a:cubicBezTo>
                  <a:cubicBezTo>
                    <a:pt x="64409" y="30579"/>
                    <a:pt x="68360" y="29758"/>
                    <a:pt x="72403" y="28512"/>
                  </a:cubicBezTo>
                  <a:cubicBezTo>
                    <a:pt x="80275" y="26080"/>
                    <a:pt x="91187" y="28724"/>
                    <a:pt x="95503" y="33314"/>
                  </a:cubicBezTo>
                  <a:cubicBezTo>
                    <a:pt x="99303" y="37296"/>
                    <a:pt x="99212" y="48877"/>
                    <a:pt x="108118" y="48694"/>
                  </a:cubicBezTo>
                  <a:cubicBezTo>
                    <a:pt x="113589" y="48573"/>
                    <a:pt x="115990" y="49302"/>
                    <a:pt x="118148" y="54409"/>
                  </a:cubicBezTo>
                  <a:cubicBezTo>
                    <a:pt x="119820" y="58299"/>
                    <a:pt x="119364" y="60974"/>
                    <a:pt x="124805" y="61612"/>
                  </a:cubicBezTo>
                  <a:cubicBezTo>
                    <a:pt x="130519" y="62281"/>
                    <a:pt x="141249" y="59819"/>
                    <a:pt x="145991" y="64135"/>
                  </a:cubicBezTo>
                  <a:cubicBezTo>
                    <a:pt x="149213" y="67023"/>
                    <a:pt x="153863" y="71248"/>
                    <a:pt x="158514" y="68695"/>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31"/>
            <p:cNvSpPr/>
            <p:nvPr/>
          </p:nvSpPr>
          <p:spPr>
            <a:xfrm>
              <a:off x="2975000" y="442550"/>
              <a:ext cx="3962100" cy="1777400"/>
            </a:xfrm>
            <a:custGeom>
              <a:rect b="b" l="l" r="r" t="t"/>
              <a:pathLst>
                <a:path extrusionOk="0" fill="none" h="71096" w="158484">
                  <a:moveTo>
                    <a:pt x="0" y="1"/>
                  </a:moveTo>
                  <a:cubicBezTo>
                    <a:pt x="5532" y="2341"/>
                    <a:pt x="11429" y="3739"/>
                    <a:pt x="17447" y="4104"/>
                  </a:cubicBezTo>
                  <a:cubicBezTo>
                    <a:pt x="23496" y="4469"/>
                    <a:pt x="29484" y="6596"/>
                    <a:pt x="35533" y="6049"/>
                  </a:cubicBezTo>
                  <a:cubicBezTo>
                    <a:pt x="47357" y="4955"/>
                    <a:pt x="40822" y="16809"/>
                    <a:pt x="38208" y="23983"/>
                  </a:cubicBezTo>
                  <a:cubicBezTo>
                    <a:pt x="36657" y="28329"/>
                    <a:pt x="33557" y="33253"/>
                    <a:pt x="37691" y="36962"/>
                  </a:cubicBezTo>
                  <a:cubicBezTo>
                    <a:pt x="40244" y="39272"/>
                    <a:pt x="44591" y="39636"/>
                    <a:pt x="47661" y="38603"/>
                  </a:cubicBezTo>
                  <a:cubicBezTo>
                    <a:pt x="52646" y="36931"/>
                    <a:pt x="56901" y="33557"/>
                    <a:pt x="61764" y="31460"/>
                  </a:cubicBezTo>
                  <a:cubicBezTo>
                    <a:pt x="65533" y="29819"/>
                    <a:pt x="69576" y="29150"/>
                    <a:pt x="73375" y="27721"/>
                  </a:cubicBezTo>
                  <a:cubicBezTo>
                    <a:pt x="80974" y="24864"/>
                    <a:pt x="92464" y="27721"/>
                    <a:pt x="96659" y="32068"/>
                  </a:cubicBezTo>
                  <a:cubicBezTo>
                    <a:pt x="100884" y="36445"/>
                    <a:pt x="98634" y="48512"/>
                    <a:pt x="108452" y="48664"/>
                  </a:cubicBezTo>
                  <a:cubicBezTo>
                    <a:pt x="114014" y="48755"/>
                    <a:pt x="116416" y="49150"/>
                    <a:pt x="118756" y="54105"/>
                  </a:cubicBezTo>
                  <a:cubicBezTo>
                    <a:pt x="120550" y="57874"/>
                    <a:pt x="120002" y="60488"/>
                    <a:pt x="125413" y="61035"/>
                  </a:cubicBezTo>
                  <a:cubicBezTo>
                    <a:pt x="131158" y="61643"/>
                    <a:pt x="141553" y="59454"/>
                    <a:pt x="146234" y="63922"/>
                  </a:cubicBezTo>
                  <a:cubicBezTo>
                    <a:pt x="149334" y="66871"/>
                    <a:pt x="153894" y="71096"/>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31"/>
            <p:cNvSpPr/>
            <p:nvPr/>
          </p:nvSpPr>
          <p:spPr>
            <a:xfrm>
              <a:off x="2975000" y="442550"/>
              <a:ext cx="3962850" cy="1775125"/>
            </a:xfrm>
            <a:custGeom>
              <a:rect b="b" l="l" r="r" t="t"/>
              <a:pathLst>
                <a:path extrusionOk="0" fill="none" h="71005" w="158514">
                  <a:moveTo>
                    <a:pt x="0" y="1"/>
                  </a:moveTo>
                  <a:cubicBezTo>
                    <a:pt x="5593" y="2311"/>
                    <a:pt x="11520" y="3648"/>
                    <a:pt x="17569" y="3861"/>
                  </a:cubicBezTo>
                  <a:cubicBezTo>
                    <a:pt x="23587" y="4074"/>
                    <a:pt x="29636" y="5837"/>
                    <a:pt x="35594" y="5046"/>
                  </a:cubicBezTo>
                  <a:cubicBezTo>
                    <a:pt x="47569" y="3466"/>
                    <a:pt x="43800" y="12280"/>
                    <a:pt x="40578" y="20974"/>
                  </a:cubicBezTo>
                  <a:cubicBezTo>
                    <a:pt x="39059" y="25107"/>
                    <a:pt x="34773" y="31916"/>
                    <a:pt x="38268" y="35867"/>
                  </a:cubicBezTo>
                  <a:cubicBezTo>
                    <a:pt x="40548" y="38451"/>
                    <a:pt x="45381" y="38208"/>
                    <a:pt x="48238" y="37296"/>
                  </a:cubicBezTo>
                  <a:cubicBezTo>
                    <a:pt x="53405" y="35624"/>
                    <a:pt x="57965" y="32281"/>
                    <a:pt x="63102" y="30366"/>
                  </a:cubicBezTo>
                  <a:cubicBezTo>
                    <a:pt x="66780" y="28968"/>
                    <a:pt x="70701" y="28420"/>
                    <a:pt x="74257" y="26840"/>
                  </a:cubicBezTo>
                  <a:cubicBezTo>
                    <a:pt x="81552" y="23588"/>
                    <a:pt x="94075" y="26779"/>
                    <a:pt x="97935" y="30791"/>
                  </a:cubicBezTo>
                  <a:cubicBezTo>
                    <a:pt x="101887" y="34895"/>
                    <a:pt x="98938" y="48542"/>
                    <a:pt x="108817" y="48664"/>
                  </a:cubicBezTo>
                  <a:cubicBezTo>
                    <a:pt x="114227" y="48694"/>
                    <a:pt x="116872" y="49029"/>
                    <a:pt x="119364" y="53801"/>
                  </a:cubicBezTo>
                  <a:cubicBezTo>
                    <a:pt x="121249" y="57448"/>
                    <a:pt x="120702" y="60032"/>
                    <a:pt x="126021" y="60518"/>
                  </a:cubicBezTo>
                  <a:cubicBezTo>
                    <a:pt x="131826" y="61035"/>
                    <a:pt x="141857" y="59120"/>
                    <a:pt x="146507" y="63771"/>
                  </a:cubicBezTo>
                  <a:cubicBezTo>
                    <a:pt x="149456" y="66719"/>
                    <a:pt x="153924" y="7100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31"/>
            <p:cNvSpPr/>
            <p:nvPr/>
          </p:nvSpPr>
          <p:spPr>
            <a:xfrm>
              <a:off x="2975000" y="442550"/>
              <a:ext cx="3962850" cy="1772850"/>
            </a:xfrm>
            <a:custGeom>
              <a:rect b="b" l="l" r="r" t="t"/>
              <a:pathLst>
                <a:path extrusionOk="0" fill="none" h="70914" w="158514">
                  <a:moveTo>
                    <a:pt x="0" y="1"/>
                  </a:moveTo>
                  <a:cubicBezTo>
                    <a:pt x="5623" y="2280"/>
                    <a:pt x="11611" y="3526"/>
                    <a:pt x="17690" y="3648"/>
                  </a:cubicBezTo>
                  <a:cubicBezTo>
                    <a:pt x="23648" y="3709"/>
                    <a:pt x="29636" y="5016"/>
                    <a:pt x="35563" y="4104"/>
                  </a:cubicBezTo>
                  <a:cubicBezTo>
                    <a:pt x="47022" y="2371"/>
                    <a:pt x="46627" y="7843"/>
                    <a:pt x="43101" y="17812"/>
                  </a:cubicBezTo>
                  <a:cubicBezTo>
                    <a:pt x="41733" y="21612"/>
                    <a:pt x="36232" y="30670"/>
                    <a:pt x="39028" y="34621"/>
                  </a:cubicBezTo>
                  <a:cubicBezTo>
                    <a:pt x="41004" y="37387"/>
                    <a:pt x="46293" y="36901"/>
                    <a:pt x="48968" y="35989"/>
                  </a:cubicBezTo>
                  <a:cubicBezTo>
                    <a:pt x="57235" y="33071"/>
                    <a:pt x="67235" y="29667"/>
                    <a:pt x="75108" y="25867"/>
                  </a:cubicBezTo>
                  <a:cubicBezTo>
                    <a:pt x="82008" y="22524"/>
                    <a:pt x="95655" y="25746"/>
                    <a:pt x="99303" y="29484"/>
                  </a:cubicBezTo>
                  <a:cubicBezTo>
                    <a:pt x="103042" y="33284"/>
                    <a:pt x="99546" y="48573"/>
                    <a:pt x="109242" y="48573"/>
                  </a:cubicBezTo>
                  <a:cubicBezTo>
                    <a:pt x="114379" y="48573"/>
                    <a:pt x="117328" y="48968"/>
                    <a:pt x="119942" y="53527"/>
                  </a:cubicBezTo>
                  <a:cubicBezTo>
                    <a:pt x="121948" y="57023"/>
                    <a:pt x="121340" y="59606"/>
                    <a:pt x="126629" y="60032"/>
                  </a:cubicBezTo>
                  <a:cubicBezTo>
                    <a:pt x="132495" y="60488"/>
                    <a:pt x="142130" y="58725"/>
                    <a:pt x="146751" y="63558"/>
                  </a:cubicBezTo>
                  <a:cubicBezTo>
                    <a:pt x="149608" y="66567"/>
                    <a:pt x="153985" y="70913"/>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31"/>
            <p:cNvSpPr/>
            <p:nvPr/>
          </p:nvSpPr>
          <p:spPr>
            <a:xfrm>
              <a:off x="2975000" y="442550"/>
              <a:ext cx="3962100" cy="1769800"/>
            </a:xfrm>
            <a:custGeom>
              <a:rect b="b" l="l" r="r" t="t"/>
              <a:pathLst>
                <a:path extrusionOk="0" fill="none" h="70792" w="158484">
                  <a:moveTo>
                    <a:pt x="0" y="1"/>
                  </a:moveTo>
                  <a:cubicBezTo>
                    <a:pt x="5654" y="2280"/>
                    <a:pt x="11703" y="3435"/>
                    <a:pt x="17812" y="3405"/>
                  </a:cubicBezTo>
                  <a:cubicBezTo>
                    <a:pt x="23709" y="3344"/>
                    <a:pt x="29606" y="4165"/>
                    <a:pt x="35502" y="3192"/>
                  </a:cubicBezTo>
                  <a:cubicBezTo>
                    <a:pt x="37660" y="2858"/>
                    <a:pt x="42463" y="1976"/>
                    <a:pt x="44621" y="2949"/>
                  </a:cubicBezTo>
                  <a:cubicBezTo>
                    <a:pt x="49545" y="5168"/>
                    <a:pt x="46840" y="10913"/>
                    <a:pt x="45624" y="14742"/>
                  </a:cubicBezTo>
                  <a:cubicBezTo>
                    <a:pt x="43557" y="21369"/>
                    <a:pt x="34135" y="40001"/>
                    <a:pt x="49819" y="34652"/>
                  </a:cubicBezTo>
                  <a:cubicBezTo>
                    <a:pt x="58299" y="31734"/>
                    <a:pt x="67935" y="28177"/>
                    <a:pt x="76050" y="24864"/>
                  </a:cubicBezTo>
                  <a:cubicBezTo>
                    <a:pt x="83072" y="21977"/>
                    <a:pt x="96051" y="24347"/>
                    <a:pt x="100762" y="28117"/>
                  </a:cubicBezTo>
                  <a:cubicBezTo>
                    <a:pt x="105716" y="32098"/>
                    <a:pt x="98908" y="48299"/>
                    <a:pt x="109698" y="48482"/>
                  </a:cubicBezTo>
                  <a:cubicBezTo>
                    <a:pt x="114653" y="48573"/>
                    <a:pt x="117753" y="48846"/>
                    <a:pt x="120458" y="53254"/>
                  </a:cubicBezTo>
                  <a:cubicBezTo>
                    <a:pt x="122586" y="56628"/>
                    <a:pt x="121948" y="59242"/>
                    <a:pt x="127176" y="59576"/>
                  </a:cubicBezTo>
                  <a:cubicBezTo>
                    <a:pt x="133133" y="60001"/>
                    <a:pt x="142404" y="58360"/>
                    <a:pt x="146963" y="63375"/>
                  </a:cubicBezTo>
                  <a:cubicBezTo>
                    <a:pt x="149699" y="66385"/>
                    <a:pt x="153985" y="70792"/>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31"/>
            <p:cNvSpPr/>
            <p:nvPr/>
          </p:nvSpPr>
          <p:spPr>
            <a:xfrm>
              <a:off x="2975000" y="442550"/>
              <a:ext cx="3963625" cy="1767525"/>
            </a:xfrm>
            <a:custGeom>
              <a:rect b="b" l="l" r="r" t="t"/>
              <a:pathLst>
                <a:path extrusionOk="0" fill="none" h="70701" w="158545">
                  <a:moveTo>
                    <a:pt x="0" y="1"/>
                  </a:moveTo>
                  <a:cubicBezTo>
                    <a:pt x="5715" y="2250"/>
                    <a:pt x="11794" y="3314"/>
                    <a:pt x="17934" y="3192"/>
                  </a:cubicBezTo>
                  <a:cubicBezTo>
                    <a:pt x="23770" y="2979"/>
                    <a:pt x="29575" y="3314"/>
                    <a:pt x="35411" y="2341"/>
                  </a:cubicBezTo>
                  <a:cubicBezTo>
                    <a:pt x="44439" y="791"/>
                    <a:pt x="50518" y="2371"/>
                    <a:pt x="48147" y="11916"/>
                  </a:cubicBezTo>
                  <a:cubicBezTo>
                    <a:pt x="46627" y="18086"/>
                    <a:pt x="34894" y="38725"/>
                    <a:pt x="50883" y="33253"/>
                  </a:cubicBezTo>
                  <a:cubicBezTo>
                    <a:pt x="59697" y="30244"/>
                    <a:pt x="68482" y="26688"/>
                    <a:pt x="77418" y="23922"/>
                  </a:cubicBezTo>
                  <a:cubicBezTo>
                    <a:pt x="84227" y="21794"/>
                    <a:pt x="97601" y="22585"/>
                    <a:pt x="102312" y="26779"/>
                  </a:cubicBezTo>
                  <a:cubicBezTo>
                    <a:pt x="107510" y="31399"/>
                    <a:pt x="99394" y="48056"/>
                    <a:pt x="110276" y="48330"/>
                  </a:cubicBezTo>
                  <a:cubicBezTo>
                    <a:pt x="115200" y="48451"/>
                    <a:pt x="117966" y="49181"/>
                    <a:pt x="120945" y="52889"/>
                  </a:cubicBezTo>
                  <a:cubicBezTo>
                    <a:pt x="123376" y="55928"/>
                    <a:pt x="122464" y="58877"/>
                    <a:pt x="127784" y="59150"/>
                  </a:cubicBezTo>
                  <a:cubicBezTo>
                    <a:pt x="133711" y="59454"/>
                    <a:pt x="142769" y="58026"/>
                    <a:pt x="147267" y="63223"/>
                  </a:cubicBezTo>
                  <a:cubicBezTo>
                    <a:pt x="149881" y="66202"/>
                    <a:pt x="154076" y="70701"/>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31"/>
            <p:cNvSpPr/>
            <p:nvPr/>
          </p:nvSpPr>
          <p:spPr>
            <a:xfrm>
              <a:off x="2975000" y="442550"/>
              <a:ext cx="3962850" cy="1765250"/>
            </a:xfrm>
            <a:custGeom>
              <a:rect b="b" l="l" r="r" t="t"/>
              <a:pathLst>
                <a:path extrusionOk="0" fill="none" h="70610" w="158514">
                  <a:moveTo>
                    <a:pt x="0" y="1"/>
                  </a:moveTo>
                  <a:cubicBezTo>
                    <a:pt x="5745" y="2219"/>
                    <a:pt x="11885" y="3223"/>
                    <a:pt x="18025" y="2949"/>
                  </a:cubicBezTo>
                  <a:cubicBezTo>
                    <a:pt x="23800" y="2645"/>
                    <a:pt x="29514" y="2493"/>
                    <a:pt x="35259" y="1490"/>
                  </a:cubicBezTo>
                  <a:cubicBezTo>
                    <a:pt x="38056" y="1004"/>
                    <a:pt x="42189" y="396"/>
                    <a:pt x="44986" y="1064"/>
                  </a:cubicBezTo>
                  <a:cubicBezTo>
                    <a:pt x="50183" y="2280"/>
                    <a:pt x="51065" y="4803"/>
                    <a:pt x="50487" y="9454"/>
                  </a:cubicBezTo>
                  <a:cubicBezTo>
                    <a:pt x="49728" y="14986"/>
                    <a:pt x="36627" y="36870"/>
                    <a:pt x="52068" y="31825"/>
                  </a:cubicBezTo>
                  <a:cubicBezTo>
                    <a:pt x="60944" y="28937"/>
                    <a:pt x="69910" y="25533"/>
                    <a:pt x="79029" y="23010"/>
                  </a:cubicBezTo>
                  <a:cubicBezTo>
                    <a:pt x="86111" y="21095"/>
                    <a:pt x="98969" y="21551"/>
                    <a:pt x="103893" y="25472"/>
                  </a:cubicBezTo>
                  <a:cubicBezTo>
                    <a:pt x="109212" y="29697"/>
                    <a:pt x="100093" y="47661"/>
                    <a:pt x="110823" y="48147"/>
                  </a:cubicBezTo>
                  <a:cubicBezTo>
                    <a:pt x="115595" y="48360"/>
                    <a:pt x="118422" y="49120"/>
                    <a:pt x="121431" y="52646"/>
                  </a:cubicBezTo>
                  <a:cubicBezTo>
                    <a:pt x="123923" y="55594"/>
                    <a:pt x="123103" y="58542"/>
                    <a:pt x="128300" y="58786"/>
                  </a:cubicBezTo>
                  <a:cubicBezTo>
                    <a:pt x="134288" y="59059"/>
                    <a:pt x="143042" y="57783"/>
                    <a:pt x="147480" y="63041"/>
                  </a:cubicBezTo>
                  <a:cubicBezTo>
                    <a:pt x="150003" y="65989"/>
                    <a:pt x="154076" y="7061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31"/>
            <p:cNvSpPr/>
            <p:nvPr/>
          </p:nvSpPr>
          <p:spPr>
            <a:xfrm>
              <a:off x="2975000" y="428125"/>
              <a:ext cx="3962850" cy="1777400"/>
            </a:xfrm>
            <a:custGeom>
              <a:rect b="b" l="l" r="r" t="t"/>
              <a:pathLst>
                <a:path extrusionOk="0" fill="none" h="71096" w="158514">
                  <a:moveTo>
                    <a:pt x="0" y="578"/>
                  </a:moveTo>
                  <a:cubicBezTo>
                    <a:pt x="5715" y="2705"/>
                    <a:pt x="12128" y="3769"/>
                    <a:pt x="18146" y="3313"/>
                  </a:cubicBezTo>
                  <a:cubicBezTo>
                    <a:pt x="23861" y="2888"/>
                    <a:pt x="29484" y="2219"/>
                    <a:pt x="35138" y="1246"/>
                  </a:cubicBezTo>
                  <a:cubicBezTo>
                    <a:pt x="42554" y="0"/>
                    <a:pt x="52281" y="1489"/>
                    <a:pt x="52585" y="7994"/>
                  </a:cubicBezTo>
                  <a:cubicBezTo>
                    <a:pt x="52767" y="12523"/>
                    <a:pt x="39211" y="35350"/>
                    <a:pt x="53436" y="30882"/>
                  </a:cubicBezTo>
                  <a:cubicBezTo>
                    <a:pt x="62372" y="28086"/>
                    <a:pt x="71673" y="25137"/>
                    <a:pt x="80914" y="22736"/>
                  </a:cubicBezTo>
                  <a:cubicBezTo>
                    <a:pt x="88604" y="20760"/>
                    <a:pt x="100032" y="21551"/>
                    <a:pt x="105443" y="24803"/>
                  </a:cubicBezTo>
                  <a:cubicBezTo>
                    <a:pt x="111674" y="28511"/>
                    <a:pt x="99941" y="47508"/>
                    <a:pt x="111431" y="48511"/>
                  </a:cubicBezTo>
                  <a:cubicBezTo>
                    <a:pt x="116081" y="48937"/>
                    <a:pt x="118847" y="49606"/>
                    <a:pt x="121887" y="52980"/>
                  </a:cubicBezTo>
                  <a:cubicBezTo>
                    <a:pt x="124440" y="55837"/>
                    <a:pt x="123741" y="58785"/>
                    <a:pt x="128787" y="58998"/>
                  </a:cubicBezTo>
                  <a:cubicBezTo>
                    <a:pt x="134836" y="59271"/>
                    <a:pt x="143316" y="58147"/>
                    <a:pt x="147723" y="63436"/>
                  </a:cubicBezTo>
                  <a:cubicBezTo>
                    <a:pt x="150125" y="66323"/>
                    <a:pt x="154106" y="71095"/>
                    <a:pt x="158514" y="6924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31"/>
            <p:cNvSpPr/>
            <p:nvPr/>
          </p:nvSpPr>
          <p:spPr>
            <a:xfrm>
              <a:off x="2975000" y="412925"/>
              <a:ext cx="3962850" cy="1789550"/>
            </a:xfrm>
            <a:custGeom>
              <a:rect b="b" l="l" r="r" t="t"/>
              <a:pathLst>
                <a:path extrusionOk="0" fill="none" h="71582" w="158514">
                  <a:moveTo>
                    <a:pt x="0" y="1186"/>
                  </a:moveTo>
                  <a:cubicBezTo>
                    <a:pt x="5745" y="3283"/>
                    <a:pt x="12219" y="4286"/>
                    <a:pt x="18238" y="3678"/>
                  </a:cubicBezTo>
                  <a:cubicBezTo>
                    <a:pt x="23891" y="3131"/>
                    <a:pt x="29454" y="1976"/>
                    <a:pt x="35046" y="1034"/>
                  </a:cubicBezTo>
                  <a:cubicBezTo>
                    <a:pt x="41308" y="0"/>
                    <a:pt x="52980" y="638"/>
                    <a:pt x="54317" y="7082"/>
                  </a:cubicBezTo>
                  <a:cubicBezTo>
                    <a:pt x="55260" y="11672"/>
                    <a:pt x="42159" y="33557"/>
                    <a:pt x="54895" y="29879"/>
                  </a:cubicBezTo>
                  <a:cubicBezTo>
                    <a:pt x="64044" y="27204"/>
                    <a:pt x="73588" y="24864"/>
                    <a:pt x="82950" y="22523"/>
                  </a:cubicBezTo>
                  <a:cubicBezTo>
                    <a:pt x="90488" y="20608"/>
                    <a:pt x="101248" y="21186"/>
                    <a:pt x="106932" y="24256"/>
                  </a:cubicBezTo>
                  <a:cubicBezTo>
                    <a:pt x="113862" y="27964"/>
                    <a:pt x="100762" y="47478"/>
                    <a:pt x="112069" y="48876"/>
                  </a:cubicBezTo>
                  <a:cubicBezTo>
                    <a:pt x="116264" y="49363"/>
                    <a:pt x="119729" y="49879"/>
                    <a:pt x="122343" y="53344"/>
                  </a:cubicBezTo>
                  <a:cubicBezTo>
                    <a:pt x="124562" y="56354"/>
                    <a:pt x="124653" y="59089"/>
                    <a:pt x="129273" y="59272"/>
                  </a:cubicBezTo>
                  <a:cubicBezTo>
                    <a:pt x="135352" y="59545"/>
                    <a:pt x="143620" y="58603"/>
                    <a:pt x="147936" y="63861"/>
                  </a:cubicBezTo>
                  <a:cubicBezTo>
                    <a:pt x="150277" y="66688"/>
                    <a:pt x="154137" y="71582"/>
                    <a:pt x="158514" y="6984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31"/>
            <p:cNvSpPr/>
            <p:nvPr/>
          </p:nvSpPr>
          <p:spPr>
            <a:xfrm>
              <a:off x="2975000" y="386325"/>
              <a:ext cx="3962850" cy="1813875"/>
            </a:xfrm>
            <a:custGeom>
              <a:rect b="b" l="l" r="r" t="t"/>
              <a:pathLst>
                <a:path extrusionOk="0" fill="none" h="72555" w="158514">
                  <a:moveTo>
                    <a:pt x="0" y="2250"/>
                  </a:moveTo>
                  <a:cubicBezTo>
                    <a:pt x="5806" y="4286"/>
                    <a:pt x="12371" y="5259"/>
                    <a:pt x="18390" y="4529"/>
                  </a:cubicBezTo>
                  <a:cubicBezTo>
                    <a:pt x="23982" y="3830"/>
                    <a:pt x="29423" y="2250"/>
                    <a:pt x="35046" y="1307"/>
                  </a:cubicBezTo>
                  <a:cubicBezTo>
                    <a:pt x="42767" y="0"/>
                    <a:pt x="52402" y="2067"/>
                    <a:pt x="55685" y="7174"/>
                  </a:cubicBezTo>
                  <a:cubicBezTo>
                    <a:pt x="57570" y="10183"/>
                    <a:pt x="46658" y="32159"/>
                    <a:pt x="56719" y="29271"/>
                  </a:cubicBezTo>
                  <a:cubicBezTo>
                    <a:pt x="65442" y="26748"/>
                    <a:pt x="75746" y="25077"/>
                    <a:pt x="85139" y="22736"/>
                  </a:cubicBezTo>
                  <a:cubicBezTo>
                    <a:pt x="92494" y="20882"/>
                    <a:pt x="102099" y="21338"/>
                    <a:pt x="108300" y="24317"/>
                  </a:cubicBezTo>
                  <a:cubicBezTo>
                    <a:pt x="116477" y="28207"/>
                    <a:pt x="101765" y="47873"/>
                    <a:pt x="112799" y="49636"/>
                  </a:cubicBezTo>
                  <a:cubicBezTo>
                    <a:pt x="116780" y="50275"/>
                    <a:pt x="120215" y="50852"/>
                    <a:pt x="122768" y="54165"/>
                  </a:cubicBezTo>
                  <a:cubicBezTo>
                    <a:pt x="125048" y="57083"/>
                    <a:pt x="125200" y="59849"/>
                    <a:pt x="129729" y="60032"/>
                  </a:cubicBezTo>
                  <a:cubicBezTo>
                    <a:pt x="135839" y="60336"/>
                    <a:pt x="143893" y="59545"/>
                    <a:pt x="148179" y="64773"/>
                  </a:cubicBezTo>
                  <a:cubicBezTo>
                    <a:pt x="150459" y="67539"/>
                    <a:pt x="154167" y="72555"/>
                    <a:pt x="158514" y="7091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31"/>
            <p:cNvSpPr/>
            <p:nvPr/>
          </p:nvSpPr>
          <p:spPr>
            <a:xfrm>
              <a:off x="2975000" y="367325"/>
              <a:ext cx="3962850" cy="1829825"/>
            </a:xfrm>
            <a:custGeom>
              <a:rect b="b" l="l" r="r" t="t"/>
              <a:pathLst>
                <a:path extrusionOk="0" fill="none" h="73193" w="158514">
                  <a:moveTo>
                    <a:pt x="0" y="3010"/>
                  </a:moveTo>
                  <a:cubicBezTo>
                    <a:pt x="5836" y="5016"/>
                    <a:pt x="12432" y="5897"/>
                    <a:pt x="18481" y="5046"/>
                  </a:cubicBezTo>
                  <a:cubicBezTo>
                    <a:pt x="24104" y="4286"/>
                    <a:pt x="29514" y="2067"/>
                    <a:pt x="35077" y="1216"/>
                  </a:cubicBezTo>
                  <a:cubicBezTo>
                    <a:pt x="43010" y="0"/>
                    <a:pt x="51703" y="2584"/>
                    <a:pt x="56719" y="7447"/>
                  </a:cubicBezTo>
                  <a:cubicBezTo>
                    <a:pt x="60123" y="10791"/>
                    <a:pt x="50335" y="30396"/>
                    <a:pt x="58998" y="28360"/>
                  </a:cubicBezTo>
                  <a:cubicBezTo>
                    <a:pt x="67722" y="26293"/>
                    <a:pt x="78056" y="25016"/>
                    <a:pt x="87357" y="22615"/>
                  </a:cubicBezTo>
                  <a:cubicBezTo>
                    <a:pt x="94531" y="20761"/>
                    <a:pt x="103224" y="21065"/>
                    <a:pt x="109546" y="24104"/>
                  </a:cubicBezTo>
                  <a:cubicBezTo>
                    <a:pt x="118209" y="28268"/>
                    <a:pt x="103376" y="47965"/>
                    <a:pt x="113559" y="50062"/>
                  </a:cubicBezTo>
                  <a:cubicBezTo>
                    <a:pt x="117328" y="50822"/>
                    <a:pt x="120671" y="51551"/>
                    <a:pt x="123194" y="54682"/>
                  </a:cubicBezTo>
                  <a:cubicBezTo>
                    <a:pt x="125474" y="57539"/>
                    <a:pt x="125717" y="60305"/>
                    <a:pt x="130155" y="60518"/>
                  </a:cubicBezTo>
                  <a:cubicBezTo>
                    <a:pt x="136295" y="60852"/>
                    <a:pt x="144137" y="60214"/>
                    <a:pt x="148392" y="65381"/>
                  </a:cubicBezTo>
                  <a:cubicBezTo>
                    <a:pt x="150611" y="68056"/>
                    <a:pt x="154228" y="73193"/>
                    <a:pt x="158514" y="7167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31"/>
            <p:cNvSpPr/>
            <p:nvPr/>
          </p:nvSpPr>
          <p:spPr>
            <a:xfrm>
              <a:off x="2975000" y="347575"/>
              <a:ext cx="3962850" cy="1845775"/>
            </a:xfrm>
            <a:custGeom>
              <a:rect b="b" l="l" r="r" t="t"/>
              <a:pathLst>
                <a:path extrusionOk="0" fill="none" h="73831" w="158514">
                  <a:moveTo>
                    <a:pt x="0" y="3800"/>
                  </a:moveTo>
                  <a:cubicBezTo>
                    <a:pt x="5867" y="5775"/>
                    <a:pt x="12554" y="6566"/>
                    <a:pt x="18602" y="5623"/>
                  </a:cubicBezTo>
                  <a:cubicBezTo>
                    <a:pt x="24256" y="4711"/>
                    <a:pt x="29575" y="1915"/>
                    <a:pt x="35229" y="1125"/>
                  </a:cubicBezTo>
                  <a:cubicBezTo>
                    <a:pt x="43284" y="0"/>
                    <a:pt x="51217" y="3404"/>
                    <a:pt x="57448" y="7903"/>
                  </a:cubicBezTo>
                  <a:cubicBezTo>
                    <a:pt x="62129" y="11247"/>
                    <a:pt x="59454" y="16353"/>
                    <a:pt x="58421" y="20852"/>
                  </a:cubicBezTo>
                  <a:cubicBezTo>
                    <a:pt x="57782" y="23587"/>
                    <a:pt x="56506" y="28420"/>
                    <a:pt x="61582" y="27599"/>
                  </a:cubicBezTo>
                  <a:cubicBezTo>
                    <a:pt x="70305" y="26171"/>
                    <a:pt x="80366" y="24925"/>
                    <a:pt x="89516" y="22493"/>
                  </a:cubicBezTo>
                  <a:cubicBezTo>
                    <a:pt x="96628" y="20639"/>
                    <a:pt x="104501" y="20700"/>
                    <a:pt x="110732" y="23952"/>
                  </a:cubicBezTo>
                  <a:cubicBezTo>
                    <a:pt x="119698" y="28663"/>
                    <a:pt x="104501" y="47600"/>
                    <a:pt x="114379" y="50487"/>
                  </a:cubicBezTo>
                  <a:cubicBezTo>
                    <a:pt x="117996" y="51551"/>
                    <a:pt x="121157" y="52250"/>
                    <a:pt x="123619" y="55229"/>
                  </a:cubicBezTo>
                  <a:cubicBezTo>
                    <a:pt x="125899" y="57995"/>
                    <a:pt x="126203" y="60791"/>
                    <a:pt x="130550" y="61065"/>
                  </a:cubicBezTo>
                  <a:cubicBezTo>
                    <a:pt x="136659" y="61399"/>
                    <a:pt x="144380" y="60913"/>
                    <a:pt x="148605" y="65989"/>
                  </a:cubicBezTo>
                  <a:cubicBezTo>
                    <a:pt x="150793" y="68603"/>
                    <a:pt x="154258" y="73831"/>
                    <a:pt x="158514" y="7246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31"/>
            <p:cNvSpPr/>
            <p:nvPr/>
          </p:nvSpPr>
          <p:spPr>
            <a:xfrm>
              <a:off x="2975000" y="324000"/>
              <a:ext cx="3962850" cy="1867075"/>
            </a:xfrm>
            <a:custGeom>
              <a:rect b="b" l="l" r="r" t="t"/>
              <a:pathLst>
                <a:path extrusionOk="0" fill="none" h="74683" w="158514">
                  <a:moveTo>
                    <a:pt x="0" y="4743"/>
                  </a:moveTo>
                  <a:cubicBezTo>
                    <a:pt x="5897" y="6688"/>
                    <a:pt x="12645" y="7387"/>
                    <a:pt x="18724" y="6323"/>
                  </a:cubicBezTo>
                  <a:cubicBezTo>
                    <a:pt x="24469" y="5290"/>
                    <a:pt x="29758" y="1977"/>
                    <a:pt x="35502" y="1156"/>
                  </a:cubicBezTo>
                  <a:cubicBezTo>
                    <a:pt x="43466" y="1"/>
                    <a:pt x="51460" y="4682"/>
                    <a:pt x="57934" y="8572"/>
                  </a:cubicBezTo>
                  <a:cubicBezTo>
                    <a:pt x="62858" y="11521"/>
                    <a:pt x="62099" y="15411"/>
                    <a:pt x="61339" y="20153"/>
                  </a:cubicBezTo>
                  <a:cubicBezTo>
                    <a:pt x="60883" y="22919"/>
                    <a:pt x="59576" y="27448"/>
                    <a:pt x="64378" y="27144"/>
                  </a:cubicBezTo>
                  <a:cubicBezTo>
                    <a:pt x="73223" y="26597"/>
                    <a:pt x="82737" y="24834"/>
                    <a:pt x="91643" y="22494"/>
                  </a:cubicBezTo>
                  <a:cubicBezTo>
                    <a:pt x="98817" y="20609"/>
                    <a:pt x="105747" y="20366"/>
                    <a:pt x="111856" y="23983"/>
                  </a:cubicBezTo>
                  <a:cubicBezTo>
                    <a:pt x="120519" y="29120"/>
                    <a:pt x="105990" y="47296"/>
                    <a:pt x="115230" y="51035"/>
                  </a:cubicBezTo>
                  <a:cubicBezTo>
                    <a:pt x="118543" y="52372"/>
                    <a:pt x="121705" y="53072"/>
                    <a:pt x="124045" y="55898"/>
                  </a:cubicBezTo>
                  <a:cubicBezTo>
                    <a:pt x="126325" y="58634"/>
                    <a:pt x="126659" y="61461"/>
                    <a:pt x="130914" y="61765"/>
                  </a:cubicBezTo>
                  <a:cubicBezTo>
                    <a:pt x="136994" y="62160"/>
                    <a:pt x="144593" y="61825"/>
                    <a:pt x="148818" y="66810"/>
                  </a:cubicBezTo>
                  <a:cubicBezTo>
                    <a:pt x="150945" y="69364"/>
                    <a:pt x="154289" y="74683"/>
                    <a:pt x="158514" y="73406"/>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31"/>
            <p:cNvSpPr/>
            <p:nvPr/>
          </p:nvSpPr>
          <p:spPr>
            <a:xfrm>
              <a:off x="2975000" y="297425"/>
              <a:ext cx="3962850" cy="1890625"/>
            </a:xfrm>
            <a:custGeom>
              <a:rect b="b" l="l" r="r" t="t"/>
              <a:pathLst>
                <a:path extrusionOk="0" fill="none" h="75625" w="158514">
                  <a:moveTo>
                    <a:pt x="0" y="5806"/>
                  </a:moveTo>
                  <a:cubicBezTo>
                    <a:pt x="5927" y="7690"/>
                    <a:pt x="12918" y="8450"/>
                    <a:pt x="18815" y="7173"/>
                  </a:cubicBezTo>
                  <a:cubicBezTo>
                    <a:pt x="24530" y="5927"/>
                    <a:pt x="30122" y="2128"/>
                    <a:pt x="35928" y="1216"/>
                  </a:cubicBezTo>
                  <a:cubicBezTo>
                    <a:pt x="43648" y="0"/>
                    <a:pt x="52494" y="5593"/>
                    <a:pt x="58178" y="9392"/>
                  </a:cubicBezTo>
                  <a:cubicBezTo>
                    <a:pt x="62585" y="12310"/>
                    <a:pt x="64226" y="14347"/>
                    <a:pt x="64074" y="19940"/>
                  </a:cubicBezTo>
                  <a:cubicBezTo>
                    <a:pt x="64014" y="22797"/>
                    <a:pt x="62828" y="26839"/>
                    <a:pt x="67296" y="27022"/>
                  </a:cubicBezTo>
                  <a:cubicBezTo>
                    <a:pt x="76081" y="27417"/>
                    <a:pt x="85199" y="24560"/>
                    <a:pt x="93589" y="22584"/>
                  </a:cubicBezTo>
                  <a:cubicBezTo>
                    <a:pt x="100975" y="20851"/>
                    <a:pt x="106598" y="19879"/>
                    <a:pt x="112920" y="24165"/>
                  </a:cubicBezTo>
                  <a:cubicBezTo>
                    <a:pt x="121188" y="29788"/>
                    <a:pt x="107753" y="47113"/>
                    <a:pt x="116142" y="51673"/>
                  </a:cubicBezTo>
                  <a:cubicBezTo>
                    <a:pt x="119030" y="53223"/>
                    <a:pt x="122221" y="54013"/>
                    <a:pt x="124501" y="56718"/>
                  </a:cubicBezTo>
                  <a:cubicBezTo>
                    <a:pt x="126781" y="59423"/>
                    <a:pt x="127115" y="62281"/>
                    <a:pt x="131279" y="62615"/>
                  </a:cubicBezTo>
                  <a:cubicBezTo>
                    <a:pt x="137358" y="63101"/>
                    <a:pt x="144836" y="62828"/>
                    <a:pt x="149030" y="67752"/>
                  </a:cubicBezTo>
                  <a:cubicBezTo>
                    <a:pt x="151158" y="70244"/>
                    <a:pt x="154350" y="75624"/>
                    <a:pt x="158514" y="7446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31"/>
            <p:cNvSpPr/>
            <p:nvPr/>
          </p:nvSpPr>
          <p:spPr>
            <a:xfrm>
              <a:off x="2975000" y="270050"/>
              <a:ext cx="3962100" cy="1914200"/>
            </a:xfrm>
            <a:custGeom>
              <a:rect b="b" l="l" r="r" t="t"/>
              <a:pathLst>
                <a:path extrusionOk="0" fill="none" h="76568" w="158484">
                  <a:moveTo>
                    <a:pt x="0" y="6901"/>
                  </a:moveTo>
                  <a:cubicBezTo>
                    <a:pt x="5988" y="8785"/>
                    <a:pt x="13040" y="9484"/>
                    <a:pt x="18937" y="8025"/>
                  </a:cubicBezTo>
                  <a:cubicBezTo>
                    <a:pt x="24803" y="6627"/>
                    <a:pt x="30396" y="2402"/>
                    <a:pt x="36414" y="1338"/>
                  </a:cubicBezTo>
                  <a:cubicBezTo>
                    <a:pt x="44013" y="1"/>
                    <a:pt x="52463" y="6688"/>
                    <a:pt x="58208" y="10244"/>
                  </a:cubicBezTo>
                  <a:cubicBezTo>
                    <a:pt x="62676" y="13010"/>
                    <a:pt x="65138" y="14925"/>
                    <a:pt x="66476" y="20092"/>
                  </a:cubicBezTo>
                  <a:cubicBezTo>
                    <a:pt x="67235" y="22980"/>
                    <a:pt x="65868" y="26536"/>
                    <a:pt x="70214" y="27144"/>
                  </a:cubicBezTo>
                  <a:cubicBezTo>
                    <a:pt x="78695" y="28329"/>
                    <a:pt x="87753" y="24104"/>
                    <a:pt x="95351" y="22646"/>
                  </a:cubicBezTo>
                  <a:cubicBezTo>
                    <a:pt x="102950" y="21187"/>
                    <a:pt x="107327" y="19150"/>
                    <a:pt x="113893" y="24408"/>
                  </a:cubicBezTo>
                  <a:cubicBezTo>
                    <a:pt x="121309" y="30366"/>
                    <a:pt x="109668" y="47023"/>
                    <a:pt x="117084" y="52251"/>
                  </a:cubicBezTo>
                  <a:cubicBezTo>
                    <a:pt x="119577" y="54014"/>
                    <a:pt x="122586" y="54956"/>
                    <a:pt x="125018" y="57418"/>
                  </a:cubicBezTo>
                  <a:cubicBezTo>
                    <a:pt x="127419" y="59880"/>
                    <a:pt x="127145" y="63011"/>
                    <a:pt x="131614" y="63436"/>
                  </a:cubicBezTo>
                  <a:cubicBezTo>
                    <a:pt x="137602" y="64014"/>
                    <a:pt x="144988" y="63832"/>
                    <a:pt x="149213" y="68695"/>
                  </a:cubicBezTo>
                  <a:cubicBezTo>
                    <a:pt x="151310" y="71126"/>
                    <a:pt x="154410" y="76567"/>
                    <a:pt x="158483" y="755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31"/>
            <p:cNvSpPr/>
            <p:nvPr/>
          </p:nvSpPr>
          <p:spPr>
            <a:xfrm>
              <a:off x="2975000" y="244975"/>
              <a:ext cx="3962100" cy="1937000"/>
            </a:xfrm>
            <a:custGeom>
              <a:rect b="b" l="l" r="r" t="t"/>
              <a:pathLst>
                <a:path extrusionOk="0" fill="none" h="77480" w="158484">
                  <a:moveTo>
                    <a:pt x="0" y="7904"/>
                  </a:moveTo>
                  <a:cubicBezTo>
                    <a:pt x="6019" y="9758"/>
                    <a:pt x="13162" y="10366"/>
                    <a:pt x="19058" y="8815"/>
                  </a:cubicBezTo>
                  <a:cubicBezTo>
                    <a:pt x="25077" y="7204"/>
                    <a:pt x="30730" y="2554"/>
                    <a:pt x="36992" y="1429"/>
                  </a:cubicBezTo>
                  <a:cubicBezTo>
                    <a:pt x="44773" y="1"/>
                    <a:pt x="52038" y="7296"/>
                    <a:pt x="58086" y="10974"/>
                  </a:cubicBezTo>
                  <a:cubicBezTo>
                    <a:pt x="62463" y="13618"/>
                    <a:pt x="66111" y="15806"/>
                    <a:pt x="68482" y="20457"/>
                  </a:cubicBezTo>
                  <a:cubicBezTo>
                    <a:pt x="69910" y="23253"/>
                    <a:pt x="69090" y="26475"/>
                    <a:pt x="73041" y="27387"/>
                  </a:cubicBezTo>
                  <a:cubicBezTo>
                    <a:pt x="81005" y="29180"/>
                    <a:pt x="90002" y="23679"/>
                    <a:pt x="96841" y="22615"/>
                  </a:cubicBezTo>
                  <a:cubicBezTo>
                    <a:pt x="104622" y="21399"/>
                    <a:pt x="107692" y="18360"/>
                    <a:pt x="114714" y="24621"/>
                  </a:cubicBezTo>
                  <a:cubicBezTo>
                    <a:pt x="121917" y="31065"/>
                    <a:pt x="111552" y="46780"/>
                    <a:pt x="118087" y="52767"/>
                  </a:cubicBezTo>
                  <a:cubicBezTo>
                    <a:pt x="120124" y="54682"/>
                    <a:pt x="123224" y="55807"/>
                    <a:pt x="125443" y="58178"/>
                  </a:cubicBezTo>
                  <a:cubicBezTo>
                    <a:pt x="127784" y="60640"/>
                    <a:pt x="127632" y="63771"/>
                    <a:pt x="131918" y="64257"/>
                  </a:cubicBezTo>
                  <a:cubicBezTo>
                    <a:pt x="137905" y="64956"/>
                    <a:pt x="145170" y="64804"/>
                    <a:pt x="149425" y="69576"/>
                  </a:cubicBezTo>
                  <a:cubicBezTo>
                    <a:pt x="151523" y="71947"/>
                    <a:pt x="154471" y="77479"/>
                    <a:pt x="158483" y="765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31"/>
            <p:cNvSpPr/>
            <p:nvPr/>
          </p:nvSpPr>
          <p:spPr>
            <a:xfrm>
              <a:off x="2975000" y="222950"/>
              <a:ext cx="3962100" cy="1955225"/>
            </a:xfrm>
            <a:custGeom>
              <a:rect b="b" l="l" r="r" t="t"/>
              <a:pathLst>
                <a:path extrusionOk="0" fill="none" h="78209" w="158484">
                  <a:moveTo>
                    <a:pt x="0" y="8785"/>
                  </a:moveTo>
                  <a:cubicBezTo>
                    <a:pt x="6079" y="10608"/>
                    <a:pt x="13313" y="11155"/>
                    <a:pt x="19180" y="9453"/>
                  </a:cubicBezTo>
                  <a:cubicBezTo>
                    <a:pt x="25289" y="7690"/>
                    <a:pt x="31125" y="2584"/>
                    <a:pt x="37569" y="1459"/>
                  </a:cubicBezTo>
                  <a:cubicBezTo>
                    <a:pt x="45776" y="0"/>
                    <a:pt x="51642" y="7630"/>
                    <a:pt x="57874" y="11520"/>
                  </a:cubicBezTo>
                  <a:cubicBezTo>
                    <a:pt x="62099" y="14134"/>
                    <a:pt x="67175" y="16596"/>
                    <a:pt x="70123" y="20882"/>
                  </a:cubicBezTo>
                  <a:cubicBezTo>
                    <a:pt x="71886" y="23466"/>
                    <a:pt x="72190" y="26688"/>
                    <a:pt x="75625" y="27569"/>
                  </a:cubicBezTo>
                  <a:cubicBezTo>
                    <a:pt x="83193" y="29484"/>
                    <a:pt x="91339" y="23374"/>
                    <a:pt x="97996" y="22371"/>
                  </a:cubicBezTo>
                  <a:cubicBezTo>
                    <a:pt x="106051" y="21186"/>
                    <a:pt x="108391" y="17630"/>
                    <a:pt x="115473" y="24773"/>
                  </a:cubicBezTo>
                  <a:cubicBezTo>
                    <a:pt x="122039" y="31369"/>
                    <a:pt x="113528" y="46475"/>
                    <a:pt x="119060" y="53101"/>
                  </a:cubicBezTo>
                  <a:cubicBezTo>
                    <a:pt x="120732" y="55107"/>
                    <a:pt x="123802" y="56475"/>
                    <a:pt x="125869" y="58785"/>
                  </a:cubicBezTo>
                  <a:cubicBezTo>
                    <a:pt x="128088" y="61247"/>
                    <a:pt x="128057" y="64348"/>
                    <a:pt x="132191" y="64925"/>
                  </a:cubicBezTo>
                  <a:cubicBezTo>
                    <a:pt x="138179" y="65746"/>
                    <a:pt x="145352" y="65594"/>
                    <a:pt x="149608" y="70305"/>
                  </a:cubicBezTo>
                  <a:cubicBezTo>
                    <a:pt x="151705" y="72615"/>
                    <a:pt x="154502" y="78208"/>
                    <a:pt x="158483" y="7744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31"/>
            <p:cNvSpPr/>
            <p:nvPr/>
          </p:nvSpPr>
          <p:spPr>
            <a:xfrm>
              <a:off x="2975000" y="197875"/>
              <a:ext cx="3962850" cy="1976500"/>
            </a:xfrm>
            <a:custGeom>
              <a:rect b="b" l="l" r="r" t="t"/>
              <a:pathLst>
                <a:path extrusionOk="0" fill="none" h="79060" w="158514">
                  <a:moveTo>
                    <a:pt x="0" y="9788"/>
                  </a:moveTo>
                  <a:cubicBezTo>
                    <a:pt x="6110" y="11551"/>
                    <a:pt x="13222" y="11824"/>
                    <a:pt x="19301" y="10244"/>
                  </a:cubicBezTo>
                  <a:cubicBezTo>
                    <a:pt x="26080" y="8450"/>
                    <a:pt x="31369" y="3040"/>
                    <a:pt x="38208" y="1642"/>
                  </a:cubicBezTo>
                  <a:cubicBezTo>
                    <a:pt x="46384" y="0"/>
                    <a:pt x="51855" y="8207"/>
                    <a:pt x="57600" y="12098"/>
                  </a:cubicBezTo>
                  <a:cubicBezTo>
                    <a:pt x="61886" y="14985"/>
                    <a:pt x="67296" y="17478"/>
                    <a:pt x="71065" y="21368"/>
                  </a:cubicBezTo>
                  <a:cubicBezTo>
                    <a:pt x="73315" y="23678"/>
                    <a:pt x="74743" y="27113"/>
                    <a:pt x="77904" y="27903"/>
                  </a:cubicBezTo>
                  <a:cubicBezTo>
                    <a:pt x="84865" y="29575"/>
                    <a:pt x="91978" y="23648"/>
                    <a:pt x="98847" y="22280"/>
                  </a:cubicBezTo>
                  <a:cubicBezTo>
                    <a:pt x="107419" y="20517"/>
                    <a:pt x="109850" y="17903"/>
                    <a:pt x="116233" y="25077"/>
                  </a:cubicBezTo>
                  <a:cubicBezTo>
                    <a:pt x="122069" y="31642"/>
                    <a:pt x="115656" y="46536"/>
                    <a:pt x="120154" y="53557"/>
                  </a:cubicBezTo>
                  <a:cubicBezTo>
                    <a:pt x="121492" y="55624"/>
                    <a:pt x="124471" y="57235"/>
                    <a:pt x="126325" y="59484"/>
                  </a:cubicBezTo>
                  <a:cubicBezTo>
                    <a:pt x="128422" y="61977"/>
                    <a:pt x="128544" y="65047"/>
                    <a:pt x="132495" y="65685"/>
                  </a:cubicBezTo>
                  <a:cubicBezTo>
                    <a:pt x="138392" y="66658"/>
                    <a:pt x="145565" y="66506"/>
                    <a:pt x="149851" y="71187"/>
                  </a:cubicBezTo>
                  <a:cubicBezTo>
                    <a:pt x="151918" y="73466"/>
                    <a:pt x="154593" y="79059"/>
                    <a:pt x="158514" y="7845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31"/>
            <p:cNvSpPr/>
            <p:nvPr/>
          </p:nvSpPr>
          <p:spPr>
            <a:xfrm>
              <a:off x="2975000" y="180400"/>
              <a:ext cx="3962850" cy="1990925"/>
            </a:xfrm>
            <a:custGeom>
              <a:rect b="b" l="l" r="r" t="t"/>
              <a:pathLst>
                <a:path extrusionOk="0" fill="none" h="79637" w="158514">
                  <a:moveTo>
                    <a:pt x="0" y="10487"/>
                  </a:moveTo>
                  <a:cubicBezTo>
                    <a:pt x="6171" y="12219"/>
                    <a:pt x="13374" y="12371"/>
                    <a:pt x="19453" y="10699"/>
                  </a:cubicBezTo>
                  <a:cubicBezTo>
                    <a:pt x="26384" y="8754"/>
                    <a:pt x="31764" y="2979"/>
                    <a:pt x="38876" y="1611"/>
                  </a:cubicBezTo>
                  <a:cubicBezTo>
                    <a:pt x="47265" y="0"/>
                    <a:pt x="51946" y="8025"/>
                    <a:pt x="57418" y="12280"/>
                  </a:cubicBezTo>
                  <a:cubicBezTo>
                    <a:pt x="61582" y="15532"/>
                    <a:pt x="67083" y="17994"/>
                    <a:pt x="71460" y="21490"/>
                  </a:cubicBezTo>
                  <a:cubicBezTo>
                    <a:pt x="74166" y="23678"/>
                    <a:pt x="76597" y="27143"/>
                    <a:pt x="79789" y="27812"/>
                  </a:cubicBezTo>
                  <a:cubicBezTo>
                    <a:pt x="86172" y="29149"/>
                    <a:pt x="92950" y="23374"/>
                    <a:pt x="99364" y="21733"/>
                  </a:cubicBezTo>
                  <a:cubicBezTo>
                    <a:pt x="107723" y="19605"/>
                    <a:pt x="111218" y="17934"/>
                    <a:pt x="117024" y="25137"/>
                  </a:cubicBezTo>
                  <a:cubicBezTo>
                    <a:pt x="122100" y="31460"/>
                    <a:pt x="117784" y="46475"/>
                    <a:pt x="121249" y="53679"/>
                  </a:cubicBezTo>
                  <a:cubicBezTo>
                    <a:pt x="122708" y="56718"/>
                    <a:pt x="129060" y="65472"/>
                    <a:pt x="132769" y="66171"/>
                  </a:cubicBezTo>
                  <a:cubicBezTo>
                    <a:pt x="138605" y="67296"/>
                    <a:pt x="145748" y="67114"/>
                    <a:pt x="150033" y="71764"/>
                  </a:cubicBezTo>
                  <a:cubicBezTo>
                    <a:pt x="152100" y="73983"/>
                    <a:pt x="154684" y="79637"/>
                    <a:pt x="158514" y="7915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31"/>
            <p:cNvSpPr/>
            <p:nvPr/>
          </p:nvSpPr>
          <p:spPr>
            <a:xfrm>
              <a:off x="2975000" y="165200"/>
              <a:ext cx="3962850" cy="2002325"/>
            </a:xfrm>
            <a:custGeom>
              <a:rect b="b" l="l" r="r" t="t"/>
              <a:pathLst>
                <a:path extrusionOk="0" fill="none" h="80093" w="158514">
                  <a:moveTo>
                    <a:pt x="0" y="11095"/>
                  </a:moveTo>
                  <a:cubicBezTo>
                    <a:pt x="6201" y="12797"/>
                    <a:pt x="13496" y="12858"/>
                    <a:pt x="19575" y="11064"/>
                  </a:cubicBezTo>
                  <a:cubicBezTo>
                    <a:pt x="26688" y="8967"/>
                    <a:pt x="32128" y="2857"/>
                    <a:pt x="39545" y="1520"/>
                  </a:cubicBezTo>
                  <a:cubicBezTo>
                    <a:pt x="47965" y="0"/>
                    <a:pt x="52402" y="7599"/>
                    <a:pt x="57326" y="12280"/>
                  </a:cubicBezTo>
                  <a:cubicBezTo>
                    <a:pt x="61096" y="15867"/>
                    <a:pt x="66840" y="18329"/>
                    <a:pt x="71491" y="21490"/>
                  </a:cubicBezTo>
                  <a:cubicBezTo>
                    <a:pt x="74470" y="23496"/>
                    <a:pt x="77600" y="26870"/>
                    <a:pt x="81157" y="27387"/>
                  </a:cubicBezTo>
                  <a:cubicBezTo>
                    <a:pt x="87449" y="28268"/>
                    <a:pt x="93832" y="22827"/>
                    <a:pt x="99607" y="21034"/>
                  </a:cubicBezTo>
                  <a:cubicBezTo>
                    <a:pt x="107814" y="18450"/>
                    <a:pt x="112677" y="17812"/>
                    <a:pt x="117875" y="25137"/>
                  </a:cubicBezTo>
                  <a:cubicBezTo>
                    <a:pt x="120306" y="28602"/>
                    <a:pt x="119364" y="34773"/>
                    <a:pt x="119759" y="39423"/>
                  </a:cubicBezTo>
                  <a:cubicBezTo>
                    <a:pt x="120185" y="44256"/>
                    <a:pt x="120914" y="49697"/>
                    <a:pt x="122343" y="53679"/>
                  </a:cubicBezTo>
                  <a:cubicBezTo>
                    <a:pt x="123498" y="56810"/>
                    <a:pt x="129425" y="65746"/>
                    <a:pt x="133042" y="66536"/>
                  </a:cubicBezTo>
                  <a:cubicBezTo>
                    <a:pt x="138817" y="67782"/>
                    <a:pt x="145930" y="67600"/>
                    <a:pt x="150246" y="72220"/>
                  </a:cubicBezTo>
                  <a:cubicBezTo>
                    <a:pt x="152313" y="74409"/>
                    <a:pt x="154745" y="80093"/>
                    <a:pt x="158514" y="7975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31"/>
            <p:cNvSpPr/>
            <p:nvPr/>
          </p:nvSpPr>
          <p:spPr>
            <a:xfrm>
              <a:off x="2975000" y="150750"/>
              <a:ext cx="3962850" cy="2014500"/>
            </a:xfrm>
            <a:custGeom>
              <a:rect b="b" l="l" r="r" t="t"/>
              <a:pathLst>
                <a:path extrusionOk="0" fill="none" h="80580" w="158514">
                  <a:moveTo>
                    <a:pt x="0" y="11673"/>
                  </a:moveTo>
                  <a:cubicBezTo>
                    <a:pt x="6262" y="13344"/>
                    <a:pt x="13830" y="13588"/>
                    <a:pt x="19727" y="11429"/>
                  </a:cubicBezTo>
                  <a:cubicBezTo>
                    <a:pt x="26566" y="8907"/>
                    <a:pt x="32767" y="2676"/>
                    <a:pt x="40244" y="1399"/>
                  </a:cubicBezTo>
                  <a:cubicBezTo>
                    <a:pt x="48573" y="1"/>
                    <a:pt x="53162" y="6900"/>
                    <a:pt x="57478" y="12159"/>
                  </a:cubicBezTo>
                  <a:cubicBezTo>
                    <a:pt x="61825" y="17417"/>
                    <a:pt x="74318" y="25807"/>
                    <a:pt x="81917" y="26749"/>
                  </a:cubicBezTo>
                  <a:cubicBezTo>
                    <a:pt x="87692" y="27448"/>
                    <a:pt x="94379" y="22159"/>
                    <a:pt x="99637" y="20244"/>
                  </a:cubicBezTo>
                  <a:cubicBezTo>
                    <a:pt x="108178" y="17144"/>
                    <a:pt x="114045" y="17873"/>
                    <a:pt x="118787" y="25199"/>
                  </a:cubicBezTo>
                  <a:cubicBezTo>
                    <a:pt x="121066" y="28694"/>
                    <a:pt x="119607" y="34895"/>
                    <a:pt x="120215" y="39515"/>
                  </a:cubicBezTo>
                  <a:cubicBezTo>
                    <a:pt x="120853" y="44348"/>
                    <a:pt x="122373" y="49394"/>
                    <a:pt x="123498" y="53649"/>
                  </a:cubicBezTo>
                  <a:cubicBezTo>
                    <a:pt x="124349" y="56962"/>
                    <a:pt x="129729" y="65989"/>
                    <a:pt x="133316" y="66871"/>
                  </a:cubicBezTo>
                  <a:cubicBezTo>
                    <a:pt x="139000" y="68300"/>
                    <a:pt x="146112" y="68087"/>
                    <a:pt x="150459" y="72677"/>
                  </a:cubicBezTo>
                  <a:cubicBezTo>
                    <a:pt x="152495" y="74835"/>
                    <a:pt x="154836" y="80579"/>
                    <a:pt x="158514" y="803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31"/>
            <p:cNvSpPr/>
            <p:nvPr/>
          </p:nvSpPr>
          <p:spPr>
            <a:xfrm>
              <a:off x="2975000" y="138600"/>
              <a:ext cx="3962100" cy="2022075"/>
            </a:xfrm>
            <a:custGeom>
              <a:rect b="b" l="l" r="r" t="t"/>
              <a:pathLst>
                <a:path extrusionOk="0" fill="none" h="80883" w="158484">
                  <a:moveTo>
                    <a:pt x="0" y="12159"/>
                  </a:moveTo>
                  <a:cubicBezTo>
                    <a:pt x="6322" y="13800"/>
                    <a:pt x="13952" y="13952"/>
                    <a:pt x="19849" y="11672"/>
                  </a:cubicBezTo>
                  <a:cubicBezTo>
                    <a:pt x="26900" y="8937"/>
                    <a:pt x="33162" y="2462"/>
                    <a:pt x="40974" y="1247"/>
                  </a:cubicBezTo>
                  <a:cubicBezTo>
                    <a:pt x="48876" y="0"/>
                    <a:pt x="54530" y="5806"/>
                    <a:pt x="58026" y="11855"/>
                  </a:cubicBezTo>
                  <a:cubicBezTo>
                    <a:pt x="61521" y="17873"/>
                    <a:pt x="74500" y="25138"/>
                    <a:pt x="82069" y="25928"/>
                  </a:cubicBezTo>
                  <a:cubicBezTo>
                    <a:pt x="87449" y="26505"/>
                    <a:pt x="94774" y="21186"/>
                    <a:pt x="99637" y="19362"/>
                  </a:cubicBezTo>
                  <a:cubicBezTo>
                    <a:pt x="108178" y="16080"/>
                    <a:pt x="115321" y="17782"/>
                    <a:pt x="119759" y="25107"/>
                  </a:cubicBezTo>
                  <a:cubicBezTo>
                    <a:pt x="121948" y="28724"/>
                    <a:pt x="119790" y="34803"/>
                    <a:pt x="120580" y="39545"/>
                  </a:cubicBezTo>
                  <a:cubicBezTo>
                    <a:pt x="121370" y="44348"/>
                    <a:pt x="123771" y="48937"/>
                    <a:pt x="124623" y="53497"/>
                  </a:cubicBezTo>
                  <a:cubicBezTo>
                    <a:pt x="125291" y="56992"/>
                    <a:pt x="130003" y="66050"/>
                    <a:pt x="133559" y="67053"/>
                  </a:cubicBezTo>
                  <a:cubicBezTo>
                    <a:pt x="139152" y="68603"/>
                    <a:pt x="146355" y="68451"/>
                    <a:pt x="150672" y="72980"/>
                  </a:cubicBezTo>
                  <a:cubicBezTo>
                    <a:pt x="152708" y="75108"/>
                    <a:pt x="154897" y="80883"/>
                    <a:pt x="158483" y="80822"/>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31"/>
            <p:cNvSpPr/>
            <p:nvPr/>
          </p:nvSpPr>
          <p:spPr>
            <a:xfrm>
              <a:off x="2975000" y="124150"/>
              <a:ext cx="3962100" cy="2034250"/>
            </a:xfrm>
            <a:custGeom>
              <a:rect b="b" l="l" r="r" t="t"/>
              <a:pathLst>
                <a:path extrusionOk="0" fill="none" h="81370" w="158484">
                  <a:moveTo>
                    <a:pt x="0" y="12737"/>
                  </a:moveTo>
                  <a:cubicBezTo>
                    <a:pt x="6383" y="14348"/>
                    <a:pt x="13861" y="14226"/>
                    <a:pt x="20001" y="12007"/>
                  </a:cubicBezTo>
                  <a:cubicBezTo>
                    <a:pt x="27721" y="9241"/>
                    <a:pt x="33283" y="2432"/>
                    <a:pt x="41673" y="1186"/>
                  </a:cubicBezTo>
                  <a:cubicBezTo>
                    <a:pt x="49515" y="1"/>
                    <a:pt x="55807" y="4530"/>
                    <a:pt x="58877" y="11551"/>
                  </a:cubicBezTo>
                  <a:cubicBezTo>
                    <a:pt x="61886" y="18481"/>
                    <a:pt x="74378" y="24560"/>
                    <a:pt x="81704" y="25199"/>
                  </a:cubicBezTo>
                  <a:cubicBezTo>
                    <a:pt x="87114" y="25624"/>
                    <a:pt x="94774" y="20244"/>
                    <a:pt x="99607" y="18573"/>
                  </a:cubicBezTo>
                  <a:cubicBezTo>
                    <a:pt x="108118" y="15655"/>
                    <a:pt x="116628" y="17721"/>
                    <a:pt x="120853" y="25199"/>
                  </a:cubicBezTo>
                  <a:cubicBezTo>
                    <a:pt x="123012" y="29029"/>
                    <a:pt x="119972" y="34895"/>
                    <a:pt x="120853" y="39758"/>
                  </a:cubicBezTo>
                  <a:cubicBezTo>
                    <a:pt x="121735" y="44561"/>
                    <a:pt x="125139" y="48512"/>
                    <a:pt x="125778" y="53406"/>
                  </a:cubicBezTo>
                  <a:cubicBezTo>
                    <a:pt x="126294" y="57205"/>
                    <a:pt x="130276" y="66172"/>
                    <a:pt x="133863" y="67297"/>
                  </a:cubicBezTo>
                  <a:cubicBezTo>
                    <a:pt x="139334" y="68999"/>
                    <a:pt x="146568" y="68908"/>
                    <a:pt x="150884" y="73406"/>
                  </a:cubicBezTo>
                  <a:cubicBezTo>
                    <a:pt x="153438" y="76051"/>
                    <a:pt x="154684" y="80428"/>
                    <a:pt x="158483" y="8137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31"/>
            <p:cNvSpPr/>
            <p:nvPr/>
          </p:nvSpPr>
          <p:spPr>
            <a:xfrm>
              <a:off x="2975000" y="108200"/>
              <a:ext cx="3962850" cy="2050975"/>
            </a:xfrm>
            <a:custGeom>
              <a:rect b="b" l="l" r="r" t="t"/>
              <a:pathLst>
                <a:path extrusionOk="0" fill="none" h="82039" w="158514">
                  <a:moveTo>
                    <a:pt x="0" y="13375"/>
                  </a:moveTo>
                  <a:cubicBezTo>
                    <a:pt x="6474" y="14986"/>
                    <a:pt x="14013" y="14712"/>
                    <a:pt x="20183" y="12432"/>
                  </a:cubicBezTo>
                  <a:cubicBezTo>
                    <a:pt x="28116" y="9454"/>
                    <a:pt x="33709" y="2493"/>
                    <a:pt x="42402" y="1156"/>
                  </a:cubicBezTo>
                  <a:cubicBezTo>
                    <a:pt x="50092" y="1"/>
                    <a:pt x="57418" y="4043"/>
                    <a:pt x="59819" y="11217"/>
                  </a:cubicBezTo>
                  <a:cubicBezTo>
                    <a:pt x="62190" y="18390"/>
                    <a:pt x="73862" y="24104"/>
                    <a:pt x="81035" y="24439"/>
                  </a:cubicBezTo>
                  <a:cubicBezTo>
                    <a:pt x="86780" y="24743"/>
                    <a:pt x="94318" y="19454"/>
                    <a:pt x="99607" y="17934"/>
                  </a:cubicBezTo>
                  <a:cubicBezTo>
                    <a:pt x="108452" y="15381"/>
                    <a:pt x="117844" y="17873"/>
                    <a:pt x="122009" y="25350"/>
                  </a:cubicBezTo>
                  <a:cubicBezTo>
                    <a:pt x="124227" y="29332"/>
                    <a:pt x="120154" y="35047"/>
                    <a:pt x="121066" y="40092"/>
                  </a:cubicBezTo>
                  <a:cubicBezTo>
                    <a:pt x="121978" y="44925"/>
                    <a:pt x="126507" y="48512"/>
                    <a:pt x="126963" y="53406"/>
                  </a:cubicBezTo>
                  <a:cubicBezTo>
                    <a:pt x="127297" y="57205"/>
                    <a:pt x="130459" y="66172"/>
                    <a:pt x="134167" y="67570"/>
                  </a:cubicBezTo>
                  <a:cubicBezTo>
                    <a:pt x="139304" y="69485"/>
                    <a:pt x="146842" y="69424"/>
                    <a:pt x="151128" y="73862"/>
                  </a:cubicBezTo>
                  <a:cubicBezTo>
                    <a:pt x="153650" y="76537"/>
                    <a:pt x="154805" y="80883"/>
                    <a:pt x="158514" y="8203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31"/>
            <p:cNvSpPr/>
            <p:nvPr/>
          </p:nvSpPr>
          <p:spPr>
            <a:xfrm>
              <a:off x="2975000" y="89975"/>
              <a:ext cx="3962850" cy="2068425"/>
            </a:xfrm>
            <a:custGeom>
              <a:rect b="b" l="l" r="r" t="t"/>
              <a:pathLst>
                <a:path extrusionOk="0" fill="none" h="82737" w="158514">
                  <a:moveTo>
                    <a:pt x="0" y="14104"/>
                  </a:moveTo>
                  <a:cubicBezTo>
                    <a:pt x="6535" y="15684"/>
                    <a:pt x="14347" y="15502"/>
                    <a:pt x="20335" y="12918"/>
                  </a:cubicBezTo>
                  <a:cubicBezTo>
                    <a:pt x="27995" y="9575"/>
                    <a:pt x="34439" y="2644"/>
                    <a:pt x="43101" y="1216"/>
                  </a:cubicBezTo>
                  <a:cubicBezTo>
                    <a:pt x="50639" y="0"/>
                    <a:pt x="58299" y="3435"/>
                    <a:pt x="60822" y="10882"/>
                  </a:cubicBezTo>
                  <a:cubicBezTo>
                    <a:pt x="63436" y="18572"/>
                    <a:pt x="72190" y="23587"/>
                    <a:pt x="80184" y="23769"/>
                  </a:cubicBezTo>
                  <a:cubicBezTo>
                    <a:pt x="86415" y="23921"/>
                    <a:pt x="93862" y="18663"/>
                    <a:pt x="99759" y="17417"/>
                  </a:cubicBezTo>
                  <a:cubicBezTo>
                    <a:pt x="107875" y="15715"/>
                    <a:pt x="119394" y="17234"/>
                    <a:pt x="123224" y="25593"/>
                  </a:cubicBezTo>
                  <a:cubicBezTo>
                    <a:pt x="125413" y="30396"/>
                    <a:pt x="120367" y="35350"/>
                    <a:pt x="121279" y="40578"/>
                  </a:cubicBezTo>
                  <a:cubicBezTo>
                    <a:pt x="122100" y="45381"/>
                    <a:pt x="127723" y="48937"/>
                    <a:pt x="128118" y="53496"/>
                  </a:cubicBezTo>
                  <a:cubicBezTo>
                    <a:pt x="128422" y="57174"/>
                    <a:pt x="130762" y="66262"/>
                    <a:pt x="134501" y="67873"/>
                  </a:cubicBezTo>
                  <a:cubicBezTo>
                    <a:pt x="139456" y="70001"/>
                    <a:pt x="147085" y="69971"/>
                    <a:pt x="151340" y="74408"/>
                  </a:cubicBezTo>
                  <a:cubicBezTo>
                    <a:pt x="153894" y="77083"/>
                    <a:pt x="154897" y="81430"/>
                    <a:pt x="158514" y="8273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31"/>
            <p:cNvSpPr/>
            <p:nvPr/>
          </p:nvSpPr>
          <p:spPr>
            <a:xfrm>
              <a:off x="2975000" y="69450"/>
              <a:ext cx="3962850" cy="2089725"/>
            </a:xfrm>
            <a:custGeom>
              <a:rect b="b" l="l" r="r" t="t"/>
              <a:pathLst>
                <a:path extrusionOk="0" fill="none" h="83589" w="158514">
                  <a:moveTo>
                    <a:pt x="0" y="14925"/>
                  </a:moveTo>
                  <a:cubicBezTo>
                    <a:pt x="6626" y="16475"/>
                    <a:pt x="14529" y="16201"/>
                    <a:pt x="20517" y="13496"/>
                  </a:cubicBezTo>
                  <a:cubicBezTo>
                    <a:pt x="28359" y="9940"/>
                    <a:pt x="34925" y="3010"/>
                    <a:pt x="43800" y="1338"/>
                  </a:cubicBezTo>
                  <a:cubicBezTo>
                    <a:pt x="51126" y="0"/>
                    <a:pt x="59454" y="3010"/>
                    <a:pt x="61916" y="10517"/>
                  </a:cubicBezTo>
                  <a:cubicBezTo>
                    <a:pt x="64500" y="18359"/>
                    <a:pt x="70853" y="23223"/>
                    <a:pt x="79272" y="23131"/>
                  </a:cubicBezTo>
                  <a:cubicBezTo>
                    <a:pt x="86020" y="23071"/>
                    <a:pt x="93254" y="17934"/>
                    <a:pt x="100032" y="17052"/>
                  </a:cubicBezTo>
                  <a:cubicBezTo>
                    <a:pt x="108574" y="15958"/>
                    <a:pt x="120489" y="17630"/>
                    <a:pt x="124471" y="25989"/>
                  </a:cubicBezTo>
                  <a:cubicBezTo>
                    <a:pt x="126902" y="31065"/>
                    <a:pt x="120671" y="35776"/>
                    <a:pt x="121492" y="41186"/>
                  </a:cubicBezTo>
                  <a:cubicBezTo>
                    <a:pt x="122221" y="46050"/>
                    <a:pt x="128878" y="49393"/>
                    <a:pt x="129243" y="53740"/>
                  </a:cubicBezTo>
                  <a:cubicBezTo>
                    <a:pt x="129516" y="57357"/>
                    <a:pt x="131127" y="66445"/>
                    <a:pt x="134896" y="68238"/>
                  </a:cubicBezTo>
                  <a:cubicBezTo>
                    <a:pt x="139699" y="70549"/>
                    <a:pt x="147359" y="70670"/>
                    <a:pt x="151584" y="75077"/>
                  </a:cubicBezTo>
                  <a:cubicBezTo>
                    <a:pt x="154137" y="77752"/>
                    <a:pt x="154988" y="82068"/>
                    <a:pt x="158514" y="8358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31"/>
            <p:cNvSpPr/>
            <p:nvPr/>
          </p:nvSpPr>
          <p:spPr>
            <a:xfrm>
              <a:off x="2975000" y="45125"/>
              <a:ext cx="3962850" cy="2114050"/>
            </a:xfrm>
            <a:custGeom>
              <a:rect b="b" l="l" r="r" t="t"/>
              <a:pathLst>
                <a:path extrusionOk="0" fill="none" h="84562" w="158514">
                  <a:moveTo>
                    <a:pt x="0" y="15898"/>
                  </a:moveTo>
                  <a:cubicBezTo>
                    <a:pt x="6991" y="17478"/>
                    <a:pt x="14651" y="16809"/>
                    <a:pt x="20700" y="14226"/>
                  </a:cubicBezTo>
                  <a:cubicBezTo>
                    <a:pt x="28511" y="10913"/>
                    <a:pt x="35350" y="3527"/>
                    <a:pt x="44439" y="1551"/>
                  </a:cubicBezTo>
                  <a:cubicBezTo>
                    <a:pt x="51612" y="1"/>
                    <a:pt x="60579" y="2736"/>
                    <a:pt x="63041" y="10214"/>
                  </a:cubicBezTo>
                  <a:cubicBezTo>
                    <a:pt x="65564" y="17934"/>
                    <a:pt x="69515" y="22949"/>
                    <a:pt x="78391" y="22645"/>
                  </a:cubicBezTo>
                  <a:cubicBezTo>
                    <a:pt x="85716" y="22372"/>
                    <a:pt x="93072" y="17417"/>
                    <a:pt x="100488" y="16931"/>
                  </a:cubicBezTo>
                  <a:cubicBezTo>
                    <a:pt x="109273" y="16323"/>
                    <a:pt x="121431" y="18208"/>
                    <a:pt x="125717" y="26536"/>
                  </a:cubicBezTo>
                  <a:cubicBezTo>
                    <a:pt x="128544" y="31946"/>
                    <a:pt x="121036" y="36415"/>
                    <a:pt x="121735" y="41916"/>
                  </a:cubicBezTo>
                  <a:cubicBezTo>
                    <a:pt x="122343" y="46871"/>
                    <a:pt x="129881" y="49971"/>
                    <a:pt x="130276" y="54105"/>
                  </a:cubicBezTo>
                  <a:cubicBezTo>
                    <a:pt x="130641" y="57631"/>
                    <a:pt x="131431" y="66628"/>
                    <a:pt x="135322" y="68664"/>
                  </a:cubicBezTo>
                  <a:cubicBezTo>
                    <a:pt x="140124" y="71157"/>
                    <a:pt x="147632" y="71461"/>
                    <a:pt x="151796" y="75868"/>
                  </a:cubicBezTo>
                  <a:cubicBezTo>
                    <a:pt x="154350" y="78573"/>
                    <a:pt x="155109" y="82859"/>
                    <a:pt x="158514" y="8456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31"/>
            <p:cNvSpPr/>
            <p:nvPr/>
          </p:nvSpPr>
          <p:spPr>
            <a:xfrm>
              <a:off x="2975000" y="20825"/>
              <a:ext cx="3962850" cy="2138350"/>
            </a:xfrm>
            <a:custGeom>
              <a:rect b="b" l="l" r="r" t="t"/>
              <a:pathLst>
                <a:path extrusionOk="0" fill="none" h="85534" w="158514">
                  <a:moveTo>
                    <a:pt x="0" y="16870"/>
                  </a:moveTo>
                  <a:cubicBezTo>
                    <a:pt x="7082" y="18420"/>
                    <a:pt x="14833" y="17629"/>
                    <a:pt x="20912" y="14955"/>
                  </a:cubicBezTo>
                  <a:cubicBezTo>
                    <a:pt x="28876" y="11459"/>
                    <a:pt x="35776" y="3951"/>
                    <a:pt x="45047" y="1702"/>
                  </a:cubicBezTo>
                  <a:cubicBezTo>
                    <a:pt x="52068" y="0"/>
                    <a:pt x="61703" y="2371"/>
                    <a:pt x="64166" y="9818"/>
                  </a:cubicBezTo>
                  <a:cubicBezTo>
                    <a:pt x="66567" y="16991"/>
                    <a:pt x="68877" y="22645"/>
                    <a:pt x="77722" y="22128"/>
                  </a:cubicBezTo>
                  <a:cubicBezTo>
                    <a:pt x="85503" y="21672"/>
                    <a:pt x="93133" y="16961"/>
                    <a:pt x="101127" y="16809"/>
                  </a:cubicBezTo>
                  <a:cubicBezTo>
                    <a:pt x="110063" y="16657"/>
                    <a:pt x="122161" y="18693"/>
                    <a:pt x="126963" y="27083"/>
                  </a:cubicBezTo>
                  <a:cubicBezTo>
                    <a:pt x="130276" y="32858"/>
                    <a:pt x="121705" y="37052"/>
                    <a:pt x="122161" y="42615"/>
                  </a:cubicBezTo>
                  <a:cubicBezTo>
                    <a:pt x="122616" y="47782"/>
                    <a:pt x="130762" y="50518"/>
                    <a:pt x="131279" y="54530"/>
                  </a:cubicBezTo>
                  <a:cubicBezTo>
                    <a:pt x="131735" y="57934"/>
                    <a:pt x="131796" y="66931"/>
                    <a:pt x="135778" y="69089"/>
                  </a:cubicBezTo>
                  <a:cubicBezTo>
                    <a:pt x="140550" y="71703"/>
                    <a:pt x="147936" y="72250"/>
                    <a:pt x="152039" y="76658"/>
                  </a:cubicBezTo>
                  <a:cubicBezTo>
                    <a:pt x="154593" y="79393"/>
                    <a:pt x="155231" y="83649"/>
                    <a:pt x="158514" y="8553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spTree>
      <p:nvGrpSpPr>
        <p:cNvPr id="5199" name="Shape 5199"/>
        <p:cNvGrpSpPr/>
        <p:nvPr/>
      </p:nvGrpSpPr>
      <p:grpSpPr>
        <a:xfrm>
          <a:off x="0" y="0"/>
          <a:ext cx="0" cy="0"/>
          <a:chOff x="0" y="0"/>
          <a:chExt cx="0" cy="0"/>
        </a:xfrm>
      </p:grpSpPr>
      <p:sp>
        <p:nvSpPr>
          <p:cNvPr id="5200" name="Google Shape;5200;p32"/>
          <p:cNvSpPr txBox="1"/>
          <p:nvPr>
            <p:ph type="ctrTitle"/>
          </p:nvPr>
        </p:nvSpPr>
        <p:spPr>
          <a:xfrm>
            <a:off x="715100" y="822625"/>
            <a:ext cx="2434500" cy="904800"/>
          </a:xfrm>
          <a:prstGeom prst="rect">
            <a:avLst/>
          </a:prstGeom>
        </p:spPr>
        <p:txBody>
          <a:bodyPr anchorCtr="0" anchor="ctr" bIns="91425" lIns="91425" spcFirstLastPara="1" rIns="91425" wrap="square" tIns="91425">
            <a:noAutofit/>
          </a:bodyPr>
          <a:lstStyle>
            <a:lvl1pPr lvl="0" rtl="0">
              <a:spcBef>
                <a:spcPts val="0"/>
              </a:spcBef>
              <a:spcAft>
                <a:spcPts val="0"/>
              </a:spcAft>
              <a:buSzPts val="5200"/>
              <a:buNone/>
              <a:defRPr sz="62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5201" name="Google Shape;5201;p32"/>
          <p:cNvSpPr txBox="1"/>
          <p:nvPr>
            <p:ph idx="1" type="subTitle"/>
          </p:nvPr>
        </p:nvSpPr>
        <p:spPr>
          <a:xfrm>
            <a:off x="715100" y="1727425"/>
            <a:ext cx="2434500" cy="10830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5202" name="Google Shape;5202;p32"/>
          <p:cNvSpPr txBox="1"/>
          <p:nvPr/>
        </p:nvSpPr>
        <p:spPr>
          <a:xfrm>
            <a:off x="715100" y="3550075"/>
            <a:ext cx="3810600" cy="438000"/>
          </a:xfrm>
          <a:prstGeom prst="rect">
            <a:avLst/>
          </a:prstGeom>
          <a:noFill/>
          <a:ln>
            <a:noFill/>
          </a:ln>
        </p:spPr>
        <p:txBody>
          <a:bodyPr anchorCtr="0" anchor="ctr" bIns="91425" lIns="91425" spcFirstLastPara="1" rIns="91425" wrap="square" tIns="91425">
            <a:noAutofit/>
          </a:bodyPr>
          <a:lstStyle/>
          <a:p>
            <a:pPr indent="0" lvl="0" marL="0" rtl="0" algn="l">
              <a:spcBef>
                <a:spcPts val="300"/>
              </a:spcBef>
              <a:spcAft>
                <a:spcPts val="0"/>
              </a:spcAft>
              <a:buNone/>
            </a:pPr>
            <a:r>
              <a:rPr lang="en" sz="1200">
                <a:solidFill>
                  <a:schemeClr val="dk2"/>
                </a:solidFill>
                <a:latin typeface="PT Sans Narrow"/>
                <a:ea typeface="PT Sans Narrow"/>
                <a:cs typeface="PT Sans Narrow"/>
                <a:sym typeface="PT Sans Narrow"/>
              </a:rPr>
              <a:t>CREDITS: This presentation template was created by </a:t>
            </a:r>
            <a:r>
              <a:rPr b="1" lang="en" sz="1200">
                <a:solidFill>
                  <a:schemeClr val="dk2"/>
                </a:solidFill>
                <a:uFill>
                  <a:noFill/>
                </a:uFill>
                <a:latin typeface="PT Sans Narrow"/>
                <a:ea typeface="PT Sans Narrow"/>
                <a:cs typeface="PT Sans Narrow"/>
                <a:sym typeface="PT Sans Narrow"/>
                <a:hlinkClick r:id="rId2">
                  <a:extLst>
                    <a:ext uri="{A12FA001-AC4F-418D-AE19-62706E023703}">
                      <ahyp:hlinkClr val="tx"/>
                    </a:ext>
                  </a:extLst>
                </a:hlinkClick>
              </a:rPr>
              <a:t>Slidesgo</a:t>
            </a:r>
            <a:r>
              <a:rPr lang="en" sz="1200">
                <a:solidFill>
                  <a:schemeClr val="dk2"/>
                </a:solidFill>
                <a:latin typeface="PT Sans Narrow"/>
                <a:ea typeface="PT Sans Narrow"/>
                <a:cs typeface="PT Sans Narrow"/>
                <a:sym typeface="PT Sans Narrow"/>
              </a:rPr>
              <a:t>, including icons by </a:t>
            </a:r>
            <a:r>
              <a:rPr b="1" lang="en" sz="1200">
                <a:solidFill>
                  <a:schemeClr val="dk2"/>
                </a:solidFill>
                <a:uFill>
                  <a:noFill/>
                </a:uFill>
                <a:latin typeface="PT Sans Narrow"/>
                <a:ea typeface="PT Sans Narrow"/>
                <a:cs typeface="PT Sans Narrow"/>
                <a:sym typeface="PT Sans Narrow"/>
                <a:hlinkClick r:id="rId3">
                  <a:extLst>
                    <a:ext uri="{A12FA001-AC4F-418D-AE19-62706E023703}">
                      <ahyp:hlinkClr val="tx"/>
                    </a:ext>
                  </a:extLst>
                </a:hlinkClick>
              </a:rPr>
              <a:t>Flaticon</a:t>
            </a:r>
            <a:r>
              <a:rPr lang="en" sz="1200">
                <a:solidFill>
                  <a:schemeClr val="dk2"/>
                </a:solidFill>
                <a:latin typeface="PT Sans Narrow"/>
                <a:ea typeface="PT Sans Narrow"/>
                <a:cs typeface="PT Sans Narrow"/>
                <a:sym typeface="PT Sans Narrow"/>
              </a:rPr>
              <a:t>, and infographics &amp; images by </a:t>
            </a:r>
            <a:r>
              <a:rPr b="1" lang="en" sz="1200">
                <a:solidFill>
                  <a:schemeClr val="dk2"/>
                </a:solidFill>
                <a:uFill>
                  <a:noFill/>
                </a:uFill>
                <a:latin typeface="PT Sans Narrow"/>
                <a:ea typeface="PT Sans Narrow"/>
                <a:cs typeface="PT Sans Narrow"/>
                <a:sym typeface="PT Sans Narrow"/>
                <a:hlinkClick r:id="rId4">
                  <a:extLst>
                    <a:ext uri="{A12FA001-AC4F-418D-AE19-62706E023703}">
                      <ahyp:hlinkClr val="tx"/>
                    </a:ext>
                  </a:extLst>
                </a:hlinkClick>
              </a:rPr>
              <a:t>Freepik</a:t>
            </a:r>
            <a:endParaRPr sz="1600">
              <a:solidFill>
                <a:schemeClr val="dk2"/>
              </a:solidFill>
              <a:latin typeface="PT Sans Narrow"/>
              <a:ea typeface="PT Sans Narrow"/>
              <a:cs typeface="PT Sans Narrow"/>
              <a:sym typeface="PT Sans Narrow"/>
            </a:endParaRPr>
          </a:p>
        </p:txBody>
      </p:sp>
      <p:grpSp>
        <p:nvGrpSpPr>
          <p:cNvPr id="5203" name="Google Shape;5203;p32"/>
          <p:cNvGrpSpPr/>
          <p:nvPr/>
        </p:nvGrpSpPr>
        <p:grpSpPr>
          <a:xfrm rot="-6041143">
            <a:off x="4483588" y="644865"/>
            <a:ext cx="6863928" cy="5602591"/>
            <a:chOff x="2975000" y="20825"/>
            <a:chExt cx="3963625" cy="2500050"/>
          </a:xfrm>
        </p:grpSpPr>
        <p:sp>
          <p:nvSpPr>
            <p:cNvPr id="5204" name="Google Shape;5204;p32"/>
            <p:cNvSpPr/>
            <p:nvPr/>
          </p:nvSpPr>
          <p:spPr>
            <a:xfrm>
              <a:off x="2975000" y="442550"/>
              <a:ext cx="3962850" cy="2078325"/>
            </a:xfrm>
            <a:custGeom>
              <a:rect b="b" l="l" r="r" t="t"/>
              <a:pathLst>
                <a:path extrusionOk="0" fill="none" h="83133" w="158514">
                  <a:moveTo>
                    <a:pt x="0" y="1"/>
                  </a:moveTo>
                  <a:cubicBezTo>
                    <a:pt x="4347" y="3071"/>
                    <a:pt x="9423" y="6171"/>
                    <a:pt x="12797" y="10122"/>
                  </a:cubicBezTo>
                  <a:cubicBezTo>
                    <a:pt x="18025" y="16232"/>
                    <a:pt x="11095" y="25411"/>
                    <a:pt x="18298" y="31369"/>
                  </a:cubicBezTo>
                  <a:cubicBezTo>
                    <a:pt x="23952" y="36050"/>
                    <a:pt x="23982" y="41612"/>
                    <a:pt x="23283" y="48269"/>
                  </a:cubicBezTo>
                  <a:cubicBezTo>
                    <a:pt x="22706" y="53497"/>
                    <a:pt x="22463" y="62494"/>
                    <a:pt x="29028" y="64044"/>
                  </a:cubicBezTo>
                  <a:cubicBezTo>
                    <a:pt x="35776" y="65655"/>
                    <a:pt x="41186" y="60913"/>
                    <a:pt x="45624" y="56567"/>
                  </a:cubicBezTo>
                  <a:cubicBezTo>
                    <a:pt x="51855" y="50457"/>
                    <a:pt x="63466" y="46202"/>
                    <a:pt x="71825" y="49515"/>
                  </a:cubicBezTo>
                  <a:cubicBezTo>
                    <a:pt x="79211" y="52463"/>
                    <a:pt x="89728" y="48421"/>
                    <a:pt x="96598" y="51430"/>
                  </a:cubicBezTo>
                  <a:cubicBezTo>
                    <a:pt x="100762" y="53284"/>
                    <a:pt x="101035" y="58390"/>
                    <a:pt x="102343" y="62646"/>
                  </a:cubicBezTo>
                  <a:cubicBezTo>
                    <a:pt x="104197" y="68603"/>
                    <a:pt x="108938" y="75564"/>
                    <a:pt x="114106" y="78482"/>
                  </a:cubicBezTo>
                  <a:cubicBezTo>
                    <a:pt x="122343" y="83132"/>
                    <a:pt x="130914" y="70610"/>
                    <a:pt x="138909" y="69151"/>
                  </a:cubicBezTo>
                  <a:cubicBezTo>
                    <a:pt x="145474" y="67935"/>
                    <a:pt x="152435" y="73892"/>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32"/>
            <p:cNvSpPr/>
            <p:nvPr/>
          </p:nvSpPr>
          <p:spPr>
            <a:xfrm>
              <a:off x="2975000" y="442550"/>
              <a:ext cx="3962850" cy="2057800"/>
            </a:xfrm>
            <a:custGeom>
              <a:rect b="b" l="l" r="r" t="t"/>
              <a:pathLst>
                <a:path extrusionOk="0" fill="none" h="82312" w="158514">
                  <a:moveTo>
                    <a:pt x="0" y="1"/>
                  </a:moveTo>
                  <a:cubicBezTo>
                    <a:pt x="4408" y="3040"/>
                    <a:pt x="9392" y="6049"/>
                    <a:pt x="13040" y="9879"/>
                  </a:cubicBezTo>
                  <a:cubicBezTo>
                    <a:pt x="18602" y="15654"/>
                    <a:pt x="11733" y="24955"/>
                    <a:pt x="18694" y="30609"/>
                  </a:cubicBezTo>
                  <a:cubicBezTo>
                    <a:pt x="24408" y="35259"/>
                    <a:pt x="25077" y="40153"/>
                    <a:pt x="24317" y="46901"/>
                  </a:cubicBezTo>
                  <a:cubicBezTo>
                    <a:pt x="23739" y="52129"/>
                    <a:pt x="23131" y="61248"/>
                    <a:pt x="29849" y="62919"/>
                  </a:cubicBezTo>
                  <a:cubicBezTo>
                    <a:pt x="36870" y="64652"/>
                    <a:pt x="41794" y="59606"/>
                    <a:pt x="46627" y="55503"/>
                  </a:cubicBezTo>
                  <a:cubicBezTo>
                    <a:pt x="53557" y="49606"/>
                    <a:pt x="63983" y="44712"/>
                    <a:pt x="72798" y="48634"/>
                  </a:cubicBezTo>
                  <a:cubicBezTo>
                    <a:pt x="80123" y="51886"/>
                    <a:pt x="90245" y="48208"/>
                    <a:pt x="97266" y="51187"/>
                  </a:cubicBezTo>
                  <a:cubicBezTo>
                    <a:pt x="101522" y="52980"/>
                    <a:pt x="101674" y="58026"/>
                    <a:pt x="102890" y="62251"/>
                  </a:cubicBezTo>
                  <a:cubicBezTo>
                    <a:pt x="104561" y="68087"/>
                    <a:pt x="109303" y="75078"/>
                    <a:pt x="114440" y="77844"/>
                  </a:cubicBezTo>
                  <a:cubicBezTo>
                    <a:pt x="122799" y="82312"/>
                    <a:pt x="131097" y="70032"/>
                    <a:pt x="139243" y="68877"/>
                  </a:cubicBezTo>
                  <a:cubicBezTo>
                    <a:pt x="145656" y="67935"/>
                    <a:pt x="152495" y="73771"/>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32"/>
            <p:cNvSpPr/>
            <p:nvPr/>
          </p:nvSpPr>
          <p:spPr>
            <a:xfrm>
              <a:off x="2975000" y="442550"/>
              <a:ext cx="3962850" cy="2035775"/>
            </a:xfrm>
            <a:custGeom>
              <a:rect b="b" l="l" r="r" t="t"/>
              <a:pathLst>
                <a:path extrusionOk="0" fill="none" h="81431" w="158514">
                  <a:moveTo>
                    <a:pt x="0" y="1"/>
                  </a:moveTo>
                  <a:cubicBezTo>
                    <a:pt x="4468" y="3040"/>
                    <a:pt x="9362" y="5958"/>
                    <a:pt x="13313" y="9606"/>
                  </a:cubicBezTo>
                  <a:cubicBezTo>
                    <a:pt x="19210" y="15077"/>
                    <a:pt x="12432" y="24469"/>
                    <a:pt x="19089" y="29849"/>
                  </a:cubicBezTo>
                  <a:cubicBezTo>
                    <a:pt x="24803" y="34469"/>
                    <a:pt x="26019" y="38694"/>
                    <a:pt x="25350" y="45564"/>
                  </a:cubicBezTo>
                  <a:cubicBezTo>
                    <a:pt x="24833" y="50822"/>
                    <a:pt x="23739" y="60001"/>
                    <a:pt x="30609" y="61795"/>
                  </a:cubicBezTo>
                  <a:cubicBezTo>
                    <a:pt x="37691" y="63649"/>
                    <a:pt x="42797" y="58299"/>
                    <a:pt x="47813" y="54378"/>
                  </a:cubicBezTo>
                  <a:cubicBezTo>
                    <a:pt x="55989" y="47995"/>
                    <a:pt x="63345" y="43375"/>
                    <a:pt x="73801" y="47752"/>
                  </a:cubicBezTo>
                  <a:cubicBezTo>
                    <a:pt x="81704" y="51065"/>
                    <a:pt x="90762" y="48026"/>
                    <a:pt x="97966" y="50944"/>
                  </a:cubicBezTo>
                  <a:cubicBezTo>
                    <a:pt x="102282" y="52707"/>
                    <a:pt x="102343" y="57631"/>
                    <a:pt x="103437" y="61825"/>
                  </a:cubicBezTo>
                  <a:cubicBezTo>
                    <a:pt x="104957" y="67570"/>
                    <a:pt x="109637" y="74531"/>
                    <a:pt x="114774" y="77145"/>
                  </a:cubicBezTo>
                  <a:cubicBezTo>
                    <a:pt x="123285" y="81430"/>
                    <a:pt x="131310" y="69454"/>
                    <a:pt x="139577" y="68573"/>
                  </a:cubicBezTo>
                  <a:cubicBezTo>
                    <a:pt x="145869" y="67904"/>
                    <a:pt x="152587" y="73649"/>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32"/>
            <p:cNvSpPr/>
            <p:nvPr/>
          </p:nvSpPr>
          <p:spPr>
            <a:xfrm>
              <a:off x="2975000" y="442550"/>
              <a:ext cx="3962850" cy="2014500"/>
            </a:xfrm>
            <a:custGeom>
              <a:rect b="b" l="l" r="r" t="t"/>
              <a:pathLst>
                <a:path extrusionOk="0" fill="none" h="80580" w="158514">
                  <a:moveTo>
                    <a:pt x="0" y="1"/>
                  </a:moveTo>
                  <a:cubicBezTo>
                    <a:pt x="4560" y="3010"/>
                    <a:pt x="9392" y="5897"/>
                    <a:pt x="13526" y="9393"/>
                  </a:cubicBezTo>
                  <a:cubicBezTo>
                    <a:pt x="19666" y="14469"/>
                    <a:pt x="13162" y="23952"/>
                    <a:pt x="19484" y="29150"/>
                  </a:cubicBezTo>
                  <a:cubicBezTo>
                    <a:pt x="24560" y="33314"/>
                    <a:pt x="27235" y="37509"/>
                    <a:pt x="26323" y="44348"/>
                  </a:cubicBezTo>
                  <a:cubicBezTo>
                    <a:pt x="25563" y="49728"/>
                    <a:pt x="24317" y="58846"/>
                    <a:pt x="31308" y="60792"/>
                  </a:cubicBezTo>
                  <a:cubicBezTo>
                    <a:pt x="38390" y="62737"/>
                    <a:pt x="43770" y="57296"/>
                    <a:pt x="48998" y="53375"/>
                  </a:cubicBezTo>
                  <a:cubicBezTo>
                    <a:pt x="57813" y="46688"/>
                    <a:pt x="63892" y="42129"/>
                    <a:pt x="74743" y="47023"/>
                  </a:cubicBezTo>
                  <a:cubicBezTo>
                    <a:pt x="82433" y="50488"/>
                    <a:pt x="91248" y="47995"/>
                    <a:pt x="98604" y="50761"/>
                  </a:cubicBezTo>
                  <a:cubicBezTo>
                    <a:pt x="103042" y="52372"/>
                    <a:pt x="103011" y="57266"/>
                    <a:pt x="104014" y="61430"/>
                  </a:cubicBezTo>
                  <a:cubicBezTo>
                    <a:pt x="105382" y="67084"/>
                    <a:pt x="109941" y="74014"/>
                    <a:pt x="115109" y="76445"/>
                  </a:cubicBezTo>
                  <a:cubicBezTo>
                    <a:pt x="123802" y="80579"/>
                    <a:pt x="132100" y="68299"/>
                    <a:pt x="139912" y="68330"/>
                  </a:cubicBezTo>
                  <a:cubicBezTo>
                    <a:pt x="144927" y="68330"/>
                    <a:pt x="153529" y="7331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32"/>
            <p:cNvSpPr/>
            <p:nvPr/>
          </p:nvSpPr>
          <p:spPr>
            <a:xfrm>
              <a:off x="2975000" y="442550"/>
              <a:ext cx="3962850" cy="1991700"/>
            </a:xfrm>
            <a:custGeom>
              <a:rect b="b" l="l" r="r" t="t"/>
              <a:pathLst>
                <a:path extrusionOk="0" fill="none" h="79668" w="158514">
                  <a:moveTo>
                    <a:pt x="0" y="1"/>
                  </a:moveTo>
                  <a:cubicBezTo>
                    <a:pt x="4590" y="3010"/>
                    <a:pt x="9484" y="5897"/>
                    <a:pt x="13769" y="9119"/>
                  </a:cubicBezTo>
                  <a:cubicBezTo>
                    <a:pt x="20122" y="13861"/>
                    <a:pt x="13952" y="23344"/>
                    <a:pt x="19879" y="28360"/>
                  </a:cubicBezTo>
                  <a:cubicBezTo>
                    <a:pt x="24651" y="32402"/>
                    <a:pt x="28055" y="36475"/>
                    <a:pt x="27265" y="43102"/>
                  </a:cubicBezTo>
                  <a:cubicBezTo>
                    <a:pt x="26627" y="48482"/>
                    <a:pt x="24985" y="57600"/>
                    <a:pt x="31946" y="59698"/>
                  </a:cubicBezTo>
                  <a:cubicBezTo>
                    <a:pt x="39028" y="61795"/>
                    <a:pt x="44955" y="56202"/>
                    <a:pt x="50183" y="52251"/>
                  </a:cubicBezTo>
                  <a:cubicBezTo>
                    <a:pt x="59424" y="45260"/>
                    <a:pt x="64561" y="40761"/>
                    <a:pt x="75746" y="46232"/>
                  </a:cubicBezTo>
                  <a:cubicBezTo>
                    <a:pt x="83315" y="49971"/>
                    <a:pt x="91795" y="47813"/>
                    <a:pt x="99273" y="50488"/>
                  </a:cubicBezTo>
                  <a:cubicBezTo>
                    <a:pt x="103832" y="52129"/>
                    <a:pt x="103619" y="56840"/>
                    <a:pt x="104653" y="61035"/>
                  </a:cubicBezTo>
                  <a:cubicBezTo>
                    <a:pt x="106051" y="66749"/>
                    <a:pt x="110124" y="73315"/>
                    <a:pt x="115443" y="75716"/>
                  </a:cubicBezTo>
                  <a:cubicBezTo>
                    <a:pt x="124227" y="79667"/>
                    <a:pt x="132039" y="67995"/>
                    <a:pt x="140246" y="68056"/>
                  </a:cubicBezTo>
                  <a:cubicBezTo>
                    <a:pt x="145535" y="68087"/>
                    <a:pt x="153377" y="7340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32"/>
            <p:cNvSpPr/>
            <p:nvPr/>
          </p:nvSpPr>
          <p:spPr>
            <a:xfrm>
              <a:off x="2975000" y="442550"/>
              <a:ext cx="3963625" cy="1968900"/>
            </a:xfrm>
            <a:custGeom>
              <a:rect b="b" l="l" r="r" t="t"/>
              <a:pathLst>
                <a:path extrusionOk="0" fill="none" h="78756" w="158545">
                  <a:moveTo>
                    <a:pt x="0" y="1"/>
                  </a:moveTo>
                  <a:cubicBezTo>
                    <a:pt x="4651" y="2979"/>
                    <a:pt x="9575" y="5867"/>
                    <a:pt x="14013" y="8876"/>
                  </a:cubicBezTo>
                  <a:cubicBezTo>
                    <a:pt x="20548" y="13283"/>
                    <a:pt x="14985" y="22706"/>
                    <a:pt x="20305" y="27539"/>
                  </a:cubicBezTo>
                  <a:cubicBezTo>
                    <a:pt x="24590" y="31430"/>
                    <a:pt x="28724" y="35715"/>
                    <a:pt x="28147" y="42007"/>
                  </a:cubicBezTo>
                  <a:cubicBezTo>
                    <a:pt x="27630" y="47296"/>
                    <a:pt x="25654" y="56445"/>
                    <a:pt x="32584" y="58664"/>
                  </a:cubicBezTo>
                  <a:cubicBezTo>
                    <a:pt x="39606" y="60913"/>
                    <a:pt x="46354" y="55077"/>
                    <a:pt x="51369" y="51096"/>
                  </a:cubicBezTo>
                  <a:cubicBezTo>
                    <a:pt x="60609" y="43770"/>
                    <a:pt x="65351" y="39576"/>
                    <a:pt x="76749" y="45594"/>
                  </a:cubicBezTo>
                  <a:cubicBezTo>
                    <a:pt x="84166" y="49515"/>
                    <a:pt x="92251" y="47722"/>
                    <a:pt x="99911" y="50275"/>
                  </a:cubicBezTo>
                  <a:cubicBezTo>
                    <a:pt x="104622" y="51855"/>
                    <a:pt x="104318" y="56445"/>
                    <a:pt x="105260" y="60609"/>
                  </a:cubicBezTo>
                  <a:cubicBezTo>
                    <a:pt x="106537" y="66324"/>
                    <a:pt x="110428" y="72676"/>
                    <a:pt x="115808" y="74956"/>
                  </a:cubicBezTo>
                  <a:cubicBezTo>
                    <a:pt x="124714" y="78756"/>
                    <a:pt x="132313" y="67418"/>
                    <a:pt x="140580" y="67813"/>
                  </a:cubicBezTo>
                  <a:cubicBezTo>
                    <a:pt x="145778" y="68056"/>
                    <a:pt x="153438" y="73315"/>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32"/>
            <p:cNvSpPr/>
            <p:nvPr/>
          </p:nvSpPr>
          <p:spPr>
            <a:xfrm>
              <a:off x="2975000" y="442550"/>
              <a:ext cx="3962850" cy="1919500"/>
            </a:xfrm>
            <a:custGeom>
              <a:rect b="b" l="l" r="r" t="t"/>
              <a:pathLst>
                <a:path extrusionOk="0" fill="none" h="76780" w="158514">
                  <a:moveTo>
                    <a:pt x="0" y="1"/>
                  </a:moveTo>
                  <a:cubicBezTo>
                    <a:pt x="4712" y="2949"/>
                    <a:pt x="9666" y="5776"/>
                    <a:pt x="14225" y="8633"/>
                  </a:cubicBezTo>
                  <a:cubicBezTo>
                    <a:pt x="20973" y="12797"/>
                    <a:pt x="16049" y="21977"/>
                    <a:pt x="20760" y="26718"/>
                  </a:cubicBezTo>
                  <a:cubicBezTo>
                    <a:pt x="24438" y="30396"/>
                    <a:pt x="29332" y="35168"/>
                    <a:pt x="28967" y="41004"/>
                  </a:cubicBezTo>
                  <a:cubicBezTo>
                    <a:pt x="28633" y="46202"/>
                    <a:pt x="26444" y="55381"/>
                    <a:pt x="33192" y="57661"/>
                  </a:cubicBezTo>
                  <a:cubicBezTo>
                    <a:pt x="40153" y="60032"/>
                    <a:pt x="47752" y="53953"/>
                    <a:pt x="52494" y="49880"/>
                  </a:cubicBezTo>
                  <a:cubicBezTo>
                    <a:pt x="61703" y="41977"/>
                    <a:pt x="66293" y="38633"/>
                    <a:pt x="77722" y="45016"/>
                  </a:cubicBezTo>
                  <a:cubicBezTo>
                    <a:pt x="84926" y="49059"/>
                    <a:pt x="92707" y="47722"/>
                    <a:pt x="100488" y="50093"/>
                  </a:cubicBezTo>
                  <a:cubicBezTo>
                    <a:pt x="105382" y="51582"/>
                    <a:pt x="104987" y="56080"/>
                    <a:pt x="105838" y="60245"/>
                  </a:cubicBezTo>
                  <a:cubicBezTo>
                    <a:pt x="107023" y="65898"/>
                    <a:pt x="111005" y="72676"/>
                    <a:pt x="116142" y="74227"/>
                  </a:cubicBezTo>
                  <a:cubicBezTo>
                    <a:pt x="124683" y="76780"/>
                    <a:pt x="132191" y="66901"/>
                    <a:pt x="140884" y="67570"/>
                  </a:cubicBezTo>
                  <a:cubicBezTo>
                    <a:pt x="145930" y="67965"/>
                    <a:pt x="153468" y="73224"/>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32"/>
            <p:cNvSpPr/>
            <p:nvPr/>
          </p:nvSpPr>
          <p:spPr>
            <a:xfrm>
              <a:off x="2975000" y="442550"/>
              <a:ext cx="3962100" cy="1896700"/>
            </a:xfrm>
            <a:custGeom>
              <a:rect b="b" l="l" r="r" t="t"/>
              <a:pathLst>
                <a:path extrusionOk="0" fill="none" h="75868" w="158484">
                  <a:moveTo>
                    <a:pt x="0" y="1"/>
                  </a:moveTo>
                  <a:cubicBezTo>
                    <a:pt x="4742" y="2949"/>
                    <a:pt x="9788" y="5441"/>
                    <a:pt x="14438" y="8359"/>
                  </a:cubicBezTo>
                  <a:cubicBezTo>
                    <a:pt x="21520" y="12797"/>
                    <a:pt x="16900" y="20852"/>
                    <a:pt x="21277" y="25837"/>
                  </a:cubicBezTo>
                  <a:cubicBezTo>
                    <a:pt x="24408" y="29424"/>
                    <a:pt x="29758" y="34652"/>
                    <a:pt x="29727" y="40123"/>
                  </a:cubicBezTo>
                  <a:cubicBezTo>
                    <a:pt x="29666" y="45229"/>
                    <a:pt x="27447" y="54014"/>
                    <a:pt x="33770" y="56658"/>
                  </a:cubicBezTo>
                  <a:cubicBezTo>
                    <a:pt x="40396" y="59394"/>
                    <a:pt x="49545" y="52433"/>
                    <a:pt x="53618" y="48542"/>
                  </a:cubicBezTo>
                  <a:cubicBezTo>
                    <a:pt x="62707" y="39788"/>
                    <a:pt x="67448" y="37904"/>
                    <a:pt x="78725" y="44530"/>
                  </a:cubicBezTo>
                  <a:cubicBezTo>
                    <a:pt x="85716" y="48664"/>
                    <a:pt x="93224" y="47722"/>
                    <a:pt x="101066" y="49910"/>
                  </a:cubicBezTo>
                  <a:cubicBezTo>
                    <a:pt x="106142" y="51308"/>
                    <a:pt x="105716" y="55685"/>
                    <a:pt x="106476" y="59849"/>
                  </a:cubicBezTo>
                  <a:cubicBezTo>
                    <a:pt x="107540" y="65503"/>
                    <a:pt x="111279" y="71977"/>
                    <a:pt x="116477" y="73467"/>
                  </a:cubicBezTo>
                  <a:cubicBezTo>
                    <a:pt x="124927" y="75868"/>
                    <a:pt x="132708" y="66354"/>
                    <a:pt x="141188" y="67357"/>
                  </a:cubicBezTo>
                  <a:cubicBezTo>
                    <a:pt x="146143" y="67935"/>
                    <a:pt x="153468" y="7313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32"/>
            <p:cNvSpPr/>
            <p:nvPr/>
          </p:nvSpPr>
          <p:spPr>
            <a:xfrm>
              <a:off x="2975000" y="442550"/>
              <a:ext cx="3962850" cy="1870875"/>
            </a:xfrm>
            <a:custGeom>
              <a:rect b="b" l="l" r="r" t="t"/>
              <a:pathLst>
                <a:path extrusionOk="0" fill="none" h="74835" w="158514">
                  <a:moveTo>
                    <a:pt x="0" y="1"/>
                  </a:moveTo>
                  <a:cubicBezTo>
                    <a:pt x="4803" y="2919"/>
                    <a:pt x="9848" y="5350"/>
                    <a:pt x="14651" y="8116"/>
                  </a:cubicBezTo>
                  <a:cubicBezTo>
                    <a:pt x="21946" y="12311"/>
                    <a:pt x="18086" y="19697"/>
                    <a:pt x="21885" y="24895"/>
                  </a:cubicBezTo>
                  <a:cubicBezTo>
                    <a:pt x="24590" y="28633"/>
                    <a:pt x="30031" y="34013"/>
                    <a:pt x="30396" y="39272"/>
                  </a:cubicBezTo>
                  <a:cubicBezTo>
                    <a:pt x="30791" y="44439"/>
                    <a:pt x="28299" y="52919"/>
                    <a:pt x="34439" y="55625"/>
                  </a:cubicBezTo>
                  <a:cubicBezTo>
                    <a:pt x="41186" y="58603"/>
                    <a:pt x="50670" y="51217"/>
                    <a:pt x="54712" y="47083"/>
                  </a:cubicBezTo>
                  <a:cubicBezTo>
                    <a:pt x="63892" y="37630"/>
                    <a:pt x="68542" y="37266"/>
                    <a:pt x="79789" y="44135"/>
                  </a:cubicBezTo>
                  <a:cubicBezTo>
                    <a:pt x="86476" y="48208"/>
                    <a:pt x="93984" y="47661"/>
                    <a:pt x="101674" y="49728"/>
                  </a:cubicBezTo>
                  <a:cubicBezTo>
                    <a:pt x="106932" y="51126"/>
                    <a:pt x="106416" y="55138"/>
                    <a:pt x="107145" y="59454"/>
                  </a:cubicBezTo>
                  <a:cubicBezTo>
                    <a:pt x="108057" y="64986"/>
                    <a:pt x="111552" y="71339"/>
                    <a:pt x="116872" y="72707"/>
                  </a:cubicBezTo>
                  <a:cubicBezTo>
                    <a:pt x="125322" y="74835"/>
                    <a:pt x="133285" y="65837"/>
                    <a:pt x="141523" y="67114"/>
                  </a:cubicBezTo>
                  <a:cubicBezTo>
                    <a:pt x="146386" y="67874"/>
                    <a:pt x="153559" y="73011"/>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32"/>
            <p:cNvSpPr/>
            <p:nvPr/>
          </p:nvSpPr>
          <p:spPr>
            <a:xfrm>
              <a:off x="2975000" y="442550"/>
              <a:ext cx="3962850" cy="1848075"/>
            </a:xfrm>
            <a:custGeom>
              <a:rect b="b" l="l" r="r" t="t"/>
              <a:pathLst>
                <a:path extrusionOk="0" fill="none" h="73923" w="158514">
                  <a:moveTo>
                    <a:pt x="0" y="1"/>
                  </a:moveTo>
                  <a:cubicBezTo>
                    <a:pt x="4833" y="2888"/>
                    <a:pt x="9909" y="5259"/>
                    <a:pt x="14864" y="7873"/>
                  </a:cubicBezTo>
                  <a:cubicBezTo>
                    <a:pt x="22219" y="11764"/>
                    <a:pt x="19301" y="18390"/>
                    <a:pt x="22584" y="23922"/>
                  </a:cubicBezTo>
                  <a:cubicBezTo>
                    <a:pt x="25046" y="28086"/>
                    <a:pt x="30092" y="33649"/>
                    <a:pt x="31004" y="38542"/>
                  </a:cubicBezTo>
                  <a:cubicBezTo>
                    <a:pt x="31855" y="43284"/>
                    <a:pt x="29150" y="51947"/>
                    <a:pt x="35107" y="54561"/>
                  </a:cubicBezTo>
                  <a:cubicBezTo>
                    <a:pt x="42250" y="57691"/>
                    <a:pt x="51673" y="50032"/>
                    <a:pt x="55746" y="45503"/>
                  </a:cubicBezTo>
                  <a:cubicBezTo>
                    <a:pt x="64834" y="35411"/>
                    <a:pt x="69941" y="36992"/>
                    <a:pt x="80822" y="43770"/>
                  </a:cubicBezTo>
                  <a:cubicBezTo>
                    <a:pt x="87205" y="47782"/>
                    <a:pt x="94683" y="47691"/>
                    <a:pt x="102191" y="49576"/>
                  </a:cubicBezTo>
                  <a:cubicBezTo>
                    <a:pt x="107571" y="50913"/>
                    <a:pt x="107145" y="54682"/>
                    <a:pt x="107783" y="59090"/>
                  </a:cubicBezTo>
                  <a:cubicBezTo>
                    <a:pt x="108604" y="64591"/>
                    <a:pt x="111826" y="70610"/>
                    <a:pt x="117236" y="71917"/>
                  </a:cubicBezTo>
                  <a:cubicBezTo>
                    <a:pt x="125504" y="73923"/>
                    <a:pt x="133863" y="65321"/>
                    <a:pt x="141827" y="66901"/>
                  </a:cubicBezTo>
                  <a:cubicBezTo>
                    <a:pt x="146599" y="67813"/>
                    <a:pt x="153620" y="7292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32"/>
            <p:cNvSpPr/>
            <p:nvPr/>
          </p:nvSpPr>
          <p:spPr>
            <a:xfrm>
              <a:off x="2975000" y="442550"/>
              <a:ext cx="3962100" cy="1826050"/>
            </a:xfrm>
            <a:custGeom>
              <a:rect b="b" l="l" r="r" t="t"/>
              <a:pathLst>
                <a:path extrusionOk="0" fill="none" h="73042" w="158484">
                  <a:moveTo>
                    <a:pt x="0" y="1"/>
                  </a:moveTo>
                  <a:cubicBezTo>
                    <a:pt x="4894" y="2858"/>
                    <a:pt x="10000" y="5168"/>
                    <a:pt x="15076" y="7630"/>
                  </a:cubicBezTo>
                  <a:cubicBezTo>
                    <a:pt x="22402" y="11217"/>
                    <a:pt x="20639" y="16992"/>
                    <a:pt x="23435" y="22980"/>
                  </a:cubicBezTo>
                  <a:cubicBezTo>
                    <a:pt x="25685" y="27813"/>
                    <a:pt x="29910" y="33041"/>
                    <a:pt x="31460" y="37934"/>
                  </a:cubicBezTo>
                  <a:cubicBezTo>
                    <a:pt x="32858" y="42372"/>
                    <a:pt x="29940" y="51096"/>
                    <a:pt x="35867" y="53558"/>
                  </a:cubicBezTo>
                  <a:cubicBezTo>
                    <a:pt x="43618" y="56749"/>
                    <a:pt x="52433" y="48937"/>
                    <a:pt x="56779" y="43831"/>
                  </a:cubicBezTo>
                  <a:cubicBezTo>
                    <a:pt x="65746" y="33314"/>
                    <a:pt x="71552" y="36901"/>
                    <a:pt x="81886" y="43466"/>
                  </a:cubicBezTo>
                  <a:cubicBezTo>
                    <a:pt x="87965" y="47327"/>
                    <a:pt x="95412" y="47752"/>
                    <a:pt x="102707" y="49454"/>
                  </a:cubicBezTo>
                  <a:cubicBezTo>
                    <a:pt x="108148" y="50700"/>
                    <a:pt x="107905" y="54226"/>
                    <a:pt x="108452" y="58725"/>
                  </a:cubicBezTo>
                  <a:cubicBezTo>
                    <a:pt x="109182" y="64226"/>
                    <a:pt x="112130" y="69910"/>
                    <a:pt x="117571" y="71187"/>
                  </a:cubicBezTo>
                  <a:cubicBezTo>
                    <a:pt x="125626" y="73041"/>
                    <a:pt x="134410" y="64895"/>
                    <a:pt x="142100" y="66688"/>
                  </a:cubicBezTo>
                  <a:cubicBezTo>
                    <a:pt x="146751" y="67783"/>
                    <a:pt x="153590" y="72828"/>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32"/>
            <p:cNvSpPr/>
            <p:nvPr/>
          </p:nvSpPr>
          <p:spPr>
            <a:xfrm>
              <a:off x="2975000" y="442550"/>
              <a:ext cx="3962850" cy="1818450"/>
            </a:xfrm>
            <a:custGeom>
              <a:rect b="b" l="l" r="r" t="t"/>
              <a:pathLst>
                <a:path extrusionOk="0" fill="none" h="72738" w="158514">
                  <a:moveTo>
                    <a:pt x="0" y="1"/>
                  </a:moveTo>
                  <a:cubicBezTo>
                    <a:pt x="4924" y="2827"/>
                    <a:pt x="10122" y="5077"/>
                    <a:pt x="15259" y="7387"/>
                  </a:cubicBezTo>
                  <a:cubicBezTo>
                    <a:pt x="22432" y="10609"/>
                    <a:pt x="22159" y="15594"/>
                    <a:pt x="24317" y="22007"/>
                  </a:cubicBezTo>
                  <a:cubicBezTo>
                    <a:pt x="26171" y="27630"/>
                    <a:pt x="29332" y="32402"/>
                    <a:pt x="31733" y="37418"/>
                  </a:cubicBezTo>
                  <a:cubicBezTo>
                    <a:pt x="33831" y="41764"/>
                    <a:pt x="30669" y="50305"/>
                    <a:pt x="36657" y="52615"/>
                  </a:cubicBezTo>
                  <a:cubicBezTo>
                    <a:pt x="44955" y="55868"/>
                    <a:pt x="53162" y="47630"/>
                    <a:pt x="57782" y="42068"/>
                  </a:cubicBezTo>
                  <a:cubicBezTo>
                    <a:pt x="66476" y="31551"/>
                    <a:pt x="73315" y="37022"/>
                    <a:pt x="82950" y="43193"/>
                  </a:cubicBezTo>
                  <a:cubicBezTo>
                    <a:pt x="88695" y="46871"/>
                    <a:pt x="96142" y="47813"/>
                    <a:pt x="103194" y="49333"/>
                  </a:cubicBezTo>
                  <a:cubicBezTo>
                    <a:pt x="108726" y="50488"/>
                    <a:pt x="108634" y="53740"/>
                    <a:pt x="109151" y="58390"/>
                  </a:cubicBezTo>
                  <a:cubicBezTo>
                    <a:pt x="109789" y="63862"/>
                    <a:pt x="112464" y="69211"/>
                    <a:pt x="117996" y="70427"/>
                  </a:cubicBezTo>
                  <a:cubicBezTo>
                    <a:pt x="125778" y="72129"/>
                    <a:pt x="135018" y="64439"/>
                    <a:pt x="142434" y="66506"/>
                  </a:cubicBezTo>
                  <a:cubicBezTo>
                    <a:pt x="146994" y="67752"/>
                    <a:pt x="153650" y="72737"/>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32"/>
            <p:cNvSpPr/>
            <p:nvPr/>
          </p:nvSpPr>
          <p:spPr>
            <a:xfrm>
              <a:off x="2975000" y="442550"/>
              <a:ext cx="3962850" cy="1816175"/>
            </a:xfrm>
            <a:custGeom>
              <a:rect b="b" l="l" r="r" t="t"/>
              <a:pathLst>
                <a:path extrusionOk="0" fill="none" h="72647" w="158514">
                  <a:moveTo>
                    <a:pt x="0" y="1"/>
                  </a:moveTo>
                  <a:cubicBezTo>
                    <a:pt x="4985" y="2797"/>
                    <a:pt x="10244" y="4985"/>
                    <a:pt x="15441" y="7144"/>
                  </a:cubicBezTo>
                  <a:cubicBezTo>
                    <a:pt x="22341" y="10031"/>
                    <a:pt x="23648" y="14621"/>
                    <a:pt x="25259" y="21034"/>
                  </a:cubicBezTo>
                  <a:cubicBezTo>
                    <a:pt x="26688" y="26809"/>
                    <a:pt x="28572" y="31977"/>
                    <a:pt x="31885" y="36992"/>
                  </a:cubicBezTo>
                  <a:cubicBezTo>
                    <a:pt x="34742" y="41278"/>
                    <a:pt x="31429" y="49606"/>
                    <a:pt x="37478" y="51825"/>
                  </a:cubicBezTo>
                  <a:cubicBezTo>
                    <a:pt x="46171" y="55017"/>
                    <a:pt x="54469" y="46202"/>
                    <a:pt x="58755" y="40305"/>
                  </a:cubicBezTo>
                  <a:cubicBezTo>
                    <a:pt x="66232" y="30001"/>
                    <a:pt x="76415" y="38025"/>
                    <a:pt x="84044" y="42889"/>
                  </a:cubicBezTo>
                  <a:cubicBezTo>
                    <a:pt x="89546" y="46384"/>
                    <a:pt x="96841" y="47874"/>
                    <a:pt x="103680" y="49211"/>
                  </a:cubicBezTo>
                  <a:cubicBezTo>
                    <a:pt x="109242" y="50305"/>
                    <a:pt x="109364" y="53254"/>
                    <a:pt x="109850" y="58026"/>
                  </a:cubicBezTo>
                  <a:cubicBezTo>
                    <a:pt x="110397" y="63436"/>
                    <a:pt x="112829" y="68482"/>
                    <a:pt x="118422" y="69667"/>
                  </a:cubicBezTo>
                  <a:cubicBezTo>
                    <a:pt x="125930" y="71278"/>
                    <a:pt x="135626" y="64044"/>
                    <a:pt x="142708" y="66293"/>
                  </a:cubicBezTo>
                  <a:cubicBezTo>
                    <a:pt x="147176" y="67692"/>
                    <a:pt x="153681" y="7264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32"/>
            <p:cNvSpPr/>
            <p:nvPr/>
          </p:nvSpPr>
          <p:spPr>
            <a:xfrm>
              <a:off x="2975000" y="442550"/>
              <a:ext cx="3962850" cy="1813875"/>
            </a:xfrm>
            <a:custGeom>
              <a:rect b="b" l="l" r="r" t="t"/>
              <a:pathLst>
                <a:path extrusionOk="0" fill="none" h="72555" w="158514">
                  <a:moveTo>
                    <a:pt x="0" y="1"/>
                  </a:moveTo>
                  <a:cubicBezTo>
                    <a:pt x="5015" y="2767"/>
                    <a:pt x="10335" y="4894"/>
                    <a:pt x="15624" y="6931"/>
                  </a:cubicBezTo>
                  <a:cubicBezTo>
                    <a:pt x="22189" y="9423"/>
                    <a:pt x="24925" y="13648"/>
                    <a:pt x="26262" y="20031"/>
                  </a:cubicBezTo>
                  <a:cubicBezTo>
                    <a:pt x="27508" y="25958"/>
                    <a:pt x="27843" y="31582"/>
                    <a:pt x="31916" y="36597"/>
                  </a:cubicBezTo>
                  <a:cubicBezTo>
                    <a:pt x="35290" y="40731"/>
                    <a:pt x="32432" y="49150"/>
                    <a:pt x="38299" y="51096"/>
                  </a:cubicBezTo>
                  <a:cubicBezTo>
                    <a:pt x="47326" y="54105"/>
                    <a:pt x="55138" y="44804"/>
                    <a:pt x="59758" y="38512"/>
                  </a:cubicBezTo>
                  <a:cubicBezTo>
                    <a:pt x="66901" y="28816"/>
                    <a:pt x="78512" y="38512"/>
                    <a:pt x="85139" y="42585"/>
                  </a:cubicBezTo>
                  <a:cubicBezTo>
                    <a:pt x="90397" y="45807"/>
                    <a:pt x="97510" y="47995"/>
                    <a:pt x="104105" y="49120"/>
                  </a:cubicBezTo>
                  <a:cubicBezTo>
                    <a:pt x="109698" y="50062"/>
                    <a:pt x="109729" y="52707"/>
                    <a:pt x="110580" y="57691"/>
                  </a:cubicBezTo>
                  <a:cubicBezTo>
                    <a:pt x="111461" y="63071"/>
                    <a:pt x="112829" y="67692"/>
                    <a:pt x="118878" y="68938"/>
                  </a:cubicBezTo>
                  <a:cubicBezTo>
                    <a:pt x="126082" y="70427"/>
                    <a:pt x="136234" y="63649"/>
                    <a:pt x="143012" y="66111"/>
                  </a:cubicBezTo>
                  <a:cubicBezTo>
                    <a:pt x="147359" y="67661"/>
                    <a:pt x="153742" y="7255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32"/>
            <p:cNvSpPr/>
            <p:nvPr/>
          </p:nvSpPr>
          <p:spPr>
            <a:xfrm>
              <a:off x="2975000" y="442550"/>
              <a:ext cx="3962850" cy="1804000"/>
            </a:xfrm>
            <a:custGeom>
              <a:rect b="b" l="l" r="r" t="t"/>
              <a:pathLst>
                <a:path extrusionOk="0" fill="none" h="72160" w="158514">
                  <a:moveTo>
                    <a:pt x="0" y="1"/>
                  </a:moveTo>
                  <a:cubicBezTo>
                    <a:pt x="5076" y="2736"/>
                    <a:pt x="10456" y="4803"/>
                    <a:pt x="15806" y="6688"/>
                  </a:cubicBezTo>
                  <a:cubicBezTo>
                    <a:pt x="22037" y="8876"/>
                    <a:pt x="26049" y="12767"/>
                    <a:pt x="27326" y="18967"/>
                  </a:cubicBezTo>
                  <a:cubicBezTo>
                    <a:pt x="28542" y="24925"/>
                    <a:pt x="27326" y="31126"/>
                    <a:pt x="31855" y="36202"/>
                  </a:cubicBezTo>
                  <a:cubicBezTo>
                    <a:pt x="35381" y="40153"/>
                    <a:pt x="33618" y="48725"/>
                    <a:pt x="39150" y="50457"/>
                  </a:cubicBezTo>
                  <a:cubicBezTo>
                    <a:pt x="48329" y="53314"/>
                    <a:pt x="55746" y="42919"/>
                    <a:pt x="60792" y="36810"/>
                  </a:cubicBezTo>
                  <a:cubicBezTo>
                    <a:pt x="67995" y="28086"/>
                    <a:pt x="80032" y="38360"/>
                    <a:pt x="86263" y="42159"/>
                  </a:cubicBezTo>
                  <a:cubicBezTo>
                    <a:pt x="91430" y="45320"/>
                    <a:pt x="98057" y="48056"/>
                    <a:pt x="104561" y="48998"/>
                  </a:cubicBezTo>
                  <a:cubicBezTo>
                    <a:pt x="115747" y="50700"/>
                    <a:pt x="107692" y="65898"/>
                    <a:pt x="119303" y="68178"/>
                  </a:cubicBezTo>
                  <a:cubicBezTo>
                    <a:pt x="126294" y="69576"/>
                    <a:pt x="136872" y="63254"/>
                    <a:pt x="143316" y="65898"/>
                  </a:cubicBezTo>
                  <a:cubicBezTo>
                    <a:pt x="147784" y="67752"/>
                    <a:pt x="153407" y="7216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32"/>
            <p:cNvSpPr/>
            <p:nvPr/>
          </p:nvSpPr>
          <p:spPr>
            <a:xfrm>
              <a:off x="2975000" y="442550"/>
              <a:ext cx="3962100" cy="1802475"/>
            </a:xfrm>
            <a:custGeom>
              <a:rect b="b" l="l" r="r" t="t"/>
              <a:pathLst>
                <a:path extrusionOk="0" fill="none" h="72099" w="158484">
                  <a:moveTo>
                    <a:pt x="0" y="1"/>
                  </a:moveTo>
                  <a:cubicBezTo>
                    <a:pt x="5107" y="2706"/>
                    <a:pt x="10760" y="4590"/>
                    <a:pt x="15958" y="6444"/>
                  </a:cubicBezTo>
                  <a:cubicBezTo>
                    <a:pt x="21764" y="8511"/>
                    <a:pt x="26931" y="11733"/>
                    <a:pt x="28390" y="17843"/>
                  </a:cubicBezTo>
                  <a:cubicBezTo>
                    <a:pt x="29788" y="23740"/>
                    <a:pt x="26900" y="30579"/>
                    <a:pt x="31672" y="35867"/>
                  </a:cubicBezTo>
                  <a:cubicBezTo>
                    <a:pt x="35107" y="39636"/>
                    <a:pt x="34925" y="48390"/>
                    <a:pt x="40001" y="49849"/>
                  </a:cubicBezTo>
                  <a:cubicBezTo>
                    <a:pt x="49302" y="52494"/>
                    <a:pt x="56415" y="40761"/>
                    <a:pt x="61886" y="35320"/>
                  </a:cubicBezTo>
                  <a:cubicBezTo>
                    <a:pt x="69211" y="28025"/>
                    <a:pt x="81278" y="37873"/>
                    <a:pt x="87327" y="41612"/>
                  </a:cubicBezTo>
                  <a:cubicBezTo>
                    <a:pt x="92585" y="44864"/>
                    <a:pt x="98421" y="48117"/>
                    <a:pt x="104926" y="48968"/>
                  </a:cubicBezTo>
                  <a:cubicBezTo>
                    <a:pt x="116385" y="50457"/>
                    <a:pt x="108239" y="65442"/>
                    <a:pt x="119759" y="67509"/>
                  </a:cubicBezTo>
                  <a:cubicBezTo>
                    <a:pt x="126659" y="68725"/>
                    <a:pt x="137298" y="62980"/>
                    <a:pt x="143559" y="65716"/>
                  </a:cubicBezTo>
                  <a:cubicBezTo>
                    <a:pt x="147936" y="67631"/>
                    <a:pt x="153407" y="72099"/>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32"/>
            <p:cNvSpPr/>
            <p:nvPr/>
          </p:nvSpPr>
          <p:spPr>
            <a:xfrm>
              <a:off x="2975000" y="442550"/>
              <a:ext cx="3962850" cy="1800200"/>
            </a:xfrm>
            <a:custGeom>
              <a:rect b="b" l="l" r="r" t="t"/>
              <a:pathLst>
                <a:path extrusionOk="0" fill="none" h="72008" w="158514">
                  <a:moveTo>
                    <a:pt x="0" y="1"/>
                  </a:moveTo>
                  <a:cubicBezTo>
                    <a:pt x="5167" y="2645"/>
                    <a:pt x="10821" y="4499"/>
                    <a:pt x="16140" y="6201"/>
                  </a:cubicBezTo>
                  <a:cubicBezTo>
                    <a:pt x="21976" y="8055"/>
                    <a:pt x="27630" y="11065"/>
                    <a:pt x="29484" y="16657"/>
                  </a:cubicBezTo>
                  <a:cubicBezTo>
                    <a:pt x="31308" y="22159"/>
                    <a:pt x="26748" y="29940"/>
                    <a:pt x="31521" y="35442"/>
                  </a:cubicBezTo>
                  <a:cubicBezTo>
                    <a:pt x="34621" y="38998"/>
                    <a:pt x="36414" y="48147"/>
                    <a:pt x="40913" y="49211"/>
                  </a:cubicBezTo>
                  <a:cubicBezTo>
                    <a:pt x="50244" y="51430"/>
                    <a:pt x="56749" y="38846"/>
                    <a:pt x="63041" y="34044"/>
                  </a:cubicBezTo>
                  <a:cubicBezTo>
                    <a:pt x="70731" y="28147"/>
                    <a:pt x="82190" y="36992"/>
                    <a:pt x="88391" y="40943"/>
                  </a:cubicBezTo>
                  <a:cubicBezTo>
                    <a:pt x="93862" y="44409"/>
                    <a:pt x="98695" y="48147"/>
                    <a:pt x="105352" y="48907"/>
                  </a:cubicBezTo>
                  <a:cubicBezTo>
                    <a:pt x="117024" y="50184"/>
                    <a:pt x="108786" y="64834"/>
                    <a:pt x="120276" y="66780"/>
                  </a:cubicBezTo>
                  <a:cubicBezTo>
                    <a:pt x="126993" y="67904"/>
                    <a:pt x="137784" y="62585"/>
                    <a:pt x="143863" y="65533"/>
                  </a:cubicBezTo>
                  <a:cubicBezTo>
                    <a:pt x="148149" y="67570"/>
                    <a:pt x="153468" y="72008"/>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32"/>
            <p:cNvSpPr/>
            <p:nvPr/>
          </p:nvSpPr>
          <p:spPr>
            <a:xfrm>
              <a:off x="2975000" y="442550"/>
              <a:ext cx="3963625" cy="1798675"/>
            </a:xfrm>
            <a:custGeom>
              <a:rect b="b" l="l" r="r" t="t"/>
              <a:pathLst>
                <a:path extrusionOk="0" fill="none" h="71947" w="158545">
                  <a:moveTo>
                    <a:pt x="0" y="1"/>
                  </a:moveTo>
                  <a:cubicBezTo>
                    <a:pt x="5198" y="2615"/>
                    <a:pt x="10912" y="4408"/>
                    <a:pt x="16323" y="5958"/>
                  </a:cubicBezTo>
                  <a:cubicBezTo>
                    <a:pt x="22067" y="7630"/>
                    <a:pt x="28147" y="10365"/>
                    <a:pt x="30578" y="15472"/>
                  </a:cubicBezTo>
                  <a:cubicBezTo>
                    <a:pt x="33192" y="20974"/>
                    <a:pt x="26931" y="29059"/>
                    <a:pt x="31369" y="35047"/>
                  </a:cubicBezTo>
                  <a:cubicBezTo>
                    <a:pt x="33831" y="38390"/>
                    <a:pt x="37904" y="47904"/>
                    <a:pt x="41825" y="48542"/>
                  </a:cubicBezTo>
                  <a:cubicBezTo>
                    <a:pt x="50883" y="50062"/>
                    <a:pt x="57296" y="36931"/>
                    <a:pt x="64257" y="33010"/>
                  </a:cubicBezTo>
                  <a:cubicBezTo>
                    <a:pt x="72160" y="28512"/>
                    <a:pt x="83102" y="35928"/>
                    <a:pt x="89424" y="40153"/>
                  </a:cubicBezTo>
                  <a:cubicBezTo>
                    <a:pt x="94804" y="43740"/>
                    <a:pt x="98877" y="48208"/>
                    <a:pt x="105747" y="48846"/>
                  </a:cubicBezTo>
                  <a:cubicBezTo>
                    <a:pt x="117601" y="49971"/>
                    <a:pt x="109425" y="64257"/>
                    <a:pt x="120793" y="66081"/>
                  </a:cubicBezTo>
                  <a:cubicBezTo>
                    <a:pt x="127419" y="67144"/>
                    <a:pt x="138270" y="62281"/>
                    <a:pt x="144167" y="65351"/>
                  </a:cubicBezTo>
                  <a:cubicBezTo>
                    <a:pt x="148362" y="67540"/>
                    <a:pt x="153529" y="71947"/>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32"/>
            <p:cNvSpPr/>
            <p:nvPr/>
          </p:nvSpPr>
          <p:spPr>
            <a:xfrm>
              <a:off x="2975000" y="442550"/>
              <a:ext cx="3962850" cy="1795650"/>
            </a:xfrm>
            <a:custGeom>
              <a:rect b="b" l="l" r="r" t="t"/>
              <a:pathLst>
                <a:path extrusionOk="0" fill="none" h="71826" w="158514">
                  <a:moveTo>
                    <a:pt x="0" y="1"/>
                  </a:moveTo>
                  <a:cubicBezTo>
                    <a:pt x="5259" y="2584"/>
                    <a:pt x="10973" y="4317"/>
                    <a:pt x="16475" y="5745"/>
                  </a:cubicBezTo>
                  <a:cubicBezTo>
                    <a:pt x="22250" y="7235"/>
                    <a:pt x="28542" y="9788"/>
                    <a:pt x="31581" y="14195"/>
                  </a:cubicBezTo>
                  <a:cubicBezTo>
                    <a:pt x="35168" y="19332"/>
                    <a:pt x="27326" y="28238"/>
                    <a:pt x="31247" y="34560"/>
                  </a:cubicBezTo>
                  <a:cubicBezTo>
                    <a:pt x="33253" y="37782"/>
                    <a:pt x="39150" y="47418"/>
                    <a:pt x="42737" y="47722"/>
                  </a:cubicBezTo>
                  <a:cubicBezTo>
                    <a:pt x="51612" y="48482"/>
                    <a:pt x="57752" y="35229"/>
                    <a:pt x="65412" y="32129"/>
                  </a:cubicBezTo>
                  <a:cubicBezTo>
                    <a:pt x="73588" y="28816"/>
                    <a:pt x="84044" y="34804"/>
                    <a:pt x="90275" y="39302"/>
                  </a:cubicBezTo>
                  <a:cubicBezTo>
                    <a:pt x="95351" y="42980"/>
                    <a:pt x="98938" y="48269"/>
                    <a:pt x="106081" y="48816"/>
                  </a:cubicBezTo>
                  <a:cubicBezTo>
                    <a:pt x="111704" y="49241"/>
                    <a:pt x="112981" y="50670"/>
                    <a:pt x="114136" y="56111"/>
                  </a:cubicBezTo>
                  <a:cubicBezTo>
                    <a:pt x="115139" y="60792"/>
                    <a:pt x="115321" y="64470"/>
                    <a:pt x="121279" y="65381"/>
                  </a:cubicBezTo>
                  <a:cubicBezTo>
                    <a:pt x="127784" y="66385"/>
                    <a:pt x="138696" y="61947"/>
                    <a:pt x="144410" y="65169"/>
                  </a:cubicBezTo>
                  <a:cubicBezTo>
                    <a:pt x="148483" y="67448"/>
                    <a:pt x="153529" y="7182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32"/>
            <p:cNvSpPr/>
            <p:nvPr/>
          </p:nvSpPr>
          <p:spPr>
            <a:xfrm>
              <a:off x="2975000" y="442550"/>
              <a:ext cx="3962850" cy="1794125"/>
            </a:xfrm>
            <a:custGeom>
              <a:rect b="b" l="l" r="r" t="t"/>
              <a:pathLst>
                <a:path extrusionOk="0" fill="none" h="71765" w="158514">
                  <a:moveTo>
                    <a:pt x="0" y="1"/>
                  </a:moveTo>
                  <a:cubicBezTo>
                    <a:pt x="5319" y="2554"/>
                    <a:pt x="11064" y="4226"/>
                    <a:pt x="16627" y="5502"/>
                  </a:cubicBezTo>
                  <a:cubicBezTo>
                    <a:pt x="22523" y="6840"/>
                    <a:pt x="28663" y="9302"/>
                    <a:pt x="32554" y="12919"/>
                  </a:cubicBezTo>
                  <a:cubicBezTo>
                    <a:pt x="36931" y="17022"/>
                    <a:pt x="28906" y="28268"/>
                    <a:pt x="31247" y="33983"/>
                  </a:cubicBezTo>
                  <a:cubicBezTo>
                    <a:pt x="32615" y="37326"/>
                    <a:pt x="40031" y="46658"/>
                    <a:pt x="43679" y="46719"/>
                  </a:cubicBezTo>
                  <a:cubicBezTo>
                    <a:pt x="52433" y="46810"/>
                    <a:pt x="58117" y="33861"/>
                    <a:pt x="66628" y="31430"/>
                  </a:cubicBezTo>
                  <a:cubicBezTo>
                    <a:pt x="75108" y="28998"/>
                    <a:pt x="85078" y="33709"/>
                    <a:pt x="91066" y="38451"/>
                  </a:cubicBezTo>
                  <a:cubicBezTo>
                    <a:pt x="95899" y="42250"/>
                    <a:pt x="98847" y="48482"/>
                    <a:pt x="106446" y="48785"/>
                  </a:cubicBezTo>
                  <a:cubicBezTo>
                    <a:pt x="119030" y="49272"/>
                    <a:pt x="110853" y="62950"/>
                    <a:pt x="121826" y="64743"/>
                  </a:cubicBezTo>
                  <a:cubicBezTo>
                    <a:pt x="128088" y="65746"/>
                    <a:pt x="139121" y="61612"/>
                    <a:pt x="144684" y="64986"/>
                  </a:cubicBezTo>
                  <a:cubicBezTo>
                    <a:pt x="148666" y="67388"/>
                    <a:pt x="153559" y="7176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32"/>
            <p:cNvSpPr/>
            <p:nvPr/>
          </p:nvSpPr>
          <p:spPr>
            <a:xfrm>
              <a:off x="2975000" y="442550"/>
              <a:ext cx="3962850" cy="1791075"/>
            </a:xfrm>
            <a:custGeom>
              <a:rect b="b" l="l" r="r" t="t"/>
              <a:pathLst>
                <a:path extrusionOk="0" fill="none" h="71643" w="158514">
                  <a:moveTo>
                    <a:pt x="0" y="1"/>
                  </a:moveTo>
                  <a:cubicBezTo>
                    <a:pt x="5319" y="2523"/>
                    <a:pt x="11155" y="4134"/>
                    <a:pt x="16779" y="5259"/>
                  </a:cubicBezTo>
                  <a:cubicBezTo>
                    <a:pt x="22736" y="6475"/>
                    <a:pt x="29302" y="9058"/>
                    <a:pt x="33405" y="11672"/>
                  </a:cubicBezTo>
                  <a:cubicBezTo>
                    <a:pt x="37660" y="14378"/>
                    <a:pt x="30821" y="28968"/>
                    <a:pt x="31399" y="33314"/>
                  </a:cubicBezTo>
                  <a:cubicBezTo>
                    <a:pt x="31885" y="36931"/>
                    <a:pt x="40578" y="45624"/>
                    <a:pt x="44651" y="45472"/>
                  </a:cubicBezTo>
                  <a:cubicBezTo>
                    <a:pt x="53101" y="45168"/>
                    <a:pt x="58421" y="32828"/>
                    <a:pt x="67874" y="30852"/>
                  </a:cubicBezTo>
                  <a:cubicBezTo>
                    <a:pt x="76658" y="29028"/>
                    <a:pt x="86233" y="32706"/>
                    <a:pt x="91856" y="37509"/>
                  </a:cubicBezTo>
                  <a:cubicBezTo>
                    <a:pt x="96476" y="41491"/>
                    <a:pt x="98908" y="48542"/>
                    <a:pt x="106780" y="48755"/>
                  </a:cubicBezTo>
                  <a:cubicBezTo>
                    <a:pt x="112647" y="48907"/>
                    <a:pt x="114045" y="50184"/>
                    <a:pt x="115565" y="55503"/>
                  </a:cubicBezTo>
                  <a:cubicBezTo>
                    <a:pt x="116841" y="60062"/>
                    <a:pt x="116628" y="63132"/>
                    <a:pt x="122404" y="64044"/>
                  </a:cubicBezTo>
                  <a:cubicBezTo>
                    <a:pt x="128544" y="65047"/>
                    <a:pt x="139486" y="61278"/>
                    <a:pt x="144957" y="64804"/>
                  </a:cubicBezTo>
                  <a:cubicBezTo>
                    <a:pt x="148818" y="67296"/>
                    <a:pt x="153559" y="71643"/>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32"/>
            <p:cNvSpPr/>
            <p:nvPr/>
          </p:nvSpPr>
          <p:spPr>
            <a:xfrm>
              <a:off x="2975000" y="442550"/>
              <a:ext cx="3962100" cy="1789575"/>
            </a:xfrm>
            <a:custGeom>
              <a:rect b="b" l="l" r="r" t="t"/>
              <a:pathLst>
                <a:path extrusionOk="0" fill="none" h="71583" w="158484">
                  <a:moveTo>
                    <a:pt x="0" y="1"/>
                  </a:moveTo>
                  <a:cubicBezTo>
                    <a:pt x="5380" y="2463"/>
                    <a:pt x="11216" y="4043"/>
                    <a:pt x="16900" y="5016"/>
                  </a:cubicBezTo>
                  <a:cubicBezTo>
                    <a:pt x="22797" y="6049"/>
                    <a:pt x="29058" y="8724"/>
                    <a:pt x="34135" y="10457"/>
                  </a:cubicBezTo>
                  <a:cubicBezTo>
                    <a:pt x="39667" y="12372"/>
                    <a:pt x="32037" y="28846"/>
                    <a:pt x="31855" y="32463"/>
                  </a:cubicBezTo>
                  <a:cubicBezTo>
                    <a:pt x="31672" y="36597"/>
                    <a:pt x="40852" y="44712"/>
                    <a:pt x="45503" y="44074"/>
                  </a:cubicBezTo>
                  <a:cubicBezTo>
                    <a:pt x="54165" y="42889"/>
                    <a:pt x="59606" y="32038"/>
                    <a:pt x="69090" y="30335"/>
                  </a:cubicBezTo>
                  <a:cubicBezTo>
                    <a:pt x="77479" y="28846"/>
                    <a:pt x="87388" y="31703"/>
                    <a:pt x="92646" y="36566"/>
                  </a:cubicBezTo>
                  <a:cubicBezTo>
                    <a:pt x="97084" y="40670"/>
                    <a:pt x="98908" y="48634"/>
                    <a:pt x="107084" y="48725"/>
                  </a:cubicBezTo>
                  <a:cubicBezTo>
                    <a:pt x="112890" y="48816"/>
                    <a:pt x="114501" y="49910"/>
                    <a:pt x="116203" y="55229"/>
                  </a:cubicBezTo>
                  <a:cubicBezTo>
                    <a:pt x="117571" y="59606"/>
                    <a:pt x="117297" y="62555"/>
                    <a:pt x="122951" y="63436"/>
                  </a:cubicBezTo>
                  <a:cubicBezTo>
                    <a:pt x="129030" y="64378"/>
                    <a:pt x="139851" y="60944"/>
                    <a:pt x="145200" y="64622"/>
                  </a:cubicBezTo>
                  <a:cubicBezTo>
                    <a:pt x="148939" y="67205"/>
                    <a:pt x="153590" y="7158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32"/>
            <p:cNvSpPr/>
            <p:nvPr/>
          </p:nvSpPr>
          <p:spPr>
            <a:xfrm>
              <a:off x="2975000" y="442550"/>
              <a:ext cx="3962850" cy="1785000"/>
            </a:xfrm>
            <a:custGeom>
              <a:rect b="b" l="l" r="r" t="t"/>
              <a:pathLst>
                <a:path extrusionOk="0" fill="none" h="71400" w="158514">
                  <a:moveTo>
                    <a:pt x="0" y="1"/>
                  </a:moveTo>
                  <a:cubicBezTo>
                    <a:pt x="5411" y="2432"/>
                    <a:pt x="11307" y="3952"/>
                    <a:pt x="17052" y="4803"/>
                  </a:cubicBezTo>
                  <a:cubicBezTo>
                    <a:pt x="22949" y="5685"/>
                    <a:pt x="29028" y="8967"/>
                    <a:pt x="34682" y="9362"/>
                  </a:cubicBezTo>
                  <a:cubicBezTo>
                    <a:pt x="42007" y="9849"/>
                    <a:pt x="33557" y="28360"/>
                    <a:pt x="32858" y="31065"/>
                  </a:cubicBezTo>
                  <a:cubicBezTo>
                    <a:pt x="31308" y="36931"/>
                    <a:pt x="41095" y="43801"/>
                    <a:pt x="46141" y="42676"/>
                  </a:cubicBezTo>
                  <a:cubicBezTo>
                    <a:pt x="54925" y="40761"/>
                    <a:pt x="60731" y="31703"/>
                    <a:pt x="70245" y="29819"/>
                  </a:cubicBezTo>
                  <a:cubicBezTo>
                    <a:pt x="78451" y="28177"/>
                    <a:pt x="88573" y="30731"/>
                    <a:pt x="93497" y="35563"/>
                  </a:cubicBezTo>
                  <a:cubicBezTo>
                    <a:pt x="97753" y="39728"/>
                    <a:pt x="98969" y="48725"/>
                    <a:pt x="107419" y="48755"/>
                  </a:cubicBezTo>
                  <a:cubicBezTo>
                    <a:pt x="113163" y="48755"/>
                    <a:pt x="115018" y="49667"/>
                    <a:pt x="116872" y="54956"/>
                  </a:cubicBezTo>
                  <a:cubicBezTo>
                    <a:pt x="118331" y="59181"/>
                    <a:pt x="118027" y="61977"/>
                    <a:pt x="123559" y="62798"/>
                  </a:cubicBezTo>
                  <a:cubicBezTo>
                    <a:pt x="129638" y="63710"/>
                    <a:pt x="140459" y="60579"/>
                    <a:pt x="145504" y="64470"/>
                  </a:cubicBezTo>
                  <a:cubicBezTo>
                    <a:pt x="148939" y="67144"/>
                    <a:pt x="153802" y="7140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32"/>
            <p:cNvSpPr/>
            <p:nvPr/>
          </p:nvSpPr>
          <p:spPr>
            <a:xfrm>
              <a:off x="2975000" y="442550"/>
              <a:ext cx="3962100" cy="1781975"/>
            </a:xfrm>
            <a:custGeom>
              <a:rect b="b" l="l" r="r" t="t"/>
              <a:pathLst>
                <a:path extrusionOk="0" fill="none" h="71279" w="158484">
                  <a:moveTo>
                    <a:pt x="0" y="1"/>
                  </a:moveTo>
                  <a:cubicBezTo>
                    <a:pt x="5471" y="2402"/>
                    <a:pt x="11247" y="3922"/>
                    <a:pt x="17174" y="4560"/>
                  </a:cubicBezTo>
                  <a:cubicBezTo>
                    <a:pt x="23253" y="5198"/>
                    <a:pt x="29514" y="8420"/>
                    <a:pt x="35107" y="8177"/>
                  </a:cubicBezTo>
                  <a:cubicBezTo>
                    <a:pt x="44044" y="7782"/>
                    <a:pt x="35290" y="26718"/>
                    <a:pt x="34256" y="29089"/>
                  </a:cubicBezTo>
                  <a:cubicBezTo>
                    <a:pt x="31369" y="35959"/>
                    <a:pt x="40578" y="42980"/>
                    <a:pt x="46658" y="41247"/>
                  </a:cubicBezTo>
                  <a:cubicBezTo>
                    <a:pt x="55533" y="38785"/>
                    <a:pt x="61947" y="31490"/>
                    <a:pt x="71369" y="29180"/>
                  </a:cubicBezTo>
                  <a:cubicBezTo>
                    <a:pt x="79424" y="27174"/>
                    <a:pt x="89819" y="29697"/>
                    <a:pt x="94470" y="34439"/>
                  </a:cubicBezTo>
                  <a:cubicBezTo>
                    <a:pt x="98482" y="38573"/>
                    <a:pt x="99090" y="48785"/>
                    <a:pt x="107753" y="48694"/>
                  </a:cubicBezTo>
                  <a:cubicBezTo>
                    <a:pt x="113407" y="48634"/>
                    <a:pt x="115504" y="49424"/>
                    <a:pt x="117510" y="54652"/>
                  </a:cubicBezTo>
                  <a:cubicBezTo>
                    <a:pt x="119060" y="58694"/>
                    <a:pt x="118665" y="61400"/>
                    <a:pt x="124167" y="62160"/>
                  </a:cubicBezTo>
                  <a:cubicBezTo>
                    <a:pt x="130246" y="62980"/>
                    <a:pt x="140793" y="60245"/>
                    <a:pt x="145717" y="64257"/>
                  </a:cubicBezTo>
                  <a:cubicBezTo>
                    <a:pt x="149061" y="66962"/>
                    <a:pt x="153802" y="71278"/>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32"/>
            <p:cNvSpPr/>
            <p:nvPr/>
          </p:nvSpPr>
          <p:spPr>
            <a:xfrm>
              <a:off x="2975000" y="442550"/>
              <a:ext cx="3962850" cy="1781200"/>
            </a:xfrm>
            <a:custGeom>
              <a:rect b="b" l="l" r="r" t="t"/>
              <a:pathLst>
                <a:path extrusionOk="0" fill="none" h="71248" w="158514">
                  <a:moveTo>
                    <a:pt x="0" y="1"/>
                  </a:moveTo>
                  <a:cubicBezTo>
                    <a:pt x="5502" y="2371"/>
                    <a:pt x="11338" y="3830"/>
                    <a:pt x="17326" y="4347"/>
                  </a:cubicBezTo>
                  <a:cubicBezTo>
                    <a:pt x="23405" y="4833"/>
                    <a:pt x="29484" y="7478"/>
                    <a:pt x="35381" y="7083"/>
                  </a:cubicBezTo>
                  <a:cubicBezTo>
                    <a:pt x="46171" y="6384"/>
                    <a:pt x="37660" y="22007"/>
                    <a:pt x="36080" y="26718"/>
                  </a:cubicBezTo>
                  <a:cubicBezTo>
                    <a:pt x="34560" y="31247"/>
                    <a:pt x="33192" y="34591"/>
                    <a:pt x="37387" y="37934"/>
                  </a:cubicBezTo>
                  <a:cubicBezTo>
                    <a:pt x="40062" y="40032"/>
                    <a:pt x="43983" y="40913"/>
                    <a:pt x="47144" y="39940"/>
                  </a:cubicBezTo>
                  <a:cubicBezTo>
                    <a:pt x="52007" y="38421"/>
                    <a:pt x="55959" y="34864"/>
                    <a:pt x="60548" y="32524"/>
                  </a:cubicBezTo>
                  <a:cubicBezTo>
                    <a:pt x="64409" y="30579"/>
                    <a:pt x="68360" y="29758"/>
                    <a:pt x="72403" y="28512"/>
                  </a:cubicBezTo>
                  <a:cubicBezTo>
                    <a:pt x="80275" y="26080"/>
                    <a:pt x="91187" y="28724"/>
                    <a:pt x="95503" y="33314"/>
                  </a:cubicBezTo>
                  <a:cubicBezTo>
                    <a:pt x="99303" y="37296"/>
                    <a:pt x="99212" y="48877"/>
                    <a:pt x="108118" y="48694"/>
                  </a:cubicBezTo>
                  <a:cubicBezTo>
                    <a:pt x="113589" y="48573"/>
                    <a:pt x="115990" y="49302"/>
                    <a:pt x="118148" y="54409"/>
                  </a:cubicBezTo>
                  <a:cubicBezTo>
                    <a:pt x="119820" y="58299"/>
                    <a:pt x="119364" y="60974"/>
                    <a:pt x="124805" y="61612"/>
                  </a:cubicBezTo>
                  <a:cubicBezTo>
                    <a:pt x="130519" y="62281"/>
                    <a:pt x="141249" y="59819"/>
                    <a:pt x="145991" y="64135"/>
                  </a:cubicBezTo>
                  <a:cubicBezTo>
                    <a:pt x="149213" y="67023"/>
                    <a:pt x="153863" y="71248"/>
                    <a:pt x="158514" y="68695"/>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32"/>
            <p:cNvSpPr/>
            <p:nvPr/>
          </p:nvSpPr>
          <p:spPr>
            <a:xfrm>
              <a:off x="2975000" y="442550"/>
              <a:ext cx="3962100" cy="1777400"/>
            </a:xfrm>
            <a:custGeom>
              <a:rect b="b" l="l" r="r" t="t"/>
              <a:pathLst>
                <a:path extrusionOk="0" fill="none" h="71096" w="158484">
                  <a:moveTo>
                    <a:pt x="0" y="1"/>
                  </a:moveTo>
                  <a:cubicBezTo>
                    <a:pt x="5532" y="2341"/>
                    <a:pt x="11429" y="3739"/>
                    <a:pt x="17447" y="4104"/>
                  </a:cubicBezTo>
                  <a:cubicBezTo>
                    <a:pt x="23496" y="4469"/>
                    <a:pt x="29484" y="6596"/>
                    <a:pt x="35533" y="6049"/>
                  </a:cubicBezTo>
                  <a:cubicBezTo>
                    <a:pt x="47357" y="4955"/>
                    <a:pt x="40822" y="16809"/>
                    <a:pt x="38208" y="23983"/>
                  </a:cubicBezTo>
                  <a:cubicBezTo>
                    <a:pt x="36657" y="28329"/>
                    <a:pt x="33557" y="33253"/>
                    <a:pt x="37691" y="36962"/>
                  </a:cubicBezTo>
                  <a:cubicBezTo>
                    <a:pt x="40244" y="39272"/>
                    <a:pt x="44591" y="39636"/>
                    <a:pt x="47661" y="38603"/>
                  </a:cubicBezTo>
                  <a:cubicBezTo>
                    <a:pt x="52646" y="36931"/>
                    <a:pt x="56901" y="33557"/>
                    <a:pt x="61764" y="31460"/>
                  </a:cubicBezTo>
                  <a:cubicBezTo>
                    <a:pt x="65533" y="29819"/>
                    <a:pt x="69576" y="29150"/>
                    <a:pt x="73375" y="27721"/>
                  </a:cubicBezTo>
                  <a:cubicBezTo>
                    <a:pt x="80974" y="24864"/>
                    <a:pt x="92464" y="27721"/>
                    <a:pt x="96659" y="32068"/>
                  </a:cubicBezTo>
                  <a:cubicBezTo>
                    <a:pt x="100884" y="36445"/>
                    <a:pt x="98634" y="48512"/>
                    <a:pt x="108452" y="48664"/>
                  </a:cubicBezTo>
                  <a:cubicBezTo>
                    <a:pt x="114014" y="48755"/>
                    <a:pt x="116416" y="49150"/>
                    <a:pt x="118756" y="54105"/>
                  </a:cubicBezTo>
                  <a:cubicBezTo>
                    <a:pt x="120550" y="57874"/>
                    <a:pt x="120002" y="60488"/>
                    <a:pt x="125413" y="61035"/>
                  </a:cubicBezTo>
                  <a:cubicBezTo>
                    <a:pt x="131158" y="61643"/>
                    <a:pt x="141553" y="59454"/>
                    <a:pt x="146234" y="63922"/>
                  </a:cubicBezTo>
                  <a:cubicBezTo>
                    <a:pt x="149334" y="66871"/>
                    <a:pt x="153894" y="71096"/>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32"/>
            <p:cNvSpPr/>
            <p:nvPr/>
          </p:nvSpPr>
          <p:spPr>
            <a:xfrm>
              <a:off x="2975000" y="442550"/>
              <a:ext cx="3962850" cy="1775125"/>
            </a:xfrm>
            <a:custGeom>
              <a:rect b="b" l="l" r="r" t="t"/>
              <a:pathLst>
                <a:path extrusionOk="0" fill="none" h="71005" w="158514">
                  <a:moveTo>
                    <a:pt x="0" y="1"/>
                  </a:moveTo>
                  <a:cubicBezTo>
                    <a:pt x="5593" y="2311"/>
                    <a:pt x="11520" y="3648"/>
                    <a:pt x="17569" y="3861"/>
                  </a:cubicBezTo>
                  <a:cubicBezTo>
                    <a:pt x="23587" y="4074"/>
                    <a:pt x="29636" y="5837"/>
                    <a:pt x="35594" y="5046"/>
                  </a:cubicBezTo>
                  <a:cubicBezTo>
                    <a:pt x="47569" y="3466"/>
                    <a:pt x="43800" y="12280"/>
                    <a:pt x="40578" y="20974"/>
                  </a:cubicBezTo>
                  <a:cubicBezTo>
                    <a:pt x="39059" y="25107"/>
                    <a:pt x="34773" y="31916"/>
                    <a:pt x="38268" y="35867"/>
                  </a:cubicBezTo>
                  <a:cubicBezTo>
                    <a:pt x="40548" y="38451"/>
                    <a:pt x="45381" y="38208"/>
                    <a:pt x="48238" y="37296"/>
                  </a:cubicBezTo>
                  <a:cubicBezTo>
                    <a:pt x="53405" y="35624"/>
                    <a:pt x="57965" y="32281"/>
                    <a:pt x="63102" y="30366"/>
                  </a:cubicBezTo>
                  <a:cubicBezTo>
                    <a:pt x="66780" y="28968"/>
                    <a:pt x="70701" y="28420"/>
                    <a:pt x="74257" y="26840"/>
                  </a:cubicBezTo>
                  <a:cubicBezTo>
                    <a:pt x="81552" y="23588"/>
                    <a:pt x="94075" y="26779"/>
                    <a:pt x="97935" y="30791"/>
                  </a:cubicBezTo>
                  <a:cubicBezTo>
                    <a:pt x="101887" y="34895"/>
                    <a:pt x="98938" y="48542"/>
                    <a:pt x="108817" y="48664"/>
                  </a:cubicBezTo>
                  <a:cubicBezTo>
                    <a:pt x="114227" y="48694"/>
                    <a:pt x="116872" y="49029"/>
                    <a:pt x="119364" y="53801"/>
                  </a:cubicBezTo>
                  <a:cubicBezTo>
                    <a:pt x="121249" y="57448"/>
                    <a:pt x="120702" y="60032"/>
                    <a:pt x="126021" y="60518"/>
                  </a:cubicBezTo>
                  <a:cubicBezTo>
                    <a:pt x="131826" y="61035"/>
                    <a:pt x="141857" y="59120"/>
                    <a:pt x="146507" y="63771"/>
                  </a:cubicBezTo>
                  <a:cubicBezTo>
                    <a:pt x="149456" y="66719"/>
                    <a:pt x="153924" y="7100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32"/>
            <p:cNvSpPr/>
            <p:nvPr/>
          </p:nvSpPr>
          <p:spPr>
            <a:xfrm>
              <a:off x="2975000" y="442550"/>
              <a:ext cx="3962850" cy="1772850"/>
            </a:xfrm>
            <a:custGeom>
              <a:rect b="b" l="l" r="r" t="t"/>
              <a:pathLst>
                <a:path extrusionOk="0" fill="none" h="70914" w="158514">
                  <a:moveTo>
                    <a:pt x="0" y="1"/>
                  </a:moveTo>
                  <a:cubicBezTo>
                    <a:pt x="5623" y="2280"/>
                    <a:pt x="11611" y="3526"/>
                    <a:pt x="17690" y="3648"/>
                  </a:cubicBezTo>
                  <a:cubicBezTo>
                    <a:pt x="23648" y="3709"/>
                    <a:pt x="29636" y="5016"/>
                    <a:pt x="35563" y="4104"/>
                  </a:cubicBezTo>
                  <a:cubicBezTo>
                    <a:pt x="47022" y="2371"/>
                    <a:pt x="46627" y="7843"/>
                    <a:pt x="43101" y="17812"/>
                  </a:cubicBezTo>
                  <a:cubicBezTo>
                    <a:pt x="41733" y="21612"/>
                    <a:pt x="36232" y="30670"/>
                    <a:pt x="39028" y="34621"/>
                  </a:cubicBezTo>
                  <a:cubicBezTo>
                    <a:pt x="41004" y="37387"/>
                    <a:pt x="46293" y="36901"/>
                    <a:pt x="48968" y="35989"/>
                  </a:cubicBezTo>
                  <a:cubicBezTo>
                    <a:pt x="57235" y="33071"/>
                    <a:pt x="67235" y="29667"/>
                    <a:pt x="75108" y="25867"/>
                  </a:cubicBezTo>
                  <a:cubicBezTo>
                    <a:pt x="82008" y="22524"/>
                    <a:pt x="95655" y="25746"/>
                    <a:pt x="99303" y="29484"/>
                  </a:cubicBezTo>
                  <a:cubicBezTo>
                    <a:pt x="103042" y="33284"/>
                    <a:pt x="99546" y="48573"/>
                    <a:pt x="109242" y="48573"/>
                  </a:cubicBezTo>
                  <a:cubicBezTo>
                    <a:pt x="114379" y="48573"/>
                    <a:pt x="117328" y="48968"/>
                    <a:pt x="119942" y="53527"/>
                  </a:cubicBezTo>
                  <a:cubicBezTo>
                    <a:pt x="121948" y="57023"/>
                    <a:pt x="121340" y="59606"/>
                    <a:pt x="126629" y="60032"/>
                  </a:cubicBezTo>
                  <a:cubicBezTo>
                    <a:pt x="132495" y="60488"/>
                    <a:pt x="142130" y="58725"/>
                    <a:pt x="146751" y="63558"/>
                  </a:cubicBezTo>
                  <a:cubicBezTo>
                    <a:pt x="149608" y="66567"/>
                    <a:pt x="153985" y="70913"/>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32"/>
            <p:cNvSpPr/>
            <p:nvPr/>
          </p:nvSpPr>
          <p:spPr>
            <a:xfrm>
              <a:off x="2975000" y="442550"/>
              <a:ext cx="3962100" cy="1769800"/>
            </a:xfrm>
            <a:custGeom>
              <a:rect b="b" l="l" r="r" t="t"/>
              <a:pathLst>
                <a:path extrusionOk="0" fill="none" h="70792" w="158484">
                  <a:moveTo>
                    <a:pt x="0" y="1"/>
                  </a:moveTo>
                  <a:cubicBezTo>
                    <a:pt x="5654" y="2280"/>
                    <a:pt x="11703" y="3435"/>
                    <a:pt x="17812" y="3405"/>
                  </a:cubicBezTo>
                  <a:cubicBezTo>
                    <a:pt x="23709" y="3344"/>
                    <a:pt x="29606" y="4165"/>
                    <a:pt x="35502" y="3192"/>
                  </a:cubicBezTo>
                  <a:cubicBezTo>
                    <a:pt x="37660" y="2858"/>
                    <a:pt x="42463" y="1976"/>
                    <a:pt x="44621" y="2949"/>
                  </a:cubicBezTo>
                  <a:cubicBezTo>
                    <a:pt x="49545" y="5168"/>
                    <a:pt x="46840" y="10913"/>
                    <a:pt x="45624" y="14742"/>
                  </a:cubicBezTo>
                  <a:cubicBezTo>
                    <a:pt x="43557" y="21369"/>
                    <a:pt x="34135" y="40001"/>
                    <a:pt x="49819" y="34652"/>
                  </a:cubicBezTo>
                  <a:cubicBezTo>
                    <a:pt x="58299" y="31734"/>
                    <a:pt x="67935" y="28177"/>
                    <a:pt x="76050" y="24864"/>
                  </a:cubicBezTo>
                  <a:cubicBezTo>
                    <a:pt x="83072" y="21977"/>
                    <a:pt x="96051" y="24347"/>
                    <a:pt x="100762" y="28117"/>
                  </a:cubicBezTo>
                  <a:cubicBezTo>
                    <a:pt x="105716" y="32098"/>
                    <a:pt x="98908" y="48299"/>
                    <a:pt x="109698" y="48482"/>
                  </a:cubicBezTo>
                  <a:cubicBezTo>
                    <a:pt x="114653" y="48573"/>
                    <a:pt x="117753" y="48846"/>
                    <a:pt x="120458" y="53254"/>
                  </a:cubicBezTo>
                  <a:cubicBezTo>
                    <a:pt x="122586" y="56628"/>
                    <a:pt x="121948" y="59242"/>
                    <a:pt x="127176" y="59576"/>
                  </a:cubicBezTo>
                  <a:cubicBezTo>
                    <a:pt x="133133" y="60001"/>
                    <a:pt x="142404" y="58360"/>
                    <a:pt x="146963" y="63375"/>
                  </a:cubicBezTo>
                  <a:cubicBezTo>
                    <a:pt x="149699" y="66385"/>
                    <a:pt x="153985" y="70792"/>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32"/>
            <p:cNvSpPr/>
            <p:nvPr/>
          </p:nvSpPr>
          <p:spPr>
            <a:xfrm>
              <a:off x="2975000" y="442550"/>
              <a:ext cx="3963625" cy="1767525"/>
            </a:xfrm>
            <a:custGeom>
              <a:rect b="b" l="l" r="r" t="t"/>
              <a:pathLst>
                <a:path extrusionOk="0" fill="none" h="70701" w="158545">
                  <a:moveTo>
                    <a:pt x="0" y="1"/>
                  </a:moveTo>
                  <a:cubicBezTo>
                    <a:pt x="5715" y="2250"/>
                    <a:pt x="11794" y="3314"/>
                    <a:pt x="17934" y="3192"/>
                  </a:cubicBezTo>
                  <a:cubicBezTo>
                    <a:pt x="23770" y="2979"/>
                    <a:pt x="29575" y="3314"/>
                    <a:pt x="35411" y="2341"/>
                  </a:cubicBezTo>
                  <a:cubicBezTo>
                    <a:pt x="44439" y="791"/>
                    <a:pt x="50518" y="2371"/>
                    <a:pt x="48147" y="11916"/>
                  </a:cubicBezTo>
                  <a:cubicBezTo>
                    <a:pt x="46627" y="18086"/>
                    <a:pt x="34894" y="38725"/>
                    <a:pt x="50883" y="33253"/>
                  </a:cubicBezTo>
                  <a:cubicBezTo>
                    <a:pt x="59697" y="30244"/>
                    <a:pt x="68482" y="26688"/>
                    <a:pt x="77418" y="23922"/>
                  </a:cubicBezTo>
                  <a:cubicBezTo>
                    <a:pt x="84227" y="21794"/>
                    <a:pt x="97601" y="22585"/>
                    <a:pt x="102312" y="26779"/>
                  </a:cubicBezTo>
                  <a:cubicBezTo>
                    <a:pt x="107510" y="31399"/>
                    <a:pt x="99394" y="48056"/>
                    <a:pt x="110276" y="48330"/>
                  </a:cubicBezTo>
                  <a:cubicBezTo>
                    <a:pt x="115200" y="48451"/>
                    <a:pt x="117966" y="49181"/>
                    <a:pt x="120945" y="52889"/>
                  </a:cubicBezTo>
                  <a:cubicBezTo>
                    <a:pt x="123376" y="55928"/>
                    <a:pt x="122464" y="58877"/>
                    <a:pt x="127784" y="59150"/>
                  </a:cubicBezTo>
                  <a:cubicBezTo>
                    <a:pt x="133711" y="59454"/>
                    <a:pt x="142769" y="58026"/>
                    <a:pt x="147267" y="63223"/>
                  </a:cubicBezTo>
                  <a:cubicBezTo>
                    <a:pt x="149881" y="66202"/>
                    <a:pt x="154076" y="70701"/>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32"/>
            <p:cNvSpPr/>
            <p:nvPr/>
          </p:nvSpPr>
          <p:spPr>
            <a:xfrm>
              <a:off x="2975000" y="442550"/>
              <a:ext cx="3962850" cy="1765250"/>
            </a:xfrm>
            <a:custGeom>
              <a:rect b="b" l="l" r="r" t="t"/>
              <a:pathLst>
                <a:path extrusionOk="0" fill="none" h="70610" w="158514">
                  <a:moveTo>
                    <a:pt x="0" y="1"/>
                  </a:moveTo>
                  <a:cubicBezTo>
                    <a:pt x="5745" y="2219"/>
                    <a:pt x="11885" y="3223"/>
                    <a:pt x="18025" y="2949"/>
                  </a:cubicBezTo>
                  <a:cubicBezTo>
                    <a:pt x="23800" y="2645"/>
                    <a:pt x="29514" y="2493"/>
                    <a:pt x="35259" y="1490"/>
                  </a:cubicBezTo>
                  <a:cubicBezTo>
                    <a:pt x="38056" y="1004"/>
                    <a:pt x="42189" y="396"/>
                    <a:pt x="44986" y="1064"/>
                  </a:cubicBezTo>
                  <a:cubicBezTo>
                    <a:pt x="50183" y="2280"/>
                    <a:pt x="51065" y="4803"/>
                    <a:pt x="50487" y="9454"/>
                  </a:cubicBezTo>
                  <a:cubicBezTo>
                    <a:pt x="49728" y="14986"/>
                    <a:pt x="36627" y="36870"/>
                    <a:pt x="52068" y="31825"/>
                  </a:cubicBezTo>
                  <a:cubicBezTo>
                    <a:pt x="60944" y="28937"/>
                    <a:pt x="69910" y="25533"/>
                    <a:pt x="79029" y="23010"/>
                  </a:cubicBezTo>
                  <a:cubicBezTo>
                    <a:pt x="86111" y="21095"/>
                    <a:pt x="98969" y="21551"/>
                    <a:pt x="103893" y="25472"/>
                  </a:cubicBezTo>
                  <a:cubicBezTo>
                    <a:pt x="109212" y="29697"/>
                    <a:pt x="100093" y="47661"/>
                    <a:pt x="110823" y="48147"/>
                  </a:cubicBezTo>
                  <a:cubicBezTo>
                    <a:pt x="115595" y="48360"/>
                    <a:pt x="118422" y="49120"/>
                    <a:pt x="121431" y="52646"/>
                  </a:cubicBezTo>
                  <a:cubicBezTo>
                    <a:pt x="123923" y="55594"/>
                    <a:pt x="123103" y="58542"/>
                    <a:pt x="128300" y="58786"/>
                  </a:cubicBezTo>
                  <a:cubicBezTo>
                    <a:pt x="134288" y="59059"/>
                    <a:pt x="143042" y="57783"/>
                    <a:pt x="147480" y="63041"/>
                  </a:cubicBezTo>
                  <a:cubicBezTo>
                    <a:pt x="150003" y="65989"/>
                    <a:pt x="154076" y="7061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32"/>
            <p:cNvSpPr/>
            <p:nvPr/>
          </p:nvSpPr>
          <p:spPr>
            <a:xfrm>
              <a:off x="2975000" y="428125"/>
              <a:ext cx="3962850" cy="1777400"/>
            </a:xfrm>
            <a:custGeom>
              <a:rect b="b" l="l" r="r" t="t"/>
              <a:pathLst>
                <a:path extrusionOk="0" fill="none" h="71096" w="158514">
                  <a:moveTo>
                    <a:pt x="0" y="578"/>
                  </a:moveTo>
                  <a:cubicBezTo>
                    <a:pt x="5715" y="2705"/>
                    <a:pt x="12128" y="3769"/>
                    <a:pt x="18146" y="3313"/>
                  </a:cubicBezTo>
                  <a:cubicBezTo>
                    <a:pt x="23861" y="2888"/>
                    <a:pt x="29484" y="2219"/>
                    <a:pt x="35138" y="1246"/>
                  </a:cubicBezTo>
                  <a:cubicBezTo>
                    <a:pt x="42554" y="0"/>
                    <a:pt x="52281" y="1489"/>
                    <a:pt x="52585" y="7994"/>
                  </a:cubicBezTo>
                  <a:cubicBezTo>
                    <a:pt x="52767" y="12523"/>
                    <a:pt x="39211" y="35350"/>
                    <a:pt x="53436" y="30882"/>
                  </a:cubicBezTo>
                  <a:cubicBezTo>
                    <a:pt x="62372" y="28086"/>
                    <a:pt x="71673" y="25137"/>
                    <a:pt x="80914" y="22736"/>
                  </a:cubicBezTo>
                  <a:cubicBezTo>
                    <a:pt x="88604" y="20760"/>
                    <a:pt x="100032" y="21551"/>
                    <a:pt x="105443" y="24803"/>
                  </a:cubicBezTo>
                  <a:cubicBezTo>
                    <a:pt x="111674" y="28511"/>
                    <a:pt x="99941" y="47508"/>
                    <a:pt x="111431" y="48511"/>
                  </a:cubicBezTo>
                  <a:cubicBezTo>
                    <a:pt x="116081" y="48937"/>
                    <a:pt x="118847" y="49606"/>
                    <a:pt x="121887" y="52980"/>
                  </a:cubicBezTo>
                  <a:cubicBezTo>
                    <a:pt x="124440" y="55837"/>
                    <a:pt x="123741" y="58785"/>
                    <a:pt x="128787" y="58998"/>
                  </a:cubicBezTo>
                  <a:cubicBezTo>
                    <a:pt x="134836" y="59271"/>
                    <a:pt x="143316" y="58147"/>
                    <a:pt x="147723" y="63436"/>
                  </a:cubicBezTo>
                  <a:cubicBezTo>
                    <a:pt x="150125" y="66323"/>
                    <a:pt x="154106" y="71095"/>
                    <a:pt x="158514" y="6924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32"/>
            <p:cNvSpPr/>
            <p:nvPr/>
          </p:nvSpPr>
          <p:spPr>
            <a:xfrm>
              <a:off x="2975000" y="412925"/>
              <a:ext cx="3962850" cy="1789550"/>
            </a:xfrm>
            <a:custGeom>
              <a:rect b="b" l="l" r="r" t="t"/>
              <a:pathLst>
                <a:path extrusionOk="0" fill="none" h="71582" w="158514">
                  <a:moveTo>
                    <a:pt x="0" y="1186"/>
                  </a:moveTo>
                  <a:cubicBezTo>
                    <a:pt x="5745" y="3283"/>
                    <a:pt x="12219" y="4286"/>
                    <a:pt x="18238" y="3678"/>
                  </a:cubicBezTo>
                  <a:cubicBezTo>
                    <a:pt x="23891" y="3131"/>
                    <a:pt x="29454" y="1976"/>
                    <a:pt x="35046" y="1034"/>
                  </a:cubicBezTo>
                  <a:cubicBezTo>
                    <a:pt x="41308" y="0"/>
                    <a:pt x="52980" y="638"/>
                    <a:pt x="54317" y="7082"/>
                  </a:cubicBezTo>
                  <a:cubicBezTo>
                    <a:pt x="55260" y="11672"/>
                    <a:pt x="42159" y="33557"/>
                    <a:pt x="54895" y="29879"/>
                  </a:cubicBezTo>
                  <a:cubicBezTo>
                    <a:pt x="64044" y="27204"/>
                    <a:pt x="73588" y="24864"/>
                    <a:pt x="82950" y="22523"/>
                  </a:cubicBezTo>
                  <a:cubicBezTo>
                    <a:pt x="90488" y="20608"/>
                    <a:pt x="101248" y="21186"/>
                    <a:pt x="106932" y="24256"/>
                  </a:cubicBezTo>
                  <a:cubicBezTo>
                    <a:pt x="113862" y="27964"/>
                    <a:pt x="100762" y="47478"/>
                    <a:pt x="112069" y="48876"/>
                  </a:cubicBezTo>
                  <a:cubicBezTo>
                    <a:pt x="116264" y="49363"/>
                    <a:pt x="119729" y="49879"/>
                    <a:pt x="122343" y="53344"/>
                  </a:cubicBezTo>
                  <a:cubicBezTo>
                    <a:pt x="124562" y="56354"/>
                    <a:pt x="124653" y="59089"/>
                    <a:pt x="129273" y="59272"/>
                  </a:cubicBezTo>
                  <a:cubicBezTo>
                    <a:pt x="135352" y="59545"/>
                    <a:pt x="143620" y="58603"/>
                    <a:pt x="147936" y="63861"/>
                  </a:cubicBezTo>
                  <a:cubicBezTo>
                    <a:pt x="150277" y="66688"/>
                    <a:pt x="154137" y="71582"/>
                    <a:pt x="158514" y="6984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32"/>
            <p:cNvSpPr/>
            <p:nvPr/>
          </p:nvSpPr>
          <p:spPr>
            <a:xfrm>
              <a:off x="2975000" y="386325"/>
              <a:ext cx="3962850" cy="1813875"/>
            </a:xfrm>
            <a:custGeom>
              <a:rect b="b" l="l" r="r" t="t"/>
              <a:pathLst>
                <a:path extrusionOk="0" fill="none" h="72555" w="158514">
                  <a:moveTo>
                    <a:pt x="0" y="2250"/>
                  </a:moveTo>
                  <a:cubicBezTo>
                    <a:pt x="5806" y="4286"/>
                    <a:pt x="12371" y="5259"/>
                    <a:pt x="18390" y="4529"/>
                  </a:cubicBezTo>
                  <a:cubicBezTo>
                    <a:pt x="23982" y="3830"/>
                    <a:pt x="29423" y="2250"/>
                    <a:pt x="35046" y="1307"/>
                  </a:cubicBezTo>
                  <a:cubicBezTo>
                    <a:pt x="42767" y="0"/>
                    <a:pt x="52402" y="2067"/>
                    <a:pt x="55685" y="7174"/>
                  </a:cubicBezTo>
                  <a:cubicBezTo>
                    <a:pt x="57570" y="10183"/>
                    <a:pt x="46658" y="32159"/>
                    <a:pt x="56719" y="29271"/>
                  </a:cubicBezTo>
                  <a:cubicBezTo>
                    <a:pt x="65442" y="26748"/>
                    <a:pt x="75746" y="25077"/>
                    <a:pt x="85139" y="22736"/>
                  </a:cubicBezTo>
                  <a:cubicBezTo>
                    <a:pt x="92494" y="20882"/>
                    <a:pt x="102099" y="21338"/>
                    <a:pt x="108300" y="24317"/>
                  </a:cubicBezTo>
                  <a:cubicBezTo>
                    <a:pt x="116477" y="28207"/>
                    <a:pt x="101765" y="47873"/>
                    <a:pt x="112799" y="49636"/>
                  </a:cubicBezTo>
                  <a:cubicBezTo>
                    <a:pt x="116780" y="50275"/>
                    <a:pt x="120215" y="50852"/>
                    <a:pt x="122768" y="54165"/>
                  </a:cubicBezTo>
                  <a:cubicBezTo>
                    <a:pt x="125048" y="57083"/>
                    <a:pt x="125200" y="59849"/>
                    <a:pt x="129729" y="60032"/>
                  </a:cubicBezTo>
                  <a:cubicBezTo>
                    <a:pt x="135839" y="60336"/>
                    <a:pt x="143893" y="59545"/>
                    <a:pt x="148179" y="64773"/>
                  </a:cubicBezTo>
                  <a:cubicBezTo>
                    <a:pt x="150459" y="67539"/>
                    <a:pt x="154167" y="72555"/>
                    <a:pt x="158514" y="7091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32"/>
            <p:cNvSpPr/>
            <p:nvPr/>
          </p:nvSpPr>
          <p:spPr>
            <a:xfrm>
              <a:off x="2975000" y="367325"/>
              <a:ext cx="3962850" cy="1829825"/>
            </a:xfrm>
            <a:custGeom>
              <a:rect b="b" l="l" r="r" t="t"/>
              <a:pathLst>
                <a:path extrusionOk="0" fill="none" h="73193" w="158514">
                  <a:moveTo>
                    <a:pt x="0" y="3010"/>
                  </a:moveTo>
                  <a:cubicBezTo>
                    <a:pt x="5836" y="5016"/>
                    <a:pt x="12432" y="5897"/>
                    <a:pt x="18481" y="5046"/>
                  </a:cubicBezTo>
                  <a:cubicBezTo>
                    <a:pt x="24104" y="4286"/>
                    <a:pt x="29514" y="2067"/>
                    <a:pt x="35077" y="1216"/>
                  </a:cubicBezTo>
                  <a:cubicBezTo>
                    <a:pt x="43010" y="0"/>
                    <a:pt x="51703" y="2584"/>
                    <a:pt x="56719" y="7447"/>
                  </a:cubicBezTo>
                  <a:cubicBezTo>
                    <a:pt x="60123" y="10791"/>
                    <a:pt x="50335" y="30396"/>
                    <a:pt x="58998" y="28360"/>
                  </a:cubicBezTo>
                  <a:cubicBezTo>
                    <a:pt x="67722" y="26293"/>
                    <a:pt x="78056" y="25016"/>
                    <a:pt x="87357" y="22615"/>
                  </a:cubicBezTo>
                  <a:cubicBezTo>
                    <a:pt x="94531" y="20761"/>
                    <a:pt x="103224" y="21065"/>
                    <a:pt x="109546" y="24104"/>
                  </a:cubicBezTo>
                  <a:cubicBezTo>
                    <a:pt x="118209" y="28268"/>
                    <a:pt x="103376" y="47965"/>
                    <a:pt x="113559" y="50062"/>
                  </a:cubicBezTo>
                  <a:cubicBezTo>
                    <a:pt x="117328" y="50822"/>
                    <a:pt x="120671" y="51551"/>
                    <a:pt x="123194" y="54682"/>
                  </a:cubicBezTo>
                  <a:cubicBezTo>
                    <a:pt x="125474" y="57539"/>
                    <a:pt x="125717" y="60305"/>
                    <a:pt x="130155" y="60518"/>
                  </a:cubicBezTo>
                  <a:cubicBezTo>
                    <a:pt x="136295" y="60852"/>
                    <a:pt x="144137" y="60214"/>
                    <a:pt x="148392" y="65381"/>
                  </a:cubicBezTo>
                  <a:cubicBezTo>
                    <a:pt x="150611" y="68056"/>
                    <a:pt x="154228" y="73193"/>
                    <a:pt x="158514" y="7167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32"/>
            <p:cNvSpPr/>
            <p:nvPr/>
          </p:nvSpPr>
          <p:spPr>
            <a:xfrm>
              <a:off x="2975000" y="347575"/>
              <a:ext cx="3962850" cy="1845775"/>
            </a:xfrm>
            <a:custGeom>
              <a:rect b="b" l="l" r="r" t="t"/>
              <a:pathLst>
                <a:path extrusionOk="0" fill="none" h="73831" w="158514">
                  <a:moveTo>
                    <a:pt x="0" y="3800"/>
                  </a:moveTo>
                  <a:cubicBezTo>
                    <a:pt x="5867" y="5775"/>
                    <a:pt x="12554" y="6566"/>
                    <a:pt x="18602" y="5623"/>
                  </a:cubicBezTo>
                  <a:cubicBezTo>
                    <a:pt x="24256" y="4711"/>
                    <a:pt x="29575" y="1915"/>
                    <a:pt x="35229" y="1125"/>
                  </a:cubicBezTo>
                  <a:cubicBezTo>
                    <a:pt x="43284" y="0"/>
                    <a:pt x="51217" y="3404"/>
                    <a:pt x="57448" y="7903"/>
                  </a:cubicBezTo>
                  <a:cubicBezTo>
                    <a:pt x="62129" y="11247"/>
                    <a:pt x="59454" y="16353"/>
                    <a:pt x="58421" y="20852"/>
                  </a:cubicBezTo>
                  <a:cubicBezTo>
                    <a:pt x="57782" y="23587"/>
                    <a:pt x="56506" y="28420"/>
                    <a:pt x="61582" y="27599"/>
                  </a:cubicBezTo>
                  <a:cubicBezTo>
                    <a:pt x="70305" y="26171"/>
                    <a:pt x="80366" y="24925"/>
                    <a:pt x="89516" y="22493"/>
                  </a:cubicBezTo>
                  <a:cubicBezTo>
                    <a:pt x="96628" y="20639"/>
                    <a:pt x="104501" y="20700"/>
                    <a:pt x="110732" y="23952"/>
                  </a:cubicBezTo>
                  <a:cubicBezTo>
                    <a:pt x="119698" y="28663"/>
                    <a:pt x="104501" y="47600"/>
                    <a:pt x="114379" y="50487"/>
                  </a:cubicBezTo>
                  <a:cubicBezTo>
                    <a:pt x="117996" y="51551"/>
                    <a:pt x="121157" y="52250"/>
                    <a:pt x="123619" y="55229"/>
                  </a:cubicBezTo>
                  <a:cubicBezTo>
                    <a:pt x="125899" y="57995"/>
                    <a:pt x="126203" y="60791"/>
                    <a:pt x="130550" y="61065"/>
                  </a:cubicBezTo>
                  <a:cubicBezTo>
                    <a:pt x="136659" y="61399"/>
                    <a:pt x="144380" y="60913"/>
                    <a:pt x="148605" y="65989"/>
                  </a:cubicBezTo>
                  <a:cubicBezTo>
                    <a:pt x="150793" y="68603"/>
                    <a:pt x="154258" y="73831"/>
                    <a:pt x="158514" y="7246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32"/>
            <p:cNvSpPr/>
            <p:nvPr/>
          </p:nvSpPr>
          <p:spPr>
            <a:xfrm>
              <a:off x="2975000" y="324000"/>
              <a:ext cx="3962850" cy="1867075"/>
            </a:xfrm>
            <a:custGeom>
              <a:rect b="b" l="l" r="r" t="t"/>
              <a:pathLst>
                <a:path extrusionOk="0" fill="none" h="74683" w="158514">
                  <a:moveTo>
                    <a:pt x="0" y="4743"/>
                  </a:moveTo>
                  <a:cubicBezTo>
                    <a:pt x="5897" y="6688"/>
                    <a:pt x="12645" y="7387"/>
                    <a:pt x="18724" y="6323"/>
                  </a:cubicBezTo>
                  <a:cubicBezTo>
                    <a:pt x="24469" y="5290"/>
                    <a:pt x="29758" y="1977"/>
                    <a:pt x="35502" y="1156"/>
                  </a:cubicBezTo>
                  <a:cubicBezTo>
                    <a:pt x="43466" y="1"/>
                    <a:pt x="51460" y="4682"/>
                    <a:pt x="57934" y="8572"/>
                  </a:cubicBezTo>
                  <a:cubicBezTo>
                    <a:pt x="62858" y="11521"/>
                    <a:pt x="62099" y="15411"/>
                    <a:pt x="61339" y="20153"/>
                  </a:cubicBezTo>
                  <a:cubicBezTo>
                    <a:pt x="60883" y="22919"/>
                    <a:pt x="59576" y="27448"/>
                    <a:pt x="64378" y="27144"/>
                  </a:cubicBezTo>
                  <a:cubicBezTo>
                    <a:pt x="73223" y="26597"/>
                    <a:pt x="82737" y="24834"/>
                    <a:pt x="91643" y="22494"/>
                  </a:cubicBezTo>
                  <a:cubicBezTo>
                    <a:pt x="98817" y="20609"/>
                    <a:pt x="105747" y="20366"/>
                    <a:pt x="111856" y="23983"/>
                  </a:cubicBezTo>
                  <a:cubicBezTo>
                    <a:pt x="120519" y="29120"/>
                    <a:pt x="105990" y="47296"/>
                    <a:pt x="115230" y="51035"/>
                  </a:cubicBezTo>
                  <a:cubicBezTo>
                    <a:pt x="118543" y="52372"/>
                    <a:pt x="121705" y="53072"/>
                    <a:pt x="124045" y="55898"/>
                  </a:cubicBezTo>
                  <a:cubicBezTo>
                    <a:pt x="126325" y="58634"/>
                    <a:pt x="126659" y="61461"/>
                    <a:pt x="130914" y="61765"/>
                  </a:cubicBezTo>
                  <a:cubicBezTo>
                    <a:pt x="136994" y="62160"/>
                    <a:pt x="144593" y="61825"/>
                    <a:pt x="148818" y="66810"/>
                  </a:cubicBezTo>
                  <a:cubicBezTo>
                    <a:pt x="150945" y="69364"/>
                    <a:pt x="154289" y="74683"/>
                    <a:pt x="158514" y="73406"/>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32"/>
            <p:cNvSpPr/>
            <p:nvPr/>
          </p:nvSpPr>
          <p:spPr>
            <a:xfrm>
              <a:off x="2975000" y="297425"/>
              <a:ext cx="3962850" cy="1890625"/>
            </a:xfrm>
            <a:custGeom>
              <a:rect b="b" l="l" r="r" t="t"/>
              <a:pathLst>
                <a:path extrusionOk="0" fill="none" h="75625" w="158514">
                  <a:moveTo>
                    <a:pt x="0" y="5806"/>
                  </a:moveTo>
                  <a:cubicBezTo>
                    <a:pt x="5927" y="7690"/>
                    <a:pt x="12918" y="8450"/>
                    <a:pt x="18815" y="7173"/>
                  </a:cubicBezTo>
                  <a:cubicBezTo>
                    <a:pt x="24530" y="5927"/>
                    <a:pt x="30122" y="2128"/>
                    <a:pt x="35928" y="1216"/>
                  </a:cubicBezTo>
                  <a:cubicBezTo>
                    <a:pt x="43648" y="0"/>
                    <a:pt x="52494" y="5593"/>
                    <a:pt x="58178" y="9392"/>
                  </a:cubicBezTo>
                  <a:cubicBezTo>
                    <a:pt x="62585" y="12310"/>
                    <a:pt x="64226" y="14347"/>
                    <a:pt x="64074" y="19940"/>
                  </a:cubicBezTo>
                  <a:cubicBezTo>
                    <a:pt x="64014" y="22797"/>
                    <a:pt x="62828" y="26839"/>
                    <a:pt x="67296" y="27022"/>
                  </a:cubicBezTo>
                  <a:cubicBezTo>
                    <a:pt x="76081" y="27417"/>
                    <a:pt x="85199" y="24560"/>
                    <a:pt x="93589" y="22584"/>
                  </a:cubicBezTo>
                  <a:cubicBezTo>
                    <a:pt x="100975" y="20851"/>
                    <a:pt x="106598" y="19879"/>
                    <a:pt x="112920" y="24165"/>
                  </a:cubicBezTo>
                  <a:cubicBezTo>
                    <a:pt x="121188" y="29788"/>
                    <a:pt x="107753" y="47113"/>
                    <a:pt x="116142" y="51673"/>
                  </a:cubicBezTo>
                  <a:cubicBezTo>
                    <a:pt x="119030" y="53223"/>
                    <a:pt x="122221" y="54013"/>
                    <a:pt x="124501" y="56718"/>
                  </a:cubicBezTo>
                  <a:cubicBezTo>
                    <a:pt x="126781" y="59423"/>
                    <a:pt x="127115" y="62281"/>
                    <a:pt x="131279" y="62615"/>
                  </a:cubicBezTo>
                  <a:cubicBezTo>
                    <a:pt x="137358" y="63101"/>
                    <a:pt x="144836" y="62828"/>
                    <a:pt x="149030" y="67752"/>
                  </a:cubicBezTo>
                  <a:cubicBezTo>
                    <a:pt x="151158" y="70244"/>
                    <a:pt x="154350" y="75624"/>
                    <a:pt x="158514" y="7446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32"/>
            <p:cNvSpPr/>
            <p:nvPr/>
          </p:nvSpPr>
          <p:spPr>
            <a:xfrm>
              <a:off x="2975000" y="270050"/>
              <a:ext cx="3962100" cy="1914200"/>
            </a:xfrm>
            <a:custGeom>
              <a:rect b="b" l="l" r="r" t="t"/>
              <a:pathLst>
                <a:path extrusionOk="0" fill="none" h="76568" w="158484">
                  <a:moveTo>
                    <a:pt x="0" y="6901"/>
                  </a:moveTo>
                  <a:cubicBezTo>
                    <a:pt x="5988" y="8785"/>
                    <a:pt x="13040" y="9484"/>
                    <a:pt x="18937" y="8025"/>
                  </a:cubicBezTo>
                  <a:cubicBezTo>
                    <a:pt x="24803" y="6627"/>
                    <a:pt x="30396" y="2402"/>
                    <a:pt x="36414" y="1338"/>
                  </a:cubicBezTo>
                  <a:cubicBezTo>
                    <a:pt x="44013" y="1"/>
                    <a:pt x="52463" y="6688"/>
                    <a:pt x="58208" y="10244"/>
                  </a:cubicBezTo>
                  <a:cubicBezTo>
                    <a:pt x="62676" y="13010"/>
                    <a:pt x="65138" y="14925"/>
                    <a:pt x="66476" y="20092"/>
                  </a:cubicBezTo>
                  <a:cubicBezTo>
                    <a:pt x="67235" y="22980"/>
                    <a:pt x="65868" y="26536"/>
                    <a:pt x="70214" y="27144"/>
                  </a:cubicBezTo>
                  <a:cubicBezTo>
                    <a:pt x="78695" y="28329"/>
                    <a:pt x="87753" y="24104"/>
                    <a:pt x="95351" y="22646"/>
                  </a:cubicBezTo>
                  <a:cubicBezTo>
                    <a:pt x="102950" y="21187"/>
                    <a:pt x="107327" y="19150"/>
                    <a:pt x="113893" y="24408"/>
                  </a:cubicBezTo>
                  <a:cubicBezTo>
                    <a:pt x="121309" y="30366"/>
                    <a:pt x="109668" y="47023"/>
                    <a:pt x="117084" y="52251"/>
                  </a:cubicBezTo>
                  <a:cubicBezTo>
                    <a:pt x="119577" y="54014"/>
                    <a:pt x="122586" y="54956"/>
                    <a:pt x="125018" y="57418"/>
                  </a:cubicBezTo>
                  <a:cubicBezTo>
                    <a:pt x="127419" y="59880"/>
                    <a:pt x="127145" y="63011"/>
                    <a:pt x="131614" y="63436"/>
                  </a:cubicBezTo>
                  <a:cubicBezTo>
                    <a:pt x="137602" y="64014"/>
                    <a:pt x="144988" y="63832"/>
                    <a:pt x="149213" y="68695"/>
                  </a:cubicBezTo>
                  <a:cubicBezTo>
                    <a:pt x="151310" y="71126"/>
                    <a:pt x="154410" y="76567"/>
                    <a:pt x="158483" y="755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32"/>
            <p:cNvSpPr/>
            <p:nvPr/>
          </p:nvSpPr>
          <p:spPr>
            <a:xfrm>
              <a:off x="2975000" y="244975"/>
              <a:ext cx="3962100" cy="1937000"/>
            </a:xfrm>
            <a:custGeom>
              <a:rect b="b" l="l" r="r" t="t"/>
              <a:pathLst>
                <a:path extrusionOk="0" fill="none" h="77480" w="158484">
                  <a:moveTo>
                    <a:pt x="0" y="7904"/>
                  </a:moveTo>
                  <a:cubicBezTo>
                    <a:pt x="6019" y="9758"/>
                    <a:pt x="13162" y="10366"/>
                    <a:pt x="19058" y="8815"/>
                  </a:cubicBezTo>
                  <a:cubicBezTo>
                    <a:pt x="25077" y="7204"/>
                    <a:pt x="30730" y="2554"/>
                    <a:pt x="36992" y="1429"/>
                  </a:cubicBezTo>
                  <a:cubicBezTo>
                    <a:pt x="44773" y="1"/>
                    <a:pt x="52038" y="7296"/>
                    <a:pt x="58086" y="10974"/>
                  </a:cubicBezTo>
                  <a:cubicBezTo>
                    <a:pt x="62463" y="13618"/>
                    <a:pt x="66111" y="15806"/>
                    <a:pt x="68482" y="20457"/>
                  </a:cubicBezTo>
                  <a:cubicBezTo>
                    <a:pt x="69910" y="23253"/>
                    <a:pt x="69090" y="26475"/>
                    <a:pt x="73041" y="27387"/>
                  </a:cubicBezTo>
                  <a:cubicBezTo>
                    <a:pt x="81005" y="29180"/>
                    <a:pt x="90002" y="23679"/>
                    <a:pt x="96841" y="22615"/>
                  </a:cubicBezTo>
                  <a:cubicBezTo>
                    <a:pt x="104622" y="21399"/>
                    <a:pt x="107692" y="18360"/>
                    <a:pt x="114714" y="24621"/>
                  </a:cubicBezTo>
                  <a:cubicBezTo>
                    <a:pt x="121917" y="31065"/>
                    <a:pt x="111552" y="46780"/>
                    <a:pt x="118087" y="52767"/>
                  </a:cubicBezTo>
                  <a:cubicBezTo>
                    <a:pt x="120124" y="54682"/>
                    <a:pt x="123224" y="55807"/>
                    <a:pt x="125443" y="58178"/>
                  </a:cubicBezTo>
                  <a:cubicBezTo>
                    <a:pt x="127784" y="60640"/>
                    <a:pt x="127632" y="63771"/>
                    <a:pt x="131918" y="64257"/>
                  </a:cubicBezTo>
                  <a:cubicBezTo>
                    <a:pt x="137905" y="64956"/>
                    <a:pt x="145170" y="64804"/>
                    <a:pt x="149425" y="69576"/>
                  </a:cubicBezTo>
                  <a:cubicBezTo>
                    <a:pt x="151523" y="71947"/>
                    <a:pt x="154471" y="77479"/>
                    <a:pt x="158483" y="765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32"/>
            <p:cNvSpPr/>
            <p:nvPr/>
          </p:nvSpPr>
          <p:spPr>
            <a:xfrm>
              <a:off x="2975000" y="222950"/>
              <a:ext cx="3962100" cy="1955225"/>
            </a:xfrm>
            <a:custGeom>
              <a:rect b="b" l="l" r="r" t="t"/>
              <a:pathLst>
                <a:path extrusionOk="0" fill="none" h="78209" w="158484">
                  <a:moveTo>
                    <a:pt x="0" y="8785"/>
                  </a:moveTo>
                  <a:cubicBezTo>
                    <a:pt x="6079" y="10608"/>
                    <a:pt x="13313" y="11155"/>
                    <a:pt x="19180" y="9453"/>
                  </a:cubicBezTo>
                  <a:cubicBezTo>
                    <a:pt x="25289" y="7690"/>
                    <a:pt x="31125" y="2584"/>
                    <a:pt x="37569" y="1459"/>
                  </a:cubicBezTo>
                  <a:cubicBezTo>
                    <a:pt x="45776" y="0"/>
                    <a:pt x="51642" y="7630"/>
                    <a:pt x="57874" y="11520"/>
                  </a:cubicBezTo>
                  <a:cubicBezTo>
                    <a:pt x="62099" y="14134"/>
                    <a:pt x="67175" y="16596"/>
                    <a:pt x="70123" y="20882"/>
                  </a:cubicBezTo>
                  <a:cubicBezTo>
                    <a:pt x="71886" y="23466"/>
                    <a:pt x="72190" y="26688"/>
                    <a:pt x="75625" y="27569"/>
                  </a:cubicBezTo>
                  <a:cubicBezTo>
                    <a:pt x="83193" y="29484"/>
                    <a:pt x="91339" y="23374"/>
                    <a:pt x="97996" y="22371"/>
                  </a:cubicBezTo>
                  <a:cubicBezTo>
                    <a:pt x="106051" y="21186"/>
                    <a:pt x="108391" y="17630"/>
                    <a:pt x="115473" y="24773"/>
                  </a:cubicBezTo>
                  <a:cubicBezTo>
                    <a:pt x="122039" y="31369"/>
                    <a:pt x="113528" y="46475"/>
                    <a:pt x="119060" y="53101"/>
                  </a:cubicBezTo>
                  <a:cubicBezTo>
                    <a:pt x="120732" y="55107"/>
                    <a:pt x="123802" y="56475"/>
                    <a:pt x="125869" y="58785"/>
                  </a:cubicBezTo>
                  <a:cubicBezTo>
                    <a:pt x="128088" y="61247"/>
                    <a:pt x="128057" y="64348"/>
                    <a:pt x="132191" y="64925"/>
                  </a:cubicBezTo>
                  <a:cubicBezTo>
                    <a:pt x="138179" y="65746"/>
                    <a:pt x="145352" y="65594"/>
                    <a:pt x="149608" y="70305"/>
                  </a:cubicBezTo>
                  <a:cubicBezTo>
                    <a:pt x="151705" y="72615"/>
                    <a:pt x="154502" y="78208"/>
                    <a:pt x="158483" y="7744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32"/>
            <p:cNvSpPr/>
            <p:nvPr/>
          </p:nvSpPr>
          <p:spPr>
            <a:xfrm>
              <a:off x="2975000" y="197875"/>
              <a:ext cx="3962850" cy="1976500"/>
            </a:xfrm>
            <a:custGeom>
              <a:rect b="b" l="l" r="r" t="t"/>
              <a:pathLst>
                <a:path extrusionOk="0" fill="none" h="79060" w="158514">
                  <a:moveTo>
                    <a:pt x="0" y="9788"/>
                  </a:moveTo>
                  <a:cubicBezTo>
                    <a:pt x="6110" y="11551"/>
                    <a:pt x="13222" y="11824"/>
                    <a:pt x="19301" y="10244"/>
                  </a:cubicBezTo>
                  <a:cubicBezTo>
                    <a:pt x="26080" y="8450"/>
                    <a:pt x="31369" y="3040"/>
                    <a:pt x="38208" y="1642"/>
                  </a:cubicBezTo>
                  <a:cubicBezTo>
                    <a:pt x="46384" y="0"/>
                    <a:pt x="51855" y="8207"/>
                    <a:pt x="57600" y="12098"/>
                  </a:cubicBezTo>
                  <a:cubicBezTo>
                    <a:pt x="61886" y="14985"/>
                    <a:pt x="67296" y="17478"/>
                    <a:pt x="71065" y="21368"/>
                  </a:cubicBezTo>
                  <a:cubicBezTo>
                    <a:pt x="73315" y="23678"/>
                    <a:pt x="74743" y="27113"/>
                    <a:pt x="77904" y="27903"/>
                  </a:cubicBezTo>
                  <a:cubicBezTo>
                    <a:pt x="84865" y="29575"/>
                    <a:pt x="91978" y="23648"/>
                    <a:pt x="98847" y="22280"/>
                  </a:cubicBezTo>
                  <a:cubicBezTo>
                    <a:pt x="107419" y="20517"/>
                    <a:pt x="109850" y="17903"/>
                    <a:pt x="116233" y="25077"/>
                  </a:cubicBezTo>
                  <a:cubicBezTo>
                    <a:pt x="122069" y="31642"/>
                    <a:pt x="115656" y="46536"/>
                    <a:pt x="120154" y="53557"/>
                  </a:cubicBezTo>
                  <a:cubicBezTo>
                    <a:pt x="121492" y="55624"/>
                    <a:pt x="124471" y="57235"/>
                    <a:pt x="126325" y="59484"/>
                  </a:cubicBezTo>
                  <a:cubicBezTo>
                    <a:pt x="128422" y="61977"/>
                    <a:pt x="128544" y="65047"/>
                    <a:pt x="132495" y="65685"/>
                  </a:cubicBezTo>
                  <a:cubicBezTo>
                    <a:pt x="138392" y="66658"/>
                    <a:pt x="145565" y="66506"/>
                    <a:pt x="149851" y="71187"/>
                  </a:cubicBezTo>
                  <a:cubicBezTo>
                    <a:pt x="151918" y="73466"/>
                    <a:pt x="154593" y="79059"/>
                    <a:pt x="158514" y="7845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32"/>
            <p:cNvSpPr/>
            <p:nvPr/>
          </p:nvSpPr>
          <p:spPr>
            <a:xfrm>
              <a:off x="2975000" y="180400"/>
              <a:ext cx="3962850" cy="1990925"/>
            </a:xfrm>
            <a:custGeom>
              <a:rect b="b" l="l" r="r" t="t"/>
              <a:pathLst>
                <a:path extrusionOk="0" fill="none" h="79637" w="158514">
                  <a:moveTo>
                    <a:pt x="0" y="10487"/>
                  </a:moveTo>
                  <a:cubicBezTo>
                    <a:pt x="6171" y="12219"/>
                    <a:pt x="13374" y="12371"/>
                    <a:pt x="19453" y="10699"/>
                  </a:cubicBezTo>
                  <a:cubicBezTo>
                    <a:pt x="26384" y="8754"/>
                    <a:pt x="31764" y="2979"/>
                    <a:pt x="38876" y="1611"/>
                  </a:cubicBezTo>
                  <a:cubicBezTo>
                    <a:pt x="47265" y="0"/>
                    <a:pt x="51946" y="8025"/>
                    <a:pt x="57418" y="12280"/>
                  </a:cubicBezTo>
                  <a:cubicBezTo>
                    <a:pt x="61582" y="15532"/>
                    <a:pt x="67083" y="17994"/>
                    <a:pt x="71460" y="21490"/>
                  </a:cubicBezTo>
                  <a:cubicBezTo>
                    <a:pt x="74166" y="23678"/>
                    <a:pt x="76597" y="27143"/>
                    <a:pt x="79789" y="27812"/>
                  </a:cubicBezTo>
                  <a:cubicBezTo>
                    <a:pt x="86172" y="29149"/>
                    <a:pt x="92950" y="23374"/>
                    <a:pt x="99364" y="21733"/>
                  </a:cubicBezTo>
                  <a:cubicBezTo>
                    <a:pt x="107723" y="19605"/>
                    <a:pt x="111218" y="17934"/>
                    <a:pt x="117024" y="25137"/>
                  </a:cubicBezTo>
                  <a:cubicBezTo>
                    <a:pt x="122100" y="31460"/>
                    <a:pt x="117784" y="46475"/>
                    <a:pt x="121249" y="53679"/>
                  </a:cubicBezTo>
                  <a:cubicBezTo>
                    <a:pt x="122708" y="56718"/>
                    <a:pt x="129060" y="65472"/>
                    <a:pt x="132769" y="66171"/>
                  </a:cubicBezTo>
                  <a:cubicBezTo>
                    <a:pt x="138605" y="67296"/>
                    <a:pt x="145748" y="67114"/>
                    <a:pt x="150033" y="71764"/>
                  </a:cubicBezTo>
                  <a:cubicBezTo>
                    <a:pt x="152100" y="73983"/>
                    <a:pt x="154684" y="79637"/>
                    <a:pt x="158514" y="7915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32"/>
            <p:cNvSpPr/>
            <p:nvPr/>
          </p:nvSpPr>
          <p:spPr>
            <a:xfrm>
              <a:off x="2975000" y="165200"/>
              <a:ext cx="3962850" cy="2002325"/>
            </a:xfrm>
            <a:custGeom>
              <a:rect b="b" l="l" r="r" t="t"/>
              <a:pathLst>
                <a:path extrusionOk="0" fill="none" h="80093" w="158514">
                  <a:moveTo>
                    <a:pt x="0" y="11095"/>
                  </a:moveTo>
                  <a:cubicBezTo>
                    <a:pt x="6201" y="12797"/>
                    <a:pt x="13496" y="12858"/>
                    <a:pt x="19575" y="11064"/>
                  </a:cubicBezTo>
                  <a:cubicBezTo>
                    <a:pt x="26688" y="8967"/>
                    <a:pt x="32128" y="2857"/>
                    <a:pt x="39545" y="1520"/>
                  </a:cubicBezTo>
                  <a:cubicBezTo>
                    <a:pt x="47965" y="0"/>
                    <a:pt x="52402" y="7599"/>
                    <a:pt x="57326" y="12280"/>
                  </a:cubicBezTo>
                  <a:cubicBezTo>
                    <a:pt x="61096" y="15867"/>
                    <a:pt x="66840" y="18329"/>
                    <a:pt x="71491" y="21490"/>
                  </a:cubicBezTo>
                  <a:cubicBezTo>
                    <a:pt x="74470" y="23496"/>
                    <a:pt x="77600" y="26870"/>
                    <a:pt x="81157" y="27387"/>
                  </a:cubicBezTo>
                  <a:cubicBezTo>
                    <a:pt x="87449" y="28268"/>
                    <a:pt x="93832" y="22827"/>
                    <a:pt x="99607" y="21034"/>
                  </a:cubicBezTo>
                  <a:cubicBezTo>
                    <a:pt x="107814" y="18450"/>
                    <a:pt x="112677" y="17812"/>
                    <a:pt x="117875" y="25137"/>
                  </a:cubicBezTo>
                  <a:cubicBezTo>
                    <a:pt x="120306" y="28602"/>
                    <a:pt x="119364" y="34773"/>
                    <a:pt x="119759" y="39423"/>
                  </a:cubicBezTo>
                  <a:cubicBezTo>
                    <a:pt x="120185" y="44256"/>
                    <a:pt x="120914" y="49697"/>
                    <a:pt x="122343" y="53679"/>
                  </a:cubicBezTo>
                  <a:cubicBezTo>
                    <a:pt x="123498" y="56810"/>
                    <a:pt x="129425" y="65746"/>
                    <a:pt x="133042" y="66536"/>
                  </a:cubicBezTo>
                  <a:cubicBezTo>
                    <a:pt x="138817" y="67782"/>
                    <a:pt x="145930" y="67600"/>
                    <a:pt x="150246" y="72220"/>
                  </a:cubicBezTo>
                  <a:cubicBezTo>
                    <a:pt x="152313" y="74409"/>
                    <a:pt x="154745" y="80093"/>
                    <a:pt x="158514" y="7975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32"/>
            <p:cNvSpPr/>
            <p:nvPr/>
          </p:nvSpPr>
          <p:spPr>
            <a:xfrm>
              <a:off x="2975000" y="150750"/>
              <a:ext cx="3962850" cy="2014500"/>
            </a:xfrm>
            <a:custGeom>
              <a:rect b="b" l="l" r="r" t="t"/>
              <a:pathLst>
                <a:path extrusionOk="0" fill="none" h="80580" w="158514">
                  <a:moveTo>
                    <a:pt x="0" y="11673"/>
                  </a:moveTo>
                  <a:cubicBezTo>
                    <a:pt x="6262" y="13344"/>
                    <a:pt x="13830" y="13588"/>
                    <a:pt x="19727" y="11429"/>
                  </a:cubicBezTo>
                  <a:cubicBezTo>
                    <a:pt x="26566" y="8907"/>
                    <a:pt x="32767" y="2676"/>
                    <a:pt x="40244" y="1399"/>
                  </a:cubicBezTo>
                  <a:cubicBezTo>
                    <a:pt x="48573" y="1"/>
                    <a:pt x="53162" y="6900"/>
                    <a:pt x="57478" y="12159"/>
                  </a:cubicBezTo>
                  <a:cubicBezTo>
                    <a:pt x="61825" y="17417"/>
                    <a:pt x="74318" y="25807"/>
                    <a:pt x="81917" y="26749"/>
                  </a:cubicBezTo>
                  <a:cubicBezTo>
                    <a:pt x="87692" y="27448"/>
                    <a:pt x="94379" y="22159"/>
                    <a:pt x="99637" y="20244"/>
                  </a:cubicBezTo>
                  <a:cubicBezTo>
                    <a:pt x="108178" y="17144"/>
                    <a:pt x="114045" y="17873"/>
                    <a:pt x="118787" y="25199"/>
                  </a:cubicBezTo>
                  <a:cubicBezTo>
                    <a:pt x="121066" y="28694"/>
                    <a:pt x="119607" y="34895"/>
                    <a:pt x="120215" y="39515"/>
                  </a:cubicBezTo>
                  <a:cubicBezTo>
                    <a:pt x="120853" y="44348"/>
                    <a:pt x="122373" y="49394"/>
                    <a:pt x="123498" y="53649"/>
                  </a:cubicBezTo>
                  <a:cubicBezTo>
                    <a:pt x="124349" y="56962"/>
                    <a:pt x="129729" y="65989"/>
                    <a:pt x="133316" y="66871"/>
                  </a:cubicBezTo>
                  <a:cubicBezTo>
                    <a:pt x="139000" y="68300"/>
                    <a:pt x="146112" y="68087"/>
                    <a:pt x="150459" y="72677"/>
                  </a:cubicBezTo>
                  <a:cubicBezTo>
                    <a:pt x="152495" y="74835"/>
                    <a:pt x="154836" y="80579"/>
                    <a:pt x="158514" y="803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32"/>
            <p:cNvSpPr/>
            <p:nvPr/>
          </p:nvSpPr>
          <p:spPr>
            <a:xfrm>
              <a:off x="2975000" y="138600"/>
              <a:ext cx="3962100" cy="2022075"/>
            </a:xfrm>
            <a:custGeom>
              <a:rect b="b" l="l" r="r" t="t"/>
              <a:pathLst>
                <a:path extrusionOk="0" fill="none" h="80883" w="158484">
                  <a:moveTo>
                    <a:pt x="0" y="12159"/>
                  </a:moveTo>
                  <a:cubicBezTo>
                    <a:pt x="6322" y="13800"/>
                    <a:pt x="13952" y="13952"/>
                    <a:pt x="19849" y="11672"/>
                  </a:cubicBezTo>
                  <a:cubicBezTo>
                    <a:pt x="26900" y="8937"/>
                    <a:pt x="33162" y="2462"/>
                    <a:pt x="40974" y="1247"/>
                  </a:cubicBezTo>
                  <a:cubicBezTo>
                    <a:pt x="48876" y="0"/>
                    <a:pt x="54530" y="5806"/>
                    <a:pt x="58026" y="11855"/>
                  </a:cubicBezTo>
                  <a:cubicBezTo>
                    <a:pt x="61521" y="17873"/>
                    <a:pt x="74500" y="25138"/>
                    <a:pt x="82069" y="25928"/>
                  </a:cubicBezTo>
                  <a:cubicBezTo>
                    <a:pt x="87449" y="26505"/>
                    <a:pt x="94774" y="21186"/>
                    <a:pt x="99637" y="19362"/>
                  </a:cubicBezTo>
                  <a:cubicBezTo>
                    <a:pt x="108178" y="16080"/>
                    <a:pt x="115321" y="17782"/>
                    <a:pt x="119759" y="25107"/>
                  </a:cubicBezTo>
                  <a:cubicBezTo>
                    <a:pt x="121948" y="28724"/>
                    <a:pt x="119790" y="34803"/>
                    <a:pt x="120580" y="39545"/>
                  </a:cubicBezTo>
                  <a:cubicBezTo>
                    <a:pt x="121370" y="44348"/>
                    <a:pt x="123771" y="48937"/>
                    <a:pt x="124623" y="53497"/>
                  </a:cubicBezTo>
                  <a:cubicBezTo>
                    <a:pt x="125291" y="56992"/>
                    <a:pt x="130003" y="66050"/>
                    <a:pt x="133559" y="67053"/>
                  </a:cubicBezTo>
                  <a:cubicBezTo>
                    <a:pt x="139152" y="68603"/>
                    <a:pt x="146355" y="68451"/>
                    <a:pt x="150672" y="72980"/>
                  </a:cubicBezTo>
                  <a:cubicBezTo>
                    <a:pt x="152708" y="75108"/>
                    <a:pt x="154897" y="80883"/>
                    <a:pt x="158483" y="80822"/>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32"/>
            <p:cNvSpPr/>
            <p:nvPr/>
          </p:nvSpPr>
          <p:spPr>
            <a:xfrm>
              <a:off x="2975000" y="124150"/>
              <a:ext cx="3962100" cy="2034250"/>
            </a:xfrm>
            <a:custGeom>
              <a:rect b="b" l="l" r="r" t="t"/>
              <a:pathLst>
                <a:path extrusionOk="0" fill="none" h="81370" w="158484">
                  <a:moveTo>
                    <a:pt x="0" y="12737"/>
                  </a:moveTo>
                  <a:cubicBezTo>
                    <a:pt x="6383" y="14348"/>
                    <a:pt x="13861" y="14226"/>
                    <a:pt x="20001" y="12007"/>
                  </a:cubicBezTo>
                  <a:cubicBezTo>
                    <a:pt x="27721" y="9241"/>
                    <a:pt x="33283" y="2432"/>
                    <a:pt x="41673" y="1186"/>
                  </a:cubicBezTo>
                  <a:cubicBezTo>
                    <a:pt x="49515" y="1"/>
                    <a:pt x="55807" y="4530"/>
                    <a:pt x="58877" y="11551"/>
                  </a:cubicBezTo>
                  <a:cubicBezTo>
                    <a:pt x="61886" y="18481"/>
                    <a:pt x="74378" y="24560"/>
                    <a:pt x="81704" y="25199"/>
                  </a:cubicBezTo>
                  <a:cubicBezTo>
                    <a:pt x="87114" y="25624"/>
                    <a:pt x="94774" y="20244"/>
                    <a:pt x="99607" y="18573"/>
                  </a:cubicBezTo>
                  <a:cubicBezTo>
                    <a:pt x="108118" y="15655"/>
                    <a:pt x="116628" y="17721"/>
                    <a:pt x="120853" y="25199"/>
                  </a:cubicBezTo>
                  <a:cubicBezTo>
                    <a:pt x="123012" y="29029"/>
                    <a:pt x="119972" y="34895"/>
                    <a:pt x="120853" y="39758"/>
                  </a:cubicBezTo>
                  <a:cubicBezTo>
                    <a:pt x="121735" y="44561"/>
                    <a:pt x="125139" y="48512"/>
                    <a:pt x="125778" y="53406"/>
                  </a:cubicBezTo>
                  <a:cubicBezTo>
                    <a:pt x="126294" y="57205"/>
                    <a:pt x="130276" y="66172"/>
                    <a:pt x="133863" y="67297"/>
                  </a:cubicBezTo>
                  <a:cubicBezTo>
                    <a:pt x="139334" y="68999"/>
                    <a:pt x="146568" y="68908"/>
                    <a:pt x="150884" y="73406"/>
                  </a:cubicBezTo>
                  <a:cubicBezTo>
                    <a:pt x="153438" y="76051"/>
                    <a:pt x="154684" y="80428"/>
                    <a:pt x="158483" y="8137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32"/>
            <p:cNvSpPr/>
            <p:nvPr/>
          </p:nvSpPr>
          <p:spPr>
            <a:xfrm>
              <a:off x="2975000" y="108200"/>
              <a:ext cx="3962850" cy="2050975"/>
            </a:xfrm>
            <a:custGeom>
              <a:rect b="b" l="l" r="r" t="t"/>
              <a:pathLst>
                <a:path extrusionOk="0" fill="none" h="82039" w="158514">
                  <a:moveTo>
                    <a:pt x="0" y="13375"/>
                  </a:moveTo>
                  <a:cubicBezTo>
                    <a:pt x="6474" y="14986"/>
                    <a:pt x="14013" y="14712"/>
                    <a:pt x="20183" y="12432"/>
                  </a:cubicBezTo>
                  <a:cubicBezTo>
                    <a:pt x="28116" y="9454"/>
                    <a:pt x="33709" y="2493"/>
                    <a:pt x="42402" y="1156"/>
                  </a:cubicBezTo>
                  <a:cubicBezTo>
                    <a:pt x="50092" y="1"/>
                    <a:pt x="57418" y="4043"/>
                    <a:pt x="59819" y="11217"/>
                  </a:cubicBezTo>
                  <a:cubicBezTo>
                    <a:pt x="62190" y="18390"/>
                    <a:pt x="73862" y="24104"/>
                    <a:pt x="81035" y="24439"/>
                  </a:cubicBezTo>
                  <a:cubicBezTo>
                    <a:pt x="86780" y="24743"/>
                    <a:pt x="94318" y="19454"/>
                    <a:pt x="99607" y="17934"/>
                  </a:cubicBezTo>
                  <a:cubicBezTo>
                    <a:pt x="108452" y="15381"/>
                    <a:pt x="117844" y="17873"/>
                    <a:pt x="122009" y="25350"/>
                  </a:cubicBezTo>
                  <a:cubicBezTo>
                    <a:pt x="124227" y="29332"/>
                    <a:pt x="120154" y="35047"/>
                    <a:pt x="121066" y="40092"/>
                  </a:cubicBezTo>
                  <a:cubicBezTo>
                    <a:pt x="121978" y="44925"/>
                    <a:pt x="126507" y="48512"/>
                    <a:pt x="126963" y="53406"/>
                  </a:cubicBezTo>
                  <a:cubicBezTo>
                    <a:pt x="127297" y="57205"/>
                    <a:pt x="130459" y="66172"/>
                    <a:pt x="134167" y="67570"/>
                  </a:cubicBezTo>
                  <a:cubicBezTo>
                    <a:pt x="139304" y="69485"/>
                    <a:pt x="146842" y="69424"/>
                    <a:pt x="151128" y="73862"/>
                  </a:cubicBezTo>
                  <a:cubicBezTo>
                    <a:pt x="153650" y="76537"/>
                    <a:pt x="154805" y="80883"/>
                    <a:pt x="158514" y="8203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32"/>
            <p:cNvSpPr/>
            <p:nvPr/>
          </p:nvSpPr>
          <p:spPr>
            <a:xfrm>
              <a:off x="2975000" y="89975"/>
              <a:ext cx="3962850" cy="2068425"/>
            </a:xfrm>
            <a:custGeom>
              <a:rect b="b" l="l" r="r" t="t"/>
              <a:pathLst>
                <a:path extrusionOk="0" fill="none" h="82737" w="158514">
                  <a:moveTo>
                    <a:pt x="0" y="14104"/>
                  </a:moveTo>
                  <a:cubicBezTo>
                    <a:pt x="6535" y="15684"/>
                    <a:pt x="14347" y="15502"/>
                    <a:pt x="20335" y="12918"/>
                  </a:cubicBezTo>
                  <a:cubicBezTo>
                    <a:pt x="27995" y="9575"/>
                    <a:pt x="34439" y="2644"/>
                    <a:pt x="43101" y="1216"/>
                  </a:cubicBezTo>
                  <a:cubicBezTo>
                    <a:pt x="50639" y="0"/>
                    <a:pt x="58299" y="3435"/>
                    <a:pt x="60822" y="10882"/>
                  </a:cubicBezTo>
                  <a:cubicBezTo>
                    <a:pt x="63436" y="18572"/>
                    <a:pt x="72190" y="23587"/>
                    <a:pt x="80184" y="23769"/>
                  </a:cubicBezTo>
                  <a:cubicBezTo>
                    <a:pt x="86415" y="23921"/>
                    <a:pt x="93862" y="18663"/>
                    <a:pt x="99759" y="17417"/>
                  </a:cubicBezTo>
                  <a:cubicBezTo>
                    <a:pt x="107875" y="15715"/>
                    <a:pt x="119394" y="17234"/>
                    <a:pt x="123224" y="25593"/>
                  </a:cubicBezTo>
                  <a:cubicBezTo>
                    <a:pt x="125413" y="30396"/>
                    <a:pt x="120367" y="35350"/>
                    <a:pt x="121279" y="40578"/>
                  </a:cubicBezTo>
                  <a:cubicBezTo>
                    <a:pt x="122100" y="45381"/>
                    <a:pt x="127723" y="48937"/>
                    <a:pt x="128118" y="53496"/>
                  </a:cubicBezTo>
                  <a:cubicBezTo>
                    <a:pt x="128422" y="57174"/>
                    <a:pt x="130762" y="66262"/>
                    <a:pt x="134501" y="67873"/>
                  </a:cubicBezTo>
                  <a:cubicBezTo>
                    <a:pt x="139456" y="70001"/>
                    <a:pt x="147085" y="69971"/>
                    <a:pt x="151340" y="74408"/>
                  </a:cubicBezTo>
                  <a:cubicBezTo>
                    <a:pt x="153894" y="77083"/>
                    <a:pt x="154897" y="81430"/>
                    <a:pt x="158514" y="8273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32"/>
            <p:cNvSpPr/>
            <p:nvPr/>
          </p:nvSpPr>
          <p:spPr>
            <a:xfrm>
              <a:off x="2975000" y="69450"/>
              <a:ext cx="3962850" cy="2089725"/>
            </a:xfrm>
            <a:custGeom>
              <a:rect b="b" l="l" r="r" t="t"/>
              <a:pathLst>
                <a:path extrusionOk="0" fill="none" h="83589" w="158514">
                  <a:moveTo>
                    <a:pt x="0" y="14925"/>
                  </a:moveTo>
                  <a:cubicBezTo>
                    <a:pt x="6626" y="16475"/>
                    <a:pt x="14529" y="16201"/>
                    <a:pt x="20517" y="13496"/>
                  </a:cubicBezTo>
                  <a:cubicBezTo>
                    <a:pt x="28359" y="9940"/>
                    <a:pt x="34925" y="3010"/>
                    <a:pt x="43800" y="1338"/>
                  </a:cubicBezTo>
                  <a:cubicBezTo>
                    <a:pt x="51126" y="0"/>
                    <a:pt x="59454" y="3010"/>
                    <a:pt x="61916" y="10517"/>
                  </a:cubicBezTo>
                  <a:cubicBezTo>
                    <a:pt x="64500" y="18359"/>
                    <a:pt x="70853" y="23223"/>
                    <a:pt x="79272" y="23131"/>
                  </a:cubicBezTo>
                  <a:cubicBezTo>
                    <a:pt x="86020" y="23071"/>
                    <a:pt x="93254" y="17934"/>
                    <a:pt x="100032" y="17052"/>
                  </a:cubicBezTo>
                  <a:cubicBezTo>
                    <a:pt x="108574" y="15958"/>
                    <a:pt x="120489" y="17630"/>
                    <a:pt x="124471" y="25989"/>
                  </a:cubicBezTo>
                  <a:cubicBezTo>
                    <a:pt x="126902" y="31065"/>
                    <a:pt x="120671" y="35776"/>
                    <a:pt x="121492" y="41186"/>
                  </a:cubicBezTo>
                  <a:cubicBezTo>
                    <a:pt x="122221" y="46050"/>
                    <a:pt x="128878" y="49393"/>
                    <a:pt x="129243" y="53740"/>
                  </a:cubicBezTo>
                  <a:cubicBezTo>
                    <a:pt x="129516" y="57357"/>
                    <a:pt x="131127" y="66445"/>
                    <a:pt x="134896" y="68238"/>
                  </a:cubicBezTo>
                  <a:cubicBezTo>
                    <a:pt x="139699" y="70549"/>
                    <a:pt x="147359" y="70670"/>
                    <a:pt x="151584" y="75077"/>
                  </a:cubicBezTo>
                  <a:cubicBezTo>
                    <a:pt x="154137" y="77752"/>
                    <a:pt x="154988" y="82068"/>
                    <a:pt x="158514" y="8358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32"/>
            <p:cNvSpPr/>
            <p:nvPr/>
          </p:nvSpPr>
          <p:spPr>
            <a:xfrm>
              <a:off x="2975000" y="45125"/>
              <a:ext cx="3962850" cy="2114050"/>
            </a:xfrm>
            <a:custGeom>
              <a:rect b="b" l="l" r="r" t="t"/>
              <a:pathLst>
                <a:path extrusionOk="0" fill="none" h="84562" w="158514">
                  <a:moveTo>
                    <a:pt x="0" y="15898"/>
                  </a:moveTo>
                  <a:cubicBezTo>
                    <a:pt x="6991" y="17478"/>
                    <a:pt x="14651" y="16809"/>
                    <a:pt x="20700" y="14226"/>
                  </a:cubicBezTo>
                  <a:cubicBezTo>
                    <a:pt x="28511" y="10913"/>
                    <a:pt x="35350" y="3527"/>
                    <a:pt x="44439" y="1551"/>
                  </a:cubicBezTo>
                  <a:cubicBezTo>
                    <a:pt x="51612" y="1"/>
                    <a:pt x="60579" y="2736"/>
                    <a:pt x="63041" y="10214"/>
                  </a:cubicBezTo>
                  <a:cubicBezTo>
                    <a:pt x="65564" y="17934"/>
                    <a:pt x="69515" y="22949"/>
                    <a:pt x="78391" y="22645"/>
                  </a:cubicBezTo>
                  <a:cubicBezTo>
                    <a:pt x="85716" y="22372"/>
                    <a:pt x="93072" y="17417"/>
                    <a:pt x="100488" y="16931"/>
                  </a:cubicBezTo>
                  <a:cubicBezTo>
                    <a:pt x="109273" y="16323"/>
                    <a:pt x="121431" y="18208"/>
                    <a:pt x="125717" y="26536"/>
                  </a:cubicBezTo>
                  <a:cubicBezTo>
                    <a:pt x="128544" y="31946"/>
                    <a:pt x="121036" y="36415"/>
                    <a:pt x="121735" y="41916"/>
                  </a:cubicBezTo>
                  <a:cubicBezTo>
                    <a:pt x="122343" y="46871"/>
                    <a:pt x="129881" y="49971"/>
                    <a:pt x="130276" y="54105"/>
                  </a:cubicBezTo>
                  <a:cubicBezTo>
                    <a:pt x="130641" y="57631"/>
                    <a:pt x="131431" y="66628"/>
                    <a:pt x="135322" y="68664"/>
                  </a:cubicBezTo>
                  <a:cubicBezTo>
                    <a:pt x="140124" y="71157"/>
                    <a:pt x="147632" y="71461"/>
                    <a:pt x="151796" y="75868"/>
                  </a:cubicBezTo>
                  <a:cubicBezTo>
                    <a:pt x="154350" y="78573"/>
                    <a:pt x="155109" y="82859"/>
                    <a:pt x="158514" y="8456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32"/>
            <p:cNvSpPr/>
            <p:nvPr/>
          </p:nvSpPr>
          <p:spPr>
            <a:xfrm>
              <a:off x="2975000" y="20825"/>
              <a:ext cx="3962850" cy="2138350"/>
            </a:xfrm>
            <a:custGeom>
              <a:rect b="b" l="l" r="r" t="t"/>
              <a:pathLst>
                <a:path extrusionOk="0" fill="none" h="85534" w="158514">
                  <a:moveTo>
                    <a:pt x="0" y="16870"/>
                  </a:moveTo>
                  <a:cubicBezTo>
                    <a:pt x="7082" y="18420"/>
                    <a:pt x="14833" y="17629"/>
                    <a:pt x="20912" y="14955"/>
                  </a:cubicBezTo>
                  <a:cubicBezTo>
                    <a:pt x="28876" y="11459"/>
                    <a:pt x="35776" y="3951"/>
                    <a:pt x="45047" y="1702"/>
                  </a:cubicBezTo>
                  <a:cubicBezTo>
                    <a:pt x="52068" y="0"/>
                    <a:pt x="61703" y="2371"/>
                    <a:pt x="64166" y="9818"/>
                  </a:cubicBezTo>
                  <a:cubicBezTo>
                    <a:pt x="66567" y="16991"/>
                    <a:pt x="68877" y="22645"/>
                    <a:pt x="77722" y="22128"/>
                  </a:cubicBezTo>
                  <a:cubicBezTo>
                    <a:pt x="85503" y="21672"/>
                    <a:pt x="93133" y="16961"/>
                    <a:pt x="101127" y="16809"/>
                  </a:cubicBezTo>
                  <a:cubicBezTo>
                    <a:pt x="110063" y="16657"/>
                    <a:pt x="122161" y="18693"/>
                    <a:pt x="126963" y="27083"/>
                  </a:cubicBezTo>
                  <a:cubicBezTo>
                    <a:pt x="130276" y="32858"/>
                    <a:pt x="121705" y="37052"/>
                    <a:pt x="122161" y="42615"/>
                  </a:cubicBezTo>
                  <a:cubicBezTo>
                    <a:pt x="122616" y="47782"/>
                    <a:pt x="130762" y="50518"/>
                    <a:pt x="131279" y="54530"/>
                  </a:cubicBezTo>
                  <a:cubicBezTo>
                    <a:pt x="131735" y="57934"/>
                    <a:pt x="131796" y="66931"/>
                    <a:pt x="135778" y="69089"/>
                  </a:cubicBezTo>
                  <a:cubicBezTo>
                    <a:pt x="140550" y="71703"/>
                    <a:pt x="147936" y="72250"/>
                    <a:pt x="152039" y="76658"/>
                  </a:cubicBezTo>
                  <a:cubicBezTo>
                    <a:pt x="154593" y="79393"/>
                    <a:pt x="155231" y="83649"/>
                    <a:pt x="158514" y="8553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6" name="Google Shape;5256;p32"/>
          <p:cNvGrpSpPr/>
          <p:nvPr/>
        </p:nvGrpSpPr>
        <p:grpSpPr>
          <a:xfrm flipH="1" rot="9595773">
            <a:off x="-3170880" y="-3931940"/>
            <a:ext cx="6864079" cy="5602606"/>
            <a:chOff x="2975000" y="20825"/>
            <a:chExt cx="3963625" cy="2500050"/>
          </a:xfrm>
        </p:grpSpPr>
        <p:sp>
          <p:nvSpPr>
            <p:cNvPr id="5257" name="Google Shape;5257;p32"/>
            <p:cNvSpPr/>
            <p:nvPr/>
          </p:nvSpPr>
          <p:spPr>
            <a:xfrm>
              <a:off x="2975000" y="442550"/>
              <a:ext cx="3962850" cy="2078325"/>
            </a:xfrm>
            <a:custGeom>
              <a:rect b="b" l="l" r="r" t="t"/>
              <a:pathLst>
                <a:path extrusionOk="0" fill="none" h="83133" w="158514">
                  <a:moveTo>
                    <a:pt x="0" y="1"/>
                  </a:moveTo>
                  <a:cubicBezTo>
                    <a:pt x="4347" y="3071"/>
                    <a:pt x="9423" y="6171"/>
                    <a:pt x="12797" y="10122"/>
                  </a:cubicBezTo>
                  <a:cubicBezTo>
                    <a:pt x="18025" y="16232"/>
                    <a:pt x="11095" y="25411"/>
                    <a:pt x="18298" y="31369"/>
                  </a:cubicBezTo>
                  <a:cubicBezTo>
                    <a:pt x="23952" y="36050"/>
                    <a:pt x="23982" y="41612"/>
                    <a:pt x="23283" y="48269"/>
                  </a:cubicBezTo>
                  <a:cubicBezTo>
                    <a:pt x="22706" y="53497"/>
                    <a:pt x="22463" y="62494"/>
                    <a:pt x="29028" y="64044"/>
                  </a:cubicBezTo>
                  <a:cubicBezTo>
                    <a:pt x="35776" y="65655"/>
                    <a:pt x="41186" y="60913"/>
                    <a:pt x="45624" y="56567"/>
                  </a:cubicBezTo>
                  <a:cubicBezTo>
                    <a:pt x="51855" y="50457"/>
                    <a:pt x="63466" y="46202"/>
                    <a:pt x="71825" y="49515"/>
                  </a:cubicBezTo>
                  <a:cubicBezTo>
                    <a:pt x="79211" y="52463"/>
                    <a:pt x="89728" y="48421"/>
                    <a:pt x="96598" y="51430"/>
                  </a:cubicBezTo>
                  <a:cubicBezTo>
                    <a:pt x="100762" y="53284"/>
                    <a:pt x="101035" y="58390"/>
                    <a:pt x="102343" y="62646"/>
                  </a:cubicBezTo>
                  <a:cubicBezTo>
                    <a:pt x="104197" y="68603"/>
                    <a:pt x="108938" y="75564"/>
                    <a:pt x="114106" y="78482"/>
                  </a:cubicBezTo>
                  <a:cubicBezTo>
                    <a:pt x="122343" y="83132"/>
                    <a:pt x="130914" y="70610"/>
                    <a:pt x="138909" y="69151"/>
                  </a:cubicBezTo>
                  <a:cubicBezTo>
                    <a:pt x="145474" y="67935"/>
                    <a:pt x="152435" y="73892"/>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32"/>
            <p:cNvSpPr/>
            <p:nvPr/>
          </p:nvSpPr>
          <p:spPr>
            <a:xfrm>
              <a:off x="2975000" y="442550"/>
              <a:ext cx="3962850" cy="2057800"/>
            </a:xfrm>
            <a:custGeom>
              <a:rect b="b" l="l" r="r" t="t"/>
              <a:pathLst>
                <a:path extrusionOk="0" fill="none" h="82312" w="158514">
                  <a:moveTo>
                    <a:pt x="0" y="1"/>
                  </a:moveTo>
                  <a:cubicBezTo>
                    <a:pt x="4408" y="3040"/>
                    <a:pt x="9392" y="6049"/>
                    <a:pt x="13040" y="9879"/>
                  </a:cubicBezTo>
                  <a:cubicBezTo>
                    <a:pt x="18602" y="15654"/>
                    <a:pt x="11733" y="24955"/>
                    <a:pt x="18694" y="30609"/>
                  </a:cubicBezTo>
                  <a:cubicBezTo>
                    <a:pt x="24408" y="35259"/>
                    <a:pt x="25077" y="40153"/>
                    <a:pt x="24317" y="46901"/>
                  </a:cubicBezTo>
                  <a:cubicBezTo>
                    <a:pt x="23739" y="52129"/>
                    <a:pt x="23131" y="61248"/>
                    <a:pt x="29849" y="62919"/>
                  </a:cubicBezTo>
                  <a:cubicBezTo>
                    <a:pt x="36870" y="64652"/>
                    <a:pt x="41794" y="59606"/>
                    <a:pt x="46627" y="55503"/>
                  </a:cubicBezTo>
                  <a:cubicBezTo>
                    <a:pt x="53557" y="49606"/>
                    <a:pt x="63983" y="44712"/>
                    <a:pt x="72798" y="48634"/>
                  </a:cubicBezTo>
                  <a:cubicBezTo>
                    <a:pt x="80123" y="51886"/>
                    <a:pt x="90245" y="48208"/>
                    <a:pt x="97266" y="51187"/>
                  </a:cubicBezTo>
                  <a:cubicBezTo>
                    <a:pt x="101522" y="52980"/>
                    <a:pt x="101674" y="58026"/>
                    <a:pt x="102890" y="62251"/>
                  </a:cubicBezTo>
                  <a:cubicBezTo>
                    <a:pt x="104561" y="68087"/>
                    <a:pt x="109303" y="75078"/>
                    <a:pt x="114440" y="77844"/>
                  </a:cubicBezTo>
                  <a:cubicBezTo>
                    <a:pt x="122799" y="82312"/>
                    <a:pt x="131097" y="70032"/>
                    <a:pt x="139243" y="68877"/>
                  </a:cubicBezTo>
                  <a:cubicBezTo>
                    <a:pt x="145656" y="67935"/>
                    <a:pt x="152495" y="73771"/>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32"/>
            <p:cNvSpPr/>
            <p:nvPr/>
          </p:nvSpPr>
          <p:spPr>
            <a:xfrm>
              <a:off x="2975000" y="442550"/>
              <a:ext cx="3962850" cy="2035775"/>
            </a:xfrm>
            <a:custGeom>
              <a:rect b="b" l="l" r="r" t="t"/>
              <a:pathLst>
                <a:path extrusionOk="0" fill="none" h="81431" w="158514">
                  <a:moveTo>
                    <a:pt x="0" y="1"/>
                  </a:moveTo>
                  <a:cubicBezTo>
                    <a:pt x="4468" y="3040"/>
                    <a:pt x="9362" y="5958"/>
                    <a:pt x="13313" y="9606"/>
                  </a:cubicBezTo>
                  <a:cubicBezTo>
                    <a:pt x="19210" y="15077"/>
                    <a:pt x="12432" y="24469"/>
                    <a:pt x="19089" y="29849"/>
                  </a:cubicBezTo>
                  <a:cubicBezTo>
                    <a:pt x="24803" y="34469"/>
                    <a:pt x="26019" y="38694"/>
                    <a:pt x="25350" y="45564"/>
                  </a:cubicBezTo>
                  <a:cubicBezTo>
                    <a:pt x="24833" y="50822"/>
                    <a:pt x="23739" y="60001"/>
                    <a:pt x="30609" y="61795"/>
                  </a:cubicBezTo>
                  <a:cubicBezTo>
                    <a:pt x="37691" y="63649"/>
                    <a:pt x="42797" y="58299"/>
                    <a:pt x="47813" y="54378"/>
                  </a:cubicBezTo>
                  <a:cubicBezTo>
                    <a:pt x="55989" y="47995"/>
                    <a:pt x="63345" y="43375"/>
                    <a:pt x="73801" y="47752"/>
                  </a:cubicBezTo>
                  <a:cubicBezTo>
                    <a:pt x="81704" y="51065"/>
                    <a:pt x="90762" y="48026"/>
                    <a:pt x="97966" y="50944"/>
                  </a:cubicBezTo>
                  <a:cubicBezTo>
                    <a:pt x="102282" y="52707"/>
                    <a:pt x="102343" y="57631"/>
                    <a:pt x="103437" y="61825"/>
                  </a:cubicBezTo>
                  <a:cubicBezTo>
                    <a:pt x="104957" y="67570"/>
                    <a:pt x="109637" y="74531"/>
                    <a:pt x="114774" y="77145"/>
                  </a:cubicBezTo>
                  <a:cubicBezTo>
                    <a:pt x="123285" y="81430"/>
                    <a:pt x="131310" y="69454"/>
                    <a:pt x="139577" y="68573"/>
                  </a:cubicBezTo>
                  <a:cubicBezTo>
                    <a:pt x="145869" y="67904"/>
                    <a:pt x="152587" y="73649"/>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32"/>
            <p:cNvSpPr/>
            <p:nvPr/>
          </p:nvSpPr>
          <p:spPr>
            <a:xfrm>
              <a:off x="2975000" y="442550"/>
              <a:ext cx="3962850" cy="2014500"/>
            </a:xfrm>
            <a:custGeom>
              <a:rect b="b" l="l" r="r" t="t"/>
              <a:pathLst>
                <a:path extrusionOk="0" fill="none" h="80580" w="158514">
                  <a:moveTo>
                    <a:pt x="0" y="1"/>
                  </a:moveTo>
                  <a:cubicBezTo>
                    <a:pt x="4560" y="3010"/>
                    <a:pt x="9392" y="5897"/>
                    <a:pt x="13526" y="9393"/>
                  </a:cubicBezTo>
                  <a:cubicBezTo>
                    <a:pt x="19666" y="14469"/>
                    <a:pt x="13162" y="23952"/>
                    <a:pt x="19484" y="29150"/>
                  </a:cubicBezTo>
                  <a:cubicBezTo>
                    <a:pt x="24560" y="33314"/>
                    <a:pt x="27235" y="37509"/>
                    <a:pt x="26323" y="44348"/>
                  </a:cubicBezTo>
                  <a:cubicBezTo>
                    <a:pt x="25563" y="49728"/>
                    <a:pt x="24317" y="58846"/>
                    <a:pt x="31308" y="60792"/>
                  </a:cubicBezTo>
                  <a:cubicBezTo>
                    <a:pt x="38390" y="62737"/>
                    <a:pt x="43770" y="57296"/>
                    <a:pt x="48998" y="53375"/>
                  </a:cubicBezTo>
                  <a:cubicBezTo>
                    <a:pt x="57813" y="46688"/>
                    <a:pt x="63892" y="42129"/>
                    <a:pt x="74743" y="47023"/>
                  </a:cubicBezTo>
                  <a:cubicBezTo>
                    <a:pt x="82433" y="50488"/>
                    <a:pt x="91248" y="47995"/>
                    <a:pt x="98604" y="50761"/>
                  </a:cubicBezTo>
                  <a:cubicBezTo>
                    <a:pt x="103042" y="52372"/>
                    <a:pt x="103011" y="57266"/>
                    <a:pt x="104014" y="61430"/>
                  </a:cubicBezTo>
                  <a:cubicBezTo>
                    <a:pt x="105382" y="67084"/>
                    <a:pt x="109941" y="74014"/>
                    <a:pt x="115109" y="76445"/>
                  </a:cubicBezTo>
                  <a:cubicBezTo>
                    <a:pt x="123802" y="80579"/>
                    <a:pt x="132100" y="68299"/>
                    <a:pt x="139912" y="68330"/>
                  </a:cubicBezTo>
                  <a:cubicBezTo>
                    <a:pt x="144927" y="68330"/>
                    <a:pt x="153529" y="7331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32"/>
            <p:cNvSpPr/>
            <p:nvPr/>
          </p:nvSpPr>
          <p:spPr>
            <a:xfrm>
              <a:off x="2975000" y="442550"/>
              <a:ext cx="3962850" cy="1991700"/>
            </a:xfrm>
            <a:custGeom>
              <a:rect b="b" l="l" r="r" t="t"/>
              <a:pathLst>
                <a:path extrusionOk="0" fill="none" h="79668" w="158514">
                  <a:moveTo>
                    <a:pt x="0" y="1"/>
                  </a:moveTo>
                  <a:cubicBezTo>
                    <a:pt x="4590" y="3010"/>
                    <a:pt x="9484" y="5897"/>
                    <a:pt x="13769" y="9119"/>
                  </a:cubicBezTo>
                  <a:cubicBezTo>
                    <a:pt x="20122" y="13861"/>
                    <a:pt x="13952" y="23344"/>
                    <a:pt x="19879" y="28360"/>
                  </a:cubicBezTo>
                  <a:cubicBezTo>
                    <a:pt x="24651" y="32402"/>
                    <a:pt x="28055" y="36475"/>
                    <a:pt x="27265" y="43102"/>
                  </a:cubicBezTo>
                  <a:cubicBezTo>
                    <a:pt x="26627" y="48482"/>
                    <a:pt x="24985" y="57600"/>
                    <a:pt x="31946" y="59698"/>
                  </a:cubicBezTo>
                  <a:cubicBezTo>
                    <a:pt x="39028" y="61795"/>
                    <a:pt x="44955" y="56202"/>
                    <a:pt x="50183" y="52251"/>
                  </a:cubicBezTo>
                  <a:cubicBezTo>
                    <a:pt x="59424" y="45260"/>
                    <a:pt x="64561" y="40761"/>
                    <a:pt x="75746" y="46232"/>
                  </a:cubicBezTo>
                  <a:cubicBezTo>
                    <a:pt x="83315" y="49971"/>
                    <a:pt x="91795" y="47813"/>
                    <a:pt x="99273" y="50488"/>
                  </a:cubicBezTo>
                  <a:cubicBezTo>
                    <a:pt x="103832" y="52129"/>
                    <a:pt x="103619" y="56840"/>
                    <a:pt x="104653" y="61035"/>
                  </a:cubicBezTo>
                  <a:cubicBezTo>
                    <a:pt x="106051" y="66749"/>
                    <a:pt x="110124" y="73315"/>
                    <a:pt x="115443" y="75716"/>
                  </a:cubicBezTo>
                  <a:cubicBezTo>
                    <a:pt x="124227" y="79667"/>
                    <a:pt x="132039" y="67995"/>
                    <a:pt x="140246" y="68056"/>
                  </a:cubicBezTo>
                  <a:cubicBezTo>
                    <a:pt x="145535" y="68087"/>
                    <a:pt x="153377" y="7340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32"/>
            <p:cNvSpPr/>
            <p:nvPr/>
          </p:nvSpPr>
          <p:spPr>
            <a:xfrm>
              <a:off x="2975000" y="442550"/>
              <a:ext cx="3963625" cy="1968900"/>
            </a:xfrm>
            <a:custGeom>
              <a:rect b="b" l="l" r="r" t="t"/>
              <a:pathLst>
                <a:path extrusionOk="0" fill="none" h="78756" w="158545">
                  <a:moveTo>
                    <a:pt x="0" y="1"/>
                  </a:moveTo>
                  <a:cubicBezTo>
                    <a:pt x="4651" y="2979"/>
                    <a:pt x="9575" y="5867"/>
                    <a:pt x="14013" y="8876"/>
                  </a:cubicBezTo>
                  <a:cubicBezTo>
                    <a:pt x="20548" y="13283"/>
                    <a:pt x="14985" y="22706"/>
                    <a:pt x="20305" y="27539"/>
                  </a:cubicBezTo>
                  <a:cubicBezTo>
                    <a:pt x="24590" y="31430"/>
                    <a:pt x="28724" y="35715"/>
                    <a:pt x="28147" y="42007"/>
                  </a:cubicBezTo>
                  <a:cubicBezTo>
                    <a:pt x="27630" y="47296"/>
                    <a:pt x="25654" y="56445"/>
                    <a:pt x="32584" y="58664"/>
                  </a:cubicBezTo>
                  <a:cubicBezTo>
                    <a:pt x="39606" y="60913"/>
                    <a:pt x="46354" y="55077"/>
                    <a:pt x="51369" y="51096"/>
                  </a:cubicBezTo>
                  <a:cubicBezTo>
                    <a:pt x="60609" y="43770"/>
                    <a:pt x="65351" y="39576"/>
                    <a:pt x="76749" y="45594"/>
                  </a:cubicBezTo>
                  <a:cubicBezTo>
                    <a:pt x="84166" y="49515"/>
                    <a:pt x="92251" y="47722"/>
                    <a:pt x="99911" y="50275"/>
                  </a:cubicBezTo>
                  <a:cubicBezTo>
                    <a:pt x="104622" y="51855"/>
                    <a:pt x="104318" y="56445"/>
                    <a:pt x="105260" y="60609"/>
                  </a:cubicBezTo>
                  <a:cubicBezTo>
                    <a:pt x="106537" y="66324"/>
                    <a:pt x="110428" y="72676"/>
                    <a:pt x="115808" y="74956"/>
                  </a:cubicBezTo>
                  <a:cubicBezTo>
                    <a:pt x="124714" y="78756"/>
                    <a:pt x="132313" y="67418"/>
                    <a:pt x="140580" y="67813"/>
                  </a:cubicBezTo>
                  <a:cubicBezTo>
                    <a:pt x="145778" y="68056"/>
                    <a:pt x="153438" y="73315"/>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32"/>
            <p:cNvSpPr/>
            <p:nvPr/>
          </p:nvSpPr>
          <p:spPr>
            <a:xfrm>
              <a:off x="2975000" y="442550"/>
              <a:ext cx="3962850" cy="1919500"/>
            </a:xfrm>
            <a:custGeom>
              <a:rect b="b" l="l" r="r" t="t"/>
              <a:pathLst>
                <a:path extrusionOk="0" fill="none" h="76780" w="158514">
                  <a:moveTo>
                    <a:pt x="0" y="1"/>
                  </a:moveTo>
                  <a:cubicBezTo>
                    <a:pt x="4712" y="2949"/>
                    <a:pt x="9666" y="5776"/>
                    <a:pt x="14225" y="8633"/>
                  </a:cubicBezTo>
                  <a:cubicBezTo>
                    <a:pt x="20973" y="12797"/>
                    <a:pt x="16049" y="21977"/>
                    <a:pt x="20760" y="26718"/>
                  </a:cubicBezTo>
                  <a:cubicBezTo>
                    <a:pt x="24438" y="30396"/>
                    <a:pt x="29332" y="35168"/>
                    <a:pt x="28967" y="41004"/>
                  </a:cubicBezTo>
                  <a:cubicBezTo>
                    <a:pt x="28633" y="46202"/>
                    <a:pt x="26444" y="55381"/>
                    <a:pt x="33192" y="57661"/>
                  </a:cubicBezTo>
                  <a:cubicBezTo>
                    <a:pt x="40153" y="60032"/>
                    <a:pt x="47752" y="53953"/>
                    <a:pt x="52494" y="49880"/>
                  </a:cubicBezTo>
                  <a:cubicBezTo>
                    <a:pt x="61703" y="41977"/>
                    <a:pt x="66293" y="38633"/>
                    <a:pt x="77722" y="45016"/>
                  </a:cubicBezTo>
                  <a:cubicBezTo>
                    <a:pt x="84926" y="49059"/>
                    <a:pt x="92707" y="47722"/>
                    <a:pt x="100488" y="50093"/>
                  </a:cubicBezTo>
                  <a:cubicBezTo>
                    <a:pt x="105382" y="51582"/>
                    <a:pt x="104987" y="56080"/>
                    <a:pt x="105838" y="60245"/>
                  </a:cubicBezTo>
                  <a:cubicBezTo>
                    <a:pt x="107023" y="65898"/>
                    <a:pt x="111005" y="72676"/>
                    <a:pt x="116142" y="74227"/>
                  </a:cubicBezTo>
                  <a:cubicBezTo>
                    <a:pt x="124683" y="76780"/>
                    <a:pt x="132191" y="66901"/>
                    <a:pt x="140884" y="67570"/>
                  </a:cubicBezTo>
                  <a:cubicBezTo>
                    <a:pt x="145930" y="67965"/>
                    <a:pt x="153468" y="73224"/>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32"/>
            <p:cNvSpPr/>
            <p:nvPr/>
          </p:nvSpPr>
          <p:spPr>
            <a:xfrm>
              <a:off x="2975000" y="442550"/>
              <a:ext cx="3962100" cy="1896700"/>
            </a:xfrm>
            <a:custGeom>
              <a:rect b="b" l="l" r="r" t="t"/>
              <a:pathLst>
                <a:path extrusionOk="0" fill="none" h="75868" w="158484">
                  <a:moveTo>
                    <a:pt x="0" y="1"/>
                  </a:moveTo>
                  <a:cubicBezTo>
                    <a:pt x="4742" y="2949"/>
                    <a:pt x="9788" y="5441"/>
                    <a:pt x="14438" y="8359"/>
                  </a:cubicBezTo>
                  <a:cubicBezTo>
                    <a:pt x="21520" y="12797"/>
                    <a:pt x="16900" y="20852"/>
                    <a:pt x="21277" y="25837"/>
                  </a:cubicBezTo>
                  <a:cubicBezTo>
                    <a:pt x="24408" y="29424"/>
                    <a:pt x="29758" y="34652"/>
                    <a:pt x="29727" y="40123"/>
                  </a:cubicBezTo>
                  <a:cubicBezTo>
                    <a:pt x="29666" y="45229"/>
                    <a:pt x="27447" y="54014"/>
                    <a:pt x="33770" y="56658"/>
                  </a:cubicBezTo>
                  <a:cubicBezTo>
                    <a:pt x="40396" y="59394"/>
                    <a:pt x="49545" y="52433"/>
                    <a:pt x="53618" y="48542"/>
                  </a:cubicBezTo>
                  <a:cubicBezTo>
                    <a:pt x="62707" y="39788"/>
                    <a:pt x="67448" y="37904"/>
                    <a:pt x="78725" y="44530"/>
                  </a:cubicBezTo>
                  <a:cubicBezTo>
                    <a:pt x="85716" y="48664"/>
                    <a:pt x="93224" y="47722"/>
                    <a:pt x="101066" y="49910"/>
                  </a:cubicBezTo>
                  <a:cubicBezTo>
                    <a:pt x="106142" y="51308"/>
                    <a:pt x="105716" y="55685"/>
                    <a:pt x="106476" y="59849"/>
                  </a:cubicBezTo>
                  <a:cubicBezTo>
                    <a:pt x="107540" y="65503"/>
                    <a:pt x="111279" y="71977"/>
                    <a:pt x="116477" y="73467"/>
                  </a:cubicBezTo>
                  <a:cubicBezTo>
                    <a:pt x="124927" y="75868"/>
                    <a:pt x="132708" y="66354"/>
                    <a:pt x="141188" y="67357"/>
                  </a:cubicBezTo>
                  <a:cubicBezTo>
                    <a:pt x="146143" y="67935"/>
                    <a:pt x="153468" y="7313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32"/>
            <p:cNvSpPr/>
            <p:nvPr/>
          </p:nvSpPr>
          <p:spPr>
            <a:xfrm>
              <a:off x="2975000" y="442550"/>
              <a:ext cx="3962850" cy="1870875"/>
            </a:xfrm>
            <a:custGeom>
              <a:rect b="b" l="l" r="r" t="t"/>
              <a:pathLst>
                <a:path extrusionOk="0" fill="none" h="74835" w="158514">
                  <a:moveTo>
                    <a:pt x="0" y="1"/>
                  </a:moveTo>
                  <a:cubicBezTo>
                    <a:pt x="4803" y="2919"/>
                    <a:pt x="9848" y="5350"/>
                    <a:pt x="14651" y="8116"/>
                  </a:cubicBezTo>
                  <a:cubicBezTo>
                    <a:pt x="21946" y="12311"/>
                    <a:pt x="18086" y="19697"/>
                    <a:pt x="21885" y="24895"/>
                  </a:cubicBezTo>
                  <a:cubicBezTo>
                    <a:pt x="24590" y="28633"/>
                    <a:pt x="30031" y="34013"/>
                    <a:pt x="30396" y="39272"/>
                  </a:cubicBezTo>
                  <a:cubicBezTo>
                    <a:pt x="30791" y="44439"/>
                    <a:pt x="28299" y="52919"/>
                    <a:pt x="34439" y="55625"/>
                  </a:cubicBezTo>
                  <a:cubicBezTo>
                    <a:pt x="41186" y="58603"/>
                    <a:pt x="50670" y="51217"/>
                    <a:pt x="54712" y="47083"/>
                  </a:cubicBezTo>
                  <a:cubicBezTo>
                    <a:pt x="63892" y="37630"/>
                    <a:pt x="68542" y="37266"/>
                    <a:pt x="79789" y="44135"/>
                  </a:cubicBezTo>
                  <a:cubicBezTo>
                    <a:pt x="86476" y="48208"/>
                    <a:pt x="93984" y="47661"/>
                    <a:pt x="101674" y="49728"/>
                  </a:cubicBezTo>
                  <a:cubicBezTo>
                    <a:pt x="106932" y="51126"/>
                    <a:pt x="106416" y="55138"/>
                    <a:pt x="107145" y="59454"/>
                  </a:cubicBezTo>
                  <a:cubicBezTo>
                    <a:pt x="108057" y="64986"/>
                    <a:pt x="111552" y="71339"/>
                    <a:pt x="116872" y="72707"/>
                  </a:cubicBezTo>
                  <a:cubicBezTo>
                    <a:pt x="125322" y="74835"/>
                    <a:pt x="133285" y="65837"/>
                    <a:pt x="141523" y="67114"/>
                  </a:cubicBezTo>
                  <a:cubicBezTo>
                    <a:pt x="146386" y="67874"/>
                    <a:pt x="153559" y="73011"/>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32"/>
            <p:cNvSpPr/>
            <p:nvPr/>
          </p:nvSpPr>
          <p:spPr>
            <a:xfrm>
              <a:off x="2975000" y="442550"/>
              <a:ext cx="3962850" cy="1848075"/>
            </a:xfrm>
            <a:custGeom>
              <a:rect b="b" l="l" r="r" t="t"/>
              <a:pathLst>
                <a:path extrusionOk="0" fill="none" h="73923" w="158514">
                  <a:moveTo>
                    <a:pt x="0" y="1"/>
                  </a:moveTo>
                  <a:cubicBezTo>
                    <a:pt x="4833" y="2888"/>
                    <a:pt x="9909" y="5259"/>
                    <a:pt x="14864" y="7873"/>
                  </a:cubicBezTo>
                  <a:cubicBezTo>
                    <a:pt x="22219" y="11764"/>
                    <a:pt x="19301" y="18390"/>
                    <a:pt x="22584" y="23922"/>
                  </a:cubicBezTo>
                  <a:cubicBezTo>
                    <a:pt x="25046" y="28086"/>
                    <a:pt x="30092" y="33649"/>
                    <a:pt x="31004" y="38542"/>
                  </a:cubicBezTo>
                  <a:cubicBezTo>
                    <a:pt x="31855" y="43284"/>
                    <a:pt x="29150" y="51947"/>
                    <a:pt x="35107" y="54561"/>
                  </a:cubicBezTo>
                  <a:cubicBezTo>
                    <a:pt x="42250" y="57691"/>
                    <a:pt x="51673" y="50032"/>
                    <a:pt x="55746" y="45503"/>
                  </a:cubicBezTo>
                  <a:cubicBezTo>
                    <a:pt x="64834" y="35411"/>
                    <a:pt x="69941" y="36992"/>
                    <a:pt x="80822" y="43770"/>
                  </a:cubicBezTo>
                  <a:cubicBezTo>
                    <a:pt x="87205" y="47782"/>
                    <a:pt x="94683" y="47691"/>
                    <a:pt x="102191" y="49576"/>
                  </a:cubicBezTo>
                  <a:cubicBezTo>
                    <a:pt x="107571" y="50913"/>
                    <a:pt x="107145" y="54682"/>
                    <a:pt x="107783" y="59090"/>
                  </a:cubicBezTo>
                  <a:cubicBezTo>
                    <a:pt x="108604" y="64591"/>
                    <a:pt x="111826" y="70610"/>
                    <a:pt x="117236" y="71917"/>
                  </a:cubicBezTo>
                  <a:cubicBezTo>
                    <a:pt x="125504" y="73923"/>
                    <a:pt x="133863" y="65321"/>
                    <a:pt x="141827" y="66901"/>
                  </a:cubicBezTo>
                  <a:cubicBezTo>
                    <a:pt x="146599" y="67813"/>
                    <a:pt x="153620" y="7292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32"/>
            <p:cNvSpPr/>
            <p:nvPr/>
          </p:nvSpPr>
          <p:spPr>
            <a:xfrm>
              <a:off x="2975000" y="442550"/>
              <a:ext cx="3962100" cy="1826050"/>
            </a:xfrm>
            <a:custGeom>
              <a:rect b="b" l="l" r="r" t="t"/>
              <a:pathLst>
                <a:path extrusionOk="0" fill="none" h="73042" w="158484">
                  <a:moveTo>
                    <a:pt x="0" y="1"/>
                  </a:moveTo>
                  <a:cubicBezTo>
                    <a:pt x="4894" y="2858"/>
                    <a:pt x="10000" y="5168"/>
                    <a:pt x="15076" y="7630"/>
                  </a:cubicBezTo>
                  <a:cubicBezTo>
                    <a:pt x="22402" y="11217"/>
                    <a:pt x="20639" y="16992"/>
                    <a:pt x="23435" y="22980"/>
                  </a:cubicBezTo>
                  <a:cubicBezTo>
                    <a:pt x="25685" y="27813"/>
                    <a:pt x="29910" y="33041"/>
                    <a:pt x="31460" y="37934"/>
                  </a:cubicBezTo>
                  <a:cubicBezTo>
                    <a:pt x="32858" y="42372"/>
                    <a:pt x="29940" y="51096"/>
                    <a:pt x="35867" y="53558"/>
                  </a:cubicBezTo>
                  <a:cubicBezTo>
                    <a:pt x="43618" y="56749"/>
                    <a:pt x="52433" y="48937"/>
                    <a:pt x="56779" y="43831"/>
                  </a:cubicBezTo>
                  <a:cubicBezTo>
                    <a:pt x="65746" y="33314"/>
                    <a:pt x="71552" y="36901"/>
                    <a:pt x="81886" y="43466"/>
                  </a:cubicBezTo>
                  <a:cubicBezTo>
                    <a:pt x="87965" y="47327"/>
                    <a:pt x="95412" y="47752"/>
                    <a:pt x="102707" y="49454"/>
                  </a:cubicBezTo>
                  <a:cubicBezTo>
                    <a:pt x="108148" y="50700"/>
                    <a:pt x="107905" y="54226"/>
                    <a:pt x="108452" y="58725"/>
                  </a:cubicBezTo>
                  <a:cubicBezTo>
                    <a:pt x="109182" y="64226"/>
                    <a:pt x="112130" y="69910"/>
                    <a:pt x="117571" y="71187"/>
                  </a:cubicBezTo>
                  <a:cubicBezTo>
                    <a:pt x="125626" y="73041"/>
                    <a:pt x="134410" y="64895"/>
                    <a:pt x="142100" y="66688"/>
                  </a:cubicBezTo>
                  <a:cubicBezTo>
                    <a:pt x="146751" y="67783"/>
                    <a:pt x="153590" y="72828"/>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32"/>
            <p:cNvSpPr/>
            <p:nvPr/>
          </p:nvSpPr>
          <p:spPr>
            <a:xfrm>
              <a:off x="2975000" y="442550"/>
              <a:ext cx="3962850" cy="1818450"/>
            </a:xfrm>
            <a:custGeom>
              <a:rect b="b" l="l" r="r" t="t"/>
              <a:pathLst>
                <a:path extrusionOk="0" fill="none" h="72738" w="158514">
                  <a:moveTo>
                    <a:pt x="0" y="1"/>
                  </a:moveTo>
                  <a:cubicBezTo>
                    <a:pt x="4924" y="2827"/>
                    <a:pt x="10122" y="5077"/>
                    <a:pt x="15259" y="7387"/>
                  </a:cubicBezTo>
                  <a:cubicBezTo>
                    <a:pt x="22432" y="10609"/>
                    <a:pt x="22159" y="15594"/>
                    <a:pt x="24317" y="22007"/>
                  </a:cubicBezTo>
                  <a:cubicBezTo>
                    <a:pt x="26171" y="27630"/>
                    <a:pt x="29332" y="32402"/>
                    <a:pt x="31733" y="37418"/>
                  </a:cubicBezTo>
                  <a:cubicBezTo>
                    <a:pt x="33831" y="41764"/>
                    <a:pt x="30669" y="50305"/>
                    <a:pt x="36657" y="52615"/>
                  </a:cubicBezTo>
                  <a:cubicBezTo>
                    <a:pt x="44955" y="55868"/>
                    <a:pt x="53162" y="47630"/>
                    <a:pt x="57782" y="42068"/>
                  </a:cubicBezTo>
                  <a:cubicBezTo>
                    <a:pt x="66476" y="31551"/>
                    <a:pt x="73315" y="37022"/>
                    <a:pt x="82950" y="43193"/>
                  </a:cubicBezTo>
                  <a:cubicBezTo>
                    <a:pt x="88695" y="46871"/>
                    <a:pt x="96142" y="47813"/>
                    <a:pt x="103194" y="49333"/>
                  </a:cubicBezTo>
                  <a:cubicBezTo>
                    <a:pt x="108726" y="50488"/>
                    <a:pt x="108634" y="53740"/>
                    <a:pt x="109151" y="58390"/>
                  </a:cubicBezTo>
                  <a:cubicBezTo>
                    <a:pt x="109789" y="63862"/>
                    <a:pt x="112464" y="69211"/>
                    <a:pt x="117996" y="70427"/>
                  </a:cubicBezTo>
                  <a:cubicBezTo>
                    <a:pt x="125778" y="72129"/>
                    <a:pt x="135018" y="64439"/>
                    <a:pt x="142434" y="66506"/>
                  </a:cubicBezTo>
                  <a:cubicBezTo>
                    <a:pt x="146994" y="67752"/>
                    <a:pt x="153650" y="72737"/>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32"/>
            <p:cNvSpPr/>
            <p:nvPr/>
          </p:nvSpPr>
          <p:spPr>
            <a:xfrm>
              <a:off x="2975000" y="442550"/>
              <a:ext cx="3962850" cy="1816175"/>
            </a:xfrm>
            <a:custGeom>
              <a:rect b="b" l="l" r="r" t="t"/>
              <a:pathLst>
                <a:path extrusionOk="0" fill="none" h="72647" w="158514">
                  <a:moveTo>
                    <a:pt x="0" y="1"/>
                  </a:moveTo>
                  <a:cubicBezTo>
                    <a:pt x="4985" y="2797"/>
                    <a:pt x="10244" y="4985"/>
                    <a:pt x="15441" y="7144"/>
                  </a:cubicBezTo>
                  <a:cubicBezTo>
                    <a:pt x="22341" y="10031"/>
                    <a:pt x="23648" y="14621"/>
                    <a:pt x="25259" y="21034"/>
                  </a:cubicBezTo>
                  <a:cubicBezTo>
                    <a:pt x="26688" y="26809"/>
                    <a:pt x="28572" y="31977"/>
                    <a:pt x="31885" y="36992"/>
                  </a:cubicBezTo>
                  <a:cubicBezTo>
                    <a:pt x="34742" y="41278"/>
                    <a:pt x="31429" y="49606"/>
                    <a:pt x="37478" y="51825"/>
                  </a:cubicBezTo>
                  <a:cubicBezTo>
                    <a:pt x="46171" y="55017"/>
                    <a:pt x="54469" y="46202"/>
                    <a:pt x="58755" y="40305"/>
                  </a:cubicBezTo>
                  <a:cubicBezTo>
                    <a:pt x="66232" y="30001"/>
                    <a:pt x="76415" y="38025"/>
                    <a:pt x="84044" y="42889"/>
                  </a:cubicBezTo>
                  <a:cubicBezTo>
                    <a:pt x="89546" y="46384"/>
                    <a:pt x="96841" y="47874"/>
                    <a:pt x="103680" y="49211"/>
                  </a:cubicBezTo>
                  <a:cubicBezTo>
                    <a:pt x="109242" y="50305"/>
                    <a:pt x="109364" y="53254"/>
                    <a:pt x="109850" y="58026"/>
                  </a:cubicBezTo>
                  <a:cubicBezTo>
                    <a:pt x="110397" y="63436"/>
                    <a:pt x="112829" y="68482"/>
                    <a:pt x="118422" y="69667"/>
                  </a:cubicBezTo>
                  <a:cubicBezTo>
                    <a:pt x="125930" y="71278"/>
                    <a:pt x="135626" y="64044"/>
                    <a:pt x="142708" y="66293"/>
                  </a:cubicBezTo>
                  <a:cubicBezTo>
                    <a:pt x="147176" y="67692"/>
                    <a:pt x="153681" y="7264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32"/>
            <p:cNvSpPr/>
            <p:nvPr/>
          </p:nvSpPr>
          <p:spPr>
            <a:xfrm>
              <a:off x="2975000" y="442550"/>
              <a:ext cx="3962850" cy="1813875"/>
            </a:xfrm>
            <a:custGeom>
              <a:rect b="b" l="l" r="r" t="t"/>
              <a:pathLst>
                <a:path extrusionOk="0" fill="none" h="72555" w="158514">
                  <a:moveTo>
                    <a:pt x="0" y="1"/>
                  </a:moveTo>
                  <a:cubicBezTo>
                    <a:pt x="5015" y="2767"/>
                    <a:pt x="10335" y="4894"/>
                    <a:pt x="15624" y="6931"/>
                  </a:cubicBezTo>
                  <a:cubicBezTo>
                    <a:pt x="22189" y="9423"/>
                    <a:pt x="24925" y="13648"/>
                    <a:pt x="26262" y="20031"/>
                  </a:cubicBezTo>
                  <a:cubicBezTo>
                    <a:pt x="27508" y="25958"/>
                    <a:pt x="27843" y="31582"/>
                    <a:pt x="31916" y="36597"/>
                  </a:cubicBezTo>
                  <a:cubicBezTo>
                    <a:pt x="35290" y="40731"/>
                    <a:pt x="32432" y="49150"/>
                    <a:pt x="38299" y="51096"/>
                  </a:cubicBezTo>
                  <a:cubicBezTo>
                    <a:pt x="47326" y="54105"/>
                    <a:pt x="55138" y="44804"/>
                    <a:pt x="59758" y="38512"/>
                  </a:cubicBezTo>
                  <a:cubicBezTo>
                    <a:pt x="66901" y="28816"/>
                    <a:pt x="78512" y="38512"/>
                    <a:pt x="85139" y="42585"/>
                  </a:cubicBezTo>
                  <a:cubicBezTo>
                    <a:pt x="90397" y="45807"/>
                    <a:pt x="97510" y="47995"/>
                    <a:pt x="104105" y="49120"/>
                  </a:cubicBezTo>
                  <a:cubicBezTo>
                    <a:pt x="109698" y="50062"/>
                    <a:pt x="109729" y="52707"/>
                    <a:pt x="110580" y="57691"/>
                  </a:cubicBezTo>
                  <a:cubicBezTo>
                    <a:pt x="111461" y="63071"/>
                    <a:pt x="112829" y="67692"/>
                    <a:pt x="118878" y="68938"/>
                  </a:cubicBezTo>
                  <a:cubicBezTo>
                    <a:pt x="126082" y="70427"/>
                    <a:pt x="136234" y="63649"/>
                    <a:pt x="143012" y="66111"/>
                  </a:cubicBezTo>
                  <a:cubicBezTo>
                    <a:pt x="147359" y="67661"/>
                    <a:pt x="153742" y="7255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32"/>
            <p:cNvSpPr/>
            <p:nvPr/>
          </p:nvSpPr>
          <p:spPr>
            <a:xfrm>
              <a:off x="2975000" y="442550"/>
              <a:ext cx="3962850" cy="1804000"/>
            </a:xfrm>
            <a:custGeom>
              <a:rect b="b" l="l" r="r" t="t"/>
              <a:pathLst>
                <a:path extrusionOk="0" fill="none" h="72160" w="158514">
                  <a:moveTo>
                    <a:pt x="0" y="1"/>
                  </a:moveTo>
                  <a:cubicBezTo>
                    <a:pt x="5076" y="2736"/>
                    <a:pt x="10456" y="4803"/>
                    <a:pt x="15806" y="6688"/>
                  </a:cubicBezTo>
                  <a:cubicBezTo>
                    <a:pt x="22037" y="8876"/>
                    <a:pt x="26049" y="12767"/>
                    <a:pt x="27326" y="18967"/>
                  </a:cubicBezTo>
                  <a:cubicBezTo>
                    <a:pt x="28542" y="24925"/>
                    <a:pt x="27326" y="31126"/>
                    <a:pt x="31855" y="36202"/>
                  </a:cubicBezTo>
                  <a:cubicBezTo>
                    <a:pt x="35381" y="40153"/>
                    <a:pt x="33618" y="48725"/>
                    <a:pt x="39150" y="50457"/>
                  </a:cubicBezTo>
                  <a:cubicBezTo>
                    <a:pt x="48329" y="53314"/>
                    <a:pt x="55746" y="42919"/>
                    <a:pt x="60792" y="36810"/>
                  </a:cubicBezTo>
                  <a:cubicBezTo>
                    <a:pt x="67995" y="28086"/>
                    <a:pt x="80032" y="38360"/>
                    <a:pt x="86263" y="42159"/>
                  </a:cubicBezTo>
                  <a:cubicBezTo>
                    <a:pt x="91430" y="45320"/>
                    <a:pt x="98057" y="48056"/>
                    <a:pt x="104561" y="48998"/>
                  </a:cubicBezTo>
                  <a:cubicBezTo>
                    <a:pt x="115747" y="50700"/>
                    <a:pt x="107692" y="65898"/>
                    <a:pt x="119303" y="68178"/>
                  </a:cubicBezTo>
                  <a:cubicBezTo>
                    <a:pt x="126294" y="69576"/>
                    <a:pt x="136872" y="63254"/>
                    <a:pt x="143316" y="65898"/>
                  </a:cubicBezTo>
                  <a:cubicBezTo>
                    <a:pt x="147784" y="67752"/>
                    <a:pt x="153407" y="7216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32"/>
            <p:cNvSpPr/>
            <p:nvPr/>
          </p:nvSpPr>
          <p:spPr>
            <a:xfrm>
              <a:off x="2975000" y="442550"/>
              <a:ext cx="3962100" cy="1802475"/>
            </a:xfrm>
            <a:custGeom>
              <a:rect b="b" l="l" r="r" t="t"/>
              <a:pathLst>
                <a:path extrusionOk="0" fill="none" h="72099" w="158484">
                  <a:moveTo>
                    <a:pt x="0" y="1"/>
                  </a:moveTo>
                  <a:cubicBezTo>
                    <a:pt x="5107" y="2706"/>
                    <a:pt x="10760" y="4590"/>
                    <a:pt x="15958" y="6444"/>
                  </a:cubicBezTo>
                  <a:cubicBezTo>
                    <a:pt x="21764" y="8511"/>
                    <a:pt x="26931" y="11733"/>
                    <a:pt x="28390" y="17843"/>
                  </a:cubicBezTo>
                  <a:cubicBezTo>
                    <a:pt x="29788" y="23740"/>
                    <a:pt x="26900" y="30579"/>
                    <a:pt x="31672" y="35867"/>
                  </a:cubicBezTo>
                  <a:cubicBezTo>
                    <a:pt x="35107" y="39636"/>
                    <a:pt x="34925" y="48390"/>
                    <a:pt x="40001" y="49849"/>
                  </a:cubicBezTo>
                  <a:cubicBezTo>
                    <a:pt x="49302" y="52494"/>
                    <a:pt x="56415" y="40761"/>
                    <a:pt x="61886" y="35320"/>
                  </a:cubicBezTo>
                  <a:cubicBezTo>
                    <a:pt x="69211" y="28025"/>
                    <a:pt x="81278" y="37873"/>
                    <a:pt x="87327" y="41612"/>
                  </a:cubicBezTo>
                  <a:cubicBezTo>
                    <a:pt x="92585" y="44864"/>
                    <a:pt x="98421" y="48117"/>
                    <a:pt x="104926" y="48968"/>
                  </a:cubicBezTo>
                  <a:cubicBezTo>
                    <a:pt x="116385" y="50457"/>
                    <a:pt x="108239" y="65442"/>
                    <a:pt x="119759" y="67509"/>
                  </a:cubicBezTo>
                  <a:cubicBezTo>
                    <a:pt x="126659" y="68725"/>
                    <a:pt x="137298" y="62980"/>
                    <a:pt x="143559" y="65716"/>
                  </a:cubicBezTo>
                  <a:cubicBezTo>
                    <a:pt x="147936" y="67631"/>
                    <a:pt x="153407" y="72099"/>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32"/>
            <p:cNvSpPr/>
            <p:nvPr/>
          </p:nvSpPr>
          <p:spPr>
            <a:xfrm>
              <a:off x="2975000" y="442550"/>
              <a:ext cx="3962850" cy="1800200"/>
            </a:xfrm>
            <a:custGeom>
              <a:rect b="b" l="l" r="r" t="t"/>
              <a:pathLst>
                <a:path extrusionOk="0" fill="none" h="72008" w="158514">
                  <a:moveTo>
                    <a:pt x="0" y="1"/>
                  </a:moveTo>
                  <a:cubicBezTo>
                    <a:pt x="5167" y="2645"/>
                    <a:pt x="10821" y="4499"/>
                    <a:pt x="16140" y="6201"/>
                  </a:cubicBezTo>
                  <a:cubicBezTo>
                    <a:pt x="21976" y="8055"/>
                    <a:pt x="27630" y="11065"/>
                    <a:pt x="29484" y="16657"/>
                  </a:cubicBezTo>
                  <a:cubicBezTo>
                    <a:pt x="31308" y="22159"/>
                    <a:pt x="26748" y="29940"/>
                    <a:pt x="31521" y="35442"/>
                  </a:cubicBezTo>
                  <a:cubicBezTo>
                    <a:pt x="34621" y="38998"/>
                    <a:pt x="36414" y="48147"/>
                    <a:pt x="40913" y="49211"/>
                  </a:cubicBezTo>
                  <a:cubicBezTo>
                    <a:pt x="50244" y="51430"/>
                    <a:pt x="56749" y="38846"/>
                    <a:pt x="63041" y="34044"/>
                  </a:cubicBezTo>
                  <a:cubicBezTo>
                    <a:pt x="70731" y="28147"/>
                    <a:pt x="82190" y="36992"/>
                    <a:pt x="88391" y="40943"/>
                  </a:cubicBezTo>
                  <a:cubicBezTo>
                    <a:pt x="93862" y="44409"/>
                    <a:pt x="98695" y="48147"/>
                    <a:pt x="105352" y="48907"/>
                  </a:cubicBezTo>
                  <a:cubicBezTo>
                    <a:pt x="117024" y="50184"/>
                    <a:pt x="108786" y="64834"/>
                    <a:pt x="120276" y="66780"/>
                  </a:cubicBezTo>
                  <a:cubicBezTo>
                    <a:pt x="126993" y="67904"/>
                    <a:pt x="137784" y="62585"/>
                    <a:pt x="143863" y="65533"/>
                  </a:cubicBezTo>
                  <a:cubicBezTo>
                    <a:pt x="148149" y="67570"/>
                    <a:pt x="153468" y="72008"/>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32"/>
            <p:cNvSpPr/>
            <p:nvPr/>
          </p:nvSpPr>
          <p:spPr>
            <a:xfrm>
              <a:off x="2975000" y="442550"/>
              <a:ext cx="3963625" cy="1798675"/>
            </a:xfrm>
            <a:custGeom>
              <a:rect b="b" l="l" r="r" t="t"/>
              <a:pathLst>
                <a:path extrusionOk="0" fill="none" h="71947" w="158545">
                  <a:moveTo>
                    <a:pt x="0" y="1"/>
                  </a:moveTo>
                  <a:cubicBezTo>
                    <a:pt x="5198" y="2615"/>
                    <a:pt x="10912" y="4408"/>
                    <a:pt x="16323" y="5958"/>
                  </a:cubicBezTo>
                  <a:cubicBezTo>
                    <a:pt x="22067" y="7630"/>
                    <a:pt x="28147" y="10365"/>
                    <a:pt x="30578" y="15472"/>
                  </a:cubicBezTo>
                  <a:cubicBezTo>
                    <a:pt x="33192" y="20974"/>
                    <a:pt x="26931" y="29059"/>
                    <a:pt x="31369" y="35047"/>
                  </a:cubicBezTo>
                  <a:cubicBezTo>
                    <a:pt x="33831" y="38390"/>
                    <a:pt x="37904" y="47904"/>
                    <a:pt x="41825" y="48542"/>
                  </a:cubicBezTo>
                  <a:cubicBezTo>
                    <a:pt x="50883" y="50062"/>
                    <a:pt x="57296" y="36931"/>
                    <a:pt x="64257" y="33010"/>
                  </a:cubicBezTo>
                  <a:cubicBezTo>
                    <a:pt x="72160" y="28512"/>
                    <a:pt x="83102" y="35928"/>
                    <a:pt x="89424" y="40153"/>
                  </a:cubicBezTo>
                  <a:cubicBezTo>
                    <a:pt x="94804" y="43740"/>
                    <a:pt x="98877" y="48208"/>
                    <a:pt x="105747" y="48846"/>
                  </a:cubicBezTo>
                  <a:cubicBezTo>
                    <a:pt x="117601" y="49971"/>
                    <a:pt x="109425" y="64257"/>
                    <a:pt x="120793" y="66081"/>
                  </a:cubicBezTo>
                  <a:cubicBezTo>
                    <a:pt x="127419" y="67144"/>
                    <a:pt x="138270" y="62281"/>
                    <a:pt x="144167" y="65351"/>
                  </a:cubicBezTo>
                  <a:cubicBezTo>
                    <a:pt x="148362" y="67540"/>
                    <a:pt x="153529" y="71947"/>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32"/>
            <p:cNvSpPr/>
            <p:nvPr/>
          </p:nvSpPr>
          <p:spPr>
            <a:xfrm>
              <a:off x="2975000" y="442550"/>
              <a:ext cx="3962850" cy="1795650"/>
            </a:xfrm>
            <a:custGeom>
              <a:rect b="b" l="l" r="r" t="t"/>
              <a:pathLst>
                <a:path extrusionOk="0" fill="none" h="71826" w="158514">
                  <a:moveTo>
                    <a:pt x="0" y="1"/>
                  </a:moveTo>
                  <a:cubicBezTo>
                    <a:pt x="5259" y="2584"/>
                    <a:pt x="10973" y="4317"/>
                    <a:pt x="16475" y="5745"/>
                  </a:cubicBezTo>
                  <a:cubicBezTo>
                    <a:pt x="22250" y="7235"/>
                    <a:pt x="28542" y="9788"/>
                    <a:pt x="31581" y="14195"/>
                  </a:cubicBezTo>
                  <a:cubicBezTo>
                    <a:pt x="35168" y="19332"/>
                    <a:pt x="27326" y="28238"/>
                    <a:pt x="31247" y="34560"/>
                  </a:cubicBezTo>
                  <a:cubicBezTo>
                    <a:pt x="33253" y="37782"/>
                    <a:pt x="39150" y="47418"/>
                    <a:pt x="42737" y="47722"/>
                  </a:cubicBezTo>
                  <a:cubicBezTo>
                    <a:pt x="51612" y="48482"/>
                    <a:pt x="57752" y="35229"/>
                    <a:pt x="65412" y="32129"/>
                  </a:cubicBezTo>
                  <a:cubicBezTo>
                    <a:pt x="73588" y="28816"/>
                    <a:pt x="84044" y="34804"/>
                    <a:pt x="90275" y="39302"/>
                  </a:cubicBezTo>
                  <a:cubicBezTo>
                    <a:pt x="95351" y="42980"/>
                    <a:pt x="98938" y="48269"/>
                    <a:pt x="106081" y="48816"/>
                  </a:cubicBezTo>
                  <a:cubicBezTo>
                    <a:pt x="111704" y="49241"/>
                    <a:pt x="112981" y="50670"/>
                    <a:pt x="114136" y="56111"/>
                  </a:cubicBezTo>
                  <a:cubicBezTo>
                    <a:pt x="115139" y="60792"/>
                    <a:pt x="115321" y="64470"/>
                    <a:pt x="121279" y="65381"/>
                  </a:cubicBezTo>
                  <a:cubicBezTo>
                    <a:pt x="127784" y="66385"/>
                    <a:pt x="138696" y="61947"/>
                    <a:pt x="144410" y="65169"/>
                  </a:cubicBezTo>
                  <a:cubicBezTo>
                    <a:pt x="148483" y="67448"/>
                    <a:pt x="153529" y="7182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32"/>
            <p:cNvSpPr/>
            <p:nvPr/>
          </p:nvSpPr>
          <p:spPr>
            <a:xfrm>
              <a:off x="2975000" y="442550"/>
              <a:ext cx="3962850" cy="1794125"/>
            </a:xfrm>
            <a:custGeom>
              <a:rect b="b" l="l" r="r" t="t"/>
              <a:pathLst>
                <a:path extrusionOk="0" fill="none" h="71765" w="158514">
                  <a:moveTo>
                    <a:pt x="0" y="1"/>
                  </a:moveTo>
                  <a:cubicBezTo>
                    <a:pt x="5319" y="2554"/>
                    <a:pt x="11064" y="4226"/>
                    <a:pt x="16627" y="5502"/>
                  </a:cubicBezTo>
                  <a:cubicBezTo>
                    <a:pt x="22523" y="6840"/>
                    <a:pt x="28663" y="9302"/>
                    <a:pt x="32554" y="12919"/>
                  </a:cubicBezTo>
                  <a:cubicBezTo>
                    <a:pt x="36931" y="17022"/>
                    <a:pt x="28906" y="28268"/>
                    <a:pt x="31247" y="33983"/>
                  </a:cubicBezTo>
                  <a:cubicBezTo>
                    <a:pt x="32615" y="37326"/>
                    <a:pt x="40031" y="46658"/>
                    <a:pt x="43679" y="46719"/>
                  </a:cubicBezTo>
                  <a:cubicBezTo>
                    <a:pt x="52433" y="46810"/>
                    <a:pt x="58117" y="33861"/>
                    <a:pt x="66628" y="31430"/>
                  </a:cubicBezTo>
                  <a:cubicBezTo>
                    <a:pt x="75108" y="28998"/>
                    <a:pt x="85078" y="33709"/>
                    <a:pt x="91066" y="38451"/>
                  </a:cubicBezTo>
                  <a:cubicBezTo>
                    <a:pt x="95899" y="42250"/>
                    <a:pt x="98847" y="48482"/>
                    <a:pt x="106446" y="48785"/>
                  </a:cubicBezTo>
                  <a:cubicBezTo>
                    <a:pt x="119030" y="49272"/>
                    <a:pt x="110853" y="62950"/>
                    <a:pt x="121826" y="64743"/>
                  </a:cubicBezTo>
                  <a:cubicBezTo>
                    <a:pt x="128088" y="65746"/>
                    <a:pt x="139121" y="61612"/>
                    <a:pt x="144684" y="64986"/>
                  </a:cubicBezTo>
                  <a:cubicBezTo>
                    <a:pt x="148666" y="67388"/>
                    <a:pt x="153559" y="7176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32"/>
            <p:cNvSpPr/>
            <p:nvPr/>
          </p:nvSpPr>
          <p:spPr>
            <a:xfrm>
              <a:off x="2975000" y="442550"/>
              <a:ext cx="3962850" cy="1791075"/>
            </a:xfrm>
            <a:custGeom>
              <a:rect b="b" l="l" r="r" t="t"/>
              <a:pathLst>
                <a:path extrusionOk="0" fill="none" h="71643" w="158514">
                  <a:moveTo>
                    <a:pt x="0" y="1"/>
                  </a:moveTo>
                  <a:cubicBezTo>
                    <a:pt x="5319" y="2523"/>
                    <a:pt x="11155" y="4134"/>
                    <a:pt x="16779" y="5259"/>
                  </a:cubicBezTo>
                  <a:cubicBezTo>
                    <a:pt x="22736" y="6475"/>
                    <a:pt x="29302" y="9058"/>
                    <a:pt x="33405" y="11672"/>
                  </a:cubicBezTo>
                  <a:cubicBezTo>
                    <a:pt x="37660" y="14378"/>
                    <a:pt x="30821" y="28968"/>
                    <a:pt x="31399" y="33314"/>
                  </a:cubicBezTo>
                  <a:cubicBezTo>
                    <a:pt x="31885" y="36931"/>
                    <a:pt x="40578" y="45624"/>
                    <a:pt x="44651" y="45472"/>
                  </a:cubicBezTo>
                  <a:cubicBezTo>
                    <a:pt x="53101" y="45168"/>
                    <a:pt x="58421" y="32828"/>
                    <a:pt x="67874" y="30852"/>
                  </a:cubicBezTo>
                  <a:cubicBezTo>
                    <a:pt x="76658" y="29028"/>
                    <a:pt x="86233" y="32706"/>
                    <a:pt x="91856" y="37509"/>
                  </a:cubicBezTo>
                  <a:cubicBezTo>
                    <a:pt x="96476" y="41491"/>
                    <a:pt x="98908" y="48542"/>
                    <a:pt x="106780" y="48755"/>
                  </a:cubicBezTo>
                  <a:cubicBezTo>
                    <a:pt x="112647" y="48907"/>
                    <a:pt x="114045" y="50184"/>
                    <a:pt x="115565" y="55503"/>
                  </a:cubicBezTo>
                  <a:cubicBezTo>
                    <a:pt x="116841" y="60062"/>
                    <a:pt x="116628" y="63132"/>
                    <a:pt x="122404" y="64044"/>
                  </a:cubicBezTo>
                  <a:cubicBezTo>
                    <a:pt x="128544" y="65047"/>
                    <a:pt x="139486" y="61278"/>
                    <a:pt x="144957" y="64804"/>
                  </a:cubicBezTo>
                  <a:cubicBezTo>
                    <a:pt x="148818" y="67296"/>
                    <a:pt x="153559" y="71643"/>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32"/>
            <p:cNvSpPr/>
            <p:nvPr/>
          </p:nvSpPr>
          <p:spPr>
            <a:xfrm>
              <a:off x="2975000" y="442550"/>
              <a:ext cx="3962100" cy="1789575"/>
            </a:xfrm>
            <a:custGeom>
              <a:rect b="b" l="l" r="r" t="t"/>
              <a:pathLst>
                <a:path extrusionOk="0" fill="none" h="71583" w="158484">
                  <a:moveTo>
                    <a:pt x="0" y="1"/>
                  </a:moveTo>
                  <a:cubicBezTo>
                    <a:pt x="5380" y="2463"/>
                    <a:pt x="11216" y="4043"/>
                    <a:pt x="16900" y="5016"/>
                  </a:cubicBezTo>
                  <a:cubicBezTo>
                    <a:pt x="22797" y="6049"/>
                    <a:pt x="29058" y="8724"/>
                    <a:pt x="34135" y="10457"/>
                  </a:cubicBezTo>
                  <a:cubicBezTo>
                    <a:pt x="39667" y="12372"/>
                    <a:pt x="32037" y="28846"/>
                    <a:pt x="31855" y="32463"/>
                  </a:cubicBezTo>
                  <a:cubicBezTo>
                    <a:pt x="31672" y="36597"/>
                    <a:pt x="40852" y="44712"/>
                    <a:pt x="45503" y="44074"/>
                  </a:cubicBezTo>
                  <a:cubicBezTo>
                    <a:pt x="54165" y="42889"/>
                    <a:pt x="59606" y="32038"/>
                    <a:pt x="69090" y="30335"/>
                  </a:cubicBezTo>
                  <a:cubicBezTo>
                    <a:pt x="77479" y="28846"/>
                    <a:pt x="87388" y="31703"/>
                    <a:pt x="92646" y="36566"/>
                  </a:cubicBezTo>
                  <a:cubicBezTo>
                    <a:pt x="97084" y="40670"/>
                    <a:pt x="98908" y="48634"/>
                    <a:pt x="107084" y="48725"/>
                  </a:cubicBezTo>
                  <a:cubicBezTo>
                    <a:pt x="112890" y="48816"/>
                    <a:pt x="114501" y="49910"/>
                    <a:pt x="116203" y="55229"/>
                  </a:cubicBezTo>
                  <a:cubicBezTo>
                    <a:pt x="117571" y="59606"/>
                    <a:pt x="117297" y="62555"/>
                    <a:pt x="122951" y="63436"/>
                  </a:cubicBezTo>
                  <a:cubicBezTo>
                    <a:pt x="129030" y="64378"/>
                    <a:pt x="139851" y="60944"/>
                    <a:pt x="145200" y="64622"/>
                  </a:cubicBezTo>
                  <a:cubicBezTo>
                    <a:pt x="148939" y="67205"/>
                    <a:pt x="153590" y="7158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32"/>
            <p:cNvSpPr/>
            <p:nvPr/>
          </p:nvSpPr>
          <p:spPr>
            <a:xfrm>
              <a:off x="2975000" y="442550"/>
              <a:ext cx="3962850" cy="1785000"/>
            </a:xfrm>
            <a:custGeom>
              <a:rect b="b" l="l" r="r" t="t"/>
              <a:pathLst>
                <a:path extrusionOk="0" fill="none" h="71400" w="158514">
                  <a:moveTo>
                    <a:pt x="0" y="1"/>
                  </a:moveTo>
                  <a:cubicBezTo>
                    <a:pt x="5411" y="2432"/>
                    <a:pt x="11307" y="3952"/>
                    <a:pt x="17052" y="4803"/>
                  </a:cubicBezTo>
                  <a:cubicBezTo>
                    <a:pt x="22949" y="5685"/>
                    <a:pt x="29028" y="8967"/>
                    <a:pt x="34682" y="9362"/>
                  </a:cubicBezTo>
                  <a:cubicBezTo>
                    <a:pt x="42007" y="9849"/>
                    <a:pt x="33557" y="28360"/>
                    <a:pt x="32858" y="31065"/>
                  </a:cubicBezTo>
                  <a:cubicBezTo>
                    <a:pt x="31308" y="36931"/>
                    <a:pt x="41095" y="43801"/>
                    <a:pt x="46141" y="42676"/>
                  </a:cubicBezTo>
                  <a:cubicBezTo>
                    <a:pt x="54925" y="40761"/>
                    <a:pt x="60731" y="31703"/>
                    <a:pt x="70245" y="29819"/>
                  </a:cubicBezTo>
                  <a:cubicBezTo>
                    <a:pt x="78451" y="28177"/>
                    <a:pt x="88573" y="30731"/>
                    <a:pt x="93497" y="35563"/>
                  </a:cubicBezTo>
                  <a:cubicBezTo>
                    <a:pt x="97753" y="39728"/>
                    <a:pt x="98969" y="48725"/>
                    <a:pt x="107419" y="48755"/>
                  </a:cubicBezTo>
                  <a:cubicBezTo>
                    <a:pt x="113163" y="48755"/>
                    <a:pt x="115018" y="49667"/>
                    <a:pt x="116872" y="54956"/>
                  </a:cubicBezTo>
                  <a:cubicBezTo>
                    <a:pt x="118331" y="59181"/>
                    <a:pt x="118027" y="61977"/>
                    <a:pt x="123559" y="62798"/>
                  </a:cubicBezTo>
                  <a:cubicBezTo>
                    <a:pt x="129638" y="63710"/>
                    <a:pt x="140459" y="60579"/>
                    <a:pt x="145504" y="64470"/>
                  </a:cubicBezTo>
                  <a:cubicBezTo>
                    <a:pt x="148939" y="67144"/>
                    <a:pt x="153802" y="7140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32"/>
            <p:cNvSpPr/>
            <p:nvPr/>
          </p:nvSpPr>
          <p:spPr>
            <a:xfrm>
              <a:off x="2975000" y="442550"/>
              <a:ext cx="3962100" cy="1781975"/>
            </a:xfrm>
            <a:custGeom>
              <a:rect b="b" l="l" r="r" t="t"/>
              <a:pathLst>
                <a:path extrusionOk="0" fill="none" h="71279" w="158484">
                  <a:moveTo>
                    <a:pt x="0" y="1"/>
                  </a:moveTo>
                  <a:cubicBezTo>
                    <a:pt x="5471" y="2402"/>
                    <a:pt x="11247" y="3922"/>
                    <a:pt x="17174" y="4560"/>
                  </a:cubicBezTo>
                  <a:cubicBezTo>
                    <a:pt x="23253" y="5198"/>
                    <a:pt x="29514" y="8420"/>
                    <a:pt x="35107" y="8177"/>
                  </a:cubicBezTo>
                  <a:cubicBezTo>
                    <a:pt x="44044" y="7782"/>
                    <a:pt x="35290" y="26718"/>
                    <a:pt x="34256" y="29089"/>
                  </a:cubicBezTo>
                  <a:cubicBezTo>
                    <a:pt x="31369" y="35959"/>
                    <a:pt x="40578" y="42980"/>
                    <a:pt x="46658" y="41247"/>
                  </a:cubicBezTo>
                  <a:cubicBezTo>
                    <a:pt x="55533" y="38785"/>
                    <a:pt x="61947" y="31490"/>
                    <a:pt x="71369" y="29180"/>
                  </a:cubicBezTo>
                  <a:cubicBezTo>
                    <a:pt x="79424" y="27174"/>
                    <a:pt x="89819" y="29697"/>
                    <a:pt x="94470" y="34439"/>
                  </a:cubicBezTo>
                  <a:cubicBezTo>
                    <a:pt x="98482" y="38573"/>
                    <a:pt x="99090" y="48785"/>
                    <a:pt x="107753" y="48694"/>
                  </a:cubicBezTo>
                  <a:cubicBezTo>
                    <a:pt x="113407" y="48634"/>
                    <a:pt x="115504" y="49424"/>
                    <a:pt x="117510" y="54652"/>
                  </a:cubicBezTo>
                  <a:cubicBezTo>
                    <a:pt x="119060" y="58694"/>
                    <a:pt x="118665" y="61400"/>
                    <a:pt x="124167" y="62160"/>
                  </a:cubicBezTo>
                  <a:cubicBezTo>
                    <a:pt x="130246" y="62980"/>
                    <a:pt x="140793" y="60245"/>
                    <a:pt x="145717" y="64257"/>
                  </a:cubicBezTo>
                  <a:cubicBezTo>
                    <a:pt x="149061" y="66962"/>
                    <a:pt x="153802" y="71278"/>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32"/>
            <p:cNvSpPr/>
            <p:nvPr/>
          </p:nvSpPr>
          <p:spPr>
            <a:xfrm>
              <a:off x="2975000" y="442550"/>
              <a:ext cx="3962850" cy="1781200"/>
            </a:xfrm>
            <a:custGeom>
              <a:rect b="b" l="l" r="r" t="t"/>
              <a:pathLst>
                <a:path extrusionOk="0" fill="none" h="71248" w="158514">
                  <a:moveTo>
                    <a:pt x="0" y="1"/>
                  </a:moveTo>
                  <a:cubicBezTo>
                    <a:pt x="5502" y="2371"/>
                    <a:pt x="11338" y="3830"/>
                    <a:pt x="17326" y="4347"/>
                  </a:cubicBezTo>
                  <a:cubicBezTo>
                    <a:pt x="23405" y="4833"/>
                    <a:pt x="29484" y="7478"/>
                    <a:pt x="35381" y="7083"/>
                  </a:cubicBezTo>
                  <a:cubicBezTo>
                    <a:pt x="46171" y="6384"/>
                    <a:pt x="37660" y="22007"/>
                    <a:pt x="36080" y="26718"/>
                  </a:cubicBezTo>
                  <a:cubicBezTo>
                    <a:pt x="34560" y="31247"/>
                    <a:pt x="33192" y="34591"/>
                    <a:pt x="37387" y="37934"/>
                  </a:cubicBezTo>
                  <a:cubicBezTo>
                    <a:pt x="40062" y="40032"/>
                    <a:pt x="43983" y="40913"/>
                    <a:pt x="47144" y="39940"/>
                  </a:cubicBezTo>
                  <a:cubicBezTo>
                    <a:pt x="52007" y="38421"/>
                    <a:pt x="55959" y="34864"/>
                    <a:pt x="60548" y="32524"/>
                  </a:cubicBezTo>
                  <a:cubicBezTo>
                    <a:pt x="64409" y="30579"/>
                    <a:pt x="68360" y="29758"/>
                    <a:pt x="72403" y="28512"/>
                  </a:cubicBezTo>
                  <a:cubicBezTo>
                    <a:pt x="80275" y="26080"/>
                    <a:pt x="91187" y="28724"/>
                    <a:pt x="95503" y="33314"/>
                  </a:cubicBezTo>
                  <a:cubicBezTo>
                    <a:pt x="99303" y="37296"/>
                    <a:pt x="99212" y="48877"/>
                    <a:pt x="108118" y="48694"/>
                  </a:cubicBezTo>
                  <a:cubicBezTo>
                    <a:pt x="113589" y="48573"/>
                    <a:pt x="115990" y="49302"/>
                    <a:pt x="118148" y="54409"/>
                  </a:cubicBezTo>
                  <a:cubicBezTo>
                    <a:pt x="119820" y="58299"/>
                    <a:pt x="119364" y="60974"/>
                    <a:pt x="124805" y="61612"/>
                  </a:cubicBezTo>
                  <a:cubicBezTo>
                    <a:pt x="130519" y="62281"/>
                    <a:pt x="141249" y="59819"/>
                    <a:pt x="145991" y="64135"/>
                  </a:cubicBezTo>
                  <a:cubicBezTo>
                    <a:pt x="149213" y="67023"/>
                    <a:pt x="153863" y="71248"/>
                    <a:pt x="158514" y="68695"/>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32"/>
            <p:cNvSpPr/>
            <p:nvPr/>
          </p:nvSpPr>
          <p:spPr>
            <a:xfrm>
              <a:off x="2975000" y="442550"/>
              <a:ext cx="3962100" cy="1777400"/>
            </a:xfrm>
            <a:custGeom>
              <a:rect b="b" l="l" r="r" t="t"/>
              <a:pathLst>
                <a:path extrusionOk="0" fill="none" h="71096" w="158484">
                  <a:moveTo>
                    <a:pt x="0" y="1"/>
                  </a:moveTo>
                  <a:cubicBezTo>
                    <a:pt x="5532" y="2341"/>
                    <a:pt x="11429" y="3739"/>
                    <a:pt x="17447" y="4104"/>
                  </a:cubicBezTo>
                  <a:cubicBezTo>
                    <a:pt x="23496" y="4469"/>
                    <a:pt x="29484" y="6596"/>
                    <a:pt x="35533" y="6049"/>
                  </a:cubicBezTo>
                  <a:cubicBezTo>
                    <a:pt x="47357" y="4955"/>
                    <a:pt x="40822" y="16809"/>
                    <a:pt x="38208" y="23983"/>
                  </a:cubicBezTo>
                  <a:cubicBezTo>
                    <a:pt x="36657" y="28329"/>
                    <a:pt x="33557" y="33253"/>
                    <a:pt x="37691" y="36962"/>
                  </a:cubicBezTo>
                  <a:cubicBezTo>
                    <a:pt x="40244" y="39272"/>
                    <a:pt x="44591" y="39636"/>
                    <a:pt x="47661" y="38603"/>
                  </a:cubicBezTo>
                  <a:cubicBezTo>
                    <a:pt x="52646" y="36931"/>
                    <a:pt x="56901" y="33557"/>
                    <a:pt x="61764" y="31460"/>
                  </a:cubicBezTo>
                  <a:cubicBezTo>
                    <a:pt x="65533" y="29819"/>
                    <a:pt x="69576" y="29150"/>
                    <a:pt x="73375" y="27721"/>
                  </a:cubicBezTo>
                  <a:cubicBezTo>
                    <a:pt x="80974" y="24864"/>
                    <a:pt x="92464" y="27721"/>
                    <a:pt x="96659" y="32068"/>
                  </a:cubicBezTo>
                  <a:cubicBezTo>
                    <a:pt x="100884" y="36445"/>
                    <a:pt x="98634" y="48512"/>
                    <a:pt x="108452" y="48664"/>
                  </a:cubicBezTo>
                  <a:cubicBezTo>
                    <a:pt x="114014" y="48755"/>
                    <a:pt x="116416" y="49150"/>
                    <a:pt x="118756" y="54105"/>
                  </a:cubicBezTo>
                  <a:cubicBezTo>
                    <a:pt x="120550" y="57874"/>
                    <a:pt x="120002" y="60488"/>
                    <a:pt x="125413" y="61035"/>
                  </a:cubicBezTo>
                  <a:cubicBezTo>
                    <a:pt x="131158" y="61643"/>
                    <a:pt x="141553" y="59454"/>
                    <a:pt x="146234" y="63922"/>
                  </a:cubicBezTo>
                  <a:cubicBezTo>
                    <a:pt x="149334" y="66871"/>
                    <a:pt x="153894" y="71096"/>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32"/>
            <p:cNvSpPr/>
            <p:nvPr/>
          </p:nvSpPr>
          <p:spPr>
            <a:xfrm>
              <a:off x="2975000" y="442550"/>
              <a:ext cx="3962850" cy="1775125"/>
            </a:xfrm>
            <a:custGeom>
              <a:rect b="b" l="l" r="r" t="t"/>
              <a:pathLst>
                <a:path extrusionOk="0" fill="none" h="71005" w="158514">
                  <a:moveTo>
                    <a:pt x="0" y="1"/>
                  </a:moveTo>
                  <a:cubicBezTo>
                    <a:pt x="5593" y="2311"/>
                    <a:pt x="11520" y="3648"/>
                    <a:pt x="17569" y="3861"/>
                  </a:cubicBezTo>
                  <a:cubicBezTo>
                    <a:pt x="23587" y="4074"/>
                    <a:pt x="29636" y="5837"/>
                    <a:pt x="35594" y="5046"/>
                  </a:cubicBezTo>
                  <a:cubicBezTo>
                    <a:pt x="47569" y="3466"/>
                    <a:pt x="43800" y="12280"/>
                    <a:pt x="40578" y="20974"/>
                  </a:cubicBezTo>
                  <a:cubicBezTo>
                    <a:pt x="39059" y="25107"/>
                    <a:pt x="34773" y="31916"/>
                    <a:pt x="38268" y="35867"/>
                  </a:cubicBezTo>
                  <a:cubicBezTo>
                    <a:pt x="40548" y="38451"/>
                    <a:pt x="45381" y="38208"/>
                    <a:pt x="48238" y="37296"/>
                  </a:cubicBezTo>
                  <a:cubicBezTo>
                    <a:pt x="53405" y="35624"/>
                    <a:pt x="57965" y="32281"/>
                    <a:pt x="63102" y="30366"/>
                  </a:cubicBezTo>
                  <a:cubicBezTo>
                    <a:pt x="66780" y="28968"/>
                    <a:pt x="70701" y="28420"/>
                    <a:pt x="74257" y="26840"/>
                  </a:cubicBezTo>
                  <a:cubicBezTo>
                    <a:pt x="81552" y="23588"/>
                    <a:pt x="94075" y="26779"/>
                    <a:pt x="97935" y="30791"/>
                  </a:cubicBezTo>
                  <a:cubicBezTo>
                    <a:pt x="101887" y="34895"/>
                    <a:pt x="98938" y="48542"/>
                    <a:pt x="108817" y="48664"/>
                  </a:cubicBezTo>
                  <a:cubicBezTo>
                    <a:pt x="114227" y="48694"/>
                    <a:pt x="116872" y="49029"/>
                    <a:pt x="119364" y="53801"/>
                  </a:cubicBezTo>
                  <a:cubicBezTo>
                    <a:pt x="121249" y="57448"/>
                    <a:pt x="120702" y="60032"/>
                    <a:pt x="126021" y="60518"/>
                  </a:cubicBezTo>
                  <a:cubicBezTo>
                    <a:pt x="131826" y="61035"/>
                    <a:pt x="141857" y="59120"/>
                    <a:pt x="146507" y="63771"/>
                  </a:cubicBezTo>
                  <a:cubicBezTo>
                    <a:pt x="149456" y="66719"/>
                    <a:pt x="153924" y="7100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32"/>
            <p:cNvSpPr/>
            <p:nvPr/>
          </p:nvSpPr>
          <p:spPr>
            <a:xfrm>
              <a:off x="2975000" y="442550"/>
              <a:ext cx="3962850" cy="1772850"/>
            </a:xfrm>
            <a:custGeom>
              <a:rect b="b" l="l" r="r" t="t"/>
              <a:pathLst>
                <a:path extrusionOk="0" fill="none" h="70914" w="158514">
                  <a:moveTo>
                    <a:pt x="0" y="1"/>
                  </a:moveTo>
                  <a:cubicBezTo>
                    <a:pt x="5623" y="2280"/>
                    <a:pt x="11611" y="3526"/>
                    <a:pt x="17690" y="3648"/>
                  </a:cubicBezTo>
                  <a:cubicBezTo>
                    <a:pt x="23648" y="3709"/>
                    <a:pt x="29636" y="5016"/>
                    <a:pt x="35563" y="4104"/>
                  </a:cubicBezTo>
                  <a:cubicBezTo>
                    <a:pt x="47022" y="2371"/>
                    <a:pt x="46627" y="7843"/>
                    <a:pt x="43101" y="17812"/>
                  </a:cubicBezTo>
                  <a:cubicBezTo>
                    <a:pt x="41733" y="21612"/>
                    <a:pt x="36232" y="30670"/>
                    <a:pt x="39028" y="34621"/>
                  </a:cubicBezTo>
                  <a:cubicBezTo>
                    <a:pt x="41004" y="37387"/>
                    <a:pt x="46293" y="36901"/>
                    <a:pt x="48968" y="35989"/>
                  </a:cubicBezTo>
                  <a:cubicBezTo>
                    <a:pt x="57235" y="33071"/>
                    <a:pt x="67235" y="29667"/>
                    <a:pt x="75108" y="25867"/>
                  </a:cubicBezTo>
                  <a:cubicBezTo>
                    <a:pt x="82008" y="22524"/>
                    <a:pt x="95655" y="25746"/>
                    <a:pt x="99303" y="29484"/>
                  </a:cubicBezTo>
                  <a:cubicBezTo>
                    <a:pt x="103042" y="33284"/>
                    <a:pt x="99546" y="48573"/>
                    <a:pt x="109242" y="48573"/>
                  </a:cubicBezTo>
                  <a:cubicBezTo>
                    <a:pt x="114379" y="48573"/>
                    <a:pt x="117328" y="48968"/>
                    <a:pt x="119942" y="53527"/>
                  </a:cubicBezTo>
                  <a:cubicBezTo>
                    <a:pt x="121948" y="57023"/>
                    <a:pt x="121340" y="59606"/>
                    <a:pt x="126629" y="60032"/>
                  </a:cubicBezTo>
                  <a:cubicBezTo>
                    <a:pt x="132495" y="60488"/>
                    <a:pt x="142130" y="58725"/>
                    <a:pt x="146751" y="63558"/>
                  </a:cubicBezTo>
                  <a:cubicBezTo>
                    <a:pt x="149608" y="66567"/>
                    <a:pt x="153985" y="70913"/>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32"/>
            <p:cNvSpPr/>
            <p:nvPr/>
          </p:nvSpPr>
          <p:spPr>
            <a:xfrm>
              <a:off x="2975000" y="442550"/>
              <a:ext cx="3962100" cy="1769800"/>
            </a:xfrm>
            <a:custGeom>
              <a:rect b="b" l="l" r="r" t="t"/>
              <a:pathLst>
                <a:path extrusionOk="0" fill="none" h="70792" w="158484">
                  <a:moveTo>
                    <a:pt x="0" y="1"/>
                  </a:moveTo>
                  <a:cubicBezTo>
                    <a:pt x="5654" y="2280"/>
                    <a:pt x="11703" y="3435"/>
                    <a:pt x="17812" y="3405"/>
                  </a:cubicBezTo>
                  <a:cubicBezTo>
                    <a:pt x="23709" y="3344"/>
                    <a:pt x="29606" y="4165"/>
                    <a:pt x="35502" y="3192"/>
                  </a:cubicBezTo>
                  <a:cubicBezTo>
                    <a:pt x="37660" y="2858"/>
                    <a:pt x="42463" y="1976"/>
                    <a:pt x="44621" y="2949"/>
                  </a:cubicBezTo>
                  <a:cubicBezTo>
                    <a:pt x="49545" y="5168"/>
                    <a:pt x="46840" y="10913"/>
                    <a:pt x="45624" y="14742"/>
                  </a:cubicBezTo>
                  <a:cubicBezTo>
                    <a:pt x="43557" y="21369"/>
                    <a:pt x="34135" y="40001"/>
                    <a:pt x="49819" y="34652"/>
                  </a:cubicBezTo>
                  <a:cubicBezTo>
                    <a:pt x="58299" y="31734"/>
                    <a:pt x="67935" y="28177"/>
                    <a:pt x="76050" y="24864"/>
                  </a:cubicBezTo>
                  <a:cubicBezTo>
                    <a:pt x="83072" y="21977"/>
                    <a:pt x="96051" y="24347"/>
                    <a:pt x="100762" y="28117"/>
                  </a:cubicBezTo>
                  <a:cubicBezTo>
                    <a:pt x="105716" y="32098"/>
                    <a:pt x="98908" y="48299"/>
                    <a:pt x="109698" y="48482"/>
                  </a:cubicBezTo>
                  <a:cubicBezTo>
                    <a:pt x="114653" y="48573"/>
                    <a:pt x="117753" y="48846"/>
                    <a:pt x="120458" y="53254"/>
                  </a:cubicBezTo>
                  <a:cubicBezTo>
                    <a:pt x="122586" y="56628"/>
                    <a:pt x="121948" y="59242"/>
                    <a:pt x="127176" y="59576"/>
                  </a:cubicBezTo>
                  <a:cubicBezTo>
                    <a:pt x="133133" y="60001"/>
                    <a:pt x="142404" y="58360"/>
                    <a:pt x="146963" y="63375"/>
                  </a:cubicBezTo>
                  <a:cubicBezTo>
                    <a:pt x="149699" y="66385"/>
                    <a:pt x="153985" y="70792"/>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32"/>
            <p:cNvSpPr/>
            <p:nvPr/>
          </p:nvSpPr>
          <p:spPr>
            <a:xfrm>
              <a:off x="2975000" y="442550"/>
              <a:ext cx="3963625" cy="1767525"/>
            </a:xfrm>
            <a:custGeom>
              <a:rect b="b" l="l" r="r" t="t"/>
              <a:pathLst>
                <a:path extrusionOk="0" fill="none" h="70701" w="158545">
                  <a:moveTo>
                    <a:pt x="0" y="1"/>
                  </a:moveTo>
                  <a:cubicBezTo>
                    <a:pt x="5715" y="2250"/>
                    <a:pt x="11794" y="3314"/>
                    <a:pt x="17934" y="3192"/>
                  </a:cubicBezTo>
                  <a:cubicBezTo>
                    <a:pt x="23770" y="2979"/>
                    <a:pt x="29575" y="3314"/>
                    <a:pt x="35411" y="2341"/>
                  </a:cubicBezTo>
                  <a:cubicBezTo>
                    <a:pt x="44439" y="791"/>
                    <a:pt x="50518" y="2371"/>
                    <a:pt x="48147" y="11916"/>
                  </a:cubicBezTo>
                  <a:cubicBezTo>
                    <a:pt x="46627" y="18086"/>
                    <a:pt x="34894" y="38725"/>
                    <a:pt x="50883" y="33253"/>
                  </a:cubicBezTo>
                  <a:cubicBezTo>
                    <a:pt x="59697" y="30244"/>
                    <a:pt x="68482" y="26688"/>
                    <a:pt x="77418" y="23922"/>
                  </a:cubicBezTo>
                  <a:cubicBezTo>
                    <a:pt x="84227" y="21794"/>
                    <a:pt x="97601" y="22585"/>
                    <a:pt x="102312" y="26779"/>
                  </a:cubicBezTo>
                  <a:cubicBezTo>
                    <a:pt x="107510" y="31399"/>
                    <a:pt x="99394" y="48056"/>
                    <a:pt x="110276" y="48330"/>
                  </a:cubicBezTo>
                  <a:cubicBezTo>
                    <a:pt x="115200" y="48451"/>
                    <a:pt x="117966" y="49181"/>
                    <a:pt x="120945" y="52889"/>
                  </a:cubicBezTo>
                  <a:cubicBezTo>
                    <a:pt x="123376" y="55928"/>
                    <a:pt x="122464" y="58877"/>
                    <a:pt x="127784" y="59150"/>
                  </a:cubicBezTo>
                  <a:cubicBezTo>
                    <a:pt x="133711" y="59454"/>
                    <a:pt x="142769" y="58026"/>
                    <a:pt x="147267" y="63223"/>
                  </a:cubicBezTo>
                  <a:cubicBezTo>
                    <a:pt x="149881" y="66202"/>
                    <a:pt x="154076" y="70701"/>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32"/>
            <p:cNvSpPr/>
            <p:nvPr/>
          </p:nvSpPr>
          <p:spPr>
            <a:xfrm>
              <a:off x="2975000" y="442550"/>
              <a:ext cx="3962850" cy="1765250"/>
            </a:xfrm>
            <a:custGeom>
              <a:rect b="b" l="l" r="r" t="t"/>
              <a:pathLst>
                <a:path extrusionOk="0" fill="none" h="70610" w="158514">
                  <a:moveTo>
                    <a:pt x="0" y="1"/>
                  </a:moveTo>
                  <a:cubicBezTo>
                    <a:pt x="5745" y="2219"/>
                    <a:pt x="11885" y="3223"/>
                    <a:pt x="18025" y="2949"/>
                  </a:cubicBezTo>
                  <a:cubicBezTo>
                    <a:pt x="23800" y="2645"/>
                    <a:pt x="29514" y="2493"/>
                    <a:pt x="35259" y="1490"/>
                  </a:cubicBezTo>
                  <a:cubicBezTo>
                    <a:pt x="38056" y="1004"/>
                    <a:pt x="42189" y="396"/>
                    <a:pt x="44986" y="1064"/>
                  </a:cubicBezTo>
                  <a:cubicBezTo>
                    <a:pt x="50183" y="2280"/>
                    <a:pt x="51065" y="4803"/>
                    <a:pt x="50487" y="9454"/>
                  </a:cubicBezTo>
                  <a:cubicBezTo>
                    <a:pt x="49728" y="14986"/>
                    <a:pt x="36627" y="36870"/>
                    <a:pt x="52068" y="31825"/>
                  </a:cubicBezTo>
                  <a:cubicBezTo>
                    <a:pt x="60944" y="28937"/>
                    <a:pt x="69910" y="25533"/>
                    <a:pt x="79029" y="23010"/>
                  </a:cubicBezTo>
                  <a:cubicBezTo>
                    <a:pt x="86111" y="21095"/>
                    <a:pt x="98969" y="21551"/>
                    <a:pt x="103893" y="25472"/>
                  </a:cubicBezTo>
                  <a:cubicBezTo>
                    <a:pt x="109212" y="29697"/>
                    <a:pt x="100093" y="47661"/>
                    <a:pt x="110823" y="48147"/>
                  </a:cubicBezTo>
                  <a:cubicBezTo>
                    <a:pt x="115595" y="48360"/>
                    <a:pt x="118422" y="49120"/>
                    <a:pt x="121431" y="52646"/>
                  </a:cubicBezTo>
                  <a:cubicBezTo>
                    <a:pt x="123923" y="55594"/>
                    <a:pt x="123103" y="58542"/>
                    <a:pt x="128300" y="58786"/>
                  </a:cubicBezTo>
                  <a:cubicBezTo>
                    <a:pt x="134288" y="59059"/>
                    <a:pt x="143042" y="57783"/>
                    <a:pt x="147480" y="63041"/>
                  </a:cubicBezTo>
                  <a:cubicBezTo>
                    <a:pt x="150003" y="65989"/>
                    <a:pt x="154076" y="7061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32"/>
            <p:cNvSpPr/>
            <p:nvPr/>
          </p:nvSpPr>
          <p:spPr>
            <a:xfrm>
              <a:off x="2975000" y="428125"/>
              <a:ext cx="3962850" cy="1777400"/>
            </a:xfrm>
            <a:custGeom>
              <a:rect b="b" l="l" r="r" t="t"/>
              <a:pathLst>
                <a:path extrusionOk="0" fill="none" h="71096" w="158514">
                  <a:moveTo>
                    <a:pt x="0" y="578"/>
                  </a:moveTo>
                  <a:cubicBezTo>
                    <a:pt x="5715" y="2705"/>
                    <a:pt x="12128" y="3769"/>
                    <a:pt x="18146" y="3313"/>
                  </a:cubicBezTo>
                  <a:cubicBezTo>
                    <a:pt x="23861" y="2888"/>
                    <a:pt x="29484" y="2219"/>
                    <a:pt x="35138" y="1246"/>
                  </a:cubicBezTo>
                  <a:cubicBezTo>
                    <a:pt x="42554" y="0"/>
                    <a:pt x="52281" y="1489"/>
                    <a:pt x="52585" y="7994"/>
                  </a:cubicBezTo>
                  <a:cubicBezTo>
                    <a:pt x="52767" y="12523"/>
                    <a:pt x="39211" y="35350"/>
                    <a:pt x="53436" y="30882"/>
                  </a:cubicBezTo>
                  <a:cubicBezTo>
                    <a:pt x="62372" y="28086"/>
                    <a:pt x="71673" y="25137"/>
                    <a:pt x="80914" y="22736"/>
                  </a:cubicBezTo>
                  <a:cubicBezTo>
                    <a:pt x="88604" y="20760"/>
                    <a:pt x="100032" y="21551"/>
                    <a:pt x="105443" y="24803"/>
                  </a:cubicBezTo>
                  <a:cubicBezTo>
                    <a:pt x="111674" y="28511"/>
                    <a:pt x="99941" y="47508"/>
                    <a:pt x="111431" y="48511"/>
                  </a:cubicBezTo>
                  <a:cubicBezTo>
                    <a:pt x="116081" y="48937"/>
                    <a:pt x="118847" y="49606"/>
                    <a:pt x="121887" y="52980"/>
                  </a:cubicBezTo>
                  <a:cubicBezTo>
                    <a:pt x="124440" y="55837"/>
                    <a:pt x="123741" y="58785"/>
                    <a:pt x="128787" y="58998"/>
                  </a:cubicBezTo>
                  <a:cubicBezTo>
                    <a:pt x="134836" y="59271"/>
                    <a:pt x="143316" y="58147"/>
                    <a:pt x="147723" y="63436"/>
                  </a:cubicBezTo>
                  <a:cubicBezTo>
                    <a:pt x="150125" y="66323"/>
                    <a:pt x="154106" y="71095"/>
                    <a:pt x="158514" y="6924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32"/>
            <p:cNvSpPr/>
            <p:nvPr/>
          </p:nvSpPr>
          <p:spPr>
            <a:xfrm>
              <a:off x="2975000" y="412925"/>
              <a:ext cx="3962850" cy="1789550"/>
            </a:xfrm>
            <a:custGeom>
              <a:rect b="b" l="l" r="r" t="t"/>
              <a:pathLst>
                <a:path extrusionOk="0" fill="none" h="71582" w="158514">
                  <a:moveTo>
                    <a:pt x="0" y="1186"/>
                  </a:moveTo>
                  <a:cubicBezTo>
                    <a:pt x="5745" y="3283"/>
                    <a:pt x="12219" y="4286"/>
                    <a:pt x="18238" y="3678"/>
                  </a:cubicBezTo>
                  <a:cubicBezTo>
                    <a:pt x="23891" y="3131"/>
                    <a:pt x="29454" y="1976"/>
                    <a:pt x="35046" y="1034"/>
                  </a:cubicBezTo>
                  <a:cubicBezTo>
                    <a:pt x="41308" y="0"/>
                    <a:pt x="52980" y="638"/>
                    <a:pt x="54317" y="7082"/>
                  </a:cubicBezTo>
                  <a:cubicBezTo>
                    <a:pt x="55260" y="11672"/>
                    <a:pt x="42159" y="33557"/>
                    <a:pt x="54895" y="29879"/>
                  </a:cubicBezTo>
                  <a:cubicBezTo>
                    <a:pt x="64044" y="27204"/>
                    <a:pt x="73588" y="24864"/>
                    <a:pt x="82950" y="22523"/>
                  </a:cubicBezTo>
                  <a:cubicBezTo>
                    <a:pt x="90488" y="20608"/>
                    <a:pt x="101248" y="21186"/>
                    <a:pt x="106932" y="24256"/>
                  </a:cubicBezTo>
                  <a:cubicBezTo>
                    <a:pt x="113862" y="27964"/>
                    <a:pt x="100762" y="47478"/>
                    <a:pt x="112069" y="48876"/>
                  </a:cubicBezTo>
                  <a:cubicBezTo>
                    <a:pt x="116264" y="49363"/>
                    <a:pt x="119729" y="49879"/>
                    <a:pt x="122343" y="53344"/>
                  </a:cubicBezTo>
                  <a:cubicBezTo>
                    <a:pt x="124562" y="56354"/>
                    <a:pt x="124653" y="59089"/>
                    <a:pt x="129273" y="59272"/>
                  </a:cubicBezTo>
                  <a:cubicBezTo>
                    <a:pt x="135352" y="59545"/>
                    <a:pt x="143620" y="58603"/>
                    <a:pt x="147936" y="63861"/>
                  </a:cubicBezTo>
                  <a:cubicBezTo>
                    <a:pt x="150277" y="66688"/>
                    <a:pt x="154137" y="71582"/>
                    <a:pt x="158514" y="6984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32"/>
            <p:cNvSpPr/>
            <p:nvPr/>
          </p:nvSpPr>
          <p:spPr>
            <a:xfrm>
              <a:off x="2975000" y="386325"/>
              <a:ext cx="3962850" cy="1813875"/>
            </a:xfrm>
            <a:custGeom>
              <a:rect b="b" l="l" r="r" t="t"/>
              <a:pathLst>
                <a:path extrusionOk="0" fill="none" h="72555" w="158514">
                  <a:moveTo>
                    <a:pt x="0" y="2250"/>
                  </a:moveTo>
                  <a:cubicBezTo>
                    <a:pt x="5806" y="4286"/>
                    <a:pt x="12371" y="5259"/>
                    <a:pt x="18390" y="4529"/>
                  </a:cubicBezTo>
                  <a:cubicBezTo>
                    <a:pt x="23982" y="3830"/>
                    <a:pt x="29423" y="2250"/>
                    <a:pt x="35046" y="1307"/>
                  </a:cubicBezTo>
                  <a:cubicBezTo>
                    <a:pt x="42767" y="0"/>
                    <a:pt x="52402" y="2067"/>
                    <a:pt x="55685" y="7174"/>
                  </a:cubicBezTo>
                  <a:cubicBezTo>
                    <a:pt x="57570" y="10183"/>
                    <a:pt x="46658" y="32159"/>
                    <a:pt x="56719" y="29271"/>
                  </a:cubicBezTo>
                  <a:cubicBezTo>
                    <a:pt x="65442" y="26748"/>
                    <a:pt x="75746" y="25077"/>
                    <a:pt x="85139" y="22736"/>
                  </a:cubicBezTo>
                  <a:cubicBezTo>
                    <a:pt x="92494" y="20882"/>
                    <a:pt x="102099" y="21338"/>
                    <a:pt x="108300" y="24317"/>
                  </a:cubicBezTo>
                  <a:cubicBezTo>
                    <a:pt x="116477" y="28207"/>
                    <a:pt x="101765" y="47873"/>
                    <a:pt x="112799" y="49636"/>
                  </a:cubicBezTo>
                  <a:cubicBezTo>
                    <a:pt x="116780" y="50275"/>
                    <a:pt x="120215" y="50852"/>
                    <a:pt x="122768" y="54165"/>
                  </a:cubicBezTo>
                  <a:cubicBezTo>
                    <a:pt x="125048" y="57083"/>
                    <a:pt x="125200" y="59849"/>
                    <a:pt x="129729" y="60032"/>
                  </a:cubicBezTo>
                  <a:cubicBezTo>
                    <a:pt x="135839" y="60336"/>
                    <a:pt x="143893" y="59545"/>
                    <a:pt x="148179" y="64773"/>
                  </a:cubicBezTo>
                  <a:cubicBezTo>
                    <a:pt x="150459" y="67539"/>
                    <a:pt x="154167" y="72555"/>
                    <a:pt x="158514" y="7091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32"/>
            <p:cNvSpPr/>
            <p:nvPr/>
          </p:nvSpPr>
          <p:spPr>
            <a:xfrm>
              <a:off x="2975000" y="367325"/>
              <a:ext cx="3962850" cy="1829825"/>
            </a:xfrm>
            <a:custGeom>
              <a:rect b="b" l="l" r="r" t="t"/>
              <a:pathLst>
                <a:path extrusionOk="0" fill="none" h="73193" w="158514">
                  <a:moveTo>
                    <a:pt x="0" y="3010"/>
                  </a:moveTo>
                  <a:cubicBezTo>
                    <a:pt x="5836" y="5016"/>
                    <a:pt x="12432" y="5897"/>
                    <a:pt x="18481" y="5046"/>
                  </a:cubicBezTo>
                  <a:cubicBezTo>
                    <a:pt x="24104" y="4286"/>
                    <a:pt x="29514" y="2067"/>
                    <a:pt x="35077" y="1216"/>
                  </a:cubicBezTo>
                  <a:cubicBezTo>
                    <a:pt x="43010" y="0"/>
                    <a:pt x="51703" y="2584"/>
                    <a:pt x="56719" y="7447"/>
                  </a:cubicBezTo>
                  <a:cubicBezTo>
                    <a:pt x="60123" y="10791"/>
                    <a:pt x="50335" y="30396"/>
                    <a:pt x="58998" y="28360"/>
                  </a:cubicBezTo>
                  <a:cubicBezTo>
                    <a:pt x="67722" y="26293"/>
                    <a:pt x="78056" y="25016"/>
                    <a:pt x="87357" y="22615"/>
                  </a:cubicBezTo>
                  <a:cubicBezTo>
                    <a:pt x="94531" y="20761"/>
                    <a:pt x="103224" y="21065"/>
                    <a:pt x="109546" y="24104"/>
                  </a:cubicBezTo>
                  <a:cubicBezTo>
                    <a:pt x="118209" y="28268"/>
                    <a:pt x="103376" y="47965"/>
                    <a:pt x="113559" y="50062"/>
                  </a:cubicBezTo>
                  <a:cubicBezTo>
                    <a:pt x="117328" y="50822"/>
                    <a:pt x="120671" y="51551"/>
                    <a:pt x="123194" y="54682"/>
                  </a:cubicBezTo>
                  <a:cubicBezTo>
                    <a:pt x="125474" y="57539"/>
                    <a:pt x="125717" y="60305"/>
                    <a:pt x="130155" y="60518"/>
                  </a:cubicBezTo>
                  <a:cubicBezTo>
                    <a:pt x="136295" y="60852"/>
                    <a:pt x="144137" y="60214"/>
                    <a:pt x="148392" y="65381"/>
                  </a:cubicBezTo>
                  <a:cubicBezTo>
                    <a:pt x="150611" y="68056"/>
                    <a:pt x="154228" y="73193"/>
                    <a:pt x="158514" y="7167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32"/>
            <p:cNvSpPr/>
            <p:nvPr/>
          </p:nvSpPr>
          <p:spPr>
            <a:xfrm>
              <a:off x="2975000" y="347575"/>
              <a:ext cx="3962850" cy="1845775"/>
            </a:xfrm>
            <a:custGeom>
              <a:rect b="b" l="l" r="r" t="t"/>
              <a:pathLst>
                <a:path extrusionOk="0" fill="none" h="73831" w="158514">
                  <a:moveTo>
                    <a:pt x="0" y="3800"/>
                  </a:moveTo>
                  <a:cubicBezTo>
                    <a:pt x="5867" y="5775"/>
                    <a:pt x="12554" y="6566"/>
                    <a:pt x="18602" y="5623"/>
                  </a:cubicBezTo>
                  <a:cubicBezTo>
                    <a:pt x="24256" y="4711"/>
                    <a:pt x="29575" y="1915"/>
                    <a:pt x="35229" y="1125"/>
                  </a:cubicBezTo>
                  <a:cubicBezTo>
                    <a:pt x="43284" y="0"/>
                    <a:pt x="51217" y="3404"/>
                    <a:pt x="57448" y="7903"/>
                  </a:cubicBezTo>
                  <a:cubicBezTo>
                    <a:pt x="62129" y="11247"/>
                    <a:pt x="59454" y="16353"/>
                    <a:pt x="58421" y="20852"/>
                  </a:cubicBezTo>
                  <a:cubicBezTo>
                    <a:pt x="57782" y="23587"/>
                    <a:pt x="56506" y="28420"/>
                    <a:pt x="61582" y="27599"/>
                  </a:cubicBezTo>
                  <a:cubicBezTo>
                    <a:pt x="70305" y="26171"/>
                    <a:pt x="80366" y="24925"/>
                    <a:pt x="89516" y="22493"/>
                  </a:cubicBezTo>
                  <a:cubicBezTo>
                    <a:pt x="96628" y="20639"/>
                    <a:pt x="104501" y="20700"/>
                    <a:pt x="110732" y="23952"/>
                  </a:cubicBezTo>
                  <a:cubicBezTo>
                    <a:pt x="119698" y="28663"/>
                    <a:pt x="104501" y="47600"/>
                    <a:pt x="114379" y="50487"/>
                  </a:cubicBezTo>
                  <a:cubicBezTo>
                    <a:pt x="117996" y="51551"/>
                    <a:pt x="121157" y="52250"/>
                    <a:pt x="123619" y="55229"/>
                  </a:cubicBezTo>
                  <a:cubicBezTo>
                    <a:pt x="125899" y="57995"/>
                    <a:pt x="126203" y="60791"/>
                    <a:pt x="130550" y="61065"/>
                  </a:cubicBezTo>
                  <a:cubicBezTo>
                    <a:pt x="136659" y="61399"/>
                    <a:pt x="144380" y="60913"/>
                    <a:pt x="148605" y="65989"/>
                  </a:cubicBezTo>
                  <a:cubicBezTo>
                    <a:pt x="150793" y="68603"/>
                    <a:pt x="154258" y="73831"/>
                    <a:pt x="158514" y="7246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32"/>
            <p:cNvSpPr/>
            <p:nvPr/>
          </p:nvSpPr>
          <p:spPr>
            <a:xfrm>
              <a:off x="2975000" y="324000"/>
              <a:ext cx="3962850" cy="1867075"/>
            </a:xfrm>
            <a:custGeom>
              <a:rect b="b" l="l" r="r" t="t"/>
              <a:pathLst>
                <a:path extrusionOk="0" fill="none" h="74683" w="158514">
                  <a:moveTo>
                    <a:pt x="0" y="4743"/>
                  </a:moveTo>
                  <a:cubicBezTo>
                    <a:pt x="5897" y="6688"/>
                    <a:pt x="12645" y="7387"/>
                    <a:pt x="18724" y="6323"/>
                  </a:cubicBezTo>
                  <a:cubicBezTo>
                    <a:pt x="24469" y="5290"/>
                    <a:pt x="29758" y="1977"/>
                    <a:pt x="35502" y="1156"/>
                  </a:cubicBezTo>
                  <a:cubicBezTo>
                    <a:pt x="43466" y="1"/>
                    <a:pt x="51460" y="4682"/>
                    <a:pt x="57934" y="8572"/>
                  </a:cubicBezTo>
                  <a:cubicBezTo>
                    <a:pt x="62858" y="11521"/>
                    <a:pt x="62099" y="15411"/>
                    <a:pt x="61339" y="20153"/>
                  </a:cubicBezTo>
                  <a:cubicBezTo>
                    <a:pt x="60883" y="22919"/>
                    <a:pt x="59576" y="27448"/>
                    <a:pt x="64378" y="27144"/>
                  </a:cubicBezTo>
                  <a:cubicBezTo>
                    <a:pt x="73223" y="26597"/>
                    <a:pt x="82737" y="24834"/>
                    <a:pt x="91643" y="22494"/>
                  </a:cubicBezTo>
                  <a:cubicBezTo>
                    <a:pt x="98817" y="20609"/>
                    <a:pt x="105747" y="20366"/>
                    <a:pt x="111856" y="23983"/>
                  </a:cubicBezTo>
                  <a:cubicBezTo>
                    <a:pt x="120519" y="29120"/>
                    <a:pt x="105990" y="47296"/>
                    <a:pt x="115230" y="51035"/>
                  </a:cubicBezTo>
                  <a:cubicBezTo>
                    <a:pt x="118543" y="52372"/>
                    <a:pt x="121705" y="53072"/>
                    <a:pt x="124045" y="55898"/>
                  </a:cubicBezTo>
                  <a:cubicBezTo>
                    <a:pt x="126325" y="58634"/>
                    <a:pt x="126659" y="61461"/>
                    <a:pt x="130914" y="61765"/>
                  </a:cubicBezTo>
                  <a:cubicBezTo>
                    <a:pt x="136994" y="62160"/>
                    <a:pt x="144593" y="61825"/>
                    <a:pt x="148818" y="66810"/>
                  </a:cubicBezTo>
                  <a:cubicBezTo>
                    <a:pt x="150945" y="69364"/>
                    <a:pt x="154289" y="74683"/>
                    <a:pt x="158514" y="73406"/>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32"/>
            <p:cNvSpPr/>
            <p:nvPr/>
          </p:nvSpPr>
          <p:spPr>
            <a:xfrm>
              <a:off x="2975000" y="297425"/>
              <a:ext cx="3962850" cy="1890625"/>
            </a:xfrm>
            <a:custGeom>
              <a:rect b="b" l="l" r="r" t="t"/>
              <a:pathLst>
                <a:path extrusionOk="0" fill="none" h="75625" w="158514">
                  <a:moveTo>
                    <a:pt x="0" y="5806"/>
                  </a:moveTo>
                  <a:cubicBezTo>
                    <a:pt x="5927" y="7690"/>
                    <a:pt x="12918" y="8450"/>
                    <a:pt x="18815" y="7173"/>
                  </a:cubicBezTo>
                  <a:cubicBezTo>
                    <a:pt x="24530" y="5927"/>
                    <a:pt x="30122" y="2128"/>
                    <a:pt x="35928" y="1216"/>
                  </a:cubicBezTo>
                  <a:cubicBezTo>
                    <a:pt x="43648" y="0"/>
                    <a:pt x="52494" y="5593"/>
                    <a:pt x="58178" y="9392"/>
                  </a:cubicBezTo>
                  <a:cubicBezTo>
                    <a:pt x="62585" y="12310"/>
                    <a:pt x="64226" y="14347"/>
                    <a:pt x="64074" y="19940"/>
                  </a:cubicBezTo>
                  <a:cubicBezTo>
                    <a:pt x="64014" y="22797"/>
                    <a:pt x="62828" y="26839"/>
                    <a:pt x="67296" y="27022"/>
                  </a:cubicBezTo>
                  <a:cubicBezTo>
                    <a:pt x="76081" y="27417"/>
                    <a:pt x="85199" y="24560"/>
                    <a:pt x="93589" y="22584"/>
                  </a:cubicBezTo>
                  <a:cubicBezTo>
                    <a:pt x="100975" y="20851"/>
                    <a:pt x="106598" y="19879"/>
                    <a:pt x="112920" y="24165"/>
                  </a:cubicBezTo>
                  <a:cubicBezTo>
                    <a:pt x="121188" y="29788"/>
                    <a:pt x="107753" y="47113"/>
                    <a:pt x="116142" y="51673"/>
                  </a:cubicBezTo>
                  <a:cubicBezTo>
                    <a:pt x="119030" y="53223"/>
                    <a:pt x="122221" y="54013"/>
                    <a:pt x="124501" y="56718"/>
                  </a:cubicBezTo>
                  <a:cubicBezTo>
                    <a:pt x="126781" y="59423"/>
                    <a:pt x="127115" y="62281"/>
                    <a:pt x="131279" y="62615"/>
                  </a:cubicBezTo>
                  <a:cubicBezTo>
                    <a:pt x="137358" y="63101"/>
                    <a:pt x="144836" y="62828"/>
                    <a:pt x="149030" y="67752"/>
                  </a:cubicBezTo>
                  <a:cubicBezTo>
                    <a:pt x="151158" y="70244"/>
                    <a:pt x="154350" y="75624"/>
                    <a:pt x="158514" y="7446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32"/>
            <p:cNvSpPr/>
            <p:nvPr/>
          </p:nvSpPr>
          <p:spPr>
            <a:xfrm>
              <a:off x="2975000" y="270050"/>
              <a:ext cx="3962100" cy="1914200"/>
            </a:xfrm>
            <a:custGeom>
              <a:rect b="b" l="l" r="r" t="t"/>
              <a:pathLst>
                <a:path extrusionOk="0" fill="none" h="76568" w="158484">
                  <a:moveTo>
                    <a:pt x="0" y="6901"/>
                  </a:moveTo>
                  <a:cubicBezTo>
                    <a:pt x="5988" y="8785"/>
                    <a:pt x="13040" y="9484"/>
                    <a:pt x="18937" y="8025"/>
                  </a:cubicBezTo>
                  <a:cubicBezTo>
                    <a:pt x="24803" y="6627"/>
                    <a:pt x="30396" y="2402"/>
                    <a:pt x="36414" y="1338"/>
                  </a:cubicBezTo>
                  <a:cubicBezTo>
                    <a:pt x="44013" y="1"/>
                    <a:pt x="52463" y="6688"/>
                    <a:pt x="58208" y="10244"/>
                  </a:cubicBezTo>
                  <a:cubicBezTo>
                    <a:pt x="62676" y="13010"/>
                    <a:pt x="65138" y="14925"/>
                    <a:pt x="66476" y="20092"/>
                  </a:cubicBezTo>
                  <a:cubicBezTo>
                    <a:pt x="67235" y="22980"/>
                    <a:pt x="65868" y="26536"/>
                    <a:pt x="70214" y="27144"/>
                  </a:cubicBezTo>
                  <a:cubicBezTo>
                    <a:pt x="78695" y="28329"/>
                    <a:pt x="87753" y="24104"/>
                    <a:pt x="95351" y="22646"/>
                  </a:cubicBezTo>
                  <a:cubicBezTo>
                    <a:pt x="102950" y="21187"/>
                    <a:pt x="107327" y="19150"/>
                    <a:pt x="113893" y="24408"/>
                  </a:cubicBezTo>
                  <a:cubicBezTo>
                    <a:pt x="121309" y="30366"/>
                    <a:pt x="109668" y="47023"/>
                    <a:pt x="117084" y="52251"/>
                  </a:cubicBezTo>
                  <a:cubicBezTo>
                    <a:pt x="119577" y="54014"/>
                    <a:pt x="122586" y="54956"/>
                    <a:pt x="125018" y="57418"/>
                  </a:cubicBezTo>
                  <a:cubicBezTo>
                    <a:pt x="127419" y="59880"/>
                    <a:pt x="127145" y="63011"/>
                    <a:pt x="131614" y="63436"/>
                  </a:cubicBezTo>
                  <a:cubicBezTo>
                    <a:pt x="137602" y="64014"/>
                    <a:pt x="144988" y="63832"/>
                    <a:pt x="149213" y="68695"/>
                  </a:cubicBezTo>
                  <a:cubicBezTo>
                    <a:pt x="151310" y="71126"/>
                    <a:pt x="154410" y="76567"/>
                    <a:pt x="158483" y="755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32"/>
            <p:cNvSpPr/>
            <p:nvPr/>
          </p:nvSpPr>
          <p:spPr>
            <a:xfrm>
              <a:off x="2975000" y="244975"/>
              <a:ext cx="3962100" cy="1937000"/>
            </a:xfrm>
            <a:custGeom>
              <a:rect b="b" l="l" r="r" t="t"/>
              <a:pathLst>
                <a:path extrusionOk="0" fill="none" h="77480" w="158484">
                  <a:moveTo>
                    <a:pt x="0" y="7904"/>
                  </a:moveTo>
                  <a:cubicBezTo>
                    <a:pt x="6019" y="9758"/>
                    <a:pt x="13162" y="10366"/>
                    <a:pt x="19058" y="8815"/>
                  </a:cubicBezTo>
                  <a:cubicBezTo>
                    <a:pt x="25077" y="7204"/>
                    <a:pt x="30730" y="2554"/>
                    <a:pt x="36992" y="1429"/>
                  </a:cubicBezTo>
                  <a:cubicBezTo>
                    <a:pt x="44773" y="1"/>
                    <a:pt x="52038" y="7296"/>
                    <a:pt x="58086" y="10974"/>
                  </a:cubicBezTo>
                  <a:cubicBezTo>
                    <a:pt x="62463" y="13618"/>
                    <a:pt x="66111" y="15806"/>
                    <a:pt x="68482" y="20457"/>
                  </a:cubicBezTo>
                  <a:cubicBezTo>
                    <a:pt x="69910" y="23253"/>
                    <a:pt x="69090" y="26475"/>
                    <a:pt x="73041" y="27387"/>
                  </a:cubicBezTo>
                  <a:cubicBezTo>
                    <a:pt x="81005" y="29180"/>
                    <a:pt x="90002" y="23679"/>
                    <a:pt x="96841" y="22615"/>
                  </a:cubicBezTo>
                  <a:cubicBezTo>
                    <a:pt x="104622" y="21399"/>
                    <a:pt x="107692" y="18360"/>
                    <a:pt x="114714" y="24621"/>
                  </a:cubicBezTo>
                  <a:cubicBezTo>
                    <a:pt x="121917" y="31065"/>
                    <a:pt x="111552" y="46780"/>
                    <a:pt x="118087" y="52767"/>
                  </a:cubicBezTo>
                  <a:cubicBezTo>
                    <a:pt x="120124" y="54682"/>
                    <a:pt x="123224" y="55807"/>
                    <a:pt x="125443" y="58178"/>
                  </a:cubicBezTo>
                  <a:cubicBezTo>
                    <a:pt x="127784" y="60640"/>
                    <a:pt x="127632" y="63771"/>
                    <a:pt x="131918" y="64257"/>
                  </a:cubicBezTo>
                  <a:cubicBezTo>
                    <a:pt x="137905" y="64956"/>
                    <a:pt x="145170" y="64804"/>
                    <a:pt x="149425" y="69576"/>
                  </a:cubicBezTo>
                  <a:cubicBezTo>
                    <a:pt x="151523" y="71947"/>
                    <a:pt x="154471" y="77479"/>
                    <a:pt x="158483" y="765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32"/>
            <p:cNvSpPr/>
            <p:nvPr/>
          </p:nvSpPr>
          <p:spPr>
            <a:xfrm>
              <a:off x="2975000" y="222950"/>
              <a:ext cx="3962100" cy="1955225"/>
            </a:xfrm>
            <a:custGeom>
              <a:rect b="b" l="l" r="r" t="t"/>
              <a:pathLst>
                <a:path extrusionOk="0" fill="none" h="78209" w="158484">
                  <a:moveTo>
                    <a:pt x="0" y="8785"/>
                  </a:moveTo>
                  <a:cubicBezTo>
                    <a:pt x="6079" y="10608"/>
                    <a:pt x="13313" y="11155"/>
                    <a:pt x="19180" y="9453"/>
                  </a:cubicBezTo>
                  <a:cubicBezTo>
                    <a:pt x="25289" y="7690"/>
                    <a:pt x="31125" y="2584"/>
                    <a:pt x="37569" y="1459"/>
                  </a:cubicBezTo>
                  <a:cubicBezTo>
                    <a:pt x="45776" y="0"/>
                    <a:pt x="51642" y="7630"/>
                    <a:pt x="57874" y="11520"/>
                  </a:cubicBezTo>
                  <a:cubicBezTo>
                    <a:pt x="62099" y="14134"/>
                    <a:pt x="67175" y="16596"/>
                    <a:pt x="70123" y="20882"/>
                  </a:cubicBezTo>
                  <a:cubicBezTo>
                    <a:pt x="71886" y="23466"/>
                    <a:pt x="72190" y="26688"/>
                    <a:pt x="75625" y="27569"/>
                  </a:cubicBezTo>
                  <a:cubicBezTo>
                    <a:pt x="83193" y="29484"/>
                    <a:pt x="91339" y="23374"/>
                    <a:pt x="97996" y="22371"/>
                  </a:cubicBezTo>
                  <a:cubicBezTo>
                    <a:pt x="106051" y="21186"/>
                    <a:pt x="108391" y="17630"/>
                    <a:pt x="115473" y="24773"/>
                  </a:cubicBezTo>
                  <a:cubicBezTo>
                    <a:pt x="122039" y="31369"/>
                    <a:pt x="113528" y="46475"/>
                    <a:pt x="119060" y="53101"/>
                  </a:cubicBezTo>
                  <a:cubicBezTo>
                    <a:pt x="120732" y="55107"/>
                    <a:pt x="123802" y="56475"/>
                    <a:pt x="125869" y="58785"/>
                  </a:cubicBezTo>
                  <a:cubicBezTo>
                    <a:pt x="128088" y="61247"/>
                    <a:pt x="128057" y="64348"/>
                    <a:pt x="132191" y="64925"/>
                  </a:cubicBezTo>
                  <a:cubicBezTo>
                    <a:pt x="138179" y="65746"/>
                    <a:pt x="145352" y="65594"/>
                    <a:pt x="149608" y="70305"/>
                  </a:cubicBezTo>
                  <a:cubicBezTo>
                    <a:pt x="151705" y="72615"/>
                    <a:pt x="154502" y="78208"/>
                    <a:pt x="158483" y="7744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32"/>
            <p:cNvSpPr/>
            <p:nvPr/>
          </p:nvSpPr>
          <p:spPr>
            <a:xfrm>
              <a:off x="2975000" y="197875"/>
              <a:ext cx="3962850" cy="1976500"/>
            </a:xfrm>
            <a:custGeom>
              <a:rect b="b" l="l" r="r" t="t"/>
              <a:pathLst>
                <a:path extrusionOk="0" fill="none" h="79060" w="158514">
                  <a:moveTo>
                    <a:pt x="0" y="9788"/>
                  </a:moveTo>
                  <a:cubicBezTo>
                    <a:pt x="6110" y="11551"/>
                    <a:pt x="13222" y="11824"/>
                    <a:pt x="19301" y="10244"/>
                  </a:cubicBezTo>
                  <a:cubicBezTo>
                    <a:pt x="26080" y="8450"/>
                    <a:pt x="31369" y="3040"/>
                    <a:pt x="38208" y="1642"/>
                  </a:cubicBezTo>
                  <a:cubicBezTo>
                    <a:pt x="46384" y="0"/>
                    <a:pt x="51855" y="8207"/>
                    <a:pt x="57600" y="12098"/>
                  </a:cubicBezTo>
                  <a:cubicBezTo>
                    <a:pt x="61886" y="14985"/>
                    <a:pt x="67296" y="17478"/>
                    <a:pt x="71065" y="21368"/>
                  </a:cubicBezTo>
                  <a:cubicBezTo>
                    <a:pt x="73315" y="23678"/>
                    <a:pt x="74743" y="27113"/>
                    <a:pt x="77904" y="27903"/>
                  </a:cubicBezTo>
                  <a:cubicBezTo>
                    <a:pt x="84865" y="29575"/>
                    <a:pt x="91978" y="23648"/>
                    <a:pt x="98847" y="22280"/>
                  </a:cubicBezTo>
                  <a:cubicBezTo>
                    <a:pt x="107419" y="20517"/>
                    <a:pt x="109850" y="17903"/>
                    <a:pt x="116233" y="25077"/>
                  </a:cubicBezTo>
                  <a:cubicBezTo>
                    <a:pt x="122069" y="31642"/>
                    <a:pt x="115656" y="46536"/>
                    <a:pt x="120154" y="53557"/>
                  </a:cubicBezTo>
                  <a:cubicBezTo>
                    <a:pt x="121492" y="55624"/>
                    <a:pt x="124471" y="57235"/>
                    <a:pt x="126325" y="59484"/>
                  </a:cubicBezTo>
                  <a:cubicBezTo>
                    <a:pt x="128422" y="61977"/>
                    <a:pt x="128544" y="65047"/>
                    <a:pt x="132495" y="65685"/>
                  </a:cubicBezTo>
                  <a:cubicBezTo>
                    <a:pt x="138392" y="66658"/>
                    <a:pt x="145565" y="66506"/>
                    <a:pt x="149851" y="71187"/>
                  </a:cubicBezTo>
                  <a:cubicBezTo>
                    <a:pt x="151918" y="73466"/>
                    <a:pt x="154593" y="79059"/>
                    <a:pt x="158514" y="7845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32"/>
            <p:cNvSpPr/>
            <p:nvPr/>
          </p:nvSpPr>
          <p:spPr>
            <a:xfrm>
              <a:off x="2975000" y="180400"/>
              <a:ext cx="3962850" cy="1990925"/>
            </a:xfrm>
            <a:custGeom>
              <a:rect b="b" l="l" r="r" t="t"/>
              <a:pathLst>
                <a:path extrusionOk="0" fill="none" h="79637" w="158514">
                  <a:moveTo>
                    <a:pt x="0" y="10487"/>
                  </a:moveTo>
                  <a:cubicBezTo>
                    <a:pt x="6171" y="12219"/>
                    <a:pt x="13374" y="12371"/>
                    <a:pt x="19453" y="10699"/>
                  </a:cubicBezTo>
                  <a:cubicBezTo>
                    <a:pt x="26384" y="8754"/>
                    <a:pt x="31764" y="2979"/>
                    <a:pt x="38876" y="1611"/>
                  </a:cubicBezTo>
                  <a:cubicBezTo>
                    <a:pt x="47265" y="0"/>
                    <a:pt x="51946" y="8025"/>
                    <a:pt x="57418" y="12280"/>
                  </a:cubicBezTo>
                  <a:cubicBezTo>
                    <a:pt x="61582" y="15532"/>
                    <a:pt x="67083" y="17994"/>
                    <a:pt x="71460" y="21490"/>
                  </a:cubicBezTo>
                  <a:cubicBezTo>
                    <a:pt x="74166" y="23678"/>
                    <a:pt x="76597" y="27143"/>
                    <a:pt x="79789" y="27812"/>
                  </a:cubicBezTo>
                  <a:cubicBezTo>
                    <a:pt x="86172" y="29149"/>
                    <a:pt x="92950" y="23374"/>
                    <a:pt x="99364" y="21733"/>
                  </a:cubicBezTo>
                  <a:cubicBezTo>
                    <a:pt x="107723" y="19605"/>
                    <a:pt x="111218" y="17934"/>
                    <a:pt x="117024" y="25137"/>
                  </a:cubicBezTo>
                  <a:cubicBezTo>
                    <a:pt x="122100" y="31460"/>
                    <a:pt x="117784" y="46475"/>
                    <a:pt x="121249" y="53679"/>
                  </a:cubicBezTo>
                  <a:cubicBezTo>
                    <a:pt x="122708" y="56718"/>
                    <a:pt x="129060" y="65472"/>
                    <a:pt x="132769" y="66171"/>
                  </a:cubicBezTo>
                  <a:cubicBezTo>
                    <a:pt x="138605" y="67296"/>
                    <a:pt x="145748" y="67114"/>
                    <a:pt x="150033" y="71764"/>
                  </a:cubicBezTo>
                  <a:cubicBezTo>
                    <a:pt x="152100" y="73983"/>
                    <a:pt x="154684" y="79637"/>
                    <a:pt x="158514" y="7915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32"/>
            <p:cNvSpPr/>
            <p:nvPr/>
          </p:nvSpPr>
          <p:spPr>
            <a:xfrm>
              <a:off x="2975000" y="165200"/>
              <a:ext cx="3962850" cy="2002325"/>
            </a:xfrm>
            <a:custGeom>
              <a:rect b="b" l="l" r="r" t="t"/>
              <a:pathLst>
                <a:path extrusionOk="0" fill="none" h="80093" w="158514">
                  <a:moveTo>
                    <a:pt x="0" y="11095"/>
                  </a:moveTo>
                  <a:cubicBezTo>
                    <a:pt x="6201" y="12797"/>
                    <a:pt x="13496" y="12858"/>
                    <a:pt x="19575" y="11064"/>
                  </a:cubicBezTo>
                  <a:cubicBezTo>
                    <a:pt x="26688" y="8967"/>
                    <a:pt x="32128" y="2857"/>
                    <a:pt x="39545" y="1520"/>
                  </a:cubicBezTo>
                  <a:cubicBezTo>
                    <a:pt x="47965" y="0"/>
                    <a:pt x="52402" y="7599"/>
                    <a:pt x="57326" y="12280"/>
                  </a:cubicBezTo>
                  <a:cubicBezTo>
                    <a:pt x="61096" y="15867"/>
                    <a:pt x="66840" y="18329"/>
                    <a:pt x="71491" y="21490"/>
                  </a:cubicBezTo>
                  <a:cubicBezTo>
                    <a:pt x="74470" y="23496"/>
                    <a:pt x="77600" y="26870"/>
                    <a:pt x="81157" y="27387"/>
                  </a:cubicBezTo>
                  <a:cubicBezTo>
                    <a:pt x="87449" y="28268"/>
                    <a:pt x="93832" y="22827"/>
                    <a:pt x="99607" y="21034"/>
                  </a:cubicBezTo>
                  <a:cubicBezTo>
                    <a:pt x="107814" y="18450"/>
                    <a:pt x="112677" y="17812"/>
                    <a:pt x="117875" y="25137"/>
                  </a:cubicBezTo>
                  <a:cubicBezTo>
                    <a:pt x="120306" y="28602"/>
                    <a:pt x="119364" y="34773"/>
                    <a:pt x="119759" y="39423"/>
                  </a:cubicBezTo>
                  <a:cubicBezTo>
                    <a:pt x="120185" y="44256"/>
                    <a:pt x="120914" y="49697"/>
                    <a:pt x="122343" y="53679"/>
                  </a:cubicBezTo>
                  <a:cubicBezTo>
                    <a:pt x="123498" y="56810"/>
                    <a:pt x="129425" y="65746"/>
                    <a:pt x="133042" y="66536"/>
                  </a:cubicBezTo>
                  <a:cubicBezTo>
                    <a:pt x="138817" y="67782"/>
                    <a:pt x="145930" y="67600"/>
                    <a:pt x="150246" y="72220"/>
                  </a:cubicBezTo>
                  <a:cubicBezTo>
                    <a:pt x="152313" y="74409"/>
                    <a:pt x="154745" y="80093"/>
                    <a:pt x="158514" y="7975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32"/>
            <p:cNvSpPr/>
            <p:nvPr/>
          </p:nvSpPr>
          <p:spPr>
            <a:xfrm>
              <a:off x="2975000" y="150750"/>
              <a:ext cx="3962850" cy="2014500"/>
            </a:xfrm>
            <a:custGeom>
              <a:rect b="b" l="l" r="r" t="t"/>
              <a:pathLst>
                <a:path extrusionOk="0" fill="none" h="80580" w="158514">
                  <a:moveTo>
                    <a:pt x="0" y="11673"/>
                  </a:moveTo>
                  <a:cubicBezTo>
                    <a:pt x="6262" y="13344"/>
                    <a:pt x="13830" y="13588"/>
                    <a:pt x="19727" y="11429"/>
                  </a:cubicBezTo>
                  <a:cubicBezTo>
                    <a:pt x="26566" y="8907"/>
                    <a:pt x="32767" y="2676"/>
                    <a:pt x="40244" y="1399"/>
                  </a:cubicBezTo>
                  <a:cubicBezTo>
                    <a:pt x="48573" y="1"/>
                    <a:pt x="53162" y="6900"/>
                    <a:pt x="57478" y="12159"/>
                  </a:cubicBezTo>
                  <a:cubicBezTo>
                    <a:pt x="61825" y="17417"/>
                    <a:pt x="74318" y="25807"/>
                    <a:pt x="81917" y="26749"/>
                  </a:cubicBezTo>
                  <a:cubicBezTo>
                    <a:pt x="87692" y="27448"/>
                    <a:pt x="94379" y="22159"/>
                    <a:pt x="99637" y="20244"/>
                  </a:cubicBezTo>
                  <a:cubicBezTo>
                    <a:pt x="108178" y="17144"/>
                    <a:pt x="114045" y="17873"/>
                    <a:pt x="118787" y="25199"/>
                  </a:cubicBezTo>
                  <a:cubicBezTo>
                    <a:pt x="121066" y="28694"/>
                    <a:pt x="119607" y="34895"/>
                    <a:pt x="120215" y="39515"/>
                  </a:cubicBezTo>
                  <a:cubicBezTo>
                    <a:pt x="120853" y="44348"/>
                    <a:pt x="122373" y="49394"/>
                    <a:pt x="123498" y="53649"/>
                  </a:cubicBezTo>
                  <a:cubicBezTo>
                    <a:pt x="124349" y="56962"/>
                    <a:pt x="129729" y="65989"/>
                    <a:pt x="133316" y="66871"/>
                  </a:cubicBezTo>
                  <a:cubicBezTo>
                    <a:pt x="139000" y="68300"/>
                    <a:pt x="146112" y="68087"/>
                    <a:pt x="150459" y="72677"/>
                  </a:cubicBezTo>
                  <a:cubicBezTo>
                    <a:pt x="152495" y="74835"/>
                    <a:pt x="154836" y="80579"/>
                    <a:pt x="158514" y="803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32"/>
            <p:cNvSpPr/>
            <p:nvPr/>
          </p:nvSpPr>
          <p:spPr>
            <a:xfrm>
              <a:off x="2975000" y="138600"/>
              <a:ext cx="3962100" cy="2022075"/>
            </a:xfrm>
            <a:custGeom>
              <a:rect b="b" l="l" r="r" t="t"/>
              <a:pathLst>
                <a:path extrusionOk="0" fill="none" h="80883" w="158484">
                  <a:moveTo>
                    <a:pt x="0" y="12159"/>
                  </a:moveTo>
                  <a:cubicBezTo>
                    <a:pt x="6322" y="13800"/>
                    <a:pt x="13952" y="13952"/>
                    <a:pt x="19849" y="11672"/>
                  </a:cubicBezTo>
                  <a:cubicBezTo>
                    <a:pt x="26900" y="8937"/>
                    <a:pt x="33162" y="2462"/>
                    <a:pt x="40974" y="1247"/>
                  </a:cubicBezTo>
                  <a:cubicBezTo>
                    <a:pt x="48876" y="0"/>
                    <a:pt x="54530" y="5806"/>
                    <a:pt x="58026" y="11855"/>
                  </a:cubicBezTo>
                  <a:cubicBezTo>
                    <a:pt x="61521" y="17873"/>
                    <a:pt x="74500" y="25138"/>
                    <a:pt x="82069" y="25928"/>
                  </a:cubicBezTo>
                  <a:cubicBezTo>
                    <a:pt x="87449" y="26505"/>
                    <a:pt x="94774" y="21186"/>
                    <a:pt x="99637" y="19362"/>
                  </a:cubicBezTo>
                  <a:cubicBezTo>
                    <a:pt x="108178" y="16080"/>
                    <a:pt x="115321" y="17782"/>
                    <a:pt x="119759" y="25107"/>
                  </a:cubicBezTo>
                  <a:cubicBezTo>
                    <a:pt x="121948" y="28724"/>
                    <a:pt x="119790" y="34803"/>
                    <a:pt x="120580" y="39545"/>
                  </a:cubicBezTo>
                  <a:cubicBezTo>
                    <a:pt x="121370" y="44348"/>
                    <a:pt x="123771" y="48937"/>
                    <a:pt x="124623" y="53497"/>
                  </a:cubicBezTo>
                  <a:cubicBezTo>
                    <a:pt x="125291" y="56992"/>
                    <a:pt x="130003" y="66050"/>
                    <a:pt x="133559" y="67053"/>
                  </a:cubicBezTo>
                  <a:cubicBezTo>
                    <a:pt x="139152" y="68603"/>
                    <a:pt x="146355" y="68451"/>
                    <a:pt x="150672" y="72980"/>
                  </a:cubicBezTo>
                  <a:cubicBezTo>
                    <a:pt x="152708" y="75108"/>
                    <a:pt x="154897" y="80883"/>
                    <a:pt x="158483" y="80822"/>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32"/>
            <p:cNvSpPr/>
            <p:nvPr/>
          </p:nvSpPr>
          <p:spPr>
            <a:xfrm>
              <a:off x="2975000" y="124150"/>
              <a:ext cx="3962100" cy="2034250"/>
            </a:xfrm>
            <a:custGeom>
              <a:rect b="b" l="l" r="r" t="t"/>
              <a:pathLst>
                <a:path extrusionOk="0" fill="none" h="81370" w="158484">
                  <a:moveTo>
                    <a:pt x="0" y="12737"/>
                  </a:moveTo>
                  <a:cubicBezTo>
                    <a:pt x="6383" y="14348"/>
                    <a:pt x="13861" y="14226"/>
                    <a:pt x="20001" y="12007"/>
                  </a:cubicBezTo>
                  <a:cubicBezTo>
                    <a:pt x="27721" y="9241"/>
                    <a:pt x="33283" y="2432"/>
                    <a:pt x="41673" y="1186"/>
                  </a:cubicBezTo>
                  <a:cubicBezTo>
                    <a:pt x="49515" y="1"/>
                    <a:pt x="55807" y="4530"/>
                    <a:pt x="58877" y="11551"/>
                  </a:cubicBezTo>
                  <a:cubicBezTo>
                    <a:pt x="61886" y="18481"/>
                    <a:pt x="74378" y="24560"/>
                    <a:pt x="81704" y="25199"/>
                  </a:cubicBezTo>
                  <a:cubicBezTo>
                    <a:pt x="87114" y="25624"/>
                    <a:pt x="94774" y="20244"/>
                    <a:pt x="99607" y="18573"/>
                  </a:cubicBezTo>
                  <a:cubicBezTo>
                    <a:pt x="108118" y="15655"/>
                    <a:pt x="116628" y="17721"/>
                    <a:pt x="120853" y="25199"/>
                  </a:cubicBezTo>
                  <a:cubicBezTo>
                    <a:pt x="123012" y="29029"/>
                    <a:pt x="119972" y="34895"/>
                    <a:pt x="120853" y="39758"/>
                  </a:cubicBezTo>
                  <a:cubicBezTo>
                    <a:pt x="121735" y="44561"/>
                    <a:pt x="125139" y="48512"/>
                    <a:pt x="125778" y="53406"/>
                  </a:cubicBezTo>
                  <a:cubicBezTo>
                    <a:pt x="126294" y="57205"/>
                    <a:pt x="130276" y="66172"/>
                    <a:pt x="133863" y="67297"/>
                  </a:cubicBezTo>
                  <a:cubicBezTo>
                    <a:pt x="139334" y="68999"/>
                    <a:pt x="146568" y="68908"/>
                    <a:pt x="150884" y="73406"/>
                  </a:cubicBezTo>
                  <a:cubicBezTo>
                    <a:pt x="153438" y="76051"/>
                    <a:pt x="154684" y="80428"/>
                    <a:pt x="158483" y="8137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32"/>
            <p:cNvSpPr/>
            <p:nvPr/>
          </p:nvSpPr>
          <p:spPr>
            <a:xfrm>
              <a:off x="2975000" y="108200"/>
              <a:ext cx="3962850" cy="2050975"/>
            </a:xfrm>
            <a:custGeom>
              <a:rect b="b" l="l" r="r" t="t"/>
              <a:pathLst>
                <a:path extrusionOk="0" fill="none" h="82039" w="158514">
                  <a:moveTo>
                    <a:pt x="0" y="13375"/>
                  </a:moveTo>
                  <a:cubicBezTo>
                    <a:pt x="6474" y="14986"/>
                    <a:pt x="14013" y="14712"/>
                    <a:pt x="20183" y="12432"/>
                  </a:cubicBezTo>
                  <a:cubicBezTo>
                    <a:pt x="28116" y="9454"/>
                    <a:pt x="33709" y="2493"/>
                    <a:pt x="42402" y="1156"/>
                  </a:cubicBezTo>
                  <a:cubicBezTo>
                    <a:pt x="50092" y="1"/>
                    <a:pt x="57418" y="4043"/>
                    <a:pt x="59819" y="11217"/>
                  </a:cubicBezTo>
                  <a:cubicBezTo>
                    <a:pt x="62190" y="18390"/>
                    <a:pt x="73862" y="24104"/>
                    <a:pt x="81035" y="24439"/>
                  </a:cubicBezTo>
                  <a:cubicBezTo>
                    <a:pt x="86780" y="24743"/>
                    <a:pt x="94318" y="19454"/>
                    <a:pt x="99607" y="17934"/>
                  </a:cubicBezTo>
                  <a:cubicBezTo>
                    <a:pt x="108452" y="15381"/>
                    <a:pt x="117844" y="17873"/>
                    <a:pt x="122009" y="25350"/>
                  </a:cubicBezTo>
                  <a:cubicBezTo>
                    <a:pt x="124227" y="29332"/>
                    <a:pt x="120154" y="35047"/>
                    <a:pt x="121066" y="40092"/>
                  </a:cubicBezTo>
                  <a:cubicBezTo>
                    <a:pt x="121978" y="44925"/>
                    <a:pt x="126507" y="48512"/>
                    <a:pt x="126963" y="53406"/>
                  </a:cubicBezTo>
                  <a:cubicBezTo>
                    <a:pt x="127297" y="57205"/>
                    <a:pt x="130459" y="66172"/>
                    <a:pt x="134167" y="67570"/>
                  </a:cubicBezTo>
                  <a:cubicBezTo>
                    <a:pt x="139304" y="69485"/>
                    <a:pt x="146842" y="69424"/>
                    <a:pt x="151128" y="73862"/>
                  </a:cubicBezTo>
                  <a:cubicBezTo>
                    <a:pt x="153650" y="76537"/>
                    <a:pt x="154805" y="80883"/>
                    <a:pt x="158514" y="8203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32"/>
            <p:cNvSpPr/>
            <p:nvPr/>
          </p:nvSpPr>
          <p:spPr>
            <a:xfrm>
              <a:off x="2975000" y="89975"/>
              <a:ext cx="3962850" cy="2068425"/>
            </a:xfrm>
            <a:custGeom>
              <a:rect b="b" l="l" r="r" t="t"/>
              <a:pathLst>
                <a:path extrusionOk="0" fill="none" h="82737" w="158514">
                  <a:moveTo>
                    <a:pt x="0" y="14104"/>
                  </a:moveTo>
                  <a:cubicBezTo>
                    <a:pt x="6535" y="15684"/>
                    <a:pt x="14347" y="15502"/>
                    <a:pt x="20335" y="12918"/>
                  </a:cubicBezTo>
                  <a:cubicBezTo>
                    <a:pt x="27995" y="9575"/>
                    <a:pt x="34439" y="2644"/>
                    <a:pt x="43101" y="1216"/>
                  </a:cubicBezTo>
                  <a:cubicBezTo>
                    <a:pt x="50639" y="0"/>
                    <a:pt x="58299" y="3435"/>
                    <a:pt x="60822" y="10882"/>
                  </a:cubicBezTo>
                  <a:cubicBezTo>
                    <a:pt x="63436" y="18572"/>
                    <a:pt x="72190" y="23587"/>
                    <a:pt x="80184" y="23769"/>
                  </a:cubicBezTo>
                  <a:cubicBezTo>
                    <a:pt x="86415" y="23921"/>
                    <a:pt x="93862" y="18663"/>
                    <a:pt x="99759" y="17417"/>
                  </a:cubicBezTo>
                  <a:cubicBezTo>
                    <a:pt x="107875" y="15715"/>
                    <a:pt x="119394" y="17234"/>
                    <a:pt x="123224" y="25593"/>
                  </a:cubicBezTo>
                  <a:cubicBezTo>
                    <a:pt x="125413" y="30396"/>
                    <a:pt x="120367" y="35350"/>
                    <a:pt x="121279" y="40578"/>
                  </a:cubicBezTo>
                  <a:cubicBezTo>
                    <a:pt x="122100" y="45381"/>
                    <a:pt x="127723" y="48937"/>
                    <a:pt x="128118" y="53496"/>
                  </a:cubicBezTo>
                  <a:cubicBezTo>
                    <a:pt x="128422" y="57174"/>
                    <a:pt x="130762" y="66262"/>
                    <a:pt x="134501" y="67873"/>
                  </a:cubicBezTo>
                  <a:cubicBezTo>
                    <a:pt x="139456" y="70001"/>
                    <a:pt x="147085" y="69971"/>
                    <a:pt x="151340" y="74408"/>
                  </a:cubicBezTo>
                  <a:cubicBezTo>
                    <a:pt x="153894" y="77083"/>
                    <a:pt x="154897" y="81430"/>
                    <a:pt x="158514" y="8273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32"/>
            <p:cNvSpPr/>
            <p:nvPr/>
          </p:nvSpPr>
          <p:spPr>
            <a:xfrm>
              <a:off x="2975000" y="69450"/>
              <a:ext cx="3962850" cy="2089725"/>
            </a:xfrm>
            <a:custGeom>
              <a:rect b="b" l="l" r="r" t="t"/>
              <a:pathLst>
                <a:path extrusionOk="0" fill="none" h="83589" w="158514">
                  <a:moveTo>
                    <a:pt x="0" y="14925"/>
                  </a:moveTo>
                  <a:cubicBezTo>
                    <a:pt x="6626" y="16475"/>
                    <a:pt x="14529" y="16201"/>
                    <a:pt x="20517" y="13496"/>
                  </a:cubicBezTo>
                  <a:cubicBezTo>
                    <a:pt x="28359" y="9940"/>
                    <a:pt x="34925" y="3010"/>
                    <a:pt x="43800" y="1338"/>
                  </a:cubicBezTo>
                  <a:cubicBezTo>
                    <a:pt x="51126" y="0"/>
                    <a:pt x="59454" y="3010"/>
                    <a:pt x="61916" y="10517"/>
                  </a:cubicBezTo>
                  <a:cubicBezTo>
                    <a:pt x="64500" y="18359"/>
                    <a:pt x="70853" y="23223"/>
                    <a:pt x="79272" y="23131"/>
                  </a:cubicBezTo>
                  <a:cubicBezTo>
                    <a:pt x="86020" y="23071"/>
                    <a:pt x="93254" y="17934"/>
                    <a:pt x="100032" y="17052"/>
                  </a:cubicBezTo>
                  <a:cubicBezTo>
                    <a:pt x="108574" y="15958"/>
                    <a:pt x="120489" y="17630"/>
                    <a:pt x="124471" y="25989"/>
                  </a:cubicBezTo>
                  <a:cubicBezTo>
                    <a:pt x="126902" y="31065"/>
                    <a:pt x="120671" y="35776"/>
                    <a:pt x="121492" y="41186"/>
                  </a:cubicBezTo>
                  <a:cubicBezTo>
                    <a:pt x="122221" y="46050"/>
                    <a:pt x="128878" y="49393"/>
                    <a:pt x="129243" y="53740"/>
                  </a:cubicBezTo>
                  <a:cubicBezTo>
                    <a:pt x="129516" y="57357"/>
                    <a:pt x="131127" y="66445"/>
                    <a:pt x="134896" y="68238"/>
                  </a:cubicBezTo>
                  <a:cubicBezTo>
                    <a:pt x="139699" y="70549"/>
                    <a:pt x="147359" y="70670"/>
                    <a:pt x="151584" y="75077"/>
                  </a:cubicBezTo>
                  <a:cubicBezTo>
                    <a:pt x="154137" y="77752"/>
                    <a:pt x="154988" y="82068"/>
                    <a:pt x="158514" y="8358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32"/>
            <p:cNvSpPr/>
            <p:nvPr/>
          </p:nvSpPr>
          <p:spPr>
            <a:xfrm>
              <a:off x="2975000" y="45125"/>
              <a:ext cx="3962850" cy="2114050"/>
            </a:xfrm>
            <a:custGeom>
              <a:rect b="b" l="l" r="r" t="t"/>
              <a:pathLst>
                <a:path extrusionOk="0" fill="none" h="84562" w="158514">
                  <a:moveTo>
                    <a:pt x="0" y="15898"/>
                  </a:moveTo>
                  <a:cubicBezTo>
                    <a:pt x="6991" y="17478"/>
                    <a:pt x="14651" y="16809"/>
                    <a:pt x="20700" y="14226"/>
                  </a:cubicBezTo>
                  <a:cubicBezTo>
                    <a:pt x="28511" y="10913"/>
                    <a:pt x="35350" y="3527"/>
                    <a:pt x="44439" y="1551"/>
                  </a:cubicBezTo>
                  <a:cubicBezTo>
                    <a:pt x="51612" y="1"/>
                    <a:pt x="60579" y="2736"/>
                    <a:pt x="63041" y="10214"/>
                  </a:cubicBezTo>
                  <a:cubicBezTo>
                    <a:pt x="65564" y="17934"/>
                    <a:pt x="69515" y="22949"/>
                    <a:pt x="78391" y="22645"/>
                  </a:cubicBezTo>
                  <a:cubicBezTo>
                    <a:pt x="85716" y="22372"/>
                    <a:pt x="93072" y="17417"/>
                    <a:pt x="100488" y="16931"/>
                  </a:cubicBezTo>
                  <a:cubicBezTo>
                    <a:pt x="109273" y="16323"/>
                    <a:pt x="121431" y="18208"/>
                    <a:pt x="125717" y="26536"/>
                  </a:cubicBezTo>
                  <a:cubicBezTo>
                    <a:pt x="128544" y="31946"/>
                    <a:pt x="121036" y="36415"/>
                    <a:pt x="121735" y="41916"/>
                  </a:cubicBezTo>
                  <a:cubicBezTo>
                    <a:pt x="122343" y="46871"/>
                    <a:pt x="129881" y="49971"/>
                    <a:pt x="130276" y="54105"/>
                  </a:cubicBezTo>
                  <a:cubicBezTo>
                    <a:pt x="130641" y="57631"/>
                    <a:pt x="131431" y="66628"/>
                    <a:pt x="135322" y="68664"/>
                  </a:cubicBezTo>
                  <a:cubicBezTo>
                    <a:pt x="140124" y="71157"/>
                    <a:pt x="147632" y="71461"/>
                    <a:pt x="151796" y="75868"/>
                  </a:cubicBezTo>
                  <a:cubicBezTo>
                    <a:pt x="154350" y="78573"/>
                    <a:pt x="155109" y="82859"/>
                    <a:pt x="158514" y="8456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32"/>
            <p:cNvSpPr/>
            <p:nvPr/>
          </p:nvSpPr>
          <p:spPr>
            <a:xfrm>
              <a:off x="2975000" y="20825"/>
              <a:ext cx="3962850" cy="2138350"/>
            </a:xfrm>
            <a:custGeom>
              <a:rect b="b" l="l" r="r" t="t"/>
              <a:pathLst>
                <a:path extrusionOk="0" fill="none" h="85534" w="158514">
                  <a:moveTo>
                    <a:pt x="0" y="16870"/>
                  </a:moveTo>
                  <a:cubicBezTo>
                    <a:pt x="7082" y="18420"/>
                    <a:pt x="14833" y="17629"/>
                    <a:pt x="20912" y="14955"/>
                  </a:cubicBezTo>
                  <a:cubicBezTo>
                    <a:pt x="28876" y="11459"/>
                    <a:pt x="35776" y="3951"/>
                    <a:pt x="45047" y="1702"/>
                  </a:cubicBezTo>
                  <a:cubicBezTo>
                    <a:pt x="52068" y="0"/>
                    <a:pt x="61703" y="2371"/>
                    <a:pt x="64166" y="9818"/>
                  </a:cubicBezTo>
                  <a:cubicBezTo>
                    <a:pt x="66567" y="16991"/>
                    <a:pt x="68877" y="22645"/>
                    <a:pt x="77722" y="22128"/>
                  </a:cubicBezTo>
                  <a:cubicBezTo>
                    <a:pt x="85503" y="21672"/>
                    <a:pt x="93133" y="16961"/>
                    <a:pt x="101127" y="16809"/>
                  </a:cubicBezTo>
                  <a:cubicBezTo>
                    <a:pt x="110063" y="16657"/>
                    <a:pt x="122161" y="18693"/>
                    <a:pt x="126963" y="27083"/>
                  </a:cubicBezTo>
                  <a:cubicBezTo>
                    <a:pt x="130276" y="32858"/>
                    <a:pt x="121705" y="37052"/>
                    <a:pt x="122161" y="42615"/>
                  </a:cubicBezTo>
                  <a:cubicBezTo>
                    <a:pt x="122616" y="47782"/>
                    <a:pt x="130762" y="50518"/>
                    <a:pt x="131279" y="54530"/>
                  </a:cubicBezTo>
                  <a:cubicBezTo>
                    <a:pt x="131735" y="57934"/>
                    <a:pt x="131796" y="66931"/>
                    <a:pt x="135778" y="69089"/>
                  </a:cubicBezTo>
                  <a:cubicBezTo>
                    <a:pt x="140550" y="71703"/>
                    <a:pt x="147936" y="72250"/>
                    <a:pt x="152039" y="76658"/>
                  </a:cubicBezTo>
                  <a:cubicBezTo>
                    <a:pt x="154593" y="79393"/>
                    <a:pt x="155231" y="83649"/>
                    <a:pt x="158514" y="8553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9" name="Google Shape;5309;p32"/>
          <p:cNvGrpSpPr/>
          <p:nvPr/>
        </p:nvGrpSpPr>
        <p:grpSpPr>
          <a:xfrm rot="5400000">
            <a:off x="334098" y="5633355"/>
            <a:ext cx="2781299" cy="1048521"/>
            <a:chOff x="493175" y="2102150"/>
            <a:chExt cx="1201425" cy="452925"/>
          </a:xfrm>
        </p:grpSpPr>
        <p:sp>
          <p:nvSpPr>
            <p:cNvPr id="5310" name="Google Shape;5310;p32"/>
            <p:cNvSpPr/>
            <p:nvPr/>
          </p:nvSpPr>
          <p:spPr>
            <a:xfrm>
              <a:off x="1675575" y="2536050"/>
              <a:ext cx="19025" cy="19025"/>
            </a:xfrm>
            <a:custGeom>
              <a:rect b="b" l="l" r="r" t="t"/>
              <a:pathLst>
                <a:path extrusionOk="0" h="761" w="761">
                  <a:moveTo>
                    <a:pt x="365" y="1"/>
                  </a:moveTo>
                  <a:cubicBezTo>
                    <a:pt x="153" y="1"/>
                    <a:pt x="1" y="153"/>
                    <a:pt x="1" y="365"/>
                  </a:cubicBezTo>
                  <a:cubicBezTo>
                    <a:pt x="1" y="578"/>
                    <a:pt x="153"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32"/>
            <p:cNvSpPr/>
            <p:nvPr/>
          </p:nvSpPr>
          <p:spPr>
            <a:xfrm>
              <a:off x="1576800" y="2536050"/>
              <a:ext cx="19000" cy="19025"/>
            </a:xfrm>
            <a:custGeom>
              <a:rect b="b" l="l" r="r" t="t"/>
              <a:pathLst>
                <a:path extrusionOk="0" h="761" w="760">
                  <a:moveTo>
                    <a:pt x="365" y="1"/>
                  </a:moveTo>
                  <a:cubicBezTo>
                    <a:pt x="182" y="1"/>
                    <a:pt x="0" y="153"/>
                    <a:pt x="0" y="365"/>
                  </a:cubicBezTo>
                  <a:cubicBezTo>
                    <a:pt x="0" y="578"/>
                    <a:pt x="182"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32"/>
            <p:cNvSpPr/>
            <p:nvPr/>
          </p:nvSpPr>
          <p:spPr>
            <a:xfrm>
              <a:off x="14780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32"/>
            <p:cNvSpPr/>
            <p:nvPr/>
          </p:nvSpPr>
          <p:spPr>
            <a:xfrm>
              <a:off x="1379975" y="2536050"/>
              <a:ext cx="19025" cy="19025"/>
            </a:xfrm>
            <a:custGeom>
              <a:rect b="b" l="l" r="r" t="t"/>
              <a:pathLst>
                <a:path extrusionOk="0" h="761" w="761">
                  <a:moveTo>
                    <a:pt x="365" y="1"/>
                  </a:moveTo>
                  <a:cubicBezTo>
                    <a:pt x="153" y="1"/>
                    <a:pt x="1" y="153"/>
                    <a:pt x="1" y="365"/>
                  </a:cubicBezTo>
                  <a:cubicBezTo>
                    <a:pt x="1" y="578"/>
                    <a:pt x="153"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32"/>
            <p:cNvSpPr/>
            <p:nvPr/>
          </p:nvSpPr>
          <p:spPr>
            <a:xfrm>
              <a:off x="1281200" y="2536050"/>
              <a:ext cx="19025" cy="19025"/>
            </a:xfrm>
            <a:custGeom>
              <a:rect b="b" l="l" r="r" t="t"/>
              <a:pathLst>
                <a:path extrusionOk="0" h="761" w="761">
                  <a:moveTo>
                    <a:pt x="395" y="1"/>
                  </a:moveTo>
                  <a:cubicBezTo>
                    <a:pt x="183" y="1"/>
                    <a:pt x="0" y="153"/>
                    <a:pt x="0" y="365"/>
                  </a:cubicBezTo>
                  <a:cubicBezTo>
                    <a:pt x="0" y="578"/>
                    <a:pt x="183" y="760"/>
                    <a:pt x="395" y="760"/>
                  </a:cubicBezTo>
                  <a:cubicBezTo>
                    <a:pt x="578" y="760"/>
                    <a:pt x="760" y="578"/>
                    <a:pt x="760" y="365"/>
                  </a:cubicBezTo>
                  <a:cubicBezTo>
                    <a:pt x="760" y="15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32"/>
            <p:cNvSpPr/>
            <p:nvPr/>
          </p:nvSpPr>
          <p:spPr>
            <a:xfrm>
              <a:off x="11824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32"/>
            <p:cNvSpPr/>
            <p:nvPr/>
          </p:nvSpPr>
          <p:spPr>
            <a:xfrm>
              <a:off x="1084375" y="2536050"/>
              <a:ext cx="19025" cy="19025"/>
            </a:xfrm>
            <a:custGeom>
              <a:rect b="b" l="l" r="r" t="t"/>
              <a:pathLst>
                <a:path extrusionOk="0" h="761" w="761">
                  <a:moveTo>
                    <a:pt x="365" y="1"/>
                  </a:moveTo>
                  <a:cubicBezTo>
                    <a:pt x="153" y="1"/>
                    <a:pt x="1" y="153"/>
                    <a:pt x="1" y="365"/>
                  </a:cubicBezTo>
                  <a:cubicBezTo>
                    <a:pt x="1" y="578"/>
                    <a:pt x="153" y="760"/>
                    <a:pt x="365" y="760"/>
                  </a:cubicBezTo>
                  <a:cubicBezTo>
                    <a:pt x="578" y="760"/>
                    <a:pt x="761" y="578"/>
                    <a:pt x="761" y="365"/>
                  </a:cubicBezTo>
                  <a:cubicBezTo>
                    <a:pt x="761"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32"/>
            <p:cNvSpPr/>
            <p:nvPr/>
          </p:nvSpPr>
          <p:spPr>
            <a:xfrm>
              <a:off x="985600" y="2536050"/>
              <a:ext cx="19025" cy="19025"/>
            </a:xfrm>
            <a:custGeom>
              <a:rect b="b" l="l" r="r" t="t"/>
              <a:pathLst>
                <a:path extrusionOk="0" h="761" w="761">
                  <a:moveTo>
                    <a:pt x="365" y="1"/>
                  </a:moveTo>
                  <a:cubicBezTo>
                    <a:pt x="152" y="1"/>
                    <a:pt x="0" y="153"/>
                    <a:pt x="0" y="365"/>
                  </a:cubicBezTo>
                  <a:cubicBezTo>
                    <a:pt x="0" y="578"/>
                    <a:pt x="152"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32"/>
            <p:cNvSpPr/>
            <p:nvPr/>
          </p:nvSpPr>
          <p:spPr>
            <a:xfrm>
              <a:off x="8868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32"/>
            <p:cNvSpPr/>
            <p:nvPr/>
          </p:nvSpPr>
          <p:spPr>
            <a:xfrm>
              <a:off x="788025" y="2536050"/>
              <a:ext cx="19025" cy="19025"/>
            </a:xfrm>
            <a:custGeom>
              <a:rect b="b" l="l" r="r" t="t"/>
              <a:pathLst>
                <a:path extrusionOk="0" h="761" w="761">
                  <a:moveTo>
                    <a:pt x="395" y="1"/>
                  </a:moveTo>
                  <a:cubicBezTo>
                    <a:pt x="183" y="1"/>
                    <a:pt x="0" y="153"/>
                    <a:pt x="0" y="365"/>
                  </a:cubicBezTo>
                  <a:cubicBezTo>
                    <a:pt x="0" y="578"/>
                    <a:pt x="183" y="760"/>
                    <a:pt x="395" y="760"/>
                  </a:cubicBezTo>
                  <a:cubicBezTo>
                    <a:pt x="608" y="760"/>
                    <a:pt x="760" y="578"/>
                    <a:pt x="760" y="365"/>
                  </a:cubicBezTo>
                  <a:cubicBezTo>
                    <a:pt x="760" y="15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32"/>
            <p:cNvSpPr/>
            <p:nvPr/>
          </p:nvSpPr>
          <p:spPr>
            <a:xfrm>
              <a:off x="690000" y="2536050"/>
              <a:ext cx="19025" cy="19025"/>
            </a:xfrm>
            <a:custGeom>
              <a:rect b="b" l="l" r="r" t="t"/>
              <a:pathLst>
                <a:path extrusionOk="0" h="761" w="761">
                  <a:moveTo>
                    <a:pt x="365" y="1"/>
                  </a:moveTo>
                  <a:cubicBezTo>
                    <a:pt x="152" y="1"/>
                    <a:pt x="0" y="153"/>
                    <a:pt x="0" y="365"/>
                  </a:cubicBezTo>
                  <a:cubicBezTo>
                    <a:pt x="0" y="578"/>
                    <a:pt x="152"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32"/>
            <p:cNvSpPr/>
            <p:nvPr/>
          </p:nvSpPr>
          <p:spPr>
            <a:xfrm>
              <a:off x="5912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32"/>
            <p:cNvSpPr/>
            <p:nvPr/>
          </p:nvSpPr>
          <p:spPr>
            <a:xfrm>
              <a:off x="493175" y="2536050"/>
              <a:ext cx="19025" cy="19025"/>
            </a:xfrm>
            <a:custGeom>
              <a:rect b="b" l="l" r="r" t="t"/>
              <a:pathLst>
                <a:path extrusionOk="0" h="761" w="761">
                  <a:moveTo>
                    <a:pt x="366" y="1"/>
                  </a:moveTo>
                  <a:cubicBezTo>
                    <a:pt x="153" y="1"/>
                    <a:pt x="1" y="153"/>
                    <a:pt x="1" y="365"/>
                  </a:cubicBezTo>
                  <a:cubicBezTo>
                    <a:pt x="1" y="578"/>
                    <a:pt x="153" y="760"/>
                    <a:pt x="366" y="760"/>
                  </a:cubicBezTo>
                  <a:cubicBezTo>
                    <a:pt x="578" y="760"/>
                    <a:pt x="761" y="578"/>
                    <a:pt x="761" y="365"/>
                  </a:cubicBezTo>
                  <a:cubicBezTo>
                    <a:pt x="761" y="15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32"/>
            <p:cNvSpPr/>
            <p:nvPr/>
          </p:nvSpPr>
          <p:spPr>
            <a:xfrm>
              <a:off x="1675575" y="2449425"/>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32"/>
            <p:cNvSpPr/>
            <p:nvPr/>
          </p:nvSpPr>
          <p:spPr>
            <a:xfrm>
              <a:off x="1576800" y="2449425"/>
              <a:ext cx="19000" cy="19025"/>
            </a:xfrm>
            <a:custGeom>
              <a:rect b="b" l="l" r="r" t="t"/>
              <a:pathLst>
                <a:path extrusionOk="0" h="761" w="760">
                  <a:moveTo>
                    <a:pt x="365" y="0"/>
                  </a:moveTo>
                  <a:cubicBezTo>
                    <a:pt x="182" y="0"/>
                    <a:pt x="0" y="152"/>
                    <a:pt x="0" y="365"/>
                  </a:cubicBezTo>
                  <a:cubicBezTo>
                    <a:pt x="0" y="578"/>
                    <a:pt x="18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32"/>
            <p:cNvSpPr/>
            <p:nvPr/>
          </p:nvSpPr>
          <p:spPr>
            <a:xfrm>
              <a:off x="14780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32"/>
            <p:cNvSpPr/>
            <p:nvPr/>
          </p:nvSpPr>
          <p:spPr>
            <a:xfrm>
              <a:off x="1379975" y="2449425"/>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32"/>
            <p:cNvSpPr/>
            <p:nvPr/>
          </p:nvSpPr>
          <p:spPr>
            <a:xfrm>
              <a:off x="1281200" y="2449425"/>
              <a:ext cx="19025" cy="19025"/>
            </a:xfrm>
            <a:custGeom>
              <a:rect b="b" l="l" r="r" t="t"/>
              <a:pathLst>
                <a:path extrusionOk="0" h="761" w="761">
                  <a:moveTo>
                    <a:pt x="395" y="0"/>
                  </a:moveTo>
                  <a:cubicBezTo>
                    <a:pt x="183" y="0"/>
                    <a:pt x="0" y="152"/>
                    <a:pt x="0" y="365"/>
                  </a:cubicBezTo>
                  <a:cubicBezTo>
                    <a:pt x="0" y="578"/>
                    <a:pt x="183" y="760"/>
                    <a:pt x="395" y="760"/>
                  </a:cubicBezTo>
                  <a:cubicBezTo>
                    <a:pt x="578" y="760"/>
                    <a:pt x="760" y="578"/>
                    <a:pt x="760" y="365"/>
                  </a:cubicBezTo>
                  <a:cubicBezTo>
                    <a:pt x="760" y="152"/>
                    <a:pt x="57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32"/>
            <p:cNvSpPr/>
            <p:nvPr/>
          </p:nvSpPr>
          <p:spPr>
            <a:xfrm>
              <a:off x="11824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32"/>
            <p:cNvSpPr/>
            <p:nvPr/>
          </p:nvSpPr>
          <p:spPr>
            <a:xfrm>
              <a:off x="1084375" y="2449425"/>
              <a:ext cx="19025" cy="19025"/>
            </a:xfrm>
            <a:custGeom>
              <a:rect b="b" l="l" r="r" t="t"/>
              <a:pathLst>
                <a:path extrusionOk="0" h="761" w="761">
                  <a:moveTo>
                    <a:pt x="365" y="0"/>
                  </a:moveTo>
                  <a:cubicBezTo>
                    <a:pt x="153" y="0"/>
                    <a:pt x="1" y="152"/>
                    <a:pt x="1" y="365"/>
                  </a:cubicBezTo>
                  <a:cubicBezTo>
                    <a:pt x="1" y="578"/>
                    <a:pt x="153" y="760"/>
                    <a:pt x="365" y="760"/>
                  </a:cubicBezTo>
                  <a:cubicBezTo>
                    <a:pt x="578" y="760"/>
                    <a:pt x="761" y="578"/>
                    <a:pt x="761" y="365"/>
                  </a:cubicBezTo>
                  <a:cubicBezTo>
                    <a:pt x="761"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32"/>
            <p:cNvSpPr/>
            <p:nvPr/>
          </p:nvSpPr>
          <p:spPr>
            <a:xfrm>
              <a:off x="985600" y="2449425"/>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32"/>
            <p:cNvSpPr/>
            <p:nvPr/>
          </p:nvSpPr>
          <p:spPr>
            <a:xfrm>
              <a:off x="8868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32"/>
            <p:cNvSpPr/>
            <p:nvPr/>
          </p:nvSpPr>
          <p:spPr>
            <a:xfrm>
              <a:off x="788025" y="2449425"/>
              <a:ext cx="19025" cy="19025"/>
            </a:xfrm>
            <a:custGeom>
              <a:rect b="b" l="l" r="r" t="t"/>
              <a:pathLst>
                <a:path extrusionOk="0" h="761" w="761">
                  <a:moveTo>
                    <a:pt x="395" y="0"/>
                  </a:moveTo>
                  <a:cubicBezTo>
                    <a:pt x="183" y="0"/>
                    <a:pt x="0" y="152"/>
                    <a:pt x="0" y="365"/>
                  </a:cubicBezTo>
                  <a:cubicBezTo>
                    <a:pt x="0" y="578"/>
                    <a:pt x="183" y="760"/>
                    <a:pt x="395" y="760"/>
                  </a:cubicBezTo>
                  <a:cubicBezTo>
                    <a:pt x="608" y="760"/>
                    <a:pt x="760" y="578"/>
                    <a:pt x="760" y="365"/>
                  </a:cubicBezTo>
                  <a:cubicBezTo>
                    <a:pt x="760" y="152"/>
                    <a:pt x="60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32"/>
            <p:cNvSpPr/>
            <p:nvPr/>
          </p:nvSpPr>
          <p:spPr>
            <a:xfrm>
              <a:off x="690000" y="2449425"/>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32"/>
            <p:cNvSpPr/>
            <p:nvPr/>
          </p:nvSpPr>
          <p:spPr>
            <a:xfrm>
              <a:off x="5912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32"/>
            <p:cNvSpPr/>
            <p:nvPr/>
          </p:nvSpPr>
          <p:spPr>
            <a:xfrm>
              <a:off x="493175" y="2449425"/>
              <a:ext cx="19025" cy="19025"/>
            </a:xfrm>
            <a:custGeom>
              <a:rect b="b" l="l" r="r" t="t"/>
              <a:pathLst>
                <a:path extrusionOk="0" h="761" w="761">
                  <a:moveTo>
                    <a:pt x="366" y="0"/>
                  </a:moveTo>
                  <a:cubicBezTo>
                    <a:pt x="153" y="0"/>
                    <a:pt x="1" y="152"/>
                    <a:pt x="1" y="365"/>
                  </a:cubicBezTo>
                  <a:cubicBezTo>
                    <a:pt x="1" y="578"/>
                    <a:pt x="153" y="760"/>
                    <a:pt x="366" y="760"/>
                  </a:cubicBezTo>
                  <a:cubicBezTo>
                    <a:pt x="578" y="760"/>
                    <a:pt x="761" y="578"/>
                    <a:pt x="761" y="365"/>
                  </a:cubicBezTo>
                  <a:cubicBezTo>
                    <a:pt x="761" y="152"/>
                    <a:pt x="578" y="0"/>
                    <a:pt x="36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32"/>
            <p:cNvSpPr/>
            <p:nvPr/>
          </p:nvSpPr>
          <p:spPr>
            <a:xfrm>
              <a:off x="1675575" y="2362800"/>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32"/>
            <p:cNvSpPr/>
            <p:nvPr/>
          </p:nvSpPr>
          <p:spPr>
            <a:xfrm>
              <a:off x="1576800" y="2362800"/>
              <a:ext cx="19000" cy="19025"/>
            </a:xfrm>
            <a:custGeom>
              <a:rect b="b" l="l" r="r" t="t"/>
              <a:pathLst>
                <a:path extrusionOk="0" h="761" w="760">
                  <a:moveTo>
                    <a:pt x="365" y="0"/>
                  </a:moveTo>
                  <a:cubicBezTo>
                    <a:pt x="182" y="0"/>
                    <a:pt x="0" y="152"/>
                    <a:pt x="0" y="365"/>
                  </a:cubicBezTo>
                  <a:cubicBezTo>
                    <a:pt x="0" y="578"/>
                    <a:pt x="18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32"/>
            <p:cNvSpPr/>
            <p:nvPr/>
          </p:nvSpPr>
          <p:spPr>
            <a:xfrm>
              <a:off x="14780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32"/>
            <p:cNvSpPr/>
            <p:nvPr/>
          </p:nvSpPr>
          <p:spPr>
            <a:xfrm>
              <a:off x="1379975" y="2362800"/>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32"/>
            <p:cNvSpPr/>
            <p:nvPr/>
          </p:nvSpPr>
          <p:spPr>
            <a:xfrm>
              <a:off x="1281200" y="2362800"/>
              <a:ext cx="19025" cy="19025"/>
            </a:xfrm>
            <a:custGeom>
              <a:rect b="b" l="l" r="r" t="t"/>
              <a:pathLst>
                <a:path extrusionOk="0" h="761" w="761">
                  <a:moveTo>
                    <a:pt x="395" y="0"/>
                  </a:moveTo>
                  <a:cubicBezTo>
                    <a:pt x="183" y="0"/>
                    <a:pt x="0" y="152"/>
                    <a:pt x="0" y="365"/>
                  </a:cubicBezTo>
                  <a:cubicBezTo>
                    <a:pt x="0" y="578"/>
                    <a:pt x="183" y="760"/>
                    <a:pt x="395" y="760"/>
                  </a:cubicBezTo>
                  <a:cubicBezTo>
                    <a:pt x="578" y="760"/>
                    <a:pt x="760" y="578"/>
                    <a:pt x="760" y="365"/>
                  </a:cubicBezTo>
                  <a:cubicBezTo>
                    <a:pt x="760" y="152"/>
                    <a:pt x="57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32"/>
            <p:cNvSpPr/>
            <p:nvPr/>
          </p:nvSpPr>
          <p:spPr>
            <a:xfrm>
              <a:off x="11824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32"/>
            <p:cNvSpPr/>
            <p:nvPr/>
          </p:nvSpPr>
          <p:spPr>
            <a:xfrm>
              <a:off x="1084375" y="2362800"/>
              <a:ext cx="19025" cy="19025"/>
            </a:xfrm>
            <a:custGeom>
              <a:rect b="b" l="l" r="r" t="t"/>
              <a:pathLst>
                <a:path extrusionOk="0" h="761" w="761">
                  <a:moveTo>
                    <a:pt x="365" y="0"/>
                  </a:moveTo>
                  <a:cubicBezTo>
                    <a:pt x="153" y="0"/>
                    <a:pt x="1" y="152"/>
                    <a:pt x="1" y="365"/>
                  </a:cubicBezTo>
                  <a:cubicBezTo>
                    <a:pt x="1" y="578"/>
                    <a:pt x="153" y="760"/>
                    <a:pt x="365" y="760"/>
                  </a:cubicBezTo>
                  <a:cubicBezTo>
                    <a:pt x="578" y="760"/>
                    <a:pt x="761" y="578"/>
                    <a:pt x="761" y="365"/>
                  </a:cubicBezTo>
                  <a:cubicBezTo>
                    <a:pt x="761"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32"/>
            <p:cNvSpPr/>
            <p:nvPr/>
          </p:nvSpPr>
          <p:spPr>
            <a:xfrm>
              <a:off x="985600" y="2362800"/>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32"/>
            <p:cNvSpPr/>
            <p:nvPr/>
          </p:nvSpPr>
          <p:spPr>
            <a:xfrm>
              <a:off x="8868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32"/>
            <p:cNvSpPr/>
            <p:nvPr/>
          </p:nvSpPr>
          <p:spPr>
            <a:xfrm>
              <a:off x="788025" y="2362800"/>
              <a:ext cx="19025" cy="19025"/>
            </a:xfrm>
            <a:custGeom>
              <a:rect b="b" l="l" r="r" t="t"/>
              <a:pathLst>
                <a:path extrusionOk="0" h="761" w="761">
                  <a:moveTo>
                    <a:pt x="395" y="0"/>
                  </a:moveTo>
                  <a:cubicBezTo>
                    <a:pt x="183" y="0"/>
                    <a:pt x="0" y="152"/>
                    <a:pt x="0" y="365"/>
                  </a:cubicBezTo>
                  <a:cubicBezTo>
                    <a:pt x="0" y="578"/>
                    <a:pt x="183" y="760"/>
                    <a:pt x="395" y="760"/>
                  </a:cubicBezTo>
                  <a:cubicBezTo>
                    <a:pt x="608" y="760"/>
                    <a:pt x="760" y="578"/>
                    <a:pt x="760" y="365"/>
                  </a:cubicBezTo>
                  <a:cubicBezTo>
                    <a:pt x="760" y="152"/>
                    <a:pt x="60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32"/>
            <p:cNvSpPr/>
            <p:nvPr/>
          </p:nvSpPr>
          <p:spPr>
            <a:xfrm>
              <a:off x="690000" y="2362800"/>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32"/>
            <p:cNvSpPr/>
            <p:nvPr/>
          </p:nvSpPr>
          <p:spPr>
            <a:xfrm>
              <a:off x="5912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32"/>
            <p:cNvSpPr/>
            <p:nvPr/>
          </p:nvSpPr>
          <p:spPr>
            <a:xfrm>
              <a:off x="493175" y="2362800"/>
              <a:ext cx="19025" cy="19025"/>
            </a:xfrm>
            <a:custGeom>
              <a:rect b="b" l="l" r="r" t="t"/>
              <a:pathLst>
                <a:path extrusionOk="0" h="761" w="761">
                  <a:moveTo>
                    <a:pt x="366" y="0"/>
                  </a:moveTo>
                  <a:cubicBezTo>
                    <a:pt x="153" y="0"/>
                    <a:pt x="1" y="152"/>
                    <a:pt x="1" y="365"/>
                  </a:cubicBezTo>
                  <a:cubicBezTo>
                    <a:pt x="1" y="578"/>
                    <a:pt x="153" y="760"/>
                    <a:pt x="366" y="760"/>
                  </a:cubicBezTo>
                  <a:cubicBezTo>
                    <a:pt x="578" y="760"/>
                    <a:pt x="761" y="578"/>
                    <a:pt x="761" y="365"/>
                  </a:cubicBezTo>
                  <a:cubicBezTo>
                    <a:pt x="761" y="152"/>
                    <a:pt x="578" y="0"/>
                    <a:pt x="36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32"/>
            <p:cNvSpPr/>
            <p:nvPr/>
          </p:nvSpPr>
          <p:spPr>
            <a:xfrm>
              <a:off x="1675575" y="227540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32"/>
            <p:cNvSpPr/>
            <p:nvPr/>
          </p:nvSpPr>
          <p:spPr>
            <a:xfrm>
              <a:off x="1576800" y="2275400"/>
              <a:ext cx="19000" cy="19025"/>
            </a:xfrm>
            <a:custGeom>
              <a:rect b="b" l="l" r="r" t="t"/>
              <a:pathLst>
                <a:path extrusionOk="0" h="761" w="760">
                  <a:moveTo>
                    <a:pt x="365" y="1"/>
                  </a:moveTo>
                  <a:cubicBezTo>
                    <a:pt x="182" y="1"/>
                    <a:pt x="0" y="183"/>
                    <a:pt x="0" y="396"/>
                  </a:cubicBezTo>
                  <a:cubicBezTo>
                    <a:pt x="0" y="609"/>
                    <a:pt x="18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32"/>
            <p:cNvSpPr/>
            <p:nvPr/>
          </p:nvSpPr>
          <p:spPr>
            <a:xfrm>
              <a:off x="14780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32"/>
            <p:cNvSpPr/>
            <p:nvPr/>
          </p:nvSpPr>
          <p:spPr>
            <a:xfrm>
              <a:off x="1379975" y="227540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32"/>
            <p:cNvSpPr/>
            <p:nvPr/>
          </p:nvSpPr>
          <p:spPr>
            <a:xfrm>
              <a:off x="1281200" y="2275400"/>
              <a:ext cx="19025" cy="19025"/>
            </a:xfrm>
            <a:custGeom>
              <a:rect b="b" l="l" r="r" t="t"/>
              <a:pathLst>
                <a:path extrusionOk="0" h="761" w="761">
                  <a:moveTo>
                    <a:pt x="395" y="1"/>
                  </a:moveTo>
                  <a:cubicBezTo>
                    <a:pt x="183" y="1"/>
                    <a:pt x="0" y="183"/>
                    <a:pt x="0" y="396"/>
                  </a:cubicBezTo>
                  <a:cubicBezTo>
                    <a:pt x="0" y="609"/>
                    <a:pt x="183" y="761"/>
                    <a:pt x="395" y="761"/>
                  </a:cubicBezTo>
                  <a:cubicBezTo>
                    <a:pt x="578" y="761"/>
                    <a:pt x="760" y="609"/>
                    <a:pt x="760" y="396"/>
                  </a:cubicBezTo>
                  <a:cubicBezTo>
                    <a:pt x="760" y="18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32"/>
            <p:cNvSpPr/>
            <p:nvPr/>
          </p:nvSpPr>
          <p:spPr>
            <a:xfrm>
              <a:off x="11824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32"/>
            <p:cNvSpPr/>
            <p:nvPr/>
          </p:nvSpPr>
          <p:spPr>
            <a:xfrm>
              <a:off x="1084375" y="227540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1" y="609"/>
                    <a:pt x="761" y="396"/>
                  </a:cubicBezTo>
                  <a:cubicBezTo>
                    <a:pt x="761"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32"/>
            <p:cNvSpPr/>
            <p:nvPr/>
          </p:nvSpPr>
          <p:spPr>
            <a:xfrm>
              <a:off x="985600" y="227540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32"/>
            <p:cNvSpPr/>
            <p:nvPr/>
          </p:nvSpPr>
          <p:spPr>
            <a:xfrm>
              <a:off x="8868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32"/>
            <p:cNvSpPr/>
            <p:nvPr/>
          </p:nvSpPr>
          <p:spPr>
            <a:xfrm>
              <a:off x="788025" y="2275400"/>
              <a:ext cx="19025" cy="19025"/>
            </a:xfrm>
            <a:custGeom>
              <a:rect b="b" l="l" r="r" t="t"/>
              <a:pathLst>
                <a:path extrusionOk="0" h="761" w="761">
                  <a:moveTo>
                    <a:pt x="395" y="1"/>
                  </a:moveTo>
                  <a:cubicBezTo>
                    <a:pt x="183" y="1"/>
                    <a:pt x="0" y="183"/>
                    <a:pt x="0" y="396"/>
                  </a:cubicBezTo>
                  <a:cubicBezTo>
                    <a:pt x="0" y="609"/>
                    <a:pt x="183" y="761"/>
                    <a:pt x="395" y="761"/>
                  </a:cubicBezTo>
                  <a:cubicBezTo>
                    <a:pt x="608" y="761"/>
                    <a:pt x="760" y="609"/>
                    <a:pt x="760" y="396"/>
                  </a:cubicBezTo>
                  <a:cubicBezTo>
                    <a:pt x="760" y="18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32"/>
            <p:cNvSpPr/>
            <p:nvPr/>
          </p:nvSpPr>
          <p:spPr>
            <a:xfrm>
              <a:off x="690000" y="227540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32"/>
            <p:cNvSpPr/>
            <p:nvPr/>
          </p:nvSpPr>
          <p:spPr>
            <a:xfrm>
              <a:off x="5912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32"/>
            <p:cNvSpPr/>
            <p:nvPr/>
          </p:nvSpPr>
          <p:spPr>
            <a:xfrm>
              <a:off x="493175" y="2275400"/>
              <a:ext cx="19025" cy="19025"/>
            </a:xfrm>
            <a:custGeom>
              <a:rect b="b" l="l" r="r" t="t"/>
              <a:pathLst>
                <a:path extrusionOk="0" h="761" w="761">
                  <a:moveTo>
                    <a:pt x="366" y="1"/>
                  </a:moveTo>
                  <a:cubicBezTo>
                    <a:pt x="153" y="1"/>
                    <a:pt x="1" y="183"/>
                    <a:pt x="1" y="396"/>
                  </a:cubicBezTo>
                  <a:cubicBezTo>
                    <a:pt x="1" y="609"/>
                    <a:pt x="153" y="761"/>
                    <a:pt x="366" y="761"/>
                  </a:cubicBezTo>
                  <a:cubicBezTo>
                    <a:pt x="578" y="761"/>
                    <a:pt x="761" y="609"/>
                    <a:pt x="761" y="396"/>
                  </a:cubicBezTo>
                  <a:cubicBezTo>
                    <a:pt x="761" y="18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32"/>
            <p:cNvSpPr/>
            <p:nvPr/>
          </p:nvSpPr>
          <p:spPr>
            <a:xfrm>
              <a:off x="1675575" y="2188775"/>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32"/>
            <p:cNvSpPr/>
            <p:nvPr/>
          </p:nvSpPr>
          <p:spPr>
            <a:xfrm>
              <a:off x="1576800" y="2188775"/>
              <a:ext cx="19000" cy="19025"/>
            </a:xfrm>
            <a:custGeom>
              <a:rect b="b" l="l" r="r" t="t"/>
              <a:pathLst>
                <a:path extrusionOk="0" h="761" w="760">
                  <a:moveTo>
                    <a:pt x="365" y="1"/>
                  </a:moveTo>
                  <a:cubicBezTo>
                    <a:pt x="182" y="1"/>
                    <a:pt x="0" y="183"/>
                    <a:pt x="0" y="396"/>
                  </a:cubicBezTo>
                  <a:cubicBezTo>
                    <a:pt x="0" y="609"/>
                    <a:pt x="18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32"/>
            <p:cNvSpPr/>
            <p:nvPr/>
          </p:nvSpPr>
          <p:spPr>
            <a:xfrm>
              <a:off x="14780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32"/>
            <p:cNvSpPr/>
            <p:nvPr/>
          </p:nvSpPr>
          <p:spPr>
            <a:xfrm>
              <a:off x="1379975" y="2188775"/>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32"/>
            <p:cNvSpPr/>
            <p:nvPr/>
          </p:nvSpPr>
          <p:spPr>
            <a:xfrm>
              <a:off x="1281200" y="2188775"/>
              <a:ext cx="19025" cy="19025"/>
            </a:xfrm>
            <a:custGeom>
              <a:rect b="b" l="l" r="r" t="t"/>
              <a:pathLst>
                <a:path extrusionOk="0" h="761" w="761">
                  <a:moveTo>
                    <a:pt x="395" y="1"/>
                  </a:moveTo>
                  <a:cubicBezTo>
                    <a:pt x="183" y="1"/>
                    <a:pt x="0" y="183"/>
                    <a:pt x="0" y="396"/>
                  </a:cubicBezTo>
                  <a:cubicBezTo>
                    <a:pt x="0" y="609"/>
                    <a:pt x="183" y="761"/>
                    <a:pt x="395" y="761"/>
                  </a:cubicBezTo>
                  <a:cubicBezTo>
                    <a:pt x="578" y="761"/>
                    <a:pt x="760" y="609"/>
                    <a:pt x="760" y="396"/>
                  </a:cubicBezTo>
                  <a:cubicBezTo>
                    <a:pt x="760" y="18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32"/>
            <p:cNvSpPr/>
            <p:nvPr/>
          </p:nvSpPr>
          <p:spPr>
            <a:xfrm>
              <a:off x="11824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32"/>
            <p:cNvSpPr/>
            <p:nvPr/>
          </p:nvSpPr>
          <p:spPr>
            <a:xfrm>
              <a:off x="1084375" y="2188775"/>
              <a:ext cx="19025" cy="19025"/>
            </a:xfrm>
            <a:custGeom>
              <a:rect b="b" l="l" r="r" t="t"/>
              <a:pathLst>
                <a:path extrusionOk="0" h="761" w="761">
                  <a:moveTo>
                    <a:pt x="365" y="1"/>
                  </a:moveTo>
                  <a:cubicBezTo>
                    <a:pt x="153" y="1"/>
                    <a:pt x="1" y="183"/>
                    <a:pt x="1" y="396"/>
                  </a:cubicBezTo>
                  <a:cubicBezTo>
                    <a:pt x="1" y="609"/>
                    <a:pt x="153" y="761"/>
                    <a:pt x="365" y="761"/>
                  </a:cubicBezTo>
                  <a:cubicBezTo>
                    <a:pt x="578" y="761"/>
                    <a:pt x="761" y="609"/>
                    <a:pt x="761" y="396"/>
                  </a:cubicBezTo>
                  <a:cubicBezTo>
                    <a:pt x="761"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32"/>
            <p:cNvSpPr/>
            <p:nvPr/>
          </p:nvSpPr>
          <p:spPr>
            <a:xfrm>
              <a:off x="985600" y="2188775"/>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32"/>
            <p:cNvSpPr/>
            <p:nvPr/>
          </p:nvSpPr>
          <p:spPr>
            <a:xfrm>
              <a:off x="8868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32"/>
            <p:cNvSpPr/>
            <p:nvPr/>
          </p:nvSpPr>
          <p:spPr>
            <a:xfrm>
              <a:off x="788025" y="2188775"/>
              <a:ext cx="19025" cy="19025"/>
            </a:xfrm>
            <a:custGeom>
              <a:rect b="b" l="l" r="r" t="t"/>
              <a:pathLst>
                <a:path extrusionOk="0" h="761" w="761">
                  <a:moveTo>
                    <a:pt x="395" y="1"/>
                  </a:moveTo>
                  <a:cubicBezTo>
                    <a:pt x="183" y="1"/>
                    <a:pt x="0" y="183"/>
                    <a:pt x="0" y="396"/>
                  </a:cubicBezTo>
                  <a:cubicBezTo>
                    <a:pt x="0" y="609"/>
                    <a:pt x="183" y="761"/>
                    <a:pt x="395" y="761"/>
                  </a:cubicBezTo>
                  <a:cubicBezTo>
                    <a:pt x="608" y="761"/>
                    <a:pt x="760" y="609"/>
                    <a:pt x="760" y="396"/>
                  </a:cubicBezTo>
                  <a:cubicBezTo>
                    <a:pt x="760" y="18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32"/>
            <p:cNvSpPr/>
            <p:nvPr/>
          </p:nvSpPr>
          <p:spPr>
            <a:xfrm>
              <a:off x="690000" y="2188775"/>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32"/>
            <p:cNvSpPr/>
            <p:nvPr/>
          </p:nvSpPr>
          <p:spPr>
            <a:xfrm>
              <a:off x="5912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32"/>
            <p:cNvSpPr/>
            <p:nvPr/>
          </p:nvSpPr>
          <p:spPr>
            <a:xfrm>
              <a:off x="493175" y="2188775"/>
              <a:ext cx="19025" cy="19025"/>
            </a:xfrm>
            <a:custGeom>
              <a:rect b="b" l="l" r="r" t="t"/>
              <a:pathLst>
                <a:path extrusionOk="0" h="761" w="761">
                  <a:moveTo>
                    <a:pt x="366" y="1"/>
                  </a:moveTo>
                  <a:cubicBezTo>
                    <a:pt x="153" y="1"/>
                    <a:pt x="1" y="183"/>
                    <a:pt x="1" y="396"/>
                  </a:cubicBezTo>
                  <a:cubicBezTo>
                    <a:pt x="1" y="609"/>
                    <a:pt x="153" y="761"/>
                    <a:pt x="366" y="761"/>
                  </a:cubicBezTo>
                  <a:cubicBezTo>
                    <a:pt x="578" y="761"/>
                    <a:pt x="761" y="609"/>
                    <a:pt x="761" y="396"/>
                  </a:cubicBezTo>
                  <a:cubicBezTo>
                    <a:pt x="761" y="18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32"/>
            <p:cNvSpPr/>
            <p:nvPr/>
          </p:nvSpPr>
          <p:spPr>
            <a:xfrm>
              <a:off x="1675575" y="210215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32"/>
            <p:cNvSpPr/>
            <p:nvPr/>
          </p:nvSpPr>
          <p:spPr>
            <a:xfrm>
              <a:off x="1576800" y="2102150"/>
              <a:ext cx="19000" cy="19025"/>
            </a:xfrm>
            <a:custGeom>
              <a:rect b="b" l="l" r="r" t="t"/>
              <a:pathLst>
                <a:path extrusionOk="0" h="761" w="760">
                  <a:moveTo>
                    <a:pt x="365" y="1"/>
                  </a:moveTo>
                  <a:cubicBezTo>
                    <a:pt x="182" y="1"/>
                    <a:pt x="0" y="183"/>
                    <a:pt x="0" y="396"/>
                  </a:cubicBezTo>
                  <a:cubicBezTo>
                    <a:pt x="0" y="609"/>
                    <a:pt x="18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32"/>
            <p:cNvSpPr/>
            <p:nvPr/>
          </p:nvSpPr>
          <p:spPr>
            <a:xfrm>
              <a:off x="14780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32"/>
            <p:cNvSpPr/>
            <p:nvPr/>
          </p:nvSpPr>
          <p:spPr>
            <a:xfrm>
              <a:off x="1379975" y="210215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32"/>
            <p:cNvSpPr/>
            <p:nvPr/>
          </p:nvSpPr>
          <p:spPr>
            <a:xfrm>
              <a:off x="1281200" y="2102150"/>
              <a:ext cx="19025" cy="19025"/>
            </a:xfrm>
            <a:custGeom>
              <a:rect b="b" l="l" r="r" t="t"/>
              <a:pathLst>
                <a:path extrusionOk="0" h="761" w="761">
                  <a:moveTo>
                    <a:pt x="395" y="1"/>
                  </a:moveTo>
                  <a:cubicBezTo>
                    <a:pt x="183" y="1"/>
                    <a:pt x="0" y="183"/>
                    <a:pt x="0" y="396"/>
                  </a:cubicBezTo>
                  <a:cubicBezTo>
                    <a:pt x="0" y="609"/>
                    <a:pt x="183" y="761"/>
                    <a:pt x="395" y="761"/>
                  </a:cubicBezTo>
                  <a:cubicBezTo>
                    <a:pt x="578" y="761"/>
                    <a:pt x="760" y="609"/>
                    <a:pt x="760" y="396"/>
                  </a:cubicBezTo>
                  <a:cubicBezTo>
                    <a:pt x="760" y="18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32"/>
            <p:cNvSpPr/>
            <p:nvPr/>
          </p:nvSpPr>
          <p:spPr>
            <a:xfrm>
              <a:off x="11824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32"/>
            <p:cNvSpPr/>
            <p:nvPr/>
          </p:nvSpPr>
          <p:spPr>
            <a:xfrm>
              <a:off x="1084375" y="210215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1" y="609"/>
                    <a:pt x="761" y="396"/>
                  </a:cubicBezTo>
                  <a:cubicBezTo>
                    <a:pt x="761"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32"/>
            <p:cNvSpPr/>
            <p:nvPr/>
          </p:nvSpPr>
          <p:spPr>
            <a:xfrm>
              <a:off x="985600" y="210215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32"/>
            <p:cNvSpPr/>
            <p:nvPr/>
          </p:nvSpPr>
          <p:spPr>
            <a:xfrm>
              <a:off x="8868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32"/>
            <p:cNvSpPr/>
            <p:nvPr/>
          </p:nvSpPr>
          <p:spPr>
            <a:xfrm>
              <a:off x="788025" y="2102150"/>
              <a:ext cx="19025" cy="19025"/>
            </a:xfrm>
            <a:custGeom>
              <a:rect b="b" l="l" r="r" t="t"/>
              <a:pathLst>
                <a:path extrusionOk="0" h="761" w="761">
                  <a:moveTo>
                    <a:pt x="395" y="1"/>
                  </a:moveTo>
                  <a:cubicBezTo>
                    <a:pt x="183" y="1"/>
                    <a:pt x="0" y="183"/>
                    <a:pt x="0" y="396"/>
                  </a:cubicBezTo>
                  <a:cubicBezTo>
                    <a:pt x="0" y="609"/>
                    <a:pt x="183" y="761"/>
                    <a:pt x="395" y="761"/>
                  </a:cubicBezTo>
                  <a:cubicBezTo>
                    <a:pt x="608" y="761"/>
                    <a:pt x="760" y="609"/>
                    <a:pt x="760" y="396"/>
                  </a:cubicBezTo>
                  <a:cubicBezTo>
                    <a:pt x="760" y="18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32"/>
            <p:cNvSpPr/>
            <p:nvPr/>
          </p:nvSpPr>
          <p:spPr>
            <a:xfrm>
              <a:off x="690000" y="210215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32"/>
            <p:cNvSpPr/>
            <p:nvPr/>
          </p:nvSpPr>
          <p:spPr>
            <a:xfrm>
              <a:off x="5912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32"/>
            <p:cNvSpPr/>
            <p:nvPr/>
          </p:nvSpPr>
          <p:spPr>
            <a:xfrm>
              <a:off x="493175" y="2102150"/>
              <a:ext cx="19025" cy="19025"/>
            </a:xfrm>
            <a:custGeom>
              <a:rect b="b" l="l" r="r" t="t"/>
              <a:pathLst>
                <a:path extrusionOk="0" h="761" w="761">
                  <a:moveTo>
                    <a:pt x="366" y="1"/>
                  </a:moveTo>
                  <a:cubicBezTo>
                    <a:pt x="153" y="1"/>
                    <a:pt x="1" y="183"/>
                    <a:pt x="1" y="396"/>
                  </a:cubicBezTo>
                  <a:cubicBezTo>
                    <a:pt x="1" y="609"/>
                    <a:pt x="153" y="761"/>
                    <a:pt x="366" y="761"/>
                  </a:cubicBezTo>
                  <a:cubicBezTo>
                    <a:pt x="578" y="761"/>
                    <a:pt x="761" y="609"/>
                    <a:pt x="761" y="396"/>
                  </a:cubicBezTo>
                  <a:cubicBezTo>
                    <a:pt x="761" y="18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8" name="Google Shape;5388;p32"/>
          <p:cNvGrpSpPr/>
          <p:nvPr/>
        </p:nvGrpSpPr>
        <p:grpSpPr>
          <a:xfrm rot="5400000">
            <a:off x="3420198" y="-1312045"/>
            <a:ext cx="2781299" cy="1048521"/>
            <a:chOff x="493175" y="2102150"/>
            <a:chExt cx="1201425" cy="452925"/>
          </a:xfrm>
        </p:grpSpPr>
        <p:sp>
          <p:nvSpPr>
            <p:cNvPr id="5389" name="Google Shape;5389;p32"/>
            <p:cNvSpPr/>
            <p:nvPr/>
          </p:nvSpPr>
          <p:spPr>
            <a:xfrm>
              <a:off x="1675575" y="2536050"/>
              <a:ext cx="19025" cy="19025"/>
            </a:xfrm>
            <a:custGeom>
              <a:rect b="b" l="l" r="r" t="t"/>
              <a:pathLst>
                <a:path extrusionOk="0" h="761" w="761">
                  <a:moveTo>
                    <a:pt x="365" y="1"/>
                  </a:moveTo>
                  <a:cubicBezTo>
                    <a:pt x="153" y="1"/>
                    <a:pt x="1" y="153"/>
                    <a:pt x="1" y="365"/>
                  </a:cubicBezTo>
                  <a:cubicBezTo>
                    <a:pt x="1" y="578"/>
                    <a:pt x="153"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32"/>
            <p:cNvSpPr/>
            <p:nvPr/>
          </p:nvSpPr>
          <p:spPr>
            <a:xfrm>
              <a:off x="1576800" y="2536050"/>
              <a:ext cx="19000" cy="19025"/>
            </a:xfrm>
            <a:custGeom>
              <a:rect b="b" l="l" r="r" t="t"/>
              <a:pathLst>
                <a:path extrusionOk="0" h="761" w="760">
                  <a:moveTo>
                    <a:pt x="365" y="1"/>
                  </a:moveTo>
                  <a:cubicBezTo>
                    <a:pt x="182" y="1"/>
                    <a:pt x="0" y="153"/>
                    <a:pt x="0" y="365"/>
                  </a:cubicBezTo>
                  <a:cubicBezTo>
                    <a:pt x="0" y="578"/>
                    <a:pt x="182"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32"/>
            <p:cNvSpPr/>
            <p:nvPr/>
          </p:nvSpPr>
          <p:spPr>
            <a:xfrm>
              <a:off x="14780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32"/>
            <p:cNvSpPr/>
            <p:nvPr/>
          </p:nvSpPr>
          <p:spPr>
            <a:xfrm>
              <a:off x="1379975" y="2536050"/>
              <a:ext cx="19025" cy="19025"/>
            </a:xfrm>
            <a:custGeom>
              <a:rect b="b" l="l" r="r" t="t"/>
              <a:pathLst>
                <a:path extrusionOk="0" h="761" w="761">
                  <a:moveTo>
                    <a:pt x="365" y="1"/>
                  </a:moveTo>
                  <a:cubicBezTo>
                    <a:pt x="153" y="1"/>
                    <a:pt x="1" y="153"/>
                    <a:pt x="1" y="365"/>
                  </a:cubicBezTo>
                  <a:cubicBezTo>
                    <a:pt x="1" y="578"/>
                    <a:pt x="153"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32"/>
            <p:cNvSpPr/>
            <p:nvPr/>
          </p:nvSpPr>
          <p:spPr>
            <a:xfrm>
              <a:off x="1281200" y="2536050"/>
              <a:ext cx="19025" cy="19025"/>
            </a:xfrm>
            <a:custGeom>
              <a:rect b="b" l="l" r="r" t="t"/>
              <a:pathLst>
                <a:path extrusionOk="0" h="761" w="761">
                  <a:moveTo>
                    <a:pt x="395" y="1"/>
                  </a:moveTo>
                  <a:cubicBezTo>
                    <a:pt x="183" y="1"/>
                    <a:pt x="0" y="153"/>
                    <a:pt x="0" y="365"/>
                  </a:cubicBezTo>
                  <a:cubicBezTo>
                    <a:pt x="0" y="578"/>
                    <a:pt x="183" y="760"/>
                    <a:pt x="395" y="760"/>
                  </a:cubicBezTo>
                  <a:cubicBezTo>
                    <a:pt x="578" y="760"/>
                    <a:pt x="760" y="578"/>
                    <a:pt x="760" y="365"/>
                  </a:cubicBezTo>
                  <a:cubicBezTo>
                    <a:pt x="760" y="15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32"/>
            <p:cNvSpPr/>
            <p:nvPr/>
          </p:nvSpPr>
          <p:spPr>
            <a:xfrm>
              <a:off x="11824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32"/>
            <p:cNvSpPr/>
            <p:nvPr/>
          </p:nvSpPr>
          <p:spPr>
            <a:xfrm>
              <a:off x="1084375" y="2536050"/>
              <a:ext cx="19025" cy="19025"/>
            </a:xfrm>
            <a:custGeom>
              <a:rect b="b" l="l" r="r" t="t"/>
              <a:pathLst>
                <a:path extrusionOk="0" h="761" w="761">
                  <a:moveTo>
                    <a:pt x="365" y="1"/>
                  </a:moveTo>
                  <a:cubicBezTo>
                    <a:pt x="153" y="1"/>
                    <a:pt x="1" y="153"/>
                    <a:pt x="1" y="365"/>
                  </a:cubicBezTo>
                  <a:cubicBezTo>
                    <a:pt x="1" y="578"/>
                    <a:pt x="153" y="760"/>
                    <a:pt x="365" y="760"/>
                  </a:cubicBezTo>
                  <a:cubicBezTo>
                    <a:pt x="578" y="760"/>
                    <a:pt x="761" y="578"/>
                    <a:pt x="761" y="365"/>
                  </a:cubicBezTo>
                  <a:cubicBezTo>
                    <a:pt x="761"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32"/>
            <p:cNvSpPr/>
            <p:nvPr/>
          </p:nvSpPr>
          <p:spPr>
            <a:xfrm>
              <a:off x="985600" y="2536050"/>
              <a:ext cx="19025" cy="19025"/>
            </a:xfrm>
            <a:custGeom>
              <a:rect b="b" l="l" r="r" t="t"/>
              <a:pathLst>
                <a:path extrusionOk="0" h="761" w="761">
                  <a:moveTo>
                    <a:pt x="365" y="1"/>
                  </a:moveTo>
                  <a:cubicBezTo>
                    <a:pt x="152" y="1"/>
                    <a:pt x="0" y="153"/>
                    <a:pt x="0" y="365"/>
                  </a:cubicBezTo>
                  <a:cubicBezTo>
                    <a:pt x="0" y="578"/>
                    <a:pt x="152"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32"/>
            <p:cNvSpPr/>
            <p:nvPr/>
          </p:nvSpPr>
          <p:spPr>
            <a:xfrm>
              <a:off x="8868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32"/>
            <p:cNvSpPr/>
            <p:nvPr/>
          </p:nvSpPr>
          <p:spPr>
            <a:xfrm>
              <a:off x="788025" y="2536050"/>
              <a:ext cx="19025" cy="19025"/>
            </a:xfrm>
            <a:custGeom>
              <a:rect b="b" l="l" r="r" t="t"/>
              <a:pathLst>
                <a:path extrusionOk="0" h="761" w="761">
                  <a:moveTo>
                    <a:pt x="395" y="1"/>
                  </a:moveTo>
                  <a:cubicBezTo>
                    <a:pt x="183" y="1"/>
                    <a:pt x="0" y="153"/>
                    <a:pt x="0" y="365"/>
                  </a:cubicBezTo>
                  <a:cubicBezTo>
                    <a:pt x="0" y="578"/>
                    <a:pt x="183" y="760"/>
                    <a:pt x="395" y="760"/>
                  </a:cubicBezTo>
                  <a:cubicBezTo>
                    <a:pt x="608" y="760"/>
                    <a:pt x="760" y="578"/>
                    <a:pt x="760" y="365"/>
                  </a:cubicBezTo>
                  <a:cubicBezTo>
                    <a:pt x="760" y="15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32"/>
            <p:cNvSpPr/>
            <p:nvPr/>
          </p:nvSpPr>
          <p:spPr>
            <a:xfrm>
              <a:off x="690000" y="2536050"/>
              <a:ext cx="19025" cy="19025"/>
            </a:xfrm>
            <a:custGeom>
              <a:rect b="b" l="l" r="r" t="t"/>
              <a:pathLst>
                <a:path extrusionOk="0" h="761" w="761">
                  <a:moveTo>
                    <a:pt x="365" y="1"/>
                  </a:moveTo>
                  <a:cubicBezTo>
                    <a:pt x="152" y="1"/>
                    <a:pt x="0" y="153"/>
                    <a:pt x="0" y="365"/>
                  </a:cubicBezTo>
                  <a:cubicBezTo>
                    <a:pt x="0" y="578"/>
                    <a:pt x="152"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32"/>
            <p:cNvSpPr/>
            <p:nvPr/>
          </p:nvSpPr>
          <p:spPr>
            <a:xfrm>
              <a:off x="5912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32"/>
            <p:cNvSpPr/>
            <p:nvPr/>
          </p:nvSpPr>
          <p:spPr>
            <a:xfrm>
              <a:off x="493175" y="2536050"/>
              <a:ext cx="19025" cy="19025"/>
            </a:xfrm>
            <a:custGeom>
              <a:rect b="b" l="l" r="r" t="t"/>
              <a:pathLst>
                <a:path extrusionOk="0" h="761" w="761">
                  <a:moveTo>
                    <a:pt x="366" y="1"/>
                  </a:moveTo>
                  <a:cubicBezTo>
                    <a:pt x="153" y="1"/>
                    <a:pt x="1" y="153"/>
                    <a:pt x="1" y="365"/>
                  </a:cubicBezTo>
                  <a:cubicBezTo>
                    <a:pt x="1" y="578"/>
                    <a:pt x="153" y="760"/>
                    <a:pt x="366" y="760"/>
                  </a:cubicBezTo>
                  <a:cubicBezTo>
                    <a:pt x="578" y="760"/>
                    <a:pt x="761" y="578"/>
                    <a:pt x="761" y="365"/>
                  </a:cubicBezTo>
                  <a:cubicBezTo>
                    <a:pt x="761" y="15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32"/>
            <p:cNvSpPr/>
            <p:nvPr/>
          </p:nvSpPr>
          <p:spPr>
            <a:xfrm>
              <a:off x="1675575" y="2449425"/>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32"/>
            <p:cNvSpPr/>
            <p:nvPr/>
          </p:nvSpPr>
          <p:spPr>
            <a:xfrm>
              <a:off x="1576800" y="2449425"/>
              <a:ext cx="19000" cy="19025"/>
            </a:xfrm>
            <a:custGeom>
              <a:rect b="b" l="l" r="r" t="t"/>
              <a:pathLst>
                <a:path extrusionOk="0" h="761" w="760">
                  <a:moveTo>
                    <a:pt x="365" y="0"/>
                  </a:moveTo>
                  <a:cubicBezTo>
                    <a:pt x="182" y="0"/>
                    <a:pt x="0" y="152"/>
                    <a:pt x="0" y="365"/>
                  </a:cubicBezTo>
                  <a:cubicBezTo>
                    <a:pt x="0" y="578"/>
                    <a:pt x="18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32"/>
            <p:cNvSpPr/>
            <p:nvPr/>
          </p:nvSpPr>
          <p:spPr>
            <a:xfrm>
              <a:off x="14780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32"/>
            <p:cNvSpPr/>
            <p:nvPr/>
          </p:nvSpPr>
          <p:spPr>
            <a:xfrm>
              <a:off x="1379975" y="2449425"/>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32"/>
            <p:cNvSpPr/>
            <p:nvPr/>
          </p:nvSpPr>
          <p:spPr>
            <a:xfrm>
              <a:off x="1281200" y="2449425"/>
              <a:ext cx="19025" cy="19025"/>
            </a:xfrm>
            <a:custGeom>
              <a:rect b="b" l="l" r="r" t="t"/>
              <a:pathLst>
                <a:path extrusionOk="0" h="761" w="761">
                  <a:moveTo>
                    <a:pt x="395" y="0"/>
                  </a:moveTo>
                  <a:cubicBezTo>
                    <a:pt x="183" y="0"/>
                    <a:pt x="0" y="152"/>
                    <a:pt x="0" y="365"/>
                  </a:cubicBezTo>
                  <a:cubicBezTo>
                    <a:pt x="0" y="578"/>
                    <a:pt x="183" y="760"/>
                    <a:pt x="395" y="760"/>
                  </a:cubicBezTo>
                  <a:cubicBezTo>
                    <a:pt x="578" y="760"/>
                    <a:pt x="760" y="578"/>
                    <a:pt x="760" y="365"/>
                  </a:cubicBezTo>
                  <a:cubicBezTo>
                    <a:pt x="760" y="152"/>
                    <a:pt x="57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32"/>
            <p:cNvSpPr/>
            <p:nvPr/>
          </p:nvSpPr>
          <p:spPr>
            <a:xfrm>
              <a:off x="11824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32"/>
            <p:cNvSpPr/>
            <p:nvPr/>
          </p:nvSpPr>
          <p:spPr>
            <a:xfrm>
              <a:off x="1084375" y="2449425"/>
              <a:ext cx="19025" cy="19025"/>
            </a:xfrm>
            <a:custGeom>
              <a:rect b="b" l="l" r="r" t="t"/>
              <a:pathLst>
                <a:path extrusionOk="0" h="761" w="761">
                  <a:moveTo>
                    <a:pt x="365" y="0"/>
                  </a:moveTo>
                  <a:cubicBezTo>
                    <a:pt x="153" y="0"/>
                    <a:pt x="1" y="152"/>
                    <a:pt x="1" y="365"/>
                  </a:cubicBezTo>
                  <a:cubicBezTo>
                    <a:pt x="1" y="578"/>
                    <a:pt x="153" y="760"/>
                    <a:pt x="365" y="760"/>
                  </a:cubicBezTo>
                  <a:cubicBezTo>
                    <a:pt x="578" y="760"/>
                    <a:pt x="761" y="578"/>
                    <a:pt x="761" y="365"/>
                  </a:cubicBezTo>
                  <a:cubicBezTo>
                    <a:pt x="761"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32"/>
            <p:cNvSpPr/>
            <p:nvPr/>
          </p:nvSpPr>
          <p:spPr>
            <a:xfrm>
              <a:off x="985600" y="2449425"/>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32"/>
            <p:cNvSpPr/>
            <p:nvPr/>
          </p:nvSpPr>
          <p:spPr>
            <a:xfrm>
              <a:off x="8868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32"/>
            <p:cNvSpPr/>
            <p:nvPr/>
          </p:nvSpPr>
          <p:spPr>
            <a:xfrm>
              <a:off x="788025" y="2449425"/>
              <a:ext cx="19025" cy="19025"/>
            </a:xfrm>
            <a:custGeom>
              <a:rect b="b" l="l" r="r" t="t"/>
              <a:pathLst>
                <a:path extrusionOk="0" h="761" w="761">
                  <a:moveTo>
                    <a:pt x="395" y="0"/>
                  </a:moveTo>
                  <a:cubicBezTo>
                    <a:pt x="183" y="0"/>
                    <a:pt x="0" y="152"/>
                    <a:pt x="0" y="365"/>
                  </a:cubicBezTo>
                  <a:cubicBezTo>
                    <a:pt x="0" y="578"/>
                    <a:pt x="183" y="760"/>
                    <a:pt x="395" y="760"/>
                  </a:cubicBezTo>
                  <a:cubicBezTo>
                    <a:pt x="608" y="760"/>
                    <a:pt x="760" y="578"/>
                    <a:pt x="760" y="365"/>
                  </a:cubicBezTo>
                  <a:cubicBezTo>
                    <a:pt x="760" y="152"/>
                    <a:pt x="60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32"/>
            <p:cNvSpPr/>
            <p:nvPr/>
          </p:nvSpPr>
          <p:spPr>
            <a:xfrm>
              <a:off x="690000" y="2449425"/>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32"/>
            <p:cNvSpPr/>
            <p:nvPr/>
          </p:nvSpPr>
          <p:spPr>
            <a:xfrm>
              <a:off x="5912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32"/>
            <p:cNvSpPr/>
            <p:nvPr/>
          </p:nvSpPr>
          <p:spPr>
            <a:xfrm>
              <a:off x="493175" y="2449425"/>
              <a:ext cx="19025" cy="19025"/>
            </a:xfrm>
            <a:custGeom>
              <a:rect b="b" l="l" r="r" t="t"/>
              <a:pathLst>
                <a:path extrusionOk="0" h="761" w="761">
                  <a:moveTo>
                    <a:pt x="366" y="0"/>
                  </a:moveTo>
                  <a:cubicBezTo>
                    <a:pt x="153" y="0"/>
                    <a:pt x="1" y="152"/>
                    <a:pt x="1" y="365"/>
                  </a:cubicBezTo>
                  <a:cubicBezTo>
                    <a:pt x="1" y="578"/>
                    <a:pt x="153" y="760"/>
                    <a:pt x="366" y="760"/>
                  </a:cubicBezTo>
                  <a:cubicBezTo>
                    <a:pt x="578" y="760"/>
                    <a:pt x="761" y="578"/>
                    <a:pt x="761" y="365"/>
                  </a:cubicBezTo>
                  <a:cubicBezTo>
                    <a:pt x="761" y="152"/>
                    <a:pt x="578" y="0"/>
                    <a:pt x="36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32"/>
            <p:cNvSpPr/>
            <p:nvPr/>
          </p:nvSpPr>
          <p:spPr>
            <a:xfrm>
              <a:off x="1675575" y="2362800"/>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32"/>
            <p:cNvSpPr/>
            <p:nvPr/>
          </p:nvSpPr>
          <p:spPr>
            <a:xfrm>
              <a:off x="1576800" y="2362800"/>
              <a:ext cx="19000" cy="19025"/>
            </a:xfrm>
            <a:custGeom>
              <a:rect b="b" l="l" r="r" t="t"/>
              <a:pathLst>
                <a:path extrusionOk="0" h="761" w="760">
                  <a:moveTo>
                    <a:pt x="365" y="0"/>
                  </a:moveTo>
                  <a:cubicBezTo>
                    <a:pt x="182" y="0"/>
                    <a:pt x="0" y="152"/>
                    <a:pt x="0" y="365"/>
                  </a:cubicBezTo>
                  <a:cubicBezTo>
                    <a:pt x="0" y="578"/>
                    <a:pt x="18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32"/>
            <p:cNvSpPr/>
            <p:nvPr/>
          </p:nvSpPr>
          <p:spPr>
            <a:xfrm>
              <a:off x="14780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32"/>
            <p:cNvSpPr/>
            <p:nvPr/>
          </p:nvSpPr>
          <p:spPr>
            <a:xfrm>
              <a:off x="1379975" y="2362800"/>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32"/>
            <p:cNvSpPr/>
            <p:nvPr/>
          </p:nvSpPr>
          <p:spPr>
            <a:xfrm>
              <a:off x="1281200" y="2362800"/>
              <a:ext cx="19025" cy="19025"/>
            </a:xfrm>
            <a:custGeom>
              <a:rect b="b" l="l" r="r" t="t"/>
              <a:pathLst>
                <a:path extrusionOk="0" h="761" w="761">
                  <a:moveTo>
                    <a:pt x="395" y="0"/>
                  </a:moveTo>
                  <a:cubicBezTo>
                    <a:pt x="183" y="0"/>
                    <a:pt x="0" y="152"/>
                    <a:pt x="0" y="365"/>
                  </a:cubicBezTo>
                  <a:cubicBezTo>
                    <a:pt x="0" y="578"/>
                    <a:pt x="183" y="760"/>
                    <a:pt x="395" y="760"/>
                  </a:cubicBezTo>
                  <a:cubicBezTo>
                    <a:pt x="578" y="760"/>
                    <a:pt x="760" y="578"/>
                    <a:pt x="760" y="365"/>
                  </a:cubicBezTo>
                  <a:cubicBezTo>
                    <a:pt x="760" y="152"/>
                    <a:pt x="57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32"/>
            <p:cNvSpPr/>
            <p:nvPr/>
          </p:nvSpPr>
          <p:spPr>
            <a:xfrm>
              <a:off x="11824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32"/>
            <p:cNvSpPr/>
            <p:nvPr/>
          </p:nvSpPr>
          <p:spPr>
            <a:xfrm>
              <a:off x="1084375" y="2362800"/>
              <a:ext cx="19025" cy="19025"/>
            </a:xfrm>
            <a:custGeom>
              <a:rect b="b" l="l" r="r" t="t"/>
              <a:pathLst>
                <a:path extrusionOk="0" h="761" w="761">
                  <a:moveTo>
                    <a:pt x="365" y="0"/>
                  </a:moveTo>
                  <a:cubicBezTo>
                    <a:pt x="153" y="0"/>
                    <a:pt x="1" y="152"/>
                    <a:pt x="1" y="365"/>
                  </a:cubicBezTo>
                  <a:cubicBezTo>
                    <a:pt x="1" y="578"/>
                    <a:pt x="153" y="760"/>
                    <a:pt x="365" y="760"/>
                  </a:cubicBezTo>
                  <a:cubicBezTo>
                    <a:pt x="578" y="760"/>
                    <a:pt x="761" y="578"/>
                    <a:pt x="761" y="365"/>
                  </a:cubicBezTo>
                  <a:cubicBezTo>
                    <a:pt x="761"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32"/>
            <p:cNvSpPr/>
            <p:nvPr/>
          </p:nvSpPr>
          <p:spPr>
            <a:xfrm>
              <a:off x="985600" y="2362800"/>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32"/>
            <p:cNvSpPr/>
            <p:nvPr/>
          </p:nvSpPr>
          <p:spPr>
            <a:xfrm>
              <a:off x="8868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32"/>
            <p:cNvSpPr/>
            <p:nvPr/>
          </p:nvSpPr>
          <p:spPr>
            <a:xfrm>
              <a:off x="788025" y="2362800"/>
              <a:ext cx="19025" cy="19025"/>
            </a:xfrm>
            <a:custGeom>
              <a:rect b="b" l="l" r="r" t="t"/>
              <a:pathLst>
                <a:path extrusionOk="0" h="761" w="761">
                  <a:moveTo>
                    <a:pt x="395" y="0"/>
                  </a:moveTo>
                  <a:cubicBezTo>
                    <a:pt x="183" y="0"/>
                    <a:pt x="0" y="152"/>
                    <a:pt x="0" y="365"/>
                  </a:cubicBezTo>
                  <a:cubicBezTo>
                    <a:pt x="0" y="578"/>
                    <a:pt x="183" y="760"/>
                    <a:pt x="395" y="760"/>
                  </a:cubicBezTo>
                  <a:cubicBezTo>
                    <a:pt x="608" y="760"/>
                    <a:pt x="760" y="578"/>
                    <a:pt x="760" y="365"/>
                  </a:cubicBezTo>
                  <a:cubicBezTo>
                    <a:pt x="760" y="152"/>
                    <a:pt x="60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32"/>
            <p:cNvSpPr/>
            <p:nvPr/>
          </p:nvSpPr>
          <p:spPr>
            <a:xfrm>
              <a:off x="690000" y="2362800"/>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32"/>
            <p:cNvSpPr/>
            <p:nvPr/>
          </p:nvSpPr>
          <p:spPr>
            <a:xfrm>
              <a:off x="5912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32"/>
            <p:cNvSpPr/>
            <p:nvPr/>
          </p:nvSpPr>
          <p:spPr>
            <a:xfrm>
              <a:off x="493175" y="2362800"/>
              <a:ext cx="19025" cy="19025"/>
            </a:xfrm>
            <a:custGeom>
              <a:rect b="b" l="l" r="r" t="t"/>
              <a:pathLst>
                <a:path extrusionOk="0" h="761" w="761">
                  <a:moveTo>
                    <a:pt x="366" y="0"/>
                  </a:moveTo>
                  <a:cubicBezTo>
                    <a:pt x="153" y="0"/>
                    <a:pt x="1" y="152"/>
                    <a:pt x="1" y="365"/>
                  </a:cubicBezTo>
                  <a:cubicBezTo>
                    <a:pt x="1" y="578"/>
                    <a:pt x="153" y="760"/>
                    <a:pt x="366" y="760"/>
                  </a:cubicBezTo>
                  <a:cubicBezTo>
                    <a:pt x="578" y="760"/>
                    <a:pt x="761" y="578"/>
                    <a:pt x="761" y="365"/>
                  </a:cubicBezTo>
                  <a:cubicBezTo>
                    <a:pt x="761" y="152"/>
                    <a:pt x="578" y="0"/>
                    <a:pt x="36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32"/>
            <p:cNvSpPr/>
            <p:nvPr/>
          </p:nvSpPr>
          <p:spPr>
            <a:xfrm>
              <a:off x="1675575" y="227540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32"/>
            <p:cNvSpPr/>
            <p:nvPr/>
          </p:nvSpPr>
          <p:spPr>
            <a:xfrm>
              <a:off x="1576800" y="2275400"/>
              <a:ext cx="19000" cy="19025"/>
            </a:xfrm>
            <a:custGeom>
              <a:rect b="b" l="l" r="r" t="t"/>
              <a:pathLst>
                <a:path extrusionOk="0" h="761" w="760">
                  <a:moveTo>
                    <a:pt x="365" y="1"/>
                  </a:moveTo>
                  <a:cubicBezTo>
                    <a:pt x="182" y="1"/>
                    <a:pt x="0" y="183"/>
                    <a:pt x="0" y="396"/>
                  </a:cubicBezTo>
                  <a:cubicBezTo>
                    <a:pt x="0" y="609"/>
                    <a:pt x="18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32"/>
            <p:cNvSpPr/>
            <p:nvPr/>
          </p:nvSpPr>
          <p:spPr>
            <a:xfrm>
              <a:off x="14780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32"/>
            <p:cNvSpPr/>
            <p:nvPr/>
          </p:nvSpPr>
          <p:spPr>
            <a:xfrm>
              <a:off x="1379975" y="227540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32"/>
            <p:cNvSpPr/>
            <p:nvPr/>
          </p:nvSpPr>
          <p:spPr>
            <a:xfrm>
              <a:off x="1281200" y="2275400"/>
              <a:ext cx="19025" cy="19025"/>
            </a:xfrm>
            <a:custGeom>
              <a:rect b="b" l="l" r="r" t="t"/>
              <a:pathLst>
                <a:path extrusionOk="0" h="761" w="761">
                  <a:moveTo>
                    <a:pt x="395" y="1"/>
                  </a:moveTo>
                  <a:cubicBezTo>
                    <a:pt x="183" y="1"/>
                    <a:pt x="0" y="183"/>
                    <a:pt x="0" y="396"/>
                  </a:cubicBezTo>
                  <a:cubicBezTo>
                    <a:pt x="0" y="609"/>
                    <a:pt x="183" y="761"/>
                    <a:pt x="395" y="761"/>
                  </a:cubicBezTo>
                  <a:cubicBezTo>
                    <a:pt x="578" y="761"/>
                    <a:pt x="760" y="609"/>
                    <a:pt x="760" y="396"/>
                  </a:cubicBezTo>
                  <a:cubicBezTo>
                    <a:pt x="760" y="18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32"/>
            <p:cNvSpPr/>
            <p:nvPr/>
          </p:nvSpPr>
          <p:spPr>
            <a:xfrm>
              <a:off x="11824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32"/>
            <p:cNvSpPr/>
            <p:nvPr/>
          </p:nvSpPr>
          <p:spPr>
            <a:xfrm>
              <a:off x="1084375" y="227540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1" y="609"/>
                    <a:pt x="761" y="396"/>
                  </a:cubicBezTo>
                  <a:cubicBezTo>
                    <a:pt x="761"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32"/>
            <p:cNvSpPr/>
            <p:nvPr/>
          </p:nvSpPr>
          <p:spPr>
            <a:xfrm>
              <a:off x="985600" y="227540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32"/>
            <p:cNvSpPr/>
            <p:nvPr/>
          </p:nvSpPr>
          <p:spPr>
            <a:xfrm>
              <a:off x="8868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32"/>
            <p:cNvSpPr/>
            <p:nvPr/>
          </p:nvSpPr>
          <p:spPr>
            <a:xfrm>
              <a:off x="788025" y="2275400"/>
              <a:ext cx="19025" cy="19025"/>
            </a:xfrm>
            <a:custGeom>
              <a:rect b="b" l="l" r="r" t="t"/>
              <a:pathLst>
                <a:path extrusionOk="0" h="761" w="761">
                  <a:moveTo>
                    <a:pt x="395" y="1"/>
                  </a:moveTo>
                  <a:cubicBezTo>
                    <a:pt x="183" y="1"/>
                    <a:pt x="0" y="183"/>
                    <a:pt x="0" y="396"/>
                  </a:cubicBezTo>
                  <a:cubicBezTo>
                    <a:pt x="0" y="609"/>
                    <a:pt x="183" y="761"/>
                    <a:pt x="395" y="761"/>
                  </a:cubicBezTo>
                  <a:cubicBezTo>
                    <a:pt x="608" y="761"/>
                    <a:pt x="760" y="609"/>
                    <a:pt x="760" y="396"/>
                  </a:cubicBezTo>
                  <a:cubicBezTo>
                    <a:pt x="760" y="18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32"/>
            <p:cNvSpPr/>
            <p:nvPr/>
          </p:nvSpPr>
          <p:spPr>
            <a:xfrm>
              <a:off x="690000" y="227540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32"/>
            <p:cNvSpPr/>
            <p:nvPr/>
          </p:nvSpPr>
          <p:spPr>
            <a:xfrm>
              <a:off x="5912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32"/>
            <p:cNvSpPr/>
            <p:nvPr/>
          </p:nvSpPr>
          <p:spPr>
            <a:xfrm>
              <a:off x="493175" y="2275400"/>
              <a:ext cx="19025" cy="19025"/>
            </a:xfrm>
            <a:custGeom>
              <a:rect b="b" l="l" r="r" t="t"/>
              <a:pathLst>
                <a:path extrusionOk="0" h="761" w="761">
                  <a:moveTo>
                    <a:pt x="366" y="1"/>
                  </a:moveTo>
                  <a:cubicBezTo>
                    <a:pt x="153" y="1"/>
                    <a:pt x="1" y="183"/>
                    <a:pt x="1" y="396"/>
                  </a:cubicBezTo>
                  <a:cubicBezTo>
                    <a:pt x="1" y="609"/>
                    <a:pt x="153" y="761"/>
                    <a:pt x="366" y="761"/>
                  </a:cubicBezTo>
                  <a:cubicBezTo>
                    <a:pt x="578" y="761"/>
                    <a:pt x="761" y="609"/>
                    <a:pt x="761" y="396"/>
                  </a:cubicBezTo>
                  <a:cubicBezTo>
                    <a:pt x="761" y="18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32"/>
            <p:cNvSpPr/>
            <p:nvPr/>
          </p:nvSpPr>
          <p:spPr>
            <a:xfrm>
              <a:off x="1675575" y="2188775"/>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32"/>
            <p:cNvSpPr/>
            <p:nvPr/>
          </p:nvSpPr>
          <p:spPr>
            <a:xfrm>
              <a:off x="1576800" y="2188775"/>
              <a:ext cx="19000" cy="19025"/>
            </a:xfrm>
            <a:custGeom>
              <a:rect b="b" l="l" r="r" t="t"/>
              <a:pathLst>
                <a:path extrusionOk="0" h="761" w="760">
                  <a:moveTo>
                    <a:pt x="365" y="1"/>
                  </a:moveTo>
                  <a:cubicBezTo>
                    <a:pt x="182" y="1"/>
                    <a:pt x="0" y="183"/>
                    <a:pt x="0" y="396"/>
                  </a:cubicBezTo>
                  <a:cubicBezTo>
                    <a:pt x="0" y="609"/>
                    <a:pt x="18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32"/>
            <p:cNvSpPr/>
            <p:nvPr/>
          </p:nvSpPr>
          <p:spPr>
            <a:xfrm>
              <a:off x="14780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32"/>
            <p:cNvSpPr/>
            <p:nvPr/>
          </p:nvSpPr>
          <p:spPr>
            <a:xfrm>
              <a:off x="1379975" y="2188775"/>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32"/>
            <p:cNvSpPr/>
            <p:nvPr/>
          </p:nvSpPr>
          <p:spPr>
            <a:xfrm>
              <a:off x="1281200" y="2188775"/>
              <a:ext cx="19025" cy="19025"/>
            </a:xfrm>
            <a:custGeom>
              <a:rect b="b" l="l" r="r" t="t"/>
              <a:pathLst>
                <a:path extrusionOk="0" h="761" w="761">
                  <a:moveTo>
                    <a:pt x="395" y="1"/>
                  </a:moveTo>
                  <a:cubicBezTo>
                    <a:pt x="183" y="1"/>
                    <a:pt x="0" y="183"/>
                    <a:pt x="0" y="396"/>
                  </a:cubicBezTo>
                  <a:cubicBezTo>
                    <a:pt x="0" y="609"/>
                    <a:pt x="183" y="761"/>
                    <a:pt x="395" y="761"/>
                  </a:cubicBezTo>
                  <a:cubicBezTo>
                    <a:pt x="578" y="761"/>
                    <a:pt x="760" y="609"/>
                    <a:pt x="760" y="396"/>
                  </a:cubicBezTo>
                  <a:cubicBezTo>
                    <a:pt x="760" y="18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32"/>
            <p:cNvSpPr/>
            <p:nvPr/>
          </p:nvSpPr>
          <p:spPr>
            <a:xfrm>
              <a:off x="11824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32"/>
            <p:cNvSpPr/>
            <p:nvPr/>
          </p:nvSpPr>
          <p:spPr>
            <a:xfrm>
              <a:off x="1084375" y="2188775"/>
              <a:ext cx="19025" cy="19025"/>
            </a:xfrm>
            <a:custGeom>
              <a:rect b="b" l="l" r="r" t="t"/>
              <a:pathLst>
                <a:path extrusionOk="0" h="761" w="761">
                  <a:moveTo>
                    <a:pt x="365" y="1"/>
                  </a:moveTo>
                  <a:cubicBezTo>
                    <a:pt x="153" y="1"/>
                    <a:pt x="1" y="183"/>
                    <a:pt x="1" y="396"/>
                  </a:cubicBezTo>
                  <a:cubicBezTo>
                    <a:pt x="1" y="609"/>
                    <a:pt x="153" y="761"/>
                    <a:pt x="365" y="761"/>
                  </a:cubicBezTo>
                  <a:cubicBezTo>
                    <a:pt x="578" y="761"/>
                    <a:pt x="761" y="609"/>
                    <a:pt x="761" y="396"/>
                  </a:cubicBezTo>
                  <a:cubicBezTo>
                    <a:pt x="761"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32"/>
            <p:cNvSpPr/>
            <p:nvPr/>
          </p:nvSpPr>
          <p:spPr>
            <a:xfrm>
              <a:off x="985600" y="2188775"/>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32"/>
            <p:cNvSpPr/>
            <p:nvPr/>
          </p:nvSpPr>
          <p:spPr>
            <a:xfrm>
              <a:off x="8868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32"/>
            <p:cNvSpPr/>
            <p:nvPr/>
          </p:nvSpPr>
          <p:spPr>
            <a:xfrm>
              <a:off x="788025" y="2188775"/>
              <a:ext cx="19025" cy="19025"/>
            </a:xfrm>
            <a:custGeom>
              <a:rect b="b" l="l" r="r" t="t"/>
              <a:pathLst>
                <a:path extrusionOk="0" h="761" w="761">
                  <a:moveTo>
                    <a:pt x="395" y="1"/>
                  </a:moveTo>
                  <a:cubicBezTo>
                    <a:pt x="183" y="1"/>
                    <a:pt x="0" y="183"/>
                    <a:pt x="0" y="396"/>
                  </a:cubicBezTo>
                  <a:cubicBezTo>
                    <a:pt x="0" y="609"/>
                    <a:pt x="183" y="761"/>
                    <a:pt x="395" y="761"/>
                  </a:cubicBezTo>
                  <a:cubicBezTo>
                    <a:pt x="608" y="761"/>
                    <a:pt x="760" y="609"/>
                    <a:pt x="760" y="396"/>
                  </a:cubicBezTo>
                  <a:cubicBezTo>
                    <a:pt x="760" y="18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32"/>
            <p:cNvSpPr/>
            <p:nvPr/>
          </p:nvSpPr>
          <p:spPr>
            <a:xfrm>
              <a:off x="690000" y="2188775"/>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32"/>
            <p:cNvSpPr/>
            <p:nvPr/>
          </p:nvSpPr>
          <p:spPr>
            <a:xfrm>
              <a:off x="5912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32"/>
            <p:cNvSpPr/>
            <p:nvPr/>
          </p:nvSpPr>
          <p:spPr>
            <a:xfrm>
              <a:off x="493175" y="2188775"/>
              <a:ext cx="19025" cy="19025"/>
            </a:xfrm>
            <a:custGeom>
              <a:rect b="b" l="l" r="r" t="t"/>
              <a:pathLst>
                <a:path extrusionOk="0" h="761" w="761">
                  <a:moveTo>
                    <a:pt x="366" y="1"/>
                  </a:moveTo>
                  <a:cubicBezTo>
                    <a:pt x="153" y="1"/>
                    <a:pt x="1" y="183"/>
                    <a:pt x="1" y="396"/>
                  </a:cubicBezTo>
                  <a:cubicBezTo>
                    <a:pt x="1" y="609"/>
                    <a:pt x="153" y="761"/>
                    <a:pt x="366" y="761"/>
                  </a:cubicBezTo>
                  <a:cubicBezTo>
                    <a:pt x="578" y="761"/>
                    <a:pt x="761" y="609"/>
                    <a:pt x="761" y="396"/>
                  </a:cubicBezTo>
                  <a:cubicBezTo>
                    <a:pt x="761" y="18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32"/>
            <p:cNvSpPr/>
            <p:nvPr/>
          </p:nvSpPr>
          <p:spPr>
            <a:xfrm>
              <a:off x="1675575" y="210215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32"/>
            <p:cNvSpPr/>
            <p:nvPr/>
          </p:nvSpPr>
          <p:spPr>
            <a:xfrm>
              <a:off x="1576800" y="2102150"/>
              <a:ext cx="19000" cy="19025"/>
            </a:xfrm>
            <a:custGeom>
              <a:rect b="b" l="l" r="r" t="t"/>
              <a:pathLst>
                <a:path extrusionOk="0" h="761" w="760">
                  <a:moveTo>
                    <a:pt x="365" y="1"/>
                  </a:moveTo>
                  <a:cubicBezTo>
                    <a:pt x="182" y="1"/>
                    <a:pt x="0" y="183"/>
                    <a:pt x="0" y="396"/>
                  </a:cubicBezTo>
                  <a:cubicBezTo>
                    <a:pt x="0" y="609"/>
                    <a:pt x="18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32"/>
            <p:cNvSpPr/>
            <p:nvPr/>
          </p:nvSpPr>
          <p:spPr>
            <a:xfrm>
              <a:off x="14780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32"/>
            <p:cNvSpPr/>
            <p:nvPr/>
          </p:nvSpPr>
          <p:spPr>
            <a:xfrm>
              <a:off x="1379975" y="210215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32"/>
            <p:cNvSpPr/>
            <p:nvPr/>
          </p:nvSpPr>
          <p:spPr>
            <a:xfrm>
              <a:off x="1281200" y="2102150"/>
              <a:ext cx="19025" cy="19025"/>
            </a:xfrm>
            <a:custGeom>
              <a:rect b="b" l="l" r="r" t="t"/>
              <a:pathLst>
                <a:path extrusionOk="0" h="761" w="761">
                  <a:moveTo>
                    <a:pt x="395" y="1"/>
                  </a:moveTo>
                  <a:cubicBezTo>
                    <a:pt x="183" y="1"/>
                    <a:pt x="0" y="183"/>
                    <a:pt x="0" y="396"/>
                  </a:cubicBezTo>
                  <a:cubicBezTo>
                    <a:pt x="0" y="609"/>
                    <a:pt x="183" y="761"/>
                    <a:pt x="395" y="761"/>
                  </a:cubicBezTo>
                  <a:cubicBezTo>
                    <a:pt x="578" y="761"/>
                    <a:pt x="760" y="609"/>
                    <a:pt x="760" y="396"/>
                  </a:cubicBezTo>
                  <a:cubicBezTo>
                    <a:pt x="760" y="18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32"/>
            <p:cNvSpPr/>
            <p:nvPr/>
          </p:nvSpPr>
          <p:spPr>
            <a:xfrm>
              <a:off x="11824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32"/>
            <p:cNvSpPr/>
            <p:nvPr/>
          </p:nvSpPr>
          <p:spPr>
            <a:xfrm>
              <a:off x="1084375" y="210215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1" y="609"/>
                    <a:pt x="761" y="396"/>
                  </a:cubicBezTo>
                  <a:cubicBezTo>
                    <a:pt x="761"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32"/>
            <p:cNvSpPr/>
            <p:nvPr/>
          </p:nvSpPr>
          <p:spPr>
            <a:xfrm>
              <a:off x="985600" y="210215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32"/>
            <p:cNvSpPr/>
            <p:nvPr/>
          </p:nvSpPr>
          <p:spPr>
            <a:xfrm>
              <a:off x="8868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32"/>
            <p:cNvSpPr/>
            <p:nvPr/>
          </p:nvSpPr>
          <p:spPr>
            <a:xfrm>
              <a:off x="788025" y="2102150"/>
              <a:ext cx="19025" cy="19025"/>
            </a:xfrm>
            <a:custGeom>
              <a:rect b="b" l="l" r="r" t="t"/>
              <a:pathLst>
                <a:path extrusionOk="0" h="761" w="761">
                  <a:moveTo>
                    <a:pt x="395" y="1"/>
                  </a:moveTo>
                  <a:cubicBezTo>
                    <a:pt x="183" y="1"/>
                    <a:pt x="0" y="183"/>
                    <a:pt x="0" y="396"/>
                  </a:cubicBezTo>
                  <a:cubicBezTo>
                    <a:pt x="0" y="609"/>
                    <a:pt x="183" y="761"/>
                    <a:pt x="395" y="761"/>
                  </a:cubicBezTo>
                  <a:cubicBezTo>
                    <a:pt x="608" y="761"/>
                    <a:pt x="760" y="609"/>
                    <a:pt x="760" y="396"/>
                  </a:cubicBezTo>
                  <a:cubicBezTo>
                    <a:pt x="760" y="18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32"/>
            <p:cNvSpPr/>
            <p:nvPr/>
          </p:nvSpPr>
          <p:spPr>
            <a:xfrm>
              <a:off x="690000" y="210215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32"/>
            <p:cNvSpPr/>
            <p:nvPr/>
          </p:nvSpPr>
          <p:spPr>
            <a:xfrm>
              <a:off x="5912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32"/>
            <p:cNvSpPr/>
            <p:nvPr/>
          </p:nvSpPr>
          <p:spPr>
            <a:xfrm>
              <a:off x="493175" y="2102150"/>
              <a:ext cx="19025" cy="19025"/>
            </a:xfrm>
            <a:custGeom>
              <a:rect b="b" l="l" r="r" t="t"/>
              <a:pathLst>
                <a:path extrusionOk="0" h="761" w="761">
                  <a:moveTo>
                    <a:pt x="366" y="1"/>
                  </a:moveTo>
                  <a:cubicBezTo>
                    <a:pt x="153" y="1"/>
                    <a:pt x="1" y="183"/>
                    <a:pt x="1" y="396"/>
                  </a:cubicBezTo>
                  <a:cubicBezTo>
                    <a:pt x="1" y="609"/>
                    <a:pt x="153" y="761"/>
                    <a:pt x="366" y="761"/>
                  </a:cubicBezTo>
                  <a:cubicBezTo>
                    <a:pt x="578" y="761"/>
                    <a:pt x="761" y="609"/>
                    <a:pt x="761" y="396"/>
                  </a:cubicBezTo>
                  <a:cubicBezTo>
                    <a:pt x="761" y="18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7" name="Google Shape;5467;p32"/>
          <p:cNvGrpSpPr/>
          <p:nvPr/>
        </p:nvGrpSpPr>
        <p:grpSpPr>
          <a:xfrm>
            <a:off x="6958742" y="4340090"/>
            <a:ext cx="1488455" cy="1604920"/>
            <a:chOff x="145150" y="80100"/>
            <a:chExt cx="1699150" cy="1832100"/>
          </a:xfrm>
        </p:grpSpPr>
        <p:sp>
          <p:nvSpPr>
            <p:cNvPr id="5468" name="Google Shape;5468;p32"/>
            <p:cNvSpPr/>
            <p:nvPr/>
          </p:nvSpPr>
          <p:spPr>
            <a:xfrm>
              <a:off x="145150" y="212300"/>
              <a:ext cx="1566925" cy="1566925"/>
            </a:xfrm>
            <a:custGeom>
              <a:rect b="b" l="l" r="r" t="t"/>
              <a:pathLst>
                <a:path extrusionOk="0" h="62677" w="62677">
                  <a:moveTo>
                    <a:pt x="31339" y="1"/>
                  </a:moveTo>
                  <a:cubicBezTo>
                    <a:pt x="14043" y="1"/>
                    <a:pt x="1" y="14044"/>
                    <a:pt x="1" y="31339"/>
                  </a:cubicBezTo>
                  <a:cubicBezTo>
                    <a:pt x="1" y="48664"/>
                    <a:pt x="14043" y="62677"/>
                    <a:pt x="31339" y="62677"/>
                  </a:cubicBezTo>
                  <a:cubicBezTo>
                    <a:pt x="48664" y="62677"/>
                    <a:pt x="62677" y="48664"/>
                    <a:pt x="62677" y="31339"/>
                  </a:cubicBezTo>
                  <a:cubicBezTo>
                    <a:pt x="62677" y="14044"/>
                    <a:pt x="48664" y="1"/>
                    <a:pt x="313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32"/>
            <p:cNvSpPr/>
            <p:nvPr/>
          </p:nvSpPr>
          <p:spPr>
            <a:xfrm>
              <a:off x="928600" y="80100"/>
              <a:ext cx="915700" cy="1832100"/>
            </a:xfrm>
            <a:custGeom>
              <a:rect b="b" l="l" r="r" t="t"/>
              <a:pathLst>
                <a:path extrusionOk="0" fill="none" h="73284" w="36628">
                  <a:moveTo>
                    <a:pt x="1" y="0"/>
                  </a:moveTo>
                  <a:cubicBezTo>
                    <a:pt x="20244" y="0"/>
                    <a:pt x="36627" y="16414"/>
                    <a:pt x="36627" y="36627"/>
                  </a:cubicBezTo>
                  <a:cubicBezTo>
                    <a:pt x="36627" y="56870"/>
                    <a:pt x="20244" y="73284"/>
                    <a:pt x="1" y="73284"/>
                  </a:cubicBezTo>
                </a:path>
              </a:pathLst>
            </a:custGeom>
            <a:noFill/>
            <a:ln cap="flat" cmpd="sng" w="94975">
              <a:solidFill>
                <a:srgbClr val="96A8AC"/>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0" name="Google Shape;5470;p32"/>
          <p:cNvGrpSpPr/>
          <p:nvPr/>
        </p:nvGrpSpPr>
        <p:grpSpPr>
          <a:xfrm rot="5400000">
            <a:off x="4223263" y="4456510"/>
            <a:ext cx="343544" cy="303975"/>
            <a:chOff x="3218425" y="668348"/>
            <a:chExt cx="343544" cy="303975"/>
          </a:xfrm>
        </p:grpSpPr>
        <p:sp>
          <p:nvSpPr>
            <p:cNvPr id="5471" name="Google Shape;5471;p32"/>
            <p:cNvSpPr/>
            <p:nvPr/>
          </p:nvSpPr>
          <p:spPr>
            <a:xfrm>
              <a:off x="3218425" y="724963"/>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32"/>
            <p:cNvSpPr/>
            <p:nvPr/>
          </p:nvSpPr>
          <p:spPr>
            <a:xfrm flipH="1" rot="5400000">
              <a:off x="3333969" y="744323"/>
              <a:ext cx="303975" cy="152025"/>
            </a:xfrm>
            <a:custGeom>
              <a:rect b="b" l="l" r="r" t="t"/>
              <a:pathLst>
                <a:path extrusionOk="0" fill="none" h="6081" w="12159">
                  <a:moveTo>
                    <a:pt x="0" y="6080"/>
                  </a:moveTo>
                  <a:cubicBezTo>
                    <a:pt x="0" y="2737"/>
                    <a:pt x="2736" y="1"/>
                    <a:pt x="6079" y="1"/>
                  </a:cubicBezTo>
                  <a:cubicBezTo>
                    <a:pt x="9453" y="1"/>
                    <a:pt x="12158" y="2737"/>
                    <a:pt x="12158" y="6080"/>
                  </a:cubicBezTo>
                </a:path>
              </a:pathLst>
            </a:custGeom>
            <a:noFill/>
            <a:ln cap="flat" cmpd="sng" w="57000">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73" name="Google Shape;5473;p32"/>
          <p:cNvSpPr/>
          <p:nvPr/>
        </p:nvSpPr>
        <p:spPr>
          <a:xfrm>
            <a:off x="7641788" y="344238"/>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32"/>
          <p:cNvSpPr/>
          <p:nvPr/>
        </p:nvSpPr>
        <p:spPr>
          <a:xfrm>
            <a:off x="2916488" y="439613"/>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bg>
      <p:bgPr>
        <a:solidFill>
          <a:schemeClr val="accent2"/>
        </a:solidFill>
      </p:bgPr>
    </p:bg>
    <p:spTree>
      <p:nvGrpSpPr>
        <p:cNvPr id="5475" name="Shape 5475"/>
        <p:cNvGrpSpPr/>
        <p:nvPr/>
      </p:nvGrpSpPr>
      <p:grpSpPr>
        <a:xfrm>
          <a:off x="0" y="0"/>
          <a:ext cx="0" cy="0"/>
          <a:chOff x="0" y="0"/>
          <a:chExt cx="0" cy="0"/>
        </a:xfrm>
      </p:grpSpPr>
      <p:grpSp>
        <p:nvGrpSpPr>
          <p:cNvPr id="5476" name="Google Shape;5476;p33"/>
          <p:cNvGrpSpPr/>
          <p:nvPr/>
        </p:nvGrpSpPr>
        <p:grpSpPr>
          <a:xfrm flipH="1" rot="-1997367">
            <a:off x="-1850079" y="-753084"/>
            <a:ext cx="4606559" cy="3759546"/>
            <a:chOff x="2975000" y="20825"/>
            <a:chExt cx="3963625" cy="2500050"/>
          </a:xfrm>
        </p:grpSpPr>
        <p:sp>
          <p:nvSpPr>
            <p:cNvPr id="5477" name="Google Shape;5477;p33"/>
            <p:cNvSpPr/>
            <p:nvPr/>
          </p:nvSpPr>
          <p:spPr>
            <a:xfrm>
              <a:off x="2975000" y="442550"/>
              <a:ext cx="3962850" cy="2078325"/>
            </a:xfrm>
            <a:custGeom>
              <a:rect b="b" l="l" r="r" t="t"/>
              <a:pathLst>
                <a:path extrusionOk="0" fill="none" h="83133" w="158514">
                  <a:moveTo>
                    <a:pt x="0" y="1"/>
                  </a:moveTo>
                  <a:cubicBezTo>
                    <a:pt x="4347" y="3071"/>
                    <a:pt x="9423" y="6171"/>
                    <a:pt x="12797" y="10122"/>
                  </a:cubicBezTo>
                  <a:cubicBezTo>
                    <a:pt x="18025" y="16232"/>
                    <a:pt x="11095" y="25411"/>
                    <a:pt x="18298" y="31369"/>
                  </a:cubicBezTo>
                  <a:cubicBezTo>
                    <a:pt x="23952" y="36050"/>
                    <a:pt x="23982" y="41612"/>
                    <a:pt x="23283" y="48269"/>
                  </a:cubicBezTo>
                  <a:cubicBezTo>
                    <a:pt x="22706" y="53497"/>
                    <a:pt x="22463" y="62494"/>
                    <a:pt x="29028" y="64044"/>
                  </a:cubicBezTo>
                  <a:cubicBezTo>
                    <a:pt x="35776" y="65655"/>
                    <a:pt x="41186" y="60913"/>
                    <a:pt x="45624" y="56567"/>
                  </a:cubicBezTo>
                  <a:cubicBezTo>
                    <a:pt x="51855" y="50457"/>
                    <a:pt x="63466" y="46202"/>
                    <a:pt x="71825" y="49515"/>
                  </a:cubicBezTo>
                  <a:cubicBezTo>
                    <a:pt x="79211" y="52463"/>
                    <a:pt x="89728" y="48421"/>
                    <a:pt x="96598" y="51430"/>
                  </a:cubicBezTo>
                  <a:cubicBezTo>
                    <a:pt x="100762" y="53284"/>
                    <a:pt x="101035" y="58390"/>
                    <a:pt x="102343" y="62646"/>
                  </a:cubicBezTo>
                  <a:cubicBezTo>
                    <a:pt x="104197" y="68603"/>
                    <a:pt x="108938" y="75564"/>
                    <a:pt x="114106" y="78482"/>
                  </a:cubicBezTo>
                  <a:cubicBezTo>
                    <a:pt x="122343" y="83132"/>
                    <a:pt x="130914" y="70610"/>
                    <a:pt x="138909" y="69151"/>
                  </a:cubicBezTo>
                  <a:cubicBezTo>
                    <a:pt x="145474" y="67935"/>
                    <a:pt x="152435" y="73892"/>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33"/>
            <p:cNvSpPr/>
            <p:nvPr/>
          </p:nvSpPr>
          <p:spPr>
            <a:xfrm>
              <a:off x="2975000" y="442550"/>
              <a:ext cx="3962850" cy="2057800"/>
            </a:xfrm>
            <a:custGeom>
              <a:rect b="b" l="l" r="r" t="t"/>
              <a:pathLst>
                <a:path extrusionOk="0" fill="none" h="82312" w="158514">
                  <a:moveTo>
                    <a:pt x="0" y="1"/>
                  </a:moveTo>
                  <a:cubicBezTo>
                    <a:pt x="4408" y="3040"/>
                    <a:pt x="9392" y="6049"/>
                    <a:pt x="13040" y="9879"/>
                  </a:cubicBezTo>
                  <a:cubicBezTo>
                    <a:pt x="18602" y="15654"/>
                    <a:pt x="11733" y="24955"/>
                    <a:pt x="18694" y="30609"/>
                  </a:cubicBezTo>
                  <a:cubicBezTo>
                    <a:pt x="24408" y="35259"/>
                    <a:pt x="25077" y="40153"/>
                    <a:pt x="24317" y="46901"/>
                  </a:cubicBezTo>
                  <a:cubicBezTo>
                    <a:pt x="23739" y="52129"/>
                    <a:pt x="23131" y="61248"/>
                    <a:pt x="29849" y="62919"/>
                  </a:cubicBezTo>
                  <a:cubicBezTo>
                    <a:pt x="36870" y="64652"/>
                    <a:pt x="41794" y="59606"/>
                    <a:pt x="46627" y="55503"/>
                  </a:cubicBezTo>
                  <a:cubicBezTo>
                    <a:pt x="53557" y="49606"/>
                    <a:pt x="63983" y="44712"/>
                    <a:pt x="72798" y="48634"/>
                  </a:cubicBezTo>
                  <a:cubicBezTo>
                    <a:pt x="80123" y="51886"/>
                    <a:pt x="90245" y="48208"/>
                    <a:pt x="97266" y="51187"/>
                  </a:cubicBezTo>
                  <a:cubicBezTo>
                    <a:pt x="101522" y="52980"/>
                    <a:pt x="101674" y="58026"/>
                    <a:pt x="102890" y="62251"/>
                  </a:cubicBezTo>
                  <a:cubicBezTo>
                    <a:pt x="104561" y="68087"/>
                    <a:pt x="109303" y="75078"/>
                    <a:pt x="114440" y="77844"/>
                  </a:cubicBezTo>
                  <a:cubicBezTo>
                    <a:pt x="122799" y="82312"/>
                    <a:pt x="131097" y="70032"/>
                    <a:pt x="139243" y="68877"/>
                  </a:cubicBezTo>
                  <a:cubicBezTo>
                    <a:pt x="145656" y="67935"/>
                    <a:pt x="152495" y="73771"/>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33"/>
            <p:cNvSpPr/>
            <p:nvPr/>
          </p:nvSpPr>
          <p:spPr>
            <a:xfrm>
              <a:off x="2975000" y="442550"/>
              <a:ext cx="3962850" cy="2035775"/>
            </a:xfrm>
            <a:custGeom>
              <a:rect b="b" l="l" r="r" t="t"/>
              <a:pathLst>
                <a:path extrusionOk="0" fill="none" h="81431" w="158514">
                  <a:moveTo>
                    <a:pt x="0" y="1"/>
                  </a:moveTo>
                  <a:cubicBezTo>
                    <a:pt x="4468" y="3040"/>
                    <a:pt x="9362" y="5958"/>
                    <a:pt x="13313" y="9606"/>
                  </a:cubicBezTo>
                  <a:cubicBezTo>
                    <a:pt x="19210" y="15077"/>
                    <a:pt x="12432" y="24469"/>
                    <a:pt x="19089" y="29849"/>
                  </a:cubicBezTo>
                  <a:cubicBezTo>
                    <a:pt x="24803" y="34469"/>
                    <a:pt x="26019" y="38694"/>
                    <a:pt x="25350" y="45564"/>
                  </a:cubicBezTo>
                  <a:cubicBezTo>
                    <a:pt x="24833" y="50822"/>
                    <a:pt x="23739" y="60001"/>
                    <a:pt x="30609" y="61795"/>
                  </a:cubicBezTo>
                  <a:cubicBezTo>
                    <a:pt x="37691" y="63649"/>
                    <a:pt x="42797" y="58299"/>
                    <a:pt x="47813" y="54378"/>
                  </a:cubicBezTo>
                  <a:cubicBezTo>
                    <a:pt x="55989" y="47995"/>
                    <a:pt x="63345" y="43375"/>
                    <a:pt x="73801" y="47752"/>
                  </a:cubicBezTo>
                  <a:cubicBezTo>
                    <a:pt x="81704" y="51065"/>
                    <a:pt x="90762" y="48026"/>
                    <a:pt x="97966" y="50944"/>
                  </a:cubicBezTo>
                  <a:cubicBezTo>
                    <a:pt x="102282" y="52707"/>
                    <a:pt x="102343" y="57631"/>
                    <a:pt x="103437" y="61825"/>
                  </a:cubicBezTo>
                  <a:cubicBezTo>
                    <a:pt x="104957" y="67570"/>
                    <a:pt x="109637" y="74531"/>
                    <a:pt x="114774" y="77145"/>
                  </a:cubicBezTo>
                  <a:cubicBezTo>
                    <a:pt x="123285" y="81430"/>
                    <a:pt x="131310" y="69454"/>
                    <a:pt x="139577" y="68573"/>
                  </a:cubicBezTo>
                  <a:cubicBezTo>
                    <a:pt x="145869" y="67904"/>
                    <a:pt x="152587" y="73649"/>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33"/>
            <p:cNvSpPr/>
            <p:nvPr/>
          </p:nvSpPr>
          <p:spPr>
            <a:xfrm>
              <a:off x="2975000" y="442550"/>
              <a:ext cx="3962850" cy="2014500"/>
            </a:xfrm>
            <a:custGeom>
              <a:rect b="b" l="l" r="r" t="t"/>
              <a:pathLst>
                <a:path extrusionOk="0" fill="none" h="80580" w="158514">
                  <a:moveTo>
                    <a:pt x="0" y="1"/>
                  </a:moveTo>
                  <a:cubicBezTo>
                    <a:pt x="4560" y="3010"/>
                    <a:pt x="9392" y="5897"/>
                    <a:pt x="13526" y="9393"/>
                  </a:cubicBezTo>
                  <a:cubicBezTo>
                    <a:pt x="19666" y="14469"/>
                    <a:pt x="13162" y="23952"/>
                    <a:pt x="19484" y="29150"/>
                  </a:cubicBezTo>
                  <a:cubicBezTo>
                    <a:pt x="24560" y="33314"/>
                    <a:pt x="27235" y="37509"/>
                    <a:pt x="26323" y="44348"/>
                  </a:cubicBezTo>
                  <a:cubicBezTo>
                    <a:pt x="25563" y="49728"/>
                    <a:pt x="24317" y="58846"/>
                    <a:pt x="31308" y="60792"/>
                  </a:cubicBezTo>
                  <a:cubicBezTo>
                    <a:pt x="38390" y="62737"/>
                    <a:pt x="43770" y="57296"/>
                    <a:pt x="48998" y="53375"/>
                  </a:cubicBezTo>
                  <a:cubicBezTo>
                    <a:pt x="57813" y="46688"/>
                    <a:pt x="63892" y="42129"/>
                    <a:pt x="74743" y="47023"/>
                  </a:cubicBezTo>
                  <a:cubicBezTo>
                    <a:pt x="82433" y="50488"/>
                    <a:pt x="91248" y="47995"/>
                    <a:pt x="98604" y="50761"/>
                  </a:cubicBezTo>
                  <a:cubicBezTo>
                    <a:pt x="103042" y="52372"/>
                    <a:pt x="103011" y="57266"/>
                    <a:pt x="104014" y="61430"/>
                  </a:cubicBezTo>
                  <a:cubicBezTo>
                    <a:pt x="105382" y="67084"/>
                    <a:pt x="109941" y="74014"/>
                    <a:pt x="115109" y="76445"/>
                  </a:cubicBezTo>
                  <a:cubicBezTo>
                    <a:pt x="123802" y="80579"/>
                    <a:pt x="132100" y="68299"/>
                    <a:pt x="139912" y="68330"/>
                  </a:cubicBezTo>
                  <a:cubicBezTo>
                    <a:pt x="144927" y="68330"/>
                    <a:pt x="153529" y="7331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33"/>
            <p:cNvSpPr/>
            <p:nvPr/>
          </p:nvSpPr>
          <p:spPr>
            <a:xfrm>
              <a:off x="2975000" y="442550"/>
              <a:ext cx="3962850" cy="1991700"/>
            </a:xfrm>
            <a:custGeom>
              <a:rect b="b" l="l" r="r" t="t"/>
              <a:pathLst>
                <a:path extrusionOk="0" fill="none" h="79668" w="158514">
                  <a:moveTo>
                    <a:pt x="0" y="1"/>
                  </a:moveTo>
                  <a:cubicBezTo>
                    <a:pt x="4590" y="3010"/>
                    <a:pt x="9484" y="5897"/>
                    <a:pt x="13769" y="9119"/>
                  </a:cubicBezTo>
                  <a:cubicBezTo>
                    <a:pt x="20122" y="13861"/>
                    <a:pt x="13952" y="23344"/>
                    <a:pt x="19879" y="28360"/>
                  </a:cubicBezTo>
                  <a:cubicBezTo>
                    <a:pt x="24651" y="32402"/>
                    <a:pt x="28055" y="36475"/>
                    <a:pt x="27265" y="43102"/>
                  </a:cubicBezTo>
                  <a:cubicBezTo>
                    <a:pt x="26627" y="48482"/>
                    <a:pt x="24985" y="57600"/>
                    <a:pt x="31946" y="59698"/>
                  </a:cubicBezTo>
                  <a:cubicBezTo>
                    <a:pt x="39028" y="61795"/>
                    <a:pt x="44955" y="56202"/>
                    <a:pt x="50183" y="52251"/>
                  </a:cubicBezTo>
                  <a:cubicBezTo>
                    <a:pt x="59424" y="45260"/>
                    <a:pt x="64561" y="40761"/>
                    <a:pt x="75746" y="46232"/>
                  </a:cubicBezTo>
                  <a:cubicBezTo>
                    <a:pt x="83315" y="49971"/>
                    <a:pt x="91795" y="47813"/>
                    <a:pt x="99273" y="50488"/>
                  </a:cubicBezTo>
                  <a:cubicBezTo>
                    <a:pt x="103832" y="52129"/>
                    <a:pt x="103619" y="56840"/>
                    <a:pt x="104653" y="61035"/>
                  </a:cubicBezTo>
                  <a:cubicBezTo>
                    <a:pt x="106051" y="66749"/>
                    <a:pt x="110124" y="73315"/>
                    <a:pt x="115443" y="75716"/>
                  </a:cubicBezTo>
                  <a:cubicBezTo>
                    <a:pt x="124227" y="79667"/>
                    <a:pt x="132039" y="67995"/>
                    <a:pt x="140246" y="68056"/>
                  </a:cubicBezTo>
                  <a:cubicBezTo>
                    <a:pt x="145535" y="68087"/>
                    <a:pt x="153377" y="7340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33"/>
            <p:cNvSpPr/>
            <p:nvPr/>
          </p:nvSpPr>
          <p:spPr>
            <a:xfrm>
              <a:off x="2975000" y="442550"/>
              <a:ext cx="3963625" cy="1968900"/>
            </a:xfrm>
            <a:custGeom>
              <a:rect b="b" l="l" r="r" t="t"/>
              <a:pathLst>
                <a:path extrusionOk="0" fill="none" h="78756" w="158545">
                  <a:moveTo>
                    <a:pt x="0" y="1"/>
                  </a:moveTo>
                  <a:cubicBezTo>
                    <a:pt x="4651" y="2979"/>
                    <a:pt x="9575" y="5867"/>
                    <a:pt x="14013" y="8876"/>
                  </a:cubicBezTo>
                  <a:cubicBezTo>
                    <a:pt x="20548" y="13283"/>
                    <a:pt x="14985" y="22706"/>
                    <a:pt x="20305" y="27539"/>
                  </a:cubicBezTo>
                  <a:cubicBezTo>
                    <a:pt x="24590" y="31430"/>
                    <a:pt x="28724" y="35715"/>
                    <a:pt x="28147" y="42007"/>
                  </a:cubicBezTo>
                  <a:cubicBezTo>
                    <a:pt x="27630" y="47296"/>
                    <a:pt x="25654" y="56445"/>
                    <a:pt x="32584" y="58664"/>
                  </a:cubicBezTo>
                  <a:cubicBezTo>
                    <a:pt x="39606" y="60913"/>
                    <a:pt x="46354" y="55077"/>
                    <a:pt x="51369" y="51096"/>
                  </a:cubicBezTo>
                  <a:cubicBezTo>
                    <a:pt x="60609" y="43770"/>
                    <a:pt x="65351" y="39576"/>
                    <a:pt x="76749" y="45594"/>
                  </a:cubicBezTo>
                  <a:cubicBezTo>
                    <a:pt x="84166" y="49515"/>
                    <a:pt x="92251" y="47722"/>
                    <a:pt x="99911" y="50275"/>
                  </a:cubicBezTo>
                  <a:cubicBezTo>
                    <a:pt x="104622" y="51855"/>
                    <a:pt x="104318" y="56445"/>
                    <a:pt x="105260" y="60609"/>
                  </a:cubicBezTo>
                  <a:cubicBezTo>
                    <a:pt x="106537" y="66324"/>
                    <a:pt x="110428" y="72676"/>
                    <a:pt x="115808" y="74956"/>
                  </a:cubicBezTo>
                  <a:cubicBezTo>
                    <a:pt x="124714" y="78756"/>
                    <a:pt x="132313" y="67418"/>
                    <a:pt x="140580" y="67813"/>
                  </a:cubicBezTo>
                  <a:cubicBezTo>
                    <a:pt x="145778" y="68056"/>
                    <a:pt x="153438" y="73315"/>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33"/>
            <p:cNvSpPr/>
            <p:nvPr/>
          </p:nvSpPr>
          <p:spPr>
            <a:xfrm>
              <a:off x="2975000" y="442550"/>
              <a:ext cx="3962850" cy="1919500"/>
            </a:xfrm>
            <a:custGeom>
              <a:rect b="b" l="l" r="r" t="t"/>
              <a:pathLst>
                <a:path extrusionOk="0" fill="none" h="76780" w="158514">
                  <a:moveTo>
                    <a:pt x="0" y="1"/>
                  </a:moveTo>
                  <a:cubicBezTo>
                    <a:pt x="4712" y="2949"/>
                    <a:pt x="9666" y="5776"/>
                    <a:pt x="14225" y="8633"/>
                  </a:cubicBezTo>
                  <a:cubicBezTo>
                    <a:pt x="20973" y="12797"/>
                    <a:pt x="16049" y="21977"/>
                    <a:pt x="20760" y="26718"/>
                  </a:cubicBezTo>
                  <a:cubicBezTo>
                    <a:pt x="24438" y="30396"/>
                    <a:pt x="29332" y="35168"/>
                    <a:pt x="28967" y="41004"/>
                  </a:cubicBezTo>
                  <a:cubicBezTo>
                    <a:pt x="28633" y="46202"/>
                    <a:pt x="26444" y="55381"/>
                    <a:pt x="33192" y="57661"/>
                  </a:cubicBezTo>
                  <a:cubicBezTo>
                    <a:pt x="40153" y="60032"/>
                    <a:pt x="47752" y="53953"/>
                    <a:pt x="52494" y="49880"/>
                  </a:cubicBezTo>
                  <a:cubicBezTo>
                    <a:pt x="61703" y="41977"/>
                    <a:pt x="66293" y="38633"/>
                    <a:pt x="77722" y="45016"/>
                  </a:cubicBezTo>
                  <a:cubicBezTo>
                    <a:pt x="84926" y="49059"/>
                    <a:pt x="92707" y="47722"/>
                    <a:pt x="100488" y="50093"/>
                  </a:cubicBezTo>
                  <a:cubicBezTo>
                    <a:pt x="105382" y="51582"/>
                    <a:pt x="104987" y="56080"/>
                    <a:pt x="105838" y="60245"/>
                  </a:cubicBezTo>
                  <a:cubicBezTo>
                    <a:pt x="107023" y="65898"/>
                    <a:pt x="111005" y="72676"/>
                    <a:pt x="116142" y="74227"/>
                  </a:cubicBezTo>
                  <a:cubicBezTo>
                    <a:pt x="124683" y="76780"/>
                    <a:pt x="132191" y="66901"/>
                    <a:pt x="140884" y="67570"/>
                  </a:cubicBezTo>
                  <a:cubicBezTo>
                    <a:pt x="145930" y="67965"/>
                    <a:pt x="153468" y="73224"/>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33"/>
            <p:cNvSpPr/>
            <p:nvPr/>
          </p:nvSpPr>
          <p:spPr>
            <a:xfrm>
              <a:off x="2975000" y="442550"/>
              <a:ext cx="3962100" cy="1896700"/>
            </a:xfrm>
            <a:custGeom>
              <a:rect b="b" l="l" r="r" t="t"/>
              <a:pathLst>
                <a:path extrusionOk="0" fill="none" h="75868" w="158484">
                  <a:moveTo>
                    <a:pt x="0" y="1"/>
                  </a:moveTo>
                  <a:cubicBezTo>
                    <a:pt x="4742" y="2949"/>
                    <a:pt x="9788" y="5441"/>
                    <a:pt x="14438" y="8359"/>
                  </a:cubicBezTo>
                  <a:cubicBezTo>
                    <a:pt x="21520" y="12797"/>
                    <a:pt x="16900" y="20852"/>
                    <a:pt x="21277" y="25837"/>
                  </a:cubicBezTo>
                  <a:cubicBezTo>
                    <a:pt x="24408" y="29424"/>
                    <a:pt x="29758" y="34652"/>
                    <a:pt x="29727" y="40123"/>
                  </a:cubicBezTo>
                  <a:cubicBezTo>
                    <a:pt x="29666" y="45229"/>
                    <a:pt x="27447" y="54014"/>
                    <a:pt x="33770" y="56658"/>
                  </a:cubicBezTo>
                  <a:cubicBezTo>
                    <a:pt x="40396" y="59394"/>
                    <a:pt x="49545" y="52433"/>
                    <a:pt x="53618" y="48542"/>
                  </a:cubicBezTo>
                  <a:cubicBezTo>
                    <a:pt x="62707" y="39788"/>
                    <a:pt x="67448" y="37904"/>
                    <a:pt x="78725" y="44530"/>
                  </a:cubicBezTo>
                  <a:cubicBezTo>
                    <a:pt x="85716" y="48664"/>
                    <a:pt x="93224" y="47722"/>
                    <a:pt x="101066" y="49910"/>
                  </a:cubicBezTo>
                  <a:cubicBezTo>
                    <a:pt x="106142" y="51308"/>
                    <a:pt x="105716" y="55685"/>
                    <a:pt x="106476" y="59849"/>
                  </a:cubicBezTo>
                  <a:cubicBezTo>
                    <a:pt x="107540" y="65503"/>
                    <a:pt x="111279" y="71977"/>
                    <a:pt x="116477" y="73467"/>
                  </a:cubicBezTo>
                  <a:cubicBezTo>
                    <a:pt x="124927" y="75868"/>
                    <a:pt x="132708" y="66354"/>
                    <a:pt x="141188" y="67357"/>
                  </a:cubicBezTo>
                  <a:cubicBezTo>
                    <a:pt x="146143" y="67935"/>
                    <a:pt x="153468" y="7313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33"/>
            <p:cNvSpPr/>
            <p:nvPr/>
          </p:nvSpPr>
          <p:spPr>
            <a:xfrm>
              <a:off x="2975000" y="442550"/>
              <a:ext cx="3962850" cy="1870875"/>
            </a:xfrm>
            <a:custGeom>
              <a:rect b="b" l="l" r="r" t="t"/>
              <a:pathLst>
                <a:path extrusionOk="0" fill="none" h="74835" w="158514">
                  <a:moveTo>
                    <a:pt x="0" y="1"/>
                  </a:moveTo>
                  <a:cubicBezTo>
                    <a:pt x="4803" y="2919"/>
                    <a:pt x="9848" y="5350"/>
                    <a:pt x="14651" y="8116"/>
                  </a:cubicBezTo>
                  <a:cubicBezTo>
                    <a:pt x="21946" y="12311"/>
                    <a:pt x="18086" y="19697"/>
                    <a:pt x="21885" y="24895"/>
                  </a:cubicBezTo>
                  <a:cubicBezTo>
                    <a:pt x="24590" y="28633"/>
                    <a:pt x="30031" y="34013"/>
                    <a:pt x="30396" y="39272"/>
                  </a:cubicBezTo>
                  <a:cubicBezTo>
                    <a:pt x="30791" y="44439"/>
                    <a:pt x="28299" y="52919"/>
                    <a:pt x="34439" y="55625"/>
                  </a:cubicBezTo>
                  <a:cubicBezTo>
                    <a:pt x="41186" y="58603"/>
                    <a:pt x="50670" y="51217"/>
                    <a:pt x="54712" y="47083"/>
                  </a:cubicBezTo>
                  <a:cubicBezTo>
                    <a:pt x="63892" y="37630"/>
                    <a:pt x="68542" y="37266"/>
                    <a:pt x="79789" y="44135"/>
                  </a:cubicBezTo>
                  <a:cubicBezTo>
                    <a:pt x="86476" y="48208"/>
                    <a:pt x="93984" y="47661"/>
                    <a:pt x="101674" y="49728"/>
                  </a:cubicBezTo>
                  <a:cubicBezTo>
                    <a:pt x="106932" y="51126"/>
                    <a:pt x="106416" y="55138"/>
                    <a:pt x="107145" y="59454"/>
                  </a:cubicBezTo>
                  <a:cubicBezTo>
                    <a:pt x="108057" y="64986"/>
                    <a:pt x="111552" y="71339"/>
                    <a:pt x="116872" y="72707"/>
                  </a:cubicBezTo>
                  <a:cubicBezTo>
                    <a:pt x="125322" y="74835"/>
                    <a:pt x="133285" y="65837"/>
                    <a:pt x="141523" y="67114"/>
                  </a:cubicBezTo>
                  <a:cubicBezTo>
                    <a:pt x="146386" y="67874"/>
                    <a:pt x="153559" y="73011"/>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33"/>
            <p:cNvSpPr/>
            <p:nvPr/>
          </p:nvSpPr>
          <p:spPr>
            <a:xfrm>
              <a:off x="2975000" y="442550"/>
              <a:ext cx="3962850" cy="1848075"/>
            </a:xfrm>
            <a:custGeom>
              <a:rect b="b" l="l" r="r" t="t"/>
              <a:pathLst>
                <a:path extrusionOk="0" fill="none" h="73923" w="158514">
                  <a:moveTo>
                    <a:pt x="0" y="1"/>
                  </a:moveTo>
                  <a:cubicBezTo>
                    <a:pt x="4833" y="2888"/>
                    <a:pt x="9909" y="5259"/>
                    <a:pt x="14864" y="7873"/>
                  </a:cubicBezTo>
                  <a:cubicBezTo>
                    <a:pt x="22219" y="11764"/>
                    <a:pt x="19301" y="18390"/>
                    <a:pt x="22584" y="23922"/>
                  </a:cubicBezTo>
                  <a:cubicBezTo>
                    <a:pt x="25046" y="28086"/>
                    <a:pt x="30092" y="33649"/>
                    <a:pt x="31004" y="38542"/>
                  </a:cubicBezTo>
                  <a:cubicBezTo>
                    <a:pt x="31855" y="43284"/>
                    <a:pt x="29150" y="51947"/>
                    <a:pt x="35107" y="54561"/>
                  </a:cubicBezTo>
                  <a:cubicBezTo>
                    <a:pt x="42250" y="57691"/>
                    <a:pt x="51673" y="50032"/>
                    <a:pt x="55746" y="45503"/>
                  </a:cubicBezTo>
                  <a:cubicBezTo>
                    <a:pt x="64834" y="35411"/>
                    <a:pt x="69941" y="36992"/>
                    <a:pt x="80822" y="43770"/>
                  </a:cubicBezTo>
                  <a:cubicBezTo>
                    <a:pt x="87205" y="47782"/>
                    <a:pt x="94683" y="47691"/>
                    <a:pt x="102191" y="49576"/>
                  </a:cubicBezTo>
                  <a:cubicBezTo>
                    <a:pt x="107571" y="50913"/>
                    <a:pt x="107145" y="54682"/>
                    <a:pt x="107783" y="59090"/>
                  </a:cubicBezTo>
                  <a:cubicBezTo>
                    <a:pt x="108604" y="64591"/>
                    <a:pt x="111826" y="70610"/>
                    <a:pt x="117236" y="71917"/>
                  </a:cubicBezTo>
                  <a:cubicBezTo>
                    <a:pt x="125504" y="73923"/>
                    <a:pt x="133863" y="65321"/>
                    <a:pt x="141827" y="66901"/>
                  </a:cubicBezTo>
                  <a:cubicBezTo>
                    <a:pt x="146599" y="67813"/>
                    <a:pt x="153620" y="7292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33"/>
            <p:cNvSpPr/>
            <p:nvPr/>
          </p:nvSpPr>
          <p:spPr>
            <a:xfrm>
              <a:off x="2975000" y="442550"/>
              <a:ext cx="3962100" cy="1826050"/>
            </a:xfrm>
            <a:custGeom>
              <a:rect b="b" l="l" r="r" t="t"/>
              <a:pathLst>
                <a:path extrusionOk="0" fill="none" h="73042" w="158484">
                  <a:moveTo>
                    <a:pt x="0" y="1"/>
                  </a:moveTo>
                  <a:cubicBezTo>
                    <a:pt x="4894" y="2858"/>
                    <a:pt x="10000" y="5168"/>
                    <a:pt x="15076" y="7630"/>
                  </a:cubicBezTo>
                  <a:cubicBezTo>
                    <a:pt x="22402" y="11217"/>
                    <a:pt x="20639" y="16992"/>
                    <a:pt x="23435" y="22980"/>
                  </a:cubicBezTo>
                  <a:cubicBezTo>
                    <a:pt x="25685" y="27813"/>
                    <a:pt x="29910" y="33041"/>
                    <a:pt x="31460" y="37934"/>
                  </a:cubicBezTo>
                  <a:cubicBezTo>
                    <a:pt x="32858" y="42372"/>
                    <a:pt x="29940" y="51096"/>
                    <a:pt x="35867" y="53558"/>
                  </a:cubicBezTo>
                  <a:cubicBezTo>
                    <a:pt x="43618" y="56749"/>
                    <a:pt x="52433" y="48937"/>
                    <a:pt x="56779" y="43831"/>
                  </a:cubicBezTo>
                  <a:cubicBezTo>
                    <a:pt x="65746" y="33314"/>
                    <a:pt x="71552" y="36901"/>
                    <a:pt x="81886" y="43466"/>
                  </a:cubicBezTo>
                  <a:cubicBezTo>
                    <a:pt x="87965" y="47327"/>
                    <a:pt x="95412" y="47752"/>
                    <a:pt x="102707" y="49454"/>
                  </a:cubicBezTo>
                  <a:cubicBezTo>
                    <a:pt x="108148" y="50700"/>
                    <a:pt x="107905" y="54226"/>
                    <a:pt x="108452" y="58725"/>
                  </a:cubicBezTo>
                  <a:cubicBezTo>
                    <a:pt x="109182" y="64226"/>
                    <a:pt x="112130" y="69910"/>
                    <a:pt x="117571" y="71187"/>
                  </a:cubicBezTo>
                  <a:cubicBezTo>
                    <a:pt x="125626" y="73041"/>
                    <a:pt x="134410" y="64895"/>
                    <a:pt x="142100" y="66688"/>
                  </a:cubicBezTo>
                  <a:cubicBezTo>
                    <a:pt x="146751" y="67783"/>
                    <a:pt x="153590" y="72828"/>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33"/>
            <p:cNvSpPr/>
            <p:nvPr/>
          </p:nvSpPr>
          <p:spPr>
            <a:xfrm>
              <a:off x="2975000" y="442550"/>
              <a:ext cx="3962850" cy="1818450"/>
            </a:xfrm>
            <a:custGeom>
              <a:rect b="b" l="l" r="r" t="t"/>
              <a:pathLst>
                <a:path extrusionOk="0" fill="none" h="72738" w="158514">
                  <a:moveTo>
                    <a:pt x="0" y="1"/>
                  </a:moveTo>
                  <a:cubicBezTo>
                    <a:pt x="4924" y="2827"/>
                    <a:pt x="10122" y="5077"/>
                    <a:pt x="15259" y="7387"/>
                  </a:cubicBezTo>
                  <a:cubicBezTo>
                    <a:pt x="22432" y="10609"/>
                    <a:pt x="22159" y="15594"/>
                    <a:pt x="24317" y="22007"/>
                  </a:cubicBezTo>
                  <a:cubicBezTo>
                    <a:pt x="26171" y="27630"/>
                    <a:pt x="29332" y="32402"/>
                    <a:pt x="31733" y="37418"/>
                  </a:cubicBezTo>
                  <a:cubicBezTo>
                    <a:pt x="33831" y="41764"/>
                    <a:pt x="30669" y="50305"/>
                    <a:pt x="36657" y="52615"/>
                  </a:cubicBezTo>
                  <a:cubicBezTo>
                    <a:pt x="44955" y="55868"/>
                    <a:pt x="53162" y="47630"/>
                    <a:pt x="57782" y="42068"/>
                  </a:cubicBezTo>
                  <a:cubicBezTo>
                    <a:pt x="66476" y="31551"/>
                    <a:pt x="73315" y="37022"/>
                    <a:pt x="82950" y="43193"/>
                  </a:cubicBezTo>
                  <a:cubicBezTo>
                    <a:pt x="88695" y="46871"/>
                    <a:pt x="96142" y="47813"/>
                    <a:pt x="103194" y="49333"/>
                  </a:cubicBezTo>
                  <a:cubicBezTo>
                    <a:pt x="108726" y="50488"/>
                    <a:pt x="108634" y="53740"/>
                    <a:pt x="109151" y="58390"/>
                  </a:cubicBezTo>
                  <a:cubicBezTo>
                    <a:pt x="109789" y="63862"/>
                    <a:pt x="112464" y="69211"/>
                    <a:pt x="117996" y="70427"/>
                  </a:cubicBezTo>
                  <a:cubicBezTo>
                    <a:pt x="125778" y="72129"/>
                    <a:pt x="135018" y="64439"/>
                    <a:pt x="142434" y="66506"/>
                  </a:cubicBezTo>
                  <a:cubicBezTo>
                    <a:pt x="146994" y="67752"/>
                    <a:pt x="153650" y="72737"/>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33"/>
            <p:cNvSpPr/>
            <p:nvPr/>
          </p:nvSpPr>
          <p:spPr>
            <a:xfrm>
              <a:off x="2975000" y="442550"/>
              <a:ext cx="3962850" cy="1816175"/>
            </a:xfrm>
            <a:custGeom>
              <a:rect b="b" l="l" r="r" t="t"/>
              <a:pathLst>
                <a:path extrusionOk="0" fill="none" h="72647" w="158514">
                  <a:moveTo>
                    <a:pt x="0" y="1"/>
                  </a:moveTo>
                  <a:cubicBezTo>
                    <a:pt x="4985" y="2797"/>
                    <a:pt x="10244" y="4985"/>
                    <a:pt x="15441" y="7144"/>
                  </a:cubicBezTo>
                  <a:cubicBezTo>
                    <a:pt x="22341" y="10031"/>
                    <a:pt x="23648" y="14621"/>
                    <a:pt x="25259" y="21034"/>
                  </a:cubicBezTo>
                  <a:cubicBezTo>
                    <a:pt x="26688" y="26809"/>
                    <a:pt x="28572" y="31977"/>
                    <a:pt x="31885" y="36992"/>
                  </a:cubicBezTo>
                  <a:cubicBezTo>
                    <a:pt x="34742" y="41278"/>
                    <a:pt x="31429" y="49606"/>
                    <a:pt x="37478" y="51825"/>
                  </a:cubicBezTo>
                  <a:cubicBezTo>
                    <a:pt x="46171" y="55017"/>
                    <a:pt x="54469" y="46202"/>
                    <a:pt x="58755" y="40305"/>
                  </a:cubicBezTo>
                  <a:cubicBezTo>
                    <a:pt x="66232" y="30001"/>
                    <a:pt x="76415" y="38025"/>
                    <a:pt x="84044" y="42889"/>
                  </a:cubicBezTo>
                  <a:cubicBezTo>
                    <a:pt x="89546" y="46384"/>
                    <a:pt x="96841" y="47874"/>
                    <a:pt x="103680" y="49211"/>
                  </a:cubicBezTo>
                  <a:cubicBezTo>
                    <a:pt x="109242" y="50305"/>
                    <a:pt x="109364" y="53254"/>
                    <a:pt x="109850" y="58026"/>
                  </a:cubicBezTo>
                  <a:cubicBezTo>
                    <a:pt x="110397" y="63436"/>
                    <a:pt x="112829" y="68482"/>
                    <a:pt x="118422" y="69667"/>
                  </a:cubicBezTo>
                  <a:cubicBezTo>
                    <a:pt x="125930" y="71278"/>
                    <a:pt x="135626" y="64044"/>
                    <a:pt x="142708" y="66293"/>
                  </a:cubicBezTo>
                  <a:cubicBezTo>
                    <a:pt x="147176" y="67692"/>
                    <a:pt x="153681" y="7264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33"/>
            <p:cNvSpPr/>
            <p:nvPr/>
          </p:nvSpPr>
          <p:spPr>
            <a:xfrm>
              <a:off x="2975000" y="442550"/>
              <a:ext cx="3962850" cy="1813875"/>
            </a:xfrm>
            <a:custGeom>
              <a:rect b="b" l="l" r="r" t="t"/>
              <a:pathLst>
                <a:path extrusionOk="0" fill="none" h="72555" w="158514">
                  <a:moveTo>
                    <a:pt x="0" y="1"/>
                  </a:moveTo>
                  <a:cubicBezTo>
                    <a:pt x="5015" y="2767"/>
                    <a:pt x="10335" y="4894"/>
                    <a:pt x="15624" y="6931"/>
                  </a:cubicBezTo>
                  <a:cubicBezTo>
                    <a:pt x="22189" y="9423"/>
                    <a:pt x="24925" y="13648"/>
                    <a:pt x="26262" y="20031"/>
                  </a:cubicBezTo>
                  <a:cubicBezTo>
                    <a:pt x="27508" y="25958"/>
                    <a:pt x="27843" y="31582"/>
                    <a:pt x="31916" y="36597"/>
                  </a:cubicBezTo>
                  <a:cubicBezTo>
                    <a:pt x="35290" y="40731"/>
                    <a:pt x="32432" y="49150"/>
                    <a:pt x="38299" y="51096"/>
                  </a:cubicBezTo>
                  <a:cubicBezTo>
                    <a:pt x="47326" y="54105"/>
                    <a:pt x="55138" y="44804"/>
                    <a:pt x="59758" y="38512"/>
                  </a:cubicBezTo>
                  <a:cubicBezTo>
                    <a:pt x="66901" y="28816"/>
                    <a:pt x="78512" y="38512"/>
                    <a:pt x="85139" y="42585"/>
                  </a:cubicBezTo>
                  <a:cubicBezTo>
                    <a:pt x="90397" y="45807"/>
                    <a:pt x="97510" y="47995"/>
                    <a:pt x="104105" y="49120"/>
                  </a:cubicBezTo>
                  <a:cubicBezTo>
                    <a:pt x="109698" y="50062"/>
                    <a:pt x="109729" y="52707"/>
                    <a:pt x="110580" y="57691"/>
                  </a:cubicBezTo>
                  <a:cubicBezTo>
                    <a:pt x="111461" y="63071"/>
                    <a:pt x="112829" y="67692"/>
                    <a:pt x="118878" y="68938"/>
                  </a:cubicBezTo>
                  <a:cubicBezTo>
                    <a:pt x="126082" y="70427"/>
                    <a:pt x="136234" y="63649"/>
                    <a:pt x="143012" y="66111"/>
                  </a:cubicBezTo>
                  <a:cubicBezTo>
                    <a:pt x="147359" y="67661"/>
                    <a:pt x="153742" y="7255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33"/>
            <p:cNvSpPr/>
            <p:nvPr/>
          </p:nvSpPr>
          <p:spPr>
            <a:xfrm>
              <a:off x="2975000" y="442550"/>
              <a:ext cx="3962850" cy="1804000"/>
            </a:xfrm>
            <a:custGeom>
              <a:rect b="b" l="l" r="r" t="t"/>
              <a:pathLst>
                <a:path extrusionOk="0" fill="none" h="72160" w="158514">
                  <a:moveTo>
                    <a:pt x="0" y="1"/>
                  </a:moveTo>
                  <a:cubicBezTo>
                    <a:pt x="5076" y="2736"/>
                    <a:pt x="10456" y="4803"/>
                    <a:pt x="15806" y="6688"/>
                  </a:cubicBezTo>
                  <a:cubicBezTo>
                    <a:pt x="22037" y="8876"/>
                    <a:pt x="26049" y="12767"/>
                    <a:pt x="27326" y="18967"/>
                  </a:cubicBezTo>
                  <a:cubicBezTo>
                    <a:pt x="28542" y="24925"/>
                    <a:pt x="27326" y="31126"/>
                    <a:pt x="31855" y="36202"/>
                  </a:cubicBezTo>
                  <a:cubicBezTo>
                    <a:pt x="35381" y="40153"/>
                    <a:pt x="33618" y="48725"/>
                    <a:pt x="39150" y="50457"/>
                  </a:cubicBezTo>
                  <a:cubicBezTo>
                    <a:pt x="48329" y="53314"/>
                    <a:pt x="55746" y="42919"/>
                    <a:pt x="60792" y="36810"/>
                  </a:cubicBezTo>
                  <a:cubicBezTo>
                    <a:pt x="67995" y="28086"/>
                    <a:pt x="80032" y="38360"/>
                    <a:pt x="86263" y="42159"/>
                  </a:cubicBezTo>
                  <a:cubicBezTo>
                    <a:pt x="91430" y="45320"/>
                    <a:pt x="98057" y="48056"/>
                    <a:pt x="104561" y="48998"/>
                  </a:cubicBezTo>
                  <a:cubicBezTo>
                    <a:pt x="115747" y="50700"/>
                    <a:pt x="107692" y="65898"/>
                    <a:pt x="119303" y="68178"/>
                  </a:cubicBezTo>
                  <a:cubicBezTo>
                    <a:pt x="126294" y="69576"/>
                    <a:pt x="136872" y="63254"/>
                    <a:pt x="143316" y="65898"/>
                  </a:cubicBezTo>
                  <a:cubicBezTo>
                    <a:pt x="147784" y="67752"/>
                    <a:pt x="153407" y="7216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33"/>
            <p:cNvSpPr/>
            <p:nvPr/>
          </p:nvSpPr>
          <p:spPr>
            <a:xfrm>
              <a:off x="2975000" y="442550"/>
              <a:ext cx="3962100" cy="1802475"/>
            </a:xfrm>
            <a:custGeom>
              <a:rect b="b" l="l" r="r" t="t"/>
              <a:pathLst>
                <a:path extrusionOk="0" fill="none" h="72099" w="158484">
                  <a:moveTo>
                    <a:pt x="0" y="1"/>
                  </a:moveTo>
                  <a:cubicBezTo>
                    <a:pt x="5107" y="2706"/>
                    <a:pt x="10760" y="4590"/>
                    <a:pt x="15958" y="6444"/>
                  </a:cubicBezTo>
                  <a:cubicBezTo>
                    <a:pt x="21764" y="8511"/>
                    <a:pt x="26931" y="11733"/>
                    <a:pt x="28390" y="17843"/>
                  </a:cubicBezTo>
                  <a:cubicBezTo>
                    <a:pt x="29788" y="23740"/>
                    <a:pt x="26900" y="30579"/>
                    <a:pt x="31672" y="35867"/>
                  </a:cubicBezTo>
                  <a:cubicBezTo>
                    <a:pt x="35107" y="39636"/>
                    <a:pt x="34925" y="48390"/>
                    <a:pt x="40001" y="49849"/>
                  </a:cubicBezTo>
                  <a:cubicBezTo>
                    <a:pt x="49302" y="52494"/>
                    <a:pt x="56415" y="40761"/>
                    <a:pt x="61886" y="35320"/>
                  </a:cubicBezTo>
                  <a:cubicBezTo>
                    <a:pt x="69211" y="28025"/>
                    <a:pt x="81278" y="37873"/>
                    <a:pt x="87327" y="41612"/>
                  </a:cubicBezTo>
                  <a:cubicBezTo>
                    <a:pt x="92585" y="44864"/>
                    <a:pt x="98421" y="48117"/>
                    <a:pt x="104926" y="48968"/>
                  </a:cubicBezTo>
                  <a:cubicBezTo>
                    <a:pt x="116385" y="50457"/>
                    <a:pt x="108239" y="65442"/>
                    <a:pt x="119759" y="67509"/>
                  </a:cubicBezTo>
                  <a:cubicBezTo>
                    <a:pt x="126659" y="68725"/>
                    <a:pt x="137298" y="62980"/>
                    <a:pt x="143559" y="65716"/>
                  </a:cubicBezTo>
                  <a:cubicBezTo>
                    <a:pt x="147936" y="67631"/>
                    <a:pt x="153407" y="72099"/>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33"/>
            <p:cNvSpPr/>
            <p:nvPr/>
          </p:nvSpPr>
          <p:spPr>
            <a:xfrm>
              <a:off x="2975000" y="442550"/>
              <a:ext cx="3962850" cy="1800200"/>
            </a:xfrm>
            <a:custGeom>
              <a:rect b="b" l="l" r="r" t="t"/>
              <a:pathLst>
                <a:path extrusionOk="0" fill="none" h="72008" w="158514">
                  <a:moveTo>
                    <a:pt x="0" y="1"/>
                  </a:moveTo>
                  <a:cubicBezTo>
                    <a:pt x="5167" y="2645"/>
                    <a:pt x="10821" y="4499"/>
                    <a:pt x="16140" y="6201"/>
                  </a:cubicBezTo>
                  <a:cubicBezTo>
                    <a:pt x="21976" y="8055"/>
                    <a:pt x="27630" y="11065"/>
                    <a:pt x="29484" y="16657"/>
                  </a:cubicBezTo>
                  <a:cubicBezTo>
                    <a:pt x="31308" y="22159"/>
                    <a:pt x="26748" y="29940"/>
                    <a:pt x="31521" y="35442"/>
                  </a:cubicBezTo>
                  <a:cubicBezTo>
                    <a:pt x="34621" y="38998"/>
                    <a:pt x="36414" y="48147"/>
                    <a:pt x="40913" y="49211"/>
                  </a:cubicBezTo>
                  <a:cubicBezTo>
                    <a:pt x="50244" y="51430"/>
                    <a:pt x="56749" y="38846"/>
                    <a:pt x="63041" y="34044"/>
                  </a:cubicBezTo>
                  <a:cubicBezTo>
                    <a:pt x="70731" y="28147"/>
                    <a:pt x="82190" y="36992"/>
                    <a:pt x="88391" y="40943"/>
                  </a:cubicBezTo>
                  <a:cubicBezTo>
                    <a:pt x="93862" y="44409"/>
                    <a:pt x="98695" y="48147"/>
                    <a:pt x="105352" y="48907"/>
                  </a:cubicBezTo>
                  <a:cubicBezTo>
                    <a:pt x="117024" y="50184"/>
                    <a:pt x="108786" y="64834"/>
                    <a:pt x="120276" y="66780"/>
                  </a:cubicBezTo>
                  <a:cubicBezTo>
                    <a:pt x="126993" y="67904"/>
                    <a:pt x="137784" y="62585"/>
                    <a:pt x="143863" y="65533"/>
                  </a:cubicBezTo>
                  <a:cubicBezTo>
                    <a:pt x="148149" y="67570"/>
                    <a:pt x="153468" y="72008"/>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33"/>
            <p:cNvSpPr/>
            <p:nvPr/>
          </p:nvSpPr>
          <p:spPr>
            <a:xfrm>
              <a:off x="2975000" y="442550"/>
              <a:ext cx="3963625" cy="1798675"/>
            </a:xfrm>
            <a:custGeom>
              <a:rect b="b" l="l" r="r" t="t"/>
              <a:pathLst>
                <a:path extrusionOk="0" fill="none" h="71947" w="158545">
                  <a:moveTo>
                    <a:pt x="0" y="1"/>
                  </a:moveTo>
                  <a:cubicBezTo>
                    <a:pt x="5198" y="2615"/>
                    <a:pt x="10912" y="4408"/>
                    <a:pt x="16323" y="5958"/>
                  </a:cubicBezTo>
                  <a:cubicBezTo>
                    <a:pt x="22067" y="7630"/>
                    <a:pt x="28147" y="10365"/>
                    <a:pt x="30578" y="15472"/>
                  </a:cubicBezTo>
                  <a:cubicBezTo>
                    <a:pt x="33192" y="20974"/>
                    <a:pt x="26931" y="29059"/>
                    <a:pt x="31369" y="35047"/>
                  </a:cubicBezTo>
                  <a:cubicBezTo>
                    <a:pt x="33831" y="38390"/>
                    <a:pt x="37904" y="47904"/>
                    <a:pt x="41825" y="48542"/>
                  </a:cubicBezTo>
                  <a:cubicBezTo>
                    <a:pt x="50883" y="50062"/>
                    <a:pt x="57296" y="36931"/>
                    <a:pt x="64257" y="33010"/>
                  </a:cubicBezTo>
                  <a:cubicBezTo>
                    <a:pt x="72160" y="28512"/>
                    <a:pt x="83102" y="35928"/>
                    <a:pt x="89424" y="40153"/>
                  </a:cubicBezTo>
                  <a:cubicBezTo>
                    <a:pt x="94804" y="43740"/>
                    <a:pt x="98877" y="48208"/>
                    <a:pt x="105747" y="48846"/>
                  </a:cubicBezTo>
                  <a:cubicBezTo>
                    <a:pt x="117601" y="49971"/>
                    <a:pt x="109425" y="64257"/>
                    <a:pt x="120793" y="66081"/>
                  </a:cubicBezTo>
                  <a:cubicBezTo>
                    <a:pt x="127419" y="67144"/>
                    <a:pt x="138270" y="62281"/>
                    <a:pt x="144167" y="65351"/>
                  </a:cubicBezTo>
                  <a:cubicBezTo>
                    <a:pt x="148362" y="67540"/>
                    <a:pt x="153529" y="71947"/>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33"/>
            <p:cNvSpPr/>
            <p:nvPr/>
          </p:nvSpPr>
          <p:spPr>
            <a:xfrm>
              <a:off x="2975000" y="442550"/>
              <a:ext cx="3962850" cy="1795650"/>
            </a:xfrm>
            <a:custGeom>
              <a:rect b="b" l="l" r="r" t="t"/>
              <a:pathLst>
                <a:path extrusionOk="0" fill="none" h="71826" w="158514">
                  <a:moveTo>
                    <a:pt x="0" y="1"/>
                  </a:moveTo>
                  <a:cubicBezTo>
                    <a:pt x="5259" y="2584"/>
                    <a:pt x="10973" y="4317"/>
                    <a:pt x="16475" y="5745"/>
                  </a:cubicBezTo>
                  <a:cubicBezTo>
                    <a:pt x="22250" y="7235"/>
                    <a:pt x="28542" y="9788"/>
                    <a:pt x="31581" y="14195"/>
                  </a:cubicBezTo>
                  <a:cubicBezTo>
                    <a:pt x="35168" y="19332"/>
                    <a:pt x="27326" y="28238"/>
                    <a:pt x="31247" y="34560"/>
                  </a:cubicBezTo>
                  <a:cubicBezTo>
                    <a:pt x="33253" y="37782"/>
                    <a:pt x="39150" y="47418"/>
                    <a:pt x="42737" y="47722"/>
                  </a:cubicBezTo>
                  <a:cubicBezTo>
                    <a:pt x="51612" y="48482"/>
                    <a:pt x="57752" y="35229"/>
                    <a:pt x="65412" y="32129"/>
                  </a:cubicBezTo>
                  <a:cubicBezTo>
                    <a:pt x="73588" y="28816"/>
                    <a:pt x="84044" y="34804"/>
                    <a:pt x="90275" y="39302"/>
                  </a:cubicBezTo>
                  <a:cubicBezTo>
                    <a:pt x="95351" y="42980"/>
                    <a:pt x="98938" y="48269"/>
                    <a:pt x="106081" y="48816"/>
                  </a:cubicBezTo>
                  <a:cubicBezTo>
                    <a:pt x="111704" y="49241"/>
                    <a:pt x="112981" y="50670"/>
                    <a:pt x="114136" y="56111"/>
                  </a:cubicBezTo>
                  <a:cubicBezTo>
                    <a:pt x="115139" y="60792"/>
                    <a:pt x="115321" y="64470"/>
                    <a:pt x="121279" y="65381"/>
                  </a:cubicBezTo>
                  <a:cubicBezTo>
                    <a:pt x="127784" y="66385"/>
                    <a:pt x="138696" y="61947"/>
                    <a:pt x="144410" y="65169"/>
                  </a:cubicBezTo>
                  <a:cubicBezTo>
                    <a:pt x="148483" y="67448"/>
                    <a:pt x="153529" y="7182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33"/>
            <p:cNvSpPr/>
            <p:nvPr/>
          </p:nvSpPr>
          <p:spPr>
            <a:xfrm>
              <a:off x="2975000" y="442550"/>
              <a:ext cx="3962850" cy="1794125"/>
            </a:xfrm>
            <a:custGeom>
              <a:rect b="b" l="l" r="r" t="t"/>
              <a:pathLst>
                <a:path extrusionOk="0" fill="none" h="71765" w="158514">
                  <a:moveTo>
                    <a:pt x="0" y="1"/>
                  </a:moveTo>
                  <a:cubicBezTo>
                    <a:pt x="5319" y="2554"/>
                    <a:pt x="11064" y="4226"/>
                    <a:pt x="16627" y="5502"/>
                  </a:cubicBezTo>
                  <a:cubicBezTo>
                    <a:pt x="22523" y="6840"/>
                    <a:pt x="28663" y="9302"/>
                    <a:pt x="32554" y="12919"/>
                  </a:cubicBezTo>
                  <a:cubicBezTo>
                    <a:pt x="36931" y="17022"/>
                    <a:pt x="28906" y="28268"/>
                    <a:pt x="31247" y="33983"/>
                  </a:cubicBezTo>
                  <a:cubicBezTo>
                    <a:pt x="32615" y="37326"/>
                    <a:pt x="40031" y="46658"/>
                    <a:pt x="43679" y="46719"/>
                  </a:cubicBezTo>
                  <a:cubicBezTo>
                    <a:pt x="52433" y="46810"/>
                    <a:pt x="58117" y="33861"/>
                    <a:pt x="66628" y="31430"/>
                  </a:cubicBezTo>
                  <a:cubicBezTo>
                    <a:pt x="75108" y="28998"/>
                    <a:pt x="85078" y="33709"/>
                    <a:pt x="91066" y="38451"/>
                  </a:cubicBezTo>
                  <a:cubicBezTo>
                    <a:pt x="95899" y="42250"/>
                    <a:pt x="98847" y="48482"/>
                    <a:pt x="106446" y="48785"/>
                  </a:cubicBezTo>
                  <a:cubicBezTo>
                    <a:pt x="119030" y="49272"/>
                    <a:pt x="110853" y="62950"/>
                    <a:pt x="121826" y="64743"/>
                  </a:cubicBezTo>
                  <a:cubicBezTo>
                    <a:pt x="128088" y="65746"/>
                    <a:pt x="139121" y="61612"/>
                    <a:pt x="144684" y="64986"/>
                  </a:cubicBezTo>
                  <a:cubicBezTo>
                    <a:pt x="148666" y="67388"/>
                    <a:pt x="153559" y="7176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33"/>
            <p:cNvSpPr/>
            <p:nvPr/>
          </p:nvSpPr>
          <p:spPr>
            <a:xfrm>
              <a:off x="2975000" y="442550"/>
              <a:ext cx="3962850" cy="1791075"/>
            </a:xfrm>
            <a:custGeom>
              <a:rect b="b" l="l" r="r" t="t"/>
              <a:pathLst>
                <a:path extrusionOk="0" fill="none" h="71643" w="158514">
                  <a:moveTo>
                    <a:pt x="0" y="1"/>
                  </a:moveTo>
                  <a:cubicBezTo>
                    <a:pt x="5319" y="2523"/>
                    <a:pt x="11155" y="4134"/>
                    <a:pt x="16779" y="5259"/>
                  </a:cubicBezTo>
                  <a:cubicBezTo>
                    <a:pt x="22736" y="6475"/>
                    <a:pt x="29302" y="9058"/>
                    <a:pt x="33405" y="11672"/>
                  </a:cubicBezTo>
                  <a:cubicBezTo>
                    <a:pt x="37660" y="14378"/>
                    <a:pt x="30821" y="28968"/>
                    <a:pt x="31399" y="33314"/>
                  </a:cubicBezTo>
                  <a:cubicBezTo>
                    <a:pt x="31885" y="36931"/>
                    <a:pt x="40578" y="45624"/>
                    <a:pt x="44651" y="45472"/>
                  </a:cubicBezTo>
                  <a:cubicBezTo>
                    <a:pt x="53101" y="45168"/>
                    <a:pt x="58421" y="32828"/>
                    <a:pt x="67874" y="30852"/>
                  </a:cubicBezTo>
                  <a:cubicBezTo>
                    <a:pt x="76658" y="29028"/>
                    <a:pt x="86233" y="32706"/>
                    <a:pt x="91856" y="37509"/>
                  </a:cubicBezTo>
                  <a:cubicBezTo>
                    <a:pt x="96476" y="41491"/>
                    <a:pt x="98908" y="48542"/>
                    <a:pt x="106780" y="48755"/>
                  </a:cubicBezTo>
                  <a:cubicBezTo>
                    <a:pt x="112647" y="48907"/>
                    <a:pt x="114045" y="50184"/>
                    <a:pt x="115565" y="55503"/>
                  </a:cubicBezTo>
                  <a:cubicBezTo>
                    <a:pt x="116841" y="60062"/>
                    <a:pt x="116628" y="63132"/>
                    <a:pt x="122404" y="64044"/>
                  </a:cubicBezTo>
                  <a:cubicBezTo>
                    <a:pt x="128544" y="65047"/>
                    <a:pt x="139486" y="61278"/>
                    <a:pt x="144957" y="64804"/>
                  </a:cubicBezTo>
                  <a:cubicBezTo>
                    <a:pt x="148818" y="67296"/>
                    <a:pt x="153559" y="71643"/>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33"/>
            <p:cNvSpPr/>
            <p:nvPr/>
          </p:nvSpPr>
          <p:spPr>
            <a:xfrm>
              <a:off x="2975000" y="442550"/>
              <a:ext cx="3962100" cy="1789575"/>
            </a:xfrm>
            <a:custGeom>
              <a:rect b="b" l="l" r="r" t="t"/>
              <a:pathLst>
                <a:path extrusionOk="0" fill="none" h="71583" w="158484">
                  <a:moveTo>
                    <a:pt x="0" y="1"/>
                  </a:moveTo>
                  <a:cubicBezTo>
                    <a:pt x="5380" y="2463"/>
                    <a:pt x="11216" y="4043"/>
                    <a:pt x="16900" y="5016"/>
                  </a:cubicBezTo>
                  <a:cubicBezTo>
                    <a:pt x="22797" y="6049"/>
                    <a:pt x="29058" y="8724"/>
                    <a:pt x="34135" y="10457"/>
                  </a:cubicBezTo>
                  <a:cubicBezTo>
                    <a:pt x="39667" y="12372"/>
                    <a:pt x="32037" y="28846"/>
                    <a:pt x="31855" y="32463"/>
                  </a:cubicBezTo>
                  <a:cubicBezTo>
                    <a:pt x="31672" y="36597"/>
                    <a:pt x="40852" y="44712"/>
                    <a:pt x="45503" y="44074"/>
                  </a:cubicBezTo>
                  <a:cubicBezTo>
                    <a:pt x="54165" y="42889"/>
                    <a:pt x="59606" y="32038"/>
                    <a:pt x="69090" y="30335"/>
                  </a:cubicBezTo>
                  <a:cubicBezTo>
                    <a:pt x="77479" y="28846"/>
                    <a:pt x="87388" y="31703"/>
                    <a:pt x="92646" y="36566"/>
                  </a:cubicBezTo>
                  <a:cubicBezTo>
                    <a:pt x="97084" y="40670"/>
                    <a:pt x="98908" y="48634"/>
                    <a:pt x="107084" y="48725"/>
                  </a:cubicBezTo>
                  <a:cubicBezTo>
                    <a:pt x="112890" y="48816"/>
                    <a:pt x="114501" y="49910"/>
                    <a:pt x="116203" y="55229"/>
                  </a:cubicBezTo>
                  <a:cubicBezTo>
                    <a:pt x="117571" y="59606"/>
                    <a:pt x="117297" y="62555"/>
                    <a:pt x="122951" y="63436"/>
                  </a:cubicBezTo>
                  <a:cubicBezTo>
                    <a:pt x="129030" y="64378"/>
                    <a:pt x="139851" y="60944"/>
                    <a:pt x="145200" y="64622"/>
                  </a:cubicBezTo>
                  <a:cubicBezTo>
                    <a:pt x="148939" y="67205"/>
                    <a:pt x="153590" y="7158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33"/>
            <p:cNvSpPr/>
            <p:nvPr/>
          </p:nvSpPr>
          <p:spPr>
            <a:xfrm>
              <a:off x="2975000" y="442550"/>
              <a:ext cx="3962850" cy="1785000"/>
            </a:xfrm>
            <a:custGeom>
              <a:rect b="b" l="l" r="r" t="t"/>
              <a:pathLst>
                <a:path extrusionOk="0" fill="none" h="71400" w="158514">
                  <a:moveTo>
                    <a:pt x="0" y="1"/>
                  </a:moveTo>
                  <a:cubicBezTo>
                    <a:pt x="5411" y="2432"/>
                    <a:pt x="11307" y="3952"/>
                    <a:pt x="17052" y="4803"/>
                  </a:cubicBezTo>
                  <a:cubicBezTo>
                    <a:pt x="22949" y="5685"/>
                    <a:pt x="29028" y="8967"/>
                    <a:pt x="34682" y="9362"/>
                  </a:cubicBezTo>
                  <a:cubicBezTo>
                    <a:pt x="42007" y="9849"/>
                    <a:pt x="33557" y="28360"/>
                    <a:pt x="32858" y="31065"/>
                  </a:cubicBezTo>
                  <a:cubicBezTo>
                    <a:pt x="31308" y="36931"/>
                    <a:pt x="41095" y="43801"/>
                    <a:pt x="46141" y="42676"/>
                  </a:cubicBezTo>
                  <a:cubicBezTo>
                    <a:pt x="54925" y="40761"/>
                    <a:pt x="60731" y="31703"/>
                    <a:pt x="70245" y="29819"/>
                  </a:cubicBezTo>
                  <a:cubicBezTo>
                    <a:pt x="78451" y="28177"/>
                    <a:pt x="88573" y="30731"/>
                    <a:pt x="93497" y="35563"/>
                  </a:cubicBezTo>
                  <a:cubicBezTo>
                    <a:pt x="97753" y="39728"/>
                    <a:pt x="98969" y="48725"/>
                    <a:pt x="107419" y="48755"/>
                  </a:cubicBezTo>
                  <a:cubicBezTo>
                    <a:pt x="113163" y="48755"/>
                    <a:pt x="115018" y="49667"/>
                    <a:pt x="116872" y="54956"/>
                  </a:cubicBezTo>
                  <a:cubicBezTo>
                    <a:pt x="118331" y="59181"/>
                    <a:pt x="118027" y="61977"/>
                    <a:pt x="123559" y="62798"/>
                  </a:cubicBezTo>
                  <a:cubicBezTo>
                    <a:pt x="129638" y="63710"/>
                    <a:pt x="140459" y="60579"/>
                    <a:pt x="145504" y="64470"/>
                  </a:cubicBezTo>
                  <a:cubicBezTo>
                    <a:pt x="148939" y="67144"/>
                    <a:pt x="153802" y="7140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33"/>
            <p:cNvSpPr/>
            <p:nvPr/>
          </p:nvSpPr>
          <p:spPr>
            <a:xfrm>
              <a:off x="2975000" y="442550"/>
              <a:ext cx="3962100" cy="1781975"/>
            </a:xfrm>
            <a:custGeom>
              <a:rect b="b" l="l" r="r" t="t"/>
              <a:pathLst>
                <a:path extrusionOk="0" fill="none" h="71279" w="158484">
                  <a:moveTo>
                    <a:pt x="0" y="1"/>
                  </a:moveTo>
                  <a:cubicBezTo>
                    <a:pt x="5471" y="2402"/>
                    <a:pt x="11247" y="3922"/>
                    <a:pt x="17174" y="4560"/>
                  </a:cubicBezTo>
                  <a:cubicBezTo>
                    <a:pt x="23253" y="5198"/>
                    <a:pt x="29514" y="8420"/>
                    <a:pt x="35107" y="8177"/>
                  </a:cubicBezTo>
                  <a:cubicBezTo>
                    <a:pt x="44044" y="7782"/>
                    <a:pt x="35290" y="26718"/>
                    <a:pt x="34256" y="29089"/>
                  </a:cubicBezTo>
                  <a:cubicBezTo>
                    <a:pt x="31369" y="35959"/>
                    <a:pt x="40578" y="42980"/>
                    <a:pt x="46658" y="41247"/>
                  </a:cubicBezTo>
                  <a:cubicBezTo>
                    <a:pt x="55533" y="38785"/>
                    <a:pt x="61947" y="31490"/>
                    <a:pt x="71369" y="29180"/>
                  </a:cubicBezTo>
                  <a:cubicBezTo>
                    <a:pt x="79424" y="27174"/>
                    <a:pt x="89819" y="29697"/>
                    <a:pt x="94470" y="34439"/>
                  </a:cubicBezTo>
                  <a:cubicBezTo>
                    <a:pt x="98482" y="38573"/>
                    <a:pt x="99090" y="48785"/>
                    <a:pt x="107753" y="48694"/>
                  </a:cubicBezTo>
                  <a:cubicBezTo>
                    <a:pt x="113407" y="48634"/>
                    <a:pt x="115504" y="49424"/>
                    <a:pt x="117510" y="54652"/>
                  </a:cubicBezTo>
                  <a:cubicBezTo>
                    <a:pt x="119060" y="58694"/>
                    <a:pt x="118665" y="61400"/>
                    <a:pt x="124167" y="62160"/>
                  </a:cubicBezTo>
                  <a:cubicBezTo>
                    <a:pt x="130246" y="62980"/>
                    <a:pt x="140793" y="60245"/>
                    <a:pt x="145717" y="64257"/>
                  </a:cubicBezTo>
                  <a:cubicBezTo>
                    <a:pt x="149061" y="66962"/>
                    <a:pt x="153802" y="71278"/>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33"/>
            <p:cNvSpPr/>
            <p:nvPr/>
          </p:nvSpPr>
          <p:spPr>
            <a:xfrm>
              <a:off x="2975000" y="442550"/>
              <a:ext cx="3962850" cy="1781200"/>
            </a:xfrm>
            <a:custGeom>
              <a:rect b="b" l="l" r="r" t="t"/>
              <a:pathLst>
                <a:path extrusionOk="0" fill="none" h="71248" w="158514">
                  <a:moveTo>
                    <a:pt x="0" y="1"/>
                  </a:moveTo>
                  <a:cubicBezTo>
                    <a:pt x="5502" y="2371"/>
                    <a:pt x="11338" y="3830"/>
                    <a:pt x="17326" y="4347"/>
                  </a:cubicBezTo>
                  <a:cubicBezTo>
                    <a:pt x="23405" y="4833"/>
                    <a:pt x="29484" y="7478"/>
                    <a:pt x="35381" y="7083"/>
                  </a:cubicBezTo>
                  <a:cubicBezTo>
                    <a:pt x="46171" y="6384"/>
                    <a:pt x="37660" y="22007"/>
                    <a:pt x="36080" y="26718"/>
                  </a:cubicBezTo>
                  <a:cubicBezTo>
                    <a:pt x="34560" y="31247"/>
                    <a:pt x="33192" y="34591"/>
                    <a:pt x="37387" y="37934"/>
                  </a:cubicBezTo>
                  <a:cubicBezTo>
                    <a:pt x="40062" y="40032"/>
                    <a:pt x="43983" y="40913"/>
                    <a:pt x="47144" y="39940"/>
                  </a:cubicBezTo>
                  <a:cubicBezTo>
                    <a:pt x="52007" y="38421"/>
                    <a:pt x="55959" y="34864"/>
                    <a:pt x="60548" y="32524"/>
                  </a:cubicBezTo>
                  <a:cubicBezTo>
                    <a:pt x="64409" y="30579"/>
                    <a:pt x="68360" y="29758"/>
                    <a:pt x="72403" y="28512"/>
                  </a:cubicBezTo>
                  <a:cubicBezTo>
                    <a:pt x="80275" y="26080"/>
                    <a:pt x="91187" y="28724"/>
                    <a:pt x="95503" y="33314"/>
                  </a:cubicBezTo>
                  <a:cubicBezTo>
                    <a:pt x="99303" y="37296"/>
                    <a:pt x="99212" y="48877"/>
                    <a:pt x="108118" y="48694"/>
                  </a:cubicBezTo>
                  <a:cubicBezTo>
                    <a:pt x="113589" y="48573"/>
                    <a:pt x="115990" y="49302"/>
                    <a:pt x="118148" y="54409"/>
                  </a:cubicBezTo>
                  <a:cubicBezTo>
                    <a:pt x="119820" y="58299"/>
                    <a:pt x="119364" y="60974"/>
                    <a:pt x="124805" y="61612"/>
                  </a:cubicBezTo>
                  <a:cubicBezTo>
                    <a:pt x="130519" y="62281"/>
                    <a:pt x="141249" y="59819"/>
                    <a:pt x="145991" y="64135"/>
                  </a:cubicBezTo>
                  <a:cubicBezTo>
                    <a:pt x="149213" y="67023"/>
                    <a:pt x="153863" y="71248"/>
                    <a:pt x="158514" y="68695"/>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33"/>
            <p:cNvSpPr/>
            <p:nvPr/>
          </p:nvSpPr>
          <p:spPr>
            <a:xfrm>
              <a:off x="2975000" y="442550"/>
              <a:ext cx="3962100" cy="1777400"/>
            </a:xfrm>
            <a:custGeom>
              <a:rect b="b" l="l" r="r" t="t"/>
              <a:pathLst>
                <a:path extrusionOk="0" fill="none" h="71096" w="158484">
                  <a:moveTo>
                    <a:pt x="0" y="1"/>
                  </a:moveTo>
                  <a:cubicBezTo>
                    <a:pt x="5532" y="2341"/>
                    <a:pt x="11429" y="3739"/>
                    <a:pt x="17447" y="4104"/>
                  </a:cubicBezTo>
                  <a:cubicBezTo>
                    <a:pt x="23496" y="4469"/>
                    <a:pt x="29484" y="6596"/>
                    <a:pt x="35533" y="6049"/>
                  </a:cubicBezTo>
                  <a:cubicBezTo>
                    <a:pt x="47357" y="4955"/>
                    <a:pt x="40822" y="16809"/>
                    <a:pt x="38208" y="23983"/>
                  </a:cubicBezTo>
                  <a:cubicBezTo>
                    <a:pt x="36657" y="28329"/>
                    <a:pt x="33557" y="33253"/>
                    <a:pt x="37691" y="36962"/>
                  </a:cubicBezTo>
                  <a:cubicBezTo>
                    <a:pt x="40244" y="39272"/>
                    <a:pt x="44591" y="39636"/>
                    <a:pt x="47661" y="38603"/>
                  </a:cubicBezTo>
                  <a:cubicBezTo>
                    <a:pt x="52646" y="36931"/>
                    <a:pt x="56901" y="33557"/>
                    <a:pt x="61764" y="31460"/>
                  </a:cubicBezTo>
                  <a:cubicBezTo>
                    <a:pt x="65533" y="29819"/>
                    <a:pt x="69576" y="29150"/>
                    <a:pt x="73375" y="27721"/>
                  </a:cubicBezTo>
                  <a:cubicBezTo>
                    <a:pt x="80974" y="24864"/>
                    <a:pt x="92464" y="27721"/>
                    <a:pt x="96659" y="32068"/>
                  </a:cubicBezTo>
                  <a:cubicBezTo>
                    <a:pt x="100884" y="36445"/>
                    <a:pt x="98634" y="48512"/>
                    <a:pt x="108452" y="48664"/>
                  </a:cubicBezTo>
                  <a:cubicBezTo>
                    <a:pt x="114014" y="48755"/>
                    <a:pt x="116416" y="49150"/>
                    <a:pt x="118756" y="54105"/>
                  </a:cubicBezTo>
                  <a:cubicBezTo>
                    <a:pt x="120550" y="57874"/>
                    <a:pt x="120002" y="60488"/>
                    <a:pt x="125413" y="61035"/>
                  </a:cubicBezTo>
                  <a:cubicBezTo>
                    <a:pt x="131158" y="61643"/>
                    <a:pt x="141553" y="59454"/>
                    <a:pt x="146234" y="63922"/>
                  </a:cubicBezTo>
                  <a:cubicBezTo>
                    <a:pt x="149334" y="66871"/>
                    <a:pt x="153894" y="71096"/>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33"/>
            <p:cNvSpPr/>
            <p:nvPr/>
          </p:nvSpPr>
          <p:spPr>
            <a:xfrm>
              <a:off x="2975000" y="442550"/>
              <a:ext cx="3962850" cy="1775125"/>
            </a:xfrm>
            <a:custGeom>
              <a:rect b="b" l="l" r="r" t="t"/>
              <a:pathLst>
                <a:path extrusionOk="0" fill="none" h="71005" w="158514">
                  <a:moveTo>
                    <a:pt x="0" y="1"/>
                  </a:moveTo>
                  <a:cubicBezTo>
                    <a:pt x="5593" y="2311"/>
                    <a:pt x="11520" y="3648"/>
                    <a:pt x="17569" y="3861"/>
                  </a:cubicBezTo>
                  <a:cubicBezTo>
                    <a:pt x="23587" y="4074"/>
                    <a:pt x="29636" y="5837"/>
                    <a:pt x="35594" y="5046"/>
                  </a:cubicBezTo>
                  <a:cubicBezTo>
                    <a:pt x="47569" y="3466"/>
                    <a:pt x="43800" y="12280"/>
                    <a:pt x="40578" y="20974"/>
                  </a:cubicBezTo>
                  <a:cubicBezTo>
                    <a:pt x="39059" y="25107"/>
                    <a:pt x="34773" y="31916"/>
                    <a:pt x="38268" y="35867"/>
                  </a:cubicBezTo>
                  <a:cubicBezTo>
                    <a:pt x="40548" y="38451"/>
                    <a:pt x="45381" y="38208"/>
                    <a:pt x="48238" y="37296"/>
                  </a:cubicBezTo>
                  <a:cubicBezTo>
                    <a:pt x="53405" y="35624"/>
                    <a:pt x="57965" y="32281"/>
                    <a:pt x="63102" y="30366"/>
                  </a:cubicBezTo>
                  <a:cubicBezTo>
                    <a:pt x="66780" y="28968"/>
                    <a:pt x="70701" y="28420"/>
                    <a:pt x="74257" y="26840"/>
                  </a:cubicBezTo>
                  <a:cubicBezTo>
                    <a:pt x="81552" y="23588"/>
                    <a:pt x="94075" y="26779"/>
                    <a:pt x="97935" y="30791"/>
                  </a:cubicBezTo>
                  <a:cubicBezTo>
                    <a:pt x="101887" y="34895"/>
                    <a:pt x="98938" y="48542"/>
                    <a:pt x="108817" y="48664"/>
                  </a:cubicBezTo>
                  <a:cubicBezTo>
                    <a:pt x="114227" y="48694"/>
                    <a:pt x="116872" y="49029"/>
                    <a:pt x="119364" y="53801"/>
                  </a:cubicBezTo>
                  <a:cubicBezTo>
                    <a:pt x="121249" y="57448"/>
                    <a:pt x="120702" y="60032"/>
                    <a:pt x="126021" y="60518"/>
                  </a:cubicBezTo>
                  <a:cubicBezTo>
                    <a:pt x="131826" y="61035"/>
                    <a:pt x="141857" y="59120"/>
                    <a:pt x="146507" y="63771"/>
                  </a:cubicBezTo>
                  <a:cubicBezTo>
                    <a:pt x="149456" y="66719"/>
                    <a:pt x="153924" y="7100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33"/>
            <p:cNvSpPr/>
            <p:nvPr/>
          </p:nvSpPr>
          <p:spPr>
            <a:xfrm>
              <a:off x="2975000" y="442550"/>
              <a:ext cx="3962850" cy="1772850"/>
            </a:xfrm>
            <a:custGeom>
              <a:rect b="b" l="l" r="r" t="t"/>
              <a:pathLst>
                <a:path extrusionOk="0" fill="none" h="70914" w="158514">
                  <a:moveTo>
                    <a:pt x="0" y="1"/>
                  </a:moveTo>
                  <a:cubicBezTo>
                    <a:pt x="5623" y="2280"/>
                    <a:pt x="11611" y="3526"/>
                    <a:pt x="17690" y="3648"/>
                  </a:cubicBezTo>
                  <a:cubicBezTo>
                    <a:pt x="23648" y="3709"/>
                    <a:pt x="29636" y="5016"/>
                    <a:pt x="35563" y="4104"/>
                  </a:cubicBezTo>
                  <a:cubicBezTo>
                    <a:pt x="47022" y="2371"/>
                    <a:pt x="46627" y="7843"/>
                    <a:pt x="43101" y="17812"/>
                  </a:cubicBezTo>
                  <a:cubicBezTo>
                    <a:pt x="41733" y="21612"/>
                    <a:pt x="36232" y="30670"/>
                    <a:pt x="39028" y="34621"/>
                  </a:cubicBezTo>
                  <a:cubicBezTo>
                    <a:pt x="41004" y="37387"/>
                    <a:pt x="46293" y="36901"/>
                    <a:pt x="48968" y="35989"/>
                  </a:cubicBezTo>
                  <a:cubicBezTo>
                    <a:pt x="57235" y="33071"/>
                    <a:pt x="67235" y="29667"/>
                    <a:pt x="75108" y="25867"/>
                  </a:cubicBezTo>
                  <a:cubicBezTo>
                    <a:pt x="82008" y="22524"/>
                    <a:pt x="95655" y="25746"/>
                    <a:pt x="99303" y="29484"/>
                  </a:cubicBezTo>
                  <a:cubicBezTo>
                    <a:pt x="103042" y="33284"/>
                    <a:pt x="99546" y="48573"/>
                    <a:pt x="109242" y="48573"/>
                  </a:cubicBezTo>
                  <a:cubicBezTo>
                    <a:pt x="114379" y="48573"/>
                    <a:pt x="117328" y="48968"/>
                    <a:pt x="119942" y="53527"/>
                  </a:cubicBezTo>
                  <a:cubicBezTo>
                    <a:pt x="121948" y="57023"/>
                    <a:pt x="121340" y="59606"/>
                    <a:pt x="126629" y="60032"/>
                  </a:cubicBezTo>
                  <a:cubicBezTo>
                    <a:pt x="132495" y="60488"/>
                    <a:pt x="142130" y="58725"/>
                    <a:pt x="146751" y="63558"/>
                  </a:cubicBezTo>
                  <a:cubicBezTo>
                    <a:pt x="149608" y="66567"/>
                    <a:pt x="153985" y="70913"/>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33"/>
            <p:cNvSpPr/>
            <p:nvPr/>
          </p:nvSpPr>
          <p:spPr>
            <a:xfrm>
              <a:off x="2975000" y="442550"/>
              <a:ext cx="3962100" cy="1769800"/>
            </a:xfrm>
            <a:custGeom>
              <a:rect b="b" l="l" r="r" t="t"/>
              <a:pathLst>
                <a:path extrusionOk="0" fill="none" h="70792" w="158484">
                  <a:moveTo>
                    <a:pt x="0" y="1"/>
                  </a:moveTo>
                  <a:cubicBezTo>
                    <a:pt x="5654" y="2280"/>
                    <a:pt x="11703" y="3435"/>
                    <a:pt x="17812" y="3405"/>
                  </a:cubicBezTo>
                  <a:cubicBezTo>
                    <a:pt x="23709" y="3344"/>
                    <a:pt x="29606" y="4165"/>
                    <a:pt x="35502" y="3192"/>
                  </a:cubicBezTo>
                  <a:cubicBezTo>
                    <a:pt x="37660" y="2858"/>
                    <a:pt x="42463" y="1976"/>
                    <a:pt x="44621" y="2949"/>
                  </a:cubicBezTo>
                  <a:cubicBezTo>
                    <a:pt x="49545" y="5168"/>
                    <a:pt x="46840" y="10913"/>
                    <a:pt x="45624" y="14742"/>
                  </a:cubicBezTo>
                  <a:cubicBezTo>
                    <a:pt x="43557" y="21369"/>
                    <a:pt x="34135" y="40001"/>
                    <a:pt x="49819" y="34652"/>
                  </a:cubicBezTo>
                  <a:cubicBezTo>
                    <a:pt x="58299" y="31734"/>
                    <a:pt x="67935" y="28177"/>
                    <a:pt x="76050" y="24864"/>
                  </a:cubicBezTo>
                  <a:cubicBezTo>
                    <a:pt x="83072" y="21977"/>
                    <a:pt x="96051" y="24347"/>
                    <a:pt x="100762" y="28117"/>
                  </a:cubicBezTo>
                  <a:cubicBezTo>
                    <a:pt x="105716" y="32098"/>
                    <a:pt x="98908" y="48299"/>
                    <a:pt x="109698" y="48482"/>
                  </a:cubicBezTo>
                  <a:cubicBezTo>
                    <a:pt x="114653" y="48573"/>
                    <a:pt x="117753" y="48846"/>
                    <a:pt x="120458" y="53254"/>
                  </a:cubicBezTo>
                  <a:cubicBezTo>
                    <a:pt x="122586" y="56628"/>
                    <a:pt x="121948" y="59242"/>
                    <a:pt x="127176" y="59576"/>
                  </a:cubicBezTo>
                  <a:cubicBezTo>
                    <a:pt x="133133" y="60001"/>
                    <a:pt x="142404" y="58360"/>
                    <a:pt x="146963" y="63375"/>
                  </a:cubicBezTo>
                  <a:cubicBezTo>
                    <a:pt x="149699" y="66385"/>
                    <a:pt x="153985" y="70792"/>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33"/>
            <p:cNvSpPr/>
            <p:nvPr/>
          </p:nvSpPr>
          <p:spPr>
            <a:xfrm>
              <a:off x="2975000" y="442550"/>
              <a:ext cx="3963625" cy="1767525"/>
            </a:xfrm>
            <a:custGeom>
              <a:rect b="b" l="l" r="r" t="t"/>
              <a:pathLst>
                <a:path extrusionOk="0" fill="none" h="70701" w="158545">
                  <a:moveTo>
                    <a:pt x="0" y="1"/>
                  </a:moveTo>
                  <a:cubicBezTo>
                    <a:pt x="5715" y="2250"/>
                    <a:pt x="11794" y="3314"/>
                    <a:pt x="17934" y="3192"/>
                  </a:cubicBezTo>
                  <a:cubicBezTo>
                    <a:pt x="23770" y="2979"/>
                    <a:pt x="29575" y="3314"/>
                    <a:pt x="35411" y="2341"/>
                  </a:cubicBezTo>
                  <a:cubicBezTo>
                    <a:pt x="44439" y="791"/>
                    <a:pt x="50518" y="2371"/>
                    <a:pt x="48147" y="11916"/>
                  </a:cubicBezTo>
                  <a:cubicBezTo>
                    <a:pt x="46627" y="18086"/>
                    <a:pt x="34894" y="38725"/>
                    <a:pt x="50883" y="33253"/>
                  </a:cubicBezTo>
                  <a:cubicBezTo>
                    <a:pt x="59697" y="30244"/>
                    <a:pt x="68482" y="26688"/>
                    <a:pt x="77418" y="23922"/>
                  </a:cubicBezTo>
                  <a:cubicBezTo>
                    <a:pt x="84227" y="21794"/>
                    <a:pt x="97601" y="22585"/>
                    <a:pt x="102312" y="26779"/>
                  </a:cubicBezTo>
                  <a:cubicBezTo>
                    <a:pt x="107510" y="31399"/>
                    <a:pt x="99394" y="48056"/>
                    <a:pt x="110276" y="48330"/>
                  </a:cubicBezTo>
                  <a:cubicBezTo>
                    <a:pt x="115200" y="48451"/>
                    <a:pt x="117966" y="49181"/>
                    <a:pt x="120945" y="52889"/>
                  </a:cubicBezTo>
                  <a:cubicBezTo>
                    <a:pt x="123376" y="55928"/>
                    <a:pt x="122464" y="58877"/>
                    <a:pt x="127784" y="59150"/>
                  </a:cubicBezTo>
                  <a:cubicBezTo>
                    <a:pt x="133711" y="59454"/>
                    <a:pt x="142769" y="58026"/>
                    <a:pt x="147267" y="63223"/>
                  </a:cubicBezTo>
                  <a:cubicBezTo>
                    <a:pt x="149881" y="66202"/>
                    <a:pt x="154076" y="70701"/>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33"/>
            <p:cNvSpPr/>
            <p:nvPr/>
          </p:nvSpPr>
          <p:spPr>
            <a:xfrm>
              <a:off x="2975000" y="442550"/>
              <a:ext cx="3962850" cy="1765250"/>
            </a:xfrm>
            <a:custGeom>
              <a:rect b="b" l="l" r="r" t="t"/>
              <a:pathLst>
                <a:path extrusionOk="0" fill="none" h="70610" w="158514">
                  <a:moveTo>
                    <a:pt x="0" y="1"/>
                  </a:moveTo>
                  <a:cubicBezTo>
                    <a:pt x="5745" y="2219"/>
                    <a:pt x="11885" y="3223"/>
                    <a:pt x="18025" y="2949"/>
                  </a:cubicBezTo>
                  <a:cubicBezTo>
                    <a:pt x="23800" y="2645"/>
                    <a:pt x="29514" y="2493"/>
                    <a:pt x="35259" y="1490"/>
                  </a:cubicBezTo>
                  <a:cubicBezTo>
                    <a:pt x="38056" y="1004"/>
                    <a:pt x="42189" y="396"/>
                    <a:pt x="44986" y="1064"/>
                  </a:cubicBezTo>
                  <a:cubicBezTo>
                    <a:pt x="50183" y="2280"/>
                    <a:pt x="51065" y="4803"/>
                    <a:pt x="50487" y="9454"/>
                  </a:cubicBezTo>
                  <a:cubicBezTo>
                    <a:pt x="49728" y="14986"/>
                    <a:pt x="36627" y="36870"/>
                    <a:pt x="52068" y="31825"/>
                  </a:cubicBezTo>
                  <a:cubicBezTo>
                    <a:pt x="60944" y="28937"/>
                    <a:pt x="69910" y="25533"/>
                    <a:pt x="79029" y="23010"/>
                  </a:cubicBezTo>
                  <a:cubicBezTo>
                    <a:pt x="86111" y="21095"/>
                    <a:pt x="98969" y="21551"/>
                    <a:pt x="103893" y="25472"/>
                  </a:cubicBezTo>
                  <a:cubicBezTo>
                    <a:pt x="109212" y="29697"/>
                    <a:pt x="100093" y="47661"/>
                    <a:pt x="110823" y="48147"/>
                  </a:cubicBezTo>
                  <a:cubicBezTo>
                    <a:pt x="115595" y="48360"/>
                    <a:pt x="118422" y="49120"/>
                    <a:pt x="121431" y="52646"/>
                  </a:cubicBezTo>
                  <a:cubicBezTo>
                    <a:pt x="123923" y="55594"/>
                    <a:pt x="123103" y="58542"/>
                    <a:pt x="128300" y="58786"/>
                  </a:cubicBezTo>
                  <a:cubicBezTo>
                    <a:pt x="134288" y="59059"/>
                    <a:pt x="143042" y="57783"/>
                    <a:pt x="147480" y="63041"/>
                  </a:cubicBezTo>
                  <a:cubicBezTo>
                    <a:pt x="150003" y="65989"/>
                    <a:pt x="154076" y="7061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33"/>
            <p:cNvSpPr/>
            <p:nvPr/>
          </p:nvSpPr>
          <p:spPr>
            <a:xfrm>
              <a:off x="2975000" y="428125"/>
              <a:ext cx="3962850" cy="1777400"/>
            </a:xfrm>
            <a:custGeom>
              <a:rect b="b" l="l" r="r" t="t"/>
              <a:pathLst>
                <a:path extrusionOk="0" fill="none" h="71096" w="158514">
                  <a:moveTo>
                    <a:pt x="0" y="578"/>
                  </a:moveTo>
                  <a:cubicBezTo>
                    <a:pt x="5715" y="2705"/>
                    <a:pt x="12128" y="3769"/>
                    <a:pt x="18146" y="3313"/>
                  </a:cubicBezTo>
                  <a:cubicBezTo>
                    <a:pt x="23861" y="2888"/>
                    <a:pt x="29484" y="2219"/>
                    <a:pt x="35138" y="1246"/>
                  </a:cubicBezTo>
                  <a:cubicBezTo>
                    <a:pt x="42554" y="0"/>
                    <a:pt x="52281" y="1489"/>
                    <a:pt x="52585" y="7994"/>
                  </a:cubicBezTo>
                  <a:cubicBezTo>
                    <a:pt x="52767" y="12523"/>
                    <a:pt x="39211" y="35350"/>
                    <a:pt x="53436" y="30882"/>
                  </a:cubicBezTo>
                  <a:cubicBezTo>
                    <a:pt x="62372" y="28086"/>
                    <a:pt x="71673" y="25137"/>
                    <a:pt x="80914" y="22736"/>
                  </a:cubicBezTo>
                  <a:cubicBezTo>
                    <a:pt x="88604" y="20760"/>
                    <a:pt x="100032" y="21551"/>
                    <a:pt x="105443" y="24803"/>
                  </a:cubicBezTo>
                  <a:cubicBezTo>
                    <a:pt x="111674" y="28511"/>
                    <a:pt x="99941" y="47508"/>
                    <a:pt x="111431" y="48511"/>
                  </a:cubicBezTo>
                  <a:cubicBezTo>
                    <a:pt x="116081" y="48937"/>
                    <a:pt x="118847" y="49606"/>
                    <a:pt x="121887" y="52980"/>
                  </a:cubicBezTo>
                  <a:cubicBezTo>
                    <a:pt x="124440" y="55837"/>
                    <a:pt x="123741" y="58785"/>
                    <a:pt x="128787" y="58998"/>
                  </a:cubicBezTo>
                  <a:cubicBezTo>
                    <a:pt x="134836" y="59271"/>
                    <a:pt x="143316" y="58147"/>
                    <a:pt x="147723" y="63436"/>
                  </a:cubicBezTo>
                  <a:cubicBezTo>
                    <a:pt x="150125" y="66323"/>
                    <a:pt x="154106" y="71095"/>
                    <a:pt x="158514" y="6924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33"/>
            <p:cNvSpPr/>
            <p:nvPr/>
          </p:nvSpPr>
          <p:spPr>
            <a:xfrm>
              <a:off x="2975000" y="412925"/>
              <a:ext cx="3962850" cy="1789550"/>
            </a:xfrm>
            <a:custGeom>
              <a:rect b="b" l="l" r="r" t="t"/>
              <a:pathLst>
                <a:path extrusionOk="0" fill="none" h="71582" w="158514">
                  <a:moveTo>
                    <a:pt x="0" y="1186"/>
                  </a:moveTo>
                  <a:cubicBezTo>
                    <a:pt x="5745" y="3283"/>
                    <a:pt x="12219" y="4286"/>
                    <a:pt x="18238" y="3678"/>
                  </a:cubicBezTo>
                  <a:cubicBezTo>
                    <a:pt x="23891" y="3131"/>
                    <a:pt x="29454" y="1976"/>
                    <a:pt x="35046" y="1034"/>
                  </a:cubicBezTo>
                  <a:cubicBezTo>
                    <a:pt x="41308" y="0"/>
                    <a:pt x="52980" y="638"/>
                    <a:pt x="54317" y="7082"/>
                  </a:cubicBezTo>
                  <a:cubicBezTo>
                    <a:pt x="55260" y="11672"/>
                    <a:pt x="42159" y="33557"/>
                    <a:pt x="54895" y="29879"/>
                  </a:cubicBezTo>
                  <a:cubicBezTo>
                    <a:pt x="64044" y="27204"/>
                    <a:pt x="73588" y="24864"/>
                    <a:pt x="82950" y="22523"/>
                  </a:cubicBezTo>
                  <a:cubicBezTo>
                    <a:pt x="90488" y="20608"/>
                    <a:pt x="101248" y="21186"/>
                    <a:pt x="106932" y="24256"/>
                  </a:cubicBezTo>
                  <a:cubicBezTo>
                    <a:pt x="113862" y="27964"/>
                    <a:pt x="100762" y="47478"/>
                    <a:pt x="112069" y="48876"/>
                  </a:cubicBezTo>
                  <a:cubicBezTo>
                    <a:pt x="116264" y="49363"/>
                    <a:pt x="119729" y="49879"/>
                    <a:pt x="122343" y="53344"/>
                  </a:cubicBezTo>
                  <a:cubicBezTo>
                    <a:pt x="124562" y="56354"/>
                    <a:pt x="124653" y="59089"/>
                    <a:pt x="129273" y="59272"/>
                  </a:cubicBezTo>
                  <a:cubicBezTo>
                    <a:pt x="135352" y="59545"/>
                    <a:pt x="143620" y="58603"/>
                    <a:pt x="147936" y="63861"/>
                  </a:cubicBezTo>
                  <a:cubicBezTo>
                    <a:pt x="150277" y="66688"/>
                    <a:pt x="154137" y="71582"/>
                    <a:pt x="158514" y="6984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33"/>
            <p:cNvSpPr/>
            <p:nvPr/>
          </p:nvSpPr>
          <p:spPr>
            <a:xfrm>
              <a:off x="2975000" y="386325"/>
              <a:ext cx="3962850" cy="1813875"/>
            </a:xfrm>
            <a:custGeom>
              <a:rect b="b" l="l" r="r" t="t"/>
              <a:pathLst>
                <a:path extrusionOk="0" fill="none" h="72555" w="158514">
                  <a:moveTo>
                    <a:pt x="0" y="2250"/>
                  </a:moveTo>
                  <a:cubicBezTo>
                    <a:pt x="5806" y="4286"/>
                    <a:pt x="12371" y="5259"/>
                    <a:pt x="18390" y="4529"/>
                  </a:cubicBezTo>
                  <a:cubicBezTo>
                    <a:pt x="23982" y="3830"/>
                    <a:pt x="29423" y="2250"/>
                    <a:pt x="35046" y="1307"/>
                  </a:cubicBezTo>
                  <a:cubicBezTo>
                    <a:pt x="42767" y="0"/>
                    <a:pt x="52402" y="2067"/>
                    <a:pt x="55685" y="7174"/>
                  </a:cubicBezTo>
                  <a:cubicBezTo>
                    <a:pt x="57570" y="10183"/>
                    <a:pt x="46658" y="32159"/>
                    <a:pt x="56719" y="29271"/>
                  </a:cubicBezTo>
                  <a:cubicBezTo>
                    <a:pt x="65442" y="26748"/>
                    <a:pt x="75746" y="25077"/>
                    <a:pt x="85139" y="22736"/>
                  </a:cubicBezTo>
                  <a:cubicBezTo>
                    <a:pt x="92494" y="20882"/>
                    <a:pt x="102099" y="21338"/>
                    <a:pt x="108300" y="24317"/>
                  </a:cubicBezTo>
                  <a:cubicBezTo>
                    <a:pt x="116477" y="28207"/>
                    <a:pt x="101765" y="47873"/>
                    <a:pt x="112799" y="49636"/>
                  </a:cubicBezTo>
                  <a:cubicBezTo>
                    <a:pt x="116780" y="50275"/>
                    <a:pt x="120215" y="50852"/>
                    <a:pt x="122768" y="54165"/>
                  </a:cubicBezTo>
                  <a:cubicBezTo>
                    <a:pt x="125048" y="57083"/>
                    <a:pt x="125200" y="59849"/>
                    <a:pt x="129729" y="60032"/>
                  </a:cubicBezTo>
                  <a:cubicBezTo>
                    <a:pt x="135839" y="60336"/>
                    <a:pt x="143893" y="59545"/>
                    <a:pt x="148179" y="64773"/>
                  </a:cubicBezTo>
                  <a:cubicBezTo>
                    <a:pt x="150459" y="67539"/>
                    <a:pt x="154167" y="72555"/>
                    <a:pt x="158514" y="7091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33"/>
            <p:cNvSpPr/>
            <p:nvPr/>
          </p:nvSpPr>
          <p:spPr>
            <a:xfrm>
              <a:off x="2975000" y="367325"/>
              <a:ext cx="3962850" cy="1829825"/>
            </a:xfrm>
            <a:custGeom>
              <a:rect b="b" l="l" r="r" t="t"/>
              <a:pathLst>
                <a:path extrusionOk="0" fill="none" h="73193" w="158514">
                  <a:moveTo>
                    <a:pt x="0" y="3010"/>
                  </a:moveTo>
                  <a:cubicBezTo>
                    <a:pt x="5836" y="5016"/>
                    <a:pt x="12432" y="5897"/>
                    <a:pt x="18481" y="5046"/>
                  </a:cubicBezTo>
                  <a:cubicBezTo>
                    <a:pt x="24104" y="4286"/>
                    <a:pt x="29514" y="2067"/>
                    <a:pt x="35077" y="1216"/>
                  </a:cubicBezTo>
                  <a:cubicBezTo>
                    <a:pt x="43010" y="0"/>
                    <a:pt x="51703" y="2584"/>
                    <a:pt x="56719" y="7447"/>
                  </a:cubicBezTo>
                  <a:cubicBezTo>
                    <a:pt x="60123" y="10791"/>
                    <a:pt x="50335" y="30396"/>
                    <a:pt x="58998" y="28360"/>
                  </a:cubicBezTo>
                  <a:cubicBezTo>
                    <a:pt x="67722" y="26293"/>
                    <a:pt x="78056" y="25016"/>
                    <a:pt x="87357" y="22615"/>
                  </a:cubicBezTo>
                  <a:cubicBezTo>
                    <a:pt x="94531" y="20761"/>
                    <a:pt x="103224" y="21065"/>
                    <a:pt x="109546" y="24104"/>
                  </a:cubicBezTo>
                  <a:cubicBezTo>
                    <a:pt x="118209" y="28268"/>
                    <a:pt x="103376" y="47965"/>
                    <a:pt x="113559" y="50062"/>
                  </a:cubicBezTo>
                  <a:cubicBezTo>
                    <a:pt x="117328" y="50822"/>
                    <a:pt x="120671" y="51551"/>
                    <a:pt x="123194" y="54682"/>
                  </a:cubicBezTo>
                  <a:cubicBezTo>
                    <a:pt x="125474" y="57539"/>
                    <a:pt x="125717" y="60305"/>
                    <a:pt x="130155" y="60518"/>
                  </a:cubicBezTo>
                  <a:cubicBezTo>
                    <a:pt x="136295" y="60852"/>
                    <a:pt x="144137" y="60214"/>
                    <a:pt x="148392" y="65381"/>
                  </a:cubicBezTo>
                  <a:cubicBezTo>
                    <a:pt x="150611" y="68056"/>
                    <a:pt x="154228" y="73193"/>
                    <a:pt x="158514" y="7167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33"/>
            <p:cNvSpPr/>
            <p:nvPr/>
          </p:nvSpPr>
          <p:spPr>
            <a:xfrm>
              <a:off x="2975000" y="347575"/>
              <a:ext cx="3962850" cy="1845775"/>
            </a:xfrm>
            <a:custGeom>
              <a:rect b="b" l="l" r="r" t="t"/>
              <a:pathLst>
                <a:path extrusionOk="0" fill="none" h="73831" w="158514">
                  <a:moveTo>
                    <a:pt x="0" y="3800"/>
                  </a:moveTo>
                  <a:cubicBezTo>
                    <a:pt x="5867" y="5775"/>
                    <a:pt x="12554" y="6566"/>
                    <a:pt x="18602" y="5623"/>
                  </a:cubicBezTo>
                  <a:cubicBezTo>
                    <a:pt x="24256" y="4711"/>
                    <a:pt x="29575" y="1915"/>
                    <a:pt x="35229" y="1125"/>
                  </a:cubicBezTo>
                  <a:cubicBezTo>
                    <a:pt x="43284" y="0"/>
                    <a:pt x="51217" y="3404"/>
                    <a:pt x="57448" y="7903"/>
                  </a:cubicBezTo>
                  <a:cubicBezTo>
                    <a:pt x="62129" y="11247"/>
                    <a:pt x="59454" y="16353"/>
                    <a:pt x="58421" y="20852"/>
                  </a:cubicBezTo>
                  <a:cubicBezTo>
                    <a:pt x="57782" y="23587"/>
                    <a:pt x="56506" y="28420"/>
                    <a:pt x="61582" y="27599"/>
                  </a:cubicBezTo>
                  <a:cubicBezTo>
                    <a:pt x="70305" y="26171"/>
                    <a:pt x="80366" y="24925"/>
                    <a:pt x="89516" y="22493"/>
                  </a:cubicBezTo>
                  <a:cubicBezTo>
                    <a:pt x="96628" y="20639"/>
                    <a:pt x="104501" y="20700"/>
                    <a:pt x="110732" y="23952"/>
                  </a:cubicBezTo>
                  <a:cubicBezTo>
                    <a:pt x="119698" y="28663"/>
                    <a:pt x="104501" y="47600"/>
                    <a:pt x="114379" y="50487"/>
                  </a:cubicBezTo>
                  <a:cubicBezTo>
                    <a:pt x="117996" y="51551"/>
                    <a:pt x="121157" y="52250"/>
                    <a:pt x="123619" y="55229"/>
                  </a:cubicBezTo>
                  <a:cubicBezTo>
                    <a:pt x="125899" y="57995"/>
                    <a:pt x="126203" y="60791"/>
                    <a:pt x="130550" y="61065"/>
                  </a:cubicBezTo>
                  <a:cubicBezTo>
                    <a:pt x="136659" y="61399"/>
                    <a:pt x="144380" y="60913"/>
                    <a:pt x="148605" y="65989"/>
                  </a:cubicBezTo>
                  <a:cubicBezTo>
                    <a:pt x="150793" y="68603"/>
                    <a:pt x="154258" y="73831"/>
                    <a:pt x="158514" y="7246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33"/>
            <p:cNvSpPr/>
            <p:nvPr/>
          </p:nvSpPr>
          <p:spPr>
            <a:xfrm>
              <a:off x="2975000" y="324000"/>
              <a:ext cx="3962850" cy="1867075"/>
            </a:xfrm>
            <a:custGeom>
              <a:rect b="b" l="l" r="r" t="t"/>
              <a:pathLst>
                <a:path extrusionOk="0" fill="none" h="74683" w="158514">
                  <a:moveTo>
                    <a:pt x="0" y="4743"/>
                  </a:moveTo>
                  <a:cubicBezTo>
                    <a:pt x="5897" y="6688"/>
                    <a:pt x="12645" y="7387"/>
                    <a:pt x="18724" y="6323"/>
                  </a:cubicBezTo>
                  <a:cubicBezTo>
                    <a:pt x="24469" y="5290"/>
                    <a:pt x="29758" y="1977"/>
                    <a:pt x="35502" y="1156"/>
                  </a:cubicBezTo>
                  <a:cubicBezTo>
                    <a:pt x="43466" y="1"/>
                    <a:pt x="51460" y="4682"/>
                    <a:pt x="57934" y="8572"/>
                  </a:cubicBezTo>
                  <a:cubicBezTo>
                    <a:pt x="62858" y="11521"/>
                    <a:pt x="62099" y="15411"/>
                    <a:pt x="61339" y="20153"/>
                  </a:cubicBezTo>
                  <a:cubicBezTo>
                    <a:pt x="60883" y="22919"/>
                    <a:pt x="59576" y="27448"/>
                    <a:pt x="64378" y="27144"/>
                  </a:cubicBezTo>
                  <a:cubicBezTo>
                    <a:pt x="73223" y="26597"/>
                    <a:pt x="82737" y="24834"/>
                    <a:pt x="91643" y="22494"/>
                  </a:cubicBezTo>
                  <a:cubicBezTo>
                    <a:pt x="98817" y="20609"/>
                    <a:pt x="105747" y="20366"/>
                    <a:pt x="111856" y="23983"/>
                  </a:cubicBezTo>
                  <a:cubicBezTo>
                    <a:pt x="120519" y="29120"/>
                    <a:pt x="105990" y="47296"/>
                    <a:pt x="115230" y="51035"/>
                  </a:cubicBezTo>
                  <a:cubicBezTo>
                    <a:pt x="118543" y="52372"/>
                    <a:pt x="121705" y="53072"/>
                    <a:pt x="124045" y="55898"/>
                  </a:cubicBezTo>
                  <a:cubicBezTo>
                    <a:pt x="126325" y="58634"/>
                    <a:pt x="126659" y="61461"/>
                    <a:pt x="130914" y="61765"/>
                  </a:cubicBezTo>
                  <a:cubicBezTo>
                    <a:pt x="136994" y="62160"/>
                    <a:pt x="144593" y="61825"/>
                    <a:pt x="148818" y="66810"/>
                  </a:cubicBezTo>
                  <a:cubicBezTo>
                    <a:pt x="150945" y="69364"/>
                    <a:pt x="154289" y="74683"/>
                    <a:pt x="158514" y="73406"/>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33"/>
            <p:cNvSpPr/>
            <p:nvPr/>
          </p:nvSpPr>
          <p:spPr>
            <a:xfrm>
              <a:off x="2975000" y="297425"/>
              <a:ext cx="3962850" cy="1890625"/>
            </a:xfrm>
            <a:custGeom>
              <a:rect b="b" l="l" r="r" t="t"/>
              <a:pathLst>
                <a:path extrusionOk="0" fill="none" h="75625" w="158514">
                  <a:moveTo>
                    <a:pt x="0" y="5806"/>
                  </a:moveTo>
                  <a:cubicBezTo>
                    <a:pt x="5927" y="7690"/>
                    <a:pt x="12918" y="8450"/>
                    <a:pt x="18815" y="7173"/>
                  </a:cubicBezTo>
                  <a:cubicBezTo>
                    <a:pt x="24530" y="5927"/>
                    <a:pt x="30122" y="2128"/>
                    <a:pt x="35928" y="1216"/>
                  </a:cubicBezTo>
                  <a:cubicBezTo>
                    <a:pt x="43648" y="0"/>
                    <a:pt x="52494" y="5593"/>
                    <a:pt x="58178" y="9392"/>
                  </a:cubicBezTo>
                  <a:cubicBezTo>
                    <a:pt x="62585" y="12310"/>
                    <a:pt x="64226" y="14347"/>
                    <a:pt x="64074" y="19940"/>
                  </a:cubicBezTo>
                  <a:cubicBezTo>
                    <a:pt x="64014" y="22797"/>
                    <a:pt x="62828" y="26839"/>
                    <a:pt x="67296" y="27022"/>
                  </a:cubicBezTo>
                  <a:cubicBezTo>
                    <a:pt x="76081" y="27417"/>
                    <a:pt x="85199" y="24560"/>
                    <a:pt x="93589" y="22584"/>
                  </a:cubicBezTo>
                  <a:cubicBezTo>
                    <a:pt x="100975" y="20851"/>
                    <a:pt x="106598" y="19879"/>
                    <a:pt x="112920" y="24165"/>
                  </a:cubicBezTo>
                  <a:cubicBezTo>
                    <a:pt x="121188" y="29788"/>
                    <a:pt x="107753" y="47113"/>
                    <a:pt x="116142" y="51673"/>
                  </a:cubicBezTo>
                  <a:cubicBezTo>
                    <a:pt x="119030" y="53223"/>
                    <a:pt x="122221" y="54013"/>
                    <a:pt x="124501" y="56718"/>
                  </a:cubicBezTo>
                  <a:cubicBezTo>
                    <a:pt x="126781" y="59423"/>
                    <a:pt x="127115" y="62281"/>
                    <a:pt x="131279" y="62615"/>
                  </a:cubicBezTo>
                  <a:cubicBezTo>
                    <a:pt x="137358" y="63101"/>
                    <a:pt x="144836" y="62828"/>
                    <a:pt x="149030" y="67752"/>
                  </a:cubicBezTo>
                  <a:cubicBezTo>
                    <a:pt x="151158" y="70244"/>
                    <a:pt x="154350" y="75624"/>
                    <a:pt x="158514" y="7446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33"/>
            <p:cNvSpPr/>
            <p:nvPr/>
          </p:nvSpPr>
          <p:spPr>
            <a:xfrm>
              <a:off x="2975000" y="270050"/>
              <a:ext cx="3962100" cy="1914200"/>
            </a:xfrm>
            <a:custGeom>
              <a:rect b="b" l="l" r="r" t="t"/>
              <a:pathLst>
                <a:path extrusionOk="0" fill="none" h="76568" w="158484">
                  <a:moveTo>
                    <a:pt x="0" y="6901"/>
                  </a:moveTo>
                  <a:cubicBezTo>
                    <a:pt x="5988" y="8785"/>
                    <a:pt x="13040" y="9484"/>
                    <a:pt x="18937" y="8025"/>
                  </a:cubicBezTo>
                  <a:cubicBezTo>
                    <a:pt x="24803" y="6627"/>
                    <a:pt x="30396" y="2402"/>
                    <a:pt x="36414" y="1338"/>
                  </a:cubicBezTo>
                  <a:cubicBezTo>
                    <a:pt x="44013" y="1"/>
                    <a:pt x="52463" y="6688"/>
                    <a:pt x="58208" y="10244"/>
                  </a:cubicBezTo>
                  <a:cubicBezTo>
                    <a:pt x="62676" y="13010"/>
                    <a:pt x="65138" y="14925"/>
                    <a:pt x="66476" y="20092"/>
                  </a:cubicBezTo>
                  <a:cubicBezTo>
                    <a:pt x="67235" y="22980"/>
                    <a:pt x="65868" y="26536"/>
                    <a:pt x="70214" y="27144"/>
                  </a:cubicBezTo>
                  <a:cubicBezTo>
                    <a:pt x="78695" y="28329"/>
                    <a:pt x="87753" y="24104"/>
                    <a:pt x="95351" y="22646"/>
                  </a:cubicBezTo>
                  <a:cubicBezTo>
                    <a:pt x="102950" y="21187"/>
                    <a:pt x="107327" y="19150"/>
                    <a:pt x="113893" y="24408"/>
                  </a:cubicBezTo>
                  <a:cubicBezTo>
                    <a:pt x="121309" y="30366"/>
                    <a:pt x="109668" y="47023"/>
                    <a:pt x="117084" y="52251"/>
                  </a:cubicBezTo>
                  <a:cubicBezTo>
                    <a:pt x="119577" y="54014"/>
                    <a:pt x="122586" y="54956"/>
                    <a:pt x="125018" y="57418"/>
                  </a:cubicBezTo>
                  <a:cubicBezTo>
                    <a:pt x="127419" y="59880"/>
                    <a:pt x="127145" y="63011"/>
                    <a:pt x="131614" y="63436"/>
                  </a:cubicBezTo>
                  <a:cubicBezTo>
                    <a:pt x="137602" y="64014"/>
                    <a:pt x="144988" y="63832"/>
                    <a:pt x="149213" y="68695"/>
                  </a:cubicBezTo>
                  <a:cubicBezTo>
                    <a:pt x="151310" y="71126"/>
                    <a:pt x="154410" y="76567"/>
                    <a:pt x="158483" y="755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33"/>
            <p:cNvSpPr/>
            <p:nvPr/>
          </p:nvSpPr>
          <p:spPr>
            <a:xfrm>
              <a:off x="2975000" y="244975"/>
              <a:ext cx="3962100" cy="1937000"/>
            </a:xfrm>
            <a:custGeom>
              <a:rect b="b" l="l" r="r" t="t"/>
              <a:pathLst>
                <a:path extrusionOk="0" fill="none" h="77480" w="158484">
                  <a:moveTo>
                    <a:pt x="0" y="7904"/>
                  </a:moveTo>
                  <a:cubicBezTo>
                    <a:pt x="6019" y="9758"/>
                    <a:pt x="13162" y="10366"/>
                    <a:pt x="19058" y="8815"/>
                  </a:cubicBezTo>
                  <a:cubicBezTo>
                    <a:pt x="25077" y="7204"/>
                    <a:pt x="30730" y="2554"/>
                    <a:pt x="36992" y="1429"/>
                  </a:cubicBezTo>
                  <a:cubicBezTo>
                    <a:pt x="44773" y="1"/>
                    <a:pt x="52038" y="7296"/>
                    <a:pt x="58086" y="10974"/>
                  </a:cubicBezTo>
                  <a:cubicBezTo>
                    <a:pt x="62463" y="13618"/>
                    <a:pt x="66111" y="15806"/>
                    <a:pt x="68482" y="20457"/>
                  </a:cubicBezTo>
                  <a:cubicBezTo>
                    <a:pt x="69910" y="23253"/>
                    <a:pt x="69090" y="26475"/>
                    <a:pt x="73041" y="27387"/>
                  </a:cubicBezTo>
                  <a:cubicBezTo>
                    <a:pt x="81005" y="29180"/>
                    <a:pt x="90002" y="23679"/>
                    <a:pt x="96841" y="22615"/>
                  </a:cubicBezTo>
                  <a:cubicBezTo>
                    <a:pt x="104622" y="21399"/>
                    <a:pt x="107692" y="18360"/>
                    <a:pt x="114714" y="24621"/>
                  </a:cubicBezTo>
                  <a:cubicBezTo>
                    <a:pt x="121917" y="31065"/>
                    <a:pt x="111552" y="46780"/>
                    <a:pt x="118087" y="52767"/>
                  </a:cubicBezTo>
                  <a:cubicBezTo>
                    <a:pt x="120124" y="54682"/>
                    <a:pt x="123224" y="55807"/>
                    <a:pt x="125443" y="58178"/>
                  </a:cubicBezTo>
                  <a:cubicBezTo>
                    <a:pt x="127784" y="60640"/>
                    <a:pt x="127632" y="63771"/>
                    <a:pt x="131918" y="64257"/>
                  </a:cubicBezTo>
                  <a:cubicBezTo>
                    <a:pt x="137905" y="64956"/>
                    <a:pt x="145170" y="64804"/>
                    <a:pt x="149425" y="69576"/>
                  </a:cubicBezTo>
                  <a:cubicBezTo>
                    <a:pt x="151523" y="71947"/>
                    <a:pt x="154471" y="77479"/>
                    <a:pt x="158483" y="765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33"/>
            <p:cNvSpPr/>
            <p:nvPr/>
          </p:nvSpPr>
          <p:spPr>
            <a:xfrm>
              <a:off x="2975000" y="222950"/>
              <a:ext cx="3962100" cy="1955225"/>
            </a:xfrm>
            <a:custGeom>
              <a:rect b="b" l="l" r="r" t="t"/>
              <a:pathLst>
                <a:path extrusionOk="0" fill="none" h="78209" w="158484">
                  <a:moveTo>
                    <a:pt x="0" y="8785"/>
                  </a:moveTo>
                  <a:cubicBezTo>
                    <a:pt x="6079" y="10608"/>
                    <a:pt x="13313" y="11155"/>
                    <a:pt x="19180" y="9453"/>
                  </a:cubicBezTo>
                  <a:cubicBezTo>
                    <a:pt x="25289" y="7690"/>
                    <a:pt x="31125" y="2584"/>
                    <a:pt x="37569" y="1459"/>
                  </a:cubicBezTo>
                  <a:cubicBezTo>
                    <a:pt x="45776" y="0"/>
                    <a:pt x="51642" y="7630"/>
                    <a:pt x="57874" y="11520"/>
                  </a:cubicBezTo>
                  <a:cubicBezTo>
                    <a:pt x="62099" y="14134"/>
                    <a:pt x="67175" y="16596"/>
                    <a:pt x="70123" y="20882"/>
                  </a:cubicBezTo>
                  <a:cubicBezTo>
                    <a:pt x="71886" y="23466"/>
                    <a:pt x="72190" y="26688"/>
                    <a:pt x="75625" y="27569"/>
                  </a:cubicBezTo>
                  <a:cubicBezTo>
                    <a:pt x="83193" y="29484"/>
                    <a:pt x="91339" y="23374"/>
                    <a:pt x="97996" y="22371"/>
                  </a:cubicBezTo>
                  <a:cubicBezTo>
                    <a:pt x="106051" y="21186"/>
                    <a:pt x="108391" y="17630"/>
                    <a:pt x="115473" y="24773"/>
                  </a:cubicBezTo>
                  <a:cubicBezTo>
                    <a:pt x="122039" y="31369"/>
                    <a:pt x="113528" y="46475"/>
                    <a:pt x="119060" y="53101"/>
                  </a:cubicBezTo>
                  <a:cubicBezTo>
                    <a:pt x="120732" y="55107"/>
                    <a:pt x="123802" y="56475"/>
                    <a:pt x="125869" y="58785"/>
                  </a:cubicBezTo>
                  <a:cubicBezTo>
                    <a:pt x="128088" y="61247"/>
                    <a:pt x="128057" y="64348"/>
                    <a:pt x="132191" y="64925"/>
                  </a:cubicBezTo>
                  <a:cubicBezTo>
                    <a:pt x="138179" y="65746"/>
                    <a:pt x="145352" y="65594"/>
                    <a:pt x="149608" y="70305"/>
                  </a:cubicBezTo>
                  <a:cubicBezTo>
                    <a:pt x="151705" y="72615"/>
                    <a:pt x="154502" y="78208"/>
                    <a:pt x="158483" y="7744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33"/>
            <p:cNvSpPr/>
            <p:nvPr/>
          </p:nvSpPr>
          <p:spPr>
            <a:xfrm>
              <a:off x="2975000" y="197875"/>
              <a:ext cx="3962850" cy="1976500"/>
            </a:xfrm>
            <a:custGeom>
              <a:rect b="b" l="l" r="r" t="t"/>
              <a:pathLst>
                <a:path extrusionOk="0" fill="none" h="79060" w="158514">
                  <a:moveTo>
                    <a:pt x="0" y="9788"/>
                  </a:moveTo>
                  <a:cubicBezTo>
                    <a:pt x="6110" y="11551"/>
                    <a:pt x="13222" y="11824"/>
                    <a:pt x="19301" y="10244"/>
                  </a:cubicBezTo>
                  <a:cubicBezTo>
                    <a:pt x="26080" y="8450"/>
                    <a:pt x="31369" y="3040"/>
                    <a:pt x="38208" y="1642"/>
                  </a:cubicBezTo>
                  <a:cubicBezTo>
                    <a:pt x="46384" y="0"/>
                    <a:pt x="51855" y="8207"/>
                    <a:pt x="57600" y="12098"/>
                  </a:cubicBezTo>
                  <a:cubicBezTo>
                    <a:pt x="61886" y="14985"/>
                    <a:pt x="67296" y="17478"/>
                    <a:pt x="71065" y="21368"/>
                  </a:cubicBezTo>
                  <a:cubicBezTo>
                    <a:pt x="73315" y="23678"/>
                    <a:pt x="74743" y="27113"/>
                    <a:pt x="77904" y="27903"/>
                  </a:cubicBezTo>
                  <a:cubicBezTo>
                    <a:pt x="84865" y="29575"/>
                    <a:pt x="91978" y="23648"/>
                    <a:pt x="98847" y="22280"/>
                  </a:cubicBezTo>
                  <a:cubicBezTo>
                    <a:pt x="107419" y="20517"/>
                    <a:pt x="109850" y="17903"/>
                    <a:pt x="116233" y="25077"/>
                  </a:cubicBezTo>
                  <a:cubicBezTo>
                    <a:pt x="122069" y="31642"/>
                    <a:pt x="115656" y="46536"/>
                    <a:pt x="120154" y="53557"/>
                  </a:cubicBezTo>
                  <a:cubicBezTo>
                    <a:pt x="121492" y="55624"/>
                    <a:pt x="124471" y="57235"/>
                    <a:pt x="126325" y="59484"/>
                  </a:cubicBezTo>
                  <a:cubicBezTo>
                    <a:pt x="128422" y="61977"/>
                    <a:pt x="128544" y="65047"/>
                    <a:pt x="132495" y="65685"/>
                  </a:cubicBezTo>
                  <a:cubicBezTo>
                    <a:pt x="138392" y="66658"/>
                    <a:pt x="145565" y="66506"/>
                    <a:pt x="149851" y="71187"/>
                  </a:cubicBezTo>
                  <a:cubicBezTo>
                    <a:pt x="151918" y="73466"/>
                    <a:pt x="154593" y="79059"/>
                    <a:pt x="158514" y="7845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33"/>
            <p:cNvSpPr/>
            <p:nvPr/>
          </p:nvSpPr>
          <p:spPr>
            <a:xfrm>
              <a:off x="2975000" y="180400"/>
              <a:ext cx="3962850" cy="1990925"/>
            </a:xfrm>
            <a:custGeom>
              <a:rect b="b" l="l" r="r" t="t"/>
              <a:pathLst>
                <a:path extrusionOk="0" fill="none" h="79637" w="158514">
                  <a:moveTo>
                    <a:pt x="0" y="10487"/>
                  </a:moveTo>
                  <a:cubicBezTo>
                    <a:pt x="6171" y="12219"/>
                    <a:pt x="13374" y="12371"/>
                    <a:pt x="19453" y="10699"/>
                  </a:cubicBezTo>
                  <a:cubicBezTo>
                    <a:pt x="26384" y="8754"/>
                    <a:pt x="31764" y="2979"/>
                    <a:pt x="38876" y="1611"/>
                  </a:cubicBezTo>
                  <a:cubicBezTo>
                    <a:pt x="47265" y="0"/>
                    <a:pt x="51946" y="8025"/>
                    <a:pt x="57418" y="12280"/>
                  </a:cubicBezTo>
                  <a:cubicBezTo>
                    <a:pt x="61582" y="15532"/>
                    <a:pt x="67083" y="17994"/>
                    <a:pt x="71460" y="21490"/>
                  </a:cubicBezTo>
                  <a:cubicBezTo>
                    <a:pt x="74166" y="23678"/>
                    <a:pt x="76597" y="27143"/>
                    <a:pt x="79789" y="27812"/>
                  </a:cubicBezTo>
                  <a:cubicBezTo>
                    <a:pt x="86172" y="29149"/>
                    <a:pt x="92950" y="23374"/>
                    <a:pt x="99364" y="21733"/>
                  </a:cubicBezTo>
                  <a:cubicBezTo>
                    <a:pt x="107723" y="19605"/>
                    <a:pt x="111218" y="17934"/>
                    <a:pt x="117024" y="25137"/>
                  </a:cubicBezTo>
                  <a:cubicBezTo>
                    <a:pt x="122100" y="31460"/>
                    <a:pt x="117784" y="46475"/>
                    <a:pt x="121249" y="53679"/>
                  </a:cubicBezTo>
                  <a:cubicBezTo>
                    <a:pt x="122708" y="56718"/>
                    <a:pt x="129060" y="65472"/>
                    <a:pt x="132769" y="66171"/>
                  </a:cubicBezTo>
                  <a:cubicBezTo>
                    <a:pt x="138605" y="67296"/>
                    <a:pt x="145748" y="67114"/>
                    <a:pt x="150033" y="71764"/>
                  </a:cubicBezTo>
                  <a:cubicBezTo>
                    <a:pt x="152100" y="73983"/>
                    <a:pt x="154684" y="79637"/>
                    <a:pt x="158514" y="7915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33"/>
            <p:cNvSpPr/>
            <p:nvPr/>
          </p:nvSpPr>
          <p:spPr>
            <a:xfrm>
              <a:off x="2975000" y="165200"/>
              <a:ext cx="3962850" cy="2002325"/>
            </a:xfrm>
            <a:custGeom>
              <a:rect b="b" l="l" r="r" t="t"/>
              <a:pathLst>
                <a:path extrusionOk="0" fill="none" h="80093" w="158514">
                  <a:moveTo>
                    <a:pt x="0" y="11095"/>
                  </a:moveTo>
                  <a:cubicBezTo>
                    <a:pt x="6201" y="12797"/>
                    <a:pt x="13496" y="12858"/>
                    <a:pt x="19575" y="11064"/>
                  </a:cubicBezTo>
                  <a:cubicBezTo>
                    <a:pt x="26688" y="8967"/>
                    <a:pt x="32128" y="2857"/>
                    <a:pt x="39545" y="1520"/>
                  </a:cubicBezTo>
                  <a:cubicBezTo>
                    <a:pt x="47965" y="0"/>
                    <a:pt x="52402" y="7599"/>
                    <a:pt x="57326" y="12280"/>
                  </a:cubicBezTo>
                  <a:cubicBezTo>
                    <a:pt x="61096" y="15867"/>
                    <a:pt x="66840" y="18329"/>
                    <a:pt x="71491" y="21490"/>
                  </a:cubicBezTo>
                  <a:cubicBezTo>
                    <a:pt x="74470" y="23496"/>
                    <a:pt x="77600" y="26870"/>
                    <a:pt x="81157" y="27387"/>
                  </a:cubicBezTo>
                  <a:cubicBezTo>
                    <a:pt x="87449" y="28268"/>
                    <a:pt x="93832" y="22827"/>
                    <a:pt x="99607" y="21034"/>
                  </a:cubicBezTo>
                  <a:cubicBezTo>
                    <a:pt x="107814" y="18450"/>
                    <a:pt x="112677" y="17812"/>
                    <a:pt x="117875" y="25137"/>
                  </a:cubicBezTo>
                  <a:cubicBezTo>
                    <a:pt x="120306" y="28602"/>
                    <a:pt x="119364" y="34773"/>
                    <a:pt x="119759" y="39423"/>
                  </a:cubicBezTo>
                  <a:cubicBezTo>
                    <a:pt x="120185" y="44256"/>
                    <a:pt x="120914" y="49697"/>
                    <a:pt x="122343" y="53679"/>
                  </a:cubicBezTo>
                  <a:cubicBezTo>
                    <a:pt x="123498" y="56810"/>
                    <a:pt x="129425" y="65746"/>
                    <a:pt x="133042" y="66536"/>
                  </a:cubicBezTo>
                  <a:cubicBezTo>
                    <a:pt x="138817" y="67782"/>
                    <a:pt x="145930" y="67600"/>
                    <a:pt x="150246" y="72220"/>
                  </a:cubicBezTo>
                  <a:cubicBezTo>
                    <a:pt x="152313" y="74409"/>
                    <a:pt x="154745" y="80093"/>
                    <a:pt x="158514" y="7975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33"/>
            <p:cNvSpPr/>
            <p:nvPr/>
          </p:nvSpPr>
          <p:spPr>
            <a:xfrm>
              <a:off x="2975000" y="150750"/>
              <a:ext cx="3962850" cy="2014500"/>
            </a:xfrm>
            <a:custGeom>
              <a:rect b="b" l="l" r="r" t="t"/>
              <a:pathLst>
                <a:path extrusionOk="0" fill="none" h="80580" w="158514">
                  <a:moveTo>
                    <a:pt x="0" y="11673"/>
                  </a:moveTo>
                  <a:cubicBezTo>
                    <a:pt x="6262" y="13344"/>
                    <a:pt x="13830" y="13588"/>
                    <a:pt x="19727" y="11429"/>
                  </a:cubicBezTo>
                  <a:cubicBezTo>
                    <a:pt x="26566" y="8907"/>
                    <a:pt x="32767" y="2676"/>
                    <a:pt x="40244" y="1399"/>
                  </a:cubicBezTo>
                  <a:cubicBezTo>
                    <a:pt x="48573" y="1"/>
                    <a:pt x="53162" y="6900"/>
                    <a:pt x="57478" y="12159"/>
                  </a:cubicBezTo>
                  <a:cubicBezTo>
                    <a:pt x="61825" y="17417"/>
                    <a:pt x="74318" y="25807"/>
                    <a:pt x="81917" y="26749"/>
                  </a:cubicBezTo>
                  <a:cubicBezTo>
                    <a:pt x="87692" y="27448"/>
                    <a:pt x="94379" y="22159"/>
                    <a:pt x="99637" y="20244"/>
                  </a:cubicBezTo>
                  <a:cubicBezTo>
                    <a:pt x="108178" y="17144"/>
                    <a:pt x="114045" y="17873"/>
                    <a:pt x="118787" y="25199"/>
                  </a:cubicBezTo>
                  <a:cubicBezTo>
                    <a:pt x="121066" y="28694"/>
                    <a:pt x="119607" y="34895"/>
                    <a:pt x="120215" y="39515"/>
                  </a:cubicBezTo>
                  <a:cubicBezTo>
                    <a:pt x="120853" y="44348"/>
                    <a:pt x="122373" y="49394"/>
                    <a:pt x="123498" y="53649"/>
                  </a:cubicBezTo>
                  <a:cubicBezTo>
                    <a:pt x="124349" y="56962"/>
                    <a:pt x="129729" y="65989"/>
                    <a:pt x="133316" y="66871"/>
                  </a:cubicBezTo>
                  <a:cubicBezTo>
                    <a:pt x="139000" y="68300"/>
                    <a:pt x="146112" y="68087"/>
                    <a:pt x="150459" y="72677"/>
                  </a:cubicBezTo>
                  <a:cubicBezTo>
                    <a:pt x="152495" y="74835"/>
                    <a:pt x="154836" y="80579"/>
                    <a:pt x="158514" y="803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33"/>
            <p:cNvSpPr/>
            <p:nvPr/>
          </p:nvSpPr>
          <p:spPr>
            <a:xfrm>
              <a:off x="2975000" y="138600"/>
              <a:ext cx="3962100" cy="2022075"/>
            </a:xfrm>
            <a:custGeom>
              <a:rect b="b" l="l" r="r" t="t"/>
              <a:pathLst>
                <a:path extrusionOk="0" fill="none" h="80883" w="158484">
                  <a:moveTo>
                    <a:pt x="0" y="12159"/>
                  </a:moveTo>
                  <a:cubicBezTo>
                    <a:pt x="6322" y="13800"/>
                    <a:pt x="13952" y="13952"/>
                    <a:pt x="19849" y="11672"/>
                  </a:cubicBezTo>
                  <a:cubicBezTo>
                    <a:pt x="26900" y="8937"/>
                    <a:pt x="33162" y="2462"/>
                    <a:pt x="40974" y="1247"/>
                  </a:cubicBezTo>
                  <a:cubicBezTo>
                    <a:pt x="48876" y="0"/>
                    <a:pt x="54530" y="5806"/>
                    <a:pt x="58026" y="11855"/>
                  </a:cubicBezTo>
                  <a:cubicBezTo>
                    <a:pt x="61521" y="17873"/>
                    <a:pt x="74500" y="25138"/>
                    <a:pt x="82069" y="25928"/>
                  </a:cubicBezTo>
                  <a:cubicBezTo>
                    <a:pt x="87449" y="26505"/>
                    <a:pt x="94774" y="21186"/>
                    <a:pt x="99637" y="19362"/>
                  </a:cubicBezTo>
                  <a:cubicBezTo>
                    <a:pt x="108178" y="16080"/>
                    <a:pt x="115321" y="17782"/>
                    <a:pt x="119759" y="25107"/>
                  </a:cubicBezTo>
                  <a:cubicBezTo>
                    <a:pt x="121948" y="28724"/>
                    <a:pt x="119790" y="34803"/>
                    <a:pt x="120580" y="39545"/>
                  </a:cubicBezTo>
                  <a:cubicBezTo>
                    <a:pt x="121370" y="44348"/>
                    <a:pt x="123771" y="48937"/>
                    <a:pt x="124623" y="53497"/>
                  </a:cubicBezTo>
                  <a:cubicBezTo>
                    <a:pt x="125291" y="56992"/>
                    <a:pt x="130003" y="66050"/>
                    <a:pt x="133559" y="67053"/>
                  </a:cubicBezTo>
                  <a:cubicBezTo>
                    <a:pt x="139152" y="68603"/>
                    <a:pt x="146355" y="68451"/>
                    <a:pt x="150672" y="72980"/>
                  </a:cubicBezTo>
                  <a:cubicBezTo>
                    <a:pt x="152708" y="75108"/>
                    <a:pt x="154897" y="80883"/>
                    <a:pt x="158483" y="80822"/>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33"/>
            <p:cNvSpPr/>
            <p:nvPr/>
          </p:nvSpPr>
          <p:spPr>
            <a:xfrm>
              <a:off x="2975000" y="124150"/>
              <a:ext cx="3962100" cy="2034250"/>
            </a:xfrm>
            <a:custGeom>
              <a:rect b="b" l="l" r="r" t="t"/>
              <a:pathLst>
                <a:path extrusionOk="0" fill="none" h="81370" w="158484">
                  <a:moveTo>
                    <a:pt x="0" y="12737"/>
                  </a:moveTo>
                  <a:cubicBezTo>
                    <a:pt x="6383" y="14348"/>
                    <a:pt x="13861" y="14226"/>
                    <a:pt x="20001" y="12007"/>
                  </a:cubicBezTo>
                  <a:cubicBezTo>
                    <a:pt x="27721" y="9241"/>
                    <a:pt x="33283" y="2432"/>
                    <a:pt x="41673" y="1186"/>
                  </a:cubicBezTo>
                  <a:cubicBezTo>
                    <a:pt x="49515" y="1"/>
                    <a:pt x="55807" y="4530"/>
                    <a:pt x="58877" y="11551"/>
                  </a:cubicBezTo>
                  <a:cubicBezTo>
                    <a:pt x="61886" y="18481"/>
                    <a:pt x="74378" y="24560"/>
                    <a:pt x="81704" y="25199"/>
                  </a:cubicBezTo>
                  <a:cubicBezTo>
                    <a:pt x="87114" y="25624"/>
                    <a:pt x="94774" y="20244"/>
                    <a:pt x="99607" y="18573"/>
                  </a:cubicBezTo>
                  <a:cubicBezTo>
                    <a:pt x="108118" y="15655"/>
                    <a:pt x="116628" y="17721"/>
                    <a:pt x="120853" y="25199"/>
                  </a:cubicBezTo>
                  <a:cubicBezTo>
                    <a:pt x="123012" y="29029"/>
                    <a:pt x="119972" y="34895"/>
                    <a:pt x="120853" y="39758"/>
                  </a:cubicBezTo>
                  <a:cubicBezTo>
                    <a:pt x="121735" y="44561"/>
                    <a:pt x="125139" y="48512"/>
                    <a:pt x="125778" y="53406"/>
                  </a:cubicBezTo>
                  <a:cubicBezTo>
                    <a:pt x="126294" y="57205"/>
                    <a:pt x="130276" y="66172"/>
                    <a:pt x="133863" y="67297"/>
                  </a:cubicBezTo>
                  <a:cubicBezTo>
                    <a:pt x="139334" y="68999"/>
                    <a:pt x="146568" y="68908"/>
                    <a:pt x="150884" y="73406"/>
                  </a:cubicBezTo>
                  <a:cubicBezTo>
                    <a:pt x="153438" y="76051"/>
                    <a:pt x="154684" y="80428"/>
                    <a:pt x="158483" y="8137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33"/>
            <p:cNvSpPr/>
            <p:nvPr/>
          </p:nvSpPr>
          <p:spPr>
            <a:xfrm>
              <a:off x="2975000" y="108200"/>
              <a:ext cx="3962850" cy="2050975"/>
            </a:xfrm>
            <a:custGeom>
              <a:rect b="b" l="l" r="r" t="t"/>
              <a:pathLst>
                <a:path extrusionOk="0" fill="none" h="82039" w="158514">
                  <a:moveTo>
                    <a:pt x="0" y="13375"/>
                  </a:moveTo>
                  <a:cubicBezTo>
                    <a:pt x="6474" y="14986"/>
                    <a:pt x="14013" y="14712"/>
                    <a:pt x="20183" y="12432"/>
                  </a:cubicBezTo>
                  <a:cubicBezTo>
                    <a:pt x="28116" y="9454"/>
                    <a:pt x="33709" y="2493"/>
                    <a:pt x="42402" y="1156"/>
                  </a:cubicBezTo>
                  <a:cubicBezTo>
                    <a:pt x="50092" y="1"/>
                    <a:pt x="57418" y="4043"/>
                    <a:pt x="59819" y="11217"/>
                  </a:cubicBezTo>
                  <a:cubicBezTo>
                    <a:pt x="62190" y="18390"/>
                    <a:pt x="73862" y="24104"/>
                    <a:pt x="81035" y="24439"/>
                  </a:cubicBezTo>
                  <a:cubicBezTo>
                    <a:pt x="86780" y="24743"/>
                    <a:pt x="94318" y="19454"/>
                    <a:pt x="99607" y="17934"/>
                  </a:cubicBezTo>
                  <a:cubicBezTo>
                    <a:pt x="108452" y="15381"/>
                    <a:pt x="117844" y="17873"/>
                    <a:pt x="122009" y="25350"/>
                  </a:cubicBezTo>
                  <a:cubicBezTo>
                    <a:pt x="124227" y="29332"/>
                    <a:pt x="120154" y="35047"/>
                    <a:pt x="121066" y="40092"/>
                  </a:cubicBezTo>
                  <a:cubicBezTo>
                    <a:pt x="121978" y="44925"/>
                    <a:pt x="126507" y="48512"/>
                    <a:pt x="126963" y="53406"/>
                  </a:cubicBezTo>
                  <a:cubicBezTo>
                    <a:pt x="127297" y="57205"/>
                    <a:pt x="130459" y="66172"/>
                    <a:pt x="134167" y="67570"/>
                  </a:cubicBezTo>
                  <a:cubicBezTo>
                    <a:pt x="139304" y="69485"/>
                    <a:pt x="146842" y="69424"/>
                    <a:pt x="151128" y="73862"/>
                  </a:cubicBezTo>
                  <a:cubicBezTo>
                    <a:pt x="153650" y="76537"/>
                    <a:pt x="154805" y="80883"/>
                    <a:pt x="158514" y="8203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33"/>
            <p:cNvSpPr/>
            <p:nvPr/>
          </p:nvSpPr>
          <p:spPr>
            <a:xfrm>
              <a:off x="2975000" y="89975"/>
              <a:ext cx="3962850" cy="2068425"/>
            </a:xfrm>
            <a:custGeom>
              <a:rect b="b" l="l" r="r" t="t"/>
              <a:pathLst>
                <a:path extrusionOk="0" fill="none" h="82737" w="158514">
                  <a:moveTo>
                    <a:pt x="0" y="14104"/>
                  </a:moveTo>
                  <a:cubicBezTo>
                    <a:pt x="6535" y="15684"/>
                    <a:pt x="14347" y="15502"/>
                    <a:pt x="20335" y="12918"/>
                  </a:cubicBezTo>
                  <a:cubicBezTo>
                    <a:pt x="27995" y="9575"/>
                    <a:pt x="34439" y="2644"/>
                    <a:pt x="43101" y="1216"/>
                  </a:cubicBezTo>
                  <a:cubicBezTo>
                    <a:pt x="50639" y="0"/>
                    <a:pt x="58299" y="3435"/>
                    <a:pt x="60822" y="10882"/>
                  </a:cubicBezTo>
                  <a:cubicBezTo>
                    <a:pt x="63436" y="18572"/>
                    <a:pt x="72190" y="23587"/>
                    <a:pt x="80184" y="23769"/>
                  </a:cubicBezTo>
                  <a:cubicBezTo>
                    <a:pt x="86415" y="23921"/>
                    <a:pt x="93862" y="18663"/>
                    <a:pt x="99759" y="17417"/>
                  </a:cubicBezTo>
                  <a:cubicBezTo>
                    <a:pt x="107875" y="15715"/>
                    <a:pt x="119394" y="17234"/>
                    <a:pt x="123224" y="25593"/>
                  </a:cubicBezTo>
                  <a:cubicBezTo>
                    <a:pt x="125413" y="30396"/>
                    <a:pt x="120367" y="35350"/>
                    <a:pt x="121279" y="40578"/>
                  </a:cubicBezTo>
                  <a:cubicBezTo>
                    <a:pt x="122100" y="45381"/>
                    <a:pt x="127723" y="48937"/>
                    <a:pt x="128118" y="53496"/>
                  </a:cubicBezTo>
                  <a:cubicBezTo>
                    <a:pt x="128422" y="57174"/>
                    <a:pt x="130762" y="66262"/>
                    <a:pt x="134501" y="67873"/>
                  </a:cubicBezTo>
                  <a:cubicBezTo>
                    <a:pt x="139456" y="70001"/>
                    <a:pt x="147085" y="69971"/>
                    <a:pt x="151340" y="74408"/>
                  </a:cubicBezTo>
                  <a:cubicBezTo>
                    <a:pt x="153894" y="77083"/>
                    <a:pt x="154897" y="81430"/>
                    <a:pt x="158514" y="8273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33"/>
            <p:cNvSpPr/>
            <p:nvPr/>
          </p:nvSpPr>
          <p:spPr>
            <a:xfrm>
              <a:off x="2975000" y="69450"/>
              <a:ext cx="3962850" cy="2089725"/>
            </a:xfrm>
            <a:custGeom>
              <a:rect b="b" l="l" r="r" t="t"/>
              <a:pathLst>
                <a:path extrusionOk="0" fill="none" h="83589" w="158514">
                  <a:moveTo>
                    <a:pt x="0" y="14925"/>
                  </a:moveTo>
                  <a:cubicBezTo>
                    <a:pt x="6626" y="16475"/>
                    <a:pt x="14529" y="16201"/>
                    <a:pt x="20517" y="13496"/>
                  </a:cubicBezTo>
                  <a:cubicBezTo>
                    <a:pt x="28359" y="9940"/>
                    <a:pt x="34925" y="3010"/>
                    <a:pt x="43800" y="1338"/>
                  </a:cubicBezTo>
                  <a:cubicBezTo>
                    <a:pt x="51126" y="0"/>
                    <a:pt x="59454" y="3010"/>
                    <a:pt x="61916" y="10517"/>
                  </a:cubicBezTo>
                  <a:cubicBezTo>
                    <a:pt x="64500" y="18359"/>
                    <a:pt x="70853" y="23223"/>
                    <a:pt x="79272" y="23131"/>
                  </a:cubicBezTo>
                  <a:cubicBezTo>
                    <a:pt x="86020" y="23071"/>
                    <a:pt x="93254" y="17934"/>
                    <a:pt x="100032" y="17052"/>
                  </a:cubicBezTo>
                  <a:cubicBezTo>
                    <a:pt x="108574" y="15958"/>
                    <a:pt x="120489" y="17630"/>
                    <a:pt x="124471" y="25989"/>
                  </a:cubicBezTo>
                  <a:cubicBezTo>
                    <a:pt x="126902" y="31065"/>
                    <a:pt x="120671" y="35776"/>
                    <a:pt x="121492" y="41186"/>
                  </a:cubicBezTo>
                  <a:cubicBezTo>
                    <a:pt x="122221" y="46050"/>
                    <a:pt x="128878" y="49393"/>
                    <a:pt x="129243" y="53740"/>
                  </a:cubicBezTo>
                  <a:cubicBezTo>
                    <a:pt x="129516" y="57357"/>
                    <a:pt x="131127" y="66445"/>
                    <a:pt x="134896" y="68238"/>
                  </a:cubicBezTo>
                  <a:cubicBezTo>
                    <a:pt x="139699" y="70549"/>
                    <a:pt x="147359" y="70670"/>
                    <a:pt x="151584" y="75077"/>
                  </a:cubicBezTo>
                  <a:cubicBezTo>
                    <a:pt x="154137" y="77752"/>
                    <a:pt x="154988" y="82068"/>
                    <a:pt x="158514" y="8358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33"/>
            <p:cNvSpPr/>
            <p:nvPr/>
          </p:nvSpPr>
          <p:spPr>
            <a:xfrm>
              <a:off x="2975000" y="45125"/>
              <a:ext cx="3962850" cy="2114050"/>
            </a:xfrm>
            <a:custGeom>
              <a:rect b="b" l="l" r="r" t="t"/>
              <a:pathLst>
                <a:path extrusionOk="0" fill="none" h="84562" w="158514">
                  <a:moveTo>
                    <a:pt x="0" y="15898"/>
                  </a:moveTo>
                  <a:cubicBezTo>
                    <a:pt x="6991" y="17478"/>
                    <a:pt x="14651" y="16809"/>
                    <a:pt x="20700" y="14226"/>
                  </a:cubicBezTo>
                  <a:cubicBezTo>
                    <a:pt x="28511" y="10913"/>
                    <a:pt x="35350" y="3527"/>
                    <a:pt x="44439" y="1551"/>
                  </a:cubicBezTo>
                  <a:cubicBezTo>
                    <a:pt x="51612" y="1"/>
                    <a:pt x="60579" y="2736"/>
                    <a:pt x="63041" y="10214"/>
                  </a:cubicBezTo>
                  <a:cubicBezTo>
                    <a:pt x="65564" y="17934"/>
                    <a:pt x="69515" y="22949"/>
                    <a:pt x="78391" y="22645"/>
                  </a:cubicBezTo>
                  <a:cubicBezTo>
                    <a:pt x="85716" y="22372"/>
                    <a:pt x="93072" y="17417"/>
                    <a:pt x="100488" y="16931"/>
                  </a:cubicBezTo>
                  <a:cubicBezTo>
                    <a:pt x="109273" y="16323"/>
                    <a:pt x="121431" y="18208"/>
                    <a:pt x="125717" y="26536"/>
                  </a:cubicBezTo>
                  <a:cubicBezTo>
                    <a:pt x="128544" y="31946"/>
                    <a:pt x="121036" y="36415"/>
                    <a:pt x="121735" y="41916"/>
                  </a:cubicBezTo>
                  <a:cubicBezTo>
                    <a:pt x="122343" y="46871"/>
                    <a:pt x="129881" y="49971"/>
                    <a:pt x="130276" y="54105"/>
                  </a:cubicBezTo>
                  <a:cubicBezTo>
                    <a:pt x="130641" y="57631"/>
                    <a:pt x="131431" y="66628"/>
                    <a:pt x="135322" y="68664"/>
                  </a:cubicBezTo>
                  <a:cubicBezTo>
                    <a:pt x="140124" y="71157"/>
                    <a:pt x="147632" y="71461"/>
                    <a:pt x="151796" y="75868"/>
                  </a:cubicBezTo>
                  <a:cubicBezTo>
                    <a:pt x="154350" y="78573"/>
                    <a:pt x="155109" y="82859"/>
                    <a:pt x="158514" y="8456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33"/>
            <p:cNvSpPr/>
            <p:nvPr/>
          </p:nvSpPr>
          <p:spPr>
            <a:xfrm>
              <a:off x="2975000" y="20825"/>
              <a:ext cx="3962850" cy="2138350"/>
            </a:xfrm>
            <a:custGeom>
              <a:rect b="b" l="l" r="r" t="t"/>
              <a:pathLst>
                <a:path extrusionOk="0" fill="none" h="85534" w="158514">
                  <a:moveTo>
                    <a:pt x="0" y="16870"/>
                  </a:moveTo>
                  <a:cubicBezTo>
                    <a:pt x="7082" y="18420"/>
                    <a:pt x="14833" y="17629"/>
                    <a:pt x="20912" y="14955"/>
                  </a:cubicBezTo>
                  <a:cubicBezTo>
                    <a:pt x="28876" y="11459"/>
                    <a:pt x="35776" y="3951"/>
                    <a:pt x="45047" y="1702"/>
                  </a:cubicBezTo>
                  <a:cubicBezTo>
                    <a:pt x="52068" y="0"/>
                    <a:pt x="61703" y="2371"/>
                    <a:pt x="64166" y="9818"/>
                  </a:cubicBezTo>
                  <a:cubicBezTo>
                    <a:pt x="66567" y="16991"/>
                    <a:pt x="68877" y="22645"/>
                    <a:pt x="77722" y="22128"/>
                  </a:cubicBezTo>
                  <a:cubicBezTo>
                    <a:pt x="85503" y="21672"/>
                    <a:pt x="93133" y="16961"/>
                    <a:pt x="101127" y="16809"/>
                  </a:cubicBezTo>
                  <a:cubicBezTo>
                    <a:pt x="110063" y="16657"/>
                    <a:pt x="122161" y="18693"/>
                    <a:pt x="126963" y="27083"/>
                  </a:cubicBezTo>
                  <a:cubicBezTo>
                    <a:pt x="130276" y="32858"/>
                    <a:pt x="121705" y="37052"/>
                    <a:pt x="122161" y="42615"/>
                  </a:cubicBezTo>
                  <a:cubicBezTo>
                    <a:pt x="122616" y="47782"/>
                    <a:pt x="130762" y="50518"/>
                    <a:pt x="131279" y="54530"/>
                  </a:cubicBezTo>
                  <a:cubicBezTo>
                    <a:pt x="131735" y="57934"/>
                    <a:pt x="131796" y="66931"/>
                    <a:pt x="135778" y="69089"/>
                  </a:cubicBezTo>
                  <a:cubicBezTo>
                    <a:pt x="140550" y="71703"/>
                    <a:pt x="147936" y="72250"/>
                    <a:pt x="152039" y="76658"/>
                  </a:cubicBezTo>
                  <a:cubicBezTo>
                    <a:pt x="154593" y="79393"/>
                    <a:pt x="155231" y="83649"/>
                    <a:pt x="158514" y="8553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9" name="Google Shape;5529;p33"/>
          <p:cNvGrpSpPr/>
          <p:nvPr/>
        </p:nvGrpSpPr>
        <p:grpSpPr>
          <a:xfrm rot="-7744632">
            <a:off x="6546552" y="2260460"/>
            <a:ext cx="5752714" cy="4696087"/>
            <a:chOff x="2975000" y="20825"/>
            <a:chExt cx="3963625" cy="2500050"/>
          </a:xfrm>
        </p:grpSpPr>
        <p:sp>
          <p:nvSpPr>
            <p:cNvPr id="5530" name="Google Shape;5530;p33"/>
            <p:cNvSpPr/>
            <p:nvPr/>
          </p:nvSpPr>
          <p:spPr>
            <a:xfrm>
              <a:off x="2975000" y="442550"/>
              <a:ext cx="3962850" cy="2078325"/>
            </a:xfrm>
            <a:custGeom>
              <a:rect b="b" l="l" r="r" t="t"/>
              <a:pathLst>
                <a:path extrusionOk="0" fill="none" h="83133" w="158514">
                  <a:moveTo>
                    <a:pt x="0" y="1"/>
                  </a:moveTo>
                  <a:cubicBezTo>
                    <a:pt x="4347" y="3071"/>
                    <a:pt x="9423" y="6171"/>
                    <a:pt x="12797" y="10122"/>
                  </a:cubicBezTo>
                  <a:cubicBezTo>
                    <a:pt x="18025" y="16232"/>
                    <a:pt x="11095" y="25411"/>
                    <a:pt x="18298" y="31369"/>
                  </a:cubicBezTo>
                  <a:cubicBezTo>
                    <a:pt x="23952" y="36050"/>
                    <a:pt x="23982" y="41612"/>
                    <a:pt x="23283" y="48269"/>
                  </a:cubicBezTo>
                  <a:cubicBezTo>
                    <a:pt x="22706" y="53497"/>
                    <a:pt x="22463" y="62494"/>
                    <a:pt x="29028" y="64044"/>
                  </a:cubicBezTo>
                  <a:cubicBezTo>
                    <a:pt x="35776" y="65655"/>
                    <a:pt x="41186" y="60913"/>
                    <a:pt x="45624" y="56567"/>
                  </a:cubicBezTo>
                  <a:cubicBezTo>
                    <a:pt x="51855" y="50457"/>
                    <a:pt x="63466" y="46202"/>
                    <a:pt x="71825" y="49515"/>
                  </a:cubicBezTo>
                  <a:cubicBezTo>
                    <a:pt x="79211" y="52463"/>
                    <a:pt x="89728" y="48421"/>
                    <a:pt x="96598" y="51430"/>
                  </a:cubicBezTo>
                  <a:cubicBezTo>
                    <a:pt x="100762" y="53284"/>
                    <a:pt x="101035" y="58390"/>
                    <a:pt x="102343" y="62646"/>
                  </a:cubicBezTo>
                  <a:cubicBezTo>
                    <a:pt x="104197" y="68603"/>
                    <a:pt x="108938" y="75564"/>
                    <a:pt x="114106" y="78482"/>
                  </a:cubicBezTo>
                  <a:cubicBezTo>
                    <a:pt x="122343" y="83132"/>
                    <a:pt x="130914" y="70610"/>
                    <a:pt x="138909" y="69151"/>
                  </a:cubicBezTo>
                  <a:cubicBezTo>
                    <a:pt x="145474" y="67935"/>
                    <a:pt x="152435" y="73892"/>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33"/>
            <p:cNvSpPr/>
            <p:nvPr/>
          </p:nvSpPr>
          <p:spPr>
            <a:xfrm>
              <a:off x="2975000" y="442550"/>
              <a:ext cx="3962850" cy="2057800"/>
            </a:xfrm>
            <a:custGeom>
              <a:rect b="b" l="l" r="r" t="t"/>
              <a:pathLst>
                <a:path extrusionOk="0" fill="none" h="82312" w="158514">
                  <a:moveTo>
                    <a:pt x="0" y="1"/>
                  </a:moveTo>
                  <a:cubicBezTo>
                    <a:pt x="4408" y="3040"/>
                    <a:pt x="9392" y="6049"/>
                    <a:pt x="13040" y="9879"/>
                  </a:cubicBezTo>
                  <a:cubicBezTo>
                    <a:pt x="18602" y="15654"/>
                    <a:pt x="11733" y="24955"/>
                    <a:pt x="18694" y="30609"/>
                  </a:cubicBezTo>
                  <a:cubicBezTo>
                    <a:pt x="24408" y="35259"/>
                    <a:pt x="25077" y="40153"/>
                    <a:pt x="24317" y="46901"/>
                  </a:cubicBezTo>
                  <a:cubicBezTo>
                    <a:pt x="23739" y="52129"/>
                    <a:pt x="23131" y="61248"/>
                    <a:pt x="29849" y="62919"/>
                  </a:cubicBezTo>
                  <a:cubicBezTo>
                    <a:pt x="36870" y="64652"/>
                    <a:pt x="41794" y="59606"/>
                    <a:pt x="46627" y="55503"/>
                  </a:cubicBezTo>
                  <a:cubicBezTo>
                    <a:pt x="53557" y="49606"/>
                    <a:pt x="63983" y="44712"/>
                    <a:pt x="72798" y="48634"/>
                  </a:cubicBezTo>
                  <a:cubicBezTo>
                    <a:pt x="80123" y="51886"/>
                    <a:pt x="90245" y="48208"/>
                    <a:pt x="97266" y="51187"/>
                  </a:cubicBezTo>
                  <a:cubicBezTo>
                    <a:pt x="101522" y="52980"/>
                    <a:pt x="101674" y="58026"/>
                    <a:pt x="102890" y="62251"/>
                  </a:cubicBezTo>
                  <a:cubicBezTo>
                    <a:pt x="104561" y="68087"/>
                    <a:pt x="109303" y="75078"/>
                    <a:pt x="114440" y="77844"/>
                  </a:cubicBezTo>
                  <a:cubicBezTo>
                    <a:pt x="122799" y="82312"/>
                    <a:pt x="131097" y="70032"/>
                    <a:pt x="139243" y="68877"/>
                  </a:cubicBezTo>
                  <a:cubicBezTo>
                    <a:pt x="145656" y="67935"/>
                    <a:pt x="152495" y="73771"/>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33"/>
            <p:cNvSpPr/>
            <p:nvPr/>
          </p:nvSpPr>
          <p:spPr>
            <a:xfrm>
              <a:off x="2975000" y="442550"/>
              <a:ext cx="3962850" cy="2035775"/>
            </a:xfrm>
            <a:custGeom>
              <a:rect b="b" l="l" r="r" t="t"/>
              <a:pathLst>
                <a:path extrusionOk="0" fill="none" h="81431" w="158514">
                  <a:moveTo>
                    <a:pt x="0" y="1"/>
                  </a:moveTo>
                  <a:cubicBezTo>
                    <a:pt x="4468" y="3040"/>
                    <a:pt x="9362" y="5958"/>
                    <a:pt x="13313" y="9606"/>
                  </a:cubicBezTo>
                  <a:cubicBezTo>
                    <a:pt x="19210" y="15077"/>
                    <a:pt x="12432" y="24469"/>
                    <a:pt x="19089" y="29849"/>
                  </a:cubicBezTo>
                  <a:cubicBezTo>
                    <a:pt x="24803" y="34469"/>
                    <a:pt x="26019" y="38694"/>
                    <a:pt x="25350" y="45564"/>
                  </a:cubicBezTo>
                  <a:cubicBezTo>
                    <a:pt x="24833" y="50822"/>
                    <a:pt x="23739" y="60001"/>
                    <a:pt x="30609" y="61795"/>
                  </a:cubicBezTo>
                  <a:cubicBezTo>
                    <a:pt x="37691" y="63649"/>
                    <a:pt x="42797" y="58299"/>
                    <a:pt x="47813" y="54378"/>
                  </a:cubicBezTo>
                  <a:cubicBezTo>
                    <a:pt x="55989" y="47995"/>
                    <a:pt x="63345" y="43375"/>
                    <a:pt x="73801" y="47752"/>
                  </a:cubicBezTo>
                  <a:cubicBezTo>
                    <a:pt x="81704" y="51065"/>
                    <a:pt x="90762" y="48026"/>
                    <a:pt x="97966" y="50944"/>
                  </a:cubicBezTo>
                  <a:cubicBezTo>
                    <a:pt x="102282" y="52707"/>
                    <a:pt x="102343" y="57631"/>
                    <a:pt x="103437" y="61825"/>
                  </a:cubicBezTo>
                  <a:cubicBezTo>
                    <a:pt x="104957" y="67570"/>
                    <a:pt x="109637" y="74531"/>
                    <a:pt x="114774" y="77145"/>
                  </a:cubicBezTo>
                  <a:cubicBezTo>
                    <a:pt x="123285" y="81430"/>
                    <a:pt x="131310" y="69454"/>
                    <a:pt x="139577" y="68573"/>
                  </a:cubicBezTo>
                  <a:cubicBezTo>
                    <a:pt x="145869" y="67904"/>
                    <a:pt x="152587" y="73649"/>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33"/>
            <p:cNvSpPr/>
            <p:nvPr/>
          </p:nvSpPr>
          <p:spPr>
            <a:xfrm>
              <a:off x="2975000" y="442550"/>
              <a:ext cx="3962850" cy="2014500"/>
            </a:xfrm>
            <a:custGeom>
              <a:rect b="b" l="l" r="r" t="t"/>
              <a:pathLst>
                <a:path extrusionOk="0" fill="none" h="80580" w="158514">
                  <a:moveTo>
                    <a:pt x="0" y="1"/>
                  </a:moveTo>
                  <a:cubicBezTo>
                    <a:pt x="4560" y="3010"/>
                    <a:pt x="9392" y="5897"/>
                    <a:pt x="13526" y="9393"/>
                  </a:cubicBezTo>
                  <a:cubicBezTo>
                    <a:pt x="19666" y="14469"/>
                    <a:pt x="13162" y="23952"/>
                    <a:pt x="19484" y="29150"/>
                  </a:cubicBezTo>
                  <a:cubicBezTo>
                    <a:pt x="24560" y="33314"/>
                    <a:pt x="27235" y="37509"/>
                    <a:pt x="26323" y="44348"/>
                  </a:cubicBezTo>
                  <a:cubicBezTo>
                    <a:pt x="25563" y="49728"/>
                    <a:pt x="24317" y="58846"/>
                    <a:pt x="31308" y="60792"/>
                  </a:cubicBezTo>
                  <a:cubicBezTo>
                    <a:pt x="38390" y="62737"/>
                    <a:pt x="43770" y="57296"/>
                    <a:pt x="48998" y="53375"/>
                  </a:cubicBezTo>
                  <a:cubicBezTo>
                    <a:pt x="57813" y="46688"/>
                    <a:pt x="63892" y="42129"/>
                    <a:pt x="74743" y="47023"/>
                  </a:cubicBezTo>
                  <a:cubicBezTo>
                    <a:pt x="82433" y="50488"/>
                    <a:pt x="91248" y="47995"/>
                    <a:pt x="98604" y="50761"/>
                  </a:cubicBezTo>
                  <a:cubicBezTo>
                    <a:pt x="103042" y="52372"/>
                    <a:pt x="103011" y="57266"/>
                    <a:pt x="104014" y="61430"/>
                  </a:cubicBezTo>
                  <a:cubicBezTo>
                    <a:pt x="105382" y="67084"/>
                    <a:pt x="109941" y="74014"/>
                    <a:pt x="115109" y="76445"/>
                  </a:cubicBezTo>
                  <a:cubicBezTo>
                    <a:pt x="123802" y="80579"/>
                    <a:pt x="132100" y="68299"/>
                    <a:pt x="139912" y="68330"/>
                  </a:cubicBezTo>
                  <a:cubicBezTo>
                    <a:pt x="144927" y="68330"/>
                    <a:pt x="153529" y="7331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33"/>
            <p:cNvSpPr/>
            <p:nvPr/>
          </p:nvSpPr>
          <p:spPr>
            <a:xfrm>
              <a:off x="2975000" y="442550"/>
              <a:ext cx="3962850" cy="1991700"/>
            </a:xfrm>
            <a:custGeom>
              <a:rect b="b" l="l" r="r" t="t"/>
              <a:pathLst>
                <a:path extrusionOk="0" fill="none" h="79668" w="158514">
                  <a:moveTo>
                    <a:pt x="0" y="1"/>
                  </a:moveTo>
                  <a:cubicBezTo>
                    <a:pt x="4590" y="3010"/>
                    <a:pt x="9484" y="5897"/>
                    <a:pt x="13769" y="9119"/>
                  </a:cubicBezTo>
                  <a:cubicBezTo>
                    <a:pt x="20122" y="13861"/>
                    <a:pt x="13952" y="23344"/>
                    <a:pt x="19879" y="28360"/>
                  </a:cubicBezTo>
                  <a:cubicBezTo>
                    <a:pt x="24651" y="32402"/>
                    <a:pt x="28055" y="36475"/>
                    <a:pt x="27265" y="43102"/>
                  </a:cubicBezTo>
                  <a:cubicBezTo>
                    <a:pt x="26627" y="48482"/>
                    <a:pt x="24985" y="57600"/>
                    <a:pt x="31946" y="59698"/>
                  </a:cubicBezTo>
                  <a:cubicBezTo>
                    <a:pt x="39028" y="61795"/>
                    <a:pt x="44955" y="56202"/>
                    <a:pt x="50183" y="52251"/>
                  </a:cubicBezTo>
                  <a:cubicBezTo>
                    <a:pt x="59424" y="45260"/>
                    <a:pt x="64561" y="40761"/>
                    <a:pt x="75746" y="46232"/>
                  </a:cubicBezTo>
                  <a:cubicBezTo>
                    <a:pt x="83315" y="49971"/>
                    <a:pt x="91795" y="47813"/>
                    <a:pt x="99273" y="50488"/>
                  </a:cubicBezTo>
                  <a:cubicBezTo>
                    <a:pt x="103832" y="52129"/>
                    <a:pt x="103619" y="56840"/>
                    <a:pt x="104653" y="61035"/>
                  </a:cubicBezTo>
                  <a:cubicBezTo>
                    <a:pt x="106051" y="66749"/>
                    <a:pt x="110124" y="73315"/>
                    <a:pt x="115443" y="75716"/>
                  </a:cubicBezTo>
                  <a:cubicBezTo>
                    <a:pt x="124227" y="79667"/>
                    <a:pt x="132039" y="67995"/>
                    <a:pt x="140246" y="68056"/>
                  </a:cubicBezTo>
                  <a:cubicBezTo>
                    <a:pt x="145535" y="68087"/>
                    <a:pt x="153377" y="7340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33"/>
            <p:cNvSpPr/>
            <p:nvPr/>
          </p:nvSpPr>
          <p:spPr>
            <a:xfrm>
              <a:off x="2975000" y="442550"/>
              <a:ext cx="3963625" cy="1968900"/>
            </a:xfrm>
            <a:custGeom>
              <a:rect b="b" l="l" r="r" t="t"/>
              <a:pathLst>
                <a:path extrusionOk="0" fill="none" h="78756" w="158545">
                  <a:moveTo>
                    <a:pt x="0" y="1"/>
                  </a:moveTo>
                  <a:cubicBezTo>
                    <a:pt x="4651" y="2979"/>
                    <a:pt x="9575" y="5867"/>
                    <a:pt x="14013" y="8876"/>
                  </a:cubicBezTo>
                  <a:cubicBezTo>
                    <a:pt x="20548" y="13283"/>
                    <a:pt x="14985" y="22706"/>
                    <a:pt x="20305" y="27539"/>
                  </a:cubicBezTo>
                  <a:cubicBezTo>
                    <a:pt x="24590" y="31430"/>
                    <a:pt x="28724" y="35715"/>
                    <a:pt x="28147" y="42007"/>
                  </a:cubicBezTo>
                  <a:cubicBezTo>
                    <a:pt x="27630" y="47296"/>
                    <a:pt x="25654" y="56445"/>
                    <a:pt x="32584" y="58664"/>
                  </a:cubicBezTo>
                  <a:cubicBezTo>
                    <a:pt x="39606" y="60913"/>
                    <a:pt x="46354" y="55077"/>
                    <a:pt x="51369" y="51096"/>
                  </a:cubicBezTo>
                  <a:cubicBezTo>
                    <a:pt x="60609" y="43770"/>
                    <a:pt x="65351" y="39576"/>
                    <a:pt x="76749" y="45594"/>
                  </a:cubicBezTo>
                  <a:cubicBezTo>
                    <a:pt x="84166" y="49515"/>
                    <a:pt x="92251" y="47722"/>
                    <a:pt x="99911" y="50275"/>
                  </a:cubicBezTo>
                  <a:cubicBezTo>
                    <a:pt x="104622" y="51855"/>
                    <a:pt x="104318" y="56445"/>
                    <a:pt x="105260" y="60609"/>
                  </a:cubicBezTo>
                  <a:cubicBezTo>
                    <a:pt x="106537" y="66324"/>
                    <a:pt x="110428" y="72676"/>
                    <a:pt x="115808" y="74956"/>
                  </a:cubicBezTo>
                  <a:cubicBezTo>
                    <a:pt x="124714" y="78756"/>
                    <a:pt x="132313" y="67418"/>
                    <a:pt x="140580" y="67813"/>
                  </a:cubicBezTo>
                  <a:cubicBezTo>
                    <a:pt x="145778" y="68056"/>
                    <a:pt x="153438" y="73315"/>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33"/>
            <p:cNvSpPr/>
            <p:nvPr/>
          </p:nvSpPr>
          <p:spPr>
            <a:xfrm>
              <a:off x="2975000" y="442550"/>
              <a:ext cx="3962850" cy="1919500"/>
            </a:xfrm>
            <a:custGeom>
              <a:rect b="b" l="l" r="r" t="t"/>
              <a:pathLst>
                <a:path extrusionOk="0" fill="none" h="76780" w="158514">
                  <a:moveTo>
                    <a:pt x="0" y="1"/>
                  </a:moveTo>
                  <a:cubicBezTo>
                    <a:pt x="4712" y="2949"/>
                    <a:pt x="9666" y="5776"/>
                    <a:pt x="14225" y="8633"/>
                  </a:cubicBezTo>
                  <a:cubicBezTo>
                    <a:pt x="20973" y="12797"/>
                    <a:pt x="16049" y="21977"/>
                    <a:pt x="20760" y="26718"/>
                  </a:cubicBezTo>
                  <a:cubicBezTo>
                    <a:pt x="24438" y="30396"/>
                    <a:pt x="29332" y="35168"/>
                    <a:pt x="28967" y="41004"/>
                  </a:cubicBezTo>
                  <a:cubicBezTo>
                    <a:pt x="28633" y="46202"/>
                    <a:pt x="26444" y="55381"/>
                    <a:pt x="33192" y="57661"/>
                  </a:cubicBezTo>
                  <a:cubicBezTo>
                    <a:pt x="40153" y="60032"/>
                    <a:pt x="47752" y="53953"/>
                    <a:pt x="52494" y="49880"/>
                  </a:cubicBezTo>
                  <a:cubicBezTo>
                    <a:pt x="61703" y="41977"/>
                    <a:pt x="66293" y="38633"/>
                    <a:pt x="77722" y="45016"/>
                  </a:cubicBezTo>
                  <a:cubicBezTo>
                    <a:pt x="84926" y="49059"/>
                    <a:pt x="92707" y="47722"/>
                    <a:pt x="100488" y="50093"/>
                  </a:cubicBezTo>
                  <a:cubicBezTo>
                    <a:pt x="105382" y="51582"/>
                    <a:pt x="104987" y="56080"/>
                    <a:pt x="105838" y="60245"/>
                  </a:cubicBezTo>
                  <a:cubicBezTo>
                    <a:pt x="107023" y="65898"/>
                    <a:pt x="111005" y="72676"/>
                    <a:pt x="116142" y="74227"/>
                  </a:cubicBezTo>
                  <a:cubicBezTo>
                    <a:pt x="124683" y="76780"/>
                    <a:pt x="132191" y="66901"/>
                    <a:pt x="140884" y="67570"/>
                  </a:cubicBezTo>
                  <a:cubicBezTo>
                    <a:pt x="145930" y="67965"/>
                    <a:pt x="153468" y="73224"/>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33"/>
            <p:cNvSpPr/>
            <p:nvPr/>
          </p:nvSpPr>
          <p:spPr>
            <a:xfrm>
              <a:off x="2975000" y="442550"/>
              <a:ext cx="3962100" cy="1896700"/>
            </a:xfrm>
            <a:custGeom>
              <a:rect b="b" l="l" r="r" t="t"/>
              <a:pathLst>
                <a:path extrusionOk="0" fill="none" h="75868" w="158484">
                  <a:moveTo>
                    <a:pt x="0" y="1"/>
                  </a:moveTo>
                  <a:cubicBezTo>
                    <a:pt x="4742" y="2949"/>
                    <a:pt x="9788" y="5441"/>
                    <a:pt x="14438" y="8359"/>
                  </a:cubicBezTo>
                  <a:cubicBezTo>
                    <a:pt x="21520" y="12797"/>
                    <a:pt x="16900" y="20852"/>
                    <a:pt x="21277" y="25837"/>
                  </a:cubicBezTo>
                  <a:cubicBezTo>
                    <a:pt x="24408" y="29424"/>
                    <a:pt x="29758" y="34652"/>
                    <a:pt x="29727" y="40123"/>
                  </a:cubicBezTo>
                  <a:cubicBezTo>
                    <a:pt x="29666" y="45229"/>
                    <a:pt x="27447" y="54014"/>
                    <a:pt x="33770" y="56658"/>
                  </a:cubicBezTo>
                  <a:cubicBezTo>
                    <a:pt x="40396" y="59394"/>
                    <a:pt x="49545" y="52433"/>
                    <a:pt x="53618" y="48542"/>
                  </a:cubicBezTo>
                  <a:cubicBezTo>
                    <a:pt x="62707" y="39788"/>
                    <a:pt x="67448" y="37904"/>
                    <a:pt x="78725" y="44530"/>
                  </a:cubicBezTo>
                  <a:cubicBezTo>
                    <a:pt x="85716" y="48664"/>
                    <a:pt x="93224" y="47722"/>
                    <a:pt x="101066" y="49910"/>
                  </a:cubicBezTo>
                  <a:cubicBezTo>
                    <a:pt x="106142" y="51308"/>
                    <a:pt x="105716" y="55685"/>
                    <a:pt x="106476" y="59849"/>
                  </a:cubicBezTo>
                  <a:cubicBezTo>
                    <a:pt x="107540" y="65503"/>
                    <a:pt x="111279" y="71977"/>
                    <a:pt x="116477" y="73467"/>
                  </a:cubicBezTo>
                  <a:cubicBezTo>
                    <a:pt x="124927" y="75868"/>
                    <a:pt x="132708" y="66354"/>
                    <a:pt x="141188" y="67357"/>
                  </a:cubicBezTo>
                  <a:cubicBezTo>
                    <a:pt x="146143" y="67935"/>
                    <a:pt x="153468" y="7313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33"/>
            <p:cNvSpPr/>
            <p:nvPr/>
          </p:nvSpPr>
          <p:spPr>
            <a:xfrm>
              <a:off x="2975000" y="442550"/>
              <a:ext cx="3962850" cy="1870875"/>
            </a:xfrm>
            <a:custGeom>
              <a:rect b="b" l="l" r="r" t="t"/>
              <a:pathLst>
                <a:path extrusionOk="0" fill="none" h="74835" w="158514">
                  <a:moveTo>
                    <a:pt x="0" y="1"/>
                  </a:moveTo>
                  <a:cubicBezTo>
                    <a:pt x="4803" y="2919"/>
                    <a:pt x="9848" y="5350"/>
                    <a:pt x="14651" y="8116"/>
                  </a:cubicBezTo>
                  <a:cubicBezTo>
                    <a:pt x="21946" y="12311"/>
                    <a:pt x="18086" y="19697"/>
                    <a:pt x="21885" y="24895"/>
                  </a:cubicBezTo>
                  <a:cubicBezTo>
                    <a:pt x="24590" y="28633"/>
                    <a:pt x="30031" y="34013"/>
                    <a:pt x="30396" y="39272"/>
                  </a:cubicBezTo>
                  <a:cubicBezTo>
                    <a:pt x="30791" y="44439"/>
                    <a:pt x="28299" y="52919"/>
                    <a:pt x="34439" y="55625"/>
                  </a:cubicBezTo>
                  <a:cubicBezTo>
                    <a:pt x="41186" y="58603"/>
                    <a:pt x="50670" y="51217"/>
                    <a:pt x="54712" y="47083"/>
                  </a:cubicBezTo>
                  <a:cubicBezTo>
                    <a:pt x="63892" y="37630"/>
                    <a:pt x="68542" y="37266"/>
                    <a:pt x="79789" y="44135"/>
                  </a:cubicBezTo>
                  <a:cubicBezTo>
                    <a:pt x="86476" y="48208"/>
                    <a:pt x="93984" y="47661"/>
                    <a:pt x="101674" y="49728"/>
                  </a:cubicBezTo>
                  <a:cubicBezTo>
                    <a:pt x="106932" y="51126"/>
                    <a:pt x="106416" y="55138"/>
                    <a:pt x="107145" y="59454"/>
                  </a:cubicBezTo>
                  <a:cubicBezTo>
                    <a:pt x="108057" y="64986"/>
                    <a:pt x="111552" y="71339"/>
                    <a:pt x="116872" y="72707"/>
                  </a:cubicBezTo>
                  <a:cubicBezTo>
                    <a:pt x="125322" y="74835"/>
                    <a:pt x="133285" y="65837"/>
                    <a:pt x="141523" y="67114"/>
                  </a:cubicBezTo>
                  <a:cubicBezTo>
                    <a:pt x="146386" y="67874"/>
                    <a:pt x="153559" y="73011"/>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33"/>
            <p:cNvSpPr/>
            <p:nvPr/>
          </p:nvSpPr>
          <p:spPr>
            <a:xfrm>
              <a:off x="2975000" y="442550"/>
              <a:ext cx="3962850" cy="1848075"/>
            </a:xfrm>
            <a:custGeom>
              <a:rect b="b" l="l" r="r" t="t"/>
              <a:pathLst>
                <a:path extrusionOk="0" fill="none" h="73923" w="158514">
                  <a:moveTo>
                    <a:pt x="0" y="1"/>
                  </a:moveTo>
                  <a:cubicBezTo>
                    <a:pt x="4833" y="2888"/>
                    <a:pt x="9909" y="5259"/>
                    <a:pt x="14864" y="7873"/>
                  </a:cubicBezTo>
                  <a:cubicBezTo>
                    <a:pt x="22219" y="11764"/>
                    <a:pt x="19301" y="18390"/>
                    <a:pt x="22584" y="23922"/>
                  </a:cubicBezTo>
                  <a:cubicBezTo>
                    <a:pt x="25046" y="28086"/>
                    <a:pt x="30092" y="33649"/>
                    <a:pt x="31004" y="38542"/>
                  </a:cubicBezTo>
                  <a:cubicBezTo>
                    <a:pt x="31855" y="43284"/>
                    <a:pt x="29150" y="51947"/>
                    <a:pt x="35107" y="54561"/>
                  </a:cubicBezTo>
                  <a:cubicBezTo>
                    <a:pt x="42250" y="57691"/>
                    <a:pt x="51673" y="50032"/>
                    <a:pt x="55746" y="45503"/>
                  </a:cubicBezTo>
                  <a:cubicBezTo>
                    <a:pt x="64834" y="35411"/>
                    <a:pt x="69941" y="36992"/>
                    <a:pt x="80822" y="43770"/>
                  </a:cubicBezTo>
                  <a:cubicBezTo>
                    <a:pt x="87205" y="47782"/>
                    <a:pt x="94683" y="47691"/>
                    <a:pt x="102191" y="49576"/>
                  </a:cubicBezTo>
                  <a:cubicBezTo>
                    <a:pt x="107571" y="50913"/>
                    <a:pt x="107145" y="54682"/>
                    <a:pt x="107783" y="59090"/>
                  </a:cubicBezTo>
                  <a:cubicBezTo>
                    <a:pt x="108604" y="64591"/>
                    <a:pt x="111826" y="70610"/>
                    <a:pt x="117236" y="71917"/>
                  </a:cubicBezTo>
                  <a:cubicBezTo>
                    <a:pt x="125504" y="73923"/>
                    <a:pt x="133863" y="65321"/>
                    <a:pt x="141827" y="66901"/>
                  </a:cubicBezTo>
                  <a:cubicBezTo>
                    <a:pt x="146599" y="67813"/>
                    <a:pt x="153620" y="7292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33"/>
            <p:cNvSpPr/>
            <p:nvPr/>
          </p:nvSpPr>
          <p:spPr>
            <a:xfrm>
              <a:off x="2975000" y="442550"/>
              <a:ext cx="3962100" cy="1826050"/>
            </a:xfrm>
            <a:custGeom>
              <a:rect b="b" l="l" r="r" t="t"/>
              <a:pathLst>
                <a:path extrusionOk="0" fill="none" h="73042" w="158484">
                  <a:moveTo>
                    <a:pt x="0" y="1"/>
                  </a:moveTo>
                  <a:cubicBezTo>
                    <a:pt x="4894" y="2858"/>
                    <a:pt x="10000" y="5168"/>
                    <a:pt x="15076" y="7630"/>
                  </a:cubicBezTo>
                  <a:cubicBezTo>
                    <a:pt x="22402" y="11217"/>
                    <a:pt x="20639" y="16992"/>
                    <a:pt x="23435" y="22980"/>
                  </a:cubicBezTo>
                  <a:cubicBezTo>
                    <a:pt x="25685" y="27813"/>
                    <a:pt x="29910" y="33041"/>
                    <a:pt x="31460" y="37934"/>
                  </a:cubicBezTo>
                  <a:cubicBezTo>
                    <a:pt x="32858" y="42372"/>
                    <a:pt x="29940" y="51096"/>
                    <a:pt x="35867" y="53558"/>
                  </a:cubicBezTo>
                  <a:cubicBezTo>
                    <a:pt x="43618" y="56749"/>
                    <a:pt x="52433" y="48937"/>
                    <a:pt x="56779" y="43831"/>
                  </a:cubicBezTo>
                  <a:cubicBezTo>
                    <a:pt x="65746" y="33314"/>
                    <a:pt x="71552" y="36901"/>
                    <a:pt x="81886" y="43466"/>
                  </a:cubicBezTo>
                  <a:cubicBezTo>
                    <a:pt x="87965" y="47327"/>
                    <a:pt x="95412" y="47752"/>
                    <a:pt x="102707" y="49454"/>
                  </a:cubicBezTo>
                  <a:cubicBezTo>
                    <a:pt x="108148" y="50700"/>
                    <a:pt x="107905" y="54226"/>
                    <a:pt x="108452" y="58725"/>
                  </a:cubicBezTo>
                  <a:cubicBezTo>
                    <a:pt x="109182" y="64226"/>
                    <a:pt x="112130" y="69910"/>
                    <a:pt x="117571" y="71187"/>
                  </a:cubicBezTo>
                  <a:cubicBezTo>
                    <a:pt x="125626" y="73041"/>
                    <a:pt x="134410" y="64895"/>
                    <a:pt x="142100" y="66688"/>
                  </a:cubicBezTo>
                  <a:cubicBezTo>
                    <a:pt x="146751" y="67783"/>
                    <a:pt x="153590" y="72828"/>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33"/>
            <p:cNvSpPr/>
            <p:nvPr/>
          </p:nvSpPr>
          <p:spPr>
            <a:xfrm>
              <a:off x="2975000" y="442550"/>
              <a:ext cx="3962850" cy="1818450"/>
            </a:xfrm>
            <a:custGeom>
              <a:rect b="b" l="l" r="r" t="t"/>
              <a:pathLst>
                <a:path extrusionOk="0" fill="none" h="72738" w="158514">
                  <a:moveTo>
                    <a:pt x="0" y="1"/>
                  </a:moveTo>
                  <a:cubicBezTo>
                    <a:pt x="4924" y="2827"/>
                    <a:pt x="10122" y="5077"/>
                    <a:pt x="15259" y="7387"/>
                  </a:cubicBezTo>
                  <a:cubicBezTo>
                    <a:pt x="22432" y="10609"/>
                    <a:pt x="22159" y="15594"/>
                    <a:pt x="24317" y="22007"/>
                  </a:cubicBezTo>
                  <a:cubicBezTo>
                    <a:pt x="26171" y="27630"/>
                    <a:pt x="29332" y="32402"/>
                    <a:pt x="31733" y="37418"/>
                  </a:cubicBezTo>
                  <a:cubicBezTo>
                    <a:pt x="33831" y="41764"/>
                    <a:pt x="30669" y="50305"/>
                    <a:pt x="36657" y="52615"/>
                  </a:cubicBezTo>
                  <a:cubicBezTo>
                    <a:pt x="44955" y="55868"/>
                    <a:pt x="53162" y="47630"/>
                    <a:pt x="57782" y="42068"/>
                  </a:cubicBezTo>
                  <a:cubicBezTo>
                    <a:pt x="66476" y="31551"/>
                    <a:pt x="73315" y="37022"/>
                    <a:pt x="82950" y="43193"/>
                  </a:cubicBezTo>
                  <a:cubicBezTo>
                    <a:pt x="88695" y="46871"/>
                    <a:pt x="96142" y="47813"/>
                    <a:pt x="103194" y="49333"/>
                  </a:cubicBezTo>
                  <a:cubicBezTo>
                    <a:pt x="108726" y="50488"/>
                    <a:pt x="108634" y="53740"/>
                    <a:pt x="109151" y="58390"/>
                  </a:cubicBezTo>
                  <a:cubicBezTo>
                    <a:pt x="109789" y="63862"/>
                    <a:pt x="112464" y="69211"/>
                    <a:pt x="117996" y="70427"/>
                  </a:cubicBezTo>
                  <a:cubicBezTo>
                    <a:pt x="125778" y="72129"/>
                    <a:pt x="135018" y="64439"/>
                    <a:pt x="142434" y="66506"/>
                  </a:cubicBezTo>
                  <a:cubicBezTo>
                    <a:pt x="146994" y="67752"/>
                    <a:pt x="153650" y="72737"/>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33"/>
            <p:cNvSpPr/>
            <p:nvPr/>
          </p:nvSpPr>
          <p:spPr>
            <a:xfrm>
              <a:off x="2975000" y="442550"/>
              <a:ext cx="3962850" cy="1816175"/>
            </a:xfrm>
            <a:custGeom>
              <a:rect b="b" l="l" r="r" t="t"/>
              <a:pathLst>
                <a:path extrusionOk="0" fill="none" h="72647" w="158514">
                  <a:moveTo>
                    <a:pt x="0" y="1"/>
                  </a:moveTo>
                  <a:cubicBezTo>
                    <a:pt x="4985" y="2797"/>
                    <a:pt x="10244" y="4985"/>
                    <a:pt x="15441" y="7144"/>
                  </a:cubicBezTo>
                  <a:cubicBezTo>
                    <a:pt x="22341" y="10031"/>
                    <a:pt x="23648" y="14621"/>
                    <a:pt x="25259" y="21034"/>
                  </a:cubicBezTo>
                  <a:cubicBezTo>
                    <a:pt x="26688" y="26809"/>
                    <a:pt x="28572" y="31977"/>
                    <a:pt x="31885" y="36992"/>
                  </a:cubicBezTo>
                  <a:cubicBezTo>
                    <a:pt x="34742" y="41278"/>
                    <a:pt x="31429" y="49606"/>
                    <a:pt x="37478" y="51825"/>
                  </a:cubicBezTo>
                  <a:cubicBezTo>
                    <a:pt x="46171" y="55017"/>
                    <a:pt x="54469" y="46202"/>
                    <a:pt x="58755" y="40305"/>
                  </a:cubicBezTo>
                  <a:cubicBezTo>
                    <a:pt x="66232" y="30001"/>
                    <a:pt x="76415" y="38025"/>
                    <a:pt x="84044" y="42889"/>
                  </a:cubicBezTo>
                  <a:cubicBezTo>
                    <a:pt x="89546" y="46384"/>
                    <a:pt x="96841" y="47874"/>
                    <a:pt x="103680" y="49211"/>
                  </a:cubicBezTo>
                  <a:cubicBezTo>
                    <a:pt x="109242" y="50305"/>
                    <a:pt x="109364" y="53254"/>
                    <a:pt x="109850" y="58026"/>
                  </a:cubicBezTo>
                  <a:cubicBezTo>
                    <a:pt x="110397" y="63436"/>
                    <a:pt x="112829" y="68482"/>
                    <a:pt x="118422" y="69667"/>
                  </a:cubicBezTo>
                  <a:cubicBezTo>
                    <a:pt x="125930" y="71278"/>
                    <a:pt x="135626" y="64044"/>
                    <a:pt x="142708" y="66293"/>
                  </a:cubicBezTo>
                  <a:cubicBezTo>
                    <a:pt x="147176" y="67692"/>
                    <a:pt x="153681" y="7264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33"/>
            <p:cNvSpPr/>
            <p:nvPr/>
          </p:nvSpPr>
          <p:spPr>
            <a:xfrm>
              <a:off x="2975000" y="442550"/>
              <a:ext cx="3962850" cy="1813875"/>
            </a:xfrm>
            <a:custGeom>
              <a:rect b="b" l="l" r="r" t="t"/>
              <a:pathLst>
                <a:path extrusionOk="0" fill="none" h="72555" w="158514">
                  <a:moveTo>
                    <a:pt x="0" y="1"/>
                  </a:moveTo>
                  <a:cubicBezTo>
                    <a:pt x="5015" y="2767"/>
                    <a:pt x="10335" y="4894"/>
                    <a:pt x="15624" y="6931"/>
                  </a:cubicBezTo>
                  <a:cubicBezTo>
                    <a:pt x="22189" y="9423"/>
                    <a:pt x="24925" y="13648"/>
                    <a:pt x="26262" y="20031"/>
                  </a:cubicBezTo>
                  <a:cubicBezTo>
                    <a:pt x="27508" y="25958"/>
                    <a:pt x="27843" y="31582"/>
                    <a:pt x="31916" y="36597"/>
                  </a:cubicBezTo>
                  <a:cubicBezTo>
                    <a:pt x="35290" y="40731"/>
                    <a:pt x="32432" y="49150"/>
                    <a:pt x="38299" y="51096"/>
                  </a:cubicBezTo>
                  <a:cubicBezTo>
                    <a:pt x="47326" y="54105"/>
                    <a:pt x="55138" y="44804"/>
                    <a:pt x="59758" y="38512"/>
                  </a:cubicBezTo>
                  <a:cubicBezTo>
                    <a:pt x="66901" y="28816"/>
                    <a:pt x="78512" y="38512"/>
                    <a:pt x="85139" y="42585"/>
                  </a:cubicBezTo>
                  <a:cubicBezTo>
                    <a:pt x="90397" y="45807"/>
                    <a:pt x="97510" y="47995"/>
                    <a:pt x="104105" y="49120"/>
                  </a:cubicBezTo>
                  <a:cubicBezTo>
                    <a:pt x="109698" y="50062"/>
                    <a:pt x="109729" y="52707"/>
                    <a:pt x="110580" y="57691"/>
                  </a:cubicBezTo>
                  <a:cubicBezTo>
                    <a:pt x="111461" y="63071"/>
                    <a:pt x="112829" y="67692"/>
                    <a:pt x="118878" y="68938"/>
                  </a:cubicBezTo>
                  <a:cubicBezTo>
                    <a:pt x="126082" y="70427"/>
                    <a:pt x="136234" y="63649"/>
                    <a:pt x="143012" y="66111"/>
                  </a:cubicBezTo>
                  <a:cubicBezTo>
                    <a:pt x="147359" y="67661"/>
                    <a:pt x="153742" y="7255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33"/>
            <p:cNvSpPr/>
            <p:nvPr/>
          </p:nvSpPr>
          <p:spPr>
            <a:xfrm>
              <a:off x="2975000" y="442550"/>
              <a:ext cx="3962850" cy="1804000"/>
            </a:xfrm>
            <a:custGeom>
              <a:rect b="b" l="l" r="r" t="t"/>
              <a:pathLst>
                <a:path extrusionOk="0" fill="none" h="72160" w="158514">
                  <a:moveTo>
                    <a:pt x="0" y="1"/>
                  </a:moveTo>
                  <a:cubicBezTo>
                    <a:pt x="5076" y="2736"/>
                    <a:pt x="10456" y="4803"/>
                    <a:pt x="15806" y="6688"/>
                  </a:cubicBezTo>
                  <a:cubicBezTo>
                    <a:pt x="22037" y="8876"/>
                    <a:pt x="26049" y="12767"/>
                    <a:pt x="27326" y="18967"/>
                  </a:cubicBezTo>
                  <a:cubicBezTo>
                    <a:pt x="28542" y="24925"/>
                    <a:pt x="27326" y="31126"/>
                    <a:pt x="31855" y="36202"/>
                  </a:cubicBezTo>
                  <a:cubicBezTo>
                    <a:pt x="35381" y="40153"/>
                    <a:pt x="33618" y="48725"/>
                    <a:pt x="39150" y="50457"/>
                  </a:cubicBezTo>
                  <a:cubicBezTo>
                    <a:pt x="48329" y="53314"/>
                    <a:pt x="55746" y="42919"/>
                    <a:pt x="60792" y="36810"/>
                  </a:cubicBezTo>
                  <a:cubicBezTo>
                    <a:pt x="67995" y="28086"/>
                    <a:pt x="80032" y="38360"/>
                    <a:pt x="86263" y="42159"/>
                  </a:cubicBezTo>
                  <a:cubicBezTo>
                    <a:pt x="91430" y="45320"/>
                    <a:pt x="98057" y="48056"/>
                    <a:pt x="104561" y="48998"/>
                  </a:cubicBezTo>
                  <a:cubicBezTo>
                    <a:pt x="115747" y="50700"/>
                    <a:pt x="107692" y="65898"/>
                    <a:pt x="119303" y="68178"/>
                  </a:cubicBezTo>
                  <a:cubicBezTo>
                    <a:pt x="126294" y="69576"/>
                    <a:pt x="136872" y="63254"/>
                    <a:pt x="143316" y="65898"/>
                  </a:cubicBezTo>
                  <a:cubicBezTo>
                    <a:pt x="147784" y="67752"/>
                    <a:pt x="153407" y="7216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33"/>
            <p:cNvSpPr/>
            <p:nvPr/>
          </p:nvSpPr>
          <p:spPr>
            <a:xfrm>
              <a:off x="2975000" y="442550"/>
              <a:ext cx="3962100" cy="1802475"/>
            </a:xfrm>
            <a:custGeom>
              <a:rect b="b" l="l" r="r" t="t"/>
              <a:pathLst>
                <a:path extrusionOk="0" fill="none" h="72099" w="158484">
                  <a:moveTo>
                    <a:pt x="0" y="1"/>
                  </a:moveTo>
                  <a:cubicBezTo>
                    <a:pt x="5107" y="2706"/>
                    <a:pt x="10760" y="4590"/>
                    <a:pt x="15958" y="6444"/>
                  </a:cubicBezTo>
                  <a:cubicBezTo>
                    <a:pt x="21764" y="8511"/>
                    <a:pt x="26931" y="11733"/>
                    <a:pt x="28390" y="17843"/>
                  </a:cubicBezTo>
                  <a:cubicBezTo>
                    <a:pt x="29788" y="23740"/>
                    <a:pt x="26900" y="30579"/>
                    <a:pt x="31672" y="35867"/>
                  </a:cubicBezTo>
                  <a:cubicBezTo>
                    <a:pt x="35107" y="39636"/>
                    <a:pt x="34925" y="48390"/>
                    <a:pt x="40001" y="49849"/>
                  </a:cubicBezTo>
                  <a:cubicBezTo>
                    <a:pt x="49302" y="52494"/>
                    <a:pt x="56415" y="40761"/>
                    <a:pt x="61886" y="35320"/>
                  </a:cubicBezTo>
                  <a:cubicBezTo>
                    <a:pt x="69211" y="28025"/>
                    <a:pt x="81278" y="37873"/>
                    <a:pt x="87327" y="41612"/>
                  </a:cubicBezTo>
                  <a:cubicBezTo>
                    <a:pt x="92585" y="44864"/>
                    <a:pt x="98421" y="48117"/>
                    <a:pt x="104926" y="48968"/>
                  </a:cubicBezTo>
                  <a:cubicBezTo>
                    <a:pt x="116385" y="50457"/>
                    <a:pt x="108239" y="65442"/>
                    <a:pt x="119759" y="67509"/>
                  </a:cubicBezTo>
                  <a:cubicBezTo>
                    <a:pt x="126659" y="68725"/>
                    <a:pt x="137298" y="62980"/>
                    <a:pt x="143559" y="65716"/>
                  </a:cubicBezTo>
                  <a:cubicBezTo>
                    <a:pt x="147936" y="67631"/>
                    <a:pt x="153407" y="72099"/>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33"/>
            <p:cNvSpPr/>
            <p:nvPr/>
          </p:nvSpPr>
          <p:spPr>
            <a:xfrm>
              <a:off x="2975000" y="442550"/>
              <a:ext cx="3962850" cy="1800200"/>
            </a:xfrm>
            <a:custGeom>
              <a:rect b="b" l="l" r="r" t="t"/>
              <a:pathLst>
                <a:path extrusionOk="0" fill="none" h="72008" w="158514">
                  <a:moveTo>
                    <a:pt x="0" y="1"/>
                  </a:moveTo>
                  <a:cubicBezTo>
                    <a:pt x="5167" y="2645"/>
                    <a:pt x="10821" y="4499"/>
                    <a:pt x="16140" y="6201"/>
                  </a:cubicBezTo>
                  <a:cubicBezTo>
                    <a:pt x="21976" y="8055"/>
                    <a:pt x="27630" y="11065"/>
                    <a:pt x="29484" y="16657"/>
                  </a:cubicBezTo>
                  <a:cubicBezTo>
                    <a:pt x="31308" y="22159"/>
                    <a:pt x="26748" y="29940"/>
                    <a:pt x="31521" y="35442"/>
                  </a:cubicBezTo>
                  <a:cubicBezTo>
                    <a:pt x="34621" y="38998"/>
                    <a:pt x="36414" y="48147"/>
                    <a:pt x="40913" y="49211"/>
                  </a:cubicBezTo>
                  <a:cubicBezTo>
                    <a:pt x="50244" y="51430"/>
                    <a:pt x="56749" y="38846"/>
                    <a:pt x="63041" y="34044"/>
                  </a:cubicBezTo>
                  <a:cubicBezTo>
                    <a:pt x="70731" y="28147"/>
                    <a:pt x="82190" y="36992"/>
                    <a:pt x="88391" y="40943"/>
                  </a:cubicBezTo>
                  <a:cubicBezTo>
                    <a:pt x="93862" y="44409"/>
                    <a:pt x="98695" y="48147"/>
                    <a:pt x="105352" y="48907"/>
                  </a:cubicBezTo>
                  <a:cubicBezTo>
                    <a:pt x="117024" y="50184"/>
                    <a:pt x="108786" y="64834"/>
                    <a:pt x="120276" y="66780"/>
                  </a:cubicBezTo>
                  <a:cubicBezTo>
                    <a:pt x="126993" y="67904"/>
                    <a:pt x="137784" y="62585"/>
                    <a:pt x="143863" y="65533"/>
                  </a:cubicBezTo>
                  <a:cubicBezTo>
                    <a:pt x="148149" y="67570"/>
                    <a:pt x="153468" y="72008"/>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33"/>
            <p:cNvSpPr/>
            <p:nvPr/>
          </p:nvSpPr>
          <p:spPr>
            <a:xfrm>
              <a:off x="2975000" y="442550"/>
              <a:ext cx="3963625" cy="1798675"/>
            </a:xfrm>
            <a:custGeom>
              <a:rect b="b" l="l" r="r" t="t"/>
              <a:pathLst>
                <a:path extrusionOk="0" fill="none" h="71947" w="158545">
                  <a:moveTo>
                    <a:pt x="0" y="1"/>
                  </a:moveTo>
                  <a:cubicBezTo>
                    <a:pt x="5198" y="2615"/>
                    <a:pt x="10912" y="4408"/>
                    <a:pt x="16323" y="5958"/>
                  </a:cubicBezTo>
                  <a:cubicBezTo>
                    <a:pt x="22067" y="7630"/>
                    <a:pt x="28147" y="10365"/>
                    <a:pt x="30578" y="15472"/>
                  </a:cubicBezTo>
                  <a:cubicBezTo>
                    <a:pt x="33192" y="20974"/>
                    <a:pt x="26931" y="29059"/>
                    <a:pt x="31369" y="35047"/>
                  </a:cubicBezTo>
                  <a:cubicBezTo>
                    <a:pt x="33831" y="38390"/>
                    <a:pt x="37904" y="47904"/>
                    <a:pt x="41825" y="48542"/>
                  </a:cubicBezTo>
                  <a:cubicBezTo>
                    <a:pt x="50883" y="50062"/>
                    <a:pt x="57296" y="36931"/>
                    <a:pt x="64257" y="33010"/>
                  </a:cubicBezTo>
                  <a:cubicBezTo>
                    <a:pt x="72160" y="28512"/>
                    <a:pt x="83102" y="35928"/>
                    <a:pt x="89424" y="40153"/>
                  </a:cubicBezTo>
                  <a:cubicBezTo>
                    <a:pt x="94804" y="43740"/>
                    <a:pt x="98877" y="48208"/>
                    <a:pt x="105747" y="48846"/>
                  </a:cubicBezTo>
                  <a:cubicBezTo>
                    <a:pt x="117601" y="49971"/>
                    <a:pt x="109425" y="64257"/>
                    <a:pt x="120793" y="66081"/>
                  </a:cubicBezTo>
                  <a:cubicBezTo>
                    <a:pt x="127419" y="67144"/>
                    <a:pt x="138270" y="62281"/>
                    <a:pt x="144167" y="65351"/>
                  </a:cubicBezTo>
                  <a:cubicBezTo>
                    <a:pt x="148362" y="67540"/>
                    <a:pt x="153529" y="71947"/>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33"/>
            <p:cNvSpPr/>
            <p:nvPr/>
          </p:nvSpPr>
          <p:spPr>
            <a:xfrm>
              <a:off x="2975000" y="442550"/>
              <a:ext cx="3962850" cy="1795650"/>
            </a:xfrm>
            <a:custGeom>
              <a:rect b="b" l="l" r="r" t="t"/>
              <a:pathLst>
                <a:path extrusionOk="0" fill="none" h="71826" w="158514">
                  <a:moveTo>
                    <a:pt x="0" y="1"/>
                  </a:moveTo>
                  <a:cubicBezTo>
                    <a:pt x="5259" y="2584"/>
                    <a:pt x="10973" y="4317"/>
                    <a:pt x="16475" y="5745"/>
                  </a:cubicBezTo>
                  <a:cubicBezTo>
                    <a:pt x="22250" y="7235"/>
                    <a:pt x="28542" y="9788"/>
                    <a:pt x="31581" y="14195"/>
                  </a:cubicBezTo>
                  <a:cubicBezTo>
                    <a:pt x="35168" y="19332"/>
                    <a:pt x="27326" y="28238"/>
                    <a:pt x="31247" y="34560"/>
                  </a:cubicBezTo>
                  <a:cubicBezTo>
                    <a:pt x="33253" y="37782"/>
                    <a:pt x="39150" y="47418"/>
                    <a:pt x="42737" y="47722"/>
                  </a:cubicBezTo>
                  <a:cubicBezTo>
                    <a:pt x="51612" y="48482"/>
                    <a:pt x="57752" y="35229"/>
                    <a:pt x="65412" y="32129"/>
                  </a:cubicBezTo>
                  <a:cubicBezTo>
                    <a:pt x="73588" y="28816"/>
                    <a:pt x="84044" y="34804"/>
                    <a:pt x="90275" y="39302"/>
                  </a:cubicBezTo>
                  <a:cubicBezTo>
                    <a:pt x="95351" y="42980"/>
                    <a:pt x="98938" y="48269"/>
                    <a:pt x="106081" y="48816"/>
                  </a:cubicBezTo>
                  <a:cubicBezTo>
                    <a:pt x="111704" y="49241"/>
                    <a:pt x="112981" y="50670"/>
                    <a:pt x="114136" y="56111"/>
                  </a:cubicBezTo>
                  <a:cubicBezTo>
                    <a:pt x="115139" y="60792"/>
                    <a:pt x="115321" y="64470"/>
                    <a:pt x="121279" y="65381"/>
                  </a:cubicBezTo>
                  <a:cubicBezTo>
                    <a:pt x="127784" y="66385"/>
                    <a:pt x="138696" y="61947"/>
                    <a:pt x="144410" y="65169"/>
                  </a:cubicBezTo>
                  <a:cubicBezTo>
                    <a:pt x="148483" y="67448"/>
                    <a:pt x="153529" y="7182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33"/>
            <p:cNvSpPr/>
            <p:nvPr/>
          </p:nvSpPr>
          <p:spPr>
            <a:xfrm>
              <a:off x="2975000" y="442550"/>
              <a:ext cx="3962850" cy="1794125"/>
            </a:xfrm>
            <a:custGeom>
              <a:rect b="b" l="l" r="r" t="t"/>
              <a:pathLst>
                <a:path extrusionOk="0" fill="none" h="71765" w="158514">
                  <a:moveTo>
                    <a:pt x="0" y="1"/>
                  </a:moveTo>
                  <a:cubicBezTo>
                    <a:pt x="5319" y="2554"/>
                    <a:pt x="11064" y="4226"/>
                    <a:pt x="16627" y="5502"/>
                  </a:cubicBezTo>
                  <a:cubicBezTo>
                    <a:pt x="22523" y="6840"/>
                    <a:pt x="28663" y="9302"/>
                    <a:pt x="32554" y="12919"/>
                  </a:cubicBezTo>
                  <a:cubicBezTo>
                    <a:pt x="36931" y="17022"/>
                    <a:pt x="28906" y="28268"/>
                    <a:pt x="31247" y="33983"/>
                  </a:cubicBezTo>
                  <a:cubicBezTo>
                    <a:pt x="32615" y="37326"/>
                    <a:pt x="40031" y="46658"/>
                    <a:pt x="43679" y="46719"/>
                  </a:cubicBezTo>
                  <a:cubicBezTo>
                    <a:pt x="52433" y="46810"/>
                    <a:pt x="58117" y="33861"/>
                    <a:pt x="66628" y="31430"/>
                  </a:cubicBezTo>
                  <a:cubicBezTo>
                    <a:pt x="75108" y="28998"/>
                    <a:pt x="85078" y="33709"/>
                    <a:pt x="91066" y="38451"/>
                  </a:cubicBezTo>
                  <a:cubicBezTo>
                    <a:pt x="95899" y="42250"/>
                    <a:pt x="98847" y="48482"/>
                    <a:pt x="106446" y="48785"/>
                  </a:cubicBezTo>
                  <a:cubicBezTo>
                    <a:pt x="119030" y="49272"/>
                    <a:pt x="110853" y="62950"/>
                    <a:pt x="121826" y="64743"/>
                  </a:cubicBezTo>
                  <a:cubicBezTo>
                    <a:pt x="128088" y="65746"/>
                    <a:pt x="139121" y="61612"/>
                    <a:pt x="144684" y="64986"/>
                  </a:cubicBezTo>
                  <a:cubicBezTo>
                    <a:pt x="148666" y="67388"/>
                    <a:pt x="153559" y="7176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33"/>
            <p:cNvSpPr/>
            <p:nvPr/>
          </p:nvSpPr>
          <p:spPr>
            <a:xfrm>
              <a:off x="2975000" y="442550"/>
              <a:ext cx="3962850" cy="1791075"/>
            </a:xfrm>
            <a:custGeom>
              <a:rect b="b" l="l" r="r" t="t"/>
              <a:pathLst>
                <a:path extrusionOk="0" fill="none" h="71643" w="158514">
                  <a:moveTo>
                    <a:pt x="0" y="1"/>
                  </a:moveTo>
                  <a:cubicBezTo>
                    <a:pt x="5319" y="2523"/>
                    <a:pt x="11155" y="4134"/>
                    <a:pt x="16779" y="5259"/>
                  </a:cubicBezTo>
                  <a:cubicBezTo>
                    <a:pt x="22736" y="6475"/>
                    <a:pt x="29302" y="9058"/>
                    <a:pt x="33405" y="11672"/>
                  </a:cubicBezTo>
                  <a:cubicBezTo>
                    <a:pt x="37660" y="14378"/>
                    <a:pt x="30821" y="28968"/>
                    <a:pt x="31399" y="33314"/>
                  </a:cubicBezTo>
                  <a:cubicBezTo>
                    <a:pt x="31885" y="36931"/>
                    <a:pt x="40578" y="45624"/>
                    <a:pt x="44651" y="45472"/>
                  </a:cubicBezTo>
                  <a:cubicBezTo>
                    <a:pt x="53101" y="45168"/>
                    <a:pt x="58421" y="32828"/>
                    <a:pt x="67874" y="30852"/>
                  </a:cubicBezTo>
                  <a:cubicBezTo>
                    <a:pt x="76658" y="29028"/>
                    <a:pt x="86233" y="32706"/>
                    <a:pt x="91856" y="37509"/>
                  </a:cubicBezTo>
                  <a:cubicBezTo>
                    <a:pt x="96476" y="41491"/>
                    <a:pt x="98908" y="48542"/>
                    <a:pt x="106780" y="48755"/>
                  </a:cubicBezTo>
                  <a:cubicBezTo>
                    <a:pt x="112647" y="48907"/>
                    <a:pt x="114045" y="50184"/>
                    <a:pt x="115565" y="55503"/>
                  </a:cubicBezTo>
                  <a:cubicBezTo>
                    <a:pt x="116841" y="60062"/>
                    <a:pt x="116628" y="63132"/>
                    <a:pt x="122404" y="64044"/>
                  </a:cubicBezTo>
                  <a:cubicBezTo>
                    <a:pt x="128544" y="65047"/>
                    <a:pt x="139486" y="61278"/>
                    <a:pt x="144957" y="64804"/>
                  </a:cubicBezTo>
                  <a:cubicBezTo>
                    <a:pt x="148818" y="67296"/>
                    <a:pt x="153559" y="71643"/>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33"/>
            <p:cNvSpPr/>
            <p:nvPr/>
          </p:nvSpPr>
          <p:spPr>
            <a:xfrm>
              <a:off x="2975000" y="442550"/>
              <a:ext cx="3962100" cy="1789575"/>
            </a:xfrm>
            <a:custGeom>
              <a:rect b="b" l="l" r="r" t="t"/>
              <a:pathLst>
                <a:path extrusionOk="0" fill="none" h="71583" w="158484">
                  <a:moveTo>
                    <a:pt x="0" y="1"/>
                  </a:moveTo>
                  <a:cubicBezTo>
                    <a:pt x="5380" y="2463"/>
                    <a:pt x="11216" y="4043"/>
                    <a:pt x="16900" y="5016"/>
                  </a:cubicBezTo>
                  <a:cubicBezTo>
                    <a:pt x="22797" y="6049"/>
                    <a:pt x="29058" y="8724"/>
                    <a:pt x="34135" y="10457"/>
                  </a:cubicBezTo>
                  <a:cubicBezTo>
                    <a:pt x="39667" y="12372"/>
                    <a:pt x="32037" y="28846"/>
                    <a:pt x="31855" y="32463"/>
                  </a:cubicBezTo>
                  <a:cubicBezTo>
                    <a:pt x="31672" y="36597"/>
                    <a:pt x="40852" y="44712"/>
                    <a:pt x="45503" y="44074"/>
                  </a:cubicBezTo>
                  <a:cubicBezTo>
                    <a:pt x="54165" y="42889"/>
                    <a:pt x="59606" y="32038"/>
                    <a:pt x="69090" y="30335"/>
                  </a:cubicBezTo>
                  <a:cubicBezTo>
                    <a:pt x="77479" y="28846"/>
                    <a:pt x="87388" y="31703"/>
                    <a:pt x="92646" y="36566"/>
                  </a:cubicBezTo>
                  <a:cubicBezTo>
                    <a:pt x="97084" y="40670"/>
                    <a:pt x="98908" y="48634"/>
                    <a:pt x="107084" y="48725"/>
                  </a:cubicBezTo>
                  <a:cubicBezTo>
                    <a:pt x="112890" y="48816"/>
                    <a:pt x="114501" y="49910"/>
                    <a:pt x="116203" y="55229"/>
                  </a:cubicBezTo>
                  <a:cubicBezTo>
                    <a:pt x="117571" y="59606"/>
                    <a:pt x="117297" y="62555"/>
                    <a:pt x="122951" y="63436"/>
                  </a:cubicBezTo>
                  <a:cubicBezTo>
                    <a:pt x="129030" y="64378"/>
                    <a:pt x="139851" y="60944"/>
                    <a:pt x="145200" y="64622"/>
                  </a:cubicBezTo>
                  <a:cubicBezTo>
                    <a:pt x="148939" y="67205"/>
                    <a:pt x="153590" y="7158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33"/>
            <p:cNvSpPr/>
            <p:nvPr/>
          </p:nvSpPr>
          <p:spPr>
            <a:xfrm>
              <a:off x="2975000" y="442550"/>
              <a:ext cx="3962850" cy="1785000"/>
            </a:xfrm>
            <a:custGeom>
              <a:rect b="b" l="l" r="r" t="t"/>
              <a:pathLst>
                <a:path extrusionOk="0" fill="none" h="71400" w="158514">
                  <a:moveTo>
                    <a:pt x="0" y="1"/>
                  </a:moveTo>
                  <a:cubicBezTo>
                    <a:pt x="5411" y="2432"/>
                    <a:pt x="11307" y="3952"/>
                    <a:pt x="17052" y="4803"/>
                  </a:cubicBezTo>
                  <a:cubicBezTo>
                    <a:pt x="22949" y="5685"/>
                    <a:pt x="29028" y="8967"/>
                    <a:pt x="34682" y="9362"/>
                  </a:cubicBezTo>
                  <a:cubicBezTo>
                    <a:pt x="42007" y="9849"/>
                    <a:pt x="33557" y="28360"/>
                    <a:pt x="32858" y="31065"/>
                  </a:cubicBezTo>
                  <a:cubicBezTo>
                    <a:pt x="31308" y="36931"/>
                    <a:pt x="41095" y="43801"/>
                    <a:pt x="46141" y="42676"/>
                  </a:cubicBezTo>
                  <a:cubicBezTo>
                    <a:pt x="54925" y="40761"/>
                    <a:pt x="60731" y="31703"/>
                    <a:pt x="70245" y="29819"/>
                  </a:cubicBezTo>
                  <a:cubicBezTo>
                    <a:pt x="78451" y="28177"/>
                    <a:pt x="88573" y="30731"/>
                    <a:pt x="93497" y="35563"/>
                  </a:cubicBezTo>
                  <a:cubicBezTo>
                    <a:pt x="97753" y="39728"/>
                    <a:pt x="98969" y="48725"/>
                    <a:pt x="107419" y="48755"/>
                  </a:cubicBezTo>
                  <a:cubicBezTo>
                    <a:pt x="113163" y="48755"/>
                    <a:pt x="115018" y="49667"/>
                    <a:pt x="116872" y="54956"/>
                  </a:cubicBezTo>
                  <a:cubicBezTo>
                    <a:pt x="118331" y="59181"/>
                    <a:pt x="118027" y="61977"/>
                    <a:pt x="123559" y="62798"/>
                  </a:cubicBezTo>
                  <a:cubicBezTo>
                    <a:pt x="129638" y="63710"/>
                    <a:pt x="140459" y="60579"/>
                    <a:pt x="145504" y="64470"/>
                  </a:cubicBezTo>
                  <a:cubicBezTo>
                    <a:pt x="148939" y="67144"/>
                    <a:pt x="153802" y="7140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33"/>
            <p:cNvSpPr/>
            <p:nvPr/>
          </p:nvSpPr>
          <p:spPr>
            <a:xfrm>
              <a:off x="2975000" y="442550"/>
              <a:ext cx="3962100" cy="1781975"/>
            </a:xfrm>
            <a:custGeom>
              <a:rect b="b" l="l" r="r" t="t"/>
              <a:pathLst>
                <a:path extrusionOk="0" fill="none" h="71279" w="158484">
                  <a:moveTo>
                    <a:pt x="0" y="1"/>
                  </a:moveTo>
                  <a:cubicBezTo>
                    <a:pt x="5471" y="2402"/>
                    <a:pt x="11247" y="3922"/>
                    <a:pt x="17174" y="4560"/>
                  </a:cubicBezTo>
                  <a:cubicBezTo>
                    <a:pt x="23253" y="5198"/>
                    <a:pt x="29514" y="8420"/>
                    <a:pt x="35107" y="8177"/>
                  </a:cubicBezTo>
                  <a:cubicBezTo>
                    <a:pt x="44044" y="7782"/>
                    <a:pt x="35290" y="26718"/>
                    <a:pt x="34256" y="29089"/>
                  </a:cubicBezTo>
                  <a:cubicBezTo>
                    <a:pt x="31369" y="35959"/>
                    <a:pt x="40578" y="42980"/>
                    <a:pt x="46658" y="41247"/>
                  </a:cubicBezTo>
                  <a:cubicBezTo>
                    <a:pt x="55533" y="38785"/>
                    <a:pt x="61947" y="31490"/>
                    <a:pt x="71369" y="29180"/>
                  </a:cubicBezTo>
                  <a:cubicBezTo>
                    <a:pt x="79424" y="27174"/>
                    <a:pt x="89819" y="29697"/>
                    <a:pt x="94470" y="34439"/>
                  </a:cubicBezTo>
                  <a:cubicBezTo>
                    <a:pt x="98482" y="38573"/>
                    <a:pt x="99090" y="48785"/>
                    <a:pt x="107753" y="48694"/>
                  </a:cubicBezTo>
                  <a:cubicBezTo>
                    <a:pt x="113407" y="48634"/>
                    <a:pt x="115504" y="49424"/>
                    <a:pt x="117510" y="54652"/>
                  </a:cubicBezTo>
                  <a:cubicBezTo>
                    <a:pt x="119060" y="58694"/>
                    <a:pt x="118665" y="61400"/>
                    <a:pt x="124167" y="62160"/>
                  </a:cubicBezTo>
                  <a:cubicBezTo>
                    <a:pt x="130246" y="62980"/>
                    <a:pt x="140793" y="60245"/>
                    <a:pt x="145717" y="64257"/>
                  </a:cubicBezTo>
                  <a:cubicBezTo>
                    <a:pt x="149061" y="66962"/>
                    <a:pt x="153802" y="71278"/>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33"/>
            <p:cNvSpPr/>
            <p:nvPr/>
          </p:nvSpPr>
          <p:spPr>
            <a:xfrm>
              <a:off x="2975000" y="442550"/>
              <a:ext cx="3962850" cy="1781200"/>
            </a:xfrm>
            <a:custGeom>
              <a:rect b="b" l="l" r="r" t="t"/>
              <a:pathLst>
                <a:path extrusionOk="0" fill="none" h="71248" w="158514">
                  <a:moveTo>
                    <a:pt x="0" y="1"/>
                  </a:moveTo>
                  <a:cubicBezTo>
                    <a:pt x="5502" y="2371"/>
                    <a:pt x="11338" y="3830"/>
                    <a:pt x="17326" y="4347"/>
                  </a:cubicBezTo>
                  <a:cubicBezTo>
                    <a:pt x="23405" y="4833"/>
                    <a:pt x="29484" y="7478"/>
                    <a:pt x="35381" y="7083"/>
                  </a:cubicBezTo>
                  <a:cubicBezTo>
                    <a:pt x="46171" y="6384"/>
                    <a:pt x="37660" y="22007"/>
                    <a:pt x="36080" y="26718"/>
                  </a:cubicBezTo>
                  <a:cubicBezTo>
                    <a:pt x="34560" y="31247"/>
                    <a:pt x="33192" y="34591"/>
                    <a:pt x="37387" y="37934"/>
                  </a:cubicBezTo>
                  <a:cubicBezTo>
                    <a:pt x="40062" y="40032"/>
                    <a:pt x="43983" y="40913"/>
                    <a:pt x="47144" y="39940"/>
                  </a:cubicBezTo>
                  <a:cubicBezTo>
                    <a:pt x="52007" y="38421"/>
                    <a:pt x="55959" y="34864"/>
                    <a:pt x="60548" y="32524"/>
                  </a:cubicBezTo>
                  <a:cubicBezTo>
                    <a:pt x="64409" y="30579"/>
                    <a:pt x="68360" y="29758"/>
                    <a:pt x="72403" y="28512"/>
                  </a:cubicBezTo>
                  <a:cubicBezTo>
                    <a:pt x="80275" y="26080"/>
                    <a:pt x="91187" y="28724"/>
                    <a:pt x="95503" y="33314"/>
                  </a:cubicBezTo>
                  <a:cubicBezTo>
                    <a:pt x="99303" y="37296"/>
                    <a:pt x="99212" y="48877"/>
                    <a:pt x="108118" y="48694"/>
                  </a:cubicBezTo>
                  <a:cubicBezTo>
                    <a:pt x="113589" y="48573"/>
                    <a:pt x="115990" y="49302"/>
                    <a:pt x="118148" y="54409"/>
                  </a:cubicBezTo>
                  <a:cubicBezTo>
                    <a:pt x="119820" y="58299"/>
                    <a:pt x="119364" y="60974"/>
                    <a:pt x="124805" y="61612"/>
                  </a:cubicBezTo>
                  <a:cubicBezTo>
                    <a:pt x="130519" y="62281"/>
                    <a:pt x="141249" y="59819"/>
                    <a:pt x="145991" y="64135"/>
                  </a:cubicBezTo>
                  <a:cubicBezTo>
                    <a:pt x="149213" y="67023"/>
                    <a:pt x="153863" y="71248"/>
                    <a:pt x="158514" y="68695"/>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33"/>
            <p:cNvSpPr/>
            <p:nvPr/>
          </p:nvSpPr>
          <p:spPr>
            <a:xfrm>
              <a:off x="2975000" y="442550"/>
              <a:ext cx="3962100" cy="1777400"/>
            </a:xfrm>
            <a:custGeom>
              <a:rect b="b" l="l" r="r" t="t"/>
              <a:pathLst>
                <a:path extrusionOk="0" fill="none" h="71096" w="158484">
                  <a:moveTo>
                    <a:pt x="0" y="1"/>
                  </a:moveTo>
                  <a:cubicBezTo>
                    <a:pt x="5532" y="2341"/>
                    <a:pt x="11429" y="3739"/>
                    <a:pt x="17447" y="4104"/>
                  </a:cubicBezTo>
                  <a:cubicBezTo>
                    <a:pt x="23496" y="4469"/>
                    <a:pt x="29484" y="6596"/>
                    <a:pt x="35533" y="6049"/>
                  </a:cubicBezTo>
                  <a:cubicBezTo>
                    <a:pt x="47357" y="4955"/>
                    <a:pt x="40822" y="16809"/>
                    <a:pt x="38208" y="23983"/>
                  </a:cubicBezTo>
                  <a:cubicBezTo>
                    <a:pt x="36657" y="28329"/>
                    <a:pt x="33557" y="33253"/>
                    <a:pt x="37691" y="36962"/>
                  </a:cubicBezTo>
                  <a:cubicBezTo>
                    <a:pt x="40244" y="39272"/>
                    <a:pt x="44591" y="39636"/>
                    <a:pt x="47661" y="38603"/>
                  </a:cubicBezTo>
                  <a:cubicBezTo>
                    <a:pt x="52646" y="36931"/>
                    <a:pt x="56901" y="33557"/>
                    <a:pt x="61764" y="31460"/>
                  </a:cubicBezTo>
                  <a:cubicBezTo>
                    <a:pt x="65533" y="29819"/>
                    <a:pt x="69576" y="29150"/>
                    <a:pt x="73375" y="27721"/>
                  </a:cubicBezTo>
                  <a:cubicBezTo>
                    <a:pt x="80974" y="24864"/>
                    <a:pt x="92464" y="27721"/>
                    <a:pt x="96659" y="32068"/>
                  </a:cubicBezTo>
                  <a:cubicBezTo>
                    <a:pt x="100884" y="36445"/>
                    <a:pt x="98634" y="48512"/>
                    <a:pt x="108452" y="48664"/>
                  </a:cubicBezTo>
                  <a:cubicBezTo>
                    <a:pt x="114014" y="48755"/>
                    <a:pt x="116416" y="49150"/>
                    <a:pt x="118756" y="54105"/>
                  </a:cubicBezTo>
                  <a:cubicBezTo>
                    <a:pt x="120550" y="57874"/>
                    <a:pt x="120002" y="60488"/>
                    <a:pt x="125413" y="61035"/>
                  </a:cubicBezTo>
                  <a:cubicBezTo>
                    <a:pt x="131158" y="61643"/>
                    <a:pt x="141553" y="59454"/>
                    <a:pt x="146234" y="63922"/>
                  </a:cubicBezTo>
                  <a:cubicBezTo>
                    <a:pt x="149334" y="66871"/>
                    <a:pt x="153894" y="71096"/>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33"/>
            <p:cNvSpPr/>
            <p:nvPr/>
          </p:nvSpPr>
          <p:spPr>
            <a:xfrm>
              <a:off x="2975000" y="442550"/>
              <a:ext cx="3962850" cy="1775125"/>
            </a:xfrm>
            <a:custGeom>
              <a:rect b="b" l="l" r="r" t="t"/>
              <a:pathLst>
                <a:path extrusionOk="0" fill="none" h="71005" w="158514">
                  <a:moveTo>
                    <a:pt x="0" y="1"/>
                  </a:moveTo>
                  <a:cubicBezTo>
                    <a:pt x="5593" y="2311"/>
                    <a:pt x="11520" y="3648"/>
                    <a:pt x="17569" y="3861"/>
                  </a:cubicBezTo>
                  <a:cubicBezTo>
                    <a:pt x="23587" y="4074"/>
                    <a:pt x="29636" y="5837"/>
                    <a:pt x="35594" y="5046"/>
                  </a:cubicBezTo>
                  <a:cubicBezTo>
                    <a:pt x="47569" y="3466"/>
                    <a:pt x="43800" y="12280"/>
                    <a:pt x="40578" y="20974"/>
                  </a:cubicBezTo>
                  <a:cubicBezTo>
                    <a:pt x="39059" y="25107"/>
                    <a:pt x="34773" y="31916"/>
                    <a:pt x="38268" y="35867"/>
                  </a:cubicBezTo>
                  <a:cubicBezTo>
                    <a:pt x="40548" y="38451"/>
                    <a:pt x="45381" y="38208"/>
                    <a:pt x="48238" y="37296"/>
                  </a:cubicBezTo>
                  <a:cubicBezTo>
                    <a:pt x="53405" y="35624"/>
                    <a:pt x="57965" y="32281"/>
                    <a:pt x="63102" y="30366"/>
                  </a:cubicBezTo>
                  <a:cubicBezTo>
                    <a:pt x="66780" y="28968"/>
                    <a:pt x="70701" y="28420"/>
                    <a:pt x="74257" y="26840"/>
                  </a:cubicBezTo>
                  <a:cubicBezTo>
                    <a:pt x="81552" y="23588"/>
                    <a:pt x="94075" y="26779"/>
                    <a:pt x="97935" y="30791"/>
                  </a:cubicBezTo>
                  <a:cubicBezTo>
                    <a:pt x="101887" y="34895"/>
                    <a:pt x="98938" y="48542"/>
                    <a:pt x="108817" y="48664"/>
                  </a:cubicBezTo>
                  <a:cubicBezTo>
                    <a:pt x="114227" y="48694"/>
                    <a:pt x="116872" y="49029"/>
                    <a:pt x="119364" y="53801"/>
                  </a:cubicBezTo>
                  <a:cubicBezTo>
                    <a:pt x="121249" y="57448"/>
                    <a:pt x="120702" y="60032"/>
                    <a:pt x="126021" y="60518"/>
                  </a:cubicBezTo>
                  <a:cubicBezTo>
                    <a:pt x="131826" y="61035"/>
                    <a:pt x="141857" y="59120"/>
                    <a:pt x="146507" y="63771"/>
                  </a:cubicBezTo>
                  <a:cubicBezTo>
                    <a:pt x="149456" y="66719"/>
                    <a:pt x="153924" y="7100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33"/>
            <p:cNvSpPr/>
            <p:nvPr/>
          </p:nvSpPr>
          <p:spPr>
            <a:xfrm>
              <a:off x="2975000" y="442550"/>
              <a:ext cx="3962850" cy="1772850"/>
            </a:xfrm>
            <a:custGeom>
              <a:rect b="b" l="l" r="r" t="t"/>
              <a:pathLst>
                <a:path extrusionOk="0" fill="none" h="70914" w="158514">
                  <a:moveTo>
                    <a:pt x="0" y="1"/>
                  </a:moveTo>
                  <a:cubicBezTo>
                    <a:pt x="5623" y="2280"/>
                    <a:pt x="11611" y="3526"/>
                    <a:pt x="17690" y="3648"/>
                  </a:cubicBezTo>
                  <a:cubicBezTo>
                    <a:pt x="23648" y="3709"/>
                    <a:pt x="29636" y="5016"/>
                    <a:pt x="35563" y="4104"/>
                  </a:cubicBezTo>
                  <a:cubicBezTo>
                    <a:pt x="47022" y="2371"/>
                    <a:pt x="46627" y="7843"/>
                    <a:pt x="43101" y="17812"/>
                  </a:cubicBezTo>
                  <a:cubicBezTo>
                    <a:pt x="41733" y="21612"/>
                    <a:pt x="36232" y="30670"/>
                    <a:pt x="39028" y="34621"/>
                  </a:cubicBezTo>
                  <a:cubicBezTo>
                    <a:pt x="41004" y="37387"/>
                    <a:pt x="46293" y="36901"/>
                    <a:pt x="48968" y="35989"/>
                  </a:cubicBezTo>
                  <a:cubicBezTo>
                    <a:pt x="57235" y="33071"/>
                    <a:pt x="67235" y="29667"/>
                    <a:pt x="75108" y="25867"/>
                  </a:cubicBezTo>
                  <a:cubicBezTo>
                    <a:pt x="82008" y="22524"/>
                    <a:pt x="95655" y="25746"/>
                    <a:pt x="99303" y="29484"/>
                  </a:cubicBezTo>
                  <a:cubicBezTo>
                    <a:pt x="103042" y="33284"/>
                    <a:pt x="99546" y="48573"/>
                    <a:pt x="109242" y="48573"/>
                  </a:cubicBezTo>
                  <a:cubicBezTo>
                    <a:pt x="114379" y="48573"/>
                    <a:pt x="117328" y="48968"/>
                    <a:pt x="119942" y="53527"/>
                  </a:cubicBezTo>
                  <a:cubicBezTo>
                    <a:pt x="121948" y="57023"/>
                    <a:pt x="121340" y="59606"/>
                    <a:pt x="126629" y="60032"/>
                  </a:cubicBezTo>
                  <a:cubicBezTo>
                    <a:pt x="132495" y="60488"/>
                    <a:pt x="142130" y="58725"/>
                    <a:pt x="146751" y="63558"/>
                  </a:cubicBezTo>
                  <a:cubicBezTo>
                    <a:pt x="149608" y="66567"/>
                    <a:pt x="153985" y="70913"/>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33"/>
            <p:cNvSpPr/>
            <p:nvPr/>
          </p:nvSpPr>
          <p:spPr>
            <a:xfrm>
              <a:off x="2975000" y="442550"/>
              <a:ext cx="3962100" cy="1769800"/>
            </a:xfrm>
            <a:custGeom>
              <a:rect b="b" l="l" r="r" t="t"/>
              <a:pathLst>
                <a:path extrusionOk="0" fill="none" h="70792" w="158484">
                  <a:moveTo>
                    <a:pt x="0" y="1"/>
                  </a:moveTo>
                  <a:cubicBezTo>
                    <a:pt x="5654" y="2280"/>
                    <a:pt x="11703" y="3435"/>
                    <a:pt x="17812" y="3405"/>
                  </a:cubicBezTo>
                  <a:cubicBezTo>
                    <a:pt x="23709" y="3344"/>
                    <a:pt x="29606" y="4165"/>
                    <a:pt x="35502" y="3192"/>
                  </a:cubicBezTo>
                  <a:cubicBezTo>
                    <a:pt x="37660" y="2858"/>
                    <a:pt x="42463" y="1976"/>
                    <a:pt x="44621" y="2949"/>
                  </a:cubicBezTo>
                  <a:cubicBezTo>
                    <a:pt x="49545" y="5168"/>
                    <a:pt x="46840" y="10913"/>
                    <a:pt x="45624" y="14742"/>
                  </a:cubicBezTo>
                  <a:cubicBezTo>
                    <a:pt x="43557" y="21369"/>
                    <a:pt x="34135" y="40001"/>
                    <a:pt x="49819" y="34652"/>
                  </a:cubicBezTo>
                  <a:cubicBezTo>
                    <a:pt x="58299" y="31734"/>
                    <a:pt x="67935" y="28177"/>
                    <a:pt x="76050" y="24864"/>
                  </a:cubicBezTo>
                  <a:cubicBezTo>
                    <a:pt x="83072" y="21977"/>
                    <a:pt x="96051" y="24347"/>
                    <a:pt x="100762" y="28117"/>
                  </a:cubicBezTo>
                  <a:cubicBezTo>
                    <a:pt x="105716" y="32098"/>
                    <a:pt x="98908" y="48299"/>
                    <a:pt x="109698" y="48482"/>
                  </a:cubicBezTo>
                  <a:cubicBezTo>
                    <a:pt x="114653" y="48573"/>
                    <a:pt x="117753" y="48846"/>
                    <a:pt x="120458" y="53254"/>
                  </a:cubicBezTo>
                  <a:cubicBezTo>
                    <a:pt x="122586" y="56628"/>
                    <a:pt x="121948" y="59242"/>
                    <a:pt x="127176" y="59576"/>
                  </a:cubicBezTo>
                  <a:cubicBezTo>
                    <a:pt x="133133" y="60001"/>
                    <a:pt x="142404" y="58360"/>
                    <a:pt x="146963" y="63375"/>
                  </a:cubicBezTo>
                  <a:cubicBezTo>
                    <a:pt x="149699" y="66385"/>
                    <a:pt x="153985" y="70792"/>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33"/>
            <p:cNvSpPr/>
            <p:nvPr/>
          </p:nvSpPr>
          <p:spPr>
            <a:xfrm>
              <a:off x="2975000" y="442550"/>
              <a:ext cx="3963625" cy="1767525"/>
            </a:xfrm>
            <a:custGeom>
              <a:rect b="b" l="l" r="r" t="t"/>
              <a:pathLst>
                <a:path extrusionOk="0" fill="none" h="70701" w="158545">
                  <a:moveTo>
                    <a:pt x="0" y="1"/>
                  </a:moveTo>
                  <a:cubicBezTo>
                    <a:pt x="5715" y="2250"/>
                    <a:pt x="11794" y="3314"/>
                    <a:pt x="17934" y="3192"/>
                  </a:cubicBezTo>
                  <a:cubicBezTo>
                    <a:pt x="23770" y="2979"/>
                    <a:pt x="29575" y="3314"/>
                    <a:pt x="35411" y="2341"/>
                  </a:cubicBezTo>
                  <a:cubicBezTo>
                    <a:pt x="44439" y="791"/>
                    <a:pt x="50518" y="2371"/>
                    <a:pt x="48147" y="11916"/>
                  </a:cubicBezTo>
                  <a:cubicBezTo>
                    <a:pt x="46627" y="18086"/>
                    <a:pt x="34894" y="38725"/>
                    <a:pt x="50883" y="33253"/>
                  </a:cubicBezTo>
                  <a:cubicBezTo>
                    <a:pt x="59697" y="30244"/>
                    <a:pt x="68482" y="26688"/>
                    <a:pt x="77418" y="23922"/>
                  </a:cubicBezTo>
                  <a:cubicBezTo>
                    <a:pt x="84227" y="21794"/>
                    <a:pt x="97601" y="22585"/>
                    <a:pt x="102312" y="26779"/>
                  </a:cubicBezTo>
                  <a:cubicBezTo>
                    <a:pt x="107510" y="31399"/>
                    <a:pt x="99394" y="48056"/>
                    <a:pt x="110276" y="48330"/>
                  </a:cubicBezTo>
                  <a:cubicBezTo>
                    <a:pt x="115200" y="48451"/>
                    <a:pt x="117966" y="49181"/>
                    <a:pt x="120945" y="52889"/>
                  </a:cubicBezTo>
                  <a:cubicBezTo>
                    <a:pt x="123376" y="55928"/>
                    <a:pt x="122464" y="58877"/>
                    <a:pt x="127784" y="59150"/>
                  </a:cubicBezTo>
                  <a:cubicBezTo>
                    <a:pt x="133711" y="59454"/>
                    <a:pt x="142769" y="58026"/>
                    <a:pt x="147267" y="63223"/>
                  </a:cubicBezTo>
                  <a:cubicBezTo>
                    <a:pt x="149881" y="66202"/>
                    <a:pt x="154076" y="70701"/>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33"/>
            <p:cNvSpPr/>
            <p:nvPr/>
          </p:nvSpPr>
          <p:spPr>
            <a:xfrm>
              <a:off x="2975000" y="442550"/>
              <a:ext cx="3962850" cy="1765250"/>
            </a:xfrm>
            <a:custGeom>
              <a:rect b="b" l="l" r="r" t="t"/>
              <a:pathLst>
                <a:path extrusionOk="0" fill="none" h="70610" w="158514">
                  <a:moveTo>
                    <a:pt x="0" y="1"/>
                  </a:moveTo>
                  <a:cubicBezTo>
                    <a:pt x="5745" y="2219"/>
                    <a:pt x="11885" y="3223"/>
                    <a:pt x="18025" y="2949"/>
                  </a:cubicBezTo>
                  <a:cubicBezTo>
                    <a:pt x="23800" y="2645"/>
                    <a:pt x="29514" y="2493"/>
                    <a:pt x="35259" y="1490"/>
                  </a:cubicBezTo>
                  <a:cubicBezTo>
                    <a:pt x="38056" y="1004"/>
                    <a:pt x="42189" y="396"/>
                    <a:pt x="44986" y="1064"/>
                  </a:cubicBezTo>
                  <a:cubicBezTo>
                    <a:pt x="50183" y="2280"/>
                    <a:pt x="51065" y="4803"/>
                    <a:pt x="50487" y="9454"/>
                  </a:cubicBezTo>
                  <a:cubicBezTo>
                    <a:pt x="49728" y="14986"/>
                    <a:pt x="36627" y="36870"/>
                    <a:pt x="52068" y="31825"/>
                  </a:cubicBezTo>
                  <a:cubicBezTo>
                    <a:pt x="60944" y="28937"/>
                    <a:pt x="69910" y="25533"/>
                    <a:pt x="79029" y="23010"/>
                  </a:cubicBezTo>
                  <a:cubicBezTo>
                    <a:pt x="86111" y="21095"/>
                    <a:pt x="98969" y="21551"/>
                    <a:pt x="103893" y="25472"/>
                  </a:cubicBezTo>
                  <a:cubicBezTo>
                    <a:pt x="109212" y="29697"/>
                    <a:pt x="100093" y="47661"/>
                    <a:pt x="110823" y="48147"/>
                  </a:cubicBezTo>
                  <a:cubicBezTo>
                    <a:pt x="115595" y="48360"/>
                    <a:pt x="118422" y="49120"/>
                    <a:pt x="121431" y="52646"/>
                  </a:cubicBezTo>
                  <a:cubicBezTo>
                    <a:pt x="123923" y="55594"/>
                    <a:pt x="123103" y="58542"/>
                    <a:pt x="128300" y="58786"/>
                  </a:cubicBezTo>
                  <a:cubicBezTo>
                    <a:pt x="134288" y="59059"/>
                    <a:pt x="143042" y="57783"/>
                    <a:pt x="147480" y="63041"/>
                  </a:cubicBezTo>
                  <a:cubicBezTo>
                    <a:pt x="150003" y="65989"/>
                    <a:pt x="154076" y="7061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33"/>
            <p:cNvSpPr/>
            <p:nvPr/>
          </p:nvSpPr>
          <p:spPr>
            <a:xfrm>
              <a:off x="2975000" y="428125"/>
              <a:ext cx="3962850" cy="1777400"/>
            </a:xfrm>
            <a:custGeom>
              <a:rect b="b" l="l" r="r" t="t"/>
              <a:pathLst>
                <a:path extrusionOk="0" fill="none" h="71096" w="158514">
                  <a:moveTo>
                    <a:pt x="0" y="578"/>
                  </a:moveTo>
                  <a:cubicBezTo>
                    <a:pt x="5715" y="2705"/>
                    <a:pt x="12128" y="3769"/>
                    <a:pt x="18146" y="3313"/>
                  </a:cubicBezTo>
                  <a:cubicBezTo>
                    <a:pt x="23861" y="2888"/>
                    <a:pt x="29484" y="2219"/>
                    <a:pt x="35138" y="1246"/>
                  </a:cubicBezTo>
                  <a:cubicBezTo>
                    <a:pt x="42554" y="0"/>
                    <a:pt x="52281" y="1489"/>
                    <a:pt x="52585" y="7994"/>
                  </a:cubicBezTo>
                  <a:cubicBezTo>
                    <a:pt x="52767" y="12523"/>
                    <a:pt x="39211" y="35350"/>
                    <a:pt x="53436" y="30882"/>
                  </a:cubicBezTo>
                  <a:cubicBezTo>
                    <a:pt x="62372" y="28086"/>
                    <a:pt x="71673" y="25137"/>
                    <a:pt x="80914" y="22736"/>
                  </a:cubicBezTo>
                  <a:cubicBezTo>
                    <a:pt x="88604" y="20760"/>
                    <a:pt x="100032" y="21551"/>
                    <a:pt x="105443" y="24803"/>
                  </a:cubicBezTo>
                  <a:cubicBezTo>
                    <a:pt x="111674" y="28511"/>
                    <a:pt x="99941" y="47508"/>
                    <a:pt x="111431" y="48511"/>
                  </a:cubicBezTo>
                  <a:cubicBezTo>
                    <a:pt x="116081" y="48937"/>
                    <a:pt x="118847" y="49606"/>
                    <a:pt x="121887" y="52980"/>
                  </a:cubicBezTo>
                  <a:cubicBezTo>
                    <a:pt x="124440" y="55837"/>
                    <a:pt x="123741" y="58785"/>
                    <a:pt x="128787" y="58998"/>
                  </a:cubicBezTo>
                  <a:cubicBezTo>
                    <a:pt x="134836" y="59271"/>
                    <a:pt x="143316" y="58147"/>
                    <a:pt x="147723" y="63436"/>
                  </a:cubicBezTo>
                  <a:cubicBezTo>
                    <a:pt x="150125" y="66323"/>
                    <a:pt x="154106" y="71095"/>
                    <a:pt x="158514" y="6924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33"/>
            <p:cNvSpPr/>
            <p:nvPr/>
          </p:nvSpPr>
          <p:spPr>
            <a:xfrm>
              <a:off x="2975000" y="412925"/>
              <a:ext cx="3962850" cy="1789550"/>
            </a:xfrm>
            <a:custGeom>
              <a:rect b="b" l="l" r="r" t="t"/>
              <a:pathLst>
                <a:path extrusionOk="0" fill="none" h="71582" w="158514">
                  <a:moveTo>
                    <a:pt x="0" y="1186"/>
                  </a:moveTo>
                  <a:cubicBezTo>
                    <a:pt x="5745" y="3283"/>
                    <a:pt x="12219" y="4286"/>
                    <a:pt x="18238" y="3678"/>
                  </a:cubicBezTo>
                  <a:cubicBezTo>
                    <a:pt x="23891" y="3131"/>
                    <a:pt x="29454" y="1976"/>
                    <a:pt x="35046" y="1034"/>
                  </a:cubicBezTo>
                  <a:cubicBezTo>
                    <a:pt x="41308" y="0"/>
                    <a:pt x="52980" y="638"/>
                    <a:pt x="54317" y="7082"/>
                  </a:cubicBezTo>
                  <a:cubicBezTo>
                    <a:pt x="55260" y="11672"/>
                    <a:pt x="42159" y="33557"/>
                    <a:pt x="54895" y="29879"/>
                  </a:cubicBezTo>
                  <a:cubicBezTo>
                    <a:pt x="64044" y="27204"/>
                    <a:pt x="73588" y="24864"/>
                    <a:pt x="82950" y="22523"/>
                  </a:cubicBezTo>
                  <a:cubicBezTo>
                    <a:pt x="90488" y="20608"/>
                    <a:pt x="101248" y="21186"/>
                    <a:pt x="106932" y="24256"/>
                  </a:cubicBezTo>
                  <a:cubicBezTo>
                    <a:pt x="113862" y="27964"/>
                    <a:pt x="100762" y="47478"/>
                    <a:pt x="112069" y="48876"/>
                  </a:cubicBezTo>
                  <a:cubicBezTo>
                    <a:pt x="116264" y="49363"/>
                    <a:pt x="119729" y="49879"/>
                    <a:pt x="122343" y="53344"/>
                  </a:cubicBezTo>
                  <a:cubicBezTo>
                    <a:pt x="124562" y="56354"/>
                    <a:pt x="124653" y="59089"/>
                    <a:pt x="129273" y="59272"/>
                  </a:cubicBezTo>
                  <a:cubicBezTo>
                    <a:pt x="135352" y="59545"/>
                    <a:pt x="143620" y="58603"/>
                    <a:pt x="147936" y="63861"/>
                  </a:cubicBezTo>
                  <a:cubicBezTo>
                    <a:pt x="150277" y="66688"/>
                    <a:pt x="154137" y="71582"/>
                    <a:pt x="158514" y="6984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33"/>
            <p:cNvSpPr/>
            <p:nvPr/>
          </p:nvSpPr>
          <p:spPr>
            <a:xfrm>
              <a:off x="2975000" y="386325"/>
              <a:ext cx="3962850" cy="1813875"/>
            </a:xfrm>
            <a:custGeom>
              <a:rect b="b" l="l" r="r" t="t"/>
              <a:pathLst>
                <a:path extrusionOk="0" fill="none" h="72555" w="158514">
                  <a:moveTo>
                    <a:pt x="0" y="2250"/>
                  </a:moveTo>
                  <a:cubicBezTo>
                    <a:pt x="5806" y="4286"/>
                    <a:pt x="12371" y="5259"/>
                    <a:pt x="18390" y="4529"/>
                  </a:cubicBezTo>
                  <a:cubicBezTo>
                    <a:pt x="23982" y="3830"/>
                    <a:pt x="29423" y="2250"/>
                    <a:pt x="35046" y="1307"/>
                  </a:cubicBezTo>
                  <a:cubicBezTo>
                    <a:pt x="42767" y="0"/>
                    <a:pt x="52402" y="2067"/>
                    <a:pt x="55685" y="7174"/>
                  </a:cubicBezTo>
                  <a:cubicBezTo>
                    <a:pt x="57570" y="10183"/>
                    <a:pt x="46658" y="32159"/>
                    <a:pt x="56719" y="29271"/>
                  </a:cubicBezTo>
                  <a:cubicBezTo>
                    <a:pt x="65442" y="26748"/>
                    <a:pt x="75746" y="25077"/>
                    <a:pt x="85139" y="22736"/>
                  </a:cubicBezTo>
                  <a:cubicBezTo>
                    <a:pt x="92494" y="20882"/>
                    <a:pt x="102099" y="21338"/>
                    <a:pt x="108300" y="24317"/>
                  </a:cubicBezTo>
                  <a:cubicBezTo>
                    <a:pt x="116477" y="28207"/>
                    <a:pt x="101765" y="47873"/>
                    <a:pt x="112799" y="49636"/>
                  </a:cubicBezTo>
                  <a:cubicBezTo>
                    <a:pt x="116780" y="50275"/>
                    <a:pt x="120215" y="50852"/>
                    <a:pt x="122768" y="54165"/>
                  </a:cubicBezTo>
                  <a:cubicBezTo>
                    <a:pt x="125048" y="57083"/>
                    <a:pt x="125200" y="59849"/>
                    <a:pt x="129729" y="60032"/>
                  </a:cubicBezTo>
                  <a:cubicBezTo>
                    <a:pt x="135839" y="60336"/>
                    <a:pt x="143893" y="59545"/>
                    <a:pt x="148179" y="64773"/>
                  </a:cubicBezTo>
                  <a:cubicBezTo>
                    <a:pt x="150459" y="67539"/>
                    <a:pt x="154167" y="72555"/>
                    <a:pt x="158514" y="7091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33"/>
            <p:cNvSpPr/>
            <p:nvPr/>
          </p:nvSpPr>
          <p:spPr>
            <a:xfrm>
              <a:off x="2975000" y="367325"/>
              <a:ext cx="3962850" cy="1829825"/>
            </a:xfrm>
            <a:custGeom>
              <a:rect b="b" l="l" r="r" t="t"/>
              <a:pathLst>
                <a:path extrusionOk="0" fill="none" h="73193" w="158514">
                  <a:moveTo>
                    <a:pt x="0" y="3010"/>
                  </a:moveTo>
                  <a:cubicBezTo>
                    <a:pt x="5836" y="5016"/>
                    <a:pt x="12432" y="5897"/>
                    <a:pt x="18481" y="5046"/>
                  </a:cubicBezTo>
                  <a:cubicBezTo>
                    <a:pt x="24104" y="4286"/>
                    <a:pt x="29514" y="2067"/>
                    <a:pt x="35077" y="1216"/>
                  </a:cubicBezTo>
                  <a:cubicBezTo>
                    <a:pt x="43010" y="0"/>
                    <a:pt x="51703" y="2584"/>
                    <a:pt x="56719" y="7447"/>
                  </a:cubicBezTo>
                  <a:cubicBezTo>
                    <a:pt x="60123" y="10791"/>
                    <a:pt x="50335" y="30396"/>
                    <a:pt x="58998" y="28360"/>
                  </a:cubicBezTo>
                  <a:cubicBezTo>
                    <a:pt x="67722" y="26293"/>
                    <a:pt x="78056" y="25016"/>
                    <a:pt x="87357" y="22615"/>
                  </a:cubicBezTo>
                  <a:cubicBezTo>
                    <a:pt x="94531" y="20761"/>
                    <a:pt x="103224" y="21065"/>
                    <a:pt x="109546" y="24104"/>
                  </a:cubicBezTo>
                  <a:cubicBezTo>
                    <a:pt x="118209" y="28268"/>
                    <a:pt x="103376" y="47965"/>
                    <a:pt x="113559" y="50062"/>
                  </a:cubicBezTo>
                  <a:cubicBezTo>
                    <a:pt x="117328" y="50822"/>
                    <a:pt x="120671" y="51551"/>
                    <a:pt x="123194" y="54682"/>
                  </a:cubicBezTo>
                  <a:cubicBezTo>
                    <a:pt x="125474" y="57539"/>
                    <a:pt x="125717" y="60305"/>
                    <a:pt x="130155" y="60518"/>
                  </a:cubicBezTo>
                  <a:cubicBezTo>
                    <a:pt x="136295" y="60852"/>
                    <a:pt x="144137" y="60214"/>
                    <a:pt x="148392" y="65381"/>
                  </a:cubicBezTo>
                  <a:cubicBezTo>
                    <a:pt x="150611" y="68056"/>
                    <a:pt x="154228" y="73193"/>
                    <a:pt x="158514" y="7167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33"/>
            <p:cNvSpPr/>
            <p:nvPr/>
          </p:nvSpPr>
          <p:spPr>
            <a:xfrm>
              <a:off x="2975000" y="347575"/>
              <a:ext cx="3962850" cy="1845775"/>
            </a:xfrm>
            <a:custGeom>
              <a:rect b="b" l="l" r="r" t="t"/>
              <a:pathLst>
                <a:path extrusionOk="0" fill="none" h="73831" w="158514">
                  <a:moveTo>
                    <a:pt x="0" y="3800"/>
                  </a:moveTo>
                  <a:cubicBezTo>
                    <a:pt x="5867" y="5775"/>
                    <a:pt x="12554" y="6566"/>
                    <a:pt x="18602" y="5623"/>
                  </a:cubicBezTo>
                  <a:cubicBezTo>
                    <a:pt x="24256" y="4711"/>
                    <a:pt x="29575" y="1915"/>
                    <a:pt x="35229" y="1125"/>
                  </a:cubicBezTo>
                  <a:cubicBezTo>
                    <a:pt x="43284" y="0"/>
                    <a:pt x="51217" y="3404"/>
                    <a:pt x="57448" y="7903"/>
                  </a:cubicBezTo>
                  <a:cubicBezTo>
                    <a:pt x="62129" y="11247"/>
                    <a:pt x="59454" y="16353"/>
                    <a:pt x="58421" y="20852"/>
                  </a:cubicBezTo>
                  <a:cubicBezTo>
                    <a:pt x="57782" y="23587"/>
                    <a:pt x="56506" y="28420"/>
                    <a:pt x="61582" y="27599"/>
                  </a:cubicBezTo>
                  <a:cubicBezTo>
                    <a:pt x="70305" y="26171"/>
                    <a:pt x="80366" y="24925"/>
                    <a:pt x="89516" y="22493"/>
                  </a:cubicBezTo>
                  <a:cubicBezTo>
                    <a:pt x="96628" y="20639"/>
                    <a:pt x="104501" y="20700"/>
                    <a:pt x="110732" y="23952"/>
                  </a:cubicBezTo>
                  <a:cubicBezTo>
                    <a:pt x="119698" y="28663"/>
                    <a:pt x="104501" y="47600"/>
                    <a:pt x="114379" y="50487"/>
                  </a:cubicBezTo>
                  <a:cubicBezTo>
                    <a:pt x="117996" y="51551"/>
                    <a:pt x="121157" y="52250"/>
                    <a:pt x="123619" y="55229"/>
                  </a:cubicBezTo>
                  <a:cubicBezTo>
                    <a:pt x="125899" y="57995"/>
                    <a:pt x="126203" y="60791"/>
                    <a:pt x="130550" y="61065"/>
                  </a:cubicBezTo>
                  <a:cubicBezTo>
                    <a:pt x="136659" y="61399"/>
                    <a:pt x="144380" y="60913"/>
                    <a:pt x="148605" y="65989"/>
                  </a:cubicBezTo>
                  <a:cubicBezTo>
                    <a:pt x="150793" y="68603"/>
                    <a:pt x="154258" y="73831"/>
                    <a:pt x="158514" y="7246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33"/>
            <p:cNvSpPr/>
            <p:nvPr/>
          </p:nvSpPr>
          <p:spPr>
            <a:xfrm>
              <a:off x="2975000" y="324000"/>
              <a:ext cx="3962850" cy="1867075"/>
            </a:xfrm>
            <a:custGeom>
              <a:rect b="b" l="l" r="r" t="t"/>
              <a:pathLst>
                <a:path extrusionOk="0" fill="none" h="74683" w="158514">
                  <a:moveTo>
                    <a:pt x="0" y="4743"/>
                  </a:moveTo>
                  <a:cubicBezTo>
                    <a:pt x="5897" y="6688"/>
                    <a:pt x="12645" y="7387"/>
                    <a:pt x="18724" y="6323"/>
                  </a:cubicBezTo>
                  <a:cubicBezTo>
                    <a:pt x="24469" y="5290"/>
                    <a:pt x="29758" y="1977"/>
                    <a:pt x="35502" y="1156"/>
                  </a:cubicBezTo>
                  <a:cubicBezTo>
                    <a:pt x="43466" y="1"/>
                    <a:pt x="51460" y="4682"/>
                    <a:pt x="57934" y="8572"/>
                  </a:cubicBezTo>
                  <a:cubicBezTo>
                    <a:pt x="62858" y="11521"/>
                    <a:pt x="62099" y="15411"/>
                    <a:pt x="61339" y="20153"/>
                  </a:cubicBezTo>
                  <a:cubicBezTo>
                    <a:pt x="60883" y="22919"/>
                    <a:pt x="59576" y="27448"/>
                    <a:pt x="64378" y="27144"/>
                  </a:cubicBezTo>
                  <a:cubicBezTo>
                    <a:pt x="73223" y="26597"/>
                    <a:pt x="82737" y="24834"/>
                    <a:pt x="91643" y="22494"/>
                  </a:cubicBezTo>
                  <a:cubicBezTo>
                    <a:pt x="98817" y="20609"/>
                    <a:pt x="105747" y="20366"/>
                    <a:pt x="111856" y="23983"/>
                  </a:cubicBezTo>
                  <a:cubicBezTo>
                    <a:pt x="120519" y="29120"/>
                    <a:pt x="105990" y="47296"/>
                    <a:pt x="115230" y="51035"/>
                  </a:cubicBezTo>
                  <a:cubicBezTo>
                    <a:pt x="118543" y="52372"/>
                    <a:pt x="121705" y="53072"/>
                    <a:pt x="124045" y="55898"/>
                  </a:cubicBezTo>
                  <a:cubicBezTo>
                    <a:pt x="126325" y="58634"/>
                    <a:pt x="126659" y="61461"/>
                    <a:pt x="130914" y="61765"/>
                  </a:cubicBezTo>
                  <a:cubicBezTo>
                    <a:pt x="136994" y="62160"/>
                    <a:pt x="144593" y="61825"/>
                    <a:pt x="148818" y="66810"/>
                  </a:cubicBezTo>
                  <a:cubicBezTo>
                    <a:pt x="150945" y="69364"/>
                    <a:pt x="154289" y="74683"/>
                    <a:pt x="158514" y="73406"/>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33"/>
            <p:cNvSpPr/>
            <p:nvPr/>
          </p:nvSpPr>
          <p:spPr>
            <a:xfrm>
              <a:off x="2975000" y="297425"/>
              <a:ext cx="3962850" cy="1890625"/>
            </a:xfrm>
            <a:custGeom>
              <a:rect b="b" l="l" r="r" t="t"/>
              <a:pathLst>
                <a:path extrusionOk="0" fill="none" h="75625" w="158514">
                  <a:moveTo>
                    <a:pt x="0" y="5806"/>
                  </a:moveTo>
                  <a:cubicBezTo>
                    <a:pt x="5927" y="7690"/>
                    <a:pt x="12918" y="8450"/>
                    <a:pt x="18815" y="7173"/>
                  </a:cubicBezTo>
                  <a:cubicBezTo>
                    <a:pt x="24530" y="5927"/>
                    <a:pt x="30122" y="2128"/>
                    <a:pt x="35928" y="1216"/>
                  </a:cubicBezTo>
                  <a:cubicBezTo>
                    <a:pt x="43648" y="0"/>
                    <a:pt x="52494" y="5593"/>
                    <a:pt x="58178" y="9392"/>
                  </a:cubicBezTo>
                  <a:cubicBezTo>
                    <a:pt x="62585" y="12310"/>
                    <a:pt x="64226" y="14347"/>
                    <a:pt x="64074" y="19940"/>
                  </a:cubicBezTo>
                  <a:cubicBezTo>
                    <a:pt x="64014" y="22797"/>
                    <a:pt x="62828" y="26839"/>
                    <a:pt x="67296" y="27022"/>
                  </a:cubicBezTo>
                  <a:cubicBezTo>
                    <a:pt x="76081" y="27417"/>
                    <a:pt x="85199" y="24560"/>
                    <a:pt x="93589" y="22584"/>
                  </a:cubicBezTo>
                  <a:cubicBezTo>
                    <a:pt x="100975" y="20851"/>
                    <a:pt x="106598" y="19879"/>
                    <a:pt x="112920" y="24165"/>
                  </a:cubicBezTo>
                  <a:cubicBezTo>
                    <a:pt x="121188" y="29788"/>
                    <a:pt x="107753" y="47113"/>
                    <a:pt x="116142" y="51673"/>
                  </a:cubicBezTo>
                  <a:cubicBezTo>
                    <a:pt x="119030" y="53223"/>
                    <a:pt x="122221" y="54013"/>
                    <a:pt x="124501" y="56718"/>
                  </a:cubicBezTo>
                  <a:cubicBezTo>
                    <a:pt x="126781" y="59423"/>
                    <a:pt x="127115" y="62281"/>
                    <a:pt x="131279" y="62615"/>
                  </a:cubicBezTo>
                  <a:cubicBezTo>
                    <a:pt x="137358" y="63101"/>
                    <a:pt x="144836" y="62828"/>
                    <a:pt x="149030" y="67752"/>
                  </a:cubicBezTo>
                  <a:cubicBezTo>
                    <a:pt x="151158" y="70244"/>
                    <a:pt x="154350" y="75624"/>
                    <a:pt x="158514" y="7446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33"/>
            <p:cNvSpPr/>
            <p:nvPr/>
          </p:nvSpPr>
          <p:spPr>
            <a:xfrm>
              <a:off x="2975000" y="270050"/>
              <a:ext cx="3962100" cy="1914200"/>
            </a:xfrm>
            <a:custGeom>
              <a:rect b="b" l="l" r="r" t="t"/>
              <a:pathLst>
                <a:path extrusionOk="0" fill="none" h="76568" w="158484">
                  <a:moveTo>
                    <a:pt x="0" y="6901"/>
                  </a:moveTo>
                  <a:cubicBezTo>
                    <a:pt x="5988" y="8785"/>
                    <a:pt x="13040" y="9484"/>
                    <a:pt x="18937" y="8025"/>
                  </a:cubicBezTo>
                  <a:cubicBezTo>
                    <a:pt x="24803" y="6627"/>
                    <a:pt x="30396" y="2402"/>
                    <a:pt x="36414" y="1338"/>
                  </a:cubicBezTo>
                  <a:cubicBezTo>
                    <a:pt x="44013" y="1"/>
                    <a:pt x="52463" y="6688"/>
                    <a:pt x="58208" y="10244"/>
                  </a:cubicBezTo>
                  <a:cubicBezTo>
                    <a:pt x="62676" y="13010"/>
                    <a:pt x="65138" y="14925"/>
                    <a:pt x="66476" y="20092"/>
                  </a:cubicBezTo>
                  <a:cubicBezTo>
                    <a:pt x="67235" y="22980"/>
                    <a:pt x="65868" y="26536"/>
                    <a:pt x="70214" y="27144"/>
                  </a:cubicBezTo>
                  <a:cubicBezTo>
                    <a:pt x="78695" y="28329"/>
                    <a:pt x="87753" y="24104"/>
                    <a:pt x="95351" y="22646"/>
                  </a:cubicBezTo>
                  <a:cubicBezTo>
                    <a:pt x="102950" y="21187"/>
                    <a:pt x="107327" y="19150"/>
                    <a:pt x="113893" y="24408"/>
                  </a:cubicBezTo>
                  <a:cubicBezTo>
                    <a:pt x="121309" y="30366"/>
                    <a:pt x="109668" y="47023"/>
                    <a:pt x="117084" y="52251"/>
                  </a:cubicBezTo>
                  <a:cubicBezTo>
                    <a:pt x="119577" y="54014"/>
                    <a:pt x="122586" y="54956"/>
                    <a:pt x="125018" y="57418"/>
                  </a:cubicBezTo>
                  <a:cubicBezTo>
                    <a:pt x="127419" y="59880"/>
                    <a:pt x="127145" y="63011"/>
                    <a:pt x="131614" y="63436"/>
                  </a:cubicBezTo>
                  <a:cubicBezTo>
                    <a:pt x="137602" y="64014"/>
                    <a:pt x="144988" y="63832"/>
                    <a:pt x="149213" y="68695"/>
                  </a:cubicBezTo>
                  <a:cubicBezTo>
                    <a:pt x="151310" y="71126"/>
                    <a:pt x="154410" y="76567"/>
                    <a:pt x="158483" y="755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33"/>
            <p:cNvSpPr/>
            <p:nvPr/>
          </p:nvSpPr>
          <p:spPr>
            <a:xfrm>
              <a:off x="2975000" y="244975"/>
              <a:ext cx="3962100" cy="1937000"/>
            </a:xfrm>
            <a:custGeom>
              <a:rect b="b" l="l" r="r" t="t"/>
              <a:pathLst>
                <a:path extrusionOk="0" fill="none" h="77480" w="158484">
                  <a:moveTo>
                    <a:pt x="0" y="7904"/>
                  </a:moveTo>
                  <a:cubicBezTo>
                    <a:pt x="6019" y="9758"/>
                    <a:pt x="13162" y="10366"/>
                    <a:pt x="19058" y="8815"/>
                  </a:cubicBezTo>
                  <a:cubicBezTo>
                    <a:pt x="25077" y="7204"/>
                    <a:pt x="30730" y="2554"/>
                    <a:pt x="36992" y="1429"/>
                  </a:cubicBezTo>
                  <a:cubicBezTo>
                    <a:pt x="44773" y="1"/>
                    <a:pt x="52038" y="7296"/>
                    <a:pt x="58086" y="10974"/>
                  </a:cubicBezTo>
                  <a:cubicBezTo>
                    <a:pt x="62463" y="13618"/>
                    <a:pt x="66111" y="15806"/>
                    <a:pt x="68482" y="20457"/>
                  </a:cubicBezTo>
                  <a:cubicBezTo>
                    <a:pt x="69910" y="23253"/>
                    <a:pt x="69090" y="26475"/>
                    <a:pt x="73041" y="27387"/>
                  </a:cubicBezTo>
                  <a:cubicBezTo>
                    <a:pt x="81005" y="29180"/>
                    <a:pt x="90002" y="23679"/>
                    <a:pt x="96841" y="22615"/>
                  </a:cubicBezTo>
                  <a:cubicBezTo>
                    <a:pt x="104622" y="21399"/>
                    <a:pt x="107692" y="18360"/>
                    <a:pt x="114714" y="24621"/>
                  </a:cubicBezTo>
                  <a:cubicBezTo>
                    <a:pt x="121917" y="31065"/>
                    <a:pt x="111552" y="46780"/>
                    <a:pt x="118087" y="52767"/>
                  </a:cubicBezTo>
                  <a:cubicBezTo>
                    <a:pt x="120124" y="54682"/>
                    <a:pt x="123224" y="55807"/>
                    <a:pt x="125443" y="58178"/>
                  </a:cubicBezTo>
                  <a:cubicBezTo>
                    <a:pt x="127784" y="60640"/>
                    <a:pt x="127632" y="63771"/>
                    <a:pt x="131918" y="64257"/>
                  </a:cubicBezTo>
                  <a:cubicBezTo>
                    <a:pt x="137905" y="64956"/>
                    <a:pt x="145170" y="64804"/>
                    <a:pt x="149425" y="69576"/>
                  </a:cubicBezTo>
                  <a:cubicBezTo>
                    <a:pt x="151523" y="71947"/>
                    <a:pt x="154471" y="77479"/>
                    <a:pt x="158483" y="765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33"/>
            <p:cNvSpPr/>
            <p:nvPr/>
          </p:nvSpPr>
          <p:spPr>
            <a:xfrm>
              <a:off x="2975000" y="222950"/>
              <a:ext cx="3962100" cy="1955225"/>
            </a:xfrm>
            <a:custGeom>
              <a:rect b="b" l="l" r="r" t="t"/>
              <a:pathLst>
                <a:path extrusionOk="0" fill="none" h="78209" w="158484">
                  <a:moveTo>
                    <a:pt x="0" y="8785"/>
                  </a:moveTo>
                  <a:cubicBezTo>
                    <a:pt x="6079" y="10608"/>
                    <a:pt x="13313" y="11155"/>
                    <a:pt x="19180" y="9453"/>
                  </a:cubicBezTo>
                  <a:cubicBezTo>
                    <a:pt x="25289" y="7690"/>
                    <a:pt x="31125" y="2584"/>
                    <a:pt x="37569" y="1459"/>
                  </a:cubicBezTo>
                  <a:cubicBezTo>
                    <a:pt x="45776" y="0"/>
                    <a:pt x="51642" y="7630"/>
                    <a:pt x="57874" y="11520"/>
                  </a:cubicBezTo>
                  <a:cubicBezTo>
                    <a:pt x="62099" y="14134"/>
                    <a:pt x="67175" y="16596"/>
                    <a:pt x="70123" y="20882"/>
                  </a:cubicBezTo>
                  <a:cubicBezTo>
                    <a:pt x="71886" y="23466"/>
                    <a:pt x="72190" y="26688"/>
                    <a:pt x="75625" y="27569"/>
                  </a:cubicBezTo>
                  <a:cubicBezTo>
                    <a:pt x="83193" y="29484"/>
                    <a:pt x="91339" y="23374"/>
                    <a:pt x="97996" y="22371"/>
                  </a:cubicBezTo>
                  <a:cubicBezTo>
                    <a:pt x="106051" y="21186"/>
                    <a:pt x="108391" y="17630"/>
                    <a:pt x="115473" y="24773"/>
                  </a:cubicBezTo>
                  <a:cubicBezTo>
                    <a:pt x="122039" y="31369"/>
                    <a:pt x="113528" y="46475"/>
                    <a:pt x="119060" y="53101"/>
                  </a:cubicBezTo>
                  <a:cubicBezTo>
                    <a:pt x="120732" y="55107"/>
                    <a:pt x="123802" y="56475"/>
                    <a:pt x="125869" y="58785"/>
                  </a:cubicBezTo>
                  <a:cubicBezTo>
                    <a:pt x="128088" y="61247"/>
                    <a:pt x="128057" y="64348"/>
                    <a:pt x="132191" y="64925"/>
                  </a:cubicBezTo>
                  <a:cubicBezTo>
                    <a:pt x="138179" y="65746"/>
                    <a:pt x="145352" y="65594"/>
                    <a:pt x="149608" y="70305"/>
                  </a:cubicBezTo>
                  <a:cubicBezTo>
                    <a:pt x="151705" y="72615"/>
                    <a:pt x="154502" y="78208"/>
                    <a:pt x="158483" y="7744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33"/>
            <p:cNvSpPr/>
            <p:nvPr/>
          </p:nvSpPr>
          <p:spPr>
            <a:xfrm>
              <a:off x="2975000" y="197875"/>
              <a:ext cx="3962850" cy="1976500"/>
            </a:xfrm>
            <a:custGeom>
              <a:rect b="b" l="l" r="r" t="t"/>
              <a:pathLst>
                <a:path extrusionOk="0" fill="none" h="79060" w="158514">
                  <a:moveTo>
                    <a:pt x="0" y="9788"/>
                  </a:moveTo>
                  <a:cubicBezTo>
                    <a:pt x="6110" y="11551"/>
                    <a:pt x="13222" y="11824"/>
                    <a:pt x="19301" y="10244"/>
                  </a:cubicBezTo>
                  <a:cubicBezTo>
                    <a:pt x="26080" y="8450"/>
                    <a:pt x="31369" y="3040"/>
                    <a:pt x="38208" y="1642"/>
                  </a:cubicBezTo>
                  <a:cubicBezTo>
                    <a:pt x="46384" y="0"/>
                    <a:pt x="51855" y="8207"/>
                    <a:pt x="57600" y="12098"/>
                  </a:cubicBezTo>
                  <a:cubicBezTo>
                    <a:pt x="61886" y="14985"/>
                    <a:pt x="67296" y="17478"/>
                    <a:pt x="71065" y="21368"/>
                  </a:cubicBezTo>
                  <a:cubicBezTo>
                    <a:pt x="73315" y="23678"/>
                    <a:pt x="74743" y="27113"/>
                    <a:pt x="77904" y="27903"/>
                  </a:cubicBezTo>
                  <a:cubicBezTo>
                    <a:pt x="84865" y="29575"/>
                    <a:pt x="91978" y="23648"/>
                    <a:pt x="98847" y="22280"/>
                  </a:cubicBezTo>
                  <a:cubicBezTo>
                    <a:pt x="107419" y="20517"/>
                    <a:pt x="109850" y="17903"/>
                    <a:pt x="116233" y="25077"/>
                  </a:cubicBezTo>
                  <a:cubicBezTo>
                    <a:pt x="122069" y="31642"/>
                    <a:pt x="115656" y="46536"/>
                    <a:pt x="120154" y="53557"/>
                  </a:cubicBezTo>
                  <a:cubicBezTo>
                    <a:pt x="121492" y="55624"/>
                    <a:pt x="124471" y="57235"/>
                    <a:pt x="126325" y="59484"/>
                  </a:cubicBezTo>
                  <a:cubicBezTo>
                    <a:pt x="128422" y="61977"/>
                    <a:pt x="128544" y="65047"/>
                    <a:pt x="132495" y="65685"/>
                  </a:cubicBezTo>
                  <a:cubicBezTo>
                    <a:pt x="138392" y="66658"/>
                    <a:pt x="145565" y="66506"/>
                    <a:pt x="149851" y="71187"/>
                  </a:cubicBezTo>
                  <a:cubicBezTo>
                    <a:pt x="151918" y="73466"/>
                    <a:pt x="154593" y="79059"/>
                    <a:pt x="158514" y="7845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33"/>
            <p:cNvSpPr/>
            <p:nvPr/>
          </p:nvSpPr>
          <p:spPr>
            <a:xfrm>
              <a:off x="2975000" y="180400"/>
              <a:ext cx="3962850" cy="1990925"/>
            </a:xfrm>
            <a:custGeom>
              <a:rect b="b" l="l" r="r" t="t"/>
              <a:pathLst>
                <a:path extrusionOk="0" fill="none" h="79637" w="158514">
                  <a:moveTo>
                    <a:pt x="0" y="10487"/>
                  </a:moveTo>
                  <a:cubicBezTo>
                    <a:pt x="6171" y="12219"/>
                    <a:pt x="13374" y="12371"/>
                    <a:pt x="19453" y="10699"/>
                  </a:cubicBezTo>
                  <a:cubicBezTo>
                    <a:pt x="26384" y="8754"/>
                    <a:pt x="31764" y="2979"/>
                    <a:pt x="38876" y="1611"/>
                  </a:cubicBezTo>
                  <a:cubicBezTo>
                    <a:pt x="47265" y="0"/>
                    <a:pt x="51946" y="8025"/>
                    <a:pt x="57418" y="12280"/>
                  </a:cubicBezTo>
                  <a:cubicBezTo>
                    <a:pt x="61582" y="15532"/>
                    <a:pt x="67083" y="17994"/>
                    <a:pt x="71460" y="21490"/>
                  </a:cubicBezTo>
                  <a:cubicBezTo>
                    <a:pt x="74166" y="23678"/>
                    <a:pt x="76597" y="27143"/>
                    <a:pt x="79789" y="27812"/>
                  </a:cubicBezTo>
                  <a:cubicBezTo>
                    <a:pt x="86172" y="29149"/>
                    <a:pt x="92950" y="23374"/>
                    <a:pt x="99364" y="21733"/>
                  </a:cubicBezTo>
                  <a:cubicBezTo>
                    <a:pt x="107723" y="19605"/>
                    <a:pt x="111218" y="17934"/>
                    <a:pt x="117024" y="25137"/>
                  </a:cubicBezTo>
                  <a:cubicBezTo>
                    <a:pt x="122100" y="31460"/>
                    <a:pt x="117784" y="46475"/>
                    <a:pt x="121249" y="53679"/>
                  </a:cubicBezTo>
                  <a:cubicBezTo>
                    <a:pt x="122708" y="56718"/>
                    <a:pt x="129060" y="65472"/>
                    <a:pt x="132769" y="66171"/>
                  </a:cubicBezTo>
                  <a:cubicBezTo>
                    <a:pt x="138605" y="67296"/>
                    <a:pt x="145748" y="67114"/>
                    <a:pt x="150033" y="71764"/>
                  </a:cubicBezTo>
                  <a:cubicBezTo>
                    <a:pt x="152100" y="73983"/>
                    <a:pt x="154684" y="79637"/>
                    <a:pt x="158514" y="7915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33"/>
            <p:cNvSpPr/>
            <p:nvPr/>
          </p:nvSpPr>
          <p:spPr>
            <a:xfrm>
              <a:off x="2975000" y="165200"/>
              <a:ext cx="3962850" cy="2002325"/>
            </a:xfrm>
            <a:custGeom>
              <a:rect b="b" l="l" r="r" t="t"/>
              <a:pathLst>
                <a:path extrusionOk="0" fill="none" h="80093" w="158514">
                  <a:moveTo>
                    <a:pt x="0" y="11095"/>
                  </a:moveTo>
                  <a:cubicBezTo>
                    <a:pt x="6201" y="12797"/>
                    <a:pt x="13496" y="12858"/>
                    <a:pt x="19575" y="11064"/>
                  </a:cubicBezTo>
                  <a:cubicBezTo>
                    <a:pt x="26688" y="8967"/>
                    <a:pt x="32128" y="2857"/>
                    <a:pt x="39545" y="1520"/>
                  </a:cubicBezTo>
                  <a:cubicBezTo>
                    <a:pt x="47965" y="0"/>
                    <a:pt x="52402" y="7599"/>
                    <a:pt x="57326" y="12280"/>
                  </a:cubicBezTo>
                  <a:cubicBezTo>
                    <a:pt x="61096" y="15867"/>
                    <a:pt x="66840" y="18329"/>
                    <a:pt x="71491" y="21490"/>
                  </a:cubicBezTo>
                  <a:cubicBezTo>
                    <a:pt x="74470" y="23496"/>
                    <a:pt x="77600" y="26870"/>
                    <a:pt x="81157" y="27387"/>
                  </a:cubicBezTo>
                  <a:cubicBezTo>
                    <a:pt x="87449" y="28268"/>
                    <a:pt x="93832" y="22827"/>
                    <a:pt x="99607" y="21034"/>
                  </a:cubicBezTo>
                  <a:cubicBezTo>
                    <a:pt x="107814" y="18450"/>
                    <a:pt x="112677" y="17812"/>
                    <a:pt x="117875" y="25137"/>
                  </a:cubicBezTo>
                  <a:cubicBezTo>
                    <a:pt x="120306" y="28602"/>
                    <a:pt x="119364" y="34773"/>
                    <a:pt x="119759" y="39423"/>
                  </a:cubicBezTo>
                  <a:cubicBezTo>
                    <a:pt x="120185" y="44256"/>
                    <a:pt x="120914" y="49697"/>
                    <a:pt x="122343" y="53679"/>
                  </a:cubicBezTo>
                  <a:cubicBezTo>
                    <a:pt x="123498" y="56810"/>
                    <a:pt x="129425" y="65746"/>
                    <a:pt x="133042" y="66536"/>
                  </a:cubicBezTo>
                  <a:cubicBezTo>
                    <a:pt x="138817" y="67782"/>
                    <a:pt x="145930" y="67600"/>
                    <a:pt x="150246" y="72220"/>
                  </a:cubicBezTo>
                  <a:cubicBezTo>
                    <a:pt x="152313" y="74409"/>
                    <a:pt x="154745" y="80093"/>
                    <a:pt x="158514" y="7975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33"/>
            <p:cNvSpPr/>
            <p:nvPr/>
          </p:nvSpPr>
          <p:spPr>
            <a:xfrm>
              <a:off x="2975000" y="150750"/>
              <a:ext cx="3962850" cy="2014500"/>
            </a:xfrm>
            <a:custGeom>
              <a:rect b="b" l="l" r="r" t="t"/>
              <a:pathLst>
                <a:path extrusionOk="0" fill="none" h="80580" w="158514">
                  <a:moveTo>
                    <a:pt x="0" y="11673"/>
                  </a:moveTo>
                  <a:cubicBezTo>
                    <a:pt x="6262" y="13344"/>
                    <a:pt x="13830" y="13588"/>
                    <a:pt x="19727" y="11429"/>
                  </a:cubicBezTo>
                  <a:cubicBezTo>
                    <a:pt x="26566" y="8907"/>
                    <a:pt x="32767" y="2676"/>
                    <a:pt x="40244" y="1399"/>
                  </a:cubicBezTo>
                  <a:cubicBezTo>
                    <a:pt x="48573" y="1"/>
                    <a:pt x="53162" y="6900"/>
                    <a:pt x="57478" y="12159"/>
                  </a:cubicBezTo>
                  <a:cubicBezTo>
                    <a:pt x="61825" y="17417"/>
                    <a:pt x="74318" y="25807"/>
                    <a:pt x="81917" y="26749"/>
                  </a:cubicBezTo>
                  <a:cubicBezTo>
                    <a:pt x="87692" y="27448"/>
                    <a:pt x="94379" y="22159"/>
                    <a:pt x="99637" y="20244"/>
                  </a:cubicBezTo>
                  <a:cubicBezTo>
                    <a:pt x="108178" y="17144"/>
                    <a:pt x="114045" y="17873"/>
                    <a:pt x="118787" y="25199"/>
                  </a:cubicBezTo>
                  <a:cubicBezTo>
                    <a:pt x="121066" y="28694"/>
                    <a:pt x="119607" y="34895"/>
                    <a:pt x="120215" y="39515"/>
                  </a:cubicBezTo>
                  <a:cubicBezTo>
                    <a:pt x="120853" y="44348"/>
                    <a:pt x="122373" y="49394"/>
                    <a:pt x="123498" y="53649"/>
                  </a:cubicBezTo>
                  <a:cubicBezTo>
                    <a:pt x="124349" y="56962"/>
                    <a:pt x="129729" y="65989"/>
                    <a:pt x="133316" y="66871"/>
                  </a:cubicBezTo>
                  <a:cubicBezTo>
                    <a:pt x="139000" y="68300"/>
                    <a:pt x="146112" y="68087"/>
                    <a:pt x="150459" y="72677"/>
                  </a:cubicBezTo>
                  <a:cubicBezTo>
                    <a:pt x="152495" y="74835"/>
                    <a:pt x="154836" y="80579"/>
                    <a:pt x="158514" y="803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33"/>
            <p:cNvSpPr/>
            <p:nvPr/>
          </p:nvSpPr>
          <p:spPr>
            <a:xfrm>
              <a:off x="2975000" y="138600"/>
              <a:ext cx="3962100" cy="2022075"/>
            </a:xfrm>
            <a:custGeom>
              <a:rect b="b" l="l" r="r" t="t"/>
              <a:pathLst>
                <a:path extrusionOk="0" fill="none" h="80883" w="158484">
                  <a:moveTo>
                    <a:pt x="0" y="12159"/>
                  </a:moveTo>
                  <a:cubicBezTo>
                    <a:pt x="6322" y="13800"/>
                    <a:pt x="13952" y="13952"/>
                    <a:pt x="19849" y="11672"/>
                  </a:cubicBezTo>
                  <a:cubicBezTo>
                    <a:pt x="26900" y="8937"/>
                    <a:pt x="33162" y="2462"/>
                    <a:pt x="40974" y="1247"/>
                  </a:cubicBezTo>
                  <a:cubicBezTo>
                    <a:pt x="48876" y="0"/>
                    <a:pt x="54530" y="5806"/>
                    <a:pt x="58026" y="11855"/>
                  </a:cubicBezTo>
                  <a:cubicBezTo>
                    <a:pt x="61521" y="17873"/>
                    <a:pt x="74500" y="25138"/>
                    <a:pt x="82069" y="25928"/>
                  </a:cubicBezTo>
                  <a:cubicBezTo>
                    <a:pt x="87449" y="26505"/>
                    <a:pt x="94774" y="21186"/>
                    <a:pt x="99637" y="19362"/>
                  </a:cubicBezTo>
                  <a:cubicBezTo>
                    <a:pt x="108178" y="16080"/>
                    <a:pt x="115321" y="17782"/>
                    <a:pt x="119759" y="25107"/>
                  </a:cubicBezTo>
                  <a:cubicBezTo>
                    <a:pt x="121948" y="28724"/>
                    <a:pt x="119790" y="34803"/>
                    <a:pt x="120580" y="39545"/>
                  </a:cubicBezTo>
                  <a:cubicBezTo>
                    <a:pt x="121370" y="44348"/>
                    <a:pt x="123771" y="48937"/>
                    <a:pt x="124623" y="53497"/>
                  </a:cubicBezTo>
                  <a:cubicBezTo>
                    <a:pt x="125291" y="56992"/>
                    <a:pt x="130003" y="66050"/>
                    <a:pt x="133559" y="67053"/>
                  </a:cubicBezTo>
                  <a:cubicBezTo>
                    <a:pt x="139152" y="68603"/>
                    <a:pt x="146355" y="68451"/>
                    <a:pt x="150672" y="72980"/>
                  </a:cubicBezTo>
                  <a:cubicBezTo>
                    <a:pt x="152708" y="75108"/>
                    <a:pt x="154897" y="80883"/>
                    <a:pt x="158483" y="80822"/>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33"/>
            <p:cNvSpPr/>
            <p:nvPr/>
          </p:nvSpPr>
          <p:spPr>
            <a:xfrm>
              <a:off x="2975000" y="124150"/>
              <a:ext cx="3962100" cy="2034250"/>
            </a:xfrm>
            <a:custGeom>
              <a:rect b="b" l="l" r="r" t="t"/>
              <a:pathLst>
                <a:path extrusionOk="0" fill="none" h="81370" w="158484">
                  <a:moveTo>
                    <a:pt x="0" y="12737"/>
                  </a:moveTo>
                  <a:cubicBezTo>
                    <a:pt x="6383" y="14348"/>
                    <a:pt x="13861" y="14226"/>
                    <a:pt x="20001" y="12007"/>
                  </a:cubicBezTo>
                  <a:cubicBezTo>
                    <a:pt x="27721" y="9241"/>
                    <a:pt x="33283" y="2432"/>
                    <a:pt x="41673" y="1186"/>
                  </a:cubicBezTo>
                  <a:cubicBezTo>
                    <a:pt x="49515" y="1"/>
                    <a:pt x="55807" y="4530"/>
                    <a:pt x="58877" y="11551"/>
                  </a:cubicBezTo>
                  <a:cubicBezTo>
                    <a:pt x="61886" y="18481"/>
                    <a:pt x="74378" y="24560"/>
                    <a:pt x="81704" y="25199"/>
                  </a:cubicBezTo>
                  <a:cubicBezTo>
                    <a:pt x="87114" y="25624"/>
                    <a:pt x="94774" y="20244"/>
                    <a:pt x="99607" y="18573"/>
                  </a:cubicBezTo>
                  <a:cubicBezTo>
                    <a:pt x="108118" y="15655"/>
                    <a:pt x="116628" y="17721"/>
                    <a:pt x="120853" y="25199"/>
                  </a:cubicBezTo>
                  <a:cubicBezTo>
                    <a:pt x="123012" y="29029"/>
                    <a:pt x="119972" y="34895"/>
                    <a:pt x="120853" y="39758"/>
                  </a:cubicBezTo>
                  <a:cubicBezTo>
                    <a:pt x="121735" y="44561"/>
                    <a:pt x="125139" y="48512"/>
                    <a:pt x="125778" y="53406"/>
                  </a:cubicBezTo>
                  <a:cubicBezTo>
                    <a:pt x="126294" y="57205"/>
                    <a:pt x="130276" y="66172"/>
                    <a:pt x="133863" y="67297"/>
                  </a:cubicBezTo>
                  <a:cubicBezTo>
                    <a:pt x="139334" y="68999"/>
                    <a:pt x="146568" y="68908"/>
                    <a:pt x="150884" y="73406"/>
                  </a:cubicBezTo>
                  <a:cubicBezTo>
                    <a:pt x="153438" y="76051"/>
                    <a:pt x="154684" y="80428"/>
                    <a:pt x="158483" y="8137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33"/>
            <p:cNvSpPr/>
            <p:nvPr/>
          </p:nvSpPr>
          <p:spPr>
            <a:xfrm>
              <a:off x="2975000" y="108200"/>
              <a:ext cx="3962850" cy="2050975"/>
            </a:xfrm>
            <a:custGeom>
              <a:rect b="b" l="l" r="r" t="t"/>
              <a:pathLst>
                <a:path extrusionOk="0" fill="none" h="82039" w="158514">
                  <a:moveTo>
                    <a:pt x="0" y="13375"/>
                  </a:moveTo>
                  <a:cubicBezTo>
                    <a:pt x="6474" y="14986"/>
                    <a:pt x="14013" y="14712"/>
                    <a:pt x="20183" y="12432"/>
                  </a:cubicBezTo>
                  <a:cubicBezTo>
                    <a:pt x="28116" y="9454"/>
                    <a:pt x="33709" y="2493"/>
                    <a:pt x="42402" y="1156"/>
                  </a:cubicBezTo>
                  <a:cubicBezTo>
                    <a:pt x="50092" y="1"/>
                    <a:pt x="57418" y="4043"/>
                    <a:pt x="59819" y="11217"/>
                  </a:cubicBezTo>
                  <a:cubicBezTo>
                    <a:pt x="62190" y="18390"/>
                    <a:pt x="73862" y="24104"/>
                    <a:pt x="81035" y="24439"/>
                  </a:cubicBezTo>
                  <a:cubicBezTo>
                    <a:pt x="86780" y="24743"/>
                    <a:pt x="94318" y="19454"/>
                    <a:pt x="99607" y="17934"/>
                  </a:cubicBezTo>
                  <a:cubicBezTo>
                    <a:pt x="108452" y="15381"/>
                    <a:pt x="117844" y="17873"/>
                    <a:pt x="122009" y="25350"/>
                  </a:cubicBezTo>
                  <a:cubicBezTo>
                    <a:pt x="124227" y="29332"/>
                    <a:pt x="120154" y="35047"/>
                    <a:pt x="121066" y="40092"/>
                  </a:cubicBezTo>
                  <a:cubicBezTo>
                    <a:pt x="121978" y="44925"/>
                    <a:pt x="126507" y="48512"/>
                    <a:pt x="126963" y="53406"/>
                  </a:cubicBezTo>
                  <a:cubicBezTo>
                    <a:pt x="127297" y="57205"/>
                    <a:pt x="130459" y="66172"/>
                    <a:pt x="134167" y="67570"/>
                  </a:cubicBezTo>
                  <a:cubicBezTo>
                    <a:pt x="139304" y="69485"/>
                    <a:pt x="146842" y="69424"/>
                    <a:pt x="151128" y="73862"/>
                  </a:cubicBezTo>
                  <a:cubicBezTo>
                    <a:pt x="153650" y="76537"/>
                    <a:pt x="154805" y="80883"/>
                    <a:pt x="158514" y="8203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33"/>
            <p:cNvSpPr/>
            <p:nvPr/>
          </p:nvSpPr>
          <p:spPr>
            <a:xfrm>
              <a:off x="2975000" y="89975"/>
              <a:ext cx="3962850" cy="2068425"/>
            </a:xfrm>
            <a:custGeom>
              <a:rect b="b" l="l" r="r" t="t"/>
              <a:pathLst>
                <a:path extrusionOk="0" fill="none" h="82737" w="158514">
                  <a:moveTo>
                    <a:pt x="0" y="14104"/>
                  </a:moveTo>
                  <a:cubicBezTo>
                    <a:pt x="6535" y="15684"/>
                    <a:pt x="14347" y="15502"/>
                    <a:pt x="20335" y="12918"/>
                  </a:cubicBezTo>
                  <a:cubicBezTo>
                    <a:pt x="27995" y="9575"/>
                    <a:pt x="34439" y="2644"/>
                    <a:pt x="43101" y="1216"/>
                  </a:cubicBezTo>
                  <a:cubicBezTo>
                    <a:pt x="50639" y="0"/>
                    <a:pt x="58299" y="3435"/>
                    <a:pt x="60822" y="10882"/>
                  </a:cubicBezTo>
                  <a:cubicBezTo>
                    <a:pt x="63436" y="18572"/>
                    <a:pt x="72190" y="23587"/>
                    <a:pt x="80184" y="23769"/>
                  </a:cubicBezTo>
                  <a:cubicBezTo>
                    <a:pt x="86415" y="23921"/>
                    <a:pt x="93862" y="18663"/>
                    <a:pt x="99759" y="17417"/>
                  </a:cubicBezTo>
                  <a:cubicBezTo>
                    <a:pt x="107875" y="15715"/>
                    <a:pt x="119394" y="17234"/>
                    <a:pt x="123224" y="25593"/>
                  </a:cubicBezTo>
                  <a:cubicBezTo>
                    <a:pt x="125413" y="30396"/>
                    <a:pt x="120367" y="35350"/>
                    <a:pt x="121279" y="40578"/>
                  </a:cubicBezTo>
                  <a:cubicBezTo>
                    <a:pt x="122100" y="45381"/>
                    <a:pt x="127723" y="48937"/>
                    <a:pt x="128118" y="53496"/>
                  </a:cubicBezTo>
                  <a:cubicBezTo>
                    <a:pt x="128422" y="57174"/>
                    <a:pt x="130762" y="66262"/>
                    <a:pt x="134501" y="67873"/>
                  </a:cubicBezTo>
                  <a:cubicBezTo>
                    <a:pt x="139456" y="70001"/>
                    <a:pt x="147085" y="69971"/>
                    <a:pt x="151340" y="74408"/>
                  </a:cubicBezTo>
                  <a:cubicBezTo>
                    <a:pt x="153894" y="77083"/>
                    <a:pt x="154897" y="81430"/>
                    <a:pt x="158514" y="8273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33"/>
            <p:cNvSpPr/>
            <p:nvPr/>
          </p:nvSpPr>
          <p:spPr>
            <a:xfrm>
              <a:off x="2975000" y="69450"/>
              <a:ext cx="3962850" cy="2089725"/>
            </a:xfrm>
            <a:custGeom>
              <a:rect b="b" l="l" r="r" t="t"/>
              <a:pathLst>
                <a:path extrusionOk="0" fill="none" h="83589" w="158514">
                  <a:moveTo>
                    <a:pt x="0" y="14925"/>
                  </a:moveTo>
                  <a:cubicBezTo>
                    <a:pt x="6626" y="16475"/>
                    <a:pt x="14529" y="16201"/>
                    <a:pt x="20517" y="13496"/>
                  </a:cubicBezTo>
                  <a:cubicBezTo>
                    <a:pt x="28359" y="9940"/>
                    <a:pt x="34925" y="3010"/>
                    <a:pt x="43800" y="1338"/>
                  </a:cubicBezTo>
                  <a:cubicBezTo>
                    <a:pt x="51126" y="0"/>
                    <a:pt x="59454" y="3010"/>
                    <a:pt x="61916" y="10517"/>
                  </a:cubicBezTo>
                  <a:cubicBezTo>
                    <a:pt x="64500" y="18359"/>
                    <a:pt x="70853" y="23223"/>
                    <a:pt x="79272" y="23131"/>
                  </a:cubicBezTo>
                  <a:cubicBezTo>
                    <a:pt x="86020" y="23071"/>
                    <a:pt x="93254" y="17934"/>
                    <a:pt x="100032" y="17052"/>
                  </a:cubicBezTo>
                  <a:cubicBezTo>
                    <a:pt x="108574" y="15958"/>
                    <a:pt x="120489" y="17630"/>
                    <a:pt x="124471" y="25989"/>
                  </a:cubicBezTo>
                  <a:cubicBezTo>
                    <a:pt x="126902" y="31065"/>
                    <a:pt x="120671" y="35776"/>
                    <a:pt x="121492" y="41186"/>
                  </a:cubicBezTo>
                  <a:cubicBezTo>
                    <a:pt x="122221" y="46050"/>
                    <a:pt x="128878" y="49393"/>
                    <a:pt x="129243" y="53740"/>
                  </a:cubicBezTo>
                  <a:cubicBezTo>
                    <a:pt x="129516" y="57357"/>
                    <a:pt x="131127" y="66445"/>
                    <a:pt x="134896" y="68238"/>
                  </a:cubicBezTo>
                  <a:cubicBezTo>
                    <a:pt x="139699" y="70549"/>
                    <a:pt x="147359" y="70670"/>
                    <a:pt x="151584" y="75077"/>
                  </a:cubicBezTo>
                  <a:cubicBezTo>
                    <a:pt x="154137" y="77752"/>
                    <a:pt x="154988" y="82068"/>
                    <a:pt x="158514" y="8358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33"/>
            <p:cNvSpPr/>
            <p:nvPr/>
          </p:nvSpPr>
          <p:spPr>
            <a:xfrm>
              <a:off x="2975000" y="45125"/>
              <a:ext cx="3962850" cy="2114050"/>
            </a:xfrm>
            <a:custGeom>
              <a:rect b="b" l="l" r="r" t="t"/>
              <a:pathLst>
                <a:path extrusionOk="0" fill="none" h="84562" w="158514">
                  <a:moveTo>
                    <a:pt x="0" y="15898"/>
                  </a:moveTo>
                  <a:cubicBezTo>
                    <a:pt x="6991" y="17478"/>
                    <a:pt x="14651" y="16809"/>
                    <a:pt x="20700" y="14226"/>
                  </a:cubicBezTo>
                  <a:cubicBezTo>
                    <a:pt x="28511" y="10913"/>
                    <a:pt x="35350" y="3527"/>
                    <a:pt x="44439" y="1551"/>
                  </a:cubicBezTo>
                  <a:cubicBezTo>
                    <a:pt x="51612" y="1"/>
                    <a:pt x="60579" y="2736"/>
                    <a:pt x="63041" y="10214"/>
                  </a:cubicBezTo>
                  <a:cubicBezTo>
                    <a:pt x="65564" y="17934"/>
                    <a:pt x="69515" y="22949"/>
                    <a:pt x="78391" y="22645"/>
                  </a:cubicBezTo>
                  <a:cubicBezTo>
                    <a:pt x="85716" y="22372"/>
                    <a:pt x="93072" y="17417"/>
                    <a:pt x="100488" y="16931"/>
                  </a:cubicBezTo>
                  <a:cubicBezTo>
                    <a:pt x="109273" y="16323"/>
                    <a:pt x="121431" y="18208"/>
                    <a:pt x="125717" y="26536"/>
                  </a:cubicBezTo>
                  <a:cubicBezTo>
                    <a:pt x="128544" y="31946"/>
                    <a:pt x="121036" y="36415"/>
                    <a:pt x="121735" y="41916"/>
                  </a:cubicBezTo>
                  <a:cubicBezTo>
                    <a:pt x="122343" y="46871"/>
                    <a:pt x="129881" y="49971"/>
                    <a:pt x="130276" y="54105"/>
                  </a:cubicBezTo>
                  <a:cubicBezTo>
                    <a:pt x="130641" y="57631"/>
                    <a:pt x="131431" y="66628"/>
                    <a:pt x="135322" y="68664"/>
                  </a:cubicBezTo>
                  <a:cubicBezTo>
                    <a:pt x="140124" y="71157"/>
                    <a:pt x="147632" y="71461"/>
                    <a:pt x="151796" y="75868"/>
                  </a:cubicBezTo>
                  <a:cubicBezTo>
                    <a:pt x="154350" y="78573"/>
                    <a:pt x="155109" y="82859"/>
                    <a:pt x="158514" y="8456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33"/>
            <p:cNvSpPr/>
            <p:nvPr/>
          </p:nvSpPr>
          <p:spPr>
            <a:xfrm>
              <a:off x="2975000" y="20825"/>
              <a:ext cx="3962850" cy="2138350"/>
            </a:xfrm>
            <a:custGeom>
              <a:rect b="b" l="l" r="r" t="t"/>
              <a:pathLst>
                <a:path extrusionOk="0" fill="none" h="85534" w="158514">
                  <a:moveTo>
                    <a:pt x="0" y="16870"/>
                  </a:moveTo>
                  <a:cubicBezTo>
                    <a:pt x="7082" y="18420"/>
                    <a:pt x="14833" y="17629"/>
                    <a:pt x="20912" y="14955"/>
                  </a:cubicBezTo>
                  <a:cubicBezTo>
                    <a:pt x="28876" y="11459"/>
                    <a:pt x="35776" y="3951"/>
                    <a:pt x="45047" y="1702"/>
                  </a:cubicBezTo>
                  <a:cubicBezTo>
                    <a:pt x="52068" y="0"/>
                    <a:pt x="61703" y="2371"/>
                    <a:pt x="64166" y="9818"/>
                  </a:cubicBezTo>
                  <a:cubicBezTo>
                    <a:pt x="66567" y="16991"/>
                    <a:pt x="68877" y="22645"/>
                    <a:pt x="77722" y="22128"/>
                  </a:cubicBezTo>
                  <a:cubicBezTo>
                    <a:pt x="85503" y="21672"/>
                    <a:pt x="93133" y="16961"/>
                    <a:pt x="101127" y="16809"/>
                  </a:cubicBezTo>
                  <a:cubicBezTo>
                    <a:pt x="110063" y="16657"/>
                    <a:pt x="122161" y="18693"/>
                    <a:pt x="126963" y="27083"/>
                  </a:cubicBezTo>
                  <a:cubicBezTo>
                    <a:pt x="130276" y="32858"/>
                    <a:pt x="121705" y="37052"/>
                    <a:pt x="122161" y="42615"/>
                  </a:cubicBezTo>
                  <a:cubicBezTo>
                    <a:pt x="122616" y="47782"/>
                    <a:pt x="130762" y="50518"/>
                    <a:pt x="131279" y="54530"/>
                  </a:cubicBezTo>
                  <a:cubicBezTo>
                    <a:pt x="131735" y="57934"/>
                    <a:pt x="131796" y="66931"/>
                    <a:pt x="135778" y="69089"/>
                  </a:cubicBezTo>
                  <a:cubicBezTo>
                    <a:pt x="140550" y="71703"/>
                    <a:pt x="147936" y="72250"/>
                    <a:pt x="152039" y="76658"/>
                  </a:cubicBezTo>
                  <a:cubicBezTo>
                    <a:pt x="154593" y="79393"/>
                    <a:pt x="155231" y="83649"/>
                    <a:pt x="158514" y="8553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2" name="Google Shape;5582;p33"/>
          <p:cNvGrpSpPr/>
          <p:nvPr/>
        </p:nvGrpSpPr>
        <p:grpSpPr>
          <a:xfrm flipH="1">
            <a:off x="8279352" y="295032"/>
            <a:ext cx="478966" cy="479947"/>
            <a:chOff x="4811650" y="1895450"/>
            <a:chExt cx="378450" cy="379225"/>
          </a:xfrm>
        </p:grpSpPr>
        <p:sp>
          <p:nvSpPr>
            <p:cNvPr id="5583" name="Google Shape;5583;p33"/>
            <p:cNvSpPr/>
            <p:nvPr/>
          </p:nvSpPr>
          <p:spPr>
            <a:xfrm>
              <a:off x="4811650" y="1895450"/>
              <a:ext cx="378450" cy="379225"/>
            </a:xfrm>
            <a:custGeom>
              <a:rect b="b" l="l" r="r" t="t"/>
              <a:pathLst>
                <a:path extrusionOk="0" fill="none" h="15169" w="15138">
                  <a:moveTo>
                    <a:pt x="9119" y="882"/>
                  </a:moveTo>
                  <a:cubicBezTo>
                    <a:pt x="12828" y="1733"/>
                    <a:pt x="15138" y="5442"/>
                    <a:pt x="14256" y="9150"/>
                  </a:cubicBezTo>
                  <a:cubicBezTo>
                    <a:pt x="13405" y="12858"/>
                    <a:pt x="9697" y="15168"/>
                    <a:pt x="5989" y="14287"/>
                  </a:cubicBezTo>
                  <a:cubicBezTo>
                    <a:pt x="2280" y="13436"/>
                    <a:pt x="1" y="9728"/>
                    <a:pt x="852" y="6019"/>
                  </a:cubicBezTo>
                  <a:cubicBezTo>
                    <a:pt x="1733" y="2311"/>
                    <a:pt x="5441" y="1"/>
                    <a:pt x="9119" y="882"/>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33"/>
            <p:cNvSpPr/>
            <p:nvPr/>
          </p:nvSpPr>
          <p:spPr>
            <a:xfrm>
              <a:off x="4882325" y="1966125"/>
              <a:ext cx="236350" cy="237125"/>
            </a:xfrm>
            <a:custGeom>
              <a:rect b="b" l="l" r="r" t="t"/>
              <a:pathLst>
                <a:path extrusionOk="0" fill="none" h="9485" w="9454">
                  <a:moveTo>
                    <a:pt x="9453" y="4742"/>
                  </a:moveTo>
                  <a:cubicBezTo>
                    <a:pt x="9453" y="7356"/>
                    <a:pt x="7356" y="9484"/>
                    <a:pt x="4742" y="9484"/>
                  </a:cubicBezTo>
                  <a:cubicBezTo>
                    <a:pt x="2128" y="9484"/>
                    <a:pt x="0" y="7356"/>
                    <a:pt x="0" y="4742"/>
                  </a:cubicBezTo>
                  <a:cubicBezTo>
                    <a:pt x="0" y="2128"/>
                    <a:pt x="2128" y="1"/>
                    <a:pt x="4742" y="1"/>
                  </a:cubicBezTo>
                  <a:cubicBezTo>
                    <a:pt x="7356" y="1"/>
                    <a:pt x="9453" y="2128"/>
                    <a:pt x="9453" y="4742"/>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33"/>
            <p:cNvSpPr/>
            <p:nvPr/>
          </p:nvSpPr>
          <p:spPr>
            <a:xfrm>
              <a:off x="4928675" y="2012475"/>
              <a:ext cx="143650" cy="144425"/>
            </a:xfrm>
            <a:custGeom>
              <a:rect b="b" l="l" r="r" t="t"/>
              <a:pathLst>
                <a:path extrusionOk="0" fill="none" h="5777" w="5746">
                  <a:moveTo>
                    <a:pt x="5745" y="2888"/>
                  </a:moveTo>
                  <a:cubicBezTo>
                    <a:pt x="5745" y="4499"/>
                    <a:pt x="4469" y="5776"/>
                    <a:pt x="2888" y="5776"/>
                  </a:cubicBezTo>
                  <a:cubicBezTo>
                    <a:pt x="1277" y="5776"/>
                    <a:pt x="1" y="4499"/>
                    <a:pt x="1" y="2888"/>
                  </a:cubicBezTo>
                  <a:cubicBezTo>
                    <a:pt x="1" y="1308"/>
                    <a:pt x="1277" y="1"/>
                    <a:pt x="2888" y="1"/>
                  </a:cubicBezTo>
                  <a:cubicBezTo>
                    <a:pt x="4469" y="1"/>
                    <a:pt x="5745" y="1308"/>
                    <a:pt x="5745" y="2888"/>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33"/>
            <p:cNvSpPr/>
            <p:nvPr/>
          </p:nvSpPr>
          <p:spPr>
            <a:xfrm>
              <a:off x="4968950" y="2053525"/>
              <a:ext cx="63100" cy="63100"/>
            </a:xfrm>
            <a:custGeom>
              <a:rect b="b" l="l" r="r" t="t"/>
              <a:pathLst>
                <a:path extrusionOk="0" fill="none" h="2524" w="2524">
                  <a:moveTo>
                    <a:pt x="2523" y="1246"/>
                  </a:moveTo>
                  <a:cubicBezTo>
                    <a:pt x="2523" y="1946"/>
                    <a:pt x="1946" y="2523"/>
                    <a:pt x="1277" y="2523"/>
                  </a:cubicBezTo>
                  <a:cubicBezTo>
                    <a:pt x="578" y="2523"/>
                    <a:pt x="1" y="1946"/>
                    <a:pt x="1" y="1246"/>
                  </a:cubicBezTo>
                  <a:cubicBezTo>
                    <a:pt x="1" y="578"/>
                    <a:pt x="578" y="0"/>
                    <a:pt x="1277" y="0"/>
                  </a:cubicBezTo>
                  <a:cubicBezTo>
                    <a:pt x="1946" y="0"/>
                    <a:pt x="2523" y="578"/>
                    <a:pt x="2523" y="1246"/>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7" name="Google Shape;5587;p33"/>
          <p:cNvGrpSpPr/>
          <p:nvPr/>
        </p:nvGrpSpPr>
        <p:grpSpPr>
          <a:xfrm>
            <a:off x="1211572" y="129366"/>
            <a:ext cx="673139" cy="645599"/>
            <a:chOff x="76650" y="3861300"/>
            <a:chExt cx="1531950" cy="1469275"/>
          </a:xfrm>
        </p:grpSpPr>
        <p:sp>
          <p:nvSpPr>
            <p:cNvPr id="5588" name="Google Shape;5588;p33"/>
            <p:cNvSpPr/>
            <p:nvPr/>
          </p:nvSpPr>
          <p:spPr>
            <a:xfrm>
              <a:off x="76650" y="3861300"/>
              <a:ext cx="1513725" cy="1379225"/>
            </a:xfrm>
            <a:custGeom>
              <a:rect b="b" l="l" r="r" t="t"/>
              <a:pathLst>
                <a:path extrusionOk="0" h="55169" w="60549">
                  <a:moveTo>
                    <a:pt x="30289" y="0"/>
                  </a:moveTo>
                  <a:cubicBezTo>
                    <a:pt x="23230" y="0"/>
                    <a:pt x="16171" y="2690"/>
                    <a:pt x="10791" y="8070"/>
                  </a:cubicBezTo>
                  <a:cubicBezTo>
                    <a:pt x="0" y="18861"/>
                    <a:pt x="0" y="36308"/>
                    <a:pt x="10791" y="47098"/>
                  </a:cubicBezTo>
                  <a:cubicBezTo>
                    <a:pt x="16171" y="52478"/>
                    <a:pt x="23230" y="55168"/>
                    <a:pt x="30289" y="55168"/>
                  </a:cubicBezTo>
                  <a:cubicBezTo>
                    <a:pt x="37349" y="55168"/>
                    <a:pt x="44408" y="52478"/>
                    <a:pt x="49788" y="47098"/>
                  </a:cubicBezTo>
                  <a:cubicBezTo>
                    <a:pt x="60548" y="36308"/>
                    <a:pt x="60548" y="18861"/>
                    <a:pt x="49788" y="8070"/>
                  </a:cubicBezTo>
                  <a:cubicBezTo>
                    <a:pt x="44408" y="2690"/>
                    <a:pt x="37349" y="0"/>
                    <a:pt x="30289" y="0"/>
                  </a:cubicBezTo>
                  <a:close/>
                </a:path>
              </a:pathLst>
            </a:custGeom>
            <a:solidFill>
              <a:srgbClr val="96A8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33"/>
            <p:cNvSpPr/>
            <p:nvPr/>
          </p:nvSpPr>
          <p:spPr>
            <a:xfrm>
              <a:off x="919350" y="4640575"/>
              <a:ext cx="689250" cy="690000"/>
            </a:xfrm>
            <a:custGeom>
              <a:rect b="b" l="l" r="r" t="t"/>
              <a:pathLst>
                <a:path extrusionOk="0" fill="none" h="27600" w="27570">
                  <a:moveTo>
                    <a:pt x="27570" y="0"/>
                  </a:moveTo>
                  <a:cubicBezTo>
                    <a:pt x="27570" y="15228"/>
                    <a:pt x="15229" y="27599"/>
                    <a:pt x="1" y="27599"/>
                  </a:cubicBezTo>
                </a:path>
              </a:pathLst>
            </a:custGeom>
            <a:noFill/>
            <a:ln cap="flat" cmpd="sng" w="66875">
              <a:solidFill>
                <a:srgbClr val="E4BEB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0" name="Google Shape;5590;p33"/>
          <p:cNvGrpSpPr/>
          <p:nvPr/>
        </p:nvGrpSpPr>
        <p:grpSpPr>
          <a:xfrm flipH="1">
            <a:off x="6543791" y="129368"/>
            <a:ext cx="303975" cy="342773"/>
            <a:chOff x="5486481" y="953850"/>
            <a:chExt cx="303975" cy="342773"/>
          </a:xfrm>
        </p:grpSpPr>
        <p:sp>
          <p:nvSpPr>
            <p:cNvPr id="5591" name="Google Shape;5591;p33"/>
            <p:cNvSpPr/>
            <p:nvPr/>
          </p:nvSpPr>
          <p:spPr>
            <a:xfrm rot="10800000">
              <a:off x="5486481" y="1144598"/>
              <a:ext cx="303975" cy="152025"/>
            </a:xfrm>
            <a:custGeom>
              <a:rect b="b" l="l" r="r" t="t"/>
              <a:pathLst>
                <a:path extrusionOk="0" fill="none" h="6081" w="12159">
                  <a:moveTo>
                    <a:pt x="0" y="6080"/>
                  </a:moveTo>
                  <a:cubicBezTo>
                    <a:pt x="0" y="2737"/>
                    <a:pt x="2736" y="1"/>
                    <a:pt x="6079" y="1"/>
                  </a:cubicBezTo>
                  <a:cubicBezTo>
                    <a:pt x="9453" y="1"/>
                    <a:pt x="12158" y="2737"/>
                    <a:pt x="12158" y="6080"/>
                  </a:cubicBezTo>
                </a:path>
              </a:pathLst>
            </a:custGeom>
            <a:noFill/>
            <a:ln cap="flat" cmpd="sng" w="57000">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33"/>
            <p:cNvSpPr/>
            <p:nvPr/>
          </p:nvSpPr>
          <p:spPr>
            <a:xfrm>
              <a:off x="5542700" y="953850"/>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93" name="Google Shape;5593;p33"/>
          <p:cNvSpPr/>
          <p:nvPr/>
        </p:nvSpPr>
        <p:spPr>
          <a:xfrm rot="-5400000">
            <a:off x="8530331" y="1148673"/>
            <a:ext cx="303975" cy="152025"/>
          </a:xfrm>
          <a:custGeom>
            <a:rect b="b" l="l" r="r" t="t"/>
            <a:pathLst>
              <a:path extrusionOk="0" fill="none" h="6081" w="12159">
                <a:moveTo>
                  <a:pt x="0" y="6080"/>
                </a:moveTo>
                <a:cubicBezTo>
                  <a:pt x="0" y="2737"/>
                  <a:pt x="2736" y="1"/>
                  <a:pt x="6079" y="1"/>
                </a:cubicBezTo>
                <a:cubicBezTo>
                  <a:pt x="9453" y="1"/>
                  <a:pt x="12158" y="2737"/>
                  <a:pt x="12158" y="6080"/>
                </a:cubicBezTo>
              </a:path>
            </a:pathLst>
          </a:custGeom>
          <a:noFill/>
          <a:ln cap="flat" cmpd="sng" w="57000">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94" name="Google Shape;5594;p33"/>
          <p:cNvGrpSpPr/>
          <p:nvPr/>
        </p:nvGrpSpPr>
        <p:grpSpPr>
          <a:xfrm>
            <a:off x="2656963" y="4336825"/>
            <a:ext cx="828300" cy="654275"/>
            <a:chOff x="2024375" y="213075"/>
            <a:chExt cx="828300" cy="654275"/>
          </a:xfrm>
        </p:grpSpPr>
        <p:sp>
          <p:nvSpPr>
            <p:cNvPr id="5595" name="Google Shape;5595;p33"/>
            <p:cNvSpPr/>
            <p:nvPr/>
          </p:nvSpPr>
          <p:spPr>
            <a:xfrm>
              <a:off x="2024375" y="213075"/>
              <a:ext cx="828300" cy="654275"/>
            </a:xfrm>
            <a:custGeom>
              <a:rect b="b" l="l" r="r" t="t"/>
              <a:pathLst>
                <a:path extrusionOk="0" fill="none" h="26171" w="33132">
                  <a:moveTo>
                    <a:pt x="27417" y="0"/>
                  </a:moveTo>
                  <a:cubicBezTo>
                    <a:pt x="31824" y="4377"/>
                    <a:pt x="33131" y="10973"/>
                    <a:pt x="30761" y="16718"/>
                  </a:cubicBezTo>
                  <a:cubicBezTo>
                    <a:pt x="28390" y="22432"/>
                    <a:pt x="22767" y="26171"/>
                    <a:pt x="16566" y="26171"/>
                  </a:cubicBezTo>
                  <a:cubicBezTo>
                    <a:pt x="10365" y="26171"/>
                    <a:pt x="4772" y="22432"/>
                    <a:pt x="2401" y="16718"/>
                  </a:cubicBezTo>
                  <a:cubicBezTo>
                    <a:pt x="0" y="10973"/>
                    <a:pt x="1338" y="4377"/>
                    <a:pt x="5715" y="0"/>
                  </a:cubicBezTo>
                </a:path>
              </a:pathLst>
            </a:custGeom>
            <a:noFill/>
            <a:ln cap="flat" cmpd="sng" w="66875">
              <a:solidFill>
                <a:srgbClr val="E4BEB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33"/>
            <p:cNvSpPr/>
            <p:nvPr/>
          </p:nvSpPr>
          <p:spPr>
            <a:xfrm>
              <a:off x="2194575" y="241175"/>
              <a:ext cx="488650" cy="488650"/>
            </a:xfrm>
            <a:custGeom>
              <a:rect b="b" l="l" r="r" t="t"/>
              <a:pathLst>
                <a:path extrusionOk="0" fill="none" h="19546" w="19546">
                  <a:moveTo>
                    <a:pt x="19545" y="9758"/>
                  </a:moveTo>
                  <a:cubicBezTo>
                    <a:pt x="19545" y="15168"/>
                    <a:pt x="15168" y="19545"/>
                    <a:pt x="9758" y="19545"/>
                  </a:cubicBezTo>
                  <a:cubicBezTo>
                    <a:pt x="4378" y="19545"/>
                    <a:pt x="1" y="15168"/>
                    <a:pt x="1" y="9758"/>
                  </a:cubicBezTo>
                  <a:cubicBezTo>
                    <a:pt x="1" y="4378"/>
                    <a:pt x="4378" y="1"/>
                    <a:pt x="9758" y="1"/>
                  </a:cubicBezTo>
                  <a:cubicBezTo>
                    <a:pt x="15168" y="1"/>
                    <a:pt x="19545" y="4378"/>
                    <a:pt x="19545" y="9758"/>
                  </a:cubicBezTo>
                  <a:close/>
                </a:path>
              </a:pathLst>
            </a:custGeom>
            <a:solidFill>
              <a:schemeClr val="lt2"/>
            </a:solidFill>
            <a:ln cap="flat" cmpd="sng" w="3810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7" name="Google Shape;5597;p33"/>
          <p:cNvGrpSpPr/>
          <p:nvPr/>
        </p:nvGrpSpPr>
        <p:grpSpPr>
          <a:xfrm rot="5400000">
            <a:off x="8058375" y="3003823"/>
            <a:ext cx="920939" cy="992998"/>
            <a:chOff x="145150" y="80100"/>
            <a:chExt cx="1699150" cy="1832100"/>
          </a:xfrm>
        </p:grpSpPr>
        <p:sp>
          <p:nvSpPr>
            <p:cNvPr id="5598" name="Google Shape;5598;p33"/>
            <p:cNvSpPr/>
            <p:nvPr/>
          </p:nvSpPr>
          <p:spPr>
            <a:xfrm>
              <a:off x="145150" y="212300"/>
              <a:ext cx="1566925" cy="1566925"/>
            </a:xfrm>
            <a:custGeom>
              <a:rect b="b" l="l" r="r" t="t"/>
              <a:pathLst>
                <a:path extrusionOk="0" h="62677" w="62677">
                  <a:moveTo>
                    <a:pt x="31339" y="1"/>
                  </a:moveTo>
                  <a:cubicBezTo>
                    <a:pt x="14043" y="1"/>
                    <a:pt x="1" y="14044"/>
                    <a:pt x="1" y="31339"/>
                  </a:cubicBezTo>
                  <a:cubicBezTo>
                    <a:pt x="1" y="48664"/>
                    <a:pt x="14043" y="62677"/>
                    <a:pt x="31339" y="62677"/>
                  </a:cubicBezTo>
                  <a:cubicBezTo>
                    <a:pt x="48664" y="62677"/>
                    <a:pt x="62677" y="48664"/>
                    <a:pt x="62677" y="31339"/>
                  </a:cubicBezTo>
                  <a:cubicBezTo>
                    <a:pt x="62677" y="14044"/>
                    <a:pt x="48664" y="1"/>
                    <a:pt x="313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33"/>
            <p:cNvSpPr/>
            <p:nvPr/>
          </p:nvSpPr>
          <p:spPr>
            <a:xfrm>
              <a:off x="928600" y="80100"/>
              <a:ext cx="915700" cy="1832100"/>
            </a:xfrm>
            <a:custGeom>
              <a:rect b="b" l="l" r="r" t="t"/>
              <a:pathLst>
                <a:path extrusionOk="0" fill="none" h="73284" w="36628">
                  <a:moveTo>
                    <a:pt x="1" y="0"/>
                  </a:moveTo>
                  <a:cubicBezTo>
                    <a:pt x="20244" y="0"/>
                    <a:pt x="36627" y="16414"/>
                    <a:pt x="36627" y="36627"/>
                  </a:cubicBezTo>
                  <a:cubicBezTo>
                    <a:pt x="36627" y="56870"/>
                    <a:pt x="20244" y="73284"/>
                    <a:pt x="1" y="73284"/>
                  </a:cubicBezTo>
                </a:path>
              </a:pathLst>
            </a:custGeom>
            <a:noFill/>
            <a:ln cap="flat" cmpd="sng" w="94975">
              <a:solidFill>
                <a:schemeClr val="accent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0" name="Google Shape;5600;p33"/>
          <p:cNvGrpSpPr/>
          <p:nvPr/>
        </p:nvGrpSpPr>
        <p:grpSpPr>
          <a:xfrm>
            <a:off x="218613" y="1935525"/>
            <a:ext cx="378450" cy="379225"/>
            <a:chOff x="4811650" y="1895450"/>
            <a:chExt cx="378450" cy="379225"/>
          </a:xfrm>
        </p:grpSpPr>
        <p:sp>
          <p:nvSpPr>
            <p:cNvPr id="5601" name="Google Shape;5601;p33"/>
            <p:cNvSpPr/>
            <p:nvPr/>
          </p:nvSpPr>
          <p:spPr>
            <a:xfrm>
              <a:off x="4811650" y="1895450"/>
              <a:ext cx="378450" cy="379225"/>
            </a:xfrm>
            <a:custGeom>
              <a:rect b="b" l="l" r="r" t="t"/>
              <a:pathLst>
                <a:path extrusionOk="0" fill="none" h="15169" w="15138">
                  <a:moveTo>
                    <a:pt x="9119" y="882"/>
                  </a:moveTo>
                  <a:cubicBezTo>
                    <a:pt x="12828" y="1733"/>
                    <a:pt x="15138" y="5442"/>
                    <a:pt x="14256" y="9150"/>
                  </a:cubicBezTo>
                  <a:cubicBezTo>
                    <a:pt x="13405" y="12858"/>
                    <a:pt x="9697" y="15168"/>
                    <a:pt x="5989" y="14287"/>
                  </a:cubicBezTo>
                  <a:cubicBezTo>
                    <a:pt x="2280" y="13436"/>
                    <a:pt x="1" y="9728"/>
                    <a:pt x="852" y="6019"/>
                  </a:cubicBezTo>
                  <a:cubicBezTo>
                    <a:pt x="1733" y="2311"/>
                    <a:pt x="5441" y="1"/>
                    <a:pt x="9119" y="882"/>
                  </a:cubicBezTo>
                  <a:close/>
                </a:path>
              </a:pathLst>
            </a:custGeom>
            <a:noFill/>
            <a:ln cap="flat" cmpd="sng" w="19050">
              <a:solidFill>
                <a:schemeClr val="dk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33"/>
            <p:cNvSpPr/>
            <p:nvPr/>
          </p:nvSpPr>
          <p:spPr>
            <a:xfrm>
              <a:off x="4882325" y="1966125"/>
              <a:ext cx="236350" cy="237125"/>
            </a:xfrm>
            <a:custGeom>
              <a:rect b="b" l="l" r="r" t="t"/>
              <a:pathLst>
                <a:path extrusionOk="0" fill="none" h="9485" w="9454">
                  <a:moveTo>
                    <a:pt x="9453" y="4742"/>
                  </a:moveTo>
                  <a:cubicBezTo>
                    <a:pt x="9453" y="7356"/>
                    <a:pt x="7356" y="9484"/>
                    <a:pt x="4742" y="9484"/>
                  </a:cubicBezTo>
                  <a:cubicBezTo>
                    <a:pt x="2128" y="9484"/>
                    <a:pt x="0" y="7356"/>
                    <a:pt x="0" y="4742"/>
                  </a:cubicBezTo>
                  <a:cubicBezTo>
                    <a:pt x="0" y="2128"/>
                    <a:pt x="2128" y="1"/>
                    <a:pt x="4742" y="1"/>
                  </a:cubicBezTo>
                  <a:cubicBezTo>
                    <a:pt x="7356" y="1"/>
                    <a:pt x="9453" y="2128"/>
                    <a:pt x="9453" y="4742"/>
                  </a:cubicBezTo>
                  <a:close/>
                </a:path>
              </a:pathLst>
            </a:custGeom>
            <a:noFill/>
            <a:ln cap="flat" cmpd="sng" w="19050">
              <a:solidFill>
                <a:schemeClr val="dk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33"/>
            <p:cNvSpPr/>
            <p:nvPr/>
          </p:nvSpPr>
          <p:spPr>
            <a:xfrm>
              <a:off x="4928675" y="2012475"/>
              <a:ext cx="143650" cy="144425"/>
            </a:xfrm>
            <a:custGeom>
              <a:rect b="b" l="l" r="r" t="t"/>
              <a:pathLst>
                <a:path extrusionOk="0" fill="none" h="5777" w="5746">
                  <a:moveTo>
                    <a:pt x="5745" y="2888"/>
                  </a:moveTo>
                  <a:cubicBezTo>
                    <a:pt x="5745" y="4499"/>
                    <a:pt x="4469" y="5776"/>
                    <a:pt x="2888" y="5776"/>
                  </a:cubicBezTo>
                  <a:cubicBezTo>
                    <a:pt x="1277" y="5776"/>
                    <a:pt x="1" y="4499"/>
                    <a:pt x="1" y="2888"/>
                  </a:cubicBezTo>
                  <a:cubicBezTo>
                    <a:pt x="1" y="1308"/>
                    <a:pt x="1277" y="1"/>
                    <a:pt x="2888" y="1"/>
                  </a:cubicBezTo>
                  <a:cubicBezTo>
                    <a:pt x="4469" y="1"/>
                    <a:pt x="5745" y="1308"/>
                    <a:pt x="5745" y="2888"/>
                  </a:cubicBezTo>
                  <a:close/>
                </a:path>
              </a:pathLst>
            </a:custGeom>
            <a:noFill/>
            <a:ln cap="flat" cmpd="sng" w="19050">
              <a:solidFill>
                <a:schemeClr val="dk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33"/>
            <p:cNvSpPr/>
            <p:nvPr/>
          </p:nvSpPr>
          <p:spPr>
            <a:xfrm>
              <a:off x="4968950" y="2053525"/>
              <a:ext cx="63100" cy="63100"/>
            </a:xfrm>
            <a:custGeom>
              <a:rect b="b" l="l" r="r" t="t"/>
              <a:pathLst>
                <a:path extrusionOk="0" fill="none" h="2524" w="2524">
                  <a:moveTo>
                    <a:pt x="2523" y="1246"/>
                  </a:moveTo>
                  <a:cubicBezTo>
                    <a:pt x="2523" y="1946"/>
                    <a:pt x="1946" y="2523"/>
                    <a:pt x="1277" y="2523"/>
                  </a:cubicBezTo>
                  <a:cubicBezTo>
                    <a:pt x="578" y="2523"/>
                    <a:pt x="1" y="1946"/>
                    <a:pt x="1" y="1246"/>
                  </a:cubicBezTo>
                  <a:cubicBezTo>
                    <a:pt x="1" y="578"/>
                    <a:pt x="578" y="0"/>
                    <a:pt x="1277" y="0"/>
                  </a:cubicBezTo>
                  <a:cubicBezTo>
                    <a:pt x="1946" y="0"/>
                    <a:pt x="2523" y="578"/>
                    <a:pt x="2523" y="1246"/>
                  </a:cubicBezTo>
                  <a:close/>
                </a:path>
              </a:pathLst>
            </a:custGeom>
            <a:noFill/>
            <a:ln cap="flat" cmpd="sng" w="19050">
              <a:solidFill>
                <a:schemeClr val="dk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05" name="Google Shape;5605;p33"/>
          <p:cNvSpPr/>
          <p:nvPr/>
        </p:nvSpPr>
        <p:spPr>
          <a:xfrm flipH="1">
            <a:off x="218632" y="2901053"/>
            <a:ext cx="992952" cy="903757"/>
          </a:xfrm>
          <a:custGeom>
            <a:rect b="b" l="l" r="r" t="t"/>
            <a:pathLst>
              <a:path extrusionOk="0" h="32231" w="35412">
                <a:moveTo>
                  <a:pt x="17702" y="0"/>
                </a:moveTo>
                <a:cubicBezTo>
                  <a:pt x="10394" y="0"/>
                  <a:pt x="3782" y="5013"/>
                  <a:pt x="2037" y="12437"/>
                </a:cubicBezTo>
                <a:cubicBezTo>
                  <a:pt x="0" y="21100"/>
                  <a:pt x="5350" y="29763"/>
                  <a:pt x="14013" y="31799"/>
                </a:cubicBezTo>
                <a:cubicBezTo>
                  <a:pt x="15252" y="32090"/>
                  <a:pt x="16491" y="32230"/>
                  <a:pt x="17711" y="32230"/>
                </a:cubicBezTo>
                <a:cubicBezTo>
                  <a:pt x="25018" y="32230"/>
                  <a:pt x="31630" y="27221"/>
                  <a:pt x="33375" y="19823"/>
                </a:cubicBezTo>
                <a:cubicBezTo>
                  <a:pt x="35411" y="11161"/>
                  <a:pt x="30062" y="2467"/>
                  <a:pt x="21399" y="431"/>
                </a:cubicBezTo>
                <a:cubicBezTo>
                  <a:pt x="20160" y="140"/>
                  <a:pt x="18921" y="0"/>
                  <a:pt x="17702" y="0"/>
                </a:cubicBezTo>
                <a:close/>
              </a:path>
            </a:pathLst>
          </a:custGeom>
          <a:solidFill>
            <a:srgbClr val="E4BE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bg>
      <p:bgPr>
        <a:solidFill>
          <a:schemeClr val="accent2"/>
        </a:solidFill>
      </p:bgPr>
    </p:bg>
    <p:spTree>
      <p:nvGrpSpPr>
        <p:cNvPr id="5606" name="Shape 5606"/>
        <p:cNvGrpSpPr/>
        <p:nvPr/>
      </p:nvGrpSpPr>
      <p:grpSpPr>
        <a:xfrm>
          <a:off x="0" y="0"/>
          <a:ext cx="0" cy="0"/>
          <a:chOff x="0" y="0"/>
          <a:chExt cx="0" cy="0"/>
        </a:xfrm>
      </p:grpSpPr>
      <p:grpSp>
        <p:nvGrpSpPr>
          <p:cNvPr id="5607" name="Google Shape;5607;p34"/>
          <p:cNvGrpSpPr/>
          <p:nvPr/>
        </p:nvGrpSpPr>
        <p:grpSpPr>
          <a:xfrm flipH="1" rot="-10795307">
            <a:off x="-1561825" y="-2708535"/>
            <a:ext cx="6388180" cy="5213604"/>
            <a:chOff x="2975000" y="20825"/>
            <a:chExt cx="3963625" cy="2500050"/>
          </a:xfrm>
        </p:grpSpPr>
        <p:sp>
          <p:nvSpPr>
            <p:cNvPr id="5608" name="Google Shape;5608;p34"/>
            <p:cNvSpPr/>
            <p:nvPr/>
          </p:nvSpPr>
          <p:spPr>
            <a:xfrm>
              <a:off x="2975000" y="442550"/>
              <a:ext cx="3962850" cy="2078325"/>
            </a:xfrm>
            <a:custGeom>
              <a:rect b="b" l="l" r="r" t="t"/>
              <a:pathLst>
                <a:path extrusionOk="0" fill="none" h="83133" w="158514">
                  <a:moveTo>
                    <a:pt x="0" y="1"/>
                  </a:moveTo>
                  <a:cubicBezTo>
                    <a:pt x="4347" y="3071"/>
                    <a:pt x="9423" y="6171"/>
                    <a:pt x="12797" y="10122"/>
                  </a:cubicBezTo>
                  <a:cubicBezTo>
                    <a:pt x="18025" y="16232"/>
                    <a:pt x="11095" y="25411"/>
                    <a:pt x="18298" y="31369"/>
                  </a:cubicBezTo>
                  <a:cubicBezTo>
                    <a:pt x="23952" y="36050"/>
                    <a:pt x="23982" y="41612"/>
                    <a:pt x="23283" y="48269"/>
                  </a:cubicBezTo>
                  <a:cubicBezTo>
                    <a:pt x="22706" y="53497"/>
                    <a:pt x="22463" y="62494"/>
                    <a:pt x="29028" y="64044"/>
                  </a:cubicBezTo>
                  <a:cubicBezTo>
                    <a:pt x="35776" y="65655"/>
                    <a:pt x="41186" y="60913"/>
                    <a:pt x="45624" y="56567"/>
                  </a:cubicBezTo>
                  <a:cubicBezTo>
                    <a:pt x="51855" y="50457"/>
                    <a:pt x="63466" y="46202"/>
                    <a:pt x="71825" y="49515"/>
                  </a:cubicBezTo>
                  <a:cubicBezTo>
                    <a:pt x="79211" y="52463"/>
                    <a:pt x="89728" y="48421"/>
                    <a:pt x="96598" y="51430"/>
                  </a:cubicBezTo>
                  <a:cubicBezTo>
                    <a:pt x="100762" y="53284"/>
                    <a:pt x="101035" y="58390"/>
                    <a:pt x="102343" y="62646"/>
                  </a:cubicBezTo>
                  <a:cubicBezTo>
                    <a:pt x="104197" y="68603"/>
                    <a:pt x="108938" y="75564"/>
                    <a:pt x="114106" y="78482"/>
                  </a:cubicBezTo>
                  <a:cubicBezTo>
                    <a:pt x="122343" y="83132"/>
                    <a:pt x="130914" y="70610"/>
                    <a:pt x="138909" y="69151"/>
                  </a:cubicBezTo>
                  <a:cubicBezTo>
                    <a:pt x="145474" y="67935"/>
                    <a:pt x="152435" y="73892"/>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34"/>
            <p:cNvSpPr/>
            <p:nvPr/>
          </p:nvSpPr>
          <p:spPr>
            <a:xfrm>
              <a:off x="2975000" y="442550"/>
              <a:ext cx="3962850" cy="2057800"/>
            </a:xfrm>
            <a:custGeom>
              <a:rect b="b" l="l" r="r" t="t"/>
              <a:pathLst>
                <a:path extrusionOk="0" fill="none" h="82312" w="158514">
                  <a:moveTo>
                    <a:pt x="0" y="1"/>
                  </a:moveTo>
                  <a:cubicBezTo>
                    <a:pt x="4408" y="3040"/>
                    <a:pt x="9392" y="6049"/>
                    <a:pt x="13040" y="9879"/>
                  </a:cubicBezTo>
                  <a:cubicBezTo>
                    <a:pt x="18602" y="15654"/>
                    <a:pt x="11733" y="24955"/>
                    <a:pt x="18694" y="30609"/>
                  </a:cubicBezTo>
                  <a:cubicBezTo>
                    <a:pt x="24408" y="35259"/>
                    <a:pt x="25077" y="40153"/>
                    <a:pt x="24317" y="46901"/>
                  </a:cubicBezTo>
                  <a:cubicBezTo>
                    <a:pt x="23739" y="52129"/>
                    <a:pt x="23131" y="61248"/>
                    <a:pt x="29849" y="62919"/>
                  </a:cubicBezTo>
                  <a:cubicBezTo>
                    <a:pt x="36870" y="64652"/>
                    <a:pt x="41794" y="59606"/>
                    <a:pt x="46627" y="55503"/>
                  </a:cubicBezTo>
                  <a:cubicBezTo>
                    <a:pt x="53557" y="49606"/>
                    <a:pt x="63983" y="44712"/>
                    <a:pt x="72798" y="48634"/>
                  </a:cubicBezTo>
                  <a:cubicBezTo>
                    <a:pt x="80123" y="51886"/>
                    <a:pt x="90245" y="48208"/>
                    <a:pt x="97266" y="51187"/>
                  </a:cubicBezTo>
                  <a:cubicBezTo>
                    <a:pt x="101522" y="52980"/>
                    <a:pt x="101674" y="58026"/>
                    <a:pt x="102890" y="62251"/>
                  </a:cubicBezTo>
                  <a:cubicBezTo>
                    <a:pt x="104561" y="68087"/>
                    <a:pt x="109303" y="75078"/>
                    <a:pt x="114440" y="77844"/>
                  </a:cubicBezTo>
                  <a:cubicBezTo>
                    <a:pt x="122799" y="82312"/>
                    <a:pt x="131097" y="70032"/>
                    <a:pt x="139243" y="68877"/>
                  </a:cubicBezTo>
                  <a:cubicBezTo>
                    <a:pt x="145656" y="67935"/>
                    <a:pt x="152495" y="73771"/>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34"/>
            <p:cNvSpPr/>
            <p:nvPr/>
          </p:nvSpPr>
          <p:spPr>
            <a:xfrm>
              <a:off x="2975000" y="442550"/>
              <a:ext cx="3962850" cy="2035775"/>
            </a:xfrm>
            <a:custGeom>
              <a:rect b="b" l="l" r="r" t="t"/>
              <a:pathLst>
                <a:path extrusionOk="0" fill="none" h="81431" w="158514">
                  <a:moveTo>
                    <a:pt x="0" y="1"/>
                  </a:moveTo>
                  <a:cubicBezTo>
                    <a:pt x="4468" y="3040"/>
                    <a:pt x="9362" y="5958"/>
                    <a:pt x="13313" y="9606"/>
                  </a:cubicBezTo>
                  <a:cubicBezTo>
                    <a:pt x="19210" y="15077"/>
                    <a:pt x="12432" y="24469"/>
                    <a:pt x="19089" y="29849"/>
                  </a:cubicBezTo>
                  <a:cubicBezTo>
                    <a:pt x="24803" y="34469"/>
                    <a:pt x="26019" y="38694"/>
                    <a:pt x="25350" y="45564"/>
                  </a:cubicBezTo>
                  <a:cubicBezTo>
                    <a:pt x="24833" y="50822"/>
                    <a:pt x="23739" y="60001"/>
                    <a:pt x="30609" y="61795"/>
                  </a:cubicBezTo>
                  <a:cubicBezTo>
                    <a:pt x="37691" y="63649"/>
                    <a:pt x="42797" y="58299"/>
                    <a:pt x="47813" y="54378"/>
                  </a:cubicBezTo>
                  <a:cubicBezTo>
                    <a:pt x="55989" y="47995"/>
                    <a:pt x="63345" y="43375"/>
                    <a:pt x="73801" y="47752"/>
                  </a:cubicBezTo>
                  <a:cubicBezTo>
                    <a:pt x="81704" y="51065"/>
                    <a:pt x="90762" y="48026"/>
                    <a:pt x="97966" y="50944"/>
                  </a:cubicBezTo>
                  <a:cubicBezTo>
                    <a:pt x="102282" y="52707"/>
                    <a:pt x="102343" y="57631"/>
                    <a:pt x="103437" y="61825"/>
                  </a:cubicBezTo>
                  <a:cubicBezTo>
                    <a:pt x="104957" y="67570"/>
                    <a:pt x="109637" y="74531"/>
                    <a:pt x="114774" y="77145"/>
                  </a:cubicBezTo>
                  <a:cubicBezTo>
                    <a:pt x="123285" y="81430"/>
                    <a:pt x="131310" y="69454"/>
                    <a:pt x="139577" y="68573"/>
                  </a:cubicBezTo>
                  <a:cubicBezTo>
                    <a:pt x="145869" y="67904"/>
                    <a:pt x="152587" y="73649"/>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34"/>
            <p:cNvSpPr/>
            <p:nvPr/>
          </p:nvSpPr>
          <p:spPr>
            <a:xfrm>
              <a:off x="2975000" y="442550"/>
              <a:ext cx="3962850" cy="2014500"/>
            </a:xfrm>
            <a:custGeom>
              <a:rect b="b" l="l" r="r" t="t"/>
              <a:pathLst>
                <a:path extrusionOk="0" fill="none" h="80580" w="158514">
                  <a:moveTo>
                    <a:pt x="0" y="1"/>
                  </a:moveTo>
                  <a:cubicBezTo>
                    <a:pt x="4560" y="3010"/>
                    <a:pt x="9392" y="5897"/>
                    <a:pt x="13526" y="9393"/>
                  </a:cubicBezTo>
                  <a:cubicBezTo>
                    <a:pt x="19666" y="14469"/>
                    <a:pt x="13162" y="23952"/>
                    <a:pt x="19484" y="29150"/>
                  </a:cubicBezTo>
                  <a:cubicBezTo>
                    <a:pt x="24560" y="33314"/>
                    <a:pt x="27235" y="37509"/>
                    <a:pt x="26323" y="44348"/>
                  </a:cubicBezTo>
                  <a:cubicBezTo>
                    <a:pt x="25563" y="49728"/>
                    <a:pt x="24317" y="58846"/>
                    <a:pt x="31308" y="60792"/>
                  </a:cubicBezTo>
                  <a:cubicBezTo>
                    <a:pt x="38390" y="62737"/>
                    <a:pt x="43770" y="57296"/>
                    <a:pt x="48998" y="53375"/>
                  </a:cubicBezTo>
                  <a:cubicBezTo>
                    <a:pt x="57813" y="46688"/>
                    <a:pt x="63892" y="42129"/>
                    <a:pt x="74743" y="47023"/>
                  </a:cubicBezTo>
                  <a:cubicBezTo>
                    <a:pt x="82433" y="50488"/>
                    <a:pt x="91248" y="47995"/>
                    <a:pt x="98604" y="50761"/>
                  </a:cubicBezTo>
                  <a:cubicBezTo>
                    <a:pt x="103042" y="52372"/>
                    <a:pt x="103011" y="57266"/>
                    <a:pt x="104014" y="61430"/>
                  </a:cubicBezTo>
                  <a:cubicBezTo>
                    <a:pt x="105382" y="67084"/>
                    <a:pt x="109941" y="74014"/>
                    <a:pt x="115109" y="76445"/>
                  </a:cubicBezTo>
                  <a:cubicBezTo>
                    <a:pt x="123802" y="80579"/>
                    <a:pt x="132100" y="68299"/>
                    <a:pt x="139912" y="68330"/>
                  </a:cubicBezTo>
                  <a:cubicBezTo>
                    <a:pt x="144927" y="68330"/>
                    <a:pt x="153529" y="7331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34"/>
            <p:cNvSpPr/>
            <p:nvPr/>
          </p:nvSpPr>
          <p:spPr>
            <a:xfrm>
              <a:off x="2975000" y="442550"/>
              <a:ext cx="3962850" cy="1991700"/>
            </a:xfrm>
            <a:custGeom>
              <a:rect b="b" l="l" r="r" t="t"/>
              <a:pathLst>
                <a:path extrusionOk="0" fill="none" h="79668" w="158514">
                  <a:moveTo>
                    <a:pt x="0" y="1"/>
                  </a:moveTo>
                  <a:cubicBezTo>
                    <a:pt x="4590" y="3010"/>
                    <a:pt x="9484" y="5897"/>
                    <a:pt x="13769" y="9119"/>
                  </a:cubicBezTo>
                  <a:cubicBezTo>
                    <a:pt x="20122" y="13861"/>
                    <a:pt x="13952" y="23344"/>
                    <a:pt x="19879" y="28360"/>
                  </a:cubicBezTo>
                  <a:cubicBezTo>
                    <a:pt x="24651" y="32402"/>
                    <a:pt x="28055" y="36475"/>
                    <a:pt x="27265" y="43102"/>
                  </a:cubicBezTo>
                  <a:cubicBezTo>
                    <a:pt x="26627" y="48482"/>
                    <a:pt x="24985" y="57600"/>
                    <a:pt x="31946" y="59698"/>
                  </a:cubicBezTo>
                  <a:cubicBezTo>
                    <a:pt x="39028" y="61795"/>
                    <a:pt x="44955" y="56202"/>
                    <a:pt x="50183" y="52251"/>
                  </a:cubicBezTo>
                  <a:cubicBezTo>
                    <a:pt x="59424" y="45260"/>
                    <a:pt x="64561" y="40761"/>
                    <a:pt x="75746" y="46232"/>
                  </a:cubicBezTo>
                  <a:cubicBezTo>
                    <a:pt x="83315" y="49971"/>
                    <a:pt x="91795" y="47813"/>
                    <a:pt x="99273" y="50488"/>
                  </a:cubicBezTo>
                  <a:cubicBezTo>
                    <a:pt x="103832" y="52129"/>
                    <a:pt x="103619" y="56840"/>
                    <a:pt x="104653" y="61035"/>
                  </a:cubicBezTo>
                  <a:cubicBezTo>
                    <a:pt x="106051" y="66749"/>
                    <a:pt x="110124" y="73315"/>
                    <a:pt x="115443" y="75716"/>
                  </a:cubicBezTo>
                  <a:cubicBezTo>
                    <a:pt x="124227" y="79667"/>
                    <a:pt x="132039" y="67995"/>
                    <a:pt x="140246" y="68056"/>
                  </a:cubicBezTo>
                  <a:cubicBezTo>
                    <a:pt x="145535" y="68087"/>
                    <a:pt x="153377" y="7340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34"/>
            <p:cNvSpPr/>
            <p:nvPr/>
          </p:nvSpPr>
          <p:spPr>
            <a:xfrm>
              <a:off x="2975000" y="442550"/>
              <a:ext cx="3963625" cy="1968900"/>
            </a:xfrm>
            <a:custGeom>
              <a:rect b="b" l="l" r="r" t="t"/>
              <a:pathLst>
                <a:path extrusionOk="0" fill="none" h="78756" w="158545">
                  <a:moveTo>
                    <a:pt x="0" y="1"/>
                  </a:moveTo>
                  <a:cubicBezTo>
                    <a:pt x="4651" y="2979"/>
                    <a:pt x="9575" y="5867"/>
                    <a:pt x="14013" y="8876"/>
                  </a:cubicBezTo>
                  <a:cubicBezTo>
                    <a:pt x="20548" y="13283"/>
                    <a:pt x="14985" y="22706"/>
                    <a:pt x="20305" y="27539"/>
                  </a:cubicBezTo>
                  <a:cubicBezTo>
                    <a:pt x="24590" y="31430"/>
                    <a:pt x="28724" y="35715"/>
                    <a:pt x="28147" y="42007"/>
                  </a:cubicBezTo>
                  <a:cubicBezTo>
                    <a:pt x="27630" y="47296"/>
                    <a:pt x="25654" y="56445"/>
                    <a:pt x="32584" y="58664"/>
                  </a:cubicBezTo>
                  <a:cubicBezTo>
                    <a:pt x="39606" y="60913"/>
                    <a:pt x="46354" y="55077"/>
                    <a:pt x="51369" y="51096"/>
                  </a:cubicBezTo>
                  <a:cubicBezTo>
                    <a:pt x="60609" y="43770"/>
                    <a:pt x="65351" y="39576"/>
                    <a:pt x="76749" y="45594"/>
                  </a:cubicBezTo>
                  <a:cubicBezTo>
                    <a:pt x="84166" y="49515"/>
                    <a:pt x="92251" y="47722"/>
                    <a:pt x="99911" y="50275"/>
                  </a:cubicBezTo>
                  <a:cubicBezTo>
                    <a:pt x="104622" y="51855"/>
                    <a:pt x="104318" y="56445"/>
                    <a:pt x="105260" y="60609"/>
                  </a:cubicBezTo>
                  <a:cubicBezTo>
                    <a:pt x="106537" y="66324"/>
                    <a:pt x="110428" y="72676"/>
                    <a:pt x="115808" y="74956"/>
                  </a:cubicBezTo>
                  <a:cubicBezTo>
                    <a:pt x="124714" y="78756"/>
                    <a:pt x="132313" y="67418"/>
                    <a:pt x="140580" y="67813"/>
                  </a:cubicBezTo>
                  <a:cubicBezTo>
                    <a:pt x="145778" y="68056"/>
                    <a:pt x="153438" y="73315"/>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34"/>
            <p:cNvSpPr/>
            <p:nvPr/>
          </p:nvSpPr>
          <p:spPr>
            <a:xfrm>
              <a:off x="2975000" y="442550"/>
              <a:ext cx="3962850" cy="1919500"/>
            </a:xfrm>
            <a:custGeom>
              <a:rect b="b" l="l" r="r" t="t"/>
              <a:pathLst>
                <a:path extrusionOk="0" fill="none" h="76780" w="158514">
                  <a:moveTo>
                    <a:pt x="0" y="1"/>
                  </a:moveTo>
                  <a:cubicBezTo>
                    <a:pt x="4712" y="2949"/>
                    <a:pt x="9666" y="5776"/>
                    <a:pt x="14225" y="8633"/>
                  </a:cubicBezTo>
                  <a:cubicBezTo>
                    <a:pt x="20973" y="12797"/>
                    <a:pt x="16049" y="21977"/>
                    <a:pt x="20760" y="26718"/>
                  </a:cubicBezTo>
                  <a:cubicBezTo>
                    <a:pt x="24438" y="30396"/>
                    <a:pt x="29332" y="35168"/>
                    <a:pt x="28967" y="41004"/>
                  </a:cubicBezTo>
                  <a:cubicBezTo>
                    <a:pt x="28633" y="46202"/>
                    <a:pt x="26444" y="55381"/>
                    <a:pt x="33192" y="57661"/>
                  </a:cubicBezTo>
                  <a:cubicBezTo>
                    <a:pt x="40153" y="60032"/>
                    <a:pt x="47752" y="53953"/>
                    <a:pt x="52494" y="49880"/>
                  </a:cubicBezTo>
                  <a:cubicBezTo>
                    <a:pt x="61703" y="41977"/>
                    <a:pt x="66293" y="38633"/>
                    <a:pt x="77722" y="45016"/>
                  </a:cubicBezTo>
                  <a:cubicBezTo>
                    <a:pt x="84926" y="49059"/>
                    <a:pt x="92707" y="47722"/>
                    <a:pt x="100488" y="50093"/>
                  </a:cubicBezTo>
                  <a:cubicBezTo>
                    <a:pt x="105382" y="51582"/>
                    <a:pt x="104987" y="56080"/>
                    <a:pt x="105838" y="60245"/>
                  </a:cubicBezTo>
                  <a:cubicBezTo>
                    <a:pt x="107023" y="65898"/>
                    <a:pt x="111005" y="72676"/>
                    <a:pt x="116142" y="74227"/>
                  </a:cubicBezTo>
                  <a:cubicBezTo>
                    <a:pt x="124683" y="76780"/>
                    <a:pt x="132191" y="66901"/>
                    <a:pt x="140884" y="67570"/>
                  </a:cubicBezTo>
                  <a:cubicBezTo>
                    <a:pt x="145930" y="67965"/>
                    <a:pt x="153468" y="73224"/>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34"/>
            <p:cNvSpPr/>
            <p:nvPr/>
          </p:nvSpPr>
          <p:spPr>
            <a:xfrm>
              <a:off x="2975000" y="442550"/>
              <a:ext cx="3962100" cy="1896700"/>
            </a:xfrm>
            <a:custGeom>
              <a:rect b="b" l="l" r="r" t="t"/>
              <a:pathLst>
                <a:path extrusionOk="0" fill="none" h="75868" w="158484">
                  <a:moveTo>
                    <a:pt x="0" y="1"/>
                  </a:moveTo>
                  <a:cubicBezTo>
                    <a:pt x="4742" y="2949"/>
                    <a:pt x="9788" y="5441"/>
                    <a:pt x="14438" y="8359"/>
                  </a:cubicBezTo>
                  <a:cubicBezTo>
                    <a:pt x="21520" y="12797"/>
                    <a:pt x="16900" y="20852"/>
                    <a:pt x="21277" y="25837"/>
                  </a:cubicBezTo>
                  <a:cubicBezTo>
                    <a:pt x="24408" y="29424"/>
                    <a:pt x="29758" y="34652"/>
                    <a:pt x="29727" y="40123"/>
                  </a:cubicBezTo>
                  <a:cubicBezTo>
                    <a:pt x="29666" y="45229"/>
                    <a:pt x="27447" y="54014"/>
                    <a:pt x="33770" y="56658"/>
                  </a:cubicBezTo>
                  <a:cubicBezTo>
                    <a:pt x="40396" y="59394"/>
                    <a:pt x="49545" y="52433"/>
                    <a:pt x="53618" y="48542"/>
                  </a:cubicBezTo>
                  <a:cubicBezTo>
                    <a:pt x="62707" y="39788"/>
                    <a:pt x="67448" y="37904"/>
                    <a:pt x="78725" y="44530"/>
                  </a:cubicBezTo>
                  <a:cubicBezTo>
                    <a:pt x="85716" y="48664"/>
                    <a:pt x="93224" y="47722"/>
                    <a:pt x="101066" y="49910"/>
                  </a:cubicBezTo>
                  <a:cubicBezTo>
                    <a:pt x="106142" y="51308"/>
                    <a:pt x="105716" y="55685"/>
                    <a:pt x="106476" y="59849"/>
                  </a:cubicBezTo>
                  <a:cubicBezTo>
                    <a:pt x="107540" y="65503"/>
                    <a:pt x="111279" y="71977"/>
                    <a:pt x="116477" y="73467"/>
                  </a:cubicBezTo>
                  <a:cubicBezTo>
                    <a:pt x="124927" y="75868"/>
                    <a:pt x="132708" y="66354"/>
                    <a:pt x="141188" y="67357"/>
                  </a:cubicBezTo>
                  <a:cubicBezTo>
                    <a:pt x="146143" y="67935"/>
                    <a:pt x="153468" y="7313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34"/>
            <p:cNvSpPr/>
            <p:nvPr/>
          </p:nvSpPr>
          <p:spPr>
            <a:xfrm>
              <a:off x="2975000" y="442550"/>
              <a:ext cx="3962850" cy="1870875"/>
            </a:xfrm>
            <a:custGeom>
              <a:rect b="b" l="l" r="r" t="t"/>
              <a:pathLst>
                <a:path extrusionOk="0" fill="none" h="74835" w="158514">
                  <a:moveTo>
                    <a:pt x="0" y="1"/>
                  </a:moveTo>
                  <a:cubicBezTo>
                    <a:pt x="4803" y="2919"/>
                    <a:pt x="9848" y="5350"/>
                    <a:pt x="14651" y="8116"/>
                  </a:cubicBezTo>
                  <a:cubicBezTo>
                    <a:pt x="21946" y="12311"/>
                    <a:pt x="18086" y="19697"/>
                    <a:pt x="21885" y="24895"/>
                  </a:cubicBezTo>
                  <a:cubicBezTo>
                    <a:pt x="24590" y="28633"/>
                    <a:pt x="30031" y="34013"/>
                    <a:pt x="30396" y="39272"/>
                  </a:cubicBezTo>
                  <a:cubicBezTo>
                    <a:pt x="30791" y="44439"/>
                    <a:pt x="28299" y="52919"/>
                    <a:pt x="34439" y="55625"/>
                  </a:cubicBezTo>
                  <a:cubicBezTo>
                    <a:pt x="41186" y="58603"/>
                    <a:pt x="50670" y="51217"/>
                    <a:pt x="54712" y="47083"/>
                  </a:cubicBezTo>
                  <a:cubicBezTo>
                    <a:pt x="63892" y="37630"/>
                    <a:pt x="68542" y="37266"/>
                    <a:pt x="79789" y="44135"/>
                  </a:cubicBezTo>
                  <a:cubicBezTo>
                    <a:pt x="86476" y="48208"/>
                    <a:pt x="93984" y="47661"/>
                    <a:pt x="101674" y="49728"/>
                  </a:cubicBezTo>
                  <a:cubicBezTo>
                    <a:pt x="106932" y="51126"/>
                    <a:pt x="106416" y="55138"/>
                    <a:pt x="107145" y="59454"/>
                  </a:cubicBezTo>
                  <a:cubicBezTo>
                    <a:pt x="108057" y="64986"/>
                    <a:pt x="111552" y="71339"/>
                    <a:pt x="116872" y="72707"/>
                  </a:cubicBezTo>
                  <a:cubicBezTo>
                    <a:pt x="125322" y="74835"/>
                    <a:pt x="133285" y="65837"/>
                    <a:pt x="141523" y="67114"/>
                  </a:cubicBezTo>
                  <a:cubicBezTo>
                    <a:pt x="146386" y="67874"/>
                    <a:pt x="153559" y="73011"/>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34"/>
            <p:cNvSpPr/>
            <p:nvPr/>
          </p:nvSpPr>
          <p:spPr>
            <a:xfrm>
              <a:off x="2975000" y="442550"/>
              <a:ext cx="3962850" cy="1848075"/>
            </a:xfrm>
            <a:custGeom>
              <a:rect b="b" l="l" r="r" t="t"/>
              <a:pathLst>
                <a:path extrusionOk="0" fill="none" h="73923" w="158514">
                  <a:moveTo>
                    <a:pt x="0" y="1"/>
                  </a:moveTo>
                  <a:cubicBezTo>
                    <a:pt x="4833" y="2888"/>
                    <a:pt x="9909" y="5259"/>
                    <a:pt x="14864" y="7873"/>
                  </a:cubicBezTo>
                  <a:cubicBezTo>
                    <a:pt x="22219" y="11764"/>
                    <a:pt x="19301" y="18390"/>
                    <a:pt x="22584" y="23922"/>
                  </a:cubicBezTo>
                  <a:cubicBezTo>
                    <a:pt x="25046" y="28086"/>
                    <a:pt x="30092" y="33649"/>
                    <a:pt x="31004" y="38542"/>
                  </a:cubicBezTo>
                  <a:cubicBezTo>
                    <a:pt x="31855" y="43284"/>
                    <a:pt x="29150" y="51947"/>
                    <a:pt x="35107" y="54561"/>
                  </a:cubicBezTo>
                  <a:cubicBezTo>
                    <a:pt x="42250" y="57691"/>
                    <a:pt x="51673" y="50032"/>
                    <a:pt x="55746" y="45503"/>
                  </a:cubicBezTo>
                  <a:cubicBezTo>
                    <a:pt x="64834" y="35411"/>
                    <a:pt x="69941" y="36992"/>
                    <a:pt x="80822" y="43770"/>
                  </a:cubicBezTo>
                  <a:cubicBezTo>
                    <a:pt x="87205" y="47782"/>
                    <a:pt x="94683" y="47691"/>
                    <a:pt x="102191" y="49576"/>
                  </a:cubicBezTo>
                  <a:cubicBezTo>
                    <a:pt x="107571" y="50913"/>
                    <a:pt x="107145" y="54682"/>
                    <a:pt x="107783" y="59090"/>
                  </a:cubicBezTo>
                  <a:cubicBezTo>
                    <a:pt x="108604" y="64591"/>
                    <a:pt x="111826" y="70610"/>
                    <a:pt x="117236" y="71917"/>
                  </a:cubicBezTo>
                  <a:cubicBezTo>
                    <a:pt x="125504" y="73923"/>
                    <a:pt x="133863" y="65321"/>
                    <a:pt x="141827" y="66901"/>
                  </a:cubicBezTo>
                  <a:cubicBezTo>
                    <a:pt x="146599" y="67813"/>
                    <a:pt x="153620" y="7292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34"/>
            <p:cNvSpPr/>
            <p:nvPr/>
          </p:nvSpPr>
          <p:spPr>
            <a:xfrm>
              <a:off x="2975000" y="442550"/>
              <a:ext cx="3962100" cy="1826050"/>
            </a:xfrm>
            <a:custGeom>
              <a:rect b="b" l="l" r="r" t="t"/>
              <a:pathLst>
                <a:path extrusionOk="0" fill="none" h="73042" w="158484">
                  <a:moveTo>
                    <a:pt x="0" y="1"/>
                  </a:moveTo>
                  <a:cubicBezTo>
                    <a:pt x="4894" y="2858"/>
                    <a:pt x="10000" y="5168"/>
                    <a:pt x="15076" y="7630"/>
                  </a:cubicBezTo>
                  <a:cubicBezTo>
                    <a:pt x="22402" y="11217"/>
                    <a:pt x="20639" y="16992"/>
                    <a:pt x="23435" y="22980"/>
                  </a:cubicBezTo>
                  <a:cubicBezTo>
                    <a:pt x="25685" y="27813"/>
                    <a:pt x="29910" y="33041"/>
                    <a:pt x="31460" y="37934"/>
                  </a:cubicBezTo>
                  <a:cubicBezTo>
                    <a:pt x="32858" y="42372"/>
                    <a:pt x="29940" y="51096"/>
                    <a:pt x="35867" y="53558"/>
                  </a:cubicBezTo>
                  <a:cubicBezTo>
                    <a:pt x="43618" y="56749"/>
                    <a:pt x="52433" y="48937"/>
                    <a:pt x="56779" y="43831"/>
                  </a:cubicBezTo>
                  <a:cubicBezTo>
                    <a:pt x="65746" y="33314"/>
                    <a:pt x="71552" y="36901"/>
                    <a:pt x="81886" y="43466"/>
                  </a:cubicBezTo>
                  <a:cubicBezTo>
                    <a:pt x="87965" y="47327"/>
                    <a:pt x="95412" y="47752"/>
                    <a:pt x="102707" y="49454"/>
                  </a:cubicBezTo>
                  <a:cubicBezTo>
                    <a:pt x="108148" y="50700"/>
                    <a:pt x="107905" y="54226"/>
                    <a:pt x="108452" y="58725"/>
                  </a:cubicBezTo>
                  <a:cubicBezTo>
                    <a:pt x="109182" y="64226"/>
                    <a:pt x="112130" y="69910"/>
                    <a:pt x="117571" y="71187"/>
                  </a:cubicBezTo>
                  <a:cubicBezTo>
                    <a:pt x="125626" y="73041"/>
                    <a:pt x="134410" y="64895"/>
                    <a:pt x="142100" y="66688"/>
                  </a:cubicBezTo>
                  <a:cubicBezTo>
                    <a:pt x="146751" y="67783"/>
                    <a:pt x="153590" y="72828"/>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34"/>
            <p:cNvSpPr/>
            <p:nvPr/>
          </p:nvSpPr>
          <p:spPr>
            <a:xfrm>
              <a:off x="2975000" y="442550"/>
              <a:ext cx="3962850" cy="1818450"/>
            </a:xfrm>
            <a:custGeom>
              <a:rect b="b" l="l" r="r" t="t"/>
              <a:pathLst>
                <a:path extrusionOk="0" fill="none" h="72738" w="158514">
                  <a:moveTo>
                    <a:pt x="0" y="1"/>
                  </a:moveTo>
                  <a:cubicBezTo>
                    <a:pt x="4924" y="2827"/>
                    <a:pt x="10122" y="5077"/>
                    <a:pt x="15259" y="7387"/>
                  </a:cubicBezTo>
                  <a:cubicBezTo>
                    <a:pt x="22432" y="10609"/>
                    <a:pt x="22159" y="15594"/>
                    <a:pt x="24317" y="22007"/>
                  </a:cubicBezTo>
                  <a:cubicBezTo>
                    <a:pt x="26171" y="27630"/>
                    <a:pt x="29332" y="32402"/>
                    <a:pt x="31733" y="37418"/>
                  </a:cubicBezTo>
                  <a:cubicBezTo>
                    <a:pt x="33831" y="41764"/>
                    <a:pt x="30669" y="50305"/>
                    <a:pt x="36657" y="52615"/>
                  </a:cubicBezTo>
                  <a:cubicBezTo>
                    <a:pt x="44955" y="55868"/>
                    <a:pt x="53162" y="47630"/>
                    <a:pt x="57782" y="42068"/>
                  </a:cubicBezTo>
                  <a:cubicBezTo>
                    <a:pt x="66476" y="31551"/>
                    <a:pt x="73315" y="37022"/>
                    <a:pt x="82950" y="43193"/>
                  </a:cubicBezTo>
                  <a:cubicBezTo>
                    <a:pt x="88695" y="46871"/>
                    <a:pt x="96142" y="47813"/>
                    <a:pt x="103194" y="49333"/>
                  </a:cubicBezTo>
                  <a:cubicBezTo>
                    <a:pt x="108726" y="50488"/>
                    <a:pt x="108634" y="53740"/>
                    <a:pt x="109151" y="58390"/>
                  </a:cubicBezTo>
                  <a:cubicBezTo>
                    <a:pt x="109789" y="63862"/>
                    <a:pt x="112464" y="69211"/>
                    <a:pt x="117996" y="70427"/>
                  </a:cubicBezTo>
                  <a:cubicBezTo>
                    <a:pt x="125778" y="72129"/>
                    <a:pt x="135018" y="64439"/>
                    <a:pt x="142434" y="66506"/>
                  </a:cubicBezTo>
                  <a:cubicBezTo>
                    <a:pt x="146994" y="67752"/>
                    <a:pt x="153650" y="72737"/>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34"/>
            <p:cNvSpPr/>
            <p:nvPr/>
          </p:nvSpPr>
          <p:spPr>
            <a:xfrm>
              <a:off x="2975000" y="442550"/>
              <a:ext cx="3962850" cy="1816175"/>
            </a:xfrm>
            <a:custGeom>
              <a:rect b="b" l="l" r="r" t="t"/>
              <a:pathLst>
                <a:path extrusionOk="0" fill="none" h="72647" w="158514">
                  <a:moveTo>
                    <a:pt x="0" y="1"/>
                  </a:moveTo>
                  <a:cubicBezTo>
                    <a:pt x="4985" y="2797"/>
                    <a:pt x="10244" y="4985"/>
                    <a:pt x="15441" y="7144"/>
                  </a:cubicBezTo>
                  <a:cubicBezTo>
                    <a:pt x="22341" y="10031"/>
                    <a:pt x="23648" y="14621"/>
                    <a:pt x="25259" y="21034"/>
                  </a:cubicBezTo>
                  <a:cubicBezTo>
                    <a:pt x="26688" y="26809"/>
                    <a:pt x="28572" y="31977"/>
                    <a:pt x="31885" y="36992"/>
                  </a:cubicBezTo>
                  <a:cubicBezTo>
                    <a:pt x="34742" y="41278"/>
                    <a:pt x="31429" y="49606"/>
                    <a:pt x="37478" y="51825"/>
                  </a:cubicBezTo>
                  <a:cubicBezTo>
                    <a:pt x="46171" y="55017"/>
                    <a:pt x="54469" y="46202"/>
                    <a:pt x="58755" y="40305"/>
                  </a:cubicBezTo>
                  <a:cubicBezTo>
                    <a:pt x="66232" y="30001"/>
                    <a:pt x="76415" y="38025"/>
                    <a:pt x="84044" y="42889"/>
                  </a:cubicBezTo>
                  <a:cubicBezTo>
                    <a:pt x="89546" y="46384"/>
                    <a:pt x="96841" y="47874"/>
                    <a:pt x="103680" y="49211"/>
                  </a:cubicBezTo>
                  <a:cubicBezTo>
                    <a:pt x="109242" y="50305"/>
                    <a:pt x="109364" y="53254"/>
                    <a:pt x="109850" y="58026"/>
                  </a:cubicBezTo>
                  <a:cubicBezTo>
                    <a:pt x="110397" y="63436"/>
                    <a:pt x="112829" y="68482"/>
                    <a:pt x="118422" y="69667"/>
                  </a:cubicBezTo>
                  <a:cubicBezTo>
                    <a:pt x="125930" y="71278"/>
                    <a:pt x="135626" y="64044"/>
                    <a:pt x="142708" y="66293"/>
                  </a:cubicBezTo>
                  <a:cubicBezTo>
                    <a:pt x="147176" y="67692"/>
                    <a:pt x="153681" y="7264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34"/>
            <p:cNvSpPr/>
            <p:nvPr/>
          </p:nvSpPr>
          <p:spPr>
            <a:xfrm>
              <a:off x="2975000" y="442550"/>
              <a:ext cx="3962850" cy="1813875"/>
            </a:xfrm>
            <a:custGeom>
              <a:rect b="b" l="l" r="r" t="t"/>
              <a:pathLst>
                <a:path extrusionOk="0" fill="none" h="72555" w="158514">
                  <a:moveTo>
                    <a:pt x="0" y="1"/>
                  </a:moveTo>
                  <a:cubicBezTo>
                    <a:pt x="5015" y="2767"/>
                    <a:pt x="10335" y="4894"/>
                    <a:pt x="15624" y="6931"/>
                  </a:cubicBezTo>
                  <a:cubicBezTo>
                    <a:pt x="22189" y="9423"/>
                    <a:pt x="24925" y="13648"/>
                    <a:pt x="26262" y="20031"/>
                  </a:cubicBezTo>
                  <a:cubicBezTo>
                    <a:pt x="27508" y="25958"/>
                    <a:pt x="27843" y="31582"/>
                    <a:pt x="31916" y="36597"/>
                  </a:cubicBezTo>
                  <a:cubicBezTo>
                    <a:pt x="35290" y="40731"/>
                    <a:pt x="32432" y="49150"/>
                    <a:pt x="38299" y="51096"/>
                  </a:cubicBezTo>
                  <a:cubicBezTo>
                    <a:pt x="47326" y="54105"/>
                    <a:pt x="55138" y="44804"/>
                    <a:pt x="59758" y="38512"/>
                  </a:cubicBezTo>
                  <a:cubicBezTo>
                    <a:pt x="66901" y="28816"/>
                    <a:pt x="78512" y="38512"/>
                    <a:pt x="85139" y="42585"/>
                  </a:cubicBezTo>
                  <a:cubicBezTo>
                    <a:pt x="90397" y="45807"/>
                    <a:pt x="97510" y="47995"/>
                    <a:pt x="104105" y="49120"/>
                  </a:cubicBezTo>
                  <a:cubicBezTo>
                    <a:pt x="109698" y="50062"/>
                    <a:pt x="109729" y="52707"/>
                    <a:pt x="110580" y="57691"/>
                  </a:cubicBezTo>
                  <a:cubicBezTo>
                    <a:pt x="111461" y="63071"/>
                    <a:pt x="112829" y="67692"/>
                    <a:pt x="118878" y="68938"/>
                  </a:cubicBezTo>
                  <a:cubicBezTo>
                    <a:pt x="126082" y="70427"/>
                    <a:pt x="136234" y="63649"/>
                    <a:pt x="143012" y="66111"/>
                  </a:cubicBezTo>
                  <a:cubicBezTo>
                    <a:pt x="147359" y="67661"/>
                    <a:pt x="153742" y="7255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34"/>
            <p:cNvSpPr/>
            <p:nvPr/>
          </p:nvSpPr>
          <p:spPr>
            <a:xfrm>
              <a:off x="2975000" y="442550"/>
              <a:ext cx="3962850" cy="1804000"/>
            </a:xfrm>
            <a:custGeom>
              <a:rect b="b" l="l" r="r" t="t"/>
              <a:pathLst>
                <a:path extrusionOk="0" fill="none" h="72160" w="158514">
                  <a:moveTo>
                    <a:pt x="0" y="1"/>
                  </a:moveTo>
                  <a:cubicBezTo>
                    <a:pt x="5076" y="2736"/>
                    <a:pt x="10456" y="4803"/>
                    <a:pt x="15806" y="6688"/>
                  </a:cubicBezTo>
                  <a:cubicBezTo>
                    <a:pt x="22037" y="8876"/>
                    <a:pt x="26049" y="12767"/>
                    <a:pt x="27326" y="18967"/>
                  </a:cubicBezTo>
                  <a:cubicBezTo>
                    <a:pt x="28542" y="24925"/>
                    <a:pt x="27326" y="31126"/>
                    <a:pt x="31855" y="36202"/>
                  </a:cubicBezTo>
                  <a:cubicBezTo>
                    <a:pt x="35381" y="40153"/>
                    <a:pt x="33618" y="48725"/>
                    <a:pt x="39150" y="50457"/>
                  </a:cubicBezTo>
                  <a:cubicBezTo>
                    <a:pt x="48329" y="53314"/>
                    <a:pt x="55746" y="42919"/>
                    <a:pt x="60792" y="36810"/>
                  </a:cubicBezTo>
                  <a:cubicBezTo>
                    <a:pt x="67995" y="28086"/>
                    <a:pt x="80032" y="38360"/>
                    <a:pt x="86263" y="42159"/>
                  </a:cubicBezTo>
                  <a:cubicBezTo>
                    <a:pt x="91430" y="45320"/>
                    <a:pt x="98057" y="48056"/>
                    <a:pt x="104561" y="48998"/>
                  </a:cubicBezTo>
                  <a:cubicBezTo>
                    <a:pt x="115747" y="50700"/>
                    <a:pt x="107692" y="65898"/>
                    <a:pt x="119303" y="68178"/>
                  </a:cubicBezTo>
                  <a:cubicBezTo>
                    <a:pt x="126294" y="69576"/>
                    <a:pt x="136872" y="63254"/>
                    <a:pt x="143316" y="65898"/>
                  </a:cubicBezTo>
                  <a:cubicBezTo>
                    <a:pt x="147784" y="67752"/>
                    <a:pt x="153407" y="7216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34"/>
            <p:cNvSpPr/>
            <p:nvPr/>
          </p:nvSpPr>
          <p:spPr>
            <a:xfrm>
              <a:off x="2975000" y="442550"/>
              <a:ext cx="3962100" cy="1802475"/>
            </a:xfrm>
            <a:custGeom>
              <a:rect b="b" l="l" r="r" t="t"/>
              <a:pathLst>
                <a:path extrusionOk="0" fill="none" h="72099" w="158484">
                  <a:moveTo>
                    <a:pt x="0" y="1"/>
                  </a:moveTo>
                  <a:cubicBezTo>
                    <a:pt x="5107" y="2706"/>
                    <a:pt x="10760" y="4590"/>
                    <a:pt x="15958" y="6444"/>
                  </a:cubicBezTo>
                  <a:cubicBezTo>
                    <a:pt x="21764" y="8511"/>
                    <a:pt x="26931" y="11733"/>
                    <a:pt x="28390" y="17843"/>
                  </a:cubicBezTo>
                  <a:cubicBezTo>
                    <a:pt x="29788" y="23740"/>
                    <a:pt x="26900" y="30579"/>
                    <a:pt x="31672" y="35867"/>
                  </a:cubicBezTo>
                  <a:cubicBezTo>
                    <a:pt x="35107" y="39636"/>
                    <a:pt x="34925" y="48390"/>
                    <a:pt x="40001" y="49849"/>
                  </a:cubicBezTo>
                  <a:cubicBezTo>
                    <a:pt x="49302" y="52494"/>
                    <a:pt x="56415" y="40761"/>
                    <a:pt x="61886" y="35320"/>
                  </a:cubicBezTo>
                  <a:cubicBezTo>
                    <a:pt x="69211" y="28025"/>
                    <a:pt x="81278" y="37873"/>
                    <a:pt x="87327" y="41612"/>
                  </a:cubicBezTo>
                  <a:cubicBezTo>
                    <a:pt x="92585" y="44864"/>
                    <a:pt x="98421" y="48117"/>
                    <a:pt x="104926" y="48968"/>
                  </a:cubicBezTo>
                  <a:cubicBezTo>
                    <a:pt x="116385" y="50457"/>
                    <a:pt x="108239" y="65442"/>
                    <a:pt x="119759" y="67509"/>
                  </a:cubicBezTo>
                  <a:cubicBezTo>
                    <a:pt x="126659" y="68725"/>
                    <a:pt x="137298" y="62980"/>
                    <a:pt x="143559" y="65716"/>
                  </a:cubicBezTo>
                  <a:cubicBezTo>
                    <a:pt x="147936" y="67631"/>
                    <a:pt x="153407" y="72099"/>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34"/>
            <p:cNvSpPr/>
            <p:nvPr/>
          </p:nvSpPr>
          <p:spPr>
            <a:xfrm>
              <a:off x="2975000" y="442550"/>
              <a:ext cx="3962850" cy="1800200"/>
            </a:xfrm>
            <a:custGeom>
              <a:rect b="b" l="l" r="r" t="t"/>
              <a:pathLst>
                <a:path extrusionOk="0" fill="none" h="72008" w="158514">
                  <a:moveTo>
                    <a:pt x="0" y="1"/>
                  </a:moveTo>
                  <a:cubicBezTo>
                    <a:pt x="5167" y="2645"/>
                    <a:pt x="10821" y="4499"/>
                    <a:pt x="16140" y="6201"/>
                  </a:cubicBezTo>
                  <a:cubicBezTo>
                    <a:pt x="21976" y="8055"/>
                    <a:pt x="27630" y="11065"/>
                    <a:pt x="29484" y="16657"/>
                  </a:cubicBezTo>
                  <a:cubicBezTo>
                    <a:pt x="31308" y="22159"/>
                    <a:pt x="26748" y="29940"/>
                    <a:pt x="31521" y="35442"/>
                  </a:cubicBezTo>
                  <a:cubicBezTo>
                    <a:pt x="34621" y="38998"/>
                    <a:pt x="36414" y="48147"/>
                    <a:pt x="40913" y="49211"/>
                  </a:cubicBezTo>
                  <a:cubicBezTo>
                    <a:pt x="50244" y="51430"/>
                    <a:pt x="56749" y="38846"/>
                    <a:pt x="63041" y="34044"/>
                  </a:cubicBezTo>
                  <a:cubicBezTo>
                    <a:pt x="70731" y="28147"/>
                    <a:pt x="82190" y="36992"/>
                    <a:pt x="88391" y="40943"/>
                  </a:cubicBezTo>
                  <a:cubicBezTo>
                    <a:pt x="93862" y="44409"/>
                    <a:pt x="98695" y="48147"/>
                    <a:pt x="105352" y="48907"/>
                  </a:cubicBezTo>
                  <a:cubicBezTo>
                    <a:pt x="117024" y="50184"/>
                    <a:pt x="108786" y="64834"/>
                    <a:pt x="120276" y="66780"/>
                  </a:cubicBezTo>
                  <a:cubicBezTo>
                    <a:pt x="126993" y="67904"/>
                    <a:pt x="137784" y="62585"/>
                    <a:pt x="143863" y="65533"/>
                  </a:cubicBezTo>
                  <a:cubicBezTo>
                    <a:pt x="148149" y="67570"/>
                    <a:pt x="153468" y="72008"/>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34"/>
            <p:cNvSpPr/>
            <p:nvPr/>
          </p:nvSpPr>
          <p:spPr>
            <a:xfrm>
              <a:off x="2975000" y="442550"/>
              <a:ext cx="3963625" cy="1798675"/>
            </a:xfrm>
            <a:custGeom>
              <a:rect b="b" l="l" r="r" t="t"/>
              <a:pathLst>
                <a:path extrusionOk="0" fill="none" h="71947" w="158545">
                  <a:moveTo>
                    <a:pt x="0" y="1"/>
                  </a:moveTo>
                  <a:cubicBezTo>
                    <a:pt x="5198" y="2615"/>
                    <a:pt x="10912" y="4408"/>
                    <a:pt x="16323" y="5958"/>
                  </a:cubicBezTo>
                  <a:cubicBezTo>
                    <a:pt x="22067" y="7630"/>
                    <a:pt x="28147" y="10365"/>
                    <a:pt x="30578" y="15472"/>
                  </a:cubicBezTo>
                  <a:cubicBezTo>
                    <a:pt x="33192" y="20974"/>
                    <a:pt x="26931" y="29059"/>
                    <a:pt x="31369" y="35047"/>
                  </a:cubicBezTo>
                  <a:cubicBezTo>
                    <a:pt x="33831" y="38390"/>
                    <a:pt x="37904" y="47904"/>
                    <a:pt x="41825" y="48542"/>
                  </a:cubicBezTo>
                  <a:cubicBezTo>
                    <a:pt x="50883" y="50062"/>
                    <a:pt x="57296" y="36931"/>
                    <a:pt x="64257" y="33010"/>
                  </a:cubicBezTo>
                  <a:cubicBezTo>
                    <a:pt x="72160" y="28512"/>
                    <a:pt x="83102" y="35928"/>
                    <a:pt x="89424" y="40153"/>
                  </a:cubicBezTo>
                  <a:cubicBezTo>
                    <a:pt x="94804" y="43740"/>
                    <a:pt x="98877" y="48208"/>
                    <a:pt x="105747" y="48846"/>
                  </a:cubicBezTo>
                  <a:cubicBezTo>
                    <a:pt x="117601" y="49971"/>
                    <a:pt x="109425" y="64257"/>
                    <a:pt x="120793" y="66081"/>
                  </a:cubicBezTo>
                  <a:cubicBezTo>
                    <a:pt x="127419" y="67144"/>
                    <a:pt x="138270" y="62281"/>
                    <a:pt x="144167" y="65351"/>
                  </a:cubicBezTo>
                  <a:cubicBezTo>
                    <a:pt x="148362" y="67540"/>
                    <a:pt x="153529" y="71947"/>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34"/>
            <p:cNvSpPr/>
            <p:nvPr/>
          </p:nvSpPr>
          <p:spPr>
            <a:xfrm>
              <a:off x="2975000" y="442550"/>
              <a:ext cx="3962850" cy="1795650"/>
            </a:xfrm>
            <a:custGeom>
              <a:rect b="b" l="l" r="r" t="t"/>
              <a:pathLst>
                <a:path extrusionOk="0" fill="none" h="71826" w="158514">
                  <a:moveTo>
                    <a:pt x="0" y="1"/>
                  </a:moveTo>
                  <a:cubicBezTo>
                    <a:pt x="5259" y="2584"/>
                    <a:pt x="10973" y="4317"/>
                    <a:pt x="16475" y="5745"/>
                  </a:cubicBezTo>
                  <a:cubicBezTo>
                    <a:pt x="22250" y="7235"/>
                    <a:pt x="28542" y="9788"/>
                    <a:pt x="31581" y="14195"/>
                  </a:cubicBezTo>
                  <a:cubicBezTo>
                    <a:pt x="35168" y="19332"/>
                    <a:pt x="27326" y="28238"/>
                    <a:pt x="31247" y="34560"/>
                  </a:cubicBezTo>
                  <a:cubicBezTo>
                    <a:pt x="33253" y="37782"/>
                    <a:pt x="39150" y="47418"/>
                    <a:pt x="42737" y="47722"/>
                  </a:cubicBezTo>
                  <a:cubicBezTo>
                    <a:pt x="51612" y="48482"/>
                    <a:pt x="57752" y="35229"/>
                    <a:pt x="65412" y="32129"/>
                  </a:cubicBezTo>
                  <a:cubicBezTo>
                    <a:pt x="73588" y="28816"/>
                    <a:pt x="84044" y="34804"/>
                    <a:pt x="90275" y="39302"/>
                  </a:cubicBezTo>
                  <a:cubicBezTo>
                    <a:pt x="95351" y="42980"/>
                    <a:pt x="98938" y="48269"/>
                    <a:pt x="106081" y="48816"/>
                  </a:cubicBezTo>
                  <a:cubicBezTo>
                    <a:pt x="111704" y="49241"/>
                    <a:pt x="112981" y="50670"/>
                    <a:pt x="114136" y="56111"/>
                  </a:cubicBezTo>
                  <a:cubicBezTo>
                    <a:pt x="115139" y="60792"/>
                    <a:pt x="115321" y="64470"/>
                    <a:pt x="121279" y="65381"/>
                  </a:cubicBezTo>
                  <a:cubicBezTo>
                    <a:pt x="127784" y="66385"/>
                    <a:pt x="138696" y="61947"/>
                    <a:pt x="144410" y="65169"/>
                  </a:cubicBezTo>
                  <a:cubicBezTo>
                    <a:pt x="148483" y="67448"/>
                    <a:pt x="153529" y="7182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34"/>
            <p:cNvSpPr/>
            <p:nvPr/>
          </p:nvSpPr>
          <p:spPr>
            <a:xfrm>
              <a:off x="2975000" y="442550"/>
              <a:ext cx="3962850" cy="1794125"/>
            </a:xfrm>
            <a:custGeom>
              <a:rect b="b" l="l" r="r" t="t"/>
              <a:pathLst>
                <a:path extrusionOk="0" fill="none" h="71765" w="158514">
                  <a:moveTo>
                    <a:pt x="0" y="1"/>
                  </a:moveTo>
                  <a:cubicBezTo>
                    <a:pt x="5319" y="2554"/>
                    <a:pt x="11064" y="4226"/>
                    <a:pt x="16627" y="5502"/>
                  </a:cubicBezTo>
                  <a:cubicBezTo>
                    <a:pt x="22523" y="6840"/>
                    <a:pt x="28663" y="9302"/>
                    <a:pt x="32554" y="12919"/>
                  </a:cubicBezTo>
                  <a:cubicBezTo>
                    <a:pt x="36931" y="17022"/>
                    <a:pt x="28906" y="28268"/>
                    <a:pt x="31247" y="33983"/>
                  </a:cubicBezTo>
                  <a:cubicBezTo>
                    <a:pt x="32615" y="37326"/>
                    <a:pt x="40031" y="46658"/>
                    <a:pt x="43679" y="46719"/>
                  </a:cubicBezTo>
                  <a:cubicBezTo>
                    <a:pt x="52433" y="46810"/>
                    <a:pt x="58117" y="33861"/>
                    <a:pt x="66628" y="31430"/>
                  </a:cubicBezTo>
                  <a:cubicBezTo>
                    <a:pt x="75108" y="28998"/>
                    <a:pt x="85078" y="33709"/>
                    <a:pt x="91066" y="38451"/>
                  </a:cubicBezTo>
                  <a:cubicBezTo>
                    <a:pt x="95899" y="42250"/>
                    <a:pt x="98847" y="48482"/>
                    <a:pt x="106446" y="48785"/>
                  </a:cubicBezTo>
                  <a:cubicBezTo>
                    <a:pt x="119030" y="49272"/>
                    <a:pt x="110853" y="62950"/>
                    <a:pt x="121826" y="64743"/>
                  </a:cubicBezTo>
                  <a:cubicBezTo>
                    <a:pt x="128088" y="65746"/>
                    <a:pt x="139121" y="61612"/>
                    <a:pt x="144684" y="64986"/>
                  </a:cubicBezTo>
                  <a:cubicBezTo>
                    <a:pt x="148666" y="67388"/>
                    <a:pt x="153559" y="7176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34"/>
            <p:cNvSpPr/>
            <p:nvPr/>
          </p:nvSpPr>
          <p:spPr>
            <a:xfrm>
              <a:off x="2975000" y="442550"/>
              <a:ext cx="3962850" cy="1791075"/>
            </a:xfrm>
            <a:custGeom>
              <a:rect b="b" l="l" r="r" t="t"/>
              <a:pathLst>
                <a:path extrusionOk="0" fill="none" h="71643" w="158514">
                  <a:moveTo>
                    <a:pt x="0" y="1"/>
                  </a:moveTo>
                  <a:cubicBezTo>
                    <a:pt x="5319" y="2523"/>
                    <a:pt x="11155" y="4134"/>
                    <a:pt x="16779" y="5259"/>
                  </a:cubicBezTo>
                  <a:cubicBezTo>
                    <a:pt x="22736" y="6475"/>
                    <a:pt x="29302" y="9058"/>
                    <a:pt x="33405" y="11672"/>
                  </a:cubicBezTo>
                  <a:cubicBezTo>
                    <a:pt x="37660" y="14378"/>
                    <a:pt x="30821" y="28968"/>
                    <a:pt x="31399" y="33314"/>
                  </a:cubicBezTo>
                  <a:cubicBezTo>
                    <a:pt x="31885" y="36931"/>
                    <a:pt x="40578" y="45624"/>
                    <a:pt x="44651" y="45472"/>
                  </a:cubicBezTo>
                  <a:cubicBezTo>
                    <a:pt x="53101" y="45168"/>
                    <a:pt x="58421" y="32828"/>
                    <a:pt x="67874" y="30852"/>
                  </a:cubicBezTo>
                  <a:cubicBezTo>
                    <a:pt x="76658" y="29028"/>
                    <a:pt x="86233" y="32706"/>
                    <a:pt x="91856" y="37509"/>
                  </a:cubicBezTo>
                  <a:cubicBezTo>
                    <a:pt x="96476" y="41491"/>
                    <a:pt x="98908" y="48542"/>
                    <a:pt x="106780" y="48755"/>
                  </a:cubicBezTo>
                  <a:cubicBezTo>
                    <a:pt x="112647" y="48907"/>
                    <a:pt x="114045" y="50184"/>
                    <a:pt x="115565" y="55503"/>
                  </a:cubicBezTo>
                  <a:cubicBezTo>
                    <a:pt x="116841" y="60062"/>
                    <a:pt x="116628" y="63132"/>
                    <a:pt x="122404" y="64044"/>
                  </a:cubicBezTo>
                  <a:cubicBezTo>
                    <a:pt x="128544" y="65047"/>
                    <a:pt x="139486" y="61278"/>
                    <a:pt x="144957" y="64804"/>
                  </a:cubicBezTo>
                  <a:cubicBezTo>
                    <a:pt x="148818" y="67296"/>
                    <a:pt x="153559" y="71643"/>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34"/>
            <p:cNvSpPr/>
            <p:nvPr/>
          </p:nvSpPr>
          <p:spPr>
            <a:xfrm>
              <a:off x="2975000" y="442550"/>
              <a:ext cx="3962100" cy="1789575"/>
            </a:xfrm>
            <a:custGeom>
              <a:rect b="b" l="l" r="r" t="t"/>
              <a:pathLst>
                <a:path extrusionOk="0" fill="none" h="71583" w="158484">
                  <a:moveTo>
                    <a:pt x="0" y="1"/>
                  </a:moveTo>
                  <a:cubicBezTo>
                    <a:pt x="5380" y="2463"/>
                    <a:pt x="11216" y="4043"/>
                    <a:pt x="16900" y="5016"/>
                  </a:cubicBezTo>
                  <a:cubicBezTo>
                    <a:pt x="22797" y="6049"/>
                    <a:pt x="29058" y="8724"/>
                    <a:pt x="34135" y="10457"/>
                  </a:cubicBezTo>
                  <a:cubicBezTo>
                    <a:pt x="39667" y="12372"/>
                    <a:pt x="32037" y="28846"/>
                    <a:pt x="31855" y="32463"/>
                  </a:cubicBezTo>
                  <a:cubicBezTo>
                    <a:pt x="31672" y="36597"/>
                    <a:pt x="40852" y="44712"/>
                    <a:pt x="45503" y="44074"/>
                  </a:cubicBezTo>
                  <a:cubicBezTo>
                    <a:pt x="54165" y="42889"/>
                    <a:pt x="59606" y="32038"/>
                    <a:pt x="69090" y="30335"/>
                  </a:cubicBezTo>
                  <a:cubicBezTo>
                    <a:pt x="77479" y="28846"/>
                    <a:pt x="87388" y="31703"/>
                    <a:pt x="92646" y="36566"/>
                  </a:cubicBezTo>
                  <a:cubicBezTo>
                    <a:pt x="97084" y="40670"/>
                    <a:pt x="98908" y="48634"/>
                    <a:pt x="107084" y="48725"/>
                  </a:cubicBezTo>
                  <a:cubicBezTo>
                    <a:pt x="112890" y="48816"/>
                    <a:pt x="114501" y="49910"/>
                    <a:pt x="116203" y="55229"/>
                  </a:cubicBezTo>
                  <a:cubicBezTo>
                    <a:pt x="117571" y="59606"/>
                    <a:pt x="117297" y="62555"/>
                    <a:pt x="122951" y="63436"/>
                  </a:cubicBezTo>
                  <a:cubicBezTo>
                    <a:pt x="129030" y="64378"/>
                    <a:pt x="139851" y="60944"/>
                    <a:pt x="145200" y="64622"/>
                  </a:cubicBezTo>
                  <a:cubicBezTo>
                    <a:pt x="148939" y="67205"/>
                    <a:pt x="153590" y="7158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34"/>
            <p:cNvSpPr/>
            <p:nvPr/>
          </p:nvSpPr>
          <p:spPr>
            <a:xfrm>
              <a:off x="2975000" y="442550"/>
              <a:ext cx="3962850" cy="1785000"/>
            </a:xfrm>
            <a:custGeom>
              <a:rect b="b" l="l" r="r" t="t"/>
              <a:pathLst>
                <a:path extrusionOk="0" fill="none" h="71400" w="158514">
                  <a:moveTo>
                    <a:pt x="0" y="1"/>
                  </a:moveTo>
                  <a:cubicBezTo>
                    <a:pt x="5411" y="2432"/>
                    <a:pt x="11307" y="3952"/>
                    <a:pt x="17052" y="4803"/>
                  </a:cubicBezTo>
                  <a:cubicBezTo>
                    <a:pt x="22949" y="5685"/>
                    <a:pt x="29028" y="8967"/>
                    <a:pt x="34682" y="9362"/>
                  </a:cubicBezTo>
                  <a:cubicBezTo>
                    <a:pt x="42007" y="9849"/>
                    <a:pt x="33557" y="28360"/>
                    <a:pt x="32858" y="31065"/>
                  </a:cubicBezTo>
                  <a:cubicBezTo>
                    <a:pt x="31308" y="36931"/>
                    <a:pt x="41095" y="43801"/>
                    <a:pt x="46141" y="42676"/>
                  </a:cubicBezTo>
                  <a:cubicBezTo>
                    <a:pt x="54925" y="40761"/>
                    <a:pt x="60731" y="31703"/>
                    <a:pt x="70245" y="29819"/>
                  </a:cubicBezTo>
                  <a:cubicBezTo>
                    <a:pt x="78451" y="28177"/>
                    <a:pt x="88573" y="30731"/>
                    <a:pt x="93497" y="35563"/>
                  </a:cubicBezTo>
                  <a:cubicBezTo>
                    <a:pt x="97753" y="39728"/>
                    <a:pt x="98969" y="48725"/>
                    <a:pt x="107419" y="48755"/>
                  </a:cubicBezTo>
                  <a:cubicBezTo>
                    <a:pt x="113163" y="48755"/>
                    <a:pt x="115018" y="49667"/>
                    <a:pt x="116872" y="54956"/>
                  </a:cubicBezTo>
                  <a:cubicBezTo>
                    <a:pt x="118331" y="59181"/>
                    <a:pt x="118027" y="61977"/>
                    <a:pt x="123559" y="62798"/>
                  </a:cubicBezTo>
                  <a:cubicBezTo>
                    <a:pt x="129638" y="63710"/>
                    <a:pt x="140459" y="60579"/>
                    <a:pt x="145504" y="64470"/>
                  </a:cubicBezTo>
                  <a:cubicBezTo>
                    <a:pt x="148939" y="67144"/>
                    <a:pt x="153802" y="7140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34"/>
            <p:cNvSpPr/>
            <p:nvPr/>
          </p:nvSpPr>
          <p:spPr>
            <a:xfrm>
              <a:off x="2975000" y="442550"/>
              <a:ext cx="3962100" cy="1781975"/>
            </a:xfrm>
            <a:custGeom>
              <a:rect b="b" l="l" r="r" t="t"/>
              <a:pathLst>
                <a:path extrusionOk="0" fill="none" h="71279" w="158484">
                  <a:moveTo>
                    <a:pt x="0" y="1"/>
                  </a:moveTo>
                  <a:cubicBezTo>
                    <a:pt x="5471" y="2402"/>
                    <a:pt x="11247" y="3922"/>
                    <a:pt x="17174" y="4560"/>
                  </a:cubicBezTo>
                  <a:cubicBezTo>
                    <a:pt x="23253" y="5198"/>
                    <a:pt x="29514" y="8420"/>
                    <a:pt x="35107" y="8177"/>
                  </a:cubicBezTo>
                  <a:cubicBezTo>
                    <a:pt x="44044" y="7782"/>
                    <a:pt x="35290" y="26718"/>
                    <a:pt x="34256" y="29089"/>
                  </a:cubicBezTo>
                  <a:cubicBezTo>
                    <a:pt x="31369" y="35959"/>
                    <a:pt x="40578" y="42980"/>
                    <a:pt x="46658" y="41247"/>
                  </a:cubicBezTo>
                  <a:cubicBezTo>
                    <a:pt x="55533" y="38785"/>
                    <a:pt x="61947" y="31490"/>
                    <a:pt x="71369" y="29180"/>
                  </a:cubicBezTo>
                  <a:cubicBezTo>
                    <a:pt x="79424" y="27174"/>
                    <a:pt x="89819" y="29697"/>
                    <a:pt x="94470" y="34439"/>
                  </a:cubicBezTo>
                  <a:cubicBezTo>
                    <a:pt x="98482" y="38573"/>
                    <a:pt x="99090" y="48785"/>
                    <a:pt x="107753" y="48694"/>
                  </a:cubicBezTo>
                  <a:cubicBezTo>
                    <a:pt x="113407" y="48634"/>
                    <a:pt x="115504" y="49424"/>
                    <a:pt x="117510" y="54652"/>
                  </a:cubicBezTo>
                  <a:cubicBezTo>
                    <a:pt x="119060" y="58694"/>
                    <a:pt x="118665" y="61400"/>
                    <a:pt x="124167" y="62160"/>
                  </a:cubicBezTo>
                  <a:cubicBezTo>
                    <a:pt x="130246" y="62980"/>
                    <a:pt x="140793" y="60245"/>
                    <a:pt x="145717" y="64257"/>
                  </a:cubicBezTo>
                  <a:cubicBezTo>
                    <a:pt x="149061" y="66962"/>
                    <a:pt x="153802" y="71278"/>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34"/>
            <p:cNvSpPr/>
            <p:nvPr/>
          </p:nvSpPr>
          <p:spPr>
            <a:xfrm>
              <a:off x="2975000" y="442550"/>
              <a:ext cx="3962850" cy="1781200"/>
            </a:xfrm>
            <a:custGeom>
              <a:rect b="b" l="l" r="r" t="t"/>
              <a:pathLst>
                <a:path extrusionOk="0" fill="none" h="71248" w="158514">
                  <a:moveTo>
                    <a:pt x="0" y="1"/>
                  </a:moveTo>
                  <a:cubicBezTo>
                    <a:pt x="5502" y="2371"/>
                    <a:pt x="11338" y="3830"/>
                    <a:pt x="17326" y="4347"/>
                  </a:cubicBezTo>
                  <a:cubicBezTo>
                    <a:pt x="23405" y="4833"/>
                    <a:pt x="29484" y="7478"/>
                    <a:pt x="35381" y="7083"/>
                  </a:cubicBezTo>
                  <a:cubicBezTo>
                    <a:pt x="46171" y="6384"/>
                    <a:pt x="37660" y="22007"/>
                    <a:pt x="36080" y="26718"/>
                  </a:cubicBezTo>
                  <a:cubicBezTo>
                    <a:pt x="34560" y="31247"/>
                    <a:pt x="33192" y="34591"/>
                    <a:pt x="37387" y="37934"/>
                  </a:cubicBezTo>
                  <a:cubicBezTo>
                    <a:pt x="40062" y="40032"/>
                    <a:pt x="43983" y="40913"/>
                    <a:pt x="47144" y="39940"/>
                  </a:cubicBezTo>
                  <a:cubicBezTo>
                    <a:pt x="52007" y="38421"/>
                    <a:pt x="55959" y="34864"/>
                    <a:pt x="60548" y="32524"/>
                  </a:cubicBezTo>
                  <a:cubicBezTo>
                    <a:pt x="64409" y="30579"/>
                    <a:pt x="68360" y="29758"/>
                    <a:pt x="72403" y="28512"/>
                  </a:cubicBezTo>
                  <a:cubicBezTo>
                    <a:pt x="80275" y="26080"/>
                    <a:pt x="91187" y="28724"/>
                    <a:pt x="95503" y="33314"/>
                  </a:cubicBezTo>
                  <a:cubicBezTo>
                    <a:pt x="99303" y="37296"/>
                    <a:pt x="99212" y="48877"/>
                    <a:pt x="108118" y="48694"/>
                  </a:cubicBezTo>
                  <a:cubicBezTo>
                    <a:pt x="113589" y="48573"/>
                    <a:pt x="115990" y="49302"/>
                    <a:pt x="118148" y="54409"/>
                  </a:cubicBezTo>
                  <a:cubicBezTo>
                    <a:pt x="119820" y="58299"/>
                    <a:pt x="119364" y="60974"/>
                    <a:pt x="124805" y="61612"/>
                  </a:cubicBezTo>
                  <a:cubicBezTo>
                    <a:pt x="130519" y="62281"/>
                    <a:pt x="141249" y="59819"/>
                    <a:pt x="145991" y="64135"/>
                  </a:cubicBezTo>
                  <a:cubicBezTo>
                    <a:pt x="149213" y="67023"/>
                    <a:pt x="153863" y="71248"/>
                    <a:pt x="158514" y="68695"/>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34"/>
            <p:cNvSpPr/>
            <p:nvPr/>
          </p:nvSpPr>
          <p:spPr>
            <a:xfrm>
              <a:off x="2975000" y="442550"/>
              <a:ext cx="3962100" cy="1777400"/>
            </a:xfrm>
            <a:custGeom>
              <a:rect b="b" l="l" r="r" t="t"/>
              <a:pathLst>
                <a:path extrusionOk="0" fill="none" h="71096" w="158484">
                  <a:moveTo>
                    <a:pt x="0" y="1"/>
                  </a:moveTo>
                  <a:cubicBezTo>
                    <a:pt x="5532" y="2341"/>
                    <a:pt x="11429" y="3739"/>
                    <a:pt x="17447" y="4104"/>
                  </a:cubicBezTo>
                  <a:cubicBezTo>
                    <a:pt x="23496" y="4469"/>
                    <a:pt x="29484" y="6596"/>
                    <a:pt x="35533" y="6049"/>
                  </a:cubicBezTo>
                  <a:cubicBezTo>
                    <a:pt x="47357" y="4955"/>
                    <a:pt x="40822" y="16809"/>
                    <a:pt x="38208" y="23983"/>
                  </a:cubicBezTo>
                  <a:cubicBezTo>
                    <a:pt x="36657" y="28329"/>
                    <a:pt x="33557" y="33253"/>
                    <a:pt x="37691" y="36962"/>
                  </a:cubicBezTo>
                  <a:cubicBezTo>
                    <a:pt x="40244" y="39272"/>
                    <a:pt x="44591" y="39636"/>
                    <a:pt x="47661" y="38603"/>
                  </a:cubicBezTo>
                  <a:cubicBezTo>
                    <a:pt x="52646" y="36931"/>
                    <a:pt x="56901" y="33557"/>
                    <a:pt x="61764" y="31460"/>
                  </a:cubicBezTo>
                  <a:cubicBezTo>
                    <a:pt x="65533" y="29819"/>
                    <a:pt x="69576" y="29150"/>
                    <a:pt x="73375" y="27721"/>
                  </a:cubicBezTo>
                  <a:cubicBezTo>
                    <a:pt x="80974" y="24864"/>
                    <a:pt x="92464" y="27721"/>
                    <a:pt x="96659" y="32068"/>
                  </a:cubicBezTo>
                  <a:cubicBezTo>
                    <a:pt x="100884" y="36445"/>
                    <a:pt x="98634" y="48512"/>
                    <a:pt x="108452" y="48664"/>
                  </a:cubicBezTo>
                  <a:cubicBezTo>
                    <a:pt x="114014" y="48755"/>
                    <a:pt x="116416" y="49150"/>
                    <a:pt x="118756" y="54105"/>
                  </a:cubicBezTo>
                  <a:cubicBezTo>
                    <a:pt x="120550" y="57874"/>
                    <a:pt x="120002" y="60488"/>
                    <a:pt x="125413" y="61035"/>
                  </a:cubicBezTo>
                  <a:cubicBezTo>
                    <a:pt x="131158" y="61643"/>
                    <a:pt x="141553" y="59454"/>
                    <a:pt x="146234" y="63922"/>
                  </a:cubicBezTo>
                  <a:cubicBezTo>
                    <a:pt x="149334" y="66871"/>
                    <a:pt x="153894" y="71096"/>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34"/>
            <p:cNvSpPr/>
            <p:nvPr/>
          </p:nvSpPr>
          <p:spPr>
            <a:xfrm>
              <a:off x="2975000" y="442550"/>
              <a:ext cx="3962850" cy="1775125"/>
            </a:xfrm>
            <a:custGeom>
              <a:rect b="b" l="l" r="r" t="t"/>
              <a:pathLst>
                <a:path extrusionOk="0" fill="none" h="71005" w="158514">
                  <a:moveTo>
                    <a:pt x="0" y="1"/>
                  </a:moveTo>
                  <a:cubicBezTo>
                    <a:pt x="5593" y="2311"/>
                    <a:pt x="11520" y="3648"/>
                    <a:pt x="17569" y="3861"/>
                  </a:cubicBezTo>
                  <a:cubicBezTo>
                    <a:pt x="23587" y="4074"/>
                    <a:pt x="29636" y="5837"/>
                    <a:pt x="35594" y="5046"/>
                  </a:cubicBezTo>
                  <a:cubicBezTo>
                    <a:pt x="47569" y="3466"/>
                    <a:pt x="43800" y="12280"/>
                    <a:pt x="40578" y="20974"/>
                  </a:cubicBezTo>
                  <a:cubicBezTo>
                    <a:pt x="39059" y="25107"/>
                    <a:pt x="34773" y="31916"/>
                    <a:pt x="38268" y="35867"/>
                  </a:cubicBezTo>
                  <a:cubicBezTo>
                    <a:pt x="40548" y="38451"/>
                    <a:pt x="45381" y="38208"/>
                    <a:pt x="48238" y="37296"/>
                  </a:cubicBezTo>
                  <a:cubicBezTo>
                    <a:pt x="53405" y="35624"/>
                    <a:pt x="57965" y="32281"/>
                    <a:pt x="63102" y="30366"/>
                  </a:cubicBezTo>
                  <a:cubicBezTo>
                    <a:pt x="66780" y="28968"/>
                    <a:pt x="70701" y="28420"/>
                    <a:pt x="74257" y="26840"/>
                  </a:cubicBezTo>
                  <a:cubicBezTo>
                    <a:pt x="81552" y="23588"/>
                    <a:pt x="94075" y="26779"/>
                    <a:pt x="97935" y="30791"/>
                  </a:cubicBezTo>
                  <a:cubicBezTo>
                    <a:pt x="101887" y="34895"/>
                    <a:pt x="98938" y="48542"/>
                    <a:pt x="108817" y="48664"/>
                  </a:cubicBezTo>
                  <a:cubicBezTo>
                    <a:pt x="114227" y="48694"/>
                    <a:pt x="116872" y="49029"/>
                    <a:pt x="119364" y="53801"/>
                  </a:cubicBezTo>
                  <a:cubicBezTo>
                    <a:pt x="121249" y="57448"/>
                    <a:pt x="120702" y="60032"/>
                    <a:pt x="126021" y="60518"/>
                  </a:cubicBezTo>
                  <a:cubicBezTo>
                    <a:pt x="131826" y="61035"/>
                    <a:pt x="141857" y="59120"/>
                    <a:pt x="146507" y="63771"/>
                  </a:cubicBezTo>
                  <a:cubicBezTo>
                    <a:pt x="149456" y="66719"/>
                    <a:pt x="153924" y="7100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34"/>
            <p:cNvSpPr/>
            <p:nvPr/>
          </p:nvSpPr>
          <p:spPr>
            <a:xfrm>
              <a:off x="2975000" y="442550"/>
              <a:ext cx="3962850" cy="1772850"/>
            </a:xfrm>
            <a:custGeom>
              <a:rect b="b" l="l" r="r" t="t"/>
              <a:pathLst>
                <a:path extrusionOk="0" fill="none" h="70914" w="158514">
                  <a:moveTo>
                    <a:pt x="0" y="1"/>
                  </a:moveTo>
                  <a:cubicBezTo>
                    <a:pt x="5623" y="2280"/>
                    <a:pt x="11611" y="3526"/>
                    <a:pt x="17690" y="3648"/>
                  </a:cubicBezTo>
                  <a:cubicBezTo>
                    <a:pt x="23648" y="3709"/>
                    <a:pt x="29636" y="5016"/>
                    <a:pt x="35563" y="4104"/>
                  </a:cubicBezTo>
                  <a:cubicBezTo>
                    <a:pt x="47022" y="2371"/>
                    <a:pt x="46627" y="7843"/>
                    <a:pt x="43101" y="17812"/>
                  </a:cubicBezTo>
                  <a:cubicBezTo>
                    <a:pt x="41733" y="21612"/>
                    <a:pt x="36232" y="30670"/>
                    <a:pt x="39028" y="34621"/>
                  </a:cubicBezTo>
                  <a:cubicBezTo>
                    <a:pt x="41004" y="37387"/>
                    <a:pt x="46293" y="36901"/>
                    <a:pt x="48968" y="35989"/>
                  </a:cubicBezTo>
                  <a:cubicBezTo>
                    <a:pt x="57235" y="33071"/>
                    <a:pt x="67235" y="29667"/>
                    <a:pt x="75108" y="25867"/>
                  </a:cubicBezTo>
                  <a:cubicBezTo>
                    <a:pt x="82008" y="22524"/>
                    <a:pt x="95655" y="25746"/>
                    <a:pt x="99303" y="29484"/>
                  </a:cubicBezTo>
                  <a:cubicBezTo>
                    <a:pt x="103042" y="33284"/>
                    <a:pt x="99546" y="48573"/>
                    <a:pt x="109242" y="48573"/>
                  </a:cubicBezTo>
                  <a:cubicBezTo>
                    <a:pt x="114379" y="48573"/>
                    <a:pt x="117328" y="48968"/>
                    <a:pt x="119942" y="53527"/>
                  </a:cubicBezTo>
                  <a:cubicBezTo>
                    <a:pt x="121948" y="57023"/>
                    <a:pt x="121340" y="59606"/>
                    <a:pt x="126629" y="60032"/>
                  </a:cubicBezTo>
                  <a:cubicBezTo>
                    <a:pt x="132495" y="60488"/>
                    <a:pt x="142130" y="58725"/>
                    <a:pt x="146751" y="63558"/>
                  </a:cubicBezTo>
                  <a:cubicBezTo>
                    <a:pt x="149608" y="66567"/>
                    <a:pt x="153985" y="70913"/>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34"/>
            <p:cNvSpPr/>
            <p:nvPr/>
          </p:nvSpPr>
          <p:spPr>
            <a:xfrm>
              <a:off x="2975000" y="442550"/>
              <a:ext cx="3962100" cy="1769800"/>
            </a:xfrm>
            <a:custGeom>
              <a:rect b="b" l="l" r="r" t="t"/>
              <a:pathLst>
                <a:path extrusionOk="0" fill="none" h="70792" w="158484">
                  <a:moveTo>
                    <a:pt x="0" y="1"/>
                  </a:moveTo>
                  <a:cubicBezTo>
                    <a:pt x="5654" y="2280"/>
                    <a:pt x="11703" y="3435"/>
                    <a:pt x="17812" y="3405"/>
                  </a:cubicBezTo>
                  <a:cubicBezTo>
                    <a:pt x="23709" y="3344"/>
                    <a:pt x="29606" y="4165"/>
                    <a:pt x="35502" y="3192"/>
                  </a:cubicBezTo>
                  <a:cubicBezTo>
                    <a:pt x="37660" y="2858"/>
                    <a:pt x="42463" y="1976"/>
                    <a:pt x="44621" y="2949"/>
                  </a:cubicBezTo>
                  <a:cubicBezTo>
                    <a:pt x="49545" y="5168"/>
                    <a:pt x="46840" y="10913"/>
                    <a:pt x="45624" y="14742"/>
                  </a:cubicBezTo>
                  <a:cubicBezTo>
                    <a:pt x="43557" y="21369"/>
                    <a:pt x="34135" y="40001"/>
                    <a:pt x="49819" y="34652"/>
                  </a:cubicBezTo>
                  <a:cubicBezTo>
                    <a:pt x="58299" y="31734"/>
                    <a:pt x="67935" y="28177"/>
                    <a:pt x="76050" y="24864"/>
                  </a:cubicBezTo>
                  <a:cubicBezTo>
                    <a:pt x="83072" y="21977"/>
                    <a:pt x="96051" y="24347"/>
                    <a:pt x="100762" y="28117"/>
                  </a:cubicBezTo>
                  <a:cubicBezTo>
                    <a:pt x="105716" y="32098"/>
                    <a:pt x="98908" y="48299"/>
                    <a:pt x="109698" y="48482"/>
                  </a:cubicBezTo>
                  <a:cubicBezTo>
                    <a:pt x="114653" y="48573"/>
                    <a:pt x="117753" y="48846"/>
                    <a:pt x="120458" y="53254"/>
                  </a:cubicBezTo>
                  <a:cubicBezTo>
                    <a:pt x="122586" y="56628"/>
                    <a:pt x="121948" y="59242"/>
                    <a:pt x="127176" y="59576"/>
                  </a:cubicBezTo>
                  <a:cubicBezTo>
                    <a:pt x="133133" y="60001"/>
                    <a:pt x="142404" y="58360"/>
                    <a:pt x="146963" y="63375"/>
                  </a:cubicBezTo>
                  <a:cubicBezTo>
                    <a:pt x="149699" y="66385"/>
                    <a:pt x="153985" y="70792"/>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34"/>
            <p:cNvSpPr/>
            <p:nvPr/>
          </p:nvSpPr>
          <p:spPr>
            <a:xfrm>
              <a:off x="2975000" y="442550"/>
              <a:ext cx="3963625" cy="1767525"/>
            </a:xfrm>
            <a:custGeom>
              <a:rect b="b" l="l" r="r" t="t"/>
              <a:pathLst>
                <a:path extrusionOk="0" fill="none" h="70701" w="158545">
                  <a:moveTo>
                    <a:pt x="0" y="1"/>
                  </a:moveTo>
                  <a:cubicBezTo>
                    <a:pt x="5715" y="2250"/>
                    <a:pt x="11794" y="3314"/>
                    <a:pt x="17934" y="3192"/>
                  </a:cubicBezTo>
                  <a:cubicBezTo>
                    <a:pt x="23770" y="2979"/>
                    <a:pt x="29575" y="3314"/>
                    <a:pt x="35411" y="2341"/>
                  </a:cubicBezTo>
                  <a:cubicBezTo>
                    <a:pt x="44439" y="791"/>
                    <a:pt x="50518" y="2371"/>
                    <a:pt x="48147" y="11916"/>
                  </a:cubicBezTo>
                  <a:cubicBezTo>
                    <a:pt x="46627" y="18086"/>
                    <a:pt x="34894" y="38725"/>
                    <a:pt x="50883" y="33253"/>
                  </a:cubicBezTo>
                  <a:cubicBezTo>
                    <a:pt x="59697" y="30244"/>
                    <a:pt x="68482" y="26688"/>
                    <a:pt x="77418" y="23922"/>
                  </a:cubicBezTo>
                  <a:cubicBezTo>
                    <a:pt x="84227" y="21794"/>
                    <a:pt x="97601" y="22585"/>
                    <a:pt x="102312" y="26779"/>
                  </a:cubicBezTo>
                  <a:cubicBezTo>
                    <a:pt x="107510" y="31399"/>
                    <a:pt x="99394" y="48056"/>
                    <a:pt x="110276" y="48330"/>
                  </a:cubicBezTo>
                  <a:cubicBezTo>
                    <a:pt x="115200" y="48451"/>
                    <a:pt x="117966" y="49181"/>
                    <a:pt x="120945" y="52889"/>
                  </a:cubicBezTo>
                  <a:cubicBezTo>
                    <a:pt x="123376" y="55928"/>
                    <a:pt x="122464" y="58877"/>
                    <a:pt x="127784" y="59150"/>
                  </a:cubicBezTo>
                  <a:cubicBezTo>
                    <a:pt x="133711" y="59454"/>
                    <a:pt x="142769" y="58026"/>
                    <a:pt x="147267" y="63223"/>
                  </a:cubicBezTo>
                  <a:cubicBezTo>
                    <a:pt x="149881" y="66202"/>
                    <a:pt x="154076" y="70701"/>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34"/>
            <p:cNvSpPr/>
            <p:nvPr/>
          </p:nvSpPr>
          <p:spPr>
            <a:xfrm>
              <a:off x="2975000" y="442550"/>
              <a:ext cx="3962850" cy="1765250"/>
            </a:xfrm>
            <a:custGeom>
              <a:rect b="b" l="l" r="r" t="t"/>
              <a:pathLst>
                <a:path extrusionOk="0" fill="none" h="70610" w="158514">
                  <a:moveTo>
                    <a:pt x="0" y="1"/>
                  </a:moveTo>
                  <a:cubicBezTo>
                    <a:pt x="5745" y="2219"/>
                    <a:pt x="11885" y="3223"/>
                    <a:pt x="18025" y="2949"/>
                  </a:cubicBezTo>
                  <a:cubicBezTo>
                    <a:pt x="23800" y="2645"/>
                    <a:pt x="29514" y="2493"/>
                    <a:pt x="35259" y="1490"/>
                  </a:cubicBezTo>
                  <a:cubicBezTo>
                    <a:pt x="38056" y="1004"/>
                    <a:pt x="42189" y="396"/>
                    <a:pt x="44986" y="1064"/>
                  </a:cubicBezTo>
                  <a:cubicBezTo>
                    <a:pt x="50183" y="2280"/>
                    <a:pt x="51065" y="4803"/>
                    <a:pt x="50487" y="9454"/>
                  </a:cubicBezTo>
                  <a:cubicBezTo>
                    <a:pt x="49728" y="14986"/>
                    <a:pt x="36627" y="36870"/>
                    <a:pt x="52068" y="31825"/>
                  </a:cubicBezTo>
                  <a:cubicBezTo>
                    <a:pt x="60944" y="28937"/>
                    <a:pt x="69910" y="25533"/>
                    <a:pt x="79029" y="23010"/>
                  </a:cubicBezTo>
                  <a:cubicBezTo>
                    <a:pt x="86111" y="21095"/>
                    <a:pt x="98969" y="21551"/>
                    <a:pt x="103893" y="25472"/>
                  </a:cubicBezTo>
                  <a:cubicBezTo>
                    <a:pt x="109212" y="29697"/>
                    <a:pt x="100093" y="47661"/>
                    <a:pt x="110823" y="48147"/>
                  </a:cubicBezTo>
                  <a:cubicBezTo>
                    <a:pt x="115595" y="48360"/>
                    <a:pt x="118422" y="49120"/>
                    <a:pt x="121431" y="52646"/>
                  </a:cubicBezTo>
                  <a:cubicBezTo>
                    <a:pt x="123923" y="55594"/>
                    <a:pt x="123103" y="58542"/>
                    <a:pt x="128300" y="58786"/>
                  </a:cubicBezTo>
                  <a:cubicBezTo>
                    <a:pt x="134288" y="59059"/>
                    <a:pt x="143042" y="57783"/>
                    <a:pt x="147480" y="63041"/>
                  </a:cubicBezTo>
                  <a:cubicBezTo>
                    <a:pt x="150003" y="65989"/>
                    <a:pt x="154076" y="7061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34"/>
            <p:cNvSpPr/>
            <p:nvPr/>
          </p:nvSpPr>
          <p:spPr>
            <a:xfrm>
              <a:off x="2975000" y="428125"/>
              <a:ext cx="3962850" cy="1777400"/>
            </a:xfrm>
            <a:custGeom>
              <a:rect b="b" l="l" r="r" t="t"/>
              <a:pathLst>
                <a:path extrusionOk="0" fill="none" h="71096" w="158514">
                  <a:moveTo>
                    <a:pt x="0" y="578"/>
                  </a:moveTo>
                  <a:cubicBezTo>
                    <a:pt x="5715" y="2705"/>
                    <a:pt x="12128" y="3769"/>
                    <a:pt x="18146" y="3313"/>
                  </a:cubicBezTo>
                  <a:cubicBezTo>
                    <a:pt x="23861" y="2888"/>
                    <a:pt x="29484" y="2219"/>
                    <a:pt x="35138" y="1246"/>
                  </a:cubicBezTo>
                  <a:cubicBezTo>
                    <a:pt x="42554" y="0"/>
                    <a:pt x="52281" y="1489"/>
                    <a:pt x="52585" y="7994"/>
                  </a:cubicBezTo>
                  <a:cubicBezTo>
                    <a:pt x="52767" y="12523"/>
                    <a:pt x="39211" y="35350"/>
                    <a:pt x="53436" y="30882"/>
                  </a:cubicBezTo>
                  <a:cubicBezTo>
                    <a:pt x="62372" y="28086"/>
                    <a:pt x="71673" y="25137"/>
                    <a:pt x="80914" y="22736"/>
                  </a:cubicBezTo>
                  <a:cubicBezTo>
                    <a:pt x="88604" y="20760"/>
                    <a:pt x="100032" y="21551"/>
                    <a:pt x="105443" y="24803"/>
                  </a:cubicBezTo>
                  <a:cubicBezTo>
                    <a:pt x="111674" y="28511"/>
                    <a:pt x="99941" y="47508"/>
                    <a:pt x="111431" y="48511"/>
                  </a:cubicBezTo>
                  <a:cubicBezTo>
                    <a:pt x="116081" y="48937"/>
                    <a:pt x="118847" y="49606"/>
                    <a:pt x="121887" y="52980"/>
                  </a:cubicBezTo>
                  <a:cubicBezTo>
                    <a:pt x="124440" y="55837"/>
                    <a:pt x="123741" y="58785"/>
                    <a:pt x="128787" y="58998"/>
                  </a:cubicBezTo>
                  <a:cubicBezTo>
                    <a:pt x="134836" y="59271"/>
                    <a:pt x="143316" y="58147"/>
                    <a:pt x="147723" y="63436"/>
                  </a:cubicBezTo>
                  <a:cubicBezTo>
                    <a:pt x="150125" y="66323"/>
                    <a:pt x="154106" y="71095"/>
                    <a:pt x="158514" y="6924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34"/>
            <p:cNvSpPr/>
            <p:nvPr/>
          </p:nvSpPr>
          <p:spPr>
            <a:xfrm>
              <a:off x="2975000" y="412925"/>
              <a:ext cx="3962850" cy="1789550"/>
            </a:xfrm>
            <a:custGeom>
              <a:rect b="b" l="l" r="r" t="t"/>
              <a:pathLst>
                <a:path extrusionOk="0" fill="none" h="71582" w="158514">
                  <a:moveTo>
                    <a:pt x="0" y="1186"/>
                  </a:moveTo>
                  <a:cubicBezTo>
                    <a:pt x="5745" y="3283"/>
                    <a:pt x="12219" y="4286"/>
                    <a:pt x="18238" y="3678"/>
                  </a:cubicBezTo>
                  <a:cubicBezTo>
                    <a:pt x="23891" y="3131"/>
                    <a:pt x="29454" y="1976"/>
                    <a:pt x="35046" y="1034"/>
                  </a:cubicBezTo>
                  <a:cubicBezTo>
                    <a:pt x="41308" y="0"/>
                    <a:pt x="52980" y="638"/>
                    <a:pt x="54317" y="7082"/>
                  </a:cubicBezTo>
                  <a:cubicBezTo>
                    <a:pt x="55260" y="11672"/>
                    <a:pt x="42159" y="33557"/>
                    <a:pt x="54895" y="29879"/>
                  </a:cubicBezTo>
                  <a:cubicBezTo>
                    <a:pt x="64044" y="27204"/>
                    <a:pt x="73588" y="24864"/>
                    <a:pt x="82950" y="22523"/>
                  </a:cubicBezTo>
                  <a:cubicBezTo>
                    <a:pt x="90488" y="20608"/>
                    <a:pt x="101248" y="21186"/>
                    <a:pt x="106932" y="24256"/>
                  </a:cubicBezTo>
                  <a:cubicBezTo>
                    <a:pt x="113862" y="27964"/>
                    <a:pt x="100762" y="47478"/>
                    <a:pt x="112069" y="48876"/>
                  </a:cubicBezTo>
                  <a:cubicBezTo>
                    <a:pt x="116264" y="49363"/>
                    <a:pt x="119729" y="49879"/>
                    <a:pt x="122343" y="53344"/>
                  </a:cubicBezTo>
                  <a:cubicBezTo>
                    <a:pt x="124562" y="56354"/>
                    <a:pt x="124653" y="59089"/>
                    <a:pt x="129273" y="59272"/>
                  </a:cubicBezTo>
                  <a:cubicBezTo>
                    <a:pt x="135352" y="59545"/>
                    <a:pt x="143620" y="58603"/>
                    <a:pt x="147936" y="63861"/>
                  </a:cubicBezTo>
                  <a:cubicBezTo>
                    <a:pt x="150277" y="66688"/>
                    <a:pt x="154137" y="71582"/>
                    <a:pt x="158514" y="6984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34"/>
            <p:cNvSpPr/>
            <p:nvPr/>
          </p:nvSpPr>
          <p:spPr>
            <a:xfrm>
              <a:off x="2975000" y="386325"/>
              <a:ext cx="3962850" cy="1813875"/>
            </a:xfrm>
            <a:custGeom>
              <a:rect b="b" l="l" r="r" t="t"/>
              <a:pathLst>
                <a:path extrusionOk="0" fill="none" h="72555" w="158514">
                  <a:moveTo>
                    <a:pt x="0" y="2250"/>
                  </a:moveTo>
                  <a:cubicBezTo>
                    <a:pt x="5806" y="4286"/>
                    <a:pt x="12371" y="5259"/>
                    <a:pt x="18390" y="4529"/>
                  </a:cubicBezTo>
                  <a:cubicBezTo>
                    <a:pt x="23982" y="3830"/>
                    <a:pt x="29423" y="2250"/>
                    <a:pt x="35046" y="1307"/>
                  </a:cubicBezTo>
                  <a:cubicBezTo>
                    <a:pt x="42767" y="0"/>
                    <a:pt x="52402" y="2067"/>
                    <a:pt x="55685" y="7174"/>
                  </a:cubicBezTo>
                  <a:cubicBezTo>
                    <a:pt x="57570" y="10183"/>
                    <a:pt x="46658" y="32159"/>
                    <a:pt x="56719" y="29271"/>
                  </a:cubicBezTo>
                  <a:cubicBezTo>
                    <a:pt x="65442" y="26748"/>
                    <a:pt x="75746" y="25077"/>
                    <a:pt x="85139" y="22736"/>
                  </a:cubicBezTo>
                  <a:cubicBezTo>
                    <a:pt x="92494" y="20882"/>
                    <a:pt x="102099" y="21338"/>
                    <a:pt x="108300" y="24317"/>
                  </a:cubicBezTo>
                  <a:cubicBezTo>
                    <a:pt x="116477" y="28207"/>
                    <a:pt x="101765" y="47873"/>
                    <a:pt x="112799" y="49636"/>
                  </a:cubicBezTo>
                  <a:cubicBezTo>
                    <a:pt x="116780" y="50275"/>
                    <a:pt x="120215" y="50852"/>
                    <a:pt x="122768" y="54165"/>
                  </a:cubicBezTo>
                  <a:cubicBezTo>
                    <a:pt x="125048" y="57083"/>
                    <a:pt x="125200" y="59849"/>
                    <a:pt x="129729" y="60032"/>
                  </a:cubicBezTo>
                  <a:cubicBezTo>
                    <a:pt x="135839" y="60336"/>
                    <a:pt x="143893" y="59545"/>
                    <a:pt x="148179" y="64773"/>
                  </a:cubicBezTo>
                  <a:cubicBezTo>
                    <a:pt x="150459" y="67539"/>
                    <a:pt x="154167" y="72555"/>
                    <a:pt x="158514" y="7091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34"/>
            <p:cNvSpPr/>
            <p:nvPr/>
          </p:nvSpPr>
          <p:spPr>
            <a:xfrm>
              <a:off x="2975000" y="367325"/>
              <a:ext cx="3962850" cy="1829825"/>
            </a:xfrm>
            <a:custGeom>
              <a:rect b="b" l="l" r="r" t="t"/>
              <a:pathLst>
                <a:path extrusionOk="0" fill="none" h="73193" w="158514">
                  <a:moveTo>
                    <a:pt x="0" y="3010"/>
                  </a:moveTo>
                  <a:cubicBezTo>
                    <a:pt x="5836" y="5016"/>
                    <a:pt x="12432" y="5897"/>
                    <a:pt x="18481" y="5046"/>
                  </a:cubicBezTo>
                  <a:cubicBezTo>
                    <a:pt x="24104" y="4286"/>
                    <a:pt x="29514" y="2067"/>
                    <a:pt x="35077" y="1216"/>
                  </a:cubicBezTo>
                  <a:cubicBezTo>
                    <a:pt x="43010" y="0"/>
                    <a:pt x="51703" y="2584"/>
                    <a:pt x="56719" y="7447"/>
                  </a:cubicBezTo>
                  <a:cubicBezTo>
                    <a:pt x="60123" y="10791"/>
                    <a:pt x="50335" y="30396"/>
                    <a:pt x="58998" y="28360"/>
                  </a:cubicBezTo>
                  <a:cubicBezTo>
                    <a:pt x="67722" y="26293"/>
                    <a:pt x="78056" y="25016"/>
                    <a:pt x="87357" y="22615"/>
                  </a:cubicBezTo>
                  <a:cubicBezTo>
                    <a:pt x="94531" y="20761"/>
                    <a:pt x="103224" y="21065"/>
                    <a:pt x="109546" y="24104"/>
                  </a:cubicBezTo>
                  <a:cubicBezTo>
                    <a:pt x="118209" y="28268"/>
                    <a:pt x="103376" y="47965"/>
                    <a:pt x="113559" y="50062"/>
                  </a:cubicBezTo>
                  <a:cubicBezTo>
                    <a:pt x="117328" y="50822"/>
                    <a:pt x="120671" y="51551"/>
                    <a:pt x="123194" y="54682"/>
                  </a:cubicBezTo>
                  <a:cubicBezTo>
                    <a:pt x="125474" y="57539"/>
                    <a:pt x="125717" y="60305"/>
                    <a:pt x="130155" y="60518"/>
                  </a:cubicBezTo>
                  <a:cubicBezTo>
                    <a:pt x="136295" y="60852"/>
                    <a:pt x="144137" y="60214"/>
                    <a:pt x="148392" y="65381"/>
                  </a:cubicBezTo>
                  <a:cubicBezTo>
                    <a:pt x="150611" y="68056"/>
                    <a:pt x="154228" y="73193"/>
                    <a:pt x="158514" y="7167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34"/>
            <p:cNvSpPr/>
            <p:nvPr/>
          </p:nvSpPr>
          <p:spPr>
            <a:xfrm>
              <a:off x="2975000" y="347575"/>
              <a:ext cx="3962850" cy="1845775"/>
            </a:xfrm>
            <a:custGeom>
              <a:rect b="b" l="l" r="r" t="t"/>
              <a:pathLst>
                <a:path extrusionOk="0" fill="none" h="73831" w="158514">
                  <a:moveTo>
                    <a:pt x="0" y="3800"/>
                  </a:moveTo>
                  <a:cubicBezTo>
                    <a:pt x="5867" y="5775"/>
                    <a:pt x="12554" y="6566"/>
                    <a:pt x="18602" y="5623"/>
                  </a:cubicBezTo>
                  <a:cubicBezTo>
                    <a:pt x="24256" y="4711"/>
                    <a:pt x="29575" y="1915"/>
                    <a:pt x="35229" y="1125"/>
                  </a:cubicBezTo>
                  <a:cubicBezTo>
                    <a:pt x="43284" y="0"/>
                    <a:pt x="51217" y="3404"/>
                    <a:pt x="57448" y="7903"/>
                  </a:cubicBezTo>
                  <a:cubicBezTo>
                    <a:pt x="62129" y="11247"/>
                    <a:pt x="59454" y="16353"/>
                    <a:pt x="58421" y="20852"/>
                  </a:cubicBezTo>
                  <a:cubicBezTo>
                    <a:pt x="57782" y="23587"/>
                    <a:pt x="56506" y="28420"/>
                    <a:pt x="61582" y="27599"/>
                  </a:cubicBezTo>
                  <a:cubicBezTo>
                    <a:pt x="70305" y="26171"/>
                    <a:pt x="80366" y="24925"/>
                    <a:pt x="89516" y="22493"/>
                  </a:cubicBezTo>
                  <a:cubicBezTo>
                    <a:pt x="96628" y="20639"/>
                    <a:pt x="104501" y="20700"/>
                    <a:pt x="110732" y="23952"/>
                  </a:cubicBezTo>
                  <a:cubicBezTo>
                    <a:pt x="119698" y="28663"/>
                    <a:pt x="104501" y="47600"/>
                    <a:pt x="114379" y="50487"/>
                  </a:cubicBezTo>
                  <a:cubicBezTo>
                    <a:pt x="117996" y="51551"/>
                    <a:pt x="121157" y="52250"/>
                    <a:pt x="123619" y="55229"/>
                  </a:cubicBezTo>
                  <a:cubicBezTo>
                    <a:pt x="125899" y="57995"/>
                    <a:pt x="126203" y="60791"/>
                    <a:pt x="130550" y="61065"/>
                  </a:cubicBezTo>
                  <a:cubicBezTo>
                    <a:pt x="136659" y="61399"/>
                    <a:pt x="144380" y="60913"/>
                    <a:pt x="148605" y="65989"/>
                  </a:cubicBezTo>
                  <a:cubicBezTo>
                    <a:pt x="150793" y="68603"/>
                    <a:pt x="154258" y="73831"/>
                    <a:pt x="158514" y="7246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34"/>
            <p:cNvSpPr/>
            <p:nvPr/>
          </p:nvSpPr>
          <p:spPr>
            <a:xfrm>
              <a:off x="2975000" y="324000"/>
              <a:ext cx="3962850" cy="1867075"/>
            </a:xfrm>
            <a:custGeom>
              <a:rect b="b" l="l" r="r" t="t"/>
              <a:pathLst>
                <a:path extrusionOk="0" fill="none" h="74683" w="158514">
                  <a:moveTo>
                    <a:pt x="0" y="4743"/>
                  </a:moveTo>
                  <a:cubicBezTo>
                    <a:pt x="5897" y="6688"/>
                    <a:pt x="12645" y="7387"/>
                    <a:pt x="18724" y="6323"/>
                  </a:cubicBezTo>
                  <a:cubicBezTo>
                    <a:pt x="24469" y="5290"/>
                    <a:pt x="29758" y="1977"/>
                    <a:pt x="35502" y="1156"/>
                  </a:cubicBezTo>
                  <a:cubicBezTo>
                    <a:pt x="43466" y="1"/>
                    <a:pt x="51460" y="4682"/>
                    <a:pt x="57934" y="8572"/>
                  </a:cubicBezTo>
                  <a:cubicBezTo>
                    <a:pt x="62858" y="11521"/>
                    <a:pt x="62099" y="15411"/>
                    <a:pt x="61339" y="20153"/>
                  </a:cubicBezTo>
                  <a:cubicBezTo>
                    <a:pt x="60883" y="22919"/>
                    <a:pt x="59576" y="27448"/>
                    <a:pt x="64378" y="27144"/>
                  </a:cubicBezTo>
                  <a:cubicBezTo>
                    <a:pt x="73223" y="26597"/>
                    <a:pt x="82737" y="24834"/>
                    <a:pt x="91643" y="22494"/>
                  </a:cubicBezTo>
                  <a:cubicBezTo>
                    <a:pt x="98817" y="20609"/>
                    <a:pt x="105747" y="20366"/>
                    <a:pt x="111856" y="23983"/>
                  </a:cubicBezTo>
                  <a:cubicBezTo>
                    <a:pt x="120519" y="29120"/>
                    <a:pt x="105990" y="47296"/>
                    <a:pt x="115230" y="51035"/>
                  </a:cubicBezTo>
                  <a:cubicBezTo>
                    <a:pt x="118543" y="52372"/>
                    <a:pt x="121705" y="53072"/>
                    <a:pt x="124045" y="55898"/>
                  </a:cubicBezTo>
                  <a:cubicBezTo>
                    <a:pt x="126325" y="58634"/>
                    <a:pt x="126659" y="61461"/>
                    <a:pt x="130914" y="61765"/>
                  </a:cubicBezTo>
                  <a:cubicBezTo>
                    <a:pt x="136994" y="62160"/>
                    <a:pt x="144593" y="61825"/>
                    <a:pt x="148818" y="66810"/>
                  </a:cubicBezTo>
                  <a:cubicBezTo>
                    <a:pt x="150945" y="69364"/>
                    <a:pt x="154289" y="74683"/>
                    <a:pt x="158514" y="73406"/>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34"/>
            <p:cNvSpPr/>
            <p:nvPr/>
          </p:nvSpPr>
          <p:spPr>
            <a:xfrm>
              <a:off x="2975000" y="297425"/>
              <a:ext cx="3962850" cy="1890625"/>
            </a:xfrm>
            <a:custGeom>
              <a:rect b="b" l="l" r="r" t="t"/>
              <a:pathLst>
                <a:path extrusionOk="0" fill="none" h="75625" w="158514">
                  <a:moveTo>
                    <a:pt x="0" y="5806"/>
                  </a:moveTo>
                  <a:cubicBezTo>
                    <a:pt x="5927" y="7690"/>
                    <a:pt x="12918" y="8450"/>
                    <a:pt x="18815" y="7173"/>
                  </a:cubicBezTo>
                  <a:cubicBezTo>
                    <a:pt x="24530" y="5927"/>
                    <a:pt x="30122" y="2128"/>
                    <a:pt x="35928" y="1216"/>
                  </a:cubicBezTo>
                  <a:cubicBezTo>
                    <a:pt x="43648" y="0"/>
                    <a:pt x="52494" y="5593"/>
                    <a:pt x="58178" y="9392"/>
                  </a:cubicBezTo>
                  <a:cubicBezTo>
                    <a:pt x="62585" y="12310"/>
                    <a:pt x="64226" y="14347"/>
                    <a:pt x="64074" y="19940"/>
                  </a:cubicBezTo>
                  <a:cubicBezTo>
                    <a:pt x="64014" y="22797"/>
                    <a:pt x="62828" y="26839"/>
                    <a:pt x="67296" y="27022"/>
                  </a:cubicBezTo>
                  <a:cubicBezTo>
                    <a:pt x="76081" y="27417"/>
                    <a:pt x="85199" y="24560"/>
                    <a:pt x="93589" y="22584"/>
                  </a:cubicBezTo>
                  <a:cubicBezTo>
                    <a:pt x="100975" y="20851"/>
                    <a:pt x="106598" y="19879"/>
                    <a:pt x="112920" y="24165"/>
                  </a:cubicBezTo>
                  <a:cubicBezTo>
                    <a:pt x="121188" y="29788"/>
                    <a:pt x="107753" y="47113"/>
                    <a:pt x="116142" y="51673"/>
                  </a:cubicBezTo>
                  <a:cubicBezTo>
                    <a:pt x="119030" y="53223"/>
                    <a:pt x="122221" y="54013"/>
                    <a:pt x="124501" y="56718"/>
                  </a:cubicBezTo>
                  <a:cubicBezTo>
                    <a:pt x="126781" y="59423"/>
                    <a:pt x="127115" y="62281"/>
                    <a:pt x="131279" y="62615"/>
                  </a:cubicBezTo>
                  <a:cubicBezTo>
                    <a:pt x="137358" y="63101"/>
                    <a:pt x="144836" y="62828"/>
                    <a:pt x="149030" y="67752"/>
                  </a:cubicBezTo>
                  <a:cubicBezTo>
                    <a:pt x="151158" y="70244"/>
                    <a:pt x="154350" y="75624"/>
                    <a:pt x="158514" y="7446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34"/>
            <p:cNvSpPr/>
            <p:nvPr/>
          </p:nvSpPr>
          <p:spPr>
            <a:xfrm>
              <a:off x="2975000" y="270050"/>
              <a:ext cx="3962100" cy="1914200"/>
            </a:xfrm>
            <a:custGeom>
              <a:rect b="b" l="l" r="r" t="t"/>
              <a:pathLst>
                <a:path extrusionOk="0" fill="none" h="76568" w="158484">
                  <a:moveTo>
                    <a:pt x="0" y="6901"/>
                  </a:moveTo>
                  <a:cubicBezTo>
                    <a:pt x="5988" y="8785"/>
                    <a:pt x="13040" y="9484"/>
                    <a:pt x="18937" y="8025"/>
                  </a:cubicBezTo>
                  <a:cubicBezTo>
                    <a:pt x="24803" y="6627"/>
                    <a:pt x="30396" y="2402"/>
                    <a:pt x="36414" y="1338"/>
                  </a:cubicBezTo>
                  <a:cubicBezTo>
                    <a:pt x="44013" y="1"/>
                    <a:pt x="52463" y="6688"/>
                    <a:pt x="58208" y="10244"/>
                  </a:cubicBezTo>
                  <a:cubicBezTo>
                    <a:pt x="62676" y="13010"/>
                    <a:pt x="65138" y="14925"/>
                    <a:pt x="66476" y="20092"/>
                  </a:cubicBezTo>
                  <a:cubicBezTo>
                    <a:pt x="67235" y="22980"/>
                    <a:pt x="65868" y="26536"/>
                    <a:pt x="70214" y="27144"/>
                  </a:cubicBezTo>
                  <a:cubicBezTo>
                    <a:pt x="78695" y="28329"/>
                    <a:pt x="87753" y="24104"/>
                    <a:pt x="95351" y="22646"/>
                  </a:cubicBezTo>
                  <a:cubicBezTo>
                    <a:pt x="102950" y="21187"/>
                    <a:pt x="107327" y="19150"/>
                    <a:pt x="113893" y="24408"/>
                  </a:cubicBezTo>
                  <a:cubicBezTo>
                    <a:pt x="121309" y="30366"/>
                    <a:pt x="109668" y="47023"/>
                    <a:pt x="117084" y="52251"/>
                  </a:cubicBezTo>
                  <a:cubicBezTo>
                    <a:pt x="119577" y="54014"/>
                    <a:pt x="122586" y="54956"/>
                    <a:pt x="125018" y="57418"/>
                  </a:cubicBezTo>
                  <a:cubicBezTo>
                    <a:pt x="127419" y="59880"/>
                    <a:pt x="127145" y="63011"/>
                    <a:pt x="131614" y="63436"/>
                  </a:cubicBezTo>
                  <a:cubicBezTo>
                    <a:pt x="137602" y="64014"/>
                    <a:pt x="144988" y="63832"/>
                    <a:pt x="149213" y="68695"/>
                  </a:cubicBezTo>
                  <a:cubicBezTo>
                    <a:pt x="151310" y="71126"/>
                    <a:pt x="154410" y="76567"/>
                    <a:pt x="158483" y="755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34"/>
            <p:cNvSpPr/>
            <p:nvPr/>
          </p:nvSpPr>
          <p:spPr>
            <a:xfrm>
              <a:off x="2975000" y="244975"/>
              <a:ext cx="3962100" cy="1937000"/>
            </a:xfrm>
            <a:custGeom>
              <a:rect b="b" l="l" r="r" t="t"/>
              <a:pathLst>
                <a:path extrusionOk="0" fill="none" h="77480" w="158484">
                  <a:moveTo>
                    <a:pt x="0" y="7904"/>
                  </a:moveTo>
                  <a:cubicBezTo>
                    <a:pt x="6019" y="9758"/>
                    <a:pt x="13162" y="10366"/>
                    <a:pt x="19058" y="8815"/>
                  </a:cubicBezTo>
                  <a:cubicBezTo>
                    <a:pt x="25077" y="7204"/>
                    <a:pt x="30730" y="2554"/>
                    <a:pt x="36992" y="1429"/>
                  </a:cubicBezTo>
                  <a:cubicBezTo>
                    <a:pt x="44773" y="1"/>
                    <a:pt x="52038" y="7296"/>
                    <a:pt x="58086" y="10974"/>
                  </a:cubicBezTo>
                  <a:cubicBezTo>
                    <a:pt x="62463" y="13618"/>
                    <a:pt x="66111" y="15806"/>
                    <a:pt x="68482" y="20457"/>
                  </a:cubicBezTo>
                  <a:cubicBezTo>
                    <a:pt x="69910" y="23253"/>
                    <a:pt x="69090" y="26475"/>
                    <a:pt x="73041" y="27387"/>
                  </a:cubicBezTo>
                  <a:cubicBezTo>
                    <a:pt x="81005" y="29180"/>
                    <a:pt x="90002" y="23679"/>
                    <a:pt x="96841" y="22615"/>
                  </a:cubicBezTo>
                  <a:cubicBezTo>
                    <a:pt x="104622" y="21399"/>
                    <a:pt x="107692" y="18360"/>
                    <a:pt x="114714" y="24621"/>
                  </a:cubicBezTo>
                  <a:cubicBezTo>
                    <a:pt x="121917" y="31065"/>
                    <a:pt x="111552" y="46780"/>
                    <a:pt x="118087" y="52767"/>
                  </a:cubicBezTo>
                  <a:cubicBezTo>
                    <a:pt x="120124" y="54682"/>
                    <a:pt x="123224" y="55807"/>
                    <a:pt x="125443" y="58178"/>
                  </a:cubicBezTo>
                  <a:cubicBezTo>
                    <a:pt x="127784" y="60640"/>
                    <a:pt x="127632" y="63771"/>
                    <a:pt x="131918" y="64257"/>
                  </a:cubicBezTo>
                  <a:cubicBezTo>
                    <a:pt x="137905" y="64956"/>
                    <a:pt x="145170" y="64804"/>
                    <a:pt x="149425" y="69576"/>
                  </a:cubicBezTo>
                  <a:cubicBezTo>
                    <a:pt x="151523" y="71947"/>
                    <a:pt x="154471" y="77479"/>
                    <a:pt x="158483" y="765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34"/>
            <p:cNvSpPr/>
            <p:nvPr/>
          </p:nvSpPr>
          <p:spPr>
            <a:xfrm>
              <a:off x="2975000" y="222950"/>
              <a:ext cx="3962100" cy="1955225"/>
            </a:xfrm>
            <a:custGeom>
              <a:rect b="b" l="l" r="r" t="t"/>
              <a:pathLst>
                <a:path extrusionOk="0" fill="none" h="78209" w="158484">
                  <a:moveTo>
                    <a:pt x="0" y="8785"/>
                  </a:moveTo>
                  <a:cubicBezTo>
                    <a:pt x="6079" y="10608"/>
                    <a:pt x="13313" y="11155"/>
                    <a:pt x="19180" y="9453"/>
                  </a:cubicBezTo>
                  <a:cubicBezTo>
                    <a:pt x="25289" y="7690"/>
                    <a:pt x="31125" y="2584"/>
                    <a:pt x="37569" y="1459"/>
                  </a:cubicBezTo>
                  <a:cubicBezTo>
                    <a:pt x="45776" y="0"/>
                    <a:pt x="51642" y="7630"/>
                    <a:pt x="57874" y="11520"/>
                  </a:cubicBezTo>
                  <a:cubicBezTo>
                    <a:pt x="62099" y="14134"/>
                    <a:pt x="67175" y="16596"/>
                    <a:pt x="70123" y="20882"/>
                  </a:cubicBezTo>
                  <a:cubicBezTo>
                    <a:pt x="71886" y="23466"/>
                    <a:pt x="72190" y="26688"/>
                    <a:pt x="75625" y="27569"/>
                  </a:cubicBezTo>
                  <a:cubicBezTo>
                    <a:pt x="83193" y="29484"/>
                    <a:pt x="91339" y="23374"/>
                    <a:pt x="97996" y="22371"/>
                  </a:cubicBezTo>
                  <a:cubicBezTo>
                    <a:pt x="106051" y="21186"/>
                    <a:pt x="108391" y="17630"/>
                    <a:pt x="115473" y="24773"/>
                  </a:cubicBezTo>
                  <a:cubicBezTo>
                    <a:pt x="122039" y="31369"/>
                    <a:pt x="113528" y="46475"/>
                    <a:pt x="119060" y="53101"/>
                  </a:cubicBezTo>
                  <a:cubicBezTo>
                    <a:pt x="120732" y="55107"/>
                    <a:pt x="123802" y="56475"/>
                    <a:pt x="125869" y="58785"/>
                  </a:cubicBezTo>
                  <a:cubicBezTo>
                    <a:pt x="128088" y="61247"/>
                    <a:pt x="128057" y="64348"/>
                    <a:pt x="132191" y="64925"/>
                  </a:cubicBezTo>
                  <a:cubicBezTo>
                    <a:pt x="138179" y="65746"/>
                    <a:pt x="145352" y="65594"/>
                    <a:pt x="149608" y="70305"/>
                  </a:cubicBezTo>
                  <a:cubicBezTo>
                    <a:pt x="151705" y="72615"/>
                    <a:pt x="154502" y="78208"/>
                    <a:pt x="158483" y="7744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34"/>
            <p:cNvSpPr/>
            <p:nvPr/>
          </p:nvSpPr>
          <p:spPr>
            <a:xfrm>
              <a:off x="2975000" y="197875"/>
              <a:ext cx="3962850" cy="1976500"/>
            </a:xfrm>
            <a:custGeom>
              <a:rect b="b" l="l" r="r" t="t"/>
              <a:pathLst>
                <a:path extrusionOk="0" fill="none" h="79060" w="158514">
                  <a:moveTo>
                    <a:pt x="0" y="9788"/>
                  </a:moveTo>
                  <a:cubicBezTo>
                    <a:pt x="6110" y="11551"/>
                    <a:pt x="13222" y="11824"/>
                    <a:pt x="19301" y="10244"/>
                  </a:cubicBezTo>
                  <a:cubicBezTo>
                    <a:pt x="26080" y="8450"/>
                    <a:pt x="31369" y="3040"/>
                    <a:pt x="38208" y="1642"/>
                  </a:cubicBezTo>
                  <a:cubicBezTo>
                    <a:pt x="46384" y="0"/>
                    <a:pt x="51855" y="8207"/>
                    <a:pt x="57600" y="12098"/>
                  </a:cubicBezTo>
                  <a:cubicBezTo>
                    <a:pt x="61886" y="14985"/>
                    <a:pt x="67296" y="17478"/>
                    <a:pt x="71065" y="21368"/>
                  </a:cubicBezTo>
                  <a:cubicBezTo>
                    <a:pt x="73315" y="23678"/>
                    <a:pt x="74743" y="27113"/>
                    <a:pt x="77904" y="27903"/>
                  </a:cubicBezTo>
                  <a:cubicBezTo>
                    <a:pt x="84865" y="29575"/>
                    <a:pt x="91978" y="23648"/>
                    <a:pt x="98847" y="22280"/>
                  </a:cubicBezTo>
                  <a:cubicBezTo>
                    <a:pt x="107419" y="20517"/>
                    <a:pt x="109850" y="17903"/>
                    <a:pt x="116233" y="25077"/>
                  </a:cubicBezTo>
                  <a:cubicBezTo>
                    <a:pt x="122069" y="31642"/>
                    <a:pt x="115656" y="46536"/>
                    <a:pt x="120154" y="53557"/>
                  </a:cubicBezTo>
                  <a:cubicBezTo>
                    <a:pt x="121492" y="55624"/>
                    <a:pt x="124471" y="57235"/>
                    <a:pt x="126325" y="59484"/>
                  </a:cubicBezTo>
                  <a:cubicBezTo>
                    <a:pt x="128422" y="61977"/>
                    <a:pt x="128544" y="65047"/>
                    <a:pt x="132495" y="65685"/>
                  </a:cubicBezTo>
                  <a:cubicBezTo>
                    <a:pt x="138392" y="66658"/>
                    <a:pt x="145565" y="66506"/>
                    <a:pt x="149851" y="71187"/>
                  </a:cubicBezTo>
                  <a:cubicBezTo>
                    <a:pt x="151918" y="73466"/>
                    <a:pt x="154593" y="79059"/>
                    <a:pt x="158514" y="7845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34"/>
            <p:cNvSpPr/>
            <p:nvPr/>
          </p:nvSpPr>
          <p:spPr>
            <a:xfrm>
              <a:off x="2975000" y="180400"/>
              <a:ext cx="3962850" cy="1990925"/>
            </a:xfrm>
            <a:custGeom>
              <a:rect b="b" l="l" r="r" t="t"/>
              <a:pathLst>
                <a:path extrusionOk="0" fill="none" h="79637" w="158514">
                  <a:moveTo>
                    <a:pt x="0" y="10487"/>
                  </a:moveTo>
                  <a:cubicBezTo>
                    <a:pt x="6171" y="12219"/>
                    <a:pt x="13374" y="12371"/>
                    <a:pt x="19453" y="10699"/>
                  </a:cubicBezTo>
                  <a:cubicBezTo>
                    <a:pt x="26384" y="8754"/>
                    <a:pt x="31764" y="2979"/>
                    <a:pt x="38876" y="1611"/>
                  </a:cubicBezTo>
                  <a:cubicBezTo>
                    <a:pt x="47265" y="0"/>
                    <a:pt x="51946" y="8025"/>
                    <a:pt x="57418" y="12280"/>
                  </a:cubicBezTo>
                  <a:cubicBezTo>
                    <a:pt x="61582" y="15532"/>
                    <a:pt x="67083" y="17994"/>
                    <a:pt x="71460" y="21490"/>
                  </a:cubicBezTo>
                  <a:cubicBezTo>
                    <a:pt x="74166" y="23678"/>
                    <a:pt x="76597" y="27143"/>
                    <a:pt x="79789" y="27812"/>
                  </a:cubicBezTo>
                  <a:cubicBezTo>
                    <a:pt x="86172" y="29149"/>
                    <a:pt x="92950" y="23374"/>
                    <a:pt x="99364" y="21733"/>
                  </a:cubicBezTo>
                  <a:cubicBezTo>
                    <a:pt x="107723" y="19605"/>
                    <a:pt x="111218" y="17934"/>
                    <a:pt x="117024" y="25137"/>
                  </a:cubicBezTo>
                  <a:cubicBezTo>
                    <a:pt x="122100" y="31460"/>
                    <a:pt x="117784" y="46475"/>
                    <a:pt x="121249" y="53679"/>
                  </a:cubicBezTo>
                  <a:cubicBezTo>
                    <a:pt x="122708" y="56718"/>
                    <a:pt x="129060" y="65472"/>
                    <a:pt x="132769" y="66171"/>
                  </a:cubicBezTo>
                  <a:cubicBezTo>
                    <a:pt x="138605" y="67296"/>
                    <a:pt x="145748" y="67114"/>
                    <a:pt x="150033" y="71764"/>
                  </a:cubicBezTo>
                  <a:cubicBezTo>
                    <a:pt x="152100" y="73983"/>
                    <a:pt x="154684" y="79637"/>
                    <a:pt x="158514" y="7915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34"/>
            <p:cNvSpPr/>
            <p:nvPr/>
          </p:nvSpPr>
          <p:spPr>
            <a:xfrm>
              <a:off x="2975000" y="165200"/>
              <a:ext cx="3962850" cy="2002325"/>
            </a:xfrm>
            <a:custGeom>
              <a:rect b="b" l="l" r="r" t="t"/>
              <a:pathLst>
                <a:path extrusionOk="0" fill="none" h="80093" w="158514">
                  <a:moveTo>
                    <a:pt x="0" y="11095"/>
                  </a:moveTo>
                  <a:cubicBezTo>
                    <a:pt x="6201" y="12797"/>
                    <a:pt x="13496" y="12858"/>
                    <a:pt x="19575" y="11064"/>
                  </a:cubicBezTo>
                  <a:cubicBezTo>
                    <a:pt x="26688" y="8967"/>
                    <a:pt x="32128" y="2857"/>
                    <a:pt x="39545" y="1520"/>
                  </a:cubicBezTo>
                  <a:cubicBezTo>
                    <a:pt x="47965" y="0"/>
                    <a:pt x="52402" y="7599"/>
                    <a:pt x="57326" y="12280"/>
                  </a:cubicBezTo>
                  <a:cubicBezTo>
                    <a:pt x="61096" y="15867"/>
                    <a:pt x="66840" y="18329"/>
                    <a:pt x="71491" y="21490"/>
                  </a:cubicBezTo>
                  <a:cubicBezTo>
                    <a:pt x="74470" y="23496"/>
                    <a:pt x="77600" y="26870"/>
                    <a:pt x="81157" y="27387"/>
                  </a:cubicBezTo>
                  <a:cubicBezTo>
                    <a:pt x="87449" y="28268"/>
                    <a:pt x="93832" y="22827"/>
                    <a:pt x="99607" y="21034"/>
                  </a:cubicBezTo>
                  <a:cubicBezTo>
                    <a:pt x="107814" y="18450"/>
                    <a:pt x="112677" y="17812"/>
                    <a:pt x="117875" y="25137"/>
                  </a:cubicBezTo>
                  <a:cubicBezTo>
                    <a:pt x="120306" y="28602"/>
                    <a:pt x="119364" y="34773"/>
                    <a:pt x="119759" y="39423"/>
                  </a:cubicBezTo>
                  <a:cubicBezTo>
                    <a:pt x="120185" y="44256"/>
                    <a:pt x="120914" y="49697"/>
                    <a:pt x="122343" y="53679"/>
                  </a:cubicBezTo>
                  <a:cubicBezTo>
                    <a:pt x="123498" y="56810"/>
                    <a:pt x="129425" y="65746"/>
                    <a:pt x="133042" y="66536"/>
                  </a:cubicBezTo>
                  <a:cubicBezTo>
                    <a:pt x="138817" y="67782"/>
                    <a:pt x="145930" y="67600"/>
                    <a:pt x="150246" y="72220"/>
                  </a:cubicBezTo>
                  <a:cubicBezTo>
                    <a:pt x="152313" y="74409"/>
                    <a:pt x="154745" y="80093"/>
                    <a:pt x="158514" y="7975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34"/>
            <p:cNvSpPr/>
            <p:nvPr/>
          </p:nvSpPr>
          <p:spPr>
            <a:xfrm>
              <a:off x="2975000" y="150750"/>
              <a:ext cx="3962850" cy="2014500"/>
            </a:xfrm>
            <a:custGeom>
              <a:rect b="b" l="l" r="r" t="t"/>
              <a:pathLst>
                <a:path extrusionOk="0" fill="none" h="80580" w="158514">
                  <a:moveTo>
                    <a:pt x="0" y="11673"/>
                  </a:moveTo>
                  <a:cubicBezTo>
                    <a:pt x="6262" y="13344"/>
                    <a:pt x="13830" y="13588"/>
                    <a:pt x="19727" y="11429"/>
                  </a:cubicBezTo>
                  <a:cubicBezTo>
                    <a:pt x="26566" y="8907"/>
                    <a:pt x="32767" y="2676"/>
                    <a:pt x="40244" y="1399"/>
                  </a:cubicBezTo>
                  <a:cubicBezTo>
                    <a:pt x="48573" y="1"/>
                    <a:pt x="53162" y="6900"/>
                    <a:pt x="57478" y="12159"/>
                  </a:cubicBezTo>
                  <a:cubicBezTo>
                    <a:pt x="61825" y="17417"/>
                    <a:pt x="74318" y="25807"/>
                    <a:pt x="81917" y="26749"/>
                  </a:cubicBezTo>
                  <a:cubicBezTo>
                    <a:pt x="87692" y="27448"/>
                    <a:pt x="94379" y="22159"/>
                    <a:pt x="99637" y="20244"/>
                  </a:cubicBezTo>
                  <a:cubicBezTo>
                    <a:pt x="108178" y="17144"/>
                    <a:pt x="114045" y="17873"/>
                    <a:pt x="118787" y="25199"/>
                  </a:cubicBezTo>
                  <a:cubicBezTo>
                    <a:pt x="121066" y="28694"/>
                    <a:pt x="119607" y="34895"/>
                    <a:pt x="120215" y="39515"/>
                  </a:cubicBezTo>
                  <a:cubicBezTo>
                    <a:pt x="120853" y="44348"/>
                    <a:pt x="122373" y="49394"/>
                    <a:pt x="123498" y="53649"/>
                  </a:cubicBezTo>
                  <a:cubicBezTo>
                    <a:pt x="124349" y="56962"/>
                    <a:pt x="129729" y="65989"/>
                    <a:pt x="133316" y="66871"/>
                  </a:cubicBezTo>
                  <a:cubicBezTo>
                    <a:pt x="139000" y="68300"/>
                    <a:pt x="146112" y="68087"/>
                    <a:pt x="150459" y="72677"/>
                  </a:cubicBezTo>
                  <a:cubicBezTo>
                    <a:pt x="152495" y="74835"/>
                    <a:pt x="154836" y="80579"/>
                    <a:pt x="158514" y="803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34"/>
            <p:cNvSpPr/>
            <p:nvPr/>
          </p:nvSpPr>
          <p:spPr>
            <a:xfrm>
              <a:off x="2975000" y="138600"/>
              <a:ext cx="3962100" cy="2022075"/>
            </a:xfrm>
            <a:custGeom>
              <a:rect b="b" l="l" r="r" t="t"/>
              <a:pathLst>
                <a:path extrusionOk="0" fill="none" h="80883" w="158484">
                  <a:moveTo>
                    <a:pt x="0" y="12159"/>
                  </a:moveTo>
                  <a:cubicBezTo>
                    <a:pt x="6322" y="13800"/>
                    <a:pt x="13952" y="13952"/>
                    <a:pt x="19849" y="11672"/>
                  </a:cubicBezTo>
                  <a:cubicBezTo>
                    <a:pt x="26900" y="8937"/>
                    <a:pt x="33162" y="2462"/>
                    <a:pt x="40974" y="1247"/>
                  </a:cubicBezTo>
                  <a:cubicBezTo>
                    <a:pt x="48876" y="0"/>
                    <a:pt x="54530" y="5806"/>
                    <a:pt x="58026" y="11855"/>
                  </a:cubicBezTo>
                  <a:cubicBezTo>
                    <a:pt x="61521" y="17873"/>
                    <a:pt x="74500" y="25138"/>
                    <a:pt x="82069" y="25928"/>
                  </a:cubicBezTo>
                  <a:cubicBezTo>
                    <a:pt x="87449" y="26505"/>
                    <a:pt x="94774" y="21186"/>
                    <a:pt x="99637" y="19362"/>
                  </a:cubicBezTo>
                  <a:cubicBezTo>
                    <a:pt x="108178" y="16080"/>
                    <a:pt x="115321" y="17782"/>
                    <a:pt x="119759" y="25107"/>
                  </a:cubicBezTo>
                  <a:cubicBezTo>
                    <a:pt x="121948" y="28724"/>
                    <a:pt x="119790" y="34803"/>
                    <a:pt x="120580" y="39545"/>
                  </a:cubicBezTo>
                  <a:cubicBezTo>
                    <a:pt x="121370" y="44348"/>
                    <a:pt x="123771" y="48937"/>
                    <a:pt x="124623" y="53497"/>
                  </a:cubicBezTo>
                  <a:cubicBezTo>
                    <a:pt x="125291" y="56992"/>
                    <a:pt x="130003" y="66050"/>
                    <a:pt x="133559" y="67053"/>
                  </a:cubicBezTo>
                  <a:cubicBezTo>
                    <a:pt x="139152" y="68603"/>
                    <a:pt x="146355" y="68451"/>
                    <a:pt x="150672" y="72980"/>
                  </a:cubicBezTo>
                  <a:cubicBezTo>
                    <a:pt x="152708" y="75108"/>
                    <a:pt x="154897" y="80883"/>
                    <a:pt x="158483" y="80822"/>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34"/>
            <p:cNvSpPr/>
            <p:nvPr/>
          </p:nvSpPr>
          <p:spPr>
            <a:xfrm>
              <a:off x="2975000" y="124150"/>
              <a:ext cx="3962100" cy="2034250"/>
            </a:xfrm>
            <a:custGeom>
              <a:rect b="b" l="l" r="r" t="t"/>
              <a:pathLst>
                <a:path extrusionOk="0" fill="none" h="81370" w="158484">
                  <a:moveTo>
                    <a:pt x="0" y="12737"/>
                  </a:moveTo>
                  <a:cubicBezTo>
                    <a:pt x="6383" y="14348"/>
                    <a:pt x="13861" y="14226"/>
                    <a:pt x="20001" y="12007"/>
                  </a:cubicBezTo>
                  <a:cubicBezTo>
                    <a:pt x="27721" y="9241"/>
                    <a:pt x="33283" y="2432"/>
                    <a:pt x="41673" y="1186"/>
                  </a:cubicBezTo>
                  <a:cubicBezTo>
                    <a:pt x="49515" y="1"/>
                    <a:pt x="55807" y="4530"/>
                    <a:pt x="58877" y="11551"/>
                  </a:cubicBezTo>
                  <a:cubicBezTo>
                    <a:pt x="61886" y="18481"/>
                    <a:pt x="74378" y="24560"/>
                    <a:pt x="81704" y="25199"/>
                  </a:cubicBezTo>
                  <a:cubicBezTo>
                    <a:pt x="87114" y="25624"/>
                    <a:pt x="94774" y="20244"/>
                    <a:pt x="99607" y="18573"/>
                  </a:cubicBezTo>
                  <a:cubicBezTo>
                    <a:pt x="108118" y="15655"/>
                    <a:pt x="116628" y="17721"/>
                    <a:pt x="120853" y="25199"/>
                  </a:cubicBezTo>
                  <a:cubicBezTo>
                    <a:pt x="123012" y="29029"/>
                    <a:pt x="119972" y="34895"/>
                    <a:pt x="120853" y="39758"/>
                  </a:cubicBezTo>
                  <a:cubicBezTo>
                    <a:pt x="121735" y="44561"/>
                    <a:pt x="125139" y="48512"/>
                    <a:pt x="125778" y="53406"/>
                  </a:cubicBezTo>
                  <a:cubicBezTo>
                    <a:pt x="126294" y="57205"/>
                    <a:pt x="130276" y="66172"/>
                    <a:pt x="133863" y="67297"/>
                  </a:cubicBezTo>
                  <a:cubicBezTo>
                    <a:pt x="139334" y="68999"/>
                    <a:pt x="146568" y="68908"/>
                    <a:pt x="150884" y="73406"/>
                  </a:cubicBezTo>
                  <a:cubicBezTo>
                    <a:pt x="153438" y="76051"/>
                    <a:pt x="154684" y="80428"/>
                    <a:pt x="158483" y="8137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34"/>
            <p:cNvSpPr/>
            <p:nvPr/>
          </p:nvSpPr>
          <p:spPr>
            <a:xfrm>
              <a:off x="2975000" y="108200"/>
              <a:ext cx="3962850" cy="2050975"/>
            </a:xfrm>
            <a:custGeom>
              <a:rect b="b" l="l" r="r" t="t"/>
              <a:pathLst>
                <a:path extrusionOk="0" fill="none" h="82039" w="158514">
                  <a:moveTo>
                    <a:pt x="0" y="13375"/>
                  </a:moveTo>
                  <a:cubicBezTo>
                    <a:pt x="6474" y="14986"/>
                    <a:pt x="14013" y="14712"/>
                    <a:pt x="20183" y="12432"/>
                  </a:cubicBezTo>
                  <a:cubicBezTo>
                    <a:pt x="28116" y="9454"/>
                    <a:pt x="33709" y="2493"/>
                    <a:pt x="42402" y="1156"/>
                  </a:cubicBezTo>
                  <a:cubicBezTo>
                    <a:pt x="50092" y="1"/>
                    <a:pt x="57418" y="4043"/>
                    <a:pt x="59819" y="11217"/>
                  </a:cubicBezTo>
                  <a:cubicBezTo>
                    <a:pt x="62190" y="18390"/>
                    <a:pt x="73862" y="24104"/>
                    <a:pt x="81035" y="24439"/>
                  </a:cubicBezTo>
                  <a:cubicBezTo>
                    <a:pt x="86780" y="24743"/>
                    <a:pt x="94318" y="19454"/>
                    <a:pt x="99607" y="17934"/>
                  </a:cubicBezTo>
                  <a:cubicBezTo>
                    <a:pt x="108452" y="15381"/>
                    <a:pt x="117844" y="17873"/>
                    <a:pt x="122009" y="25350"/>
                  </a:cubicBezTo>
                  <a:cubicBezTo>
                    <a:pt x="124227" y="29332"/>
                    <a:pt x="120154" y="35047"/>
                    <a:pt x="121066" y="40092"/>
                  </a:cubicBezTo>
                  <a:cubicBezTo>
                    <a:pt x="121978" y="44925"/>
                    <a:pt x="126507" y="48512"/>
                    <a:pt x="126963" y="53406"/>
                  </a:cubicBezTo>
                  <a:cubicBezTo>
                    <a:pt x="127297" y="57205"/>
                    <a:pt x="130459" y="66172"/>
                    <a:pt x="134167" y="67570"/>
                  </a:cubicBezTo>
                  <a:cubicBezTo>
                    <a:pt x="139304" y="69485"/>
                    <a:pt x="146842" y="69424"/>
                    <a:pt x="151128" y="73862"/>
                  </a:cubicBezTo>
                  <a:cubicBezTo>
                    <a:pt x="153650" y="76537"/>
                    <a:pt x="154805" y="80883"/>
                    <a:pt x="158514" y="8203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34"/>
            <p:cNvSpPr/>
            <p:nvPr/>
          </p:nvSpPr>
          <p:spPr>
            <a:xfrm>
              <a:off x="2975000" y="89975"/>
              <a:ext cx="3962850" cy="2068425"/>
            </a:xfrm>
            <a:custGeom>
              <a:rect b="b" l="l" r="r" t="t"/>
              <a:pathLst>
                <a:path extrusionOk="0" fill="none" h="82737" w="158514">
                  <a:moveTo>
                    <a:pt x="0" y="14104"/>
                  </a:moveTo>
                  <a:cubicBezTo>
                    <a:pt x="6535" y="15684"/>
                    <a:pt x="14347" y="15502"/>
                    <a:pt x="20335" y="12918"/>
                  </a:cubicBezTo>
                  <a:cubicBezTo>
                    <a:pt x="27995" y="9575"/>
                    <a:pt x="34439" y="2644"/>
                    <a:pt x="43101" y="1216"/>
                  </a:cubicBezTo>
                  <a:cubicBezTo>
                    <a:pt x="50639" y="0"/>
                    <a:pt x="58299" y="3435"/>
                    <a:pt x="60822" y="10882"/>
                  </a:cubicBezTo>
                  <a:cubicBezTo>
                    <a:pt x="63436" y="18572"/>
                    <a:pt x="72190" y="23587"/>
                    <a:pt x="80184" y="23769"/>
                  </a:cubicBezTo>
                  <a:cubicBezTo>
                    <a:pt x="86415" y="23921"/>
                    <a:pt x="93862" y="18663"/>
                    <a:pt x="99759" y="17417"/>
                  </a:cubicBezTo>
                  <a:cubicBezTo>
                    <a:pt x="107875" y="15715"/>
                    <a:pt x="119394" y="17234"/>
                    <a:pt x="123224" y="25593"/>
                  </a:cubicBezTo>
                  <a:cubicBezTo>
                    <a:pt x="125413" y="30396"/>
                    <a:pt x="120367" y="35350"/>
                    <a:pt x="121279" y="40578"/>
                  </a:cubicBezTo>
                  <a:cubicBezTo>
                    <a:pt x="122100" y="45381"/>
                    <a:pt x="127723" y="48937"/>
                    <a:pt x="128118" y="53496"/>
                  </a:cubicBezTo>
                  <a:cubicBezTo>
                    <a:pt x="128422" y="57174"/>
                    <a:pt x="130762" y="66262"/>
                    <a:pt x="134501" y="67873"/>
                  </a:cubicBezTo>
                  <a:cubicBezTo>
                    <a:pt x="139456" y="70001"/>
                    <a:pt x="147085" y="69971"/>
                    <a:pt x="151340" y="74408"/>
                  </a:cubicBezTo>
                  <a:cubicBezTo>
                    <a:pt x="153894" y="77083"/>
                    <a:pt x="154897" y="81430"/>
                    <a:pt x="158514" y="8273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34"/>
            <p:cNvSpPr/>
            <p:nvPr/>
          </p:nvSpPr>
          <p:spPr>
            <a:xfrm>
              <a:off x="2975000" y="69450"/>
              <a:ext cx="3962850" cy="2089725"/>
            </a:xfrm>
            <a:custGeom>
              <a:rect b="b" l="l" r="r" t="t"/>
              <a:pathLst>
                <a:path extrusionOk="0" fill="none" h="83589" w="158514">
                  <a:moveTo>
                    <a:pt x="0" y="14925"/>
                  </a:moveTo>
                  <a:cubicBezTo>
                    <a:pt x="6626" y="16475"/>
                    <a:pt x="14529" y="16201"/>
                    <a:pt x="20517" y="13496"/>
                  </a:cubicBezTo>
                  <a:cubicBezTo>
                    <a:pt x="28359" y="9940"/>
                    <a:pt x="34925" y="3010"/>
                    <a:pt x="43800" y="1338"/>
                  </a:cubicBezTo>
                  <a:cubicBezTo>
                    <a:pt x="51126" y="0"/>
                    <a:pt x="59454" y="3010"/>
                    <a:pt x="61916" y="10517"/>
                  </a:cubicBezTo>
                  <a:cubicBezTo>
                    <a:pt x="64500" y="18359"/>
                    <a:pt x="70853" y="23223"/>
                    <a:pt x="79272" y="23131"/>
                  </a:cubicBezTo>
                  <a:cubicBezTo>
                    <a:pt x="86020" y="23071"/>
                    <a:pt x="93254" y="17934"/>
                    <a:pt x="100032" y="17052"/>
                  </a:cubicBezTo>
                  <a:cubicBezTo>
                    <a:pt x="108574" y="15958"/>
                    <a:pt x="120489" y="17630"/>
                    <a:pt x="124471" y="25989"/>
                  </a:cubicBezTo>
                  <a:cubicBezTo>
                    <a:pt x="126902" y="31065"/>
                    <a:pt x="120671" y="35776"/>
                    <a:pt x="121492" y="41186"/>
                  </a:cubicBezTo>
                  <a:cubicBezTo>
                    <a:pt x="122221" y="46050"/>
                    <a:pt x="128878" y="49393"/>
                    <a:pt x="129243" y="53740"/>
                  </a:cubicBezTo>
                  <a:cubicBezTo>
                    <a:pt x="129516" y="57357"/>
                    <a:pt x="131127" y="66445"/>
                    <a:pt x="134896" y="68238"/>
                  </a:cubicBezTo>
                  <a:cubicBezTo>
                    <a:pt x="139699" y="70549"/>
                    <a:pt x="147359" y="70670"/>
                    <a:pt x="151584" y="75077"/>
                  </a:cubicBezTo>
                  <a:cubicBezTo>
                    <a:pt x="154137" y="77752"/>
                    <a:pt x="154988" y="82068"/>
                    <a:pt x="158514" y="8358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34"/>
            <p:cNvSpPr/>
            <p:nvPr/>
          </p:nvSpPr>
          <p:spPr>
            <a:xfrm>
              <a:off x="2975000" y="45125"/>
              <a:ext cx="3962850" cy="2114050"/>
            </a:xfrm>
            <a:custGeom>
              <a:rect b="b" l="l" r="r" t="t"/>
              <a:pathLst>
                <a:path extrusionOk="0" fill="none" h="84562" w="158514">
                  <a:moveTo>
                    <a:pt x="0" y="15898"/>
                  </a:moveTo>
                  <a:cubicBezTo>
                    <a:pt x="6991" y="17478"/>
                    <a:pt x="14651" y="16809"/>
                    <a:pt x="20700" y="14226"/>
                  </a:cubicBezTo>
                  <a:cubicBezTo>
                    <a:pt x="28511" y="10913"/>
                    <a:pt x="35350" y="3527"/>
                    <a:pt x="44439" y="1551"/>
                  </a:cubicBezTo>
                  <a:cubicBezTo>
                    <a:pt x="51612" y="1"/>
                    <a:pt x="60579" y="2736"/>
                    <a:pt x="63041" y="10214"/>
                  </a:cubicBezTo>
                  <a:cubicBezTo>
                    <a:pt x="65564" y="17934"/>
                    <a:pt x="69515" y="22949"/>
                    <a:pt x="78391" y="22645"/>
                  </a:cubicBezTo>
                  <a:cubicBezTo>
                    <a:pt x="85716" y="22372"/>
                    <a:pt x="93072" y="17417"/>
                    <a:pt x="100488" y="16931"/>
                  </a:cubicBezTo>
                  <a:cubicBezTo>
                    <a:pt x="109273" y="16323"/>
                    <a:pt x="121431" y="18208"/>
                    <a:pt x="125717" y="26536"/>
                  </a:cubicBezTo>
                  <a:cubicBezTo>
                    <a:pt x="128544" y="31946"/>
                    <a:pt x="121036" y="36415"/>
                    <a:pt x="121735" y="41916"/>
                  </a:cubicBezTo>
                  <a:cubicBezTo>
                    <a:pt x="122343" y="46871"/>
                    <a:pt x="129881" y="49971"/>
                    <a:pt x="130276" y="54105"/>
                  </a:cubicBezTo>
                  <a:cubicBezTo>
                    <a:pt x="130641" y="57631"/>
                    <a:pt x="131431" y="66628"/>
                    <a:pt x="135322" y="68664"/>
                  </a:cubicBezTo>
                  <a:cubicBezTo>
                    <a:pt x="140124" y="71157"/>
                    <a:pt x="147632" y="71461"/>
                    <a:pt x="151796" y="75868"/>
                  </a:cubicBezTo>
                  <a:cubicBezTo>
                    <a:pt x="154350" y="78573"/>
                    <a:pt x="155109" y="82859"/>
                    <a:pt x="158514" y="8456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34"/>
            <p:cNvSpPr/>
            <p:nvPr/>
          </p:nvSpPr>
          <p:spPr>
            <a:xfrm>
              <a:off x="2975000" y="20825"/>
              <a:ext cx="3962850" cy="2138350"/>
            </a:xfrm>
            <a:custGeom>
              <a:rect b="b" l="l" r="r" t="t"/>
              <a:pathLst>
                <a:path extrusionOk="0" fill="none" h="85534" w="158514">
                  <a:moveTo>
                    <a:pt x="0" y="16870"/>
                  </a:moveTo>
                  <a:cubicBezTo>
                    <a:pt x="7082" y="18420"/>
                    <a:pt x="14833" y="17629"/>
                    <a:pt x="20912" y="14955"/>
                  </a:cubicBezTo>
                  <a:cubicBezTo>
                    <a:pt x="28876" y="11459"/>
                    <a:pt x="35776" y="3951"/>
                    <a:pt x="45047" y="1702"/>
                  </a:cubicBezTo>
                  <a:cubicBezTo>
                    <a:pt x="52068" y="0"/>
                    <a:pt x="61703" y="2371"/>
                    <a:pt x="64166" y="9818"/>
                  </a:cubicBezTo>
                  <a:cubicBezTo>
                    <a:pt x="66567" y="16991"/>
                    <a:pt x="68877" y="22645"/>
                    <a:pt x="77722" y="22128"/>
                  </a:cubicBezTo>
                  <a:cubicBezTo>
                    <a:pt x="85503" y="21672"/>
                    <a:pt x="93133" y="16961"/>
                    <a:pt x="101127" y="16809"/>
                  </a:cubicBezTo>
                  <a:cubicBezTo>
                    <a:pt x="110063" y="16657"/>
                    <a:pt x="122161" y="18693"/>
                    <a:pt x="126963" y="27083"/>
                  </a:cubicBezTo>
                  <a:cubicBezTo>
                    <a:pt x="130276" y="32858"/>
                    <a:pt x="121705" y="37052"/>
                    <a:pt x="122161" y="42615"/>
                  </a:cubicBezTo>
                  <a:cubicBezTo>
                    <a:pt x="122616" y="47782"/>
                    <a:pt x="130762" y="50518"/>
                    <a:pt x="131279" y="54530"/>
                  </a:cubicBezTo>
                  <a:cubicBezTo>
                    <a:pt x="131735" y="57934"/>
                    <a:pt x="131796" y="66931"/>
                    <a:pt x="135778" y="69089"/>
                  </a:cubicBezTo>
                  <a:cubicBezTo>
                    <a:pt x="140550" y="71703"/>
                    <a:pt x="147936" y="72250"/>
                    <a:pt x="152039" y="76658"/>
                  </a:cubicBezTo>
                  <a:cubicBezTo>
                    <a:pt x="154593" y="79393"/>
                    <a:pt x="155231" y="83649"/>
                    <a:pt x="158514" y="8553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0" name="Google Shape;5660;p34"/>
          <p:cNvGrpSpPr/>
          <p:nvPr/>
        </p:nvGrpSpPr>
        <p:grpSpPr>
          <a:xfrm rot="-4031171">
            <a:off x="5595046" y="1803534"/>
            <a:ext cx="5998523" cy="4896980"/>
            <a:chOff x="2975000" y="20825"/>
            <a:chExt cx="3963625" cy="2500050"/>
          </a:xfrm>
        </p:grpSpPr>
        <p:sp>
          <p:nvSpPr>
            <p:cNvPr id="5661" name="Google Shape;5661;p34"/>
            <p:cNvSpPr/>
            <p:nvPr/>
          </p:nvSpPr>
          <p:spPr>
            <a:xfrm>
              <a:off x="2975000" y="442550"/>
              <a:ext cx="3962850" cy="2078325"/>
            </a:xfrm>
            <a:custGeom>
              <a:rect b="b" l="l" r="r" t="t"/>
              <a:pathLst>
                <a:path extrusionOk="0" fill="none" h="83133" w="158514">
                  <a:moveTo>
                    <a:pt x="0" y="1"/>
                  </a:moveTo>
                  <a:cubicBezTo>
                    <a:pt x="4347" y="3071"/>
                    <a:pt x="9423" y="6171"/>
                    <a:pt x="12797" y="10122"/>
                  </a:cubicBezTo>
                  <a:cubicBezTo>
                    <a:pt x="18025" y="16232"/>
                    <a:pt x="11095" y="25411"/>
                    <a:pt x="18298" y="31369"/>
                  </a:cubicBezTo>
                  <a:cubicBezTo>
                    <a:pt x="23952" y="36050"/>
                    <a:pt x="23982" y="41612"/>
                    <a:pt x="23283" y="48269"/>
                  </a:cubicBezTo>
                  <a:cubicBezTo>
                    <a:pt x="22706" y="53497"/>
                    <a:pt x="22463" y="62494"/>
                    <a:pt x="29028" y="64044"/>
                  </a:cubicBezTo>
                  <a:cubicBezTo>
                    <a:pt x="35776" y="65655"/>
                    <a:pt x="41186" y="60913"/>
                    <a:pt x="45624" y="56567"/>
                  </a:cubicBezTo>
                  <a:cubicBezTo>
                    <a:pt x="51855" y="50457"/>
                    <a:pt x="63466" y="46202"/>
                    <a:pt x="71825" y="49515"/>
                  </a:cubicBezTo>
                  <a:cubicBezTo>
                    <a:pt x="79211" y="52463"/>
                    <a:pt x="89728" y="48421"/>
                    <a:pt x="96598" y="51430"/>
                  </a:cubicBezTo>
                  <a:cubicBezTo>
                    <a:pt x="100762" y="53284"/>
                    <a:pt x="101035" y="58390"/>
                    <a:pt x="102343" y="62646"/>
                  </a:cubicBezTo>
                  <a:cubicBezTo>
                    <a:pt x="104197" y="68603"/>
                    <a:pt x="108938" y="75564"/>
                    <a:pt x="114106" y="78482"/>
                  </a:cubicBezTo>
                  <a:cubicBezTo>
                    <a:pt x="122343" y="83132"/>
                    <a:pt x="130914" y="70610"/>
                    <a:pt x="138909" y="69151"/>
                  </a:cubicBezTo>
                  <a:cubicBezTo>
                    <a:pt x="145474" y="67935"/>
                    <a:pt x="152435" y="73892"/>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34"/>
            <p:cNvSpPr/>
            <p:nvPr/>
          </p:nvSpPr>
          <p:spPr>
            <a:xfrm>
              <a:off x="2975000" y="442550"/>
              <a:ext cx="3962850" cy="2057800"/>
            </a:xfrm>
            <a:custGeom>
              <a:rect b="b" l="l" r="r" t="t"/>
              <a:pathLst>
                <a:path extrusionOk="0" fill="none" h="82312" w="158514">
                  <a:moveTo>
                    <a:pt x="0" y="1"/>
                  </a:moveTo>
                  <a:cubicBezTo>
                    <a:pt x="4408" y="3040"/>
                    <a:pt x="9392" y="6049"/>
                    <a:pt x="13040" y="9879"/>
                  </a:cubicBezTo>
                  <a:cubicBezTo>
                    <a:pt x="18602" y="15654"/>
                    <a:pt x="11733" y="24955"/>
                    <a:pt x="18694" y="30609"/>
                  </a:cubicBezTo>
                  <a:cubicBezTo>
                    <a:pt x="24408" y="35259"/>
                    <a:pt x="25077" y="40153"/>
                    <a:pt x="24317" y="46901"/>
                  </a:cubicBezTo>
                  <a:cubicBezTo>
                    <a:pt x="23739" y="52129"/>
                    <a:pt x="23131" y="61248"/>
                    <a:pt x="29849" y="62919"/>
                  </a:cubicBezTo>
                  <a:cubicBezTo>
                    <a:pt x="36870" y="64652"/>
                    <a:pt x="41794" y="59606"/>
                    <a:pt x="46627" y="55503"/>
                  </a:cubicBezTo>
                  <a:cubicBezTo>
                    <a:pt x="53557" y="49606"/>
                    <a:pt x="63983" y="44712"/>
                    <a:pt x="72798" y="48634"/>
                  </a:cubicBezTo>
                  <a:cubicBezTo>
                    <a:pt x="80123" y="51886"/>
                    <a:pt x="90245" y="48208"/>
                    <a:pt x="97266" y="51187"/>
                  </a:cubicBezTo>
                  <a:cubicBezTo>
                    <a:pt x="101522" y="52980"/>
                    <a:pt x="101674" y="58026"/>
                    <a:pt x="102890" y="62251"/>
                  </a:cubicBezTo>
                  <a:cubicBezTo>
                    <a:pt x="104561" y="68087"/>
                    <a:pt x="109303" y="75078"/>
                    <a:pt x="114440" y="77844"/>
                  </a:cubicBezTo>
                  <a:cubicBezTo>
                    <a:pt x="122799" y="82312"/>
                    <a:pt x="131097" y="70032"/>
                    <a:pt x="139243" y="68877"/>
                  </a:cubicBezTo>
                  <a:cubicBezTo>
                    <a:pt x="145656" y="67935"/>
                    <a:pt x="152495" y="73771"/>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34"/>
            <p:cNvSpPr/>
            <p:nvPr/>
          </p:nvSpPr>
          <p:spPr>
            <a:xfrm>
              <a:off x="2975000" y="442550"/>
              <a:ext cx="3962850" cy="2035775"/>
            </a:xfrm>
            <a:custGeom>
              <a:rect b="b" l="l" r="r" t="t"/>
              <a:pathLst>
                <a:path extrusionOk="0" fill="none" h="81431" w="158514">
                  <a:moveTo>
                    <a:pt x="0" y="1"/>
                  </a:moveTo>
                  <a:cubicBezTo>
                    <a:pt x="4468" y="3040"/>
                    <a:pt x="9362" y="5958"/>
                    <a:pt x="13313" y="9606"/>
                  </a:cubicBezTo>
                  <a:cubicBezTo>
                    <a:pt x="19210" y="15077"/>
                    <a:pt x="12432" y="24469"/>
                    <a:pt x="19089" y="29849"/>
                  </a:cubicBezTo>
                  <a:cubicBezTo>
                    <a:pt x="24803" y="34469"/>
                    <a:pt x="26019" y="38694"/>
                    <a:pt x="25350" y="45564"/>
                  </a:cubicBezTo>
                  <a:cubicBezTo>
                    <a:pt x="24833" y="50822"/>
                    <a:pt x="23739" y="60001"/>
                    <a:pt x="30609" y="61795"/>
                  </a:cubicBezTo>
                  <a:cubicBezTo>
                    <a:pt x="37691" y="63649"/>
                    <a:pt x="42797" y="58299"/>
                    <a:pt x="47813" y="54378"/>
                  </a:cubicBezTo>
                  <a:cubicBezTo>
                    <a:pt x="55989" y="47995"/>
                    <a:pt x="63345" y="43375"/>
                    <a:pt x="73801" y="47752"/>
                  </a:cubicBezTo>
                  <a:cubicBezTo>
                    <a:pt x="81704" y="51065"/>
                    <a:pt x="90762" y="48026"/>
                    <a:pt x="97966" y="50944"/>
                  </a:cubicBezTo>
                  <a:cubicBezTo>
                    <a:pt x="102282" y="52707"/>
                    <a:pt x="102343" y="57631"/>
                    <a:pt x="103437" y="61825"/>
                  </a:cubicBezTo>
                  <a:cubicBezTo>
                    <a:pt x="104957" y="67570"/>
                    <a:pt x="109637" y="74531"/>
                    <a:pt x="114774" y="77145"/>
                  </a:cubicBezTo>
                  <a:cubicBezTo>
                    <a:pt x="123285" y="81430"/>
                    <a:pt x="131310" y="69454"/>
                    <a:pt x="139577" y="68573"/>
                  </a:cubicBezTo>
                  <a:cubicBezTo>
                    <a:pt x="145869" y="67904"/>
                    <a:pt x="152587" y="73649"/>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34"/>
            <p:cNvSpPr/>
            <p:nvPr/>
          </p:nvSpPr>
          <p:spPr>
            <a:xfrm>
              <a:off x="2975000" y="442550"/>
              <a:ext cx="3962850" cy="2014500"/>
            </a:xfrm>
            <a:custGeom>
              <a:rect b="b" l="l" r="r" t="t"/>
              <a:pathLst>
                <a:path extrusionOk="0" fill="none" h="80580" w="158514">
                  <a:moveTo>
                    <a:pt x="0" y="1"/>
                  </a:moveTo>
                  <a:cubicBezTo>
                    <a:pt x="4560" y="3010"/>
                    <a:pt x="9392" y="5897"/>
                    <a:pt x="13526" y="9393"/>
                  </a:cubicBezTo>
                  <a:cubicBezTo>
                    <a:pt x="19666" y="14469"/>
                    <a:pt x="13162" y="23952"/>
                    <a:pt x="19484" y="29150"/>
                  </a:cubicBezTo>
                  <a:cubicBezTo>
                    <a:pt x="24560" y="33314"/>
                    <a:pt x="27235" y="37509"/>
                    <a:pt x="26323" y="44348"/>
                  </a:cubicBezTo>
                  <a:cubicBezTo>
                    <a:pt x="25563" y="49728"/>
                    <a:pt x="24317" y="58846"/>
                    <a:pt x="31308" y="60792"/>
                  </a:cubicBezTo>
                  <a:cubicBezTo>
                    <a:pt x="38390" y="62737"/>
                    <a:pt x="43770" y="57296"/>
                    <a:pt x="48998" y="53375"/>
                  </a:cubicBezTo>
                  <a:cubicBezTo>
                    <a:pt x="57813" y="46688"/>
                    <a:pt x="63892" y="42129"/>
                    <a:pt x="74743" y="47023"/>
                  </a:cubicBezTo>
                  <a:cubicBezTo>
                    <a:pt x="82433" y="50488"/>
                    <a:pt x="91248" y="47995"/>
                    <a:pt x="98604" y="50761"/>
                  </a:cubicBezTo>
                  <a:cubicBezTo>
                    <a:pt x="103042" y="52372"/>
                    <a:pt x="103011" y="57266"/>
                    <a:pt x="104014" y="61430"/>
                  </a:cubicBezTo>
                  <a:cubicBezTo>
                    <a:pt x="105382" y="67084"/>
                    <a:pt x="109941" y="74014"/>
                    <a:pt x="115109" y="76445"/>
                  </a:cubicBezTo>
                  <a:cubicBezTo>
                    <a:pt x="123802" y="80579"/>
                    <a:pt x="132100" y="68299"/>
                    <a:pt x="139912" y="68330"/>
                  </a:cubicBezTo>
                  <a:cubicBezTo>
                    <a:pt x="144927" y="68330"/>
                    <a:pt x="153529" y="7331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34"/>
            <p:cNvSpPr/>
            <p:nvPr/>
          </p:nvSpPr>
          <p:spPr>
            <a:xfrm>
              <a:off x="2975000" y="442550"/>
              <a:ext cx="3962850" cy="1991700"/>
            </a:xfrm>
            <a:custGeom>
              <a:rect b="b" l="l" r="r" t="t"/>
              <a:pathLst>
                <a:path extrusionOk="0" fill="none" h="79668" w="158514">
                  <a:moveTo>
                    <a:pt x="0" y="1"/>
                  </a:moveTo>
                  <a:cubicBezTo>
                    <a:pt x="4590" y="3010"/>
                    <a:pt x="9484" y="5897"/>
                    <a:pt x="13769" y="9119"/>
                  </a:cubicBezTo>
                  <a:cubicBezTo>
                    <a:pt x="20122" y="13861"/>
                    <a:pt x="13952" y="23344"/>
                    <a:pt x="19879" y="28360"/>
                  </a:cubicBezTo>
                  <a:cubicBezTo>
                    <a:pt x="24651" y="32402"/>
                    <a:pt x="28055" y="36475"/>
                    <a:pt x="27265" y="43102"/>
                  </a:cubicBezTo>
                  <a:cubicBezTo>
                    <a:pt x="26627" y="48482"/>
                    <a:pt x="24985" y="57600"/>
                    <a:pt x="31946" y="59698"/>
                  </a:cubicBezTo>
                  <a:cubicBezTo>
                    <a:pt x="39028" y="61795"/>
                    <a:pt x="44955" y="56202"/>
                    <a:pt x="50183" y="52251"/>
                  </a:cubicBezTo>
                  <a:cubicBezTo>
                    <a:pt x="59424" y="45260"/>
                    <a:pt x="64561" y="40761"/>
                    <a:pt x="75746" y="46232"/>
                  </a:cubicBezTo>
                  <a:cubicBezTo>
                    <a:pt x="83315" y="49971"/>
                    <a:pt x="91795" y="47813"/>
                    <a:pt x="99273" y="50488"/>
                  </a:cubicBezTo>
                  <a:cubicBezTo>
                    <a:pt x="103832" y="52129"/>
                    <a:pt x="103619" y="56840"/>
                    <a:pt x="104653" y="61035"/>
                  </a:cubicBezTo>
                  <a:cubicBezTo>
                    <a:pt x="106051" y="66749"/>
                    <a:pt x="110124" y="73315"/>
                    <a:pt x="115443" y="75716"/>
                  </a:cubicBezTo>
                  <a:cubicBezTo>
                    <a:pt x="124227" y="79667"/>
                    <a:pt x="132039" y="67995"/>
                    <a:pt x="140246" y="68056"/>
                  </a:cubicBezTo>
                  <a:cubicBezTo>
                    <a:pt x="145535" y="68087"/>
                    <a:pt x="153377" y="7340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34"/>
            <p:cNvSpPr/>
            <p:nvPr/>
          </p:nvSpPr>
          <p:spPr>
            <a:xfrm>
              <a:off x="2975000" y="442550"/>
              <a:ext cx="3963625" cy="1968900"/>
            </a:xfrm>
            <a:custGeom>
              <a:rect b="b" l="l" r="r" t="t"/>
              <a:pathLst>
                <a:path extrusionOk="0" fill="none" h="78756" w="158545">
                  <a:moveTo>
                    <a:pt x="0" y="1"/>
                  </a:moveTo>
                  <a:cubicBezTo>
                    <a:pt x="4651" y="2979"/>
                    <a:pt x="9575" y="5867"/>
                    <a:pt x="14013" y="8876"/>
                  </a:cubicBezTo>
                  <a:cubicBezTo>
                    <a:pt x="20548" y="13283"/>
                    <a:pt x="14985" y="22706"/>
                    <a:pt x="20305" y="27539"/>
                  </a:cubicBezTo>
                  <a:cubicBezTo>
                    <a:pt x="24590" y="31430"/>
                    <a:pt x="28724" y="35715"/>
                    <a:pt x="28147" y="42007"/>
                  </a:cubicBezTo>
                  <a:cubicBezTo>
                    <a:pt x="27630" y="47296"/>
                    <a:pt x="25654" y="56445"/>
                    <a:pt x="32584" y="58664"/>
                  </a:cubicBezTo>
                  <a:cubicBezTo>
                    <a:pt x="39606" y="60913"/>
                    <a:pt x="46354" y="55077"/>
                    <a:pt x="51369" y="51096"/>
                  </a:cubicBezTo>
                  <a:cubicBezTo>
                    <a:pt x="60609" y="43770"/>
                    <a:pt x="65351" y="39576"/>
                    <a:pt x="76749" y="45594"/>
                  </a:cubicBezTo>
                  <a:cubicBezTo>
                    <a:pt x="84166" y="49515"/>
                    <a:pt x="92251" y="47722"/>
                    <a:pt x="99911" y="50275"/>
                  </a:cubicBezTo>
                  <a:cubicBezTo>
                    <a:pt x="104622" y="51855"/>
                    <a:pt x="104318" y="56445"/>
                    <a:pt x="105260" y="60609"/>
                  </a:cubicBezTo>
                  <a:cubicBezTo>
                    <a:pt x="106537" y="66324"/>
                    <a:pt x="110428" y="72676"/>
                    <a:pt x="115808" y="74956"/>
                  </a:cubicBezTo>
                  <a:cubicBezTo>
                    <a:pt x="124714" y="78756"/>
                    <a:pt x="132313" y="67418"/>
                    <a:pt x="140580" y="67813"/>
                  </a:cubicBezTo>
                  <a:cubicBezTo>
                    <a:pt x="145778" y="68056"/>
                    <a:pt x="153438" y="73315"/>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34"/>
            <p:cNvSpPr/>
            <p:nvPr/>
          </p:nvSpPr>
          <p:spPr>
            <a:xfrm>
              <a:off x="2975000" y="442550"/>
              <a:ext cx="3962850" cy="1919500"/>
            </a:xfrm>
            <a:custGeom>
              <a:rect b="b" l="l" r="r" t="t"/>
              <a:pathLst>
                <a:path extrusionOk="0" fill="none" h="76780" w="158514">
                  <a:moveTo>
                    <a:pt x="0" y="1"/>
                  </a:moveTo>
                  <a:cubicBezTo>
                    <a:pt x="4712" y="2949"/>
                    <a:pt x="9666" y="5776"/>
                    <a:pt x="14225" y="8633"/>
                  </a:cubicBezTo>
                  <a:cubicBezTo>
                    <a:pt x="20973" y="12797"/>
                    <a:pt x="16049" y="21977"/>
                    <a:pt x="20760" y="26718"/>
                  </a:cubicBezTo>
                  <a:cubicBezTo>
                    <a:pt x="24438" y="30396"/>
                    <a:pt x="29332" y="35168"/>
                    <a:pt x="28967" y="41004"/>
                  </a:cubicBezTo>
                  <a:cubicBezTo>
                    <a:pt x="28633" y="46202"/>
                    <a:pt x="26444" y="55381"/>
                    <a:pt x="33192" y="57661"/>
                  </a:cubicBezTo>
                  <a:cubicBezTo>
                    <a:pt x="40153" y="60032"/>
                    <a:pt x="47752" y="53953"/>
                    <a:pt x="52494" y="49880"/>
                  </a:cubicBezTo>
                  <a:cubicBezTo>
                    <a:pt x="61703" y="41977"/>
                    <a:pt x="66293" y="38633"/>
                    <a:pt x="77722" y="45016"/>
                  </a:cubicBezTo>
                  <a:cubicBezTo>
                    <a:pt x="84926" y="49059"/>
                    <a:pt x="92707" y="47722"/>
                    <a:pt x="100488" y="50093"/>
                  </a:cubicBezTo>
                  <a:cubicBezTo>
                    <a:pt x="105382" y="51582"/>
                    <a:pt x="104987" y="56080"/>
                    <a:pt x="105838" y="60245"/>
                  </a:cubicBezTo>
                  <a:cubicBezTo>
                    <a:pt x="107023" y="65898"/>
                    <a:pt x="111005" y="72676"/>
                    <a:pt x="116142" y="74227"/>
                  </a:cubicBezTo>
                  <a:cubicBezTo>
                    <a:pt x="124683" y="76780"/>
                    <a:pt x="132191" y="66901"/>
                    <a:pt x="140884" y="67570"/>
                  </a:cubicBezTo>
                  <a:cubicBezTo>
                    <a:pt x="145930" y="67965"/>
                    <a:pt x="153468" y="73224"/>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34"/>
            <p:cNvSpPr/>
            <p:nvPr/>
          </p:nvSpPr>
          <p:spPr>
            <a:xfrm>
              <a:off x="2975000" y="442550"/>
              <a:ext cx="3962100" cy="1896700"/>
            </a:xfrm>
            <a:custGeom>
              <a:rect b="b" l="l" r="r" t="t"/>
              <a:pathLst>
                <a:path extrusionOk="0" fill="none" h="75868" w="158484">
                  <a:moveTo>
                    <a:pt x="0" y="1"/>
                  </a:moveTo>
                  <a:cubicBezTo>
                    <a:pt x="4742" y="2949"/>
                    <a:pt x="9788" y="5441"/>
                    <a:pt x="14438" y="8359"/>
                  </a:cubicBezTo>
                  <a:cubicBezTo>
                    <a:pt x="21520" y="12797"/>
                    <a:pt x="16900" y="20852"/>
                    <a:pt x="21277" y="25837"/>
                  </a:cubicBezTo>
                  <a:cubicBezTo>
                    <a:pt x="24408" y="29424"/>
                    <a:pt x="29758" y="34652"/>
                    <a:pt x="29727" y="40123"/>
                  </a:cubicBezTo>
                  <a:cubicBezTo>
                    <a:pt x="29666" y="45229"/>
                    <a:pt x="27447" y="54014"/>
                    <a:pt x="33770" y="56658"/>
                  </a:cubicBezTo>
                  <a:cubicBezTo>
                    <a:pt x="40396" y="59394"/>
                    <a:pt x="49545" y="52433"/>
                    <a:pt x="53618" y="48542"/>
                  </a:cubicBezTo>
                  <a:cubicBezTo>
                    <a:pt x="62707" y="39788"/>
                    <a:pt x="67448" y="37904"/>
                    <a:pt x="78725" y="44530"/>
                  </a:cubicBezTo>
                  <a:cubicBezTo>
                    <a:pt x="85716" y="48664"/>
                    <a:pt x="93224" y="47722"/>
                    <a:pt x="101066" y="49910"/>
                  </a:cubicBezTo>
                  <a:cubicBezTo>
                    <a:pt x="106142" y="51308"/>
                    <a:pt x="105716" y="55685"/>
                    <a:pt x="106476" y="59849"/>
                  </a:cubicBezTo>
                  <a:cubicBezTo>
                    <a:pt x="107540" y="65503"/>
                    <a:pt x="111279" y="71977"/>
                    <a:pt x="116477" y="73467"/>
                  </a:cubicBezTo>
                  <a:cubicBezTo>
                    <a:pt x="124927" y="75868"/>
                    <a:pt x="132708" y="66354"/>
                    <a:pt x="141188" y="67357"/>
                  </a:cubicBezTo>
                  <a:cubicBezTo>
                    <a:pt x="146143" y="67935"/>
                    <a:pt x="153468" y="7313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34"/>
            <p:cNvSpPr/>
            <p:nvPr/>
          </p:nvSpPr>
          <p:spPr>
            <a:xfrm>
              <a:off x="2975000" y="442550"/>
              <a:ext cx="3962850" cy="1870875"/>
            </a:xfrm>
            <a:custGeom>
              <a:rect b="b" l="l" r="r" t="t"/>
              <a:pathLst>
                <a:path extrusionOk="0" fill="none" h="74835" w="158514">
                  <a:moveTo>
                    <a:pt x="0" y="1"/>
                  </a:moveTo>
                  <a:cubicBezTo>
                    <a:pt x="4803" y="2919"/>
                    <a:pt x="9848" y="5350"/>
                    <a:pt x="14651" y="8116"/>
                  </a:cubicBezTo>
                  <a:cubicBezTo>
                    <a:pt x="21946" y="12311"/>
                    <a:pt x="18086" y="19697"/>
                    <a:pt x="21885" y="24895"/>
                  </a:cubicBezTo>
                  <a:cubicBezTo>
                    <a:pt x="24590" y="28633"/>
                    <a:pt x="30031" y="34013"/>
                    <a:pt x="30396" y="39272"/>
                  </a:cubicBezTo>
                  <a:cubicBezTo>
                    <a:pt x="30791" y="44439"/>
                    <a:pt x="28299" y="52919"/>
                    <a:pt x="34439" y="55625"/>
                  </a:cubicBezTo>
                  <a:cubicBezTo>
                    <a:pt x="41186" y="58603"/>
                    <a:pt x="50670" y="51217"/>
                    <a:pt x="54712" y="47083"/>
                  </a:cubicBezTo>
                  <a:cubicBezTo>
                    <a:pt x="63892" y="37630"/>
                    <a:pt x="68542" y="37266"/>
                    <a:pt x="79789" y="44135"/>
                  </a:cubicBezTo>
                  <a:cubicBezTo>
                    <a:pt x="86476" y="48208"/>
                    <a:pt x="93984" y="47661"/>
                    <a:pt x="101674" y="49728"/>
                  </a:cubicBezTo>
                  <a:cubicBezTo>
                    <a:pt x="106932" y="51126"/>
                    <a:pt x="106416" y="55138"/>
                    <a:pt x="107145" y="59454"/>
                  </a:cubicBezTo>
                  <a:cubicBezTo>
                    <a:pt x="108057" y="64986"/>
                    <a:pt x="111552" y="71339"/>
                    <a:pt x="116872" y="72707"/>
                  </a:cubicBezTo>
                  <a:cubicBezTo>
                    <a:pt x="125322" y="74835"/>
                    <a:pt x="133285" y="65837"/>
                    <a:pt x="141523" y="67114"/>
                  </a:cubicBezTo>
                  <a:cubicBezTo>
                    <a:pt x="146386" y="67874"/>
                    <a:pt x="153559" y="73011"/>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34"/>
            <p:cNvSpPr/>
            <p:nvPr/>
          </p:nvSpPr>
          <p:spPr>
            <a:xfrm>
              <a:off x="2975000" y="442550"/>
              <a:ext cx="3962850" cy="1848075"/>
            </a:xfrm>
            <a:custGeom>
              <a:rect b="b" l="l" r="r" t="t"/>
              <a:pathLst>
                <a:path extrusionOk="0" fill="none" h="73923" w="158514">
                  <a:moveTo>
                    <a:pt x="0" y="1"/>
                  </a:moveTo>
                  <a:cubicBezTo>
                    <a:pt x="4833" y="2888"/>
                    <a:pt x="9909" y="5259"/>
                    <a:pt x="14864" y="7873"/>
                  </a:cubicBezTo>
                  <a:cubicBezTo>
                    <a:pt x="22219" y="11764"/>
                    <a:pt x="19301" y="18390"/>
                    <a:pt x="22584" y="23922"/>
                  </a:cubicBezTo>
                  <a:cubicBezTo>
                    <a:pt x="25046" y="28086"/>
                    <a:pt x="30092" y="33649"/>
                    <a:pt x="31004" y="38542"/>
                  </a:cubicBezTo>
                  <a:cubicBezTo>
                    <a:pt x="31855" y="43284"/>
                    <a:pt x="29150" y="51947"/>
                    <a:pt x="35107" y="54561"/>
                  </a:cubicBezTo>
                  <a:cubicBezTo>
                    <a:pt x="42250" y="57691"/>
                    <a:pt x="51673" y="50032"/>
                    <a:pt x="55746" y="45503"/>
                  </a:cubicBezTo>
                  <a:cubicBezTo>
                    <a:pt x="64834" y="35411"/>
                    <a:pt x="69941" y="36992"/>
                    <a:pt x="80822" y="43770"/>
                  </a:cubicBezTo>
                  <a:cubicBezTo>
                    <a:pt x="87205" y="47782"/>
                    <a:pt x="94683" y="47691"/>
                    <a:pt x="102191" y="49576"/>
                  </a:cubicBezTo>
                  <a:cubicBezTo>
                    <a:pt x="107571" y="50913"/>
                    <a:pt x="107145" y="54682"/>
                    <a:pt x="107783" y="59090"/>
                  </a:cubicBezTo>
                  <a:cubicBezTo>
                    <a:pt x="108604" y="64591"/>
                    <a:pt x="111826" y="70610"/>
                    <a:pt x="117236" y="71917"/>
                  </a:cubicBezTo>
                  <a:cubicBezTo>
                    <a:pt x="125504" y="73923"/>
                    <a:pt x="133863" y="65321"/>
                    <a:pt x="141827" y="66901"/>
                  </a:cubicBezTo>
                  <a:cubicBezTo>
                    <a:pt x="146599" y="67813"/>
                    <a:pt x="153620" y="7292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34"/>
            <p:cNvSpPr/>
            <p:nvPr/>
          </p:nvSpPr>
          <p:spPr>
            <a:xfrm>
              <a:off x="2975000" y="442550"/>
              <a:ext cx="3962100" cy="1826050"/>
            </a:xfrm>
            <a:custGeom>
              <a:rect b="b" l="l" r="r" t="t"/>
              <a:pathLst>
                <a:path extrusionOk="0" fill="none" h="73042" w="158484">
                  <a:moveTo>
                    <a:pt x="0" y="1"/>
                  </a:moveTo>
                  <a:cubicBezTo>
                    <a:pt x="4894" y="2858"/>
                    <a:pt x="10000" y="5168"/>
                    <a:pt x="15076" y="7630"/>
                  </a:cubicBezTo>
                  <a:cubicBezTo>
                    <a:pt x="22402" y="11217"/>
                    <a:pt x="20639" y="16992"/>
                    <a:pt x="23435" y="22980"/>
                  </a:cubicBezTo>
                  <a:cubicBezTo>
                    <a:pt x="25685" y="27813"/>
                    <a:pt x="29910" y="33041"/>
                    <a:pt x="31460" y="37934"/>
                  </a:cubicBezTo>
                  <a:cubicBezTo>
                    <a:pt x="32858" y="42372"/>
                    <a:pt x="29940" y="51096"/>
                    <a:pt x="35867" y="53558"/>
                  </a:cubicBezTo>
                  <a:cubicBezTo>
                    <a:pt x="43618" y="56749"/>
                    <a:pt x="52433" y="48937"/>
                    <a:pt x="56779" y="43831"/>
                  </a:cubicBezTo>
                  <a:cubicBezTo>
                    <a:pt x="65746" y="33314"/>
                    <a:pt x="71552" y="36901"/>
                    <a:pt x="81886" y="43466"/>
                  </a:cubicBezTo>
                  <a:cubicBezTo>
                    <a:pt x="87965" y="47327"/>
                    <a:pt x="95412" y="47752"/>
                    <a:pt x="102707" y="49454"/>
                  </a:cubicBezTo>
                  <a:cubicBezTo>
                    <a:pt x="108148" y="50700"/>
                    <a:pt x="107905" y="54226"/>
                    <a:pt x="108452" y="58725"/>
                  </a:cubicBezTo>
                  <a:cubicBezTo>
                    <a:pt x="109182" y="64226"/>
                    <a:pt x="112130" y="69910"/>
                    <a:pt x="117571" y="71187"/>
                  </a:cubicBezTo>
                  <a:cubicBezTo>
                    <a:pt x="125626" y="73041"/>
                    <a:pt x="134410" y="64895"/>
                    <a:pt x="142100" y="66688"/>
                  </a:cubicBezTo>
                  <a:cubicBezTo>
                    <a:pt x="146751" y="67783"/>
                    <a:pt x="153590" y="72828"/>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34"/>
            <p:cNvSpPr/>
            <p:nvPr/>
          </p:nvSpPr>
          <p:spPr>
            <a:xfrm>
              <a:off x="2975000" y="442550"/>
              <a:ext cx="3962850" cy="1818450"/>
            </a:xfrm>
            <a:custGeom>
              <a:rect b="b" l="l" r="r" t="t"/>
              <a:pathLst>
                <a:path extrusionOk="0" fill="none" h="72738" w="158514">
                  <a:moveTo>
                    <a:pt x="0" y="1"/>
                  </a:moveTo>
                  <a:cubicBezTo>
                    <a:pt x="4924" y="2827"/>
                    <a:pt x="10122" y="5077"/>
                    <a:pt x="15259" y="7387"/>
                  </a:cubicBezTo>
                  <a:cubicBezTo>
                    <a:pt x="22432" y="10609"/>
                    <a:pt x="22159" y="15594"/>
                    <a:pt x="24317" y="22007"/>
                  </a:cubicBezTo>
                  <a:cubicBezTo>
                    <a:pt x="26171" y="27630"/>
                    <a:pt x="29332" y="32402"/>
                    <a:pt x="31733" y="37418"/>
                  </a:cubicBezTo>
                  <a:cubicBezTo>
                    <a:pt x="33831" y="41764"/>
                    <a:pt x="30669" y="50305"/>
                    <a:pt x="36657" y="52615"/>
                  </a:cubicBezTo>
                  <a:cubicBezTo>
                    <a:pt x="44955" y="55868"/>
                    <a:pt x="53162" y="47630"/>
                    <a:pt x="57782" y="42068"/>
                  </a:cubicBezTo>
                  <a:cubicBezTo>
                    <a:pt x="66476" y="31551"/>
                    <a:pt x="73315" y="37022"/>
                    <a:pt x="82950" y="43193"/>
                  </a:cubicBezTo>
                  <a:cubicBezTo>
                    <a:pt x="88695" y="46871"/>
                    <a:pt x="96142" y="47813"/>
                    <a:pt x="103194" y="49333"/>
                  </a:cubicBezTo>
                  <a:cubicBezTo>
                    <a:pt x="108726" y="50488"/>
                    <a:pt x="108634" y="53740"/>
                    <a:pt x="109151" y="58390"/>
                  </a:cubicBezTo>
                  <a:cubicBezTo>
                    <a:pt x="109789" y="63862"/>
                    <a:pt x="112464" y="69211"/>
                    <a:pt x="117996" y="70427"/>
                  </a:cubicBezTo>
                  <a:cubicBezTo>
                    <a:pt x="125778" y="72129"/>
                    <a:pt x="135018" y="64439"/>
                    <a:pt x="142434" y="66506"/>
                  </a:cubicBezTo>
                  <a:cubicBezTo>
                    <a:pt x="146994" y="67752"/>
                    <a:pt x="153650" y="72737"/>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34"/>
            <p:cNvSpPr/>
            <p:nvPr/>
          </p:nvSpPr>
          <p:spPr>
            <a:xfrm>
              <a:off x="2975000" y="442550"/>
              <a:ext cx="3962850" cy="1816175"/>
            </a:xfrm>
            <a:custGeom>
              <a:rect b="b" l="l" r="r" t="t"/>
              <a:pathLst>
                <a:path extrusionOk="0" fill="none" h="72647" w="158514">
                  <a:moveTo>
                    <a:pt x="0" y="1"/>
                  </a:moveTo>
                  <a:cubicBezTo>
                    <a:pt x="4985" y="2797"/>
                    <a:pt x="10244" y="4985"/>
                    <a:pt x="15441" y="7144"/>
                  </a:cubicBezTo>
                  <a:cubicBezTo>
                    <a:pt x="22341" y="10031"/>
                    <a:pt x="23648" y="14621"/>
                    <a:pt x="25259" y="21034"/>
                  </a:cubicBezTo>
                  <a:cubicBezTo>
                    <a:pt x="26688" y="26809"/>
                    <a:pt x="28572" y="31977"/>
                    <a:pt x="31885" y="36992"/>
                  </a:cubicBezTo>
                  <a:cubicBezTo>
                    <a:pt x="34742" y="41278"/>
                    <a:pt x="31429" y="49606"/>
                    <a:pt x="37478" y="51825"/>
                  </a:cubicBezTo>
                  <a:cubicBezTo>
                    <a:pt x="46171" y="55017"/>
                    <a:pt x="54469" y="46202"/>
                    <a:pt x="58755" y="40305"/>
                  </a:cubicBezTo>
                  <a:cubicBezTo>
                    <a:pt x="66232" y="30001"/>
                    <a:pt x="76415" y="38025"/>
                    <a:pt x="84044" y="42889"/>
                  </a:cubicBezTo>
                  <a:cubicBezTo>
                    <a:pt x="89546" y="46384"/>
                    <a:pt x="96841" y="47874"/>
                    <a:pt x="103680" y="49211"/>
                  </a:cubicBezTo>
                  <a:cubicBezTo>
                    <a:pt x="109242" y="50305"/>
                    <a:pt x="109364" y="53254"/>
                    <a:pt x="109850" y="58026"/>
                  </a:cubicBezTo>
                  <a:cubicBezTo>
                    <a:pt x="110397" y="63436"/>
                    <a:pt x="112829" y="68482"/>
                    <a:pt x="118422" y="69667"/>
                  </a:cubicBezTo>
                  <a:cubicBezTo>
                    <a:pt x="125930" y="71278"/>
                    <a:pt x="135626" y="64044"/>
                    <a:pt x="142708" y="66293"/>
                  </a:cubicBezTo>
                  <a:cubicBezTo>
                    <a:pt x="147176" y="67692"/>
                    <a:pt x="153681" y="72646"/>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34"/>
            <p:cNvSpPr/>
            <p:nvPr/>
          </p:nvSpPr>
          <p:spPr>
            <a:xfrm>
              <a:off x="2975000" y="442550"/>
              <a:ext cx="3962850" cy="1813875"/>
            </a:xfrm>
            <a:custGeom>
              <a:rect b="b" l="l" r="r" t="t"/>
              <a:pathLst>
                <a:path extrusionOk="0" fill="none" h="72555" w="158514">
                  <a:moveTo>
                    <a:pt x="0" y="1"/>
                  </a:moveTo>
                  <a:cubicBezTo>
                    <a:pt x="5015" y="2767"/>
                    <a:pt x="10335" y="4894"/>
                    <a:pt x="15624" y="6931"/>
                  </a:cubicBezTo>
                  <a:cubicBezTo>
                    <a:pt x="22189" y="9423"/>
                    <a:pt x="24925" y="13648"/>
                    <a:pt x="26262" y="20031"/>
                  </a:cubicBezTo>
                  <a:cubicBezTo>
                    <a:pt x="27508" y="25958"/>
                    <a:pt x="27843" y="31582"/>
                    <a:pt x="31916" y="36597"/>
                  </a:cubicBezTo>
                  <a:cubicBezTo>
                    <a:pt x="35290" y="40731"/>
                    <a:pt x="32432" y="49150"/>
                    <a:pt x="38299" y="51096"/>
                  </a:cubicBezTo>
                  <a:cubicBezTo>
                    <a:pt x="47326" y="54105"/>
                    <a:pt x="55138" y="44804"/>
                    <a:pt x="59758" y="38512"/>
                  </a:cubicBezTo>
                  <a:cubicBezTo>
                    <a:pt x="66901" y="28816"/>
                    <a:pt x="78512" y="38512"/>
                    <a:pt x="85139" y="42585"/>
                  </a:cubicBezTo>
                  <a:cubicBezTo>
                    <a:pt x="90397" y="45807"/>
                    <a:pt x="97510" y="47995"/>
                    <a:pt x="104105" y="49120"/>
                  </a:cubicBezTo>
                  <a:cubicBezTo>
                    <a:pt x="109698" y="50062"/>
                    <a:pt x="109729" y="52707"/>
                    <a:pt x="110580" y="57691"/>
                  </a:cubicBezTo>
                  <a:cubicBezTo>
                    <a:pt x="111461" y="63071"/>
                    <a:pt x="112829" y="67692"/>
                    <a:pt x="118878" y="68938"/>
                  </a:cubicBezTo>
                  <a:cubicBezTo>
                    <a:pt x="126082" y="70427"/>
                    <a:pt x="136234" y="63649"/>
                    <a:pt x="143012" y="66111"/>
                  </a:cubicBezTo>
                  <a:cubicBezTo>
                    <a:pt x="147359" y="67661"/>
                    <a:pt x="153742" y="7255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34"/>
            <p:cNvSpPr/>
            <p:nvPr/>
          </p:nvSpPr>
          <p:spPr>
            <a:xfrm>
              <a:off x="2975000" y="442550"/>
              <a:ext cx="3962850" cy="1804000"/>
            </a:xfrm>
            <a:custGeom>
              <a:rect b="b" l="l" r="r" t="t"/>
              <a:pathLst>
                <a:path extrusionOk="0" fill="none" h="72160" w="158514">
                  <a:moveTo>
                    <a:pt x="0" y="1"/>
                  </a:moveTo>
                  <a:cubicBezTo>
                    <a:pt x="5076" y="2736"/>
                    <a:pt x="10456" y="4803"/>
                    <a:pt x="15806" y="6688"/>
                  </a:cubicBezTo>
                  <a:cubicBezTo>
                    <a:pt x="22037" y="8876"/>
                    <a:pt x="26049" y="12767"/>
                    <a:pt x="27326" y="18967"/>
                  </a:cubicBezTo>
                  <a:cubicBezTo>
                    <a:pt x="28542" y="24925"/>
                    <a:pt x="27326" y="31126"/>
                    <a:pt x="31855" y="36202"/>
                  </a:cubicBezTo>
                  <a:cubicBezTo>
                    <a:pt x="35381" y="40153"/>
                    <a:pt x="33618" y="48725"/>
                    <a:pt x="39150" y="50457"/>
                  </a:cubicBezTo>
                  <a:cubicBezTo>
                    <a:pt x="48329" y="53314"/>
                    <a:pt x="55746" y="42919"/>
                    <a:pt x="60792" y="36810"/>
                  </a:cubicBezTo>
                  <a:cubicBezTo>
                    <a:pt x="67995" y="28086"/>
                    <a:pt x="80032" y="38360"/>
                    <a:pt x="86263" y="42159"/>
                  </a:cubicBezTo>
                  <a:cubicBezTo>
                    <a:pt x="91430" y="45320"/>
                    <a:pt x="98057" y="48056"/>
                    <a:pt x="104561" y="48998"/>
                  </a:cubicBezTo>
                  <a:cubicBezTo>
                    <a:pt x="115747" y="50700"/>
                    <a:pt x="107692" y="65898"/>
                    <a:pt x="119303" y="68178"/>
                  </a:cubicBezTo>
                  <a:cubicBezTo>
                    <a:pt x="126294" y="69576"/>
                    <a:pt x="136872" y="63254"/>
                    <a:pt x="143316" y="65898"/>
                  </a:cubicBezTo>
                  <a:cubicBezTo>
                    <a:pt x="147784" y="67752"/>
                    <a:pt x="153407" y="72160"/>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34"/>
            <p:cNvSpPr/>
            <p:nvPr/>
          </p:nvSpPr>
          <p:spPr>
            <a:xfrm>
              <a:off x="2975000" y="442550"/>
              <a:ext cx="3962100" cy="1802475"/>
            </a:xfrm>
            <a:custGeom>
              <a:rect b="b" l="l" r="r" t="t"/>
              <a:pathLst>
                <a:path extrusionOk="0" fill="none" h="72099" w="158484">
                  <a:moveTo>
                    <a:pt x="0" y="1"/>
                  </a:moveTo>
                  <a:cubicBezTo>
                    <a:pt x="5107" y="2706"/>
                    <a:pt x="10760" y="4590"/>
                    <a:pt x="15958" y="6444"/>
                  </a:cubicBezTo>
                  <a:cubicBezTo>
                    <a:pt x="21764" y="8511"/>
                    <a:pt x="26931" y="11733"/>
                    <a:pt x="28390" y="17843"/>
                  </a:cubicBezTo>
                  <a:cubicBezTo>
                    <a:pt x="29788" y="23740"/>
                    <a:pt x="26900" y="30579"/>
                    <a:pt x="31672" y="35867"/>
                  </a:cubicBezTo>
                  <a:cubicBezTo>
                    <a:pt x="35107" y="39636"/>
                    <a:pt x="34925" y="48390"/>
                    <a:pt x="40001" y="49849"/>
                  </a:cubicBezTo>
                  <a:cubicBezTo>
                    <a:pt x="49302" y="52494"/>
                    <a:pt x="56415" y="40761"/>
                    <a:pt x="61886" y="35320"/>
                  </a:cubicBezTo>
                  <a:cubicBezTo>
                    <a:pt x="69211" y="28025"/>
                    <a:pt x="81278" y="37873"/>
                    <a:pt x="87327" y="41612"/>
                  </a:cubicBezTo>
                  <a:cubicBezTo>
                    <a:pt x="92585" y="44864"/>
                    <a:pt x="98421" y="48117"/>
                    <a:pt x="104926" y="48968"/>
                  </a:cubicBezTo>
                  <a:cubicBezTo>
                    <a:pt x="116385" y="50457"/>
                    <a:pt x="108239" y="65442"/>
                    <a:pt x="119759" y="67509"/>
                  </a:cubicBezTo>
                  <a:cubicBezTo>
                    <a:pt x="126659" y="68725"/>
                    <a:pt x="137298" y="62980"/>
                    <a:pt x="143559" y="65716"/>
                  </a:cubicBezTo>
                  <a:cubicBezTo>
                    <a:pt x="147936" y="67631"/>
                    <a:pt x="153407" y="72099"/>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34"/>
            <p:cNvSpPr/>
            <p:nvPr/>
          </p:nvSpPr>
          <p:spPr>
            <a:xfrm>
              <a:off x="2975000" y="442550"/>
              <a:ext cx="3962850" cy="1800200"/>
            </a:xfrm>
            <a:custGeom>
              <a:rect b="b" l="l" r="r" t="t"/>
              <a:pathLst>
                <a:path extrusionOk="0" fill="none" h="72008" w="158514">
                  <a:moveTo>
                    <a:pt x="0" y="1"/>
                  </a:moveTo>
                  <a:cubicBezTo>
                    <a:pt x="5167" y="2645"/>
                    <a:pt x="10821" y="4499"/>
                    <a:pt x="16140" y="6201"/>
                  </a:cubicBezTo>
                  <a:cubicBezTo>
                    <a:pt x="21976" y="8055"/>
                    <a:pt x="27630" y="11065"/>
                    <a:pt x="29484" y="16657"/>
                  </a:cubicBezTo>
                  <a:cubicBezTo>
                    <a:pt x="31308" y="22159"/>
                    <a:pt x="26748" y="29940"/>
                    <a:pt x="31521" y="35442"/>
                  </a:cubicBezTo>
                  <a:cubicBezTo>
                    <a:pt x="34621" y="38998"/>
                    <a:pt x="36414" y="48147"/>
                    <a:pt x="40913" y="49211"/>
                  </a:cubicBezTo>
                  <a:cubicBezTo>
                    <a:pt x="50244" y="51430"/>
                    <a:pt x="56749" y="38846"/>
                    <a:pt x="63041" y="34044"/>
                  </a:cubicBezTo>
                  <a:cubicBezTo>
                    <a:pt x="70731" y="28147"/>
                    <a:pt x="82190" y="36992"/>
                    <a:pt x="88391" y="40943"/>
                  </a:cubicBezTo>
                  <a:cubicBezTo>
                    <a:pt x="93862" y="44409"/>
                    <a:pt x="98695" y="48147"/>
                    <a:pt x="105352" y="48907"/>
                  </a:cubicBezTo>
                  <a:cubicBezTo>
                    <a:pt x="117024" y="50184"/>
                    <a:pt x="108786" y="64834"/>
                    <a:pt x="120276" y="66780"/>
                  </a:cubicBezTo>
                  <a:cubicBezTo>
                    <a:pt x="126993" y="67904"/>
                    <a:pt x="137784" y="62585"/>
                    <a:pt x="143863" y="65533"/>
                  </a:cubicBezTo>
                  <a:cubicBezTo>
                    <a:pt x="148149" y="67570"/>
                    <a:pt x="153468" y="72008"/>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34"/>
            <p:cNvSpPr/>
            <p:nvPr/>
          </p:nvSpPr>
          <p:spPr>
            <a:xfrm>
              <a:off x="2975000" y="442550"/>
              <a:ext cx="3963625" cy="1798675"/>
            </a:xfrm>
            <a:custGeom>
              <a:rect b="b" l="l" r="r" t="t"/>
              <a:pathLst>
                <a:path extrusionOk="0" fill="none" h="71947" w="158545">
                  <a:moveTo>
                    <a:pt x="0" y="1"/>
                  </a:moveTo>
                  <a:cubicBezTo>
                    <a:pt x="5198" y="2615"/>
                    <a:pt x="10912" y="4408"/>
                    <a:pt x="16323" y="5958"/>
                  </a:cubicBezTo>
                  <a:cubicBezTo>
                    <a:pt x="22067" y="7630"/>
                    <a:pt x="28147" y="10365"/>
                    <a:pt x="30578" y="15472"/>
                  </a:cubicBezTo>
                  <a:cubicBezTo>
                    <a:pt x="33192" y="20974"/>
                    <a:pt x="26931" y="29059"/>
                    <a:pt x="31369" y="35047"/>
                  </a:cubicBezTo>
                  <a:cubicBezTo>
                    <a:pt x="33831" y="38390"/>
                    <a:pt x="37904" y="47904"/>
                    <a:pt x="41825" y="48542"/>
                  </a:cubicBezTo>
                  <a:cubicBezTo>
                    <a:pt x="50883" y="50062"/>
                    <a:pt x="57296" y="36931"/>
                    <a:pt x="64257" y="33010"/>
                  </a:cubicBezTo>
                  <a:cubicBezTo>
                    <a:pt x="72160" y="28512"/>
                    <a:pt x="83102" y="35928"/>
                    <a:pt x="89424" y="40153"/>
                  </a:cubicBezTo>
                  <a:cubicBezTo>
                    <a:pt x="94804" y="43740"/>
                    <a:pt x="98877" y="48208"/>
                    <a:pt x="105747" y="48846"/>
                  </a:cubicBezTo>
                  <a:cubicBezTo>
                    <a:pt x="117601" y="49971"/>
                    <a:pt x="109425" y="64257"/>
                    <a:pt x="120793" y="66081"/>
                  </a:cubicBezTo>
                  <a:cubicBezTo>
                    <a:pt x="127419" y="67144"/>
                    <a:pt x="138270" y="62281"/>
                    <a:pt x="144167" y="65351"/>
                  </a:cubicBezTo>
                  <a:cubicBezTo>
                    <a:pt x="148362" y="67540"/>
                    <a:pt x="153529" y="71947"/>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34"/>
            <p:cNvSpPr/>
            <p:nvPr/>
          </p:nvSpPr>
          <p:spPr>
            <a:xfrm>
              <a:off x="2975000" y="442550"/>
              <a:ext cx="3962850" cy="1795650"/>
            </a:xfrm>
            <a:custGeom>
              <a:rect b="b" l="l" r="r" t="t"/>
              <a:pathLst>
                <a:path extrusionOk="0" fill="none" h="71826" w="158514">
                  <a:moveTo>
                    <a:pt x="0" y="1"/>
                  </a:moveTo>
                  <a:cubicBezTo>
                    <a:pt x="5259" y="2584"/>
                    <a:pt x="10973" y="4317"/>
                    <a:pt x="16475" y="5745"/>
                  </a:cubicBezTo>
                  <a:cubicBezTo>
                    <a:pt x="22250" y="7235"/>
                    <a:pt x="28542" y="9788"/>
                    <a:pt x="31581" y="14195"/>
                  </a:cubicBezTo>
                  <a:cubicBezTo>
                    <a:pt x="35168" y="19332"/>
                    <a:pt x="27326" y="28238"/>
                    <a:pt x="31247" y="34560"/>
                  </a:cubicBezTo>
                  <a:cubicBezTo>
                    <a:pt x="33253" y="37782"/>
                    <a:pt x="39150" y="47418"/>
                    <a:pt x="42737" y="47722"/>
                  </a:cubicBezTo>
                  <a:cubicBezTo>
                    <a:pt x="51612" y="48482"/>
                    <a:pt x="57752" y="35229"/>
                    <a:pt x="65412" y="32129"/>
                  </a:cubicBezTo>
                  <a:cubicBezTo>
                    <a:pt x="73588" y="28816"/>
                    <a:pt x="84044" y="34804"/>
                    <a:pt x="90275" y="39302"/>
                  </a:cubicBezTo>
                  <a:cubicBezTo>
                    <a:pt x="95351" y="42980"/>
                    <a:pt x="98938" y="48269"/>
                    <a:pt x="106081" y="48816"/>
                  </a:cubicBezTo>
                  <a:cubicBezTo>
                    <a:pt x="111704" y="49241"/>
                    <a:pt x="112981" y="50670"/>
                    <a:pt x="114136" y="56111"/>
                  </a:cubicBezTo>
                  <a:cubicBezTo>
                    <a:pt x="115139" y="60792"/>
                    <a:pt x="115321" y="64470"/>
                    <a:pt x="121279" y="65381"/>
                  </a:cubicBezTo>
                  <a:cubicBezTo>
                    <a:pt x="127784" y="66385"/>
                    <a:pt x="138696" y="61947"/>
                    <a:pt x="144410" y="65169"/>
                  </a:cubicBezTo>
                  <a:cubicBezTo>
                    <a:pt x="148483" y="67448"/>
                    <a:pt x="153529" y="7182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34"/>
            <p:cNvSpPr/>
            <p:nvPr/>
          </p:nvSpPr>
          <p:spPr>
            <a:xfrm>
              <a:off x="2975000" y="442550"/>
              <a:ext cx="3962850" cy="1794125"/>
            </a:xfrm>
            <a:custGeom>
              <a:rect b="b" l="l" r="r" t="t"/>
              <a:pathLst>
                <a:path extrusionOk="0" fill="none" h="71765" w="158514">
                  <a:moveTo>
                    <a:pt x="0" y="1"/>
                  </a:moveTo>
                  <a:cubicBezTo>
                    <a:pt x="5319" y="2554"/>
                    <a:pt x="11064" y="4226"/>
                    <a:pt x="16627" y="5502"/>
                  </a:cubicBezTo>
                  <a:cubicBezTo>
                    <a:pt x="22523" y="6840"/>
                    <a:pt x="28663" y="9302"/>
                    <a:pt x="32554" y="12919"/>
                  </a:cubicBezTo>
                  <a:cubicBezTo>
                    <a:pt x="36931" y="17022"/>
                    <a:pt x="28906" y="28268"/>
                    <a:pt x="31247" y="33983"/>
                  </a:cubicBezTo>
                  <a:cubicBezTo>
                    <a:pt x="32615" y="37326"/>
                    <a:pt x="40031" y="46658"/>
                    <a:pt x="43679" y="46719"/>
                  </a:cubicBezTo>
                  <a:cubicBezTo>
                    <a:pt x="52433" y="46810"/>
                    <a:pt x="58117" y="33861"/>
                    <a:pt x="66628" y="31430"/>
                  </a:cubicBezTo>
                  <a:cubicBezTo>
                    <a:pt x="75108" y="28998"/>
                    <a:pt x="85078" y="33709"/>
                    <a:pt x="91066" y="38451"/>
                  </a:cubicBezTo>
                  <a:cubicBezTo>
                    <a:pt x="95899" y="42250"/>
                    <a:pt x="98847" y="48482"/>
                    <a:pt x="106446" y="48785"/>
                  </a:cubicBezTo>
                  <a:cubicBezTo>
                    <a:pt x="119030" y="49272"/>
                    <a:pt x="110853" y="62950"/>
                    <a:pt x="121826" y="64743"/>
                  </a:cubicBezTo>
                  <a:cubicBezTo>
                    <a:pt x="128088" y="65746"/>
                    <a:pt x="139121" y="61612"/>
                    <a:pt x="144684" y="64986"/>
                  </a:cubicBezTo>
                  <a:cubicBezTo>
                    <a:pt x="148666" y="67388"/>
                    <a:pt x="153559" y="7176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34"/>
            <p:cNvSpPr/>
            <p:nvPr/>
          </p:nvSpPr>
          <p:spPr>
            <a:xfrm>
              <a:off x="2975000" y="442550"/>
              <a:ext cx="3962850" cy="1791075"/>
            </a:xfrm>
            <a:custGeom>
              <a:rect b="b" l="l" r="r" t="t"/>
              <a:pathLst>
                <a:path extrusionOk="0" fill="none" h="71643" w="158514">
                  <a:moveTo>
                    <a:pt x="0" y="1"/>
                  </a:moveTo>
                  <a:cubicBezTo>
                    <a:pt x="5319" y="2523"/>
                    <a:pt x="11155" y="4134"/>
                    <a:pt x="16779" y="5259"/>
                  </a:cubicBezTo>
                  <a:cubicBezTo>
                    <a:pt x="22736" y="6475"/>
                    <a:pt x="29302" y="9058"/>
                    <a:pt x="33405" y="11672"/>
                  </a:cubicBezTo>
                  <a:cubicBezTo>
                    <a:pt x="37660" y="14378"/>
                    <a:pt x="30821" y="28968"/>
                    <a:pt x="31399" y="33314"/>
                  </a:cubicBezTo>
                  <a:cubicBezTo>
                    <a:pt x="31885" y="36931"/>
                    <a:pt x="40578" y="45624"/>
                    <a:pt x="44651" y="45472"/>
                  </a:cubicBezTo>
                  <a:cubicBezTo>
                    <a:pt x="53101" y="45168"/>
                    <a:pt x="58421" y="32828"/>
                    <a:pt x="67874" y="30852"/>
                  </a:cubicBezTo>
                  <a:cubicBezTo>
                    <a:pt x="76658" y="29028"/>
                    <a:pt x="86233" y="32706"/>
                    <a:pt x="91856" y="37509"/>
                  </a:cubicBezTo>
                  <a:cubicBezTo>
                    <a:pt x="96476" y="41491"/>
                    <a:pt x="98908" y="48542"/>
                    <a:pt x="106780" y="48755"/>
                  </a:cubicBezTo>
                  <a:cubicBezTo>
                    <a:pt x="112647" y="48907"/>
                    <a:pt x="114045" y="50184"/>
                    <a:pt x="115565" y="55503"/>
                  </a:cubicBezTo>
                  <a:cubicBezTo>
                    <a:pt x="116841" y="60062"/>
                    <a:pt x="116628" y="63132"/>
                    <a:pt x="122404" y="64044"/>
                  </a:cubicBezTo>
                  <a:cubicBezTo>
                    <a:pt x="128544" y="65047"/>
                    <a:pt x="139486" y="61278"/>
                    <a:pt x="144957" y="64804"/>
                  </a:cubicBezTo>
                  <a:cubicBezTo>
                    <a:pt x="148818" y="67296"/>
                    <a:pt x="153559" y="71643"/>
                    <a:pt x="158514"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34"/>
            <p:cNvSpPr/>
            <p:nvPr/>
          </p:nvSpPr>
          <p:spPr>
            <a:xfrm>
              <a:off x="2975000" y="442550"/>
              <a:ext cx="3962100" cy="1789575"/>
            </a:xfrm>
            <a:custGeom>
              <a:rect b="b" l="l" r="r" t="t"/>
              <a:pathLst>
                <a:path extrusionOk="0" fill="none" h="71583" w="158484">
                  <a:moveTo>
                    <a:pt x="0" y="1"/>
                  </a:moveTo>
                  <a:cubicBezTo>
                    <a:pt x="5380" y="2463"/>
                    <a:pt x="11216" y="4043"/>
                    <a:pt x="16900" y="5016"/>
                  </a:cubicBezTo>
                  <a:cubicBezTo>
                    <a:pt x="22797" y="6049"/>
                    <a:pt x="29058" y="8724"/>
                    <a:pt x="34135" y="10457"/>
                  </a:cubicBezTo>
                  <a:cubicBezTo>
                    <a:pt x="39667" y="12372"/>
                    <a:pt x="32037" y="28846"/>
                    <a:pt x="31855" y="32463"/>
                  </a:cubicBezTo>
                  <a:cubicBezTo>
                    <a:pt x="31672" y="36597"/>
                    <a:pt x="40852" y="44712"/>
                    <a:pt x="45503" y="44074"/>
                  </a:cubicBezTo>
                  <a:cubicBezTo>
                    <a:pt x="54165" y="42889"/>
                    <a:pt x="59606" y="32038"/>
                    <a:pt x="69090" y="30335"/>
                  </a:cubicBezTo>
                  <a:cubicBezTo>
                    <a:pt x="77479" y="28846"/>
                    <a:pt x="87388" y="31703"/>
                    <a:pt x="92646" y="36566"/>
                  </a:cubicBezTo>
                  <a:cubicBezTo>
                    <a:pt x="97084" y="40670"/>
                    <a:pt x="98908" y="48634"/>
                    <a:pt x="107084" y="48725"/>
                  </a:cubicBezTo>
                  <a:cubicBezTo>
                    <a:pt x="112890" y="48816"/>
                    <a:pt x="114501" y="49910"/>
                    <a:pt x="116203" y="55229"/>
                  </a:cubicBezTo>
                  <a:cubicBezTo>
                    <a:pt x="117571" y="59606"/>
                    <a:pt x="117297" y="62555"/>
                    <a:pt x="122951" y="63436"/>
                  </a:cubicBezTo>
                  <a:cubicBezTo>
                    <a:pt x="129030" y="64378"/>
                    <a:pt x="139851" y="60944"/>
                    <a:pt x="145200" y="64622"/>
                  </a:cubicBezTo>
                  <a:cubicBezTo>
                    <a:pt x="148939" y="67205"/>
                    <a:pt x="153590" y="71582"/>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34"/>
            <p:cNvSpPr/>
            <p:nvPr/>
          </p:nvSpPr>
          <p:spPr>
            <a:xfrm>
              <a:off x="2975000" y="442550"/>
              <a:ext cx="3962850" cy="1785000"/>
            </a:xfrm>
            <a:custGeom>
              <a:rect b="b" l="l" r="r" t="t"/>
              <a:pathLst>
                <a:path extrusionOk="0" fill="none" h="71400" w="158514">
                  <a:moveTo>
                    <a:pt x="0" y="1"/>
                  </a:moveTo>
                  <a:cubicBezTo>
                    <a:pt x="5411" y="2432"/>
                    <a:pt x="11307" y="3952"/>
                    <a:pt x="17052" y="4803"/>
                  </a:cubicBezTo>
                  <a:cubicBezTo>
                    <a:pt x="22949" y="5685"/>
                    <a:pt x="29028" y="8967"/>
                    <a:pt x="34682" y="9362"/>
                  </a:cubicBezTo>
                  <a:cubicBezTo>
                    <a:pt x="42007" y="9849"/>
                    <a:pt x="33557" y="28360"/>
                    <a:pt x="32858" y="31065"/>
                  </a:cubicBezTo>
                  <a:cubicBezTo>
                    <a:pt x="31308" y="36931"/>
                    <a:pt x="41095" y="43801"/>
                    <a:pt x="46141" y="42676"/>
                  </a:cubicBezTo>
                  <a:cubicBezTo>
                    <a:pt x="54925" y="40761"/>
                    <a:pt x="60731" y="31703"/>
                    <a:pt x="70245" y="29819"/>
                  </a:cubicBezTo>
                  <a:cubicBezTo>
                    <a:pt x="78451" y="28177"/>
                    <a:pt x="88573" y="30731"/>
                    <a:pt x="93497" y="35563"/>
                  </a:cubicBezTo>
                  <a:cubicBezTo>
                    <a:pt x="97753" y="39728"/>
                    <a:pt x="98969" y="48725"/>
                    <a:pt x="107419" y="48755"/>
                  </a:cubicBezTo>
                  <a:cubicBezTo>
                    <a:pt x="113163" y="48755"/>
                    <a:pt x="115018" y="49667"/>
                    <a:pt x="116872" y="54956"/>
                  </a:cubicBezTo>
                  <a:cubicBezTo>
                    <a:pt x="118331" y="59181"/>
                    <a:pt x="118027" y="61977"/>
                    <a:pt x="123559" y="62798"/>
                  </a:cubicBezTo>
                  <a:cubicBezTo>
                    <a:pt x="129638" y="63710"/>
                    <a:pt x="140459" y="60579"/>
                    <a:pt x="145504" y="64470"/>
                  </a:cubicBezTo>
                  <a:cubicBezTo>
                    <a:pt x="148939" y="67144"/>
                    <a:pt x="153802" y="7140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34"/>
            <p:cNvSpPr/>
            <p:nvPr/>
          </p:nvSpPr>
          <p:spPr>
            <a:xfrm>
              <a:off x="2975000" y="442550"/>
              <a:ext cx="3962100" cy="1781975"/>
            </a:xfrm>
            <a:custGeom>
              <a:rect b="b" l="l" r="r" t="t"/>
              <a:pathLst>
                <a:path extrusionOk="0" fill="none" h="71279" w="158484">
                  <a:moveTo>
                    <a:pt x="0" y="1"/>
                  </a:moveTo>
                  <a:cubicBezTo>
                    <a:pt x="5471" y="2402"/>
                    <a:pt x="11247" y="3922"/>
                    <a:pt x="17174" y="4560"/>
                  </a:cubicBezTo>
                  <a:cubicBezTo>
                    <a:pt x="23253" y="5198"/>
                    <a:pt x="29514" y="8420"/>
                    <a:pt x="35107" y="8177"/>
                  </a:cubicBezTo>
                  <a:cubicBezTo>
                    <a:pt x="44044" y="7782"/>
                    <a:pt x="35290" y="26718"/>
                    <a:pt x="34256" y="29089"/>
                  </a:cubicBezTo>
                  <a:cubicBezTo>
                    <a:pt x="31369" y="35959"/>
                    <a:pt x="40578" y="42980"/>
                    <a:pt x="46658" y="41247"/>
                  </a:cubicBezTo>
                  <a:cubicBezTo>
                    <a:pt x="55533" y="38785"/>
                    <a:pt x="61947" y="31490"/>
                    <a:pt x="71369" y="29180"/>
                  </a:cubicBezTo>
                  <a:cubicBezTo>
                    <a:pt x="79424" y="27174"/>
                    <a:pt x="89819" y="29697"/>
                    <a:pt x="94470" y="34439"/>
                  </a:cubicBezTo>
                  <a:cubicBezTo>
                    <a:pt x="98482" y="38573"/>
                    <a:pt x="99090" y="48785"/>
                    <a:pt x="107753" y="48694"/>
                  </a:cubicBezTo>
                  <a:cubicBezTo>
                    <a:pt x="113407" y="48634"/>
                    <a:pt x="115504" y="49424"/>
                    <a:pt x="117510" y="54652"/>
                  </a:cubicBezTo>
                  <a:cubicBezTo>
                    <a:pt x="119060" y="58694"/>
                    <a:pt x="118665" y="61400"/>
                    <a:pt x="124167" y="62160"/>
                  </a:cubicBezTo>
                  <a:cubicBezTo>
                    <a:pt x="130246" y="62980"/>
                    <a:pt x="140793" y="60245"/>
                    <a:pt x="145717" y="64257"/>
                  </a:cubicBezTo>
                  <a:cubicBezTo>
                    <a:pt x="149061" y="66962"/>
                    <a:pt x="153802" y="71278"/>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34"/>
            <p:cNvSpPr/>
            <p:nvPr/>
          </p:nvSpPr>
          <p:spPr>
            <a:xfrm>
              <a:off x="2975000" y="442550"/>
              <a:ext cx="3962850" cy="1781200"/>
            </a:xfrm>
            <a:custGeom>
              <a:rect b="b" l="l" r="r" t="t"/>
              <a:pathLst>
                <a:path extrusionOk="0" fill="none" h="71248" w="158514">
                  <a:moveTo>
                    <a:pt x="0" y="1"/>
                  </a:moveTo>
                  <a:cubicBezTo>
                    <a:pt x="5502" y="2371"/>
                    <a:pt x="11338" y="3830"/>
                    <a:pt x="17326" y="4347"/>
                  </a:cubicBezTo>
                  <a:cubicBezTo>
                    <a:pt x="23405" y="4833"/>
                    <a:pt x="29484" y="7478"/>
                    <a:pt x="35381" y="7083"/>
                  </a:cubicBezTo>
                  <a:cubicBezTo>
                    <a:pt x="46171" y="6384"/>
                    <a:pt x="37660" y="22007"/>
                    <a:pt x="36080" y="26718"/>
                  </a:cubicBezTo>
                  <a:cubicBezTo>
                    <a:pt x="34560" y="31247"/>
                    <a:pt x="33192" y="34591"/>
                    <a:pt x="37387" y="37934"/>
                  </a:cubicBezTo>
                  <a:cubicBezTo>
                    <a:pt x="40062" y="40032"/>
                    <a:pt x="43983" y="40913"/>
                    <a:pt x="47144" y="39940"/>
                  </a:cubicBezTo>
                  <a:cubicBezTo>
                    <a:pt x="52007" y="38421"/>
                    <a:pt x="55959" y="34864"/>
                    <a:pt x="60548" y="32524"/>
                  </a:cubicBezTo>
                  <a:cubicBezTo>
                    <a:pt x="64409" y="30579"/>
                    <a:pt x="68360" y="29758"/>
                    <a:pt x="72403" y="28512"/>
                  </a:cubicBezTo>
                  <a:cubicBezTo>
                    <a:pt x="80275" y="26080"/>
                    <a:pt x="91187" y="28724"/>
                    <a:pt x="95503" y="33314"/>
                  </a:cubicBezTo>
                  <a:cubicBezTo>
                    <a:pt x="99303" y="37296"/>
                    <a:pt x="99212" y="48877"/>
                    <a:pt x="108118" y="48694"/>
                  </a:cubicBezTo>
                  <a:cubicBezTo>
                    <a:pt x="113589" y="48573"/>
                    <a:pt x="115990" y="49302"/>
                    <a:pt x="118148" y="54409"/>
                  </a:cubicBezTo>
                  <a:cubicBezTo>
                    <a:pt x="119820" y="58299"/>
                    <a:pt x="119364" y="60974"/>
                    <a:pt x="124805" y="61612"/>
                  </a:cubicBezTo>
                  <a:cubicBezTo>
                    <a:pt x="130519" y="62281"/>
                    <a:pt x="141249" y="59819"/>
                    <a:pt x="145991" y="64135"/>
                  </a:cubicBezTo>
                  <a:cubicBezTo>
                    <a:pt x="149213" y="67023"/>
                    <a:pt x="153863" y="71248"/>
                    <a:pt x="158514" y="68695"/>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34"/>
            <p:cNvSpPr/>
            <p:nvPr/>
          </p:nvSpPr>
          <p:spPr>
            <a:xfrm>
              <a:off x="2975000" y="442550"/>
              <a:ext cx="3962100" cy="1777400"/>
            </a:xfrm>
            <a:custGeom>
              <a:rect b="b" l="l" r="r" t="t"/>
              <a:pathLst>
                <a:path extrusionOk="0" fill="none" h="71096" w="158484">
                  <a:moveTo>
                    <a:pt x="0" y="1"/>
                  </a:moveTo>
                  <a:cubicBezTo>
                    <a:pt x="5532" y="2341"/>
                    <a:pt x="11429" y="3739"/>
                    <a:pt x="17447" y="4104"/>
                  </a:cubicBezTo>
                  <a:cubicBezTo>
                    <a:pt x="23496" y="4469"/>
                    <a:pt x="29484" y="6596"/>
                    <a:pt x="35533" y="6049"/>
                  </a:cubicBezTo>
                  <a:cubicBezTo>
                    <a:pt x="47357" y="4955"/>
                    <a:pt x="40822" y="16809"/>
                    <a:pt x="38208" y="23983"/>
                  </a:cubicBezTo>
                  <a:cubicBezTo>
                    <a:pt x="36657" y="28329"/>
                    <a:pt x="33557" y="33253"/>
                    <a:pt x="37691" y="36962"/>
                  </a:cubicBezTo>
                  <a:cubicBezTo>
                    <a:pt x="40244" y="39272"/>
                    <a:pt x="44591" y="39636"/>
                    <a:pt x="47661" y="38603"/>
                  </a:cubicBezTo>
                  <a:cubicBezTo>
                    <a:pt x="52646" y="36931"/>
                    <a:pt x="56901" y="33557"/>
                    <a:pt x="61764" y="31460"/>
                  </a:cubicBezTo>
                  <a:cubicBezTo>
                    <a:pt x="65533" y="29819"/>
                    <a:pt x="69576" y="29150"/>
                    <a:pt x="73375" y="27721"/>
                  </a:cubicBezTo>
                  <a:cubicBezTo>
                    <a:pt x="80974" y="24864"/>
                    <a:pt x="92464" y="27721"/>
                    <a:pt x="96659" y="32068"/>
                  </a:cubicBezTo>
                  <a:cubicBezTo>
                    <a:pt x="100884" y="36445"/>
                    <a:pt x="98634" y="48512"/>
                    <a:pt x="108452" y="48664"/>
                  </a:cubicBezTo>
                  <a:cubicBezTo>
                    <a:pt x="114014" y="48755"/>
                    <a:pt x="116416" y="49150"/>
                    <a:pt x="118756" y="54105"/>
                  </a:cubicBezTo>
                  <a:cubicBezTo>
                    <a:pt x="120550" y="57874"/>
                    <a:pt x="120002" y="60488"/>
                    <a:pt x="125413" y="61035"/>
                  </a:cubicBezTo>
                  <a:cubicBezTo>
                    <a:pt x="131158" y="61643"/>
                    <a:pt x="141553" y="59454"/>
                    <a:pt x="146234" y="63922"/>
                  </a:cubicBezTo>
                  <a:cubicBezTo>
                    <a:pt x="149334" y="66871"/>
                    <a:pt x="153894" y="71096"/>
                    <a:pt x="158483"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34"/>
            <p:cNvSpPr/>
            <p:nvPr/>
          </p:nvSpPr>
          <p:spPr>
            <a:xfrm>
              <a:off x="2975000" y="442550"/>
              <a:ext cx="3962850" cy="1775125"/>
            </a:xfrm>
            <a:custGeom>
              <a:rect b="b" l="l" r="r" t="t"/>
              <a:pathLst>
                <a:path extrusionOk="0" fill="none" h="71005" w="158514">
                  <a:moveTo>
                    <a:pt x="0" y="1"/>
                  </a:moveTo>
                  <a:cubicBezTo>
                    <a:pt x="5593" y="2311"/>
                    <a:pt x="11520" y="3648"/>
                    <a:pt x="17569" y="3861"/>
                  </a:cubicBezTo>
                  <a:cubicBezTo>
                    <a:pt x="23587" y="4074"/>
                    <a:pt x="29636" y="5837"/>
                    <a:pt x="35594" y="5046"/>
                  </a:cubicBezTo>
                  <a:cubicBezTo>
                    <a:pt x="47569" y="3466"/>
                    <a:pt x="43800" y="12280"/>
                    <a:pt x="40578" y="20974"/>
                  </a:cubicBezTo>
                  <a:cubicBezTo>
                    <a:pt x="39059" y="25107"/>
                    <a:pt x="34773" y="31916"/>
                    <a:pt x="38268" y="35867"/>
                  </a:cubicBezTo>
                  <a:cubicBezTo>
                    <a:pt x="40548" y="38451"/>
                    <a:pt x="45381" y="38208"/>
                    <a:pt x="48238" y="37296"/>
                  </a:cubicBezTo>
                  <a:cubicBezTo>
                    <a:pt x="53405" y="35624"/>
                    <a:pt x="57965" y="32281"/>
                    <a:pt x="63102" y="30366"/>
                  </a:cubicBezTo>
                  <a:cubicBezTo>
                    <a:pt x="66780" y="28968"/>
                    <a:pt x="70701" y="28420"/>
                    <a:pt x="74257" y="26840"/>
                  </a:cubicBezTo>
                  <a:cubicBezTo>
                    <a:pt x="81552" y="23588"/>
                    <a:pt x="94075" y="26779"/>
                    <a:pt x="97935" y="30791"/>
                  </a:cubicBezTo>
                  <a:cubicBezTo>
                    <a:pt x="101887" y="34895"/>
                    <a:pt x="98938" y="48542"/>
                    <a:pt x="108817" y="48664"/>
                  </a:cubicBezTo>
                  <a:cubicBezTo>
                    <a:pt x="114227" y="48694"/>
                    <a:pt x="116872" y="49029"/>
                    <a:pt x="119364" y="53801"/>
                  </a:cubicBezTo>
                  <a:cubicBezTo>
                    <a:pt x="121249" y="57448"/>
                    <a:pt x="120702" y="60032"/>
                    <a:pt x="126021" y="60518"/>
                  </a:cubicBezTo>
                  <a:cubicBezTo>
                    <a:pt x="131826" y="61035"/>
                    <a:pt x="141857" y="59120"/>
                    <a:pt x="146507" y="63771"/>
                  </a:cubicBezTo>
                  <a:cubicBezTo>
                    <a:pt x="149456" y="66719"/>
                    <a:pt x="153924" y="71005"/>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34"/>
            <p:cNvSpPr/>
            <p:nvPr/>
          </p:nvSpPr>
          <p:spPr>
            <a:xfrm>
              <a:off x="2975000" y="442550"/>
              <a:ext cx="3962850" cy="1772850"/>
            </a:xfrm>
            <a:custGeom>
              <a:rect b="b" l="l" r="r" t="t"/>
              <a:pathLst>
                <a:path extrusionOk="0" fill="none" h="70914" w="158514">
                  <a:moveTo>
                    <a:pt x="0" y="1"/>
                  </a:moveTo>
                  <a:cubicBezTo>
                    <a:pt x="5623" y="2280"/>
                    <a:pt x="11611" y="3526"/>
                    <a:pt x="17690" y="3648"/>
                  </a:cubicBezTo>
                  <a:cubicBezTo>
                    <a:pt x="23648" y="3709"/>
                    <a:pt x="29636" y="5016"/>
                    <a:pt x="35563" y="4104"/>
                  </a:cubicBezTo>
                  <a:cubicBezTo>
                    <a:pt x="47022" y="2371"/>
                    <a:pt x="46627" y="7843"/>
                    <a:pt x="43101" y="17812"/>
                  </a:cubicBezTo>
                  <a:cubicBezTo>
                    <a:pt x="41733" y="21612"/>
                    <a:pt x="36232" y="30670"/>
                    <a:pt x="39028" y="34621"/>
                  </a:cubicBezTo>
                  <a:cubicBezTo>
                    <a:pt x="41004" y="37387"/>
                    <a:pt x="46293" y="36901"/>
                    <a:pt x="48968" y="35989"/>
                  </a:cubicBezTo>
                  <a:cubicBezTo>
                    <a:pt x="57235" y="33071"/>
                    <a:pt x="67235" y="29667"/>
                    <a:pt x="75108" y="25867"/>
                  </a:cubicBezTo>
                  <a:cubicBezTo>
                    <a:pt x="82008" y="22524"/>
                    <a:pt x="95655" y="25746"/>
                    <a:pt x="99303" y="29484"/>
                  </a:cubicBezTo>
                  <a:cubicBezTo>
                    <a:pt x="103042" y="33284"/>
                    <a:pt x="99546" y="48573"/>
                    <a:pt x="109242" y="48573"/>
                  </a:cubicBezTo>
                  <a:cubicBezTo>
                    <a:pt x="114379" y="48573"/>
                    <a:pt x="117328" y="48968"/>
                    <a:pt x="119942" y="53527"/>
                  </a:cubicBezTo>
                  <a:cubicBezTo>
                    <a:pt x="121948" y="57023"/>
                    <a:pt x="121340" y="59606"/>
                    <a:pt x="126629" y="60032"/>
                  </a:cubicBezTo>
                  <a:cubicBezTo>
                    <a:pt x="132495" y="60488"/>
                    <a:pt x="142130" y="58725"/>
                    <a:pt x="146751" y="63558"/>
                  </a:cubicBezTo>
                  <a:cubicBezTo>
                    <a:pt x="149608" y="66567"/>
                    <a:pt x="153985" y="70913"/>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34"/>
            <p:cNvSpPr/>
            <p:nvPr/>
          </p:nvSpPr>
          <p:spPr>
            <a:xfrm>
              <a:off x="2975000" y="442550"/>
              <a:ext cx="3962100" cy="1769800"/>
            </a:xfrm>
            <a:custGeom>
              <a:rect b="b" l="l" r="r" t="t"/>
              <a:pathLst>
                <a:path extrusionOk="0" fill="none" h="70792" w="158484">
                  <a:moveTo>
                    <a:pt x="0" y="1"/>
                  </a:moveTo>
                  <a:cubicBezTo>
                    <a:pt x="5654" y="2280"/>
                    <a:pt x="11703" y="3435"/>
                    <a:pt x="17812" y="3405"/>
                  </a:cubicBezTo>
                  <a:cubicBezTo>
                    <a:pt x="23709" y="3344"/>
                    <a:pt x="29606" y="4165"/>
                    <a:pt x="35502" y="3192"/>
                  </a:cubicBezTo>
                  <a:cubicBezTo>
                    <a:pt x="37660" y="2858"/>
                    <a:pt x="42463" y="1976"/>
                    <a:pt x="44621" y="2949"/>
                  </a:cubicBezTo>
                  <a:cubicBezTo>
                    <a:pt x="49545" y="5168"/>
                    <a:pt x="46840" y="10913"/>
                    <a:pt x="45624" y="14742"/>
                  </a:cubicBezTo>
                  <a:cubicBezTo>
                    <a:pt x="43557" y="21369"/>
                    <a:pt x="34135" y="40001"/>
                    <a:pt x="49819" y="34652"/>
                  </a:cubicBezTo>
                  <a:cubicBezTo>
                    <a:pt x="58299" y="31734"/>
                    <a:pt x="67935" y="28177"/>
                    <a:pt x="76050" y="24864"/>
                  </a:cubicBezTo>
                  <a:cubicBezTo>
                    <a:pt x="83072" y="21977"/>
                    <a:pt x="96051" y="24347"/>
                    <a:pt x="100762" y="28117"/>
                  </a:cubicBezTo>
                  <a:cubicBezTo>
                    <a:pt x="105716" y="32098"/>
                    <a:pt x="98908" y="48299"/>
                    <a:pt x="109698" y="48482"/>
                  </a:cubicBezTo>
                  <a:cubicBezTo>
                    <a:pt x="114653" y="48573"/>
                    <a:pt x="117753" y="48846"/>
                    <a:pt x="120458" y="53254"/>
                  </a:cubicBezTo>
                  <a:cubicBezTo>
                    <a:pt x="122586" y="56628"/>
                    <a:pt x="121948" y="59242"/>
                    <a:pt x="127176" y="59576"/>
                  </a:cubicBezTo>
                  <a:cubicBezTo>
                    <a:pt x="133133" y="60001"/>
                    <a:pt x="142404" y="58360"/>
                    <a:pt x="146963" y="63375"/>
                  </a:cubicBezTo>
                  <a:cubicBezTo>
                    <a:pt x="149699" y="66385"/>
                    <a:pt x="153985" y="70792"/>
                    <a:pt x="158483" y="686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34"/>
            <p:cNvSpPr/>
            <p:nvPr/>
          </p:nvSpPr>
          <p:spPr>
            <a:xfrm>
              <a:off x="2975000" y="442550"/>
              <a:ext cx="3963625" cy="1767525"/>
            </a:xfrm>
            <a:custGeom>
              <a:rect b="b" l="l" r="r" t="t"/>
              <a:pathLst>
                <a:path extrusionOk="0" fill="none" h="70701" w="158545">
                  <a:moveTo>
                    <a:pt x="0" y="1"/>
                  </a:moveTo>
                  <a:cubicBezTo>
                    <a:pt x="5715" y="2250"/>
                    <a:pt x="11794" y="3314"/>
                    <a:pt x="17934" y="3192"/>
                  </a:cubicBezTo>
                  <a:cubicBezTo>
                    <a:pt x="23770" y="2979"/>
                    <a:pt x="29575" y="3314"/>
                    <a:pt x="35411" y="2341"/>
                  </a:cubicBezTo>
                  <a:cubicBezTo>
                    <a:pt x="44439" y="791"/>
                    <a:pt x="50518" y="2371"/>
                    <a:pt x="48147" y="11916"/>
                  </a:cubicBezTo>
                  <a:cubicBezTo>
                    <a:pt x="46627" y="18086"/>
                    <a:pt x="34894" y="38725"/>
                    <a:pt x="50883" y="33253"/>
                  </a:cubicBezTo>
                  <a:cubicBezTo>
                    <a:pt x="59697" y="30244"/>
                    <a:pt x="68482" y="26688"/>
                    <a:pt x="77418" y="23922"/>
                  </a:cubicBezTo>
                  <a:cubicBezTo>
                    <a:pt x="84227" y="21794"/>
                    <a:pt x="97601" y="22585"/>
                    <a:pt x="102312" y="26779"/>
                  </a:cubicBezTo>
                  <a:cubicBezTo>
                    <a:pt x="107510" y="31399"/>
                    <a:pt x="99394" y="48056"/>
                    <a:pt x="110276" y="48330"/>
                  </a:cubicBezTo>
                  <a:cubicBezTo>
                    <a:pt x="115200" y="48451"/>
                    <a:pt x="117966" y="49181"/>
                    <a:pt x="120945" y="52889"/>
                  </a:cubicBezTo>
                  <a:cubicBezTo>
                    <a:pt x="123376" y="55928"/>
                    <a:pt x="122464" y="58877"/>
                    <a:pt x="127784" y="59150"/>
                  </a:cubicBezTo>
                  <a:cubicBezTo>
                    <a:pt x="133711" y="59454"/>
                    <a:pt x="142769" y="58026"/>
                    <a:pt x="147267" y="63223"/>
                  </a:cubicBezTo>
                  <a:cubicBezTo>
                    <a:pt x="149881" y="66202"/>
                    <a:pt x="154076" y="70701"/>
                    <a:pt x="15854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34"/>
            <p:cNvSpPr/>
            <p:nvPr/>
          </p:nvSpPr>
          <p:spPr>
            <a:xfrm>
              <a:off x="2975000" y="442550"/>
              <a:ext cx="3962850" cy="1765250"/>
            </a:xfrm>
            <a:custGeom>
              <a:rect b="b" l="l" r="r" t="t"/>
              <a:pathLst>
                <a:path extrusionOk="0" fill="none" h="70610" w="158514">
                  <a:moveTo>
                    <a:pt x="0" y="1"/>
                  </a:moveTo>
                  <a:cubicBezTo>
                    <a:pt x="5745" y="2219"/>
                    <a:pt x="11885" y="3223"/>
                    <a:pt x="18025" y="2949"/>
                  </a:cubicBezTo>
                  <a:cubicBezTo>
                    <a:pt x="23800" y="2645"/>
                    <a:pt x="29514" y="2493"/>
                    <a:pt x="35259" y="1490"/>
                  </a:cubicBezTo>
                  <a:cubicBezTo>
                    <a:pt x="38056" y="1004"/>
                    <a:pt x="42189" y="396"/>
                    <a:pt x="44986" y="1064"/>
                  </a:cubicBezTo>
                  <a:cubicBezTo>
                    <a:pt x="50183" y="2280"/>
                    <a:pt x="51065" y="4803"/>
                    <a:pt x="50487" y="9454"/>
                  </a:cubicBezTo>
                  <a:cubicBezTo>
                    <a:pt x="49728" y="14986"/>
                    <a:pt x="36627" y="36870"/>
                    <a:pt x="52068" y="31825"/>
                  </a:cubicBezTo>
                  <a:cubicBezTo>
                    <a:pt x="60944" y="28937"/>
                    <a:pt x="69910" y="25533"/>
                    <a:pt x="79029" y="23010"/>
                  </a:cubicBezTo>
                  <a:cubicBezTo>
                    <a:pt x="86111" y="21095"/>
                    <a:pt x="98969" y="21551"/>
                    <a:pt x="103893" y="25472"/>
                  </a:cubicBezTo>
                  <a:cubicBezTo>
                    <a:pt x="109212" y="29697"/>
                    <a:pt x="100093" y="47661"/>
                    <a:pt x="110823" y="48147"/>
                  </a:cubicBezTo>
                  <a:cubicBezTo>
                    <a:pt x="115595" y="48360"/>
                    <a:pt x="118422" y="49120"/>
                    <a:pt x="121431" y="52646"/>
                  </a:cubicBezTo>
                  <a:cubicBezTo>
                    <a:pt x="123923" y="55594"/>
                    <a:pt x="123103" y="58542"/>
                    <a:pt x="128300" y="58786"/>
                  </a:cubicBezTo>
                  <a:cubicBezTo>
                    <a:pt x="134288" y="59059"/>
                    <a:pt x="143042" y="57783"/>
                    <a:pt x="147480" y="63041"/>
                  </a:cubicBezTo>
                  <a:cubicBezTo>
                    <a:pt x="150003" y="65989"/>
                    <a:pt x="154076" y="70610"/>
                    <a:pt x="158514" y="6866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34"/>
            <p:cNvSpPr/>
            <p:nvPr/>
          </p:nvSpPr>
          <p:spPr>
            <a:xfrm>
              <a:off x="2975000" y="428125"/>
              <a:ext cx="3962850" cy="1777400"/>
            </a:xfrm>
            <a:custGeom>
              <a:rect b="b" l="l" r="r" t="t"/>
              <a:pathLst>
                <a:path extrusionOk="0" fill="none" h="71096" w="158514">
                  <a:moveTo>
                    <a:pt x="0" y="578"/>
                  </a:moveTo>
                  <a:cubicBezTo>
                    <a:pt x="5715" y="2705"/>
                    <a:pt x="12128" y="3769"/>
                    <a:pt x="18146" y="3313"/>
                  </a:cubicBezTo>
                  <a:cubicBezTo>
                    <a:pt x="23861" y="2888"/>
                    <a:pt x="29484" y="2219"/>
                    <a:pt x="35138" y="1246"/>
                  </a:cubicBezTo>
                  <a:cubicBezTo>
                    <a:pt x="42554" y="0"/>
                    <a:pt x="52281" y="1489"/>
                    <a:pt x="52585" y="7994"/>
                  </a:cubicBezTo>
                  <a:cubicBezTo>
                    <a:pt x="52767" y="12523"/>
                    <a:pt x="39211" y="35350"/>
                    <a:pt x="53436" y="30882"/>
                  </a:cubicBezTo>
                  <a:cubicBezTo>
                    <a:pt x="62372" y="28086"/>
                    <a:pt x="71673" y="25137"/>
                    <a:pt x="80914" y="22736"/>
                  </a:cubicBezTo>
                  <a:cubicBezTo>
                    <a:pt x="88604" y="20760"/>
                    <a:pt x="100032" y="21551"/>
                    <a:pt x="105443" y="24803"/>
                  </a:cubicBezTo>
                  <a:cubicBezTo>
                    <a:pt x="111674" y="28511"/>
                    <a:pt x="99941" y="47508"/>
                    <a:pt x="111431" y="48511"/>
                  </a:cubicBezTo>
                  <a:cubicBezTo>
                    <a:pt x="116081" y="48937"/>
                    <a:pt x="118847" y="49606"/>
                    <a:pt x="121887" y="52980"/>
                  </a:cubicBezTo>
                  <a:cubicBezTo>
                    <a:pt x="124440" y="55837"/>
                    <a:pt x="123741" y="58785"/>
                    <a:pt x="128787" y="58998"/>
                  </a:cubicBezTo>
                  <a:cubicBezTo>
                    <a:pt x="134836" y="59271"/>
                    <a:pt x="143316" y="58147"/>
                    <a:pt x="147723" y="63436"/>
                  </a:cubicBezTo>
                  <a:cubicBezTo>
                    <a:pt x="150125" y="66323"/>
                    <a:pt x="154106" y="71095"/>
                    <a:pt x="158514" y="6924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34"/>
            <p:cNvSpPr/>
            <p:nvPr/>
          </p:nvSpPr>
          <p:spPr>
            <a:xfrm>
              <a:off x="2975000" y="412925"/>
              <a:ext cx="3962850" cy="1789550"/>
            </a:xfrm>
            <a:custGeom>
              <a:rect b="b" l="l" r="r" t="t"/>
              <a:pathLst>
                <a:path extrusionOk="0" fill="none" h="71582" w="158514">
                  <a:moveTo>
                    <a:pt x="0" y="1186"/>
                  </a:moveTo>
                  <a:cubicBezTo>
                    <a:pt x="5745" y="3283"/>
                    <a:pt x="12219" y="4286"/>
                    <a:pt x="18238" y="3678"/>
                  </a:cubicBezTo>
                  <a:cubicBezTo>
                    <a:pt x="23891" y="3131"/>
                    <a:pt x="29454" y="1976"/>
                    <a:pt x="35046" y="1034"/>
                  </a:cubicBezTo>
                  <a:cubicBezTo>
                    <a:pt x="41308" y="0"/>
                    <a:pt x="52980" y="638"/>
                    <a:pt x="54317" y="7082"/>
                  </a:cubicBezTo>
                  <a:cubicBezTo>
                    <a:pt x="55260" y="11672"/>
                    <a:pt x="42159" y="33557"/>
                    <a:pt x="54895" y="29879"/>
                  </a:cubicBezTo>
                  <a:cubicBezTo>
                    <a:pt x="64044" y="27204"/>
                    <a:pt x="73588" y="24864"/>
                    <a:pt x="82950" y="22523"/>
                  </a:cubicBezTo>
                  <a:cubicBezTo>
                    <a:pt x="90488" y="20608"/>
                    <a:pt x="101248" y="21186"/>
                    <a:pt x="106932" y="24256"/>
                  </a:cubicBezTo>
                  <a:cubicBezTo>
                    <a:pt x="113862" y="27964"/>
                    <a:pt x="100762" y="47478"/>
                    <a:pt x="112069" y="48876"/>
                  </a:cubicBezTo>
                  <a:cubicBezTo>
                    <a:pt x="116264" y="49363"/>
                    <a:pt x="119729" y="49879"/>
                    <a:pt x="122343" y="53344"/>
                  </a:cubicBezTo>
                  <a:cubicBezTo>
                    <a:pt x="124562" y="56354"/>
                    <a:pt x="124653" y="59089"/>
                    <a:pt x="129273" y="59272"/>
                  </a:cubicBezTo>
                  <a:cubicBezTo>
                    <a:pt x="135352" y="59545"/>
                    <a:pt x="143620" y="58603"/>
                    <a:pt x="147936" y="63861"/>
                  </a:cubicBezTo>
                  <a:cubicBezTo>
                    <a:pt x="150277" y="66688"/>
                    <a:pt x="154137" y="71582"/>
                    <a:pt x="158514" y="6984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34"/>
            <p:cNvSpPr/>
            <p:nvPr/>
          </p:nvSpPr>
          <p:spPr>
            <a:xfrm>
              <a:off x="2975000" y="386325"/>
              <a:ext cx="3962850" cy="1813875"/>
            </a:xfrm>
            <a:custGeom>
              <a:rect b="b" l="l" r="r" t="t"/>
              <a:pathLst>
                <a:path extrusionOk="0" fill="none" h="72555" w="158514">
                  <a:moveTo>
                    <a:pt x="0" y="2250"/>
                  </a:moveTo>
                  <a:cubicBezTo>
                    <a:pt x="5806" y="4286"/>
                    <a:pt x="12371" y="5259"/>
                    <a:pt x="18390" y="4529"/>
                  </a:cubicBezTo>
                  <a:cubicBezTo>
                    <a:pt x="23982" y="3830"/>
                    <a:pt x="29423" y="2250"/>
                    <a:pt x="35046" y="1307"/>
                  </a:cubicBezTo>
                  <a:cubicBezTo>
                    <a:pt x="42767" y="0"/>
                    <a:pt x="52402" y="2067"/>
                    <a:pt x="55685" y="7174"/>
                  </a:cubicBezTo>
                  <a:cubicBezTo>
                    <a:pt x="57570" y="10183"/>
                    <a:pt x="46658" y="32159"/>
                    <a:pt x="56719" y="29271"/>
                  </a:cubicBezTo>
                  <a:cubicBezTo>
                    <a:pt x="65442" y="26748"/>
                    <a:pt x="75746" y="25077"/>
                    <a:pt x="85139" y="22736"/>
                  </a:cubicBezTo>
                  <a:cubicBezTo>
                    <a:pt x="92494" y="20882"/>
                    <a:pt x="102099" y="21338"/>
                    <a:pt x="108300" y="24317"/>
                  </a:cubicBezTo>
                  <a:cubicBezTo>
                    <a:pt x="116477" y="28207"/>
                    <a:pt x="101765" y="47873"/>
                    <a:pt x="112799" y="49636"/>
                  </a:cubicBezTo>
                  <a:cubicBezTo>
                    <a:pt x="116780" y="50275"/>
                    <a:pt x="120215" y="50852"/>
                    <a:pt x="122768" y="54165"/>
                  </a:cubicBezTo>
                  <a:cubicBezTo>
                    <a:pt x="125048" y="57083"/>
                    <a:pt x="125200" y="59849"/>
                    <a:pt x="129729" y="60032"/>
                  </a:cubicBezTo>
                  <a:cubicBezTo>
                    <a:pt x="135839" y="60336"/>
                    <a:pt x="143893" y="59545"/>
                    <a:pt x="148179" y="64773"/>
                  </a:cubicBezTo>
                  <a:cubicBezTo>
                    <a:pt x="150459" y="67539"/>
                    <a:pt x="154167" y="72555"/>
                    <a:pt x="158514" y="7091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34"/>
            <p:cNvSpPr/>
            <p:nvPr/>
          </p:nvSpPr>
          <p:spPr>
            <a:xfrm>
              <a:off x="2975000" y="367325"/>
              <a:ext cx="3962850" cy="1829825"/>
            </a:xfrm>
            <a:custGeom>
              <a:rect b="b" l="l" r="r" t="t"/>
              <a:pathLst>
                <a:path extrusionOk="0" fill="none" h="73193" w="158514">
                  <a:moveTo>
                    <a:pt x="0" y="3010"/>
                  </a:moveTo>
                  <a:cubicBezTo>
                    <a:pt x="5836" y="5016"/>
                    <a:pt x="12432" y="5897"/>
                    <a:pt x="18481" y="5046"/>
                  </a:cubicBezTo>
                  <a:cubicBezTo>
                    <a:pt x="24104" y="4286"/>
                    <a:pt x="29514" y="2067"/>
                    <a:pt x="35077" y="1216"/>
                  </a:cubicBezTo>
                  <a:cubicBezTo>
                    <a:pt x="43010" y="0"/>
                    <a:pt x="51703" y="2584"/>
                    <a:pt x="56719" y="7447"/>
                  </a:cubicBezTo>
                  <a:cubicBezTo>
                    <a:pt x="60123" y="10791"/>
                    <a:pt x="50335" y="30396"/>
                    <a:pt x="58998" y="28360"/>
                  </a:cubicBezTo>
                  <a:cubicBezTo>
                    <a:pt x="67722" y="26293"/>
                    <a:pt x="78056" y="25016"/>
                    <a:pt x="87357" y="22615"/>
                  </a:cubicBezTo>
                  <a:cubicBezTo>
                    <a:pt x="94531" y="20761"/>
                    <a:pt x="103224" y="21065"/>
                    <a:pt x="109546" y="24104"/>
                  </a:cubicBezTo>
                  <a:cubicBezTo>
                    <a:pt x="118209" y="28268"/>
                    <a:pt x="103376" y="47965"/>
                    <a:pt x="113559" y="50062"/>
                  </a:cubicBezTo>
                  <a:cubicBezTo>
                    <a:pt x="117328" y="50822"/>
                    <a:pt x="120671" y="51551"/>
                    <a:pt x="123194" y="54682"/>
                  </a:cubicBezTo>
                  <a:cubicBezTo>
                    <a:pt x="125474" y="57539"/>
                    <a:pt x="125717" y="60305"/>
                    <a:pt x="130155" y="60518"/>
                  </a:cubicBezTo>
                  <a:cubicBezTo>
                    <a:pt x="136295" y="60852"/>
                    <a:pt x="144137" y="60214"/>
                    <a:pt x="148392" y="65381"/>
                  </a:cubicBezTo>
                  <a:cubicBezTo>
                    <a:pt x="150611" y="68056"/>
                    <a:pt x="154228" y="73193"/>
                    <a:pt x="158514" y="7167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34"/>
            <p:cNvSpPr/>
            <p:nvPr/>
          </p:nvSpPr>
          <p:spPr>
            <a:xfrm>
              <a:off x="2975000" y="347575"/>
              <a:ext cx="3962850" cy="1845775"/>
            </a:xfrm>
            <a:custGeom>
              <a:rect b="b" l="l" r="r" t="t"/>
              <a:pathLst>
                <a:path extrusionOk="0" fill="none" h="73831" w="158514">
                  <a:moveTo>
                    <a:pt x="0" y="3800"/>
                  </a:moveTo>
                  <a:cubicBezTo>
                    <a:pt x="5867" y="5775"/>
                    <a:pt x="12554" y="6566"/>
                    <a:pt x="18602" y="5623"/>
                  </a:cubicBezTo>
                  <a:cubicBezTo>
                    <a:pt x="24256" y="4711"/>
                    <a:pt x="29575" y="1915"/>
                    <a:pt x="35229" y="1125"/>
                  </a:cubicBezTo>
                  <a:cubicBezTo>
                    <a:pt x="43284" y="0"/>
                    <a:pt x="51217" y="3404"/>
                    <a:pt x="57448" y="7903"/>
                  </a:cubicBezTo>
                  <a:cubicBezTo>
                    <a:pt x="62129" y="11247"/>
                    <a:pt x="59454" y="16353"/>
                    <a:pt x="58421" y="20852"/>
                  </a:cubicBezTo>
                  <a:cubicBezTo>
                    <a:pt x="57782" y="23587"/>
                    <a:pt x="56506" y="28420"/>
                    <a:pt x="61582" y="27599"/>
                  </a:cubicBezTo>
                  <a:cubicBezTo>
                    <a:pt x="70305" y="26171"/>
                    <a:pt x="80366" y="24925"/>
                    <a:pt x="89516" y="22493"/>
                  </a:cubicBezTo>
                  <a:cubicBezTo>
                    <a:pt x="96628" y="20639"/>
                    <a:pt x="104501" y="20700"/>
                    <a:pt x="110732" y="23952"/>
                  </a:cubicBezTo>
                  <a:cubicBezTo>
                    <a:pt x="119698" y="28663"/>
                    <a:pt x="104501" y="47600"/>
                    <a:pt x="114379" y="50487"/>
                  </a:cubicBezTo>
                  <a:cubicBezTo>
                    <a:pt x="117996" y="51551"/>
                    <a:pt x="121157" y="52250"/>
                    <a:pt x="123619" y="55229"/>
                  </a:cubicBezTo>
                  <a:cubicBezTo>
                    <a:pt x="125899" y="57995"/>
                    <a:pt x="126203" y="60791"/>
                    <a:pt x="130550" y="61065"/>
                  </a:cubicBezTo>
                  <a:cubicBezTo>
                    <a:pt x="136659" y="61399"/>
                    <a:pt x="144380" y="60913"/>
                    <a:pt x="148605" y="65989"/>
                  </a:cubicBezTo>
                  <a:cubicBezTo>
                    <a:pt x="150793" y="68603"/>
                    <a:pt x="154258" y="73831"/>
                    <a:pt x="158514" y="7246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34"/>
            <p:cNvSpPr/>
            <p:nvPr/>
          </p:nvSpPr>
          <p:spPr>
            <a:xfrm>
              <a:off x="2975000" y="324000"/>
              <a:ext cx="3962850" cy="1867075"/>
            </a:xfrm>
            <a:custGeom>
              <a:rect b="b" l="l" r="r" t="t"/>
              <a:pathLst>
                <a:path extrusionOk="0" fill="none" h="74683" w="158514">
                  <a:moveTo>
                    <a:pt x="0" y="4743"/>
                  </a:moveTo>
                  <a:cubicBezTo>
                    <a:pt x="5897" y="6688"/>
                    <a:pt x="12645" y="7387"/>
                    <a:pt x="18724" y="6323"/>
                  </a:cubicBezTo>
                  <a:cubicBezTo>
                    <a:pt x="24469" y="5290"/>
                    <a:pt x="29758" y="1977"/>
                    <a:pt x="35502" y="1156"/>
                  </a:cubicBezTo>
                  <a:cubicBezTo>
                    <a:pt x="43466" y="1"/>
                    <a:pt x="51460" y="4682"/>
                    <a:pt x="57934" y="8572"/>
                  </a:cubicBezTo>
                  <a:cubicBezTo>
                    <a:pt x="62858" y="11521"/>
                    <a:pt x="62099" y="15411"/>
                    <a:pt x="61339" y="20153"/>
                  </a:cubicBezTo>
                  <a:cubicBezTo>
                    <a:pt x="60883" y="22919"/>
                    <a:pt x="59576" y="27448"/>
                    <a:pt x="64378" y="27144"/>
                  </a:cubicBezTo>
                  <a:cubicBezTo>
                    <a:pt x="73223" y="26597"/>
                    <a:pt x="82737" y="24834"/>
                    <a:pt x="91643" y="22494"/>
                  </a:cubicBezTo>
                  <a:cubicBezTo>
                    <a:pt x="98817" y="20609"/>
                    <a:pt x="105747" y="20366"/>
                    <a:pt x="111856" y="23983"/>
                  </a:cubicBezTo>
                  <a:cubicBezTo>
                    <a:pt x="120519" y="29120"/>
                    <a:pt x="105990" y="47296"/>
                    <a:pt x="115230" y="51035"/>
                  </a:cubicBezTo>
                  <a:cubicBezTo>
                    <a:pt x="118543" y="52372"/>
                    <a:pt x="121705" y="53072"/>
                    <a:pt x="124045" y="55898"/>
                  </a:cubicBezTo>
                  <a:cubicBezTo>
                    <a:pt x="126325" y="58634"/>
                    <a:pt x="126659" y="61461"/>
                    <a:pt x="130914" y="61765"/>
                  </a:cubicBezTo>
                  <a:cubicBezTo>
                    <a:pt x="136994" y="62160"/>
                    <a:pt x="144593" y="61825"/>
                    <a:pt x="148818" y="66810"/>
                  </a:cubicBezTo>
                  <a:cubicBezTo>
                    <a:pt x="150945" y="69364"/>
                    <a:pt x="154289" y="74683"/>
                    <a:pt x="158514" y="73406"/>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34"/>
            <p:cNvSpPr/>
            <p:nvPr/>
          </p:nvSpPr>
          <p:spPr>
            <a:xfrm>
              <a:off x="2975000" y="297425"/>
              <a:ext cx="3962850" cy="1890625"/>
            </a:xfrm>
            <a:custGeom>
              <a:rect b="b" l="l" r="r" t="t"/>
              <a:pathLst>
                <a:path extrusionOk="0" fill="none" h="75625" w="158514">
                  <a:moveTo>
                    <a:pt x="0" y="5806"/>
                  </a:moveTo>
                  <a:cubicBezTo>
                    <a:pt x="5927" y="7690"/>
                    <a:pt x="12918" y="8450"/>
                    <a:pt x="18815" y="7173"/>
                  </a:cubicBezTo>
                  <a:cubicBezTo>
                    <a:pt x="24530" y="5927"/>
                    <a:pt x="30122" y="2128"/>
                    <a:pt x="35928" y="1216"/>
                  </a:cubicBezTo>
                  <a:cubicBezTo>
                    <a:pt x="43648" y="0"/>
                    <a:pt x="52494" y="5593"/>
                    <a:pt x="58178" y="9392"/>
                  </a:cubicBezTo>
                  <a:cubicBezTo>
                    <a:pt x="62585" y="12310"/>
                    <a:pt x="64226" y="14347"/>
                    <a:pt x="64074" y="19940"/>
                  </a:cubicBezTo>
                  <a:cubicBezTo>
                    <a:pt x="64014" y="22797"/>
                    <a:pt x="62828" y="26839"/>
                    <a:pt x="67296" y="27022"/>
                  </a:cubicBezTo>
                  <a:cubicBezTo>
                    <a:pt x="76081" y="27417"/>
                    <a:pt x="85199" y="24560"/>
                    <a:pt x="93589" y="22584"/>
                  </a:cubicBezTo>
                  <a:cubicBezTo>
                    <a:pt x="100975" y="20851"/>
                    <a:pt x="106598" y="19879"/>
                    <a:pt x="112920" y="24165"/>
                  </a:cubicBezTo>
                  <a:cubicBezTo>
                    <a:pt x="121188" y="29788"/>
                    <a:pt x="107753" y="47113"/>
                    <a:pt x="116142" y="51673"/>
                  </a:cubicBezTo>
                  <a:cubicBezTo>
                    <a:pt x="119030" y="53223"/>
                    <a:pt x="122221" y="54013"/>
                    <a:pt x="124501" y="56718"/>
                  </a:cubicBezTo>
                  <a:cubicBezTo>
                    <a:pt x="126781" y="59423"/>
                    <a:pt x="127115" y="62281"/>
                    <a:pt x="131279" y="62615"/>
                  </a:cubicBezTo>
                  <a:cubicBezTo>
                    <a:pt x="137358" y="63101"/>
                    <a:pt x="144836" y="62828"/>
                    <a:pt x="149030" y="67752"/>
                  </a:cubicBezTo>
                  <a:cubicBezTo>
                    <a:pt x="151158" y="70244"/>
                    <a:pt x="154350" y="75624"/>
                    <a:pt x="158514" y="74469"/>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34"/>
            <p:cNvSpPr/>
            <p:nvPr/>
          </p:nvSpPr>
          <p:spPr>
            <a:xfrm>
              <a:off x="2975000" y="270050"/>
              <a:ext cx="3962100" cy="1914200"/>
            </a:xfrm>
            <a:custGeom>
              <a:rect b="b" l="l" r="r" t="t"/>
              <a:pathLst>
                <a:path extrusionOk="0" fill="none" h="76568" w="158484">
                  <a:moveTo>
                    <a:pt x="0" y="6901"/>
                  </a:moveTo>
                  <a:cubicBezTo>
                    <a:pt x="5988" y="8785"/>
                    <a:pt x="13040" y="9484"/>
                    <a:pt x="18937" y="8025"/>
                  </a:cubicBezTo>
                  <a:cubicBezTo>
                    <a:pt x="24803" y="6627"/>
                    <a:pt x="30396" y="2402"/>
                    <a:pt x="36414" y="1338"/>
                  </a:cubicBezTo>
                  <a:cubicBezTo>
                    <a:pt x="44013" y="1"/>
                    <a:pt x="52463" y="6688"/>
                    <a:pt x="58208" y="10244"/>
                  </a:cubicBezTo>
                  <a:cubicBezTo>
                    <a:pt x="62676" y="13010"/>
                    <a:pt x="65138" y="14925"/>
                    <a:pt x="66476" y="20092"/>
                  </a:cubicBezTo>
                  <a:cubicBezTo>
                    <a:pt x="67235" y="22980"/>
                    <a:pt x="65868" y="26536"/>
                    <a:pt x="70214" y="27144"/>
                  </a:cubicBezTo>
                  <a:cubicBezTo>
                    <a:pt x="78695" y="28329"/>
                    <a:pt x="87753" y="24104"/>
                    <a:pt x="95351" y="22646"/>
                  </a:cubicBezTo>
                  <a:cubicBezTo>
                    <a:pt x="102950" y="21187"/>
                    <a:pt x="107327" y="19150"/>
                    <a:pt x="113893" y="24408"/>
                  </a:cubicBezTo>
                  <a:cubicBezTo>
                    <a:pt x="121309" y="30366"/>
                    <a:pt x="109668" y="47023"/>
                    <a:pt x="117084" y="52251"/>
                  </a:cubicBezTo>
                  <a:cubicBezTo>
                    <a:pt x="119577" y="54014"/>
                    <a:pt x="122586" y="54956"/>
                    <a:pt x="125018" y="57418"/>
                  </a:cubicBezTo>
                  <a:cubicBezTo>
                    <a:pt x="127419" y="59880"/>
                    <a:pt x="127145" y="63011"/>
                    <a:pt x="131614" y="63436"/>
                  </a:cubicBezTo>
                  <a:cubicBezTo>
                    <a:pt x="137602" y="64014"/>
                    <a:pt x="144988" y="63832"/>
                    <a:pt x="149213" y="68695"/>
                  </a:cubicBezTo>
                  <a:cubicBezTo>
                    <a:pt x="151310" y="71126"/>
                    <a:pt x="154410" y="76567"/>
                    <a:pt x="158483" y="75534"/>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34"/>
            <p:cNvSpPr/>
            <p:nvPr/>
          </p:nvSpPr>
          <p:spPr>
            <a:xfrm>
              <a:off x="2975000" y="244975"/>
              <a:ext cx="3962100" cy="1937000"/>
            </a:xfrm>
            <a:custGeom>
              <a:rect b="b" l="l" r="r" t="t"/>
              <a:pathLst>
                <a:path extrusionOk="0" fill="none" h="77480" w="158484">
                  <a:moveTo>
                    <a:pt x="0" y="7904"/>
                  </a:moveTo>
                  <a:cubicBezTo>
                    <a:pt x="6019" y="9758"/>
                    <a:pt x="13162" y="10366"/>
                    <a:pt x="19058" y="8815"/>
                  </a:cubicBezTo>
                  <a:cubicBezTo>
                    <a:pt x="25077" y="7204"/>
                    <a:pt x="30730" y="2554"/>
                    <a:pt x="36992" y="1429"/>
                  </a:cubicBezTo>
                  <a:cubicBezTo>
                    <a:pt x="44773" y="1"/>
                    <a:pt x="52038" y="7296"/>
                    <a:pt x="58086" y="10974"/>
                  </a:cubicBezTo>
                  <a:cubicBezTo>
                    <a:pt x="62463" y="13618"/>
                    <a:pt x="66111" y="15806"/>
                    <a:pt x="68482" y="20457"/>
                  </a:cubicBezTo>
                  <a:cubicBezTo>
                    <a:pt x="69910" y="23253"/>
                    <a:pt x="69090" y="26475"/>
                    <a:pt x="73041" y="27387"/>
                  </a:cubicBezTo>
                  <a:cubicBezTo>
                    <a:pt x="81005" y="29180"/>
                    <a:pt x="90002" y="23679"/>
                    <a:pt x="96841" y="22615"/>
                  </a:cubicBezTo>
                  <a:cubicBezTo>
                    <a:pt x="104622" y="21399"/>
                    <a:pt x="107692" y="18360"/>
                    <a:pt x="114714" y="24621"/>
                  </a:cubicBezTo>
                  <a:cubicBezTo>
                    <a:pt x="121917" y="31065"/>
                    <a:pt x="111552" y="46780"/>
                    <a:pt x="118087" y="52767"/>
                  </a:cubicBezTo>
                  <a:cubicBezTo>
                    <a:pt x="120124" y="54682"/>
                    <a:pt x="123224" y="55807"/>
                    <a:pt x="125443" y="58178"/>
                  </a:cubicBezTo>
                  <a:cubicBezTo>
                    <a:pt x="127784" y="60640"/>
                    <a:pt x="127632" y="63771"/>
                    <a:pt x="131918" y="64257"/>
                  </a:cubicBezTo>
                  <a:cubicBezTo>
                    <a:pt x="137905" y="64956"/>
                    <a:pt x="145170" y="64804"/>
                    <a:pt x="149425" y="69576"/>
                  </a:cubicBezTo>
                  <a:cubicBezTo>
                    <a:pt x="151523" y="71947"/>
                    <a:pt x="154471" y="77479"/>
                    <a:pt x="158483" y="765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34"/>
            <p:cNvSpPr/>
            <p:nvPr/>
          </p:nvSpPr>
          <p:spPr>
            <a:xfrm>
              <a:off x="2975000" y="222950"/>
              <a:ext cx="3962100" cy="1955225"/>
            </a:xfrm>
            <a:custGeom>
              <a:rect b="b" l="l" r="r" t="t"/>
              <a:pathLst>
                <a:path extrusionOk="0" fill="none" h="78209" w="158484">
                  <a:moveTo>
                    <a:pt x="0" y="8785"/>
                  </a:moveTo>
                  <a:cubicBezTo>
                    <a:pt x="6079" y="10608"/>
                    <a:pt x="13313" y="11155"/>
                    <a:pt x="19180" y="9453"/>
                  </a:cubicBezTo>
                  <a:cubicBezTo>
                    <a:pt x="25289" y="7690"/>
                    <a:pt x="31125" y="2584"/>
                    <a:pt x="37569" y="1459"/>
                  </a:cubicBezTo>
                  <a:cubicBezTo>
                    <a:pt x="45776" y="0"/>
                    <a:pt x="51642" y="7630"/>
                    <a:pt x="57874" y="11520"/>
                  </a:cubicBezTo>
                  <a:cubicBezTo>
                    <a:pt x="62099" y="14134"/>
                    <a:pt x="67175" y="16596"/>
                    <a:pt x="70123" y="20882"/>
                  </a:cubicBezTo>
                  <a:cubicBezTo>
                    <a:pt x="71886" y="23466"/>
                    <a:pt x="72190" y="26688"/>
                    <a:pt x="75625" y="27569"/>
                  </a:cubicBezTo>
                  <a:cubicBezTo>
                    <a:pt x="83193" y="29484"/>
                    <a:pt x="91339" y="23374"/>
                    <a:pt x="97996" y="22371"/>
                  </a:cubicBezTo>
                  <a:cubicBezTo>
                    <a:pt x="106051" y="21186"/>
                    <a:pt x="108391" y="17630"/>
                    <a:pt x="115473" y="24773"/>
                  </a:cubicBezTo>
                  <a:cubicBezTo>
                    <a:pt x="122039" y="31369"/>
                    <a:pt x="113528" y="46475"/>
                    <a:pt x="119060" y="53101"/>
                  </a:cubicBezTo>
                  <a:cubicBezTo>
                    <a:pt x="120732" y="55107"/>
                    <a:pt x="123802" y="56475"/>
                    <a:pt x="125869" y="58785"/>
                  </a:cubicBezTo>
                  <a:cubicBezTo>
                    <a:pt x="128088" y="61247"/>
                    <a:pt x="128057" y="64348"/>
                    <a:pt x="132191" y="64925"/>
                  </a:cubicBezTo>
                  <a:cubicBezTo>
                    <a:pt x="138179" y="65746"/>
                    <a:pt x="145352" y="65594"/>
                    <a:pt x="149608" y="70305"/>
                  </a:cubicBezTo>
                  <a:cubicBezTo>
                    <a:pt x="151705" y="72615"/>
                    <a:pt x="154502" y="78208"/>
                    <a:pt x="158483" y="7744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34"/>
            <p:cNvSpPr/>
            <p:nvPr/>
          </p:nvSpPr>
          <p:spPr>
            <a:xfrm>
              <a:off x="2975000" y="197875"/>
              <a:ext cx="3962850" cy="1976500"/>
            </a:xfrm>
            <a:custGeom>
              <a:rect b="b" l="l" r="r" t="t"/>
              <a:pathLst>
                <a:path extrusionOk="0" fill="none" h="79060" w="158514">
                  <a:moveTo>
                    <a:pt x="0" y="9788"/>
                  </a:moveTo>
                  <a:cubicBezTo>
                    <a:pt x="6110" y="11551"/>
                    <a:pt x="13222" y="11824"/>
                    <a:pt x="19301" y="10244"/>
                  </a:cubicBezTo>
                  <a:cubicBezTo>
                    <a:pt x="26080" y="8450"/>
                    <a:pt x="31369" y="3040"/>
                    <a:pt x="38208" y="1642"/>
                  </a:cubicBezTo>
                  <a:cubicBezTo>
                    <a:pt x="46384" y="0"/>
                    <a:pt x="51855" y="8207"/>
                    <a:pt x="57600" y="12098"/>
                  </a:cubicBezTo>
                  <a:cubicBezTo>
                    <a:pt x="61886" y="14985"/>
                    <a:pt x="67296" y="17478"/>
                    <a:pt x="71065" y="21368"/>
                  </a:cubicBezTo>
                  <a:cubicBezTo>
                    <a:pt x="73315" y="23678"/>
                    <a:pt x="74743" y="27113"/>
                    <a:pt x="77904" y="27903"/>
                  </a:cubicBezTo>
                  <a:cubicBezTo>
                    <a:pt x="84865" y="29575"/>
                    <a:pt x="91978" y="23648"/>
                    <a:pt x="98847" y="22280"/>
                  </a:cubicBezTo>
                  <a:cubicBezTo>
                    <a:pt x="107419" y="20517"/>
                    <a:pt x="109850" y="17903"/>
                    <a:pt x="116233" y="25077"/>
                  </a:cubicBezTo>
                  <a:cubicBezTo>
                    <a:pt x="122069" y="31642"/>
                    <a:pt x="115656" y="46536"/>
                    <a:pt x="120154" y="53557"/>
                  </a:cubicBezTo>
                  <a:cubicBezTo>
                    <a:pt x="121492" y="55624"/>
                    <a:pt x="124471" y="57235"/>
                    <a:pt x="126325" y="59484"/>
                  </a:cubicBezTo>
                  <a:cubicBezTo>
                    <a:pt x="128422" y="61977"/>
                    <a:pt x="128544" y="65047"/>
                    <a:pt x="132495" y="65685"/>
                  </a:cubicBezTo>
                  <a:cubicBezTo>
                    <a:pt x="138392" y="66658"/>
                    <a:pt x="145565" y="66506"/>
                    <a:pt x="149851" y="71187"/>
                  </a:cubicBezTo>
                  <a:cubicBezTo>
                    <a:pt x="151918" y="73466"/>
                    <a:pt x="154593" y="79059"/>
                    <a:pt x="158514" y="7845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34"/>
            <p:cNvSpPr/>
            <p:nvPr/>
          </p:nvSpPr>
          <p:spPr>
            <a:xfrm>
              <a:off x="2975000" y="180400"/>
              <a:ext cx="3962850" cy="1990925"/>
            </a:xfrm>
            <a:custGeom>
              <a:rect b="b" l="l" r="r" t="t"/>
              <a:pathLst>
                <a:path extrusionOk="0" fill="none" h="79637" w="158514">
                  <a:moveTo>
                    <a:pt x="0" y="10487"/>
                  </a:moveTo>
                  <a:cubicBezTo>
                    <a:pt x="6171" y="12219"/>
                    <a:pt x="13374" y="12371"/>
                    <a:pt x="19453" y="10699"/>
                  </a:cubicBezTo>
                  <a:cubicBezTo>
                    <a:pt x="26384" y="8754"/>
                    <a:pt x="31764" y="2979"/>
                    <a:pt x="38876" y="1611"/>
                  </a:cubicBezTo>
                  <a:cubicBezTo>
                    <a:pt x="47265" y="0"/>
                    <a:pt x="51946" y="8025"/>
                    <a:pt x="57418" y="12280"/>
                  </a:cubicBezTo>
                  <a:cubicBezTo>
                    <a:pt x="61582" y="15532"/>
                    <a:pt x="67083" y="17994"/>
                    <a:pt x="71460" y="21490"/>
                  </a:cubicBezTo>
                  <a:cubicBezTo>
                    <a:pt x="74166" y="23678"/>
                    <a:pt x="76597" y="27143"/>
                    <a:pt x="79789" y="27812"/>
                  </a:cubicBezTo>
                  <a:cubicBezTo>
                    <a:pt x="86172" y="29149"/>
                    <a:pt x="92950" y="23374"/>
                    <a:pt x="99364" y="21733"/>
                  </a:cubicBezTo>
                  <a:cubicBezTo>
                    <a:pt x="107723" y="19605"/>
                    <a:pt x="111218" y="17934"/>
                    <a:pt x="117024" y="25137"/>
                  </a:cubicBezTo>
                  <a:cubicBezTo>
                    <a:pt x="122100" y="31460"/>
                    <a:pt x="117784" y="46475"/>
                    <a:pt x="121249" y="53679"/>
                  </a:cubicBezTo>
                  <a:cubicBezTo>
                    <a:pt x="122708" y="56718"/>
                    <a:pt x="129060" y="65472"/>
                    <a:pt x="132769" y="66171"/>
                  </a:cubicBezTo>
                  <a:cubicBezTo>
                    <a:pt x="138605" y="67296"/>
                    <a:pt x="145748" y="67114"/>
                    <a:pt x="150033" y="71764"/>
                  </a:cubicBezTo>
                  <a:cubicBezTo>
                    <a:pt x="152100" y="73983"/>
                    <a:pt x="154684" y="79637"/>
                    <a:pt x="158514" y="7915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34"/>
            <p:cNvSpPr/>
            <p:nvPr/>
          </p:nvSpPr>
          <p:spPr>
            <a:xfrm>
              <a:off x="2975000" y="165200"/>
              <a:ext cx="3962850" cy="2002325"/>
            </a:xfrm>
            <a:custGeom>
              <a:rect b="b" l="l" r="r" t="t"/>
              <a:pathLst>
                <a:path extrusionOk="0" fill="none" h="80093" w="158514">
                  <a:moveTo>
                    <a:pt x="0" y="11095"/>
                  </a:moveTo>
                  <a:cubicBezTo>
                    <a:pt x="6201" y="12797"/>
                    <a:pt x="13496" y="12858"/>
                    <a:pt x="19575" y="11064"/>
                  </a:cubicBezTo>
                  <a:cubicBezTo>
                    <a:pt x="26688" y="8967"/>
                    <a:pt x="32128" y="2857"/>
                    <a:pt x="39545" y="1520"/>
                  </a:cubicBezTo>
                  <a:cubicBezTo>
                    <a:pt x="47965" y="0"/>
                    <a:pt x="52402" y="7599"/>
                    <a:pt x="57326" y="12280"/>
                  </a:cubicBezTo>
                  <a:cubicBezTo>
                    <a:pt x="61096" y="15867"/>
                    <a:pt x="66840" y="18329"/>
                    <a:pt x="71491" y="21490"/>
                  </a:cubicBezTo>
                  <a:cubicBezTo>
                    <a:pt x="74470" y="23496"/>
                    <a:pt x="77600" y="26870"/>
                    <a:pt x="81157" y="27387"/>
                  </a:cubicBezTo>
                  <a:cubicBezTo>
                    <a:pt x="87449" y="28268"/>
                    <a:pt x="93832" y="22827"/>
                    <a:pt x="99607" y="21034"/>
                  </a:cubicBezTo>
                  <a:cubicBezTo>
                    <a:pt x="107814" y="18450"/>
                    <a:pt x="112677" y="17812"/>
                    <a:pt x="117875" y="25137"/>
                  </a:cubicBezTo>
                  <a:cubicBezTo>
                    <a:pt x="120306" y="28602"/>
                    <a:pt x="119364" y="34773"/>
                    <a:pt x="119759" y="39423"/>
                  </a:cubicBezTo>
                  <a:cubicBezTo>
                    <a:pt x="120185" y="44256"/>
                    <a:pt x="120914" y="49697"/>
                    <a:pt x="122343" y="53679"/>
                  </a:cubicBezTo>
                  <a:cubicBezTo>
                    <a:pt x="123498" y="56810"/>
                    <a:pt x="129425" y="65746"/>
                    <a:pt x="133042" y="66536"/>
                  </a:cubicBezTo>
                  <a:cubicBezTo>
                    <a:pt x="138817" y="67782"/>
                    <a:pt x="145930" y="67600"/>
                    <a:pt x="150246" y="72220"/>
                  </a:cubicBezTo>
                  <a:cubicBezTo>
                    <a:pt x="152313" y="74409"/>
                    <a:pt x="154745" y="80093"/>
                    <a:pt x="158514" y="7975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34"/>
            <p:cNvSpPr/>
            <p:nvPr/>
          </p:nvSpPr>
          <p:spPr>
            <a:xfrm>
              <a:off x="2975000" y="150750"/>
              <a:ext cx="3962850" cy="2014500"/>
            </a:xfrm>
            <a:custGeom>
              <a:rect b="b" l="l" r="r" t="t"/>
              <a:pathLst>
                <a:path extrusionOk="0" fill="none" h="80580" w="158514">
                  <a:moveTo>
                    <a:pt x="0" y="11673"/>
                  </a:moveTo>
                  <a:cubicBezTo>
                    <a:pt x="6262" y="13344"/>
                    <a:pt x="13830" y="13588"/>
                    <a:pt x="19727" y="11429"/>
                  </a:cubicBezTo>
                  <a:cubicBezTo>
                    <a:pt x="26566" y="8907"/>
                    <a:pt x="32767" y="2676"/>
                    <a:pt x="40244" y="1399"/>
                  </a:cubicBezTo>
                  <a:cubicBezTo>
                    <a:pt x="48573" y="1"/>
                    <a:pt x="53162" y="6900"/>
                    <a:pt x="57478" y="12159"/>
                  </a:cubicBezTo>
                  <a:cubicBezTo>
                    <a:pt x="61825" y="17417"/>
                    <a:pt x="74318" y="25807"/>
                    <a:pt x="81917" y="26749"/>
                  </a:cubicBezTo>
                  <a:cubicBezTo>
                    <a:pt x="87692" y="27448"/>
                    <a:pt x="94379" y="22159"/>
                    <a:pt x="99637" y="20244"/>
                  </a:cubicBezTo>
                  <a:cubicBezTo>
                    <a:pt x="108178" y="17144"/>
                    <a:pt x="114045" y="17873"/>
                    <a:pt x="118787" y="25199"/>
                  </a:cubicBezTo>
                  <a:cubicBezTo>
                    <a:pt x="121066" y="28694"/>
                    <a:pt x="119607" y="34895"/>
                    <a:pt x="120215" y="39515"/>
                  </a:cubicBezTo>
                  <a:cubicBezTo>
                    <a:pt x="120853" y="44348"/>
                    <a:pt x="122373" y="49394"/>
                    <a:pt x="123498" y="53649"/>
                  </a:cubicBezTo>
                  <a:cubicBezTo>
                    <a:pt x="124349" y="56962"/>
                    <a:pt x="129729" y="65989"/>
                    <a:pt x="133316" y="66871"/>
                  </a:cubicBezTo>
                  <a:cubicBezTo>
                    <a:pt x="139000" y="68300"/>
                    <a:pt x="146112" y="68087"/>
                    <a:pt x="150459" y="72677"/>
                  </a:cubicBezTo>
                  <a:cubicBezTo>
                    <a:pt x="152495" y="74835"/>
                    <a:pt x="154836" y="80579"/>
                    <a:pt x="158514" y="8036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34"/>
            <p:cNvSpPr/>
            <p:nvPr/>
          </p:nvSpPr>
          <p:spPr>
            <a:xfrm>
              <a:off x="2975000" y="138600"/>
              <a:ext cx="3962100" cy="2022075"/>
            </a:xfrm>
            <a:custGeom>
              <a:rect b="b" l="l" r="r" t="t"/>
              <a:pathLst>
                <a:path extrusionOk="0" fill="none" h="80883" w="158484">
                  <a:moveTo>
                    <a:pt x="0" y="12159"/>
                  </a:moveTo>
                  <a:cubicBezTo>
                    <a:pt x="6322" y="13800"/>
                    <a:pt x="13952" y="13952"/>
                    <a:pt x="19849" y="11672"/>
                  </a:cubicBezTo>
                  <a:cubicBezTo>
                    <a:pt x="26900" y="8937"/>
                    <a:pt x="33162" y="2462"/>
                    <a:pt x="40974" y="1247"/>
                  </a:cubicBezTo>
                  <a:cubicBezTo>
                    <a:pt x="48876" y="0"/>
                    <a:pt x="54530" y="5806"/>
                    <a:pt x="58026" y="11855"/>
                  </a:cubicBezTo>
                  <a:cubicBezTo>
                    <a:pt x="61521" y="17873"/>
                    <a:pt x="74500" y="25138"/>
                    <a:pt x="82069" y="25928"/>
                  </a:cubicBezTo>
                  <a:cubicBezTo>
                    <a:pt x="87449" y="26505"/>
                    <a:pt x="94774" y="21186"/>
                    <a:pt x="99637" y="19362"/>
                  </a:cubicBezTo>
                  <a:cubicBezTo>
                    <a:pt x="108178" y="16080"/>
                    <a:pt x="115321" y="17782"/>
                    <a:pt x="119759" y="25107"/>
                  </a:cubicBezTo>
                  <a:cubicBezTo>
                    <a:pt x="121948" y="28724"/>
                    <a:pt x="119790" y="34803"/>
                    <a:pt x="120580" y="39545"/>
                  </a:cubicBezTo>
                  <a:cubicBezTo>
                    <a:pt x="121370" y="44348"/>
                    <a:pt x="123771" y="48937"/>
                    <a:pt x="124623" y="53497"/>
                  </a:cubicBezTo>
                  <a:cubicBezTo>
                    <a:pt x="125291" y="56992"/>
                    <a:pt x="130003" y="66050"/>
                    <a:pt x="133559" y="67053"/>
                  </a:cubicBezTo>
                  <a:cubicBezTo>
                    <a:pt x="139152" y="68603"/>
                    <a:pt x="146355" y="68451"/>
                    <a:pt x="150672" y="72980"/>
                  </a:cubicBezTo>
                  <a:cubicBezTo>
                    <a:pt x="152708" y="75108"/>
                    <a:pt x="154897" y="80883"/>
                    <a:pt x="158483" y="80822"/>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34"/>
            <p:cNvSpPr/>
            <p:nvPr/>
          </p:nvSpPr>
          <p:spPr>
            <a:xfrm>
              <a:off x="2975000" y="124150"/>
              <a:ext cx="3962100" cy="2034250"/>
            </a:xfrm>
            <a:custGeom>
              <a:rect b="b" l="l" r="r" t="t"/>
              <a:pathLst>
                <a:path extrusionOk="0" fill="none" h="81370" w="158484">
                  <a:moveTo>
                    <a:pt x="0" y="12737"/>
                  </a:moveTo>
                  <a:cubicBezTo>
                    <a:pt x="6383" y="14348"/>
                    <a:pt x="13861" y="14226"/>
                    <a:pt x="20001" y="12007"/>
                  </a:cubicBezTo>
                  <a:cubicBezTo>
                    <a:pt x="27721" y="9241"/>
                    <a:pt x="33283" y="2432"/>
                    <a:pt x="41673" y="1186"/>
                  </a:cubicBezTo>
                  <a:cubicBezTo>
                    <a:pt x="49515" y="1"/>
                    <a:pt x="55807" y="4530"/>
                    <a:pt x="58877" y="11551"/>
                  </a:cubicBezTo>
                  <a:cubicBezTo>
                    <a:pt x="61886" y="18481"/>
                    <a:pt x="74378" y="24560"/>
                    <a:pt x="81704" y="25199"/>
                  </a:cubicBezTo>
                  <a:cubicBezTo>
                    <a:pt x="87114" y="25624"/>
                    <a:pt x="94774" y="20244"/>
                    <a:pt x="99607" y="18573"/>
                  </a:cubicBezTo>
                  <a:cubicBezTo>
                    <a:pt x="108118" y="15655"/>
                    <a:pt x="116628" y="17721"/>
                    <a:pt x="120853" y="25199"/>
                  </a:cubicBezTo>
                  <a:cubicBezTo>
                    <a:pt x="123012" y="29029"/>
                    <a:pt x="119972" y="34895"/>
                    <a:pt x="120853" y="39758"/>
                  </a:cubicBezTo>
                  <a:cubicBezTo>
                    <a:pt x="121735" y="44561"/>
                    <a:pt x="125139" y="48512"/>
                    <a:pt x="125778" y="53406"/>
                  </a:cubicBezTo>
                  <a:cubicBezTo>
                    <a:pt x="126294" y="57205"/>
                    <a:pt x="130276" y="66172"/>
                    <a:pt x="133863" y="67297"/>
                  </a:cubicBezTo>
                  <a:cubicBezTo>
                    <a:pt x="139334" y="68999"/>
                    <a:pt x="146568" y="68908"/>
                    <a:pt x="150884" y="73406"/>
                  </a:cubicBezTo>
                  <a:cubicBezTo>
                    <a:pt x="153438" y="76051"/>
                    <a:pt x="154684" y="80428"/>
                    <a:pt x="158483" y="81370"/>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34"/>
            <p:cNvSpPr/>
            <p:nvPr/>
          </p:nvSpPr>
          <p:spPr>
            <a:xfrm>
              <a:off x="2975000" y="108200"/>
              <a:ext cx="3962850" cy="2050975"/>
            </a:xfrm>
            <a:custGeom>
              <a:rect b="b" l="l" r="r" t="t"/>
              <a:pathLst>
                <a:path extrusionOk="0" fill="none" h="82039" w="158514">
                  <a:moveTo>
                    <a:pt x="0" y="13375"/>
                  </a:moveTo>
                  <a:cubicBezTo>
                    <a:pt x="6474" y="14986"/>
                    <a:pt x="14013" y="14712"/>
                    <a:pt x="20183" y="12432"/>
                  </a:cubicBezTo>
                  <a:cubicBezTo>
                    <a:pt x="28116" y="9454"/>
                    <a:pt x="33709" y="2493"/>
                    <a:pt x="42402" y="1156"/>
                  </a:cubicBezTo>
                  <a:cubicBezTo>
                    <a:pt x="50092" y="1"/>
                    <a:pt x="57418" y="4043"/>
                    <a:pt x="59819" y="11217"/>
                  </a:cubicBezTo>
                  <a:cubicBezTo>
                    <a:pt x="62190" y="18390"/>
                    <a:pt x="73862" y="24104"/>
                    <a:pt x="81035" y="24439"/>
                  </a:cubicBezTo>
                  <a:cubicBezTo>
                    <a:pt x="86780" y="24743"/>
                    <a:pt x="94318" y="19454"/>
                    <a:pt x="99607" y="17934"/>
                  </a:cubicBezTo>
                  <a:cubicBezTo>
                    <a:pt x="108452" y="15381"/>
                    <a:pt x="117844" y="17873"/>
                    <a:pt x="122009" y="25350"/>
                  </a:cubicBezTo>
                  <a:cubicBezTo>
                    <a:pt x="124227" y="29332"/>
                    <a:pt x="120154" y="35047"/>
                    <a:pt x="121066" y="40092"/>
                  </a:cubicBezTo>
                  <a:cubicBezTo>
                    <a:pt x="121978" y="44925"/>
                    <a:pt x="126507" y="48512"/>
                    <a:pt x="126963" y="53406"/>
                  </a:cubicBezTo>
                  <a:cubicBezTo>
                    <a:pt x="127297" y="57205"/>
                    <a:pt x="130459" y="66172"/>
                    <a:pt x="134167" y="67570"/>
                  </a:cubicBezTo>
                  <a:cubicBezTo>
                    <a:pt x="139304" y="69485"/>
                    <a:pt x="146842" y="69424"/>
                    <a:pt x="151128" y="73862"/>
                  </a:cubicBezTo>
                  <a:cubicBezTo>
                    <a:pt x="153650" y="76537"/>
                    <a:pt x="154805" y="80883"/>
                    <a:pt x="158514" y="8203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34"/>
            <p:cNvSpPr/>
            <p:nvPr/>
          </p:nvSpPr>
          <p:spPr>
            <a:xfrm>
              <a:off x="2975000" y="89975"/>
              <a:ext cx="3962850" cy="2068425"/>
            </a:xfrm>
            <a:custGeom>
              <a:rect b="b" l="l" r="r" t="t"/>
              <a:pathLst>
                <a:path extrusionOk="0" fill="none" h="82737" w="158514">
                  <a:moveTo>
                    <a:pt x="0" y="14104"/>
                  </a:moveTo>
                  <a:cubicBezTo>
                    <a:pt x="6535" y="15684"/>
                    <a:pt x="14347" y="15502"/>
                    <a:pt x="20335" y="12918"/>
                  </a:cubicBezTo>
                  <a:cubicBezTo>
                    <a:pt x="27995" y="9575"/>
                    <a:pt x="34439" y="2644"/>
                    <a:pt x="43101" y="1216"/>
                  </a:cubicBezTo>
                  <a:cubicBezTo>
                    <a:pt x="50639" y="0"/>
                    <a:pt x="58299" y="3435"/>
                    <a:pt x="60822" y="10882"/>
                  </a:cubicBezTo>
                  <a:cubicBezTo>
                    <a:pt x="63436" y="18572"/>
                    <a:pt x="72190" y="23587"/>
                    <a:pt x="80184" y="23769"/>
                  </a:cubicBezTo>
                  <a:cubicBezTo>
                    <a:pt x="86415" y="23921"/>
                    <a:pt x="93862" y="18663"/>
                    <a:pt x="99759" y="17417"/>
                  </a:cubicBezTo>
                  <a:cubicBezTo>
                    <a:pt x="107875" y="15715"/>
                    <a:pt x="119394" y="17234"/>
                    <a:pt x="123224" y="25593"/>
                  </a:cubicBezTo>
                  <a:cubicBezTo>
                    <a:pt x="125413" y="30396"/>
                    <a:pt x="120367" y="35350"/>
                    <a:pt x="121279" y="40578"/>
                  </a:cubicBezTo>
                  <a:cubicBezTo>
                    <a:pt x="122100" y="45381"/>
                    <a:pt x="127723" y="48937"/>
                    <a:pt x="128118" y="53496"/>
                  </a:cubicBezTo>
                  <a:cubicBezTo>
                    <a:pt x="128422" y="57174"/>
                    <a:pt x="130762" y="66262"/>
                    <a:pt x="134501" y="67873"/>
                  </a:cubicBezTo>
                  <a:cubicBezTo>
                    <a:pt x="139456" y="70001"/>
                    <a:pt x="147085" y="69971"/>
                    <a:pt x="151340" y="74408"/>
                  </a:cubicBezTo>
                  <a:cubicBezTo>
                    <a:pt x="153894" y="77083"/>
                    <a:pt x="154897" y="81430"/>
                    <a:pt x="158514" y="82737"/>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34"/>
            <p:cNvSpPr/>
            <p:nvPr/>
          </p:nvSpPr>
          <p:spPr>
            <a:xfrm>
              <a:off x="2975000" y="69450"/>
              <a:ext cx="3962850" cy="2089725"/>
            </a:xfrm>
            <a:custGeom>
              <a:rect b="b" l="l" r="r" t="t"/>
              <a:pathLst>
                <a:path extrusionOk="0" fill="none" h="83589" w="158514">
                  <a:moveTo>
                    <a:pt x="0" y="14925"/>
                  </a:moveTo>
                  <a:cubicBezTo>
                    <a:pt x="6626" y="16475"/>
                    <a:pt x="14529" y="16201"/>
                    <a:pt x="20517" y="13496"/>
                  </a:cubicBezTo>
                  <a:cubicBezTo>
                    <a:pt x="28359" y="9940"/>
                    <a:pt x="34925" y="3010"/>
                    <a:pt x="43800" y="1338"/>
                  </a:cubicBezTo>
                  <a:cubicBezTo>
                    <a:pt x="51126" y="0"/>
                    <a:pt x="59454" y="3010"/>
                    <a:pt x="61916" y="10517"/>
                  </a:cubicBezTo>
                  <a:cubicBezTo>
                    <a:pt x="64500" y="18359"/>
                    <a:pt x="70853" y="23223"/>
                    <a:pt x="79272" y="23131"/>
                  </a:cubicBezTo>
                  <a:cubicBezTo>
                    <a:pt x="86020" y="23071"/>
                    <a:pt x="93254" y="17934"/>
                    <a:pt x="100032" y="17052"/>
                  </a:cubicBezTo>
                  <a:cubicBezTo>
                    <a:pt x="108574" y="15958"/>
                    <a:pt x="120489" y="17630"/>
                    <a:pt x="124471" y="25989"/>
                  </a:cubicBezTo>
                  <a:cubicBezTo>
                    <a:pt x="126902" y="31065"/>
                    <a:pt x="120671" y="35776"/>
                    <a:pt x="121492" y="41186"/>
                  </a:cubicBezTo>
                  <a:cubicBezTo>
                    <a:pt x="122221" y="46050"/>
                    <a:pt x="128878" y="49393"/>
                    <a:pt x="129243" y="53740"/>
                  </a:cubicBezTo>
                  <a:cubicBezTo>
                    <a:pt x="129516" y="57357"/>
                    <a:pt x="131127" y="66445"/>
                    <a:pt x="134896" y="68238"/>
                  </a:cubicBezTo>
                  <a:cubicBezTo>
                    <a:pt x="139699" y="70549"/>
                    <a:pt x="147359" y="70670"/>
                    <a:pt x="151584" y="75077"/>
                  </a:cubicBezTo>
                  <a:cubicBezTo>
                    <a:pt x="154137" y="77752"/>
                    <a:pt x="154988" y="82068"/>
                    <a:pt x="158514" y="83588"/>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34"/>
            <p:cNvSpPr/>
            <p:nvPr/>
          </p:nvSpPr>
          <p:spPr>
            <a:xfrm>
              <a:off x="2975000" y="45125"/>
              <a:ext cx="3962850" cy="2114050"/>
            </a:xfrm>
            <a:custGeom>
              <a:rect b="b" l="l" r="r" t="t"/>
              <a:pathLst>
                <a:path extrusionOk="0" fill="none" h="84562" w="158514">
                  <a:moveTo>
                    <a:pt x="0" y="15898"/>
                  </a:moveTo>
                  <a:cubicBezTo>
                    <a:pt x="6991" y="17478"/>
                    <a:pt x="14651" y="16809"/>
                    <a:pt x="20700" y="14226"/>
                  </a:cubicBezTo>
                  <a:cubicBezTo>
                    <a:pt x="28511" y="10913"/>
                    <a:pt x="35350" y="3527"/>
                    <a:pt x="44439" y="1551"/>
                  </a:cubicBezTo>
                  <a:cubicBezTo>
                    <a:pt x="51612" y="1"/>
                    <a:pt x="60579" y="2736"/>
                    <a:pt x="63041" y="10214"/>
                  </a:cubicBezTo>
                  <a:cubicBezTo>
                    <a:pt x="65564" y="17934"/>
                    <a:pt x="69515" y="22949"/>
                    <a:pt x="78391" y="22645"/>
                  </a:cubicBezTo>
                  <a:cubicBezTo>
                    <a:pt x="85716" y="22372"/>
                    <a:pt x="93072" y="17417"/>
                    <a:pt x="100488" y="16931"/>
                  </a:cubicBezTo>
                  <a:cubicBezTo>
                    <a:pt x="109273" y="16323"/>
                    <a:pt x="121431" y="18208"/>
                    <a:pt x="125717" y="26536"/>
                  </a:cubicBezTo>
                  <a:cubicBezTo>
                    <a:pt x="128544" y="31946"/>
                    <a:pt x="121036" y="36415"/>
                    <a:pt x="121735" y="41916"/>
                  </a:cubicBezTo>
                  <a:cubicBezTo>
                    <a:pt x="122343" y="46871"/>
                    <a:pt x="129881" y="49971"/>
                    <a:pt x="130276" y="54105"/>
                  </a:cubicBezTo>
                  <a:cubicBezTo>
                    <a:pt x="130641" y="57631"/>
                    <a:pt x="131431" y="66628"/>
                    <a:pt x="135322" y="68664"/>
                  </a:cubicBezTo>
                  <a:cubicBezTo>
                    <a:pt x="140124" y="71157"/>
                    <a:pt x="147632" y="71461"/>
                    <a:pt x="151796" y="75868"/>
                  </a:cubicBezTo>
                  <a:cubicBezTo>
                    <a:pt x="154350" y="78573"/>
                    <a:pt x="155109" y="82859"/>
                    <a:pt x="158514" y="84561"/>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34"/>
            <p:cNvSpPr/>
            <p:nvPr/>
          </p:nvSpPr>
          <p:spPr>
            <a:xfrm>
              <a:off x="2975000" y="20825"/>
              <a:ext cx="3962850" cy="2138350"/>
            </a:xfrm>
            <a:custGeom>
              <a:rect b="b" l="l" r="r" t="t"/>
              <a:pathLst>
                <a:path extrusionOk="0" fill="none" h="85534" w="158514">
                  <a:moveTo>
                    <a:pt x="0" y="16870"/>
                  </a:moveTo>
                  <a:cubicBezTo>
                    <a:pt x="7082" y="18420"/>
                    <a:pt x="14833" y="17629"/>
                    <a:pt x="20912" y="14955"/>
                  </a:cubicBezTo>
                  <a:cubicBezTo>
                    <a:pt x="28876" y="11459"/>
                    <a:pt x="35776" y="3951"/>
                    <a:pt x="45047" y="1702"/>
                  </a:cubicBezTo>
                  <a:cubicBezTo>
                    <a:pt x="52068" y="0"/>
                    <a:pt x="61703" y="2371"/>
                    <a:pt x="64166" y="9818"/>
                  </a:cubicBezTo>
                  <a:cubicBezTo>
                    <a:pt x="66567" y="16991"/>
                    <a:pt x="68877" y="22645"/>
                    <a:pt x="77722" y="22128"/>
                  </a:cubicBezTo>
                  <a:cubicBezTo>
                    <a:pt x="85503" y="21672"/>
                    <a:pt x="93133" y="16961"/>
                    <a:pt x="101127" y="16809"/>
                  </a:cubicBezTo>
                  <a:cubicBezTo>
                    <a:pt x="110063" y="16657"/>
                    <a:pt x="122161" y="18693"/>
                    <a:pt x="126963" y="27083"/>
                  </a:cubicBezTo>
                  <a:cubicBezTo>
                    <a:pt x="130276" y="32858"/>
                    <a:pt x="121705" y="37052"/>
                    <a:pt x="122161" y="42615"/>
                  </a:cubicBezTo>
                  <a:cubicBezTo>
                    <a:pt x="122616" y="47782"/>
                    <a:pt x="130762" y="50518"/>
                    <a:pt x="131279" y="54530"/>
                  </a:cubicBezTo>
                  <a:cubicBezTo>
                    <a:pt x="131735" y="57934"/>
                    <a:pt x="131796" y="66931"/>
                    <a:pt x="135778" y="69089"/>
                  </a:cubicBezTo>
                  <a:cubicBezTo>
                    <a:pt x="140550" y="71703"/>
                    <a:pt x="147936" y="72250"/>
                    <a:pt x="152039" y="76658"/>
                  </a:cubicBezTo>
                  <a:cubicBezTo>
                    <a:pt x="154593" y="79393"/>
                    <a:pt x="155231" y="83649"/>
                    <a:pt x="158514" y="85533"/>
                  </a:cubicBezTo>
                </a:path>
              </a:pathLst>
            </a:custGeom>
            <a:noFill/>
            <a:ln cap="flat" cmpd="sng" w="2275">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3" name="Google Shape;5713;p34"/>
          <p:cNvGrpSpPr/>
          <p:nvPr/>
        </p:nvGrpSpPr>
        <p:grpSpPr>
          <a:xfrm>
            <a:off x="1348648" y="-570582"/>
            <a:ext cx="2781299" cy="1048521"/>
            <a:chOff x="493175" y="2102150"/>
            <a:chExt cx="1201425" cy="452925"/>
          </a:xfrm>
        </p:grpSpPr>
        <p:sp>
          <p:nvSpPr>
            <p:cNvPr id="5714" name="Google Shape;5714;p34"/>
            <p:cNvSpPr/>
            <p:nvPr/>
          </p:nvSpPr>
          <p:spPr>
            <a:xfrm>
              <a:off x="1675575" y="2536050"/>
              <a:ext cx="19025" cy="19025"/>
            </a:xfrm>
            <a:custGeom>
              <a:rect b="b" l="l" r="r" t="t"/>
              <a:pathLst>
                <a:path extrusionOk="0" h="761" w="761">
                  <a:moveTo>
                    <a:pt x="365" y="1"/>
                  </a:moveTo>
                  <a:cubicBezTo>
                    <a:pt x="153" y="1"/>
                    <a:pt x="1" y="153"/>
                    <a:pt x="1" y="365"/>
                  </a:cubicBezTo>
                  <a:cubicBezTo>
                    <a:pt x="1" y="578"/>
                    <a:pt x="153"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34"/>
            <p:cNvSpPr/>
            <p:nvPr/>
          </p:nvSpPr>
          <p:spPr>
            <a:xfrm>
              <a:off x="1576800" y="2536050"/>
              <a:ext cx="19000" cy="19025"/>
            </a:xfrm>
            <a:custGeom>
              <a:rect b="b" l="l" r="r" t="t"/>
              <a:pathLst>
                <a:path extrusionOk="0" h="761" w="760">
                  <a:moveTo>
                    <a:pt x="365" y="1"/>
                  </a:moveTo>
                  <a:cubicBezTo>
                    <a:pt x="182" y="1"/>
                    <a:pt x="0" y="153"/>
                    <a:pt x="0" y="365"/>
                  </a:cubicBezTo>
                  <a:cubicBezTo>
                    <a:pt x="0" y="578"/>
                    <a:pt x="182"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34"/>
            <p:cNvSpPr/>
            <p:nvPr/>
          </p:nvSpPr>
          <p:spPr>
            <a:xfrm>
              <a:off x="14780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34"/>
            <p:cNvSpPr/>
            <p:nvPr/>
          </p:nvSpPr>
          <p:spPr>
            <a:xfrm>
              <a:off x="1379975" y="2536050"/>
              <a:ext cx="19025" cy="19025"/>
            </a:xfrm>
            <a:custGeom>
              <a:rect b="b" l="l" r="r" t="t"/>
              <a:pathLst>
                <a:path extrusionOk="0" h="761" w="761">
                  <a:moveTo>
                    <a:pt x="365" y="1"/>
                  </a:moveTo>
                  <a:cubicBezTo>
                    <a:pt x="153" y="1"/>
                    <a:pt x="1" y="153"/>
                    <a:pt x="1" y="365"/>
                  </a:cubicBezTo>
                  <a:cubicBezTo>
                    <a:pt x="1" y="578"/>
                    <a:pt x="153"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34"/>
            <p:cNvSpPr/>
            <p:nvPr/>
          </p:nvSpPr>
          <p:spPr>
            <a:xfrm>
              <a:off x="1281200" y="2536050"/>
              <a:ext cx="19025" cy="19025"/>
            </a:xfrm>
            <a:custGeom>
              <a:rect b="b" l="l" r="r" t="t"/>
              <a:pathLst>
                <a:path extrusionOk="0" h="761" w="761">
                  <a:moveTo>
                    <a:pt x="395" y="1"/>
                  </a:moveTo>
                  <a:cubicBezTo>
                    <a:pt x="183" y="1"/>
                    <a:pt x="0" y="153"/>
                    <a:pt x="0" y="365"/>
                  </a:cubicBezTo>
                  <a:cubicBezTo>
                    <a:pt x="0" y="578"/>
                    <a:pt x="183" y="760"/>
                    <a:pt x="395" y="760"/>
                  </a:cubicBezTo>
                  <a:cubicBezTo>
                    <a:pt x="578" y="760"/>
                    <a:pt x="760" y="578"/>
                    <a:pt x="760" y="365"/>
                  </a:cubicBezTo>
                  <a:cubicBezTo>
                    <a:pt x="760" y="15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34"/>
            <p:cNvSpPr/>
            <p:nvPr/>
          </p:nvSpPr>
          <p:spPr>
            <a:xfrm>
              <a:off x="11824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34"/>
            <p:cNvSpPr/>
            <p:nvPr/>
          </p:nvSpPr>
          <p:spPr>
            <a:xfrm>
              <a:off x="1084375" y="2536050"/>
              <a:ext cx="19025" cy="19025"/>
            </a:xfrm>
            <a:custGeom>
              <a:rect b="b" l="l" r="r" t="t"/>
              <a:pathLst>
                <a:path extrusionOk="0" h="761" w="761">
                  <a:moveTo>
                    <a:pt x="365" y="1"/>
                  </a:moveTo>
                  <a:cubicBezTo>
                    <a:pt x="153" y="1"/>
                    <a:pt x="1" y="153"/>
                    <a:pt x="1" y="365"/>
                  </a:cubicBezTo>
                  <a:cubicBezTo>
                    <a:pt x="1" y="578"/>
                    <a:pt x="153" y="760"/>
                    <a:pt x="365" y="760"/>
                  </a:cubicBezTo>
                  <a:cubicBezTo>
                    <a:pt x="578" y="760"/>
                    <a:pt x="761" y="578"/>
                    <a:pt x="761" y="365"/>
                  </a:cubicBezTo>
                  <a:cubicBezTo>
                    <a:pt x="761"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34"/>
            <p:cNvSpPr/>
            <p:nvPr/>
          </p:nvSpPr>
          <p:spPr>
            <a:xfrm>
              <a:off x="985600" y="2536050"/>
              <a:ext cx="19025" cy="19025"/>
            </a:xfrm>
            <a:custGeom>
              <a:rect b="b" l="l" r="r" t="t"/>
              <a:pathLst>
                <a:path extrusionOk="0" h="761" w="761">
                  <a:moveTo>
                    <a:pt x="365" y="1"/>
                  </a:moveTo>
                  <a:cubicBezTo>
                    <a:pt x="152" y="1"/>
                    <a:pt x="0" y="153"/>
                    <a:pt x="0" y="365"/>
                  </a:cubicBezTo>
                  <a:cubicBezTo>
                    <a:pt x="0" y="578"/>
                    <a:pt x="152"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34"/>
            <p:cNvSpPr/>
            <p:nvPr/>
          </p:nvSpPr>
          <p:spPr>
            <a:xfrm>
              <a:off x="8868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34"/>
            <p:cNvSpPr/>
            <p:nvPr/>
          </p:nvSpPr>
          <p:spPr>
            <a:xfrm>
              <a:off x="788025" y="2536050"/>
              <a:ext cx="19025" cy="19025"/>
            </a:xfrm>
            <a:custGeom>
              <a:rect b="b" l="l" r="r" t="t"/>
              <a:pathLst>
                <a:path extrusionOk="0" h="761" w="761">
                  <a:moveTo>
                    <a:pt x="395" y="1"/>
                  </a:moveTo>
                  <a:cubicBezTo>
                    <a:pt x="183" y="1"/>
                    <a:pt x="0" y="153"/>
                    <a:pt x="0" y="365"/>
                  </a:cubicBezTo>
                  <a:cubicBezTo>
                    <a:pt x="0" y="578"/>
                    <a:pt x="183" y="760"/>
                    <a:pt x="395" y="760"/>
                  </a:cubicBezTo>
                  <a:cubicBezTo>
                    <a:pt x="608" y="760"/>
                    <a:pt x="760" y="578"/>
                    <a:pt x="760" y="365"/>
                  </a:cubicBezTo>
                  <a:cubicBezTo>
                    <a:pt x="760" y="15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34"/>
            <p:cNvSpPr/>
            <p:nvPr/>
          </p:nvSpPr>
          <p:spPr>
            <a:xfrm>
              <a:off x="690000" y="2536050"/>
              <a:ext cx="19025" cy="19025"/>
            </a:xfrm>
            <a:custGeom>
              <a:rect b="b" l="l" r="r" t="t"/>
              <a:pathLst>
                <a:path extrusionOk="0" h="761" w="761">
                  <a:moveTo>
                    <a:pt x="365" y="1"/>
                  </a:moveTo>
                  <a:cubicBezTo>
                    <a:pt x="152" y="1"/>
                    <a:pt x="0" y="153"/>
                    <a:pt x="0" y="365"/>
                  </a:cubicBezTo>
                  <a:cubicBezTo>
                    <a:pt x="0" y="578"/>
                    <a:pt x="152"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34"/>
            <p:cNvSpPr/>
            <p:nvPr/>
          </p:nvSpPr>
          <p:spPr>
            <a:xfrm>
              <a:off x="5912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34"/>
            <p:cNvSpPr/>
            <p:nvPr/>
          </p:nvSpPr>
          <p:spPr>
            <a:xfrm>
              <a:off x="493175" y="2536050"/>
              <a:ext cx="19025" cy="19025"/>
            </a:xfrm>
            <a:custGeom>
              <a:rect b="b" l="l" r="r" t="t"/>
              <a:pathLst>
                <a:path extrusionOk="0" h="761" w="761">
                  <a:moveTo>
                    <a:pt x="366" y="1"/>
                  </a:moveTo>
                  <a:cubicBezTo>
                    <a:pt x="153" y="1"/>
                    <a:pt x="1" y="153"/>
                    <a:pt x="1" y="365"/>
                  </a:cubicBezTo>
                  <a:cubicBezTo>
                    <a:pt x="1" y="578"/>
                    <a:pt x="153" y="760"/>
                    <a:pt x="366" y="760"/>
                  </a:cubicBezTo>
                  <a:cubicBezTo>
                    <a:pt x="578" y="760"/>
                    <a:pt x="761" y="578"/>
                    <a:pt x="761" y="365"/>
                  </a:cubicBezTo>
                  <a:cubicBezTo>
                    <a:pt x="761" y="15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34"/>
            <p:cNvSpPr/>
            <p:nvPr/>
          </p:nvSpPr>
          <p:spPr>
            <a:xfrm>
              <a:off x="1675575" y="2449425"/>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34"/>
            <p:cNvSpPr/>
            <p:nvPr/>
          </p:nvSpPr>
          <p:spPr>
            <a:xfrm>
              <a:off x="1576800" y="2449425"/>
              <a:ext cx="19000" cy="19025"/>
            </a:xfrm>
            <a:custGeom>
              <a:rect b="b" l="l" r="r" t="t"/>
              <a:pathLst>
                <a:path extrusionOk="0" h="761" w="760">
                  <a:moveTo>
                    <a:pt x="365" y="0"/>
                  </a:moveTo>
                  <a:cubicBezTo>
                    <a:pt x="182" y="0"/>
                    <a:pt x="0" y="152"/>
                    <a:pt x="0" y="365"/>
                  </a:cubicBezTo>
                  <a:cubicBezTo>
                    <a:pt x="0" y="578"/>
                    <a:pt x="18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34"/>
            <p:cNvSpPr/>
            <p:nvPr/>
          </p:nvSpPr>
          <p:spPr>
            <a:xfrm>
              <a:off x="14780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34"/>
            <p:cNvSpPr/>
            <p:nvPr/>
          </p:nvSpPr>
          <p:spPr>
            <a:xfrm>
              <a:off x="1379975" y="2449425"/>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34"/>
            <p:cNvSpPr/>
            <p:nvPr/>
          </p:nvSpPr>
          <p:spPr>
            <a:xfrm>
              <a:off x="1281200" y="2449425"/>
              <a:ext cx="19025" cy="19025"/>
            </a:xfrm>
            <a:custGeom>
              <a:rect b="b" l="l" r="r" t="t"/>
              <a:pathLst>
                <a:path extrusionOk="0" h="761" w="761">
                  <a:moveTo>
                    <a:pt x="395" y="0"/>
                  </a:moveTo>
                  <a:cubicBezTo>
                    <a:pt x="183" y="0"/>
                    <a:pt x="0" y="152"/>
                    <a:pt x="0" y="365"/>
                  </a:cubicBezTo>
                  <a:cubicBezTo>
                    <a:pt x="0" y="578"/>
                    <a:pt x="183" y="760"/>
                    <a:pt x="395" y="760"/>
                  </a:cubicBezTo>
                  <a:cubicBezTo>
                    <a:pt x="578" y="760"/>
                    <a:pt x="760" y="578"/>
                    <a:pt x="760" y="365"/>
                  </a:cubicBezTo>
                  <a:cubicBezTo>
                    <a:pt x="760" y="152"/>
                    <a:pt x="57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34"/>
            <p:cNvSpPr/>
            <p:nvPr/>
          </p:nvSpPr>
          <p:spPr>
            <a:xfrm>
              <a:off x="11824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34"/>
            <p:cNvSpPr/>
            <p:nvPr/>
          </p:nvSpPr>
          <p:spPr>
            <a:xfrm>
              <a:off x="1084375" y="2449425"/>
              <a:ext cx="19025" cy="19025"/>
            </a:xfrm>
            <a:custGeom>
              <a:rect b="b" l="l" r="r" t="t"/>
              <a:pathLst>
                <a:path extrusionOk="0" h="761" w="761">
                  <a:moveTo>
                    <a:pt x="365" y="0"/>
                  </a:moveTo>
                  <a:cubicBezTo>
                    <a:pt x="153" y="0"/>
                    <a:pt x="1" y="152"/>
                    <a:pt x="1" y="365"/>
                  </a:cubicBezTo>
                  <a:cubicBezTo>
                    <a:pt x="1" y="578"/>
                    <a:pt x="153" y="760"/>
                    <a:pt x="365" y="760"/>
                  </a:cubicBezTo>
                  <a:cubicBezTo>
                    <a:pt x="578" y="760"/>
                    <a:pt x="761" y="578"/>
                    <a:pt x="761" y="365"/>
                  </a:cubicBezTo>
                  <a:cubicBezTo>
                    <a:pt x="761"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34"/>
            <p:cNvSpPr/>
            <p:nvPr/>
          </p:nvSpPr>
          <p:spPr>
            <a:xfrm>
              <a:off x="985600" y="2449425"/>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34"/>
            <p:cNvSpPr/>
            <p:nvPr/>
          </p:nvSpPr>
          <p:spPr>
            <a:xfrm>
              <a:off x="8868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34"/>
            <p:cNvSpPr/>
            <p:nvPr/>
          </p:nvSpPr>
          <p:spPr>
            <a:xfrm>
              <a:off x="788025" y="2449425"/>
              <a:ext cx="19025" cy="19025"/>
            </a:xfrm>
            <a:custGeom>
              <a:rect b="b" l="l" r="r" t="t"/>
              <a:pathLst>
                <a:path extrusionOk="0" h="761" w="761">
                  <a:moveTo>
                    <a:pt x="395" y="0"/>
                  </a:moveTo>
                  <a:cubicBezTo>
                    <a:pt x="183" y="0"/>
                    <a:pt x="0" y="152"/>
                    <a:pt x="0" y="365"/>
                  </a:cubicBezTo>
                  <a:cubicBezTo>
                    <a:pt x="0" y="578"/>
                    <a:pt x="183" y="760"/>
                    <a:pt x="395" y="760"/>
                  </a:cubicBezTo>
                  <a:cubicBezTo>
                    <a:pt x="608" y="760"/>
                    <a:pt x="760" y="578"/>
                    <a:pt x="760" y="365"/>
                  </a:cubicBezTo>
                  <a:cubicBezTo>
                    <a:pt x="760" y="152"/>
                    <a:pt x="60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34"/>
            <p:cNvSpPr/>
            <p:nvPr/>
          </p:nvSpPr>
          <p:spPr>
            <a:xfrm>
              <a:off x="690000" y="2449425"/>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34"/>
            <p:cNvSpPr/>
            <p:nvPr/>
          </p:nvSpPr>
          <p:spPr>
            <a:xfrm>
              <a:off x="5912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34"/>
            <p:cNvSpPr/>
            <p:nvPr/>
          </p:nvSpPr>
          <p:spPr>
            <a:xfrm>
              <a:off x="493175" y="2449425"/>
              <a:ext cx="19025" cy="19025"/>
            </a:xfrm>
            <a:custGeom>
              <a:rect b="b" l="l" r="r" t="t"/>
              <a:pathLst>
                <a:path extrusionOk="0" h="761" w="761">
                  <a:moveTo>
                    <a:pt x="366" y="0"/>
                  </a:moveTo>
                  <a:cubicBezTo>
                    <a:pt x="153" y="0"/>
                    <a:pt x="1" y="152"/>
                    <a:pt x="1" y="365"/>
                  </a:cubicBezTo>
                  <a:cubicBezTo>
                    <a:pt x="1" y="578"/>
                    <a:pt x="153" y="760"/>
                    <a:pt x="366" y="760"/>
                  </a:cubicBezTo>
                  <a:cubicBezTo>
                    <a:pt x="578" y="760"/>
                    <a:pt x="761" y="578"/>
                    <a:pt x="761" y="365"/>
                  </a:cubicBezTo>
                  <a:cubicBezTo>
                    <a:pt x="761" y="152"/>
                    <a:pt x="578" y="0"/>
                    <a:pt x="36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34"/>
            <p:cNvSpPr/>
            <p:nvPr/>
          </p:nvSpPr>
          <p:spPr>
            <a:xfrm>
              <a:off x="1675575" y="2362800"/>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34"/>
            <p:cNvSpPr/>
            <p:nvPr/>
          </p:nvSpPr>
          <p:spPr>
            <a:xfrm>
              <a:off x="1576800" y="2362800"/>
              <a:ext cx="19000" cy="19025"/>
            </a:xfrm>
            <a:custGeom>
              <a:rect b="b" l="l" r="r" t="t"/>
              <a:pathLst>
                <a:path extrusionOk="0" h="761" w="760">
                  <a:moveTo>
                    <a:pt x="365" y="0"/>
                  </a:moveTo>
                  <a:cubicBezTo>
                    <a:pt x="182" y="0"/>
                    <a:pt x="0" y="152"/>
                    <a:pt x="0" y="365"/>
                  </a:cubicBezTo>
                  <a:cubicBezTo>
                    <a:pt x="0" y="578"/>
                    <a:pt x="18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34"/>
            <p:cNvSpPr/>
            <p:nvPr/>
          </p:nvSpPr>
          <p:spPr>
            <a:xfrm>
              <a:off x="14780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34"/>
            <p:cNvSpPr/>
            <p:nvPr/>
          </p:nvSpPr>
          <p:spPr>
            <a:xfrm>
              <a:off x="1379975" y="2362800"/>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34"/>
            <p:cNvSpPr/>
            <p:nvPr/>
          </p:nvSpPr>
          <p:spPr>
            <a:xfrm>
              <a:off x="1281200" y="2362800"/>
              <a:ext cx="19025" cy="19025"/>
            </a:xfrm>
            <a:custGeom>
              <a:rect b="b" l="l" r="r" t="t"/>
              <a:pathLst>
                <a:path extrusionOk="0" h="761" w="761">
                  <a:moveTo>
                    <a:pt x="395" y="0"/>
                  </a:moveTo>
                  <a:cubicBezTo>
                    <a:pt x="183" y="0"/>
                    <a:pt x="0" y="152"/>
                    <a:pt x="0" y="365"/>
                  </a:cubicBezTo>
                  <a:cubicBezTo>
                    <a:pt x="0" y="578"/>
                    <a:pt x="183" y="760"/>
                    <a:pt x="395" y="760"/>
                  </a:cubicBezTo>
                  <a:cubicBezTo>
                    <a:pt x="578" y="760"/>
                    <a:pt x="760" y="578"/>
                    <a:pt x="760" y="365"/>
                  </a:cubicBezTo>
                  <a:cubicBezTo>
                    <a:pt x="760" y="152"/>
                    <a:pt x="57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34"/>
            <p:cNvSpPr/>
            <p:nvPr/>
          </p:nvSpPr>
          <p:spPr>
            <a:xfrm>
              <a:off x="11824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34"/>
            <p:cNvSpPr/>
            <p:nvPr/>
          </p:nvSpPr>
          <p:spPr>
            <a:xfrm>
              <a:off x="1084375" y="2362800"/>
              <a:ext cx="19025" cy="19025"/>
            </a:xfrm>
            <a:custGeom>
              <a:rect b="b" l="l" r="r" t="t"/>
              <a:pathLst>
                <a:path extrusionOk="0" h="761" w="761">
                  <a:moveTo>
                    <a:pt x="365" y="0"/>
                  </a:moveTo>
                  <a:cubicBezTo>
                    <a:pt x="153" y="0"/>
                    <a:pt x="1" y="152"/>
                    <a:pt x="1" y="365"/>
                  </a:cubicBezTo>
                  <a:cubicBezTo>
                    <a:pt x="1" y="578"/>
                    <a:pt x="153" y="760"/>
                    <a:pt x="365" y="760"/>
                  </a:cubicBezTo>
                  <a:cubicBezTo>
                    <a:pt x="578" y="760"/>
                    <a:pt x="761" y="578"/>
                    <a:pt x="761" y="365"/>
                  </a:cubicBezTo>
                  <a:cubicBezTo>
                    <a:pt x="761"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34"/>
            <p:cNvSpPr/>
            <p:nvPr/>
          </p:nvSpPr>
          <p:spPr>
            <a:xfrm>
              <a:off x="985600" y="2362800"/>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34"/>
            <p:cNvSpPr/>
            <p:nvPr/>
          </p:nvSpPr>
          <p:spPr>
            <a:xfrm>
              <a:off x="8868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34"/>
            <p:cNvSpPr/>
            <p:nvPr/>
          </p:nvSpPr>
          <p:spPr>
            <a:xfrm>
              <a:off x="788025" y="2362800"/>
              <a:ext cx="19025" cy="19025"/>
            </a:xfrm>
            <a:custGeom>
              <a:rect b="b" l="l" r="r" t="t"/>
              <a:pathLst>
                <a:path extrusionOk="0" h="761" w="761">
                  <a:moveTo>
                    <a:pt x="395" y="0"/>
                  </a:moveTo>
                  <a:cubicBezTo>
                    <a:pt x="183" y="0"/>
                    <a:pt x="0" y="152"/>
                    <a:pt x="0" y="365"/>
                  </a:cubicBezTo>
                  <a:cubicBezTo>
                    <a:pt x="0" y="578"/>
                    <a:pt x="183" y="760"/>
                    <a:pt x="395" y="760"/>
                  </a:cubicBezTo>
                  <a:cubicBezTo>
                    <a:pt x="608" y="760"/>
                    <a:pt x="760" y="578"/>
                    <a:pt x="760" y="365"/>
                  </a:cubicBezTo>
                  <a:cubicBezTo>
                    <a:pt x="760" y="152"/>
                    <a:pt x="60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34"/>
            <p:cNvSpPr/>
            <p:nvPr/>
          </p:nvSpPr>
          <p:spPr>
            <a:xfrm>
              <a:off x="690000" y="2362800"/>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34"/>
            <p:cNvSpPr/>
            <p:nvPr/>
          </p:nvSpPr>
          <p:spPr>
            <a:xfrm>
              <a:off x="5912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34"/>
            <p:cNvSpPr/>
            <p:nvPr/>
          </p:nvSpPr>
          <p:spPr>
            <a:xfrm>
              <a:off x="493175" y="2362800"/>
              <a:ext cx="19025" cy="19025"/>
            </a:xfrm>
            <a:custGeom>
              <a:rect b="b" l="l" r="r" t="t"/>
              <a:pathLst>
                <a:path extrusionOk="0" h="761" w="761">
                  <a:moveTo>
                    <a:pt x="366" y="0"/>
                  </a:moveTo>
                  <a:cubicBezTo>
                    <a:pt x="153" y="0"/>
                    <a:pt x="1" y="152"/>
                    <a:pt x="1" y="365"/>
                  </a:cubicBezTo>
                  <a:cubicBezTo>
                    <a:pt x="1" y="578"/>
                    <a:pt x="153" y="760"/>
                    <a:pt x="366" y="760"/>
                  </a:cubicBezTo>
                  <a:cubicBezTo>
                    <a:pt x="578" y="760"/>
                    <a:pt x="761" y="578"/>
                    <a:pt x="761" y="365"/>
                  </a:cubicBezTo>
                  <a:cubicBezTo>
                    <a:pt x="761" y="152"/>
                    <a:pt x="578" y="0"/>
                    <a:pt x="36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34"/>
            <p:cNvSpPr/>
            <p:nvPr/>
          </p:nvSpPr>
          <p:spPr>
            <a:xfrm>
              <a:off x="1675575" y="227540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34"/>
            <p:cNvSpPr/>
            <p:nvPr/>
          </p:nvSpPr>
          <p:spPr>
            <a:xfrm>
              <a:off x="1576800" y="2275400"/>
              <a:ext cx="19000" cy="19025"/>
            </a:xfrm>
            <a:custGeom>
              <a:rect b="b" l="l" r="r" t="t"/>
              <a:pathLst>
                <a:path extrusionOk="0" h="761" w="760">
                  <a:moveTo>
                    <a:pt x="365" y="1"/>
                  </a:moveTo>
                  <a:cubicBezTo>
                    <a:pt x="182" y="1"/>
                    <a:pt x="0" y="183"/>
                    <a:pt x="0" y="396"/>
                  </a:cubicBezTo>
                  <a:cubicBezTo>
                    <a:pt x="0" y="609"/>
                    <a:pt x="18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34"/>
            <p:cNvSpPr/>
            <p:nvPr/>
          </p:nvSpPr>
          <p:spPr>
            <a:xfrm>
              <a:off x="14780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34"/>
            <p:cNvSpPr/>
            <p:nvPr/>
          </p:nvSpPr>
          <p:spPr>
            <a:xfrm>
              <a:off x="1379975" y="227540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34"/>
            <p:cNvSpPr/>
            <p:nvPr/>
          </p:nvSpPr>
          <p:spPr>
            <a:xfrm>
              <a:off x="1281200" y="2275400"/>
              <a:ext cx="19025" cy="19025"/>
            </a:xfrm>
            <a:custGeom>
              <a:rect b="b" l="l" r="r" t="t"/>
              <a:pathLst>
                <a:path extrusionOk="0" h="761" w="761">
                  <a:moveTo>
                    <a:pt x="395" y="1"/>
                  </a:moveTo>
                  <a:cubicBezTo>
                    <a:pt x="183" y="1"/>
                    <a:pt x="0" y="183"/>
                    <a:pt x="0" y="396"/>
                  </a:cubicBezTo>
                  <a:cubicBezTo>
                    <a:pt x="0" y="609"/>
                    <a:pt x="183" y="761"/>
                    <a:pt x="395" y="761"/>
                  </a:cubicBezTo>
                  <a:cubicBezTo>
                    <a:pt x="578" y="761"/>
                    <a:pt x="760" y="609"/>
                    <a:pt x="760" y="396"/>
                  </a:cubicBezTo>
                  <a:cubicBezTo>
                    <a:pt x="760" y="18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34"/>
            <p:cNvSpPr/>
            <p:nvPr/>
          </p:nvSpPr>
          <p:spPr>
            <a:xfrm>
              <a:off x="11824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34"/>
            <p:cNvSpPr/>
            <p:nvPr/>
          </p:nvSpPr>
          <p:spPr>
            <a:xfrm>
              <a:off x="1084375" y="227540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1" y="609"/>
                    <a:pt x="761" y="396"/>
                  </a:cubicBezTo>
                  <a:cubicBezTo>
                    <a:pt x="761"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34"/>
            <p:cNvSpPr/>
            <p:nvPr/>
          </p:nvSpPr>
          <p:spPr>
            <a:xfrm>
              <a:off x="985600" y="227540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34"/>
            <p:cNvSpPr/>
            <p:nvPr/>
          </p:nvSpPr>
          <p:spPr>
            <a:xfrm>
              <a:off x="8868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34"/>
            <p:cNvSpPr/>
            <p:nvPr/>
          </p:nvSpPr>
          <p:spPr>
            <a:xfrm>
              <a:off x="788025" y="2275400"/>
              <a:ext cx="19025" cy="19025"/>
            </a:xfrm>
            <a:custGeom>
              <a:rect b="b" l="l" r="r" t="t"/>
              <a:pathLst>
                <a:path extrusionOk="0" h="761" w="761">
                  <a:moveTo>
                    <a:pt x="395" y="1"/>
                  </a:moveTo>
                  <a:cubicBezTo>
                    <a:pt x="183" y="1"/>
                    <a:pt x="0" y="183"/>
                    <a:pt x="0" y="396"/>
                  </a:cubicBezTo>
                  <a:cubicBezTo>
                    <a:pt x="0" y="609"/>
                    <a:pt x="183" y="761"/>
                    <a:pt x="395" y="761"/>
                  </a:cubicBezTo>
                  <a:cubicBezTo>
                    <a:pt x="608" y="761"/>
                    <a:pt x="760" y="609"/>
                    <a:pt x="760" y="396"/>
                  </a:cubicBezTo>
                  <a:cubicBezTo>
                    <a:pt x="760" y="18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34"/>
            <p:cNvSpPr/>
            <p:nvPr/>
          </p:nvSpPr>
          <p:spPr>
            <a:xfrm>
              <a:off x="690000" y="227540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34"/>
            <p:cNvSpPr/>
            <p:nvPr/>
          </p:nvSpPr>
          <p:spPr>
            <a:xfrm>
              <a:off x="5912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34"/>
            <p:cNvSpPr/>
            <p:nvPr/>
          </p:nvSpPr>
          <p:spPr>
            <a:xfrm>
              <a:off x="493175" y="2275400"/>
              <a:ext cx="19025" cy="19025"/>
            </a:xfrm>
            <a:custGeom>
              <a:rect b="b" l="l" r="r" t="t"/>
              <a:pathLst>
                <a:path extrusionOk="0" h="761" w="761">
                  <a:moveTo>
                    <a:pt x="366" y="1"/>
                  </a:moveTo>
                  <a:cubicBezTo>
                    <a:pt x="153" y="1"/>
                    <a:pt x="1" y="183"/>
                    <a:pt x="1" y="396"/>
                  </a:cubicBezTo>
                  <a:cubicBezTo>
                    <a:pt x="1" y="609"/>
                    <a:pt x="153" y="761"/>
                    <a:pt x="366" y="761"/>
                  </a:cubicBezTo>
                  <a:cubicBezTo>
                    <a:pt x="578" y="761"/>
                    <a:pt x="761" y="609"/>
                    <a:pt x="761" y="396"/>
                  </a:cubicBezTo>
                  <a:cubicBezTo>
                    <a:pt x="761" y="18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34"/>
            <p:cNvSpPr/>
            <p:nvPr/>
          </p:nvSpPr>
          <p:spPr>
            <a:xfrm>
              <a:off x="1675575" y="2188775"/>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34"/>
            <p:cNvSpPr/>
            <p:nvPr/>
          </p:nvSpPr>
          <p:spPr>
            <a:xfrm>
              <a:off x="1576800" y="2188775"/>
              <a:ext cx="19000" cy="19025"/>
            </a:xfrm>
            <a:custGeom>
              <a:rect b="b" l="l" r="r" t="t"/>
              <a:pathLst>
                <a:path extrusionOk="0" h="761" w="760">
                  <a:moveTo>
                    <a:pt x="365" y="1"/>
                  </a:moveTo>
                  <a:cubicBezTo>
                    <a:pt x="182" y="1"/>
                    <a:pt x="0" y="183"/>
                    <a:pt x="0" y="396"/>
                  </a:cubicBezTo>
                  <a:cubicBezTo>
                    <a:pt x="0" y="609"/>
                    <a:pt x="18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34"/>
            <p:cNvSpPr/>
            <p:nvPr/>
          </p:nvSpPr>
          <p:spPr>
            <a:xfrm>
              <a:off x="14780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34"/>
            <p:cNvSpPr/>
            <p:nvPr/>
          </p:nvSpPr>
          <p:spPr>
            <a:xfrm>
              <a:off x="1379975" y="2188775"/>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34"/>
            <p:cNvSpPr/>
            <p:nvPr/>
          </p:nvSpPr>
          <p:spPr>
            <a:xfrm>
              <a:off x="1281200" y="2188775"/>
              <a:ext cx="19025" cy="19025"/>
            </a:xfrm>
            <a:custGeom>
              <a:rect b="b" l="l" r="r" t="t"/>
              <a:pathLst>
                <a:path extrusionOk="0" h="761" w="761">
                  <a:moveTo>
                    <a:pt x="395" y="1"/>
                  </a:moveTo>
                  <a:cubicBezTo>
                    <a:pt x="183" y="1"/>
                    <a:pt x="0" y="183"/>
                    <a:pt x="0" y="396"/>
                  </a:cubicBezTo>
                  <a:cubicBezTo>
                    <a:pt x="0" y="609"/>
                    <a:pt x="183" y="761"/>
                    <a:pt x="395" y="761"/>
                  </a:cubicBezTo>
                  <a:cubicBezTo>
                    <a:pt x="578" y="761"/>
                    <a:pt x="760" y="609"/>
                    <a:pt x="760" y="396"/>
                  </a:cubicBezTo>
                  <a:cubicBezTo>
                    <a:pt x="760" y="18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34"/>
            <p:cNvSpPr/>
            <p:nvPr/>
          </p:nvSpPr>
          <p:spPr>
            <a:xfrm>
              <a:off x="11824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34"/>
            <p:cNvSpPr/>
            <p:nvPr/>
          </p:nvSpPr>
          <p:spPr>
            <a:xfrm>
              <a:off x="1084375" y="2188775"/>
              <a:ext cx="19025" cy="19025"/>
            </a:xfrm>
            <a:custGeom>
              <a:rect b="b" l="l" r="r" t="t"/>
              <a:pathLst>
                <a:path extrusionOk="0" h="761" w="761">
                  <a:moveTo>
                    <a:pt x="365" y="1"/>
                  </a:moveTo>
                  <a:cubicBezTo>
                    <a:pt x="153" y="1"/>
                    <a:pt x="1" y="183"/>
                    <a:pt x="1" y="396"/>
                  </a:cubicBezTo>
                  <a:cubicBezTo>
                    <a:pt x="1" y="609"/>
                    <a:pt x="153" y="761"/>
                    <a:pt x="365" y="761"/>
                  </a:cubicBezTo>
                  <a:cubicBezTo>
                    <a:pt x="578" y="761"/>
                    <a:pt x="761" y="609"/>
                    <a:pt x="761" y="396"/>
                  </a:cubicBezTo>
                  <a:cubicBezTo>
                    <a:pt x="761"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34"/>
            <p:cNvSpPr/>
            <p:nvPr/>
          </p:nvSpPr>
          <p:spPr>
            <a:xfrm>
              <a:off x="985600" y="2188775"/>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34"/>
            <p:cNvSpPr/>
            <p:nvPr/>
          </p:nvSpPr>
          <p:spPr>
            <a:xfrm>
              <a:off x="8868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34"/>
            <p:cNvSpPr/>
            <p:nvPr/>
          </p:nvSpPr>
          <p:spPr>
            <a:xfrm>
              <a:off x="788025" y="2188775"/>
              <a:ext cx="19025" cy="19025"/>
            </a:xfrm>
            <a:custGeom>
              <a:rect b="b" l="l" r="r" t="t"/>
              <a:pathLst>
                <a:path extrusionOk="0" h="761" w="761">
                  <a:moveTo>
                    <a:pt x="395" y="1"/>
                  </a:moveTo>
                  <a:cubicBezTo>
                    <a:pt x="183" y="1"/>
                    <a:pt x="0" y="183"/>
                    <a:pt x="0" y="396"/>
                  </a:cubicBezTo>
                  <a:cubicBezTo>
                    <a:pt x="0" y="609"/>
                    <a:pt x="183" y="761"/>
                    <a:pt x="395" y="761"/>
                  </a:cubicBezTo>
                  <a:cubicBezTo>
                    <a:pt x="608" y="761"/>
                    <a:pt x="760" y="609"/>
                    <a:pt x="760" y="396"/>
                  </a:cubicBezTo>
                  <a:cubicBezTo>
                    <a:pt x="760" y="18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34"/>
            <p:cNvSpPr/>
            <p:nvPr/>
          </p:nvSpPr>
          <p:spPr>
            <a:xfrm>
              <a:off x="690000" y="2188775"/>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34"/>
            <p:cNvSpPr/>
            <p:nvPr/>
          </p:nvSpPr>
          <p:spPr>
            <a:xfrm>
              <a:off x="5912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34"/>
            <p:cNvSpPr/>
            <p:nvPr/>
          </p:nvSpPr>
          <p:spPr>
            <a:xfrm>
              <a:off x="493175" y="2188775"/>
              <a:ext cx="19025" cy="19025"/>
            </a:xfrm>
            <a:custGeom>
              <a:rect b="b" l="l" r="r" t="t"/>
              <a:pathLst>
                <a:path extrusionOk="0" h="761" w="761">
                  <a:moveTo>
                    <a:pt x="366" y="1"/>
                  </a:moveTo>
                  <a:cubicBezTo>
                    <a:pt x="153" y="1"/>
                    <a:pt x="1" y="183"/>
                    <a:pt x="1" y="396"/>
                  </a:cubicBezTo>
                  <a:cubicBezTo>
                    <a:pt x="1" y="609"/>
                    <a:pt x="153" y="761"/>
                    <a:pt x="366" y="761"/>
                  </a:cubicBezTo>
                  <a:cubicBezTo>
                    <a:pt x="578" y="761"/>
                    <a:pt x="761" y="609"/>
                    <a:pt x="761" y="396"/>
                  </a:cubicBezTo>
                  <a:cubicBezTo>
                    <a:pt x="761" y="18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34"/>
            <p:cNvSpPr/>
            <p:nvPr/>
          </p:nvSpPr>
          <p:spPr>
            <a:xfrm>
              <a:off x="1675575" y="210215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34"/>
            <p:cNvSpPr/>
            <p:nvPr/>
          </p:nvSpPr>
          <p:spPr>
            <a:xfrm>
              <a:off x="1576800" y="2102150"/>
              <a:ext cx="19000" cy="19025"/>
            </a:xfrm>
            <a:custGeom>
              <a:rect b="b" l="l" r="r" t="t"/>
              <a:pathLst>
                <a:path extrusionOk="0" h="761" w="760">
                  <a:moveTo>
                    <a:pt x="365" y="1"/>
                  </a:moveTo>
                  <a:cubicBezTo>
                    <a:pt x="182" y="1"/>
                    <a:pt x="0" y="183"/>
                    <a:pt x="0" y="396"/>
                  </a:cubicBezTo>
                  <a:cubicBezTo>
                    <a:pt x="0" y="609"/>
                    <a:pt x="18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34"/>
            <p:cNvSpPr/>
            <p:nvPr/>
          </p:nvSpPr>
          <p:spPr>
            <a:xfrm>
              <a:off x="14780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34"/>
            <p:cNvSpPr/>
            <p:nvPr/>
          </p:nvSpPr>
          <p:spPr>
            <a:xfrm>
              <a:off x="1379975" y="210215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34"/>
            <p:cNvSpPr/>
            <p:nvPr/>
          </p:nvSpPr>
          <p:spPr>
            <a:xfrm>
              <a:off x="1281200" y="2102150"/>
              <a:ext cx="19025" cy="19025"/>
            </a:xfrm>
            <a:custGeom>
              <a:rect b="b" l="l" r="r" t="t"/>
              <a:pathLst>
                <a:path extrusionOk="0" h="761" w="761">
                  <a:moveTo>
                    <a:pt x="395" y="1"/>
                  </a:moveTo>
                  <a:cubicBezTo>
                    <a:pt x="183" y="1"/>
                    <a:pt x="0" y="183"/>
                    <a:pt x="0" y="396"/>
                  </a:cubicBezTo>
                  <a:cubicBezTo>
                    <a:pt x="0" y="609"/>
                    <a:pt x="183" y="761"/>
                    <a:pt x="395" y="761"/>
                  </a:cubicBezTo>
                  <a:cubicBezTo>
                    <a:pt x="578" y="761"/>
                    <a:pt x="760" y="609"/>
                    <a:pt x="760" y="396"/>
                  </a:cubicBezTo>
                  <a:cubicBezTo>
                    <a:pt x="760" y="18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34"/>
            <p:cNvSpPr/>
            <p:nvPr/>
          </p:nvSpPr>
          <p:spPr>
            <a:xfrm>
              <a:off x="11824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34"/>
            <p:cNvSpPr/>
            <p:nvPr/>
          </p:nvSpPr>
          <p:spPr>
            <a:xfrm>
              <a:off x="1084375" y="210215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1" y="609"/>
                    <a:pt x="761" y="396"/>
                  </a:cubicBezTo>
                  <a:cubicBezTo>
                    <a:pt x="761"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34"/>
            <p:cNvSpPr/>
            <p:nvPr/>
          </p:nvSpPr>
          <p:spPr>
            <a:xfrm>
              <a:off x="985600" y="210215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34"/>
            <p:cNvSpPr/>
            <p:nvPr/>
          </p:nvSpPr>
          <p:spPr>
            <a:xfrm>
              <a:off x="8868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34"/>
            <p:cNvSpPr/>
            <p:nvPr/>
          </p:nvSpPr>
          <p:spPr>
            <a:xfrm>
              <a:off x="788025" y="2102150"/>
              <a:ext cx="19025" cy="19025"/>
            </a:xfrm>
            <a:custGeom>
              <a:rect b="b" l="l" r="r" t="t"/>
              <a:pathLst>
                <a:path extrusionOk="0" h="761" w="761">
                  <a:moveTo>
                    <a:pt x="395" y="1"/>
                  </a:moveTo>
                  <a:cubicBezTo>
                    <a:pt x="183" y="1"/>
                    <a:pt x="0" y="183"/>
                    <a:pt x="0" y="396"/>
                  </a:cubicBezTo>
                  <a:cubicBezTo>
                    <a:pt x="0" y="609"/>
                    <a:pt x="183" y="761"/>
                    <a:pt x="395" y="761"/>
                  </a:cubicBezTo>
                  <a:cubicBezTo>
                    <a:pt x="608" y="761"/>
                    <a:pt x="760" y="609"/>
                    <a:pt x="760" y="396"/>
                  </a:cubicBezTo>
                  <a:cubicBezTo>
                    <a:pt x="760" y="18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34"/>
            <p:cNvSpPr/>
            <p:nvPr/>
          </p:nvSpPr>
          <p:spPr>
            <a:xfrm>
              <a:off x="690000" y="210215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34"/>
            <p:cNvSpPr/>
            <p:nvPr/>
          </p:nvSpPr>
          <p:spPr>
            <a:xfrm>
              <a:off x="5912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34"/>
            <p:cNvSpPr/>
            <p:nvPr/>
          </p:nvSpPr>
          <p:spPr>
            <a:xfrm>
              <a:off x="493175" y="2102150"/>
              <a:ext cx="19025" cy="19025"/>
            </a:xfrm>
            <a:custGeom>
              <a:rect b="b" l="l" r="r" t="t"/>
              <a:pathLst>
                <a:path extrusionOk="0" h="761" w="761">
                  <a:moveTo>
                    <a:pt x="366" y="1"/>
                  </a:moveTo>
                  <a:cubicBezTo>
                    <a:pt x="153" y="1"/>
                    <a:pt x="1" y="183"/>
                    <a:pt x="1" y="396"/>
                  </a:cubicBezTo>
                  <a:cubicBezTo>
                    <a:pt x="1" y="609"/>
                    <a:pt x="153" y="761"/>
                    <a:pt x="366" y="761"/>
                  </a:cubicBezTo>
                  <a:cubicBezTo>
                    <a:pt x="578" y="761"/>
                    <a:pt x="761" y="609"/>
                    <a:pt x="761" y="396"/>
                  </a:cubicBezTo>
                  <a:cubicBezTo>
                    <a:pt x="761" y="18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2" name="Google Shape;5792;p34"/>
          <p:cNvGrpSpPr/>
          <p:nvPr/>
        </p:nvGrpSpPr>
        <p:grpSpPr>
          <a:xfrm rot="5400000">
            <a:off x="8706893" y="2462051"/>
            <a:ext cx="702175" cy="1850350"/>
            <a:chOff x="6601575" y="3455900"/>
            <a:chExt cx="702175" cy="1850350"/>
          </a:xfrm>
        </p:grpSpPr>
        <p:sp>
          <p:nvSpPr>
            <p:cNvPr id="5793" name="Google Shape;5793;p34"/>
            <p:cNvSpPr/>
            <p:nvPr/>
          </p:nvSpPr>
          <p:spPr>
            <a:xfrm>
              <a:off x="6601575" y="5187675"/>
              <a:ext cx="118575" cy="118575"/>
            </a:xfrm>
            <a:custGeom>
              <a:rect b="b" l="l" r="r" t="t"/>
              <a:pathLst>
                <a:path extrusionOk="0" h="4743" w="4743">
                  <a:moveTo>
                    <a:pt x="1885" y="1"/>
                  </a:moveTo>
                  <a:lnTo>
                    <a:pt x="1885" y="1885"/>
                  </a:lnTo>
                  <a:lnTo>
                    <a:pt x="1" y="1885"/>
                  </a:lnTo>
                  <a:lnTo>
                    <a:pt x="1"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34"/>
            <p:cNvSpPr/>
            <p:nvPr/>
          </p:nvSpPr>
          <p:spPr>
            <a:xfrm>
              <a:off x="6601575" y="4994675"/>
              <a:ext cx="118575" cy="119325"/>
            </a:xfrm>
            <a:custGeom>
              <a:rect b="b" l="l" r="r" t="t"/>
              <a:pathLst>
                <a:path extrusionOk="0" h="4773" w="4743">
                  <a:moveTo>
                    <a:pt x="1885" y="0"/>
                  </a:moveTo>
                  <a:lnTo>
                    <a:pt x="1885" y="1915"/>
                  </a:lnTo>
                  <a:lnTo>
                    <a:pt x="1" y="1915"/>
                  </a:lnTo>
                  <a:lnTo>
                    <a:pt x="1" y="2858"/>
                  </a:lnTo>
                  <a:lnTo>
                    <a:pt x="1885" y="2858"/>
                  </a:lnTo>
                  <a:lnTo>
                    <a:pt x="1885" y="4772"/>
                  </a:lnTo>
                  <a:lnTo>
                    <a:pt x="2827" y="4772"/>
                  </a:lnTo>
                  <a:lnTo>
                    <a:pt x="2827" y="2858"/>
                  </a:lnTo>
                  <a:lnTo>
                    <a:pt x="4742" y="2858"/>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34"/>
            <p:cNvSpPr/>
            <p:nvPr/>
          </p:nvSpPr>
          <p:spPr>
            <a:xfrm>
              <a:off x="6601575" y="4802425"/>
              <a:ext cx="118575" cy="119325"/>
            </a:xfrm>
            <a:custGeom>
              <a:rect b="b" l="l" r="r" t="t"/>
              <a:pathLst>
                <a:path extrusionOk="0" h="4773" w="4743">
                  <a:moveTo>
                    <a:pt x="1885" y="0"/>
                  </a:moveTo>
                  <a:lnTo>
                    <a:pt x="1885" y="1915"/>
                  </a:lnTo>
                  <a:lnTo>
                    <a:pt x="1" y="1915"/>
                  </a:lnTo>
                  <a:lnTo>
                    <a:pt x="1" y="2857"/>
                  </a:lnTo>
                  <a:lnTo>
                    <a:pt x="1885" y="2857"/>
                  </a:lnTo>
                  <a:lnTo>
                    <a:pt x="1885" y="4772"/>
                  </a:lnTo>
                  <a:lnTo>
                    <a:pt x="2827" y="477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34"/>
            <p:cNvSpPr/>
            <p:nvPr/>
          </p:nvSpPr>
          <p:spPr>
            <a:xfrm>
              <a:off x="6601575" y="4610175"/>
              <a:ext cx="118575" cy="118550"/>
            </a:xfrm>
            <a:custGeom>
              <a:rect b="b" l="l" r="r" t="t"/>
              <a:pathLst>
                <a:path extrusionOk="0" h="4742" w="4743">
                  <a:moveTo>
                    <a:pt x="1885" y="0"/>
                  </a:moveTo>
                  <a:lnTo>
                    <a:pt x="1885" y="1915"/>
                  </a:lnTo>
                  <a:lnTo>
                    <a:pt x="1" y="1915"/>
                  </a:lnTo>
                  <a:lnTo>
                    <a:pt x="1" y="2857"/>
                  </a:lnTo>
                  <a:lnTo>
                    <a:pt x="1885" y="2857"/>
                  </a:lnTo>
                  <a:lnTo>
                    <a:pt x="1885" y="4742"/>
                  </a:lnTo>
                  <a:lnTo>
                    <a:pt x="2827" y="474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34"/>
            <p:cNvSpPr/>
            <p:nvPr/>
          </p:nvSpPr>
          <p:spPr>
            <a:xfrm>
              <a:off x="6601575" y="4417925"/>
              <a:ext cx="118575" cy="118550"/>
            </a:xfrm>
            <a:custGeom>
              <a:rect b="b" l="l" r="r" t="t"/>
              <a:pathLst>
                <a:path extrusionOk="0" h="4742" w="4743">
                  <a:moveTo>
                    <a:pt x="1885" y="0"/>
                  </a:moveTo>
                  <a:lnTo>
                    <a:pt x="1885" y="1915"/>
                  </a:lnTo>
                  <a:lnTo>
                    <a:pt x="1" y="1915"/>
                  </a:lnTo>
                  <a:lnTo>
                    <a:pt x="1" y="2857"/>
                  </a:lnTo>
                  <a:lnTo>
                    <a:pt x="1885" y="2857"/>
                  </a:lnTo>
                  <a:lnTo>
                    <a:pt x="1885" y="4742"/>
                  </a:lnTo>
                  <a:lnTo>
                    <a:pt x="2827" y="474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34"/>
            <p:cNvSpPr/>
            <p:nvPr/>
          </p:nvSpPr>
          <p:spPr>
            <a:xfrm>
              <a:off x="6601575" y="4225675"/>
              <a:ext cx="118575" cy="118550"/>
            </a:xfrm>
            <a:custGeom>
              <a:rect b="b" l="l" r="r" t="t"/>
              <a:pathLst>
                <a:path extrusionOk="0" h="4742" w="4743">
                  <a:moveTo>
                    <a:pt x="1885" y="0"/>
                  </a:moveTo>
                  <a:lnTo>
                    <a:pt x="1885" y="1885"/>
                  </a:lnTo>
                  <a:lnTo>
                    <a:pt x="1" y="1885"/>
                  </a:lnTo>
                  <a:lnTo>
                    <a:pt x="1" y="2857"/>
                  </a:lnTo>
                  <a:lnTo>
                    <a:pt x="1885" y="2857"/>
                  </a:lnTo>
                  <a:lnTo>
                    <a:pt x="1885" y="4742"/>
                  </a:lnTo>
                  <a:lnTo>
                    <a:pt x="2827" y="4742"/>
                  </a:lnTo>
                  <a:lnTo>
                    <a:pt x="2827" y="2857"/>
                  </a:lnTo>
                  <a:lnTo>
                    <a:pt x="4742" y="2857"/>
                  </a:lnTo>
                  <a:lnTo>
                    <a:pt x="4742" y="1885"/>
                  </a:lnTo>
                  <a:lnTo>
                    <a:pt x="2827" y="188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34"/>
            <p:cNvSpPr/>
            <p:nvPr/>
          </p:nvSpPr>
          <p:spPr>
            <a:xfrm>
              <a:off x="6601575" y="4033400"/>
              <a:ext cx="118575" cy="118575"/>
            </a:xfrm>
            <a:custGeom>
              <a:rect b="b" l="l" r="r" t="t"/>
              <a:pathLst>
                <a:path extrusionOk="0" h="4743" w="4743">
                  <a:moveTo>
                    <a:pt x="1885" y="1"/>
                  </a:moveTo>
                  <a:lnTo>
                    <a:pt x="1885" y="1885"/>
                  </a:lnTo>
                  <a:lnTo>
                    <a:pt x="1" y="1885"/>
                  </a:lnTo>
                  <a:lnTo>
                    <a:pt x="1"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34"/>
            <p:cNvSpPr/>
            <p:nvPr/>
          </p:nvSpPr>
          <p:spPr>
            <a:xfrm>
              <a:off x="6601575" y="3841150"/>
              <a:ext cx="118575" cy="118575"/>
            </a:xfrm>
            <a:custGeom>
              <a:rect b="b" l="l" r="r" t="t"/>
              <a:pathLst>
                <a:path extrusionOk="0" h="4743" w="4743">
                  <a:moveTo>
                    <a:pt x="1885" y="1"/>
                  </a:moveTo>
                  <a:lnTo>
                    <a:pt x="1885" y="1885"/>
                  </a:lnTo>
                  <a:lnTo>
                    <a:pt x="1" y="1885"/>
                  </a:lnTo>
                  <a:lnTo>
                    <a:pt x="1"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34"/>
            <p:cNvSpPr/>
            <p:nvPr/>
          </p:nvSpPr>
          <p:spPr>
            <a:xfrm>
              <a:off x="6601575" y="3648900"/>
              <a:ext cx="118575" cy="118575"/>
            </a:xfrm>
            <a:custGeom>
              <a:rect b="b" l="l" r="r" t="t"/>
              <a:pathLst>
                <a:path extrusionOk="0" h="4743" w="4743">
                  <a:moveTo>
                    <a:pt x="1885" y="1"/>
                  </a:moveTo>
                  <a:lnTo>
                    <a:pt x="1885" y="1885"/>
                  </a:lnTo>
                  <a:lnTo>
                    <a:pt x="1" y="1885"/>
                  </a:lnTo>
                  <a:lnTo>
                    <a:pt x="1" y="2828"/>
                  </a:lnTo>
                  <a:lnTo>
                    <a:pt x="1885" y="2828"/>
                  </a:lnTo>
                  <a:lnTo>
                    <a:pt x="1885" y="4742"/>
                  </a:lnTo>
                  <a:lnTo>
                    <a:pt x="2827" y="4742"/>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34"/>
            <p:cNvSpPr/>
            <p:nvPr/>
          </p:nvSpPr>
          <p:spPr>
            <a:xfrm>
              <a:off x="6796100" y="5187675"/>
              <a:ext cx="118575" cy="118575"/>
            </a:xfrm>
            <a:custGeom>
              <a:rect b="b" l="l" r="r" t="t"/>
              <a:pathLst>
                <a:path extrusionOk="0" h="4743" w="4743">
                  <a:moveTo>
                    <a:pt x="1885" y="1"/>
                  </a:moveTo>
                  <a:lnTo>
                    <a:pt x="1885" y="1885"/>
                  </a:lnTo>
                  <a:lnTo>
                    <a:pt x="1" y="1885"/>
                  </a:lnTo>
                  <a:lnTo>
                    <a:pt x="1" y="2828"/>
                  </a:lnTo>
                  <a:lnTo>
                    <a:pt x="1885" y="2828"/>
                  </a:lnTo>
                  <a:lnTo>
                    <a:pt x="1885" y="4743"/>
                  </a:lnTo>
                  <a:lnTo>
                    <a:pt x="2828" y="4743"/>
                  </a:lnTo>
                  <a:lnTo>
                    <a:pt x="2828" y="2828"/>
                  </a:lnTo>
                  <a:lnTo>
                    <a:pt x="4743" y="2828"/>
                  </a:lnTo>
                  <a:lnTo>
                    <a:pt x="4743" y="1885"/>
                  </a:lnTo>
                  <a:lnTo>
                    <a:pt x="2828" y="1885"/>
                  </a:lnTo>
                  <a:lnTo>
                    <a:pt x="28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34"/>
            <p:cNvSpPr/>
            <p:nvPr/>
          </p:nvSpPr>
          <p:spPr>
            <a:xfrm>
              <a:off x="6796100" y="4994675"/>
              <a:ext cx="118575" cy="119325"/>
            </a:xfrm>
            <a:custGeom>
              <a:rect b="b" l="l" r="r" t="t"/>
              <a:pathLst>
                <a:path extrusionOk="0" h="4773" w="4743">
                  <a:moveTo>
                    <a:pt x="1885" y="0"/>
                  </a:moveTo>
                  <a:lnTo>
                    <a:pt x="1885" y="1915"/>
                  </a:lnTo>
                  <a:lnTo>
                    <a:pt x="1" y="1915"/>
                  </a:lnTo>
                  <a:lnTo>
                    <a:pt x="1" y="2858"/>
                  </a:lnTo>
                  <a:lnTo>
                    <a:pt x="1885" y="2858"/>
                  </a:lnTo>
                  <a:lnTo>
                    <a:pt x="1885" y="4772"/>
                  </a:lnTo>
                  <a:lnTo>
                    <a:pt x="2828" y="4772"/>
                  </a:lnTo>
                  <a:lnTo>
                    <a:pt x="2828" y="2858"/>
                  </a:lnTo>
                  <a:lnTo>
                    <a:pt x="4743" y="2858"/>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34"/>
            <p:cNvSpPr/>
            <p:nvPr/>
          </p:nvSpPr>
          <p:spPr>
            <a:xfrm>
              <a:off x="6796100" y="4802425"/>
              <a:ext cx="118575" cy="119325"/>
            </a:xfrm>
            <a:custGeom>
              <a:rect b="b" l="l" r="r" t="t"/>
              <a:pathLst>
                <a:path extrusionOk="0" h="4773" w="4743">
                  <a:moveTo>
                    <a:pt x="1885" y="0"/>
                  </a:moveTo>
                  <a:lnTo>
                    <a:pt x="1885" y="1915"/>
                  </a:lnTo>
                  <a:lnTo>
                    <a:pt x="1" y="1915"/>
                  </a:lnTo>
                  <a:lnTo>
                    <a:pt x="1" y="2857"/>
                  </a:lnTo>
                  <a:lnTo>
                    <a:pt x="1885" y="2857"/>
                  </a:lnTo>
                  <a:lnTo>
                    <a:pt x="1885" y="4772"/>
                  </a:lnTo>
                  <a:lnTo>
                    <a:pt x="2828" y="4772"/>
                  </a:lnTo>
                  <a:lnTo>
                    <a:pt x="2828" y="2857"/>
                  </a:lnTo>
                  <a:lnTo>
                    <a:pt x="4743" y="2857"/>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34"/>
            <p:cNvSpPr/>
            <p:nvPr/>
          </p:nvSpPr>
          <p:spPr>
            <a:xfrm>
              <a:off x="6796100" y="4610175"/>
              <a:ext cx="118575" cy="118550"/>
            </a:xfrm>
            <a:custGeom>
              <a:rect b="b" l="l" r="r" t="t"/>
              <a:pathLst>
                <a:path extrusionOk="0" h="4742" w="4743">
                  <a:moveTo>
                    <a:pt x="1885" y="0"/>
                  </a:moveTo>
                  <a:lnTo>
                    <a:pt x="1885" y="1915"/>
                  </a:lnTo>
                  <a:lnTo>
                    <a:pt x="1" y="1915"/>
                  </a:lnTo>
                  <a:lnTo>
                    <a:pt x="1" y="2857"/>
                  </a:lnTo>
                  <a:lnTo>
                    <a:pt x="1885" y="2857"/>
                  </a:lnTo>
                  <a:lnTo>
                    <a:pt x="1885" y="4742"/>
                  </a:lnTo>
                  <a:lnTo>
                    <a:pt x="2828" y="4742"/>
                  </a:lnTo>
                  <a:lnTo>
                    <a:pt x="2828" y="2857"/>
                  </a:lnTo>
                  <a:lnTo>
                    <a:pt x="4743" y="2857"/>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34"/>
            <p:cNvSpPr/>
            <p:nvPr/>
          </p:nvSpPr>
          <p:spPr>
            <a:xfrm>
              <a:off x="6796100" y="4417925"/>
              <a:ext cx="118575" cy="118550"/>
            </a:xfrm>
            <a:custGeom>
              <a:rect b="b" l="l" r="r" t="t"/>
              <a:pathLst>
                <a:path extrusionOk="0" h="4742" w="4743">
                  <a:moveTo>
                    <a:pt x="1885" y="0"/>
                  </a:moveTo>
                  <a:lnTo>
                    <a:pt x="1885" y="1915"/>
                  </a:lnTo>
                  <a:lnTo>
                    <a:pt x="1" y="1915"/>
                  </a:lnTo>
                  <a:lnTo>
                    <a:pt x="1" y="2857"/>
                  </a:lnTo>
                  <a:lnTo>
                    <a:pt x="1885" y="2857"/>
                  </a:lnTo>
                  <a:lnTo>
                    <a:pt x="1885" y="4742"/>
                  </a:lnTo>
                  <a:lnTo>
                    <a:pt x="2828" y="4742"/>
                  </a:lnTo>
                  <a:lnTo>
                    <a:pt x="2828" y="2857"/>
                  </a:lnTo>
                  <a:lnTo>
                    <a:pt x="4743" y="2857"/>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34"/>
            <p:cNvSpPr/>
            <p:nvPr/>
          </p:nvSpPr>
          <p:spPr>
            <a:xfrm>
              <a:off x="6796100" y="4225675"/>
              <a:ext cx="118575" cy="118550"/>
            </a:xfrm>
            <a:custGeom>
              <a:rect b="b" l="l" r="r" t="t"/>
              <a:pathLst>
                <a:path extrusionOk="0" h="4742" w="4743">
                  <a:moveTo>
                    <a:pt x="1885" y="0"/>
                  </a:moveTo>
                  <a:lnTo>
                    <a:pt x="1885" y="1885"/>
                  </a:lnTo>
                  <a:lnTo>
                    <a:pt x="1" y="1885"/>
                  </a:lnTo>
                  <a:lnTo>
                    <a:pt x="1" y="2857"/>
                  </a:lnTo>
                  <a:lnTo>
                    <a:pt x="1885" y="2857"/>
                  </a:lnTo>
                  <a:lnTo>
                    <a:pt x="1885" y="4742"/>
                  </a:lnTo>
                  <a:lnTo>
                    <a:pt x="2828" y="4742"/>
                  </a:lnTo>
                  <a:lnTo>
                    <a:pt x="2828" y="2857"/>
                  </a:lnTo>
                  <a:lnTo>
                    <a:pt x="4743" y="2857"/>
                  </a:lnTo>
                  <a:lnTo>
                    <a:pt x="4743" y="1885"/>
                  </a:lnTo>
                  <a:lnTo>
                    <a:pt x="2828" y="188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34"/>
            <p:cNvSpPr/>
            <p:nvPr/>
          </p:nvSpPr>
          <p:spPr>
            <a:xfrm>
              <a:off x="6796100" y="4033400"/>
              <a:ext cx="118575" cy="118575"/>
            </a:xfrm>
            <a:custGeom>
              <a:rect b="b" l="l" r="r" t="t"/>
              <a:pathLst>
                <a:path extrusionOk="0" h="4743" w="4743">
                  <a:moveTo>
                    <a:pt x="1885" y="1"/>
                  </a:moveTo>
                  <a:lnTo>
                    <a:pt x="1885" y="1885"/>
                  </a:lnTo>
                  <a:lnTo>
                    <a:pt x="1" y="1885"/>
                  </a:lnTo>
                  <a:lnTo>
                    <a:pt x="1" y="2828"/>
                  </a:lnTo>
                  <a:lnTo>
                    <a:pt x="1885" y="2828"/>
                  </a:lnTo>
                  <a:lnTo>
                    <a:pt x="1885" y="4743"/>
                  </a:lnTo>
                  <a:lnTo>
                    <a:pt x="2828" y="4743"/>
                  </a:lnTo>
                  <a:lnTo>
                    <a:pt x="2828" y="2828"/>
                  </a:lnTo>
                  <a:lnTo>
                    <a:pt x="4743" y="2828"/>
                  </a:lnTo>
                  <a:lnTo>
                    <a:pt x="4743" y="1885"/>
                  </a:lnTo>
                  <a:lnTo>
                    <a:pt x="2828" y="1885"/>
                  </a:lnTo>
                  <a:lnTo>
                    <a:pt x="28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34"/>
            <p:cNvSpPr/>
            <p:nvPr/>
          </p:nvSpPr>
          <p:spPr>
            <a:xfrm>
              <a:off x="6796100" y="3841150"/>
              <a:ext cx="118575" cy="118575"/>
            </a:xfrm>
            <a:custGeom>
              <a:rect b="b" l="l" r="r" t="t"/>
              <a:pathLst>
                <a:path extrusionOk="0" h="4743" w="4743">
                  <a:moveTo>
                    <a:pt x="1885" y="1"/>
                  </a:moveTo>
                  <a:lnTo>
                    <a:pt x="1885" y="1885"/>
                  </a:lnTo>
                  <a:lnTo>
                    <a:pt x="1" y="1885"/>
                  </a:lnTo>
                  <a:lnTo>
                    <a:pt x="1" y="2828"/>
                  </a:lnTo>
                  <a:lnTo>
                    <a:pt x="1885" y="2828"/>
                  </a:lnTo>
                  <a:lnTo>
                    <a:pt x="1885" y="4743"/>
                  </a:lnTo>
                  <a:lnTo>
                    <a:pt x="2828" y="4743"/>
                  </a:lnTo>
                  <a:lnTo>
                    <a:pt x="2828" y="2828"/>
                  </a:lnTo>
                  <a:lnTo>
                    <a:pt x="4743" y="2828"/>
                  </a:lnTo>
                  <a:lnTo>
                    <a:pt x="4743" y="1885"/>
                  </a:lnTo>
                  <a:lnTo>
                    <a:pt x="2828" y="1885"/>
                  </a:lnTo>
                  <a:lnTo>
                    <a:pt x="28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34"/>
            <p:cNvSpPr/>
            <p:nvPr/>
          </p:nvSpPr>
          <p:spPr>
            <a:xfrm>
              <a:off x="6796100" y="3648900"/>
              <a:ext cx="118575" cy="118575"/>
            </a:xfrm>
            <a:custGeom>
              <a:rect b="b" l="l" r="r" t="t"/>
              <a:pathLst>
                <a:path extrusionOk="0" h="4743" w="4743">
                  <a:moveTo>
                    <a:pt x="1885" y="1"/>
                  </a:moveTo>
                  <a:lnTo>
                    <a:pt x="1885" y="1885"/>
                  </a:lnTo>
                  <a:lnTo>
                    <a:pt x="1" y="1885"/>
                  </a:lnTo>
                  <a:lnTo>
                    <a:pt x="1" y="2828"/>
                  </a:lnTo>
                  <a:lnTo>
                    <a:pt x="1885" y="2828"/>
                  </a:lnTo>
                  <a:lnTo>
                    <a:pt x="1885" y="4742"/>
                  </a:lnTo>
                  <a:lnTo>
                    <a:pt x="2828" y="4742"/>
                  </a:lnTo>
                  <a:lnTo>
                    <a:pt x="2828" y="2828"/>
                  </a:lnTo>
                  <a:lnTo>
                    <a:pt x="4743" y="2828"/>
                  </a:lnTo>
                  <a:lnTo>
                    <a:pt x="4743" y="1885"/>
                  </a:lnTo>
                  <a:lnTo>
                    <a:pt x="2828" y="1885"/>
                  </a:lnTo>
                  <a:lnTo>
                    <a:pt x="28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34"/>
            <p:cNvSpPr/>
            <p:nvPr/>
          </p:nvSpPr>
          <p:spPr>
            <a:xfrm>
              <a:off x="6990650" y="5187675"/>
              <a:ext cx="118550" cy="118575"/>
            </a:xfrm>
            <a:custGeom>
              <a:rect b="b" l="l" r="r" t="t"/>
              <a:pathLst>
                <a:path extrusionOk="0" h="4743" w="4742">
                  <a:moveTo>
                    <a:pt x="1885" y="1"/>
                  </a:moveTo>
                  <a:lnTo>
                    <a:pt x="1885" y="1885"/>
                  </a:lnTo>
                  <a:lnTo>
                    <a:pt x="0" y="1885"/>
                  </a:lnTo>
                  <a:lnTo>
                    <a:pt x="0"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34"/>
            <p:cNvSpPr/>
            <p:nvPr/>
          </p:nvSpPr>
          <p:spPr>
            <a:xfrm>
              <a:off x="6990650" y="4994675"/>
              <a:ext cx="118550" cy="119325"/>
            </a:xfrm>
            <a:custGeom>
              <a:rect b="b" l="l" r="r" t="t"/>
              <a:pathLst>
                <a:path extrusionOk="0" h="4773" w="4742">
                  <a:moveTo>
                    <a:pt x="1885" y="0"/>
                  </a:moveTo>
                  <a:lnTo>
                    <a:pt x="1885" y="1915"/>
                  </a:lnTo>
                  <a:lnTo>
                    <a:pt x="0" y="1915"/>
                  </a:lnTo>
                  <a:lnTo>
                    <a:pt x="0" y="2858"/>
                  </a:lnTo>
                  <a:lnTo>
                    <a:pt x="1885" y="2858"/>
                  </a:lnTo>
                  <a:lnTo>
                    <a:pt x="1885" y="4772"/>
                  </a:lnTo>
                  <a:lnTo>
                    <a:pt x="2827" y="4772"/>
                  </a:lnTo>
                  <a:lnTo>
                    <a:pt x="2827" y="2858"/>
                  </a:lnTo>
                  <a:lnTo>
                    <a:pt x="4742" y="2858"/>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34"/>
            <p:cNvSpPr/>
            <p:nvPr/>
          </p:nvSpPr>
          <p:spPr>
            <a:xfrm>
              <a:off x="6990650" y="4802425"/>
              <a:ext cx="118550" cy="119325"/>
            </a:xfrm>
            <a:custGeom>
              <a:rect b="b" l="l" r="r" t="t"/>
              <a:pathLst>
                <a:path extrusionOk="0" h="4773" w="4742">
                  <a:moveTo>
                    <a:pt x="1885" y="0"/>
                  </a:moveTo>
                  <a:lnTo>
                    <a:pt x="1885" y="1915"/>
                  </a:lnTo>
                  <a:lnTo>
                    <a:pt x="0" y="1915"/>
                  </a:lnTo>
                  <a:lnTo>
                    <a:pt x="0" y="2857"/>
                  </a:lnTo>
                  <a:lnTo>
                    <a:pt x="1885" y="2857"/>
                  </a:lnTo>
                  <a:lnTo>
                    <a:pt x="1885" y="4772"/>
                  </a:lnTo>
                  <a:lnTo>
                    <a:pt x="2827" y="477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34"/>
            <p:cNvSpPr/>
            <p:nvPr/>
          </p:nvSpPr>
          <p:spPr>
            <a:xfrm>
              <a:off x="6990650" y="4610175"/>
              <a:ext cx="118550" cy="118550"/>
            </a:xfrm>
            <a:custGeom>
              <a:rect b="b" l="l" r="r" t="t"/>
              <a:pathLst>
                <a:path extrusionOk="0" h="4742" w="4742">
                  <a:moveTo>
                    <a:pt x="1885" y="0"/>
                  </a:moveTo>
                  <a:lnTo>
                    <a:pt x="1885" y="1915"/>
                  </a:lnTo>
                  <a:lnTo>
                    <a:pt x="0" y="1915"/>
                  </a:lnTo>
                  <a:lnTo>
                    <a:pt x="0" y="2857"/>
                  </a:lnTo>
                  <a:lnTo>
                    <a:pt x="1885" y="2857"/>
                  </a:lnTo>
                  <a:lnTo>
                    <a:pt x="1885" y="4742"/>
                  </a:lnTo>
                  <a:lnTo>
                    <a:pt x="2827" y="474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34"/>
            <p:cNvSpPr/>
            <p:nvPr/>
          </p:nvSpPr>
          <p:spPr>
            <a:xfrm>
              <a:off x="6990650" y="4417925"/>
              <a:ext cx="118550" cy="118550"/>
            </a:xfrm>
            <a:custGeom>
              <a:rect b="b" l="l" r="r" t="t"/>
              <a:pathLst>
                <a:path extrusionOk="0" h="4742" w="4742">
                  <a:moveTo>
                    <a:pt x="1885" y="0"/>
                  </a:moveTo>
                  <a:lnTo>
                    <a:pt x="1885" y="1915"/>
                  </a:lnTo>
                  <a:lnTo>
                    <a:pt x="0" y="1915"/>
                  </a:lnTo>
                  <a:lnTo>
                    <a:pt x="0" y="2857"/>
                  </a:lnTo>
                  <a:lnTo>
                    <a:pt x="1885" y="2857"/>
                  </a:lnTo>
                  <a:lnTo>
                    <a:pt x="1885" y="4742"/>
                  </a:lnTo>
                  <a:lnTo>
                    <a:pt x="2827" y="474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34"/>
            <p:cNvSpPr/>
            <p:nvPr/>
          </p:nvSpPr>
          <p:spPr>
            <a:xfrm>
              <a:off x="6990650" y="4225675"/>
              <a:ext cx="118550" cy="118550"/>
            </a:xfrm>
            <a:custGeom>
              <a:rect b="b" l="l" r="r" t="t"/>
              <a:pathLst>
                <a:path extrusionOk="0" h="4742" w="4742">
                  <a:moveTo>
                    <a:pt x="1885" y="0"/>
                  </a:moveTo>
                  <a:lnTo>
                    <a:pt x="1885" y="1885"/>
                  </a:lnTo>
                  <a:lnTo>
                    <a:pt x="0" y="1885"/>
                  </a:lnTo>
                  <a:lnTo>
                    <a:pt x="0" y="2857"/>
                  </a:lnTo>
                  <a:lnTo>
                    <a:pt x="1885" y="2857"/>
                  </a:lnTo>
                  <a:lnTo>
                    <a:pt x="1885" y="4742"/>
                  </a:lnTo>
                  <a:lnTo>
                    <a:pt x="2827" y="4742"/>
                  </a:lnTo>
                  <a:lnTo>
                    <a:pt x="2827" y="2857"/>
                  </a:lnTo>
                  <a:lnTo>
                    <a:pt x="4742" y="2857"/>
                  </a:lnTo>
                  <a:lnTo>
                    <a:pt x="4742" y="1885"/>
                  </a:lnTo>
                  <a:lnTo>
                    <a:pt x="2827" y="188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34"/>
            <p:cNvSpPr/>
            <p:nvPr/>
          </p:nvSpPr>
          <p:spPr>
            <a:xfrm>
              <a:off x="6990650" y="4033400"/>
              <a:ext cx="118550" cy="118575"/>
            </a:xfrm>
            <a:custGeom>
              <a:rect b="b" l="l" r="r" t="t"/>
              <a:pathLst>
                <a:path extrusionOk="0" h="4743" w="4742">
                  <a:moveTo>
                    <a:pt x="1885" y="1"/>
                  </a:moveTo>
                  <a:lnTo>
                    <a:pt x="1885" y="1885"/>
                  </a:lnTo>
                  <a:lnTo>
                    <a:pt x="0" y="1885"/>
                  </a:lnTo>
                  <a:lnTo>
                    <a:pt x="0"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34"/>
            <p:cNvSpPr/>
            <p:nvPr/>
          </p:nvSpPr>
          <p:spPr>
            <a:xfrm>
              <a:off x="6990650" y="3841150"/>
              <a:ext cx="118550" cy="118575"/>
            </a:xfrm>
            <a:custGeom>
              <a:rect b="b" l="l" r="r" t="t"/>
              <a:pathLst>
                <a:path extrusionOk="0" h="4743" w="4742">
                  <a:moveTo>
                    <a:pt x="1885" y="1"/>
                  </a:moveTo>
                  <a:lnTo>
                    <a:pt x="1885" y="1885"/>
                  </a:lnTo>
                  <a:lnTo>
                    <a:pt x="0" y="1885"/>
                  </a:lnTo>
                  <a:lnTo>
                    <a:pt x="0"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34"/>
            <p:cNvSpPr/>
            <p:nvPr/>
          </p:nvSpPr>
          <p:spPr>
            <a:xfrm>
              <a:off x="6990650" y="3648900"/>
              <a:ext cx="118550" cy="118575"/>
            </a:xfrm>
            <a:custGeom>
              <a:rect b="b" l="l" r="r" t="t"/>
              <a:pathLst>
                <a:path extrusionOk="0" h="4743" w="4742">
                  <a:moveTo>
                    <a:pt x="1885" y="1"/>
                  </a:moveTo>
                  <a:lnTo>
                    <a:pt x="1885" y="1885"/>
                  </a:lnTo>
                  <a:lnTo>
                    <a:pt x="0" y="1885"/>
                  </a:lnTo>
                  <a:lnTo>
                    <a:pt x="0" y="2828"/>
                  </a:lnTo>
                  <a:lnTo>
                    <a:pt x="1885" y="2828"/>
                  </a:lnTo>
                  <a:lnTo>
                    <a:pt x="1885" y="4742"/>
                  </a:lnTo>
                  <a:lnTo>
                    <a:pt x="2827" y="4742"/>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34"/>
            <p:cNvSpPr/>
            <p:nvPr/>
          </p:nvSpPr>
          <p:spPr>
            <a:xfrm>
              <a:off x="7184425" y="5187675"/>
              <a:ext cx="119325" cy="118575"/>
            </a:xfrm>
            <a:custGeom>
              <a:rect b="b" l="l" r="r" t="t"/>
              <a:pathLst>
                <a:path extrusionOk="0" h="4743" w="4773">
                  <a:moveTo>
                    <a:pt x="1915" y="1"/>
                  </a:moveTo>
                  <a:lnTo>
                    <a:pt x="1915" y="1885"/>
                  </a:lnTo>
                  <a:lnTo>
                    <a:pt x="0" y="1885"/>
                  </a:lnTo>
                  <a:lnTo>
                    <a:pt x="0" y="2828"/>
                  </a:lnTo>
                  <a:lnTo>
                    <a:pt x="1915" y="2828"/>
                  </a:lnTo>
                  <a:lnTo>
                    <a:pt x="1915" y="4743"/>
                  </a:lnTo>
                  <a:lnTo>
                    <a:pt x="2857" y="4743"/>
                  </a:lnTo>
                  <a:lnTo>
                    <a:pt x="2857" y="2828"/>
                  </a:lnTo>
                  <a:lnTo>
                    <a:pt x="4772" y="2828"/>
                  </a:lnTo>
                  <a:lnTo>
                    <a:pt x="4772" y="1885"/>
                  </a:lnTo>
                  <a:lnTo>
                    <a:pt x="2857" y="1885"/>
                  </a:lnTo>
                  <a:lnTo>
                    <a:pt x="285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34"/>
            <p:cNvSpPr/>
            <p:nvPr/>
          </p:nvSpPr>
          <p:spPr>
            <a:xfrm>
              <a:off x="7184425" y="4994675"/>
              <a:ext cx="119325" cy="119325"/>
            </a:xfrm>
            <a:custGeom>
              <a:rect b="b" l="l" r="r" t="t"/>
              <a:pathLst>
                <a:path extrusionOk="0" h="4773" w="4773">
                  <a:moveTo>
                    <a:pt x="1915" y="0"/>
                  </a:moveTo>
                  <a:lnTo>
                    <a:pt x="1915" y="1915"/>
                  </a:lnTo>
                  <a:lnTo>
                    <a:pt x="0" y="1915"/>
                  </a:lnTo>
                  <a:lnTo>
                    <a:pt x="0" y="2858"/>
                  </a:lnTo>
                  <a:lnTo>
                    <a:pt x="1915" y="2858"/>
                  </a:lnTo>
                  <a:lnTo>
                    <a:pt x="1915" y="4772"/>
                  </a:lnTo>
                  <a:lnTo>
                    <a:pt x="2857" y="4772"/>
                  </a:lnTo>
                  <a:lnTo>
                    <a:pt x="2857" y="2858"/>
                  </a:lnTo>
                  <a:lnTo>
                    <a:pt x="4772" y="2858"/>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34"/>
            <p:cNvSpPr/>
            <p:nvPr/>
          </p:nvSpPr>
          <p:spPr>
            <a:xfrm>
              <a:off x="7184425" y="4802425"/>
              <a:ext cx="119325" cy="119325"/>
            </a:xfrm>
            <a:custGeom>
              <a:rect b="b" l="l" r="r" t="t"/>
              <a:pathLst>
                <a:path extrusionOk="0" h="4773" w="4773">
                  <a:moveTo>
                    <a:pt x="1915" y="0"/>
                  </a:moveTo>
                  <a:lnTo>
                    <a:pt x="1915" y="1915"/>
                  </a:lnTo>
                  <a:lnTo>
                    <a:pt x="0" y="1915"/>
                  </a:lnTo>
                  <a:lnTo>
                    <a:pt x="0" y="2857"/>
                  </a:lnTo>
                  <a:lnTo>
                    <a:pt x="1915" y="2857"/>
                  </a:lnTo>
                  <a:lnTo>
                    <a:pt x="1915" y="4772"/>
                  </a:lnTo>
                  <a:lnTo>
                    <a:pt x="2857" y="4772"/>
                  </a:lnTo>
                  <a:lnTo>
                    <a:pt x="2857" y="2857"/>
                  </a:lnTo>
                  <a:lnTo>
                    <a:pt x="4772" y="2857"/>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34"/>
            <p:cNvSpPr/>
            <p:nvPr/>
          </p:nvSpPr>
          <p:spPr>
            <a:xfrm>
              <a:off x="7184425" y="4610175"/>
              <a:ext cx="119325" cy="118550"/>
            </a:xfrm>
            <a:custGeom>
              <a:rect b="b" l="l" r="r" t="t"/>
              <a:pathLst>
                <a:path extrusionOk="0" h="4742" w="4773">
                  <a:moveTo>
                    <a:pt x="1915" y="0"/>
                  </a:moveTo>
                  <a:lnTo>
                    <a:pt x="1915" y="1915"/>
                  </a:lnTo>
                  <a:lnTo>
                    <a:pt x="0" y="1915"/>
                  </a:lnTo>
                  <a:lnTo>
                    <a:pt x="0" y="2857"/>
                  </a:lnTo>
                  <a:lnTo>
                    <a:pt x="1915" y="2857"/>
                  </a:lnTo>
                  <a:lnTo>
                    <a:pt x="1915" y="4742"/>
                  </a:lnTo>
                  <a:lnTo>
                    <a:pt x="2857" y="4742"/>
                  </a:lnTo>
                  <a:lnTo>
                    <a:pt x="2857" y="2857"/>
                  </a:lnTo>
                  <a:lnTo>
                    <a:pt x="4772" y="2857"/>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34"/>
            <p:cNvSpPr/>
            <p:nvPr/>
          </p:nvSpPr>
          <p:spPr>
            <a:xfrm>
              <a:off x="7184425" y="4417925"/>
              <a:ext cx="119325" cy="118550"/>
            </a:xfrm>
            <a:custGeom>
              <a:rect b="b" l="l" r="r" t="t"/>
              <a:pathLst>
                <a:path extrusionOk="0" h="4742" w="4773">
                  <a:moveTo>
                    <a:pt x="1915" y="0"/>
                  </a:moveTo>
                  <a:lnTo>
                    <a:pt x="1915" y="1915"/>
                  </a:lnTo>
                  <a:lnTo>
                    <a:pt x="0" y="1915"/>
                  </a:lnTo>
                  <a:lnTo>
                    <a:pt x="0" y="2857"/>
                  </a:lnTo>
                  <a:lnTo>
                    <a:pt x="1915" y="2857"/>
                  </a:lnTo>
                  <a:lnTo>
                    <a:pt x="1915" y="4742"/>
                  </a:lnTo>
                  <a:lnTo>
                    <a:pt x="2857" y="4742"/>
                  </a:lnTo>
                  <a:lnTo>
                    <a:pt x="2857" y="2857"/>
                  </a:lnTo>
                  <a:lnTo>
                    <a:pt x="4772" y="2857"/>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34"/>
            <p:cNvSpPr/>
            <p:nvPr/>
          </p:nvSpPr>
          <p:spPr>
            <a:xfrm>
              <a:off x="7184425" y="4225675"/>
              <a:ext cx="119325" cy="118550"/>
            </a:xfrm>
            <a:custGeom>
              <a:rect b="b" l="l" r="r" t="t"/>
              <a:pathLst>
                <a:path extrusionOk="0" h="4742" w="4773">
                  <a:moveTo>
                    <a:pt x="1915" y="0"/>
                  </a:moveTo>
                  <a:lnTo>
                    <a:pt x="1915" y="1885"/>
                  </a:lnTo>
                  <a:lnTo>
                    <a:pt x="0" y="1885"/>
                  </a:lnTo>
                  <a:lnTo>
                    <a:pt x="0" y="2857"/>
                  </a:lnTo>
                  <a:lnTo>
                    <a:pt x="1915" y="2857"/>
                  </a:lnTo>
                  <a:lnTo>
                    <a:pt x="1915" y="4742"/>
                  </a:lnTo>
                  <a:lnTo>
                    <a:pt x="2857" y="4742"/>
                  </a:lnTo>
                  <a:lnTo>
                    <a:pt x="2857" y="2857"/>
                  </a:lnTo>
                  <a:lnTo>
                    <a:pt x="4772" y="2857"/>
                  </a:lnTo>
                  <a:lnTo>
                    <a:pt x="4772" y="1885"/>
                  </a:lnTo>
                  <a:lnTo>
                    <a:pt x="2857" y="188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34"/>
            <p:cNvSpPr/>
            <p:nvPr/>
          </p:nvSpPr>
          <p:spPr>
            <a:xfrm>
              <a:off x="7184425" y="4033400"/>
              <a:ext cx="119325" cy="118575"/>
            </a:xfrm>
            <a:custGeom>
              <a:rect b="b" l="l" r="r" t="t"/>
              <a:pathLst>
                <a:path extrusionOk="0" h="4743" w="4773">
                  <a:moveTo>
                    <a:pt x="1915" y="1"/>
                  </a:moveTo>
                  <a:lnTo>
                    <a:pt x="1915" y="1885"/>
                  </a:lnTo>
                  <a:lnTo>
                    <a:pt x="0" y="1885"/>
                  </a:lnTo>
                  <a:lnTo>
                    <a:pt x="0" y="2828"/>
                  </a:lnTo>
                  <a:lnTo>
                    <a:pt x="1915" y="2828"/>
                  </a:lnTo>
                  <a:lnTo>
                    <a:pt x="1915" y="4743"/>
                  </a:lnTo>
                  <a:lnTo>
                    <a:pt x="2857" y="4743"/>
                  </a:lnTo>
                  <a:lnTo>
                    <a:pt x="2857" y="2828"/>
                  </a:lnTo>
                  <a:lnTo>
                    <a:pt x="4772" y="2828"/>
                  </a:lnTo>
                  <a:lnTo>
                    <a:pt x="4772" y="1885"/>
                  </a:lnTo>
                  <a:lnTo>
                    <a:pt x="2857" y="1885"/>
                  </a:lnTo>
                  <a:lnTo>
                    <a:pt x="285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34"/>
            <p:cNvSpPr/>
            <p:nvPr/>
          </p:nvSpPr>
          <p:spPr>
            <a:xfrm>
              <a:off x="7184425" y="3841150"/>
              <a:ext cx="119325" cy="118575"/>
            </a:xfrm>
            <a:custGeom>
              <a:rect b="b" l="l" r="r" t="t"/>
              <a:pathLst>
                <a:path extrusionOk="0" h="4743" w="4773">
                  <a:moveTo>
                    <a:pt x="1915" y="1"/>
                  </a:moveTo>
                  <a:lnTo>
                    <a:pt x="1915" y="1885"/>
                  </a:lnTo>
                  <a:lnTo>
                    <a:pt x="0" y="1885"/>
                  </a:lnTo>
                  <a:lnTo>
                    <a:pt x="0" y="2828"/>
                  </a:lnTo>
                  <a:lnTo>
                    <a:pt x="1915" y="2828"/>
                  </a:lnTo>
                  <a:lnTo>
                    <a:pt x="1915" y="4743"/>
                  </a:lnTo>
                  <a:lnTo>
                    <a:pt x="2857" y="4743"/>
                  </a:lnTo>
                  <a:lnTo>
                    <a:pt x="2857" y="2828"/>
                  </a:lnTo>
                  <a:lnTo>
                    <a:pt x="4772" y="2828"/>
                  </a:lnTo>
                  <a:lnTo>
                    <a:pt x="4772" y="1885"/>
                  </a:lnTo>
                  <a:lnTo>
                    <a:pt x="2857" y="1885"/>
                  </a:lnTo>
                  <a:lnTo>
                    <a:pt x="285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34"/>
            <p:cNvSpPr/>
            <p:nvPr/>
          </p:nvSpPr>
          <p:spPr>
            <a:xfrm>
              <a:off x="7184425" y="3648900"/>
              <a:ext cx="119325" cy="118575"/>
            </a:xfrm>
            <a:custGeom>
              <a:rect b="b" l="l" r="r" t="t"/>
              <a:pathLst>
                <a:path extrusionOk="0" h="4743" w="4773">
                  <a:moveTo>
                    <a:pt x="1915" y="1"/>
                  </a:moveTo>
                  <a:lnTo>
                    <a:pt x="1915" y="1885"/>
                  </a:lnTo>
                  <a:lnTo>
                    <a:pt x="0" y="1885"/>
                  </a:lnTo>
                  <a:lnTo>
                    <a:pt x="0" y="2828"/>
                  </a:lnTo>
                  <a:lnTo>
                    <a:pt x="1915" y="2828"/>
                  </a:lnTo>
                  <a:lnTo>
                    <a:pt x="1915" y="4742"/>
                  </a:lnTo>
                  <a:lnTo>
                    <a:pt x="2857" y="4742"/>
                  </a:lnTo>
                  <a:lnTo>
                    <a:pt x="2857" y="2828"/>
                  </a:lnTo>
                  <a:lnTo>
                    <a:pt x="4772" y="2828"/>
                  </a:lnTo>
                  <a:lnTo>
                    <a:pt x="4772" y="1885"/>
                  </a:lnTo>
                  <a:lnTo>
                    <a:pt x="2857" y="1885"/>
                  </a:lnTo>
                  <a:lnTo>
                    <a:pt x="285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34"/>
            <p:cNvSpPr/>
            <p:nvPr/>
          </p:nvSpPr>
          <p:spPr>
            <a:xfrm>
              <a:off x="6601575" y="3455900"/>
              <a:ext cx="118575" cy="119325"/>
            </a:xfrm>
            <a:custGeom>
              <a:rect b="b" l="l" r="r" t="t"/>
              <a:pathLst>
                <a:path extrusionOk="0" h="4773" w="4743">
                  <a:moveTo>
                    <a:pt x="1885" y="0"/>
                  </a:moveTo>
                  <a:lnTo>
                    <a:pt x="1885" y="1915"/>
                  </a:lnTo>
                  <a:lnTo>
                    <a:pt x="1" y="1915"/>
                  </a:lnTo>
                  <a:lnTo>
                    <a:pt x="1" y="2857"/>
                  </a:lnTo>
                  <a:lnTo>
                    <a:pt x="1885" y="2857"/>
                  </a:lnTo>
                  <a:lnTo>
                    <a:pt x="1885" y="4772"/>
                  </a:lnTo>
                  <a:lnTo>
                    <a:pt x="2827" y="477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34"/>
            <p:cNvSpPr/>
            <p:nvPr/>
          </p:nvSpPr>
          <p:spPr>
            <a:xfrm>
              <a:off x="6796100" y="3455900"/>
              <a:ext cx="118575" cy="119325"/>
            </a:xfrm>
            <a:custGeom>
              <a:rect b="b" l="l" r="r" t="t"/>
              <a:pathLst>
                <a:path extrusionOk="0" h="4773" w="4743">
                  <a:moveTo>
                    <a:pt x="1885" y="0"/>
                  </a:moveTo>
                  <a:lnTo>
                    <a:pt x="1885" y="1915"/>
                  </a:lnTo>
                  <a:lnTo>
                    <a:pt x="1" y="1915"/>
                  </a:lnTo>
                  <a:lnTo>
                    <a:pt x="1" y="2857"/>
                  </a:lnTo>
                  <a:lnTo>
                    <a:pt x="1885" y="2857"/>
                  </a:lnTo>
                  <a:lnTo>
                    <a:pt x="1885" y="4772"/>
                  </a:lnTo>
                  <a:lnTo>
                    <a:pt x="2828" y="4772"/>
                  </a:lnTo>
                  <a:lnTo>
                    <a:pt x="2828" y="2857"/>
                  </a:lnTo>
                  <a:lnTo>
                    <a:pt x="4743" y="2857"/>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34"/>
            <p:cNvSpPr/>
            <p:nvPr/>
          </p:nvSpPr>
          <p:spPr>
            <a:xfrm>
              <a:off x="6990650" y="3455900"/>
              <a:ext cx="118550" cy="119325"/>
            </a:xfrm>
            <a:custGeom>
              <a:rect b="b" l="l" r="r" t="t"/>
              <a:pathLst>
                <a:path extrusionOk="0" h="4773" w="4742">
                  <a:moveTo>
                    <a:pt x="1885" y="0"/>
                  </a:moveTo>
                  <a:lnTo>
                    <a:pt x="1885" y="1915"/>
                  </a:lnTo>
                  <a:lnTo>
                    <a:pt x="0" y="1915"/>
                  </a:lnTo>
                  <a:lnTo>
                    <a:pt x="0" y="2857"/>
                  </a:lnTo>
                  <a:lnTo>
                    <a:pt x="1885" y="2857"/>
                  </a:lnTo>
                  <a:lnTo>
                    <a:pt x="1885" y="4772"/>
                  </a:lnTo>
                  <a:lnTo>
                    <a:pt x="2827" y="477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34"/>
            <p:cNvSpPr/>
            <p:nvPr/>
          </p:nvSpPr>
          <p:spPr>
            <a:xfrm>
              <a:off x="7184425" y="3455900"/>
              <a:ext cx="119325" cy="119325"/>
            </a:xfrm>
            <a:custGeom>
              <a:rect b="b" l="l" r="r" t="t"/>
              <a:pathLst>
                <a:path extrusionOk="0" h="4773" w="4773">
                  <a:moveTo>
                    <a:pt x="1915" y="0"/>
                  </a:moveTo>
                  <a:lnTo>
                    <a:pt x="1915" y="1915"/>
                  </a:lnTo>
                  <a:lnTo>
                    <a:pt x="0" y="1915"/>
                  </a:lnTo>
                  <a:lnTo>
                    <a:pt x="0" y="2857"/>
                  </a:lnTo>
                  <a:lnTo>
                    <a:pt x="1915" y="2857"/>
                  </a:lnTo>
                  <a:lnTo>
                    <a:pt x="1915" y="4772"/>
                  </a:lnTo>
                  <a:lnTo>
                    <a:pt x="2857" y="4772"/>
                  </a:lnTo>
                  <a:lnTo>
                    <a:pt x="2857" y="2857"/>
                  </a:lnTo>
                  <a:lnTo>
                    <a:pt x="4772" y="2857"/>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3" name="Google Shape;5833;p34"/>
          <p:cNvGrpSpPr/>
          <p:nvPr/>
        </p:nvGrpSpPr>
        <p:grpSpPr>
          <a:xfrm rot="10800000">
            <a:off x="7008821" y="-461785"/>
            <a:ext cx="1123988" cy="1211934"/>
            <a:chOff x="145150" y="80100"/>
            <a:chExt cx="1699150" cy="1832100"/>
          </a:xfrm>
        </p:grpSpPr>
        <p:sp>
          <p:nvSpPr>
            <p:cNvPr id="5834" name="Google Shape;5834;p34"/>
            <p:cNvSpPr/>
            <p:nvPr/>
          </p:nvSpPr>
          <p:spPr>
            <a:xfrm>
              <a:off x="145150" y="212300"/>
              <a:ext cx="1566925" cy="1566925"/>
            </a:xfrm>
            <a:custGeom>
              <a:rect b="b" l="l" r="r" t="t"/>
              <a:pathLst>
                <a:path extrusionOk="0" h="62677" w="62677">
                  <a:moveTo>
                    <a:pt x="31339" y="1"/>
                  </a:moveTo>
                  <a:cubicBezTo>
                    <a:pt x="14043" y="1"/>
                    <a:pt x="1" y="14044"/>
                    <a:pt x="1" y="31339"/>
                  </a:cubicBezTo>
                  <a:cubicBezTo>
                    <a:pt x="1" y="48664"/>
                    <a:pt x="14043" y="62677"/>
                    <a:pt x="31339" y="62677"/>
                  </a:cubicBezTo>
                  <a:cubicBezTo>
                    <a:pt x="48664" y="62677"/>
                    <a:pt x="62677" y="48664"/>
                    <a:pt x="62677" y="31339"/>
                  </a:cubicBezTo>
                  <a:cubicBezTo>
                    <a:pt x="62677" y="14044"/>
                    <a:pt x="48664" y="1"/>
                    <a:pt x="31339" y="1"/>
                  </a:cubicBezTo>
                  <a:close/>
                </a:path>
              </a:pathLst>
            </a:custGeom>
            <a:solidFill>
              <a:srgbClr val="E4BE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34"/>
            <p:cNvSpPr/>
            <p:nvPr/>
          </p:nvSpPr>
          <p:spPr>
            <a:xfrm>
              <a:off x="928600" y="80100"/>
              <a:ext cx="915700" cy="1832100"/>
            </a:xfrm>
            <a:custGeom>
              <a:rect b="b" l="l" r="r" t="t"/>
              <a:pathLst>
                <a:path extrusionOk="0" fill="none" h="73284" w="36628">
                  <a:moveTo>
                    <a:pt x="1" y="0"/>
                  </a:moveTo>
                  <a:cubicBezTo>
                    <a:pt x="20244" y="0"/>
                    <a:pt x="36627" y="16414"/>
                    <a:pt x="36627" y="36627"/>
                  </a:cubicBezTo>
                  <a:cubicBezTo>
                    <a:pt x="36627" y="56870"/>
                    <a:pt x="20244" y="73284"/>
                    <a:pt x="1" y="73284"/>
                  </a:cubicBezTo>
                </a:path>
              </a:pathLst>
            </a:custGeom>
            <a:noFill/>
            <a:ln cap="flat" cmpd="sng" w="94975">
              <a:solidFill>
                <a:srgbClr val="96A8AC"/>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6" name="Google Shape;5836;p34"/>
          <p:cNvGrpSpPr/>
          <p:nvPr/>
        </p:nvGrpSpPr>
        <p:grpSpPr>
          <a:xfrm>
            <a:off x="1348650" y="4435350"/>
            <a:ext cx="828300" cy="654275"/>
            <a:chOff x="2024375" y="213075"/>
            <a:chExt cx="828300" cy="654275"/>
          </a:xfrm>
        </p:grpSpPr>
        <p:sp>
          <p:nvSpPr>
            <p:cNvPr id="5837" name="Google Shape;5837;p34"/>
            <p:cNvSpPr/>
            <p:nvPr/>
          </p:nvSpPr>
          <p:spPr>
            <a:xfrm>
              <a:off x="2024375" y="213075"/>
              <a:ext cx="828300" cy="654275"/>
            </a:xfrm>
            <a:custGeom>
              <a:rect b="b" l="l" r="r" t="t"/>
              <a:pathLst>
                <a:path extrusionOk="0" fill="none" h="26171" w="33132">
                  <a:moveTo>
                    <a:pt x="27417" y="0"/>
                  </a:moveTo>
                  <a:cubicBezTo>
                    <a:pt x="31824" y="4377"/>
                    <a:pt x="33131" y="10973"/>
                    <a:pt x="30761" y="16718"/>
                  </a:cubicBezTo>
                  <a:cubicBezTo>
                    <a:pt x="28390" y="22432"/>
                    <a:pt x="22767" y="26171"/>
                    <a:pt x="16566" y="26171"/>
                  </a:cubicBezTo>
                  <a:cubicBezTo>
                    <a:pt x="10365" y="26171"/>
                    <a:pt x="4772" y="22432"/>
                    <a:pt x="2401" y="16718"/>
                  </a:cubicBezTo>
                  <a:cubicBezTo>
                    <a:pt x="0" y="10973"/>
                    <a:pt x="1338" y="4377"/>
                    <a:pt x="5715" y="0"/>
                  </a:cubicBezTo>
                </a:path>
              </a:pathLst>
            </a:custGeom>
            <a:noFill/>
            <a:ln cap="flat" cmpd="sng" w="66875">
              <a:solidFill>
                <a:srgbClr val="E4BEB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34"/>
            <p:cNvSpPr/>
            <p:nvPr/>
          </p:nvSpPr>
          <p:spPr>
            <a:xfrm>
              <a:off x="2194575" y="241175"/>
              <a:ext cx="488650" cy="488650"/>
            </a:xfrm>
            <a:custGeom>
              <a:rect b="b" l="l" r="r" t="t"/>
              <a:pathLst>
                <a:path extrusionOk="0" fill="none" h="19546" w="19546">
                  <a:moveTo>
                    <a:pt x="19545" y="9758"/>
                  </a:moveTo>
                  <a:cubicBezTo>
                    <a:pt x="19545" y="15168"/>
                    <a:pt x="15168" y="19545"/>
                    <a:pt x="9758" y="19545"/>
                  </a:cubicBezTo>
                  <a:cubicBezTo>
                    <a:pt x="4378" y="19545"/>
                    <a:pt x="1" y="15168"/>
                    <a:pt x="1" y="9758"/>
                  </a:cubicBezTo>
                  <a:cubicBezTo>
                    <a:pt x="1" y="4378"/>
                    <a:pt x="4378" y="1"/>
                    <a:pt x="9758" y="1"/>
                  </a:cubicBezTo>
                  <a:cubicBezTo>
                    <a:pt x="15168" y="1"/>
                    <a:pt x="19545" y="4378"/>
                    <a:pt x="19545" y="9758"/>
                  </a:cubicBezTo>
                  <a:close/>
                </a:path>
              </a:pathLst>
            </a:custGeom>
            <a:solidFill>
              <a:schemeClr val="lt2"/>
            </a:solidFill>
            <a:ln cap="flat" cmpd="sng" w="3810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9" name="Google Shape;5839;p34"/>
          <p:cNvGrpSpPr/>
          <p:nvPr/>
        </p:nvGrpSpPr>
        <p:grpSpPr>
          <a:xfrm>
            <a:off x="8316013" y="1577838"/>
            <a:ext cx="378450" cy="379225"/>
            <a:chOff x="4811650" y="1895450"/>
            <a:chExt cx="378450" cy="379225"/>
          </a:xfrm>
        </p:grpSpPr>
        <p:sp>
          <p:nvSpPr>
            <p:cNvPr id="5840" name="Google Shape;5840;p34"/>
            <p:cNvSpPr/>
            <p:nvPr/>
          </p:nvSpPr>
          <p:spPr>
            <a:xfrm>
              <a:off x="4811650" y="1895450"/>
              <a:ext cx="378450" cy="379225"/>
            </a:xfrm>
            <a:custGeom>
              <a:rect b="b" l="l" r="r" t="t"/>
              <a:pathLst>
                <a:path extrusionOk="0" fill="none" h="15169" w="15138">
                  <a:moveTo>
                    <a:pt x="9119" y="882"/>
                  </a:moveTo>
                  <a:cubicBezTo>
                    <a:pt x="12828" y="1733"/>
                    <a:pt x="15138" y="5442"/>
                    <a:pt x="14256" y="9150"/>
                  </a:cubicBezTo>
                  <a:cubicBezTo>
                    <a:pt x="13405" y="12858"/>
                    <a:pt x="9697" y="15168"/>
                    <a:pt x="5989" y="14287"/>
                  </a:cubicBezTo>
                  <a:cubicBezTo>
                    <a:pt x="2280" y="13436"/>
                    <a:pt x="1" y="9728"/>
                    <a:pt x="852" y="6019"/>
                  </a:cubicBezTo>
                  <a:cubicBezTo>
                    <a:pt x="1733" y="2311"/>
                    <a:pt x="5441" y="1"/>
                    <a:pt x="9119" y="882"/>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34"/>
            <p:cNvSpPr/>
            <p:nvPr/>
          </p:nvSpPr>
          <p:spPr>
            <a:xfrm>
              <a:off x="4882325" y="1966125"/>
              <a:ext cx="236350" cy="237125"/>
            </a:xfrm>
            <a:custGeom>
              <a:rect b="b" l="l" r="r" t="t"/>
              <a:pathLst>
                <a:path extrusionOk="0" fill="none" h="9485" w="9454">
                  <a:moveTo>
                    <a:pt x="9453" y="4742"/>
                  </a:moveTo>
                  <a:cubicBezTo>
                    <a:pt x="9453" y="7356"/>
                    <a:pt x="7356" y="9484"/>
                    <a:pt x="4742" y="9484"/>
                  </a:cubicBezTo>
                  <a:cubicBezTo>
                    <a:pt x="2128" y="9484"/>
                    <a:pt x="0" y="7356"/>
                    <a:pt x="0" y="4742"/>
                  </a:cubicBezTo>
                  <a:cubicBezTo>
                    <a:pt x="0" y="2128"/>
                    <a:pt x="2128" y="1"/>
                    <a:pt x="4742" y="1"/>
                  </a:cubicBezTo>
                  <a:cubicBezTo>
                    <a:pt x="7356" y="1"/>
                    <a:pt x="9453" y="2128"/>
                    <a:pt x="9453" y="4742"/>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34"/>
            <p:cNvSpPr/>
            <p:nvPr/>
          </p:nvSpPr>
          <p:spPr>
            <a:xfrm>
              <a:off x="4928675" y="2012475"/>
              <a:ext cx="143650" cy="144425"/>
            </a:xfrm>
            <a:custGeom>
              <a:rect b="b" l="l" r="r" t="t"/>
              <a:pathLst>
                <a:path extrusionOk="0" fill="none" h="5777" w="5746">
                  <a:moveTo>
                    <a:pt x="5745" y="2888"/>
                  </a:moveTo>
                  <a:cubicBezTo>
                    <a:pt x="5745" y="4499"/>
                    <a:pt x="4469" y="5776"/>
                    <a:pt x="2888" y="5776"/>
                  </a:cubicBezTo>
                  <a:cubicBezTo>
                    <a:pt x="1277" y="5776"/>
                    <a:pt x="1" y="4499"/>
                    <a:pt x="1" y="2888"/>
                  </a:cubicBezTo>
                  <a:cubicBezTo>
                    <a:pt x="1" y="1308"/>
                    <a:pt x="1277" y="1"/>
                    <a:pt x="2888" y="1"/>
                  </a:cubicBezTo>
                  <a:cubicBezTo>
                    <a:pt x="4469" y="1"/>
                    <a:pt x="5745" y="1308"/>
                    <a:pt x="5745" y="2888"/>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34"/>
            <p:cNvSpPr/>
            <p:nvPr/>
          </p:nvSpPr>
          <p:spPr>
            <a:xfrm>
              <a:off x="4968950" y="2053525"/>
              <a:ext cx="63100" cy="63100"/>
            </a:xfrm>
            <a:custGeom>
              <a:rect b="b" l="l" r="r" t="t"/>
              <a:pathLst>
                <a:path extrusionOk="0" fill="none" h="2524" w="2524">
                  <a:moveTo>
                    <a:pt x="2523" y="1246"/>
                  </a:moveTo>
                  <a:cubicBezTo>
                    <a:pt x="2523" y="1946"/>
                    <a:pt x="1946" y="2523"/>
                    <a:pt x="1277" y="2523"/>
                  </a:cubicBezTo>
                  <a:cubicBezTo>
                    <a:pt x="578" y="2523"/>
                    <a:pt x="1" y="1946"/>
                    <a:pt x="1" y="1246"/>
                  </a:cubicBezTo>
                  <a:cubicBezTo>
                    <a:pt x="1" y="578"/>
                    <a:pt x="578" y="0"/>
                    <a:pt x="1277" y="0"/>
                  </a:cubicBezTo>
                  <a:cubicBezTo>
                    <a:pt x="1946" y="0"/>
                    <a:pt x="2523" y="578"/>
                    <a:pt x="2523" y="1246"/>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44" name="Google Shape;5844;p34"/>
          <p:cNvSpPr/>
          <p:nvPr/>
        </p:nvSpPr>
        <p:spPr>
          <a:xfrm flipH="1">
            <a:off x="419011" y="2149856"/>
            <a:ext cx="592177" cy="538983"/>
          </a:xfrm>
          <a:custGeom>
            <a:rect b="b" l="l" r="r" t="t"/>
            <a:pathLst>
              <a:path extrusionOk="0" h="32231" w="35412">
                <a:moveTo>
                  <a:pt x="17702" y="0"/>
                </a:moveTo>
                <a:cubicBezTo>
                  <a:pt x="10394" y="0"/>
                  <a:pt x="3782" y="5013"/>
                  <a:pt x="2037" y="12437"/>
                </a:cubicBezTo>
                <a:cubicBezTo>
                  <a:pt x="0" y="21100"/>
                  <a:pt x="5350" y="29763"/>
                  <a:pt x="14013" y="31799"/>
                </a:cubicBezTo>
                <a:cubicBezTo>
                  <a:pt x="15252" y="32090"/>
                  <a:pt x="16491" y="32230"/>
                  <a:pt x="17711" y="32230"/>
                </a:cubicBezTo>
                <a:cubicBezTo>
                  <a:pt x="25018" y="32230"/>
                  <a:pt x="31630" y="27221"/>
                  <a:pt x="33375" y="19823"/>
                </a:cubicBezTo>
                <a:cubicBezTo>
                  <a:pt x="35411" y="11161"/>
                  <a:pt x="30062" y="2467"/>
                  <a:pt x="21399" y="431"/>
                </a:cubicBezTo>
                <a:cubicBezTo>
                  <a:pt x="20160" y="140"/>
                  <a:pt x="18921" y="0"/>
                  <a:pt x="17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34"/>
          <p:cNvSpPr/>
          <p:nvPr/>
        </p:nvSpPr>
        <p:spPr>
          <a:xfrm>
            <a:off x="341763" y="3291863"/>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34"/>
          <p:cNvSpPr/>
          <p:nvPr/>
        </p:nvSpPr>
        <p:spPr>
          <a:xfrm>
            <a:off x="4561375" y="4700050"/>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34"/>
          <p:cNvSpPr/>
          <p:nvPr/>
        </p:nvSpPr>
        <p:spPr>
          <a:xfrm flipH="1" rot="5400000">
            <a:off x="4182006" y="4593060"/>
            <a:ext cx="303975" cy="152025"/>
          </a:xfrm>
          <a:custGeom>
            <a:rect b="b" l="l" r="r" t="t"/>
            <a:pathLst>
              <a:path extrusionOk="0" fill="none" h="6081" w="12159">
                <a:moveTo>
                  <a:pt x="0" y="6080"/>
                </a:moveTo>
                <a:cubicBezTo>
                  <a:pt x="0" y="2737"/>
                  <a:pt x="2736" y="1"/>
                  <a:pt x="6079" y="1"/>
                </a:cubicBezTo>
                <a:cubicBezTo>
                  <a:pt x="9453" y="1"/>
                  <a:pt x="12158" y="2737"/>
                  <a:pt x="12158" y="6080"/>
                </a:cubicBezTo>
              </a:path>
            </a:pathLst>
          </a:custGeom>
          <a:noFill/>
          <a:ln cap="flat" cmpd="sng" w="57000">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5851" name="Shape 5851"/>
        <p:cNvGrpSpPr/>
        <p:nvPr/>
      </p:nvGrpSpPr>
      <p:grpSpPr>
        <a:xfrm>
          <a:off x="0" y="0"/>
          <a:ext cx="0" cy="0"/>
          <a:chOff x="0" y="0"/>
          <a:chExt cx="0" cy="0"/>
        </a:xfrm>
      </p:grpSpPr>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5852" name="Shape 5852"/>
        <p:cNvGrpSpPr/>
        <p:nvPr/>
      </p:nvGrpSpPr>
      <p:grpSpPr>
        <a:xfrm>
          <a:off x="0" y="0"/>
          <a:ext cx="0" cy="0"/>
          <a:chOff x="0" y="0"/>
          <a:chExt cx="0" cy="0"/>
        </a:xfrm>
      </p:grpSpPr>
      <p:sp>
        <p:nvSpPr>
          <p:cNvPr id="5853" name="Google Shape;5853;p37"/>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33" Type="http://schemas.openxmlformats.org/officeDocument/2006/relationships/slideLayout" Target="../slideLayouts/slideLayout33.xml"/><Relationship Id="rId10" Type="http://schemas.openxmlformats.org/officeDocument/2006/relationships/slideLayout" Target="../slideLayouts/slideLayout10.xml"/><Relationship Id="rId32" Type="http://schemas.openxmlformats.org/officeDocument/2006/relationships/slideLayout" Target="../slideLayouts/slideLayout32.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34" Type="http://schemas.openxmlformats.org/officeDocument/2006/relationships/theme" Target="../theme/theme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slideLayout" Target="../slideLayouts/slideLayout35.xml"/><Relationship Id="rId3"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accent2"/>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2"/>
              </a:buClr>
              <a:buSzPts val="3500"/>
              <a:buFont typeface="Big Shoulders Text"/>
              <a:buNone/>
              <a:defRPr sz="3500">
                <a:solidFill>
                  <a:schemeClr val="dk2"/>
                </a:solidFill>
                <a:latin typeface="Big Shoulders Text"/>
                <a:ea typeface="Big Shoulders Text"/>
                <a:cs typeface="Big Shoulders Text"/>
                <a:sym typeface="Big Shoulders Text"/>
              </a:defRPr>
            </a:lvl1pPr>
            <a:lvl2pPr lvl="1"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dk2"/>
              </a:buClr>
              <a:buSzPts val="1400"/>
              <a:buFont typeface="PT Sans Narrow"/>
              <a:buChar char="●"/>
              <a:defRPr>
                <a:solidFill>
                  <a:schemeClr val="dk2"/>
                </a:solidFill>
                <a:latin typeface="PT Sans Narrow"/>
                <a:ea typeface="PT Sans Narrow"/>
                <a:cs typeface="PT Sans Narrow"/>
                <a:sym typeface="PT Sans Narrow"/>
              </a:defRPr>
            </a:lvl1pPr>
            <a:lvl2pPr indent="-317500" lvl="1" marL="914400">
              <a:lnSpc>
                <a:spcPct val="115000"/>
              </a:lnSpc>
              <a:spcBef>
                <a:spcPts val="1600"/>
              </a:spcBef>
              <a:spcAft>
                <a:spcPts val="0"/>
              </a:spcAft>
              <a:buClr>
                <a:schemeClr val="dk2"/>
              </a:buClr>
              <a:buSzPts val="1400"/>
              <a:buFont typeface="PT Sans Narrow"/>
              <a:buChar char="○"/>
              <a:defRPr>
                <a:solidFill>
                  <a:schemeClr val="dk2"/>
                </a:solidFill>
                <a:latin typeface="PT Sans Narrow"/>
                <a:ea typeface="PT Sans Narrow"/>
                <a:cs typeface="PT Sans Narrow"/>
                <a:sym typeface="PT Sans Narrow"/>
              </a:defRPr>
            </a:lvl2pPr>
            <a:lvl3pPr indent="-317500" lvl="2" marL="1371600">
              <a:lnSpc>
                <a:spcPct val="115000"/>
              </a:lnSpc>
              <a:spcBef>
                <a:spcPts val="1600"/>
              </a:spcBef>
              <a:spcAft>
                <a:spcPts val="0"/>
              </a:spcAft>
              <a:buClr>
                <a:schemeClr val="dk2"/>
              </a:buClr>
              <a:buSzPts val="1400"/>
              <a:buFont typeface="PT Sans Narrow"/>
              <a:buChar char="■"/>
              <a:defRPr>
                <a:solidFill>
                  <a:schemeClr val="dk2"/>
                </a:solidFill>
                <a:latin typeface="PT Sans Narrow"/>
                <a:ea typeface="PT Sans Narrow"/>
                <a:cs typeface="PT Sans Narrow"/>
                <a:sym typeface="PT Sans Narrow"/>
              </a:defRPr>
            </a:lvl3pPr>
            <a:lvl4pPr indent="-317500" lvl="3" marL="1828800">
              <a:lnSpc>
                <a:spcPct val="115000"/>
              </a:lnSpc>
              <a:spcBef>
                <a:spcPts val="1600"/>
              </a:spcBef>
              <a:spcAft>
                <a:spcPts val="0"/>
              </a:spcAft>
              <a:buClr>
                <a:schemeClr val="dk2"/>
              </a:buClr>
              <a:buSzPts val="1400"/>
              <a:buFont typeface="PT Sans Narrow"/>
              <a:buChar char="●"/>
              <a:defRPr>
                <a:solidFill>
                  <a:schemeClr val="dk2"/>
                </a:solidFill>
                <a:latin typeface="PT Sans Narrow"/>
                <a:ea typeface="PT Sans Narrow"/>
                <a:cs typeface="PT Sans Narrow"/>
                <a:sym typeface="PT Sans Narrow"/>
              </a:defRPr>
            </a:lvl4pPr>
            <a:lvl5pPr indent="-317500" lvl="4" marL="2286000">
              <a:lnSpc>
                <a:spcPct val="115000"/>
              </a:lnSpc>
              <a:spcBef>
                <a:spcPts val="1600"/>
              </a:spcBef>
              <a:spcAft>
                <a:spcPts val="0"/>
              </a:spcAft>
              <a:buClr>
                <a:schemeClr val="dk2"/>
              </a:buClr>
              <a:buSzPts val="1400"/>
              <a:buFont typeface="PT Sans Narrow"/>
              <a:buChar char="○"/>
              <a:defRPr>
                <a:solidFill>
                  <a:schemeClr val="dk2"/>
                </a:solidFill>
                <a:latin typeface="PT Sans Narrow"/>
                <a:ea typeface="PT Sans Narrow"/>
                <a:cs typeface="PT Sans Narrow"/>
                <a:sym typeface="PT Sans Narrow"/>
              </a:defRPr>
            </a:lvl5pPr>
            <a:lvl6pPr indent="-317500" lvl="5" marL="2743200">
              <a:lnSpc>
                <a:spcPct val="115000"/>
              </a:lnSpc>
              <a:spcBef>
                <a:spcPts val="1600"/>
              </a:spcBef>
              <a:spcAft>
                <a:spcPts val="0"/>
              </a:spcAft>
              <a:buClr>
                <a:schemeClr val="dk2"/>
              </a:buClr>
              <a:buSzPts val="1400"/>
              <a:buFont typeface="PT Sans Narrow"/>
              <a:buChar char="■"/>
              <a:defRPr>
                <a:solidFill>
                  <a:schemeClr val="dk2"/>
                </a:solidFill>
                <a:latin typeface="PT Sans Narrow"/>
                <a:ea typeface="PT Sans Narrow"/>
                <a:cs typeface="PT Sans Narrow"/>
                <a:sym typeface="PT Sans Narrow"/>
              </a:defRPr>
            </a:lvl6pPr>
            <a:lvl7pPr indent="-317500" lvl="6" marL="3200400">
              <a:lnSpc>
                <a:spcPct val="115000"/>
              </a:lnSpc>
              <a:spcBef>
                <a:spcPts val="1600"/>
              </a:spcBef>
              <a:spcAft>
                <a:spcPts val="0"/>
              </a:spcAft>
              <a:buClr>
                <a:schemeClr val="dk2"/>
              </a:buClr>
              <a:buSzPts val="1400"/>
              <a:buFont typeface="PT Sans Narrow"/>
              <a:buChar char="●"/>
              <a:defRPr>
                <a:solidFill>
                  <a:schemeClr val="dk2"/>
                </a:solidFill>
                <a:latin typeface="PT Sans Narrow"/>
                <a:ea typeface="PT Sans Narrow"/>
                <a:cs typeface="PT Sans Narrow"/>
                <a:sym typeface="PT Sans Narrow"/>
              </a:defRPr>
            </a:lvl7pPr>
            <a:lvl8pPr indent="-317500" lvl="7" marL="3657600">
              <a:lnSpc>
                <a:spcPct val="115000"/>
              </a:lnSpc>
              <a:spcBef>
                <a:spcPts val="1600"/>
              </a:spcBef>
              <a:spcAft>
                <a:spcPts val="0"/>
              </a:spcAft>
              <a:buClr>
                <a:schemeClr val="dk2"/>
              </a:buClr>
              <a:buSzPts val="1400"/>
              <a:buFont typeface="PT Sans Narrow"/>
              <a:buChar char="○"/>
              <a:defRPr>
                <a:solidFill>
                  <a:schemeClr val="dk2"/>
                </a:solidFill>
                <a:latin typeface="PT Sans Narrow"/>
                <a:ea typeface="PT Sans Narrow"/>
                <a:cs typeface="PT Sans Narrow"/>
                <a:sym typeface="PT Sans Narrow"/>
              </a:defRPr>
            </a:lvl8pPr>
            <a:lvl9pPr indent="-317500" lvl="8" marL="4114800">
              <a:lnSpc>
                <a:spcPct val="115000"/>
              </a:lnSpc>
              <a:spcBef>
                <a:spcPts val="1600"/>
              </a:spcBef>
              <a:spcAft>
                <a:spcPts val="1600"/>
              </a:spcAft>
              <a:buClr>
                <a:schemeClr val="dk2"/>
              </a:buClr>
              <a:buSzPts val="1400"/>
              <a:buFont typeface="PT Sans Narrow"/>
              <a:buChar char="■"/>
              <a:defRPr>
                <a:solidFill>
                  <a:schemeClr val="dk2"/>
                </a:solidFill>
                <a:latin typeface="PT Sans Narrow"/>
                <a:ea typeface="PT Sans Narrow"/>
                <a:cs typeface="PT Sans Narrow"/>
                <a:sym typeface="PT Sans Narrow"/>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5848" name="Shape 5848"/>
        <p:cNvGrpSpPr/>
        <p:nvPr/>
      </p:nvGrpSpPr>
      <p:grpSpPr>
        <a:xfrm>
          <a:off x="0" y="0"/>
          <a:ext cx="0" cy="0"/>
          <a:chOff x="0" y="0"/>
          <a:chExt cx="0" cy="0"/>
        </a:xfrm>
      </p:grpSpPr>
      <p:sp>
        <p:nvSpPr>
          <p:cNvPr id="5849" name="Google Shape;5849;p35"/>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5850" name="Google Shape;5850;p35"/>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81" r:id="rId1"/>
    <p:sldLayoutId id="2147483682"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34.xml"/><Relationship Id="rId5" Type="http://schemas.openxmlformats.org/officeDocument/2006/relationships/hyperlink" Target="http://bit.ly/33VAFh3" TargetMode="External"/><Relationship Id="rId6" Type="http://schemas.openxmlformats.org/officeDocument/2006/relationships/slide" Target="/ppt/slides/slide31.xml"/><Relationship Id="rId7" Type="http://schemas.openxmlformats.org/officeDocument/2006/relationships/slide" Target="/ppt/slides/slide30.xml"/><Relationship Id="rId8" Type="http://schemas.openxmlformats.org/officeDocument/2006/relationships/slide" Target="/ppt/slides/slide33.xml"/><Relationship Id="rId11" Type="http://schemas.openxmlformats.org/officeDocument/2006/relationships/slide" Target="/ppt/slides/slide36.xml"/><Relationship Id="rId10" Type="http://schemas.openxmlformats.org/officeDocument/2006/relationships/slide" Target="/ppt/slides/slide36.xml"/><Relationship Id="rId13" Type="http://schemas.openxmlformats.org/officeDocument/2006/relationships/hyperlink" Target="https://storyset.com/?utm_source=slidesgo_template&amp;utm_medium=referral-link&amp;utm_campaign=slidesgo_contents_of_this_template&amp;utm_term=storyset&amp;utm_content=storyset" TargetMode="External"/><Relationship Id="rId12" Type="http://schemas.openxmlformats.org/officeDocument/2006/relationships/hyperlink" Target="https://storyset.com/" TargetMode="External"/><Relationship Id="rId15" Type="http://schemas.openxmlformats.org/officeDocument/2006/relationships/slide" Target="/ppt/slides/slide38.xml"/><Relationship Id="rId14" Type="http://schemas.openxmlformats.org/officeDocument/2006/relationships/slide" Target="/ppt/slides/slide38.xml"/><Relationship Id="rId16" Type="http://schemas.openxmlformats.org/officeDocument/2006/relationships/slide" Target="/ppt/slides/slide44.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22lU1miJex-UGd21d4kkc1-rFuv_eE9B9G803xXryho/copy" TargetMode="External"/><Relationship Id="rId5" Type="http://schemas.openxmlformats.org/officeDocument/2006/relationships/image" Target="../media/image2.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4.xml"/><Relationship Id="rId3" Type="http://schemas.openxmlformats.org/officeDocument/2006/relationships/image" Target="../media/image5.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5.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22lU1miJex-UGd21d4kkc1-rFuv_eE9B9G803xXryho/copy" TargetMode="External"/><Relationship Id="rId5" Type="http://schemas.openxmlformats.org/officeDocument/2006/relationships/image" Target="../media/image4.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7.xml"/><Relationship Id="rId3" Type="http://schemas.openxmlformats.org/officeDocument/2006/relationships/image" Target="../media/image13.jp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4.xml"/><Relationship Id="rId3" Type="http://schemas.openxmlformats.org/officeDocument/2006/relationships/image" Target="../media/image14.jp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6.xml"/><Relationship Id="rId3" Type="http://schemas.openxmlformats.org/officeDocument/2006/relationships/image" Target="../media/image6.png"/><Relationship Id="rId4" Type="http://schemas.openxmlformats.org/officeDocument/2006/relationships/image" Target="../media/image1.png"/><Relationship Id="rId5" Type="http://schemas.openxmlformats.org/officeDocument/2006/relationships/image" Target="../media/image3.jp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7.xml"/><Relationship Id="rId3" Type="http://schemas.openxmlformats.org/officeDocument/2006/relationships/image" Target="../media/image11.jpg"/><Relationship Id="rId4" Type="http://schemas.openxmlformats.org/officeDocument/2006/relationships/image" Target="../media/image16.jp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28.xml"/><Relationship Id="rId3" Type="http://schemas.openxmlformats.org/officeDocument/2006/relationships/image" Target="../media/image15.jp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1.xml"/><Relationship Id="rId3" Type="http://schemas.openxmlformats.org/officeDocument/2006/relationships/hyperlink" Target="https://www.freepik.com/free-vector/flat-abstract-wireframe-background_15364614.htm#page=1&amp;position=16&amp;from_view=collections/?utm_source=slidesgo_template&amp;utm_medium=referral-link&amp;utm_campaign=sg_resources&amp;utm_content=freepik" TargetMode="Externa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2.xml"/><Relationship Id="rId3" Type="http://schemas.openxmlformats.org/officeDocument/2006/relationships/hyperlink" Target="https://www.freepik.com/free-photo/medium-shot-doctor-with-stethoscope_12806314.htm/?utm_source=slidesgo_template&amp;utm_medium=referral-link&amp;utm_campaign=sg_resources&amp;utm_content=freepik" TargetMode="External"/><Relationship Id="rId4" Type="http://schemas.openxmlformats.org/officeDocument/2006/relationships/hyperlink" Target="https://www.freepik.com/free-photo/females-doctor-hospital-with-stethoscope_12164398.htm/?utm_source=slidesgo_template&amp;utm_medium=referral-link&amp;utm_campaign=sg_resources&amp;utm_content=freepik" TargetMode="External"/><Relationship Id="rId9" Type="http://schemas.openxmlformats.org/officeDocument/2006/relationships/hyperlink" Target="https://www.freepik.com/free-photo/covid-recovery-center-female-doctor-holding-elderly-patient-s-hands_12367985.htm/?utm_source=slidesgo_template&amp;utm_medium=referral-link&amp;utm_campaign=sg_resources&amp;utm_content=freepik" TargetMode="External"/><Relationship Id="rId5" Type="http://schemas.openxmlformats.org/officeDocument/2006/relationships/hyperlink" Target="https://www.freepik.com/free-photo/doctor-writing-medical-prescription_10823305.htm/?utm_source=slidesgo_template&amp;utm_medium=referral-link&amp;utm_campaign=sg_resources&amp;utm_content=freepik" TargetMode="External"/><Relationship Id="rId6" Type="http://schemas.openxmlformats.org/officeDocument/2006/relationships/hyperlink" Target="https://www.freepik.com/free-photo/overhead-view-broken-cigarette-white-surface_3804937.htm/?utm_source=slidesgo_template&amp;utm_medium=referral-link&amp;utm_campaign=sg_resources&amp;utm_content=freepik" TargetMode="External"/><Relationship Id="rId7" Type="http://schemas.openxmlformats.org/officeDocument/2006/relationships/hyperlink" Target="https://www.freepik.com/free-photo/close-up-man-s-hand-breaking-cigarette-against-white-background_3787618.htm/?utm_source=slidesgo_template&amp;utm_medium=referral-link&amp;utm_campaign=sg_resources&amp;utm_content=freepik" TargetMode="External"/><Relationship Id="rId8" Type="http://schemas.openxmlformats.org/officeDocument/2006/relationships/hyperlink" Target="https://www.freepik.com/free-photo/elder-patient-with-medical-mask-covid-recovery-center-female-doctor-embraced_12367956.htm/?utm_source=slidesgo_template&amp;utm_medium=referral-link&amp;utm_campaign=sg_resources&amp;utm_content=freepik" TargetMode="External"/><Relationship Id="rId11" Type="http://schemas.openxmlformats.org/officeDocument/2006/relationships/hyperlink" Target="https://www.freepik.com/free-photo/patient-experiencing-stomachache_7571993.htm/?utm_source=slidesgo_template&amp;utm_medium=referral-link&amp;utm_campaign=sg_resources&amp;utm_content=freepik" TargetMode="External"/><Relationship Id="rId10" Type="http://schemas.openxmlformats.org/officeDocument/2006/relationships/hyperlink" Target="https://www.freepik.com/free-photo/young-sick-man-staying-his-bed_13761674.htm/?utm_source=slidesgo_template&amp;utm_medium=referral-link&amp;utm_campaign=sg_resources&amp;utm_content=freepik"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3.xml"/><Relationship Id="rId3" Type="http://schemas.openxmlformats.org/officeDocument/2006/relationships/hyperlink" Target="https://www.freepik.com/free-photo/covid-recovery-center-female-doctor-giving-elder-patient-pills-from-bottle-hand_12367996.htm/?utm_source=slidesgo_template&amp;utm_medium=referral-link&amp;utm_campaign=sg_resources&amp;utm_content=freepik" TargetMode="External"/><Relationship Id="rId4" Type="http://schemas.openxmlformats.org/officeDocument/2006/relationships/hyperlink" Target="https://www.freepik.com/free-photo/senior-woman-talking-with-her-doctor_14001745.htm/?utm_source=slidesgo_template&amp;utm_medium=referral-link&amp;utm_campaign=sg_resources&amp;utm_content=freepik" TargetMode="External"/><Relationship Id="rId9" Type="http://schemas.openxmlformats.org/officeDocument/2006/relationships/hyperlink" Target="https://www.freepik.com/free-vector/flat-abstract-wireframe-background_15273818.htm/?utm_source=slidesgo_template&amp;utm_medium=referral-link&amp;utm_campaign=sg_resources&amp;utm_content=freepik" TargetMode="External"/><Relationship Id="rId5" Type="http://schemas.openxmlformats.org/officeDocument/2006/relationships/hyperlink" Target="https://www.freepik.com/free-photo/covid-recovery-center-female-doctor-holding-older-patient-s-hands_12367950.htm/?utm_source=slidesgo_template&amp;utm_medium=referral-link&amp;utm_campaign=sg_resources&amp;utm_content=freepik" TargetMode="External"/><Relationship Id="rId6" Type="http://schemas.openxmlformats.org/officeDocument/2006/relationships/hyperlink" Target="https://www.freepik.com/free-photo/front-view-smiley-covid-recovery-center-female-doctor_12367952.htm/?utm_source=slidesgo_template&amp;utm_medium=referral-link&amp;utm_campaign=sg_resources&amp;utm_content=freepik" TargetMode="External"/><Relationship Id="rId7" Type="http://schemas.openxmlformats.org/officeDocument/2006/relationships/hyperlink" Target="https://www.freepik.com/free-photo/female-doctor-hospital-with-stethoscope_12164490.htm/?utm_source=slidesgo_template&amp;utm_medium=referral-link&amp;utm_campaign=sg_resources&amp;utm_content=freepik" TargetMode="External"/><Relationship Id="rId8" Type="http://schemas.openxmlformats.org/officeDocument/2006/relationships/hyperlink" Target="https://www.freepik.com/free-photo/worried-woman-having-stomachache_6158906.htm/?utm_source=slidesgo_template&amp;utm_medium=referral-link&amp;utm_campaign=sg_resources&amp;utm_content=freepik"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34.xml"/><Relationship Id="rId3" Type="http://schemas.openxmlformats.org/officeDocument/2006/relationships/hyperlink" Target="http://bit.ly/2PfT4lq" TargetMode="External"/><Relationship Id="rId4" Type="http://schemas.openxmlformats.org/officeDocument/2006/relationships/slide" Target="/ppt/slides/slide3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35.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36.xml"/><Relationship Id="rId3" Type="http://schemas.openxmlformats.org/officeDocument/2006/relationships/hyperlink" Target="https://fonts.google.com/specimen/Big+Shoulders+Text" TargetMode="External"/><Relationship Id="rId4" Type="http://schemas.openxmlformats.org/officeDocument/2006/relationships/hyperlink" Target="https://fonts.google.com/specimen/PT+Sans+Narrow" TargetMode="Externa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37.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image" Target="../media/image8.gif"/><Relationship Id="rId9" Type="http://schemas.openxmlformats.org/officeDocument/2006/relationships/hyperlink" Target="https://storyset.com/bro?utm_source=slidesgo_template&amp;utm_medium=referral-link&amp;utm_campaign=slidesgo_final_slides&amp;utm_term=bro&amp;utm_content=storyset" TargetMode="External"/><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amico?utm_source=slidesgo_template&amp;utm_medium=referral-link&amp;utm_campaign=slidesgo_final_slides&amp;utm_term=amico&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rafiki?utm_source=slidesgo_template&amp;utm_medium=referral-link&amp;utm_campaign=slidesgo_final_slides&amp;utm_term=rafiki&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image" Target="../media/image7.gif"/><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12.gif"/><Relationship Id="rId14" Type="http://schemas.openxmlformats.org/officeDocument/2006/relationships/image" Target="../media/image10.gif"/><Relationship Id="rId17" Type="http://schemas.openxmlformats.org/officeDocument/2006/relationships/hyperlink" Target="https://storyset.com/cuate?utm_source=slidesgo_template&amp;utm_medium=referral-link&amp;utm_campaign=slidesgo_final_slides&amp;utm_term=cuate&amp;utm_content=storyset" TargetMode="External"/><Relationship Id="rId16" Type="http://schemas.openxmlformats.org/officeDocument/2006/relationships/image" Target="../media/image9.gif"/><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38.xml"/><Relationship Id="rId3" Type="http://schemas.openxmlformats.org/officeDocument/2006/relationships/hyperlink" Target="https://bit.ly/2ZjL1pd"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4.xml"/><Relationship Id="rId3" Type="http://schemas.openxmlformats.org/officeDocument/2006/relationships/hyperlink" Target="https://chrome.google.com/webstore/detail/flaticon-for-gsuit-gslide/haekgjfnhhdkgfgmldhfokhmfkgmciba" TargetMode="Externa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56.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57.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58.xml"/><Relationship Id="rId3" Type="http://schemas.openxmlformats.org/officeDocument/2006/relationships/hyperlink" Target="http://bit.ly/2PfT4lq" TargetMode="External"/><Relationship Id="rId4" Type="http://schemas.openxmlformats.org/officeDocument/2006/relationships/image" Target="../media/image17.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57" name="Shape 5857"/>
        <p:cNvGrpSpPr/>
        <p:nvPr/>
      </p:nvGrpSpPr>
      <p:grpSpPr>
        <a:xfrm>
          <a:off x="0" y="0"/>
          <a:ext cx="0" cy="0"/>
          <a:chOff x="0" y="0"/>
          <a:chExt cx="0" cy="0"/>
        </a:xfrm>
      </p:grpSpPr>
      <p:sp>
        <p:nvSpPr>
          <p:cNvPr id="5858" name="Google Shape;5858;p38"/>
          <p:cNvSpPr txBox="1"/>
          <p:nvPr>
            <p:ph type="ctrTitle"/>
          </p:nvPr>
        </p:nvSpPr>
        <p:spPr>
          <a:xfrm>
            <a:off x="2038400" y="1391250"/>
            <a:ext cx="5067300" cy="218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a:t>
            </a:r>
            <a:r>
              <a:rPr lang="en"/>
              <a:t>yspepsia Clinical Case</a:t>
            </a:r>
            <a:endParaRPr/>
          </a:p>
        </p:txBody>
      </p:sp>
      <p:sp>
        <p:nvSpPr>
          <p:cNvPr id="5859" name="Google Shape;5859;p38"/>
          <p:cNvSpPr txBox="1"/>
          <p:nvPr>
            <p:ph idx="1" type="subTitle"/>
          </p:nvPr>
        </p:nvSpPr>
        <p:spPr>
          <a:xfrm>
            <a:off x="2392500" y="3647550"/>
            <a:ext cx="4359000" cy="40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grpSp>
        <p:nvGrpSpPr>
          <p:cNvPr id="5860" name="Google Shape;5860;p38"/>
          <p:cNvGrpSpPr/>
          <p:nvPr/>
        </p:nvGrpSpPr>
        <p:grpSpPr>
          <a:xfrm>
            <a:off x="2243377" y="145490"/>
            <a:ext cx="812240" cy="779010"/>
            <a:chOff x="76650" y="3861300"/>
            <a:chExt cx="1531950" cy="1469275"/>
          </a:xfrm>
        </p:grpSpPr>
        <p:sp>
          <p:nvSpPr>
            <p:cNvPr id="5861" name="Google Shape;5861;p38"/>
            <p:cNvSpPr/>
            <p:nvPr/>
          </p:nvSpPr>
          <p:spPr>
            <a:xfrm>
              <a:off x="76650" y="3861300"/>
              <a:ext cx="1513725" cy="1379225"/>
            </a:xfrm>
            <a:custGeom>
              <a:rect b="b" l="l" r="r" t="t"/>
              <a:pathLst>
                <a:path extrusionOk="0" h="55169" w="60549">
                  <a:moveTo>
                    <a:pt x="30289" y="0"/>
                  </a:moveTo>
                  <a:cubicBezTo>
                    <a:pt x="23230" y="0"/>
                    <a:pt x="16171" y="2690"/>
                    <a:pt x="10791" y="8070"/>
                  </a:cubicBezTo>
                  <a:cubicBezTo>
                    <a:pt x="0" y="18861"/>
                    <a:pt x="0" y="36308"/>
                    <a:pt x="10791" y="47098"/>
                  </a:cubicBezTo>
                  <a:cubicBezTo>
                    <a:pt x="16171" y="52478"/>
                    <a:pt x="23230" y="55168"/>
                    <a:pt x="30289" y="55168"/>
                  </a:cubicBezTo>
                  <a:cubicBezTo>
                    <a:pt x="37349" y="55168"/>
                    <a:pt x="44408" y="52478"/>
                    <a:pt x="49788" y="47098"/>
                  </a:cubicBezTo>
                  <a:cubicBezTo>
                    <a:pt x="60548" y="36308"/>
                    <a:pt x="60548" y="18861"/>
                    <a:pt x="49788" y="8070"/>
                  </a:cubicBezTo>
                  <a:cubicBezTo>
                    <a:pt x="44408" y="2690"/>
                    <a:pt x="37349" y="0"/>
                    <a:pt x="30289" y="0"/>
                  </a:cubicBezTo>
                  <a:close/>
                </a:path>
              </a:pathLst>
            </a:custGeom>
            <a:solidFill>
              <a:srgbClr val="96A8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38"/>
            <p:cNvSpPr/>
            <p:nvPr/>
          </p:nvSpPr>
          <p:spPr>
            <a:xfrm>
              <a:off x="919350" y="4640575"/>
              <a:ext cx="689250" cy="690000"/>
            </a:xfrm>
            <a:custGeom>
              <a:rect b="b" l="l" r="r" t="t"/>
              <a:pathLst>
                <a:path extrusionOk="0" fill="none" h="27600" w="27570">
                  <a:moveTo>
                    <a:pt x="27570" y="0"/>
                  </a:moveTo>
                  <a:cubicBezTo>
                    <a:pt x="27570" y="15228"/>
                    <a:pt x="15229" y="27599"/>
                    <a:pt x="1" y="27599"/>
                  </a:cubicBezTo>
                </a:path>
              </a:pathLst>
            </a:custGeom>
            <a:noFill/>
            <a:ln cap="flat" cmpd="sng" w="66875">
              <a:solidFill>
                <a:srgbClr val="E4BEB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3" name="Google Shape;5863;p38"/>
          <p:cNvGrpSpPr/>
          <p:nvPr/>
        </p:nvGrpSpPr>
        <p:grpSpPr>
          <a:xfrm>
            <a:off x="6491075" y="4057050"/>
            <a:ext cx="572975" cy="563100"/>
            <a:chOff x="389075" y="2877250"/>
            <a:chExt cx="572975" cy="563100"/>
          </a:xfrm>
        </p:grpSpPr>
        <p:sp>
          <p:nvSpPr>
            <p:cNvPr id="5864" name="Google Shape;5864;p38"/>
            <p:cNvSpPr/>
            <p:nvPr/>
          </p:nvSpPr>
          <p:spPr>
            <a:xfrm>
              <a:off x="389075" y="3112050"/>
              <a:ext cx="328300" cy="328300"/>
            </a:xfrm>
            <a:custGeom>
              <a:rect b="b" l="l" r="r" t="t"/>
              <a:pathLst>
                <a:path extrusionOk="0" fill="none" h="13132" w="13132">
                  <a:moveTo>
                    <a:pt x="13132" y="13131"/>
                  </a:moveTo>
                  <a:cubicBezTo>
                    <a:pt x="5897" y="13131"/>
                    <a:pt x="1" y="7235"/>
                    <a:pt x="31" y="0"/>
                  </a:cubicBezTo>
                </a:path>
              </a:pathLst>
            </a:custGeom>
            <a:noFill/>
            <a:ln cap="flat" cmpd="sng" w="47875">
              <a:solidFill>
                <a:srgbClr val="96A8AC"/>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38"/>
            <p:cNvSpPr/>
            <p:nvPr/>
          </p:nvSpPr>
          <p:spPr>
            <a:xfrm>
              <a:off x="474175" y="2877250"/>
              <a:ext cx="487875" cy="488625"/>
            </a:xfrm>
            <a:custGeom>
              <a:rect b="b" l="l" r="r" t="t"/>
              <a:pathLst>
                <a:path extrusionOk="0" h="19545" w="19515">
                  <a:moveTo>
                    <a:pt x="9758" y="0"/>
                  </a:moveTo>
                  <a:cubicBezTo>
                    <a:pt x="4378" y="0"/>
                    <a:pt x="1" y="4377"/>
                    <a:pt x="1" y="9788"/>
                  </a:cubicBezTo>
                  <a:cubicBezTo>
                    <a:pt x="1" y="15168"/>
                    <a:pt x="4378" y="19545"/>
                    <a:pt x="9758" y="19545"/>
                  </a:cubicBezTo>
                  <a:cubicBezTo>
                    <a:pt x="15138" y="19545"/>
                    <a:pt x="19515" y="15168"/>
                    <a:pt x="19515" y="9788"/>
                  </a:cubicBezTo>
                  <a:cubicBezTo>
                    <a:pt x="19515" y="4377"/>
                    <a:pt x="15138" y="0"/>
                    <a:pt x="9758" y="0"/>
                  </a:cubicBezTo>
                  <a:close/>
                </a:path>
              </a:pathLst>
            </a:custGeom>
            <a:solidFill>
              <a:srgbClr val="E4BE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38"/>
            <p:cNvSpPr/>
            <p:nvPr/>
          </p:nvSpPr>
          <p:spPr>
            <a:xfrm>
              <a:off x="550175" y="2954000"/>
              <a:ext cx="335900" cy="335875"/>
            </a:xfrm>
            <a:custGeom>
              <a:rect b="b" l="l" r="r" t="t"/>
              <a:pathLst>
                <a:path extrusionOk="0" fill="none" h="13435" w="13436">
                  <a:moveTo>
                    <a:pt x="13435" y="6718"/>
                  </a:moveTo>
                  <a:cubicBezTo>
                    <a:pt x="13435" y="10426"/>
                    <a:pt x="10426" y="13435"/>
                    <a:pt x="6718" y="13435"/>
                  </a:cubicBezTo>
                  <a:cubicBezTo>
                    <a:pt x="3010" y="13435"/>
                    <a:pt x="0" y="10426"/>
                    <a:pt x="0" y="6718"/>
                  </a:cubicBezTo>
                  <a:cubicBezTo>
                    <a:pt x="0" y="3009"/>
                    <a:pt x="3010" y="0"/>
                    <a:pt x="6718" y="0"/>
                  </a:cubicBezTo>
                  <a:cubicBezTo>
                    <a:pt x="10426" y="0"/>
                    <a:pt x="13435" y="3009"/>
                    <a:pt x="13435" y="6718"/>
                  </a:cubicBezTo>
                  <a:close/>
                </a:path>
              </a:pathLst>
            </a:custGeom>
            <a:noFill/>
            <a:ln cap="flat" cmpd="sng" w="4550">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38"/>
            <p:cNvSpPr/>
            <p:nvPr/>
          </p:nvSpPr>
          <p:spPr>
            <a:xfrm>
              <a:off x="605650" y="3009450"/>
              <a:ext cx="224950" cy="224975"/>
            </a:xfrm>
            <a:custGeom>
              <a:rect b="b" l="l" r="r" t="t"/>
              <a:pathLst>
                <a:path extrusionOk="0" fill="none" h="8999" w="8998">
                  <a:moveTo>
                    <a:pt x="5441" y="518"/>
                  </a:moveTo>
                  <a:cubicBezTo>
                    <a:pt x="7630" y="1034"/>
                    <a:pt x="8997" y="3253"/>
                    <a:pt x="8481" y="5442"/>
                  </a:cubicBezTo>
                  <a:cubicBezTo>
                    <a:pt x="7964" y="7630"/>
                    <a:pt x="5745" y="8998"/>
                    <a:pt x="3557" y="8481"/>
                  </a:cubicBezTo>
                  <a:cubicBezTo>
                    <a:pt x="1368" y="7965"/>
                    <a:pt x="0" y="5746"/>
                    <a:pt x="517" y="3557"/>
                  </a:cubicBezTo>
                  <a:cubicBezTo>
                    <a:pt x="1034" y="1369"/>
                    <a:pt x="3253" y="1"/>
                    <a:pt x="5441" y="518"/>
                  </a:cubicBezTo>
                  <a:close/>
                </a:path>
              </a:pathLst>
            </a:custGeom>
            <a:noFill/>
            <a:ln cap="flat" cmpd="sng" w="4550">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38"/>
            <p:cNvSpPr/>
            <p:nvPr/>
          </p:nvSpPr>
          <p:spPr>
            <a:xfrm>
              <a:off x="673275" y="3077100"/>
              <a:ext cx="89700" cy="88925"/>
            </a:xfrm>
            <a:custGeom>
              <a:rect b="b" l="l" r="r" t="t"/>
              <a:pathLst>
                <a:path extrusionOk="0" fill="none" h="3557" w="3588">
                  <a:moveTo>
                    <a:pt x="3587" y="1794"/>
                  </a:moveTo>
                  <a:cubicBezTo>
                    <a:pt x="3587" y="2766"/>
                    <a:pt x="2767" y="3556"/>
                    <a:pt x="1794" y="3556"/>
                  </a:cubicBezTo>
                  <a:cubicBezTo>
                    <a:pt x="821" y="3556"/>
                    <a:pt x="1" y="2766"/>
                    <a:pt x="1" y="1794"/>
                  </a:cubicBezTo>
                  <a:cubicBezTo>
                    <a:pt x="1" y="790"/>
                    <a:pt x="821" y="0"/>
                    <a:pt x="1794" y="0"/>
                  </a:cubicBezTo>
                  <a:cubicBezTo>
                    <a:pt x="2767" y="0"/>
                    <a:pt x="3587" y="790"/>
                    <a:pt x="3587" y="1794"/>
                  </a:cubicBezTo>
                  <a:close/>
                </a:path>
              </a:pathLst>
            </a:custGeom>
            <a:noFill/>
            <a:ln cap="flat" cmpd="sng" w="4550">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69" name="Google Shape;5869;p38"/>
          <p:cNvSpPr/>
          <p:nvPr/>
        </p:nvSpPr>
        <p:spPr>
          <a:xfrm rot="10800000">
            <a:off x="1628481" y="2094673"/>
            <a:ext cx="303975" cy="152025"/>
          </a:xfrm>
          <a:custGeom>
            <a:rect b="b" l="l" r="r" t="t"/>
            <a:pathLst>
              <a:path extrusionOk="0" fill="none" h="6081" w="12159">
                <a:moveTo>
                  <a:pt x="0" y="6080"/>
                </a:moveTo>
                <a:cubicBezTo>
                  <a:pt x="0" y="2737"/>
                  <a:pt x="2736" y="1"/>
                  <a:pt x="6079" y="1"/>
                </a:cubicBezTo>
                <a:cubicBezTo>
                  <a:pt x="9453" y="1"/>
                  <a:pt x="12158" y="2737"/>
                  <a:pt x="12158" y="6080"/>
                </a:cubicBezTo>
              </a:path>
            </a:pathLst>
          </a:custGeom>
          <a:noFill/>
          <a:ln cap="flat" cmpd="sng" w="57000">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38"/>
          <p:cNvSpPr/>
          <p:nvPr/>
        </p:nvSpPr>
        <p:spPr>
          <a:xfrm>
            <a:off x="1684700" y="1903925"/>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38"/>
          <p:cNvSpPr/>
          <p:nvPr/>
        </p:nvSpPr>
        <p:spPr>
          <a:xfrm>
            <a:off x="7552100" y="3123125"/>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38"/>
          <p:cNvSpPr/>
          <p:nvPr/>
        </p:nvSpPr>
        <p:spPr>
          <a:xfrm flipH="1" rot="-5400000">
            <a:off x="7153056" y="2666373"/>
            <a:ext cx="303975" cy="152025"/>
          </a:xfrm>
          <a:custGeom>
            <a:rect b="b" l="l" r="r" t="t"/>
            <a:pathLst>
              <a:path extrusionOk="0" fill="none" h="6081" w="12159">
                <a:moveTo>
                  <a:pt x="0" y="6080"/>
                </a:moveTo>
                <a:cubicBezTo>
                  <a:pt x="0" y="2737"/>
                  <a:pt x="2736" y="1"/>
                  <a:pt x="6079" y="1"/>
                </a:cubicBezTo>
                <a:cubicBezTo>
                  <a:pt x="9453" y="1"/>
                  <a:pt x="12158" y="2737"/>
                  <a:pt x="12158" y="6080"/>
                </a:cubicBezTo>
              </a:path>
            </a:pathLst>
          </a:custGeom>
          <a:noFill/>
          <a:ln cap="flat" cmpd="sng" w="57000">
            <a:solidFill>
              <a:schemeClr val="accent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73" name="Google Shape;5873;p38"/>
          <p:cNvGrpSpPr/>
          <p:nvPr/>
        </p:nvGrpSpPr>
        <p:grpSpPr>
          <a:xfrm>
            <a:off x="7357459" y="660538"/>
            <a:ext cx="1128575" cy="1216881"/>
            <a:chOff x="145150" y="80100"/>
            <a:chExt cx="1699150" cy="1832100"/>
          </a:xfrm>
        </p:grpSpPr>
        <p:sp>
          <p:nvSpPr>
            <p:cNvPr id="5874" name="Google Shape;5874;p38"/>
            <p:cNvSpPr/>
            <p:nvPr/>
          </p:nvSpPr>
          <p:spPr>
            <a:xfrm>
              <a:off x="145150" y="212300"/>
              <a:ext cx="1566925" cy="1566925"/>
            </a:xfrm>
            <a:custGeom>
              <a:rect b="b" l="l" r="r" t="t"/>
              <a:pathLst>
                <a:path extrusionOk="0" h="62677" w="62677">
                  <a:moveTo>
                    <a:pt x="31339" y="1"/>
                  </a:moveTo>
                  <a:cubicBezTo>
                    <a:pt x="14043" y="1"/>
                    <a:pt x="1" y="14044"/>
                    <a:pt x="1" y="31339"/>
                  </a:cubicBezTo>
                  <a:cubicBezTo>
                    <a:pt x="1" y="48664"/>
                    <a:pt x="14043" y="62677"/>
                    <a:pt x="31339" y="62677"/>
                  </a:cubicBezTo>
                  <a:cubicBezTo>
                    <a:pt x="48664" y="62677"/>
                    <a:pt x="62677" y="48664"/>
                    <a:pt x="62677" y="31339"/>
                  </a:cubicBezTo>
                  <a:cubicBezTo>
                    <a:pt x="62677" y="14044"/>
                    <a:pt x="48664" y="1"/>
                    <a:pt x="31339" y="1"/>
                  </a:cubicBezTo>
                  <a:close/>
                </a:path>
              </a:pathLst>
            </a:custGeom>
            <a:solidFill>
              <a:srgbClr val="E4BE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38"/>
            <p:cNvSpPr/>
            <p:nvPr/>
          </p:nvSpPr>
          <p:spPr>
            <a:xfrm>
              <a:off x="928600" y="80100"/>
              <a:ext cx="915700" cy="1832100"/>
            </a:xfrm>
            <a:custGeom>
              <a:rect b="b" l="l" r="r" t="t"/>
              <a:pathLst>
                <a:path extrusionOk="0" fill="none" h="73284" w="36628">
                  <a:moveTo>
                    <a:pt x="1" y="0"/>
                  </a:moveTo>
                  <a:cubicBezTo>
                    <a:pt x="20244" y="0"/>
                    <a:pt x="36627" y="16414"/>
                    <a:pt x="36627" y="36627"/>
                  </a:cubicBezTo>
                  <a:cubicBezTo>
                    <a:pt x="36627" y="56870"/>
                    <a:pt x="20244" y="73284"/>
                    <a:pt x="1" y="73284"/>
                  </a:cubicBezTo>
                </a:path>
              </a:pathLst>
            </a:custGeom>
            <a:noFill/>
            <a:ln cap="flat" cmpd="sng" w="94975">
              <a:solidFill>
                <a:srgbClr val="96A8AC"/>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6" name="Google Shape;5876;p38"/>
          <p:cNvGrpSpPr/>
          <p:nvPr/>
        </p:nvGrpSpPr>
        <p:grpSpPr>
          <a:xfrm>
            <a:off x="998900" y="4020500"/>
            <a:ext cx="828300" cy="654275"/>
            <a:chOff x="2024375" y="213075"/>
            <a:chExt cx="828300" cy="654275"/>
          </a:xfrm>
        </p:grpSpPr>
        <p:sp>
          <p:nvSpPr>
            <p:cNvPr id="5877" name="Google Shape;5877;p38"/>
            <p:cNvSpPr/>
            <p:nvPr/>
          </p:nvSpPr>
          <p:spPr>
            <a:xfrm>
              <a:off x="2024375" y="213075"/>
              <a:ext cx="828300" cy="654275"/>
            </a:xfrm>
            <a:custGeom>
              <a:rect b="b" l="l" r="r" t="t"/>
              <a:pathLst>
                <a:path extrusionOk="0" fill="none" h="26171" w="33132">
                  <a:moveTo>
                    <a:pt x="27417" y="0"/>
                  </a:moveTo>
                  <a:cubicBezTo>
                    <a:pt x="31824" y="4377"/>
                    <a:pt x="33131" y="10973"/>
                    <a:pt x="30761" y="16718"/>
                  </a:cubicBezTo>
                  <a:cubicBezTo>
                    <a:pt x="28390" y="22432"/>
                    <a:pt x="22767" y="26171"/>
                    <a:pt x="16566" y="26171"/>
                  </a:cubicBezTo>
                  <a:cubicBezTo>
                    <a:pt x="10365" y="26171"/>
                    <a:pt x="4772" y="22432"/>
                    <a:pt x="2401" y="16718"/>
                  </a:cubicBezTo>
                  <a:cubicBezTo>
                    <a:pt x="0" y="10973"/>
                    <a:pt x="1338" y="4377"/>
                    <a:pt x="5715" y="0"/>
                  </a:cubicBezTo>
                </a:path>
              </a:pathLst>
            </a:custGeom>
            <a:noFill/>
            <a:ln cap="flat" cmpd="sng" w="66875">
              <a:solidFill>
                <a:srgbClr val="E4BEB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38"/>
            <p:cNvSpPr/>
            <p:nvPr/>
          </p:nvSpPr>
          <p:spPr>
            <a:xfrm>
              <a:off x="2194575" y="241175"/>
              <a:ext cx="488650" cy="488650"/>
            </a:xfrm>
            <a:custGeom>
              <a:rect b="b" l="l" r="r" t="t"/>
              <a:pathLst>
                <a:path extrusionOk="0" fill="none" h="19546" w="19546">
                  <a:moveTo>
                    <a:pt x="19545" y="9758"/>
                  </a:moveTo>
                  <a:cubicBezTo>
                    <a:pt x="19545" y="15168"/>
                    <a:pt x="15168" y="19545"/>
                    <a:pt x="9758" y="19545"/>
                  </a:cubicBezTo>
                  <a:cubicBezTo>
                    <a:pt x="4378" y="19545"/>
                    <a:pt x="1" y="15168"/>
                    <a:pt x="1" y="9758"/>
                  </a:cubicBezTo>
                  <a:cubicBezTo>
                    <a:pt x="1" y="4378"/>
                    <a:pt x="4378" y="1"/>
                    <a:pt x="9758" y="1"/>
                  </a:cubicBezTo>
                  <a:cubicBezTo>
                    <a:pt x="15168" y="1"/>
                    <a:pt x="19545" y="4378"/>
                    <a:pt x="19545" y="9758"/>
                  </a:cubicBezTo>
                  <a:close/>
                </a:path>
              </a:pathLst>
            </a:custGeom>
            <a:solidFill>
              <a:schemeClr val="lt2"/>
            </a:solidFill>
            <a:ln cap="flat" cmpd="sng" w="3810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9" name="Google Shape;5879;p38"/>
          <p:cNvGrpSpPr/>
          <p:nvPr/>
        </p:nvGrpSpPr>
        <p:grpSpPr>
          <a:xfrm>
            <a:off x="3168938" y="696475"/>
            <a:ext cx="378450" cy="379225"/>
            <a:chOff x="4811650" y="1895450"/>
            <a:chExt cx="378450" cy="379225"/>
          </a:xfrm>
        </p:grpSpPr>
        <p:sp>
          <p:nvSpPr>
            <p:cNvPr id="5880" name="Google Shape;5880;p38"/>
            <p:cNvSpPr/>
            <p:nvPr/>
          </p:nvSpPr>
          <p:spPr>
            <a:xfrm>
              <a:off x="4811650" y="1895450"/>
              <a:ext cx="378450" cy="379225"/>
            </a:xfrm>
            <a:custGeom>
              <a:rect b="b" l="l" r="r" t="t"/>
              <a:pathLst>
                <a:path extrusionOk="0" fill="none" h="15169" w="15138">
                  <a:moveTo>
                    <a:pt x="9119" y="882"/>
                  </a:moveTo>
                  <a:cubicBezTo>
                    <a:pt x="12828" y="1733"/>
                    <a:pt x="15138" y="5442"/>
                    <a:pt x="14256" y="9150"/>
                  </a:cubicBezTo>
                  <a:cubicBezTo>
                    <a:pt x="13405" y="12858"/>
                    <a:pt x="9697" y="15168"/>
                    <a:pt x="5989" y="14287"/>
                  </a:cubicBezTo>
                  <a:cubicBezTo>
                    <a:pt x="2280" y="13436"/>
                    <a:pt x="1" y="9728"/>
                    <a:pt x="852" y="6019"/>
                  </a:cubicBezTo>
                  <a:cubicBezTo>
                    <a:pt x="1733" y="2311"/>
                    <a:pt x="5441" y="1"/>
                    <a:pt x="9119" y="882"/>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38"/>
            <p:cNvSpPr/>
            <p:nvPr/>
          </p:nvSpPr>
          <p:spPr>
            <a:xfrm>
              <a:off x="4882325" y="1966125"/>
              <a:ext cx="236350" cy="237125"/>
            </a:xfrm>
            <a:custGeom>
              <a:rect b="b" l="l" r="r" t="t"/>
              <a:pathLst>
                <a:path extrusionOk="0" fill="none" h="9485" w="9454">
                  <a:moveTo>
                    <a:pt x="9453" y="4742"/>
                  </a:moveTo>
                  <a:cubicBezTo>
                    <a:pt x="9453" y="7356"/>
                    <a:pt x="7356" y="9484"/>
                    <a:pt x="4742" y="9484"/>
                  </a:cubicBezTo>
                  <a:cubicBezTo>
                    <a:pt x="2128" y="9484"/>
                    <a:pt x="0" y="7356"/>
                    <a:pt x="0" y="4742"/>
                  </a:cubicBezTo>
                  <a:cubicBezTo>
                    <a:pt x="0" y="2128"/>
                    <a:pt x="2128" y="1"/>
                    <a:pt x="4742" y="1"/>
                  </a:cubicBezTo>
                  <a:cubicBezTo>
                    <a:pt x="7356" y="1"/>
                    <a:pt x="9453" y="2128"/>
                    <a:pt x="9453" y="4742"/>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38"/>
            <p:cNvSpPr/>
            <p:nvPr/>
          </p:nvSpPr>
          <p:spPr>
            <a:xfrm>
              <a:off x="4928675" y="2012475"/>
              <a:ext cx="143650" cy="144425"/>
            </a:xfrm>
            <a:custGeom>
              <a:rect b="b" l="l" r="r" t="t"/>
              <a:pathLst>
                <a:path extrusionOk="0" fill="none" h="5777" w="5746">
                  <a:moveTo>
                    <a:pt x="5745" y="2888"/>
                  </a:moveTo>
                  <a:cubicBezTo>
                    <a:pt x="5745" y="4499"/>
                    <a:pt x="4469" y="5776"/>
                    <a:pt x="2888" y="5776"/>
                  </a:cubicBezTo>
                  <a:cubicBezTo>
                    <a:pt x="1277" y="5776"/>
                    <a:pt x="1" y="4499"/>
                    <a:pt x="1" y="2888"/>
                  </a:cubicBezTo>
                  <a:cubicBezTo>
                    <a:pt x="1" y="1308"/>
                    <a:pt x="1277" y="1"/>
                    <a:pt x="2888" y="1"/>
                  </a:cubicBezTo>
                  <a:cubicBezTo>
                    <a:pt x="4469" y="1"/>
                    <a:pt x="5745" y="1308"/>
                    <a:pt x="5745" y="2888"/>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38"/>
            <p:cNvSpPr/>
            <p:nvPr/>
          </p:nvSpPr>
          <p:spPr>
            <a:xfrm>
              <a:off x="4968950" y="2053525"/>
              <a:ext cx="63100" cy="63100"/>
            </a:xfrm>
            <a:custGeom>
              <a:rect b="b" l="l" r="r" t="t"/>
              <a:pathLst>
                <a:path extrusionOk="0" fill="none" h="2524" w="2524">
                  <a:moveTo>
                    <a:pt x="2523" y="1246"/>
                  </a:moveTo>
                  <a:cubicBezTo>
                    <a:pt x="2523" y="1946"/>
                    <a:pt x="1946" y="2523"/>
                    <a:pt x="1277" y="2523"/>
                  </a:cubicBezTo>
                  <a:cubicBezTo>
                    <a:pt x="578" y="2523"/>
                    <a:pt x="1" y="1946"/>
                    <a:pt x="1" y="1246"/>
                  </a:cubicBezTo>
                  <a:cubicBezTo>
                    <a:pt x="1" y="578"/>
                    <a:pt x="578" y="0"/>
                    <a:pt x="1277" y="0"/>
                  </a:cubicBezTo>
                  <a:cubicBezTo>
                    <a:pt x="1946" y="0"/>
                    <a:pt x="2523" y="578"/>
                    <a:pt x="2523" y="1246"/>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87" name="Shape 5887"/>
        <p:cNvGrpSpPr/>
        <p:nvPr/>
      </p:nvGrpSpPr>
      <p:grpSpPr>
        <a:xfrm>
          <a:off x="0" y="0"/>
          <a:ext cx="0" cy="0"/>
          <a:chOff x="0" y="0"/>
          <a:chExt cx="0" cy="0"/>
        </a:xfrm>
      </p:grpSpPr>
      <p:sp>
        <p:nvSpPr>
          <p:cNvPr id="5888" name="Google Shape;5888;p39"/>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a:t>
            </a:r>
            <a:r>
              <a:rPr lang="en"/>
              <a:t>ontents of this template</a:t>
            </a:r>
            <a:endParaRPr/>
          </a:p>
        </p:txBody>
      </p:sp>
      <p:sp>
        <p:nvSpPr>
          <p:cNvPr id="5889" name="Google Shape;5889;p39"/>
          <p:cNvSpPr txBox="1"/>
          <p:nvPr>
            <p:ph idx="1" type="body"/>
          </p:nvPr>
        </p:nvSpPr>
        <p:spPr>
          <a:xfrm>
            <a:off x="720000" y="1017725"/>
            <a:ext cx="7704000" cy="341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2"/>
                </a:solidFill>
              </a:rPr>
              <a:t>Here’s what you’ll find in this </a:t>
            </a:r>
            <a:r>
              <a:rPr b="1" lang="en">
                <a:solidFill>
                  <a:schemeClr val="dk2"/>
                </a:solidFill>
                <a:uFill>
                  <a:noFill/>
                </a:uFill>
                <a:hlinkClick r:id="rId3">
                  <a:extLst>
                    <a:ext uri="{A12FA001-AC4F-418D-AE19-62706E023703}">
                      <ahyp:hlinkClr val="tx"/>
                    </a:ext>
                  </a:extLst>
                </a:hlinkClick>
              </a:rPr>
              <a:t>Slidesgo</a:t>
            </a:r>
            <a:r>
              <a:rPr lang="en">
                <a:solidFill>
                  <a:schemeClr val="dk2"/>
                </a:solidFill>
              </a:rPr>
              <a:t> template: </a:t>
            </a:r>
            <a:endParaRPr>
              <a:solidFill>
                <a:schemeClr val="dk2"/>
              </a:solidFill>
            </a:endParaRPr>
          </a:p>
          <a:p>
            <a:pPr indent="-307975" lvl="0" marL="457200" rtl="0" algn="l">
              <a:spcBef>
                <a:spcPts val="0"/>
              </a:spcBef>
              <a:spcAft>
                <a:spcPts val="0"/>
              </a:spcAft>
              <a:buClr>
                <a:schemeClr val="dk2"/>
              </a:buClr>
              <a:buSzPts val="1250"/>
              <a:buAutoNum type="arabicPeriod"/>
            </a:pPr>
            <a:r>
              <a:rPr lang="en">
                <a:solidFill>
                  <a:schemeClr val="dk2"/>
                </a:solidFill>
              </a:rPr>
              <a:t>A slide structure based on a clinical case, which you can easily adapt to your needs. For more info on how to edit the template, please visit </a:t>
            </a:r>
            <a:r>
              <a:rPr b="1" lang="en">
                <a:solidFill>
                  <a:schemeClr val="dk2"/>
                </a:solidFill>
                <a:uFill>
                  <a:noFill/>
                </a:uFill>
                <a:hlinkClick r:id="rId4">
                  <a:extLst>
                    <a:ext uri="{A12FA001-AC4F-418D-AE19-62706E023703}">
                      <ahyp:hlinkClr val="tx"/>
                    </a:ext>
                  </a:extLst>
                </a:hlinkClick>
              </a:rPr>
              <a:t>Slidesgo School</a:t>
            </a:r>
            <a:r>
              <a:rPr lang="en">
                <a:solidFill>
                  <a:schemeClr val="dk2"/>
                </a:solidFill>
              </a:rPr>
              <a:t> or read our </a:t>
            </a:r>
            <a:r>
              <a:rPr b="1" lang="en">
                <a:solidFill>
                  <a:schemeClr val="dk2"/>
                </a:solidFill>
                <a:uFill>
                  <a:noFill/>
                </a:uFill>
                <a:hlinkClick r:id="rId5">
                  <a:extLst>
                    <a:ext uri="{A12FA001-AC4F-418D-AE19-62706E023703}">
                      <ahyp:hlinkClr val="tx"/>
                    </a:ext>
                  </a:extLst>
                </a:hlinkClick>
              </a:rPr>
              <a:t>FAQs</a:t>
            </a:r>
            <a:r>
              <a:rPr lang="en">
                <a:solidFill>
                  <a:schemeClr val="dk2"/>
                </a:solidFill>
              </a:rPr>
              <a:t>.</a:t>
            </a:r>
            <a:endParaRPr>
              <a:solidFill>
                <a:schemeClr val="dk2"/>
              </a:solidFill>
            </a:endParaRPr>
          </a:p>
          <a:p>
            <a:pPr indent="-307975" lvl="0" marL="457200" rtl="0" algn="l">
              <a:spcBef>
                <a:spcPts val="0"/>
              </a:spcBef>
              <a:spcAft>
                <a:spcPts val="0"/>
              </a:spcAft>
              <a:buClr>
                <a:schemeClr val="dk2"/>
              </a:buClr>
              <a:buSzPts val="1250"/>
              <a:buAutoNum type="arabicPeriod"/>
            </a:pPr>
            <a:r>
              <a:rPr lang="en">
                <a:solidFill>
                  <a:schemeClr val="dk2"/>
                </a:solidFill>
              </a:rPr>
              <a:t>An assortment of graphic resources that are suitable for use in the presentation can be found in the </a:t>
            </a:r>
            <a:r>
              <a:rPr b="1" lang="en">
                <a:solidFill>
                  <a:schemeClr val="hlink"/>
                </a:solidFill>
                <a:uFill>
                  <a:noFill/>
                </a:uFill>
                <a:hlinkClick action="ppaction://hlinksldjump" r:id="rId6"/>
              </a:rPr>
              <a:t>alternative resources slides</a:t>
            </a:r>
            <a:r>
              <a:rPr lang="en">
                <a:solidFill>
                  <a:schemeClr val="dk2"/>
                </a:solidFill>
              </a:rPr>
              <a:t>.</a:t>
            </a:r>
            <a:endParaRPr>
              <a:solidFill>
                <a:schemeClr val="dk2"/>
              </a:solidFill>
            </a:endParaRPr>
          </a:p>
          <a:p>
            <a:pPr indent="-307975" lvl="0" marL="457200" rtl="0" algn="l">
              <a:spcBef>
                <a:spcPts val="0"/>
              </a:spcBef>
              <a:spcAft>
                <a:spcPts val="0"/>
              </a:spcAft>
              <a:buClr>
                <a:schemeClr val="dk2"/>
              </a:buClr>
              <a:buSzPts val="1250"/>
              <a:buAutoNum type="arabicPeriod"/>
            </a:pPr>
            <a:r>
              <a:rPr lang="en">
                <a:solidFill>
                  <a:schemeClr val="dk2"/>
                </a:solidFill>
              </a:rPr>
              <a:t>A </a:t>
            </a:r>
            <a:r>
              <a:rPr b="1" lang="en">
                <a:solidFill>
                  <a:schemeClr val="hlink"/>
                </a:solidFill>
                <a:uFill>
                  <a:noFill/>
                </a:uFill>
                <a:hlinkClick action="ppaction://hlinksldjump" r:id="rId7"/>
              </a:rPr>
              <a:t>thanks slide</a:t>
            </a:r>
            <a:r>
              <a:rPr lang="en">
                <a:solidFill>
                  <a:schemeClr val="dk2"/>
                </a:solidFill>
              </a:rPr>
              <a:t>, which you must keep so that proper credits for our design are given.</a:t>
            </a:r>
            <a:endParaRPr>
              <a:solidFill>
                <a:schemeClr val="dk2"/>
              </a:solidFill>
            </a:endParaRPr>
          </a:p>
          <a:p>
            <a:pPr indent="-307975" lvl="0" marL="457200" rtl="0" algn="l">
              <a:spcBef>
                <a:spcPts val="0"/>
              </a:spcBef>
              <a:spcAft>
                <a:spcPts val="0"/>
              </a:spcAft>
              <a:buClr>
                <a:schemeClr val="dk2"/>
              </a:buClr>
              <a:buSzPts val="1250"/>
              <a:buAutoNum type="arabicPeriod"/>
            </a:pPr>
            <a:r>
              <a:rPr lang="en">
                <a:solidFill>
                  <a:schemeClr val="dk2"/>
                </a:solidFill>
              </a:rPr>
              <a:t>A </a:t>
            </a:r>
            <a:r>
              <a:rPr b="1" lang="en">
                <a:solidFill>
                  <a:schemeClr val="hlink"/>
                </a:solidFill>
                <a:uFill>
                  <a:noFill/>
                </a:uFill>
                <a:hlinkClick action="ppaction://hlinksldjump" r:id="rId8"/>
              </a:rPr>
              <a:t>resources slide</a:t>
            </a:r>
            <a:r>
              <a:rPr lang="en">
                <a:solidFill>
                  <a:schemeClr val="dk2"/>
                </a:solidFill>
              </a:rPr>
              <a:t>, where you’ll find links to all the elements used in the template.</a:t>
            </a:r>
            <a:endParaRPr>
              <a:solidFill>
                <a:schemeClr val="dk2"/>
              </a:solidFill>
            </a:endParaRPr>
          </a:p>
          <a:p>
            <a:pPr indent="-307975" lvl="0" marL="457200" rtl="0" algn="l">
              <a:spcBef>
                <a:spcPts val="0"/>
              </a:spcBef>
              <a:spcAft>
                <a:spcPts val="0"/>
              </a:spcAft>
              <a:buClr>
                <a:schemeClr val="dk2"/>
              </a:buClr>
              <a:buSzPts val="1250"/>
              <a:buAutoNum type="arabicPeriod"/>
            </a:pPr>
            <a:r>
              <a:rPr b="1" lang="en">
                <a:solidFill>
                  <a:schemeClr val="hlink"/>
                </a:solidFill>
                <a:uFill>
                  <a:noFill/>
                </a:uFill>
                <a:hlinkClick action="ppaction://hlinksldjump" r:id="rId9"/>
              </a:rPr>
              <a:t>Instructions for use</a:t>
            </a:r>
            <a:r>
              <a:rPr lang="en">
                <a:solidFill>
                  <a:schemeClr val="dk2"/>
                </a:solidFill>
              </a:rPr>
              <a:t>.</a:t>
            </a:r>
            <a:endParaRPr>
              <a:solidFill>
                <a:schemeClr val="dk2"/>
              </a:solidFill>
            </a:endParaRPr>
          </a:p>
          <a:p>
            <a:pPr indent="-307975" lvl="0" marL="457200" rtl="0" algn="l">
              <a:spcBef>
                <a:spcPts val="0"/>
              </a:spcBef>
              <a:spcAft>
                <a:spcPts val="0"/>
              </a:spcAft>
              <a:buClr>
                <a:schemeClr val="dk2"/>
              </a:buClr>
              <a:buSzPts val="1250"/>
              <a:buAutoNum type="arabicPeriod"/>
            </a:pPr>
            <a:r>
              <a:rPr lang="en">
                <a:solidFill>
                  <a:schemeClr val="dk2"/>
                </a:solidFill>
              </a:rPr>
              <a:t>Final slides with:</a:t>
            </a:r>
            <a:endParaRPr>
              <a:solidFill>
                <a:schemeClr val="dk2"/>
              </a:solidFill>
            </a:endParaRPr>
          </a:p>
          <a:p>
            <a:pPr indent="-307975" lvl="0" marL="914400" rtl="0" algn="l">
              <a:spcBef>
                <a:spcPts val="0"/>
              </a:spcBef>
              <a:spcAft>
                <a:spcPts val="0"/>
              </a:spcAft>
              <a:buClr>
                <a:schemeClr val="dk2"/>
              </a:buClr>
              <a:buSzPts val="1250"/>
              <a:buChar char="●"/>
            </a:pPr>
            <a:r>
              <a:rPr lang="en">
                <a:solidFill>
                  <a:schemeClr val="dk2"/>
                </a:solidFill>
              </a:rPr>
              <a:t>The</a:t>
            </a:r>
            <a:r>
              <a:rPr lang="en">
                <a:solidFill>
                  <a:schemeClr val="hlink"/>
                </a:solidFill>
                <a:uFill>
                  <a:noFill/>
                </a:uFill>
                <a:hlinkClick action="ppaction://hlinksldjump" r:id="rId10"/>
              </a:rPr>
              <a:t> </a:t>
            </a:r>
            <a:r>
              <a:rPr b="1" lang="en">
                <a:solidFill>
                  <a:schemeClr val="hlink"/>
                </a:solidFill>
                <a:uFill>
                  <a:noFill/>
                </a:uFill>
                <a:hlinkClick action="ppaction://hlinksldjump" r:id="rId11"/>
              </a:rPr>
              <a:t>fonts and colors</a:t>
            </a:r>
            <a:r>
              <a:rPr lang="en">
                <a:solidFill>
                  <a:schemeClr val="dk2"/>
                </a:solidFill>
              </a:rPr>
              <a:t> used in the template.</a:t>
            </a:r>
            <a:endParaRPr>
              <a:solidFill>
                <a:schemeClr val="dk2"/>
              </a:solidFill>
            </a:endParaRPr>
          </a:p>
          <a:p>
            <a:pPr indent="-307975" lvl="0" marL="914400" rtl="0" algn="l">
              <a:spcBef>
                <a:spcPts val="0"/>
              </a:spcBef>
              <a:spcAft>
                <a:spcPts val="0"/>
              </a:spcAft>
              <a:buClr>
                <a:schemeClr val="dk2"/>
              </a:buClr>
              <a:buSzPts val="1250"/>
              <a:buChar char="●"/>
            </a:pPr>
            <a:r>
              <a:rPr lang="en">
                <a:solidFill>
                  <a:schemeClr val="dk2"/>
                </a:solidFill>
              </a:rPr>
              <a:t>A </a:t>
            </a:r>
            <a:r>
              <a:rPr b="1" lang="en">
                <a:solidFill>
                  <a:schemeClr val="dk2"/>
                </a:solidFill>
              </a:rPr>
              <a:t>selection of </a:t>
            </a:r>
            <a:r>
              <a:rPr b="1" lang="en">
                <a:solidFill>
                  <a:schemeClr val="hlink"/>
                </a:solidFill>
                <a:uFill>
                  <a:noFill/>
                </a:uFill>
                <a:hlinkClick r:id="rId12"/>
              </a:rPr>
              <a:t>illustrations</a:t>
            </a:r>
            <a:r>
              <a:rPr b="1" lang="en">
                <a:solidFill>
                  <a:schemeClr val="dk2"/>
                </a:solidFill>
              </a:rPr>
              <a:t>.</a:t>
            </a:r>
            <a:r>
              <a:rPr lang="en">
                <a:solidFill>
                  <a:schemeClr val="dk2"/>
                </a:solidFill>
              </a:rPr>
              <a:t> You can also customize and animate them as you wish with the online editor. Visit</a:t>
            </a:r>
            <a:r>
              <a:rPr b="1" lang="en">
                <a:solidFill>
                  <a:schemeClr val="dk2"/>
                </a:solidFill>
              </a:rPr>
              <a:t> </a:t>
            </a:r>
            <a:r>
              <a:rPr b="1" lang="en">
                <a:solidFill>
                  <a:schemeClr val="dk2"/>
                </a:solidFill>
                <a:uFill>
                  <a:noFill/>
                </a:uFill>
                <a:hlinkClick r:id="rId13">
                  <a:extLst>
                    <a:ext uri="{A12FA001-AC4F-418D-AE19-62706E023703}">
                      <ahyp:hlinkClr val="tx"/>
                    </a:ext>
                  </a:extLst>
                </a:hlinkClick>
              </a:rPr>
              <a:t>Storyset</a:t>
            </a:r>
            <a:r>
              <a:rPr lang="en">
                <a:solidFill>
                  <a:schemeClr val="dk2"/>
                </a:solidFill>
              </a:rPr>
              <a:t> to find more. </a:t>
            </a:r>
            <a:endParaRPr>
              <a:solidFill>
                <a:schemeClr val="dk2"/>
              </a:solidFill>
            </a:endParaRPr>
          </a:p>
          <a:p>
            <a:pPr indent="-307975" lvl="0" marL="914400" rtl="0" algn="l">
              <a:spcBef>
                <a:spcPts val="0"/>
              </a:spcBef>
              <a:spcAft>
                <a:spcPts val="0"/>
              </a:spcAft>
              <a:buClr>
                <a:schemeClr val="dk2"/>
              </a:buClr>
              <a:buSzPts val="1250"/>
              <a:buChar char="●"/>
            </a:pPr>
            <a:r>
              <a:rPr lang="en">
                <a:solidFill>
                  <a:schemeClr val="dk2"/>
                </a:solidFill>
              </a:rPr>
              <a:t>More</a:t>
            </a:r>
            <a:r>
              <a:rPr lang="en">
                <a:solidFill>
                  <a:schemeClr val="hlink"/>
                </a:solidFill>
                <a:uFill>
                  <a:noFill/>
                </a:uFill>
                <a:hlinkClick action="ppaction://hlinksldjump" r:id="rId14"/>
              </a:rPr>
              <a:t> </a:t>
            </a:r>
            <a:r>
              <a:rPr b="1" lang="en">
                <a:solidFill>
                  <a:schemeClr val="hlink"/>
                </a:solidFill>
                <a:uFill>
                  <a:noFill/>
                </a:uFill>
                <a:hlinkClick action="ppaction://hlinksldjump" r:id="rId15"/>
              </a:rPr>
              <a:t>infographic resources</a:t>
            </a:r>
            <a:r>
              <a:rPr lang="en">
                <a:solidFill>
                  <a:schemeClr val="dk2"/>
                </a:solidFill>
              </a:rPr>
              <a:t>, whose size and color can be edited. </a:t>
            </a:r>
            <a:endParaRPr>
              <a:solidFill>
                <a:schemeClr val="dk2"/>
              </a:solidFill>
            </a:endParaRPr>
          </a:p>
          <a:p>
            <a:pPr indent="-307975" lvl="0" marL="914400" rtl="0" algn="l">
              <a:spcBef>
                <a:spcPts val="0"/>
              </a:spcBef>
              <a:spcAft>
                <a:spcPts val="0"/>
              </a:spcAft>
              <a:buClr>
                <a:schemeClr val="dk2"/>
              </a:buClr>
              <a:buSzPts val="1250"/>
              <a:buChar char="●"/>
            </a:pPr>
            <a:r>
              <a:rPr lang="en">
                <a:solidFill>
                  <a:schemeClr val="dk2"/>
                </a:solidFill>
              </a:rPr>
              <a:t>Sets of </a:t>
            </a:r>
            <a:r>
              <a:rPr b="1" lang="en">
                <a:solidFill>
                  <a:schemeClr val="hlink"/>
                </a:solidFill>
                <a:uFill>
                  <a:noFill/>
                </a:uFill>
                <a:hlinkClick action="ppaction://hlinksldjump" r:id="rId16"/>
              </a:rPr>
              <a:t>customizable icons</a:t>
            </a:r>
            <a:r>
              <a:rPr lang="en">
                <a:solidFill>
                  <a:schemeClr val="dk2"/>
                </a:solidFill>
              </a:rPr>
              <a:t> of the following themes: general, business, avatar, creative process, education, help &amp; support, medical, nature, performing arts, SEO &amp; marketing, and teamwork.</a:t>
            </a:r>
            <a:endParaRPr>
              <a:solidFill>
                <a:schemeClr val="dk2"/>
              </a:solidFill>
            </a:endParaRPr>
          </a:p>
          <a:p>
            <a:pPr indent="0" lvl="0" marL="0" rtl="0" algn="l">
              <a:spcBef>
                <a:spcPts val="1600"/>
              </a:spcBef>
              <a:spcAft>
                <a:spcPts val="0"/>
              </a:spcAft>
              <a:buNone/>
            </a:pPr>
            <a:r>
              <a:rPr lang="en">
                <a:solidFill>
                  <a:schemeClr val="dk2"/>
                </a:solidFill>
              </a:rPr>
              <a:t>You can delete this slide when you’re done editing the presentation.</a:t>
            </a:r>
            <a:endParaRPr>
              <a:solidFill>
                <a:schemeClr val="dk2"/>
              </a:solidFill>
            </a:endParaRPr>
          </a:p>
        </p:txBody>
      </p:sp>
      <p:sp>
        <p:nvSpPr>
          <p:cNvPr id="5890" name="Google Shape;5890;p39"/>
          <p:cNvSpPr/>
          <p:nvPr/>
        </p:nvSpPr>
        <p:spPr>
          <a:xfrm>
            <a:off x="4823450" y="4437113"/>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39"/>
          <p:cNvSpPr/>
          <p:nvPr/>
        </p:nvSpPr>
        <p:spPr>
          <a:xfrm>
            <a:off x="6493975" y="825363"/>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39"/>
          <p:cNvSpPr/>
          <p:nvPr/>
        </p:nvSpPr>
        <p:spPr>
          <a:xfrm>
            <a:off x="8036525" y="3995900"/>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39"/>
          <p:cNvSpPr/>
          <p:nvPr/>
        </p:nvSpPr>
        <p:spPr>
          <a:xfrm flipH="1" rot="5400000">
            <a:off x="5980494" y="597385"/>
            <a:ext cx="303975" cy="152025"/>
          </a:xfrm>
          <a:custGeom>
            <a:rect b="b" l="l" r="r" t="t"/>
            <a:pathLst>
              <a:path extrusionOk="0" fill="none" h="6081" w="12159">
                <a:moveTo>
                  <a:pt x="0" y="6080"/>
                </a:moveTo>
                <a:cubicBezTo>
                  <a:pt x="0" y="2737"/>
                  <a:pt x="2736" y="1"/>
                  <a:pt x="6079" y="1"/>
                </a:cubicBezTo>
                <a:cubicBezTo>
                  <a:pt x="9453" y="1"/>
                  <a:pt x="12158" y="2737"/>
                  <a:pt x="12158" y="6080"/>
                </a:cubicBezTo>
              </a:path>
            </a:pathLst>
          </a:custGeom>
          <a:noFill/>
          <a:ln cap="flat" cmpd="sng" w="57000">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97" name="Shape 5897"/>
        <p:cNvGrpSpPr/>
        <p:nvPr/>
      </p:nvGrpSpPr>
      <p:grpSpPr>
        <a:xfrm>
          <a:off x="0" y="0"/>
          <a:ext cx="0" cy="0"/>
          <a:chOff x="0" y="0"/>
          <a:chExt cx="0" cy="0"/>
        </a:xfrm>
      </p:grpSpPr>
      <p:sp>
        <p:nvSpPr>
          <p:cNvPr id="5898" name="Google Shape;5898;p40"/>
          <p:cNvSpPr/>
          <p:nvPr/>
        </p:nvSpPr>
        <p:spPr>
          <a:xfrm>
            <a:off x="4170714" y="1156865"/>
            <a:ext cx="802577" cy="731265"/>
          </a:xfrm>
          <a:custGeom>
            <a:rect b="b" l="l" r="r" t="t"/>
            <a:pathLst>
              <a:path extrusionOk="0" h="55169" w="60549">
                <a:moveTo>
                  <a:pt x="30289" y="0"/>
                </a:moveTo>
                <a:cubicBezTo>
                  <a:pt x="23230" y="0"/>
                  <a:pt x="16171" y="2690"/>
                  <a:pt x="10791" y="8070"/>
                </a:cubicBezTo>
                <a:cubicBezTo>
                  <a:pt x="0" y="18861"/>
                  <a:pt x="0" y="36308"/>
                  <a:pt x="10791" y="47098"/>
                </a:cubicBezTo>
                <a:cubicBezTo>
                  <a:pt x="16171" y="52478"/>
                  <a:pt x="23230" y="55168"/>
                  <a:pt x="30289" y="55168"/>
                </a:cubicBezTo>
                <a:cubicBezTo>
                  <a:pt x="37349" y="55168"/>
                  <a:pt x="44408" y="52478"/>
                  <a:pt x="49788" y="47098"/>
                </a:cubicBezTo>
                <a:cubicBezTo>
                  <a:pt x="60548" y="36308"/>
                  <a:pt x="60548" y="18861"/>
                  <a:pt x="49788" y="8070"/>
                </a:cubicBezTo>
                <a:cubicBezTo>
                  <a:pt x="44408" y="2690"/>
                  <a:pt x="37349" y="0"/>
                  <a:pt x="30289" y="0"/>
                </a:cubicBezTo>
                <a:close/>
              </a:path>
            </a:pathLst>
          </a:cu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40"/>
          <p:cNvSpPr/>
          <p:nvPr/>
        </p:nvSpPr>
        <p:spPr>
          <a:xfrm>
            <a:off x="6854514" y="1156865"/>
            <a:ext cx="802577" cy="731265"/>
          </a:xfrm>
          <a:custGeom>
            <a:rect b="b" l="l" r="r" t="t"/>
            <a:pathLst>
              <a:path extrusionOk="0" h="55169" w="60549">
                <a:moveTo>
                  <a:pt x="30289" y="0"/>
                </a:moveTo>
                <a:cubicBezTo>
                  <a:pt x="23230" y="0"/>
                  <a:pt x="16171" y="2690"/>
                  <a:pt x="10791" y="8070"/>
                </a:cubicBezTo>
                <a:cubicBezTo>
                  <a:pt x="0" y="18861"/>
                  <a:pt x="0" y="36308"/>
                  <a:pt x="10791" y="47098"/>
                </a:cubicBezTo>
                <a:cubicBezTo>
                  <a:pt x="16171" y="52478"/>
                  <a:pt x="23230" y="55168"/>
                  <a:pt x="30289" y="55168"/>
                </a:cubicBezTo>
                <a:cubicBezTo>
                  <a:pt x="37349" y="55168"/>
                  <a:pt x="44408" y="52478"/>
                  <a:pt x="49788" y="47098"/>
                </a:cubicBezTo>
                <a:cubicBezTo>
                  <a:pt x="60548" y="36308"/>
                  <a:pt x="60548" y="18861"/>
                  <a:pt x="49788" y="8070"/>
                </a:cubicBezTo>
                <a:cubicBezTo>
                  <a:pt x="44408" y="2690"/>
                  <a:pt x="37349" y="0"/>
                  <a:pt x="30289" y="0"/>
                </a:cubicBezTo>
                <a:close/>
              </a:path>
            </a:pathLst>
          </a:cu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40"/>
          <p:cNvSpPr/>
          <p:nvPr/>
        </p:nvSpPr>
        <p:spPr>
          <a:xfrm>
            <a:off x="1486902" y="2946265"/>
            <a:ext cx="802577" cy="731265"/>
          </a:xfrm>
          <a:custGeom>
            <a:rect b="b" l="l" r="r" t="t"/>
            <a:pathLst>
              <a:path extrusionOk="0" h="55169" w="60549">
                <a:moveTo>
                  <a:pt x="30289" y="0"/>
                </a:moveTo>
                <a:cubicBezTo>
                  <a:pt x="23230" y="0"/>
                  <a:pt x="16171" y="2690"/>
                  <a:pt x="10791" y="8070"/>
                </a:cubicBezTo>
                <a:cubicBezTo>
                  <a:pt x="0" y="18861"/>
                  <a:pt x="0" y="36308"/>
                  <a:pt x="10791" y="47098"/>
                </a:cubicBezTo>
                <a:cubicBezTo>
                  <a:pt x="16171" y="52478"/>
                  <a:pt x="23230" y="55168"/>
                  <a:pt x="30289" y="55168"/>
                </a:cubicBezTo>
                <a:cubicBezTo>
                  <a:pt x="37349" y="55168"/>
                  <a:pt x="44408" y="52478"/>
                  <a:pt x="49788" y="47098"/>
                </a:cubicBezTo>
                <a:cubicBezTo>
                  <a:pt x="60548" y="36308"/>
                  <a:pt x="60548" y="18861"/>
                  <a:pt x="49788" y="8070"/>
                </a:cubicBezTo>
                <a:cubicBezTo>
                  <a:pt x="44408" y="2690"/>
                  <a:pt x="37349" y="0"/>
                  <a:pt x="30289" y="0"/>
                </a:cubicBezTo>
                <a:close/>
              </a:path>
            </a:pathLst>
          </a:cu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40"/>
          <p:cNvSpPr/>
          <p:nvPr/>
        </p:nvSpPr>
        <p:spPr>
          <a:xfrm>
            <a:off x="4170714" y="2929108"/>
            <a:ext cx="802577" cy="731265"/>
          </a:xfrm>
          <a:custGeom>
            <a:rect b="b" l="l" r="r" t="t"/>
            <a:pathLst>
              <a:path extrusionOk="0" h="55169" w="60549">
                <a:moveTo>
                  <a:pt x="30289" y="0"/>
                </a:moveTo>
                <a:cubicBezTo>
                  <a:pt x="23230" y="0"/>
                  <a:pt x="16171" y="2690"/>
                  <a:pt x="10791" y="8070"/>
                </a:cubicBezTo>
                <a:cubicBezTo>
                  <a:pt x="0" y="18861"/>
                  <a:pt x="0" y="36308"/>
                  <a:pt x="10791" y="47098"/>
                </a:cubicBezTo>
                <a:cubicBezTo>
                  <a:pt x="16171" y="52478"/>
                  <a:pt x="23230" y="55168"/>
                  <a:pt x="30289" y="55168"/>
                </a:cubicBezTo>
                <a:cubicBezTo>
                  <a:pt x="37349" y="55168"/>
                  <a:pt x="44408" y="52478"/>
                  <a:pt x="49788" y="47098"/>
                </a:cubicBezTo>
                <a:cubicBezTo>
                  <a:pt x="60548" y="36308"/>
                  <a:pt x="60548" y="18861"/>
                  <a:pt x="49788" y="8070"/>
                </a:cubicBezTo>
                <a:cubicBezTo>
                  <a:pt x="44408" y="2690"/>
                  <a:pt x="37349" y="0"/>
                  <a:pt x="30289" y="0"/>
                </a:cubicBezTo>
                <a:close/>
              </a:path>
            </a:pathLst>
          </a:cu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40"/>
          <p:cNvSpPr/>
          <p:nvPr/>
        </p:nvSpPr>
        <p:spPr>
          <a:xfrm>
            <a:off x="1486902" y="1156865"/>
            <a:ext cx="802577" cy="731265"/>
          </a:xfrm>
          <a:custGeom>
            <a:rect b="b" l="l" r="r" t="t"/>
            <a:pathLst>
              <a:path extrusionOk="0" h="55169" w="60549">
                <a:moveTo>
                  <a:pt x="30289" y="0"/>
                </a:moveTo>
                <a:cubicBezTo>
                  <a:pt x="23230" y="0"/>
                  <a:pt x="16171" y="2690"/>
                  <a:pt x="10791" y="8070"/>
                </a:cubicBezTo>
                <a:cubicBezTo>
                  <a:pt x="0" y="18861"/>
                  <a:pt x="0" y="36308"/>
                  <a:pt x="10791" y="47098"/>
                </a:cubicBezTo>
                <a:cubicBezTo>
                  <a:pt x="16171" y="52478"/>
                  <a:pt x="23230" y="55168"/>
                  <a:pt x="30289" y="55168"/>
                </a:cubicBezTo>
                <a:cubicBezTo>
                  <a:pt x="37349" y="55168"/>
                  <a:pt x="44408" y="52478"/>
                  <a:pt x="49788" y="47098"/>
                </a:cubicBezTo>
                <a:cubicBezTo>
                  <a:pt x="60548" y="36308"/>
                  <a:pt x="60548" y="18861"/>
                  <a:pt x="49788" y="8070"/>
                </a:cubicBezTo>
                <a:cubicBezTo>
                  <a:pt x="44408" y="2690"/>
                  <a:pt x="37349" y="0"/>
                  <a:pt x="30289" y="0"/>
                </a:cubicBezTo>
                <a:close/>
              </a:path>
            </a:pathLst>
          </a:cu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40"/>
          <p:cNvSpPr txBox="1"/>
          <p:nvPr>
            <p:ph idx="2" type="title"/>
          </p:nvPr>
        </p:nvSpPr>
        <p:spPr>
          <a:xfrm>
            <a:off x="1401138" y="1225800"/>
            <a:ext cx="974100" cy="59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5904" name="Google Shape;5904;p40"/>
          <p:cNvSpPr txBox="1"/>
          <p:nvPr>
            <p:ph idx="4" type="title"/>
          </p:nvPr>
        </p:nvSpPr>
        <p:spPr>
          <a:xfrm>
            <a:off x="4084960" y="1225800"/>
            <a:ext cx="974100" cy="59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5905" name="Google Shape;5905;p40"/>
          <p:cNvSpPr txBox="1"/>
          <p:nvPr>
            <p:ph idx="7" type="title"/>
          </p:nvPr>
        </p:nvSpPr>
        <p:spPr>
          <a:xfrm>
            <a:off x="6768744" y="1225800"/>
            <a:ext cx="974100" cy="59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5906" name="Google Shape;5906;p40"/>
          <p:cNvSpPr txBox="1"/>
          <p:nvPr>
            <p:ph idx="13" type="title"/>
          </p:nvPr>
        </p:nvSpPr>
        <p:spPr>
          <a:xfrm>
            <a:off x="1401150" y="3015200"/>
            <a:ext cx="974100" cy="59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5907" name="Google Shape;5907;p40"/>
          <p:cNvSpPr txBox="1"/>
          <p:nvPr>
            <p:ph idx="16" type="title"/>
          </p:nvPr>
        </p:nvSpPr>
        <p:spPr>
          <a:xfrm>
            <a:off x="4084960" y="3015200"/>
            <a:ext cx="974100" cy="59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5908" name="Google Shape;5908;p40"/>
          <p:cNvSpPr txBox="1"/>
          <p:nvPr>
            <p:ph type="title"/>
          </p:nvPr>
        </p:nvSpPr>
        <p:spPr>
          <a:xfrm>
            <a:off x="744000" y="1962700"/>
            <a:ext cx="2288400" cy="36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About the patient</a:t>
            </a:r>
            <a:endParaRPr/>
          </a:p>
        </p:txBody>
      </p:sp>
      <p:sp>
        <p:nvSpPr>
          <p:cNvPr id="5909" name="Google Shape;5909;p40"/>
          <p:cNvSpPr txBox="1"/>
          <p:nvPr>
            <p:ph idx="1" type="subTitle"/>
          </p:nvPr>
        </p:nvSpPr>
        <p:spPr>
          <a:xfrm>
            <a:off x="963150" y="2329300"/>
            <a:ext cx="1850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5910" name="Google Shape;5910;p40"/>
          <p:cNvSpPr txBox="1"/>
          <p:nvPr>
            <p:ph idx="3" type="title"/>
          </p:nvPr>
        </p:nvSpPr>
        <p:spPr>
          <a:xfrm>
            <a:off x="3427800" y="1962700"/>
            <a:ext cx="2288400" cy="36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Discussion</a:t>
            </a:r>
            <a:endParaRPr/>
          </a:p>
        </p:txBody>
      </p:sp>
      <p:sp>
        <p:nvSpPr>
          <p:cNvPr id="5911" name="Google Shape;5911;p40"/>
          <p:cNvSpPr txBox="1"/>
          <p:nvPr>
            <p:ph idx="5" type="subTitle"/>
          </p:nvPr>
        </p:nvSpPr>
        <p:spPr>
          <a:xfrm>
            <a:off x="3645453" y="2329300"/>
            <a:ext cx="1850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5912" name="Google Shape;5912;p40"/>
          <p:cNvSpPr txBox="1"/>
          <p:nvPr>
            <p:ph idx="6" type="title"/>
          </p:nvPr>
        </p:nvSpPr>
        <p:spPr>
          <a:xfrm>
            <a:off x="6111600" y="1962700"/>
            <a:ext cx="2288400" cy="36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Diagnosis</a:t>
            </a:r>
            <a:endParaRPr/>
          </a:p>
        </p:txBody>
      </p:sp>
      <p:sp>
        <p:nvSpPr>
          <p:cNvPr id="5913" name="Google Shape;5913;p40"/>
          <p:cNvSpPr txBox="1"/>
          <p:nvPr>
            <p:ph idx="8" type="subTitle"/>
          </p:nvPr>
        </p:nvSpPr>
        <p:spPr>
          <a:xfrm>
            <a:off x="6330749" y="2329300"/>
            <a:ext cx="1850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5914" name="Google Shape;5914;p40"/>
          <p:cNvSpPr txBox="1"/>
          <p:nvPr>
            <p:ph idx="9" type="title"/>
          </p:nvPr>
        </p:nvSpPr>
        <p:spPr>
          <a:xfrm>
            <a:off x="744000" y="3749729"/>
            <a:ext cx="2288400" cy="36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Treatment</a:t>
            </a:r>
            <a:endParaRPr/>
          </a:p>
        </p:txBody>
      </p:sp>
      <p:sp>
        <p:nvSpPr>
          <p:cNvPr id="5915" name="Google Shape;5915;p40"/>
          <p:cNvSpPr txBox="1"/>
          <p:nvPr>
            <p:ph idx="14" type="subTitle"/>
          </p:nvPr>
        </p:nvSpPr>
        <p:spPr>
          <a:xfrm>
            <a:off x="963150" y="4118700"/>
            <a:ext cx="1850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5916" name="Google Shape;5916;p40"/>
          <p:cNvSpPr txBox="1"/>
          <p:nvPr>
            <p:ph idx="15" type="title"/>
          </p:nvPr>
        </p:nvSpPr>
        <p:spPr>
          <a:xfrm>
            <a:off x="3427850" y="3749729"/>
            <a:ext cx="2288400" cy="36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Patient monitoring</a:t>
            </a:r>
            <a:endParaRPr/>
          </a:p>
        </p:txBody>
      </p:sp>
      <p:sp>
        <p:nvSpPr>
          <p:cNvPr id="5917" name="Google Shape;5917;p40"/>
          <p:cNvSpPr txBox="1"/>
          <p:nvPr>
            <p:ph idx="17" type="subTitle"/>
          </p:nvPr>
        </p:nvSpPr>
        <p:spPr>
          <a:xfrm>
            <a:off x="3645462" y="4118700"/>
            <a:ext cx="1850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5918" name="Google Shape;5918;p40"/>
          <p:cNvSpPr txBox="1"/>
          <p:nvPr>
            <p:ph idx="18"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a:t>
            </a:r>
            <a:r>
              <a:rPr lang="en"/>
              <a:t>able of contents</a:t>
            </a:r>
            <a:endParaRPr/>
          </a:p>
        </p:txBody>
      </p:sp>
      <p:sp>
        <p:nvSpPr>
          <p:cNvPr id="5919" name="Google Shape;5919;p40"/>
          <p:cNvSpPr/>
          <p:nvPr/>
        </p:nvSpPr>
        <p:spPr>
          <a:xfrm>
            <a:off x="2021782" y="1121418"/>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40"/>
          <p:cNvSpPr/>
          <p:nvPr/>
        </p:nvSpPr>
        <p:spPr>
          <a:xfrm>
            <a:off x="4724202" y="1704425"/>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40"/>
          <p:cNvSpPr/>
          <p:nvPr/>
        </p:nvSpPr>
        <p:spPr>
          <a:xfrm>
            <a:off x="6854525" y="1197846"/>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40"/>
          <p:cNvSpPr/>
          <p:nvPr/>
        </p:nvSpPr>
        <p:spPr>
          <a:xfrm>
            <a:off x="1419793" y="3153963"/>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40"/>
          <p:cNvSpPr/>
          <p:nvPr/>
        </p:nvSpPr>
        <p:spPr>
          <a:xfrm>
            <a:off x="4742825" y="3455336"/>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24" name="Google Shape;5924;p40"/>
          <p:cNvGrpSpPr/>
          <p:nvPr/>
        </p:nvGrpSpPr>
        <p:grpSpPr>
          <a:xfrm>
            <a:off x="8020129" y="-730325"/>
            <a:ext cx="702175" cy="1850350"/>
            <a:chOff x="6601575" y="3455900"/>
            <a:chExt cx="702175" cy="1850350"/>
          </a:xfrm>
        </p:grpSpPr>
        <p:sp>
          <p:nvSpPr>
            <p:cNvPr id="5925" name="Google Shape;5925;p40"/>
            <p:cNvSpPr/>
            <p:nvPr/>
          </p:nvSpPr>
          <p:spPr>
            <a:xfrm>
              <a:off x="6601575" y="5187675"/>
              <a:ext cx="118575" cy="118575"/>
            </a:xfrm>
            <a:custGeom>
              <a:rect b="b" l="l" r="r" t="t"/>
              <a:pathLst>
                <a:path extrusionOk="0" h="4743" w="4743">
                  <a:moveTo>
                    <a:pt x="1885" y="1"/>
                  </a:moveTo>
                  <a:lnTo>
                    <a:pt x="1885" y="1885"/>
                  </a:lnTo>
                  <a:lnTo>
                    <a:pt x="1" y="1885"/>
                  </a:lnTo>
                  <a:lnTo>
                    <a:pt x="1"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40"/>
            <p:cNvSpPr/>
            <p:nvPr/>
          </p:nvSpPr>
          <p:spPr>
            <a:xfrm>
              <a:off x="6601575" y="4994675"/>
              <a:ext cx="118575" cy="119325"/>
            </a:xfrm>
            <a:custGeom>
              <a:rect b="b" l="l" r="r" t="t"/>
              <a:pathLst>
                <a:path extrusionOk="0" h="4773" w="4743">
                  <a:moveTo>
                    <a:pt x="1885" y="0"/>
                  </a:moveTo>
                  <a:lnTo>
                    <a:pt x="1885" y="1915"/>
                  </a:lnTo>
                  <a:lnTo>
                    <a:pt x="1" y="1915"/>
                  </a:lnTo>
                  <a:lnTo>
                    <a:pt x="1" y="2858"/>
                  </a:lnTo>
                  <a:lnTo>
                    <a:pt x="1885" y="2858"/>
                  </a:lnTo>
                  <a:lnTo>
                    <a:pt x="1885" y="4772"/>
                  </a:lnTo>
                  <a:lnTo>
                    <a:pt x="2827" y="4772"/>
                  </a:lnTo>
                  <a:lnTo>
                    <a:pt x="2827" y="2858"/>
                  </a:lnTo>
                  <a:lnTo>
                    <a:pt x="4742" y="2858"/>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40"/>
            <p:cNvSpPr/>
            <p:nvPr/>
          </p:nvSpPr>
          <p:spPr>
            <a:xfrm>
              <a:off x="6601575" y="4802425"/>
              <a:ext cx="118575" cy="119325"/>
            </a:xfrm>
            <a:custGeom>
              <a:rect b="b" l="l" r="r" t="t"/>
              <a:pathLst>
                <a:path extrusionOk="0" h="4773" w="4743">
                  <a:moveTo>
                    <a:pt x="1885" y="0"/>
                  </a:moveTo>
                  <a:lnTo>
                    <a:pt x="1885" y="1915"/>
                  </a:lnTo>
                  <a:lnTo>
                    <a:pt x="1" y="1915"/>
                  </a:lnTo>
                  <a:lnTo>
                    <a:pt x="1" y="2857"/>
                  </a:lnTo>
                  <a:lnTo>
                    <a:pt x="1885" y="2857"/>
                  </a:lnTo>
                  <a:lnTo>
                    <a:pt x="1885" y="4772"/>
                  </a:lnTo>
                  <a:lnTo>
                    <a:pt x="2827" y="477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40"/>
            <p:cNvSpPr/>
            <p:nvPr/>
          </p:nvSpPr>
          <p:spPr>
            <a:xfrm>
              <a:off x="6601575" y="4610175"/>
              <a:ext cx="118575" cy="118550"/>
            </a:xfrm>
            <a:custGeom>
              <a:rect b="b" l="l" r="r" t="t"/>
              <a:pathLst>
                <a:path extrusionOk="0" h="4742" w="4743">
                  <a:moveTo>
                    <a:pt x="1885" y="0"/>
                  </a:moveTo>
                  <a:lnTo>
                    <a:pt x="1885" y="1915"/>
                  </a:lnTo>
                  <a:lnTo>
                    <a:pt x="1" y="1915"/>
                  </a:lnTo>
                  <a:lnTo>
                    <a:pt x="1" y="2857"/>
                  </a:lnTo>
                  <a:lnTo>
                    <a:pt x="1885" y="2857"/>
                  </a:lnTo>
                  <a:lnTo>
                    <a:pt x="1885" y="4742"/>
                  </a:lnTo>
                  <a:lnTo>
                    <a:pt x="2827" y="474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40"/>
            <p:cNvSpPr/>
            <p:nvPr/>
          </p:nvSpPr>
          <p:spPr>
            <a:xfrm>
              <a:off x="6601575" y="4417925"/>
              <a:ext cx="118575" cy="118550"/>
            </a:xfrm>
            <a:custGeom>
              <a:rect b="b" l="l" r="r" t="t"/>
              <a:pathLst>
                <a:path extrusionOk="0" h="4742" w="4743">
                  <a:moveTo>
                    <a:pt x="1885" y="0"/>
                  </a:moveTo>
                  <a:lnTo>
                    <a:pt x="1885" y="1915"/>
                  </a:lnTo>
                  <a:lnTo>
                    <a:pt x="1" y="1915"/>
                  </a:lnTo>
                  <a:lnTo>
                    <a:pt x="1" y="2857"/>
                  </a:lnTo>
                  <a:lnTo>
                    <a:pt x="1885" y="2857"/>
                  </a:lnTo>
                  <a:lnTo>
                    <a:pt x="1885" y="4742"/>
                  </a:lnTo>
                  <a:lnTo>
                    <a:pt x="2827" y="474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40"/>
            <p:cNvSpPr/>
            <p:nvPr/>
          </p:nvSpPr>
          <p:spPr>
            <a:xfrm>
              <a:off x="6601575" y="4225675"/>
              <a:ext cx="118575" cy="118550"/>
            </a:xfrm>
            <a:custGeom>
              <a:rect b="b" l="l" r="r" t="t"/>
              <a:pathLst>
                <a:path extrusionOk="0" h="4742" w="4743">
                  <a:moveTo>
                    <a:pt x="1885" y="0"/>
                  </a:moveTo>
                  <a:lnTo>
                    <a:pt x="1885" y="1885"/>
                  </a:lnTo>
                  <a:lnTo>
                    <a:pt x="1" y="1885"/>
                  </a:lnTo>
                  <a:lnTo>
                    <a:pt x="1" y="2857"/>
                  </a:lnTo>
                  <a:lnTo>
                    <a:pt x="1885" y="2857"/>
                  </a:lnTo>
                  <a:lnTo>
                    <a:pt x="1885" y="4742"/>
                  </a:lnTo>
                  <a:lnTo>
                    <a:pt x="2827" y="4742"/>
                  </a:lnTo>
                  <a:lnTo>
                    <a:pt x="2827" y="2857"/>
                  </a:lnTo>
                  <a:lnTo>
                    <a:pt x="4742" y="2857"/>
                  </a:lnTo>
                  <a:lnTo>
                    <a:pt x="4742" y="1885"/>
                  </a:lnTo>
                  <a:lnTo>
                    <a:pt x="2827" y="188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40"/>
            <p:cNvSpPr/>
            <p:nvPr/>
          </p:nvSpPr>
          <p:spPr>
            <a:xfrm>
              <a:off x="6601575" y="4033400"/>
              <a:ext cx="118575" cy="118575"/>
            </a:xfrm>
            <a:custGeom>
              <a:rect b="b" l="l" r="r" t="t"/>
              <a:pathLst>
                <a:path extrusionOk="0" h="4743" w="4743">
                  <a:moveTo>
                    <a:pt x="1885" y="1"/>
                  </a:moveTo>
                  <a:lnTo>
                    <a:pt x="1885" y="1885"/>
                  </a:lnTo>
                  <a:lnTo>
                    <a:pt x="1" y="1885"/>
                  </a:lnTo>
                  <a:lnTo>
                    <a:pt x="1"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40"/>
            <p:cNvSpPr/>
            <p:nvPr/>
          </p:nvSpPr>
          <p:spPr>
            <a:xfrm>
              <a:off x="6601575" y="3841150"/>
              <a:ext cx="118575" cy="118575"/>
            </a:xfrm>
            <a:custGeom>
              <a:rect b="b" l="l" r="r" t="t"/>
              <a:pathLst>
                <a:path extrusionOk="0" h="4743" w="4743">
                  <a:moveTo>
                    <a:pt x="1885" y="1"/>
                  </a:moveTo>
                  <a:lnTo>
                    <a:pt x="1885" y="1885"/>
                  </a:lnTo>
                  <a:lnTo>
                    <a:pt x="1" y="1885"/>
                  </a:lnTo>
                  <a:lnTo>
                    <a:pt x="1"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40"/>
            <p:cNvSpPr/>
            <p:nvPr/>
          </p:nvSpPr>
          <p:spPr>
            <a:xfrm>
              <a:off x="6601575" y="3648900"/>
              <a:ext cx="118575" cy="118575"/>
            </a:xfrm>
            <a:custGeom>
              <a:rect b="b" l="l" r="r" t="t"/>
              <a:pathLst>
                <a:path extrusionOk="0" h="4743" w="4743">
                  <a:moveTo>
                    <a:pt x="1885" y="1"/>
                  </a:moveTo>
                  <a:lnTo>
                    <a:pt x="1885" y="1885"/>
                  </a:lnTo>
                  <a:lnTo>
                    <a:pt x="1" y="1885"/>
                  </a:lnTo>
                  <a:lnTo>
                    <a:pt x="1" y="2828"/>
                  </a:lnTo>
                  <a:lnTo>
                    <a:pt x="1885" y="2828"/>
                  </a:lnTo>
                  <a:lnTo>
                    <a:pt x="1885" y="4742"/>
                  </a:lnTo>
                  <a:lnTo>
                    <a:pt x="2827" y="4742"/>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40"/>
            <p:cNvSpPr/>
            <p:nvPr/>
          </p:nvSpPr>
          <p:spPr>
            <a:xfrm>
              <a:off x="6796100" y="5187675"/>
              <a:ext cx="118575" cy="118575"/>
            </a:xfrm>
            <a:custGeom>
              <a:rect b="b" l="l" r="r" t="t"/>
              <a:pathLst>
                <a:path extrusionOk="0" h="4743" w="4743">
                  <a:moveTo>
                    <a:pt x="1885" y="1"/>
                  </a:moveTo>
                  <a:lnTo>
                    <a:pt x="1885" y="1885"/>
                  </a:lnTo>
                  <a:lnTo>
                    <a:pt x="1" y="1885"/>
                  </a:lnTo>
                  <a:lnTo>
                    <a:pt x="1" y="2828"/>
                  </a:lnTo>
                  <a:lnTo>
                    <a:pt x="1885" y="2828"/>
                  </a:lnTo>
                  <a:lnTo>
                    <a:pt x="1885" y="4743"/>
                  </a:lnTo>
                  <a:lnTo>
                    <a:pt x="2828" y="4743"/>
                  </a:lnTo>
                  <a:lnTo>
                    <a:pt x="2828" y="2828"/>
                  </a:lnTo>
                  <a:lnTo>
                    <a:pt x="4743" y="2828"/>
                  </a:lnTo>
                  <a:lnTo>
                    <a:pt x="4743" y="1885"/>
                  </a:lnTo>
                  <a:lnTo>
                    <a:pt x="2828" y="1885"/>
                  </a:lnTo>
                  <a:lnTo>
                    <a:pt x="28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40"/>
            <p:cNvSpPr/>
            <p:nvPr/>
          </p:nvSpPr>
          <p:spPr>
            <a:xfrm>
              <a:off x="6796100" y="4994675"/>
              <a:ext cx="118575" cy="119325"/>
            </a:xfrm>
            <a:custGeom>
              <a:rect b="b" l="l" r="r" t="t"/>
              <a:pathLst>
                <a:path extrusionOk="0" h="4773" w="4743">
                  <a:moveTo>
                    <a:pt x="1885" y="0"/>
                  </a:moveTo>
                  <a:lnTo>
                    <a:pt x="1885" y="1915"/>
                  </a:lnTo>
                  <a:lnTo>
                    <a:pt x="1" y="1915"/>
                  </a:lnTo>
                  <a:lnTo>
                    <a:pt x="1" y="2858"/>
                  </a:lnTo>
                  <a:lnTo>
                    <a:pt x="1885" y="2858"/>
                  </a:lnTo>
                  <a:lnTo>
                    <a:pt x="1885" y="4772"/>
                  </a:lnTo>
                  <a:lnTo>
                    <a:pt x="2828" y="4772"/>
                  </a:lnTo>
                  <a:lnTo>
                    <a:pt x="2828" y="2858"/>
                  </a:lnTo>
                  <a:lnTo>
                    <a:pt x="4743" y="2858"/>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40"/>
            <p:cNvSpPr/>
            <p:nvPr/>
          </p:nvSpPr>
          <p:spPr>
            <a:xfrm>
              <a:off x="6796100" y="4802425"/>
              <a:ext cx="118575" cy="119325"/>
            </a:xfrm>
            <a:custGeom>
              <a:rect b="b" l="l" r="r" t="t"/>
              <a:pathLst>
                <a:path extrusionOk="0" h="4773" w="4743">
                  <a:moveTo>
                    <a:pt x="1885" y="0"/>
                  </a:moveTo>
                  <a:lnTo>
                    <a:pt x="1885" y="1915"/>
                  </a:lnTo>
                  <a:lnTo>
                    <a:pt x="1" y="1915"/>
                  </a:lnTo>
                  <a:lnTo>
                    <a:pt x="1" y="2857"/>
                  </a:lnTo>
                  <a:lnTo>
                    <a:pt x="1885" y="2857"/>
                  </a:lnTo>
                  <a:lnTo>
                    <a:pt x="1885" y="4772"/>
                  </a:lnTo>
                  <a:lnTo>
                    <a:pt x="2828" y="4772"/>
                  </a:lnTo>
                  <a:lnTo>
                    <a:pt x="2828" y="2857"/>
                  </a:lnTo>
                  <a:lnTo>
                    <a:pt x="4743" y="2857"/>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40"/>
            <p:cNvSpPr/>
            <p:nvPr/>
          </p:nvSpPr>
          <p:spPr>
            <a:xfrm>
              <a:off x="6796100" y="4610175"/>
              <a:ext cx="118575" cy="118550"/>
            </a:xfrm>
            <a:custGeom>
              <a:rect b="b" l="l" r="r" t="t"/>
              <a:pathLst>
                <a:path extrusionOk="0" h="4742" w="4743">
                  <a:moveTo>
                    <a:pt x="1885" y="0"/>
                  </a:moveTo>
                  <a:lnTo>
                    <a:pt x="1885" y="1915"/>
                  </a:lnTo>
                  <a:lnTo>
                    <a:pt x="1" y="1915"/>
                  </a:lnTo>
                  <a:lnTo>
                    <a:pt x="1" y="2857"/>
                  </a:lnTo>
                  <a:lnTo>
                    <a:pt x="1885" y="2857"/>
                  </a:lnTo>
                  <a:lnTo>
                    <a:pt x="1885" y="4742"/>
                  </a:lnTo>
                  <a:lnTo>
                    <a:pt x="2828" y="4742"/>
                  </a:lnTo>
                  <a:lnTo>
                    <a:pt x="2828" y="2857"/>
                  </a:lnTo>
                  <a:lnTo>
                    <a:pt x="4743" y="2857"/>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40"/>
            <p:cNvSpPr/>
            <p:nvPr/>
          </p:nvSpPr>
          <p:spPr>
            <a:xfrm>
              <a:off x="6796100" y="4417925"/>
              <a:ext cx="118575" cy="118550"/>
            </a:xfrm>
            <a:custGeom>
              <a:rect b="b" l="l" r="r" t="t"/>
              <a:pathLst>
                <a:path extrusionOk="0" h="4742" w="4743">
                  <a:moveTo>
                    <a:pt x="1885" y="0"/>
                  </a:moveTo>
                  <a:lnTo>
                    <a:pt x="1885" y="1915"/>
                  </a:lnTo>
                  <a:lnTo>
                    <a:pt x="1" y="1915"/>
                  </a:lnTo>
                  <a:lnTo>
                    <a:pt x="1" y="2857"/>
                  </a:lnTo>
                  <a:lnTo>
                    <a:pt x="1885" y="2857"/>
                  </a:lnTo>
                  <a:lnTo>
                    <a:pt x="1885" y="4742"/>
                  </a:lnTo>
                  <a:lnTo>
                    <a:pt x="2828" y="4742"/>
                  </a:lnTo>
                  <a:lnTo>
                    <a:pt x="2828" y="2857"/>
                  </a:lnTo>
                  <a:lnTo>
                    <a:pt x="4743" y="2857"/>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40"/>
            <p:cNvSpPr/>
            <p:nvPr/>
          </p:nvSpPr>
          <p:spPr>
            <a:xfrm>
              <a:off x="6796100" y="4225675"/>
              <a:ext cx="118575" cy="118550"/>
            </a:xfrm>
            <a:custGeom>
              <a:rect b="b" l="l" r="r" t="t"/>
              <a:pathLst>
                <a:path extrusionOk="0" h="4742" w="4743">
                  <a:moveTo>
                    <a:pt x="1885" y="0"/>
                  </a:moveTo>
                  <a:lnTo>
                    <a:pt x="1885" y="1885"/>
                  </a:lnTo>
                  <a:lnTo>
                    <a:pt x="1" y="1885"/>
                  </a:lnTo>
                  <a:lnTo>
                    <a:pt x="1" y="2857"/>
                  </a:lnTo>
                  <a:lnTo>
                    <a:pt x="1885" y="2857"/>
                  </a:lnTo>
                  <a:lnTo>
                    <a:pt x="1885" y="4742"/>
                  </a:lnTo>
                  <a:lnTo>
                    <a:pt x="2828" y="4742"/>
                  </a:lnTo>
                  <a:lnTo>
                    <a:pt x="2828" y="2857"/>
                  </a:lnTo>
                  <a:lnTo>
                    <a:pt x="4743" y="2857"/>
                  </a:lnTo>
                  <a:lnTo>
                    <a:pt x="4743" y="1885"/>
                  </a:lnTo>
                  <a:lnTo>
                    <a:pt x="2828" y="188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40"/>
            <p:cNvSpPr/>
            <p:nvPr/>
          </p:nvSpPr>
          <p:spPr>
            <a:xfrm>
              <a:off x="6796100" y="4033400"/>
              <a:ext cx="118575" cy="118575"/>
            </a:xfrm>
            <a:custGeom>
              <a:rect b="b" l="l" r="r" t="t"/>
              <a:pathLst>
                <a:path extrusionOk="0" h="4743" w="4743">
                  <a:moveTo>
                    <a:pt x="1885" y="1"/>
                  </a:moveTo>
                  <a:lnTo>
                    <a:pt x="1885" y="1885"/>
                  </a:lnTo>
                  <a:lnTo>
                    <a:pt x="1" y="1885"/>
                  </a:lnTo>
                  <a:lnTo>
                    <a:pt x="1" y="2828"/>
                  </a:lnTo>
                  <a:lnTo>
                    <a:pt x="1885" y="2828"/>
                  </a:lnTo>
                  <a:lnTo>
                    <a:pt x="1885" y="4743"/>
                  </a:lnTo>
                  <a:lnTo>
                    <a:pt x="2828" y="4743"/>
                  </a:lnTo>
                  <a:lnTo>
                    <a:pt x="2828" y="2828"/>
                  </a:lnTo>
                  <a:lnTo>
                    <a:pt x="4743" y="2828"/>
                  </a:lnTo>
                  <a:lnTo>
                    <a:pt x="4743" y="1885"/>
                  </a:lnTo>
                  <a:lnTo>
                    <a:pt x="2828" y="1885"/>
                  </a:lnTo>
                  <a:lnTo>
                    <a:pt x="28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40"/>
            <p:cNvSpPr/>
            <p:nvPr/>
          </p:nvSpPr>
          <p:spPr>
            <a:xfrm>
              <a:off x="6796100" y="3841150"/>
              <a:ext cx="118575" cy="118575"/>
            </a:xfrm>
            <a:custGeom>
              <a:rect b="b" l="l" r="r" t="t"/>
              <a:pathLst>
                <a:path extrusionOk="0" h="4743" w="4743">
                  <a:moveTo>
                    <a:pt x="1885" y="1"/>
                  </a:moveTo>
                  <a:lnTo>
                    <a:pt x="1885" y="1885"/>
                  </a:lnTo>
                  <a:lnTo>
                    <a:pt x="1" y="1885"/>
                  </a:lnTo>
                  <a:lnTo>
                    <a:pt x="1" y="2828"/>
                  </a:lnTo>
                  <a:lnTo>
                    <a:pt x="1885" y="2828"/>
                  </a:lnTo>
                  <a:lnTo>
                    <a:pt x="1885" y="4743"/>
                  </a:lnTo>
                  <a:lnTo>
                    <a:pt x="2828" y="4743"/>
                  </a:lnTo>
                  <a:lnTo>
                    <a:pt x="2828" y="2828"/>
                  </a:lnTo>
                  <a:lnTo>
                    <a:pt x="4743" y="2828"/>
                  </a:lnTo>
                  <a:lnTo>
                    <a:pt x="4743" y="1885"/>
                  </a:lnTo>
                  <a:lnTo>
                    <a:pt x="2828" y="1885"/>
                  </a:lnTo>
                  <a:lnTo>
                    <a:pt x="28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40"/>
            <p:cNvSpPr/>
            <p:nvPr/>
          </p:nvSpPr>
          <p:spPr>
            <a:xfrm>
              <a:off x="6796100" y="3648900"/>
              <a:ext cx="118575" cy="118575"/>
            </a:xfrm>
            <a:custGeom>
              <a:rect b="b" l="l" r="r" t="t"/>
              <a:pathLst>
                <a:path extrusionOk="0" h="4743" w="4743">
                  <a:moveTo>
                    <a:pt x="1885" y="1"/>
                  </a:moveTo>
                  <a:lnTo>
                    <a:pt x="1885" y="1885"/>
                  </a:lnTo>
                  <a:lnTo>
                    <a:pt x="1" y="1885"/>
                  </a:lnTo>
                  <a:lnTo>
                    <a:pt x="1" y="2828"/>
                  </a:lnTo>
                  <a:lnTo>
                    <a:pt x="1885" y="2828"/>
                  </a:lnTo>
                  <a:lnTo>
                    <a:pt x="1885" y="4742"/>
                  </a:lnTo>
                  <a:lnTo>
                    <a:pt x="2828" y="4742"/>
                  </a:lnTo>
                  <a:lnTo>
                    <a:pt x="2828" y="2828"/>
                  </a:lnTo>
                  <a:lnTo>
                    <a:pt x="4743" y="2828"/>
                  </a:lnTo>
                  <a:lnTo>
                    <a:pt x="4743" y="1885"/>
                  </a:lnTo>
                  <a:lnTo>
                    <a:pt x="2828" y="1885"/>
                  </a:lnTo>
                  <a:lnTo>
                    <a:pt x="28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40"/>
            <p:cNvSpPr/>
            <p:nvPr/>
          </p:nvSpPr>
          <p:spPr>
            <a:xfrm>
              <a:off x="6990650" y="5187675"/>
              <a:ext cx="118550" cy="118575"/>
            </a:xfrm>
            <a:custGeom>
              <a:rect b="b" l="l" r="r" t="t"/>
              <a:pathLst>
                <a:path extrusionOk="0" h="4743" w="4742">
                  <a:moveTo>
                    <a:pt x="1885" y="1"/>
                  </a:moveTo>
                  <a:lnTo>
                    <a:pt x="1885" y="1885"/>
                  </a:lnTo>
                  <a:lnTo>
                    <a:pt x="0" y="1885"/>
                  </a:lnTo>
                  <a:lnTo>
                    <a:pt x="0"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40"/>
            <p:cNvSpPr/>
            <p:nvPr/>
          </p:nvSpPr>
          <p:spPr>
            <a:xfrm>
              <a:off x="6990650" y="4994675"/>
              <a:ext cx="118550" cy="119325"/>
            </a:xfrm>
            <a:custGeom>
              <a:rect b="b" l="l" r="r" t="t"/>
              <a:pathLst>
                <a:path extrusionOk="0" h="4773" w="4742">
                  <a:moveTo>
                    <a:pt x="1885" y="0"/>
                  </a:moveTo>
                  <a:lnTo>
                    <a:pt x="1885" y="1915"/>
                  </a:lnTo>
                  <a:lnTo>
                    <a:pt x="0" y="1915"/>
                  </a:lnTo>
                  <a:lnTo>
                    <a:pt x="0" y="2858"/>
                  </a:lnTo>
                  <a:lnTo>
                    <a:pt x="1885" y="2858"/>
                  </a:lnTo>
                  <a:lnTo>
                    <a:pt x="1885" y="4772"/>
                  </a:lnTo>
                  <a:lnTo>
                    <a:pt x="2827" y="4772"/>
                  </a:lnTo>
                  <a:lnTo>
                    <a:pt x="2827" y="2858"/>
                  </a:lnTo>
                  <a:lnTo>
                    <a:pt x="4742" y="2858"/>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40"/>
            <p:cNvSpPr/>
            <p:nvPr/>
          </p:nvSpPr>
          <p:spPr>
            <a:xfrm>
              <a:off x="6990650" y="4802425"/>
              <a:ext cx="118550" cy="119325"/>
            </a:xfrm>
            <a:custGeom>
              <a:rect b="b" l="l" r="r" t="t"/>
              <a:pathLst>
                <a:path extrusionOk="0" h="4773" w="4742">
                  <a:moveTo>
                    <a:pt x="1885" y="0"/>
                  </a:moveTo>
                  <a:lnTo>
                    <a:pt x="1885" y="1915"/>
                  </a:lnTo>
                  <a:lnTo>
                    <a:pt x="0" y="1915"/>
                  </a:lnTo>
                  <a:lnTo>
                    <a:pt x="0" y="2857"/>
                  </a:lnTo>
                  <a:lnTo>
                    <a:pt x="1885" y="2857"/>
                  </a:lnTo>
                  <a:lnTo>
                    <a:pt x="1885" y="4772"/>
                  </a:lnTo>
                  <a:lnTo>
                    <a:pt x="2827" y="477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40"/>
            <p:cNvSpPr/>
            <p:nvPr/>
          </p:nvSpPr>
          <p:spPr>
            <a:xfrm>
              <a:off x="6990650" y="4610175"/>
              <a:ext cx="118550" cy="118550"/>
            </a:xfrm>
            <a:custGeom>
              <a:rect b="b" l="l" r="r" t="t"/>
              <a:pathLst>
                <a:path extrusionOk="0" h="4742" w="4742">
                  <a:moveTo>
                    <a:pt x="1885" y="0"/>
                  </a:moveTo>
                  <a:lnTo>
                    <a:pt x="1885" y="1915"/>
                  </a:lnTo>
                  <a:lnTo>
                    <a:pt x="0" y="1915"/>
                  </a:lnTo>
                  <a:lnTo>
                    <a:pt x="0" y="2857"/>
                  </a:lnTo>
                  <a:lnTo>
                    <a:pt x="1885" y="2857"/>
                  </a:lnTo>
                  <a:lnTo>
                    <a:pt x="1885" y="4742"/>
                  </a:lnTo>
                  <a:lnTo>
                    <a:pt x="2827" y="474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40"/>
            <p:cNvSpPr/>
            <p:nvPr/>
          </p:nvSpPr>
          <p:spPr>
            <a:xfrm>
              <a:off x="6990650" y="4417925"/>
              <a:ext cx="118550" cy="118550"/>
            </a:xfrm>
            <a:custGeom>
              <a:rect b="b" l="l" r="r" t="t"/>
              <a:pathLst>
                <a:path extrusionOk="0" h="4742" w="4742">
                  <a:moveTo>
                    <a:pt x="1885" y="0"/>
                  </a:moveTo>
                  <a:lnTo>
                    <a:pt x="1885" y="1915"/>
                  </a:lnTo>
                  <a:lnTo>
                    <a:pt x="0" y="1915"/>
                  </a:lnTo>
                  <a:lnTo>
                    <a:pt x="0" y="2857"/>
                  </a:lnTo>
                  <a:lnTo>
                    <a:pt x="1885" y="2857"/>
                  </a:lnTo>
                  <a:lnTo>
                    <a:pt x="1885" y="4742"/>
                  </a:lnTo>
                  <a:lnTo>
                    <a:pt x="2827" y="474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40"/>
            <p:cNvSpPr/>
            <p:nvPr/>
          </p:nvSpPr>
          <p:spPr>
            <a:xfrm>
              <a:off x="6990650" y="4225675"/>
              <a:ext cx="118550" cy="118550"/>
            </a:xfrm>
            <a:custGeom>
              <a:rect b="b" l="l" r="r" t="t"/>
              <a:pathLst>
                <a:path extrusionOk="0" h="4742" w="4742">
                  <a:moveTo>
                    <a:pt x="1885" y="0"/>
                  </a:moveTo>
                  <a:lnTo>
                    <a:pt x="1885" y="1885"/>
                  </a:lnTo>
                  <a:lnTo>
                    <a:pt x="0" y="1885"/>
                  </a:lnTo>
                  <a:lnTo>
                    <a:pt x="0" y="2857"/>
                  </a:lnTo>
                  <a:lnTo>
                    <a:pt x="1885" y="2857"/>
                  </a:lnTo>
                  <a:lnTo>
                    <a:pt x="1885" y="4742"/>
                  </a:lnTo>
                  <a:lnTo>
                    <a:pt x="2827" y="4742"/>
                  </a:lnTo>
                  <a:lnTo>
                    <a:pt x="2827" y="2857"/>
                  </a:lnTo>
                  <a:lnTo>
                    <a:pt x="4742" y="2857"/>
                  </a:lnTo>
                  <a:lnTo>
                    <a:pt x="4742" y="1885"/>
                  </a:lnTo>
                  <a:lnTo>
                    <a:pt x="2827" y="188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40"/>
            <p:cNvSpPr/>
            <p:nvPr/>
          </p:nvSpPr>
          <p:spPr>
            <a:xfrm>
              <a:off x="6990650" y="4033400"/>
              <a:ext cx="118550" cy="118575"/>
            </a:xfrm>
            <a:custGeom>
              <a:rect b="b" l="l" r="r" t="t"/>
              <a:pathLst>
                <a:path extrusionOk="0" h="4743" w="4742">
                  <a:moveTo>
                    <a:pt x="1885" y="1"/>
                  </a:moveTo>
                  <a:lnTo>
                    <a:pt x="1885" y="1885"/>
                  </a:lnTo>
                  <a:lnTo>
                    <a:pt x="0" y="1885"/>
                  </a:lnTo>
                  <a:lnTo>
                    <a:pt x="0"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40"/>
            <p:cNvSpPr/>
            <p:nvPr/>
          </p:nvSpPr>
          <p:spPr>
            <a:xfrm>
              <a:off x="6990650" y="3841150"/>
              <a:ext cx="118550" cy="118575"/>
            </a:xfrm>
            <a:custGeom>
              <a:rect b="b" l="l" r="r" t="t"/>
              <a:pathLst>
                <a:path extrusionOk="0" h="4743" w="4742">
                  <a:moveTo>
                    <a:pt x="1885" y="1"/>
                  </a:moveTo>
                  <a:lnTo>
                    <a:pt x="1885" y="1885"/>
                  </a:lnTo>
                  <a:lnTo>
                    <a:pt x="0" y="1885"/>
                  </a:lnTo>
                  <a:lnTo>
                    <a:pt x="0"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40"/>
            <p:cNvSpPr/>
            <p:nvPr/>
          </p:nvSpPr>
          <p:spPr>
            <a:xfrm>
              <a:off x="6990650" y="3648900"/>
              <a:ext cx="118550" cy="118575"/>
            </a:xfrm>
            <a:custGeom>
              <a:rect b="b" l="l" r="r" t="t"/>
              <a:pathLst>
                <a:path extrusionOk="0" h="4743" w="4742">
                  <a:moveTo>
                    <a:pt x="1885" y="1"/>
                  </a:moveTo>
                  <a:lnTo>
                    <a:pt x="1885" y="1885"/>
                  </a:lnTo>
                  <a:lnTo>
                    <a:pt x="0" y="1885"/>
                  </a:lnTo>
                  <a:lnTo>
                    <a:pt x="0" y="2828"/>
                  </a:lnTo>
                  <a:lnTo>
                    <a:pt x="1885" y="2828"/>
                  </a:lnTo>
                  <a:lnTo>
                    <a:pt x="1885" y="4742"/>
                  </a:lnTo>
                  <a:lnTo>
                    <a:pt x="2827" y="4742"/>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40"/>
            <p:cNvSpPr/>
            <p:nvPr/>
          </p:nvSpPr>
          <p:spPr>
            <a:xfrm>
              <a:off x="7184425" y="5187675"/>
              <a:ext cx="119325" cy="118575"/>
            </a:xfrm>
            <a:custGeom>
              <a:rect b="b" l="l" r="r" t="t"/>
              <a:pathLst>
                <a:path extrusionOk="0" h="4743" w="4773">
                  <a:moveTo>
                    <a:pt x="1915" y="1"/>
                  </a:moveTo>
                  <a:lnTo>
                    <a:pt x="1915" y="1885"/>
                  </a:lnTo>
                  <a:lnTo>
                    <a:pt x="0" y="1885"/>
                  </a:lnTo>
                  <a:lnTo>
                    <a:pt x="0" y="2828"/>
                  </a:lnTo>
                  <a:lnTo>
                    <a:pt x="1915" y="2828"/>
                  </a:lnTo>
                  <a:lnTo>
                    <a:pt x="1915" y="4743"/>
                  </a:lnTo>
                  <a:lnTo>
                    <a:pt x="2857" y="4743"/>
                  </a:lnTo>
                  <a:lnTo>
                    <a:pt x="2857" y="2828"/>
                  </a:lnTo>
                  <a:lnTo>
                    <a:pt x="4772" y="2828"/>
                  </a:lnTo>
                  <a:lnTo>
                    <a:pt x="4772" y="1885"/>
                  </a:lnTo>
                  <a:lnTo>
                    <a:pt x="2857" y="1885"/>
                  </a:lnTo>
                  <a:lnTo>
                    <a:pt x="285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40"/>
            <p:cNvSpPr/>
            <p:nvPr/>
          </p:nvSpPr>
          <p:spPr>
            <a:xfrm>
              <a:off x="7184425" y="4994675"/>
              <a:ext cx="119325" cy="119325"/>
            </a:xfrm>
            <a:custGeom>
              <a:rect b="b" l="l" r="r" t="t"/>
              <a:pathLst>
                <a:path extrusionOk="0" h="4773" w="4773">
                  <a:moveTo>
                    <a:pt x="1915" y="0"/>
                  </a:moveTo>
                  <a:lnTo>
                    <a:pt x="1915" y="1915"/>
                  </a:lnTo>
                  <a:lnTo>
                    <a:pt x="0" y="1915"/>
                  </a:lnTo>
                  <a:lnTo>
                    <a:pt x="0" y="2858"/>
                  </a:lnTo>
                  <a:lnTo>
                    <a:pt x="1915" y="2858"/>
                  </a:lnTo>
                  <a:lnTo>
                    <a:pt x="1915" y="4772"/>
                  </a:lnTo>
                  <a:lnTo>
                    <a:pt x="2857" y="4772"/>
                  </a:lnTo>
                  <a:lnTo>
                    <a:pt x="2857" y="2858"/>
                  </a:lnTo>
                  <a:lnTo>
                    <a:pt x="4772" y="2858"/>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40"/>
            <p:cNvSpPr/>
            <p:nvPr/>
          </p:nvSpPr>
          <p:spPr>
            <a:xfrm>
              <a:off x="7184425" y="4802425"/>
              <a:ext cx="119325" cy="119325"/>
            </a:xfrm>
            <a:custGeom>
              <a:rect b="b" l="l" r="r" t="t"/>
              <a:pathLst>
                <a:path extrusionOk="0" h="4773" w="4773">
                  <a:moveTo>
                    <a:pt x="1915" y="0"/>
                  </a:moveTo>
                  <a:lnTo>
                    <a:pt x="1915" y="1915"/>
                  </a:lnTo>
                  <a:lnTo>
                    <a:pt x="0" y="1915"/>
                  </a:lnTo>
                  <a:lnTo>
                    <a:pt x="0" y="2857"/>
                  </a:lnTo>
                  <a:lnTo>
                    <a:pt x="1915" y="2857"/>
                  </a:lnTo>
                  <a:lnTo>
                    <a:pt x="1915" y="4772"/>
                  </a:lnTo>
                  <a:lnTo>
                    <a:pt x="2857" y="4772"/>
                  </a:lnTo>
                  <a:lnTo>
                    <a:pt x="2857" y="2857"/>
                  </a:lnTo>
                  <a:lnTo>
                    <a:pt x="4772" y="2857"/>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40"/>
            <p:cNvSpPr/>
            <p:nvPr/>
          </p:nvSpPr>
          <p:spPr>
            <a:xfrm>
              <a:off x="7184425" y="4610175"/>
              <a:ext cx="119325" cy="118550"/>
            </a:xfrm>
            <a:custGeom>
              <a:rect b="b" l="l" r="r" t="t"/>
              <a:pathLst>
                <a:path extrusionOk="0" h="4742" w="4773">
                  <a:moveTo>
                    <a:pt x="1915" y="0"/>
                  </a:moveTo>
                  <a:lnTo>
                    <a:pt x="1915" y="1915"/>
                  </a:lnTo>
                  <a:lnTo>
                    <a:pt x="0" y="1915"/>
                  </a:lnTo>
                  <a:lnTo>
                    <a:pt x="0" y="2857"/>
                  </a:lnTo>
                  <a:lnTo>
                    <a:pt x="1915" y="2857"/>
                  </a:lnTo>
                  <a:lnTo>
                    <a:pt x="1915" y="4742"/>
                  </a:lnTo>
                  <a:lnTo>
                    <a:pt x="2857" y="4742"/>
                  </a:lnTo>
                  <a:lnTo>
                    <a:pt x="2857" y="2857"/>
                  </a:lnTo>
                  <a:lnTo>
                    <a:pt x="4772" y="2857"/>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40"/>
            <p:cNvSpPr/>
            <p:nvPr/>
          </p:nvSpPr>
          <p:spPr>
            <a:xfrm>
              <a:off x="7184425" y="4417925"/>
              <a:ext cx="119325" cy="118550"/>
            </a:xfrm>
            <a:custGeom>
              <a:rect b="b" l="l" r="r" t="t"/>
              <a:pathLst>
                <a:path extrusionOk="0" h="4742" w="4773">
                  <a:moveTo>
                    <a:pt x="1915" y="0"/>
                  </a:moveTo>
                  <a:lnTo>
                    <a:pt x="1915" y="1915"/>
                  </a:lnTo>
                  <a:lnTo>
                    <a:pt x="0" y="1915"/>
                  </a:lnTo>
                  <a:lnTo>
                    <a:pt x="0" y="2857"/>
                  </a:lnTo>
                  <a:lnTo>
                    <a:pt x="1915" y="2857"/>
                  </a:lnTo>
                  <a:lnTo>
                    <a:pt x="1915" y="4742"/>
                  </a:lnTo>
                  <a:lnTo>
                    <a:pt x="2857" y="4742"/>
                  </a:lnTo>
                  <a:lnTo>
                    <a:pt x="2857" y="2857"/>
                  </a:lnTo>
                  <a:lnTo>
                    <a:pt x="4772" y="2857"/>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40"/>
            <p:cNvSpPr/>
            <p:nvPr/>
          </p:nvSpPr>
          <p:spPr>
            <a:xfrm>
              <a:off x="7184425" y="4225675"/>
              <a:ext cx="119325" cy="118550"/>
            </a:xfrm>
            <a:custGeom>
              <a:rect b="b" l="l" r="r" t="t"/>
              <a:pathLst>
                <a:path extrusionOk="0" h="4742" w="4773">
                  <a:moveTo>
                    <a:pt x="1915" y="0"/>
                  </a:moveTo>
                  <a:lnTo>
                    <a:pt x="1915" y="1885"/>
                  </a:lnTo>
                  <a:lnTo>
                    <a:pt x="0" y="1885"/>
                  </a:lnTo>
                  <a:lnTo>
                    <a:pt x="0" y="2857"/>
                  </a:lnTo>
                  <a:lnTo>
                    <a:pt x="1915" y="2857"/>
                  </a:lnTo>
                  <a:lnTo>
                    <a:pt x="1915" y="4742"/>
                  </a:lnTo>
                  <a:lnTo>
                    <a:pt x="2857" y="4742"/>
                  </a:lnTo>
                  <a:lnTo>
                    <a:pt x="2857" y="2857"/>
                  </a:lnTo>
                  <a:lnTo>
                    <a:pt x="4772" y="2857"/>
                  </a:lnTo>
                  <a:lnTo>
                    <a:pt x="4772" y="1885"/>
                  </a:lnTo>
                  <a:lnTo>
                    <a:pt x="2857" y="188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40"/>
            <p:cNvSpPr/>
            <p:nvPr/>
          </p:nvSpPr>
          <p:spPr>
            <a:xfrm>
              <a:off x="7184425" y="4033400"/>
              <a:ext cx="119325" cy="118575"/>
            </a:xfrm>
            <a:custGeom>
              <a:rect b="b" l="l" r="r" t="t"/>
              <a:pathLst>
                <a:path extrusionOk="0" h="4743" w="4773">
                  <a:moveTo>
                    <a:pt x="1915" y="1"/>
                  </a:moveTo>
                  <a:lnTo>
                    <a:pt x="1915" y="1885"/>
                  </a:lnTo>
                  <a:lnTo>
                    <a:pt x="0" y="1885"/>
                  </a:lnTo>
                  <a:lnTo>
                    <a:pt x="0" y="2828"/>
                  </a:lnTo>
                  <a:lnTo>
                    <a:pt x="1915" y="2828"/>
                  </a:lnTo>
                  <a:lnTo>
                    <a:pt x="1915" y="4743"/>
                  </a:lnTo>
                  <a:lnTo>
                    <a:pt x="2857" y="4743"/>
                  </a:lnTo>
                  <a:lnTo>
                    <a:pt x="2857" y="2828"/>
                  </a:lnTo>
                  <a:lnTo>
                    <a:pt x="4772" y="2828"/>
                  </a:lnTo>
                  <a:lnTo>
                    <a:pt x="4772" y="1885"/>
                  </a:lnTo>
                  <a:lnTo>
                    <a:pt x="2857" y="1885"/>
                  </a:lnTo>
                  <a:lnTo>
                    <a:pt x="285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40"/>
            <p:cNvSpPr/>
            <p:nvPr/>
          </p:nvSpPr>
          <p:spPr>
            <a:xfrm>
              <a:off x="7184425" y="3841150"/>
              <a:ext cx="119325" cy="118575"/>
            </a:xfrm>
            <a:custGeom>
              <a:rect b="b" l="l" r="r" t="t"/>
              <a:pathLst>
                <a:path extrusionOk="0" h="4743" w="4773">
                  <a:moveTo>
                    <a:pt x="1915" y="1"/>
                  </a:moveTo>
                  <a:lnTo>
                    <a:pt x="1915" y="1885"/>
                  </a:lnTo>
                  <a:lnTo>
                    <a:pt x="0" y="1885"/>
                  </a:lnTo>
                  <a:lnTo>
                    <a:pt x="0" y="2828"/>
                  </a:lnTo>
                  <a:lnTo>
                    <a:pt x="1915" y="2828"/>
                  </a:lnTo>
                  <a:lnTo>
                    <a:pt x="1915" y="4743"/>
                  </a:lnTo>
                  <a:lnTo>
                    <a:pt x="2857" y="4743"/>
                  </a:lnTo>
                  <a:lnTo>
                    <a:pt x="2857" y="2828"/>
                  </a:lnTo>
                  <a:lnTo>
                    <a:pt x="4772" y="2828"/>
                  </a:lnTo>
                  <a:lnTo>
                    <a:pt x="4772" y="1885"/>
                  </a:lnTo>
                  <a:lnTo>
                    <a:pt x="2857" y="1885"/>
                  </a:lnTo>
                  <a:lnTo>
                    <a:pt x="285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40"/>
            <p:cNvSpPr/>
            <p:nvPr/>
          </p:nvSpPr>
          <p:spPr>
            <a:xfrm>
              <a:off x="7184425" y="3648900"/>
              <a:ext cx="119325" cy="118575"/>
            </a:xfrm>
            <a:custGeom>
              <a:rect b="b" l="l" r="r" t="t"/>
              <a:pathLst>
                <a:path extrusionOk="0" h="4743" w="4773">
                  <a:moveTo>
                    <a:pt x="1915" y="1"/>
                  </a:moveTo>
                  <a:lnTo>
                    <a:pt x="1915" y="1885"/>
                  </a:lnTo>
                  <a:lnTo>
                    <a:pt x="0" y="1885"/>
                  </a:lnTo>
                  <a:lnTo>
                    <a:pt x="0" y="2828"/>
                  </a:lnTo>
                  <a:lnTo>
                    <a:pt x="1915" y="2828"/>
                  </a:lnTo>
                  <a:lnTo>
                    <a:pt x="1915" y="4742"/>
                  </a:lnTo>
                  <a:lnTo>
                    <a:pt x="2857" y="4742"/>
                  </a:lnTo>
                  <a:lnTo>
                    <a:pt x="2857" y="2828"/>
                  </a:lnTo>
                  <a:lnTo>
                    <a:pt x="4772" y="2828"/>
                  </a:lnTo>
                  <a:lnTo>
                    <a:pt x="4772" y="1885"/>
                  </a:lnTo>
                  <a:lnTo>
                    <a:pt x="2857" y="1885"/>
                  </a:lnTo>
                  <a:lnTo>
                    <a:pt x="285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40"/>
            <p:cNvSpPr/>
            <p:nvPr/>
          </p:nvSpPr>
          <p:spPr>
            <a:xfrm>
              <a:off x="6601575" y="3455900"/>
              <a:ext cx="118575" cy="119325"/>
            </a:xfrm>
            <a:custGeom>
              <a:rect b="b" l="l" r="r" t="t"/>
              <a:pathLst>
                <a:path extrusionOk="0" h="4773" w="4743">
                  <a:moveTo>
                    <a:pt x="1885" y="0"/>
                  </a:moveTo>
                  <a:lnTo>
                    <a:pt x="1885" y="1915"/>
                  </a:lnTo>
                  <a:lnTo>
                    <a:pt x="1" y="1915"/>
                  </a:lnTo>
                  <a:lnTo>
                    <a:pt x="1" y="2857"/>
                  </a:lnTo>
                  <a:lnTo>
                    <a:pt x="1885" y="2857"/>
                  </a:lnTo>
                  <a:lnTo>
                    <a:pt x="1885" y="4772"/>
                  </a:lnTo>
                  <a:lnTo>
                    <a:pt x="2827" y="477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40"/>
            <p:cNvSpPr/>
            <p:nvPr/>
          </p:nvSpPr>
          <p:spPr>
            <a:xfrm>
              <a:off x="6796100" y="3455900"/>
              <a:ext cx="118575" cy="119325"/>
            </a:xfrm>
            <a:custGeom>
              <a:rect b="b" l="l" r="r" t="t"/>
              <a:pathLst>
                <a:path extrusionOk="0" h="4773" w="4743">
                  <a:moveTo>
                    <a:pt x="1885" y="0"/>
                  </a:moveTo>
                  <a:lnTo>
                    <a:pt x="1885" y="1915"/>
                  </a:lnTo>
                  <a:lnTo>
                    <a:pt x="1" y="1915"/>
                  </a:lnTo>
                  <a:lnTo>
                    <a:pt x="1" y="2857"/>
                  </a:lnTo>
                  <a:lnTo>
                    <a:pt x="1885" y="2857"/>
                  </a:lnTo>
                  <a:lnTo>
                    <a:pt x="1885" y="4772"/>
                  </a:lnTo>
                  <a:lnTo>
                    <a:pt x="2828" y="4772"/>
                  </a:lnTo>
                  <a:lnTo>
                    <a:pt x="2828" y="2857"/>
                  </a:lnTo>
                  <a:lnTo>
                    <a:pt x="4743" y="2857"/>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40"/>
            <p:cNvSpPr/>
            <p:nvPr/>
          </p:nvSpPr>
          <p:spPr>
            <a:xfrm>
              <a:off x="6990650" y="3455900"/>
              <a:ext cx="118550" cy="119325"/>
            </a:xfrm>
            <a:custGeom>
              <a:rect b="b" l="l" r="r" t="t"/>
              <a:pathLst>
                <a:path extrusionOk="0" h="4773" w="4742">
                  <a:moveTo>
                    <a:pt x="1885" y="0"/>
                  </a:moveTo>
                  <a:lnTo>
                    <a:pt x="1885" y="1915"/>
                  </a:lnTo>
                  <a:lnTo>
                    <a:pt x="0" y="1915"/>
                  </a:lnTo>
                  <a:lnTo>
                    <a:pt x="0" y="2857"/>
                  </a:lnTo>
                  <a:lnTo>
                    <a:pt x="1885" y="2857"/>
                  </a:lnTo>
                  <a:lnTo>
                    <a:pt x="1885" y="4772"/>
                  </a:lnTo>
                  <a:lnTo>
                    <a:pt x="2827" y="477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40"/>
            <p:cNvSpPr/>
            <p:nvPr/>
          </p:nvSpPr>
          <p:spPr>
            <a:xfrm>
              <a:off x="7184425" y="3455900"/>
              <a:ext cx="119325" cy="119325"/>
            </a:xfrm>
            <a:custGeom>
              <a:rect b="b" l="l" r="r" t="t"/>
              <a:pathLst>
                <a:path extrusionOk="0" h="4773" w="4773">
                  <a:moveTo>
                    <a:pt x="1915" y="0"/>
                  </a:moveTo>
                  <a:lnTo>
                    <a:pt x="1915" y="1915"/>
                  </a:lnTo>
                  <a:lnTo>
                    <a:pt x="0" y="1915"/>
                  </a:lnTo>
                  <a:lnTo>
                    <a:pt x="0" y="2857"/>
                  </a:lnTo>
                  <a:lnTo>
                    <a:pt x="1915" y="2857"/>
                  </a:lnTo>
                  <a:lnTo>
                    <a:pt x="1915" y="4772"/>
                  </a:lnTo>
                  <a:lnTo>
                    <a:pt x="2857" y="4772"/>
                  </a:lnTo>
                  <a:lnTo>
                    <a:pt x="2857" y="2857"/>
                  </a:lnTo>
                  <a:lnTo>
                    <a:pt x="4772" y="2857"/>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65" name="Google Shape;5965;p40"/>
          <p:cNvSpPr/>
          <p:nvPr/>
        </p:nvSpPr>
        <p:spPr>
          <a:xfrm>
            <a:off x="6897875" y="3567142"/>
            <a:ext cx="1227734" cy="1117449"/>
          </a:xfrm>
          <a:custGeom>
            <a:rect b="b" l="l" r="r" t="t"/>
            <a:pathLst>
              <a:path extrusionOk="0" h="32231" w="35412">
                <a:moveTo>
                  <a:pt x="17702" y="0"/>
                </a:moveTo>
                <a:cubicBezTo>
                  <a:pt x="10394" y="0"/>
                  <a:pt x="3782" y="5013"/>
                  <a:pt x="2037" y="12437"/>
                </a:cubicBezTo>
                <a:cubicBezTo>
                  <a:pt x="0" y="21100"/>
                  <a:pt x="5350" y="29763"/>
                  <a:pt x="14013" y="31799"/>
                </a:cubicBezTo>
                <a:cubicBezTo>
                  <a:pt x="15252" y="32090"/>
                  <a:pt x="16491" y="32230"/>
                  <a:pt x="17711" y="32230"/>
                </a:cubicBezTo>
                <a:cubicBezTo>
                  <a:pt x="25018" y="32230"/>
                  <a:pt x="31630" y="27221"/>
                  <a:pt x="33375" y="19823"/>
                </a:cubicBezTo>
                <a:cubicBezTo>
                  <a:pt x="35411" y="11161"/>
                  <a:pt x="30062" y="2467"/>
                  <a:pt x="21399" y="431"/>
                </a:cubicBezTo>
                <a:cubicBezTo>
                  <a:pt x="20160" y="140"/>
                  <a:pt x="18921" y="0"/>
                  <a:pt x="17702" y="0"/>
                </a:cubicBezTo>
                <a:close/>
              </a:path>
            </a:pathLst>
          </a:custGeom>
          <a:solidFill>
            <a:srgbClr val="E4BE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40"/>
          <p:cNvSpPr/>
          <p:nvPr/>
        </p:nvSpPr>
        <p:spPr>
          <a:xfrm rot="-5400000">
            <a:off x="5804794" y="1491873"/>
            <a:ext cx="303975" cy="152025"/>
          </a:xfrm>
          <a:custGeom>
            <a:rect b="b" l="l" r="r" t="t"/>
            <a:pathLst>
              <a:path extrusionOk="0" fill="none" h="6081" w="12159">
                <a:moveTo>
                  <a:pt x="0" y="6080"/>
                </a:moveTo>
                <a:cubicBezTo>
                  <a:pt x="0" y="2737"/>
                  <a:pt x="2736" y="1"/>
                  <a:pt x="6079" y="1"/>
                </a:cubicBezTo>
                <a:cubicBezTo>
                  <a:pt x="9453" y="1"/>
                  <a:pt x="12158" y="2737"/>
                  <a:pt x="12158" y="6080"/>
                </a:cubicBezTo>
              </a:path>
            </a:pathLst>
          </a:custGeom>
          <a:noFill/>
          <a:ln cap="flat" cmpd="sng" w="57000">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40"/>
          <p:cNvSpPr/>
          <p:nvPr/>
        </p:nvSpPr>
        <p:spPr>
          <a:xfrm flipH="1">
            <a:off x="3078119" y="3344735"/>
            <a:ext cx="303975" cy="152025"/>
          </a:xfrm>
          <a:custGeom>
            <a:rect b="b" l="l" r="r" t="t"/>
            <a:pathLst>
              <a:path extrusionOk="0" fill="none" h="6081" w="12159">
                <a:moveTo>
                  <a:pt x="0" y="6080"/>
                </a:moveTo>
                <a:cubicBezTo>
                  <a:pt x="0" y="2737"/>
                  <a:pt x="2736" y="1"/>
                  <a:pt x="6079" y="1"/>
                </a:cubicBezTo>
                <a:cubicBezTo>
                  <a:pt x="9453" y="1"/>
                  <a:pt x="12158" y="2737"/>
                  <a:pt x="12158" y="6080"/>
                </a:cubicBezTo>
              </a:path>
            </a:pathLst>
          </a:custGeom>
          <a:noFill/>
          <a:ln cap="flat" cmpd="sng" w="57000">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68" name="Google Shape;5968;p40"/>
          <p:cNvGrpSpPr/>
          <p:nvPr/>
        </p:nvGrpSpPr>
        <p:grpSpPr>
          <a:xfrm>
            <a:off x="6763576" y="3435894"/>
            <a:ext cx="592199" cy="593411"/>
            <a:chOff x="4811650" y="1895450"/>
            <a:chExt cx="378450" cy="379225"/>
          </a:xfrm>
        </p:grpSpPr>
        <p:sp>
          <p:nvSpPr>
            <p:cNvPr id="5969" name="Google Shape;5969;p40"/>
            <p:cNvSpPr/>
            <p:nvPr/>
          </p:nvSpPr>
          <p:spPr>
            <a:xfrm>
              <a:off x="4811650" y="1895450"/>
              <a:ext cx="378450" cy="379225"/>
            </a:xfrm>
            <a:custGeom>
              <a:rect b="b" l="l" r="r" t="t"/>
              <a:pathLst>
                <a:path extrusionOk="0" fill="none" h="15169" w="15138">
                  <a:moveTo>
                    <a:pt x="9119" y="882"/>
                  </a:moveTo>
                  <a:cubicBezTo>
                    <a:pt x="12828" y="1733"/>
                    <a:pt x="15138" y="5442"/>
                    <a:pt x="14256" y="9150"/>
                  </a:cubicBezTo>
                  <a:cubicBezTo>
                    <a:pt x="13405" y="12858"/>
                    <a:pt x="9697" y="15168"/>
                    <a:pt x="5989" y="14287"/>
                  </a:cubicBezTo>
                  <a:cubicBezTo>
                    <a:pt x="2280" y="13436"/>
                    <a:pt x="1" y="9728"/>
                    <a:pt x="852" y="6019"/>
                  </a:cubicBezTo>
                  <a:cubicBezTo>
                    <a:pt x="1733" y="2311"/>
                    <a:pt x="5441" y="1"/>
                    <a:pt x="9119" y="882"/>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40"/>
            <p:cNvSpPr/>
            <p:nvPr/>
          </p:nvSpPr>
          <p:spPr>
            <a:xfrm>
              <a:off x="4882325" y="1966125"/>
              <a:ext cx="236350" cy="237125"/>
            </a:xfrm>
            <a:custGeom>
              <a:rect b="b" l="l" r="r" t="t"/>
              <a:pathLst>
                <a:path extrusionOk="0" fill="none" h="9485" w="9454">
                  <a:moveTo>
                    <a:pt x="9453" y="4742"/>
                  </a:moveTo>
                  <a:cubicBezTo>
                    <a:pt x="9453" y="7356"/>
                    <a:pt x="7356" y="9484"/>
                    <a:pt x="4742" y="9484"/>
                  </a:cubicBezTo>
                  <a:cubicBezTo>
                    <a:pt x="2128" y="9484"/>
                    <a:pt x="0" y="7356"/>
                    <a:pt x="0" y="4742"/>
                  </a:cubicBezTo>
                  <a:cubicBezTo>
                    <a:pt x="0" y="2128"/>
                    <a:pt x="2128" y="1"/>
                    <a:pt x="4742" y="1"/>
                  </a:cubicBezTo>
                  <a:cubicBezTo>
                    <a:pt x="7356" y="1"/>
                    <a:pt x="9453" y="2128"/>
                    <a:pt x="9453" y="4742"/>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40"/>
            <p:cNvSpPr/>
            <p:nvPr/>
          </p:nvSpPr>
          <p:spPr>
            <a:xfrm>
              <a:off x="4928675" y="2012475"/>
              <a:ext cx="143650" cy="144425"/>
            </a:xfrm>
            <a:custGeom>
              <a:rect b="b" l="l" r="r" t="t"/>
              <a:pathLst>
                <a:path extrusionOk="0" fill="none" h="5777" w="5746">
                  <a:moveTo>
                    <a:pt x="5745" y="2888"/>
                  </a:moveTo>
                  <a:cubicBezTo>
                    <a:pt x="5745" y="4499"/>
                    <a:pt x="4469" y="5776"/>
                    <a:pt x="2888" y="5776"/>
                  </a:cubicBezTo>
                  <a:cubicBezTo>
                    <a:pt x="1277" y="5776"/>
                    <a:pt x="1" y="4499"/>
                    <a:pt x="1" y="2888"/>
                  </a:cubicBezTo>
                  <a:cubicBezTo>
                    <a:pt x="1" y="1308"/>
                    <a:pt x="1277" y="1"/>
                    <a:pt x="2888" y="1"/>
                  </a:cubicBezTo>
                  <a:cubicBezTo>
                    <a:pt x="4469" y="1"/>
                    <a:pt x="5745" y="1308"/>
                    <a:pt x="5745" y="2888"/>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40"/>
            <p:cNvSpPr/>
            <p:nvPr/>
          </p:nvSpPr>
          <p:spPr>
            <a:xfrm>
              <a:off x="4968950" y="2053525"/>
              <a:ext cx="63100" cy="63100"/>
            </a:xfrm>
            <a:custGeom>
              <a:rect b="b" l="l" r="r" t="t"/>
              <a:pathLst>
                <a:path extrusionOk="0" fill="none" h="2524" w="2524">
                  <a:moveTo>
                    <a:pt x="2523" y="1246"/>
                  </a:moveTo>
                  <a:cubicBezTo>
                    <a:pt x="2523" y="1946"/>
                    <a:pt x="1946" y="2523"/>
                    <a:pt x="1277" y="2523"/>
                  </a:cubicBezTo>
                  <a:cubicBezTo>
                    <a:pt x="578" y="2523"/>
                    <a:pt x="1" y="1946"/>
                    <a:pt x="1" y="1246"/>
                  </a:cubicBezTo>
                  <a:cubicBezTo>
                    <a:pt x="1" y="578"/>
                    <a:pt x="578" y="0"/>
                    <a:pt x="1277" y="0"/>
                  </a:cubicBezTo>
                  <a:cubicBezTo>
                    <a:pt x="1946" y="0"/>
                    <a:pt x="2523" y="578"/>
                    <a:pt x="2523" y="1246"/>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76" name="Shape 5976"/>
        <p:cNvGrpSpPr/>
        <p:nvPr/>
      </p:nvGrpSpPr>
      <p:grpSpPr>
        <a:xfrm>
          <a:off x="0" y="0"/>
          <a:ext cx="0" cy="0"/>
          <a:chOff x="0" y="0"/>
          <a:chExt cx="0" cy="0"/>
        </a:xfrm>
      </p:grpSpPr>
      <p:sp>
        <p:nvSpPr>
          <p:cNvPr id="5977" name="Google Shape;5977;p41"/>
          <p:cNvSpPr txBox="1"/>
          <p:nvPr>
            <p:ph idx="1" type="subTitle"/>
          </p:nvPr>
        </p:nvSpPr>
        <p:spPr>
          <a:xfrm>
            <a:off x="2241450" y="2355025"/>
            <a:ext cx="4661100" cy="1322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 is the closest planet to the Sun and the smallest one in the Solar System—it’s only a bit larger than the Moon. The planet’s name has nothing to do with the liquid metal, since it was named after the Roman messenger god, Mercury</a:t>
            </a:r>
            <a:endParaRPr/>
          </a:p>
        </p:txBody>
      </p:sp>
      <p:sp>
        <p:nvSpPr>
          <p:cNvPr id="5978" name="Google Shape;5978;p41"/>
          <p:cNvSpPr txBox="1"/>
          <p:nvPr>
            <p:ph type="title"/>
          </p:nvPr>
        </p:nvSpPr>
        <p:spPr>
          <a:xfrm>
            <a:off x="2508825" y="1513225"/>
            <a:ext cx="41262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Introduction</a:t>
            </a:r>
            <a:endParaRPr/>
          </a:p>
        </p:txBody>
      </p:sp>
      <p:sp>
        <p:nvSpPr>
          <p:cNvPr id="5979" name="Google Shape;5979;p41"/>
          <p:cNvSpPr/>
          <p:nvPr/>
        </p:nvSpPr>
        <p:spPr>
          <a:xfrm flipH="1">
            <a:off x="200751" y="1429705"/>
            <a:ext cx="1227734" cy="1117449"/>
          </a:xfrm>
          <a:custGeom>
            <a:rect b="b" l="l" r="r" t="t"/>
            <a:pathLst>
              <a:path extrusionOk="0" h="32231" w="35412">
                <a:moveTo>
                  <a:pt x="17702" y="0"/>
                </a:moveTo>
                <a:cubicBezTo>
                  <a:pt x="10394" y="0"/>
                  <a:pt x="3782" y="5013"/>
                  <a:pt x="2037" y="12437"/>
                </a:cubicBezTo>
                <a:cubicBezTo>
                  <a:pt x="0" y="21100"/>
                  <a:pt x="5350" y="29763"/>
                  <a:pt x="14013" y="31799"/>
                </a:cubicBezTo>
                <a:cubicBezTo>
                  <a:pt x="15252" y="32090"/>
                  <a:pt x="16491" y="32230"/>
                  <a:pt x="17711" y="32230"/>
                </a:cubicBezTo>
                <a:cubicBezTo>
                  <a:pt x="25018" y="32230"/>
                  <a:pt x="31630" y="27221"/>
                  <a:pt x="33375" y="19823"/>
                </a:cubicBezTo>
                <a:cubicBezTo>
                  <a:pt x="35411" y="11161"/>
                  <a:pt x="30062" y="2467"/>
                  <a:pt x="21399" y="431"/>
                </a:cubicBezTo>
                <a:cubicBezTo>
                  <a:pt x="20160" y="140"/>
                  <a:pt x="18921" y="0"/>
                  <a:pt x="17702" y="0"/>
                </a:cubicBezTo>
                <a:close/>
              </a:path>
            </a:pathLst>
          </a:custGeom>
          <a:solidFill>
            <a:srgbClr val="E4BE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80" name="Google Shape;5980;p41"/>
          <p:cNvGrpSpPr/>
          <p:nvPr/>
        </p:nvGrpSpPr>
        <p:grpSpPr>
          <a:xfrm flipH="1">
            <a:off x="970585" y="1298456"/>
            <a:ext cx="592199" cy="593411"/>
            <a:chOff x="4811650" y="1895450"/>
            <a:chExt cx="378450" cy="379225"/>
          </a:xfrm>
        </p:grpSpPr>
        <p:sp>
          <p:nvSpPr>
            <p:cNvPr id="5981" name="Google Shape;5981;p41"/>
            <p:cNvSpPr/>
            <p:nvPr/>
          </p:nvSpPr>
          <p:spPr>
            <a:xfrm>
              <a:off x="4811650" y="1895450"/>
              <a:ext cx="378450" cy="379225"/>
            </a:xfrm>
            <a:custGeom>
              <a:rect b="b" l="l" r="r" t="t"/>
              <a:pathLst>
                <a:path extrusionOk="0" fill="none" h="15169" w="15138">
                  <a:moveTo>
                    <a:pt x="9119" y="882"/>
                  </a:moveTo>
                  <a:cubicBezTo>
                    <a:pt x="12828" y="1733"/>
                    <a:pt x="15138" y="5442"/>
                    <a:pt x="14256" y="9150"/>
                  </a:cubicBezTo>
                  <a:cubicBezTo>
                    <a:pt x="13405" y="12858"/>
                    <a:pt x="9697" y="15168"/>
                    <a:pt x="5989" y="14287"/>
                  </a:cubicBezTo>
                  <a:cubicBezTo>
                    <a:pt x="2280" y="13436"/>
                    <a:pt x="1" y="9728"/>
                    <a:pt x="852" y="6019"/>
                  </a:cubicBezTo>
                  <a:cubicBezTo>
                    <a:pt x="1733" y="2311"/>
                    <a:pt x="5441" y="1"/>
                    <a:pt x="9119" y="882"/>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41"/>
            <p:cNvSpPr/>
            <p:nvPr/>
          </p:nvSpPr>
          <p:spPr>
            <a:xfrm>
              <a:off x="4882325" y="1966125"/>
              <a:ext cx="236350" cy="237125"/>
            </a:xfrm>
            <a:custGeom>
              <a:rect b="b" l="l" r="r" t="t"/>
              <a:pathLst>
                <a:path extrusionOk="0" fill="none" h="9485" w="9454">
                  <a:moveTo>
                    <a:pt x="9453" y="4742"/>
                  </a:moveTo>
                  <a:cubicBezTo>
                    <a:pt x="9453" y="7356"/>
                    <a:pt x="7356" y="9484"/>
                    <a:pt x="4742" y="9484"/>
                  </a:cubicBezTo>
                  <a:cubicBezTo>
                    <a:pt x="2128" y="9484"/>
                    <a:pt x="0" y="7356"/>
                    <a:pt x="0" y="4742"/>
                  </a:cubicBezTo>
                  <a:cubicBezTo>
                    <a:pt x="0" y="2128"/>
                    <a:pt x="2128" y="1"/>
                    <a:pt x="4742" y="1"/>
                  </a:cubicBezTo>
                  <a:cubicBezTo>
                    <a:pt x="7356" y="1"/>
                    <a:pt x="9453" y="2128"/>
                    <a:pt x="9453" y="4742"/>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41"/>
            <p:cNvSpPr/>
            <p:nvPr/>
          </p:nvSpPr>
          <p:spPr>
            <a:xfrm>
              <a:off x="4928675" y="2012475"/>
              <a:ext cx="143650" cy="144425"/>
            </a:xfrm>
            <a:custGeom>
              <a:rect b="b" l="l" r="r" t="t"/>
              <a:pathLst>
                <a:path extrusionOk="0" fill="none" h="5777" w="5746">
                  <a:moveTo>
                    <a:pt x="5745" y="2888"/>
                  </a:moveTo>
                  <a:cubicBezTo>
                    <a:pt x="5745" y="4499"/>
                    <a:pt x="4469" y="5776"/>
                    <a:pt x="2888" y="5776"/>
                  </a:cubicBezTo>
                  <a:cubicBezTo>
                    <a:pt x="1277" y="5776"/>
                    <a:pt x="1" y="4499"/>
                    <a:pt x="1" y="2888"/>
                  </a:cubicBezTo>
                  <a:cubicBezTo>
                    <a:pt x="1" y="1308"/>
                    <a:pt x="1277" y="1"/>
                    <a:pt x="2888" y="1"/>
                  </a:cubicBezTo>
                  <a:cubicBezTo>
                    <a:pt x="4469" y="1"/>
                    <a:pt x="5745" y="1308"/>
                    <a:pt x="5745" y="2888"/>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41"/>
            <p:cNvSpPr/>
            <p:nvPr/>
          </p:nvSpPr>
          <p:spPr>
            <a:xfrm>
              <a:off x="4968950" y="2053525"/>
              <a:ext cx="63100" cy="63100"/>
            </a:xfrm>
            <a:custGeom>
              <a:rect b="b" l="l" r="r" t="t"/>
              <a:pathLst>
                <a:path extrusionOk="0" fill="none" h="2524" w="2524">
                  <a:moveTo>
                    <a:pt x="2523" y="1246"/>
                  </a:moveTo>
                  <a:cubicBezTo>
                    <a:pt x="2523" y="1946"/>
                    <a:pt x="1946" y="2523"/>
                    <a:pt x="1277" y="2523"/>
                  </a:cubicBezTo>
                  <a:cubicBezTo>
                    <a:pt x="578" y="2523"/>
                    <a:pt x="1" y="1946"/>
                    <a:pt x="1" y="1246"/>
                  </a:cubicBezTo>
                  <a:cubicBezTo>
                    <a:pt x="1" y="578"/>
                    <a:pt x="578" y="0"/>
                    <a:pt x="1277" y="0"/>
                  </a:cubicBezTo>
                  <a:cubicBezTo>
                    <a:pt x="1946" y="0"/>
                    <a:pt x="2523" y="578"/>
                    <a:pt x="2523" y="1246"/>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5" name="Google Shape;5985;p41"/>
          <p:cNvGrpSpPr/>
          <p:nvPr/>
        </p:nvGrpSpPr>
        <p:grpSpPr>
          <a:xfrm>
            <a:off x="7484847" y="1502641"/>
            <a:ext cx="673139" cy="645599"/>
            <a:chOff x="76650" y="3861300"/>
            <a:chExt cx="1531950" cy="1469275"/>
          </a:xfrm>
        </p:grpSpPr>
        <p:sp>
          <p:nvSpPr>
            <p:cNvPr id="5986" name="Google Shape;5986;p41"/>
            <p:cNvSpPr/>
            <p:nvPr/>
          </p:nvSpPr>
          <p:spPr>
            <a:xfrm>
              <a:off x="76650" y="3861300"/>
              <a:ext cx="1513725" cy="1379225"/>
            </a:xfrm>
            <a:custGeom>
              <a:rect b="b" l="l" r="r" t="t"/>
              <a:pathLst>
                <a:path extrusionOk="0" h="55169" w="60549">
                  <a:moveTo>
                    <a:pt x="30289" y="0"/>
                  </a:moveTo>
                  <a:cubicBezTo>
                    <a:pt x="23230" y="0"/>
                    <a:pt x="16171" y="2690"/>
                    <a:pt x="10791" y="8070"/>
                  </a:cubicBezTo>
                  <a:cubicBezTo>
                    <a:pt x="0" y="18861"/>
                    <a:pt x="0" y="36308"/>
                    <a:pt x="10791" y="47098"/>
                  </a:cubicBezTo>
                  <a:cubicBezTo>
                    <a:pt x="16171" y="52478"/>
                    <a:pt x="23230" y="55168"/>
                    <a:pt x="30289" y="55168"/>
                  </a:cubicBezTo>
                  <a:cubicBezTo>
                    <a:pt x="37349" y="55168"/>
                    <a:pt x="44408" y="52478"/>
                    <a:pt x="49788" y="47098"/>
                  </a:cubicBezTo>
                  <a:cubicBezTo>
                    <a:pt x="60548" y="36308"/>
                    <a:pt x="60548" y="18861"/>
                    <a:pt x="49788" y="8070"/>
                  </a:cubicBezTo>
                  <a:cubicBezTo>
                    <a:pt x="44408" y="2690"/>
                    <a:pt x="37349" y="0"/>
                    <a:pt x="30289" y="0"/>
                  </a:cubicBezTo>
                  <a:close/>
                </a:path>
              </a:pathLst>
            </a:custGeom>
            <a:solidFill>
              <a:srgbClr val="96A8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41"/>
            <p:cNvSpPr/>
            <p:nvPr/>
          </p:nvSpPr>
          <p:spPr>
            <a:xfrm>
              <a:off x="919350" y="4640575"/>
              <a:ext cx="689250" cy="690000"/>
            </a:xfrm>
            <a:custGeom>
              <a:rect b="b" l="l" r="r" t="t"/>
              <a:pathLst>
                <a:path extrusionOk="0" fill="none" h="27600" w="27570">
                  <a:moveTo>
                    <a:pt x="27570" y="0"/>
                  </a:moveTo>
                  <a:cubicBezTo>
                    <a:pt x="27570" y="15228"/>
                    <a:pt x="15229" y="27599"/>
                    <a:pt x="1" y="27599"/>
                  </a:cubicBezTo>
                </a:path>
              </a:pathLst>
            </a:custGeom>
            <a:noFill/>
            <a:ln cap="flat" cmpd="sng" w="66875">
              <a:solidFill>
                <a:srgbClr val="E4BEB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8" name="Google Shape;5988;p41"/>
          <p:cNvGrpSpPr/>
          <p:nvPr/>
        </p:nvGrpSpPr>
        <p:grpSpPr>
          <a:xfrm rot="5400000">
            <a:off x="1477448" y="-890695"/>
            <a:ext cx="2781299" cy="1048521"/>
            <a:chOff x="493175" y="2102150"/>
            <a:chExt cx="1201425" cy="452925"/>
          </a:xfrm>
        </p:grpSpPr>
        <p:sp>
          <p:nvSpPr>
            <p:cNvPr id="5989" name="Google Shape;5989;p41"/>
            <p:cNvSpPr/>
            <p:nvPr/>
          </p:nvSpPr>
          <p:spPr>
            <a:xfrm>
              <a:off x="1675575" y="2536050"/>
              <a:ext cx="19025" cy="19025"/>
            </a:xfrm>
            <a:custGeom>
              <a:rect b="b" l="l" r="r" t="t"/>
              <a:pathLst>
                <a:path extrusionOk="0" h="761" w="761">
                  <a:moveTo>
                    <a:pt x="365" y="1"/>
                  </a:moveTo>
                  <a:cubicBezTo>
                    <a:pt x="153" y="1"/>
                    <a:pt x="1" y="153"/>
                    <a:pt x="1" y="365"/>
                  </a:cubicBezTo>
                  <a:cubicBezTo>
                    <a:pt x="1" y="578"/>
                    <a:pt x="153"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41"/>
            <p:cNvSpPr/>
            <p:nvPr/>
          </p:nvSpPr>
          <p:spPr>
            <a:xfrm>
              <a:off x="1576800" y="2536050"/>
              <a:ext cx="19000" cy="19025"/>
            </a:xfrm>
            <a:custGeom>
              <a:rect b="b" l="l" r="r" t="t"/>
              <a:pathLst>
                <a:path extrusionOk="0" h="761" w="760">
                  <a:moveTo>
                    <a:pt x="365" y="1"/>
                  </a:moveTo>
                  <a:cubicBezTo>
                    <a:pt x="182" y="1"/>
                    <a:pt x="0" y="153"/>
                    <a:pt x="0" y="365"/>
                  </a:cubicBezTo>
                  <a:cubicBezTo>
                    <a:pt x="0" y="578"/>
                    <a:pt x="182"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41"/>
            <p:cNvSpPr/>
            <p:nvPr/>
          </p:nvSpPr>
          <p:spPr>
            <a:xfrm>
              <a:off x="14780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41"/>
            <p:cNvSpPr/>
            <p:nvPr/>
          </p:nvSpPr>
          <p:spPr>
            <a:xfrm>
              <a:off x="1379975" y="2536050"/>
              <a:ext cx="19025" cy="19025"/>
            </a:xfrm>
            <a:custGeom>
              <a:rect b="b" l="l" r="r" t="t"/>
              <a:pathLst>
                <a:path extrusionOk="0" h="761" w="761">
                  <a:moveTo>
                    <a:pt x="365" y="1"/>
                  </a:moveTo>
                  <a:cubicBezTo>
                    <a:pt x="153" y="1"/>
                    <a:pt x="1" y="153"/>
                    <a:pt x="1" y="365"/>
                  </a:cubicBezTo>
                  <a:cubicBezTo>
                    <a:pt x="1" y="578"/>
                    <a:pt x="153"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41"/>
            <p:cNvSpPr/>
            <p:nvPr/>
          </p:nvSpPr>
          <p:spPr>
            <a:xfrm>
              <a:off x="1281200" y="2536050"/>
              <a:ext cx="19025" cy="19025"/>
            </a:xfrm>
            <a:custGeom>
              <a:rect b="b" l="l" r="r" t="t"/>
              <a:pathLst>
                <a:path extrusionOk="0" h="761" w="761">
                  <a:moveTo>
                    <a:pt x="395" y="1"/>
                  </a:moveTo>
                  <a:cubicBezTo>
                    <a:pt x="183" y="1"/>
                    <a:pt x="0" y="153"/>
                    <a:pt x="0" y="365"/>
                  </a:cubicBezTo>
                  <a:cubicBezTo>
                    <a:pt x="0" y="578"/>
                    <a:pt x="183" y="760"/>
                    <a:pt x="395" y="760"/>
                  </a:cubicBezTo>
                  <a:cubicBezTo>
                    <a:pt x="578" y="760"/>
                    <a:pt x="760" y="578"/>
                    <a:pt x="760" y="365"/>
                  </a:cubicBezTo>
                  <a:cubicBezTo>
                    <a:pt x="760" y="15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41"/>
            <p:cNvSpPr/>
            <p:nvPr/>
          </p:nvSpPr>
          <p:spPr>
            <a:xfrm>
              <a:off x="11824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41"/>
            <p:cNvSpPr/>
            <p:nvPr/>
          </p:nvSpPr>
          <p:spPr>
            <a:xfrm>
              <a:off x="1084375" y="2536050"/>
              <a:ext cx="19025" cy="19025"/>
            </a:xfrm>
            <a:custGeom>
              <a:rect b="b" l="l" r="r" t="t"/>
              <a:pathLst>
                <a:path extrusionOk="0" h="761" w="761">
                  <a:moveTo>
                    <a:pt x="365" y="1"/>
                  </a:moveTo>
                  <a:cubicBezTo>
                    <a:pt x="153" y="1"/>
                    <a:pt x="1" y="153"/>
                    <a:pt x="1" y="365"/>
                  </a:cubicBezTo>
                  <a:cubicBezTo>
                    <a:pt x="1" y="578"/>
                    <a:pt x="153" y="760"/>
                    <a:pt x="365" y="760"/>
                  </a:cubicBezTo>
                  <a:cubicBezTo>
                    <a:pt x="578" y="760"/>
                    <a:pt x="761" y="578"/>
                    <a:pt x="761" y="365"/>
                  </a:cubicBezTo>
                  <a:cubicBezTo>
                    <a:pt x="761"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41"/>
            <p:cNvSpPr/>
            <p:nvPr/>
          </p:nvSpPr>
          <p:spPr>
            <a:xfrm>
              <a:off x="985600" y="2536050"/>
              <a:ext cx="19025" cy="19025"/>
            </a:xfrm>
            <a:custGeom>
              <a:rect b="b" l="l" r="r" t="t"/>
              <a:pathLst>
                <a:path extrusionOk="0" h="761" w="761">
                  <a:moveTo>
                    <a:pt x="365" y="1"/>
                  </a:moveTo>
                  <a:cubicBezTo>
                    <a:pt x="152" y="1"/>
                    <a:pt x="0" y="153"/>
                    <a:pt x="0" y="365"/>
                  </a:cubicBezTo>
                  <a:cubicBezTo>
                    <a:pt x="0" y="578"/>
                    <a:pt x="152"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41"/>
            <p:cNvSpPr/>
            <p:nvPr/>
          </p:nvSpPr>
          <p:spPr>
            <a:xfrm>
              <a:off x="8868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41"/>
            <p:cNvSpPr/>
            <p:nvPr/>
          </p:nvSpPr>
          <p:spPr>
            <a:xfrm>
              <a:off x="788025" y="2536050"/>
              <a:ext cx="19025" cy="19025"/>
            </a:xfrm>
            <a:custGeom>
              <a:rect b="b" l="l" r="r" t="t"/>
              <a:pathLst>
                <a:path extrusionOk="0" h="761" w="761">
                  <a:moveTo>
                    <a:pt x="395" y="1"/>
                  </a:moveTo>
                  <a:cubicBezTo>
                    <a:pt x="183" y="1"/>
                    <a:pt x="0" y="153"/>
                    <a:pt x="0" y="365"/>
                  </a:cubicBezTo>
                  <a:cubicBezTo>
                    <a:pt x="0" y="578"/>
                    <a:pt x="183" y="760"/>
                    <a:pt x="395" y="760"/>
                  </a:cubicBezTo>
                  <a:cubicBezTo>
                    <a:pt x="608" y="760"/>
                    <a:pt x="760" y="578"/>
                    <a:pt x="760" y="365"/>
                  </a:cubicBezTo>
                  <a:cubicBezTo>
                    <a:pt x="760" y="15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41"/>
            <p:cNvSpPr/>
            <p:nvPr/>
          </p:nvSpPr>
          <p:spPr>
            <a:xfrm>
              <a:off x="690000" y="2536050"/>
              <a:ext cx="19025" cy="19025"/>
            </a:xfrm>
            <a:custGeom>
              <a:rect b="b" l="l" r="r" t="t"/>
              <a:pathLst>
                <a:path extrusionOk="0" h="761" w="761">
                  <a:moveTo>
                    <a:pt x="365" y="1"/>
                  </a:moveTo>
                  <a:cubicBezTo>
                    <a:pt x="152" y="1"/>
                    <a:pt x="0" y="153"/>
                    <a:pt x="0" y="365"/>
                  </a:cubicBezTo>
                  <a:cubicBezTo>
                    <a:pt x="0" y="578"/>
                    <a:pt x="152"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41"/>
            <p:cNvSpPr/>
            <p:nvPr/>
          </p:nvSpPr>
          <p:spPr>
            <a:xfrm>
              <a:off x="5912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41"/>
            <p:cNvSpPr/>
            <p:nvPr/>
          </p:nvSpPr>
          <p:spPr>
            <a:xfrm>
              <a:off x="493175" y="2536050"/>
              <a:ext cx="19025" cy="19025"/>
            </a:xfrm>
            <a:custGeom>
              <a:rect b="b" l="l" r="r" t="t"/>
              <a:pathLst>
                <a:path extrusionOk="0" h="761" w="761">
                  <a:moveTo>
                    <a:pt x="366" y="1"/>
                  </a:moveTo>
                  <a:cubicBezTo>
                    <a:pt x="153" y="1"/>
                    <a:pt x="1" y="153"/>
                    <a:pt x="1" y="365"/>
                  </a:cubicBezTo>
                  <a:cubicBezTo>
                    <a:pt x="1" y="578"/>
                    <a:pt x="153" y="760"/>
                    <a:pt x="366" y="760"/>
                  </a:cubicBezTo>
                  <a:cubicBezTo>
                    <a:pt x="578" y="760"/>
                    <a:pt x="761" y="578"/>
                    <a:pt x="761" y="365"/>
                  </a:cubicBezTo>
                  <a:cubicBezTo>
                    <a:pt x="761" y="15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41"/>
            <p:cNvSpPr/>
            <p:nvPr/>
          </p:nvSpPr>
          <p:spPr>
            <a:xfrm>
              <a:off x="1675575" y="2449425"/>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41"/>
            <p:cNvSpPr/>
            <p:nvPr/>
          </p:nvSpPr>
          <p:spPr>
            <a:xfrm>
              <a:off x="1576800" y="2449425"/>
              <a:ext cx="19000" cy="19025"/>
            </a:xfrm>
            <a:custGeom>
              <a:rect b="b" l="l" r="r" t="t"/>
              <a:pathLst>
                <a:path extrusionOk="0" h="761" w="760">
                  <a:moveTo>
                    <a:pt x="365" y="0"/>
                  </a:moveTo>
                  <a:cubicBezTo>
                    <a:pt x="182" y="0"/>
                    <a:pt x="0" y="152"/>
                    <a:pt x="0" y="365"/>
                  </a:cubicBezTo>
                  <a:cubicBezTo>
                    <a:pt x="0" y="578"/>
                    <a:pt x="18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41"/>
            <p:cNvSpPr/>
            <p:nvPr/>
          </p:nvSpPr>
          <p:spPr>
            <a:xfrm>
              <a:off x="14780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41"/>
            <p:cNvSpPr/>
            <p:nvPr/>
          </p:nvSpPr>
          <p:spPr>
            <a:xfrm>
              <a:off x="1379975" y="2449425"/>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41"/>
            <p:cNvSpPr/>
            <p:nvPr/>
          </p:nvSpPr>
          <p:spPr>
            <a:xfrm>
              <a:off x="1281200" y="2449425"/>
              <a:ext cx="19025" cy="19025"/>
            </a:xfrm>
            <a:custGeom>
              <a:rect b="b" l="l" r="r" t="t"/>
              <a:pathLst>
                <a:path extrusionOk="0" h="761" w="761">
                  <a:moveTo>
                    <a:pt x="395" y="0"/>
                  </a:moveTo>
                  <a:cubicBezTo>
                    <a:pt x="183" y="0"/>
                    <a:pt x="0" y="152"/>
                    <a:pt x="0" y="365"/>
                  </a:cubicBezTo>
                  <a:cubicBezTo>
                    <a:pt x="0" y="578"/>
                    <a:pt x="183" y="760"/>
                    <a:pt x="395" y="760"/>
                  </a:cubicBezTo>
                  <a:cubicBezTo>
                    <a:pt x="578" y="760"/>
                    <a:pt x="760" y="578"/>
                    <a:pt x="760" y="365"/>
                  </a:cubicBezTo>
                  <a:cubicBezTo>
                    <a:pt x="760" y="152"/>
                    <a:pt x="57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41"/>
            <p:cNvSpPr/>
            <p:nvPr/>
          </p:nvSpPr>
          <p:spPr>
            <a:xfrm>
              <a:off x="11824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41"/>
            <p:cNvSpPr/>
            <p:nvPr/>
          </p:nvSpPr>
          <p:spPr>
            <a:xfrm>
              <a:off x="1084375" y="2449425"/>
              <a:ext cx="19025" cy="19025"/>
            </a:xfrm>
            <a:custGeom>
              <a:rect b="b" l="l" r="r" t="t"/>
              <a:pathLst>
                <a:path extrusionOk="0" h="761" w="761">
                  <a:moveTo>
                    <a:pt x="365" y="0"/>
                  </a:moveTo>
                  <a:cubicBezTo>
                    <a:pt x="153" y="0"/>
                    <a:pt x="1" y="152"/>
                    <a:pt x="1" y="365"/>
                  </a:cubicBezTo>
                  <a:cubicBezTo>
                    <a:pt x="1" y="578"/>
                    <a:pt x="153" y="760"/>
                    <a:pt x="365" y="760"/>
                  </a:cubicBezTo>
                  <a:cubicBezTo>
                    <a:pt x="578" y="760"/>
                    <a:pt x="761" y="578"/>
                    <a:pt x="761" y="365"/>
                  </a:cubicBezTo>
                  <a:cubicBezTo>
                    <a:pt x="761"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41"/>
            <p:cNvSpPr/>
            <p:nvPr/>
          </p:nvSpPr>
          <p:spPr>
            <a:xfrm>
              <a:off x="985600" y="2449425"/>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41"/>
            <p:cNvSpPr/>
            <p:nvPr/>
          </p:nvSpPr>
          <p:spPr>
            <a:xfrm>
              <a:off x="8868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41"/>
            <p:cNvSpPr/>
            <p:nvPr/>
          </p:nvSpPr>
          <p:spPr>
            <a:xfrm>
              <a:off x="788025" y="2449425"/>
              <a:ext cx="19025" cy="19025"/>
            </a:xfrm>
            <a:custGeom>
              <a:rect b="b" l="l" r="r" t="t"/>
              <a:pathLst>
                <a:path extrusionOk="0" h="761" w="761">
                  <a:moveTo>
                    <a:pt x="395" y="0"/>
                  </a:moveTo>
                  <a:cubicBezTo>
                    <a:pt x="183" y="0"/>
                    <a:pt x="0" y="152"/>
                    <a:pt x="0" y="365"/>
                  </a:cubicBezTo>
                  <a:cubicBezTo>
                    <a:pt x="0" y="578"/>
                    <a:pt x="183" y="760"/>
                    <a:pt x="395" y="760"/>
                  </a:cubicBezTo>
                  <a:cubicBezTo>
                    <a:pt x="608" y="760"/>
                    <a:pt x="760" y="578"/>
                    <a:pt x="760" y="365"/>
                  </a:cubicBezTo>
                  <a:cubicBezTo>
                    <a:pt x="760" y="152"/>
                    <a:pt x="60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41"/>
            <p:cNvSpPr/>
            <p:nvPr/>
          </p:nvSpPr>
          <p:spPr>
            <a:xfrm>
              <a:off x="690000" y="2449425"/>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41"/>
            <p:cNvSpPr/>
            <p:nvPr/>
          </p:nvSpPr>
          <p:spPr>
            <a:xfrm>
              <a:off x="5912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41"/>
            <p:cNvSpPr/>
            <p:nvPr/>
          </p:nvSpPr>
          <p:spPr>
            <a:xfrm>
              <a:off x="493175" y="2449425"/>
              <a:ext cx="19025" cy="19025"/>
            </a:xfrm>
            <a:custGeom>
              <a:rect b="b" l="l" r="r" t="t"/>
              <a:pathLst>
                <a:path extrusionOk="0" h="761" w="761">
                  <a:moveTo>
                    <a:pt x="366" y="0"/>
                  </a:moveTo>
                  <a:cubicBezTo>
                    <a:pt x="153" y="0"/>
                    <a:pt x="1" y="152"/>
                    <a:pt x="1" y="365"/>
                  </a:cubicBezTo>
                  <a:cubicBezTo>
                    <a:pt x="1" y="578"/>
                    <a:pt x="153" y="760"/>
                    <a:pt x="366" y="760"/>
                  </a:cubicBezTo>
                  <a:cubicBezTo>
                    <a:pt x="578" y="760"/>
                    <a:pt x="761" y="578"/>
                    <a:pt x="761" y="365"/>
                  </a:cubicBezTo>
                  <a:cubicBezTo>
                    <a:pt x="761" y="152"/>
                    <a:pt x="578" y="0"/>
                    <a:pt x="36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41"/>
            <p:cNvSpPr/>
            <p:nvPr/>
          </p:nvSpPr>
          <p:spPr>
            <a:xfrm>
              <a:off x="1675575" y="2362800"/>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41"/>
            <p:cNvSpPr/>
            <p:nvPr/>
          </p:nvSpPr>
          <p:spPr>
            <a:xfrm>
              <a:off x="1576800" y="2362800"/>
              <a:ext cx="19000" cy="19025"/>
            </a:xfrm>
            <a:custGeom>
              <a:rect b="b" l="l" r="r" t="t"/>
              <a:pathLst>
                <a:path extrusionOk="0" h="761" w="760">
                  <a:moveTo>
                    <a:pt x="365" y="0"/>
                  </a:moveTo>
                  <a:cubicBezTo>
                    <a:pt x="182" y="0"/>
                    <a:pt x="0" y="152"/>
                    <a:pt x="0" y="365"/>
                  </a:cubicBezTo>
                  <a:cubicBezTo>
                    <a:pt x="0" y="578"/>
                    <a:pt x="18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41"/>
            <p:cNvSpPr/>
            <p:nvPr/>
          </p:nvSpPr>
          <p:spPr>
            <a:xfrm>
              <a:off x="14780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41"/>
            <p:cNvSpPr/>
            <p:nvPr/>
          </p:nvSpPr>
          <p:spPr>
            <a:xfrm>
              <a:off x="1379975" y="2362800"/>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41"/>
            <p:cNvSpPr/>
            <p:nvPr/>
          </p:nvSpPr>
          <p:spPr>
            <a:xfrm>
              <a:off x="1281200" y="2362800"/>
              <a:ext cx="19025" cy="19025"/>
            </a:xfrm>
            <a:custGeom>
              <a:rect b="b" l="l" r="r" t="t"/>
              <a:pathLst>
                <a:path extrusionOk="0" h="761" w="761">
                  <a:moveTo>
                    <a:pt x="395" y="0"/>
                  </a:moveTo>
                  <a:cubicBezTo>
                    <a:pt x="183" y="0"/>
                    <a:pt x="0" y="152"/>
                    <a:pt x="0" y="365"/>
                  </a:cubicBezTo>
                  <a:cubicBezTo>
                    <a:pt x="0" y="578"/>
                    <a:pt x="183" y="760"/>
                    <a:pt x="395" y="760"/>
                  </a:cubicBezTo>
                  <a:cubicBezTo>
                    <a:pt x="578" y="760"/>
                    <a:pt x="760" y="578"/>
                    <a:pt x="760" y="365"/>
                  </a:cubicBezTo>
                  <a:cubicBezTo>
                    <a:pt x="760" y="152"/>
                    <a:pt x="57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41"/>
            <p:cNvSpPr/>
            <p:nvPr/>
          </p:nvSpPr>
          <p:spPr>
            <a:xfrm>
              <a:off x="11824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41"/>
            <p:cNvSpPr/>
            <p:nvPr/>
          </p:nvSpPr>
          <p:spPr>
            <a:xfrm>
              <a:off x="1084375" y="2362800"/>
              <a:ext cx="19025" cy="19025"/>
            </a:xfrm>
            <a:custGeom>
              <a:rect b="b" l="l" r="r" t="t"/>
              <a:pathLst>
                <a:path extrusionOk="0" h="761" w="761">
                  <a:moveTo>
                    <a:pt x="365" y="0"/>
                  </a:moveTo>
                  <a:cubicBezTo>
                    <a:pt x="153" y="0"/>
                    <a:pt x="1" y="152"/>
                    <a:pt x="1" y="365"/>
                  </a:cubicBezTo>
                  <a:cubicBezTo>
                    <a:pt x="1" y="578"/>
                    <a:pt x="153" y="760"/>
                    <a:pt x="365" y="760"/>
                  </a:cubicBezTo>
                  <a:cubicBezTo>
                    <a:pt x="578" y="760"/>
                    <a:pt x="761" y="578"/>
                    <a:pt x="761" y="365"/>
                  </a:cubicBezTo>
                  <a:cubicBezTo>
                    <a:pt x="761"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41"/>
            <p:cNvSpPr/>
            <p:nvPr/>
          </p:nvSpPr>
          <p:spPr>
            <a:xfrm>
              <a:off x="985600" y="2362800"/>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41"/>
            <p:cNvSpPr/>
            <p:nvPr/>
          </p:nvSpPr>
          <p:spPr>
            <a:xfrm>
              <a:off x="8868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41"/>
            <p:cNvSpPr/>
            <p:nvPr/>
          </p:nvSpPr>
          <p:spPr>
            <a:xfrm>
              <a:off x="788025" y="2362800"/>
              <a:ext cx="19025" cy="19025"/>
            </a:xfrm>
            <a:custGeom>
              <a:rect b="b" l="l" r="r" t="t"/>
              <a:pathLst>
                <a:path extrusionOk="0" h="761" w="761">
                  <a:moveTo>
                    <a:pt x="395" y="0"/>
                  </a:moveTo>
                  <a:cubicBezTo>
                    <a:pt x="183" y="0"/>
                    <a:pt x="0" y="152"/>
                    <a:pt x="0" y="365"/>
                  </a:cubicBezTo>
                  <a:cubicBezTo>
                    <a:pt x="0" y="578"/>
                    <a:pt x="183" y="760"/>
                    <a:pt x="395" y="760"/>
                  </a:cubicBezTo>
                  <a:cubicBezTo>
                    <a:pt x="608" y="760"/>
                    <a:pt x="760" y="578"/>
                    <a:pt x="760" y="365"/>
                  </a:cubicBezTo>
                  <a:cubicBezTo>
                    <a:pt x="760" y="152"/>
                    <a:pt x="60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41"/>
            <p:cNvSpPr/>
            <p:nvPr/>
          </p:nvSpPr>
          <p:spPr>
            <a:xfrm>
              <a:off x="690000" y="2362800"/>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41"/>
            <p:cNvSpPr/>
            <p:nvPr/>
          </p:nvSpPr>
          <p:spPr>
            <a:xfrm>
              <a:off x="5912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41"/>
            <p:cNvSpPr/>
            <p:nvPr/>
          </p:nvSpPr>
          <p:spPr>
            <a:xfrm>
              <a:off x="493175" y="2362800"/>
              <a:ext cx="19025" cy="19025"/>
            </a:xfrm>
            <a:custGeom>
              <a:rect b="b" l="l" r="r" t="t"/>
              <a:pathLst>
                <a:path extrusionOk="0" h="761" w="761">
                  <a:moveTo>
                    <a:pt x="366" y="0"/>
                  </a:moveTo>
                  <a:cubicBezTo>
                    <a:pt x="153" y="0"/>
                    <a:pt x="1" y="152"/>
                    <a:pt x="1" y="365"/>
                  </a:cubicBezTo>
                  <a:cubicBezTo>
                    <a:pt x="1" y="578"/>
                    <a:pt x="153" y="760"/>
                    <a:pt x="366" y="760"/>
                  </a:cubicBezTo>
                  <a:cubicBezTo>
                    <a:pt x="578" y="760"/>
                    <a:pt x="761" y="578"/>
                    <a:pt x="761" y="365"/>
                  </a:cubicBezTo>
                  <a:cubicBezTo>
                    <a:pt x="761" y="152"/>
                    <a:pt x="578" y="0"/>
                    <a:pt x="36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41"/>
            <p:cNvSpPr/>
            <p:nvPr/>
          </p:nvSpPr>
          <p:spPr>
            <a:xfrm>
              <a:off x="1675575" y="227540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41"/>
            <p:cNvSpPr/>
            <p:nvPr/>
          </p:nvSpPr>
          <p:spPr>
            <a:xfrm>
              <a:off x="1576800" y="2275400"/>
              <a:ext cx="19000" cy="19025"/>
            </a:xfrm>
            <a:custGeom>
              <a:rect b="b" l="l" r="r" t="t"/>
              <a:pathLst>
                <a:path extrusionOk="0" h="761" w="760">
                  <a:moveTo>
                    <a:pt x="365" y="1"/>
                  </a:moveTo>
                  <a:cubicBezTo>
                    <a:pt x="182" y="1"/>
                    <a:pt x="0" y="183"/>
                    <a:pt x="0" y="396"/>
                  </a:cubicBezTo>
                  <a:cubicBezTo>
                    <a:pt x="0" y="609"/>
                    <a:pt x="18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41"/>
            <p:cNvSpPr/>
            <p:nvPr/>
          </p:nvSpPr>
          <p:spPr>
            <a:xfrm>
              <a:off x="14780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41"/>
            <p:cNvSpPr/>
            <p:nvPr/>
          </p:nvSpPr>
          <p:spPr>
            <a:xfrm>
              <a:off x="1379975" y="227540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41"/>
            <p:cNvSpPr/>
            <p:nvPr/>
          </p:nvSpPr>
          <p:spPr>
            <a:xfrm>
              <a:off x="1281200" y="2275400"/>
              <a:ext cx="19025" cy="19025"/>
            </a:xfrm>
            <a:custGeom>
              <a:rect b="b" l="l" r="r" t="t"/>
              <a:pathLst>
                <a:path extrusionOk="0" h="761" w="761">
                  <a:moveTo>
                    <a:pt x="395" y="1"/>
                  </a:moveTo>
                  <a:cubicBezTo>
                    <a:pt x="183" y="1"/>
                    <a:pt x="0" y="183"/>
                    <a:pt x="0" y="396"/>
                  </a:cubicBezTo>
                  <a:cubicBezTo>
                    <a:pt x="0" y="609"/>
                    <a:pt x="183" y="761"/>
                    <a:pt x="395" y="761"/>
                  </a:cubicBezTo>
                  <a:cubicBezTo>
                    <a:pt x="578" y="761"/>
                    <a:pt x="760" y="609"/>
                    <a:pt x="760" y="396"/>
                  </a:cubicBezTo>
                  <a:cubicBezTo>
                    <a:pt x="760" y="18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41"/>
            <p:cNvSpPr/>
            <p:nvPr/>
          </p:nvSpPr>
          <p:spPr>
            <a:xfrm>
              <a:off x="11824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41"/>
            <p:cNvSpPr/>
            <p:nvPr/>
          </p:nvSpPr>
          <p:spPr>
            <a:xfrm>
              <a:off x="1084375" y="227540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1" y="609"/>
                    <a:pt x="761" y="396"/>
                  </a:cubicBezTo>
                  <a:cubicBezTo>
                    <a:pt x="761"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41"/>
            <p:cNvSpPr/>
            <p:nvPr/>
          </p:nvSpPr>
          <p:spPr>
            <a:xfrm>
              <a:off x="985600" y="227540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41"/>
            <p:cNvSpPr/>
            <p:nvPr/>
          </p:nvSpPr>
          <p:spPr>
            <a:xfrm>
              <a:off x="8868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41"/>
            <p:cNvSpPr/>
            <p:nvPr/>
          </p:nvSpPr>
          <p:spPr>
            <a:xfrm>
              <a:off x="788025" y="2275400"/>
              <a:ext cx="19025" cy="19025"/>
            </a:xfrm>
            <a:custGeom>
              <a:rect b="b" l="l" r="r" t="t"/>
              <a:pathLst>
                <a:path extrusionOk="0" h="761" w="761">
                  <a:moveTo>
                    <a:pt x="395" y="1"/>
                  </a:moveTo>
                  <a:cubicBezTo>
                    <a:pt x="183" y="1"/>
                    <a:pt x="0" y="183"/>
                    <a:pt x="0" y="396"/>
                  </a:cubicBezTo>
                  <a:cubicBezTo>
                    <a:pt x="0" y="609"/>
                    <a:pt x="183" y="761"/>
                    <a:pt x="395" y="761"/>
                  </a:cubicBezTo>
                  <a:cubicBezTo>
                    <a:pt x="608" y="761"/>
                    <a:pt x="760" y="609"/>
                    <a:pt x="760" y="396"/>
                  </a:cubicBezTo>
                  <a:cubicBezTo>
                    <a:pt x="760" y="18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41"/>
            <p:cNvSpPr/>
            <p:nvPr/>
          </p:nvSpPr>
          <p:spPr>
            <a:xfrm>
              <a:off x="690000" y="227540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41"/>
            <p:cNvSpPr/>
            <p:nvPr/>
          </p:nvSpPr>
          <p:spPr>
            <a:xfrm>
              <a:off x="5912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41"/>
            <p:cNvSpPr/>
            <p:nvPr/>
          </p:nvSpPr>
          <p:spPr>
            <a:xfrm>
              <a:off x="493175" y="2275400"/>
              <a:ext cx="19025" cy="19025"/>
            </a:xfrm>
            <a:custGeom>
              <a:rect b="b" l="l" r="r" t="t"/>
              <a:pathLst>
                <a:path extrusionOk="0" h="761" w="761">
                  <a:moveTo>
                    <a:pt x="366" y="1"/>
                  </a:moveTo>
                  <a:cubicBezTo>
                    <a:pt x="153" y="1"/>
                    <a:pt x="1" y="183"/>
                    <a:pt x="1" y="396"/>
                  </a:cubicBezTo>
                  <a:cubicBezTo>
                    <a:pt x="1" y="609"/>
                    <a:pt x="153" y="761"/>
                    <a:pt x="366" y="761"/>
                  </a:cubicBezTo>
                  <a:cubicBezTo>
                    <a:pt x="578" y="761"/>
                    <a:pt x="761" y="609"/>
                    <a:pt x="761" y="396"/>
                  </a:cubicBezTo>
                  <a:cubicBezTo>
                    <a:pt x="761" y="18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41"/>
            <p:cNvSpPr/>
            <p:nvPr/>
          </p:nvSpPr>
          <p:spPr>
            <a:xfrm>
              <a:off x="1675575" y="2188775"/>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41"/>
            <p:cNvSpPr/>
            <p:nvPr/>
          </p:nvSpPr>
          <p:spPr>
            <a:xfrm>
              <a:off x="1576800" y="2188775"/>
              <a:ext cx="19000" cy="19025"/>
            </a:xfrm>
            <a:custGeom>
              <a:rect b="b" l="l" r="r" t="t"/>
              <a:pathLst>
                <a:path extrusionOk="0" h="761" w="760">
                  <a:moveTo>
                    <a:pt x="365" y="1"/>
                  </a:moveTo>
                  <a:cubicBezTo>
                    <a:pt x="182" y="1"/>
                    <a:pt x="0" y="183"/>
                    <a:pt x="0" y="396"/>
                  </a:cubicBezTo>
                  <a:cubicBezTo>
                    <a:pt x="0" y="609"/>
                    <a:pt x="18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41"/>
            <p:cNvSpPr/>
            <p:nvPr/>
          </p:nvSpPr>
          <p:spPr>
            <a:xfrm>
              <a:off x="14780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41"/>
            <p:cNvSpPr/>
            <p:nvPr/>
          </p:nvSpPr>
          <p:spPr>
            <a:xfrm>
              <a:off x="1379975" y="2188775"/>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41"/>
            <p:cNvSpPr/>
            <p:nvPr/>
          </p:nvSpPr>
          <p:spPr>
            <a:xfrm>
              <a:off x="1281200" y="2188775"/>
              <a:ext cx="19025" cy="19025"/>
            </a:xfrm>
            <a:custGeom>
              <a:rect b="b" l="l" r="r" t="t"/>
              <a:pathLst>
                <a:path extrusionOk="0" h="761" w="761">
                  <a:moveTo>
                    <a:pt x="395" y="1"/>
                  </a:moveTo>
                  <a:cubicBezTo>
                    <a:pt x="183" y="1"/>
                    <a:pt x="0" y="183"/>
                    <a:pt x="0" y="396"/>
                  </a:cubicBezTo>
                  <a:cubicBezTo>
                    <a:pt x="0" y="609"/>
                    <a:pt x="183" y="761"/>
                    <a:pt x="395" y="761"/>
                  </a:cubicBezTo>
                  <a:cubicBezTo>
                    <a:pt x="578" y="761"/>
                    <a:pt x="760" y="609"/>
                    <a:pt x="760" y="396"/>
                  </a:cubicBezTo>
                  <a:cubicBezTo>
                    <a:pt x="760" y="18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41"/>
            <p:cNvSpPr/>
            <p:nvPr/>
          </p:nvSpPr>
          <p:spPr>
            <a:xfrm>
              <a:off x="11824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41"/>
            <p:cNvSpPr/>
            <p:nvPr/>
          </p:nvSpPr>
          <p:spPr>
            <a:xfrm>
              <a:off x="1084375" y="2188775"/>
              <a:ext cx="19025" cy="19025"/>
            </a:xfrm>
            <a:custGeom>
              <a:rect b="b" l="l" r="r" t="t"/>
              <a:pathLst>
                <a:path extrusionOk="0" h="761" w="761">
                  <a:moveTo>
                    <a:pt x="365" y="1"/>
                  </a:moveTo>
                  <a:cubicBezTo>
                    <a:pt x="153" y="1"/>
                    <a:pt x="1" y="183"/>
                    <a:pt x="1" y="396"/>
                  </a:cubicBezTo>
                  <a:cubicBezTo>
                    <a:pt x="1" y="609"/>
                    <a:pt x="153" y="761"/>
                    <a:pt x="365" y="761"/>
                  </a:cubicBezTo>
                  <a:cubicBezTo>
                    <a:pt x="578" y="761"/>
                    <a:pt x="761" y="609"/>
                    <a:pt x="761" y="396"/>
                  </a:cubicBezTo>
                  <a:cubicBezTo>
                    <a:pt x="761"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41"/>
            <p:cNvSpPr/>
            <p:nvPr/>
          </p:nvSpPr>
          <p:spPr>
            <a:xfrm>
              <a:off x="985600" y="2188775"/>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41"/>
            <p:cNvSpPr/>
            <p:nvPr/>
          </p:nvSpPr>
          <p:spPr>
            <a:xfrm>
              <a:off x="8868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41"/>
            <p:cNvSpPr/>
            <p:nvPr/>
          </p:nvSpPr>
          <p:spPr>
            <a:xfrm>
              <a:off x="788025" y="2188775"/>
              <a:ext cx="19025" cy="19025"/>
            </a:xfrm>
            <a:custGeom>
              <a:rect b="b" l="l" r="r" t="t"/>
              <a:pathLst>
                <a:path extrusionOk="0" h="761" w="761">
                  <a:moveTo>
                    <a:pt x="395" y="1"/>
                  </a:moveTo>
                  <a:cubicBezTo>
                    <a:pt x="183" y="1"/>
                    <a:pt x="0" y="183"/>
                    <a:pt x="0" y="396"/>
                  </a:cubicBezTo>
                  <a:cubicBezTo>
                    <a:pt x="0" y="609"/>
                    <a:pt x="183" y="761"/>
                    <a:pt x="395" y="761"/>
                  </a:cubicBezTo>
                  <a:cubicBezTo>
                    <a:pt x="608" y="761"/>
                    <a:pt x="760" y="609"/>
                    <a:pt x="760" y="396"/>
                  </a:cubicBezTo>
                  <a:cubicBezTo>
                    <a:pt x="760" y="18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41"/>
            <p:cNvSpPr/>
            <p:nvPr/>
          </p:nvSpPr>
          <p:spPr>
            <a:xfrm>
              <a:off x="690000" y="2188775"/>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41"/>
            <p:cNvSpPr/>
            <p:nvPr/>
          </p:nvSpPr>
          <p:spPr>
            <a:xfrm>
              <a:off x="5912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41"/>
            <p:cNvSpPr/>
            <p:nvPr/>
          </p:nvSpPr>
          <p:spPr>
            <a:xfrm>
              <a:off x="493175" y="2188775"/>
              <a:ext cx="19025" cy="19025"/>
            </a:xfrm>
            <a:custGeom>
              <a:rect b="b" l="l" r="r" t="t"/>
              <a:pathLst>
                <a:path extrusionOk="0" h="761" w="761">
                  <a:moveTo>
                    <a:pt x="366" y="1"/>
                  </a:moveTo>
                  <a:cubicBezTo>
                    <a:pt x="153" y="1"/>
                    <a:pt x="1" y="183"/>
                    <a:pt x="1" y="396"/>
                  </a:cubicBezTo>
                  <a:cubicBezTo>
                    <a:pt x="1" y="609"/>
                    <a:pt x="153" y="761"/>
                    <a:pt x="366" y="761"/>
                  </a:cubicBezTo>
                  <a:cubicBezTo>
                    <a:pt x="578" y="761"/>
                    <a:pt x="761" y="609"/>
                    <a:pt x="761" y="396"/>
                  </a:cubicBezTo>
                  <a:cubicBezTo>
                    <a:pt x="761" y="18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41"/>
            <p:cNvSpPr/>
            <p:nvPr/>
          </p:nvSpPr>
          <p:spPr>
            <a:xfrm>
              <a:off x="1675575" y="210215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41"/>
            <p:cNvSpPr/>
            <p:nvPr/>
          </p:nvSpPr>
          <p:spPr>
            <a:xfrm>
              <a:off x="1576800" y="2102150"/>
              <a:ext cx="19000" cy="19025"/>
            </a:xfrm>
            <a:custGeom>
              <a:rect b="b" l="l" r="r" t="t"/>
              <a:pathLst>
                <a:path extrusionOk="0" h="761" w="760">
                  <a:moveTo>
                    <a:pt x="365" y="1"/>
                  </a:moveTo>
                  <a:cubicBezTo>
                    <a:pt x="182" y="1"/>
                    <a:pt x="0" y="183"/>
                    <a:pt x="0" y="396"/>
                  </a:cubicBezTo>
                  <a:cubicBezTo>
                    <a:pt x="0" y="609"/>
                    <a:pt x="18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41"/>
            <p:cNvSpPr/>
            <p:nvPr/>
          </p:nvSpPr>
          <p:spPr>
            <a:xfrm>
              <a:off x="14780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41"/>
            <p:cNvSpPr/>
            <p:nvPr/>
          </p:nvSpPr>
          <p:spPr>
            <a:xfrm>
              <a:off x="1379975" y="210215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41"/>
            <p:cNvSpPr/>
            <p:nvPr/>
          </p:nvSpPr>
          <p:spPr>
            <a:xfrm>
              <a:off x="1281200" y="2102150"/>
              <a:ext cx="19025" cy="19025"/>
            </a:xfrm>
            <a:custGeom>
              <a:rect b="b" l="l" r="r" t="t"/>
              <a:pathLst>
                <a:path extrusionOk="0" h="761" w="761">
                  <a:moveTo>
                    <a:pt x="395" y="1"/>
                  </a:moveTo>
                  <a:cubicBezTo>
                    <a:pt x="183" y="1"/>
                    <a:pt x="0" y="183"/>
                    <a:pt x="0" y="396"/>
                  </a:cubicBezTo>
                  <a:cubicBezTo>
                    <a:pt x="0" y="609"/>
                    <a:pt x="183" y="761"/>
                    <a:pt x="395" y="761"/>
                  </a:cubicBezTo>
                  <a:cubicBezTo>
                    <a:pt x="578" y="761"/>
                    <a:pt x="760" y="609"/>
                    <a:pt x="760" y="396"/>
                  </a:cubicBezTo>
                  <a:cubicBezTo>
                    <a:pt x="760" y="18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41"/>
            <p:cNvSpPr/>
            <p:nvPr/>
          </p:nvSpPr>
          <p:spPr>
            <a:xfrm>
              <a:off x="11824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41"/>
            <p:cNvSpPr/>
            <p:nvPr/>
          </p:nvSpPr>
          <p:spPr>
            <a:xfrm>
              <a:off x="1084375" y="210215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1" y="609"/>
                    <a:pt x="761" y="396"/>
                  </a:cubicBezTo>
                  <a:cubicBezTo>
                    <a:pt x="761"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41"/>
            <p:cNvSpPr/>
            <p:nvPr/>
          </p:nvSpPr>
          <p:spPr>
            <a:xfrm>
              <a:off x="985600" y="210215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41"/>
            <p:cNvSpPr/>
            <p:nvPr/>
          </p:nvSpPr>
          <p:spPr>
            <a:xfrm>
              <a:off x="8868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41"/>
            <p:cNvSpPr/>
            <p:nvPr/>
          </p:nvSpPr>
          <p:spPr>
            <a:xfrm>
              <a:off x="788025" y="2102150"/>
              <a:ext cx="19025" cy="19025"/>
            </a:xfrm>
            <a:custGeom>
              <a:rect b="b" l="l" r="r" t="t"/>
              <a:pathLst>
                <a:path extrusionOk="0" h="761" w="761">
                  <a:moveTo>
                    <a:pt x="395" y="1"/>
                  </a:moveTo>
                  <a:cubicBezTo>
                    <a:pt x="183" y="1"/>
                    <a:pt x="0" y="183"/>
                    <a:pt x="0" y="396"/>
                  </a:cubicBezTo>
                  <a:cubicBezTo>
                    <a:pt x="0" y="609"/>
                    <a:pt x="183" y="761"/>
                    <a:pt x="395" y="761"/>
                  </a:cubicBezTo>
                  <a:cubicBezTo>
                    <a:pt x="608" y="761"/>
                    <a:pt x="760" y="609"/>
                    <a:pt x="760" y="396"/>
                  </a:cubicBezTo>
                  <a:cubicBezTo>
                    <a:pt x="760" y="18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41"/>
            <p:cNvSpPr/>
            <p:nvPr/>
          </p:nvSpPr>
          <p:spPr>
            <a:xfrm>
              <a:off x="690000" y="210215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41"/>
            <p:cNvSpPr/>
            <p:nvPr/>
          </p:nvSpPr>
          <p:spPr>
            <a:xfrm>
              <a:off x="5912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41"/>
            <p:cNvSpPr/>
            <p:nvPr/>
          </p:nvSpPr>
          <p:spPr>
            <a:xfrm>
              <a:off x="493175" y="2102150"/>
              <a:ext cx="19025" cy="19025"/>
            </a:xfrm>
            <a:custGeom>
              <a:rect b="b" l="l" r="r" t="t"/>
              <a:pathLst>
                <a:path extrusionOk="0" h="761" w="761">
                  <a:moveTo>
                    <a:pt x="366" y="1"/>
                  </a:moveTo>
                  <a:cubicBezTo>
                    <a:pt x="153" y="1"/>
                    <a:pt x="1" y="183"/>
                    <a:pt x="1" y="396"/>
                  </a:cubicBezTo>
                  <a:cubicBezTo>
                    <a:pt x="1" y="609"/>
                    <a:pt x="153" y="761"/>
                    <a:pt x="366" y="761"/>
                  </a:cubicBezTo>
                  <a:cubicBezTo>
                    <a:pt x="578" y="761"/>
                    <a:pt x="761" y="609"/>
                    <a:pt x="761" y="396"/>
                  </a:cubicBezTo>
                  <a:cubicBezTo>
                    <a:pt x="761" y="18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67" name="Google Shape;6067;p41"/>
          <p:cNvSpPr/>
          <p:nvPr/>
        </p:nvSpPr>
        <p:spPr>
          <a:xfrm rot="10800000">
            <a:off x="5486481" y="1144598"/>
            <a:ext cx="303975" cy="152025"/>
          </a:xfrm>
          <a:custGeom>
            <a:rect b="b" l="l" r="r" t="t"/>
            <a:pathLst>
              <a:path extrusionOk="0" fill="none" h="6081" w="12159">
                <a:moveTo>
                  <a:pt x="0" y="6080"/>
                </a:moveTo>
                <a:cubicBezTo>
                  <a:pt x="0" y="2737"/>
                  <a:pt x="2736" y="1"/>
                  <a:pt x="6079" y="1"/>
                </a:cubicBezTo>
                <a:cubicBezTo>
                  <a:pt x="9453" y="1"/>
                  <a:pt x="12158" y="2737"/>
                  <a:pt x="12158" y="6080"/>
                </a:cubicBezTo>
              </a:path>
            </a:pathLst>
          </a:custGeom>
          <a:noFill/>
          <a:ln cap="flat" cmpd="sng" w="57000">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41"/>
          <p:cNvSpPr/>
          <p:nvPr/>
        </p:nvSpPr>
        <p:spPr>
          <a:xfrm>
            <a:off x="5542700" y="953850"/>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41"/>
          <p:cNvSpPr/>
          <p:nvPr/>
        </p:nvSpPr>
        <p:spPr>
          <a:xfrm rot="-5400000">
            <a:off x="2432944" y="3999460"/>
            <a:ext cx="303975" cy="152025"/>
          </a:xfrm>
          <a:custGeom>
            <a:rect b="b" l="l" r="r" t="t"/>
            <a:pathLst>
              <a:path extrusionOk="0" fill="none" h="6081" w="12159">
                <a:moveTo>
                  <a:pt x="0" y="6080"/>
                </a:moveTo>
                <a:cubicBezTo>
                  <a:pt x="0" y="2737"/>
                  <a:pt x="2736" y="1"/>
                  <a:pt x="6079" y="1"/>
                </a:cubicBezTo>
                <a:cubicBezTo>
                  <a:pt x="9453" y="1"/>
                  <a:pt x="12158" y="2737"/>
                  <a:pt x="12158" y="6080"/>
                </a:cubicBezTo>
              </a:path>
            </a:pathLst>
          </a:custGeom>
          <a:noFill/>
          <a:ln cap="flat" cmpd="sng" w="57000">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41"/>
          <p:cNvSpPr/>
          <p:nvPr/>
        </p:nvSpPr>
        <p:spPr>
          <a:xfrm>
            <a:off x="7094900" y="3751488"/>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71" name="Google Shape;6071;p41"/>
          <p:cNvGrpSpPr/>
          <p:nvPr/>
        </p:nvGrpSpPr>
        <p:grpSpPr>
          <a:xfrm>
            <a:off x="2965800" y="3980100"/>
            <a:ext cx="828300" cy="654275"/>
            <a:chOff x="2024375" y="213075"/>
            <a:chExt cx="828300" cy="654275"/>
          </a:xfrm>
        </p:grpSpPr>
        <p:sp>
          <p:nvSpPr>
            <p:cNvPr id="6072" name="Google Shape;6072;p41"/>
            <p:cNvSpPr/>
            <p:nvPr/>
          </p:nvSpPr>
          <p:spPr>
            <a:xfrm>
              <a:off x="2024375" y="213075"/>
              <a:ext cx="828300" cy="654275"/>
            </a:xfrm>
            <a:custGeom>
              <a:rect b="b" l="l" r="r" t="t"/>
              <a:pathLst>
                <a:path extrusionOk="0" fill="none" h="26171" w="33132">
                  <a:moveTo>
                    <a:pt x="27417" y="0"/>
                  </a:moveTo>
                  <a:cubicBezTo>
                    <a:pt x="31824" y="4377"/>
                    <a:pt x="33131" y="10973"/>
                    <a:pt x="30761" y="16718"/>
                  </a:cubicBezTo>
                  <a:cubicBezTo>
                    <a:pt x="28390" y="22432"/>
                    <a:pt x="22767" y="26171"/>
                    <a:pt x="16566" y="26171"/>
                  </a:cubicBezTo>
                  <a:cubicBezTo>
                    <a:pt x="10365" y="26171"/>
                    <a:pt x="4772" y="22432"/>
                    <a:pt x="2401" y="16718"/>
                  </a:cubicBezTo>
                  <a:cubicBezTo>
                    <a:pt x="0" y="10973"/>
                    <a:pt x="1338" y="4377"/>
                    <a:pt x="5715" y="0"/>
                  </a:cubicBezTo>
                </a:path>
              </a:pathLst>
            </a:custGeom>
            <a:noFill/>
            <a:ln cap="flat" cmpd="sng" w="66875">
              <a:solidFill>
                <a:srgbClr val="E4BEB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41"/>
            <p:cNvSpPr/>
            <p:nvPr/>
          </p:nvSpPr>
          <p:spPr>
            <a:xfrm>
              <a:off x="2194575" y="241175"/>
              <a:ext cx="488650" cy="488650"/>
            </a:xfrm>
            <a:custGeom>
              <a:rect b="b" l="l" r="r" t="t"/>
              <a:pathLst>
                <a:path extrusionOk="0" fill="none" h="19546" w="19546">
                  <a:moveTo>
                    <a:pt x="19545" y="9758"/>
                  </a:moveTo>
                  <a:cubicBezTo>
                    <a:pt x="19545" y="15168"/>
                    <a:pt x="15168" y="19545"/>
                    <a:pt x="9758" y="19545"/>
                  </a:cubicBezTo>
                  <a:cubicBezTo>
                    <a:pt x="4378" y="19545"/>
                    <a:pt x="1" y="15168"/>
                    <a:pt x="1" y="9758"/>
                  </a:cubicBezTo>
                  <a:cubicBezTo>
                    <a:pt x="1" y="4378"/>
                    <a:pt x="4378" y="1"/>
                    <a:pt x="9758" y="1"/>
                  </a:cubicBezTo>
                  <a:cubicBezTo>
                    <a:pt x="15168" y="1"/>
                    <a:pt x="19545" y="4378"/>
                    <a:pt x="19545" y="9758"/>
                  </a:cubicBezTo>
                  <a:close/>
                </a:path>
              </a:pathLst>
            </a:custGeom>
            <a:solidFill>
              <a:schemeClr val="lt2"/>
            </a:solidFill>
            <a:ln cap="flat" cmpd="sng" w="3810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77" name="Shape 6077"/>
        <p:cNvGrpSpPr/>
        <p:nvPr/>
      </p:nvGrpSpPr>
      <p:grpSpPr>
        <a:xfrm>
          <a:off x="0" y="0"/>
          <a:ext cx="0" cy="0"/>
          <a:chOff x="0" y="0"/>
          <a:chExt cx="0" cy="0"/>
        </a:xfrm>
      </p:grpSpPr>
      <p:sp>
        <p:nvSpPr>
          <p:cNvPr id="6078" name="Google Shape;6078;p42"/>
          <p:cNvSpPr/>
          <p:nvPr/>
        </p:nvSpPr>
        <p:spPr>
          <a:xfrm>
            <a:off x="1609690" y="1682312"/>
            <a:ext cx="1586081" cy="1445152"/>
          </a:xfrm>
          <a:custGeom>
            <a:rect b="b" l="l" r="r" t="t"/>
            <a:pathLst>
              <a:path extrusionOk="0" h="55169" w="60549">
                <a:moveTo>
                  <a:pt x="30289" y="0"/>
                </a:moveTo>
                <a:cubicBezTo>
                  <a:pt x="23230" y="0"/>
                  <a:pt x="16171" y="2690"/>
                  <a:pt x="10791" y="8070"/>
                </a:cubicBezTo>
                <a:cubicBezTo>
                  <a:pt x="0" y="18861"/>
                  <a:pt x="0" y="36308"/>
                  <a:pt x="10791" y="47098"/>
                </a:cubicBezTo>
                <a:cubicBezTo>
                  <a:pt x="16171" y="52478"/>
                  <a:pt x="23230" y="55168"/>
                  <a:pt x="30289" y="55168"/>
                </a:cubicBezTo>
                <a:cubicBezTo>
                  <a:pt x="37349" y="55168"/>
                  <a:pt x="44408" y="52478"/>
                  <a:pt x="49788" y="47098"/>
                </a:cubicBezTo>
                <a:cubicBezTo>
                  <a:pt x="60548" y="36308"/>
                  <a:pt x="60548" y="18861"/>
                  <a:pt x="49788" y="8070"/>
                </a:cubicBezTo>
                <a:cubicBezTo>
                  <a:pt x="44408" y="2690"/>
                  <a:pt x="37349" y="0"/>
                  <a:pt x="30289" y="0"/>
                </a:cubicBezTo>
                <a:close/>
              </a:path>
            </a:pathLst>
          </a:custGeom>
          <a:noFill/>
          <a:ln cap="flat" cmpd="sng" w="762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42"/>
          <p:cNvSpPr txBox="1"/>
          <p:nvPr>
            <p:ph type="title"/>
          </p:nvPr>
        </p:nvSpPr>
        <p:spPr>
          <a:xfrm>
            <a:off x="715100" y="3266525"/>
            <a:ext cx="3267600" cy="654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About the patient</a:t>
            </a:r>
            <a:endParaRPr/>
          </a:p>
        </p:txBody>
      </p:sp>
      <p:sp>
        <p:nvSpPr>
          <p:cNvPr id="6080" name="Google Shape;6080;p42"/>
          <p:cNvSpPr txBox="1"/>
          <p:nvPr>
            <p:ph idx="1" type="subTitle"/>
          </p:nvPr>
        </p:nvSpPr>
        <p:spPr>
          <a:xfrm>
            <a:off x="715100" y="3969275"/>
            <a:ext cx="4157400" cy="280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sp>
        <p:nvSpPr>
          <p:cNvPr id="6081" name="Google Shape;6081;p42"/>
          <p:cNvSpPr txBox="1"/>
          <p:nvPr>
            <p:ph idx="2" type="title"/>
          </p:nvPr>
        </p:nvSpPr>
        <p:spPr>
          <a:xfrm>
            <a:off x="1288100" y="1971772"/>
            <a:ext cx="2186700" cy="93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6082" name="Google Shape;6082;p42"/>
          <p:cNvSpPr/>
          <p:nvPr/>
        </p:nvSpPr>
        <p:spPr>
          <a:xfrm>
            <a:off x="2666787" y="1612258"/>
            <a:ext cx="378530" cy="37696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83" name="Google Shape;6083;p42"/>
          <p:cNvGrpSpPr/>
          <p:nvPr/>
        </p:nvGrpSpPr>
        <p:grpSpPr>
          <a:xfrm rot="10800000">
            <a:off x="5829259" y="2767940"/>
            <a:ext cx="1123988" cy="1211934"/>
            <a:chOff x="145150" y="80100"/>
            <a:chExt cx="1699150" cy="1832100"/>
          </a:xfrm>
        </p:grpSpPr>
        <p:sp>
          <p:nvSpPr>
            <p:cNvPr id="6084" name="Google Shape;6084;p42"/>
            <p:cNvSpPr/>
            <p:nvPr/>
          </p:nvSpPr>
          <p:spPr>
            <a:xfrm>
              <a:off x="145150" y="212300"/>
              <a:ext cx="1566925" cy="1566925"/>
            </a:xfrm>
            <a:custGeom>
              <a:rect b="b" l="l" r="r" t="t"/>
              <a:pathLst>
                <a:path extrusionOk="0" h="62677" w="62677">
                  <a:moveTo>
                    <a:pt x="31339" y="1"/>
                  </a:moveTo>
                  <a:cubicBezTo>
                    <a:pt x="14043" y="1"/>
                    <a:pt x="1" y="14044"/>
                    <a:pt x="1" y="31339"/>
                  </a:cubicBezTo>
                  <a:cubicBezTo>
                    <a:pt x="1" y="48664"/>
                    <a:pt x="14043" y="62677"/>
                    <a:pt x="31339" y="62677"/>
                  </a:cubicBezTo>
                  <a:cubicBezTo>
                    <a:pt x="48664" y="62677"/>
                    <a:pt x="62677" y="48664"/>
                    <a:pt x="62677" y="31339"/>
                  </a:cubicBezTo>
                  <a:cubicBezTo>
                    <a:pt x="62677" y="14044"/>
                    <a:pt x="48664" y="1"/>
                    <a:pt x="31339" y="1"/>
                  </a:cubicBezTo>
                  <a:close/>
                </a:path>
              </a:pathLst>
            </a:custGeom>
            <a:solidFill>
              <a:srgbClr val="E4BE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42"/>
            <p:cNvSpPr/>
            <p:nvPr/>
          </p:nvSpPr>
          <p:spPr>
            <a:xfrm>
              <a:off x="928600" y="80100"/>
              <a:ext cx="915700" cy="1832100"/>
            </a:xfrm>
            <a:custGeom>
              <a:rect b="b" l="l" r="r" t="t"/>
              <a:pathLst>
                <a:path extrusionOk="0" fill="none" h="73284" w="36628">
                  <a:moveTo>
                    <a:pt x="1" y="0"/>
                  </a:moveTo>
                  <a:cubicBezTo>
                    <a:pt x="20244" y="0"/>
                    <a:pt x="36627" y="16414"/>
                    <a:pt x="36627" y="36627"/>
                  </a:cubicBezTo>
                  <a:cubicBezTo>
                    <a:pt x="36627" y="56870"/>
                    <a:pt x="20244" y="73284"/>
                    <a:pt x="1" y="73284"/>
                  </a:cubicBezTo>
                </a:path>
              </a:pathLst>
            </a:custGeom>
            <a:noFill/>
            <a:ln cap="flat" cmpd="sng" w="94975">
              <a:solidFill>
                <a:srgbClr val="96A8AC"/>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86" name="Google Shape;6086;p42"/>
          <p:cNvSpPr/>
          <p:nvPr/>
        </p:nvSpPr>
        <p:spPr>
          <a:xfrm rot="10800000">
            <a:off x="5324181" y="4170623"/>
            <a:ext cx="303975" cy="152025"/>
          </a:xfrm>
          <a:custGeom>
            <a:rect b="b" l="l" r="r" t="t"/>
            <a:pathLst>
              <a:path extrusionOk="0" fill="none" h="6081" w="12159">
                <a:moveTo>
                  <a:pt x="0" y="6080"/>
                </a:moveTo>
                <a:cubicBezTo>
                  <a:pt x="0" y="2737"/>
                  <a:pt x="2736" y="1"/>
                  <a:pt x="6079" y="1"/>
                </a:cubicBezTo>
                <a:cubicBezTo>
                  <a:pt x="9453" y="1"/>
                  <a:pt x="12158" y="2737"/>
                  <a:pt x="12158" y="6080"/>
                </a:cubicBezTo>
              </a:path>
            </a:pathLst>
          </a:custGeom>
          <a:noFill/>
          <a:ln cap="flat" cmpd="sng" w="57000">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42"/>
          <p:cNvSpPr/>
          <p:nvPr/>
        </p:nvSpPr>
        <p:spPr>
          <a:xfrm>
            <a:off x="5380400" y="3979875"/>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88" name="Google Shape;6088;p42"/>
          <p:cNvGrpSpPr/>
          <p:nvPr/>
        </p:nvGrpSpPr>
        <p:grpSpPr>
          <a:xfrm>
            <a:off x="6953250" y="2113675"/>
            <a:ext cx="828300" cy="654275"/>
            <a:chOff x="2024375" y="213075"/>
            <a:chExt cx="828300" cy="654275"/>
          </a:xfrm>
        </p:grpSpPr>
        <p:sp>
          <p:nvSpPr>
            <p:cNvPr id="6089" name="Google Shape;6089;p42"/>
            <p:cNvSpPr/>
            <p:nvPr/>
          </p:nvSpPr>
          <p:spPr>
            <a:xfrm>
              <a:off x="2024375" y="213075"/>
              <a:ext cx="828300" cy="654275"/>
            </a:xfrm>
            <a:custGeom>
              <a:rect b="b" l="l" r="r" t="t"/>
              <a:pathLst>
                <a:path extrusionOk="0" fill="none" h="26171" w="33132">
                  <a:moveTo>
                    <a:pt x="27417" y="0"/>
                  </a:moveTo>
                  <a:cubicBezTo>
                    <a:pt x="31824" y="4377"/>
                    <a:pt x="33131" y="10973"/>
                    <a:pt x="30761" y="16718"/>
                  </a:cubicBezTo>
                  <a:cubicBezTo>
                    <a:pt x="28390" y="22432"/>
                    <a:pt x="22767" y="26171"/>
                    <a:pt x="16566" y="26171"/>
                  </a:cubicBezTo>
                  <a:cubicBezTo>
                    <a:pt x="10365" y="26171"/>
                    <a:pt x="4772" y="22432"/>
                    <a:pt x="2401" y="16718"/>
                  </a:cubicBezTo>
                  <a:cubicBezTo>
                    <a:pt x="0" y="10973"/>
                    <a:pt x="1338" y="4377"/>
                    <a:pt x="5715" y="0"/>
                  </a:cubicBezTo>
                </a:path>
              </a:pathLst>
            </a:custGeom>
            <a:noFill/>
            <a:ln cap="flat" cmpd="sng" w="66875">
              <a:solidFill>
                <a:srgbClr val="E4BEB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42"/>
            <p:cNvSpPr/>
            <p:nvPr/>
          </p:nvSpPr>
          <p:spPr>
            <a:xfrm>
              <a:off x="2194575" y="241175"/>
              <a:ext cx="488650" cy="488650"/>
            </a:xfrm>
            <a:custGeom>
              <a:rect b="b" l="l" r="r" t="t"/>
              <a:pathLst>
                <a:path extrusionOk="0" fill="none" h="19546" w="19546">
                  <a:moveTo>
                    <a:pt x="19545" y="9758"/>
                  </a:moveTo>
                  <a:cubicBezTo>
                    <a:pt x="19545" y="15168"/>
                    <a:pt x="15168" y="19545"/>
                    <a:pt x="9758" y="19545"/>
                  </a:cubicBezTo>
                  <a:cubicBezTo>
                    <a:pt x="4378" y="19545"/>
                    <a:pt x="1" y="15168"/>
                    <a:pt x="1" y="9758"/>
                  </a:cubicBezTo>
                  <a:cubicBezTo>
                    <a:pt x="1" y="4378"/>
                    <a:pt x="4378" y="1"/>
                    <a:pt x="9758" y="1"/>
                  </a:cubicBezTo>
                  <a:cubicBezTo>
                    <a:pt x="15168" y="1"/>
                    <a:pt x="19545" y="4378"/>
                    <a:pt x="19545" y="9758"/>
                  </a:cubicBezTo>
                  <a:close/>
                </a:path>
              </a:pathLst>
            </a:custGeom>
            <a:solidFill>
              <a:schemeClr val="lt2"/>
            </a:solidFill>
            <a:ln cap="flat" cmpd="sng" w="3810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91" name="Google Shape;6091;p42"/>
          <p:cNvSpPr/>
          <p:nvPr/>
        </p:nvSpPr>
        <p:spPr>
          <a:xfrm rot="-5400000">
            <a:off x="3594994" y="501273"/>
            <a:ext cx="303975" cy="152025"/>
          </a:xfrm>
          <a:custGeom>
            <a:rect b="b" l="l" r="r" t="t"/>
            <a:pathLst>
              <a:path extrusionOk="0" fill="none" h="6081" w="12159">
                <a:moveTo>
                  <a:pt x="0" y="6080"/>
                </a:moveTo>
                <a:cubicBezTo>
                  <a:pt x="0" y="2737"/>
                  <a:pt x="2736" y="1"/>
                  <a:pt x="6079" y="1"/>
                </a:cubicBezTo>
                <a:cubicBezTo>
                  <a:pt x="9453" y="1"/>
                  <a:pt x="12158" y="2737"/>
                  <a:pt x="12158" y="6080"/>
                </a:cubicBezTo>
              </a:path>
            </a:pathLst>
          </a:custGeom>
          <a:noFill/>
          <a:ln cap="flat" cmpd="sng" w="57000">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92" name="Google Shape;6092;p42"/>
          <p:cNvGrpSpPr/>
          <p:nvPr/>
        </p:nvGrpSpPr>
        <p:grpSpPr>
          <a:xfrm>
            <a:off x="5748577" y="1612240"/>
            <a:ext cx="812240" cy="779010"/>
            <a:chOff x="76650" y="3861300"/>
            <a:chExt cx="1531950" cy="1469275"/>
          </a:xfrm>
        </p:grpSpPr>
        <p:sp>
          <p:nvSpPr>
            <p:cNvPr id="6093" name="Google Shape;6093;p42"/>
            <p:cNvSpPr/>
            <p:nvPr/>
          </p:nvSpPr>
          <p:spPr>
            <a:xfrm>
              <a:off x="76650" y="3861300"/>
              <a:ext cx="1513725" cy="1379225"/>
            </a:xfrm>
            <a:custGeom>
              <a:rect b="b" l="l" r="r" t="t"/>
              <a:pathLst>
                <a:path extrusionOk="0" h="55169" w="60549">
                  <a:moveTo>
                    <a:pt x="30289" y="0"/>
                  </a:moveTo>
                  <a:cubicBezTo>
                    <a:pt x="23230" y="0"/>
                    <a:pt x="16171" y="2690"/>
                    <a:pt x="10791" y="8070"/>
                  </a:cubicBezTo>
                  <a:cubicBezTo>
                    <a:pt x="0" y="18861"/>
                    <a:pt x="0" y="36308"/>
                    <a:pt x="10791" y="47098"/>
                  </a:cubicBezTo>
                  <a:cubicBezTo>
                    <a:pt x="16171" y="52478"/>
                    <a:pt x="23230" y="55168"/>
                    <a:pt x="30289" y="55168"/>
                  </a:cubicBezTo>
                  <a:cubicBezTo>
                    <a:pt x="37349" y="55168"/>
                    <a:pt x="44408" y="52478"/>
                    <a:pt x="49788" y="47098"/>
                  </a:cubicBezTo>
                  <a:cubicBezTo>
                    <a:pt x="60548" y="36308"/>
                    <a:pt x="60548" y="18861"/>
                    <a:pt x="49788" y="8070"/>
                  </a:cubicBezTo>
                  <a:cubicBezTo>
                    <a:pt x="44408" y="2690"/>
                    <a:pt x="37349" y="0"/>
                    <a:pt x="30289" y="0"/>
                  </a:cubicBezTo>
                  <a:close/>
                </a:path>
              </a:pathLst>
            </a:custGeom>
            <a:solidFill>
              <a:srgbClr val="96A8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42"/>
            <p:cNvSpPr/>
            <p:nvPr/>
          </p:nvSpPr>
          <p:spPr>
            <a:xfrm>
              <a:off x="919350" y="4640575"/>
              <a:ext cx="689250" cy="690000"/>
            </a:xfrm>
            <a:custGeom>
              <a:rect b="b" l="l" r="r" t="t"/>
              <a:pathLst>
                <a:path extrusionOk="0" fill="none" h="27600" w="27570">
                  <a:moveTo>
                    <a:pt x="27570" y="0"/>
                  </a:moveTo>
                  <a:cubicBezTo>
                    <a:pt x="27570" y="15228"/>
                    <a:pt x="15229" y="27599"/>
                    <a:pt x="1" y="27599"/>
                  </a:cubicBezTo>
                </a:path>
              </a:pathLst>
            </a:custGeom>
            <a:noFill/>
            <a:ln cap="flat" cmpd="sng" w="66875">
              <a:solidFill>
                <a:srgbClr val="E4BEB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5" name="Google Shape;6095;p42"/>
          <p:cNvGrpSpPr/>
          <p:nvPr/>
        </p:nvGrpSpPr>
        <p:grpSpPr>
          <a:xfrm>
            <a:off x="5193463" y="2868175"/>
            <a:ext cx="378450" cy="379225"/>
            <a:chOff x="4811650" y="1895450"/>
            <a:chExt cx="378450" cy="379225"/>
          </a:xfrm>
        </p:grpSpPr>
        <p:sp>
          <p:nvSpPr>
            <p:cNvPr id="6096" name="Google Shape;6096;p42"/>
            <p:cNvSpPr/>
            <p:nvPr/>
          </p:nvSpPr>
          <p:spPr>
            <a:xfrm>
              <a:off x="4811650" y="1895450"/>
              <a:ext cx="378450" cy="379225"/>
            </a:xfrm>
            <a:custGeom>
              <a:rect b="b" l="l" r="r" t="t"/>
              <a:pathLst>
                <a:path extrusionOk="0" fill="none" h="15169" w="15138">
                  <a:moveTo>
                    <a:pt x="9119" y="882"/>
                  </a:moveTo>
                  <a:cubicBezTo>
                    <a:pt x="12828" y="1733"/>
                    <a:pt x="15138" y="5442"/>
                    <a:pt x="14256" y="9150"/>
                  </a:cubicBezTo>
                  <a:cubicBezTo>
                    <a:pt x="13405" y="12858"/>
                    <a:pt x="9697" y="15168"/>
                    <a:pt x="5989" y="14287"/>
                  </a:cubicBezTo>
                  <a:cubicBezTo>
                    <a:pt x="2280" y="13436"/>
                    <a:pt x="1" y="9728"/>
                    <a:pt x="852" y="6019"/>
                  </a:cubicBezTo>
                  <a:cubicBezTo>
                    <a:pt x="1733" y="2311"/>
                    <a:pt x="5441" y="1"/>
                    <a:pt x="9119" y="882"/>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42"/>
            <p:cNvSpPr/>
            <p:nvPr/>
          </p:nvSpPr>
          <p:spPr>
            <a:xfrm>
              <a:off x="4882325" y="1966125"/>
              <a:ext cx="236350" cy="237125"/>
            </a:xfrm>
            <a:custGeom>
              <a:rect b="b" l="l" r="r" t="t"/>
              <a:pathLst>
                <a:path extrusionOk="0" fill="none" h="9485" w="9454">
                  <a:moveTo>
                    <a:pt x="9453" y="4742"/>
                  </a:moveTo>
                  <a:cubicBezTo>
                    <a:pt x="9453" y="7356"/>
                    <a:pt x="7356" y="9484"/>
                    <a:pt x="4742" y="9484"/>
                  </a:cubicBezTo>
                  <a:cubicBezTo>
                    <a:pt x="2128" y="9484"/>
                    <a:pt x="0" y="7356"/>
                    <a:pt x="0" y="4742"/>
                  </a:cubicBezTo>
                  <a:cubicBezTo>
                    <a:pt x="0" y="2128"/>
                    <a:pt x="2128" y="1"/>
                    <a:pt x="4742" y="1"/>
                  </a:cubicBezTo>
                  <a:cubicBezTo>
                    <a:pt x="7356" y="1"/>
                    <a:pt x="9453" y="2128"/>
                    <a:pt x="9453" y="4742"/>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42"/>
            <p:cNvSpPr/>
            <p:nvPr/>
          </p:nvSpPr>
          <p:spPr>
            <a:xfrm>
              <a:off x="4928675" y="2012475"/>
              <a:ext cx="143650" cy="144425"/>
            </a:xfrm>
            <a:custGeom>
              <a:rect b="b" l="l" r="r" t="t"/>
              <a:pathLst>
                <a:path extrusionOk="0" fill="none" h="5777" w="5746">
                  <a:moveTo>
                    <a:pt x="5745" y="2888"/>
                  </a:moveTo>
                  <a:cubicBezTo>
                    <a:pt x="5745" y="4499"/>
                    <a:pt x="4469" y="5776"/>
                    <a:pt x="2888" y="5776"/>
                  </a:cubicBezTo>
                  <a:cubicBezTo>
                    <a:pt x="1277" y="5776"/>
                    <a:pt x="1" y="4499"/>
                    <a:pt x="1" y="2888"/>
                  </a:cubicBezTo>
                  <a:cubicBezTo>
                    <a:pt x="1" y="1308"/>
                    <a:pt x="1277" y="1"/>
                    <a:pt x="2888" y="1"/>
                  </a:cubicBezTo>
                  <a:cubicBezTo>
                    <a:pt x="4469" y="1"/>
                    <a:pt x="5745" y="1308"/>
                    <a:pt x="5745" y="2888"/>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42"/>
            <p:cNvSpPr/>
            <p:nvPr/>
          </p:nvSpPr>
          <p:spPr>
            <a:xfrm>
              <a:off x="4968950" y="2053525"/>
              <a:ext cx="63100" cy="63100"/>
            </a:xfrm>
            <a:custGeom>
              <a:rect b="b" l="l" r="r" t="t"/>
              <a:pathLst>
                <a:path extrusionOk="0" fill="none" h="2524" w="2524">
                  <a:moveTo>
                    <a:pt x="2523" y="1246"/>
                  </a:moveTo>
                  <a:cubicBezTo>
                    <a:pt x="2523" y="1946"/>
                    <a:pt x="1946" y="2523"/>
                    <a:pt x="1277" y="2523"/>
                  </a:cubicBezTo>
                  <a:cubicBezTo>
                    <a:pt x="578" y="2523"/>
                    <a:pt x="1" y="1946"/>
                    <a:pt x="1" y="1246"/>
                  </a:cubicBezTo>
                  <a:cubicBezTo>
                    <a:pt x="1" y="578"/>
                    <a:pt x="578" y="0"/>
                    <a:pt x="1277" y="0"/>
                  </a:cubicBezTo>
                  <a:cubicBezTo>
                    <a:pt x="1946" y="0"/>
                    <a:pt x="2523" y="578"/>
                    <a:pt x="2523" y="1246"/>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00" name="Google Shape;6100;p42"/>
          <p:cNvSpPr/>
          <p:nvPr/>
        </p:nvSpPr>
        <p:spPr>
          <a:xfrm>
            <a:off x="4580300" y="3504125"/>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04" name="Shape 6104"/>
        <p:cNvGrpSpPr/>
        <p:nvPr/>
      </p:nvGrpSpPr>
      <p:grpSpPr>
        <a:xfrm>
          <a:off x="0" y="0"/>
          <a:ext cx="0" cy="0"/>
          <a:chOff x="0" y="0"/>
          <a:chExt cx="0" cy="0"/>
        </a:xfrm>
      </p:grpSpPr>
      <p:sp>
        <p:nvSpPr>
          <p:cNvPr id="6105" name="Google Shape;6105;p43"/>
          <p:cNvSpPr/>
          <p:nvPr/>
        </p:nvSpPr>
        <p:spPr>
          <a:xfrm>
            <a:off x="1538810" y="1613509"/>
            <a:ext cx="702131" cy="639141"/>
          </a:xfrm>
          <a:custGeom>
            <a:rect b="b" l="l" r="r" t="t"/>
            <a:pathLst>
              <a:path extrusionOk="0" h="32231" w="35412">
                <a:moveTo>
                  <a:pt x="17702" y="0"/>
                </a:moveTo>
                <a:cubicBezTo>
                  <a:pt x="10394" y="0"/>
                  <a:pt x="3782" y="5013"/>
                  <a:pt x="2037" y="12437"/>
                </a:cubicBezTo>
                <a:cubicBezTo>
                  <a:pt x="0" y="21100"/>
                  <a:pt x="5350" y="29763"/>
                  <a:pt x="14013" y="31799"/>
                </a:cubicBezTo>
                <a:cubicBezTo>
                  <a:pt x="15252" y="32090"/>
                  <a:pt x="16491" y="32230"/>
                  <a:pt x="17711" y="32230"/>
                </a:cubicBezTo>
                <a:cubicBezTo>
                  <a:pt x="25018" y="32230"/>
                  <a:pt x="31630" y="27221"/>
                  <a:pt x="33375" y="19823"/>
                </a:cubicBezTo>
                <a:cubicBezTo>
                  <a:pt x="35411" y="11161"/>
                  <a:pt x="30062" y="2467"/>
                  <a:pt x="21399" y="431"/>
                </a:cubicBezTo>
                <a:cubicBezTo>
                  <a:pt x="20160" y="140"/>
                  <a:pt x="18921" y="0"/>
                  <a:pt x="17702" y="0"/>
                </a:cubicBezTo>
                <a:close/>
              </a:path>
            </a:pathLst>
          </a:cu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43"/>
          <p:cNvSpPr/>
          <p:nvPr/>
        </p:nvSpPr>
        <p:spPr>
          <a:xfrm>
            <a:off x="6904732" y="1613509"/>
            <a:ext cx="702131" cy="639141"/>
          </a:xfrm>
          <a:custGeom>
            <a:rect b="b" l="l" r="r" t="t"/>
            <a:pathLst>
              <a:path extrusionOk="0" h="32231" w="35412">
                <a:moveTo>
                  <a:pt x="17702" y="0"/>
                </a:moveTo>
                <a:cubicBezTo>
                  <a:pt x="10394" y="0"/>
                  <a:pt x="3782" y="5013"/>
                  <a:pt x="2037" y="12437"/>
                </a:cubicBezTo>
                <a:cubicBezTo>
                  <a:pt x="0" y="21100"/>
                  <a:pt x="5350" y="29763"/>
                  <a:pt x="14013" y="31799"/>
                </a:cubicBezTo>
                <a:cubicBezTo>
                  <a:pt x="15252" y="32090"/>
                  <a:pt x="16491" y="32230"/>
                  <a:pt x="17711" y="32230"/>
                </a:cubicBezTo>
                <a:cubicBezTo>
                  <a:pt x="25018" y="32230"/>
                  <a:pt x="31630" y="27221"/>
                  <a:pt x="33375" y="19823"/>
                </a:cubicBezTo>
                <a:cubicBezTo>
                  <a:pt x="35411" y="11161"/>
                  <a:pt x="30062" y="2467"/>
                  <a:pt x="21399" y="431"/>
                </a:cubicBezTo>
                <a:cubicBezTo>
                  <a:pt x="20160" y="140"/>
                  <a:pt x="18921" y="0"/>
                  <a:pt x="17702" y="0"/>
                </a:cubicBezTo>
                <a:close/>
              </a:path>
            </a:pathLst>
          </a:cu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43"/>
          <p:cNvSpPr/>
          <p:nvPr/>
        </p:nvSpPr>
        <p:spPr>
          <a:xfrm>
            <a:off x="4219229" y="1613509"/>
            <a:ext cx="702131" cy="639141"/>
          </a:xfrm>
          <a:custGeom>
            <a:rect b="b" l="l" r="r" t="t"/>
            <a:pathLst>
              <a:path extrusionOk="0" h="32231" w="35412">
                <a:moveTo>
                  <a:pt x="17702" y="0"/>
                </a:moveTo>
                <a:cubicBezTo>
                  <a:pt x="10394" y="0"/>
                  <a:pt x="3782" y="5013"/>
                  <a:pt x="2037" y="12437"/>
                </a:cubicBezTo>
                <a:cubicBezTo>
                  <a:pt x="0" y="21100"/>
                  <a:pt x="5350" y="29763"/>
                  <a:pt x="14013" y="31799"/>
                </a:cubicBezTo>
                <a:cubicBezTo>
                  <a:pt x="15252" y="32090"/>
                  <a:pt x="16491" y="32230"/>
                  <a:pt x="17711" y="32230"/>
                </a:cubicBezTo>
                <a:cubicBezTo>
                  <a:pt x="25018" y="32230"/>
                  <a:pt x="31630" y="27221"/>
                  <a:pt x="33375" y="19823"/>
                </a:cubicBezTo>
                <a:cubicBezTo>
                  <a:pt x="35411" y="11161"/>
                  <a:pt x="30062" y="2467"/>
                  <a:pt x="21399" y="431"/>
                </a:cubicBezTo>
                <a:cubicBezTo>
                  <a:pt x="20160" y="140"/>
                  <a:pt x="18921" y="0"/>
                  <a:pt x="17702" y="0"/>
                </a:cubicBezTo>
                <a:close/>
              </a:path>
            </a:pathLst>
          </a:cu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43"/>
          <p:cNvSpPr txBox="1"/>
          <p:nvPr>
            <p:ph idx="6"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a:t>
            </a:r>
            <a:r>
              <a:rPr lang="en"/>
              <a:t>dentifying information</a:t>
            </a:r>
            <a:endParaRPr/>
          </a:p>
        </p:txBody>
      </p:sp>
      <p:sp>
        <p:nvSpPr>
          <p:cNvPr id="6109" name="Google Shape;6109;p43"/>
          <p:cNvSpPr txBox="1"/>
          <p:nvPr>
            <p:ph type="title"/>
          </p:nvPr>
        </p:nvSpPr>
        <p:spPr>
          <a:xfrm>
            <a:off x="720000" y="2410441"/>
            <a:ext cx="2336400" cy="355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Bone</a:t>
            </a:r>
            <a:endParaRPr/>
          </a:p>
        </p:txBody>
      </p:sp>
      <p:sp>
        <p:nvSpPr>
          <p:cNvPr id="6110" name="Google Shape;6110;p43"/>
          <p:cNvSpPr txBox="1"/>
          <p:nvPr>
            <p:ph idx="1" type="subTitle"/>
          </p:nvPr>
        </p:nvSpPr>
        <p:spPr>
          <a:xfrm>
            <a:off x="720000" y="2807239"/>
            <a:ext cx="2336400" cy="739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it’s a cold place. It’s full of iron oxide dust, which gives the planet its reddish cast</a:t>
            </a:r>
            <a:endParaRPr/>
          </a:p>
        </p:txBody>
      </p:sp>
      <p:sp>
        <p:nvSpPr>
          <p:cNvPr id="6111" name="Google Shape;6111;p43"/>
          <p:cNvSpPr txBox="1"/>
          <p:nvPr>
            <p:ph idx="2" type="title"/>
          </p:nvPr>
        </p:nvSpPr>
        <p:spPr>
          <a:xfrm>
            <a:off x="3403800" y="2410441"/>
            <a:ext cx="2336400" cy="355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Brain</a:t>
            </a:r>
            <a:endParaRPr/>
          </a:p>
        </p:txBody>
      </p:sp>
      <p:sp>
        <p:nvSpPr>
          <p:cNvPr id="6112" name="Google Shape;6112;p43"/>
          <p:cNvSpPr txBox="1"/>
          <p:nvPr>
            <p:ph idx="3" type="subTitle"/>
          </p:nvPr>
        </p:nvSpPr>
        <p:spPr>
          <a:xfrm>
            <a:off x="3403800" y="2807239"/>
            <a:ext cx="2336400" cy="739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a gas giant and the biggest planet in the Solar System. It’s the fourth-brightest object in the sky</a:t>
            </a:r>
            <a:endParaRPr/>
          </a:p>
        </p:txBody>
      </p:sp>
      <p:sp>
        <p:nvSpPr>
          <p:cNvPr id="6113" name="Google Shape;6113;p43"/>
          <p:cNvSpPr txBox="1"/>
          <p:nvPr>
            <p:ph idx="4" type="title"/>
          </p:nvPr>
        </p:nvSpPr>
        <p:spPr>
          <a:xfrm>
            <a:off x="6087600" y="2410441"/>
            <a:ext cx="2336400" cy="355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Organs</a:t>
            </a:r>
            <a:endParaRPr/>
          </a:p>
        </p:txBody>
      </p:sp>
      <p:sp>
        <p:nvSpPr>
          <p:cNvPr id="6114" name="Google Shape;6114;p43"/>
          <p:cNvSpPr txBox="1"/>
          <p:nvPr>
            <p:ph idx="5" type="subTitle"/>
          </p:nvPr>
        </p:nvSpPr>
        <p:spPr>
          <a:xfrm>
            <a:off x="6087600" y="2807239"/>
            <a:ext cx="2336400" cy="739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the ringed planet. It’s a gas giant and is composed mostly of hydrogen and helium</a:t>
            </a:r>
            <a:endParaRPr/>
          </a:p>
        </p:txBody>
      </p:sp>
      <p:sp>
        <p:nvSpPr>
          <p:cNvPr id="6115" name="Google Shape;6115;p43"/>
          <p:cNvSpPr/>
          <p:nvPr/>
        </p:nvSpPr>
        <p:spPr>
          <a:xfrm flipH="1" rot="5400000">
            <a:off x="5859594" y="1985126"/>
            <a:ext cx="303975" cy="152025"/>
          </a:xfrm>
          <a:custGeom>
            <a:rect b="b" l="l" r="r" t="t"/>
            <a:pathLst>
              <a:path extrusionOk="0" fill="none" h="6081" w="12159">
                <a:moveTo>
                  <a:pt x="0" y="6080"/>
                </a:moveTo>
                <a:cubicBezTo>
                  <a:pt x="0" y="2737"/>
                  <a:pt x="2736" y="1"/>
                  <a:pt x="6079" y="1"/>
                </a:cubicBezTo>
                <a:cubicBezTo>
                  <a:pt x="9453" y="1"/>
                  <a:pt x="12158" y="2737"/>
                  <a:pt x="12158" y="6080"/>
                </a:cubicBezTo>
              </a:path>
            </a:pathLst>
          </a:custGeom>
          <a:noFill/>
          <a:ln cap="flat" cmpd="sng" w="57000">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43"/>
          <p:cNvSpPr/>
          <p:nvPr/>
        </p:nvSpPr>
        <p:spPr>
          <a:xfrm>
            <a:off x="5548675" y="4277363"/>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43"/>
          <p:cNvSpPr/>
          <p:nvPr/>
        </p:nvSpPr>
        <p:spPr>
          <a:xfrm>
            <a:off x="3134325" y="2191191"/>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18" name="Google Shape;6118;p43"/>
          <p:cNvGrpSpPr/>
          <p:nvPr/>
        </p:nvGrpSpPr>
        <p:grpSpPr>
          <a:xfrm>
            <a:off x="4392766" y="1757090"/>
            <a:ext cx="355063" cy="351984"/>
            <a:chOff x="-22859750" y="2335900"/>
            <a:chExt cx="296950" cy="294375"/>
          </a:xfrm>
        </p:grpSpPr>
        <p:sp>
          <p:nvSpPr>
            <p:cNvPr id="6119" name="Google Shape;6119;p43"/>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43"/>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43"/>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22" name="Google Shape;6122;p43"/>
          <p:cNvSpPr/>
          <p:nvPr/>
        </p:nvSpPr>
        <p:spPr>
          <a:xfrm>
            <a:off x="7079201" y="1755548"/>
            <a:ext cx="353180" cy="355063"/>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23" name="Google Shape;6123;p43"/>
          <p:cNvGrpSpPr/>
          <p:nvPr/>
        </p:nvGrpSpPr>
        <p:grpSpPr>
          <a:xfrm>
            <a:off x="1739702" y="1756492"/>
            <a:ext cx="310792" cy="353180"/>
            <a:chOff x="-26970350" y="2332550"/>
            <a:chExt cx="259925" cy="295375"/>
          </a:xfrm>
        </p:grpSpPr>
        <p:sp>
          <p:nvSpPr>
            <p:cNvPr id="6124" name="Google Shape;6124;p43"/>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43"/>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26" name="Google Shape;6126;p43"/>
          <p:cNvSpPr/>
          <p:nvPr/>
        </p:nvSpPr>
        <p:spPr>
          <a:xfrm rot="10800000">
            <a:off x="5299367" y="3678339"/>
            <a:ext cx="249320" cy="124706"/>
          </a:xfrm>
          <a:custGeom>
            <a:rect b="b" l="l" r="r" t="t"/>
            <a:pathLst>
              <a:path extrusionOk="0" fill="none" h="6081" w="12159">
                <a:moveTo>
                  <a:pt x="0" y="6080"/>
                </a:moveTo>
                <a:cubicBezTo>
                  <a:pt x="0" y="2737"/>
                  <a:pt x="2736" y="1"/>
                  <a:pt x="6079" y="1"/>
                </a:cubicBezTo>
                <a:cubicBezTo>
                  <a:pt x="9453" y="1"/>
                  <a:pt x="12158" y="2737"/>
                  <a:pt x="12158" y="6080"/>
                </a:cubicBezTo>
              </a:path>
            </a:pathLst>
          </a:custGeom>
          <a:noFill/>
          <a:ln cap="flat" cmpd="sng" w="57000">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27" name="Google Shape;6127;p43"/>
          <p:cNvGrpSpPr/>
          <p:nvPr/>
        </p:nvGrpSpPr>
        <p:grpSpPr>
          <a:xfrm rot="-5400000">
            <a:off x="5581586" y="4969080"/>
            <a:ext cx="2781299" cy="1048521"/>
            <a:chOff x="493175" y="2102150"/>
            <a:chExt cx="1201425" cy="452925"/>
          </a:xfrm>
        </p:grpSpPr>
        <p:sp>
          <p:nvSpPr>
            <p:cNvPr id="6128" name="Google Shape;6128;p43"/>
            <p:cNvSpPr/>
            <p:nvPr/>
          </p:nvSpPr>
          <p:spPr>
            <a:xfrm>
              <a:off x="1675575" y="2536050"/>
              <a:ext cx="19025" cy="19025"/>
            </a:xfrm>
            <a:custGeom>
              <a:rect b="b" l="l" r="r" t="t"/>
              <a:pathLst>
                <a:path extrusionOk="0" h="761" w="761">
                  <a:moveTo>
                    <a:pt x="365" y="1"/>
                  </a:moveTo>
                  <a:cubicBezTo>
                    <a:pt x="153" y="1"/>
                    <a:pt x="1" y="153"/>
                    <a:pt x="1" y="365"/>
                  </a:cubicBezTo>
                  <a:cubicBezTo>
                    <a:pt x="1" y="578"/>
                    <a:pt x="153"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43"/>
            <p:cNvSpPr/>
            <p:nvPr/>
          </p:nvSpPr>
          <p:spPr>
            <a:xfrm>
              <a:off x="1576800" y="2536050"/>
              <a:ext cx="19000" cy="19025"/>
            </a:xfrm>
            <a:custGeom>
              <a:rect b="b" l="l" r="r" t="t"/>
              <a:pathLst>
                <a:path extrusionOk="0" h="761" w="760">
                  <a:moveTo>
                    <a:pt x="365" y="1"/>
                  </a:moveTo>
                  <a:cubicBezTo>
                    <a:pt x="182" y="1"/>
                    <a:pt x="0" y="153"/>
                    <a:pt x="0" y="365"/>
                  </a:cubicBezTo>
                  <a:cubicBezTo>
                    <a:pt x="0" y="578"/>
                    <a:pt x="182"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43"/>
            <p:cNvSpPr/>
            <p:nvPr/>
          </p:nvSpPr>
          <p:spPr>
            <a:xfrm>
              <a:off x="14780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43"/>
            <p:cNvSpPr/>
            <p:nvPr/>
          </p:nvSpPr>
          <p:spPr>
            <a:xfrm>
              <a:off x="1379975" y="2536050"/>
              <a:ext cx="19025" cy="19025"/>
            </a:xfrm>
            <a:custGeom>
              <a:rect b="b" l="l" r="r" t="t"/>
              <a:pathLst>
                <a:path extrusionOk="0" h="761" w="761">
                  <a:moveTo>
                    <a:pt x="365" y="1"/>
                  </a:moveTo>
                  <a:cubicBezTo>
                    <a:pt x="153" y="1"/>
                    <a:pt x="1" y="153"/>
                    <a:pt x="1" y="365"/>
                  </a:cubicBezTo>
                  <a:cubicBezTo>
                    <a:pt x="1" y="578"/>
                    <a:pt x="153"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43"/>
            <p:cNvSpPr/>
            <p:nvPr/>
          </p:nvSpPr>
          <p:spPr>
            <a:xfrm>
              <a:off x="1281200" y="2536050"/>
              <a:ext cx="19025" cy="19025"/>
            </a:xfrm>
            <a:custGeom>
              <a:rect b="b" l="l" r="r" t="t"/>
              <a:pathLst>
                <a:path extrusionOk="0" h="761" w="761">
                  <a:moveTo>
                    <a:pt x="395" y="1"/>
                  </a:moveTo>
                  <a:cubicBezTo>
                    <a:pt x="183" y="1"/>
                    <a:pt x="0" y="153"/>
                    <a:pt x="0" y="365"/>
                  </a:cubicBezTo>
                  <a:cubicBezTo>
                    <a:pt x="0" y="578"/>
                    <a:pt x="183" y="760"/>
                    <a:pt x="395" y="760"/>
                  </a:cubicBezTo>
                  <a:cubicBezTo>
                    <a:pt x="578" y="760"/>
                    <a:pt x="760" y="578"/>
                    <a:pt x="760" y="365"/>
                  </a:cubicBezTo>
                  <a:cubicBezTo>
                    <a:pt x="760" y="15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43"/>
            <p:cNvSpPr/>
            <p:nvPr/>
          </p:nvSpPr>
          <p:spPr>
            <a:xfrm>
              <a:off x="11824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43"/>
            <p:cNvSpPr/>
            <p:nvPr/>
          </p:nvSpPr>
          <p:spPr>
            <a:xfrm>
              <a:off x="1084375" y="2536050"/>
              <a:ext cx="19025" cy="19025"/>
            </a:xfrm>
            <a:custGeom>
              <a:rect b="b" l="l" r="r" t="t"/>
              <a:pathLst>
                <a:path extrusionOk="0" h="761" w="761">
                  <a:moveTo>
                    <a:pt x="365" y="1"/>
                  </a:moveTo>
                  <a:cubicBezTo>
                    <a:pt x="153" y="1"/>
                    <a:pt x="1" y="153"/>
                    <a:pt x="1" y="365"/>
                  </a:cubicBezTo>
                  <a:cubicBezTo>
                    <a:pt x="1" y="578"/>
                    <a:pt x="153" y="760"/>
                    <a:pt x="365" y="760"/>
                  </a:cubicBezTo>
                  <a:cubicBezTo>
                    <a:pt x="578" y="760"/>
                    <a:pt x="761" y="578"/>
                    <a:pt x="761" y="365"/>
                  </a:cubicBezTo>
                  <a:cubicBezTo>
                    <a:pt x="761"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43"/>
            <p:cNvSpPr/>
            <p:nvPr/>
          </p:nvSpPr>
          <p:spPr>
            <a:xfrm>
              <a:off x="985600" y="2536050"/>
              <a:ext cx="19025" cy="19025"/>
            </a:xfrm>
            <a:custGeom>
              <a:rect b="b" l="l" r="r" t="t"/>
              <a:pathLst>
                <a:path extrusionOk="0" h="761" w="761">
                  <a:moveTo>
                    <a:pt x="365" y="1"/>
                  </a:moveTo>
                  <a:cubicBezTo>
                    <a:pt x="152" y="1"/>
                    <a:pt x="0" y="153"/>
                    <a:pt x="0" y="365"/>
                  </a:cubicBezTo>
                  <a:cubicBezTo>
                    <a:pt x="0" y="578"/>
                    <a:pt x="152"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43"/>
            <p:cNvSpPr/>
            <p:nvPr/>
          </p:nvSpPr>
          <p:spPr>
            <a:xfrm>
              <a:off x="8868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43"/>
            <p:cNvSpPr/>
            <p:nvPr/>
          </p:nvSpPr>
          <p:spPr>
            <a:xfrm>
              <a:off x="788025" y="2536050"/>
              <a:ext cx="19025" cy="19025"/>
            </a:xfrm>
            <a:custGeom>
              <a:rect b="b" l="l" r="r" t="t"/>
              <a:pathLst>
                <a:path extrusionOk="0" h="761" w="761">
                  <a:moveTo>
                    <a:pt x="395" y="1"/>
                  </a:moveTo>
                  <a:cubicBezTo>
                    <a:pt x="183" y="1"/>
                    <a:pt x="0" y="153"/>
                    <a:pt x="0" y="365"/>
                  </a:cubicBezTo>
                  <a:cubicBezTo>
                    <a:pt x="0" y="578"/>
                    <a:pt x="183" y="760"/>
                    <a:pt x="395" y="760"/>
                  </a:cubicBezTo>
                  <a:cubicBezTo>
                    <a:pt x="608" y="760"/>
                    <a:pt x="760" y="578"/>
                    <a:pt x="760" y="365"/>
                  </a:cubicBezTo>
                  <a:cubicBezTo>
                    <a:pt x="760" y="15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43"/>
            <p:cNvSpPr/>
            <p:nvPr/>
          </p:nvSpPr>
          <p:spPr>
            <a:xfrm>
              <a:off x="690000" y="2536050"/>
              <a:ext cx="19025" cy="19025"/>
            </a:xfrm>
            <a:custGeom>
              <a:rect b="b" l="l" r="r" t="t"/>
              <a:pathLst>
                <a:path extrusionOk="0" h="761" w="761">
                  <a:moveTo>
                    <a:pt x="365" y="1"/>
                  </a:moveTo>
                  <a:cubicBezTo>
                    <a:pt x="152" y="1"/>
                    <a:pt x="0" y="153"/>
                    <a:pt x="0" y="365"/>
                  </a:cubicBezTo>
                  <a:cubicBezTo>
                    <a:pt x="0" y="578"/>
                    <a:pt x="152" y="760"/>
                    <a:pt x="365" y="760"/>
                  </a:cubicBezTo>
                  <a:cubicBezTo>
                    <a:pt x="578" y="760"/>
                    <a:pt x="760" y="578"/>
                    <a:pt x="760" y="365"/>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43"/>
            <p:cNvSpPr/>
            <p:nvPr/>
          </p:nvSpPr>
          <p:spPr>
            <a:xfrm>
              <a:off x="591200" y="2536050"/>
              <a:ext cx="19025" cy="19025"/>
            </a:xfrm>
            <a:custGeom>
              <a:rect b="b" l="l" r="r" t="t"/>
              <a:pathLst>
                <a:path extrusionOk="0" h="761" w="761">
                  <a:moveTo>
                    <a:pt x="396" y="1"/>
                  </a:moveTo>
                  <a:cubicBezTo>
                    <a:pt x="183" y="1"/>
                    <a:pt x="1" y="153"/>
                    <a:pt x="1" y="365"/>
                  </a:cubicBezTo>
                  <a:cubicBezTo>
                    <a:pt x="1" y="578"/>
                    <a:pt x="183" y="760"/>
                    <a:pt x="396" y="760"/>
                  </a:cubicBezTo>
                  <a:cubicBezTo>
                    <a:pt x="609" y="760"/>
                    <a:pt x="761" y="578"/>
                    <a:pt x="761" y="365"/>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43"/>
            <p:cNvSpPr/>
            <p:nvPr/>
          </p:nvSpPr>
          <p:spPr>
            <a:xfrm>
              <a:off x="493175" y="2536050"/>
              <a:ext cx="19025" cy="19025"/>
            </a:xfrm>
            <a:custGeom>
              <a:rect b="b" l="l" r="r" t="t"/>
              <a:pathLst>
                <a:path extrusionOk="0" h="761" w="761">
                  <a:moveTo>
                    <a:pt x="366" y="1"/>
                  </a:moveTo>
                  <a:cubicBezTo>
                    <a:pt x="153" y="1"/>
                    <a:pt x="1" y="153"/>
                    <a:pt x="1" y="365"/>
                  </a:cubicBezTo>
                  <a:cubicBezTo>
                    <a:pt x="1" y="578"/>
                    <a:pt x="153" y="760"/>
                    <a:pt x="366" y="760"/>
                  </a:cubicBezTo>
                  <a:cubicBezTo>
                    <a:pt x="578" y="760"/>
                    <a:pt x="761" y="578"/>
                    <a:pt x="761" y="365"/>
                  </a:cubicBezTo>
                  <a:cubicBezTo>
                    <a:pt x="761" y="15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43"/>
            <p:cNvSpPr/>
            <p:nvPr/>
          </p:nvSpPr>
          <p:spPr>
            <a:xfrm>
              <a:off x="1675575" y="2449425"/>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43"/>
            <p:cNvSpPr/>
            <p:nvPr/>
          </p:nvSpPr>
          <p:spPr>
            <a:xfrm>
              <a:off x="1576800" y="2449425"/>
              <a:ext cx="19000" cy="19025"/>
            </a:xfrm>
            <a:custGeom>
              <a:rect b="b" l="l" r="r" t="t"/>
              <a:pathLst>
                <a:path extrusionOk="0" h="761" w="760">
                  <a:moveTo>
                    <a:pt x="365" y="0"/>
                  </a:moveTo>
                  <a:cubicBezTo>
                    <a:pt x="182" y="0"/>
                    <a:pt x="0" y="152"/>
                    <a:pt x="0" y="365"/>
                  </a:cubicBezTo>
                  <a:cubicBezTo>
                    <a:pt x="0" y="578"/>
                    <a:pt x="18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43"/>
            <p:cNvSpPr/>
            <p:nvPr/>
          </p:nvSpPr>
          <p:spPr>
            <a:xfrm>
              <a:off x="14780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43"/>
            <p:cNvSpPr/>
            <p:nvPr/>
          </p:nvSpPr>
          <p:spPr>
            <a:xfrm>
              <a:off x="1379975" y="2449425"/>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43"/>
            <p:cNvSpPr/>
            <p:nvPr/>
          </p:nvSpPr>
          <p:spPr>
            <a:xfrm>
              <a:off x="1281200" y="2449425"/>
              <a:ext cx="19025" cy="19025"/>
            </a:xfrm>
            <a:custGeom>
              <a:rect b="b" l="l" r="r" t="t"/>
              <a:pathLst>
                <a:path extrusionOk="0" h="761" w="761">
                  <a:moveTo>
                    <a:pt x="395" y="0"/>
                  </a:moveTo>
                  <a:cubicBezTo>
                    <a:pt x="183" y="0"/>
                    <a:pt x="0" y="152"/>
                    <a:pt x="0" y="365"/>
                  </a:cubicBezTo>
                  <a:cubicBezTo>
                    <a:pt x="0" y="578"/>
                    <a:pt x="183" y="760"/>
                    <a:pt x="395" y="760"/>
                  </a:cubicBezTo>
                  <a:cubicBezTo>
                    <a:pt x="578" y="760"/>
                    <a:pt x="760" y="578"/>
                    <a:pt x="760" y="365"/>
                  </a:cubicBezTo>
                  <a:cubicBezTo>
                    <a:pt x="760" y="152"/>
                    <a:pt x="57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43"/>
            <p:cNvSpPr/>
            <p:nvPr/>
          </p:nvSpPr>
          <p:spPr>
            <a:xfrm>
              <a:off x="11824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43"/>
            <p:cNvSpPr/>
            <p:nvPr/>
          </p:nvSpPr>
          <p:spPr>
            <a:xfrm>
              <a:off x="1084375" y="2449425"/>
              <a:ext cx="19025" cy="19025"/>
            </a:xfrm>
            <a:custGeom>
              <a:rect b="b" l="l" r="r" t="t"/>
              <a:pathLst>
                <a:path extrusionOk="0" h="761" w="761">
                  <a:moveTo>
                    <a:pt x="365" y="0"/>
                  </a:moveTo>
                  <a:cubicBezTo>
                    <a:pt x="153" y="0"/>
                    <a:pt x="1" y="152"/>
                    <a:pt x="1" y="365"/>
                  </a:cubicBezTo>
                  <a:cubicBezTo>
                    <a:pt x="1" y="578"/>
                    <a:pt x="153" y="760"/>
                    <a:pt x="365" y="760"/>
                  </a:cubicBezTo>
                  <a:cubicBezTo>
                    <a:pt x="578" y="760"/>
                    <a:pt x="761" y="578"/>
                    <a:pt x="761" y="365"/>
                  </a:cubicBezTo>
                  <a:cubicBezTo>
                    <a:pt x="761"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43"/>
            <p:cNvSpPr/>
            <p:nvPr/>
          </p:nvSpPr>
          <p:spPr>
            <a:xfrm>
              <a:off x="985600" y="2449425"/>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43"/>
            <p:cNvSpPr/>
            <p:nvPr/>
          </p:nvSpPr>
          <p:spPr>
            <a:xfrm>
              <a:off x="8868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43"/>
            <p:cNvSpPr/>
            <p:nvPr/>
          </p:nvSpPr>
          <p:spPr>
            <a:xfrm>
              <a:off x="788025" y="2449425"/>
              <a:ext cx="19025" cy="19025"/>
            </a:xfrm>
            <a:custGeom>
              <a:rect b="b" l="l" r="r" t="t"/>
              <a:pathLst>
                <a:path extrusionOk="0" h="761" w="761">
                  <a:moveTo>
                    <a:pt x="395" y="0"/>
                  </a:moveTo>
                  <a:cubicBezTo>
                    <a:pt x="183" y="0"/>
                    <a:pt x="0" y="152"/>
                    <a:pt x="0" y="365"/>
                  </a:cubicBezTo>
                  <a:cubicBezTo>
                    <a:pt x="0" y="578"/>
                    <a:pt x="183" y="760"/>
                    <a:pt x="395" y="760"/>
                  </a:cubicBezTo>
                  <a:cubicBezTo>
                    <a:pt x="608" y="760"/>
                    <a:pt x="760" y="578"/>
                    <a:pt x="760" y="365"/>
                  </a:cubicBezTo>
                  <a:cubicBezTo>
                    <a:pt x="760" y="152"/>
                    <a:pt x="60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43"/>
            <p:cNvSpPr/>
            <p:nvPr/>
          </p:nvSpPr>
          <p:spPr>
            <a:xfrm>
              <a:off x="690000" y="2449425"/>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43"/>
            <p:cNvSpPr/>
            <p:nvPr/>
          </p:nvSpPr>
          <p:spPr>
            <a:xfrm>
              <a:off x="591200" y="24494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43"/>
            <p:cNvSpPr/>
            <p:nvPr/>
          </p:nvSpPr>
          <p:spPr>
            <a:xfrm>
              <a:off x="493175" y="2449425"/>
              <a:ext cx="19025" cy="19025"/>
            </a:xfrm>
            <a:custGeom>
              <a:rect b="b" l="l" r="r" t="t"/>
              <a:pathLst>
                <a:path extrusionOk="0" h="761" w="761">
                  <a:moveTo>
                    <a:pt x="366" y="0"/>
                  </a:moveTo>
                  <a:cubicBezTo>
                    <a:pt x="153" y="0"/>
                    <a:pt x="1" y="152"/>
                    <a:pt x="1" y="365"/>
                  </a:cubicBezTo>
                  <a:cubicBezTo>
                    <a:pt x="1" y="578"/>
                    <a:pt x="153" y="760"/>
                    <a:pt x="366" y="760"/>
                  </a:cubicBezTo>
                  <a:cubicBezTo>
                    <a:pt x="578" y="760"/>
                    <a:pt x="761" y="578"/>
                    <a:pt x="761" y="365"/>
                  </a:cubicBezTo>
                  <a:cubicBezTo>
                    <a:pt x="761" y="152"/>
                    <a:pt x="578" y="0"/>
                    <a:pt x="36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43"/>
            <p:cNvSpPr/>
            <p:nvPr/>
          </p:nvSpPr>
          <p:spPr>
            <a:xfrm>
              <a:off x="1675575" y="2362800"/>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43"/>
            <p:cNvSpPr/>
            <p:nvPr/>
          </p:nvSpPr>
          <p:spPr>
            <a:xfrm>
              <a:off x="1576800" y="2362800"/>
              <a:ext cx="19000" cy="19025"/>
            </a:xfrm>
            <a:custGeom>
              <a:rect b="b" l="l" r="r" t="t"/>
              <a:pathLst>
                <a:path extrusionOk="0" h="761" w="760">
                  <a:moveTo>
                    <a:pt x="365" y="0"/>
                  </a:moveTo>
                  <a:cubicBezTo>
                    <a:pt x="182" y="0"/>
                    <a:pt x="0" y="152"/>
                    <a:pt x="0" y="365"/>
                  </a:cubicBezTo>
                  <a:cubicBezTo>
                    <a:pt x="0" y="578"/>
                    <a:pt x="18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43"/>
            <p:cNvSpPr/>
            <p:nvPr/>
          </p:nvSpPr>
          <p:spPr>
            <a:xfrm>
              <a:off x="14780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43"/>
            <p:cNvSpPr/>
            <p:nvPr/>
          </p:nvSpPr>
          <p:spPr>
            <a:xfrm>
              <a:off x="1379975" y="2362800"/>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43"/>
            <p:cNvSpPr/>
            <p:nvPr/>
          </p:nvSpPr>
          <p:spPr>
            <a:xfrm>
              <a:off x="1281200" y="2362800"/>
              <a:ext cx="19025" cy="19025"/>
            </a:xfrm>
            <a:custGeom>
              <a:rect b="b" l="l" r="r" t="t"/>
              <a:pathLst>
                <a:path extrusionOk="0" h="761" w="761">
                  <a:moveTo>
                    <a:pt x="395" y="0"/>
                  </a:moveTo>
                  <a:cubicBezTo>
                    <a:pt x="183" y="0"/>
                    <a:pt x="0" y="152"/>
                    <a:pt x="0" y="365"/>
                  </a:cubicBezTo>
                  <a:cubicBezTo>
                    <a:pt x="0" y="578"/>
                    <a:pt x="183" y="760"/>
                    <a:pt x="395" y="760"/>
                  </a:cubicBezTo>
                  <a:cubicBezTo>
                    <a:pt x="578" y="760"/>
                    <a:pt x="760" y="578"/>
                    <a:pt x="760" y="365"/>
                  </a:cubicBezTo>
                  <a:cubicBezTo>
                    <a:pt x="760" y="152"/>
                    <a:pt x="57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43"/>
            <p:cNvSpPr/>
            <p:nvPr/>
          </p:nvSpPr>
          <p:spPr>
            <a:xfrm>
              <a:off x="11824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43"/>
            <p:cNvSpPr/>
            <p:nvPr/>
          </p:nvSpPr>
          <p:spPr>
            <a:xfrm>
              <a:off x="1084375" y="2362800"/>
              <a:ext cx="19025" cy="19025"/>
            </a:xfrm>
            <a:custGeom>
              <a:rect b="b" l="l" r="r" t="t"/>
              <a:pathLst>
                <a:path extrusionOk="0" h="761" w="761">
                  <a:moveTo>
                    <a:pt x="365" y="0"/>
                  </a:moveTo>
                  <a:cubicBezTo>
                    <a:pt x="153" y="0"/>
                    <a:pt x="1" y="152"/>
                    <a:pt x="1" y="365"/>
                  </a:cubicBezTo>
                  <a:cubicBezTo>
                    <a:pt x="1" y="578"/>
                    <a:pt x="153" y="760"/>
                    <a:pt x="365" y="760"/>
                  </a:cubicBezTo>
                  <a:cubicBezTo>
                    <a:pt x="578" y="760"/>
                    <a:pt x="761" y="578"/>
                    <a:pt x="761" y="365"/>
                  </a:cubicBezTo>
                  <a:cubicBezTo>
                    <a:pt x="761"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43"/>
            <p:cNvSpPr/>
            <p:nvPr/>
          </p:nvSpPr>
          <p:spPr>
            <a:xfrm>
              <a:off x="985600" y="2362800"/>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43"/>
            <p:cNvSpPr/>
            <p:nvPr/>
          </p:nvSpPr>
          <p:spPr>
            <a:xfrm>
              <a:off x="8868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43"/>
            <p:cNvSpPr/>
            <p:nvPr/>
          </p:nvSpPr>
          <p:spPr>
            <a:xfrm>
              <a:off x="788025" y="2362800"/>
              <a:ext cx="19025" cy="19025"/>
            </a:xfrm>
            <a:custGeom>
              <a:rect b="b" l="l" r="r" t="t"/>
              <a:pathLst>
                <a:path extrusionOk="0" h="761" w="761">
                  <a:moveTo>
                    <a:pt x="395" y="0"/>
                  </a:moveTo>
                  <a:cubicBezTo>
                    <a:pt x="183" y="0"/>
                    <a:pt x="0" y="152"/>
                    <a:pt x="0" y="365"/>
                  </a:cubicBezTo>
                  <a:cubicBezTo>
                    <a:pt x="0" y="578"/>
                    <a:pt x="183" y="760"/>
                    <a:pt x="395" y="760"/>
                  </a:cubicBezTo>
                  <a:cubicBezTo>
                    <a:pt x="608" y="760"/>
                    <a:pt x="760" y="578"/>
                    <a:pt x="760" y="365"/>
                  </a:cubicBezTo>
                  <a:cubicBezTo>
                    <a:pt x="760" y="152"/>
                    <a:pt x="60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43"/>
            <p:cNvSpPr/>
            <p:nvPr/>
          </p:nvSpPr>
          <p:spPr>
            <a:xfrm>
              <a:off x="690000" y="2362800"/>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43"/>
            <p:cNvSpPr/>
            <p:nvPr/>
          </p:nvSpPr>
          <p:spPr>
            <a:xfrm>
              <a:off x="591200" y="23628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43"/>
            <p:cNvSpPr/>
            <p:nvPr/>
          </p:nvSpPr>
          <p:spPr>
            <a:xfrm>
              <a:off x="493175" y="2362800"/>
              <a:ext cx="19025" cy="19025"/>
            </a:xfrm>
            <a:custGeom>
              <a:rect b="b" l="l" r="r" t="t"/>
              <a:pathLst>
                <a:path extrusionOk="0" h="761" w="761">
                  <a:moveTo>
                    <a:pt x="366" y="0"/>
                  </a:moveTo>
                  <a:cubicBezTo>
                    <a:pt x="153" y="0"/>
                    <a:pt x="1" y="152"/>
                    <a:pt x="1" y="365"/>
                  </a:cubicBezTo>
                  <a:cubicBezTo>
                    <a:pt x="1" y="578"/>
                    <a:pt x="153" y="760"/>
                    <a:pt x="366" y="760"/>
                  </a:cubicBezTo>
                  <a:cubicBezTo>
                    <a:pt x="578" y="760"/>
                    <a:pt x="761" y="578"/>
                    <a:pt x="761" y="365"/>
                  </a:cubicBezTo>
                  <a:cubicBezTo>
                    <a:pt x="761" y="152"/>
                    <a:pt x="578" y="0"/>
                    <a:pt x="36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43"/>
            <p:cNvSpPr/>
            <p:nvPr/>
          </p:nvSpPr>
          <p:spPr>
            <a:xfrm>
              <a:off x="1675575" y="227540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43"/>
            <p:cNvSpPr/>
            <p:nvPr/>
          </p:nvSpPr>
          <p:spPr>
            <a:xfrm>
              <a:off x="1576800" y="2275400"/>
              <a:ext cx="19000" cy="19025"/>
            </a:xfrm>
            <a:custGeom>
              <a:rect b="b" l="l" r="r" t="t"/>
              <a:pathLst>
                <a:path extrusionOk="0" h="761" w="760">
                  <a:moveTo>
                    <a:pt x="365" y="1"/>
                  </a:moveTo>
                  <a:cubicBezTo>
                    <a:pt x="182" y="1"/>
                    <a:pt x="0" y="183"/>
                    <a:pt x="0" y="396"/>
                  </a:cubicBezTo>
                  <a:cubicBezTo>
                    <a:pt x="0" y="609"/>
                    <a:pt x="18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43"/>
            <p:cNvSpPr/>
            <p:nvPr/>
          </p:nvSpPr>
          <p:spPr>
            <a:xfrm>
              <a:off x="14780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43"/>
            <p:cNvSpPr/>
            <p:nvPr/>
          </p:nvSpPr>
          <p:spPr>
            <a:xfrm>
              <a:off x="1379975" y="227540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43"/>
            <p:cNvSpPr/>
            <p:nvPr/>
          </p:nvSpPr>
          <p:spPr>
            <a:xfrm>
              <a:off x="1281200" y="2275400"/>
              <a:ext cx="19025" cy="19025"/>
            </a:xfrm>
            <a:custGeom>
              <a:rect b="b" l="l" r="r" t="t"/>
              <a:pathLst>
                <a:path extrusionOk="0" h="761" w="761">
                  <a:moveTo>
                    <a:pt x="395" y="1"/>
                  </a:moveTo>
                  <a:cubicBezTo>
                    <a:pt x="183" y="1"/>
                    <a:pt x="0" y="183"/>
                    <a:pt x="0" y="396"/>
                  </a:cubicBezTo>
                  <a:cubicBezTo>
                    <a:pt x="0" y="609"/>
                    <a:pt x="183" y="761"/>
                    <a:pt x="395" y="761"/>
                  </a:cubicBezTo>
                  <a:cubicBezTo>
                    <a:pt x="578" y="761"/>
                    <a:pt x="760" y="609"/>
                    <a:pt x="760" y="396"/>
                  </a:cubicBezTo>
                  <a:cubicBezTo>
                    <a:pt x="760" y="18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43"/>
            <p:cNvSpPr/>
            <p:nvPr/>
          </p:nvSpPr>
          <p:spPr>
            <a:xfrm>
              <a:off x="11824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43"/>
            <p:cNvSpPr/>
            <p:nvPr/>
          </p:nvSpPr>
          <p:spPr>
            <a:xfrm>
              <a:off x="1084375" y="227540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1" y="609"/>
                    <a:pt x="761" y="396"/>
                  </a:cubicBezTo>
                  <a:cubicBezTo>
                    <a:pt x="761"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43"/>
            <p:cNvSpPr/>
            <p:nvPr/>
          </p:nvSpPr>
          <p:spPr>
            <a:xfrm>
              <a:off x="985600" y="227540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43"/>
            <p:cNvSpPr/>
            <p:nvPr/>
          </p:nvSpPr>
          <p:spPr>
            <a:xfrm>
              <a:off x="8868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43"/>
            <p:cNvSpPr/>
            <p:nvPr/>
          </p:nvSpPr>
          <p:spPr>
            <a:xfrm>
              <a:off x="788025" y="2275400"/>
              <a:ext cx="19025" cy="19025"/>
            </a:xfrm>
            <a:custGeom>
              <a:rect b="b" l="l" r="r" t="t"/>
              <a:pathLst>
                <a:path extrusionOk="0" h="761" w="761">
                  <a:moveTo>
                    <a:pt x="395" y="1"/>
                  </a:moveTo>
                  <a:cubicBezTo>
                    <a:pt x="183" y="1"/>
                    <a:pt x="0" y="183"/>
                    <a:pt x="0" y="396"/>
                  </a:cubicBezTo>
                  <a:cubicBezTo>
                    <a:pt x="0" y="609"/>
                    <a:pt x="183" y="761"/>
                    <a:pt x="395" y="761"/>
                  </a:cubicBezTo>
                  <a:cubicBezTo>
                    <a:pt x="608" y="761"/>
                    <a:pt x="760" y="609"/>
                    <a:pt x="760" y="396"/>
                  </a:cubicBezTo>
                  <a:cubicBezTo>
                    <a:pt x="760" y="18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43"/>
            <p:cNvSpPr/>
            <p:nvPr/>
          </p:nvSpPr>
          <p:spPr>
            <a:xfrm>
              <a:off x="690000" y="227540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43"/>
            <p:cNvSpPr/>
            <p:nvPr/>
          </p:nvSpPr>
          <p:spPr>
            <a:xfrm>
              <a:off x="591200" y="227540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43"/>
            <p:cNvSpPr/>
            <p:nvPr/>
          </p:nvSpPr>
          <p:spPr>
            <a:xfrm>
              <a:off x="493175" y="2275400"/>
              <a:ext cx="19025" cy="19025"/>
            </a:xfrm>
            <a:custGeom>
              <a:rect b="b" l="l" r="r" t="t"/>
              <a:pathLst>
                <a:path extrusionOk="0" h="761" w="761">
                  <a:moveTo>
                    <a:pt x="366" y="1"/>
                  </a:moveTo>
                  <a:cubicBezTo>
                    <a:pt x="153" y="1"/>
                    <a:pt x="1" y="183"/>
                    <a:pt x="1" y="396"/>
                  </a:cubicBezTo>
                  <a:cubicBezTo>
                    <a:pt x="1" y="609"/>
                    <a:pt x="153" y="761"/>
                    <a:pt x="366" y="761"/>
                  </a:cubicBezTo>
                  <a:cubicBezTo>
                    <a:pt x="578" y="761"/>
                    <a:pt x="761" y="609"/>
                    <a:pt x="761" y="396"/>
                  </a:cubicBezTo>
                  <a:cubicBezTo>
                    <a:pt x="761" y="18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43"/>
            <p:cNvSpPr/>
            <p:nvPr/>
          </p:nvSpPr>
          <p:spPr>
            <a:xfrm>
              <a:off x="1675575" y="2188775"/>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43"/>
            <p:cNvSpPr/>
            <p:nvPr/>
          </p:nvSpPr>
          <p:spPr>
            <a:xfrm>
              <a:off x="1576800" y="2188775"/>
              <a:ext cx="19000" cy="19025"/>
            </a:xfrm>
            <a:custGeom>
              <a:rect b="b" l="l" r="r" t="t"/>
              <a:pathLst>
                <a:path extrusionOk="0" h="761" w="760">
                  <a:moveTo>
                    <a:pt x="365" y="1"/>
                  </a:moveTo>
                  <a:cubicBezTo>
                    <a:pt x="182" y="1"/>
                    <a:pt x="0" y="183"/>
                    <a:pt x="0" y="396"/>
                  </a:cubicBezTo>
                  <a:cubicBezTo>
                    <a:pt x="0" y="609"/>
                    <a:pt x="18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43"/>
            <p:cNvSpPr/>
            <p:nvPr/>
          </p:nvSpPr>
          <p:spPr>
            <a:xfrm>
              <a:off x="14780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43"/>
            <p:cNvSpPr/>
            <p:nvPr/>
          </p:nvSpPr>
          <p:spPr>
            <a:xfrm>
              <a:off x="1379975" y="2188775"/>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43"/>
            <p:cNvSpPr/>
            <p:nvPr/>
          </p:nvSpPr>
          <p:spPr>
            <a:xfrm>
              <a:off x="1281200" y="2188775"/>
              <a:ext cx="19025" cy="19025"/>
            </a:xfrm>
            <a:custGeom>
              <a:rect b="b" l="l" r="r" t="t"/>
              <a:pathLst>
                <a:path extrusionOk="0" h="761" w="761">
                  <a:moveTo>
                    <a:pt x="395" y="1"/>
                  </a:moveTo>
                  <a:cubicBezTo>
                    <a:pt x="183" y="1"/>
                    <a:pt x="0" y="183"/>
                    <a:pt x="0" y="396"/>
                  </a:cubicBezTo>
                  <a:cubicBezTo>
                    <a:pt x="0" y="609"/>
                    <a:pt x="183" y="761"/>
                    <a:pt x="395" y="761"/>
                  </a:cubicBezTo>
                  <a:cubicBezTo>
                    <a:pt x="578" y="761"/>
                    <a:pt x="760" y="609"/>
                    <a:pt x="760" y="396"/>
                  </a:cubicBezTo>
                  <a:cubicBezTo>
                    <a:pt x="760" y="18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43"/>
            <p:cNvSpPr/>
            <p:nvPr/>
          </p:nvSpPr>
          <p:spPr>
            <a:xfrm>
              <a:off x="11824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43"/>
            <p:cNvSpPr/>
            <p:nvPr/>
          </p:nvSpPr>
          <p:spPr>
            <a:xfrm>
              <a:off x="1084375" y="2188775"/>
              <a:ext cx="19025" cy="19025"/>
            </a:xfrm>
            <a:custGeom>
              <a:rect b="b" l="l" r="r" t="t"/>
              <a:pathLst>
                <a:path extrusionOk="0" h="761" w="761">
                  <a:moveTo>
                    <a:pt x="365" y="1"/>
                  </a:moveTo>
                  <a:cubicBezTo>
                    <a:pt x="153" y="1"/>
                    <a:pt x="1" y="183"/>
                    <a:pt x="1" y="396"/>
                  </a:cubicBezTo>
                  <a:cubicBezTo>
                    <a:pt x="1" y="609"/>
                    <a:pt x="153" y="761"/>
                    <a:pt x="365" y="761"/>
                  </a:cubicBezTo>
                  <a:cubicBezTo>
                    <a:pt x="578" y="761"/>
                    <a:pt x="761" y="609"/>
                    <a:pt x="761" y="396"/>
                  </a:cubicBezTo>
                  <a:cubicBezTo>
                    <a:pt x="761"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43"/>
            <p:cNvSpPr/>
            <p:nvPr/>
          </p:nvSpPr>
          <p:spPr>
            <a:xfrm>
              <a:off x="985600" y="2188775"/>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43"/>
            <p:cNvSpPr/>
            <p:nvPr/>
          </p:nvSpPr>
          <p:spPr>
            <a:xfrm>
              <a:off x="8868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43"/>
            <p:cNvSpPr/>
            <p:nvPr/>
          </p:nvSpPr>
          <p:spPr>
            <a:xfrm>
              <a:off x="788025" y="2188775"/>
              <a:ext cx="19025" cy="19025"/>
            </a:xfrm>
            <a:custGeom>
              <a:rect b="b" l="l" r="r" t="t"/>
              <a:pathLst>
                <a:path extrusionOk="0" h="761" w="761">
                  <a:moveTo>
                    <a:pt x="395" y="1"/>
                  </a:moveTo>
                  <a:cubicBezTo>
                    <a:pt x="183" y="1"/>
                    <a:pt x="0" y="183"/>
                    <a:pt x="0" y="396"/>
                  </a:cubicBezTo>
                  <a:cubicBezTo>
                    <a:pt x="0" y="609"/>
                    <a:pt x="183" y="761"/>
                    <a:pt x="395" y="761"/>
                  </a:cubicBezTo>
                  <a:cubicBezTo>
                    <a:pt x="608" y="761"/>
                    <a:pt x="760" y="609"/>
                    <a:pt x="760" y="396"/>
                  </a:cubicBezTo>
                  <a:cubicBezTo>
                    <a:pt x="760" y="18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43"/>
            <p:cNvSpPr/>
            <p:nvPr/>
          </p:nvSpPr>
          <p:spPr>
            <a:xfrm>
              <a:off x="690000" y="2188775"/>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43"/>
            <p:cNvSpPr/>
            <p:nvPr/>
          </p:nvSpPr>
          <p:spPr>
            <a:xfrm>
              <a:off x="591200" y="2188775"/>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43"/>
            <p:cNvSpPr/>
            <p:nvPr/>
          </p:nvSpPr>
          <p:spPr>
            <a:xfrm>
              <a:off x="493175" y="2188775"/>
              <a:ext cx="19025" cy="19025"/>
            </a:xfrm>
            <a:custGeom>
              <a:rect b="b" l="l" r="r" t="t"/>
              <a:pathLst>
                <a:path extrusionOk="0" h="761" w="761">
                  <a:moveTo>
                    <a:pt x="366" y="1"/>
                  </a:moveTo>
                  <a:cubicBezTo>
                    <a:pt x="153" y="1"/>
                    <a:pt x="1" y="183"/>
                    <a:pt x="1" y="396"/>
                  </a:cubicBezTo>
                  <a:cubicBezTo>
                    <a:pt x="1" y="609"/>
                    <a:pt x="153" y="761"/>
                    <a:pt x="366" y="761"/>
                  </a:cubicBezTo>
                  <a:cubicBezTo>
                    <a:pt x="578" y="761"/>
                    <a:pt x="761" y="609"/>
                    <a:pt x="761" y="396"/>
                  </a:cubicBezTo>
                  <a:cubicBezTo>
                    <a:pt x="761" y="18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43"/>
            <p:cNvSpPr/>
            <p:nvPr/>
          </p:nvSpPr>
          <p:spPr>
            <a:xfrm>
              <a:off x="1675575" y="210215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43"/>
            <p:cNvSpPr/>
            <p:nvPr/>
          </p:nvSpPr>
          <p:spPr>
            <a:xfrm>
              <a:off x="1576800" y="2102150"/>
              <a:ext cx="19000" cy="19025"/>
            </a:xfrm>
            <a:custGeom>
              <a:rect b="b" l="l" r="r" t="t"/>
              <a:pathLst>
                <a:path extrusionOk="0" h="761" w="760">
                  <a:moveTo>
                    <a:pt x="365" y="1"/>
                  </a:moveTo>
                  <a:cubicBezTo>
                    <a:pt x="182" y="1"/>
                    <a:pt x="0" y="183"/>
                    <a:pt x="0" y="396"/>
                  </a:cubicBezTo>
                  <a:cubicBezTo>
                    <a:pt x="0" y="609"/>
                    <a:pt x="18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43"/>
            <p:cNvSpPr/>
            <p:nvPr/>
          </p:nvSpPr>
          <p:spPr>
            <a:xfrm>
              <a:off x="14780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43"/>
            <p:cNvSpPr/>
            <p:nvPr/>
          </p:nvSpPr>
          <p:spPr>
            <a:xfrm>
              <a:off x="1379975" y="210215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43"/>
            <p:cNvSpPr/>
            <p:nvPr/>
          </p:nvSpPr>
          <p:spPr>
            <a:xfrm>
              <a:off x="1281200" y="2102150"/>
              <a:ext cx="19025" cy="19025"/>
            </a:xfrm>
            <a:custGeom>
              <a:rect b="b" l="l" r="r" t="t"/>
              <a:pathLst>
                <a:path extrusionOk="0" h="761" w="761">
                  <a:moveTo>
                    <a:pt x="395" y="1"/>
                  </a:moveTo>
                  <a:cubicBezTo>
                    <a:pt x="183" y="1"/>
                    <a:pt x="0" y="183"/>
                    <a:pt x="0" y="396"/>
                  </a:cubicBezTo>
                  <a:cubicBezTo>
                    <a:pt x="0" y="609"/>
                    <a:pt x="183" y="761"/>
                    <a:pt x="395" y="761"/>
                  </a:cubicBezTo>
                  <a:cubicBezTo>
                    <a:pt x="578" y="761"/>
                    <a:pt x="760" y="609"/>
                    <a:pt x="760" y="396"/>
                  </a:cubicBezTo>
                  <a:cubicBezTo>
                    <a:pt x="760" y="18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43"/>
            <p:cNvSpPr/>
            <p:nvPr/>
          </p:nvSpPr>
          <p:spPr>
            <a:xfrm>
              <a:off x="11824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43"/>
            <p:cNvSpPr/>
            <p:nvPr/>
          </p:nvSpPr>
          <p:spPr>
            <a:xfrm>
              <a:off x="1084375" y="2102150"/>
              <a:ext cx="19025" cy="19025"/>
            </a:xfrm>
            <a:custGeom>
              <a:rect b="b" l="l" r="r" t="t"/>
              <a:pathLst>
                <a:path extrusionOk="0" h="761" w="761">
                  <a:moveTo>
                    <a:pt x="365" y="1"/>
                  </a:moveTo>
                  <a:cubicBezTo>
                    <a:pt x="153" y="1"/>
                    <a:pt x="1" y="183"/>
                    <a:pt x="1" y="396"/>
                  </a:cubicBezTo>
                  <a:cubicBezTo>
                    <a:pt x="1" y="609"/>
                    <a:pt x="153" y="761"/>
                    <a:pt x="365" y="761"/>
                  </a:cubicBezTo>
                  <a:cubicBezTo>
                    <a:pt x="578" y="761"/>
                    <a:pt x="761" y="609"/>
                    <a:pt x="761" y="396"/>
                  </a:cubicBezTo>
                  <a:cubicBezTo>
                    <a:pt x="761"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43"/>
            <p:cNvSpPr/>
            <p:nvPr/>
          </p:nvSpPr>
          <p:spPr>
            <a:xfrm>
              <a:off x="985600" y="210215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43"/>
            <p:cNvSpPr/>
            <p:nvPr/>
          </p:nvSpPr>
          <p:spPr>
            <a:xfrm>
              <a:off x="8868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43"/>
            <p:cNvSpPr/>
            <p:nvPr/>
          </p:nvSpPr>
          <p:spPr>
            <a:xfrm>
              <a:off x="788025" y="2102150"/>
              <a:ext cx="19025" cy="19025"/>
            </a:xfrm>
            <a:custGeom>
              <a:rect b="b" l="l" r="r" t="t"/>
              <a:pathLst>
                <a:path extrusionOk="0" h="761" w="761">
                  <a:moveTo>
                    <a:pt x="395" y="1"/>
                  </a:moveTo>
                  <a:cubicBezTo>
                    <a:pt x="183" y="1"/>
                    <a:pt x="0" y="183"/>
                    <a:pt x="0" y="396"/>
                  </a:cubicBezTo>
                  <a:cubicBezTo>
                    <a:pt x="0" y="609"/>
                    <a:pt x="183" y="761"/>
                    <a:pt x="395" y="761"/>
                  </a:cubicBezTo>
                  <a:cubicBezTo>
                    <a:pt x="608" y="761"/>
                    <a:pt x="760" y="609"/>
                    <a:pt x="760" y="396"/>
                  </a:cubicBezTo>
                  <a:cubicBezTo>
                    <a:pt x="760" y="183"/>
                    <a:pt x="60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43"/>
            <p:cNvSpPr/>
            <p:nvPr/>
          </p:nvSpPr>
          <p:spPr>
            <a:xfrm>
              <a:off x="690000" y="2102150"/>
              <a:ext cx="19025" cy="19025"/>
            </a:xfrm>
            <a:custGeom>
              <a:rect b="b" l="l" r="r" t="t"/>
              <a:pathLst>
                <a:path extrusionOk="0" h="761" w="761">
                  <a:moveTo>
                    <a:pt x="365" y="1"/>
                  </a:moveTo>
                  <a:cubicBezTo>
                    <a:pt x="152" y="1"/>
                    <a:pt x="0" y="183"/>
                    <a:pt x="0" y="396"/>
                  </a:cubicBezTo>
                  <a:cubicBezTo>
                    <a:pt x="0" y="609"/>
                    <a:pt x="152" y="761"/>
                    <a:pt x="365" y="761"/>
                  </a:cubicBezTo>
                  <a:cubicBezTo>
                    <a:pt x="578" y="761"/>
                    <a:pt x="760" y="609"/>
                    <a:pt x="760" y="396"/>
                  </a:cubicBezTo>
                  <a:cubicBezTo>
                    <a:pt x="760" y="18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43"/>
            <p:cNvSpPr/>
            <p:nvPr/>
          </p:nvSpPr>
          <p:spPr>
            <a:xfrm>
              <a:off x="591200" y="2102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43"/>
            <p:cNvSpPr/>
            <p:nvPr/>
          </p:nvSpPr>
          <p:spPr>
            <a:xfrm>
              <a:off x="493175" y="2102150"/>
              <a:ext cx="19025" cy="19025"/>
            </a:xfrm>
            <a:custGeom>
              <a:rect b="b" l="l" r="r" t="t"/>
              <a:pathLst>
                <a:path extrusionOk="0" h="761" w="761">
                  <a:moveTo>
                    <a:pt x="366" y="1"/>
                  </a:moveTo>
                  <a:cubicBezTo>
                    <a:pt x="153" y="1"/>
                    <a:pt x="1" y="183"/>
                    <a:pt x="1" y="396"/>
                  </a:cubicBezTo>
                  <a:cubicBezTo>
                    <a:pt x="1" y="609"/>
                    <a:pt x="153" y="761"/>
                    <a:pt x="366" y="761"/>
                  </a:cubicBezTo>
                  <a:cubicBezTo>
                    <a:pt x="578" y="761"/>
                    <a:pt x="761" y="609"/>
                    <a:pt x="761" y="396"/>
                  </a:cubicBezTo>
                  <a:cubicBezTo>
                    <a:pt x="761" y="183"/>
                    <a:pt x="578" y="1"/>
                    <a:pt x="3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09" name="Shape 6209"/>
        <p:cNvGrpSpPr/>
        <p:nvPr/>
      </p:nvGrpSpPr>
      <p:grpSpPr>
        <a:xfrm>
          <a:off x="0" y="0"/>
          <a:ext cx="0" cy="0"/>
          <a:chOff x="0" y="0"/>
          <a:chExt cx="0" cy="0"/>
        </a:xfrm>
      </p:grpSpPr>
      <p:sp>
        <p:nvSpPr>
          <p:cNvPr id="6210" name="Google Shape;6210;p44"/>
          <p:cNvSpPr txBox="1"/>
          <p:nvPr>
            <p:ph type="title"/>
          </p:nvPr>
        </p:nvSpPr>
        <p:spPr>
          <a:xfrm>
            <a:off x="715100" y="1307100"/>
            <a:ext cx="4517400" cy="2529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Awesome words</a:t>
            </a:r>
            <a:endParaRPr/>
          </a:p>
        </p:txBody>
      </p:sp>
      <p:grpSp>
        <p:nvGrpSpPr>
          <p:cNvPr id="6211" name="Google Shape;6211;p44"/>
          <p:cNvGrpSpPr/>
          <p:nvPr/>
        </p:nvGrpSpPr>
        <p:grpSpPr>
          <a:xfrm rot="10800000">
            <a:off x="6343609" y="814665"/>
            <a:ext cx="1123988" cy="1211934"/>
            <a:chOff x="145150" y="80100"/>
            <a:chExt cx="1699150" cy="1832100"/>
          </a:xfrm>
        </p:grpSpPr>
        <p:sp>
          <p:nvSpPr>
            <p:cNvPr id="6212" name="Google Shape;6212;p44"/>
            <p:cNvSpPr/>
            <p:nvPr/>
          </p:nvSpPr>
          <p:spPr>
            <a:xfrm>
              <a:off x="145150" y="212300"/>
              <a:ext cx="1566925" cy="1566925"/>
            </a:xfrm>
            <a:custGeom>
              <a:rect b="b" l="l" r="r" t="t"/>
              <a:pathLst>
                <a:path extrusionOk="0" h="62677" w="62677">
                  <a:moveTo>
                    <a:pt x="31339" y="1"/>
                  </a:moveTo>
                  <a:cubicBezTo>
                    <a:pt x="14043" y="1"/>
                    <a:pt x="1" y="14044"/>
                    <a:pt x="1" y="31339"/>
                  </a:cubicBezTo>
                  <a:cubicBezTo>
                    <a:pt x="1" y="48664"/>
                    <a:pt x="14043" y="62677"/>
                    <a:pt x="31339" y="62677"/>
                  </a:cubicBezTo>
                  <a:cubicBezTo>
                    <a:pt x="48664" y="62677"/>
                    <a:pt x="62677" y="48664"/>
                    <a:pt x="62677" y="31339"/>
                  </a:cubicBezTo>
                  <a:cubicBezTo>
                    <a:pt x="62677" y="14044"/>
                    <a:pt x="48664" y="1"/>
                    <a:pt x="31339" y="1"/>
                  </a:cubicBezTo>
                  <a:close/>
                </a:path>
              </a:pathLst>
            </a:custGeom>
            <a:solidFill>
              <a:srgbClr val="E4BE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44"/>
            <p:cNvSpPr/>
            <p:nvPr/>
          </p:nvSpPr>
          <p:spPr>
            <a:xfrm>
              <a:off x="928600" y="80100"/>
              <a:ext cx="915700" cy="1832100"/>
            </a:xfrm>
            <a:custGeom>
              <a:rect b="b" l="l" r="r" t="t"/>
              <a:pathLst>
                <a:path extrusionOk="0" fill="none" h="73284" w="36628">
                  <a:moveTo>
                    <a:pt x="1" y="0"/>
                  </a:moveTo>
                  <a:cubicBezTo>
                    <a:pt x="20244" y="0"/>
                    <a:pt x="36627" y="16414"/>
                    <a:pt x="36627" y="36627"/>
                  </a:cubicBezTo>
                  <a:cubicBezTo>
                    <a:pt x="36627" y="56870"/>
                    <a:pt x="20244" y="73284"/>
                    <a:pt x="1" y="73284"/>
                  </a:cubicBezTo>
                </a:path>
              </a:pathLst>
            </a:custGeom>
            <a:noFill/>
            <a:ln cap="flat" cmpd="sng" w="94975">
              <a:solidFill>
                <a:srgbClr val="96A8AC"/>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14" name="Google Shape;6214;p44"/>
          <p:cNvSpPr/>
          <p:nvPr/>
        </p:nvSpPr>
        <p:spPr>
          <a:xfrm>
            <a:off x="3218425" y="724963"/>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15" name="Google Shape;6215;p44"/>
          <p:cNvGrpSpPr/>
          <p:nvPr/>
        </p:nvGrpSpPr>
        <p:grpSpPr>
          <a:xfrm>
            <a:off x="3409950" y="3801825"/>
            <a:ext cx="828300" cy="654275"/>
            <a:chOff x="2024375" y="213075"/>
            <a:chExt cx="828300" cy="654275"/>
          </a:xfrm>
        </p:grpSpPr>
        <p:sp>
          <p:nvSpPr>
            <p:cNvPr id="6216" name="Google Shape;6216;p44"/>
            <p:cNvSpPr/>
            <p:nvPr/>
          </p:nvSpPr>
          <p:spPr>
            <a:xfrm>
              <a:off x="2024375" y="213075"/>
              <a:ext cx="828300" cy="654275"/>
            </a:xfrm>
            <a:custGeom>
              <a:rect b="b" l="l" r="r" t="t"/>
              <a:pathLst>
                <a:path extrusionOk="0" fill="none" h="26171" w="33132">
                  <a:moveTo>
                    <a:pt x="27417" y="0"/>
                  </a:moveTo>
                  <a:cubicBezTo>
                    <a:pt x="31824" y="4377"/>
                    <a:pt x="33131" y="10973"/>
                    <a:pt x="30761" y="16718"/>
                  </a:cubicBezTo>
                  <a:cubicBezTo>
                    <a:pt x="28390" y="22432"/>
                    <a:pt x="22767" y="26171"/>
                    <a:pt x="16566" y="26171"/>
                  </a:cubicBezTo>
                  <a:cubicBezTo>
                    <a:pt x="10365" y="26171"/>
                    <a:pt x="4772" y="22432"/>
                    <a:pt x="2401" y="16718"/>
                  </a:cubicBezTo>
                  <a:cubicBezTo>
                    <a:pt x="0" y="10973"/>
                    <a:pt x="1338" y="4377"/>
                    <a:pt x="5715" y="0"/>
                  </a:cubicBezTo>
                </a:path>
              </a:pathLst>
            </a:custGeom>
            <a:noFill/>
            <a:ln cap="flat" cmpd="sng" w="66875">
              <a:solidFill>
                <a:srgbClr val="E4BEB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44"/>
            <p:cNvSpPr/>
            <p:nvPr/>
          </p:nvSpPr>
          <p:spPr>
            <a:xfrm>
              <a:off x="2194575" y="241175"/>
              <a:ext cx="488650" cy="488650"/>
            </a:xfrm>
            <a:custGeom>
              <a:rect b="b" l="l" r="r" t="t"/>
              <a:pathLst>
                <a:path extrusionOk="0" fill="none" h="19546" w="19546">
                  <a:moveTo>
                    <a:pt x="19545" y="9758"/>
                  </a:moveTo>
                  <a:cubicBezTo>
                    <a:pt x="19545" y="15168"/>
                    <a:pt x="15168" y="19545"/>
                    <a:pt x="9758" y="19545"/>
                  </a:cubicBezTo>
                  <a:cubicBezTo>
                    <a:pt x="4378" y="19545"/>
                    <a:pt x="1" y="15168"/>
                    <a:pt x="1" y="9758"/>
                  </a:cubicBezTo>
                  <a:cubicBezTo>
                    <a:pt x="1" y="4378"/>
                    <a:pt x="4378" y="1"/>
                    <a:pt x="9758" y="1"/>
                  </a:cubicBezTo>
                  <a:cubicBezTo>
                    <a:pt x="15168" y="1"/>
                    <a:pt x="19545" y="4378"/>
                    <a:pt x="19545" y="9758"/>
                  </a:cubicBezTo>
                  <a:close/>
                </a:path>
              </a:pathLst>
            </a:custGeom>
            <a:solidFill>
              <a:schemeClr val="lt2"/>
            </a:solidFill>
            <a:ln cap="flat" cmpd="sng" w="3810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18" name="Google Shape;6218;p44"/>
          <p:cNvSpPr/>
          <p:nvPr/>
        </p:nvSpPr>
        <p:spPr>
          <a:xfrm flipH="1" rot="5400000">
            <a:off x="3333969" y="744323"/>
            <a:ext cx="303975" cy="152025"/>
          </a:xfrm>
          <a:custGeom>
            <a:rect b="b" l="l" r="r" t="t"/>
            <a:pathLst>
              <a:path extrusionOk="0" fill="none" h="6081" w="12159">
                <a:moveTo>
                  <a:pt x="0" y="6080"/>
                </a:moveTo>
                <a:cubicBezTo>
                  <a:pt x="0" y="2737"/>
                  <a:pt x="2736" y="1"/>
                  <a:pt x="6079" y="1"/>
                </a:cubicBezTo>
                <a:cubicBezTo>
                  <a:pt x="9453" y="1"/>
                  <a:pt x="12158" y="2737"/>
                  <a:pt x="12158" y="6080"/>
                </a:cubicBezTo>
              </a:path>
            </a:pathLst>
          </a:custGeom>
          <a:noFill/>
          <a:ln cap="flat" cmpd="sng" w="57000">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19" name="Google Shape;6219;p44"/>
          <p:cNvGrpSpPr/>
          <p:nvPr/>
        </p:nvGrpSpPr>
        <p:grpSpPr>
          <a:xfrm>
            <a:off x="5805727" y="2026590"/>
            <a:ext cx="812240" cy="779010"/>
            <a:chOff x="76650" y="3861300"/>
            <a:chExt cx="1531950" cy="1469275"/>
          </a:xfrm>
        </p:grpSpPr>
        <p:sp>
          <p:nvSpPr>
            <p:cNvPr id="6220" name="Google Shape;6220;p44"/>
            <p:cNvSpPr/>
            <p:nvPr/>
          </p:nvSpPr>
          <p:spPr>
            <a:xfrm>
              <a:off x="76650" y="3861300"/>
              <a:ext cx="1513725" cy="1379225"/>
            </a:xfrm>
            <a:custGeom>
              <a:rect b="b" l="l" r="r" t="t"/>
              <a:pathLst>
                <a:path extrusionOk="0" h="55169" w="60549">
                  <a:moveTo>
                    <a:pt x="30289" y="0"/>
                  </a:moveTo>
                  <a:cubicBezTo>
                    <a:pt x="23230" y="0"/>
                    <a:pt x="16171" y="2690"/>
                    <a:pt x="10791" y="8070"/>
                  </a:cubicBezTo>
                  <a:cubicBezTo>
                    <a:pt x="0" y="18861"/>
                    <a:pt x="0" y="36308"/>
                    <a:pt x="10791" y="47098"/>
                  </a:cubicBezTo>
                  <a:cubicBezTo>
                    <a:pt x="16171" y="52478"/>
                    <a:pt x="23230" y="55168"/>
                    <a:pt x="30289" y="55168"/>
                  </a:cubicBezTo>
                  <a:cubicBezTo>
                    <a:pt x="37349" y="55168"/>
                    <a:pt x="44408" y="52478"/>
                    <a:pt x="49788" y="47098"/>
                  </a:cubicBezTo>
                  <a:cubicBezTo>
                    <a:pt x="60548" y="36308"/>
                    <a:pt x="60548" y="18861"/>
                    <a:pt x="49788" y="8070"/>
                  </a:cubicBezTo>
                  <a:cubicBezTo>
                    <a:pt x="44408" y="2690"/>
                    <a:pt x="37349" y="0"/>
                    <a:pt x="30289" y="0"/>
                  </a:cubicBezTo>
                  <a:close/>
                </a:path>
              </a:pathLst>
            </a:custGeom>
            <a:solidFill>
              <a:srgbClr val="96A8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44"/>
            <p:cNvSpPr/>
            <p:nvPr/>
          </p:nvSpPr>
          <p:spPr>
            <a:xfrm>
              <a:off x="919350" y="4640575"/>
              <a:ext cx="689250" cy="690000"/>
            </a:xfrm>
            <a:custGeom>
              <a:rect b="b" l="l" r="r" t="t"/>
              <a:pathLst>
                <a:path extrusionOk="0" fill="none" h="27600" w="27570">
                  <a:moveTo>
                    <a:pt x="27570" y="0"/>
                  </a:moveTo>
                  <a:cubicBezTo>
                    <a:pt x="27570" y="15228"/>
                    <a:pt x="15229" y="27599"/>
                    <a:pt x="1" y="27599"/>
                  </a:cubicBezTo>
                </a:path>
              </a:pathLst>
            </a:custGeom>
            <a:noFill/>
            <a:ln cap="flat" cmpd="sng" w="66875">
              <a:solidFill>
                <a:srgbClr val="E4BEB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2" name="Google Shape;6222;p44"/>
          <p:cNvGrpSpPr/>
          <p:nvPr/>
        </p:nvGrpSpPr>
        <p:grpSpPr>
          <a:xfrm>
            <a:off x="4335113" y="4456088"/>
            <a:ext cx="378450" cy="379225"/>
            <a:chOff x="4811650" y="1895450"/>
            <a:chExt cx="378450" cy="379225"/>
          </a:xfrm>
        </p:grpSpPr>
        <p:sp>
          <p:nvSpPr>
            <p:cNvPr id="6223" name="Google Shape;6223;p44"/>
            <p:cNvSpPr/>
            <p:nvPr/>
          </p:nvSpPr>
          <p:spPr>
            <a:xfrm>
              <a:off x="4811650" y="1895450"/>
              <a:ext cx="378450" cy="379225"/>
            </a:xfrm>
            <a:custGeom>
              <a:rect b="b" l="l" r="r" t="t"/>
              <a:pathLst>
                <a:path extrusionOk="0" fill="none" h="15169" w="15138">
                  <a:moveTo>
                    <a:pt x="9119" y="882"/>
                  </a:moveTo>
                  <a:cubicBezTo>
                    <a:pt x="12828" y="1733"/>
                    <a:pt x="15138" y="5442"/>
                    <a:pt x="14256" y="9150"/>
                  </a:cubicBezTo>
                  <a:cubicBezTo>
                    <a:pt x="13405" y="12858"/>
                    <a:pt x="9697" y="15168"/>
                    <a:pt x="5989" y="14287"/>
                  </a:cubicBezTo>
                  <a:cubicBezTo>
                    <a:pt x="2280" y="13436"/>
                    <a:pt x="1" y="9728"/>
                    <a:pt x="852" y="6019"/>
                  </a:cubicBezTo>
                  <a:cubicBezTo>
                    <a:pt x="1733" y="2311"/>
                    <a:pt x="5441" y="1"/>
                    <a:pt x="9119" y="882"/>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44"/>
            <p:cNvSpPr/>
            <p:nvPr/>
          </p:nvSpPr>
          <p:spPr>
            <a:xfrm>
              <a:off x="4882325" y="1966125"/>
              <a:ext cx="236350" cy="237125"/>
            </a:xfrm>
            <a:custGeom>
              <a:rect b="b" l="l" r="r" t="t"/>
              <a:pathLst>
                <a:path extrusionOk="0" fill="none" h="9485" w="9454">
                  <a:moveTo>
                    <a:pt x="9453" y="4742"/>
                  </a:moveTo>
                  <a:cubicBezTo>
                    <a:pt x="9453" y="7356"/>
                    <a:pt x="7356" y="9484"/>
                    <a:pt x="4742" y="9484"/>
                  </a:cubicBezTo>
                  <a:cubicBezTo>
                    <a:pt x="2128" y="9484"/>
                    <a:pt x="0" y="7356"/>
                    <a:pt x="0" y="4742"/>
                  </a:cubicBezTo>
                  <a:cubicBezTo>
                    <a:pt x="0" y="2128"/>
                    <a:pt x="2128" y="1"/>
                    <a:pt x="4742" y="1"/>
                  </a:cubicBezTo>
                  <a:cubicBezTo>
                    <a:pt x="7356" y="1"/>
                    <a:pt x="9453" y="2128"/>
                    <a:pt x="9453" y="4742"/>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44"/>
            <p:cNvSpPr/>
            <p:nvPr/>
          </p:nvSpPr>
          <p:spPr>
            <a:xfrm>
              <a:off x="4928675" y="2012475"/>
              <a:ext cx="143650" cy="144425"/>
            </a:xfrm>
            <a:custGeom>
              <a:rect b="b" l="l" r="r" t="t"/>
              <a:pathLst>
                <a:path extrusionOk="0" fill="none" h="5777" w="5746">
                  <a:moveTo>
                    <a:pt x="5745" y="2888"/>
                  </a:moveTo>
                  <a:cubicBezTo>
                    <a:pt x="5745" y="4499"/>
                    <a:pt x="4469" y="5776"/>
                    <a:pt x="2888" y="5776"/>
                  </a:cubicBezTo>
                  <a:cubicBezTo>
                    <a:pt x="1277" y="5776"/>
                    <a:pt x="1" y="4499"/>
                    <a:pt x="1" y="2888"/>
                  </a:cubicBezTo>
                  <a:cubicBezTo>
                    <a:pt x="1" y="1308"/>
                    <a:pt x="1277" y="1"/>
                    <a:pt x="2888" y="1"/>
                  </a:cubicBezTo>
                  <a:cubicBezTo>
                    <a:pt x="4469" y="1"/>
                    <a:pt x="5745" y="1308"/>
                    <a:pt x="5745" y="2888"/>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44"/>
            <p:cNvSpPr/>
            <p:nvPr/>
          </p:nvSpPr>
          <p:spPr>
            <a:xfrm>
              <a:off x="4968950" y="2053525"/>
              <a:ext cx="63100" cy="63100"/>
            </a:xfrm>
            <a:custGeom>
              <a:rect b="b" l="l" r="r" t="t"/>
              <a:pathLst>
                <a:path extrusionOk="0" fill="none" h="2524" w="2524">
                  <a:moveTo>
                    <a:pt x="2523" y="1246"/>
                  </a:moveTo>
                  <a:cubicBezTo>
                    <a:pt x="2523" y="1946"/>
                    <a:pt x="1946" y="2523"/>
                    <a:pt x="1277" y="2523"/>
                  </a:cubicBezTo>
                  <a:cubicBezTo>
                    <a:pt x="578" y="2523"/>
                    <a:pt x="1" y="1946"/>
                    <a:pt x="1" y="1246"/>
                  </a:cubicBezTo>
                  <a:cubicBezTo>
                    <a:pt x="1" y="578"/>
                    <a:pt x="578" y="0"/>
                    <a:pt x="1277" y="0"/>
                  </a:cubicBezTo>
                  <a:cubicBezTo>
                    <a:pt x="1946" y="0"/>
                    <a:pt x="2523" y="578"/>
                    <a:pt x="2523" y="1246"/>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27" name="Google Shape;6227;p44"/>
          <p:cNvSpPr/>
          <p:nvPr/>
        </p:nvSpPr>
        <p:spPr>
          <a:xfrm>
            <a:off x="7952150" y="1325263"/>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44"/>
          <p:cNvSpPr/>
          <p:nvPr/>
        </p:nvSpPr>
        <p:spPr>
          <a:xfrm>
            <a:off x="4446950" y="4068463"/>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32" name="Shape 6232"/>
        <p:cNvGrpSpPr/>
        <p:nvPr/>
      </p:nvGrpSpPr>
      <p:grpSpPr>
        <a:xfrm>
          <a:off x="0" y="0"/>
          <a:ext cx="0" cy="0"/>
          <a:chOff x="0" y="0"/>
          <a:chExt cx="0" cy="0"/>
        </a:xfrm>
      </p:grpSpPr>
      <p:sp>
        <p:nvSpPr>
          <p:cNvPr id="6233" name="Google Shape;6233;p45"/>
          <p:cNvSpPr/>
          <p:nvPr/>
        </p:nvSpPr>
        <p:spPr>
          <a:xfrm>
            <a:off x="4220930" y="2974228"/>
            <a:ext cx="702131" cy="639141"/>
          </a:xfrm>
          <a:custGeom>
            <a:rect b="b" l="l" r="r" t="t"/>
            <a:pathLst>
              <a:path extrusionOk="0" h="32231" w="35412">
                <a:moveTo>
                  <a:pt x="17702" y="0"/>
                </a:moveTo>
                <a:cubicBezTo>
                  <a:pt x="10394" y="0"/>
                  <a:pt x="3782" y="5013"/>
                  <a:pt x="2037" y="12437"/>
                </a:cubicBezTo>
                <a:cubicBezTo>
                  <a:pt x="0" y="21100"/>
                  <a:pt x="5350" y="29763"/>
                  <a:pt x="14013" y="31799"/>
                </a:cubicBezTo>
                <a:cubicBezTo>
                  <a:pt x="15252" y="32090"/>
                  <a:pt x="16491" y="32230"/>
                  <a:pt x="17711" y="32230"/>
                </a:cubicBezTo>
                <a:cubicBezTo>
                  <a:pt x="25018" y="32230"/>
                  <a:pt x="31630" y="27221"/>
                  <a:pt x="33375" y="19823"/>
                </a:cubicBezTo>
                <a:cubicBezTo>
                  <a:pt x="35411" y="11161"/>
                  <a:pt x="30062" y="2467"/>
                  <a:pt x="21399" y="431"/>
                </a:cubicBezTo>
                <a:cubicBezTo>
                  <a:pt x="20160" y="140"/>
                  <a:pt x="18921" y="0"/>
                  <a:pt x="17702" y="0"/>
                </a:cubicBezTo>
                <a:close/>
              </a:path>
            </a:pathLst>
          </a:cu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45"/>
          <p:cNvSpPr/>
          <p:nvPr/>
        </p:nvSpPr>
        <p:spPr>
          <a:xfrm>
            <a:off x="1674060" y="1214903"/>
            <a:ext cx="702131" cy="639141"/>
          </a:xfrm>
          <a:custGeom>
            <a:rect b="b" l="l" r="r" t="t"/>
            <a:pathLst>
              <a:path extrusionOk="0" h="32231" w="35412">
                <a:moveTo>
                  <a:pt x="17702" y="0"/>
                </a:moveTo>
                <a:cubicBezTo>
                  <a:pt x="10394" y="0"/>
                  <a:pt x="3782" y="5013"/>
                  <a:pt x="2037" y="12437"/>
                </a:cubicBezTo>
                <a:cubicBezTo>
                  <a:pt x="0" y="21100"/>
                  <a:pt x="5350" y="29763"/>
                  <a:pt x="14013" y="31799"/>
                </a:cubicBezTo>
                <a:cubicBezTo>
                  <a:pt x="15252" y="32090"/>
                  <a:pt x="16491" y="32230"/>
                  <a:pt x="17711" y="32230"/>
                </a:cubicBezTo>
                <a:cubicBezTo>
                  <a:pt x="25018" y="32230"/>
                  <a:pt x="31630" y="27221"/>
                  <a:pt x="33375" y="19823"/>
                </a:cubicBezTo>
                <a:cubicBezTo>
                  <a:pt x="35411" y="11161"/>
                  <a:pt x="30062" y="2467"/>
                  <a:pt x="21399" y="431"/>
                </a:cubicBezTo>
                <a:cubicBezTo>
                  <a:pt x="20160" y="140"/>
                  <a:pt x="18921" y="0"/>
                  <a:pt x="17702" y="0"/>
                </a:cubicBezTo>
                <a:close/>
              </a:path>
            </a:pathLst>
          </a:cu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45"/>
          <p:cNvSpPr/>
          <p:nvPr/>
        </p:nvSpPr>
        <p:spPr>
          <a:xfrm>
            <a:off x="4220930" y="1214903"/>
            <a:ext cx="702131" cy="639141"/>
          </a:xfrm>
          <a:custGeom>
            <a:rect b="b" l="l" r="r" t="t"/>
            <a:pathLst>
              <a:path extrusionOk="0" h="32231" w="35412">
                <a:moveTo>
                  <a:pt x="17702" y="0"/>
                </a:moveTo>
                <a:cubicBezTo>
                  <a:pt x="10394" y="0"/>
                  <a:pt x="3782" y="5013"/>
                  <a:pt x="2037" y="12437"/>
                </a:cubicBezTo>
                <a:cubicBezTo>
                  <a:pt x="0" y="21100"/>
                  <a:pt x="5350" y="29763"/>
                  <a:pt x="14013" y="31799"/>
                </a:cubicBezTo>
                <a:cubicBezTo>
                  <a:pt x="15252" y="32090"/>
                  <a:pt x="16491" y="32230"/>
                  <a:pt x="17711" y="32230"/>
                </a:cubicBezTo>
                <a:cubicBezTo>
                  <a:pt x="25018" y="32230"/>
                  <a:pt x="31630" y="27221"/>
                  <a:pt x="33375" y="19823"/>
                </a:cubicBezTo>
                <a:cubicBezTo>
                  <a:pt x="35411" y="11161"/>
                  <a:pt x="30062" y="2467"/>
                  <a:pt x="21399" y="431"/>
                </a:cubicBezTo>
                <a:cubicBezTo>
                  <a:pt x="20160" y="140"/>
                  <a:pt x="18921" y="0"/>
                  <a:pt x="17702" y="0"/>
                </a:cubicBezTo>
                <a:close/>
              </a:path>
            </a:pathLst>
          </a:cu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45"/>
          <p:cNvSpPr/>
          <p:nvPr/>
        </p:nvSpPr>
        <p:spPr>
          <a:xfrm>
            <a:off x="6767807" y="1214903"/>
            <a:ext cx="702131" cy="639141"/>
          </a:xfrm>
          <a:custGeom>
            <a:rect b="b" l="l" r="r" t="t"/>
            <a:pathLst>
              <a:path extrusionOk="0" h="32231" w="35412">
                <a:moveTo>
                  <a:pt x="17702" y="0"/>
                </a:moveTo>
                <a:cubicBezTo>
                  <a:pt x="10394" y="0"/>
                  <a:pt x="3782" y="5013"/>
                  <a:pt x="2037" y="12437"/>
                </a:cubicBezTo>
                <a:cubicBezTo>
                  <a:pt x="0" y="21100"/>
                  <a:pt x="5350" y="29763"/>
                  <a:pt x="14013" y="31799"/>
                </a:cubicBezTo>
                <a:cubicBezTo>
                  <a:pt x="15252" y="32090"/>
                  <a:pt x="16491" y="32230"/>
                  <a:pt x="17711" y="32230"/>
                </a:cubicBezTo>
                <a:cubicBezTo>
                  <a:pt x="25018" y="32230"/>
                  <a:pt x="31630" y="27221"/>
                  <a:pt x="33375" y="19823"/>
                </a:cubicBezTo>
                <a:cubicBezTo>
                  <a:pt x="35411" y="11161"/>
                  <a:pt x="30062" y="2467"/>
                  <a:pt x="21399" y="431"/>
                </a:cubicBezTo>
                <a:cubicBezTo>
                  <a:pt x="20160" y="140"/>
                  <a:pt x="18921" y="0"/>
                  <a:pt x="17702" y="0"/>
                </a:cubicBezTo>
                <a:close/>
              </a:path>
            </a:pathLst>
          </a:cu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45"/>
          <p:cNvSpPr/>
          <p:nvPr/>
        </p:nvSpPr>
        <p:spPr>
          <a:xfrm>
            <a:off x="1674060" y="2974228"/>
            <a:ext cx="702131" cy="639141"/>
          </a:xfrm>
          <a:custGeom>
            <a:rect b="b" l="l" r="r" t="t"/>
            <a:pathLst>
              <a:path extrusionOk="0" h="32231" w="35412">
                <a:moveTo>
                  <a:pt x="17702" y="0"/>
                </a:moveTo>
                <a:cubicBezTo>
                  <a:pt x="10394" y="0"/>
                  <a:pt x="3782" y="5013"/>
                  <a:pt x="2037" y="12437"/>
                </a:cubicBezTo>
                <a:cubicBezTo>
                  <a:pt x="0" y="21100"/>
                  <a:pt x="5350" y="29763"/>
                  <a:pt x="14013" y="31799"/>
                </a:cubicBezTo>
                <a:cubicBezTo>
                  <a:pt x="15252" y="32090"/>
                  <a:pt x="16491" y="32230"/>
                  <a:pt x="17711" y="32230"/>
                </a:cubicBezTo>
                <a:cubicBezTo>
                  <a:pt x="25018" y="32230"/>
                  <a:pt x="31630" y="27221"/>
                  <a:pt x="33375" y="19823"/>
                </a:cubicBezTo>
                <a:cubicBezTo>
                  <a:pt x="35411" y="11161"/>
                  <a:pt x="30062" y="2467"/>
                  <a:pt x="21399" y="431"/>
                </a:cubicBezTo>
                <a:cubicBezTo>
                  <a:pt x="20160" y="140"/>
                  <a:pt x="18921" y="0"/>
                  <a:pt x="17702" y="0"/>
                </a:cubicBezTo>
                <a:close/>
              </a:path>
            </a:pathLst>
          </a:cu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45"/>
          <p:cNvSpPr/>
          <p:nvPr/>
        </p:nvSpPr>
        <p:spPr>
          <a:xfrm>
            <a:off x="6767807" y="2974228"/>
            <a:ext cx="702131" cy="639141"/>
          </a:xfrm>
          <a:custGeom>
            <a:rect b="b" l="l" r="r" t="t"/>
            <a:pathLst>
              <a:path extrusionOk="0" h="32231" w="35412">
                <a:moveTo>
                  <a:pt x="17702" y="0"/>
                </a:moveTo>
                <a:cubicBezTo>
                  <a:pt x="10394" y="0"/>
                  <a:pt x="3782" y="5013"/>
                  <a:pt x="2037" y="12437"/>
                </a:cubicBezTo>
                <a:cubicBezTo>
                  <a:pt x="0" y="21100"/>
                  <a:pt x="5350" y="29763"/>
                  <a:pt x="14013" y="31799"/>
                </a:cubicBezTo>
                <a:cubicBezTo>
                  <a:pt x="15252" y="32090"/>
                  <a:pt x="16491" y="32230"/>
                  <a:pt x="17711" y="32230"/>
                </a:cubicBezTo>
                <a:cubicBezTo>
                  <a:pt x="25018" y="32230"/>
                  <a:pt x="31630" y="27221"/>
                  <a:pt x="33375" y="19823"/>
                </a:cubicBezTo>
                <a:cubicBezTo>
                  <a:pt x="35411" y="11161"/>
                  <a:pt x="30062" y="2467"/>
                  <a:pt x="21399" y="431"/>
                </a:cubicBezTo>
                <a:cubicBezTo>
                  <a:pt x="20160" y="140"/>
                  <a:pt x="18921" y="0"/>
                  <a:pt x="17702" y="0"/>
                </a:cubicBezTo>
                <a:close/>
              </a:path>
            </a:pathLst>
          </a:cu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45"/>
          <p:cNvSpPr txBox="1"/>
          <p:nvPr>
            <p:ph idx="15" type="title"/>
          </p:nvPr>
        </p:nvSpPr>
        <p:spPr>
          <a:xfrm>
            <a:off x="1543050" y="445025"/>
            <a:ext cx="60579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Dyspepsia: diagnosis</a:t>
            </a:r>
            <a:endParaRPr/>
          </a:p>
        </p:txBody>
      </p:sp>
      <p:sp>
        <p:nvSpPr>
          <p:cNvPr id="6240" name="Google Shape;6240;p45"/>
          <p:cNvSpPr txBox="1"/>
          <p:nvPr>
            <p:ph type="title"/>
          </p:nvPr>
        </p:nvSpPr>
        <p:spPr>
          <a:xfrm>
            <a:off x="872376" y="1925558"/>
            <a:ext cx="2305500" cy="353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6241" name="Google Shape;6241;p45"/>
          <p:cNvSpPr txBox="1"/>
          <p:nvPr>
            <p:ph idx="1" type="subTitle"/>
          </p:nvPr>
        </p:nvSpPr>
        <p:spPr>
          <a:xfrm>
            <a:off x="872376" y="2288163"/>
            <a:ext cx="23055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a:t>
            </a:r>
            <a:endParaRPr/>
          </a:p>
        </p:txBody>
      </p:sp>
      <p:sp>
        <p:nvSpPr>
          <p:cNvPr id="6242" name="Google Shape;6242;p45"/>
          <p:cNvSpPr txBox="1"/>
          <p:nvPr>
            <p:ph idx="2" type="title"/>
          </p:nvPr>
        </p:nvSpPr>
        <p:spPr>
          <a:xfrm>
            <a:off x="3419246" y="1925558"/>
            <a:ext cx="2305500" cy="353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6243" name="Google Shape;6243;p45"/>
          <p:cNvSpPr txBox="1"/>
          <p:nvPr>
            <p:ph idx="3" type="subTitle"/>
          </p:nvPr>
        </p:nvSpPr>
        <p:spPr>
          <a:xfrm>
            <a:off x="3419246" y="2288163"/>
            <a:ext cx="23055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6244" name="Google Shape;6244;p45"/>
          <p:cNvSpPr txBox="1"/>
          <p:nvPr>
            <p:ph idx="4" type="title"/>
          </p:nvPr>
        </p:nvSpPr>
        <p:spPr>
          <a:xfrm>
            <a:off x="872376" y="3680556"/>
            <a:ext cx="2305500" cy="354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6245" name="Google Shape;6245;p45"/>
          <p:cNvSpPr txBox="1"/>
          <p:nvPr>
            <p:ph idx="5" type="subTitle"/>
          </p:nvPr>
        </p:nvSpPr>
        <p:spPr>
          <a:xfrm>
            <a:off x="872376" y="4047488"/>
            <a:ext cx="23055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 is a gas giant and the biggest planet in the Solar System</a:t>
            </a:r>
            <a:endParaRPr/>
          </a:p>
        </p:txBody>
      </p:sp>
      <p:sp>
        <p:nvSpPr>
          <p:cNvPr id="6246" name="Google Shape;6246;p45"/>
          <p:cNvSpPr txBox="1"/>
          <p:nvPr>
            <p:ph idx="6" type="title"/>
          </p:nvPr>
        </p:nvSpPr>
        <p:spPr>
          <a:xfrm>
            <a:off x="3419246" y="3680556"/>
            <a:ext cx="2305500" cy="354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6247" name="Google Shape;6247;p45"/>
          <p:cNvSpPr txBox="1"/>
          <p:nvPr>
            <p:ph idx="7" type="subTitle"/>
          </p:nvPr>
        </p:nvSpPr>
        <p:spPr>
          <a:xfrm>
            <a:off x="3419246" y="4047488"/>
            <a:ext cx="23055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It’s a gas giant, composed mostly of hydrogen and helium</a:t>
            </a:r>
            <a:endParaRPr/>
          </a:p>
        </p:txBody>
      </p:sp>
      <p:sp>
        <p:nvSpPr>
          <p:cNvPr id="6248" name="Google Shape;6248;p45"/>
          <p:cNvSpPr txBox="1"/>
          <p:nvPr>
            <p:ph idx="8" type="title"/>
          </p:nvPr>
        </p:nvSpPr>
        <p:spPr>
          <a:xfrm>
            <a:off x="5966123" y="1925558"/>
            <a:ext cx="2305500" cy="353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6249" name="Google Shape;6249;p45"/>
          <p:cNvSpPr txBox="1"/>
          <p:nvPr>
            <p:ph idx="9" type="subTitle"/>
          </p:nvPr>
        </p:nvSpPr>
        <p:spPr>
          <a:xfrm>
            <a:off x="5966123" y="2288163"/>
            <a:ext cx="23055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Despite being red, Mars is actually a very cold planet</a:t>
            </a:r>
            <a:endParaRPr/>
          </a:p>
        </p:txBody>
      </p:sp>
      <p:sp>
        <p:nvSpPr>
          <p:cNvPr id="6250" name="Google Shape;6250;p45"/>
          <p:cNvSpPr txBox="1"/>
          <p:nvPr>
            <p:ph idx="13" type="title"/>
          </p:nvPr>
        </p:nvSpPr>
        <p:spPr>
          <a:xfrm>
            <a:off x="5966123" y="3680556"/>
            <a:ext cx="2305500" cy="354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6251" name="Google Shape;6251;p45"/>
          <p:cNvSpPr txBox="1"/>
          <p:nvPr>
            <p:ph idx="14" type="subTitle"/>
          </p:nvPr>
        </p:nvSpPr>
        <p:spPr>
          <a:xfrm>
            <a:off x="5966123" y="4047488"/>
            <a:ext cx="23055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It’s the farthest planet from the Sun and the fourth-largest</a:t>
            </a:r>
            <a:endParaRPr/>
          </a:p>
        </p:txBody>
      </p:sp>
      <p:sp>
        <p:nvSpPr>
          <p:cNvPr id="6252" name="Google Shape;6252;p45"/>
          <p:cNvSpPr/>
          <p:nvPr/>
        </p:nvSpPr>
        <p:spPr>
          <a:xfrm>
            <a:off x="1846175" y="1357525"/>
            <a:ext cx="357903" cy="353897"/>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45"/>
          <p:cNvSpPr/>
          <p:nvPr/>
        </p:nvSpPr>
        <p:spPr>
          <a:xfrm>
            <a:off x="4395406" y="1377179"/>
            <a:ext cx="353180" cy="314589"/>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54" name="Google Shape;6254;p45"/>
          <p:cNvGrpSpPr/>
          <p:nvPr/>
        </p:nvGrpSpPr>
        <p:grpSpPr>
          <a:xfrm>
            <a:off x="1843365" y="3117089"/>
            <a:ext cx="363523" cy="353419"/>
            <a:chOff x="-26585200" y="2710400"/>
            <a:chExt cx="304025" cy="295575"/>
          </a:xfrm>
        </p:grpSpPr>
        <p:sp>
          <p:nvSpPr>
            <p:cNvPr id="6255" name="Google Shape;6255;p45"/>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45"/>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45"/>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45"/>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45"/>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45"/>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45"/>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45"/>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45"/>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45"/>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45"/>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45"/>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67" name="Google Shape;6267;p45"/>
          <p:cNvSpPr/>
          <p:nvPr/>
        </p:nvSpPr>
        <p:spPr>
          <a:xfrm>
            <a:off x="4426958" y="3116731"/>
            <a:ext cx="290077" cy="354136"/>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68" name="Google Shape;6268;p45"/>
          <p:cNvGrpSpPr/>
          <p:nvPr/>
        </p:nvGrpSpPr>
        <p:grpSpPr>
          <a:xfrm>
            <a:off x="6938517" y="3117194"/>
            <a:ext cx="360713" cy="353210"/>
            <a:chOff x="-22881800" y="1971800"/>
            <a:chExt cx="301675" cy="295400"/>
          </a:xfrm>
        </p:grpSpPr>
        <p:sp>
          <p:nvSpPr>
            <p:cNvPr id="6269" name="Google Shape;6269;p45"/>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45"/>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45"/>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45"/>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45"/>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45"/>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5" name="Google Shape;6275;p45"/>
          <p:cNvGrpSpPr/>
          <p:nvPr/>
        </p:nvGrpSpPr>
        <p:grpSpPr>
          <a:xfrm>
            <a:off x="7004908" y="1357406"/>
            <a:ext cx="227930" cy="354136"/>
            <a:chOff x="-28043900" y="2701925"/>
            <a:chExt cx="190625" cy="296175"/>
          </a:xfrm>
        </p:grpSpPr>
        <p:sp>
          <p:nvSpPr>
            <p:cNvPr id="6276" name="Google Shape;6276;p45"/>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45"/>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45"/>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45"/>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45"/>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81" name="Google Shape;6281;p45"/>
          <p:cNvSpPr/>
          <p:nvPr/>
        </p:nvSpPr>
        <p:spPr>
          <a:xfrm rot="-5400000">
            <a:off x="8003379" y="1070777"/>
            <a:ext cx="212296" cy="106174"/>
          </a:xfrm>
          <a:custGeom>
            <a:rect b="b" l="l" r="r" t="t"/>
            <a:pathLst>
              <a:path extrusionOk="0" fill="none" h="6081" w="12159">
                <a:moveTo>
                  <a:pt x="0" y="6080"/>
                </a:moveTo>
                <a:cubicBezTo>
                  <a:pt x="0" y="2737"/>
                  <a:pt x="2736" y="1"/>
                  <a:pt x="6079" y="1"/>
                </a:cubicBezTo>
                <a:cubicBezTo>
                  <a:pt x="9453" y="1"/>
                  <a:pt x="12158" y="2737"/>
                  <a:pt x="12158" y="6080"/>
                </a:cubicBezTo>
              </a:path>
            </a:pathLst>
          </a:custGeom>
          <a:noFill/>
          <a:ln cap="flat" cmpd="sng" w="57000">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85" name="Shape 6285"/>
        <p:cNvGrpSpPr/>
        <p:nvPr/>
      </p:nvGrpSpPr>
      <p:grpSpPr>
        <a:xfrm>
          <a:off x="0" y="0"/>
          <a:ext cx="0" cy="0"/>
          <a:chOff x="0" y="0"/>
          <a:chExt cx="0" cy="0"/>
        </a:xfrm>
      </p:grpSpPr>
      <p:sp>
        <p:nvSpPr>
          <p:cNvPr id="6286" name="Google Shape;6286;p46"/>
          <p:cNvSpPr/>
          <p:nvPr/>
        </p:nvSpPr>
        <p:spPr>
          <a:xfrm>
            <a:off x="4170637" y="1533265"/>
            <a:ext cx="802577" cy="731265"/>
          </a:xfrm>
          <a:custGeom>
            <a:rect b="b" l="l" r="r" t="t"/>
            <a:pathLst>
              <a:path extrusionOk="0" h="55169" w="60549">
                <a:moveTo>
                  <a:pt x="30289" y="0"/>
                </a:moveTo>
                <a:cubicBezTo>
                  <a:pt x="23230" y="0"/>
                  <a:pt x="16171" y="2690"/>
                  <a:pt x="10791" y="8070"/>
                </a:cubicBezTo>
                <a:cubicBezTo>
                  <a:pt x="0" y="18861"/>
                  <a:pt x="0" y="36308"/>
                  <a:pt x="10791" y="47098"/>
                </a:cubicBezTo>
                <a:cubicBezTo>
                  <a:pt x="16171" y="52478"/>
                  <a:pt x="23230" y="55168"/>
                  <a:pt x="30289" y="55168"/>
                </a:cubicBezTo>
                <a:cubicBezTo>
                  <a:pt x="37349" y="55168"/>
                  <a:pt x="44408" y="52478"/>
                  <a:pt x="49788" y="47098"/>
                </a:cubicBezTo>
                <a:cubicBezTo>
                  <a:pt x="60548" y="36308"/>
                  <a:pt x="60548" y="18861"/>
                  <a:pt x="49788" y="8070"/>
                </a:cubicBezTo>
                <a:cubicBezTo>
                  <a:pt x="44408" y="2690"/>
                  <a:pt x="37349" y="0"/>
                  <a:pt x="30289" y="0"/>
                </a:cubicBezTo>
                <a:close/>
              </a:path>
            </a:pathLst>
          </a:cu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46"/>
          <p:cNvSpPr txBox="1"/>
          <p:nvPr>
            <p:ph type="title"/>
          </p:nvPr>
        </p:nvSpPr>
        <p:spPr>
          <a:xfrm>
            <a:off x="2160150" y="445025"/>
            <a:ext cx="48237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Patient medical history</a:t>
            </a:r>
            <a:endParaRPr/>
          </a:p>
        </p:txBody>
      </p:sp>
      <p:grpSp>
        <p:nvGrpSpPr>
          <p:cNvPr id="6288" name="Google Shape;6288;p46"/>
          <p:cNvGrpSpPr/>
          <p:nvPr/>
        </p:nvGrpSpPr>
        <p:grpSpPr>
          <a:xfrm>
            <a:off x="4393211" y="1696531"/>
            <a:ext cx="357417" cy="404742"/>
            <a:chOff x="-57950750" y="2296300"/>
            <a:chExt cx="279625" cy="316650"/>
          </a:xfrm>
        </p:grpSpPr>
        <p:sp>
          <p:nvSpPr>
            <p:cNvPr id="6289" name="Google Shape;6289;p46"/>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46"/>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46"/>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46"/>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93" name="Google Shape;6293;p46"/>
          <p:cNvSpPr/>
          <p:nvPr/>
        </p:nvSpPr>
        <p:spPr>
          <a:xfrm>
            <a:off x="4161300" y="1584575"/>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46"/>
          <p:cNvSpPr txBox="1"/>
          <p:nvPr/>
        </p:nvSpPr>
        <p:spPr>
          <a:xfrm>
            <a:off x="3133509" y="1558775"/>
            <a:ext cx="846900" cy="261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chemeClr val="dk2"/>
                </a:solidFill>
                <a:latin typeface="PT Sans Narrow"/>
                <a:ea typeface="PT Sans Narrow"/>
                <a:cs typeface="PT Sans Narrow"/>
                <a:sym typeface="PT Sans Narrow"/>
              </a:rPr>
              <a:t>Age</a:t>
            </a:r>
            <a:endParaRPr sz="1600">
              <a:solidFill>
                <a:schemeClr val="dk2"/>
              </a:solidFill>
              <a:latin typeface="PT Sans Narrow"/>
              <a:ea typeface="PT Sans Narrow"/>
              <a:cs typeface="PT Sans Narrow"/>
              <a:sym typeface="PT Sans Narrow"/>
            </a:endParaRPr>
          </a:p>
        </p:txBody>
      </p:sp>
      <p:sp>
        <p:nvSpPr>
          <p:cNvPr id="6295" name="Google Shape;6295;p46"/>
          <p:cNvSpPr txBox="1"/>
          <p:nvPr/>
        </p:nvSpPr>
        <p:spPr>
          <a:xfrm>
            <a:off x="3133509" y="1978025"/>
            <a:ext cx="846900" cy="261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chemeClr val="dk2"/>
                </a:solidFill>
                <a:latin typeface="PT Sans Narrow"/>
                <a:ea typeface="PT Sans Narrow"/>
                <a:cs typeface="PT Sans Narrow"/>
                <a:sym typeface="PT Sans Narrow"/>
              </a:rPr>
              <a:t>Gender</a:t>
            </a:r>
            <a:endParaRPr sz="1600">
              <a:solidFill>
                <a:schemeClr val="dk2"/>
              </a:solidFill>
              <a:latin typeface="PT Sans Narrow"/>
              <a:ea typeface="PT Sans Narrow"/>
              <a:cs typeface="PT Sans Narrow"/>
              <a:sym typeface="PT Sans Narrow"/>
            </a:endParaRPr>
          </a:p>
        </p:txBody>
      </p:sp>
      <p:sp>
        <p:nvSpPr>
          <p:cNvPr id="6296" name="Google Shape;6296;p46"/>
          <p:cNvSpPr txBox="1"/>
          <p:nvPr/>
        </p:nvSpPr>
        <p:spPr>
          <a:xfrm>
            <a:off x="5163581" y="1558775"/>
            <a:ext cx="846900" cy="261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chemeClr val="dk2"/>
                </a:solidFill>
                <a:latin typeface="PT Sans Narrow"/>
                <a:ea typeface="PT Sans Narrow"/>
                <a:cs typeface="PT Sans Narrow"/>
                <a:sym typeface="PT Sans Narrow"/>
              </a:rPr>
              <a:t>Allergies</a:t>
            </a:r>
            <a:endParaRPr sz="1600">
              <a:solidFill>
                <a:schemeClr val="dk2"/>
              </a:solidFill>
              <a:latin typeface="PT Sans Narrow"/>
              <a:ea typeface="PT Sans Narrow"/>
              <a:cs typeface="PT Sans Narrow"/>
              <a:sym typeface="PT Sans Narrow"/>
            </a:endParaRPr>
          </a:p>
        </p:txBody>
      </p:sp>
      <p:sp>
        <p:nvSpPr>
          <p:cNvPr id="6297" name="Google Shape;6297;p46"/>
          <p:cNvSpPr txBox="1"/>
          <p:nvPr/>
        </p:nvSpPr>
        <p:spPr>
          <a:xfrm>
            <a:off x="5163581" y="1978025"/>
            <a:ext cx="846900" cy="261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chemeClr val="dk2"/>
                </a:solidFill>
                <a:latin typeface="PT Sans Narrow"/>
                <a:ea typeface="PT Sans Narrow"/>
                <a:cs typeface="PT Sans Narrow"/>
                <a:sym typeface="PT Sans Narrow"/>
              </a:rPr>
              <a:t>Location</a:t>
            </a:r>
            <a:endParaRPr sz="1600">
              <a:solidFill>
                <a:schemeClr val="dk2"/>
              </a:solidFill>
              <a:latin typeface="PT Sans Narrow"/>
              <a:ea typeface="PT Sans Narrow"/>
              <a:cs typeface="PT Sans Narrow"/>
              <a:sym typeface="PT Sans Narrow"/>
            </a:endParaRPr>
          </a:p>
        </p:txBody>
      </p:sp>
      <p:sp>
        <p:nvSpPr>
          <p:cNvPr id="6298" name="Google Shape;6298;p46"/>
          <p:cNvSpPr txBox="1"/>
          <p:nvPr/>
        </p:nvSpPr>
        <p:spPr>
          <a:xfrm>
            <a:off x="2225925" y="1558775"/>
            <a:ext cx="846900" cy="261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chemeClr val="dk2"/>
                </a:solidFill>
                <a:latin typeface="PT Sans Narrow"/>
                <a:ea typeface="PT Sans Narrow"/>
                <a:cs typeface="PT Sans Narrow"/>
                <a:sym typeface="PT Sans Narrow"/>
              </a:rPr>
              <a:t>32</a:t>
            </a:r>
            <a:endParaRPr sz="1600">
              <a:solidFill>
                <a:schemeClr val="dk2"/>
              </a:solidFill>
              <a:latin typeface="PT Sans Narrow"/>
              <a:ea typeface="PT Sans Narrow"/>
              <a:cs typeface="PT Sans Narrow"/>
              <a:sym typeface="PT Sans Narrow"/>
            </a:endParaRPr>
          </a:p>
        </p:txBody>
      </p:sp>
      <p:sp>
        <p:nvSpPr>
          <p:cNvPr id="6299" name="Google Shape;6299;p46"/>
          <p:cNvSpPr txBox="1"/>
          <p:nvPr/>
        </p:nvSpPr>
        <p:spPr>
          <a:xfrm>
            <a:off x="2225925" y="1978025"/>
            <a:ext cx="846900" cy="261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chemeClr val="dk2"/>
                </a:solidFill>
                <a:latin typeface="PT Sans Narrow"/>
                <a:ea typeface="PT Sans Narrow"/>
                <a:cs typeface="PT Sans Narrow"/>
                <a:sym typeface="PT Sans Narrow"/>
              </a:rPr>
              <a:t>Male</a:t>
            </a:r>
            <a:endParaRPr sz="1600">
              <a:solidFill>
                <a:schemeClr val="dk2"/>
              </a:solidFill>
              <a:latin typeface="PT Sans Narrow"/>
              <a:ea typeface="PT Sans Narrow"/>
              <a:cs typeface="PT Sans Narrow"/>
              <a:sym typeface="PT Sans Narrow"/>
            </a:endParaRPr>
          </a:p>
        </p:txBody>
      </p:sp>
      <p:sp>
        <p:nvSpPr>
          <p:cNvPr id="6300" name="Google Shape;6300;p46"/>
          <p:cNvSpPr txBox="1"/>
          <p:nvPr/>
        </p:nvSpPr>
        <p:spPr>
          <a:xfrm>
            <a:off x="6071165" y="1558775"/>
            <a:ext cx="846900" cy="261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chemeClr val="dk2"/>
                </a:solidFill>
                <a:latin typeface="PT Sans Narrow"/>
                <a:ea typeface="PT Sans Narrow"/>
                <a:cs typeface="PT Sans Narrow"/>
                <a:sym typeface="PT Sans Narrow"/>
              </a:rPr>
              <a:t>None</a:t>
            </a:r>
            <a:endParaRPr sz="1600">
              <a:solidFill>
                <a:schemeClr val="dk2"/>
              </a:solidFill>
              <a:latin typeface="PT Sans Narrow"/>
              <a:ea typeface="PT Sans Narrow"/>
              <a:cs typeface="PT Sans Narrow"/>
              <a:sym typeface="PT Sans Narrow"/>
            </a:endParaRPr>
          </a:p>
        </p:txBody>
      </p:sp>
      <p:sp>
        <p:nvSpPr>
          <p:cNvPr id="6301" name="Google Shape;6301;p46"/>
          <p:cNvSpPr txBox="1"/>
          <p:nvPr/>
        </p:nvSpPr>
        <p:spPr>
          <a:xfrm>
            <a:off x="6071165" y="1978025"/>
            <a:ext cx="846900" cy="261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chemeClr val="dk2"/>
                </a:solidFill>
                <a:latin typeface="PT Sans Narrow"/>
                <a:ea typeface="PT Sans Narrow"/>
                <a:cs typeface="PT Sans Narrow"/>
                <a:sym typeface="PT Sans Narrow"/>
              </a:rPr>
              <a:t>Madrid</a:t>
            </a:r>
            <a:endParaRPr sz="1600">
              <a:solidFill>
                <a:schemeClr val="dk2"/>
              </a:solidFill>
              <a:latin typeface="PT Sans Narrow"/>
              <a:ea typeface="PT Sans Narrow"/>
              <a:cs typeface="PT Sans Narrow"/>
              <a:sym typeface="PT Sans Narrow"/>
            </a:endParaRPr>
          </a:p>
        </p:txBody>
      </p:sp>
      <p:cxnSp>
        <p:nvCxnSpPr>
          <p:cNvPr id="6302" name="Google Shape;6302;p46"/>
          <p:cNvCxnSpPr/>
          <p:nvPr/>
        </p:nvCxnSpPr>
        <p:spPr>
          <a:xfrm>
            <a:off x="733050" y="3466875"/>
            <a:ext cx="7677900" cy="0"/>
          </a:xfrm>
          <a:prstGeom prst="straightConnector1">
            <a:avLst/>
          </a:prstGeom>
          <a:noFill/>
          <a:ln cap="flat" cmpd="sng" w="19050">
            <a:solidFill>
              <a:schemeClr val="dk2"/>
            </a:solidFill>
            <a:prstDash val="dot"/>
            <a:round/>
            <a:headEnd len="med" w="med" type="none"/>
            <a:tailEnd len="med" w="med" type="triangle"/>
          </a:ln>
        </p:spPr>
      </p:cxnSp>
      <p:sp>
        <p:nvSpPr>
          <p:cNvPr id="6303" name="Google Shape;6303;p46"/>
          <p:cNvSpPr txBox="1"/>
          <p:nvPr/>
        </p:nvSpPr>
        <p:spPr>
          <a:xfrm>
            <a:off x="1006325" y="2879875"/>
            <a:ext cx="1481700" cy="404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500">
                <a:solidFill>
                  <a:schemeClr val="dk2"/>
                </a:solidFill>
                <a:latin typeface="Big Shoulders Text"/>
                <a:ea typeface="Big Shoulders Text"/>
                <a:cs typeface="Big Shoulders Text"/>
                <a:sym typeface="Big Shoulders Text"/>
              </a:rPr>
              <a:t>2005</a:t>
            </a:r>
            <a:endParaRPr b="1" sz="2500">
              <a:solidFill>
                <a:schemeClr val="dk2"/>
              </a:solidFill>
              <a:latin typeface="Big Shoulders Text"/>
              <a:ea typeface="Big Shoulders Text"/>
              <a:cs typeface="Big Shoulders Text"/>
              <a:sym typeface="Big Shoulders Text"/>
            </a:endParaRPr>
          </a:p>
        </p:txBody>
      </p:sp>
      <p:sp>
        <p:nvSpPr>
          <p:cNvPr id="6304" name="Google Shape;6304;p46"/>
          <p:cNvSpPr txBox="1"/>
          <p:nvPr/>
        </p:nvSpPr>
        <p:spPr>
          <a:xfrm>
            <a:off x="3831150" y="2879875"/>
            <a:ext cx="1481700" cy="404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500">
                <a:solidFill>
                  <a:schemeClr val="dk2"/>
                </a:solidFill>
                <a:latin typeface="Big Shoulders Text"/>
                <a:ea typeface="Big Shoulders Text"/>
                <a:cs typeface="Big Shoulders Text"/>
                <a:sym typeface="Big Shoulders Text"/>
              </a:rPr>
              <a:t>2008</a:t>
            </a:r>
            <a:endParaRPr b="1" sz="2500">
              <a:solidFill>
                <a:schemeClr val="dk2"/>
              </a:solidFill>
              <a:latin typeface="Big Shoulders Text"/>
              <a:ea typeface="Big Shoulders Text"/>
              <a:cs typeface="Big Shoulders Text"/>
              <a:sym typeface="Big Shoulders Text"/>
            </a:endParaRPr>
          </a:p>
        </p:txBody>
      </p:sp>
      <p:sp>
        <p:nvSpPr>
          <p:cNvPr id="6305" name="Google Shape;6305;p46"/>
          <p:cNvSpPr txBox="1"/>
          <p:nvPr/>
        </p:nvSpPr>
        <p:spPr>
          <a:xfrm>
            <a:off x="6655975" y="2879875"/>
            <a:ext cx="1481700" cy="404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500">
                <a:solidFill>
                  <a:schemeClr val="dk2"/>
                </a:solidFill>
                <a:latin typeface="Big Shoulders Text"/>
                <a:ea typeface="Big Shoulders Text"/>
                <a:cs typeface="Big Shoulders Text"/>
                <a:sym typeface="Big Shoulders Text"/>
              </a:rPr>
              <a:t>2014</a:t>
            </a:r>
            <a:endParaRPr b="1" sz="2500">
              <a:solidFill>
                <a:schemeClr val="dk2"/>
              </a:solidFill>
              <a:latin typeface="Big Shoulders Text"/>
              <a:ea typeface="Big Shoulders Text"/>
              <a:cs typeface="Big Shoulders Text"/>
              <a:sym typeface="Big Shoulders Text"/>
            </a:endParaRPr>
          </a:p>
        </p:txBody>
      </p:sp>
      <p:sp>
        <p:nvSpPr>
          <p:cNvPr id="6306" name="Google Shape;6306;p46"/>
          <p:cNvSpPr txBox="1"/>
          <p:nvPr/>
        </p:nvSpPr>
        <p:spPr>
          <a:xfrm>
            <a:off x="1006325" y="3649175"/>
            <a:ext cx="1481700" cy="9546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1600"/>
              </a:spcAft>
              <a:buNone/>
            </a:pPr>
            <a:r>
              <a:rPr lang="en">
                <a:solidFill>
                  <a:schemeClr val="dk2"/>
                </a:solidFill>
                <a:latin typeface="PT Sans Narrow"/>
                <a:ea typeface="PT Sans Narrow"/>
                <a:cs typeface="PT Sans Narrow"/>
                <a:sym typeface="PT Sans Narrow"/>
              </a:rPr>
              <a:t>Mercury is the closest planet to the Sun and the smallest in the Solar System</a:t>
            </a:r>
            <a:endParaRPr>
              <a:solidFill>
                <a:schemeClr val="dk2"/>
              </a:solidFill>
              <a:latin typeface="PT Sans Narrow"/>
              <a:ea typeface="PT Sans Narrow"/>
              <a:cs typeface="PT Sans Narrow"/>
              <a:sym typeface="PT Sans Narrow"/>
            </a:endParaRPr>
          </a:p>
        </p:txBody>
      </p:sp>
      <p:sp>
        <p:nvSpPr>
          <p:cNvPr id="6307" name="Google Shape;6307;p46"/>
          <p:cNvSpPr txBox="1"/>
          <p:nvPr/>
        </p:nvSpPr>
        <p:spPr>
          <a:xfrm>
            <a:off x="3831150" y="3649175"/>
            <a:ext cx="1481700" cy="9546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2"/>
                </a:solidFill>
                <a:latin typeface="PT Sans Narrow"/>
                <a:ea typeface="PT Sans Narrow"/>
                <a:cs typeface="PT Sans Narrow"/>
                <a:sym typeface="PT Sans Narrow"/>
              </a:rPr>
              <a:t>Venus has a very beautiful name and is the second planet from the Sun</a:t>
            </a:r>
            <a:endParaRPr>
              <a:solidFill>
                <a:schemeClr val="dk2"/>
              </a:solidFill>
              <a:latin typeface="PT Sans Narrow"/>
              <a:ea typeface="PT Sans Narrow"/>
              <a:cs typeface="PT Sans Narrow"/>
              <a:sym typeface="PT Sans Narrow"/>
            </a:endParaRPr>
          </a:p>
        </p:txBody>
      </p:sp>
      <p:sp>
        <p:nvSpPr>
          <p:cNvPr id="6308" name="Google Shape;6308;p46"/>
          <p:cNvSpPr txBox="1"/>
          <p:nvPr/>
        </p:nvSpPr>
        <p:spPr>
          <a:xfrm>
            <a:off x="6655975" y="3649175"/>
            <a:ext cx="1481700" cy="9546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1600"/>
              </a:spcAft>
              <a:buNone/>
            </a:pPr>
            <a:r>
              <a:rPr lang="en">
                <a:solidFill>
                  <a:schemeClr val="dk2"/>
                </a:solidFill>
                <a:latin typeface="PT Sans Narrow"/>
                <a:ea typeface="PT Sans Narrow"/>
                <a:cs typeface="PT Sans Narrow"/>
                <a:sym typeface="PT Sans Narrow"/>
              </a:rPr>
              <a:t>Despite being red, Mars is actually a cold place. It’s full of iron oxide dust</a:t>
            </a:r>
            <a:endParaRPr>
              <a:solidFill>
                <a:schemeClr val="dk2"/>
              </a:solidFill>
              <a:latin typeface="PT Sans Narrow"/>
              <a:ea typeface="PT Sans Narrow"/>
              <a:cs typeface="PT Sans Narrow"/>
              <a:sym typeface="PT Sans Narrow"/>
            </a:endParaRPr>
          </a:p>
        </p:txBody>
      </p:sp>
      <p:sp>
        <p:nvSpPr>
          <p:cNvPr id="6309" name="Google Shape;6309;p46"/>
          <p:cNvSpPr/>
          <p:nvPr/>
        </p:nvSpPr>
        <p:spPr>
          <a:xfrm>
            <a:off x="1651413" y="3371500"/>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46"/>
          <p:cNvSpPr/>
          <p:nvPr/>
        </p:nvSpPr>
        <p:spPr>
          <a:xfrm>
            <a:off x="4466827" y="3371500"/>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46"/>
          <p:cNvSpPr/>
          <p:nvPr/>
        </p:nvSpPr>
        <p:spPr>
          <a:xfrm>
            <a:off x="7300863" y="3371500"/>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12" name="Google Shape;6312;p46"/>
          <p:cNvGrpSpPr/>
          <p:nvPr/>
        </p:nvGrpSpPr>
        <p:grpSpPr>
          <a:xfrm>
            <a:off x="1460688" y="898400"/>
            <a:ext cx="572975" cy="563100"/>
            <a:chOff x="389075" y="2877250"/>
            <a:chExt cx="572975" cy="563100"/>
          </a:xfrm>
        </p:grpSpPr>
        <p:sp>
          <p:nvSpPr>
            <p:cNvPr id="6313" name="Google Shape;6313;p46"/>
            <p:cNvSpPr/>
            <p:nvPr/>
          </p:nvSpPr>
          <p:spPr>
            <a:xfrm>
              <a:off x="389075" y="3112050"/>
              <a:ext cx="328300" cy="328300"/>
            </a:xfrm>
            <a:custGeom>
              <a:rect b="b" l="l" r="r" t="t"/>
              <a:pathLst>
                <a:path extrusionOk="0" fill="none" h="13132" w="13132">
                  <a:moveTo>
                    <a:pt x="13132" y="13131"/>
                  </a:moveTo>
                  <a:cubicBezTo>
                    <a:pt x="5897" y="13131"/>
                    <a:pt x="1" y="7235"/>
                    <a:pt x="31" y="0"/>
                  </a:cubicBezTo>
                </a:path>
              </a:pathLst>
            </a:custGeom>
            <a:noFill/>
            <a:ln cap="flat" cmpd="sng" w="47875">
              <a:solidFill>
                <a:srgbClr val="96A8AC"/>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46"/>
            <p:cNvSpPr/>
            <p:nvPr/>
          </p:nvSpPr>
          <p:spPr>
            <a:xfrm>
              <a:off x="474175" y="2877250"/>
              <a:ext cx="487875" cy="488625"/>
            </a:xfrm>
            <a:custGeom>
              <a:rect b="b" l="l" r="r" t="t"/>
              <a:pathLst>
                <a:path extrusionOk="0" h="19545" w="19515">
                  <a:moveTo>
                    <a:pt x="9758" y="0"/>
                  </a:moveTo>
                  <a:cubicBezTo>
                    <a:pt x="4378" y="0"/>
                    <a:pt x="1" y="4377"/>
                    <a:pt x="1" y="9788"/>
                  </a:cubicBezTo>
                  <a:cubicBezTo>
                    <a:pt x="1" y="15168"/>
                    <a:pt x="4378" y="19545"/>
                    <a:pt x="9758" y="19545"/>
                  </a:cubicBezTo>
                  <a:cubicBezTo>
                    <a:pt x="15138" y="19545"/>
                    <a:pt x="19515" y="15168"/>
                    <a:pt x="19515" y="9788"/>
                  </a:cubicBezTo>
                  <a:cubicBezTo>
                    <a:pt x="19515" y="4377"/>
                    <a:pt x="15138" y="0"/>
                    <a:pt x="9758" y="0"/>
                  </a:cubicBezTo>
                  <a:close/>
                </a:path>
              </a:pathLst>
            </a:custGeom>
            <a:solidFill>
              <a:srgbClr val="E4BE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15" name="Google Shape;6315;p46"/>
          <p:cNvSpPr/>
          <p:nvPr/>
        </p:nvSpPr>
        <p:spPr>
          <a:xfrm flipH="1" rot="-5400000">
            <a:off x="7072881" y="1103935"/>
            <a:ext cx="303975" cy="152025"/>
          </a:xfrm>
          <a:custGeom>
            <a:rect b="b" l="l" r="r" t="t"/>
            <a:pathLst>
              <a:path extrusionOk="0" fill="none" h="6081" w="12159">
                <a:moveTo>
                  <a:pt x="0" y="6080"/>
                </a:moveTo>
                <a:cubicBezTo>
                  <a:pt x="0" y="2737"/>
                  <a:pt x="2736" y="1"/>
                  <a:pt x="6079" y="1"/>
                </a:cubicBezTo>
                <a:cubicBezTo>
                  <a:pt x="9453" y="1"/>
                  <a:pt x="12158" y="2737"/>
                  <a:pt x="12158" y="6080"/>
                </a:cubicBezTo>
              </a:path>
            </a:pathLst>
          </a:custGeom>
          <a:solidFill>
            <a:schemeClr val="lt2"/>
          </a:solidFill>
          <a:ln cap="flat" cmpd="sng" w="5700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19" name="Shape 6319"/>
        <p:cNvGrpSpPr/>
        <p:nvPr/>
      </p:nvGrpSpPr>
      <p:grpSpPr>
        <a:xfrm>
          <a:off x="0" y="0"/>
          <a:ext cx="0" cy="0"/>
          <a:chOff x="0" y="0"/>
          <a:chExt cx="0" cy="0"/>
        </a:xfrm>
      </p:grpSpPr>
      <p:sp>
        <p:nvSpPr>
          <p:cNvPr id="6320" name="Google Shape;6320;p47"/>
          <p:cNvSpPr txBox="1"/>
          <p:nvPr>
            <p:ph idx="1" type="subTitle"/>
          </p:nvPr>
        </p:nvSpPr>
        <p:spPr>
          <a:xfrm>
            <a:off x="1458150" y="1783481"/>
            <a:ext cx="6227700" cy="1183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“This is a quote, words full of wisdom that someone important said and can make the reader get inspired.”</a:t>
            </a:r>
            <a:endParaRPr/>
          </a:p>
        </p:txBody>
      </p:sp>
      <p:sp>
        <p:nvSpPr>
          <p:cNvPr id="6321" name="Google Shape;6321;p47"/>
          <p:cNvSpPr txBox="1"/>
          <p:nvPr>
            <p:ph type="title"/>
          </p:nvPr>
        </p:nvSpPr>
        <p:spPr>
          <a:xfrm>
            <a:off x="2762250" y="2828119"/>
            <a:ext cx="3619500" cy="531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
            </a:r>
            <a:r>
              <a:rPr lang="en"/>
              <a:t>omeone famous</a:t>
            </a:r>
            <a:endParaRPr/>
          </a:p>
        </p:txBody>
      </p:sp>
      <p:grpSp>
        <p:nvGrpSpPr>
          <p:cNvPr id="6322" name="Google Shape;6322;p47"/>
          <p:cNvGrpSpPr/>
          <p:nvPr/>
        </p:nvGrpSpPr>
        <p:grpSpPr>
          <a:xfrm rot="10800000">
            <a:off x="1166059" y="3678715"/>
            <a:ext cx="1123988" cy="1211934"/>
            <a:chOff x="145150" y="80100"/>
            <a:chExt cx="1699150" cy="1832100"/>
          </a:xfrm>
        </p:grpSpPr>
        <p:sp>
          <p:nvSpPr>
            <p:cNvPr id="6323" name="Google Shape;6323;p47"/>
            <p:cNvSpPr/>
            <p:nvPr/>
          </p:nvSpPr>
          <p:spPr>
            <a:xfrm>
              <a:off x="145150" y="212300"/>
              <a:ext cx="1566925" cy="1566925"/>
            </a:xfrm>
            <a:custGeom>
              <a:rect b="b" l="l" r="r" t="t"/>
              <a:pathLst>
                <a:path extrusionOk="0" h="62677" w="62677">
                  <a:moveTo>
                    <a:pt x="31339" y="1"/>
                  </a:moveTo>
                  <a:cubicBezTo>
                    <a:pt x="14043" y="1"/>
                    <a:pt x="1" y="14044"/>
                    <a:pt x="1" y="31339"/>
                  </a:cubicBezTo>
                  <a:cubicBezTo>
                    <a:pt x="1" y="48664"/>
                    <a:pt x="14043" y="62677"/>
                    <a:pt x="31339" y="62677"/>
                  </a:cubicBezTo>
                  <a:cubicBezTo>
                    <a:pt x="48664" y="62677"/>
                    <a:pt x="62677" y="48664"/>
                    <a:pt x="62677" y="31339"/>
                  </a:cubicBezTo>
                  <a:cubicBezTo>
                    <a:pt x="62677" y="14044"/>
                    <a:pt x="48664" y="1"/>
                    <a:pt x="31339" y="1"/>
                  </a:cubicBezTo>
                  <a:close/>
                </a:path>
              </a:pathLst>
            </a:custGeom>
            <a:solidFill>
              <a:srgbClr val="E4BE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47"/>
            <p:cNvSpPr/>
            <p:nvPr/>
          </p:nvSpPr>
          <p:spPr>
            <a:xfrm>
              <a:off x="928600" y="80100"/>
              <a:ext cx="915700" cy="1832100"/>
            </a:xfrm>
            <a:custGeom>
              <a:rect b="b" l="l" r="r" t="t"/>
              <a:pathLst>
                <a:path extrusionOk="0" fill="none" h="73284" w="36628">
                  <a:moveTo>
                    <a:pt x="1" y="0"/>
                  </a:moveTo>
                  <a:cubicBezTo>
                    <a:pt x="20244" y="0"/>
                    <a:pt x="36627" y="16414"/>
                    <a:pt x="36627" y="36627"/>
                  </a:cubicBezTo>
                  <a:cubicBezTo>
                    <a:pt x="36627" y="56870"/>
                    <a:pt x="20244" y="73284"/>
                    <a:pt x="1" y="73284"/>
                  </a:cubicBezTo>
                </a:path>
              </a:pathLst>
            </a:custGeom>
            <a:noFill/>
            <a:ln cap="flat" cmpd="sng" w="94975">
              <a:solidFill>
                <a:srgbClr val="96A8AC"/>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5" name="Google Shape;6325;p47"/>
          <p:cNvGrpSpPr/>
          <p:nvPr/>
        </p:nvGrpSpPr>
        <p:grpSpPr>
          <a:xfrm>
            <a:off x="5233144" y="3883850"/>
            <a:ext cx="303975" cy="342773"/>
            <a:chOff x="-3684681" y="1252100"/>
            <a:chExt cx="303975" cy="342773"/>
          </a:xfrm>
        </p:grpSpPr>
        <p:sp>
          <p:nvSpPr>
            <p:cNvPr id="6326" name="Google Shape;6326;p47"/>
            <p:cNvSpPr/>
            <p:nvPr/>
          </p:nvSpPr>
          <p:spPr>
            <a:xfrm rot="10800000">
              <a:off x="-3684681" y="1442848"/>
              <a:ext cx="303975" cy="152025"/>
            </a:xfrm>
            <a:custGeom>
              <a:rect b="b" l="l" r="r" t="t"/>
              <a:pathLst>
                <a:path extrusionOk="0" fill="none" h="6081" w="12159">
                  <a:moveTo>
                    <a:pt x="0" y="6080"/>
                  </a:moveTo>
                  <a:cubicBezTo>
                    <a:pt x="0" y="2737"/>
                    <a:pt x="2736" y="1"/>
                    <a:pt x="6079" y="1"/>
                  </a:cubicBezTo>
                  <a:cubicBezTo>
                    <a:pt x="9453" y="1"/>
                    <a:pt x="12158" y="2737"/>
                    <a:pt x="12158" y="6080"/>
                  </a:cubicBezTo>
                </a:path>
              </a:pathLst>
            </a:custGeom>
            <a:noFill/>
            <a:ln cap="flat" cmpd="sng" w="57000">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47"/>
            <p:cNvSpPr/>
            <p:nvPr/>
          </p:nvSpPr>
          <p:spPr>
            <a:xfrm>
              <a:off x="-3628462" y="1252100"/>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8" name="Google Shape;6328;p47"/>
          <p:cNvGrpSpPr/>
          <p:nvPr/>
        </p:nvGrpSpPr>
        <p:grpSpPr>
          <a:xfrm>
            <a:off x="6197100" y="544575"/>
            <a:ext cx="828300" cy="654275"/>
            <a:chOff x="2024375" y="213075"/>
            <a:chExt cx="828300" cy="654275"/>
          </a:xfrm>
        </p:grpSpPr>
        <p:sp>
          <p:nvSpPr>
            <p:cNvPr id="6329" name="Google Shape;6329;p47"/>
            <p:cNvSpPr/>
            <p:nvPr/>
          </p:nvSpPr>
          <p:spPr>
            <a:xfrm>
              <a:off x="2024375" y="213075"/>
              <a:ext cx="828300" cy="654275"/>
            </a:xfrm>
            <a:custGeom>
              <a:rect b="b" l="l" r="r" t="t"/>
              <a:pathLst>
                <a:path extrusionOk="0" fill="none" h="26171" w="33132">
                  <a:moveTo>
                    <a:pt x="27417" y="0"/>
                  </a:moveTo>
                  <a:cubicBezTo>
                    <a:pt x="31824" y="4377"/>
                    <a:pt x="33131" y="10973"/>
                    <a:pt x="30761" y="16718"/>
                  </a:cubicBezTo>
                  <a:cubicBezTo>
                    <a:pt x="28390" y="22432"/>
                    <a:pt x="22767" y="26171"/>
                    <a:pt x="16566" y="26171"/>
                  </a:cubicBezTo>
                  <a:cubicBezTo>
                    <a:pt x="10365" y="26171"/>
                    <a:pt x="4772" y="22432"/>
                    <a:pt x="2401" y="16718"/>
                  </a:cubicBezTo>
                  <a:cubicBezTo>
                    <a:pt x="0" y="10973"/>
                    <a:pt x="1338" y="4377"/>
                    <a:pt x="5715" y="0"/>
                  </a:cubicBezTo>
                </a:path>
              </a:pathLst>
            </a:custGeom>
            <a:noFill/>
            <a:ln cap="flat" cmpd="sng" w="66875">
              <a:solidFill>
                <a:srgbClr val="E4BEB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47"/>
            <p:cNvSpPr/>
            <p:nvPr/>
          </p:nvSpPr>
          <p:spPr>
            <a:xfrm>
              <a:off x="2194575" y="241175"/>
              <a:ext cx="488650" cy="488650"/>
            </a:xfrm>
            <a:custGeom>
              <a:rect b="b" l="l" r="r" t="t"/>
              <a:pathLst>
                <a:path extrusionOk="0" fill="none" h="19546" w="19546">
                  <a:moveTo>
                    <a:pt x="19545" y="9758"/>
                  </a:moveTo>
                  <a:cubicBezTo>
                    <a:pt x="19545" y="15168"/>
                    <a:pt x="15168" y="19545"/>
                    <a:pt x="9758" y="19545"/>
                  </a:cubicBezTo>
                  <a:cubicBezTo>
                    <a:pt x="4378" y="19545"/>
                    <a:pt x="1" y="15168"/>
                    <a:pt x="1" y="9758"/>
                  </a:cubicBezTo>
                  <a:cubicBezTo>
                    <a:pt x="1" y="4378"/>
                    <a:pt x="4378" y="1"/>
                    <a:pt x="9758" y="1"/>
                  </a:cubicBezTo>
                  <a:cubicBezTo>
                    <a:pt x="15168" y="1"/>
                    <a:pt x="19545" y="4378"/>
                    <a:pt x="19545" y="9758"/>
                  </a:cubicBezTo>
                  <a:close/>
                </a:path>
              </a:pathLst>
            </a:custGeom>
            <a:solidFill>
              <a:schemeClr val="lt2"/>
            </a:solidFill>
            <a:ln cap="flat" cmpd="sng" w="3810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31" name="Google Shape;6331;p47"/>
          <p:cNvSpPr/>
          <p:nvPr/>
        </p:nvSpPr>
        <p:spPr>
          <a:xfrm rot="5400000">
            <a:off x="2628892" y="4208686"/>
            <a:ext cx="303975" cy="152025"/>
          </a:xfrm>
          <a:custGeom>
            <a:rect b="b" l="l" r="r" t="t"/>
            <a:pathLst>
              <a:path extrusionOk="0" fill="none" h="6081" w="12159">
                <a:moveTo>
                  <a:pt x="0" y="6080"/>
                </a:moveTo>
                <a:cubicBezTo>
                  <a:pt x="0" y="2737"/>
                  <a:pt x="2736" y="1"/>
                  <a:pt x="6079" y="1"/>
                </a:cubicBezTo>
                <a:cubicBezTo>
                  <a:pt x="9453" y="1"/>
                  <a:pt x="12158" y="2737"/>
                  <a:pt x="12158" y="6080"/>
                </a:cubicBezTo>
              </a:path>
            </a:pathLst>
          </a:custGeom>
          <a:noFill/>
          <a:ln cap="flat" cmpd="sng" w="57000">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32" name="Google Shape;6332;p47"/>
          <p:cNvGrpSpPr/>
          <p:nvPr/>
        </p:nvGrpSpPr>
        <p:grpSpPr>
          <a:xfrm>
            <a:off x="7805977" y="1129353"/>
            <a:ext cx="812240" cy="779010"/>
            <a:chOff x="76650" y="3861300"/>
            <a:chExt cx="1531950" cy="1469275"/>
          </a:xfrm>
        </p:grpSpPr>
        <p:sp>
          <p:nvSpPr>
            <p:cNvPr id="6333" name="Google Shape;6333;p47"/>
            <p:cNvSpPr/>
            <p:nvPr/>
          </p:nvSpPr>
          <p:spPr>
            <a:xfrm>
              <a:off x="76650" y="3861300"/>
              <a:ext cx="1513725" cy="1379225"/>
            </a:xfrm>
            <a:custGeom>
              <a:rect b="b" l="l" r="r" t="t"/>
              <a:pathLst>
                <a:path extrusionOk="0" h="55169" w="60549">
                  <a:moveTo>
                    <a:pt x="30289" y="0"/>
                  </a:moveTo>
                  <a:cubicBezTo>
                    <a:pt x="23230" y="0"/>
                    <a:pt x="16171" y="2690"/>
                    <a:pt x="10791" y="8070"/>
                  </a:cubicBezTo>
                  <a:cubicBezTo>
                    <a:pt x="0" y="18861"/>
                    <a:pt x="0" y="36308"/>
                    <a:pt x="10791" y="47098"/>
                  </a:cubicBezTo>
                  <a:cubicBezTo>
                    <a:pt x="16171" y="52478"/>
                    <a:pt x="23230" y="55168"/>
                    <a:pt x="30289" y="55168"/>
                  </a:cubicBezTo>
                  <a:cubicBezTo>
                    <a:pt x="37349" y="55168"/>
                    <a:pt x="44408" y="52478"/>
                    <a:pt x="49788" y="47098"/>
                  </a:cubicBezTo>
                  <a:cubicBezTo>
                    <a:pt x="60548" y="36308"/>
                    <a:pt x="60548" y="18861"/>
                    <a:pt x="49788" y="8070"/>
                  </a:cubicBezTo>
                  <a:cubicBezTo>
                    <a:pt x="44408" y="2690"/>
                    <a:pt x="37349" y="0"/>
                    <a:pt x="30289" y="0"/>
                  </a:cubicBezTo>
                  <a:close/>
                </a:path>
              </a:pathLst>
            </a:custGeom>
            <a:solidFill>
              <a:srgbClr val="96A8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47"/>
            <p:cNvSpPr/>
            <p:nvPr/>
          </p:nvSpPr>
          <p:spPr>
            <a:xfrm>
              <a:off x="919350" y="4640575"/>
              <a:ext cx="689250" cy="690000"/>
            </a:xfrm>
            <a:custGeom>
              <a:rect b="b" l="l" r="r" t="t"/>
              <a:pathLst>
                <a:path extrusionOk="0" fill="none" h="27600" w="27570">
                  <a:moveTo>
                    <a:pt x="27570" y="0"/>
                  </a:moveTo>
                  <a:cubicBezTo>
                    <a:pt x="27570" y="15228"/>
                    <a:pt x="15229" y="27599"/>
                    <a:pt x="1" y="27599"/>
                  </a:cubicBezTo>
                </a:path>
              </a:pathLst>
            </a:custGeom>
            <a:noFill/>
            <a:ln cap="flat" cmpd="sng" w="66875">
              <a:solidFill>
                <a:srgbClr val="E4BEB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5" name="Google Shape;6335;p47"/>
          <p:cNvGrpSpPr/>
          <p:nvPr/>
        </p:nvGrpSpPr>
        <p:grpSpPr>
          <a:xfrm>
            <a:off x="1981016" y="3683505"/>
            <a:ext cx="530814" cy="531901"/>
            <a:chOff x="4811650" y="1895450"/>
            <a:chExt cx="378450" cy="379225"/>
          </a:xfrm>
        </p:grpSpPr>
        <p:sp>
          <p:nvSpPr>
            <p:cNvPr id="6336" name="Google Shape;6336;p47"/>
            <p:cNvSpPr/>
            <p:nvPr/>
          </p:nvSpPr>
          <p:spPr>
            <a:xfrm>
              <a:off x="4811650" y="1895450"/>
              <a:ext cx="378450" cy="379225"/>
            </a:xfrm>
            <a:custGeom>
              <a:rect b="b" l="l" r="r" t="t"/>
              <a:pathLst>
                <a:path extrusionOk="0" fill="none" h="15169" w="15138">
                  <a:moveTo>
                    <a:pt x="9119" y="882"/>
                  </a:moveTo>
                  <a:cubicBezTo>
                    <a:pt x="12828" y="1733"/>
                    <a:pt x="15138" y="5442"/>
                    <a:pt x="14256" y="9150"/>
                  </a:cubicBezTo>
                  <a:cubicBezTo>
                    <a:pt x="13405" y="12858"/>
                    <a:pt x="9697" y="15168"/>
                    <a:pt x="5989" y="14287"/>
                  </a:cubicBezTo>
                  <a:cubicBezTo>
                    <a:pt x="2280" y="13436"/>
                    <a:pt x="1" y="9728"/>
                    <a:pt x="852" y="6019"/>
                  </a:cubicBezTo>
                  <a:cubicBezTo>
                    <a:pt x="1733" y="2311"/>
                    <a:pt x="5441" y="1"/>
                    <a:pt x="9119" y="882"/>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47"/>
            <p:cNvSpPr/>
            <p:nvPr/>
          </p:nvSpPr>
          <p:spPr>
            <a:xfrm>
              <a:off x="4882325" y="1966125"/>
              <a:ext cx="236350" cy="237125"/>
            </a:xfrm>
            <a:custGeom>
              <a:rect b="b" l="l" r="r" t="t"/>
              <a:pathLst>
                <a:path extrusionOk="0" fill="none" h="9485" w="9454">
                  <a:moveTo>
                    <a:pt x="9453" y="4742"/>
                  </a:moveTo>
                  <a:cubicBezTo>
                    <a:pt x="9453" y="7356"/>
                    <a:pt x="7356" y="9484"/>
                    <a:pt x="4742" y="9484"/>
                  </a:cubicBezTo>
                  <a:cubicBezTo>
                    <a:pt x="2128" y="9484"/>
                    <a:pt x="0" y="7356"/>
                    <a:pt x="0" y="4742"/>
                  </a:cubicBezTo>
                  <a:cubicBezTo>
                    <a:pt x="0" y="2128"/>
                    <a:pt x="2128" y="1"/>
                    <a:pt x="4742" y="1"/>
                  </a:cubicBezTo>
                  <a:cubicBezTo>
                    <a:pt x="7356" y="1"/>
                    <a:pt x="9453" y="2128"/>
                    <a:pt x="9453" y="4742"/>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47"/>
            <p:cNvSpPr/>
            <p:nvPr/>
          </p:nvSpPr>
          <p:spPr>
            <a:xfrm>
              <a:off x="4928675" y="2012475"/>
              <a:ext cx="143650" cy="144425"/>
            </a:xfrm>
            <a:custGeom>
              <a:rect b="b" l="l" r="r" t="t"/>
              <a:pathLst>
                <a:path extrusionOk="0" fill="none" h="5777" w="5746">
                  <a:moveTo>
                    <a:pt x="5745" y="2888"/>
                  </a:moveTo>
                  <a:cubicBezTo>
                    <a:pt x="5745" y="4499"/>
                    <a:pt x="4469" y="5776"/>
                    <a:pt x="2888" y="5776"/>
                  </a:cubicBezTo>
                  <a:cubicBezTo>
                    <a:pt x="1277" y="5776"/>
                    <a:pt x="1" y="4499"/>
                    <a:pt x="1" y="2888"/>
                  </a:cubicBezTo>
                  <a:cubicBezTo>
                    <a:pt x="1" y="1308"/>
                    <a:pt x="1277" y="1"/>
                    <a:pt x="2888" y="1"/>
                  </a:cubicBezTo>
                  <a:cubicBezTo>
                    <a:pt x="4469" y="1"/>
                    <a:pt x="5745" y="1308"/>
                    <a:pt x="5745" y="2888"/>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47"/>
            <p:cNvSpPr/>
            <p:nvPr/>
          </p:nvSpPr>
          <p:spPr>
            <a:xfrm>
              <a:off x="4968950" y="2053525"/>
              <a:ext cx="63100" cy="63100"/>
            </a:xfrm>
            <a:custGeom>
              <a:rect b="b" l="l" r="r" t="t"/>
              <a:pathLst>
                <a:path extrusionOk="0" fill="none" h="2524" w="2524">
                  <a:moveTo>
                    <a:pt x="2523" y="1246"/>
                  </a:moveTo>
                  <a:cubicBezTo>
                    <a:pt x="2523" y="1946"/>
                    <a:pt x="1946" y="2523"/>
                    <a:pt x="1277" y="2523"/>
                  </a:cubicBezTo>
                  <a:cubicBezTo>
                    <a:pt x="578" y="2523"/>
                    <a:pt x="1" y="1946"/>
                    <a:pt x="1" y="1246"/>
                  </a:cubicBezTo>
                  <a:cubicBezTo>
                    <a:pt x="1" y="578"/>
                    <a:pt x="578" y="0"/>
                    <a:pt x="1277" y="0"/>
                  </a:cubicBezTo>
                  <a:cubicBezTo>
                    <a:pt x="1946" y="0"/>
                    <a:pt x="2523" y="578"/>
                    <a:pt x="2523" y="1246"/>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40" name="Google Shape;6340;p47"/>
          <p:cNvSpPr/>
          <p:nvPr/>
        </p:nvSpPr>
        <p:spPr>
          <a:xfrm>
            <a:off x="2074463" y="3321775"/>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47"/>
          <p:cNvSpPr/>
          <p:nvPr/>
        </p:nvSpPr>
        <p:spPr>
          <a:xfrm>
            <a:off x="7979963" y="3321775"/>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47"/>
          <p:cNvSpPr/>
          <p:nvPr/>
        </p:nvSpPr>
        <p:spPr>
          <a:xfrm>
            <a:off x="3554350" y="544575"/>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47"/>
          <p:cNvSpPr/>
          <p:nvPr/>
        </p:nvSpPr>
        <p:spPr>
          <a:xfrm>
            <a:off x="619325" y="1423475"/>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47"/>
          <p:cNvSpPr/>
          <p:nvPr/>
        </p:nvSpPr>
        <p:spPr>
          <a:xfrm>
            <a:off x="6853938" y="1395788"/>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48" name="Shape 6348"/>
        <p:cNvGrpSpPr/>
        <p:nvPr/>
      </p:nvGrpSpPr>
      <p:grpSpPr>
        <a:xfrm>
          <a:off x="0" y="0"/>
          <a:ext cx="0" cy="0"/>
          <a:chOff x="0" y="0"/>
          <a:chExt cx="0" cy="0"/>
        </a:xfrm>
      </p:grpSpPr>
      <p:sp>
        <p:nvSpPr>
          <p:cNvPr id="6349" name="Google Shape;6349;p48"/>
          <p:cNvSpPr txBox="1"/>
          <p:nvPr>
            <p:ph idx="15" type="title"/>
          </p:nvPr>
        </p:nvSpPr>
        <p:spPr>
          <a:xfrm>
            <a:off x="2476500" y="445025"/>
            <a:ext cx="4191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Review of symptoms</a:t>
            </a:r>
            <a:endParaRPr/>
          </a:p>
        </p:txBody>
      </p:sp>
      <p:sp>
        <p:nvSpPr>
          <p:cNvPr id="6350" name="Google Shape;6350;p48"/>
          <p:cNvSpPr txBox="1"/>
          <p:nvPr>
            <p:ph type="title"/>
          </p:nvPr>
        </p:nvSpPr>
        <p:spPr>
          <a:xfrm>
            <a:off x="930450" y="1664160"/>
            <a:ext cx="1884600" cy="45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Stomachache</a:t>
            </a:r>
            <a:endParaRPr/>
          </a:p>
        </p:txBody>
      </p:sp>
      <p:sp>
        <p:nvSpPr>
          <p:cNvPr id="6351" name="Google Shape;6351;p48"/>
          <p:cNvSpPr txBox="1"/>
          <p:nvPr>
            <p:ph idx="1" type="subTitle"/>
          </p:nvPr>
        </p:nvSpPr>
        <p:spPr>
          <a:xfrm>
            <a:off x="930400" y="2155081"/>
            <a:ext cx="18846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 i</a:t>
            </a:r>
            <a:r>
              <a:rPr lang="en"/>
              <a:t>s the closest planet to the Sun</a:t>
            </a:r>
            <a:endParaRPr/>
          </a:p>
        </p:txBody>
      </p:sp>
      <p:sp>
        <p:nvSpPr>
          <p:cNvPr id="6352" name="Google Shape;6352;p48"/>
          <p:cNvSpPr txBox="1"/>
          <p:nvPr>
            <p:ph idx="2" type="title"/>
          </p:nvPr>
        </p:nvSpPr>
        <p:spPr>
          <a:xfrm>
            <a:off x="3629724" y="1664160"/>
            <a:ext cx="1884600" cy="45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Bloating</a:t>
            </a:r>
            <a:endParaRPr/>
          </a:p>
        </p:txBody>
      </p:sp>
      <p:sp>
        <p:nvSpPr>
          <p:cNvPr id="6353" name="Google Shape;6353;p48"/>
          <p:cNvSpPr txBox="1"/>
          <p:nvPr>
            <p:ph idx="3" type="subTitle"/>
          </p:nvPr>
        </p:nvSpPr>
        <p:spPr>
          <a:xfrm>
            <a:off x="3629724" y="2155081"/>
            <a:ext cx="18846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 is actually a very cold place despite its color</a:t>
            </a:r>
            <a:endParaRPr/>
          </a:p>
        </p:txBody>
      </p:sp>
      <p:sp>
        <p:nvSpPr>
          <p:cNvPr id="6354" name="Google Shape;6354;p48"/>
          <p:cNvSpPr txBox="1"/>
          <p:nvPr>
            <p:ph idx="4" type="title"/>
          </p:nvPr>
        </p:nvSpPr>
        <p:spPr>
          <a:xfrm>
            <a:off x="936920" y="3097560"/>
            <a:ext cx="18846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Nausea</a:t>
            </a:r>
            <a:endParaRPr/>
          </a:p>
        </p:txBody>
      </p:sp>
      <p:sp>
        <p:nvSpPr>
          <p:cNvPr id="6355" name="Google Shape;6355;p48"/>
          <p:cNvSpPr txBox="1"/>
          <p:nvPr>
            <p:ph idx="5" type="subTitle"/>
          </p:nvPr>
        </p:nvSpPr>
        <p:spPr>
          <a:xfrm>
            <a:off x="930450" y="3588481"/>
            <a:ext cx="18846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 is composed of hydrogen and helium</a:t>
            </a:r>
            <a:endParaRPr/>
          </a:p>
        </p:txBody>
      </p:sp>
      <p:sp>
        <p:nvSpPr>
          <p:cNvPr id="6356" name="Google Shape;6356;p48"/>
          <p:cNvSpPr txBox="1"/>
          <p:nvPr>
            <p:ph idx="6" type="title"/>
          </p:nvPr>
        </p:nvSpPr>
        <p:spPr>
          <a:xfrm>
            <a:off x="3636194" y="3097560"/>
            <a:ext cx="18846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Vomiting</a:t>
            </a:r>
            <a:endParaRPr/>
          </a:p>
        </p:txBody>
      </p:sp>
      <p:sp>
        <p:nvSpPr>
          <p:cNvPr id="6357" name="Google Shape;6357;p48"/>
          <p:cNvSpPr txBox="1"/>
          <p:nvPr>
            <p:ph idx="7" type="subTitle"/>
          </p:nvPr>
        </p:nvSpPr>
        <p:spPr>
          <a:xfrm>
            <a:off x="3629724" y="3588481"/>
            <a:ext cx="18846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6358" name="Google Shape;6358;p48"/>
          <p:cNvSpPr txBox="1"/>
          <p:nvPr>
            <p:ph idx="8" type="title"/>
          </p:nvPr>
        </p:nvSpPr>
        <p:spPr>
          <a:xfrm>
            <a:off x="6329000" y="1664160"/>
            <a:ext cx="1884600" cy="45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Heartburn</a:t>
            </a:r>
            <a:endParaRPr/>
          </a:p>
        </p:txBody>
      </p:sp>
      <p:sp>
        <p:nvSpPr>
          <p:cNvPr id="6359" name="Google Shape;6359;p48"/>
          <p:cNvSpPr txBox="1"/>
          <p:nvPr>
            <p:ph idx="9" type="subTitle"/>
          </p:nvPr>
        </p:nvSpPr>
        <p:spPr>
          <a:xfrm>
            <a:off x="6329000" y="2155081"/>
            <a:ext cx="18846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6360" name="Google Shape;6360;p48"/>
          <p:cNvSpPr txBox="1"/>
          <p:nvPr>
            <p:ph idx="13" type="title"/>
          </p:nvPr>
        </p:nvSpPr>
        <p:spPr>
          <a:xfrm>
            <a:off x="6335470" y="3097560"/>
            <a:ext cx="18846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Burping</a:t>
            </a:r>
            <a:endParaRPr/>
          </a:p>
        </p:txBody>
      </p:sp>
      <p:sp>
        <p:nvSpPr>
          <p:cNvPr id="6361" name="Google Shape;6361;p48"/>
          <p:cNvSpPr txBox="1"/>
          <p:nvPr>
            <p:ph idx="14" type="subTitle"/>
          </p:nvPr>
        </p:nvSpPr>
        <p:spPr>
          <a:xfrm>
            <a:off x="6329000" y="3588481"/>
            <a:ext cx="18846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Neptune is</a:t>
            </a:r>
            <a:r>
              <a:rPr lang="en"/>
              <a:t> the farthest planet from the Sun</a:t>
            </a:r>
            <a:endParaRPr/>
          </a:p>
        </p:txBody>
      </p:sp>
      <p:sp>
        <p:nvSpPr>
          <p:cNvPr id="6362" name="Google Shape;6362;p48"/>
          <p:cNvSpPr/>
          <p:nvPr/>
        </p:nvSpPr>
        <p:spPr>
          <a:xfrm>
            <a:off x="1776938" y="1395169"/>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48"/>
          <p:cNvSpPr/>
          <p:nvPr/>
        </p:nvSpPr>
        <p:spPr>
          <a:xfrm>
            <a:off x="4476250" y="1395169"/>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48"/>
          <p:cNvSpPr/>
          <p:nvPr/>
        </p:nvSpPr>
        <p:spPr>
          <a:xfrm>
            <a:off x="7175550" y="1395169"/>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48"/>
          <p:cNvSpPr/>
          <p:nvPr/>
        </p:nvSpPr>
        <p:spPr>
          <a:xfrm>
            <a:off x="1776938" y="2887394"/>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48"/>
          <p:cNvSpPr/>
          <p:nvPr/>
        </p:nvSpPr>
        <p:spPr>
          <a:xfrm>
            <a:off x="4476250" y="2887394"/>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48"/>
          <p:cNvSpPr/>
          <p:nvPr/>
        </p:nvSpPr>
        <p:spPr>
          <a:xfrm>
            <a:off x="7175550" y="2887394"/>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48"/>
          <p:cNvSpPr/>
          <p:nvPr/>
        </p:nvSpPr>
        <p:spPr>
          <a:xfrm flipH="1" rot="5400000">
            <a:off x="3070394" y="3077935"/>
            <a:ext cx="303975" cy="152025"/>
          </a:xfrm>
          <a:custGeom>
            <a:rect b="b" l="l" r="r" t="t"/>
            <a:pathLst>
              <a:path extrusionOk="0" fill="none" h="6081" w="12159">
                <a:moveTo>
                  <a:pt x="0" y="6080"/>
                </a:moveTo>
                <a:cubicBezTo>
                  <a:pt x="0" y="2737"/>
                  <a:pt x="2736" y="1"/>
                  <a:pt x="6079" y="1"/>
                </a:cubicBezTo>
                <a:cubicBezTo>
                  <a:pt x="9453" y="1"/>
                  <a:pt x="12158" y="2737"/>
                  <a:pt x="12158" y="6080"/>
                </a:cubicBezTo>
              </a:path>
            </a:pathLst>
          </a:custGeom>
          <a:noFill/>
          <a:ln cap="flat" cmpd="sng" w="57000">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48"/>
          <p:cNvSpPr/>
          <p:nvPr/>
        </p:nvSpPr>
        <p:spPr>
          <a:xfrm rot="-5400000">
            <a:off x="5889794" y="1687560"/>
            <a:ext cx="303975" cy="152025"/>
          </a:xfrm>
          <a:custGeom>
            <a:rect b="b" l="l" r="r" t="t"/>
            <a:pathLst>
              <a:path extrusionOk="0" fill="none" h="6081" w="12159">
                <a:moveTo>
                  <a:pt x="0" y="6080"/>
                </a:moveTo>
                <a:cubicBezTo>
                  <a:pt x="0" y="2737"/>
                  <a:pt x="2736" y="1"/>
                  <a:pt x="6079" y="1"/>
                </a:cubicBezTo>
                <a:cubicBezTo>
                  <a:pt x="9453" y="1"/>
                  <a:pt x="12158" y="2737"/>
                  <a:pt x="12158" y="6080"/>
                </a:cubicBezTo>
              </a:path>
            </a:pathLst>
          </a:custGeom>
          <a:noFill/>
          <a:ln cap="flat" cmpd="sng" w="57000">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73" name="Shape 6373"/>
        <p:cNvGrpSpPr/>
        <p:nvPr/>
      </p:nvGrpSpPr>
      <p:grpSpPr>
        <a:xfrm>
          <a:off x="0" y="0"/>
          <a:ext cx="0" cy="0"/>
          <a:chOff x="0" y="0"/>
          <a:chExt cx="0" cy="0"/>
        </a:xfrm>
      </p:grpSpPr>
      <p:sp>
        <p:nvSpPr>
          <p:cNvPr id="6374" name="Google Shape;6374;p49"/>
          <p:cNvSpPr/>
          <p:nvPr/>
        </p:nvSpPr>
        <p:spPr>
          <a:xfrm>
            <a:off x="4371425" y="3359810"/>
            <a:ext cx="3766500" cy="776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49"/>
          <p:cNvSpPr/>
          <p:nvPr/>
        </p:nvSpPr>
        <p:spPr>
          <a:xfrm>
            <a:off x="4371425" y="2267223"/>
            <a:ext cx="3766500" cy="776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49"/>
          <p:cNvSpPr/>
          <p:nvPr/>
        </p:nvSpPr>
        <p:spPr>
          <a:xfrm>
            <a:off x="4371425" y="1185823"/>
            <a:ext cx="3766500" cy="776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49"/>
          <p:cNvSpPr/>
          <p:nvPr/>
        </p:nvSpPr>
        <p:spPr>
          <a:xfrm>
            <a:off x="4349846" y="1208764"/>
            <a:ext cx="802577" cy="731265"/>
          </a:xfrm>
          <a:custGeom>
            <a:rect b="b" l="l" r="r" t="t"/>
            <a:pathLst>
              <a:path extrusionOk="0" h="55169" w="60549">
                <a:moveTo>
                  <a:pt x="30289" y="0"/>
                </a:moveTo>
                <a:cubicBezTo>
                  <a:pt x="23230" y="0"/>
                  <a:pt x="16171" y="2690"/>
                  <a:pt x="10791" y="8070"/>
                </a:cubicBezTo>
                <a:cubicBezTo>
                  <a:pt x="0" y="18861"/>
                  <a:pt x="0" y="36308"/>
                  <a:pt x="10791" y="47098"/>
                </a:cubicBezTo>
                <a:cubicBezTo>
                  <a:pt x="16171" y="52478"/>
                  <a:pt x="23230" y="55168"/>
                  <a:pt x="30289" y="55168"/>
                </a:cubicBezTo>
                <a:cubicBezTo>
                  <a:pt x="37349" y="55168"/>
                  <a:pt x="44408" y="52478"/>
                  <a:pt x="49788" y="47098"/>
                </a:cubicBezTo>
                <a:cubicBezTo>
                  <a:pt x="60548" y="36308"/>
                  <a:pt x="60548" y="18861"/>
                  <a:pt x="49788" y="8070"/>
                </a:cubicBezTo>
                <a:cubicBezTo>
                  <a:pt x="44408" y="2690"/>
                  <a:pt x="37349" y="0"/>
                  <a:pt x="30289" y="0"/>
                </a:cubicBezTo>
                <a:close/>
              </a:path>
            </a:pathLst>
          </a:custGeom>
          <a:noFill/>
          <a:ln cap="flat" cmpd="sng" w="3810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49"/>
          <p:cNvSpPr/>
          <p:nvPr/>
        </p:nvSpPr>
        <p:spPr>
          <a:xfrm>
            <a:off x="4349846" y="2289777"/>
            <a:ext cx="802577" cy="731265"/>
          </a:xfrm>
          <a:custGeom>
            <a:rect b="b" l="l" r="r" t="t"/>
            <a:pathLst>
              <a:path extrusionOk="0" h="55169" w="60549">
                <a:moveTo>
                  <a:pt x="30289" y="0"/>
                </a:moveTo>
                <a:cubicBezTo>
                  <a:pt x="23230" y="0"/>
                  <a:pt x="16171" y="2690"/>
                  <a:pt x="10791" y="8070"/>
                </a:cubicBezTo>
                <a:cubicBezTo>
                  <a:pt x="0" y="18861"/>
                  <a:pt x="0" y="36308"/>
                  <a:pt x="10791" y="47098"/>
                </a:cubicBezTo>
                <a:cubicBezTo>
                  <a:pt x="16171" y="52478"/>
                  <a:pt x="23230" y="55168"/>
                  <a:pt x="30289" y="55168"/>
                </a:cubicBezTo>
                <a:cubicBezTo>
                  <a:pt x="37349" y="55168"/>
                  <a:pt x="44408" y="52478"/>
                  <a:pt x="49788" y="47098"/>
                </a:cubicBezTo>
                <a:cubicBezTo>
                  <a:pt x="60548" y="36308"/>
                  <a:pt x="60548" y="18861"/>
                  <a:pt x="49788" y="8070"/>
                </a:cubicBezTo>
                <a:cubicBezTo>
                  <a:pt x="44408" y="2690"/>
                  <a:pt x="37349" y="0"/>
                  <a:pt x="30289" y="0"/>
                </a:cubicBezTo>
                <a:close/>
              </a:path>
            </a:pathLst>
          </a:cu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49"/>
          <p:cNvSpPr txBox="1"/>
          <p:nvPr>
            <p:ph type="title"/>
          </p:nvPr>
        </p:nvSpPr>
        <p:spPr>
          <a:xfrm>
            <a:off x="715100" y="445025"/>
            <a:ext cx="77139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Physical examination</a:t>
            </a:r>
            <a:endParaRPr/>
          </a:p>
        </p:txBody>
      </p:sp>
      <p:sp>
        <p:nvSpPr>
          <p:cNvPr id="6380" name="Google Shape;6380;p49"/>
          <p:cNvSpPr txBox="1"/>
          <p:nvPr/>
        </p:nvSpPr>
        <p:spPr>
          <a:xfrm>
            <a:off x="4355448" y="1374007"/>
            <a:ext cx="810000" cy="400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400">
                <a:solidFill>
                  <a:schemeClr val="dk2"/>
                </a:solidFill>
                <a:latin typeface="Big Shoulders Text"/>
                <a:ea typeface="Big Shoulders Text"/>
                <a:cs typeface="Big Shoulders Text"/>
                <a:sym typeface="Big Shoulders Text"/>
              </a:rPr>
              <a:t>32%</a:t>
            </a:r>
            <a:endParaRPr b="1" sz="2400">
              <a:solidFill>
                <a:schemeClr val="dk2"/>
              </a:solidFill>
              <a:latin typeface="Big Shoulders Text"/>
              <a:ea typeface="Big Shoulders Text"/>
              <a:cs typeface="Big Shoulders Text"/>
              <a:sym typeface="Big Shoulders Text"/>
            </a:endParaRPr>
          </a:p>
        </p:txBody>
      </p:sp>
      <p:sp>
        <p:nvSpPr>
          <p:cNvPr id="6381" name="Google Shape;6381;p49"/>
          <p:cNvSpPr txBox="1"/>
          <p:nvPr/>
        </p:nvSpPr>
        <p:spPr>
          <a:xfrm>
            <a:off x="5165450" y="1233288"/>
            <a:ext cx="1798500" cy="324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dk2"/>
                </a:solidFill>
                <a:latin typeface="Big Shoulders Text"/>
                <a:ea typeface="Big Shoulders Text"/>
                <a:cs typeface="Big Shoulders Text"/>
                <a:sym typeface="Big Shoulders Text"/>
              </a:rPr>
              <a:t>Heartburn</a:t>
            </a:r>
            <a:endParaRPr sz="2500">
              <a:solidFill>
                <a:schemeClr val="dk2"/>
              </a:solidFill>
              <a:latin typeface="Big Shoulders Text"/>
              <a:ea typeface="Big Shoulders Text"/>
              <a:cs typeface="Big Shoulders Text"/>
              <a:sym typeface="Big Shoulders Text"/>
            </a:endParaRPr>
          </a:p>
        </p:txBody>
      </p:sp>
      <p:sp>
        <p:nvSpPr>
          <p:cNvPr id="6382" name="Google Shape;6382;p49"/>
          <p:cNvSpPr txBox="1"/>
          <p:nvPr/>
        </p:nvSpPr>
        <p:spPr>
          <a:xfrm>
            <a:off x="5165450" y="1591226"/>
            <a:ext cx="2972400" cy="324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2"/>
                </a:solidFill>
                <a:latin typeface="PT Sans Narrow"/>
                <a:ea typeface="PT Sans Narrow"/>
                <a:cs typeface="PT Sans Narrow"/>
                <a:sym typeface="PT Sans Narrow"/>
              </a:rPr>
              <a:t>Venus is the second planet from the Sun</a:t>
            </a:r>
            <a:endParaRPr sz="2400">
              <a:solidFill>
                <a:schemeClr val="dk2"/>
              </a:solidFill>
              <a:latin typeface="Big Shoulders Text"/>
              <a:ea typeface="Big Shoulders Text"/>
              <a:cs typeface="Big Shoulders Text"/>
              <a:sym typeface="Big Shoulders Text"/>
            </a:endParaRPr>
          </a:p>
        </p:txBody>
      </p:sp>
      <p:sp>
        <p:nvSpPr>
          <p:cNvPr id="6383" name="Google Shape;6383;p49"/>
          <p:cNvSpPr txBox="1"/>
          <p:nvPr/>
        </p:nvSpPr>
        <p:spPr>
          <a:xfrm>
            <a:off x="5165450" y="2313951"/>
            <a:ext cx="1798500" cy="324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dk2"/>
                </a:solidFill>
                <a:latin typeface="Big Shoulders Text"/>
                <a:ea typeface="Big Shoulders Text"/>
                <a:cs typeface="Big Shoulders Text"/>
                <a:sym typeface="Big Shoulders Text"/>
              </a:rPr>
              <a:t>Bloating</a:t>
            </a:r>
            <a:endParaRPr sz="2500">
              <a:solidFill>
                <a:schemeClr val="dk2"/>
              </a:solidFill>
              <a:latin typeface="Big Shoulders Text"/>
              <a:ea typeface="Big Shoulders Text"/>
              <a:cs typeface="Big Shoulders Text"/>
              <a:sym typeface="Big Shoulders Text"/>
            </a:endParaRPr>
          </a:p>
        </p:txBody>
      </p:sp>
      <p:sp>
        <p:nvSpPr>
          <p:cNvPr id="6384" name="Google Shape;6384;p49"/>
          <p:cNvSpPr txBox="1"/>
          <p:nvPr/>
        </p:nvSpPr>
        <p:spPr>
          <a:xfrm>
            <a:off x="5165450" y="2671401"/>
            <a:ext cx="2972400" cy="324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2"/>
                </a:solidFill>
                <a:latin typeface="PT Sans Narrow"/>
                <a:ea typeface="PT Sans Narrow"/>
                <a:cs typeface="PT Sans Narrow"/>
                <a:sym typeface="PT Sans Narrow"/>
              </a:rPr>
              <a:t>Mars is actually a cold place despite its color</a:t>
            </a:r>
            <a:endParaRPr>
              <a:solidFill>
                <a:schemeClr val="dk2"/>
              </a:solidFill>
              <a:latin typeface="PT Sans Narrow"/>
              <a:ea typeface="PT Sans Narrow"/>
              <a:cs typeface="PT Sans Narrow"/>
              <a:sym typeface="PT Sans Narrow"/>
            </a:endParaRPr>
          </a:p>
        </p:txBody>
      </p:sp>
      <p:sp>
        <p:nvSpPr>
          <p:cNvPr id="6385" name="Google Shape;6385;p49"/>
          <p:cNvSpPr txBox="1"/>
          <p:nvPr/>
        </p:nvSpPr>
        <p:spPr>
          <a:xfrm>
            <a:off x="5165450" y="3408501"/>
            <a:ext cx="1798500" cy="324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dk2"/>
                </a:solidFill>
                <a:latin typeface="Big Shoulders Text"/>
                <a:ea typeface="Big Shoulders Text"/>
                <a:cs typeface="Big Shoulders Text"/>
                <a:sym typeface="Big Shoulders Text"/>
              </a:rPr>
              <a:t>Nausea</a:t>
            </a:r>
            <a:endParaRPr sz="2500">
              <a:solidFill>
                <a:schemeClr val="dk2"/>
              </a:solidFill>
              <a:latin typeface="Big Shoulders Text"/>
              <a:ea typeface="Big Shoulders Text"/>
              <a:cs typeface="Big Shoulders Text"/>
              <a:sym typeface="Big Shoulders Text"/>
            </a:endParaRPr>
          </a:p>
        </p:txBody>
      </p:sp>
      <p:sp>
        <p:nvSpPr>
          <p:cNvPr id="6386" name="Google Shape;6386;p49"/>
          <p:cNvSpPr txBox="1"/>
          <p:nvPr/>
        </p:nvSpPr>
        <p:spPr>
          <a:xfrm>
            <a:off x="5165450" y="3763976"/>
            <a:ext cx="2972400" cy="324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2"/>
                </a:solidFill>
                <a:latin typeface="PT Sans Narrow"/>
                <a:ea typeface="PT Sans Narrow"/>
                <a:cs typeface="PT Sans Narrow"/>
                <a:sym typeface="PT Sans Narrow"/>
              </a:rPr>
              <a:t>Saturn is composed of hydrogen and helium</a:t>
            </a:r>
            <a:endParaRPr>
              <a:solidFill>
                <a:schemeClr val="dk2"/>
              </a:solidFill>
              <a:latin typeface="PT Sans Narrow"/>
              <a:ea typeface="PT Sans Narrow"/>
              <a:cs typeface="PT Sans Narrow"/>
              <a:sym typeface="PT Sans Narrow"/>
            </a:endParaRPr>
          </a:p>
        </p:txBody>
      </p:sp>
      <p:sp>
        <p:nvSpPr>
          <p:cNvPr id="6387" name="Google Shape;6387;p49"/>
          <p:cNvSpPr txBox="1"/>
          <p:nvPr/>
        </p:nvSpPr>
        <p:spPr>
          <a:xfrm>
            <a:off x="4355448" y="2455019"/>
            <a:ext cx="810000" cy="400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400">
                <a:solidFill>
                  <a:schemeClr val="dk2"/>
                </a:solidFill>
                <a:latin typeface="Big Shoulders Text"/>
                <a:ea typeface="Big Shoulders Text"/>
                <a:cs typeface="Big Shoulders Text"/>
                <a:sym typeface="Big Shoulders Text"/>
              </a:rPr>
              <a:t>43%</a:t>
            </a:r>
            <a:endParaRPr b="1" sz="2400">
              <a:solidFill>
                <a:schemeClr val="dk2"/>
              </a:solidFill>
              <a:latin typeface="Big Shoulders Text"/>
              <a:ea typeface="Big Shoulders Text"/>
              <a:cs typeface="Big Shoulders Text"/>
              <a:sym typeface="Big Shoulders Text"/>
            </a:endParaRPr>
          </a:p>
        </p:txBody>
      </p:sp>
      <p:sp>
        <p:nvSpPr>
          <p:cNvPr id="6388" name="Google Shape;6388;p49"/>
          <p:cNvSpPr/>
          <p:nvPr/>
        </p:nvSpPr>
        <p:spPr>
          <a:xfrm>
            <a:off x="4349846" y="3379913"/>
            <a:ext cx="802577" cy="731265"/>
          </a:xfrm>
          <a:custGeom>
            <a:rect b="b" l="l" r="r" t="t"/>
            <a:pathLst>
              <a:path extrusionOk="0" h="55169" w="60549">
                <a:moveTo>
                  <a:pt x="30289" y="0"/>
                </a:moveTo>
                <a:cubicBezTo>
                  <a:pt x="23230" y="0"/>
                  <a:pt x="16171" y="2690"/>
                  <a:pt x="10791" y="8070"/>
                </a:cubicBezTo>
                <a:cubicBezTo>
                  <a:pt x="0" y="18861"/>
                  <a:pt x="0" y="36308"/>
                  <a:pt x="10791" y="47098"/>
                </a:cubicBezTo>
                <a:cubicBezTo>
                  <a:pt x="16171" y="52478"/>
                  <a:pt x="23230" y="55168"/>
                  <a:pt x="30289" y="55168"/>
                </a:cubicBezTo>
                <a:cubicBezTo>
                  <a:pt x="37349" y="55168"/>
                  <a:pt x="44408" y="52478"/>
                  <a:pt x="49788" y="47098"/>
                </a:cubicBezTo>
                <a:cubicBezTo>
                  <a:pt x="60548" y="36308"/>
                  <a:pt x="60548" y="18861"/>
                  <a:pt x="49788" y="8070"/>
                </a:cubicBezTo>
                <a:cubicBezTo>
                  <a:pt x="44408" y="2690"/>
                  <a:pt x="37349" y="0"/>
                  <a:pt x="30289" y="0"/>
                </a:cubicBezTo>
                <a:close/>
              </a:path>
            </a:pathLst>
          </a:custGeom>
          <a:noFill/>
          <a:ln cap="flat" cmpd="sng" w="381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49"/>
          <p:cNvSpPr txBox="1"/>
          <p:nvPr/>
        </p:nvSpPr>
        <p:spPr>
          <a:xfrm>
            <a:off x="4355448" y="3545155"/>
            <a:ext cx="810000" cy="400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400">
                <a:solidFill>
                  <a:schemeClr val="dk2"/>
                </a:solidFill>
                <a:latin typeface="Big Shoulders Text"/>
                <a:ea typeface="Big Shoulders Text"/>
                <a:cs typeface="Big Shoulders Text"/>
                <a:sym typeface="Big Shoulders Text"/>
              </a:rPr>
              <a:t>25%</a:t>
            </a:r>
            <a:endParaRPr b="1" sz="2400">
              <a:solidFill>
                <a:schemeClr val="dk2"/>
              </a:solidFill>
              <a:latin typeface="Big Shoulders Text"/>
              <a:ea typeface="Big Shoulders Text"/>
              <a:cs typeface="Big Shoulders Text"/>
              <a:sym typeface="Big Shoulders Text"/>
            </a:endParaRPr>
          </a:p>
        </p:txBody>
      </p:sp>
      <p:sp>
        <p:nvSpPr>
          <p:cNvPr id="6390" name="Google Shape;6390;p49"/>
          <p:cNvSpPr txBox="1"/>
          <p:nvPr/>
        </p:nvSpPr>
        <p:spPr>
          <a:xfrm>
            <a:off x="1277400" y="4388750"/>
            <a:ext cx="6589200" cy="219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2"/>
                </a:solidFill>
                <a:latin typeface="PT Sans Narrow"/>
                <a:ea typeface="PT Sans Narrow"/>
                <a:cs typeface="PT Sans Narrow"/>
                <a:sym typeface="PT Sans Narrow"/>
              </a:rPr>
              <a:t>Follow the link in the graph to modify its data and then paste the new one here. </a:t>
            </a:r>
            <a:r>
              <a:rPr b="1" lang="en" sz="1200">
                <a:solidFill>
                  <a:schemeClr val="dk2"/>
                </a:solidFill>
                <a:uFill>
                  <a:noFill/>
                </a:uFill>
                <a:latin typeface="PT Sans Narrow"/>
                <a:ea typeface="PT Sans Narrow"/>
                <a:cs typeface="PT Sans Narrow"/>
                <a:sym typeface="PT Sans Narrow"/>
                <a:hlinkClick r:id="rId3">
                  <a:extLst>
                    <a:ext uri="{A12FA001-AC4F-418D-AE19-62706E023703}">
                      <ahyp:hlinkClr val="tx"/>
                    </a:ext>
                  </a:extLst>
                </a:hlinkClick>
              </a:rPr>
              <a:t>For more info, click here</a:t>
            </a:r>
            <a:endParaRPr sz="1200">
              <a:solidFill>
                <a:schemeClr val="dk2"/>
              </a:solidFill>
              <a:latin typeface="PT Sans Narrow"/>
              <a:ea typeface="PT Sans Narrow"/>
              <a:cs typeface="PT Sans Narrow"/>
              <a:sym typeface="PT Sans Narrow"/>
            </a:endParaRPr>
          </a:p>
        </p:txBody>
      </p:sp>
      <p:sp>
        <p:nvSpPr>
          <p:cNvPr id="6391" name="Google Shape;6391;p49"/>
          <p:cNvSpPr/>
          <p:nvPr/>
        </p:nvSpPr>
        <p:spPr>
          <a:xfrm>
            <a:off x="7189725" y="2130325"/>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49"/>
          <p:cNvSpPr/>
          <p:nvPr/>
        </p:nvSpPr>
        <p:spPr>
          <a:xfrm>
            <a:off x="3684525" y="1292125"/>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6393" name="Google Shape;6393;p49" title="Chart">
            <a:hlinkClick r:id="rId4"/>
          </p:cNvPr>
          <p:cNvPicPr preferRelativeResize="0"/>
          <p:nvPr/>
        </p:nvPicPr>
        <p:blipFill>
          <a:blip r:embed="rId5">
            <a:alphaModFix/>
          </a:blip>
          <a:stretch>
            <a:fillRect/>
          </a:stretch>
        </p:blipFill>
        <p:spPr>
          <a:xfrm>
            <a:off x="444175" y="1319062"/>
            <a:ext cx="4322451" cy="2672701"/>
          </a:xfrm>
          <a:prstGeom prst="rect">
            <a:avLst/>
          </a:prstGeom>
          <a:noFill/>
          <a:ln>
            <a:noFill/>
          </a:ln>
        </p:spPr>
      </p:pic>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97" name="Shape 6397"/>
        <p:cNvGrpSpPr/>
        <p:nvPr/>
      </p:nvGrpSpPr>
      <p:grpSpPr>
        <a:xfrm>
          <a:off x="0" y="0"/>
          <a:ext cx="0" cy="0"/>
          <a:chOff x="0" y="0"/>
          <a:chExt cx="0" cy="0"/>
        </a:xfrm>
      </p:grpSpPr>
      <p:sp>
        <p:nvSpPr>
          <p:cNvPr id="6398" name="Google Shape;6398;p50"/>
          <p:cNvSpPr txBox="1"/>
          <p:nvPr>
            <p:ph type="title"/>
          </p:nvPr>
        </p:nvSpPr>
        <p:spPr>
          <a:xfrm>
            <a:off x="715100" y="1651650"/>
            <a:ext cx="3453900" cy="132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30.00%</a:t>
            </a:r>
            <a:endParaRPr/>
          </a:p>
        </p:txBody>
      </p:sp>
      <p:sp>
        <p:nvSpPr>
          <p:cNvPr id="6399" name="Google Shape;6399;p50"/>
          <p:cNvSpPr txBox="1"/>
          <p:nvPr>
            <p:ph idx="1" type="subTitle"/>
          </p:nvPr>
        </p:nvSpPr>
        <p:spPr>
          <a:xfrm>
            <a:off x="715100" y="2976400"/>
            <a:ext cx="3453900" cy="471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of the population is affected by dyspepsia</a:t>
            </a:r>
            <a:endParaRPr/>
          </a:p>
        </p:txBody>
      </p:sp>
      <p:grpSp>
        <p:nvGrpSpPr>
          <p:cNvPr id="6400" name="Google Shape;6400;p50"/>
          <p:cNvGrpSpPr/>
          <p:nvPr/>
        </p:nvGrpSpPr>
        <p:grpSpPr>
          <a:xfrm rot="10800000">
            <a:off x="6207434" y="1118640"/>
            <a:ext cx="1123988" cy="1211934"/>
            <a:chOff x="145150" y="80100"/>
            <a:chExt cx="1699150" cy="1832100"/>
          </a:xfrm>
        </p:grpSpPr>
        <p:sp>
          <p:nvSpPr>
            <p:cNvPr id="6401" name="Google Shape;6401;p50"/>
            <p:cNvSpPr/>
            <p:nvPr/>
          </p:nvSpPr>
          <p:spPr>
            <a:xfrm>
              <a:off x="145150" y="212300"/>
              <a:ext cx="1566925" cy="1566925"/>
            </a:xfrm>
            <a:custGeom>
              <a:rect b="b" l="l" r="r" t="t"/>
              <a:pathLst>
                <a:path extrusionOk="0" h="62677" w="62677">
                  <a:moveTo>
                    <a:pt x="31339" y="1"/>
                  </a:moveTo>
                  <a:cubicBezTo>
                    <a:pt x="14043" y="1"/>
                    <a:pt x="1" y="14044"/>
                    <a:pt x="1" y="31339"/>
                  </a:cubicBezTo>
                  <a:cubicBezTo>
                    <a:pt x="1" y="48664"/>
                    <a:pt x="14043" y="62677"/>
                    <a:pt x="31339" y="62677"/>
                  </a:cubicBezTo>
                  <a:cubicBezTo>
                    <a:pt x="48664" y="62677"/>
                    <a:pt x="62677" y="48664"/>
                    <a:pt x="62677" y="31339"/>
                  </a:cubicBezTo>
                  <a:cubicBezTo>
                    <a:pt x="62677" y="14044"/>
                    <a:pt x="48664" y="1"/>
                    <a:pt x="31339" y="1"/>
                  </a:cubicBezTo>
                  <a:close/>
                </a:path>
              </a:pathLst>
            </a:custGeom>
            <a:solidFill>
              <a:srgbClr val="E4BE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50"/>
            <p:cNvSpPr/>
            <p:nvPr/>
          </p:nvSpPr>
          <p:spPr>
            <a:xfrm>
              <a:off x="928600" y="80100"/>
              <a:ext cx="915700" cy="1832100"/>
            </a:xfrm>
            <a:custGeom>
              <a:rect b="b" l="l" r="r" t="t"/>
              <a:pathLst>
                <a:path extrusionOk="0" fill="none" h="73284" w="36628">
                  <a:moveTo>
                    <a:pt x="1" y="0"/>
                  </a:moveTo>
                  <a:cubicBezTo>
                    <a:pt x="20244" y="0"/>
                    <a:pt x="36627" y="16414"/>
                    <a:pt x="36627" y="36627"/>
                  </a:cubicBezTo>
                  <a:cubicBezTo>
                    <a:pt x="36627" y="56870"/>
                    <a:pt x="20244" y="73284"/>
                    <a:pt x="1" y="73284"/>
                  </a:cubicBezTo>
                </a:path>
              </a:pathLst>
            </a:custGeom>
            <a:noFill/>
            <a:ln cap="flat" cmpd="sng" w="94975">
              <a:solidFill>
                <a:srgbClr val="96A8AC"/>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3" name="Google Shape;6403;p50"/>
          <p:cNvGrpSpPr/>
          <p:nvPr/>
        </p:nvGrpSpPr>
        <p:grpSpPr>
          <a:xfrm>
            <a:off x="6180150" y="2750725"/>
            <a:ext cx="828300" cy="654275"/>
            <a:chOff x="2024375" y="213075"/>
            <a:chExt cx="828300" cy="654275"/>
          </a:xfrm>
        </p:grpSpPr>
        <p:sp>
          <p:nvSpPr>
            <p:cNvPr id="6404" name="Google Shape;6404;p50"/>
            <p:cNvSpPr/>
            <p:nvPr/>
          </p:nvSpPr>
          <p:spPr>
            <a:xfrm>
              <a:off x="2024375" y="213075"/>
              <a:ext cx="828300" cy="654275"/>
            </a:xfrm>
            <a:custGeom>
              <a:rect b="b" l="l" r="r" t="t"/>
              <a:pathLst>
                <a:path extrusionOk="0" fill="none" h="26171" w="33132">
                  <a:moveTo>
                    <a:pt x="27417" y="0"/>
                  </a:moveTo>
                  <a:cubicBezTo>
                    <a:pt x="31824" y="4377"/>
                    <a:pt x="33131" y="10973"/>
                    <a:pt x="30761" y="16718"/>
                  </a:cubicBezTo>
                  <a:cubicBezTo>
                    <a:pt x="28390" y="22432"/>
                    <a:pt x="22767" y="26171"/>
                    <a:pt x="16566" y="26171"/>
                  </a:cubicBezTo>
                  <a:cubicBezTo>
                    <a:pt x="10365" y="26171"/>
                    <a:pt x="4772" y="22432"/>
                    <a:pt x="2401" y="16718"/>
                  </a:cubicBezTo>
                  <a:cubicBezTo>
                    <a:pt x="0" y="10973"/>
                    <a:pt x="1338" y="4377"/>
                    <a:pt x="5715" y="0"/>
                  </a:cubicBezTo>
                </a:path>
              </a:pathLst>
            </a:custGeom>
            <a:noFill/>
            <a:ln cap="flat" cmpd="sng" w="66875">
              <a:solidFill>
                <a:srgbClr val="E4BEB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50"/>
            <p:cNvSpPr/>
            <p:nvPr/>
          </p:nvSpPr>
          <p:spPr>
            <a:xfrm>
              <a:off x="2194575" y="241175"/>
              <a:ext cx="488650" cy="488650"/>
            </a:xfrm>
            <a:custGeom>
              <a:rect b="b" l="l" r="r" t="t"/>
              <a:pathLst>
                <a:path extrusionOk="0" fill="none" h="19546" w="19546">
                  <a:moveTo>
                    <a:pt x="19545" y="9758"/>
                  </a:moveTo>
                  <a:cubicBezTo>
                    <a:pt x="19545" y="15168"/>
                    <a:pt x="15168" y="19545"/>
                    <a:pt x="9758" y="19545"/>
                  </a:cubicBezTo>
                  <a:cubicBezTo>
                    <a:pt x="4378" y="19545"/>
                    <a:pt x="1" y="15168"/>
                    <a:pt x="1" y="9758"/>
                  </a:cubicBezTo>
                  <a:cubicBezTo>
                    <a:pt x="1" y="4378"/>
                    <a:pt x="4378" y="1"/>
                    <a:pt x="9758" y="1"/>
                  </a:cubicBezTo>
                  <a:cubicBezTo>
                    <a:pt x="15168" y="1"/>
                    <a:pt x="19545" y="4378"/>
                    <a:pt x="19545" y="9758"/>
                  </a:cubicBezTo>
                  <a:close/>
                </a:path>
              </a:pathLst>
            </a:custGeom>
            <a:solidFill>
              <a:schemeClr val="lt2"/>
            </a:solidFill>
            <a:ln cap="flat" cmpd="sng" w="3810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6" name="Google Shape;6406;p50"/>
          <p:cNvGrpSpPr/>
          <p:nvPr/>
        </p:nvGrpSpPr>
        <p:grpSpPr>
          <a:xfrm>
            <a:off x="3894700" y="814673"/>
            <a:ext cx="343544" cy="303975"/>
            <a:chOff x="3218425" y="668348"/>
            <a:chExt cx="343544" cy="303975"/>
          </a:xfrm>
        </p:grpSpPr>
        <p:sp>
          <p:nvSpPr>
            <p:cNvPr id="6407" name="Google Shape;6407;p50"/>
            <p:cNvSpPr/>
            <p:nvPr/>
          </p:nvSpPr>
          <p:spPr>
            <a:xfrm>
              <a:off x="3218425" y="724963"/>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50"/>
            <p:cNvSpPr/>
            <p:nvPr/>
          </p:nvSpPr>
          <p:spPr>
            <a:xfrm flipH="1" rot="5400000">
              <a:off x="3333969" y="744323"/>
              <a:ext cx="303975" cy="152025"/>
            </a:xfrm>
            <a:custGeom>
              <a:rect b="b" l="l" r="r" t="t"/>
              <a:pathLst>
                <a:path extrusionOk="0" fill="none" h="6081" w="12159">
                  <a:moveTo>
                    <a:pt x="0" y="6080"/>
                  </a:moveTo>
                  <a:cubicBezTo>
                    <a:pt x="0" y="2737"/>
                    <a:pt x="2736" y="1"/>
                    <a:pt x="6079" y="1"/>
                  </a:cubicBezTo>
                  <a:cubicBezTo>
                    <a:pt x="9453" y="1"/>
                    <a:pt x="12158" y="2737"/>
                    <a:pt x="12158" y="6080"/>
                  </a:cubicBezTo>
                </a:path>
              </a:pathLst>
            </a:custGeom>
            <a:solidFill>
              <a:schemeClr val="lt2"/>
            </a:solidFill>
            <a:ln cap="flat" cmpd="sng" w="5700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9" name="Google Shape;6409;p50"/>
          <p:cNvGrpSpPr/>
          <p:nvPr/>
        </p:nvGrpSpPr>
        <p:grpSpPr>
          <a:xfrm>
            <a:off x="7331427" y="2182240"/>
            <a:ext cx="812240" cy="779010"/>
            <a:chOff x="76650" y="3861300"/>
            <a:chExt cx="1531950" cy="1469275"/>
          </a:xfrm>
        </p:grpSpPr>
        <p:sp>
          <p:nvSpPr>
            <p:cNvPr id="6410" name="Google Shape;6410;p50"/>
            <p:cNvSpPr/>
            <p:nvPr/>
          </p:nvSpPr>
          <p:spPr>
            <a:xfrm>
              <a:off x="76650" y="3861300"/>
              <a:ext cx="1513725" cy="1379225"/>
            </a:xfrm>
            <a:custGeom>
              <a:rect b="b" l="l" r="r" t="t"/>
              <a:pathLst>
                <a:path extrusionOk="0" h="55169" w="60549">
                  <a:moveTo>
                    <a:pt x="30289" y="0"/>
                  </a:moveTo>
                  <a:cubicBezTo>
                    <a:pt x="23230" y="0"/>
                    <a:pt x="16171" y="2690"/>
                    <a:pt x="10791" y="8070"/>
                  </a:cubicBezTo>
                  <a:cubicBezTo>
                    <a:pt x="0" y="18861"/>
                    <a:pt x="0" y="36308"/>
                    <a:pt x="10791" y="47098"/>
                  </a:cubicBezTo>
                  <a:cubicBezTo>
                    <a:pt x="16171" y="52478"/>
                    <a:pt x="23230" y="55168"/>
                    <a:pt x="30289" y="55168"/>
                  </a:cubicBezTo>
                  <a:cubicBezTo>
                    <a:pt x="37349" y="55168"/>
                    <a:pt x="44408" y="52478"/>
                    <a:pt x="49788" y="47098"/>
                  </a:cubicBezTo>
                  <a:cubicBezTo>
                    <a:pt x="60548" y="36308"/>
                    <a:pt x="60548" y="18861"/>
                    <a:pt x="49788" y="8070"/>
                  </a:cubicBezTo>
                  <a:cubicBezTo>
                    <a:pt x="44408" y="2690"/>
                    <a:pt x="37349" y="0"/>
                    <a:pt x="30289" y="0"/>
                  </a:cubicBezTo>
                  <a:close/>
                </a:path>
              </a:pathLst>
            </a:custGeom>
            <a:solidFill>
              <a:srgbClr val="96A8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50"/>
            <p:cNvSpPr/>
            <p:nvPr/>
          </p:nvSpPr>
          <p:spPr>
            <a:xfrm>
              <a:off x="919350" y="4640575"/>
              <a:ext cx="689250" cy="690000"/>
            </a:xfrm>
            <a:custGeom>
              <a:rect b="b" l="l" r="r" t="t"/>
              <a:pathLst>
                <a:path extrusionOk="0" fill="none" h="27600" w="27570">
                  <a:moveTo>
                    <a:pt x="27570" y="0"/>
                  </a:moveTo>
                  <a:cubicBezTo>
                    <a:pt x="27570" y="15228"/>
                    <a:pt x="15229" y="27599"/>
                    <a:pt x="1" y="27599"/>
                  </a:cubicBezTo>
                </a:path>
              </a:pathLst>
            </a:custGeom>
            <a:noFill/>
            <a:ln cap="flat" cmpd="sng" w="66875">
              <a:solidFill>
                <a:srgbClr val="E4BEB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2" name="Google Shape;6412;p50"/>
          <p:cNvGrpSpPr/>
          <p:nvPr/>
        </p:nvGrpSpPr>
        <p:grpSpPr>
          <a:xfrm>
            <a:off x="715088" y="3849138"/>
            <a:ext cx="378450" cy="379225"/>
            <a:chOff x="4811650" y="1895450"/>
            <a:chExt cx="378450" cy="379225"/>
          </a:xfrm>
        </p:grpSpPr>
        <p:sp>
          <p:nvSpPr>
            <p:cNvPr id="6413" name="Google Shape;6413;p50"/>
            <p:cNvSpPr/>
            <p:nvPr/>
          </p:nvSpPr>
          <p:spPr>
            <a:xfrm>
              <a:off x="4811650" y="1895450"/>
              <a:ext cx="378450" cy="379225"/>
            </a:xfrm>
            <a:custGeom>
              <a:rect b="b" l="l" r="r" t="t"/>
              <a:pathLst>
                <a:path extrusionOk="0" fill="none" h="15169" w="15138">
                  <a:moveTo>
                    <a:pt x="9119" y="882"/>
                  </a:moveTo>
                  <a:cubicBezTo>
                    <a:pt x="12828" y="1733"/>
                    <a:pt x="15138" y="5442"/>
                    <a:pt x="14256" y="9150"/>
                  </a:cubicBezTo>
                  <a:cubicBezTo>
                    <a:pt x="13405" y="12858"/>
                    <a:pt x="9697" y="15168"/>
                    <a:pt x="5989" y="14287"/>
                  </a:cubicBezTo>
                  <a:cubicBezTo>
                    <a:pt x="2280" y="13436"/>
                    <a:pt x="1" y="9728"/>
                    <a:pt x="852" y="6019"/>
                  </a:cubicBezTo>
                  <a:cubicBezTo>
                    <a:pt x="1733" y="2311"/>
                    <a:pt x="5441" y="1"/>
                    <a:pt x="9119" y="882"/>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50"/>
            <p:cNvSpPr/>
            <p:nvPr/>
          </p:nvSpPr>
          <p:spPr>
            <a:xfrm>
              <a:off x="4882325" y="1966125"/>
              <a:ext cx="236350" cy="237125"/>
            </a:xfrm>
            <a:custGeom>
              <a:rect b="b" l="l" r="r" t="t"/>
              <a:pathLst>
                <a:path extrusionOk="0" fill="none" h="9485" w="9454">
                  <a:moveTo>
                    <a:pt x="9453" y="4742"/>
                  </a:moveTo>
                  <a:cubicBezTo>
                    <a:pt x="9453" y="7356"/>
                    <a:pt x="7356" y="9484"/>
                    <a:pt x="4742" y="9484"/>
                  </a:cubicBezTo>
                  <a:cubicBezTo>
                    <a:pt x="2128" y="9484"/>
                    <a:pt x="0" y="7356"/>
                    <a:pt x="0" y="4742"/>
                  </a:cubicBezTo>
                  <a:cubicBezTo>
                    <a:pt x="0" y="2128"/>
                    <a:pt x="2128" y="1"/>
                    <a:pt x="4742" y="1"/>
                  </a:cubicBezTo>
                  <a:cubicBezTo>
                    <a:pt x="7356" y="1"/>
                    <a:pt x="9453" y="2128"/>
                    <a:pt x="9453" y="4742"/>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50"/>
            <p:cNvSpPr/>
            <p:nvPr/>
          </p:nvSpPr>
          <p:spPr>
            <a:xfrm>
              <a:off x="4928675" y="2012475"/>
              <a:ext cx="143650" cy="144425"/>
            </a:xfrm>
            <a:custGeom>
              <a:rect b="b" l="l" r="r" t="t"/>
              <a:pathLst>
                <a:path extrusionOk="0" fill="none" h="5777" w="5746">
                  <a:moveTo>
                    <a:pt x="5745" y="2888"/>
                  </a:moveTo>
                  <a:cubicBezTo>
                    <a:pt x="5745" y="4499"/>
                    <a:pt x="4469" y="5776"/>
                    <a:pt x="2888" y="5776"/>
                  </a:cubicBezTo>
                  <a:cubicBezTo>
                    <a:pt x="1277" y="5776"/>
                    <a:pt x="1" y="4499"/>
                    <a:pt x="1" y="2888"/>
                  </a:cubicBezTo>
                  <a:cubicBezTo>
                    <a:pt x="1" y="1308"/>
                    <a:pt x="1277" y="1"/>
                    <a:pt x="2888" y="1"/>
                  </a:cubicBezTo>
                  <a:cubicBezTo>
                    <a:pt x="4469" y="1"/>
                    <a:pt x="5745" y="1308"/>
                    <a:pt x="5745" y="2888"/>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50"/>
            <p:cNvSpPr/>
            <p:nvPr/>
          </p:nvSpPr>
          <p:spPr>
            <a:xfrm>
              <a:off x="4968950" y="2053525"/>
              <a:ext cx="63100" cy="63100"/>
            </a:xfrm>
            <a:custGeom>
              <a:rect b="b" l="l" r="r" t="t"/>
              <a:pathLst>
                <a:path extrusionOk="0" fill="none" h="2524" w="2524">
                  <a:moveTo>
                    <a:pt x="2523" y="1246"/>
                  </a:moveTo>
                  <a:cubicBezTo>
                    <a:pt x="2523" y="1946"/>
                    <a:pt x="1946" y="2523"/>
                    <a:pt x="1277" y="2523"/>
                  </a:cubicBezTo>
                  <a:cubicBezTo>
                    <a:pt x="578" y="2523"/>
                    <a:pt x="1" y="1946"/>
                    <a:pt x="1" y="1246"/>
                  </a:cubicBezTo>
                  <a:cubicBezTo>
                    <a:pt x="1" y="578"/>
                    <a:pt x="578" y="0"/>
                    <a:pt x="1277" y="0"/>
                  </a:cubicBezTo>
                  <a:cubicBezTo>
                    <a:pt x="1946" y="0"/>
                    <a:pt x="2523" y="578"/>
                    <a:pt x="2523" y="1246"/>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17" name="Google Shape;6417;p50"/>
          <p:cNvSpPr/>
          <p:nvPr/>
        </p:nvSpPr>
        <p:spPr>
          <a:xfrm>
            <a:off x="7952150" y="1325263"/>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50"/>
          <p:cNvSpPr/>
          <p:nvPr/>
        </p:nvSpPr>
        <p:spPr>
          <a:xfrm>
            <a:off x="7255225" y="3052638"/>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50"/>
          <p:cNvSpPr/>
          <p:nvPr/>
        </p:nvSpPr>
        <p:spPr>
          <a:xfrm flipH="1" rot="10800000">
            <a:off x="3742756" y="4076360"/>
            <a:ext cx="303975" cy="152025"/>
          </a:xfrm>
          <a:custGeom>
            <a:rect b="b" l="l" r="r" t="t"/>
            <a:pathLst>
              <a:path extrusionOk="0" fill="none" h="6081" w="12159">
                <a:moveTo>
                  <a:pt x="0" y="6080"/>
                </a:moveTo>
                <a:cubicBezTo>
                  <a:pt x="0" y="2737"/>
                  <a:pt x="2736" y="1"/>
                  <a:pt x="6079" y="1"/>
                </a:cubicBezTo>
                <a:cubicBezTo>
                  <a:pt x="9453" y="1"/>
                  <a:pt x="12158" y="2737"/>
                  <a:pt x="12158" y="6080"/>
                </a:cubicBezTo>
              </a:path>
            </a:pathLst>
          </a:custGeom>
          <a:noFill/>
          <a:ln cap="flat" cmpd="sng" w="57000">
            <a:solidFill>
              <a:schemeClr val="dk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50"/>
          <p:cNvSpPr/>
          <p:nvPr/>
        </p:nvSpPr>
        <p:spPr>
          <a:xfrm>
            <a:off x="904325" y="927888"/>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50"/>
          <p:cNvSpPr/>
          <p:nvPr/>
        </p:nvSpPr>
        <p:spPr>
          <a:xfrm>
            <a:off x="4046713" y="4513113"/>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6425" name="Shape 6425"/>
        <p:cNvGrpSpPr/>
        <p:nvPr/>
      </p:nvGrpSpPr>
      <p:grpSpPr>
        <a:xfrm>
          <a:off x="0" y="0"/>
          <a:ext cx="0" cy="0"/>
          <a:chOff x="0" y="0"/>
          <a:chExt cx="0" cy="0"/>
        </a:xfrm>
      </p:grpSpPr>
      <p:grpSp>
        <p:nvGrpSpPr>
          <p:cNvPr id="6426" name="Google Shape;6426;p51"/>
          <p:cNvGrpSpPr/>
          <p:nvPr/>
        </p:nvGrpSpPr>
        <p:grpSpPr>
          <a:xfrm rot="10800000">
            <a:off x="5215791" y="2515514"/>
            <a:ext cx="1958780" cy="2112045"/>
            <a:chOff x="145150" y="80100"/>
            <a:chExt cx="1699150" cy="1832100"/>
          </a:xfrm>
        </p:grpSpPr>
        <p:sp>
          <p:nvSpPr>
            <p:cNvPr id="6427" name="Google Shape;6427;p51"/>
            <p:cNvSpPr/>
            <p:nvPr/>
          </p:nvSpPr>
          <p:spPr>
            <a:xfrm>
              <a:off x="145150" y="212300"/>
              <a:ext cx="1566925" cy="1566925"/>
            </a:xfrm>
            <a:custGeom>
              <a:rect b="b" l="l" r="r" t="t"/>
              <a:pathLst>
                <a:path extrusionOk="0" h="62677" w="62677">
                  <a:moveTo>
                    <a:pt x="31339" y="1"/>
                  </a:moveTo>
                  <a:cubicBezTo>
                    <a:pt x="14043" y="1"/>
                    <a:pt x="1" y="14044"/>
                    <a:pt x="1" y="31339"/>
                  </a:cubicBezTo>
                  <a:cubicBezTo>
                    <a:pt x="1" y="48664"/>
                    <a:pt x="14043" y="62677"/>
                    <a:pt x="31339" y="62677"/>
                  </a:cubicBezTo>
                  <a:cubicBezTo>
                    <a:pt x="48664" y="62677"/>
                    <a:pt x="62677" y="48664"/>
                    <a:pt x="62677" y="31339"/>
                  </a:cubicBezTo>
                  <a:cubicBezTo>
                    <a:pt x="62677" y="14044"/>
                    <a:pt x="48664" y="1"/>
                    <a:pt x="31339" y="1"/>
                  </a:cubicBezTo>
                  <a:close/>
                </a:path>
              </a:pathLst>
            </a:custGeom>
            <a:solidFill>
              <a:srgbClr val="E4BE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51"/>
            <p:cNvSpPr/>
            <p:nvPr/>
          </p:nvSpPr>
          <p:spPr>
            <a:xfrm>
              <a:off x="928600" y="80100"/>
              <a:ext cx="915700" cy="1832100"/>
            </a:xfrm>
            <a:custGeom>
              <a:rect b="b" l="l" r="r" t="t"/>
              <a:pathLst>
                <a:path extrusionOk="0" fill="none" h="73284" w="36628">
                  <a:moveTo>
                    <a:pt x="1" y="0"/>
                  </a:moveTo>
                  <a:cubicBezTo>
                    <a:pt x="20244" y="0"/>
                    <a:pt x="36627" y="16414"/>
                    <a:pt x="36627" y="36627"/>
                  </a:cubicBezTo>
                  <a:cubicBezTo>
                    <a:pt x="36627" y="56870"/>
                    <a:pt x="20244" y="73284"/>
                    <a:pt x="1" y="73284"/>
                  </a:cubicBezTo>
                </a:path>
              </a:pathLst>
            </a:custGeom>
            <a:noFill/>
            <a:ln cap="flat" cmpd="sng" w="949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29" name="Google Shape;6429;p51"/>
          <p:cNvSpPr/>
          <p:nvPr/>
        </p:nvSpPr>
        <p:spPr>
          <a:xfrm>
            <a:off x="6855100" y="3545425"/>
            <a:ext cx="1082118" cy="1082118"/>
          </a:xfrm>
          <a:custGeom>
            <a:rect b="b" l="l" r="r" t="t"/>
            <a:pathLst>
              <a:path extrusionOk="0" h="62677" w="62677">
                <a:moveTo>
                  <a:pt x="31339" y="1"/>
                </a:moveTo>
                <a:cubicBezTo>
                  <a:pt x="14043" y="1"/>
                  <a:pt x="1" y="14044"/>
                  <a:pt x="1" y="31339"/>
                </a:cubicBezTo>
                <a:cubicBezTo>
                  <a:pt x="1" y="48664"/>
                  <a:pt x="14043" y="62677"/>
                  <a:pt x="31339" y="62677"/>
                </a:cubicBezTo>
                <a:cubicBezTo>
                  <a:pt x="48664" y="62677"/>
                  <a:pt x="62677" y="48664"/>
                  <a:pt x="62677" y="31339"/>
                </a:cubicBezTo>
                <a:cubicBezTo>
                  <a:pt x="62677" y="14044"/>
                  <a:pt x="48664" y="1"/>
                  <a:pt x="313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51"/>
          <p:cNvSpPr txBox="1"/>
          <p:nvPr>
            <p:ph type="title"/>
          </p:nvPr>
        </p:nvSpPr>
        <p:spPr>
          <a:xfrm>
            <a:off x="5368188" y="3131513"/>
            <a:ext cx="3204300" cy="1219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 picture is worth a thousand words</a:t>
            </a:r>
            <a:endParaRPr/>
          </a:p>
        </p:txBody>
      </p:sp>
      <p:sp>
        <p:nvSpPr>
          <p:cNvPr id="6431" name="Google Shape;6431;p51"/>
          <p:cNvSpPr/>
          <p:nvPr/>
        </p:nvSpPr>
        <p:spPr>
          <a:xfrm flipH="1" rot="5400000">
            <a:off x="6828606" y="458998"/>
            <a:ext cx="303975" cy="152025"/>
          </a:xfrm>
          <a:custGeom>
            <a:rect b="b" l="l" r="r" t="t"/>
            <a:pathLst>
              <a:path extrusionOk="0" fill="none" h="6081" w="12159">
                <a:moveTo>
                  <a:pt x="0" y="6080"/>
                </a:moveTo>
                <a:cubicBezTo>
                  <a:pt x="0" y="2737"/>
                  <a:pt x="2736" y="1"/>
                  <a:pt x="6079" y="1"/>
                </a:cubicBezTo>
                <a:cubicBezTo>
                  <a:pt x="9453" y="1"/>
                  <a:pt x="12158" y="2737"/>
                  <a:pt x="12158" y="6080"/>
                </a:cubicBezTo>
              </a:path>
            </a:pathLst>
          </a:custGeom>
          <a:noFill/>
          <a:ln cap="flat" cmpd="sng" w="57000">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51"/>
          <p:cNvSpPr/>
          <p:nvPr/>
        </p:nvSpPr>
        <p:spPr>
          <a:xfrm>
            <a:off x="7189725" y="2130325"/>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51"/>
          <p:cNvSpPr/>
          <p:nvPr/>
        </p:nvSpPr>
        <p:spPr>
          <a:xfrm flipH="1" rot="-5400000">
            <a:off x="1815081" y="2495748"/>
            <a:ext cx="303975" cy="152025"/>
          </a:xfrm>
          <a:custGeom>
            <a:rect b="b" l="l" r="r" t="t"/>
            <a:pathLst>
              <a:path extrusionOk="0" fill="none" h="6081" w="12159">
                <a:moveTo>
                  <a:pt x="0" y="6080"/>
                </a:moveTo>
                <a:cubicBezTo>
                  <a:pt x="0" y="2737"/>
                  <a:pt x="2736" y="1"/>
                  <a:pt x="6079" y="1"/>
                </a:cubicBezTo>
                <a:cubicBezTo>
                  <a:pt x="9453" y="1"/>
                  <a:pt x="12158" y="2737"/>
                  <a:pt x="12158" y="6080"/>
                </a:cubicBezTo>
              </a:path>
            </a:pathLst>
          </a:custGeom>
          <a:noFill/>
          <a:ln cap="flat" cmpd="sng" w="57000">
            <a:solidFill>
              <a:schemeClr val="dk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51"/>
          <p:cNvSpPr/>
          <p:nvPr/>
        </p:nvSpPr>
        <p:spPr>
          <a:xfrm>
            <a:off x="3589275" y="739663"/>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38" name="Shape 6438"/>
        <p:cNvGrpSpPr/>
        <p:nvPr/>
      </p:nvGrpSpPr>
      <p:grpSpPr>
        <a:xfrm>
          <a:off x="0" y="0"/>
          <a:ext cx="0" cy="0"/>
          <a:chOff x="0" y="0"/>
          <a:chExt cx="0" cy="0"/>
        </a:xfrm>
      </p:grpSpPr>
      <p:sp>
        <p:nvSpPr>
          <p:cNvPr id="6439" name="Google Shape;6439;p52"/>
          <p:cNvSpPr/>
          <p:nvPr/>
        </p:nvSpPr>
        <p:spPr>
          <a:xfrm>
            <a:off x="828109" y="1183214"/>
            <a:ext cx="802577" cy="731265"/>
          </a:xfrm>
          <a:custGeom>
            <a:rect b="b" l="l" r="r" t="t"/>
            <a:pathLst>
              <a:path extrusionOk="0" h="55169" w="60549">
                <a:moveTo>
                  <a:pt x="30289" y="0"/>
                </a:moveTo>
                <a:cubicBezTo>
                  <a:pt x="23230" y="0"/>
                  <a:pt x="16171" y="2690"/>
                  <a:pt x="10791" y="8070"/>
                </a:cubicBezTo>
                <a:cubicBezTo>
                  <a:pt x="0" y="18861"/>
                  <a:pt x="0" y="36308"/>
                  <a:pt x="10791" y="47098"/>
                </a:cubicBezTo>
                <a:cubicBezTo>
                  <a:pt x="16171" y="52478"/>
                  <a:pt x="23230" y="55168"/>
                  <a:pt x="30289" y="55168"/>
                </a:cubicBezTo>
                <a:cubicBezTo>
                  <a:pt x="37349" y="55168"/>
                  <a:pt x="44408" y="52478"/>
                  <a:pt x="49788" y="47098"/>
                </a:cubicBezTo>
                <a:cubicBezTo>
                  <a:pt x="60548" y="36308"/>
                  <a:pt x="60548" y="18861"/>
                  <a:pt x="49788" y="8070"/>
                </a:cubicBezTo>
                <a:cubicBezTo>
                  <a:pt x="44408" y="2690"/>
                  <a:pt x="37349" y="0"/>
                  <a:pt x="30289" y="0"/>
                </a:cubicBezTo>
                <a:close/>
              </a:path>
            </a:pathLst>
          </a:cu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52"/>
          <p:cNvSpPr/>
          <p:nvPr/>
        </p:nvSpPr>
        <p:spPr>
          <a:xfrm>
            <a:off x="828109" y="2191339"/>
            <a:ext cx="802577" cy="731265"/>
          </a:xfrm>
          <a:custGeom>
            <a:rect b="b" l="l" r="r" t="t"/>
            <a:pathLst>
              <a:path extrusionOk="0" h="55169" w="60549">
                <a:moveTo>
                  <a:pt x="30289" y="0"/>
                </a:moveTo>
                <a:cubicBezTo>
                  <a:pt x="23230" y="0"/>
                  <a:pt x="16171" y="2690"/>
                  <a:pt x="10791" y="8070"/>
                </a:cubicBezTo>
                <a:cubicBezTo>
                  <a:pt x="0" y="18861"/>
                  <a:pt x="0" y="36308"/>
                  <a:pt x="10791" y="47098"/>
                </a:cubicBezTo>
                <a:cubicBezTo>
                  <a:pt x="16171" y="52478"/>
                  <a:pt x="23230" y="55168"/>
                  <a:pt x="30289" y="55168"/>
                </a:cubicBezTo>
                <a:cubicBezTo>
                  <a:pt x="37349" y="55168"/>
                  <a:pt x="44408" y="52478"/>
                  <a:pt x="49788" y="47098"/>
                </a:cubicBezTo>
                <a:cubicBezTo>
                  <a:pt x="60548" y="36308"/>
                  <a:pt x="60548" y="18861"/>
                  <a:pt x="49788" y="8070"/>
                </a:cubicBezTo>
                <a:cubicBezTo>
                  <a:pt x="44408" y="2690"/>
                  <a:pt x="37349" y="0"/>
                  <a:pt x="30289" y="0"/>
                </a:cubicBezTo>
                <a:close/>
              </a:path>
            </a:pathLst>
          </a:custGeom>
          <a:noFill/>
          <a:ln cap="flat" cmpd="sng" w="3810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52"/>
          <p:cNvSpPr/>
          <p:nvPr/>
        </p:nvSpPr>
        <p:spPr>
          <a:xfrm>
            <a:off x="828109" y="3199464"/>
            <a:ext cx="802577" cy="731265"/>
          </a:xfrm>
          <a:custGeom>
            <a:rect b="b" l="l" r="r" t="t"/>
            <a:pathLst>
              <a:path extrusionOk="0" h="55169" w="60549">
                <a:moveTo>
                  <a:pt x="30289" y="0"/>
                </a:moveTo>
                <a:cubicBezTo>
                  <a:pt x="23230" y="0"/>
                  <a:pt x="16171" y="2690"/>
                  <a:pt x="10791" y="8070"/>
                </a:cubicBezTo>
                <a:cubicBezTo>
                  <a:pt x="0" y="18861"/>
                  <a:pt x="0" y="36308"/>
                  <a:pt x="10791" y="47098"/>
                </a:cubicBezTo>
                <a:cubicBezTo>
                  <a:pt x="16171" y="52478"/>
                  <a:pt x="23230" y="55168"/>
                  <a:pt x="30289" y="55168"/>
                </a:cubicBezTo>
                <a:cubicBezTo>
                  <a:pt x="37349" y="55168"/>
                  <a:pt x="44408" y="52478"/>
                  <a:pt x="49788" y="47098"/>
                </a:cubicBezTo>
                <a:cubicBezTo>
                  <a:pt x="60548" y="36308"/>
                  <a:pt x="60548" y="18861"/>
                  <a:pt x="49788" y="8070"/>
                </a:cubicBezTo>
                <a:cubicBezTo>
                  <a:pt x="44408" y="2690"/>
                  <a:pt x="37349" y="0"/>
                  <a:pt x="30289" y="0"/>
                </a:cubicBezTo>
                <a:close/>
              </a:path>
            </a:pathLst>
          </a:custGeom>
          <a:noFill/>
          <a:ln cap="flat" cmpd="sng" w="381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52"/>
          <p:cNvSpPr txBox="1"/>
          <p:nvPr>
            <p:ph type="title"/>
          </p:nvPr>
        </p:nvSpPr>
        <p:spPr>
          <a:xfrm>
            <a:off x="715100" y="445025"/>
            <a:ext cx="77139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Findings</a:t>
            </a:r>
            <a:endParaRPr/>
          </a:p>
        </p:txBody>
      </p:sp>
      <p:sp>
        <p:nvSpPr>
          <p:cNvPr id="6443" name="Google Shape;6443;p52"/>
          <p:cNvSpPr txBox="1"/>
          <p:nvPr/>
        </p:nvSpPr>
        <p:spPr>
          <a:xfrm>
            <a:off x="1657200" y="4388750"/>
            <a:ext cx="5829600" cy="219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2"/>
                </a:solidFill>
                <a:latin typeface="PT Sans Narrow"/>
                <a:ea typeface="PT Sans Narrow"/>
                <a:cs typeface="PT Sans Narrow"/>
                <a:sym typeface="PT Sans Narrow"/>
              </a:rPr>
              <a:t>Follow the link in the graph to modify its data and then paste the new one here. </a:t>
            </a:r>
            <a:r>
              <a:rPr b="1" lang="en" sz="1200">
                <a:solidFill>
                  <a:schemeClr val="dk2"/>
                </a:solidFill>
                <a:uFill>
                  <a:noFill/>
                </a:uFill>
                <a:latin typeface="PT Sans Narrow"/>
                <a:ea typeface="PT Sans Narrow"/>
                <a:cs typeface="PT Sans Narrow"/>
                <a:sym typeface="PT Sans Narrow"/>
                <a:hlinkClick r:id="rId3">
                  <a:extLst>
                    <a:ext uri="{A12FA001-AC4F-418D-AE19-62706E023703}">
                      <ahyp:hlinkClr val="tx"/>
                    </a:ext>
                  </a:extLst>
                </a:hlinkClick>
              </a:rPr>
              <a:t>For more info, click here</a:t>
            </a:r>
            <a:endParaRPr sz="1200">
              <a:solidFill>
                <a:schemeClr val="dk2"/>
              </a:solidFill>
              <a:latin typeface="PT Sans Narrow"/>
              <a:ea typeface="PT Sans Narrow"/>
              <a:cs typeface="PT Sans Narrow"/>
              <a:sym typeface="PT Sans Narrow"/>
            </a:endParaRPr>
          </a:p>
        </p:txBody>
      </p:sp>
      <p:pic>
        <p:nvPicPr>
          <p:cNvPr id="6444" name="Google Shape;6444;p52" title="Chart">
            <a:hlinkClick r:id="rId4"/>
          </p:cNvPr>
          <p:cNvPicPr preferRelativeResize="0"/>
          <p:nvPr/>
        </p:nvPicPr>
        <p:blipFill>
          <a:blip r:embed="rId5">
            <a:alphaModFix/>
          </a:blip>
          <a:stretch>
            <a:fillRect/>
          </a:stretch>
        </p:blipFill>
        <p:spPr>
          <a:xfrm>
            <a:off x="4781050" y="1093925"/>
            <a:ext cx="3719140" cy="3066224"/>
          </a:xfrm>
          <a:prstGeom prst="rect">
            <a:avLst/>
          </a:prstGeom>
          <a:noFill/>
          <a:ln>
            <a:noFill/>
          </a:ln>
        </p:spPr>
      </p:pic>
      <p:sp>
        <p:nvSpPr>
          <p:cNvPr id="6445" name="Google Shape;6445;p52"/>
          <p:cNvSpPr txBox="1"/>
          <p:nvPr/>
        </p:nvSpPr>
        <p:spPr>
          <a:xfrm>
            <a:off x="1634400" y="1148045"/>
            <a:ext cx="1611900" cy="400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dk2"/>
                </a:solidFill>
                <a:latin typeface="Big Shoulders Text"/>
                <a:ea typeface="Big Shoulders Text"/>
                <a:cs typeface="Big Shoulders Text"/>
                <a:sym typeface="Big Shoulders Text"/>
              </a:rPr>
              <a:t>Venus</a:t>
            </a:r>
            <a:endParaRPr sz="2500">
              <a:solidFill>
                <a:schemeClr val="dk2"/>
              </a:solidFill>
              <a:latin typeface="Big Shoulders Text"/>
              <a:ea typeface="Big Shoulders Text"/>
              <a:cs typeface="Big Shoulders Text"/>
              <a:sym typeface="Big Shoulders Text"/>
            </a:endParaRPr>
          </a:p>
        </p:txBody>
      </p:sp>
      <p:sp>
        <p:nvSpPr>
          <p:cNvPr id="6446" name="Google Shape;6446;p52"/>
          <p:cNvSpPr txBox="1"/>
          <p:nvPr/>
        </p:nvSpPr>
        <p:spPr>
          <a:xfrm>
            <a:off x="1634398" y="1548845"/>
            <a:ext cx="1611900" cy="400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2"/>
                </a:solidFill>
                <a:latin typeface="PT Sans Narrow"/>
                <a:ea typeface="PT Sans Narrow"/>
                <a:cs typeface="PT Sans Narrow"/>
                <a:sym typeface="PT Sans Narrow"/>
              </a:rPr>
              <a:t>Venus is the second planet from the Sun</a:t>
            </a:r>
            <a:endParaRPr sz="2400">
              <a:solidFill>
                <a:schemeClr val="dk2"/>
              </a:solidFill>
              <a:latin typeface="Big Shoulders Text"/>
              <a:ea typeface="Big Shoulders Text"/>
              <a:cs typeface="Big Shoulders Text"/>
              <a:sym typeface="Big Shoulders Text"/>
            </a:endParaRPr>
          </a:p>
        </p:txBody>
      </p:sp>
      <p:sp>
        <p:nvSpPr>
          <p:cNvPr id="6447" name="Google Shape;6447;p52"/>
          <p:cNvSpPr txBox="1"/>
          <p:nvPr/>
        </p:nvSpPr>
        <p:spPr>
          <a:xfrm>
            <a:off x="1634400" y="2156180"/>
            <a:ext cx="1611900" cy="400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dk2"/>
                </a:solidFill>
                <a:latin typeface="Big Shoulders Text"/>
                <a:ea typeface="Big Shoulders Text"/>
                <a:cs typeface="Big Shoulders Text"/>
                <a:sym typeface="Big Shoulders Text"/>
              </a:rPr>
              <a:t>Mars</a:t>
            </a:r>
            <a:endParaRPr sz="2500">
              <a:solidFill>
                <a:schemeClr val="dk2"/>
              </a:solidFill>
              <a:latin typeface="Big Shoulders Text"/>
              <a:ea typeface="Big Shoulders Text"/>
              <a:cs typeface="Big Shoulders Text"/>
              <a:sym typeface="Big Shoulders Text"/>
            </a:endParaRPr>
          </a:p>
        </p:txBody>
      </p:sp>
      <p:sp>
        <p:nvSpPr>
          <p:cNvPr id="6448" name="Google Shape;6448;p52"/>
          <p:cNvSpPr txBox="1"/>
          <p:nvPr/>
        </p:nvSpPr>
        <p:spPr>
          <a:xfrm>
            <a:off x="1634398" y="2556980"/>
            <a:ext cx="1611900" cy="400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2"/>
                </a:solidFill>
                <a:latin typeface="PT Sans Narrow"/>
                <a:ea typeface="PT Sans Narrow"/>
                <a:cs typeface="PT Sans Narrow"/>
                <a:sym typeface="PT Sans Narrow"/>
              </a:rPr>
              <a:t>Mars is actually a cold place despite its color</a:t>
            </a:r>
            <a:endParaRPr>
              <a:solidFill>
                <a:schemeClr val="dk2"/>
              </a:solidFill>
              <a:latin typeface="PT Sans Narrow"/>
              <a:ea typeface="PT Sans Narrow"/>
              <a:cs typeface="PT Sans Narrow"/>
              <a:sym typeface="PT Sans Narrow"/>
            </a:endParaRPr>
          </a:p>
        </p:txBody>
      </p:sp>
      <p:sp>
        <p:nvSpPr>
          <p:cNvPr id="6449" name="Google Shape;6449;p52"/>
          <p:cNvSpPr txBox="1"/>
          <p:nvPr/>
        </p:nvSpPr>
        <p:spPr>
          <a:xfrm>
            <a:off x="1634400" y="3164299"/>
            <a:ext cx="1611900" cy="400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dk2"/>
                </a:solidFill>
                <a:latin typeface="Big Shoulders Text"/>
                <a:ea typeface="Big Shoulders Text"/>
                <a:cs typeface="Big Shoulders Text"/>
                <a:sym typeface="Big Shoulders Text"/>
              </a:rPr>
              <a:t>Saturn</a:t>
            </a:r>
            <a:endParaRPr sz="2500">
              <a:solidFill>
                <a:schemeClr val="dk2"/>
              </a:solidFill>
              <a:latin typeface="Big Shoulders Text"/>
              <a:ea typeface="Big Shoulders Text"/>
              <a:cs typeface="Big Shoulders Text"/>
              <a:sym typeface="Big Shoulders Text"/>
            </a:endParaRPr>
          </a:p>
        </p:txBody>
      </p:sp>
      <p:sp>
        <p:nvSpPr>
          <p:cNvPr id="6450" name="Google Shape;6450;p52"/>
          <p:cNvSpPr txBox="1"/>
          <p:nvPr/>
        </p:nvSpPr>
        <p:spPr>
          <a:xfrm>
            <a:off x="1634398" y="3565099"/>
            <a:ext cx="1611900" cy="400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2"/>
                </a:solidFill>
                <a:latin typeface="PT Sans Narrow"/>
                <a:ea typeface="PT Sans Narrow"/>
                <a:cs typeface="PT Sans Narrow"/>
                <a:sym typeface="PT Sans Narrow"/>
              </a:rPr>
              <a:t>Saturn is composed of hydrogen and helium</a:t>
            </a:r>
            <a:endParaRPr>
              <a:solidFill>
                <a:schemeClr val="dk2"/>
              </a:solidFill>
              <a:latin typeface="PT Sans Narrow"/>
              <a:ea typeface="PT Sans Narrow"/>
              <a:cs typeface="PT Sans Narrow"/>
              <a:sym typeface="PT Sans Narrow"/>
            </a:endParaRPr>
          </a:p>
        </p:txBody>
      </p:sp>
      <p:cxnSp>
        <p:nvCxnSpPr>
          <p:cNvPr id="6451" name="Google Shape;6451;p52"/>
          <p:cNvCxnSpPr>
            <a:endCxn id="6446" idx="3"/>
          </p:cNvCxnSpPr>
          <p:nvPr/>
        </p:nvCxnSpPr>
        <p:spPr>
          <a:xfrm rot="10800000">
            <a:off x="3246298" y="1749245"/>
            <a:ext cx="1654200" cy="88200"/>
          </a:xfrm>
          <a:prstGeom prst="bentConnector3">
            <a:avLst>
              <a:gd fmla="val 50000" name="adj1"/>
            </a:avLst>
          </a:prstGeom>
          <a:noFill/>
          <a:ln cap="flat" cmpd="sng" w="19050">
            <a:solidFill>
              <a:schemeClr val="dk2"/>
            </a:solidFill>
            <a:prstDash val="dot"/>
            <a:round/>
            <a:headEnd len="med" w="med" type="none"/>
            <a:tailEnd len="med" w="med" type="oval"/>
          </a:ln>
        </p:spPr>
      </p:cxnSp>
      <p:cxnSp>
        <p:nvCxnSpPr>
          <p:cNvPr id="6452" name="Google Shape;6452;p52"/>
          <p:cNvCxnSpPr>
            <a:endCxn id="6450" idx="3"/>
          </p:cNvCxnSpPr>
          <p:nvPr/>
        </p:nvCxnSpPr>
        <p:spPr>
          <a:xfrm flipH="1">
            <a:off x="3246298" y="3367099"/>
            <a:ext cx="1662000" cy="398400"/>
          </a:xfrm>
          <a:prstGeom prst="bentConnector3">
            <a:avLst>
              <a:gd fmla="val 50000" name="adj1"/>
            </a:avLst>
          </a:prstGeom>
          <a:noFill/>
          <a:ln cap="flat" cmpd="sng" w="19050">
            <a:solidFill>
              <a:schemeClr val="dk2"/>
            </a:solidFill>
            <a:prstDash val="dot"/>
            <a:round/>
            <a:headEnd len="med" w="med" type="none"/>
            <a:tailEnd len="med" w="med" type="oval"/>
          </a:ln>
        </p:spPr>
      </p:cxnSp>
      <p:cxnSp>
        <p:nvCxnSpPr>
          <p:cNvPr id="6453" name="Google Shape;6453;p52"/>
          <p:cNvCxnSpPr>
            <a:endCxn id="6448" idx="3"/>
          </p:cNvCxnSpPr>
          <p:nvPr/>
        </p:nvCxnSpPr>
        <p:spPr>
          <a:xfrm flipH="1">
            <a:off x="3246298" y="2551280"/>
            <a:ext cx="1642800" cy="206100"/>
          </a:xfrm>
          <a:prstGeom prst="bentConnector3">
            <a:avLst>
              <a:gd fmla="val 50000" name="adj1"/>
            </a:avLst>
          </a:prstGeom>
          <a:noFill/>
          <a:ln cap="flat" cmpd="sng" w="19050">
            <a:solidFill>
              <a:schemeClr val="dk2"/>
            </a:solidFill>
            <a:prstDash val="dot"/>
            <a:round/>
            <a:headEnd len="med" w="med" type="none"/>
            <a:tailEnd len="med" w="med" type="oval"/>
          </a:ln>
        </p:spPr>
      </p:cxnSp>
      <p:sp>
        <p:nvSpPr>
          <p:cNvPr id="6454" name="Google Shape;6454;p52"/>
          <p:cNvSpPr txBox="1"/>
          <p:nvPr/>
        </p:nvSpPr>
        <p:spPr>
          <a:xfrm>
            <a:off x="824398" y="1348457"/>
            <a:ext cx="810000" cy="400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400">
                <a:solidFill>
                  <a:schemeClr val="dk2"/>
                </a:solidFill>
                <a:latin typeface="Big Shoulders Text"/>
                <a:ea typeface="Big Shoulders Text"/>
                <a:cs typeface="Big Shoulders Text"/>
                <a:sym typeface="Big Shoulders Text"/>
              </a:rPr>
              <a:t>43</a:t>
            </a:r>
            <a:r>
              <a:rPr b="1" lang="en" sz="2400">
                <a:solidFill>
                  <a:schemeClr val="dk2"/>
                </a:solidFill>
                <a:latin typeface="Big Shoulders Text"/>
                <a:ea typeface="Big Shoulders Text"/>
                <a:cs typeface="Big Shoulders Text"/>
                <a:sym typeface="Big Shoulders Text"/>
              </a:rPr>
              <a:t>%</a:t>
            </a:r>
            <a:endParaRPr b="1" sz="2400">
              <a:solidFill>
                <a:schemeClr val="dk2"/>
              </a:solidFill>
              <a:latin typeface="Big Shoulders Text"/>
              <a:ea typeface="Big Shoulders Text"/>
              <a:cs typeface="Big Shoulders Text"/>
              <a:sym typeface="Big Shoulders Text"/>
            </a:endParaRPr>
          </a:p>
        </p:txBody>
      </p:sp>
      <p:sp>
        <p:nvSpPr>
          <p:cNvPr id="6455" name="Google Shape;6455;p52"/>
          <p:cNvSpPr txBox="1"/>
          <p:nvPr/>
        </p:nvSpPr>
        <p:spPr>
          <a:xfrm>
            <a:off x="824398" y="2356582"/>
            <a:ext cx="810000" cy="400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400">
                <a:solidFill>
                  <a:schemeClr val="dk2"/>
                </a:solidFill>
                <a:latin typeface="Big Shoulders Text"/>
                <a:ea typeface="Big Shoulders Text"/>
                <a:cs typeface="Big Shoulders Text"/>
                <a:sym typeface="Big Shoulders Text"/>
              </a:rPr>
              <a:t>32%</a:t>
            </a:r>
            <a:endParaRPr b="1" sz="2400">
              <a:solidFill>
                <a:schemeClr val="dk2"/>
              </a:solidFill>
              <a:latin typeface="Big Shoulders Text"/>
              <a:ea typeface="Big Shoulders Text"/>
              <a:cs typeface="Big Shoulders Text"/>
              <a:sym typeface="Big Shoulders Text"/>
            </a:endParaRPr>
          </a:p>
        </p:txBody>
      </p:sp>
      <p:sp>
        <p:nvSpPr>
          <p:cNvPr id="6456" name="Google Shape;6456;p52"/>
          <p:cNvSpPr txBox="1"/>
          <p:nvPr/>
        </p:nvSpPr>
        <p:spPr>
          <a:xfrm>
            <a:off x="824398" y="3364707"/>
            <a:ext cx="810000" cy="400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400">
                <a:solidFill>
                  <a:schemeClr val="dk2"/>
                </a:solidFill>
                <a:latin typeface="Big Shoulders Text"/>
                <a:ea typeface="Big Shoulders Text"/>
                <a:cs typeface="Big Shoulders Text"/>
                <a:sym typeface="Big Shoulders Text"/>
              </a:rPr>
              <a:t>49</a:t>
            </a:r>
            <a:r>
              <a:rPr b="1" lang="en" sz="2400">
                <a:solidFill>
                  <a:schemeClr val="dk2"/>
                </a:solidFill>
                <a:latin typeface="Big Shoulders Text"/>
                <a:ea typeface="Big Shoulders Text"/>
                <a:cs typeface="Big Shoulders Text"/>
                <a:sym typeface="Big Shoulders Text"/>
              </a:rPr>
              <a:t>%</a:t>
            </a:r>
            <a:endParaRPr b="1" sz="2400">
              <a:solidFill>
                <a:schemeClr val="dk2"/>
              </a:solidFill>
              <a:latin typeface="Big Shoulders Text"/>
              <a:ea typeface="Big Shoulders Text"/>
              <a:cs typeface="Big Shoulders Text"/>
              <a:sym typeface="Big Shoulders Text"/>
            </a:endParaRPr>
          </a:p>
        </p:txBody>
      </p:sp>
      <p:sp>
        <p:nvSpPr>
          <p:cNvPr id="6457" name="Google Shape;6457;p52"/>
          <p:cNvSpPr/>
          <p:nvPr/>
        </p:nvSpPr>
        <p:spPr>
          <a:xfrm>
            <a:off x="4716775" y="3981738"/>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61" name="Shape 6461"/>
        <p:cNvGrpSpPr/>
        <p:nvPr/>
      </p:nvGrpSpPr>
      <p:grpSpPr>
        <a:xfrm>
          <a:off x="0" y="0"/>
          <a:ext cx="0" cy="0"/>
          <a:chOff x="0" y="0"/>
          <a:chExt cx="0" cy="0"/>
        </a:xfrm>
      </p:grpSpPr>
      <p:sp>
        <p:nvSpPr>
          <p:cNvPr id="6462" name="Google Shape;6462;p53"/>
          <p:cNvSpPr/>
          <p:nvPr/>
        </p:nvSpPr>
        <p:spPr>
          <a:xfrm>
            <a:off x="5921939" y="1604540"/>
            <a:ext cx="802577" cy="731265"/>
          </a:xfrm>
          <a:custGeom>
            <a:rect b="b" l="l" r="r" t="t"/>
            <a:pathLst>
              <a:path extrusionOk="0" h="55169" w="60549">
                <a:moveTo>
                  <a:pt x="30289" y="0"/>
                </a:moveTo>
                <a:cubicBezTo>
                  <a:pt x="23230" y="0"/>
                  <a:pt x="16171" y="2690"/>
                  <a:pt x="10791" y="8070"/>
                </a:cubicBezTo>
                <a:cubicBezTo>
                  <a:pt x="0" y="18861"/>
                  <a:pt x="0" y="36308"/>
                  <a:pt x="10791" y="47098"/>
                </a:cubicBezTo>
                <a:cubicBezTo>
                  <a:pt x="16171" y="52478"/>
                  <a:pt x="23230" y="55168"/>
                  <a:pt x="30289" y="55168"/>
                </a:cubicBezTo>
                <a:cubicBezTo>
                  <a:pt x="37349" y="55168"/>
                  <a:pt x="44408" y="52478"/>
                  <a:pt x="49788" y="47098"/>
                </a:cubicBezTo>
                <a:cubicBezTo>
                  <a:pt x="60548" y="36308"/>
                  <a:pt x="60548" y="18861"/>
                  <a:pt x="49788" y="8070"/>
                </a:cubicBezTo>
                <a:cubicBezTo>
                  <a:pt x="44408" y="2690"/>
                  <a:pt x="37349" y="0"/>
                  <a:pt x="30289" y="0"/>
                </a:cubicBezTo>
                <a:close/>
              </a:path>
            </a:pathLst>
          </a:cu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53"/>
          <p:cNvSpPr/>
          <p:nvPr/>
        </p:nvSpPr>
        <p:spPr>
          <a:xfrm>
            <a:off x="2419477" y="1622278"/>
            <a:ext cx="802577" cy="731265"/>
          </a:xfrm>
          <a:custGeom>
            <a:rect b="b" l="l" r="r" t="t"/>
            <a:pathLst>
              <a:path extrusionOk="0" h="55169" w="60549">
                <a:moveTo>
                  <a:pt x="30289" y="0"/>
                </a:moveTo>
                <a:cubicBezTo>
                  <a:pt x="23230" y="0"/>
                  <a:pt x="16171" y="2690"/>
                  <a:pt x="10791" y="8070"/>
                </a:cubicBezTo>
                <a:cubicBezTo>
                  <a:pt x="0" y="18861"/>
                  <a:pt x="0" y="36308"/>
                  <a:pt x="10791" y="47098"/>
                </a:cubicBezTo>
                <a:cubicBezTo>
                  <a:pt x="16171" y="52478"/>
                  <a:pt x="23230" y="55168"/>
                  <a:pt x="30289" y="55168"/>
                </a:cubicBezTo>
                <a:cubicBezTo>
                  <a:pt x="37349" y="55168"/>
                  <a:pt x="44408" y="52478"/>
                  <a:pt x="49788" y="47098"/>
                </a:cubicBezTo>
                <a:cubicBezTo>
                  <a:pt x="60548" y="36308"/>
                  <a:pt x="60548" y="18861"/>
                  <a:pt x="49788" y="8070"/>
                </a:cubicBezTo>
                <a:cubicBezTo>
                  <a:pt x="44408" y="2690"/>
                  <a:pt x="37349" y="0"/>
                  <a:pt x="30289" y="0"/>
                </a:cubicBezTo>
                <a:close/>
              </a:path>
            </a:pathLst>
          </a:cu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53"/>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Discussion</a:t>
            </a:r>
            <a:endParaRPr/>
          </a:p>
        </p:txBody>
      </p:sp>
      <p:sp>
        <p:nvSpPr>
          <p:cNvPr id="6465" name="Google Shape;6465;p53"/>
          <p:cNvSpPr txBox="1"/>
          <p:nvPr>
            <p:ph idx="1" type="subTitle"/>
          </p:nvPr>
        </p:nvSpPr>
        <p:spPr>
          <a:xfrm>
            <a:off x="1685712" y="2373475"/>
            <a:ext cx="22701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500"/>
              <a:t>D</a:t>
            </a:r>
            <a:r>
              <a:rPr lang="en" sz="2500"/>
              <a:t>r. Jenna Doe</a:t>
            </a:r>
            <a:endParaRPr sz="2500"/>
          </a:p>
        </p:txBody>
      </p:sp>
      <p:sp>
        <p:nvSpPr>
          <p:cNvPr id="6466" name="Google Shape;6466;p53"/>
          <p:cNvSpPr txBox="1"/>
          <p:nvPr>
            <p:ph idx="2" type="subTitle"/>
          </p:nvPr>
        </p:nvSpPr>
        <p:spPr>
          <a:xfrm>
            <a:off x="5188180" y="2373475"/>
            <a:ext cx="22701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500"/>
              <a:t>D</a:t>
            </a:r>
            <a:r>
              <a:rPr lang="en" sz="2500"/>
              <a:t>r. John James</a:t>
            </a:r>
            <a:endParaRPr sz="2500"/>
          </a:p>
        </p:txBody>
      </p:sp>
      <p:sp>
        <p:nvSpPr>
          <p:cNvPr id="6467" name="Google Shape;6467;p53"/>
          <p:cNvSpPr txBox="1"/>
          <p:nvPr>
            <p:ph idx="3" type="subTitle"/>
          </p:nvPr>
        </p:nvSpPr>
        <p:spPr>
          <a:xfrm>
            <a:off x="1366963" y="2949499"/>
            <a:ext cx="2907600" cy="71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“Despite being red, Mars is a cold place, not hot. It’s full of iron oxide dust, which gives the planet its reddish cast”</a:t>
            </a:r>
            <a:endParaRPr/>
          </a:p>
        </p:txBody>
      </p:sp>
      <p:sp>
        <p:nvSpPr>
          <p:cNvPr id="6468" name="Google Shape;6468;p53"/>
          <p:cNvSpPr txBox="1"/>
          <p:nvPr>
            <p:ph idx="4" type="subTitle"/>
          </p:nvPr>
        </p:nvSpPr>
        <p:spPr>
          <a:xfrm>
            <a:off x="4869438" y="2949499"/>
            <a:ext cx="2907600" cy="71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 is a gas giant and the biggest planet in the Solar System. It’s the fourth-brightest object in the sky”</a:t>
            </a:r>
            <a:endParaRPr/>
          </a:p>
        </p:txBody>
      </p:sp>
      <p:grpSp>
        <p:nvGrpSpPr>
          <p:cNvPr id="6469" name="Google Shape;6469;p53"/>
          <p:cNvGrpSpPr/>
          <p:nvPr/>
        </p:nvGrpSpPr>
        <p:grpSpPr>
          <a:xfrm>
            <a:off x="6142238" y="1789636"/>
            <a:ext cx="361998" cy="361090"/>
            <a:chOff x="-54081175" y="1903275"/>
            <a:chExt cx="319025" cy="318225"/>
          </a:xfrm>
        </p:grpSpPr>
        <p:sp>
          <p:nvSpPr>
            <p:cNvPr id="6470" name="Google Shape;6470;p53"/>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53"/>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2" name="Google Shape;6472;p53"/>
          <p:cNvGrpSpPr/>
          <p:nvPr/>
        </p:nvGrpSpPr>
        <p:grpSpPr>
          <a:xfrm>
            <a:off x="2639764" y="1789644"/>
            <a:ext cx="361998" cy="361090"/>
            <a:chOff x="-57578225" y="1904075"/>
            <a:chExt cx="319025" cy="318225"/>
          </a:xfrm>
        </p:grpSpPr>
        <p:sp>
          <p:nvSpPr>
            <p:cNvPr id="6473" name="Google Shape;6473;p53"/>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53"/>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53"/>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53"/>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77" name="Google Shape;6477;p53"/>
          <p:cNvSpPr/>
          <p:nvPr/>
        </p:nvSpPr>
        <p:spPr>
          <a:xfrm>
            <a:off x="2878157" y="1586830"/>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53"/>
          <p:cNvSpPr/>
          <p:nvPr/>
        </p:nvSpPr>
        <p:spPr>
          <a:xfrm>
            <a:off x="5921950" y="1645521"/>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53"/>
          <p:cNvSpPr/>
          <p:nvPr/>
        </p:nvSpPr>
        <p:spPr>
          <a:xfrm flipH="1">
            <a:off x="321732" y="467403"/>
            <a:ext cx="992952" cy="903757"/>
          </a:xfrm>
          <a:custGeom>
            <a:rect b="b" l="l" r="r" t="t"/>
            <a:pathLst>
              <a:path extrusionOk="0" h="32231" w="35412">
                <a:moveTo>
                  <a:pt x="17702" y="0"/>
                </a:moveTo>
                <a:cubicBezTo>
                  <a:pt x="10394" y="0"/>
                  <a:pt x="3782" y="5013"/>
                  <a:pt x="2037" y="12437"/>
                </a:cubicBezTo>
                <a:cubicBezTo>
                  <a:pt x="0" y="21100"/>
                  <a:pt x="5350" y="29763"/>
                  <a:pt x="14013" y="31799"/>
                </a:cubicBezTo>
                <a:cubicBezTo>
                  <a:pt x="15252" y="32090"/>
                  <a:pt x="16491" y="32230"/>
                  <a:pt x="17711" y="32230"/>
                </a:cubicBezTo>
                <a:cubicBezTo>
                  <a:pt x="25018" y="32230"/>
                  <a:pt x="31630" y="27221"/>
                  <a:pt x="33375" y="19823"/>
                </a:cubicBezTo>
                <a:cubicBezTo>
                  <a:pt x="35411" y="11161"/>
                  <a:pt x="30062" y="2467"/>
                  <a:pt x="21399" y="431"/>
                </a:cubicBezTo>
                <a:cubicBezTo>
                  <a:pt x="20160" y="140"/>
                  <a:pt x="18921" y="0"/>
                  <a:pt x="17702" y="0"/>
                </a:cubicBezTo>
                <a:close/>
              </a:path>
            </a:pathLst>
          </a:custGeom>
          <a:solidFill>
            <a:srgbClr val="E4BE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80" name="Google Shape;6480;p53"/>
          <p:cNvGrpSpPr/>
          <p:nvPr/>
        </p:nvGrpSpPr>
        <p:grpSpPr>
          <a:xfrm flipH="1">
            <a:off x="944177" y="361282"/>
            <a:ext cx="478966" cy="479947"/>
            <a:chOff x="4811650" y="1895450"/>
            <a:chExt cx="378450" cy="379225"/>
          </a:xfrm>
        </p:grpSpPr>
        <p:sp>
          <p:nvSpPr>
            <p:cNvPr id="6481" name="Google Shape;6481;p53"/>
            <p:cNvSpPr/>
            <p:nvPr/>
          </p:nvSpPr>
          <p:spPr>
            <a:xfrm>
              <a:off x="4811650" y="1895450"/>
              <a:ext cx="378450" cy="379225"/>
            </a:xfrm>
            <a:custGeom>
              <a:rect b="b" l="l" r="r" t="t"/>
              <a:pathLst>
                <a:path extrusionOk="0" fill="none" h="15169" w="15138">
                  <a:moveTo>
                    <a:pt x="9119" y="882"/>
                  </a:moveTo>
                  <a:cubicBezTo>
                    <a:pt x="12828" y="1733"/>
                    <a:pt x="15138" y="5442"/>
                    <a:pt x="14256" y="9150"/>
                  </a:cubicBezTo>
                  <a:cubicBezTo>
                    <a:pt x="13405" y="12858"/>
                    <a:pt x="9697" y="15168"/>
                    <a:pt x="5989" y="14287"/>
                  </a:cubicBezTo>
                  <a:cubicBezTo>
                    <a:pt x="2280" y="13436"/>
                    <a:pt x="1" y="9728"/>
                    <a:pt x="852" y="6019"/>
                  </a:cubicBezTo>
                  <a:cubicBezTo>
                    <a:pt x="1733" y="2311"/>
                    <a:pt x="5441" y="1"/>
                    <a:pt x="9119" y="882"/>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53"/>
            <p:cNvSpPr/>
            <p:nvPr/>
          </p:nvSpPr>
          <p:spPr>
            <a:xfrm>
              <a:off x="4882325" y="1966125"/>
              <a:ext cx="236350" cy="237125"/>
            </a:xfrm>
            <a:custGeom>
              <a:rect b="b" l="l" r="r" t="t"/>
              <a:pathLst>
                <a:path extrusionOk="0" fill="none" h="9485" w="9454">
                  <a:moveTo>
                    <a:pt x="9453" y="4742"/>
                  </a:moveTo>
                  <a:cubicBezTo>
                    <a:pt x="9453" y="7356"/>
                    <a:pt x="7356" y="9484"/>
                    <a:pt x="4742" y="9484"/>
                  </a:cubicBezTo>
                  <a:cubicBezTo>
                    <a:pt x="2128" y="9484"/>
                    <a:pt x="0" y="7356"/>
                    <a:pt x="0" y="4742"/>
                  </a:cubicBezTo>
                  <a:cubicBezTo>
                    <a:pt x="0" y="2128"/>
                    <a:pt x="2128" y="1"/>
                    <a:pt x="4742" y="1"/>
                  </a:cubicBezTo>
                  <a:cubicBezTo>
                    <a:pt x="7356" y="1"/>
                    <a:pt x="9453" y="2128"/>
                    <a:pt x="9453" y="4742"/>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53"/>
            <p:cNvSpPr/>
            <p:nvPr/>
          </p:nvSpPr>
          <p:spPr>
            <a:xfrm>
              <a:off x="4928675" y="2012475"/>
              <a:ext cx="143650" cy="144425"/>
            </a:xfrm>
            <a:custGeom>
              <a:rect b="b" l="l" r="r" t="t"/>
              <a:pathLst>
                <a:path extrusionOk="0" fill="none" h="5777" w="5746">
                  <a:moveTo>
                    <a:pt x="5745" y="2888"/>
                  </a:moveTo>
                  <a:cubicBezTo>
                    <a:pt x="5745" y="4499"/>
                    <a:pt x="4469" y="5776"/>
                    <a:pt x="2888" y="5776"/>
                  </a:cubicBezTo>
                  <a:cubicBezTo>
                    <a:pt x="1277" y="5776"/>
                    <a:pt x="1" y="4499"/>
                    <a:pt x="1" y="2888"/>
                  </a:cubicBezTo>
                  <a:cubicBezTo>
                    <a:pt x="1" y="1308"/>
                    <a:pt x="1277" y="1"/>
                    <a:pt x="2888" y="1"/>
                  </a:cubicBezTo>
                  <a:cubicBezTo>
                    <a:pt x="4469" y="1"/>
                    <a:pt x="5745" y="1308"/>
                    <a:pt x="5745" y="2888"/>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53"/>
            <p:cNvSpPr/>
            <p:nvPr/>
          </p:nvSpPr>
          <p:spPr>
            <a:xfrm>
              <a:off x="4968950" y="2053525"/>
              <a:ext cx="63100" cy="63100"/>
            </a:xfrm>
            <a:custGeom>
              <a:rect b="b" l="l" r="r" t="t"/>
              <a:pathLst>
                <a:path extrusionOk="0" fill="none" h="2524" w="2524">
                  <a:moveTo>
                    <a:pt x="2523" y="1246"/>
                  </a:moveTo>
                  <a:cubicBezTo>
                    <a:pt x="2523" y="1946"/>
                    <a:pt x="1946" y="2523"/>
                    <a:pt x="1277" y="2523"/>
                  </a:cubicBezTo>
                  <a:cubicBezTo>
                    <a:pt x="578" y="2523"/>
                    <a:pt x="1" y="1946"/>
                    <a:pt x="1" y="1246"/>
                  </a:cubicBezTo>
                  <a:cubicBezTo>
                    <a:pt x="1" y="578"/>
                    <a:pt x="578" y="0"/>
                    <a:pt x="1277" y="0"/>
                  </a:cubicBezTo>
                  <a:cubicBezTo>
                    <a:pt x="1946" y="0"/>
                    <a:pt x="2523" y="578"/>
                    <a:pt x="2523" y="1246"/>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85" name="Google Shape;6485;p53"/>
          <p:cNvSpPr/>
          <p:nvPr/>
        </p:nvSpPr>
        <p:spPr>
          <a:xfrm rot="-5400000">
            <a:off x="1347169" y="917210"/>
            <a:ext cx="303975" cy="152025"/>
          </a:xfrm>
          <a:custGeom>
            <a:rect b="b" l="l" r="r" t="t"/>
            <a:pathLst>
              <a:path extrusionOk="0" fill="none" h="6081" w="12159">
                <a:moveTo>
                  <a:pt x="0" y="6080"/>
                </a:moveTo>
                <a:cubicBezTo>
                  <a:pt x="0" y="2737"/>
                  <a:pt x="2736" y="1"/>
                  <a:pt x="6079" y="1"/>
                </a:cubicBezTo>
                <a:cubicBezTo>
                  <a:pt x="9453" y="1"/>
                  <a:pt x="12158" y="2737"/>
                  <a:pt x="12158" y="6080"/>
                </a:cubicBezTo>
              </a:path>
            </a:pathLst>
          </a:custGeom>
          <a:noFill/>
          <a:ln cap="flat" cmpd="sng" w="57000">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53"/>
          <p:cNvSpPr/>
          <p:nvPr/>
        </p:nvSpPr>
        <p:spPr>
          <a:xfrm>
            <a:off x="7777050" y="1505125"/>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53"/>
          <p:cNvSpPr/>
          <p:nvPr/>
        </p:nvSpPr>
        <p:spPr>
          <a:xfrm>
            <a:off x="727525" y="1562550"/>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91" name="Shape 6491"/>
        <p:cNvGrpSpPr/>
        <p:nvPr/>
      </p:nvGrpSpPr>
      <p:grpSpPr>
        <a:xfrm>
          <a:off x="0" y="0"/>
          <a:ext cx="0" cy="0"/>
          <a:chOff x="0" y="0"/>
          <a:chExt cx="0" cy="0"/>
        </a:xfrm>
      </p:grpSpPr>
      <p:sp>
        <p:nvSpPr>
          <p:cNvPr id="6492" name="Google Shape;6492;p54"/>
          <p:cNvSpPr txBox="1"/>
          <p:nvPr>
            <p:ph idx="1" type="subTitle"/>
          </p:nvPr>
        </p:nvSpPr>
        <p:spPr>
          <a:xfrm>
            <a:off x="4754063" y="2524125"/>
            <a:ext cx="3285300" cy="1354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System—it’s only a bit larger than the Moon. The planet’s name has nothing to do with the liquid metal, since it was named after the Roman messenger god, Mercury</a:t>
            </a:r>
            <a:endParaRPr/>
          </a:p>
        </p:txBody>
      </p:sp>
      <p:sp>
        <p:nvSpPr>
          <p:cNvPr id="6493" name="Google Shape;6493;p54"/>
          <p:cNvSpPr txBox="1"/>
          <p:nvPr>
            <p:ph type="title"/>
          </p:nvPr>
        </p:nvSpPr>
        <p:spPr>
          <a:xfrm>
            <a:off x="4754075" y="1265175"/>
            <a:ext cx="2743800" cy="1354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a:t>
            </a:r>
            <a:r>
              <a:rPr lang="en"/>
              <a:t>iscussion summary</a:t>
            </a:r>
            <a:endParaRPr/>
          </a:p>
        </p:txBody>
      </p:sp>
      <p:pic>
        <p:nvPicPr>
          <p:cNvPr id="6494" name="Google Shape;6494;p54"/>
          <p:cNvPicPr preferRelativeResize="0"/>
          <p:nvPr/>
        </p:nvPicPr>
        <p:blipFill rotWithShape="1">
          <a:blip r:embed="rId3">
            <a:alphaModFix/>
          </a:blip>
          <a:srcRect b="0" l="0" r="24998" t="0"/>
          <a:stretch/>
        </p:blipFill>
        <p:spPr>
          <a:xfrm>
            <a:off x="990338" y="884250"/>
            <a:ext cx="3543300" cy="3375000"/>
          </a:xfrm>
          <a:prstGeom prst="ellipse">
            <a:avLst/>
          </a:prstGeom>
          <a:noFill/>
          <a:ln>
            <a:noFill/>
          </a:ln>
        </p:spPr>
      </p:pic>
      <p:grpSp>
        <p:nvGrpSpPr>
          <p:cNvPr id="6495" name="Google Shape;6495;p54"/>
          <p:cNvGrpSpPr/>
          <p:nvPr/>
        </p:nvGrpSpPr>
        <p:grpSpPr>
          <a:xfrm rot="10800000">
            <a:off x="8018953" y="219097"/>
            <a:ext cx="764618" cy="824445"/>
            <a:chOff x="145150" y="80100"/>
            <a:chExt cx="1699150" cy="1832100"/>
          </a:xfrm>
        </p:grpSpPr>
        <p:sp>
          <p:nvSpPr>
            <p:cNvPr id="6496" name="Google Shape;6496;p54"/>
            <p:cNvSpPr/>
            <p:nvPr/>
          </p:nvSpPr>
          <p:spPr>
            <a:xfrm>
              <a:off x="145150" y="212300"/>
              <a:ext cx="1566925" cy="1566925"/>
            </a:xfrm>
            <a:custGeom>
              <a:rect b="b" l="l" r="r" t="t"/>
              <a:pathLst>
                <a:path extrusionOk="0" h="62677" w="62677">
                  <a:moveTo>
                    <a:pt x="31339" y="1"/>
                  </a:moveTo>
                  <a:cubicBezTo>
                    <a:pt x="14043" y="1"/>
                    <a:pt x="1" y="14044"/>
                    <a:pt x="1" y="31339"/>
                  </a:cubicBezTo>
                  <a:cubicBezTo>
                    <a:pt x="1" y="48664"/>
                    <a:pt x="14043" y="62677"/>
                    <a:pt x="31339" y="62677"/>
                  </a:cubicBezTo>
                  <a:cubicBezTo>
                    <a:pt x="48664" y="62677"/>
                    <a:pt x="62677" y="48664"/>
                    <a:pt x="62677" y="31339"/>
                  </a:cubicBezTo>
                  <a:cubicBezTo>
                    <a:pt x="62677" y="14044"/>
                    <a:pt x="48664" y="1"/>
                    <a:pt x="31339" y="1"/>
                  </a:cubicBezTo>
                  <a:close/>
                </a:path>
              </a:pathLst>
            </a:custGeom>
            <a:solidFill>
              <a:srgbClr val="E4BE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54"/>
            <p:cNvSpPr/>
            <p:nvPr/>
          </p:nvSpPr>
          <p:spPr>
            <a:xfrm>
              <a:off x="928600" y="80100"/>
              <a:ext cx="915700" cy="1832100"/>
            </a:xfrm>
            <a:custGeom>
              <a:rect b="b" l="l" r="r" t="t"/>
              <a:pathLst>
                <a:path extrusionOk="0" fill="none" h="73284" w="36628">
                  <a:moveTo>
                    <a:pt x="1" y="0"/>
                  </a:moveTo>
                  <a:cubicBezTo>
                    <a:pt x="20244" y="0"/>
                    <a:pt x="36627" y="16414"/>
                    <a:pt x="36627" y="36627"/>
                  </a:cubicBezTo>
                  <a:cubicBezTo>
                    <a:pt x="36627" y="56870"/>
                    <a:pt x="20244" y="73284"/>
                    <a:pt x="1" y="73284"/>
                  </a:cubicBezTo>
                </a:path>
              </a:pathLst>
            </a:custGeom>
            <a:noFill/>
            <a:ln cap="flat" cmpd="sng" w="94975">
              <a:solidFill>
                <a:srgbClr val="96A8AC"/>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8" name="Google Shape;6498;p54"/>
          <p:cNvGrpSpPr/>
          <p:nvPr/>
        </p:nvGrpSpPr>
        <p:grpSpPr>
          <a:xfrm>
            <a:off x="4076700" y="3973275"/>
            <a:ext cx="828300" cy="654275"/>
            <a:chOff x="2024375" y="213075"/>
            <a:chExt cx="828300" cy="654275"/>
          </a:xfrm>
        </p:grpSpPr>
        <p:sp>
          <p:nvSpPr>
            <p:cNvPr id="6499" name="Google Shape;6499;p54"/>
            <p:cNvSpPr/>
            <p:nvPr/>
          </p:nvSpPr>
          <p:spPr>
            <a:xfrm>
              <a:off x="2024375" y="213075"/>
              <a:ext cx="828300" cy="654275"/>
            </a:xfrm>
            <a:custGeom>
              <a:rect b="b" l="l" r="r" t="t"/>
              <a:pathLst>
                <a:path extrusionOk="0" fill="none" h="26171" w="33132">
                  <a:moveTo>
                    <a:pt x="27417" y="0"/>
                  </a:moveTo>
                  <a:cubicBezTo>
                    <a:pt x="31824" y="4377"/>
                    <a:pt x="33131" y="10973"/>
                    <a:pt x="30761" y="16718"/>
                  </a:cubicBezTo>
                  <a:cubicBezTo>
                    <a:pt x="28390" y="22432"/>
                    <a:pt x="22767" y="26171"/>
                    <a:pt x="16566" y="26171"/>
                  </a:cubicBezTo>
                  <a:cubicBezTo>
                    <a:pt x="10365" y="26171"/>
                    <a:pt x="4772" y="22432"/>
                    <a:pt x="2401" y="16718"/>
                  </a:cubicBezTo>
                  <a:cubicBezTo>
                    <a:pt x="0" y="10973"/>
                    <a:pt x="1338" y="4377"/>
                    <a:pt x="5715" y="0"/>
                  </a:cubicBezTo>
                </a:path>
              </a:pathLst>
            </a:custGeom>
            <a:noFill/>
            <a:ln cap="flat" cmpd="sng" w="66875">
              <a:solidFill>
                <a:srgbClr val="E4BEB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54"/>
            <p:cNvSpPr/>
            <p:nvPr/>
          </p:nvSpPr>
          <p:spPr>
            <a:xfrm>
              <a:off x="2194575" y="241175"/>
              <a:ext cx="488650" cy="488650"/>
            </a:xfrm>
            <a:custGeom>
              <a:rect b="b" l="l" r="r" t="t"/>
              <a:pathLst>
                <a:path extrusionOk="0" fill="none" h="19546" w="19546">
                  <a:moveTo>
                    <a:pt x="19545" y="9758"/>
                  </a:moveTo>
                  <a:cubicBezTo>
                    <a:pt x="19545" y="15168"/>
                    <a:pt x="15168" y="19545"/>
                    <a:pt x="9758" y="19545"/>
                  </a:cubicBezTo>
                  <a:cubicBezTo>
                    <a:pt x="4378" y="19545"/>
                    <a:pt x="1" y="15168"/>
                    <a:pt x="1" y="9758"/>
                  </a:cubicBezTo>
                  <a:cubicBezTo>
                    <a:pt x="1" y="4378"/>
                    <a:pt x="4378" y="1"/>
                    <a:pt x="9758" y="1"/>
                  </a:cubicBezTo>
                  <a:cubicBezTo>
                    <a:pt x="15168" y="1"/>
                    <a:pt x="19545" y="4378"/>
                    <a:pt x="19545" y="9758"/>
                  </a:cubicBezTo>
                  <a:close/>
                </a:path>
              </a:pathLst>
            </a:custGeom>
            <a:solidFill>
              <a:schemeClr val="lt2"/>
            </a:solidFill>
            <a:ln cap="flat" cmpd="sng" w="3810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1" name="Google Shape;6501;p54"/>
          <p:cNvGrpSpPr/>
          <p:nvPr/>
        </p:nvGrpSpPr>
        <p:grpSpPr>
          <a:xfrm>
            <a:off x="7653172" y="1043366"/>
            <a:ext cx="552421" cy="529821"/>
            <a:chOff x="76650" y="3861300"/>
            <a:chExt cx="1531950" cy="1469275"/>
          </a:xfrm>
        </p:grpSpPr>
        <p:sp>
          <p:nvSpPr>
            <p:cNvPr id="6502" name="Google Shape;6502;p54"/>
            <p:cNvSpPr/>
            <p:nvPr/>
          </p:nvSpPr>
          <p:spPr>
            <a:xfrm>
              <a:off x="76650" y="3861300"/>
              <a:ext cx="1513725" cy="1379225"/>
            </a:xfrm>
            <a:custGeom>
              <a:rect b="b" l="l" r="r" t="t"/>
              <a:pathLst>
                <a:path extrusionOk="0" h="55169" w="60549">
                  <a:moveTo>
                    <a:pt x="30289" y="0"/>
                  </a:moveTo>
                  <a:cubicBezTo>
                    <a:pt x="23230" y="0"/>
                    <a:pt x="16171" y="2690"/>
                    <a:pt x="10791" y="8070"/>
                  </a:cubicBezTo>
                  <a:cubicBezTo>
                    <a:pt x="0" y="18861"/>
                    <a:pt x="0" y="36308"/>
                    <a:pt x="10791" y="47098"/>
                  </a:cubicBezTo>
                  <a:cubicBezTo>
                    <a:pt x="16171" y="52478"/>
                    <a:pt x="23230" y="55168"/>
                    <a:pt x="30289" y="55168"/>
                  </a:cubicBezTo>
                  <a:cubicBezTo>
                    <a:pt x="37349" y="55168"/>
                    <a:pt x="44408" y="52478"/>
                    <a:pt x="49788" y="47098"/>
                  </a:cubicBezTo>
                  <a:cubicBezTo>
                    <a:pt x="60548" y="36308"/>
                    <a:pt x="60548" y="18861"/>
                    <a:pt x="49788" y="8070"/>
                  </a:cubicBezTo>
                  <a:cubicBezTo>
                    <a:pt x="44408" y="2690"/>
                    <a:pt x="37349" y="0"/>
                    <a:pt x="30289" y="0"/>
                  </a:cubicBezTo>
                  <a:close/>
                </a:path>
              </a:pathLst>
            </a:custGeom>
            <a:solidFill>
              <a:srgbClr val="96A8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54"/>
            <p:cNvSpPr/>
            <p:nvPr/>
          </p:nvSpPr>
          <p:spPr>
            <a:xfrm>
              <a:off x="919350" y="4640575"/>
              <a:ext cx="689250" cy="690000"/>
            </a:xfrm>
            <a:custGeom>
              <a:rect b="b" l="l" r="r" t="t"/>
              <a:pathLst>
                <a:path extrusionOk="0" fill="none" h="27600" w="27570">
                  <a:moveTo>
                    <a:pt x="27570" y="0"/>
                  </a:moveTo>
                  <a:cubicBezTo>
                    <a:pt x="27570" y="15228"/>
                    <a:pt x="15229" y="27599"/>
                    <a:pt x="1" y="27599"/>
                  </a:cubicBezTo>
                </a:path>
              </a:pathLst>
            </a:custGeom>
            <a:noFill/>
            <a:ln cap="flat" cmpd="sng" w="66875">
              <a:solidFill>
                <a:srgbClr val="E4BEB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04" name="Google Shape;6504;p54"/>
          <p:cNvSpPr/>
          <p:nvPr/>
        </p:nvSpPr>
        <p:spPr>
          <a:xfrm>
            <a:off x="6300950" y="884238"/>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54"/>
          <p:cNvSpPr/>
          <p:nvPr/>
        </p:nvSpPr>
        <p:spPr>
          <a:xfrm>
            <a:off x="5113700" y="4239913"/>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54"/>
          <p:cNvSpPr/>
          <p:nvPr/>
        </p:nvSpPr>
        <p:spPr>
          <a:xfrm rot="-5400000">
            <a:off x="6700219" y="4456298"/>
            <a:ext cx="303975" cy="152025"/>
          </a:xfrm>
          <a:custGeom>
            <a:rect b="b" l="l" r="r" t="t"/>
            <a:pathLst>
              <a:path extrusionOk="0" fill="none" h="6081" w="12159">
                <a:moveTo>
                  <a:pt x="0" y="6080"/>
                </a:moveTo>
                <a:cubicBezTo>
                  <a:pt x="0" y="2737"/>
                  <a:pt x="2736" y="1"/>
                  <a:pt x="6079" y="1"/>
                </a:cubicBezTo>
                <a:cubicBezTo>
                  <a:pt x="9453" y="1"/>
                  <a:pt x="12158" y="2737"/>
                  <a:pt x="12158" y="6080"/>
                </a:cubicBezTo>
              </a:path>
            </a:pathLst>
          </a:custGeom>
          <a:noFill/>
          <a:ln cap="flat" cmpd="sng" w="5700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54"/>
          <p:cNvSpPr/>
          <p:nvPr/>
        </p:nvSpPr>
        <p:spPr>
          <a:xfrm>
            <a:off x="990350" y="884250"/>
            <a:ext cx="3543300" cy="3375000"/>
          </a:xfrm>
          <a:prstGeom prst="ellipse">
            <a:avLst/>
          </a:prstGeom>
          <a:noFill/>
          <a:ln cap="flat" cmpd="sng" w="7620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11" name="Shape 6511"/>
        <p:cNvGrpSpPr/>
        <p:nvPr/>
      </p:nvGrpSpPr>
      <p:grpSpPr>
        <a:xfrm>
          <a:off x="0" y="0"/>
          <a:ext cx="0" cy="0"/>
          <a:chOff x="0" y="0"/>
          <a:chExt cx="0" cy="0"/>
        </a:xfrm>
      </p:grpSpPr>
      <p:sp>
        <p:nvSpPr>
          <p:cNvPr id="6512" name="Google Shape;6512;p55"/>
          <p:cNvSpPr txBox="1"/>
          <p:nvPr>
            <p:ph type="title"/>
          </p:nvPr>
        </p:nvSpPr>
        <p:spPr>
          <a:xfrm>
            <a:off x="715100" y="445025"/>
            <a:ext cx="77139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Comparison</a:t>
            </a:r>
            <a:endParaRPr/>
          </a:p>
        </p:txBody>
      </p:sp>
      <p:graphicFrame>
        <p:nvGraphicFramePr>
          <p:cNvPr id="6513" name="Google Shape;6513;p55"/>
          <p:cNvGraphicFramePr/>
          <p:nvPr/>
        </p:nvGraphicFramePr>
        <p:xfrm>
          <a:off x="952500" y="1809750"/>
          <a:ext cx="3000000" cy="3000000"/>
        </p:xfrm>
        <a:graphic>
          <a:graphicData uri="http://schemas.openxmlformats.org/drawingml/2006/table">
            <a:tbl>
              <a:tblPr>
                <a:noFill/>
                <a:tableStyleId>{578A4C76-F328-4B6F-8488-D71A2A7DAFE3}</a:tableStyleId>
              </a:tblPr>
              <a:tblGrid>
                <a:gridCol w="1809750"/>
                <a:gridCol w="1809750"/>
                <a:gridCol w="1809750"/>
                <a:gridCol w="1809750"/>
              </a:tblGrid>
              <a:tr h="381000">
                <a:tc>
                  <a:txBody>
                    <a:bodyPr/>
                    <a:lstStyle/>
                    <a:p>
                      <a:pPr indent="0" lvl="0" marL="0" rtl="0" algn="l">
                        <a:spcBef>
                          <a:spcPts val="0"/>
                        </a:spcBef>
                        <a:spcAft>
                          <a:spcPts val="0"/>
                        </a:spcAft>
                        <a:buNone/>
                      </a:pPr>
                      <a:r>
                        <a:t/>
                      </a:r>
                      <a:endParaRPr/>
                    </a:p>
                  </a:txBody>
                  <a:tcPr marT="91425" marB="91425" marR="91425" marL="91425">
                    <a:lnL cap="flat" cmpd="sng" w="19050">
                      <a:solidFill>
                        <a:schemeClr val="dk2">
                          <a:alpha val="0"/>
                        </a:schemeClr>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b="1" lang="en" sz="2400">
                          <a:solidFill>
                            <a:schemeClr val="dk2"/>
                          </a:solidFill>
                          <a:latin typeface="Big Shoulders Text"/>
                          <a:ea typeface="Big Shoulders Text"/>
                          <a:cs typeface="Big Shoulders Text"/>
                          <a:sym typeface="Big Shoulders Text"/>
                        </a:rPr>
                        <a:t>1-2</a:t>
                      </a:r>
                      <a:r>
                        <a:rPr lang="en" sz="2400">
                          <a:solidFill>
                            <a:schemeClr val="dk2"/>
                          </a:solidFill>
                          <a:latin typeface="Big Shoulders Text"/>
                          <a:ea typeface="Big Shoulders Text"/>
                          <a:cs typeface="Big Shoulders Text"/>
                          <a:sym typeface="Big Shoulders Text"/>
                        </a:rPr>
                        <a:t> months</a:t>
                      </a:r>
                      <a:endParaRPr sz="2400">
                        <a:solidFill>
                          <a:schemeClr val="dk2"/>
                        </a:solidFill>
                        <a:latin typeface="Big Shoulders Text"/>
                        <a:ea typeface="Big Shoulders Text"/>
                        <a:cs typeface="Big Shoulders Text"/>
                        <a:sym typeface="Big Shoulders Text"/>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b="1" lang="en" sz="2400">
                          <a:solidFill>
                            <a:schemeClr val="dk2"/>
                          </a:solidFill>
                          <a:latin typeface="Big Shoulders Text"/>
                          <a:ea typeface="Big Shoulders Text"/>
                          <a:cs typeface="Big Shoulders Text"/>
                          <a:sym typeface="Big Shoulders Text"/>
                        </a:rPr>
                        <a:t>3</a:t>
                      </a:r>
                      <a:r>
                        <a:rPr b="1" lang="en" sz="2400">
                          <a:solidFill>
                            <a:schemeClr val="dk2"/>
                          </a:solidFill>
                          <a:latin typeface="Big Shoulders Text"/>
                          <a:ea typeface="Big Shoulders Text"/>
                          <a:cs typeface="Big Shoulders Text"/>
                          <a:sym typeface="Big Shoulders Text"/>
                        </a:rPr>
                        <a:t>-6 </a:t>
                      </a:r>
                      <a:r>
                        <a:rPr lang="en" sz="2400">
                          <a:solidFill>
                            <a:schemeClr val="dk2"/>
                          </a:solidFill>
                          <a:latin typeface="Big Shoulders Text"/>
                          <a:ea typeface="Big Shoulders Text"/>
                          <a:cs typeface="Big Shoulders Text"/>
                          <a:sym typeface="Big Shoulders Text"/>
                        </a:rPr>
                        <a:t>m</a:t>
                      </a:r>
                      <a:r>
                        <a:rPr lang="en" sz="2400">
                          <a:solidFill>
                            <a:schemeClr val="dk2"/>
                          </a:solidFill>
                          <a:latin typeface="Big Shoulders Text"/>
                          <a:ea typeface="Big Shoulders Text"/>
                          <a:cs typeface="Big Shoulders Text"/>
                          <a:sym typeface="Big Shoulders Text"/>
                        </a:rPr>
                        <a:t>onths</a:t>
                      </a:r>
                      <a:endParaRPr sz="2400">
                        <a:solidFill>
                          <a:schemeClr val="dk2"/>
                        </a:solidFill>
                        <a:latin typeface="Big Shoulders Text"/>
                        <a:ea typeface="Big Shoulders Text"/>
                        <a:cs typeface="Big Shoulders Text"/>
                        <a:sym typeface="Big Shoulders Text"/>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b="1" lang="en" sz="2400">
                          <a:solidFill>
                            <a:schemeClr val="dk2"/>
                          </a:solidFill>
                          <a:latin typeface="Big Shoulders Text"/>
                          <a:ea typeface="Big Shoulders Text"/>
                          <a:cs typeface="Big Shoulders Text"/>
                          <a:sym typeface="Big Shoulders Text"/>
                        </a:rPr>
                        <a:t>7</a:t>
                      </a:r>
                      <a:r>
                        <a:rPr b="1" lang="en" sz="2400">
                          <a:solidFill>
                            <a:schemeClr val="dk2"/>
                          </a:solidFill>
                          <a:latin typeface="Big Shoulders Text"/>
                          <a:ea typeface="Big Shoulders Text"/>
                          <a:cs typeface="Big Shoulders Text"/>
                          <a:sym typeface="Big Shoulders Text"/>
                        </a:rPr>
                        <a:t>-12</a:t>
                      </a:r>
                      <a:r>
                        <a:rPr lang="en" sz="2400">
                          <a:solidFill>
                            <a:schemeClr val="dk2"/>
                          </a:solidFill>
                          <a:latin typeface="Big Shoulders Text"/>
                          <a:ea typeface="Big Shoulders Text"/>
                          <a:cs typeface="Big Shoulders Text"/>
                          <a:sym typeface="Big Shoulders Text"/>
                        </a:rPr>
                        <a:t> months</a:t>
                      </a:r>
                      <a:endParaRPr sz="2400">
                        <a:solidFill>
                          <a:schemeClr val="dk2"/>
                        </a:solidFill>
                        <a:latin typeface="Big Shoulders Text"/>
                        <a:ea typeface="Big Shoulders Text"/>
                        <a:cs typeface="Big Shoulders Text"/>
                        <a:sym typeface="Big Shoulders Text"/>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r>
              <a:tr h="381000">
                <a:tc>
                  <a:txBody>
                    <a:bodyPr/>
                    <a:lstStyle/>
                    <a:p>
                      <a:pPr indent="0" lvl="0" marL="0" rtl="0" algn="ctr">
                        <a:spcBef>
                          <a:spcPts val="0"/>
                        </a:spcBef>
                        <a:spcAft>
                          <a:spcPts val="0"/>
                        </a:spcAft>
                        <a:buNone/>
                      </a:pPr>
                      <a:r>
                        <a:rPr lang="en" sz="2400">
                          <a:solidFill>
                            <a:schemeClr val="dk2"/>
                          </a:solidFill>
                          <a:latin typeface="Big Shoulders Text"/>
                          <a:ea typeface="Big Shoulders Text"/>
                          <a:cs typeface="Big Shoulders Text"/>
                          <a:sym typeface="Big Shoulders Text"/>
                        </a:rPr>
                        <a:t>Stage </a:t>
                      </a:r>
                      <a:r>
                        <a:rPr b="1" lang="en" sz="2400">
                          <a:solidFill>
                            <a:schemeClr val="dk2"/>
                          </a:solidFill>
                          <a:latin typeface="Big Shoulders Text"/>
                          <a:ea typeface="Big Shoulders Text"/>
                          <a:cs typeface="Big Shoulders Text"/>
                          <a:sym typeface="Big Shoulders Text"/>
                        </a:rPr>
                        <a:t>1</a:t>
                      </a:r>
                      <a:endParaRPr b="1" sz="2400">
                        <a:solidFill>
                          <a:schemeClr val="dk2"/>
                        </a:solidFill>
                        <a:latin typeface="Big Shoulders Text"/>
                        <a:ea typeface="Big Shoulders Text"/>
                        <a:cs typeface="Big Shoulders Text"/>
                        <a:sym typeface="Big Shoulders Text"/>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1500">
                          <a:solidFill>
                            <a:schemeClr val="dk2"/>
                          </a:solidFill>
                          <a:latin typeface="PT Sans Narrow"/>
                          <a:ea typeface="PT Sans Narrow"/>
                          <a:cs typeface="PT Sans Narrow"/>
                          <a:sym typeface="PT Sans Narrow"/>
                        </a:rPr>
                        <a:t>Venus is the second planet from the Sun</a:t>
                      </a:r>
                      <a:endParaRPr sz="1500">
                        <a:solidFill>
                          <a:schemeClr val="dk2"/>
                        </a:solidFill>
                        <a:latin typeface="PT Sans Narrow"/>
                        <a:ea typeface="PT Sans Narrow"/>
                        <a:cs typeface="PT Sans Narrow"/>
                        <a:sym typeface="PT Sans Narrow"/>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1500">
                          <a:solidFill>
                            <a:schemeClr val="dk2"/>
                          </a:solidFill>
                          <a:latin typeface="PT Sans Narrow"/>
                          <a:ea typeface="PT Sans Narrow"/>
                          <a:cs typeface="PT Sans Narrow"/>
                          <a:sym typeface="PT Sans Narrow"/>
                        </a:rPr>
                        <a:t>Mars is actually a very cold place</a:t>
                      </a:r>
                      <a:endParaRPr sz="1500">
                        <a:solidFill>
                          <a:schemeClr val="dk2"/>
                        </a:solidFill>
                        <a:latin typeface="PT Sans Narrow"/>
                        <a:ea typeface="PT Sans Narrow"/>
                        <a:cs typeface="PT Sans Narrow"/>
                        <a:sym typeface="PT Sans Narrow"/>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1500">
                          <a:solidFill>
                            <a:schemeClr val="dk2"/>
                          </a:solidFill>
                          <a:latin typeface="PT Sans Narrow"/>
                          <a:ea typeface="PT Sans Narrow"/>
                          <a:cs typeface="PT Sans Narrow"/>
                          <a:sym typeface="PT Sans Narrow"/>
                        </a:rPr>
                        <a:t>Jupiter is the biggest planet of them all</a:t>
                      </a:r>
                      <a:endParaRPr sz="1500">
                        <a:solidFill>
                          <a:schemeClr val="dk2"/>
                        </a:solidFill>
                        <a:latin typeface="PT Sans Narrow"/>
                        <a:ea typeface="PT Sans Narrow"/>
                        <a:cs typeface="PT Sans Narrow"/>
                        <a:sym typeface="PT Sans Narrow"/>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r>
              <a:tr h="381000">
                <a:tc>
                  <a:txBody>
                    <a:bodyPr/>
                    <a:lstStyle/>
                    <a:p>
                      <a:pPr indent="0" lvl="0" marL="0" rtl="0" algn="ctr">
                        <a:spcBef>
                          <a:spcPts val="0"/>
                        </a:spcBef>
                        <a:spcAft>
                          <a:spcPts val="0"/>
                        </a:spcAft>
                        <a:buNone/>
                      </a:pPr>
                      <a:r>
                        <a:rPr lang="en" sz="2400">
                          <a:solidFill>
                            <a:schemeClr val="dk2"/>
                          </a:solidFill>
                          <a:latin typeface="Big Shoulders Text"/>
                          <a:ea typeface="Big Shoulders Text"/>
                          <a:cs typeface="Big Shoulders Text"/>
                          <a:sym typeface="Big Shoulders Text"/>
                        </a:rPr>
                        <a:t>Stage </a:t>
                      </a:r>
                      <a:r>
                        <a:rPr b="1" lang="en" sz="2400">
                          <a:solidFill>
                            <a:schemeClr val="dk2"/>
                          </a:solidFill>
                          <a:latin typeface="Big Shoulders Text"/>
                          <a:ea typeface="Big Shoulders Text"/>
                          <a:cs typeface="Big Shoulders Text"/>
                          <a:sym typeface="Big Shoulders Text"/>
                        </a:rPr>
                        <a:t>2</a:t>
                      </a:r>
                      <a:endParaRPr b="1" sz="2400">
                        <a:solidFill>
                          <a:schemeClr val="dk2"/>
                        </a:solidFill>
                        <a:latin typeface="Big Shoulders Text"/>
                        <a:ea typeface="Big Shoulders Text"/>
                        <a:cs typeface="Big Shoulders Text"/>
                        <a:sym typeface="Big Shoulders Text"/>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1500">
                          <a:solidFill>
                            <a:schemeClr val="dk2"/>
                          </a:solidFill>
                          <a:latin typeface="PT Sans Narrow"/>
                          <a:ea typeface="PT Sans Narrow"/>
                          <a:cs typeface="PT Sans Narrow"/>
                          <a:sym typeface="PT Sans Narrow"/>
                        </a:rPr>
                        <a:t>Mercury is the closest planet to the Sun</a:t>
                      </a:r>
                      <a:endParaRPr sz="1500">
                        <a:solidFill>
                          <a:schemeClr val="dk2"/>
                        </a:solidFill>
                        <a:latin typeface="PT Sans Narrow"/>
                        <a:ea typeface="PT Sans Narrow"/>
                        <a:cs typeface="PT Sans Narrow"/>
                        <a:sym typeface="PT Sans Narrow"/>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1500">
                          <a:solidFill>
                            <a:schemeClr val="dk2"/>
                          </a:solidFill>
                          <a:latin typeface="PT Sans Narrow"/>
                          <a:ea typeface="PT Sans Narrow"/>
                          <a:cs typeface="PT Sans Narrow"/>
                          <a:sym typeface="PT Sans Narrow"/>
                        </a:rPr>
                        <a:t>Saturn is a gas giant and has several rings</a:t>
                      </a:r>
                      <a:endParaRPr sz="1500">
                        <a:solidFill>
                          <a:schemeClr val="dk2"/>
                        </a:solidFill>
                        <a:latin typeface="PT Sans Narrow"/>
                        <a:ea typeface="PT Sans Narrow"/>
                        <a:cs typeface="PT Sans Narrow"/>
                        <a:sym typeface="PT Sans Narrow"/>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1500">
                          <a:solidFill>
                            <a:schemeClr val="dk2"/>
                          </a:solidFill>
                          <a:latin typeface="PT Sans Narrow"/>
                          <a:ea typeface="PT Sans Narrow"/>
                          <a:cs typeface="PT Sans Narrow"/>
                          <a:sym typeface="PT Sans Narrow"/>
                        </a:rPr>
                        <a:t>Neptune is the farthest planet from the Sun</a:t>
                      </a:r>
                      <a:endParaRPr sz="1500">
                        <a:solidFill>
                          <a:schemeClr val="dk2"/>
                        </a:solidFill>
                        <a:latin typeface="PT Sans Narrow"/>
                        <a:ea typeface="PT Sans Narrow"/>
                        <a:cs typeface="PT Sans Narrow"/>
                        <a:sym typeface="PT Sans Narrow"/>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r>
            </a:tbl>
          </a:graphicData>
        </a:graphic>
      </p:graphicFrame>
      <p:grpSp>
        <p:nvGrpSpPr>
          <p:cNvPr id="6514" name="Google Shape;6514;p55"/>
          <p:cNvGrpSpPr/>
          <p:nvPr/>
        </p:nvGrpSpPr>
        <p:grpSpPr>
          <a:xfrm>
            <a:off x="1142322" y="440666"/>
            <a:ext cx="673139" cy="645599"/>
            <a:chOff x="76650" y="3861300"/>
            <a:chExt cx="1531950" cy="1469275"/>
          </a:xfrm>
        </p:grpSpPr>
        <p:sp>
          <p:nvSpPr>
            <p:cNvPr id="6515" name="Google Shape;6515;p55"/>
            <p:cNvSpPr/>
            <p:nvPr/>
          </p:nvSpPr>
          <p:spPr>
            <a:xfrm>
              <a:off x="76650" y="3861300"/>
              <a:ext cx="1513725" cy="1379225"/>
            </a:xfrm>
            <a:custGeom>
              <a:rect b="b" l="l" r="r" t="t"/>
              <a:pathLst>
                <a:path extrusionOk="0" h="55169" w="60549">
                  <a:moveTo>
                    <a:pt x="30289" y="0"/>
                  </a:moveTo>
                  <a:cubicBezTo>
                    <a:pt x="23230" y="0"/>
                    <a:pt x="16171" y="2690"/>
                    <a:pt x="10791" y="8070"/>
                  </a:cubicBezTo>
                  <a:cubicBezTo>
                    <a:pt x="0" y="18861"/>
                    <a:pt x="0" y="36308"/>
                    <a:pt x="10791" y="47098"/>
                  </a:cubicBezTo>
                  <a:cubicBezTo>
                    <a:pt x="16171" y="52478"/>
                    <a:pt x="23230" y="55168"/>
                    <a:pt x="30289" y="55168"/>
                  </a:cubicBezTo>
                  <a:cubicBezTo>
                    <a:pt x="37349" y="55168"/>
                    <a:pt x="44408" y="52478"/>
                    <a:pt x="49788" y="47098"/>
                  </a:cubicBezTo>
                  <a:cubicBezTo>
                    <a:pt x="60548" y="36308"/>
                    <a:pt x="60548" y="18861"/>
                    <a:pt x="49788" y="8070"/>
                  </a:cubicBezTo>
                  <a:cubicBezTo>
                    <a:pt x="44408" y="2690"/>
                    <a:pt x="37349" y="0"/>
                    <a:pt x="30289" y="0"/>
                  </a:cubicBezTo>
                  <a:close/>
                </a:path>
              </a:pathLst>
            </a:custGeom>
            <a:solidFill>
              <a:srgbClr val="96A8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55"/>
            <p:cNvSpPr/>
            <p:nvPr/>
          </p:nvSpPr>
          <p:spPr>
            <a:xfrm>
              <a:off x="919350" y="4640575"/>
              <a:ext cx="689250" cy="690000"/>
            </a:xfrm>
            <a:custGeom>
              <a:rect b="b" l="l" r="r" t="t"/>
              <a:pathLst>
                <a:path extrusionOk="0" fill="none" h="27600" w="27570">
                  <a:moveTo>
                    <a:pt x="27570" y="0"/>
                  </a:moveTo>
                  <a:cubicBezTo>
                    <a:pt x="27570" y="15228"/>
                    <a:pt x="15229" y="27599"/>
                    <a:pt x="1" y="27599"/>
                  </a:cubicBezTo>
                </a:path>
              </a:pathLst>
            </a:custGeom>
            <a:noFill/>
            <a:ln cap="flat" cmpd="sng" w="66875">
              <a:solidFill>
                <a:srgbClr val="E4BEB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17" name="Google Shape;6517;p55"/>
          <p:cNvSpPr/>
          <p:nvPr/>
        </p:nvSpPr>
        <p:spPr>
          <a:xfrm rot="10800000">
            <a:off x="7887531" y="4051148"/>
            <a:ext cx="303975" cy="152025"/>
          </a:xfrm>
          <a:custGeom>
            <a:rect b="b" l="l" r="r" t="t"/>
            <a:pathLst>
              <a:path extrusionOk="0" fill="none" h="6081" w="12159">
                <a:moveTo>
                  <a:pt x="0" y="6080"/>
                </a:moveTo>
                <a:cubicBezTo>
                  <a:pt x="0" y="2737"/>
                  <a:pt x="2736" y="1"/>
                  <a:pt x="6079" y="1"/>
                </a:cubicBezTo>
                <a:cubicBezTo>
                  <a:pt x="9453" y="1"/>
                  <a:pt x="12158" y="2737"/>
                  <a:pt x="12158" y="6080"/>
                </a:cubicBezTo>
              </a:path>
            </a:pathLst>
          </a:custGeom>
          <a:noFill/>
          <a:ln cap="flat" cmpd="sng" w="57000">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55"/>
          <p:cNvSpPr/>
          <p:nvPr/>
        </p:nvSpPr>
        <p:spPr>
          <a:xfrm>
            <a:off x="7943750" y="3860400"/>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55"/>
          <p:cNvSpPr/>
          <p:nvPr/>
        </p:nvSpPr>
        <p:spPr>
          <a:xfrm rot="-5400000">
            <a:off x="2090044" y="1066573"/>
            <a:ext cx="303975" cy="152025"/>
          </a:xfrm>
          <a:custGeom>
            <a:rect b="b" l="l" r="r" t="t"/>
            <a:pathLst>
              <a:path extrusionOk="0" fill="none" h="6081" w="12159">
                <a:moveTo>
                  <a:pt x="0" y="6080"/>
                </a:moveTo>
                <a:cubicBezTo>
                  <a:pt x="0" y="2737"/>
                  <a:pt x="2736" y="1"/>
                  <a:pt x="6079" y="1"/>
                </a:cubicBezTo>
                <a:cubicBezTo>
                  <a:pt x="9453" y="1"/>
                  <a:pt x="12158" y="2737"/>
                  <a:pt x="12158" y="6080"/>
                </a:cubicBezTo>
              </a:path>
            </a:pathLst>
          </a:custGeom>
          <a:noFill/>
          <a:ln cap="flat" cmpd="sng" w="57000">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55"/>
          <p:cNvSpPr/>
          <p:nvPr/>
        </p:nvSpPr>
        <p:spPr>
          <a:xfrm>
            <a:off x="1714825" y="1450650"/>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55"/>
          <p:cNvSpPr/>
          <p:nvPr/>
        </p:nvSpPr>
        <p:spPr>
          <a:xfrm>
            <a:off x="7296225" y="1209550"/>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55"/>
          <p:cNvSpPr/>
          <p:nvPr/>
        </p:nvSpPr>
        <p:spPr>
          <a:xfrm flipH="1" rot="5400000">
            <a:off x="3480694" y="4380498"/>
            <a:ext cx="303975" cy="152025"/>
          </a:xfrm>
          <a:custGeom>
            <a:rect b="b" l="l" r="r" t="t"/>
            <a:pathLst>
              <a:path extrusionOk="0" fill="none" h="6081" w="12159">
                <a:moveTo>
                  <a:pt x="0" y="6080"/>
                </a:moveTo>
                <a:cubicBezTo>
                  <a:pt x="0" y="2737"/>
                  <a:pt x="2736" y="1"/>
                  <a:pt x="6079" y="1"/>
                </a:cubicBezTo>
                <a:cubicBezTo>
                  <a:pt x="9453" y="1"/>
                  <a:pt x="12158" y="2737"/>
                  <a:pt x="12158" y="6080"/>
                </a:cubicBezTo>
              </a:path>
            </a:pathLst>
          </a:custGeom>
          <a:noFill/>
          <a:ln cap="flat" cmpd="sng" w="57000">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26" name="Shape 6526"/>
        <p:cNvGrpSpPr/>
        <p:nvPr/>
      </p:nvGrpSpPr>
      <p:grpSpPr>
        <a:xfrm>
          <a:off x="0" y="0"/>
          <a:ext cx="0" cy="0"/>
          <a:chOff x="0" y="0"/>
          <a:chExt cx="0" cy="0"/>
        </a:xfrm>
      </p:grpSpPr>
      <p:sp>
        <p:nvSpPr>
          <p:cNvPr id="6527" name="Google Shape;6527;p56"/>
          <p:cNvSpPr/>
          <p:nvPr/>
        </p:nvSpPr>
        <p:spPr>
          <a:xfrm>
            <a:off x="4875041" y="3287246"/>
            <a:ext cx="702131" cy="639141"/>
          </a:xfrm>
          <a:custGeom>
            <a:rect b="b" l="l" r="r" t="t"/>
            <a:pathLst>
              <a:path extrusionOk="0" h="32231" w="35412">
                <a:moveTo>
                  <a:pt x="17702" y="0"/>
                </a:moveTo>
                <a:cubicBezTo>
                  <a:pt x="10394" y="0"/>
                  <a:pt x="3782" y="5013"/>
                  <a:pt x="2037" y="12437"/>
                </a:cubicBezTo>
                <a:cubicBezTo>
                  <a:pt x="0" y="21100"/>
                  <a:pt x="5350" y="29763"/>
                  <a:pt x="14013" y="31799"/>
                </a:cubicBezTo>
                <a:cubicBezTo>
                  <a:pt x="15252" y="32090"/>
                  <a:pt x="16491" y="32230"/>
                  <a:pt x="17711" y="32230"/>
                </a:cubicBezTo>
                <a:cubicBezTo>
                  <a:pt x="25018" y="32230"/>
                  <a:pt x="31630" y="27221"/>
                  <a:pt x="33375" y="19823"/>
                </a:cubicBezTo>
                <a:cubicBezTo>
                  <a:pt x="35411" y="11161"/>
                  <a:pt x="30062" y="2467"/>
                  <a:pt x="21399" y="431"/>
                </a:cubicBezTo>
                <a:cubicBezTo>
                  <a:pt x="20160" y="140"/>
                  <a:pt x="18921" y="0"/>
                  <a:pt x="17702" y="0"/>
                </a:cubicBezTo>
                <a:close/>
              </a:path>
            </a:pathLst>
          </a:cu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56"/>
          <p:cNvSpPr/>
          <p:nvPr/>
        </p:nvSpPr>
        <p:spPr>
          <a:xfrm>
            <a:off x="5074114" y="3449201"/>
            <a:ext cx="303986" cy="342230"/>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56"/>
          <p:cNvSpPr/>
          <p:nvPr/>
        </p:nvSpPr>
        <p:spPr>
          <a:xfrm>
            <a:off x="1447429" y="1588171"/>
            <a:ext cx="702131" cy="639141"/>
          </a:xfrm>
          <a:custGeom>
            <a:rect b="b" l="l" r="r" t="t"/>
            <a:pathLst>
              <a:path extrusionOk="0" h="32231" w="35412">
                <a:moveTo>
                  <a:pt x="17702" y="0"/>
                </a:moveTo>
                <a:cubicBezTo>
                  <a:pt x="10394" y="0"/>
                  <a:pt x="3782" y="5013"/>
                  <a:pt x="2037" y="12437"/>
                </a:cubicBezTo>
                <a:cubicBezTo>
                  <a:pt x="0" y="21100"/>
                  <a:pt x="5350" y="29763"/>
                  <a:pt x="14013" y="31799"/>
                </a:cubicBezTo>
                <a:cubicBezTo>
                  <a:pt x="15252" y="32090"/>
                  <a:pt x="16491" y="32230"/>
                  <a:pt x="17711" y="32230"/>
                </a:cubicBezTo>
                <a:cubicBezTo>
                  <a:pt x="25018" y="32230"/>
                  <a:pt x="31630" y="27221"/>
                  <a:pt x="33375" y="19823"/>
                </a:cubicBezTo>
                <a:cubicBezTo>
                  <a:pt x="35411" y="11161"/>
                  <a:pt x="30062" y="2467"/>
                  <a:pt x="21399" y="431"/>
                </a:cubicBezTo>
                <a:cubicBezTo>
                  <a:pt x="20160" y="140"/>
                  <a:pt x="18921" y="0"/>
                  <a:pt x="17702" y="0"/>
                </a:cubicBezTo>
                <a:close/>
              </a:path>
            </a:pathLst>
          </a:cu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56"/>
          <p:cNvSpPr/>
          <p:nvPr/>
        </p:nvSpPr>
        <p:spPr>
          <a:xfrm>
            <a:off x="4875041" y="1588171"/>
            <a:ext cx="702131" cy="639141"/>
          </a:xfrm>
          <a:custGeom>
            <a:rect b="b" l="l" r="r" t="t"/>
            <a:pathLst>
              <a:path extrusionOk="0" h="32231" w="35412">
                <a:moveTo>
                  <a:pt x="17702" y="0"/>
                </a:moveTo>
                <a:cubicBezTo>
                  <a:pt x="10394" y="0"/>
                  <a:pt x="3782" y="5013"/>
                  <a:pt x="2037" y="12437"/>
                </a:cubicBezTo>
                <a:cubicBezTo>
                  <a:pt x="0" y="21100"/>
                  <a:pt x="5350" y="29763"/>
                  <a:pt x="14013" y="31799"/>
                </a:cubicBezTo>
                <a:cubicBezTo>
                  <a:pt x="15252" y="32090"/>
                  <a:pt x="16491" y="32230"/>
                  <a:pt x="17711" y="32230"/>
                </a:cubicBezTo>
                <a:cubicBezTo>
                  <a:pt x="25018" y="32230"/>
                  <a:pt x="31630" y="27221"/>
                  <a:pt x="33375" y="19823"/>
                </a:cubicBezTo>
                <a:cubicBezTo>
                  <a:pt x="35411" y="11161"/>
                  <a:pt x="30062" y="2467"/>
                  <a:pt x="21399" y="431"/>
                </a:cubicBezTo>
                <a:cubicBezTo>
                  <a:pt x="20160" y="140"/>
                  <a:pt x="18921" y="0"/>
                  <a:pt x="17702" y="0"/>
                </a:cubicBezTo>
                <a:close/>
              </a:path>
            </a:pathLst>
          </a:cu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56"/>
          <p:cNvSpPr/>
          <p:nvPr/>
        </p:nvSpPr>
        <p:spPr>
          <a:xfrm>
            <a:off x="1447429" y="3287246"/>
            <a:ext cx="702131" cy="639141"/>
          </a:xfrm>
          <a:custGeom>
            <a:rect b="b" l="l" r="r" t="t"/>
            <a:pathLst>
              <a:path extrusionOk="0" h="32231" w="35412">
                <a:moveTo>
                  <a:pt x="17702" y="0"/>
                </a:moveTo>
                <a:cubicBezTo>
                  <a:pt x="10394" y="0"/>
                  <a:pt x="3782" y="5013"/>
                  <a:pt x="2037" y="12437"/>
                </a:cubicBezTo>
                <a:cubicBezTo>
                  <a:pt x="0" y="21100"/>
                  <a:pt x="5350" y="29763"/>
                  <a:pt x="14013" y="31799"/>
                </a:cubicBezTo>
                <a:cubicBezTo>
                  <a:pt x="15252" y="32090"/>
                  <a:pt x="16491" y="32230"/>
                  <a:pt x="17711" y="32230"/>
                </a:cubicBezTo>
                <a:cubicBezTo>
                  <a:pt x="25018" y="32230"/>
                  <a:pt x="31630" y="27221"/>
                  <a:pt x="33375" y="19823"/>
                </a:cubicBezTo>
                <a:cubicBezTo>
                  <a:pt x="35411" y="11161"/>
                  <a:pt x="30062" y="2467"/>
                  <a:pt x="21399" y="431"/>
                </a:cubicBezTo>
                <a:cubicBezTo>
                  <a:pt x="20160" y="140"/>
                  <a:pt x="18921" y="0"/>
                  <a:pt x="17702" y="0"/>
                </a:cubicBezTo>
                <a:close/>
              </a:path>
            </a:pathLst>
          </a:cu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56"/>
          <p:cNvSpPr txBox="1"/>
          <p:nvPr>
            <p:ph idx="8"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Treatment</a:t>
            </a:r>
            <a:endParaRPr/>
          </a:p>
        </p:txBody>
      </p:sp>
      <p:sp>
        <p:nvSpPr>
          <p:cNvPr id="6533" name="Google Shape;6533;p56"/>
          <p:cNvSpPr txBox="1"/>
          <p:nvPr>
            <p:ph type="title"/>
          </p:nvPr>
        </p:nvSpPr>
        <p:spPr>
          <a:xfrm>
            <a:off x="2149204" y="1385443"/>
            <a:ext cx="2260800" cy="5277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Stop smoking</a:t>
            </a:r>
            <a:endParaRPr/>
          </a:p>
        </p:txBody>
      </p:sp>
      <p:sp>
        <p:nvSpPr>
          <p:cNvPr id="6534" name="Google Shape;6534;p56"/>
          <p:cNvSpPr txBox="1"/>
          <p:nvPr>
            <p:ph idx="1" type="subTitle"/>
          </p:nvPr>
        </p:nvSpPr>
        <p:spPr>
          <a:xfrm>
            <a:off x="2149203" y="1915177"/>
            <a:ext cx="1878000" cy="4848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Venus is the second planet from the Sun</a:t>
            </a:r>
            <a:endParaRPr/>
          </a:p>
        </p:txBody>
      </p:sp>
      <p:sp>
        <p:nvSpPr>
          <p:cNvPr id="6535" name="Google Shape;6535;p56"/>
          <p:cNvSpPr txBox="1"/>
          <p:nvPr>
            <p:ph idx="2" type="title"/>
          </p:nvPr>
        </p:nvSpPr>
        <p:spPr>
          <a:xfrm>
            <a:off x="5577178" y="1385443"/>
            <a:ext cx="2260800" cy="5277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No food before bed</a:t>
            </a:r>
            <a:endParaRPr/>
          </a:p>
        </p:txBody>
      </p:sp>
      <p:sp>
        <p:nvSpPr>
          <p:cNvPr id="6536" name="Google Shape;6536;p56"/>
          <p:cNvSpPr txBox="1"/>
          <p:nvPr>
            <p:ph idx="3" type="subTitle"/>
          </p:nvPr>
        </p:nvSpPr>
        <p:spPr>
          <a:xfrm>
            <a:off x="5577188" y="1915177"/>
            <a:ext cx="1878000" cy="4848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Jupiter is </a:t>
            </a:r>
            <a:r>
              <a:rPr lang="en"/>
              <a:t>the biggest planet in the Solar System</a:t>
            </a:r>
            <a:endParaRPr/>
          </a:p>
        </p:txBody>
      </p:sp>
      <p:sp>
        <p:nvSpPr>
          <p:cNvPr id="6537" name="Google Shape;6537;p56"/>
          <p:cNvSpPr txBox="1"/>
          <p:nvPr>
            <p:ph idx="4" type="title"/>
          </p:nvPr>
        </p:nvSpPr>
        <p:spPr>
          <a:xfrm>
            <a:off x="2149204" y="3086368"/>
            <a:ext cx="2260800" cy="5277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Raise your pillow</a:t>
            </a:r>
            <a:endParaRPr/>
          </a:p>
        </p:txBody>
      </p:sp>
      <p:sp>
        <p:nvSpPr>
          <p:cNvPr id="6538" name="Google Shape;6538;p56"/>
          <p:cNvSpPr txBox="1"/>
          <p:nvPr>
            <p:ph idx="5" type="subTitle"/>
          </p:nvPr>
        </p:nvSpPr>
        <p:spPr>
          <a:xfrm>
            <a:off x="2149203" y="3616106"/>
            <a:ext cx="1878000" cy="4848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Despite being red, Mars is a very cold place</a:t>
            </a:r>
            <a:endParaRPr/>
          </a:p>
        </p:txBody>
      </p:sp>
      <p:sp>
        <p:nvSpPr>
          <p:cNvPr id="6539" name="Google Shape;6539;p56"/>
          <p:cNvSpPr txBox="1"/>
          <p:nvPr>
            <p:ph idx="6" type="title"/>
          </p:nvPr>
        </p:nvSpPr>
        <p:spPr>
          <a:xfrm>
            <a:off x="5577177" y="3086368"/>
            <a:ext cx="2260800" cy="5277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Reduce stress</a:t>
            </a:r>
            <a:endParaRPr/>
          </a:p>
        </p:txBody>
      </p:sp>
      <p:sp>
        <p:nvSpPr>
          <p:cNvPr id="6540" name="Google Shape;6540;p56"/>
          <p:cNvSpPr txBox="1"/>
          <p:nvPr>
            <p:ph idx="7" type="subTitle"/>
          </p:nvPr>
        </p:nvSpPr>
        <p:spPr>
          <a:xfrm>
            <a:off x="5577188" y="3616106"/>
            <a:ext cx="1878000" cy="4848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Saturn is a gas giant and has several rings</a:t>
            </a:r>
            <a:endParaRPr/>
          </a:p>
        </p:txBody>
      </p:sp>
      <p:grpSp>
        <p:nvGrpSpPr>
          <p:cNvPr id="6541" name="Google Shape;6541;p56"/>
          <p:cNvGrpSpPr/>
          <p:nvPr/>
        </p:nvGrpSpPr>
        <p:grpSpPr>
          <a:xfrm>
            <a:off x="5063178" y="1737919"/>
            <a:ext cx="325858" cy="351327"/>
            <a:chOff x="-28461325" y="2701925"/>
            <a:chExt cx="272525" cy="293825"/>
          </a:xfrm>
        </p:grpSpPr>
        <p:sp>
          <p:nvSpPr>
            <p:cNvPr id="6542" name="Google Shape;6542;p56"/>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56"/>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56"/>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45" name="Google Shape;6545;p56"/>
          <p:cNvSpPr/>
          <p:nvPr/>
        </p:nvSpPr>
        <p:spPr>
          <a:xfrm>
            <a:off x="1621905" y="1730210"/>
            <a:ext cx="353180" cy="355063"/>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46" name="Google Shape;6546;p56"/>
          <p:cNvGrpSpPr/>
          <p:nvPr/>
        </p:nvGrpSpPr>
        <p:grpSpPr>
          <a:xfrm>
            <a:off x="1627451" y="3444891"/>
            <a:ext cx="342087" cy="340186"/>
            <a:chOff x="1487200" y="3210375"/>
            <a:chExt cx="485850" cy="483150"/>
          </a:xfrm>
        </p:grpSpPr>
        <p:sp>
          <p:nvSpPr>
            <p:cNvPr id="6547" name="Google Shape;6547;p56"/>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48" name="Google Shape;6548;p56"/>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49" name="Google Shape;6549;p56"/>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50" name="Google Shape;6550;p56"/>
          <p:cNvGrpSpPr/>
          <p:nvPr/>
        </p:nvGrpSpPr>
        <p:grpSpPr>
          <a:xfrm flipH="1">
            <a:off x="1746138" y="297476"/>
            <a:ext cx="750962" cy="720239"/>
            <a:chOff x="76650" y="3861300"/>
            <a:chExt cx="1531950" cy="1469275"/>
          </a:xfrm>
        </p:grpSpPr>
        <p:sp>
          <p:nvSpPr>
            <p:cNvPr id="6551" name="Google Shape;6551;p56"/>
            <p:cNvSpPr/>
            <p:nvPr/>
          </p:nvSpPr>
          <p:spPr>
            <a:xfrm>
              <a:off x="76650" y="3861300"/>
              <a:ext cx="1513725" cy="1379225"/>
            </a:xfrm>
            <a:custGeom>
              <a:rect b="b" l="l" r="r" t="t"/>
              <a:pathLst>
                <a:path extrusionOk="0" h="55169" w="60549">
                  <a:moveTo>
                    <a:pt x="30289" y="0"/>
                  </a:moveTo>
                  <a:cubicBezTo>
                    <a:pt x="23230" y="0"/>
                    <a:pt x="16171" y="2690"/>
                    <a:pt x="10791" y="8070"/>
                  </a:cubicBezTo>
                  <a:cubicBezTo>
                    <a:pt x="0" y="18861"/>
                    <a:pt x="0" y="36308"/>
                    <a:pt x="10791" y="47098"/>
                  </a:cubicBezTo>
                  <a:cubicBezTo>
                    <a:pt x="16171" y="52478"/>
                    <a:pt x="23230" y="55168"/>
                    <a:pt x="30289" y="55168"/>
                  </a:cubicBezTo>
                  <a:cubicBezTo>
                    <a:pt x="37349" y="55168"/>
                    <a:pt x="44408" y="52478"/>
                    <a:pt x="49788" y="47098"/>
                  </a:cubicBezTo>
                  <a:cubicBezTo>
                    <a:pt x="60548" y="36308"/>
                    <a:pt x="60548" y="18861"/>
                    <a:pt x="49788" y="8070"/>
                  </a:cubicBezTo>
                  <a:cubicBezTo>
                    <a:pt x="44408" y="2690"/>
                    <a:pt x="37349" y="0"/>
                    <a:pt x="30289" y="0"/>
                  </a:cubicBezTo>
                  <a:close/>
                </a:path>
              </a:pathLst>
            </a:custGeom>
            <a:solidFill>
              <a:srgbClr val="96A8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56"/>
            <p:cNvSpPr/>
            <p:nvPr/>
          </p:nvSpPr>
          <p:spPr>
            <a:xfrm>
              <a:off x="919350" y="4640575"/>
              <a:ext cx="689250" cy="690000"/>
            </a:xfrm>
            <a:custGeom>
              <a:rect b="b" l="l" r="r" t="t"/>
              <a:pathLst>
                <a:path extrusionOk="0" fill="none" h="27600" w="27570">
                  <a:moveTo>
                    <a:pt x="27570" y="0"/>
                  </a:moveTo>
                  <a:cubicBezTo>
                    <a:pt x="27570" y="15228"/>
                    <a:pt x="15229" y="27599"/>
                    <a:pt x="1" y="27599"/>
                  </a:cubicBezTo>
                </a:path>
              </a:pathLst>
            </a:custGeom>
            <a:noFill/>
            <a:ln cap="flat" cmpd="sng" w="66875">
              <a:solidFill>
                <a:srgbClr val="E4BEB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53" name="Google Shape;6553;p56"/>
          <p:cNvSpPr/>
          <p:nvPr/>
        </p:nvSpPr>
        <p:spPr>
          <a:xfrm rot="10800000">
            <a:off x="7362367" y="943589"/>
            <a:ext cx="249320" cy="124706"/>
          </a:xfrm>
          <a:custGeom>
            <a:rect b="b" l="l" r="r" t="t"/>
            <a:pathLst>
              <a:path extrusionOk="0" fill="none" h="6081" w="12159">
                <a:moveTo>
                  <a:pt x="0" y="6080"/>
                </a:moveTo>
                <a:cubicBezTo>
                  <a:pt x="0" y="2737"/>
                  <a:pt x="2736" y="1"/>
                  <a:pt x="6079" y="1"/>
                </a:cubicBezTo>
                <a:cubicBezTo>
                  <a:pt x="9453" y="1"/>
                  <a:pt x="12158" y="2737"/>
                  <a:pt x="12158" y="6080"/>
                </a:cubicBezTo>
              </a:path>
            </a:pathLst>
          </a:custGeom>
          <a:noFill/>
          <a:ln cap="flat" cmpd="sng" w="57000">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56"/>
          <p:cNvSpPr/>
          <p:nvPr/>
        </p:nvSpPr>
        <p:spPr>
          <a:xfrm rot="-5400000">
            <a:off x="2585344" y="772210"/>
            <a:ext cx="303975" cy="152025"/>
          </a:xfrm>
          <a:custGeom>
            <a:rect b="b" l="l" r="r" t="t"/>
            <a:pathLst>
              <a:path extrusionOk="0" fill="none" h="6081" w="12159">
                <a:moveTo>
                  <a:pt x="0" y="6080"/>
                </a:moveTo>
                <a:cubicBezTo>
                  <a:pt x="0" y="2737"/>
                  <a:pt x="2736" y="1"/>
                  <a:pt x="6079" y="1"/>
                </a:cubicBezTo>
                <a:cubicBezTo>
                  <a:pt x="9453" y="1"/>
                  <a:pt x="12158" y="2737"/>
                  <a:pt x="12158" y="6080"/>
                </a:cubicBezTo>
              </a:path>
            </a:pathLst>
          </a:custGeom>
          <a:noFill/>
          <a:ln cap="flat" cmpd="sng" w="57000">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56"/>
          <p:cNvSpPr/>
          <p:nvPr/>
        </p:nvSpPr>
        <p:spPr>
          <a:xfrm>
            <a:off x="2803000" y="752850"/>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56"/>
          <p:cNvSpPr/>
          <p:nvPr/>
        </p:nvSpPr>
        <p:spPr>
          <a:xfrm>
            <a:off x="6984088" y="636000"/>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56"/>
          <p:cNvSpPr/>
          <p:nvPr/>
        </p:nvSpPr>
        <p:spPr>
          <a:xfrm>
            <a:off x="898000" y="3519613"/>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61" name="Shape 6561"/>
        <p:cNvGrpSpPr/>
        <p:nvPr/>
      </p:nvGrpSpPr>
      <p:grpSpPr>
        <a:xfrm>
          <a:off x="0" y="0"/>
          <a:ext cx="0" cy="0"/>
          <a:chOff x="0" y="0"/>
          <a:chExt cx="0" cy="0"/>
        </a:xfrm>
      </p:grpSpPr>
      <p:sp>
        <p:nvSpPr>
          <p:cNvPr id="6562" name="Google Shape;6562;p57"/>
          <p:cNvSpPr txBox="1"/>
          <p:nvPr>
            <p:ph idx="2" type="title"/>
          </p:nvPr>
        </p:nvSpPr>
        <p:spPr>
          <a:xfrm>
            <a:off x="2609025" y="1996142"/>
            <a:ext cx="3926100" cy="82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333,000</a:t>
            </a:r>
            <a:endParaRPr/>
          </a:p>
        </p:txBody>
      </p:sp>
      <p:sp>
        <p:nvSpPr>
          <p:cNvPr id="6563" name="Google Shape;6563;p57"/>
          <p:cNvSpPr txBox="1"/>
          <p:nvPr>
            <p:ph idx="1" type="subTitle"/>
          </p:nvPr>
        </p:nvSpPr>
        <p:spPr>
          <a:xfrm>
            <a:off x="2609025" y="1354902"/>
            <a:ext cx="3926100" cy="303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Jupiter's rotation period</a:t>
            </a:r>
            <a:endParaRPr/>
          </a:p>
        </p:txBody>
      </p:sp>
      <p:sp>
        <p:nvSpPr>
          <p:cNvPr id="6564" name="Google Shape;6564;p57"/>
          <p:cNvSpPr txBox="1"/>
          <p:nvPr>
            <p:ph idx="5" type="subTitle"/>
          </p:nvPr>
        </p:nvSpPr>
        <p:spPr>
          <a:xfrm>
            <a:off x="2609025" y="4338100"/>
            <a:ext cx="3926100" cy="266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a:t>
            </a:r>
            <a:r>
              <a:rPr lang="en"/>
              <a:t>istance between Earth and the Moon</a:t>
            </a:r>
            <a:endParaRPr/>
          </a:p>
        </p:txBody>
      </p:sp>
      <p:sp>
        <p:nvSpPr>
          <p:cNvPr id="6565" name="Google Shape;6565;p57"/>
          <p:cNvSpPr txBox="1"/>
          <p:nvPr>
            <p:ph type="title"/>
          </p:nvPr>
        </p:nvSpPr>
        <p:spPr>
          <a:xfrm>
            <a:off x="2609025" y="540000"/>
            <a:ext cx="3926100" cy="82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9h 55m 23s</a:t>
            </a:r>
            <a:endParaRPr/>
          </a:p>
        </p:txBody>
      </p:sp>
      <p:sp>
        <p:nvSpPr>
          <p:cNvPr id="6566" name="Google Shape;6566;p57"/>
          <p:cNvSpPr txBox="1"/>
          <p:nvPr>
            <p:ph idx="3" type="subTitle"/>
          </p:nvPr>
        </p:nvSpPr>
        <p:spPr>
          <a:xfrm>
            <a:off x="2609025" y="2848323"/>
            <a:ext cx="3926100" cy="266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The Sun’s mass compared to Earth’s</a:t>
            </a:r>
            <a:endParaRPr/>
          </a:p>
        </p:txBody>
      </p:sp>
      <p:sp>
        <p:nvSpPr>
          <p:cNvPr id="6567" name="Google Shape;6567;p57"/>
          <p:cNvSpPr txBox="1"/>
          <p:nvPr>
            <p:ph idx="4" type="title"/>
          </p:nvPr>
        </p:nvSpPr>
        <p:spPr>
          <a:xfrm>
            <a:off x="2609025" y="3485821"/>
            <a:ext cx="3926100" cy="82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386,000 km</a:t>
            </a:r>
            <a:endParaRPr/>
          </a:p>
        </p:txBody>
      </p:sp>
      <p:sp>
        <p:nvSpPr>
          <p:cNvPr id="6568" name="Google Shape;6568;p57"/>
          <p:cNvSpPr/>
          <p:nvPr/>
        </p:nvSpPr>
        <p:spPr>
          <a:xfrm flipH="1">
            <a:off x="148376" y="2431680"/>
            <a:ext cx="1227734" cy="1117449"/>
          </a:xfrm>
          <a:custGeom>
            <a:rect b="b" l="l" r="r" t="t"/>
            <a:pathLst>
              <a:path extrusionOk="0" h="32231" w="35412">
                <a:moveTo>
                  <a:pt x="17702" y="0"/>
                </a:moveTo>
                <a:cubicBezTo>
                  <a:pt x="10394" y="0"/>
                  <a:pt x="3782" y="5013"/>
                  <a:pt x="2037" y="12437"/>
                </a:cubicBezTo>
                <a:cubicBezTo>
                  <a:pt x="0" y="21100"/>
                  <a:pt x="5350" y="29763"/>
                  <a:pt x="14013" y="31799"/>
                </a:cubicBezTo>
                <a:cubicBezTo>
                  <a:pt x="15252" y="32090"/>
                  <a:pt x="16491" y="32230"/>
                  <a:pt x="17711" y="32230"/>
                </a:cubicBezTo>
                <a:cubicBezTo>
                  <a:pt x="25018" y="32230"/>
                  <a:pt x="31630" y="27221"/>
                  <a:pt x="33375" y="19823"/>
                </a:cubicBezTo>
                <a:cubicBezTo>
                  <a:pt x="35411" y="11161"/>
                  <a:pt x="30062" y="2467"/>
                  <a:pt x="21399" y="431"/>
                </a:cubicBezTo>
                <a:cubicBezTo>
                  <a:pt x="20160" y="140"/>
                  <a:pt x="18921" y="0"/>
                  <a:pt x="17702" y="0"/>
                </a:cubicBezTo>
                <a:close/>
              </a:path>
            </a:pathLst>
          </a:custGeom>
          <a:solidFill>
            <a:srgbClr val="E4BE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69" name="Google Shape;6569;p57"/>
          <p:cNvGrpSpPr/>
          <p:nvPr/>
        </p:nvGrpSpPr>
        <p:grpSpPr>
          <a:xfrm flipH="1">
            <a:off x="918210" y="2300431"/>
            <a:ext cx="592199" cy="593411"/>
            <a:chOff x="4811650" y="1895450"/>
            <a:chExt cx="378450" cy="379225"/>
          </a:xfrm>
        </p:grpSpPr>
        <p:sp>
          <p:nvSpPr>
            <p:cNvPr id="6570" name="Google Shape;6570;p57"/>
            <p:cNvSpPr/>
            <p:nvPr/>
          </p:nvSpPr>
          <p:spPr>
            <a:xfrm>
              <a:off x="4811650" y="1895450"/>
              <a:ext cx="378450" cy="379225"/>
            </a:xfrm>
            <a:custGeom>
              <a:rect b="b" l="l" r="r" t="t"/>
              <a:pathLst>
                <a:path extrusionOk="0" fill="none" h="15169" w="15138">
                  <a:moveTo>
                    <a:pt x="9119" y="882"/>
                  </a:moveTo>
                  <a:cubicBezTo>
                    <a:pt x="12828" y="1733"/>
                    <a:pt x="15138" y="5442"/>
                    <a:pt x="14256" y="9150"/>
                  </a:cubicBezTo>
                  <a:cubicBezTo>
                    <a:pt x="13405" y="12858"/>
                    <a:pt x="9697" y="15168"/>
                    <a:pt x="5989" y="14287"/>
                  </a:cubicBezTo>
                  <a:cubicBezTo>
                    <a:pt x="2280" y="13436"/>
                    <a:pt x="1" y="9728"/>
                    <a:pt x="852" y="6019"/>
                  </a:cubicBezTo>
                  <a:cubicBezTo>
                    <a:pt x="1733" y="2311"/>
                    <a:pt x="5441" y="1"/>
                    <a:pt x="9119" y="882"/>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57"/>
            <p:cNvSpPr/>
            <p:nvPr/>
          </p:nvSpPr>
          <p:spPr>
            <a:xfrm>
              <a:off x="4882325" y="1966125"/>
              <a:ext cx="236350" cy="237125"/>
            </a:xfrm>
            <a:custGeom>
              <a:rect b="b" l="l" r="r" t="t"/>
              <a:pathLst>
                <a:path extrusionOk="0" fill="none" h="9485" w="9454">
                  <a:moveTo>
                    <a:pt x="9453" y="4742"/>
                  </a:moveTo>
                  <a:cubicBezTo>
                    <a:pt x="9453" y="7356"/>
                    <a:pt x="7356" y="9484"/>
                    <a:pt x="4742" y="9484"/>
                  </a:cubicBezTo>
                  <a:cubicBezTo>
                    <a:pt x="2128" y="9484"/>
                    <a:pt x="0" y="7356"/>
                    <a:pt x="0" y="4742"/>
                  </a:cubicBezTo>
                  <a:cubicBezTo>
                    <a:pt x="0" y="2128"/>
                    <a:pt x="2128" y="1"/>
                    <a:pt x="4742" y="1"/>
                  </a:cubicBezTo>
                  <a:cubicBezTo>
                    <a:pt x="7356" y="1"/>
                    <a:pt x="9453" y="2128"/>
                    <a:pt x="9453" y="4742"/>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57"/>
            <p:cNvSpPr/>
            <p:nvPr/>
          </p:nvSpPr>
          <p:spPr>
            <a:xfrm>
              <a:off x="4928675" y="2012475"/>
              <a:ext cx="143650" cy="144425"/>
            </a:xfrm>
            <a:custGeom>
              <a:rect b="b" l="l" r="r" t="t"/>
              <a:pathLst>
                <a:path extrusionOk="0" fill="none" h="5777" w="5746">
                  <a:moveTo>
                    <a:pt x="5745" y="2888"/>
                  </a:moveTo>
                  <a:cubicBezTo>
                    <a:pt x="5745" y="4499"/>
                    <a:pt x="4469" y="5776"/>
                    <a:pt x="2888" y="5776"/>
                  </a:cubicBezTo>
                  <a:cubicBezTo>
                    <a:pt x="1277" y="5776"/>
                    <a:pt x="1" y="4499"/>
                    <a:pt x="1" y="2888"/>
                  </a:cubicBezTo>
                  <a:cubicBezTo>
                    <a:pt x="1" y="1308"/>
                    <a:pt x="1277" y="1"/>
                    <a:pt x="2888" y="1"/>
                  </a:cubicBezTo>
                  <a:cubicBezTo>
                    <a:pt x="4469" y="1"/>
                    <a:pt x="5745" y="1308"/>
                    <a:pt x="5745" y="2888"/>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57"/>
            <p:cNvSpPr/>
            <p:nvPr/>
          </p:nvSpPr>
          <p:spPr>
            <a:xfrm>
              <a:off x="4968950" y="2053525"/>
              <a:ext cx="63100" cy="63100"/>
            </a:xfrm>
            <a:custGeom>
              <a:rect b="b" l="l" r="r" t="t"/>
              <a:pathLst>
                <a:path extrusionOk="0" fill="none" h="2524" w="2524">
                  <a:moveTo>
                    <a:pt x="2523" y="1246"/>
                  </a:moveTo>
                  <a:cubicBezTo>
                    <a:pt x="2523" y="1946"/>
                    <a:pt x="1946" y="2523"/>
                    <a:pt x="1277" y="2523"/>
                  </a:cubicBezTo>
                  <a:cubicBezTo>
                    <a:pt x="578" y="2523"/>
                    <a:pt x="1" y="1946"/>
                    <a:pt x="1" y="1246"/>
                  </a:cubicBezTo>
                  <a:cubicBezTo>
                    <a:pt x="1" y="578"/>
                    <a:pt x="578" y="0"/>
                    <a:pt x="1277" y="0"/>
                  </a:cubicBezTo>
                  <a:cubicBezTo>
                    <a:pt x="1946" y="0"/>
                    <a:pt x="2523" y="578"/>
                    <a:pt x="2523" y="1246"/>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4" name="Google Shape;6574;p57"/>
          <p:cNvGrpSpPr/>
          <p:nvPr/>
        </p:nvGrpSpPr>
        <p:grpSpPr>
          <a:xfrm flipH="1">
            <a:off x="7803113" y="3916176"/>
            <a:ext cx="750962" cy="720239"/>
            <a:chOff x="76650" y="3861300"/>
            <a:chExt cx="1531950" cy="1469275"/>
          </a:xfrm>
        </p:grpSpPr>
        <p:sp>
          <p:nvSpPr>
            <p:cNvPr id="6575" name="Google Shape;6575;p57"/>
            <p:cNvSpPr/>
            <p:nvPr/>
          </p:nvSpPr>
          <p:spPr>
            <a:xfrm>
              <a:off x="76650" y="3861300"/>
              <a:ext cx="1513725" cy="1379225"/>
            </a:xfrm>
            <a:custGeom>
              <a:rect b="b" l="l" r="r" t="t"/>
              <a:pathLst>
                <a:path extrusionOk="0" h="55169" w="60549">
                  <a:moveTo>
                    <a:pt x="30289" y="0"/>
                  </a:moveTo>
                  <a:cubicBezTo>
                    <a:pt x="23230" y="0"/>
                    <a:pt x="16171" y="2690"/>
                    <a:pt x="10791" y="8070"/>
                  </a:cubicBezTo>
                  <a:cubicBezTo>
                    <a:pt x="0" y="18861"/>
                    <a:pt x="0" y="36308"/>
                    <a:pt x="10791" y="47098"/>
                  </a:cubicBezTo>
                  <a:cubicBezTo>
                    <a:pt x="16171" y="52478"/>
                    <a:pt x="23230" y="55168"/>
                    <a:pt x="30289" y="55168"/>
                  </a:cubicBezTo>
                  <a:cubicBezTo>
                    <a:pt x="37349" y="55168"/>
                    <a:pt x="44408" y="52478"/>
                    <a:pt x="49788" y="47098"/>
                  </a:cubicBezTo>
                  <a:cubicBezTo>
                    <a:pt x="60548" y="36308"/>
                    <a:pt x="60548" y="18861"/>
                    <a:pt x="49788" y="8070"/>
                  </a:cubicBezTo>
                  <a:cubicBezTo>
                    <a:pt x="44408" y="2690"/>
                    <a:pt x="37349" y="0"/>
                    <a:pt x="30289" y="0"/>
                  </a:cubicBezTo>
                  <a:close/>
                </a:path>
              </a:pathLst>
            </a:custGeom>
            <a:solidFill>
              <a:srgbClr val="96A8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57"/>
            <p:cNvSpPr/>
            <p:nvPr/>
          </p:nvSpPr>
          <p:spPr>
            <a:xfrm>
              <a:off x="919350" y="4640575"/>
              <a:ext cx="689250" cy="690000"/>
            </a:xfrm>
            <a:custGeom>
              <a:rect b="b" l="l" r="r" t="t"/>
              <a:pathLst>
                <a:path extrusionOk="0" fill="none" h="27600" w="27570">
                  <a:moveTo>
                    <a:pt x="27570" y="0"/>
                  </a:moveTo>
                  <a:cubicBezTo>
                    <a:pt x="27570" y="15228"/>
                    <a:pt x="15229" y="27599"/>
                    <a:pt x="1" y="27599"/>
                  </a:cubicBezTo>
                </a:path>
              </a:pathLst>
            </a:custGeom>
            <a:noFill/>
            <a:ln cap="flat" cmpd="sng" w="66875">
              <a:solidFill>
                <a:srgbClr val="E4BEB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77" name="Google Shape;6577;p57"/>
          <p:cNvSpPr/>
          <p:nvPr/>
        </p:nvSpPr>
        <p:spPr>
          <a:xfrm rot="-5400000">
            <a:off x="1434419" y="3930335"/>
            <a:ext cx="303975" cy="152025"/>
          </a:xfrm>
          <a:custGeom>
            <a:rect b="b" l="l" r="r" t="t"/>
            <a:pathLst>
              <a:path extrusionOk="0" fill="none" h="6081" w="12159">
                <a:moveTo>
                  <a:pt x="0" y="6080"/>
                </a:moveTo>
                <a:cubicBezTo>
                  <a:pt x="0" y="2737"/>
                  <a:pt x="2736" y="1"/>
                  <a:pt x="6079" y="1"/>
                </a:cubicBezTo>
                <a:cubicBezTo>
                  <a:pt x="9453" y="1"/>
                  <a:pt x="12158" y="2737"/>
                  <a:pt x="12158" y="6080"/>
                </a:cubicBezTo>
              </a:path>
            </a:pathLst>
          </a:custGeom>
          <a:noFill/>
          <a:ln cap="flat" cmpd="sng" w="57000">
            <a:solidFill>
              <a:schemeClr val="dk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57"/>
          <p:cNvSpPr/>
          <p:nvPr/>
        </p:nvSpPr>
        <p:spPr>
          <a:xfrm>
            <a:off x="7496500" y="3295063"/>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chemeClr val="accent3"/>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57"/>
          <p:cNvSpPr/>
          <p:nvPr/>
        </p:nvSpPr>
        <p:spPr>
          <a:xfrm>
            <a:off x="7096725" y="858775"/>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57"/>
          <p:cNvSpPr/>
          <p:nvPr/>
        </p:nvSpPr>
        <p:spPr>
          <a:xfrm rot="10800000">
            <a:off x="2550004" y="1805764"/>
            <a:ext cx="249320" cy="124706"/>
          </a:xfrm>
          <a:custGeom>
            <a:rect b="b" l="l" r="r" t="t"/>
            <a:pathLst>
              <a:path extrusionOk="0" fill="none" h="6081" w="12159">
                <a:moveTo>
                  <a:pt x="0" y="6080"/>
                </a:moveTo>
                <a:cubicBezTo>
                  <a:pt x="0" y="2737"/>
                  <a:pt x="2736" y="1"/>
                  <a:pt x="6079" y="1"/>
                </a:cubicBezTo>
                <a:cubicBezTo>
                  <a:pt x="9453" y="1"/>
                  <a:pt x="12158" y="2737"/>
                  <a:pt x="12158" y="6080"/>
                </a:cubicBezTo>
              </a:path>
            </a:pathLst>
          </a:custGeom>
          <a:noFill/>
          <a:ln cap="flat" cmpd="sng" w="57000">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57"/>
          <p:cNvSpPr/>
          <p:nvPr/>
        </p:nvSpPr>
        <p:spPr>
          <a:xfrm flipH="1" rot="5400000">
            <a:off x="6649844" y="2445398"/>
            <a:ext cx="303975" cy="152025"/>
          </a:xfrm>
          <a:custGeom>
            <a:rect b="b" l="l" r="r" t="t"/>
            <a:pathLst>
              <a:path extrusionOk="0" fill="none" h="6081" w="12159">
                <a:moveTo>
                  <a:pt x="0" y="6080"/>
                </a:moveTo>
                <a:cubicBezTo>
                  <a:pt x="0" y="2737"/>
                  <a:pt x="2736" y="1"/>
                  <a:pt x="6079" y="1"/>
                </a:cubicBezTo>
                <a:cubicBezTo>
                  <a:pt x="9453" y="1"/>
                  <a:pt x="12158" y="2737"/>
                  <a:pt x="12158" y="6080"/>
                </a:cubicBezTo>
              </a:path>
            </a:pathLst>
          </a:custGeom>
          <a:noFill/>
          <a:ln cap="flat" cmpd="sng" w="57000">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57"/>
          <p:cNvSpPr/>
          <p:nvPr/>
        </p:nvSpPr>
        <p:spPr>
          <a:xfrm>
            <a:off x="2578900" y="1615025"/>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57"/>
          <p:cNvSpPr/>
          <p:nvPr/>
        </p:nvSpPr>
        <p:spPr>
          <a:xfrm>
            <a:off x="7288250" y="4015313"/>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84" name="Google Shape;6584;p57"/>
          <p:cNvGrpSpPr/>
          <p:nvPr/>
        </p:nvGrpSpPr>
        <p:grpSpPr>
          <a:xfrm rot="10800000">
            <a:off x="7496489" y="767358"/>
            <a:ext cx="1139620" cy="1228789"/>
            <a:chOff x="145150" y="80100"/>
            <a:chExt cx="1699150" cy="1832100"/>
          </a:xfrm>
        </p:grpSpPr>
        <p:sp>
          <p:nvSpPr>
            <p:cNvPr id="6585" name="Google Shape;6585;p57"/>
            <p:cNvSpPr/>
            <p:nvPr/>
          </p:nvSpPr>
          <p:spPr>
            <a:xfrm>
              <a:off x="145150" y="212300"/>
              <a:ext cx="1566925" cy="1566925"/>
            </a:xfrm>
            <a:custGeom>
              <a:rect b="b" l="l" r="r" t="t"/>
              <a:pathLst>
                <a:path extrusionOk="0" h="62677" w="62677">
                  <a:moveTo>
                    <a:pt x="31339" y="1"/>
                  </a:moveTo>
                  <a:cubicBezTo>
                    <a:pt x="14043" y="1"/>
                    <a:pt x="1" y="14044"/>
                    <a:pt x="1" y="31339"/>
                  </a:cubicBezTo>
                  <a:cubicBezTo>
                    <a:pt x="1" y="48664"/>
                    <a:pt x="14043" y="62677"/>
                    <a:pt x="31339" y="62677"/>
                  </a:cubicBezTo>
                  <a:cubicBezTo>
                    <a:pt x="48664" y="62677"/>
                    <a:pt x="62677" y="48664"/>
                    <a:pt x="62677" y="31339"/>
                  </a:cubicBezTo>
                  <a:cubicBezTo>
                    <a:pt x="62677" y="14044"/>
                    <a:pt x="48664" y="1"/>
                    <a:pt x="31339" y="1"/>
                  </a:cubicBezTo>
                  <a:close/>
                </a:path>
              </a:pathLst>
            </a:custGeom>
            <a:solidFill>
              <a:srgbClr val="E4BE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57"/>
            <p:cNvSpPr/>
            <p:nvPr/>
          </p:nvSpPr>
          <p:spPr>
            <a:xfrm>
              <a:off x="928600" y="80100"/>
              <a:ext cx="915700" cy="1832100"/>
            </a:xfrm>
            <a:custGeom>
              <a:rect b="b" l="l" r="r" t="t"/>
              <a:pathLst>
                <a:path extrusionOk="0" fill="none" h="73284" w="36628">
                  <a:moveTo>
                    <a:pt x="1" y="0"/>
                  </a:moveTo>
                  <a:cubicBezTo>
                    <a:pt x="20244" y="0"/>
                    <a:pt x="36627" y="16414"/>
                    <a:pt x="36627" y="36627"/>
                  </a:cubicBezTo>
                  <a:cubicBezTo>
                    <a:pt x="36627" y="56870"/>
                    <a:pt x="20244" y="73284"/>
                    <a:pt x="1" y="73284"/>
                  </a:cubicBezTo>
                </a:path>
              </a:pathLst>
            </a:custGeom>
            <a:noFill/>
            <a:ln cap="flat" cmpd="sng" w="94975">
              <a:solidFill>
                <a:srgbClr val="96A8AC"/>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87" name="Google Shape;6587;p57"/>
          <p:cNvSpPr/>
          <p:nvPr/>
        </p:nvSpPr>
        <p:spPr>
          <a:xfrm>
            <a:off x="1762925" y="2895025"/>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57"/>
          <p:cNvSpPr/>
          <p:nvPr/>
        </p:nvSpPr>
        <p:spPr>
          <a:xfrm>
            <a:off x="1954450" y="439613"/>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92" name="Shape 6592"/>
        <p:cNvGrpSpPr/>
        <p:nvPr/>
      </p:nvGrpSpPr>
      <p:grpSpPr>
        <a:xfrm>
          <a:off x="0" y="0"/>
          <a:ext cx="0" cy="0"/>
          <a:chOff x="0" y="0"/>
          <a:chExt cx="0" cy="0"/>
        </a:xfrm>
      </p:grpSpPr>
      <p:sp>
        <p:nvSpPr>
          <p:cNvPr id="6593" name="Google Shape;6593;p58"/>
          <p:cNvSpPr txBox="1"/>
          <p:nvPr>
            <p:ph type="title"/>
          </p:nvPr>
        </p:nvSpPr>
        <p:spPr>
          <a:xfrm>
            <a:off x="715100" y="445025"/>
            <a:ext cx="77139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Where is dyspepsia more common?</a:t>
            </a:r>
            <a:endParaRPr/>
          </a:p>
        </p:txBody>
      </p:sp>
      <p:grpSp>
        <p:nvGrpSpPr>
          <p:cNvPr id="6594" name="Google Shape;6594;p58"/>
          <p:cNvGrpSpPr/>
          <p:nvPr/>
        </p:nvGrpSpPr>
        <p:grpSpPr>
          <a:xfrm>
            <a:off x="1107778" y="1678898"/>
            <a:ext cx="4430122" cy="2360088"/>
            <a:chOff x="233350" y="949250"/>
            <a:chExt cx="7137300" cy="3802300"/>
          </a:xfrm>
        </p:grpSpPr>
        <p:sp>
          <p:nvSpPr>
            <p:cNvPr id="6595" name="Google Shape;6595;p58"/>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58"/>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58"/>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58"/>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58"/>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58"/>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58"/>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58"/>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58"/>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58"/>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58"/>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58"/>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58"/>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58"/>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58"/>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58"/>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58"/>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58"/>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58"/>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58"/>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58"/>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58"/>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58"/>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58"/>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58"/>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58"/>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58"/>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58"/>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58"/>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58"/>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58"/>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58"/>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58"/>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58"/>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58"/>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58"/>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58"/>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58"/>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58"/>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58"/>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58"/>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58"/>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58"/>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58"/>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58"/>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58"/>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58"/>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58"/>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58"/>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58"/>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58"/>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46" name="Google Shape;6646;p58"/>
          <p:cNvSpPr/>
          <p:nvPr/>
        </p:nvSpPr>
        <p:spPr>
          <a:xfrm>
            <a:off x="3135276" y="2012050"/>
            <a:ext cx="217323" cy="216444"/>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58"/>
          <p:cNvSpPr/>
          <p:nvPr/>
        </p:nvSpPr>
        <p:spPr>
          <a:xfrm>
            <a:off x="4858652" y="2645376"/>
            <a:ext cx="217323" cy="216444"/>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58"/>
          <p:cNvSpPr txBox="1"/>
          <p:nvPr/>
        </p:nvSpPr>
        <p:spPr>
          <a:xfrm>
            <a:off x="6424322" y="1429520"/>
            <a:ext cx="1611900" cy="400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dk2"/>
                </a:solidFill>
                <a:latin typeface="Big Shoulders Text"/>
                <a:ea typeface="Big Shoulders Text"/>
                <a:cs typeface="Big Shoulders Text"/>
                <a:sym typeface="Big Shoulders Text"/>
              </a:rPr>
              <a:t>Venus</a:t>
            </a:r>
            <a:endParaRPr sz="2500">
              <a:solidFill>
                <a:schemeClr val="dk2"/>
              </a:solidFill>
              <a:latin typeface="Big Shoulders Text"/>
              <a:ea typeface="Big Shoulders Text"/>
              <a:cs typeface="Big Shoulders Text"/>
              <a:sym typeface="Big Shoulders Text"/>
            </a:endParaRPr>
          </a:p>
        </p:txBody>
      </p:sp>
      <p:sp>
        <p:nvSpPr>
          <p:cNvPr id="6649" name="Google Shape;6649;p58"/>
          <p:cNvSpPr txBox="1"/>
          <p:nvPr/>
        </p:nvSpPr>
        <p:spPr>
          <a:xfrm>
            <a:off x="6424320" y="1830320"/>
            <a:ext cx="1611900" cy="400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2"/>
                </a:solidFill>
                <a:latin typeface="PT Sans Narrow"/>
                <a:ea typeface="PT Sans Narrow"/>
                <a:cs typeface="PT Sans Narrow"/>
                <a:sym typeface="PT Sans Narrow"/>
              </a:rPr>
              <a:t>Venus is the second planet from the Sun</a:t>
            </a:r>
            <a:endParaRPr sz="2400">
              <a:solidFill>
                <a:schemeClr val="dk2"/>
              </a:solidFill>
              <a:latin typeface="Big Shoulders Text"/>
              <a:ea typeface="Big Shoulders Text"/>
              <a:cs typeface="Big Shoulders Text"/>
              <a:sym typeface="Big Shoulders Text"/>
            </a:endParaRPr>
          </a:p>
        </p:txBody>
      </p:sp>
      <p:sp>
        <p:nvSpPr>
          <p:cNvPr id="6650" name="Google Shape;6650;p58"/>
          <p:cNvSpPr txBox="1"/>
          <p:nvPr/>
        </p:nvSpPr>
        <p:spPr>
          <a:xfrm>
            <a:off x="6424322" y="2437655"/>
            <a:ext cx="1611900" cy="400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dk2"/>
                </a:solidFill>
                <a:latin typeface="Big Shoulders Text"/>
                <a:ea typeface="Big Shoulders Text"/>
                <a:cs typeface="Big Shoulders Text"/>
                <a:sym typeface="Big Shoulders Text"/>
              </a:rPr>
              <a:t>Mars</a:t>
            </a:r>
            <a:endParaRPr sz="2500">
              <a:solidFill>
                <a:schemeClr val="dk2"/>
              </a:solidFill>
              <a:latin typeface="Big Shoulders Text"/>
              <a:ea typeface="Big Shoulders Text"/>
              <a:cs typeface="Big Shoulders Text"/>
              <a:sym typeface="Big Shoulders Text"/>
            </a:endParaRPr>
          </a:p>
        </p:txBody>
      </p:sp>
      <p:sp>
        <p:nvSpPr>
          <p:cNvPr id="6651" name="Google Shape;6651;p58"/>
          <p:cNvSpPr txBox="1"/>
          <p:nvPr/>
        </p:nvSpPr>
        <p:spPr>
          <a:xfrm>
            <a:off x="6424320" y="2838455"/>
            <a:ext cx="1611900" cy="400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2"/>
                </a:solidFill>
                <a:latin typeface="PT Sans Narrow"/>
                <a:ea typeface="PT Sans Narrow"/>
                <a:cs typeface="PT Sans Narrow"/>
                <a:sym typeface="PT Sans Narrow"/>
              </a:rPr>
              <a:t>Mars is actually a cold place despite its color</a:t>
            </a:r>
            <a:endParaRPr>
              <a:solidFill>
                <a:schemeClr val="dk2"/>
              </a:solidFill>
              <a:latin typeface="PT Sans Narrow"/>
              <a:ea typeface="PT Sans Narrow"/>
              <a:cs typeface="PT Sans Narrow"/>
              <a:sym typeface="PT Sans Narrow"/>
            </a:endParaRPr>
          </a:p>
        </p:txBody>
      </p:sp>
      <p:sp>
        <p:nvSpPr>
          <p:cNvPr id="6652" name="Google Shape;6652;p58"/>
          <p:cNvSpPr txBox="1"/>
          <p:nvPr/>
        </p:nvSpPr>
        <p:spPr>
          <a:xfrm>
            <a:off x="6424322" y="3445774"/>
            <a:ext cx="1611900" cy="400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dk2"/>
                </a:solidFill>
                <a:latin typeface="Big Shoulders Text"/>
                <a:ea typeface="Big Shoulders Text"/>
                <a:cs typeface="Big Shoulders Text"/>
                <a:sym typeface="Big Shoulders Text"/>
              </a:rPr>
              <a:t>Saturn</a:t>
            </a:r>
            <a:endParaRPr sz="2500">
              <a:solidFill>
                <a:schemeClr val="dk2"/>
              </a:solidFill>
              <a:latin typeface="Big Shoulders Text"/>
              <a:ea typeface="Big Shoulders Text"/>
              <a:cs typeface="Big Shoulders Text"/>
              <a:sym typeface="Big Shoulders Text"/>
            </a:endParaRPr>
          </a:p>
        </p:txBody>
      </p:sp>
      <p:sp>
        <p:nvSpPr>
          <p:cNvPr id="6653" name="Google Shape;6653;p58"/>
          <p:cNvSpPr txBox="1"/>
          <p:nvPr/>
        </p:nvSpPr>
        <p:spPr>
          <a:xfrm>
            <a:off x="6424320" y="3846574"/>
            <a:ext cx="1611900" cy="400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2"/>
                </a:solidFill>
                <a:latin typeface="PT Sans Narrow"/>
                <a:ea typeface="PT Sans Narrow"/>
                <a:cs typeface="PT Sans Narrow"/>
                <a:sym typeface="PT Sans Narrow"/>
              </a:rPr>
              <a:t>Saturn is composed of hydrogen and helium</a:t>
            </a:r>
            <a:endParaRPr>
              <a:solidFill>
                <a:schemeClr val="dk2"/>
              </a:solidFill>
              <a:latin typeface="PT Sans Narrow"/>
              <a:ea typeface="PT Sans Narrow"/>
              <a:cs typeface="PT Sans Narrow"/>
              <a:sym typeface="PT Sans Narrow"/>
            </a:endParaRPr>
          </a:p>
        </p:txBody>
      </p:sp>
      <p:sp>
        <p:nvSpPr>
          <p:cNvPr id="6654" name="Google Shape;6654;p58"/>
          <p:cNvSpPr/>
          <p:nvPr/>
        </p:nvSpPr>
        <p:spPr>
          <a:xfrm>
            <a:off x="6143822" y="1534550"/>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58"/>
          <p:cNvSpPr/>
          <p:nvPr/>
        </p:nvSpPr>
        <p:spPr>
          <a:xfrm>
            <a:off x="6143822" y="2542675"/>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58"/>
          <p:cNvSpPr/>
          <p:nvPr/>
        </p:nvSpPr>
        <p:spPr>
          <a:xfrm>
            <a:off x="6143822" y="3550800"/>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58"/>
          <p:cNvSpPr/>
          <p:nvPr/>
        </p:nvSpPr>
        <p:spPr>
          <a:xfrm rot="-5400000">
            <a:off x="8185419" y="655360"/>
            <a:ext cx="303975" cy="152025"/>
          </a:xfrm>
          <a:custGeom>
            <a:rect b="b" l="l" r="r" t="t"/>
            <a:pathLst>
              <a:path extrusionOk="0" fill="none" h="6081" w="12159">
                <a:moveTo>
                  <a:pt x="0" y="6080"/>
                </a:moveTo>
                <a:cubicBezTo>
                  <a:pt x="0" y="2737"/>
                  <a:pt x="2736" y="1"/>
                  <a:pt x="6079" y="1"/>
                </a:cubicBezTo>
                <a:cubicBezTo>
                  <a:pt x="9453" y="1"/>
                  <a:pt x="12158" y="2737"/>
                  <a:pt x="12158" y="6080"/>
                </a:cubicBezTo>
              </a:path>
            </a:pathLst>
          </a:custGeom>
          <a:noFill/>
          <a:ln cap="flat" cmpd="sng" w="57000">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58"/>
          <p:cNvSpPr/>
          <p:nvPr/>
        </p:nvSpPr>
        <p:spPr>
          <a:xfrm>
            <a:off x="1818422" y="2228500"/>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62" name="Shape 6662"/>
        <p:cNvGrpSpPr/>
        <p:nvPr/>
      </p:nvGrpSpPr>
      <p:grpSpPr>
        <a:xfrm>
          <a:off x="0" y="0"/>
          <a:ext cx="0" cy="0"/>
          <a:chOff x="0" y="0"/>
          <a:chExt cx="0" cy="0"/>
        </a:xfrm>
      </p:grpSpPr>
      <p:sp>
        <p:nvSpPr>
          <p:cNvPr id="6663" name="Google Shape;6663;p59"/>
          <p:cNvSpPr txBox="1"/>
          <p:nvPr>
            <p:ph type="title"/>
          </p:nvPr>
        </p:nvSpPr>
        <p:spPr>
          <a:xfrm>
            <a:off x="715100" y="445025"/>
            <a:ext cx="77139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Patient monitoring</a:t>
            </a:r>
            <a:endParaRPr/>
          </a:p>
        </p:txBody>
      </p:sp>
      <p:sp>
        <p:nvSpPr>
          <p:cNvPr id="6664" name="Google Shape;6664;p59"/>
          <p:cNvSpPr txBox="1"/>
          <p:nvPr/>
        </p:nvSpPr>
        <p:spPr>
          <a:xfrm>
            <a:off x="1942010" y="1326862"/>
            <a:ext cx="1139400" cy="41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dk2"/>
                </a:solidFill>
                <a:latin typeface="Big Shoulders Text"/>
                <a:ea typeface="Big Shoulders Text"/>
                <a:cs typeface="Big Shoulders Text"/>
                <a:sym typeface="Big Shoulders Text"/>
              </a:rPr>
              <a:t>Week 1</a:t>
            </a:r>
            <a:endParaRPr sz="2400">
              <a:solidFill>
                <a:schemeClr val="dk2"/>
              </a:solidFill>
              <a:latin typeface="Big Shoulders Text"/>
              <a:ea typeface="Big Shoulders Text"/>
              <a:cs typeface="Big Shoulders Text"/>
              <a:sym typeface="Big Shoulders Text"/>
            </a:endParaRPr>
          </a:p>
        </p:txBody>
      </p:sp>
      <p:sp>
        <p:nvSpPr>
          <p:cNvPr id="6665" name="Google Shape;6665;p59"/>
          <p:cNvSpPr/>
          <p:nvPr/>
        </p:nvSpPr>
        <p:spPr>
          <a:xfrm>
            <a:off x="2148628" y="2356259"/>
            <a:ext cx="724500" cy="724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600">
                <a:solidFill>
                  <a:schemeClr val="accent4"/>
                </a:solidFill>
                <a:latin typeface="Big Shoulders Text"/>
                <a:ea typeface="Big Shoulders Text"/>
                <a:cs typeface="Big Shoulders Text"/>
                <a:sym typeface="Big Shoulders Text"/>
              </a:rPr>
              <a:t>35%</a:t>
            </a:r>
            <a:endParaRPr b="1" sz="1600">
              <a:solidFill>
                <a:schemeClr val="accent4"/>
              </a:solidFill>
              <a:latin typeface="Big Shoulders Text"/>
              <a:ea typeface="Big Shoulders Text"/>
              <a:cs typeface="Big Shoulders Text"/>
              <a:sym typeface="Big Shoulders Text"/>
            </a:endParaRPr>
          </a:p>
        </p:txBody>
      </p:sp>
      <p:sp>
        <p:nvSpPr>
          <p:cNvPr id="6666" name="Google Shape;6666;p59"/>
          <p:cNvSpPr/>
          <p:nvPr/>
        </p:nvSpPr>
        <p:spPr>
          <a:xfrm>
            <a:off x="2108878" y="2319830"/>
            <a:ext cx="804000" cy="804000"/>
          </a:xfrm>
          <a:prstGeom prst="arc">
            <a:avLst>
              <a:gd fmla="val 16200000" name="adj1"/>
              <a:gd fmla="val 3499945" name="adj2"/>
            </a:avLst>
          </a:prstGeom>
          <a:noFill/>
          <a:ln cap="flat" cmpd="sng" w="3810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59"/>
          <p:cNvSpPr/>
          <p:nvPr/>
        </p:nvSpPr>
        <p:spPr>
          <a:xfrm>
            <a:off x="945318" y="2356259"/>
            <a:ext cx="724500" cy="7245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600">
                <a:solidFill>
                  <a:schemeClr val="accent4"/>
                </a:solidFill>
                <a:latin typeface="Big Shoulders Text"/>
                <a:ea typeface="Big Shoulders Text"/>
                <a:cs typeface="Big Shoulders Text"/>
                <a:sym typeface="Big Shoulders Text"/>
              </a:rPr>
              <a:t>25%</a:t>
            </a:r>
            <a:endParaRPr b="1" sz="1600">
              <a:solidFill>
                <a:schemeClr val="accent4"/>
              </a:solidFill>
              <a:latin typeface="Big Shoulders Text"/>
              <a:ea typeface="Big Shoulders Text"/>
              <a:cs typeface="Big Shoulders Text"/>
              <a:sym typeface="Big Shoulders Text"/>
            </a:endParaRPr>
          </a:p>
        </p:txBody>
      </p:sp>
      <p:sp>
        <p:nvSpPr>
          <p:cNvPr id="6668" name="Google Shape;6668;p59"/>
          <p:cNvSpPr/>
          <p:nvPr/>
        </p:nvSpPr>
        <p:spPr>
          <a:xfrm>
            <a:off x="905568" y="2319830"/>
            <a:ext cx="804000" cy="804000"/>
          </a:xfrm>
          <a:prstGeom prst="arc">
            <a:avLst>
              <a:gd fmla="val 16200000" name="adj1"/>
              <a:gd fmla="val 377721" name="adj2"/>
            </a:avLst>
          </a:prstGeom>
          <a:noFill/>
          <a:ln cap="flat" cmpd="sng" w="3810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59"/>
          <p:cNvSpPr/>
          <p:nvPr/>
        </p:nvSpPr>
        <p:spPr>
          <a:xfrm>
            <a:off x="3351956" y="2356259"/>
            <a:ext cx="724500" cy="7245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600">
                <a:solidFill>
                  <a:schemeClr val="accent4"/>
                </a:solidFill>
                <a:latin typeface="Big Shoulders Text"/>
                <a:ea typeface="Big Shoulders Text"/>
                <a:cs typeface="Big Shoulders Text"/>
                <a:sym typeface="Big Shoulders Text"/>
              </a:rPr>
              <a:t>65%</a:t>
            </a:r>
            <a:endParaRPr b="1" sz="1600">
              <a:solidFill>
                <a:schemeClr val="accent4"/>
              </a:solidFill>
              <a:latin typeface="Big Shoulders Text"/>
              <a:ea typeface="Big Shoulders Text"/>
              <a:cs typeface="Big Shoulders Text"/>
              <a:sym typeface="Big Shoulders Text"/>
            </a:endParaRPr>
          </a:p>
        </p:txBody>
      </p:sp>
      <p:sp>
        <p:nvSpPr>
          <p:cNvPr id="6670" name="Google Shape;6670;p59"/>
          <p:cNvSpPr/>
          <p:nvPr/>
        </p:nvSpPr>
        <p:spPr>
          <a:xfrm>
            <a:off x="3312206" y="2319830"/>
            <a:ext cx="804000" cy="804000"/>
          </a:xfrm>
          <a:prstGeom prst="arc">
            <a:avLst>
              <a:gd fmla="val 16200000" name="adj1"/>
              <a:gd fmla="val 7629517" name="adj2"/>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59"/>
          <p:cNvSpPr txBox="1"/>
          <p:nvPr/>
        </p:nvSpPr>
        <p:spPr>
          <a:xfrm>
            <a:off x="778068" y="3247175"/>
            <a:ext cx="1059000" cy="264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dk2"/>
                </a:solidFill>
                <a:latin typeface="Big Shoulders Text"/>
                <a:ea typeface="Big Shoulders Text"/>
                <a:cs typeface="Big Shoulders Text"/>
                <a:sym typeface="Big Shoulders Text"/>
              </a:rPr>
              <a:t>Mercury</a:t>
            </a:r>
            <a:endParaRPr sz="2400">
              <a:solidFill>
                <a:schemeClr val="dk2"/>
              </a:solidFill>
              <a:latin typeface="Big Shoulders Text"/>
              <a:ea typeface="Big Shoulders Text"/>
              <a:cs typeface="Big Shoulders Text"/>
              <a:sym typeface="Big Shoulders Text"/>
            </a:endParaRPr>
          </a:p>
        </p:txBody>
      </p:sp>
      <p:sp>
        <p:nvSpPr>
          <p:cNvPr id="6672" name="Google Shape;6672;p59"/>
          <p:cNvSpPr txBox="1"/>
          <p:nvPr/>
        </p:nvSpPr>
        <p:spPr>
          <a:xfrm>
            <a:off x="1981378" y="3247175"/>
            <a:ext cx="1059000" cy="264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dk2"/>
                </a:solidFill>
                <a:latin typeface="Big Shoulders Text"/>
                <a:ea typeface="Big Shoulders Text"/>
                <a:cs typeface="Big Shoulders Text"/>
                <a:sym typeface="Big Shoulders Text"/>
              </a:rPr>
              <a:t>Mars</a:t>
            </a:r>
            <a:endParaRPr sz="2400">
              <a:solidFill>
                <a:schemeClr val="dk2"/>
              </a:solidFill>
              <a:latin typeface="Big Shoulders Text"/>
              <a:ea typeface="Big Shoulders Text"/>
              <a:cs typeface="Big Shoulders Text"/>
              <a:sym typeface="Big Shoulders Text"/>
            </a:endParaRPr>
          </a:p>
        </p:txBody>
      </p:sp>
      <p:sp>
        <p:nvSpPr>
          <p:cNvPr id="6673" name="Google Shape;6673;p59"/>
          <p:cNvSpPr txBox="1"/>
          <p:nvPr/>
        </p:nvSpPr>
        <p:spPr>
          <a:xfrm>
            <a:off x="3184706" y="3247175"/>
            <a:ext cx="1059000" cy="264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dk2"/>
                </a:solidFill>
                <a:latin typeface="Big Shoulders Text"/>
                <a:ea typeface="Big Shoulders Text"/>
                <a:cs typeface="Big Shoulders Text"/>
                <a:sym typeface="Big Shoulders Text"/>
              </a:rPr>
              <a:t>Venus</a:t>
            </a:r>
            <a:endParaRPr sz="2400">
              <a:solidFill>
                <a:schemeClr val="dk2"/>
              </a:solidFill>
              <a:latin typeface="Big Shoulders Text"/>
              <a:ea typeface="Big Shoulders Text"/>
              <a:cs typeface="Big Shoulders Text"/>
              <a:sym typeface="Big Shoulders Text"/>
            </a:endParaRPr>
          </a:p>
        </p:txBody>
      </p:sp>
      <p:sp>
        <p:nvSpPr>
          <p:cNvPr id="6674" name="Google Shape;6674;p59"/>
          <p:cNvSpPr txBox="1"/>
          <p:nvPr/>
        </p:nvSpPr>
        <p:spPr>
          <a:xfrm>
            <a:off x="1240510" y="1736974"/>
            <a:ext cx="2539500" cy="490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PT Sans Narrow"/>
                <a:ea typeface="PT Sans Narrow"/>
                <a:cs typeface="PT Sans Narrow"/>
                <a:sym typeface="PT Sans Narrow"/>
              </a:rPr>
              <a:t>Mercury is the closest planet to the Sun and the smallest one</a:t>
            </a:r>
            <a:endParaRPr>
              <a:solidFill>
                <a:schemeClr val="dk2"/>
              </a:solidFill>
              <a:latin typeface="PT Sans Narrow"/>
              <a:ea typeface="PT Sans Narrow"/>
              <a:cs typeface="PT Sans Narrow"/>
              <a:sym typeface="PT Sans Narrow"/>
            </a:endParaRPr>
          </a:p>
        </p:txBody>
      </p:sp>
      <p:sp>
        <p:nvSpPr>
          <p:cNvPr id="6675" name="Google Shape;6675;p59"/>
          <p:cNvSpPr txBox="1"/>
          <p:nvPr/>
        </p:nvSpPr>
        <p:spPr>
          <a:xfrm>
            <a:off x="6064860" y="1326862"/>
            <a:ext cx="1139400" cy="41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dk2"/>
                </a:solidFill>
                <a:latin typeface="Big Shoulders Text"/>
                <a:ea typeface="Big Shoulders Text"/>
                <a:cs typeface="Big Shoulders Text"/>
                <a:sym typeface="Big Shoulders Text"/>
              </a:rPr>
              <a:t>Week 2</a:t>
            </a:r>
            <a:endParaRPr sz="2400">
              <a:solidFill>
                <a:schemeClr val="dk2"/>
              </a:solidFill>
              <a:latin typeface="Big Shoulders Text"/>
              <a:ea typeface="Big Shoulders Text"/>
              <a:cs typeface="Big Shoulders Text"/>
              <a:sym typeface="Big Shoulders Text"/>
            </a:endParaRPr>
          </a:p>
        </p:txBody>
      </p:sp>
      <p:sp>
        <p:nvSpPr>
          <p:cNvPr id="6676" name="Google Shape;6676;p59"/>
          <p:cNvSpPr txBox="1"/>
          <p:nvPr/>
        </p:nvSpPr>
        <p:spPr>
          <a:xfrm>
            <a:off x="5363360" y="1736974"/>
            <a:ext cx="2539500" cy="490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PT Sans Narrow"/>
                <a:ea typeface="PT Sans Narrow"/>
                <a:cs typeface="PT Sans Narrow"/>
                <a:sym typeface="PT Sans Narrow"/>
              </a:rPr>
              <a:t>Venus has a beautiful name and is the second planet from the Sun</a:t>
            </a:r>
            <a:endParaRPr>
              <a:solidFill>
                <a:schemeClr val="dk2"/>
              </a:solidFill>
              <a:latin typeface="PT Sans Narrow"/>
              <a:ea typeface="PT Sans Narrow"/>
              <a:cs typeface="PT Sans Narrow"/>
              <a:sym typeface="PT Sans Narrow"/>
            </a:endParaRPr>
          </a:p>
        </p:txBody>
      </p:sp>
      <p:sp>
        <p:nvSpPr>
          <p:cNvPr id="6677" name="Google Shape;6677;p59"/>
          <p:cNvSpPr txBox="1"/>
          <p:nvPr/>
        </p:nvSpPr>
        <p:spPr>
          <a:xfrm>
            <a:off x="778068" y="3537424"/>
            <a:ext cx="1059000" cy="726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PT Sans Narrow"/>
                <a:ea typeface="PT Sans Narrow"/>
                <a:cs typeface="PT Sans Narrow"/>
                <a:sym typeface="PT Sans Narrow"/>
              </a:rPr>
              <a:t>Mercury is the closest planet to the Sun</a:t>
            </a:r>
            <a:endParaRPr>
              <a:solidFill>
                <a:schemeClr val="dk2"/>
              </a:solidFill>
              <a:latin typeface="PT Sans Narrow"/>
              <a:ea typeface="PT Sans Narrow"/>
              <a:cs typeface="PT Sans Narrow"/>
              <a:sym typeface="PT Sans Narrow"/>
            </a:endParaRPr>
          </a:p>
        </p:txBody>
      </p:sp>
      <p:sp>
        <p:nvSpPr>
          <p:cNvPr id="6678" name="Google Shape;6678;p59"/>
          <p:cNvSpPr txBox="1"/>
          <p:nvPr/>
        </p:nvSpPr>
        <p:spPr>
          <a:xfrm>
            <a:off x="1981378" y="3537424"/>
            <a:ext cx="1059000" cy="726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PT Sans Narrow"/>
                <a:ea typeface="PT Sans Narrow"/>
                <a:cs typeface="PT Sans Narrow"/>
                <a:sym typeface="PT Sans Narrow"/>
              </a:rPr>
              <a:t>It’s a cold place despite its color</a:t>
            </a:r>
            <a:endParaRPr>
              <a:solidFill>
                <a:schemeClr val="dk2"/>
              </a:solidFill>
              <a:latin typeface="PT Sans Narrow"/>
              <a:ea typeface="PT Sans Narrow"/>
              <a:cs typeface="PT Sans Narrow"/>
              <a:sym typeface="PT Sans Narrow"/>
            </a:endParaRPr>
          </a:p>
        </p:txBody>
      </p:sp>
      <p:sp>
        <p:nvSpPr>
          <p:cNvPr id="6679" name="Google Shape;6679;p59"/>
          <p:cNvSpPr txBox="1"/>
          <p:nvPr/>
        </p:nvSpPr>
        <p:spPr>
          <a:xfrm>
            <a:off x="3184706" y="3537424"/>
            <a:ext cx="1059000" cy="726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PT Sans Narrow"/>
                <a:ea typeface="PT Sans Narrow"/>
                <a:cs typeface="PT Sans Narrow"/>
                <a:sym typeface="PT Sans Narrow"/>
              </a:rPr>
              <a:t>Venus is the second planet from the Sun</a:t>
            </a:r>
            <a:endParaRPr>
              <a:solidFill>
                <a:schemeClr val="dk2"/>
              </a:solidFill>
              <a:latin typeface="PT Sans Narrow"/>
              <a:ea typeface="PT Sans Narrow"/>
              <a:cs typeface="PT Sans Narrow"/>
              <a:sym typeface="PT Sans Narrow"/>
            </a:endParaRPr>
          </a:p>
        </p:txBody>
      </p:sp>
      <p:sp>
        <p:nvSpPr>
          <p:cNvPr id="6680" name="Google Shape;6680;p59"/>
          <p:cNvSpPr/>
          <p:nvPr/>
        </p:nvSpPr>
        <p:spPr>
          <a:xfrm>
            <a:off x="6270864" y="2356259"/>
            <a:ext cx="724500" cy="724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600">
                <a:solidFill>
                  <a:schemeClr val="accent4"/>
                </a:solidFill>
                <a:latin typeface="Big Shoulders Text"/>
                <a:ea typeface="Big Shoulders Text"/>
                <a:cs typeface="Big Shoulders Text"/>
                <a:sym typeface="Big Shoulders Text"/>
              </a:rPr>
              <a:t>60</a:t>
            </a:r>
            <a:r>
              <a:rPr b="1" lang="en" sz="1600">
                <a:solidFill>
                  <a:schemeClr val="accent4"/>
                </a:solidFill>
                <a:latin typeface="Big Shoulders Text"/>
                <a:ea typeface="Big Shoulders Text"/>
                <a:cs typeface="Big Shoulders Text"/>
                <a:sym typeface="Big Shoulders Text"/>
              </a:rPr>
              <a:t>%</a:t>
            </a:r>
            <a:endParaRPr b="1" sz="1600">
              <a:solidFill>
                <a:schemeClr val="accent4"/>
              </a:solidFill>
              <a:latin typeface="Big Shoulders Text"/>
              <a:ea typeface="Big Shoulders Text"/>
              <a:cs typeface="Big Shoulders Text"/>
              <a:sym typeface="Big Shoulders Text"/>
            </a:endParaRPr>
          </a:p>
        </p:txBody>
      </p:sp>
      <p:sp>
        <p:nvSpPr>
          <p:cNvPr id="6681" name="Google Shape;6681;p59"/>
          <p:cNvSpPr/>
          <p:nvPr/>
        </p:nvSpPr>
        <p:spPr>
          <a:xfrm>
            <a:off x="6231114" y="2319830"/>
            <a:ext cx="804000" cy="804000"/>
          </a:xfrm>
          <a:prstGeom prst="arc">
            <a:avLst>
              <a:gd fmla="val 16200000" name="adj1"/>
              <a:gd fmla="val 7379071" name="adj2"/>
            </a:avLst>
          </a:prstGeom>
          <a:noFill/>
          <a:ln cap="flat" cmpd="sng" w="3810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59"/>
          <p:cNvSpPr/>
          <p:nvPr/>
        </p:nvSpPr>
        <p:spPr>
          <a:xfrm>
            <a:off x="5067539" y="2356259"/>
            <a:ext cx="724500" cy="7245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600">
                <a:solidFill>
                  <a:schemeClr val="accent4"/>
                </a:solidFill>
                <a:latin typeface="Big Shoulders Text"/>
                <a:ea typeface="Big Shoulders Text"/>
                <a:cs typeface="Big Shoulders Text"/>
                <a:sym typeface="Big Shoulders Text"/>
              </a:rPr>
              <a:t>45%</a:t>
            </a:r>
            <a:endParaRPr b="1" sz="1600">
              <a:solidFill>
                <a:schemeClr val="accent4"/>
              </a:solidFill>
              <a:latin typeface="Big Shoulders Text"/>
              <a:ea typeface="Big Shoulders Text"/>
              <a:cs typeface="Big Shoulders Text"/>
              <a:sym typeface="Big Shoulders Text"/>
            </a:endParaRPr>
          </a:p>
        </p:txBody>
      </p:sp>
      <p:sp>
        <p:nvSpPr>
          <p:cNvPr id="6683" name="Google Shape;6683;p59"/>
          <p:cNvSpPr/>
          <p:nvPr/>
        </p:nvSpPr>
        <p:spPr>
          <a:xfrm>
            <a:off x="5027789" y="2319830"/>
            <a:ext cx="804000" cy="804000"/>
          </a:xfrm>
          <a:prstGeom prst="arc">
            <a:avLst>
              <a:gd fmla="val 16200000" name="adj1"/>
              <a:gd fmla="val 3714720" name="adj2"/>
            </a:avLst>
          </a:prstGeom>
          <a:noFill/>
          <a:ln cap="flat" cmpd="sng" w="3810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59"/>
          <p:cNvSpPr/>
          <p:nvPr/>
        </p:nvSpPr>
        <p:spPr>
          <a:xfrm>
            <a:off x="7474200" y="2356259"/>
            <a:ext cx="724500" cy="7245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600">
                <a:solidFill>
                  <a:schemeClr val="accent4"/>
                </a:solidFill>
                <a:latin typeface="Big Shoulders Text"/>
                <a:ea typeface="Big Shoulders Text"/>
                <a:cs typeface="Big Shoulders Text"/>
                <a:sym typeface="Big Shoulders Text"/>
              </a:rPr>
              <a:t>7</a:t>
            </a:r>
            <a:r>
              <a:rPr b="1" lang="en" sz="1600">
                <a:solidFill>
                  <a:schemeClr val="accent4"/>
                </a:solidFill>
                <a:latin typeface="Big Shoulders Text"/>
                <a:ea typeface="Big Shoulders Text"/>
                <a:cs typeface="Big Shoulders Text"/>
                <a:sym typeface="Big Shoulders Text"/>
              </a:rPr>
              <a:t>5%</a:t>
            </a:r>
            <a:endParaRPr b="1" sz="1600">
              <a:solidFill>
                <a:schemeClr val="accent4"/>
              </a:solidFill>
              <a:latin typeface="Big Shoulders Text"/>
              <a:ea typeface="Big Shoulders Text"/>
              <a:cs typeface="Big Shoulders Text"/>
              <a:sym typeface="Big Shoulders Text"/>
            </a:endParaRPr>
          </a:p>
        </p:txBody>
      </p:sp>
      <p:sp>
        <p:nvSpPr>
          <p:cNvPr id="6685" name="Google Shape;6685;p59"/>
          <p:cNvSpPr/>
          <p:nvPr/>
        </p:nvSpPr>
        <p:spPr>
          <a:xfrm>
            <a:off x="7434450" y="2319830"/>
            <a:ext cx="804000" cy="804000"/>
          </a:xfrm>
          <a:prstGeom prst="arc">
            <a:avLst>
              <a:gd fmla="val 16200000" name="adj1"/>
              <a:gd fmla="val 10755738" name="adj2"/>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59"/>
          <p:cNvSpPr txBox="1"/>
          <p:nvPr/>
        </p:nvSpPr>
        <p:spPr>
          <a:xfrm>
            <a:off x="4900289" y="3247175"/>
            <a:ext cx="1059000" cy="264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dk2"/>
                </a:solidFill>
                <a:latin typeface="Big Shoulders Text"/>
                <a:ea typeface="Big Shoulders Text"/>
                <a:cs typeface="Big Shoulders Text"/>
                <a:sym typeface="Big Shoulders Text"/>
              </a:rPr>
              <a:t>Saturn</a:t>
            </a:r>
            <a:endParaRPr sz="2400">
              <a:solidFill>
                <a:schemeClr val="dk2"/>
              </a:solidFill>
              <a:latin typeface="Big Shoulders Text"/>
              <a:ea typeface="Big Shoulders Text"/>
              <a:cs typeface="Big Shoulders Text"/>
              <a:sym typeface="Big Shoulders Text"/>
            </a:endParaRPr>
          </a:p>
        </p:txBody>
      </p:sp>
      <p:sp>
        <p:nvSpPr>
          <p:cNvPr id="6687" name="Google Shape;6687;p59"/>
          <p:cNvSpPr txBox="1"/>
          <p:nvPr/>
        </p:nvSpPr>
        <p:spPr>
          <a:xfrm>
            <a:off x="6103614" y="3247175"/>
            <a:ext cx="1059000" cy="264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dk2"/>
                </a:solidFill>
                <a:latin typeface="Big Shoulders Text"/>
                <a:ea typeface="Big Shoulders Text"/>
                <a:cs typeface="Big Shoulders Text"/>
                <a:sym typeface="Big Shoulders Text"/>
              </a:rPr>
              <a:t>Jupiter</a:t>
            </a:r>
            <a:endParaRPr sz="2400">
              <a:solidFill>
                <a:schemeClr val="dk2"/>
              </a:solidFill>
              <a:latin typeface="Big Shoulders Text"/>
              <a:ea typeface="Big Shoulders Text"/>
              <a:cs typeface="Big Shoulders Text"/>
              <a:sym typeface="Big Shoulders Text"/>
            </a:endParaRPr>
          </a:p>
        </p:txBody>
      </p:sp>
      <p:sp>
        <p:nvSpPr>
          <p:cNvPr id="6688" name="Google Shape;6688;p59"/>
          <p:cNvSpPr txBox="1"/>
          <p:nvPr/>
        </p:nvSpPr>
        <p:spPr>
          <a:xfrm>
            <a:off x="7306950" y="3247175"/>
            <a:ext cx="1059000" cy="264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dk2"/>
                </a:solidFill>
                <a:latin typeface="Big Shoulders Text"/>
                <a:ea typeface="Big Shoulders Text"/>
                <a:cs typeface="Big Shoulders Text"/>
                <a:sym typeface="Big Shoulders Text"/>
              </a:rPr>
              <a:t>Neptune</a:t>
            </a:r>
            <a:endParaRPr sz="2400">
              <a:solidFill>
                <a:schemeClr val="dk2"/>
              </a:solidFill>
              <a:latin typeface="Big Shoulders Text"/>
              <a:ea typeface="Big Shoulders Text"/>
              <a:cs typeface="Big Shoulders Text"/>
              <a:sym typeface="Big Shoulders Text"/>
            </a:endParaRPr>
          </a:p>
        </p:txBody>
      </p:sp>
      <p:sp>
        <p:nvSpPr>
          <p:cNvPr id="6689" name="Google Shape;6689;p59"/>
          <p:cNvSpPr txBox="1"/>
          <p:nvPr/>
        </p:nvSpPr>
        <p:spPr>
          <a:xfrm>
            <a:off x="4900289" y="3537424"/>
            <a:ext cx="1059000" cy="726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PT Sans Narrow"/>
                <a:ea typeface="PT Sans Narrow"/>
                <a:cs typeface="PT Sans Narrow"/>
                <a:sym typeface="PT Sans Narrow"/>
              </a:rPr>
              <a:t>It’s composed of hydrogen and helium</a:t>
            </a:r>
            <a:endParaRPr>
              <a:solidFill>
                <a:schemeClr val="dk2"/>
              </a:solidFill>
              <a:latin typeface="PT Sans Narrow"/>
              <a:ea typeface="PT Sans Narrow"/>
              <a:cs typeface="PT Sans Narrow"/>
              <a:sym typeface="PT Sans Narrow"/>
            </a:endParaRPr>
          </a:p>
        </p:txBody>
      </p:sp>
      <p:sp>
        <p:nvSpPr>
          <p:cNvPr id="6690" name="Google Shape;6690;p59"/>
          <p:cNvSpPr txBox="1"/>
          <p:nvPr/>
        </p:nvSpPr>
        <p:spPr>
          <a:xfrm>
            <a:off x="6103614" y="3537424"/>
            <a:ext cx="1059000" cy="726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PT Sans Narrow"/>
                <a:ea typeface="PT Sans Narrow"/>
                <a:cs typeface="PT Sans Narrow"/>
                <a:sym typeface="PT Sans Narrow"/>
              </a:rPr>
              <a:t>Jupiter was named after a Roman god</a:t>
            </a:r>
            <a:endParaRPr>
              <a:solidFill>
                <a:schemeClr val="dk2"/>
              </a:solidFill>
              <a:latin typeface="PT Sans Narrow"/>
              <a:ea typeface="PT Sans Narrow"/>
              <a:cs typeface="PT Sans Narrow"/>
              <a:sym typeface="PT Sans Narrow"/>
            </a:endParaRPr>
          </a:p>
        </p:txBody>
      </p:sp>
      <p:sp>
        <p:nvSpPr>
          <p:cNvPr id="6691" name="Google Shape;6691;p59"/>
          <p:cNvSpPr txBox="1"/>
          <p:nvPr/>
        </p:nvSpPr>
        <p:spPr>
          <a:xfrm>
            <a:off x="7306950" y="3537424"/>
            <a:ext cx="1059000" cy="726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PT Sans Narrow"/>
                <a:ea typeface="PT Sans Narrow"/>
                <a:cs typeface="PT Sans Narrow"/>
                <a:sym typeface="PT Sans Narrow"/>
              </a:rPr>
              <a:t>Neptune is very far away from Earth</a:t>
            </a:r>
            <a:endParaRPr>
              <a:solidFill>
                <a:schemeClr val="dk2"/>
              </a:solidFill>
              <a:latin typeface="PT Sans Narrow"/>
              <a:ea typeface="PT Sans Narrow"/>
              <a:cs typeface="PT Sans Narrow"/>
              <a:sym typeface="PT Sans Narrow"/>
            </a:endParaRPr>
          </a:p>
        </p:txBody>
      </p:sp>
      <p:cxnSp>
        <p:nvCxnSpPr>
          <p:cNvPr id="6692" name="Google Shape;6692;p59"/>
          <p:cNvCxnSpPr/>
          <p:nvPr/>
        </p:nvCxnSpPr>
        <p:spPr>
          <a:xfrm>
            <a:off x="4569989" y="1220660"/>
            <a:ext cx="0" cy="3382200"/>
          </a:xfrm>
          <a:prstGeom prst="straightConnector1">
            <a:avLst/>
          </a:prstGeom>
          <a:noFill/>
          <a:ln cap="flat" cmpd="sng" w="19050">
            <a:solidFill>
              <a:schemeClr val="dk2"/>
            </a:solidFill>
            <a:prstDash val="dot"/>
            <a:round/>
            <a:headEnd len="med" w="med" type="none"/>
            <a:tailEnd len="med" w="med" type="none"/>
          </a:ln>
        </p:spPr>
      </p:cxnSp>
      <p:sp>
        <p:nvSpPr>
          <p:cNvPr id="6693" name="Google Shape;6693;p59"/>
          <p:cNvSpPr/>
          <p:nvPr/>
        </p:nvSpPr>
        <p:spPr>
          <a:xfrm>
            <a:off x="6121075" y="4608500"/>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59"/>
          <p:cNvSpPr/>
          <p:nvPr/>
        </p:nvSpPr>
        <p:spPr>
          <a:xfrm>
            <a:off x="4041188" y="1375088"/>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98" name="Shape 6698"/>
        <p:cNvGrpSpPr/>
        <p:nvPr/>
      </p:nvGrpSpPr>
      <p:grpSpPr>
        <a:xfrm>
          <a:off x="0" y="0"/>
          <a:ext cx="0" cy="0"/>
          <a:chOff x="0" y="0"/>
          <a:chExt cx="0" cy="0"/>
        </a:xfrm>
      </p:grpSpPr>
      <p:sp>
        <p:nvSpPr>
          <p:cNvPr id="6699" name="Google Shape;6699;p60"/>
          <p:cNvSpPr txBox="1"/>
          <p:nvPr>
            <p:ph type="title"/>
          </p:nvPr>
        </p:nvSpPr>
        <p:spPr>
          <a:xfrm>
            <a:off x="715100" y="445025"/>
            <a:ext cx="77139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a:t>
            </a:r>
            <a:r>
              <a:rPr lang="en"/>
              <a:t>ontraindications &amp; indications</a:t>
            </a:r>
            <a:r>
              <a:rPr lang="en"/>
              <a:t> </a:t>
            </a:r>
            <a:endParaRPr/>
          </a:p>
        </p:txBody>
      </p:sp>
      <p:graphicFrame>
        <p:nvGraphicFramePr>
          <p:cNvPr id="6700" name="Google Shape;6700;p60"/>
          <p:cNvGraphicFramePr/>
          <p:nvPr/>
        </p:nvGraphicFramePr>
        <p:xfrm>
          <a:off x="1683919" y="1415507"/>
          <a:ext cx="3000000" cy="3000000"/>
        </p:xfrm>
        <a:graphic>
          <a:graphicData uri="http://schemas.openxmlformats.org/drawingml/2006/table">
            <a:tbl>
              <a:tblPr>
                <a:noFill/>
                <a:tableStyleId>{578A4C76-F328-4B6F-8488-D71A2A7DAFE3}</a:tableStyleId>
              </a:tblPr>
              <a:tblGrid>
                <a:gridCol w="2993100"/>
                <a:gridCol w="2783050"/>
              </a:tblGrid>
              <a:tr h="357775">
                <a:tc>
                  <a:txBody>
                    <a:bodyPr/>
                    <a:lstStyle/>
                    <a:p>
                      <a:pPr indent="0" lvl="0" marL="0" rtl="0" algn="ctr">
                        <a:spcBef>
                          <a:spcPts val="0"/>
                        </a:spcBef>
                        <a:spcAft>
                          <a:spcPts val="0"/>
                        </a:spcAft>
                        <a:buNone/>
                      </a:pPr>
                      <a:r>
                        <a:rPr lang="en" sz="2500">
                          <a:solidFill>
                            <a:schemeClr val="dk2"/>
                          </a:solidFill>
                          <a:latin typeface="Big Shoulders Text"/>
                          <a:ea typeface="Big Shoulders Text"/>
                          <a:cs typeface="Big Shoulders Text"/>
                          <a:sym typeface="Big Shoulders Text"/>
                        </a:rPr>
                        <a:t>Contraindications</a:t>
                      </a:r>
                      <a:endParaRPr sz="2500">
                        <a:solidFill>
                          <a:schemeClr val="dk2"/>
                        </a:solidFill>
                        <a:latin typeface="Big Shoulders Text"/>
                        <a:ea typeface="Big Shoulders Text"/>
                        <a:cs typeface="Big Shoulders Text"/>
                        <a:sym typeface="Big Shoulders Text"/>
                      </a:endParaRPr>
                    </a:p>
                  </a:txBody>
                  <a:tcPr marT="91425" marB="91425" marR="91425" marL="91425">
                    <a:lnL cap="flat" cmpd="sng" w="9525">
                      <a:solidFill>
                        <a:srgbClr val="FEFAF7"/>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chemeClr val="accent2"/>
                      </a:solidFill>
                      <a:prstDash val="solid"/>
                      <a:round/>
                      <a:headEnd len="sm" w="sm" type="none"/>
                      <a:tailEnd len="sm" w="sm" type="none"/>
                    </a:lnT>
                    <a:lnB cap="flat" cmpd="sng" w="19050">
                      <a:solidFill>
                        <a:schemeClr val="dk2"/>
                      </a:solidFill>
                      <a:prstDash val="dot"/>
                      <a:round/>
                      <a:headEnd len="sm" w="sm" type="none"/>
                      <a:tailEnd len="sm" w="sm" type="none"/>
                    </a:lnB>
                  </a:tcPr>
                </a:tc>
                <a:tc>
                  <a:txBody>
                    <a:bodyPr/>
                    <a:lstStyle/>
                    <a:p>
                      <a:pPr indent="0" lvl="0" marL="0" rtl="0" algn="ctr">
                        <a:spcBef>
                          <a:spcPts val="0"/>
                        </a:spcBef>
                        <a:spcAft>
                          <a:spcPts val="0"/>
                        </a:spcAft>
                        <a:buNone/>
                      </a:pPr>
                      <a:r>
                        <a:rPr lang="en" sz="2500">
                          <a:solidFill>
                            <a:schemeClr val="dk2"/>
                          </a:solidFill>
                          <a:latin typeface="Big Shoulders Text"/>
                          <a:ea typeface="Big Shoulders Text"/>
                          <a:cs typeface="Big Shoulders Text"/>
                          <a:sym typeface="Big Shoulders Text"/>
                        </a:rPr>
                        <a:t>Indications</a:t>
                      </a:r>
                      <a:endParaRPr sz="2500">
                        <a:solidFill>
                          <a:schemeClr val="dk2"/>
                        </a:solidFill>
                        <a:latin typeface="Big Shoulders Text"/>
                        <a:ea typeface="Big Shoulders Text"/>
                        <a:cs typeface="Big Shoulders Text"/>
                        <a:sym typeface="Big Shoulders Text"/>
                      </a:endParaRPr>
                    </a:p>
                  </a:txBody>
                  <a:tcPr marT="91425" marB="91425" marR="91425" marL="91425">
                    <a:lnL cap="flat" cmpd="sng" w="19050">
                      <a:solidFill>
                        <a:schemeClr val="dk2"/>
                      </a:solidFill>
                      <a:prstDash val="dot"/>
                      <a:round/>
                      <a:headEnd len="sm" w="sm" type="none"/>
                      <a:tailEnd len="sm" w="sm" type="none"/>
                    </a:lnL>
                    <a:lnR cap="flat" cmpd="sng" w="9525">
                      <a:solidFill>
                        <a:srgbClr val="FEFAF7"/>
                      </a:solidFill>
                      <a:prstDash val="solid"/>
                      <a:round/>
                      <a:headEnd len="sm" w="sm" type="none"/>
                      <a:tailEnd len="sm" w="sm" type="none"/>
                    </a:lnR>
                    <a:lnT cap="flat" cmpd="sng" w="9525">
                      <a:solidFill>
                        <a:schemeClr val="accent2"/>
                      </a:solidFill>
                      <a:prstDash val="solid"/>
                      <a:round/>
                      <a:headEnd len="sm" w="sm" type="none"/>
                      <a:tailEnd len="sm" w="sm" type="none"/>
                    </a:lnT>
                    <a:lnB cap="flat" cmpd="sng" w="19050">
                      <a:solidFill>
                        <a:schemeClr val="dk2"/>
                      </a:solidFill>
                      <a:prstDash val="dot"/>
                      <a:round/>
                      <a:headEnd len="sm" w="sm" type="none"/>
                      <a:tailEnd len="sm" w="sm" type="none"/>
                    </a:lnB>
                  </a:tcPr>
                </a:tc>
              </a:tr>
              <a:tr h="397525">
                <a:tc>
                  <a:txBody>
                    <a:bodyPr/>
                    <a:lstStyle/>
                    <a:p>
                      <a:pPr indent="-317500" lvl="0" marL="457200" rtl="0" algn="l">
                        <a:spcBef>
                          <a:spcPts val="0"/>
                        </a:spcBef>
                        <a:spcAft>
                          <a:spcPts val="0"/>
                        </a:spcAft>
                        <a:buClr>
                          <a:schemeClr val="dk2"/>
                        </a:buClr>
                        <a:buSzPts val="1400"/>
                        <a:buFont typeface="PT Sans Narrow"/>
                        <a:buChar char="●"/>
                      </a:pPr>
                      <a:r>
                        <a:rPr lang="en">
                          <a:solidFill>
                            <a:schemeClr val="dk2"/>
                          </a:solidFill>
                          <a:latin typeface="PT Sans Narrow"/>
                          <a:ea typeface="PT Sans Narrow"/>
                          <a:cs typeface="PT Sans Narrow"/>
                          <a:sym typeface="PT Sans Narrow"/>
                        </a:rPr>
                        <a:t>You can describe here a reason to stop the treatment</a:t>
                      </a:r>
                      <a:endParaRPr>
                        <a:solidFill>
                          <a:schemeClr val="dk2"/>
                        </a:solidFill>
                        <a:latin typeface="PT Sans Narrow"/>
                        <a:ea typeface="PT Sans Narrow"/>
                        <a:cs typeface="PT Sans Narrow"/>
                        <a:sym typeface="PT Sans Narrow"/>
                      </a:endParaRPr>
                    </a:p>
                  </a:txBody>
                  <a:tcPr marT="91425" marB="91425" marR="91425" marL="91425">
                    <a:lnL cap="flat" cmpd="sng" w="9525">
                      <a:solidFill>
                        <a:schemeClr val="accent2"/>
                      </a:solidFill>
                      <a:prstDash val="solid"/>
                      <a:round/>
                      <a:headEnd len="sm" w="sm" type="none"/>
                      <a:tailEnd len="sm" w="sm" type="none"/>
                    </a:lnL>
                    <a:lnR cap="flat" cmpd="sng" w="19050">
                      <a:solidFill>
                        <a:schemeClr val="dk2"/>
                      </a:solidFill>
                      <a:prstDash val="dot"/>
                      <a:round/>
                      <a:headEnd len="sm" w="sm" type="none"/>
                      <a:tailEnd len="sm" w="sm" type="none"/>
                    </a:lnR>
                    <a:lnT cap="flat" cmpd="sng" w="19050">
                      <a:solidFill>
                        <a:schemeClr val="dk2"/>
                      </a:solidFill>
                      <a:prstDash val="dot"/>
                      <a:round/>
                      <a:headEnd len="sm" w="sm" type="none"/>
                      <a:tailEnd len="sm" w="sm" type="none"/>
                    </a:lnT>
                    <a:lnB cap="flat" cmpd="sng" w="9525">
                      <a:solidFill>
                        <a:schemeClr val="accent2"/>
                      </a:solidFill>
                      <a:prstDash val="solid"/>
                      <a:round/>
                      <a:headEnd len="sm" w="sm" type="none"/>
                      <a:tailEnd len="sm" w="sm" type="none"/>
                    </a:lnB>
                  </a:tcPr>
                </a:tc>
                <a:tc>
                  <a:txBody>
                    <a:bodyPr/>
                    <a:lstStyle/>
                    <a:p>
                      <a:pPr indent="-317500" lvl="0" marL="457200" rtl="0" algn="l">
                        <a:spcBef>
                          <a:spcPts val="0"/>
                        </a:spcBef>
                        <a:spcAft>
                          <a:spcPts val="0"/>
                        </a:spcAft>
                        <a:buClr>
                          <a:schemeClr val="dk2"/>
                        </a:buClr>
                        <a:buSzPts val="1400"/>
                        <a:buFont typeface="PT Sans Narrow"/>
                        <a:buChar char="●"/>
                      </a:pPr>
                      <a:r>
                        <a:rPr lang="en">
                          <a:solidFill>
                            <a:schemeClr val="dk2"/>
                          </a:solidFill>
                          <a:latin typeface="PT Sans Narrow"/>
                          <a:ea typeface="PT Sans Narrow"/>
                          <a:cs typeface="PT Sans Narrow"/>
                          <a:sym typeface="PT Sans Narrow"/>
                        </a:rPr>
                        <a:t>You can describe here a reason to start the treatment</a:t>
                      </a:r>
                      <a:endParaRPr>
                        <a:solidFill>
                          <a:schemeClr val="dk2"/>
                        </a:solidFill>
                        <a:latin typeface="PT Sans Narrow"/>
                        <a:ea typeface="PT Sans Narrow"/>
                        <a:cs typeface="PT Sans Narrow"/>
                        <a:sym typeface="PT Sans Narrow"/>
                      </a:endParaRPr>
                    </a:p>
                  </a:txBody>
                  <a:tcPr marT="91425" marB="91425" marR="91425" marL="91425">
                    <a:lnL cap="flat" cmpd="sng" w="19050">
                      <a:solidFill>
                        <a:schemeClr val="dk2"/>
                      </a:solidFill>
                      <a:prstDash val="dot"/>
                      <a:round/>
                      <a:headEnd len="sm" w="sm" type="none"/>
                      <a:tailEnd len="sm" w="sm" type="none"/>
                    </a:lnL>
                    <a:lnR cap="flat" cmpd="sng" w="9525">
                      <a:solidFill>
                        <a:schemeClr val="accent2"/>
                      </a:solidFill>
                      <a:prstDash val="solid"/>
                      <a:round/>
                      <a:headEnd len="sm" w="sm" type="none"/>
                      <a:tailEnd len="sm" w="sm" type="none"/>
                    </a:lnR>
                    <a:lnT cap="flat" cmpd="sng" w="19050">
                      <a:solidFill>
                        <a:schemeClr val="dk2"/>
                      </a:solidFill>
                      <a:prstDash val="dot"/>
                      <a:round/>
                      <a:headEnd len="sm" w="sm" type="none"/>
                      <a:tailEnd len="sm" w="sm" type="none"/>
                    </a:lnT>
                    <a:lnB cap="flat" cmpd="sng" w="9525">
                      <a:solidFill>
                        <a:schemeClr val="accent2"/>
                      </a:solidFill>
                      <a:prstDash val="solid"/>
                      <a:round/>
                      <a:headEnd len="sm" w="sm" type="none"/>
                      <a:tailEnd len="sm" w="sm" type="none"/>
                    </a:lnB>
                  </a:tcPr>
                </a:tc>
              </a:tr>
              <a:tr h="397525">
                <a:tc>
                  <a:txBody>
                    <a:bodyPr/>
                    <a:lstStyle/>
                    <a:p>
                      <a:pPr indent="-317500" lvl="0" marL="457200" rtl="0" algn="l">
                        <a:spcBef>
                          <a:spcPts val="0"/>
                        </a:spcBef>
                        <a:spcAft>
                          <a:spcPts val="0"/>
                        </a:spcAft>
                        <a:buClr>
                          <a:schemeClr val="dk2"/>
                        </a:buClr>
                        <a:buSzPts val="1400"/>
                        <a:buFont typeface="PT Sans Narrow"/>
                        <a:buChar char="●"/>
                      </a:pPr>
                      <a:r>
                        <a:rPr lang="en">
                          <a:solidFill>
                            <a:schemeClr val="dk2"/>
                          </a:solidFill>
                          <a:latin typeface="PT Sans Narrow"/>
                          <a:ea typeface="PT Sans Narrow"/>
                          <a:cs typeface="PT Sans Narrow"/>
                          <a:sym typeface="PT Sans Narrow"/>
                        </a:rPr>
                        <a:t>You can describe here a reason to stop the treatment</a:t>
                      </a:r>
                      <a:endParaRPr>
                        <a:solidFill>
                          <a:schemeClr val="dk2"/>
                        </a:solidFill>
                        <a:latin typeface="PT Sans Narrow"/>
                        <a:ea typeface="PT Sans Narrow"/>
                        <a:cs typeface="PT Sans Narrow"/>
                        <a:sym typeface="PT Sans Narrow"/>
                      </a:endParaRPr>
                    </a:p>
                  </a:txBody>
                  <a:tcPr marT="91425" marB="91425" marR="91425" marL="91425">
                    <a:lnL cap="flat" cmpd="sng" w="9525">
                      <a:solidFill>
                        <a:schemeClr val="accent2"/>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tcPr>
                </a:tc>
                <a:tc>
                  <a:txBody>
                    <a:bodyPr/>
                    <a:lstStyle/>
                    <a:p>
                      <a:pPr indent="-317500" lvl="0" marL="457200" rtl="0" algn="l">
                        <a:spcBef>
                          <a:spcPts val="0"/>
                        </a:spcBef>
                        <a:spcAft>
                          <a:spcPts val="0"/>
                        </a:spcAft>
                        <a:buClr>
                          <a:schemeClr val="dk2"/>
                        </a:buClr>
                        <a:buSzPts val="1400"/>
                        <a:buFont typeface="PT Sans Narrow"/>
                        <a:buChar char="●"/>
                      </a:pPr>
                      <a:r>
                        <a:rPr lang="en">
                          <a:solidFill>
                            <a:schemeClr val="dk2"/>
                          </a:solidFill>
                          <a:latin typeface="PT Sans Narrow"/>
                          <a:ea typeface="PT Sans Narrow"/>
                          <a:cs typeface="PT Sans Narrow"/>
                          <a:sym typeface="PT Sans Narrow"/>
                        </a:rPr>
                        <a:t>You can describe here a reason to start the treatment</a:t>
                      </a:r>
                      <a:endParaRPr>
                        <a:solidFill>
                          <a:schemeClr val="dk2"/>
                        </a:solidFill>
                        <a:latin typeface="PT Sans Narrow"/>
                        <a:ea typeface="PT Sans Narrow"/>
                        <a:cs typeface="PT Sans Narrow"/>
                        <a:sym typeface="PT Sans Narrow"/>
                      </a:endParaRPr>
                    </a:p>
                  </a:txBody>
                  <a:tcPr marT="91425" marB="91425" marR="91425" marL="91425">
                    <a:lnL cap="flat" cmpd="sng" w="19050">
                      <a:solidFill>
                        <a:schemeClr val="dk2"/>
                      </a:solidFill>
                      <a:prstDash val="dot"/>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tcPr>
                </a:tc>
              </a:tr>
              <a:tr h="397525">
                <a:tc>
                  <a:txBody>
                    <a:bodyPr/>
                    <a:lstStyle/>
                    <a:p>
                      <a:pPr indent="-317500" lvl="0" marL="457200" rtl="0" algn="l">
                        <a:spcBef>
                          <a:spcPts val="0"/>
                        </a:spcBef>
                        <a:spcAft>
                          <a:spcPts val="0"/>
                        </a:spcAft>
                        <a:buClr>
                          <a:schemeClr val="dk2"/>
                        </a:buClr>
                        <a:buSzPts val="1400"/>
                        <a:buFont typeface="PT Sans Narrow"/>
                        <a:buChar char="●"/>
                      </a:pPr>
                      <a:r>
                        <a:rPr lang="en">
                          <a:solidFill>
                            <a:schemeClr val="dk2"/>
                          </a:solidFill>
                          <a:latin typeface="PT Sans Narrow"/>
                          <a:ea typeface="PT Sans Narrow"/>
                          <a:cs typeface="PT Sans Narrow"/>
                          <a:sym typeface="PT Sans Narrow"/>
                        </a:rPr>
                        <a:t>You can describe here a reason to stop the treatment</a:t>
                      </a:r>
                      <a:endParaRPr>
                        <a:solidFill>
                          <a:schemeClr val="dk2"/>
                        </a:solidFill>
                        <a:latin typeface="PT Sans Narrow"/>
                        <a:ea typeface="PT Sans Narrow"/>
                        <a:cs typeface="PT Sans Narrow"/>
                        <a:sym typeface="PT Sans Narrow"/>
                      </a:endParaRPr>
                    </a:p>
                  </a:txBody>
                  <a:tcPr marT="91425" marB="91425" marR="91425" marL="91425">
                    <a:lnL cap="flat" cmpd="sng" w="9525">
                      <a:solidFill>
                        <a:schemeClr val="accent2"/>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tcPr>
                </a:tc>
                <a:tc>
                  <a:txBody>
                    <a:bodyPr/>
                    <a:lstStyle/>
                    <a:p>
                      <a:pPr indent="-317500" lvl="0" marL="457200" rtl="0" algn="l">
                        <a:spcBef>
                          <a:spcPts val="0"/>
                        </a:spcBef>
                        <a:spcAft>
                          <a:spcPts val="0"/>
                        </a:spcAft>
                        <a:buClr>
                          <a:schemeClr val="dk2"/>
                        </a:buClr>
                        <a:buSzPts val="1400"/>
                        <a:buFont typeface="PT Sans Narrow"/>
                        <a:buChar char="●"/>
                      </a:pPr>
                      <a:r>
                        <a:rPr lang="en">
                          <a:solidFill>
                            <a:schemeClr val="dk2"/>
                          </a:solidFill>
                          <a:latin typeface="PT Sans Narrow"/>
                          <a:ea typeface="PT Sans Narrow"/>
                          <a:cs typeface="PT Sans Narrow"/>
                          <a:sym typeface="PT Sans Narrow"/>
                        </a:rPr>
                        <a:t>You can describe here a reason to start the treatment</a:t>
                      </a:r>
                      <a:endParaRPr>
                        <a:solidFill>
                          <a:schemeClr val="dk2"/>
                        </a:solidFill>
                        <a:latin typeface="PT Sans Narrow"/>
                        <a:ea typeface="PT Sans Narrow"/>
                        <a:cs typeface="PT Sans Narrow"/>
                        <a:sym typeface="PT Sans Narrow"/>
                      </a:endParaRPr>
                    </a:p>
                  </a:txBody>
                  <a:tcPr marT="91425" marB="91425" marR="91425" marL="91425">
                    <a:lnL cap="flat" cmpd="sng" w="19050">
                      <a:solidFill>
                        <a:schemeClr val="dk2"/>
                      </a:solidFill>
                      <a:prstDash val="dot"/>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tcPr>
                </a:tc>
              </a:tr>
              <a:tr h="397525">
                <a:tc>
                  <a:txBody>
                    <a:bodyPr/>
                    <a:lstStyle/>
                    <a:p>
                      <a:pPr indent="-317500" lvl="0" marL="457200" rtl="0" algn="l">
                        <a:spcBef>
                          <a:spcPts val="0"/>
                        </a:spcBef>
                        <a:spcAft>
                          <a:spcPts val="0"/>
                        </a:spcAft>
                        <a:buClr>
                          <a:schemeClr val="dk2"/>
                        </a:buClr>
                        <a:buSzPts val="1400"/>
                        <a:buFont typeface="PT Sans Narrow"/>
                        <a:buChar char="●"/>
                      </a:pPr>
                      <a:r>
                        <a:rPr lang="en">
                          <a:solidFill>
                            <a:schemeClr val="dk2"/>
                          </a:solidFill>
                          <a:latin typeface="PT Sans Narrow"/>
                          <a:ea typeface="PT Sans Narrow"/>
                          <a:cs typeface="PT Sans Narrow"/>
                          <a:sym typeface="PT Sans Narrow"/>
                        </a:rPr>
                        <a:t>You can describe here a reason to stop the treatment</a:t>
                      </a:r>
                      <a:endParaRPr>
                        <a:solidFill>
                          <a:schemeClr val="dk2"/>
                        </a:solidFill>
                        <a:latin typeface="PT Sans Narrow"/>
                        <a:ea typeface="PT Sans Narrow"/>
                        <a:cs typeface="PT Sans Narrow"/>
                        <a:sym typeface="PT Sans Narrow"/>
                      </a:endParaRPr>
                    </a:p>
                  </a:txBody>
                  <a:tcPr marT="91425" marB="91425" marR="91425" marL="91425">
                    <a:lnL cap="flat" cmpd="sng" w="9525">
                      <a:solidFill>
                        <a:schemeClr val="accent2"/>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tcPr>
                </a:tc>
                <a:tc>
                  <a:txBody>
                    <a:bodyPr/>
                    <a:lstStyle/>
                    <a:p>
                      <a:pPr indent="-317500" lvl="0" marL="457200" rtl="0" algn="l">
                        <a:spcBef>
                          <a:spcPts val="0"/>
                        </a:spcBef>
                        <a:spcAft>
                          <a:spcPts val="0"/>
                        </a:spcAft>
                        <a:buClr>
                          <a:schemeClr val="dk2"/>
                        </a:buClr>
                        <a:buSzPts val="1400"/>
                        <a:buFont typeface="PT Sans Narrow"/>
                        <a:buChar char="●"/>
                      </a:pPr>
                      <a:r>
                        <a:rPr lang="en">
                          <a:solidFill>
                            <a:schemeClr val="dk2"/>
                          </a:solidFill>
                          <a:latin typeface="PT Sans Narrow"/>
                          <a:ea typeface="PT Sans Narrow"/>
                          <a:cs typeface="PT Sans Narrow"/>
                          <a:sym typeface="PT Sans Narrow"/>
                        </a:rPr>
                        <a:t>You can describe here a reason to start the treatment</a:t>
                      </a:r>
                      <a:endParaRPr>
                        <a:solidFill>
                          <a:schemeClr val="dk2"/>
                        </a:solidFill>
                        <a:latin typeface="PT Sans Narrow"/>
                        <a:ea typeface="PT Sans Narrow"/>
                        <a:cs typeface="PT Sans Narrow"/>
                        <a:sym typeface="PT Sans Narrow"/>
                      </a:endParaRPr>
                    </a:p>
                  </a:txBody>
                  <a:tcPr marT="91425" marB="91425" marR="91425" marL="91425">
                    <a:lnL cap="flat" cmpd="sng" w="19050">
                      <a:solidFill>
                        <a:schemeClr val="dk2"/>
                      </a:solidFill>
                      <a:prstDash val="dot"/>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tcPr>
                </a:tc>
              </a:tr>
            </a:tbl>
          </a:graphicData>
        </a:graphic>
      </p:graphicFrame>
      <p:grpSp>
        <p:nvGrpSpPr>
          <p:cNvPr id="6701" name="Google Shape;6701;p60"/>
          <p:cNvGrpSpPr/>
          <p:nvPr/>
        </p:nvGrpSpPr>
        <p:grpSpPr>
          <a:xfrm>
            <a:off x="7460077" y="1391433"/>
            <a:ext cx="572696" cy="572696"/>
            <a:chOff x="1487200" y="4993750"/>
            <a:chExt cx="483125" cy="483125"/>
          </a:xfrm>
        </p:grpSpPr>
        <p:sp>
          <p:nvSpPr>
            <p:cNvPr id="6702" name="Google Shape;6702;p60"/>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03" name="Google Shape;6703;p60"/>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704" name="Google Shape;6704;p60"/>
          <p:cNvGrpSpPr/>
          <p:nvPr/>
        </p:nvGrpSpPr>
        <p:grpSpPr>
          <a:xfrm>
            <a:off x="1111227" y="1391433"/>
            <a:ext cx="572696" cy="572696"/>
            <a:chOff x="2081650" y="4993750"/>
            <a:chExt cx="483125" cy="483125"/>
          </a:xfrm>
        </p:grpSpPr>
        <p:sp>
          <p:nvSpPr>
            <p:cNvPr id="6705" name="Google Shape;6705;p60"/>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06" name="Google Shape;6706;p60"/>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707" name="Google Shape;6707;p60"/>
          <p:cNvSpPr/>
          <p:nvPr/>
        </p:nvSpPr>
        <p:spPr>
          <a:xfrm>
            <a:off x="827950" y="826963"/>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11" name="Shape 6711"/>
        <p:cNvGrpSpPr/>
        <p:nvPr/>
      </p:nvGrpSpPr>
      <p:grpSpPr>
        <a:xfrm>
          <a:off x="0" y="0"/>
          <a:ext cx="0" cy="0"/>
          <a:chOff x="0" y="0"/>
          <a:chExt cx="0" cy="0"/>
        </a:xfrm>
      </p:grpSpPr>
      <p:sp>
        <p:nvSpPr>
          <p:cNvPr id="6712" name="Google Shape;6712;p61"/>
          <p:cNvSpPr/>
          <p:nvPr/>
        </p:nvSpPr>
        <p:spPr>
          <a:xfrm flipH="1">
            <a:off x="1617717" y="941665"/>
            <a:ext cx="802577" cy="731265"/>
          </a:xfrm>
          <a:custGeom>
            <a:rect b="b" l="l" r="r" t="t"/>
            <a:pathLst>
              <a:path extrusionOk="0" h="55169" w="60549">
                <a:moveTo>
                  <a:pt x="30289" y="0"/>
                </a:moveTo>
                <a:cubicBezTo>
                  <a:pt x="23230" y="0"/>
                  <a:pt x="16171" y="2690"/>
                  <a:pt x="10791" y="8070"/>
                </a:cubicBezTo>
                <a:cubicBezTo>
                  <a:pt x="0" y="18861"/>
                  <a:pt x="0" y="36308"/>
                  <a:pt x="10791" y="47098"/>
                </a:cubicBezTo>
                <a:cubicBezTo>
                  <a:pt x="16171" y="52478"/>
                  <a:pt x="23230" y="55168"/>
                  <a:pt x="30289" y="55168"/>
                </a:cubicBezTo>
                <a:cubicBezTo>
                  <a:pt x="37349" y="55168"/>
                  <a:pt x="44408" y="52478"/>
                  <a:pt x="49788" y="47098"/>
                </a:cubicBezTo>
                <a:cubicBezTo>
                  <a:pt x="60548" y="36308"/>
                  <a:pt x="60548" y="18861"/>
                  <a:pt x="49788" y="8070"/>
                </a:cubicBezTo>
                <a:cubicBezTo>
                  <a:pt x="44408" y="2690"/>
                  <a:pt x="37349" y="0"/>
                  <a:pt x="30289" y="0"/>
                </a:cubicBezTo>
                <a:close/>
              </a:path>
            </a:pathLst>
          </a:custGeom>
          <a:noFill/>
          <a:ln cap="flat" cmpd="sng" w="38100">
            <a:solidFill>
              <a:srgbClr val="E4BE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61"/>
          <p:cNvSpPr/>
          <p:nvPr/>
        </p:nvSpPr>
        <p:spPr>
          <a:xfrm flipH="1">
            <a:off x="1617717" y="2909893"/>
            <a:ext cx="802577" cy="731265"/>
          </a:xfrm>
          <a:custGeom>
            <a:rect b="b" l="l" r="r" t="t"/>
            <a:pathLst>
              <a:path extrusionOk="0" h="55169" w="60549">
                <a:moveTo>
                  <a:pt x="30289" y="0"/>
                </a:moveTo>
                <a:cubicBezTo>
                  <a:pt x="23230" y="0"/>
                  <a:pt x="16171" y="2690"/>
                  <a:pt x="10791" y="8070"/>
                </a:cubicBezTo>
                <a:cubicBezTo>
                  <a:pt x="0" y="18861"/>
                  <a:pt x="0" y="36308"/>
                  <a:pt x="10791" y="47098"/>
                </a:cubicBezTo>
                <a:cubicBezTo>
                  <a:pt x="16171" y="52478"/>
                  <a:pt x="23230" y="55168"/>
                  <a:pt x="30289" y="55168"/>
                </a:cubicBezTo>
                <a:cubicBezTo>
                  <a:pt x="37349" y="55168"/>
                  <a:pt x="44408" y="52478"/>
                  <a:pt x="49788" y="47098"/>
                </a:cubicBezTo>
                <a:cubicBezTo>
                  <a:pt x="60548" y="36308"/>
                  <a:pt x="60548" y="18861"/>
                  <a:pt x="49788" y="8070"/>
                </a:cubicBezTo>
                <a:cubicBezTo>
                  <a:pt x="44408" y="2690"/>
                  <a:pt x="37349" y="0"/>
                  <a:pt x="30289" y="0"/>
                </a:cubicBezTo>
                <a:close/>
              </a:path>
            </a:pathLst>
          </a:custGeom>
          <a:noFill/>
          <a:ln cap="flat" cmpd="sng" w="38100">
            <a:solidFill>
              <a:srgbClr val="E4BE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61"/>
          <p:cNvSpPr/>
          <p:nvPr/>
        </p:nvSpPr>
        <p:spPr>
          <a:xfrm flipH="1">
            <a:off x="1617720" y="942099"/>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61"/>
          <p:cNvSpPr/>
          <p:nvPr/>
        </p:nvSpPr>
        <p:spPr>
          <a:xfrm flipH="1">
            <a:off x="1617742" y="2930066"/>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61"/>
          <p:cNvSpPr txBox="1"/>
          <p:nvPr>
            <p:ph idx="8"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Post-prevention</a:t>
            </a:r>
            <a:endParaRPr/>
          </a:p>
        </p:txBody>
      </p:sp>
      <p:sp>
        <p:nvSpPr>
          <p:cNvPr id="6717" name="Google Shape;6717;p61"/>
          <p:cNvSpPr txBox="1"/>
          <p:nvPr>
            <p:ph type="title"/>
          </p:nvPr>
        </p:nvSpPr>
        <p:spPr>
          <a:xfrm>
            <a:off x="1178855" y="1763763"/>
            <a:ext cx="1680300" cy="335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6718" name="Google Shape;6718;p61"/>
          <p:cNvSpPr txBox="1"/>
          <p:nvPr>
            <p:ph idx="1" type="subTitle"/>
          </p:nvPr>
        </p:nvSpPr>
        <p:spPr>
          <a:xfrm>
            <a:off x="1062905" y="2157575"/>
            <a:ext cx="19122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6719" name="Google Shape;6719;p61"/>
          <p:cNvSpPr txBox="1"/>
          <p:nvPr>
            <p:ph idx="2" type="title"/>
          </p:nvPr>
        </p:nvSpPr>
        <p:spPr>
          <a:xfrm>
            <a:off x="6284845" y="1763763"/>
            <a:ext cx="1680300" cy="335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6720" name="Google Shape;6720;p61"/>
          <p:cNvSpPr txBox="1"/>
          <p:nvPr>
            <p:ph idx="3" type="subTitle"/>
          </p:nvPr>
        </p:nvSpPr>
        <p:spPr>
          <a:xfrm>
            <a:off x="6168895" y="2157575"/>
            <a:ext cx="19122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It’s the biggest planet in the Solar System</a:t>
            </a:r>
            <a:endParaRPr/>
          </a:p>
        </p:txBody>
      </p:sp>
      <p:sp>
        <p:nvSpPr>
          <p:cNvPr id="6721" name="Google Shape;6721;p61"/>
          <p:cNvSpPr txBox="1"/>
          <p:nvPr>
            <p:ph idx="4" type="title"/>
          </p:nvPr>
        </p:nvSpPr>
        <p:spPr>
          <a:xfrm>
            <a:off x="1178855" y="3728018"/>
            <a:ext cx="1680300" cy="335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6722" name="Google Shape;6722;p61"/>
          <p:cNvSpPr txBox="1"/>
          <p:nvPr>
            <p:ph idx="5" type="subTitle"/>
          </p:nvPr>
        </p:nvSpPr>
        <p:spPr>
          <a:xfrm>
            <a:off x="1062905" y="4124400"/>
            <a:ext cx="19122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Despite being red, Mars is a very cold place</a:t>
            </a:r>
            <a:endParaRPr/>
          </a:p>
        </p:txBody>
      </p:sp>
      <p:sp>
        <p:nvSpPr>
          <p:cNvPr id="6723" name="Google Shape;6723;p61"/>
          <p:cNvSpPr txBox="1"/>
          <p:nvPr>
            <p:ph idx="6" type="title"/>
          </p:nvPr>
        </p:nvSpPr>
        <p:spPr>
          <a:xfrm>
            <a:off x="6284845" y="3728018"/>
            <a:ext cx="1680300" cy="335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6724" name="Google Shape;6724;p61"/>
          <p:cNvSpPr txBox="1"/>
          <p:nvPr>
            <p:ph idx="7" type="subTitle"/>
          </p:nvPr>
        </p:nvSpPr>
        <p:spPr>
          <a:xfrm>
            <a:off x="6168895" y="4124400"/>
            <a:ext cx="19122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 is a gas giant and has several rings</a:t>
            </a:r>
            <a:endParaRPr/>
          </a:p>
        </p:txBody>
      </p:sp>
      <p:pic>
        <p:nvPicPr>
          <p:cNvPr id="6725" name="Google Shape;6725;p61"/>
          <p:cNvPicPr preferRelativeResize="0"/>
          <p:nvPr/>
        </p:nvPicPr>
        <p:blipFill rotWithShape="1">
          <a:blip r:embed="rId3">
            <a:alphaModFix/>
          </a:blip>
          <a:srcRect b="0" l="17193" r="13950" t="0"/>
          <a:stretch/>
        </p:blipFill>
        <p:spPr>
          <a:xfrm>
            <a:off x="3350468" y="1630963"/>
            <a:ext cx="2461500" cy="2382600"/>
          </a:xfrm>
          <a:prstGeom prst="ellipse">
            <a:avLst/>
          </a:prstGeom>
          <a:noFill/>
          <a:ln>
            <a:noFill/>
          </a:ln>
        </p:spPr>
      </p:pic>
      <p:sp>
        <p:nvSpPr>
          <p:cNvPr id="6726" name="Google Shape;6726;p61"/>
          <p:cNvSpPr/>
          <p:nvPr/>
        </p:nvSpPr>
        <p:spPr>
          <a:xfrm>
            <a:off x="3331938" y="1613338"/>
            <a:ext cx="2480100" cy="2382600"/>
          </a:xfrm>
          <a:prstGeom prst="ellipse">
            <a:avLst/>
          </a:prstGeom>
          <a:noFill/>
          <a:ln cap="flat" cmpd="sng" w="762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61"/>
          <p:cNvSpPr/>
          <p:nvPr/>
        </p:nvSpPr>
        <p:spPr>
          <a:xfrm>
            <a:off x="6723706" y="941665"/>
            <a:ext cx="802577" cy="731265"/>
          </a:xfrm>
          <a:custGeom>
            <a:rect b="b" l="l" r="r" t="t"/>
            <a:pathLst>
              <a:path extrusionOk="0" h="55169" w="60549">
                <a:moveTo>
                  <a:pt x="30289" y="0"/>
                </a:moveTo>
                <a:cubicBezTo>
                  <a:pt x="23230" y="0"/>
                  <a:pt x="16171" y="2690"/>
                  <a:pt x="10791" y="8070"/>
                </a:cubicBezTo>
                <a:cubicBezTo>
                  <a:pt x="0" y="18861"/>
                  <a:pt x="0" y="36308"/>
                  <a:pt x="10791" y="47098"/>
                </a:cubicBezTo>
                <a:cubicBezTo>
                  <a:pt x="16171" y="52478"/>
                  <a:pt x="23230" y="55168"/>
                  <a:pt x="30289" y="55168"/>
                </a:cubicBezTo>
                <a:cubicBezTo>
                  <a:pt x="37349" y="55168"/>
                  <a:pt x="44408" y="52478"/>
                  <a:pt x="49788" y="47098"/>
                </a:cubicBezTo>
                <a:cubicBezTo>
                  <a:pt x="60548" y="36308"/>
                  <a:pt x="60548" y="18861"/>
                  <a:pt x="49788" y="8070"/>
                </a:cubicBezTo>
                <a:cubicBezTo>
                  <a:pt x="44408" y="2690"/>
                  <a:pt x="37349" y="0"/>
                  <a:pt x="30289" y="0"/>
                </a:cubicBezTo>
                <a:close/>
              </a:path>
            </a:pathLst>
          </a:custGeom>
          <a:noFill/>
          <a:ln cap="flat" cmpd="sng" w="38100">
            <a:solidFill>
              <a:srgbClr val="E4BE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61"/>
          <p:cNvSpPr/>
          <p:nvPr/>
        </p:nvSpPr>
        <p:spPr>
          <a:xfrm>
            <a:off x="6723706" y="2909893"/>
            <a:ext cx="802577" cy="731265"/>
          </a:xfrm>
          <a:custGeom>
            <a:rect b="b" l="l" r="r" t="t"/>
            <a:pathLst>
              <a:path extrusionOk="0" h="55169" w="60549">
                <a:moveTo>
                  <a:pt x="30289" y="0"/>
                </a:moveTo>
                <a:cubicBezTo>
                  <a:pt x="23230" y="0"/>
                  <a:pt x="16171" y="2690"/>
                  <a:pt x="10791" y="8070"/>
                </a:cubicBezTo>
                <a:cubicBezTo>
                  <a:pt x="0" y="18861"/>
                  <a:pt x="0" y="36308"/>
                  <a:pt x="10791" y="47098"/>
                </a:cubicBezTo>
                <a:cubicBezTo>
                  <a:pt x="16171" y="52478"/>
                  <a:pt x="23230" y="55168"/>
                  <a:pt x="30289" y="55168"/>
                </a:cubicBezTo>
                <a:cubicBezTo>
                  <a:pt x="37349" y="55168"/>
                  <a:pt x="44408" y="52478"/>
                  <a:pt x="49788" y="47098"/>
                </a:cubicBezTo>
                <a:cubicBezTo>
                  <a:pt x="60548" y="36308"/>
                  <a:pt x="60548" y="18861"/>
                  <a:pt x="49788" y="8070"/>
                </a:cubicBezTo>
                <a:cubicBezTo>
                  <a:pt x="44408" y="2690"/>
                  <a:pt x="37349" y="0"/>
                  <a:pt x="30289" y="0"/>
                </a:cubicBezTo>
                <a:close/>
              </a:path>
            </a:pathLst>
          </a:custGeom>
          <a:noFill/>
          <a:ln cap="flat" cmpd="sng" w="38100">
            <a:solidFill>
              <a:srgbClr val="E4BE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61"/>
          <p:cNvSpPr txBox="1"/>
          <p:nvPr/>
        </p:nvSpPr>
        <p:spPr>
          <a:xfrm>
            <a:off x="1531955" y="1014125"/>
            <a:ext cx="974100" cy="593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500">
                <a:solidFill>
                  <a:srgbClr val="283848"/>
                </a:solidFill>
                <a:latin typeface="Big Shoulders Text"/>
                <a:ea typeface="Big Shoulders Text"/>
                <a:cs typeface="Big Shoulders Text"/>
                <a:sym typeface="Big Shoulders Text"/>
              </a:rPr>
              <a:t>01</a:t>
            </a:r>
            <a:endParaRPr b="1" sz="2500">
              <a:solidFill>
                <a:srgbClr val="283848"/>
              </a:solidFill>
              <a:latin typeface="Big Shoulders Text"/>
              <a:ea typeface="Big Shoulders Text"/>
              <a:cs typeface="Big Shoulders Text"/>
              <a:sym typeface="Big Shoulders Text"/>
            </a:endParaRPr>
          </a:p>
        </p:txBody>
      </p:sp>
      <p:sp>
        <p:nvSpPr>
          <p:cNvPr id="6730" name="Google Shape;6730;p61"/>
          <p:cNvSpPr txBox="1"/>
          <p:nvPr/>
        </p:nvSpPr>
        <p:spPr>
          <a:xfrm>
            <a:off x="6637945" y="1010600"/>
            <a:ext cx="974100" cy="593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500">
                <a:solidFill>
                  <a:srgbClr val="283848"/>
                </a:solidFill>
                <a:latin typeface="Big Shoulders Text"/>
                <a:ea typeface="Big Shoulders Text"/>
                <a:cs typeface="Big Shoulders Text"/>
                <a:sym typeface="Big Shoulders Text"/>
              </a:rPr>
              <a:t>02</a:t>
            </a:r>
            <a:endParaRPr b="1" sz="2500">
              <a:solidFill>
                <a:srgbClr val="283848"/>
              </a:solidFill>
              <a:latin typeface="Big Shoulders Text"/>
              <a:ea typeface="Big Shoulders Text"/>
              <a:cs typeface="Big Shoulders Text"/>
              <a:sym typeface="Big Shoulders Text"/>
            </a:endParaRPr>
          </a:p>
        </p:txBody>
      </p:sp>
      <p:sp>
        <p:nvSpPr>
          <p:cNvPr id="6731" name="Google Shape;6731;p61"/>
          <p:cNvSpPr txBox="1"/>
          <p:nvPr/>
        </p:nvSpPr>
        <p:spPr>
          <a:xfrm>
            <a:off x="1531955" y="2975457"/>
            <a:ext cx="974100" cy="593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500">
                <a:solidFill>
                  <a:srgbClr val="283848"/>
                </a:solidFill>
                <a:latin typeface="Big Shoulders Text"/>
                <a:ea typeface="Big Shoulders Text"/>
                <a:cs typeface="Big Shoulders Text"/>
                <a:sym typeface="Big Shoulders Text"/>
              </a:rPr>
              <a:t>03</a:t>
            </a:r>
            <a:endParaRPr b="1" sz="2500">
              <a:solidFill>
                <a:srgbClr val="283848"/>
              </a:solidFill>
              <a:latin typeface="Big Shoulders Text"/>
              <a:ea typeface="Big Shoulders Text"/>
              <a:cs typeface="Big Shoulders Text"/>
              <a:sym typeface="Big Shoulders Text"/>
            </a:endParaRPr>
          </a:p>
        </p:txBody>
      </p:sp>
      <p:sp>
        <p:nvSpPr>
          <p:cNvPr id="6732" name="Google Shape;6732;p61"/>
          <p:cNvSpPr txBox="1"/>
          <p:nvPr/>
        </p:nvSpPr>
        <p:spPr>
          <a:xfrm>
            <a:off x="6637945" y="2978828"/>
            <a:ext cx="974100" cy="593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500">
                <a:solidFill>
                  <a:srgbClr val="283848"/>
                </a:solidFill>
                <a:latin typeface="Big Shoulders Text"/>
                <a:ea typeface="Big Shoulders Text"/>
                <a:cs typeface="Big Shoulders Text"/>
                <a:sym typeface="Big Shoulders Text"/>
              </a:rPr>
              <a:t>04</a:t>
            </a:r>
            <a:endParaRPr b="1" sz="2500">
              <a:solidFill>
                <a:srgbClr val="283848"/>
              </a:solidFill>
              <a:latin typeface="Big Shoulders Text"/>
              <a:ea typeface="Big Shoulders Text"/>
              <a:cs typeface="Big Shoulders Text"/>
              <a:sym typeface="Big Shoulders Text"/>
            </a:endParaRPr>
          </a:p>
        </p:txBody>
      </p:sp>
      <p:sp>
        <p:nvSpPr>
          <p:cNvPr id="6733" name="Google Shape;6733;p61"/>
          <p:cNvSpPr/>
          <p:nvPr/>
        </p:nvSpPr>
        <p:spPr>
          <a:xfrm>
            <a:off x="7334765" y="942099"/>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61"/>
          <p:cNvSpPr/>
          <p:nvPr/>
        </p:nvSpPr>
        <p:spPr>
          <a:xfrm>
            <a:off x="7334743" y="2930066"/>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61"/>
          <p:cNvSpPr/>
          <p:nvPr/>
        </p:nvSpPr>
        <p:spPr>
          <a:xfrm>
            <a:off x="421050" y="3846088"/>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39" name="Shape 6739"/>
        <p:cNvGrpSpPr/>
        <p:nvPr/>
      </p:nvGrpSpPr>
      <p:grpSpPr>
        <a:xfrm>
          <a:off x="0" y="0"/>
          <a:ext cx="0" cy="0"/>
          <a:chOff x="0" y="0"/>
          <a:chExt cx="0" cy="0"/>
        </a:xfrm>
      </p:grpSpPr>
      <p:sp>
        <p:nvSpPr>
          <p:cNvPr id="6740" name="Google Shape;6740;p62"/>
          <p:cNvSpPr/>
          <p:nvPr/>
        </p:nvSpPr>
        <p:spPr>
          <a:xfrm>
            <a:off x="4933817" y="2423359"/>
            <a:ext cx="888254" cy="809329"/>
          </a:xfrm>
          <a:custGeom>
            <a:rect b="b" l="l" r="r" t="t"/>
            <a:pathLst>
              <a:path extrusionOk="0" h="55169" w="60549">
                <a:moveTo>
                  <a:pt x="30289" y="0"/>
                </a:moveTo>
                <a:cubicBezTo>
                  <a:pt x="23230" y="0"/>
                  <a:pt x="16171" y="2690"/>
                  <a:pt x="10791" y="8070"/>
                </a:cubicBezTo>
                <a:cubicBezTo>
                  <a:pt x="0" y="18861"/>
                  <a:pt x="0" y="36308"/>
                  <a:pt x="10791" y="47098"/>
                </a:cubicBezTo>
                <a:cubicBezTo>
                  <a:pt x="16171" y="52478"/>
                  <a:pt x="23230" y="55168"/>
                  <a:pt x="30289" y="55168"/>
                </a:cubicBezTo>
                <a:cubicBezTo>
                  <a:pt x="37349" y="55168"/>
                  <a:pt x="44408" y="52478"/>
                  <a:pt x="49788" y="47098"/>
                </a:cubicBezTo>
                <a:cubicBezTo>
                  <a:pt x="60548" y="36308"/>
                  <a:pt x="60548" y="18861"/>
                  <a:pt x="49788" y="8070"/>
                </a:cubicBezTo>
                <a:cubicBezTo>
                  <a:pt x="44408" y="2690"/>
                  <a:pt x="37349" y="0"/>
                  <a:pt x="30289" y="0"/>
                </a:cubicBezTo>
                <a:close/>
              </a:path>
            </a:pathLst>
          </a:cu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62"/>
          <p:cNvSpPr/>
          <p:nvPr/>
        </p:nvSpPr>
        <p:spPr>
          <a:xfrm>
            <a:off x="6545717" y="2423359"/>
            <a:ext cx="888254" cy="809329"/>
          </a:xfrm>
          <a:custGeom>
            <a:rect b="b" l="l" r="r" t="t"/>
            <a:pathLst>
              <a:path extrusionOk="0" h="55169" w="60549">
                <a:moveTo>
                  <a:pt x="30289" y="0"/>
                </a:moveTo>
                <a:cubicBezTo>
                  <a:pt x="23230" y="0"/>
                  <a:pt x="16171" y="2690"/>
                  <a:pt x="10791" y="8070"/>
                </a:cubicBezTo>
                <a:cubicBezTo>
                  <a:pt x="0" y="18861"/>
                  <a:pt x="0" y="36308"/>
                  <a:pt x="10791" y="47098"/>
                </a:cubicBezTo>
                <a:cubicBezTo>
                  <a:pt x="16171" y="52478"/>
                  <a:pt x="23230" y="55168"/>
                  <a:pt x="30289" y="55168"/>
                </a:cubicBezTo>
                <a:cubicBezTo>
                  <a:pt x="37349" y="55168"/>
                  <a:pt x="44408" y="52478"/>
                  <a:pt x="49788" y="47098"/>
                </a:cubicBezTo>
                <a:cubicBezTo>
                  <a:pt x="60548" y="36308"/>
                  <a:pt x="60548" y="18861"/>
                  <a:pt x="49788" y="8070"/>
                </a:cubicBezTo>
                <a:cubicBezTo>
                  <a:pt x="44408" y="2690"/>
                  <a:pt x="37349" y="0"/>
                  <a:pt x="30289" y="0"/>
                </a:cubicBezTo>
                <a:close/>
              </a:path>
            </a:pathLst>
          </a:cu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62"/>
          <p:cNvSpPr/>
          <p:nvPr/>
        </p:nvSpPr>
        <p:spPr>
          <a:xfrm>
            <a:off x="3321917" y="2423359"/>
            <a:ext cx="888254" cy="809329"/>
          </a:xfrm>
          <a:custGeom>
            <a:rect b="b" l="l" r="r" t="t"/>
            <a:pathLst>
              <a:path extrusionOk="0" h="55169" w="60549">
                <a:moveTo>
                  <a:pt x="30289" y="0"/>
                </a:moveTo>
                <a:cubicBezTo>
                  <a:pt x="23230" y="0"/>
                  <a:pt x="16171" y="2690"/>
                  <a:pt x="10791" y="8070"/>
                </a:cubicBezTo>
                <a:cubicBezTo>
                  <a:pt x="0" y="18861"/>
                  <a:pt x="0" y="36308"/>
                  <a:pt x="10791" y="47098"/>
                </a:cubicBezTo>
                <a:cubicBezTo>
                  <a:pt x="16171" y="52478"/>
                  <a:pt x="23230" y="55168"/>
                  <a:pt x="30289" y="55168"/>
                </a:cubicBezTo>
                <a:cubicBezTo>
                  <a:pt x="37349" y="55168"/>
                  <a:pt x="44408" y="52478"/>
                  <a:pt x="49788" y="47098"/>
                </a:cubicBezTo>
                <a:cubicBezTo>
                  <a:pt x="60548" y="36308"/>
                  <a:pt x="60548" y="18861"/>
                  <a:pt x="49788" y="8070"/>
                </a:cubicBezTo>
                <a:cubicBezTo>
                  <a:pt x="44408" y="2690"/>
                  <a:pt x="37349" y="0"/>
                  <a:pt x="30289" y="0"/>
                </a:cubicBezTo>
                <a:close/>
              </a:path>
            </a:pathLst>
          </a:cu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62"/>
          <p:cNvSpPr/>
          <p:nvPr/>
        </p:nvSpPr>
        <p:spPr>
          <a:xfrm>
            <a:off x="1705591" y="2423359"/>
            <a:ext cx="888254" cy="809329"/>
          </a:xfrm>
          <a:custGeom>
            <a:rect b="b" l="l" r="r" t="t"/>
            <a:pathLst>
              <a:path extrusionOk="0" h="55169" w="60549">
                <a:moveTo>
                  <a:pt x="30289" y="0"/>
                </a:moveTo>
                <a:cubicBezTo>
                  <a:pt x="23230" y="0"/>
                  <a:pt x="16171" y="2690"/>
                  <a:pt x="10791" y="8070"/>
                </a:cubicBezTo>
                <a:cubicBezTo>
                  <a:pt x="0" y="18861"/>
                  <a:pt x="0" y="36308"/>
                  <a:pt x="10791" y="47098"/>
                </a:cubicBezTo>
                <a:cubicBezTo>
                  <a:pt x="16171" y="52478"/>
                  <a:pt x="23230" y="55168"/>
                  <a:pt x="30289" y="55168"/>
                </a:cubicBezTo>
                <a:cubicBezTo>
                  <a:pt x="37349" y="55168"/>
                  <a:pt x="44408" y="52478"/>
                  <a:pt x="49788" y="47098"/>
                </a:cubicBezTo>
                <a:cubicBezTo>
                  <a:pt x="60548" y="36308"/>
                  <a:pt x="60548" y="18861"/>
                  <a:pt x="49788" y="8070"/>
                </a:cubicBezTo>
                <a:cubicBezTo>
                  <a:pt x="44408" y="2690"/>
                  <a:pt x="37349" y="0"/>
                  <a:pt x="30289" y="0"/>
                </a:cubicBezTo>
                <a:close/>
              </a:path>
            </a:pathLst>
          </a:cu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62"/>
          <p:cNvSpPr txBox="1"/>
          <p:nvPr>
            <p:ph type="title"/>
          </p:nvPr>
        </p:nvSpPr>
        <p:spPr>
          <a:xfrm>
            <a:off x="715100" y="445025"/>
            <a:ext cx="77139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Case timeline</a:t>
            </a:r>
            <a:endParaRPr/>
          </a:p>
        </p:txBody>
      </p:sp>
      <p:sp>
        <p:nvSpPr>
          <p:cNvPr id="6745" name="Google Shape;6745;p62"/>
          <p:cNvSpPr txBox="1"/>
          <p:nvPr/>
        </p:nvSpPr>
        <p:spPr>
          <a:xfrm>
            <a:off x="1348201" y="3593045"/>
            <a:ext cx="1611900" cy="400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dk2"/>
                </a:solidFill>
                <a:latin typeface="Big Shoulders Text"/>
                <a:ea typeface="Big Shoulders Text"/>
                <a:cs typeface="Big Shoulders Text"/>
                <a:sym typeface="Big Shoulders Text"/>
              </a:rPr>
              <a:t>Venus</a:t>
            </a:r>
            <a:endParaRPr sz="2400">
              <a:solidFill>
                <a:schemeClr val="dk2"/>
              </a:solidFill>
              <a:latin typeface="Big Shoulders Text"/>
              <a:ea typeface="Big Shoulders Text"/>
              <a:cs typeface="Big Shoulders Text"/>
              <a:sym typeface="Big Shoulders Text"/>
            </a:endParaRPr>
          </a:p>
        </p:txBody>
      </p:sp>
      <p:sp>
        <p:nvSpPr>
          <p:cNvPr id="6746" name="Google Shape;6746;p62"/>
          <p:cNvSpPr txBox="1"/>
          <p:nvPr/>
        </p:nvSpPr>
        <p:spPr>
          <a:xfrm>
            <a:off x="1348200" y="4022580"/>
            <a:ext cx="1611900" cy="416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PT Sans Narrow"/>
                <a:ea typeface="PT Sans Narrow"/>
                <a:cs typeface="PT Sans Narrow"/>
                <a:sym typeface="PT Sans Narrow"/>
              </a:rPr>
              <a:t>Venus is the second planet from the Sun</a:t>
            </a:r>
            <a:endParaRPr sz="2400">
              <a:solidFill>
                <a:schemeClr val="dk2"/>
              </a:solidFill>
              <a:latin typeface="Big Shoulders Text"/>
              <a:ea typeface="Big Shoulders Text"/>
              <a:cs typeface="Big Shoulders Text"/>
              <a:sym typeface="Big Shoulders Text"/>
            </a:endParaRPr>
          </a:p>
        </p:txBody>
      </p:sp>
      <p:sp>
        <p:nvSpPr>
          <p:cNvPr id="6747" name="Google Shape;6747;p62"/>
          <p:cNvSpPr txBox="1"/>
          <p:nvPr/>
        </p:nvSpPr>
        <p:spPr>
          <a:xfrm>
            <a:off x="2960101" y="1196115"/>
            <a:ext cx="1611900" cy="400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dk2"/>
                </a:solidFill>
                <a:latin typeface="Big Shoulders Text"/>
                <a:ea typeface="Big Shoulders Text"/>
                <a:cs typeface="Big Shoulders Text"/>
                <a:sym typeface="Big Shoulders Text"/>
              </a:rPr>
              <a:t>Mars</a:t>
            </a:r>
            <a:endParaRPr sz="2400">
              <a:solidFill>
                <a:schemeClr val="dk2"/>
              </a:solidFill>
              <a:latin typeface="Big Shoulders Text"/>
              <a:ea typeface="Big Shoulders Text"/>
              <a:cs typeface="Big Shoulders Text"/>
              <a:sym typeface="Big Shoulders Text"/>
            </a:endParaRPr>
          </a:p>
        </p:txBody>
      </p:sp>
      <p:sp>
        <p:nvSpPr>
          <p:cNvPr id="6748" name="Google Shape;6748;p62"/>
          <p:cNvSpPr txBox="1"/>
          <p:nvPr/>
        </p:nvSpPr>
        <p:spPr>
          <a:xfrm>
            <a:off x="2960100" y="1628948"/>
            <a:ext cx="1611900" cy="416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PT Sans Narrow"/>
                <a:ea typeface="PT Sans Narrow"/>
                <a:cs typeface="PT Sans Narrow"/>
                <a:sym typeface="PT Sans Narrow"/>
              </a:rPr>
              <a:t>Mars is actually a cold place despite its color</a:t>
            </a:r>
            <a:endParaRPr>
              <a:solidFill>
                <a:schemeClr val="dk2"/>
              </a:solidFill>
              <a:latin typeface="PT Sans Narrow"/>
              <a:ea typeface="PT Sans Narrow"/>
              <a:cs typeface="PT Sans Narrow"/>
              <a:sym typeface="PT Sans Narrow"/>
            </a:endParaRPr>
          </a:p>
        </p:txBody>
      </p:sp>
      <p:sp>
        <p:nvSpPr>
          <p:cNvPr id="6749" name="Google Shape;6749;p62"/>
          <p:cNvSpPr txBox="1"/>
          <p:nvPr/>
        </p:nvSpPr>
        <p:spPr>
          <a:xfrm>
            <a:off x="4572001" y="3582174"/>
            <a:ext cx="1611900" cy="400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dk2"/>
                </a:solidFill>
                <a:latin typeface="Big Shoulders Text"/>
                <a:ea typeface="Big Shoulders Text"/>
                <a:cs typeface="Big Shoulders Text"/>
                <a:sym typeface="Big Shoulders Text"/>
              </a:rPr>
              <a:t>Saturn</a:t>
            </a:r>
            <a:endParaRPr sz="2400">
              <a:solidFill>
                <a:schemeClr val="dk2"/>
              </a:solidFill>
              <a:latin typeface="Big Shoulders Text"/>
              <a:ea typeface="Big Shoulders Text"/>
              <a:cs typeface="Big Shoulders Text"/>
              <a:sym typeface="Big Shoulders Text"/>
            </a:endParaRPr>
          </a:p>
        </p:txBody>
      </p:sp>
      <p:sp>
        <p:nvSpPr>
          <p:cNvPr id="6750" name="Google Shape;6750;p62"/>
          <p:cNvSpPr txBox="1"/>
          <p:nvPr/>
        </p:nvSpPr>
        <p:spPr>
          <a:xfrm>
            <a:off x="4572000" y="4011709"/>
            <a:ext cx="1611900" cy="416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PT Sans Narrow"/>
                <a:ea typeface="PT Sans Narrow"/>
                <a:cs typeface="PT Sans Narrow"/>
                <a:sym typeface="PT Sans Narrow"/>
              </a:rPr>
              <a:t>Saturn is composed of hydrogen and helium</a:t>
            </a:r>
            <a:endParaRPr>
              <a:solidFill>
                <a:schemeClr val="dk2"/>
              </a:solidFill>
              <a:latin typeface="PT Sans Narrow"/>
              <a:ea typeface="PT Sans Narrow"/>
              <a:cs typeface="PT Sans Narrow"/>
              <a:sym typeface="PT Sans Narrow"/>
            </a:endParaRPr>
          </a:p>
        </p:txBody>
      </p:sp>
      <p:sp>
        <p:nvSpPr>
          <p:cNvPr id="6751" name="Google Shape;6751;p62"/>
          <p:cNvSpPr txBox="1"/>
          <p:nvPr/>
        </p:nvSpPr>
        <p:spPr>
          <a:xfrm>
            <a:off x="6183901" y="1196578"/>
            <a:ext cx="1611900" cy="400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dk2"/>
                </a:solidFill>
                <a:latin typeface="Big Shoulders Text"/>
                <a:ea typeface="Big Shoulders Text"/>
                <a:cs typeface="Big Shoulders Text"/>
                <a:sym typeface="Big Shoulders Text"/>
              </a:rPr>
              <a:t>Jupiter</a:t>
            </a:r>
            <a:endParaRPr sz="2400">
              <a:solidFill>
                <a:schemeClr val="dk2"/>
              </a:solidFill>
              <a:latin typeface="Big Shoulders Text"/>
              <a:ea typeface="Big Shoulders Text"/>
              <a:cs typeface="Big Shoulders Text"/>
              <a:sym typeface="Big Shoulders Text"/>
            </a:endParaRPr>
          </a:p>
        </p:txBody>
      </p:sp>
      <p:sp>
        <p:nvSpPr>
          <p:cNvPr id="6752" name="Google Shape;6752;p62"/>
          <p:cNvSpPr txBox="1"/>
          <p:nvPr/>
        </p:nvSpPr>
        <p:spPr>
          <a:xfrm>
            <a:off x="6183900" y="1629411"/>
            <a:ext cx="1611900" cy="416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PT Sans Narrow"/>
                <a:ea typeface="PT Sans Narrow"/>
                <a:cs typeface="PT Sans Narrow"/>
                <a:sym typeface="PT Sans Narrow"/>
              </a:rPr>
              <a:t>Jupiter is the biggest planet of them all</a:t>
            </a:r>
            <a:endParaRPr>
              <a:solidFill>
                <a:schemeClr val="dk2"/>
              </a:solidFill>
              <a:latin typeface="PT Sans Narrow"/>
              <a:ea typeface="PT Sans Narrow"/>
              <a:cs typeface="PT Sans Narrow"/>
              <a:sym typeface="PT Sans Narrow"/>
            </a:endParaRPr>
          </a:p>
        </p:txBody>
      </p:sp>
      <p:sp>
        <p:nvSpPr>
          <p:cNvPr id="6753" name="Google Shape;6753;p62"/>
          <p:cNvSpPr txBox="1"/>
          <p:nvPr/>
        </p:nvSpPr>
        <p:spPr>
          <a:xfrm>
            <a:off x="1732800" y="2615125"/>
            <a:ext cx="842700" cy="400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dk2"/>
                </a:solidFill>
                <a:latin typeface="Big Shoulders Text"/>
                <a:ea typeface="Big Shoulders Text"/>
                <a:cs typeface="Big Shoulders Text"/>
                <a:sym typeface="Big Shoulders Text"/>
              </a:rPr>
              <a:t>Day </a:t>
            </a:r>
            <a:r>
              <a:rPr b="1" lang="en" sz="2500">
                <a:solidFill>
                  <a:schemeClr val="dk2"/>
                </a:solidFill>
                <a:latin typeface="Big Shoulders Text"/>
                <a:ea typeface="Big Shoulders Text"/>
                <a:cs typeface="Big Shoulders Text"/>
                <a:sym typeface="Big Shoulders Text"/>
              </a:rPr>
              <a:t>1</a:t>
            </a:r>
            <a:endParaRPr b="1" sz="2500">
              <a:solidFill>
                <a:schemeClr val="dk2"/>
              </a:solidFill>
              <a:latin typeface="Big Shoulders Text"/>
              <a:ea typeface="Big Shoulders Text"/>
              <a:cs typeface="Big Shoulders Text"/>
              <a:sym typeface="Big Shoulders Text"/>
            </a:endParaRPr>
          </a:p>
        </p:txBody>
      </p:sp>
      <p:sp>
        <p:nvSpPr>
          <p:cNvPr id="6754" name="Google Shape;6754;p62"/>
          <p:cNvSpPr txBox="1"/>
          <p:nvPr/>
        </p:nvSpPr>
        <p:spPr>
          <a:xfrm>
            <a:off x="3349625" y="2617450"/>
            <a:ext cx="832800" cy="400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dk2"/>
                </a:solidFill>
                <a:latin typeface="Big Shoulders Text"/>
                <a:ea typeface="Big Shoulders Text"/>
                <a:cs typeface="Big Shoulders Text"/>
                <a:sym typeface="Big Shoulders Text"/>
              </a:rPr>
              <a:t>Day </a:t>
            </a:r>
            <a:r>
              <a:rPr b="1" lang="en" sz="2500">
                <a:solidFill>
                  <a:schemeClr val="dk2"/>
                </a:solidFill>
                <a:latin typeface="Big Shoulders Text"/>
                <a:ea typeface="Big Shoulders Text"/>
                <a:cs typeface="Big Shoulders Text"/>
                <a:sym typeface="Big Shoulders Text"/>
              </a:rPr>
              <a:t>2</a:t>
            </a:r>
            <a:endParaRPr b="1" sz="2500">
              <a:solidFill>
                <a:schemeClr val="dk2"/>
              </a:solidFill>
              <a:latin typeface="Big Shoulders Text"/>
              <a:ea typeface="Big Shoulders Text"/>
              <a:cs typeface="Big Shoulders Text"/>
              <a:sym typeface="Big Shoulders Text"/>
            </a:endParaRPr>
          </a:p>
        </p:txBody>
      </p:sp>
      <p:sp>
        <p:nvSpPr>
          <p:cNvPr id="6755" name="Google Shape;6755;p62"/>
          <p:cNvSpPr txBox="1"/>
          <p:nvPr/>
        </p:nvSpPr>
        <p:spPr>
          <a:xfrm>
            <a:off x="4956600" y="2617450"/>
            <a:ext cx="842700" cy="400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dk2"/>
                </a:solidFill>
                <a:latin typeface="Big Shoulders Text"/>
                <a:ea typeface="Big Shoulders Text"/>
                <a:cs typeface="Big Shoulders Text"/>
                <a:sym typeface="Big Shoulders Text"/>
              </a:rPr>
              <a:t>Day </a:t>
            </a:r>
            <a:r>
              <a:rPr b="1" lang="en" sz="2500">
                <a:solidFill>
                  <a:schemeClr val="dk2"/>
                </a:solidFill>
                <a:latin typeface="Big Shoulders Text"/>
                <a:ea typeface="Big Shoulders Text"/>
                <a:cs typeface="Big Shoulders Text"/>
                <a:sym typeface="Big Shoulders Text"/>
              </a:rPr>
              <a:t>3</a:t>
            </a:r>
            <a:endParaRPr b="1" sz="2500">
              <a:solidFill>
                <a:schemeClr val="dk2"/>
              </a:solidFill>
              <a:latin typeface="Big Shoulders Text"/>
              <a:ea typeface="Big Shoulders Text"/>
              <a:cs typeface="Big Shoulders Text"/>
              <a:sym typeface="Big Shoulders Text"/>
            </a:endParaRPr>
          </a:p>
        </p:txBody>
      </p:sp>
      <p:sp>
        <p:nvSpPr>
          <p:cNvPr id="6756" name="Google Shape;6756;p62"/>
          <p:cNvSpPr txBox="1"/>
          <p:nvPr/>
        </p:nvSpPr>
        <p:spPr>
          <a:xfrm>
            <a:off x="6568500" y="2617450"/>
            <a:ext cx="842700" cy="400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dk2"/>
                </a:solidFill>
                <a:latin typeface="Big Shoulders Text"/>
                <a:ea typeface="Big Shoulders Text"/>
                <a:cs typeface="Big Shoulders Text"/>
                <a:sym typeface="Big Shoulders Text"/>
              </a:rPr>
              <a:t>Day </a:t>
            </a:r>
            <a:r>
              <a:rPr b="1" lang="en" sz="2500">
                <a:solidFill>
                  <a:schemeClr val="dk2"/>
                </a:solidFill>
                <a:latin typeface="Big Shoulders Text"/>
                <a:ea typeface="Big Shoulders Text"/>
                <a:cs typeface="Big Shoulders Text"/>
                <a:sym typeface="Big Shoulders Text"/>
              </a:rPr>
              <a:t>4</a:t>
            </a:r>
            <a:endParaRPr b="1" sz="2500">
              <a:solidFill>
                <a:schemeClr val="dk2"/>
              </a:solidFill>
              <a:latin typeface="Big Shoulders Text"/>
              <a:ea typeface="Big Shoulders Text"/>
              <a:cs typeface="Big Shoulders Text"/>
              <a:sym typeface="Big Shoulders Text"/>
            </a:endParaRPr>
          </a:p>
        </p:txBody>
      </p:sp>
      <p:cxnSp>
        <p:nvCxnSpPr>
          <p:cNvPr id="6757" name="Google Shape;6757;p62"/>
          <p:cNvCxnSpPr>
            <a:endCxn id="6753" idx="1"/>
          </p:cNvCxnSpPr>
          <p:nvPr/>
        </p:nvCxnSpPr>
        <p:spPr>
          <a:xfrm>
            <a:off x="10500" y="2815525"/>
            <a:ext cx="1722300" cy="0"/>
          </a:xfrm>
          <a:prstGeom prst="straightConnector1">
            <a:avLst/>
          </a:prstGeom>
          <a:noFill/>
          <a:ln cap="flat" cmpd="sng" w="19050">
            <a:solidFill>
              <a:schemeClr val="dk2"/>
            </a:solidFill>
            <a:prstDash val="dot"/>
            <a:round/>
            <a:headEnd len="med" w="med" type="none"/>
            <a:tailEnd len="med" w="med" type="none"/>
          </a:ln>
        </p:spPr>
      </p:cxnSp>
      <p:cxnSp>
        <p:nvCxnSpPr>
          <p:cNvPr id="6758" name="Google Shape;6758;p62"/>
          <p:cNvCxnSpPr>
            <a:stCxn id="6753" idx="3"/>
            <a:endCxn id="6754" idx="1"/>
          </p:cNvCxnSpPr>
          <p:nvPr/>
        </p:nvCxnSpPr>
        <p:spPr>
          <a:xfrm>
            <a:off x="2575500" y="2815525"/>
            <a:ext cx="774000" cy="2400"/>
          </a:xfrm>
          <a:prstGeom prst="straightConnector1">
            <a:avLst/>
          </a:prstGeom>
          <a:noFill/>
          <a:ln cap="flat" cmpd="sng" w="19050">
            <a:solidFill>
              <a:schemeClr val="dk2"/>
            </a:solidFill>
            <a:prstDash val="dot"/>
            <a:round/>
            <a:headEnd len="med" w="med" type="none"/>
            <a:tailEnd len="med" w="med" type="none"/>
          </a:ln>
        </p:spPr>
      </p:cxnSp>
      <p:cxnSp>
        <p:nvCxnSpPr>
          <p:cNvPr id="6759" name="Google Shape;6759;p62"/>
          <p:cNvCxnSpPr>
            <a:stCxn id="6754" idx="3"/>
            <a:endCxn id="6755" idx="1"/>
          </p:cNvCxnSpPr>
          <p:nvPr/>
        </p:nvCxnSpPr>
        <p:spPr>
          <a:xfrm>
            <a:off x="4182425" y="2817850"/>
            <a:ext cx="774300" cy="0"/>
          </a:xfrm>
          <a:prstGeom prst="straightConnector1">
            <a:avLst/>
          </a:prstGeom>
          <a:noFill/>
          <a:ln cap="flat" cmpd="sng" w="19050">
            <a:solidFill>
              <a:schemeClr val="dk2"/>
            </a:solidFill>
            <a:prstDash val="dot"/>
            <a:round/>
            <a:headEnd len="med" w="med" type="none"/>
            <a:tailEnd len="med" w="med" type="none"/>
          </a:ln>
        </p:spPr>
      </p:cxnSp>
      <p:cxnSp>
        <p:nvCxnSpPr>
          <p:cNvPr id="6760" name="Google Shape;6760;p62"/>
          <p:cNvCxnSpPr>
            <a:stCxn id="6755" idx="3"/>
            <a:endCxn id="6756" idx="1"/>
          </p:cNvCxnSpPr>
          <p:nvPr/>
        </p:nvCxnSpPr>
        <p:spPr>
          <a:xfrm>
            <a:off x="5799300" y="2817850"/>
            <a:ext cx="769200" cy="0"/>
          </a:xfrm>
          <a:prstGeom prst="straightConnector1">
            <a:avLst/>
          </a:prstGeom>
          <a:noFill/>
          <a:ln cap="flat" cmpd="sng" w="19050">
            <a:solidFill>
              <a:schemeClr val="dk2"/>
            </a:solidFill>
            <a:prstDash val="dot"/>
            <a:round/>
            <a:headEnd len="med" w="med" type="none"/>
            <a:tailEnd len="med" w="med" type="none"/>
          </a:ln>
        </p:spPr>
      </p:cxnSp>
      <p:cxnSp>
        <p:nvCxnSpPr>
          <p:cNvPr id="6761" name="Google Shape;6761;p62"/>
          <p:cNvCxnSpPr>
            <a:stCxn id="6756" idx="3"/>
          </p:cNvCxnSpPr>
          <p:nvPr/>
        </p:nvCxnSpPr>
        <p:spPr>
          <a:xfrm>
            <a:off x="7411200" y="2817850"/>
            <a:ext cx="1751400" cy="0"/>
          </a:xfrm>
          <a:prstGeom prst="straightConnector1">
            <a:avLst/>
          </a:prstGeom>
          <a:noFill/>
          <a:ln cap="flat" cmpd="sng" w="19050">
            <a:solidFill>
              <a:schemeClr val="dk2"/>
            </a:solidFill>
            <a:prstDash val="dot"/>
            <a:round/>
            <a:headEnd len="med" w="med" type="none"/>
            <a:tailEnd len="med" w="med" type="none"/>
          </a:ln>
        </p:spPr>
      </p:cxnSp>
      <p:cxnSp>
        <p:nvCxnSpPr>
          <p:cNvPr id="6762" name="Google Shape;6762;p62"/>
          <p:cNvCxnSpPr>
            <a:endCxn id="6745" idx="0"/>
          </p:cNvCxnSpPr>
          <p:nvPr/>
        </p:nvCxnSpPr>
        <p:spPr>
          <a:xfrm>
            <a:off x="2154151" y="3218945"/>
            <a:ext cx="0" cy="374100"/>
          </a:xfrm>
          <a:prstGeom prst="straightConnector1">
            <a:avLst/>
          </a:prstGeom>
          <a:noFill/>
          <a:ln cap="flat" cmpd="sng" w="19050">
            <a:solidFill>
              <a:schemeClr val="dk2"/>
            </a:solidFill>
            <a:prstDash val="dot"/>
            <a:round/>
            <a:headEnd len="med" w="med" type="none"/>
            <a:tailEnd len="med" w="med" type="oval"/>
          </a:ln>
        </p:spPr>
      </p:cxnSp>
      <p:cxnSp>
        <p:nvCxnSpPr>
          <p:cNvPr id="6763" name="Google Shape;6763;p62"/>
          <p:cNvCxnSpPr>
            <a:endCxn id="6749" idx="0"/>
          </p:cNvCxnSpPr>
          <p:nvPr/>
        </p:nvCxnSpPr>
        <p:spPr>
          <a:xfrm>
            <a:off x="5377951" y="3234174"/>
            <a:ext cx="0" cy="348000"/>
          </a:xfrm>
          <a:prstGeom prst="straightConnector1">
            <a:avLst/>
          </a:prstGeom>
          <a:noFill/>
          <a:ln cap="flat" cmpd="sng" w="19050">
            <a:solidFill>
              <a:schemeClr val="dk2"/>
            </a:solidFill>
            <a:prstDash val="dot"/>
            <a:round/>
            <a:headEnd len="med" w="med" type="none"/>
            <a:tailEnd len="med" w="med" type="oval"/>
          </a:ln>
        </p:spPr>
      </p:cxnSp>
      <p:cxnSp>
        <p:nvCxnSpPr>
          <p:cNvPr id="6764" name="Google Shape;6764;p62"/>
          <p:cNvCxnSpPr>
            <a:stCxn id="6752" idx="2"/>
          </p:cNvCxnSpPr>
          <p:nvPr/>
        </p:nvCxnSpPr>
        <p:spPr>
          <a:xfrm>
            <a:off x="6989850" y="2045511"/>
            <a:ext cx="0" cy="394200"/>
          </a:xfrm>
          <a:prstGeom prst="straightConnector1">
            <a:avLst/>
          </a:prstGeom>
          <a:noFill/>
          <a:ln cap="flat" cmpd="sng" w="19050">
            <a:solidFill>
              <a:schemeClr val="dk2"/>
            </a:solidFill>
            <a:prstDash val="dot"/>
            <a:round/>
            <a:headEnd len="med" w="med" type="oval"/>
            <a:tailEnd len="med" w="med" type="none"/>
          </a:ln>
        </p:spPr>
      </p:cxnSp>
      <p:cxnSp>
        <p:nvCxnSpPr>
          <p:cNvPr id="6765" name="Google Shape;6765;p62"/>
          <p:cNvCxnSpPr>
            <a:stCxn id="6748" idx="2"/>
          </p:cNvCxnSpPr>
          <p:nvPr/>
        </p:nvCxnSpPr>
        <p:spPr>
          <a:xfrm>
            <a:off x="3766050" y="2045048"/>
            <a:ext cx="0" cy="415500"/>
          </a:xfrm>
          <a:prstGeom prst="straightConnector1">
            <a:avLst/>
          </a:prstGeom>
          <a:noFill/>
          <a:ln cap="flat" cmpd="sng" w="19050">
            <a:solidFill>
              <a:schemeClr val="dk2"/>
            </a:solidFill>
            <a:prstDash val="dot"/>
            <a:round/>
            <a:headEnd len="med" w="med" type="oval"/>
            <a:tailEnd len="med" w="med" type="none"/>
          </a:ln>
        </p:spPr>
      </p:cxnSp>
      <p:grpSp>
        <p:nvGrpSpPr>
          <p:cNvPr id="6766" name="Google Shape;6766;p62"/>
          <p:cNvGrpSpPr/>
          <p:nvPr/>
        </p:nvGrpSpPr>
        <p:grpSpPr>
          <a:xfrm rot="10800000">
            <a:off x="7990650" y="4283700"/>
            <a:ext cx="828300" cy="654275"/>
            <a:chOff x="2024375" y="213075"/>
            <a:chExt cx="828300" cy="654275"/>
          </a:xfrm>
        </p:grpSpPr>
        <p:sp>
          <p:nvSpPr>
            <p:cNvPr id="6767" name="Google Shape;6767;p62"/>
            <p:cNvSpPr/>
            <p:nvPr/>
          </p:nvSpPr>
          <p:spPr>
            <a:xfrm>
              <a:off x="2024375" y="213075"/>
              <a:ext cx="828300" cy="654275"/>
            </a:xfrm>
            <a:custGeom>
              <a:rect b="b" l="l" r="r" t="t"/>
              <a:pathLst>
                <a:path extrusionOk="0" fill="none" h="26171" w="33132">
                  <a:moveTo>
                    <a:pt x="27417" y="0"/>
                  </a:moveTo>
                  <a:cubicBezTo>
                    <a:pt x="31824" y="4377"/>
                    <a:pt x="33131" y="10973"/>
                    <a:pt x="30761" y="16718"/>
                  </a:cubicBezTo>
                  <a:cubicBezTo>
                    <a:pt x="28390" y="22432"/>
                    <a:pt x="22767" y="26171"/>
                    <a:pt x="16566" y="26171"/>
                  </a:cubicBezTo>
                  <a:cubicBezTo>
                    <a:pt x="10365" y="26171"/>
                    <a:pt x="4772" y="22432"/>
                    <a:pt x="2401" y="16718"/>
                  </a:cubicBezTo>
                  <a:cubicBezTo>
                    <a:pt x="0" y="10973"/>
                    <a:pt x="1338" y="4377"/>
                    <a:pt x="5715" y="0"/>
                  </a:cubicBezTo>
                </a:path>
              </a:pathLst>
            </a:custGeom>
            <a:noFill/>
            <a:ln cap="flat" cmpd="sng" w="66875">
              <a:solidFill>
                <a:srgbClr val="E4BEB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62"/>
            <p:cNvSpPr/>
            <p:nvPr/>
          </p:nvSpPr>
          <p:spPr>
            <a:xfrm>
              <a:off x="2194575" y="241175"/>
              <a:ext cx="488650" cy="488650"/>
            </a:xfrm>
            <a:custGeom>
              <a:rect b="b" l="l" r="r" t="t"/>
              <a:pathLst>
                <a:path extrusionOk="0" fill="none" h="19546" w="19546">
                  <a:moveTo>
                    <a:pt x="19545" y="9758"/>
                  </a:moveTo>
                  <a:cubicBezTo>
                    <a:pt x="19545" y="15168"/>
                    <a:pt x="15168" y="19545"/>
                    <a:pt x="9758" y="19545"/>
                  </a:cubicBezTo>
                  <a:cubicBezTo>
                    <a:pt x="4378" y="19545"/>
                    <a:pt x="1" y="15168"/>
                    <a:pt x="1" y="9758"/>
                  </a:cubicBezTo>
                  <a:cubicBezTo>
                    <a:pt x="1" y="4378"/>
                    <a:pt x="4378" y="1"/>
                    <a:pt x="9758" y="1"/>
                  </a:cubicBezTo>
                  <a:cubicBezTo>
                    <a:pt x="15168" y="1"/>
                    <a:pt x="19545" y="4378"/>
                    <a:pt x="19545" y="9758"/>
                  </a:cubicBezTo>
                  <a:close/>
                </a:path>
              </a:pathLst>
            </a:custGeom>
            <a:solidFill>
              <a:schemeClr val="lt2"/>
            </a:solidFill>
            <a:ln cap="flat" cmpd="sng" w="3810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69" name="Google Shape;6769;p62"/>
          <p:cNvSpPr/>
          <p:nvPr/>
        </p:nvSpPr>
        <p:spPr>
          <a:xfrm>
            <a:off x="6431913" y="635988"/>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62"/>
          <p:cNvSpPr/>
          <p:nvPr/>
        </p:nvSpPr>
        <p:spPr>
          <a:xfrm>
            <a:off x="1348200" y="1196113"/>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71" name="Google Shape;6771;p62"/>
          <p:cNvGrpSpPr/>
          <p:nvPr/>
        </p:nvGrpSpPr>
        <p:grpSpPr>
          <a:xfrm>
            <a:off x="7605300" y="4023513"/>
            <a:ext cx="378450" cy="379225"/>
            <a:chOff x="4811650" y="1895450"/>
            <a:chExt cx="378450" cy="379225"/>
          </a:xfrm>
        </p:grpSpPr>
        <p:sp>
          <p:nvSpPr>
            <p:cNvPr id="6772" name="Google Shape;6772;p62"/>
            <p:cNvSpPr/>
            <p:nvPr/>
          </p:nvSpPr>
          <p:spPr>
            <a:xfrm>
              <a:off x="4811650" y="1895450"/>
              <a:ext cx="378450" cy="379225"/>
            </a:xfrm>
            <a:custGeom>
              <a:rect b="b" l="l" r="r" t="t"/>
              <a:pathLst>
                <a:path extrusionOk="0" fill="none" h="15169" w="15138">
                  <a:moveTo>
                    <a:pt x="9119" y="882"/>
                  </a:moveTo>
                  <a:cubicBezTo>
                    <a:pt x="12828" y="1733"/>
                    <a:pt x="15138" y="5442"/>
                    <a:pt x="14256" y="9150"/>
                  </a:cubicBezTo>
                  <a:cubicBezTo>
                    <a:pt x="13405" y="12858"/>
                    <a:pt x="9697" y="15168"/>
                    <a:pt x="5989" y="14287"/>
                  </a:cubicBezTo>
                  <a:cubicBezTo>
                    <a:pt x="2280" y="13436"/>
                    <a:pt x="1" y="9728"/>
                    <a:pt x="852" y="6019"/>
                  </a:cubicBezTo>
                  <a:cubicBezTo>
                    <a:pt x="1733" y="2311"/>
                    <a:pt x="5441" y="1"/>
                    <a:pt x="9119" y="882"/>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62"/>
            <p:cNvSpPr/>
            <p:nvPr/>
          </p:nvSpPr>
          <p:spPr>
            <a:xfrm>
              <a:off x="4882325" y="1966125"/>
              <a:ext cx="236350" cy="237125"/>
            </a:xfrm>
            <a:custGeom>
              <a:rect b="b" l="l" r="r" t="t"/>
              <a:pathLst>
                <a:path extrusionOk="0" fill="none" h="9485" w="9454">
                  <a:moveTo>
                    <a:pt x="9453" y="4742"/>
                  </a:moveTo>
                  <a:cubicBezTo>
                    <a:pt x="9453" y="7356"/>
                    <a:pt x="7356" y="9484"/>
                    <a:pt x="4742" y="9484"/>
                  </a:cubicBezTo>
                  <a:cubicBezTo>
                    <a:pt x="2128" y="9484"/>
                    <a:pt x="0" y="7356"/>
                    <a:pt x="0" y="4742"/>
                  </a:cubicBezTo>
                  <a:cubicBezTo>
                    <a:pt x="0" y="2128"/>
                    <a:pt x="2128" y="1"/>
                    <a:pt x="4742" y="1"/>
                  </a:cubicBezTo>
                  <a:cubicBezTo>
                    <a:pt x="7356" y="1"/>
                    <a:pt x="9453" y="2128"/>
                    <a:pt x="9453" y="4742"/>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62"/>
            <p:cNvSpPr/>
            <p:nvPr/>
          </p:nvSpPr>
          <p:spPr>
            <a:xfrm>
              <a:off x="4928675" y="2012475"/>
              <a:ext cx="143650" cy="144425"/>
            </a:xfrm>
            <a:custGeom>
              <a:rect b="b" l="l" r="r" t="t"/>
              <a:pathLst>
                <a:path extrusionOk="0" fill="none" h="5777" w="5746">
                  <a:moveTo>
                    <a:pt x="5745" y="2888"/>
                  </a:moveTo>
                  <a:cubicBezTo>
                    <a:pt x="5745" y="4499"/>
                    <a:pt x="4469" y="5776"/>
                    <a:pt x="2888" y="5776"/>
                  </a:cubicBezTo>
                  <a:cubicBezTo>
                    <a:pt x="1277" y="5776"/>
                    <a:pt x="1" y="4499"/>
                    <a:pt x="1" y="2888"/>
                  </a:cubicBezTo>
                  <a:cubicBezTo>
                    <a:pt x="1" y="1308"/>
                    <a:pt x="1277" y="1"/>
                    <a:pt x="2888" y="1"/>
                  </a:cubicBezTo>
                  <a:cubicBezTo>
                    <a:pt x="4469" y="1"/>
                    <a:pt x="5745" y="1308"/>
                    <a:pt x="5745" y="2888"/>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62"/>
            <p:cNvSpPr/>
            <p:nvPr/>
          </p:nvSpPr>
          <p:spPr>
            <a:xfrm>
              <a:off x="4968950" y="2053525"/>
              <a:ext cx="63100" cy="63100"/>
            </a:xfrm>
            <a:custGeom>
              <a:rect b="b" l="l" r="r" t="t"/>
              <a:pathLst>
                <a:path extrusionOk="0" fill="none" h="2524" w="2524">
                  <a:moveTo>
                    <a:pt x="2523" y="1246"/>
                  </a:moveTo>
                  <a:cubicBezTo>
                    <a:pt x="2523" y="1946"/>
                    <a:pt x="1946" y="2523"/>
                    <a:pt x="1277" y="2523"/>
                  </a:cubicBezTo>
                  <a:cubicBezTo>
                    <a:pt x="578" y="2523"/>
                    <a:pt x="1" y="1946"/>
                    <a:pt x="1" y="1246"/>
                  </a:cubicBezTo>
                  <a:cubicBezTo>
                    <a:pt x="1" y="578"/>
                    <a:pt x="578" y="0"/>
                    <a:pt x="1277" y="0"/>
                  </a:cubicBezTo>
                  <a:cubicBezTo>
                    <a:pt x="1946" y="0"/>
                    <a:pt x="2523" y="578"/>
                    <a:pt x="2523" y="1246"/>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79" name="Shape 6779"/>
        <p:cNvGrpSpPr/>
        <p:nvPr/>
      </p:nvGrpSpPr>
      <p:grpSpPr>
        <a:xfrm>
          <a:off x="0" y="0"/>
          <a:ext cx="0" cy="0"/>
          <a:chOff x="0" y="0"/>
          <a:chExt cx="0" cy="0"/>
        </a:xfrm>
      </p:grpSpPr>
      <p:pic>
        <p:nvPicPr>
          <p:cNvPr id="6780" name="Google Shape;6780;p63"/>
          <p:cNvPicPr preferRelativeResize="0"/>
          <p:nvPr/>
        </p:nvPicPr>
        <p:blipFill rotWithShape="1">
          <a:blip r:embed="rId3">
            <a:alphaModFix/>
          </a:blip>
          <a:srcRect b="426" l="2435" r="2444" t="426"/>
          <a:stretch/>
        </p:blipFill>
        <p:spPr>
          <a:xfrm>
            <a:off x="2710175" y="1676600"/>
            <a:ext cx="2501299" cy="1466649"/>
          </a:xfrm>
          <a:prstGeom prst="rect">
            <a:avLst/>
          </a:prstGeom>
          <a:noFill/>
          <a:ln cap="flat" cmpd="sng" w="9525">
            <a:solidFill>
              <a:srgbClr val="FDF9CF"/>
            </a:solidFill>
            <a:prstDash val="solid"/>
            <a:round/>
            <a:headEnd len="sm" w="sm" type="none"/>
            <a:tailEnd len="sm" w="sm" type="none"/>
          </a:ln>
        </p:spPr>
      </p:pic>
      <p:grpSp>
        <p:nvGrpSpPr>
          <p:cNvPr id="6781" name="Google Shape;6781;p63"/>
          <p:cNvGrpSpPr/>
          <p:nvPr/>
        </p:nvGrpSpPr>
        <p:grpSpPr>
          <a:xfrm>
            <a:off x="2625283" y="1579486"/>
            <a:ext cx="2685940" cy="2121432"/>
            <a:chOff x="2625283" y="1579486"/>
            <a:chExt cx="2685940" cy="2121432"/>
          </a:xfrm>
        </p:grpSpPr>
        <p:sp>
          <p:nvSpPr>
            <p:cNvPr id="6782" name="Google Shape;6782;p63"/>
            <p:cNvSpPr/>
            <p:nvPr/>
          </p:nvSpPr>
          <p:spPr>
            <a:xfrm>
              <a:off x="2625283" y="1579486"/>
              <a:ext cx="2685940" cy="2121432"/>
            </a:xfrm>
            <a:custGeom>
              <a:rect b="b" l="l" r="r" t="t"/>
              <a:pathLst>
                <a:path extrusionOk="0" h="100673" w="131696">
                  <a:moveTo>
                    <a:pt x="128192" y="0"/>
                  </a:moveTo>
                  <a:lnTo>
                    <a:pt x="3504" y="0"/>
                  </a:lnTo>
                  <a:lnTo>
                    <a:pt x="3504" y="0"/>
                  </a:lnTo>
                  <a:lnTo>
                    <a:pt x="2821" y="0"/>
                  </a:lnTo>
                  <a:lnTo>
                    <a:pt x="2137" y="257"/>
                  </a:lnTo>
                  <a:lnTo>
                    <a:pt x="1624" y="598"/>
                  </a:lnTo>
                  <a:lnTo>
                    <a:pt x="1026" y="1026"/>
                  </a:lnTo>
                  <a:lnTo>
                    <a:pt x="599" y="1538"/>
                  </a:lnTo>
                  <a:lnTo>
                    <a:pt x="342" y="2137"/>
                  </a:lnTo>
                  <a:lnTo>
                    <a:pt x="86" y="2735"/>
                  </a:lnTo>
                  <a:lnTo>
                    <a:pt x="0" y="3504"/>
                  </a:lnTo>
                  <a:lnTo>
                    <a:pt x="0" y="79991"/>
                  </a:lnTo>
                  <a:lnTo>
                    <a:pt x="0" y="79991"/>
                  </a:lnTo>
                  <a:lnTo>
                    <a:pt x="86" y="80675"/>
                  </a:lnTo>
                  <a:lnTo>
                    <a:pt x="342" y="81359"/>
                  </a:lnTo>
                  <a:lnTo>
                    <a:pt x="599" y="81957"/>
                  </a:lnTo>
                  <a:lnTo>
                    <a:pt x="1026" y="82470"/>
                  </a:lnTo>
                  <a:lnTo>
                    <a:pt x="1624" y="82897"/>
                  </a:lnTo>
                  <a:lnTo>
                    <a:pt x="2137" y="83239"/>
                  </a:lnTo>
                  <a:lnTo>
                    <a:pt x="2821" y="83410"/>
                  </a:lnTo>
                  <a:lnTo>
                    <a:pt x="3504" y="83495"/>
                  </a:lnTo>
                  <a:lnTo>
                    <a:pt x="52132" y="83495"/>
                  </a:lnTo>
                  <a:lnTo>
                    <a:pt x="51191" y="89990"/>
                  </a:lnTo>
                  <a:lnTo>
                    <a:pt x="51191" y="89990"/>
                  </a:lnTo>
                  <a:lnTo>
                    <a:pt x="50850" y="91272"/>
                  </a:lnTo>
                  <a:lnTo>
                    <a:pt x="50251" y="92640"/>
                  </a:lnTo>
                  <a:lnTo>
                    <a:pt x="49910" y="93238"/>
                  </a:lnTo>
                  <a:lnTo>
                    <a:pt x="49482" y="93836"/>
                  </a:lnTo>
                  <a:lnTo>
                    <a:pt x="49055" y="94349"/>
                  </a:lnTo>
                  <a:lnTo>
                    <a:pt x="48628" y="94862"/>
                  </a:lnTo>
                  <a:lnTo>
                    <a:pt x="43842" y="98024"/>
                  </a:lnTo>
                  <a:lnTo>
                    <a:pt x="43842" y="98024"/>
                  </a:lnTo>
                  <a:lnTo>
                    <a:pt x="43585" y="98280"/>
                  </a:lnTo>
                  <a:lnTo>
                    <a:pt x="43415" y="98536"/>
                  </a:lnTo>
                  <a:lnTo>
                    <a:pt x="43329" y="98878"/>
                  </a:lnTo>
                  <a:lnTo>
                    <a:pt x="43244" y="99220"/>
                  </a:lnTo>
                  <a:lnTo>
                    <a:pt x="43329" y="99562"/>
                  </a:lnTo>
                  <a:lnTo>
                    <a:pt x="43415" y="99818"/>
                  </a:lnTo>
                  <a:lnTo>
                    <a:pt x="43585" y="100160"/>
                  </a:lnTo>
                  <a:lnTo>
                    <a:pt x="43842" y="100417"/>
                  </a:lnTo>
                  <a:lnTo>
                    <a:pt x="43842" y="100417"/>
                  </a:lnTo>
                  <a:lnTo>
                    <a:pt x="44269" y="100588"/>
                  </a:lnTo>
                  <a:lnTo>
                    <a:pt x="44782" y="100673"/>
                  </a:lnTo>
                  <a:lnTo>
                    <a:pt x="65891" y="100673"/>
                  </a:lnTo>
                  <a:lnTo>
                    <a:pt x="86914" y="100673"/>
                  </a:lnTo>
                  <a:lnTo>
                    <a:pt x="86914" y="100673"/>
                  </a:lnTo>
                  <a:lnTo>
                    <a:pt x="87427" y="100588"/>
                  </a:lnTo>
                  <a:lnTo>
                    <a:pt x="87854" y="100417"/>
                  </a:lnTo>
                  <a:lnTo>
                    <a:pt x="87854" y="100417"/>
                  </a:lnTo>
                  <a:lnTo>
                    <a:pt x="88111" y="100160"/>
                  </a:lnTo>
                  <a:lnTo>
                    <a:pt x="88281" y="99818"/>
                  </a:lnTo>
                  <a:lnTo>
                    <a:pt x="88367" y="99562"/>
                  </a:lnTo>
                  <a:lnTo>
                    <a:pt x="88452" y="99220"/>
                  </a:lnTo>
                  <a:lnTo>
                    <a:pt x="88367" y="98878"/>
                  </a:lnTo>
                  <a:lnTo>
                    <a:pt x="88281" y="98536"/>
                  </a:lnTo>
                  <a:lnTo>
                    <a:pt x="88111" y="98280"/>
                  </a:lnTo>
                  <a:lnTo>
                    <a:pt x="87854" y="98024"/>
                  </a:lnTo>
                  <a:lnTo>
                    <a:pt x="83154" y="94862"/>
                  </a:lnTo>
                  <a:lnTo>
                    <a:pt x="83154" y="94862"/>
                  </a:lnTo>
                  <a:lnTo>
                    <a:pt x="83068" y="94862"/>
                  </a:lnTo>
                  <a:lnTo>
                    <a:pt x="83068" y="94862"/>
                  </a:lnTo>
                  <a:lnTo>
                    <a:pt x="82556" y="94349"/>
                  </a:lnTo>
                  <a:lnTo>
                    <a:pt x="82128" y="93836"/>
                  </a:lnTo>
                  <a:lnTo>
                    <a:pt x="81786" y="93238"/>
                  </a:lnTo>
                  <a:lnTo>
                    <a:pt x="81445" y="92640"/>
                  </a:lnTo>
                  <a:lnTo>
                    <a:pt x="80846" y="91272"/>
                  </a:lnTo>
                  <a:lnTo>
                    <a:pt x="80505" y="89990"/>
                  </a:lnTo>
                  <a:lnTo>
                    <a:pt x="79564" y="83495"/>
                  </a:lnTo>
                  <a:lnTo>
                    <a:pt x="128192" y="83495"/>
                  </a:lnTo>
                  <a:lnTo>
                    <a:pt x="128192" y="83495"/>
                  </a:lnTo>
                  <a:lnTo>
                    <a:pt x="128875" y="83410"/>
                  </a:lnTo>
                  <a:lnTo>
                    <a:pt x="129559" y="83239"/>
                  </a:lnTo>
                  <a:lnTo>
                    <a:pt x="130157" y="82897"/>
                  </a:lnTo>
                  <a:lnTo>
                    <a:pt x="130670" y="82470"/>
                  </a:lnTo>
                  <a:lnTo>
                    <a:pt x="131097" y="81957"/>
                  </a:lnTo>
                  <a:lnTo>
                    <a:pt x="131354" y="81359"/>
                  </a:lnTo>
                  <a:lnTo>
                    <a:pt x="131610" y="80675"/>
                  </a:lnTo>
                  <a:lnTo>
                    <a:pt x="131696" y="79991"/>
                  </a:lnTo>
                  <a:lnTo>
                    <a:pt x="131696" y="3504"/>
                  </a:lnTo>
                  <a:lnTo>
                    <a:pt x="131696" y="3504"/>
                  </a:lnTo>
                  <a:lnTo>
                    <a:pt x="131610" y="2735"/>
                  </a:lnTo>
                  <a:lnTo>
                    <a:pt x="131354" y="2137"/>
                  </a:lnTo>
                  <a:lnTo>
                    <a:pt x="131097" y="1538"/>
                  </a:lnTo>
                  <a:lnTo>
                    <a:pt x="130670" y="1026"/>
                  </a:lnTo>
                  <a:lnTo>
                    <a:pt x="130157" y="598"/>
                  </a:lnTo>
                  <a:lnTo>
                    <a:pt x="129559" y="257"/>
                  </a:lnTo>
                  <a:lnTo>
                    <a:pt x="128875" y="0"/>
                  </a:lnTo>
                  <a:lnTo>
                    <a:pt x="128192" y="0"/>
                  </a:lnTo>
                  <a:lnTo>
                    <a:pt x="128192" y="0"/>
                  </a:lnTo>
                  <a:close/>
                  <a:moveTo>
                    <a:pt x="65891" y="80932"/>
                  </a:moveTo>
                  <a:lnTo>
                    <a:pt x="65891" y="80932"/>
                  </a:lnTo>
                  <a:lnTo>
                    <a:pt x="65463" y="80846"/>
                  </a:lnTo>
                  <a:lnTo>
                    <a:pt x="65036" y="80761"/>
                  </a:lnTo>
                  <a:lnTo>
                    <a:pt x="64694" y="80504"/>
                  </a:lnTo>
                  <a:lnTo>
                    <a:pt x="64352" y="80248"/>
                  </a:lnTo>
                  <a:lnTo>
                    <a:pt x="64096" y="79991"/>
                  </a:lnTo>
                  <a:lnTo>
                    <a:pt x="63925" y="79650"/>
                  </a:lnTo>
                  <a:lnTo>
                    <a:pt x="63840" y="79222"/>
                  </a:lnTo>
                  <a:lnTo>
                    <a:pt x="63754" y="78795"/>
                  </a:lnTo>
                  <a:lnTo>
                    <a:pt x="63754" y="78795"/>
                  </a:lnTo>
                  <a:lnTo>
                    <a:pt x="63840" y="78368"/>
                  </a:lnTo>
                  <a:lnTo>
                    <a:pt x="63925" y="78026"/>
                  </a:lnTo>
                  <a:lnTo>
                    <a:pt x="64096" y="77599"/>
                  </a:lnTo>
                  <a:lnTo>
                    <a:pt x="64352" y="77342"/>
                  </a:lnTo>
                  <a:lnTo>
                    <a:pt x="64694" y="77086"/>
                  </a:lnTo>
                  <a:lnTo>
                    <a:pt x="65036" y="76915"/>
                  </a:lnTo>
                  <a:lnTo>
                    <a:pt x="65463" y="76744"/>
                  </a:lnTo>
                  <a:lnTo>
                    <a:pt x="65891" y="76744"/>
                  </a:lnTo>
                  <a:lnTo>
                    <a:pt x="65891" y="76744"/>
                  </a:lnTo>
                  <a:lnTo>
                    <a:pt x="66233" y="76744"/>
                  </a:lnTo>
                  <a:lnTo>
                    <a:pt x="66660" y="76915"/>
                  </a:lnTo>
                  <a:lnTo>
                    <a:pt x="67002" y="77086"/>
                  </a:lnTo>
                  <a:lnTo>
                    <a:pt x="67344" y="77342"/>
                  </a:lnTo>
                  <a:lnTo>
                    <a:pt x="67600" y="77599"/>
                  </a:lnTo>
                  <a:lnTo>
                    <a:pt x="67771" y="78026"/>
                  </a:lnTo>
                  <a:lnTo>
                    <a:pt x="67856" y="78368"/>
                  </a:lnTo>
                  <a:lnTo>
                    <a:pt x="67942" y="78795"/>
                  </a:lnTo>
                  <a:lnTo>
                    <a:pt x="67942" y="78795"/>
                  </a:lnTo>
                  <a:lnTo>
                    <a:pt x="67856" y="79222"/>
                  </a:lnTo>
                  <a:lnTo>
                    <a:pt x="67771" y="79650"/>
                  </a:lnTo>
                  <a:lnTo>
                    <a:pt x="67600" y="79991"/>
                  </a:lnTo>
                  <a:lnTo>
                    <a:pt x="67344" y="80248"/>
                  </a:lnTo>
                  <a:lnTo>
                    <a:pt x="67002" y="80504"/>
                  </a:lnTo>
                  <a:lnTo>
                    <a:pt x="66660" y="80761"/>
                  </a:lnTo>
                  <a:lnTo>
                    <a:pt x="66233" y="80846"/>
                  </a:lnTo>
                  <a:lnTo>
                    <a:pt x="65891" y="80932"/>
                  </a:lnTo>
                  <a:lnTo>
                    <a:pt x="65891" y="80932"/>
                  </a:lnTo>
                  <a:close/>
                  <a:moveTo>
                    <a:pt x="126568" y="74009"/>
                  </a:moveTo>
                  <a:lnTo>
                    <a:pt x="5128" y="74009"/>
                  </a:lnTo>
                  <a:lnTo>
                    <a:pt x="5128" y="4871"/>
                  </a:lnTo>
                  <a:lnTo>
                    <a:pt x="126568" y="4871"/>
                  </a:lnTo>
                  <a:lnTo>
                    <a:pt x="126568" y="74009"/>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63"/>
            <p:cNvSpPr/>
            <p:nvPr/>
          </p:nvSpPr>
          <p:spPr>
            <a:xfrm>
              <a:off x="3922201" y="3193525"/>
              <a:ext cx="92100" cy="92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84" name="Google Shape;6784;p63"/>
          <p:cNvSpPr txBox="1"/>
          <p:nvPr>
            <p:ph idx="1" type="subTitle"/>
          </p:nvPr>
        </p:nvSpPr>
        <p:spPr>
          <a:xfrm>
            <a:off x="6217900" y="2110950"/>
            <a:ext cx="2211000" cy="921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replace the images on the screen with your own work. Just right-click on them and select “Replace image”</a:t>
            </a:r>
            <a:endParaRPr/>
          </a:p>
        </p:txBody>
      </p:sp>
      <p:pic>
        <p:nvPicPr>
          <p:cNvPr id="6785" name="Google Shape;6785;p63"/>
          <p:cNvPicPr preferRelativeResize="0"/>
          <p:nvPr/>
        </p:nvPicPr>
        <p:blipFill rotWithShape="1">
          <a:blip r:embed="rId4">
            <a:alphaModFix/>
          </a:blip>
          <a:srcRect b="0" l="33762" r="32413" t="0"/>
          <a:stretch/>
        </p:blipFill>
        <p:spPr>
          <a:xfrm>
            <a:off x="5155950" y="2576700"/>
            <a:ext cx="590551" cy="982075"/>
          </a:xfrm>
          <a:prstGeom prst="rect">
            <a:avLst/>
          </a:prstGeom>
          <a:noFill/>
          <a:ln>
            <a:noFill/>
          </a:ln>
        </p:spPr>
      </p:pic>
      <p:sp>
        <p:nvSpPr>
          <p:cNvPr id="6786" name="Google Shape;6786;p63"/>
          <p:cNvSpPr txBox="1"/>
          <p:nvPr>
            <p:ph type="title"/>
          </p:nvPr>
        </p:nvSpPr>
        <p:spPr>
          <a:xfrm>
            <a:off x="715100" y="445025"/>
            <a:ext cx="77088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Mockups</a:t>
            </a:r>
            <a:endParaRPr/>
          </a:p>
        </p:txBody>
      </p:sp>
      <p:sp>
        <p:nvSpPr>
          <p:cNvPr id="6787" name="Google Shape;6787;p63"/>
          <p:cNvSpPr/>
          <p:nvPr/>
        </p:nvSpPr>
        <p:spPr>
          <a:xfrm flipH="1">
            <a:off x="855132" y="543603"/>
            <a:ext cx="992952" cy="903757"/>
          </a:xfrm>
          <a:custGeom>
            <a:rect b="b" l="l" r="r" t="t"/>
            <a:pathLst>
              <a:path extrusionOk="0" h="32231" w="35412">
                <a:moveTo>
                  <a:pt x="17702" y="0"/>
                </a:moveTo>
                <a:cubicBezTo>
                  <a:pt x="10394" y="0"/>
                  <a:pt x="3782" y="5013"/>
                  <a:pt x="2037" y="12437"/>
                </a:cubicBezTo>
                <a:cubicBezTo>
                  <a:pt x="0" y="21100"/>
                  <a:pt x="5350" y="29763"/>
                  <a:pt x="14013" y="31799"/>
                </a:cubicBezTo>
                <a:cubicBezTo>
                  <a:pt x="15252" y="32090"/>
                  <a:pt x="16491" y="32230"/>
                  <a:pt x="17711" y="32230"/>
                </a:cubicBezTo>
                <a:cubicBezTo>
                  <a:pt x="25018" y="32230"/>
                  <a:pt x="31630" y="27221"/>
                  <a:pt x="33375" y="19823"/>
                </a:cubicBezTo>
                <a:cubicBezTo>
                  <a:pt x="35411" y="11161"/>
                  <a:pt x="30062" y="2467"/>
                  <a:pt x="21399" y="431"/>
                </a:cubicBezTo>
                <a:cubicBezTo>
                  <a:pt x="20160" y="140"/>
                  <a:pt x="18921" y="0"/>
                  <a:pt x="17702" y="0"/>
                </a:cubicBezTo>
                <a:close/>
              </a:path>
            </a:pathLst>
          </a:custGeom>
          <a:solidFill>
            <a:srgbClr val="E4BE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88" name="Google Shape;6788;p63"/>
          <p:cNvGrpSpPr/>
          <p:nvPr/>
        </p:nvGrpSpPr>
        <p:grpSpPr>
          <a:xfrm flipH="1">
            <a:off x="1477577" y="437482"/>
            <a:ext cx="478966" cy="479947"/>
            <a:chOff x="4811650" y="1895450"/>
            <a:chExt cx="378450" cy="379225"/>
          </a:xfrm>
        </p:grpSpPr>
        <p:sp>
          <p:nvSpPr>
            <p:cNvPr id="6789" name="Google Shape;6789;p63"/>
            <p:cNvSpPr/>
            <p:nvPr/>
          </p:nvSpPr>
          <p:spPr>
            <a:xfrm>
              <a:off x="4811650" y="1895450"/>
              <a:ext cx="378450" cy="379225"/>
            </a:xfrm>
            <a:custGeom>
              <a:rect b="b" l="l" r="r" t="t"/>
              <a:pathLst>
                <a:path extrusionOk="0" fill="none" h="15169" w="15138">
                  <a:moveTo>
                    <a:pt x="9119" y="882"/>
                  </a:moveTo>
                  <a:cubicBezTo>
                    <a:pt x="12828" y="1733"/>
                    <a:pt x="15138" y="5442"/>
                    <a:pt x="14256" y="9150"/>
                  </a:cubicBezTo>
                  <a:cubicBezTo>
                    <a:pt x="13405" y="12858"/>
                    <a:pt x="9697" y="15168"/>
                    <a:pt x="5989" y="14287"/>
                  </a:cubicBezTo>
                  <a:cubicBezTo>
                    <a:pt x="2280" y="13436"/>
                    <a:pt x="1" y="9728"/>
                    <a:pt x="852" y="6019"/>
                  </a:cubicBezTo>
                  <a:cubicBezTo>
                    <a:pt x="1733" y="2311"/>
                    <a:pt x="5441" y="1"/>
                    <a:pt x="9119" y="882"/>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63"/>
            <p:cNvSpPr/>
            <p:nvPr/>
          </p:nvSpPr>
          <p:spPr>
            <a:xfrm>
              <a:off x="4882325" y="1966125"/>
              <a:ext cx="236350" cy="237125"/>
            </a:xfrm>
            <a:custGeom>
              <a:rect b="b" l="l" r="r" t="t"/>
              <a:pathLst>
                <a:path extrusionOk="0" fill="none" h="9485" w="9454">
                  <a:moveTo>
                    <a:pt x="9453" y="4742"/>
                  </a:moveTo>
                  <a:cubicBezTo>
                    <a:pt x="9453" y="7356"/>
                    <a:pt x="7356" y="9484"/>
                    <a:pt x="4742" y="9484"/>
                  </a:cubicBezTo>
                  <a:cubicBezTo>
                    <a:pt x="2128" y="9484"/>
                    <a:pt x="0" y="7356"/>
                    <a:pt x="0" y="4742"/>
                  </a:cubicBezTo>
                  <a:cubicBezTo>
                    <a:pt x="0" y="2128"/>
                    <a:pt x="2128" y="1"/>
                    <a:pt x="4742" y="1"/>
                  </a:cubicBezTo>
                  <a:cubicBezTo>
                    <a:pt x="7356" y="1"/>
                    <a:pt x="9453" y="2128"/>
                    <a:pt x="9453" y="4742"/>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63"/>
            <p:cNvSpPr/>
            <p:nvPr/>
          </p:nvSpPr>
          <p:spPr>
            <a:xfrm>
              <a:off x="4928675" y="2012475"/>
              <a:ext cx="143650" cy="144425"/>
            </a:xfrm>
            <a:custGeom>
              <a:rect b="b" l="l" r="r" t="t"/>
              <a:pathLst>
                <a:path extrusionOk="0" fill="none" h="5777" w="5746">
                  <a:moveTo>
                    <a:pt x="5745" y="2888"/>
                  </a:moveTo>
                  <a:cubicBezTo>
                    <a:pt x="5745" y="4499"/>
                    <a:pt x="4469" y="5776"/>
                    <a:pt x="2888" y="5776"/>
                  </a:cubicBezTo>
                  <a:cubicBezTo>
                    <a:pt x="1277" y="5776"/>
                    <a:pt x="1" y="4499"/>
                    <a:pt x="1" y="2888"/>
                  </a:cubicBezTo>
                  <a:cubicBezTo>
                    <a:pt x="1" y="1308"/>
                    <a:pt x="1277" y="1"/>
                    <a:pt x="2888" y="1"/>
                  </a:cubicBezTo>
                  <a:cubicBezTo>
                    <a:pt x="4469" y="1"/>
                    <a:pt x="5745" y="1308"/>
                    <a:pt x="5745" y="2888"/>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63"/>
            <p:cNvSpPr/>
            <p:nvPr/>
          </p:nvSpPr>
          <p:spPr>
            <a:xfrm>
              <a:off x="4968950" y="2053525"/>
              <a:ext cx="63100" cy="63100"/>
            </a:xfrm>
            <a:custGeom>
              <a:rect b="b" l="l" r="r" t="t"/>
              <a:pathLst>
                <a:path extrusionOk="0" fill="none" h="2524" w="2524">
                  <a:moveTo>
                    <a:pt x="2523" y="1246"/>
                  </a:moveTo>
                  <a:cubicBezTo>
                    <a:pt x="2523" y="1946"/>
                    <a:pt x="1946" y="2523"/>
                    <a:pt x="1277" y="2523"/>
                  </a:cubicBezTo>
                  <a:cubicBezTo>
                    <a:pt x="578" y="2523"/>
                    <a:pt x="1" y="1946"/>
                    <a:pt x="1" y="1246"/>
                  </a:cubicBezTo>
                  <a:cubicBezTo>
                    <a:pt x="1" y="578"/>
                    <a:pt x="578" y="0"/>
                    <a:pt x="1277" y="0"/>
                  </a:cubicBezTo>
                  <a:cubicBezTo>
                    <a:pt x="1946" y="0"/>
                    <a:pt x="2523" y="578"/>
                    <a:pt x="2523" y="1246"/>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3" name="Google Shape;6793;p63"/>
          <p:cNvGrpSpPr/>
          <p:nvPr/>
        </p:nvGrpSpPr>
        <p:grpSpPr>
          <a:xfrm>
            <a:off x="7257534" y="3449628"/>
            <a:ext cx="673139" cy="645599"/>
            <a:chOff x="76650" y="3861300"/>
            <a:chExt cx="1531950" cy="1469275"/>
          </a:xfrm>
        </p:grpSpPr>
        <p:sp>
          <p:nvSpPr>
            <p:cNvPr id="6794" name="Google Shape;6794;p63"/>
            <p:cNvSpPr/>
            <p:nvPr/>
          </p:nvSpPr>
          <p:spPr>
            <a:xfrm>
              <a:off x="76650" y="3861300"/>
              <a:ext cx="1513725" cy="1379225"/>
            </a:xfrm>
            <a:custGeom>
              <a:rect b="b" l="l" r="r" t="t"/>
              <a:pathLst>
                <a:path extrusionOk="0" h="55169" w="60549">
                  <a:moveTo>
                    <a:pt x="30289" y="0"/>
                  </a:moveTo>
                  <a:cubicBezTo>
                    <a:pt x="23230" y="0"/>
                    <a:pt x="16171" y="2690"/>
                    <a:pt x="10791" y="8070"/>
                  </a:cubicBezTo>
                  <a:cubicBezTo>
                    <a:pt x="0" y="18861"/>
                    <a:pt x="0" y="36308"/>
                    <a:pt x="10791" y="47098"/>
                  </a:cubicBezTo>
                  <a:cubicBezTo>
                    <a:pt x="16171" y="52478"/>
                    <a:pt x="23230" y="55168"/>
                    <a:pt x="30289" y="55168"/>
                  </a:cubicBezTo>
                  <a:cubicBezTo>
                    <a:pt x="37349" y="55168"/>
                    <a:pt x="44408" y="52478"/>
                    <a:pt x="49788" y="47098"/>
                  </a:cubicBezTo>
                  <a:cubicBezTo>
                    <a:pt x="60548" y="36308"/>
                    <a:pt x="60548" y="18861"/>
                    <a:pt x="49788" y="8070"/>
                  </a:cubicBezTo>
                  <a:cubicBezTo>
                    <a:pt x="44408" y="2690"/>
                    <a:pt x="37349" y="0"/>
                    <a:pt x="30289" y="0"/>
                  </a:cubicBezTo>
                  <a:close/>
                </a:path>
              </a:pathLst>
            </a:custGeom>
            <a:solidFill>
              <a:srgbClr val="96A8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63"/>
            <p:cNvSpPr/>
            <p:nvPr/>
          </p:nvSpPr>
          <p:spPr>
            <a:xfrm>
              <a:off x="919350" y="4640575"/>
              <a:ext cx="689250" cy="690000"/>
            </a:xfrm>
            <a:custGeom>
              <a:rect b="b" l="l" r="r" t="t"/>
              <a:pathLst>
                <a:path extrusionOk="0" fill="none" h="27600" w="27570">
                  <a:moveTo>
                    <a:pt x="27570" y="0"/>
                  </a:moveTo>
                  <a:cubicBezTo>
                    <a:pt x="27570" y="15228"/>
                    <a:pt x="15229" y="27599"/>
                    <a:pt x="1" y="27599"/>
                  </a:cubicBezTo>
                </a:path>
              </a:pathLst>
            </a:custGeom>
            <a:noFill/>
            <a:ln cap="flat" cmpd="sng" w="66875">
              <a:solidFill>
                <a:srgbClr val="E4BEB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96" name="Google Shape;6796;p63"/>
          <p:cNvSpPr/>
          <p:nvPr/>
        </p:nvSpPr>
        <p:spPr>
          <a:xfrm rot="-5400000">
            <a:off x="1880569" y="993410"/>
            <a:ext cx="303975" cy="152025"/>
          </a:xfrm>
          <a:custGeom>
            <a:rect b="b" l="l" r="r" t="t"/>
            <a:pathLst>
              <a:path extrusionOk="0" fill="none" h="6081" w="12159">
                <a:moveTo>
                  <a:pt x="0" y="6080"/>
                </a:moveTo>
                <a:cubicBezTo>
                  <a:pt x="0" y="2737"/>
                  <a:pt x="2736" y="1"/>
                  <a:pt x="6079" y="1"/>
                </a:cubicBezTo>
                <a:cubicBezTo>
                  <a:pt x="9453" y="1"/>
                  <a:pt x="12158" y="2737"/>
                  <a:pt x="12158" y="6080"/>
                </a:cubicBezTo>
              </a:path>
            </a:pathLst>
          </a:custGeom>
          <a:noFill/>
          <a:ln cap="flat" cmpd="sng" w="57000">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63"/>
          <p:cNvSpPr/>
          <p:nvPr/>
        </p:nvSpPr>
        <p:spPr>
          <a:xfrm>
            <a:off x="6494275" y="3846850"/>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63"/>
          <p:cNvSpPr/>
          <p:nvPr/>
        </p:nvSpPr>
        <p:spPr>
          <a:xfrm>
            <a:off x="1621288" y="4136875"/>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63"/>
          <p:cNvSpPr/>
          <p:nvPr/>
        </p:nvSpPr>
        <p:spPr>
          <a:xfrm>
            <a:off x="6685800" y="1391613"/>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6800" name="Google Shape;6800;p63"/>
          <p:cNvPicPr preferRelativeResize="0"/>
          <p:nvPr/>
        </p:nvPicPr>
        <p:blipFill rotWithShape="1">
          <a:blip r:embed="rId5">
            <a:alphaModFix/>
          </a:blip>
          <a:srcRect b="0" l="13214" r="12881" t="0"/>
          <a:stretch/>
        </p:blipFill>
        <p:spPr>
          <a:xfrm>
            <a:off x="1152463" y="2446938"/>
            <a:ext cx="1529926" cy="1164425"/>
          </a:xfrm>
          <a:prstGeom prst="rect">
            <a:avLst/>
          </a:prstGeom>
          <a:noFill/>
          <a:ln>
            <a:noFill/>
          </a:ln>
        </p:spPr>
      </p:pic>
      <p:grpSp>
        <p:nvGrpSpPr>
          <p:cNvPr id="6801" name="Google Shape;6801;p63"/>
          <p:cNvGrpSpPr/>
          <p:nvPr/>
        </p:nvGrpSpPr>
        <p:grpSpPr>
          <a:xfrm>
            <a:off x="1002724" y="2353802"/>
            <a:ext cx="1837624" cy="1354401"/>
            <a:chOff x="1002724" y="2353802"/>
            <a:chExt cx="1837624" cy="1354401"/>
          </a:xfrm>
        </p:grpSpPr>
        <p:sp>
          <p:nvSpPr>
            <p:cNvPr id="6802" name="Google Shape;6802;p63"/>
            <p:cNvSpPr/>
            <p:nvPr/>
          </p:nvSpPr>
          <p:spPr>
            <a:xfrm rot="-5400000">
              <a:off x="1244336" y="2112190"/>
              <a:ext cx="1354401" cy="1837624"/>
            </a:xfrm>
            <a:custGeom>
              <a:rect b="b" l="l" r="r" t="t"/>
              <a:pathLst>
                <a:path extrusionOk="0" h="95461" w="70249">
                  <a:moveTo>
                    <a:pt x="35124" y="3590"/>
                  </a:moveTo>
                  <a:lnTo>
                    <a:pt x="35466" y="3675"/>
                  </a:lnTo>
                  <a:lnTo>
                    <a:pt x="35723" y="3846"/>
                  </a:lnTo>
                  <a:lnTo>
                    <a:pt x="35894" y="4103"/>
                  </a:lnTo>
                  <a:lnTo>
                    <a:pt x="35979" y="4444"/>
                  </a:lnTo>
                  <a:lnTo>
                    <a:pt x="35894" y="4786"/>
                  </a:lnTo>
                  <a:lnTo>
                    <a:pt x="35723" y="5043"/>
                  </a:lnTo>
                  <a:lnTo>
                    <a:pt x="35466" y="5299"/>
                  </a:lnTo>
                  <a:lnTo>
                    <a:pt x="34783" y="5299"/>
                  </a:lnTo>
                  <a:lnTo>
                    <a:pt x="34526" y="5043"/>
                  </a:lnTo>
                  <a:lnTo>
                    <a:pt x="34355" y="4786"/>
                  </a:lnTo>
                  <a:lnTo>
                    <a:pt x="34270" y="4444"/>
                  </a:lnTo>
                  <a:lnTo>
                    <a:pt x="34355" y="4103"/>
                  </a:lnTo>
                  <a:lnTo>
                    <a:pt x="34526" y="3846"/>
                  </a:lnTo>
                  <a:lnTo>
                    <a:pt x="34783" y="3675"/>
                  </a:lnTo>
                  <a:lnTo>
                    <a:pt x="35124" y="3590"/>
                  </a:lnTo>
                  <a:close/>
                  <a:moveTo>
                    <a:pt x="64950" y="8547"/>
                  </a:moveTo>
                  <a:lnTo>
                    <a:pt x="64950" y="86914"/>
                  </a:lnTo>
                  <a:lnTo>
                    <a:pt x="5299" y="86914"/>
                  </a:lnTo>
                  <a:lnTo>
                    <a:pt x="5299" y="8547"/>
                  </a:lnTo>
                  <a:close/>
                  <a:moveTo>
                    <a:pt x="35552" y="89307"/>
                  </a:moveTo>
                  <a:lnTo>
                    <a:pt x="35894" y="89478"/>
                  </a:lnTo>
                  <a:lnTo>
                    <a:pt x="36235" y="89649"/>
                  </a:lnTo>
                  <a:lnTo>
                    <a:pt x="36492" y="89905"/>
                  </a:lnTo>
                  <a:lnTo>
                    <a:pt x="36748" y="90162"/>
                  </a:lnTo>
                  <a:lnTo>
                    <a:pt x="36919" y="90504"/>
                  </a:lnTo>
                  <a:lnTo>
                    <a:pt x="37005" y="90845"/>
                  </a:lnTo>
                  <a:lnTo>
                    <a:pt x="37090" y="91273"/>
                  </a:lnTo>
                  <a:lnTo>
                    <a:pt x="37005" y="91615"/>
                  </a:lnTo>
                  <a:lnTo>
                    <a:pt x="36919" y="92042"/>
                  </a:lnTo>
                  <a:lnTo>
                    <a:pt x="36748" y="92384"/>
                  </a:lnTo>
                  <a:lnTo>
                    <a:pt x="36492" y="92640"/>
                  </a:lnTo>
                  <a:lnTo>
                    <a:pt x="36235" y="92896"/>
                  </a:lnTo>
                  <a:lnTo>
                    <a:pt x="35894" y="93067"/>
                  </a:lnTo>
                  <a:lnTo>
                    <a:pt x="35552" y="93153"/>
                  </a:lnTo>
                  <a:lnTo>
                    <a:pt x="35124" y="93238"/>
                  </a:lnTo>
                  <a:lnTo>
                    <a:pt x="34697" y="93153"/>
                  </a:lnTo>
                  <a:lnTo>
                    <a:pt x="34355" y="93067"/>
                  </a:lnTo>
                  <a:lnTo>
                    <a:pt x="34013" y="92896"/>
                  </a:lnTo>
                  <a:lnTo>
                    <a:pt x="33757" y="92640"/>
                  </a:lnTo>
                  <a:lnTo>
                    <a:pt x="33501" y="92384"/>
                  </a:lnTo>
                  <a:lnTo>
                    <a:pt x="33330" y="92042"/>
                  </a:lnTo>
                  <a:lnTo>
                    <a:pt x="33244" y="91615"/>
                  </a:lnTo>
                  <a:lnTo>
                    <a:pt x="33159" y="91273"/>
                  </a:lnTo>
                  <a:lnTo>
                    <a:pt x="33244" y="90845"/>
                  </a:lnTo>
                  <a:lnTo>
                    <a:pt x="33330" y="90504"/>
                  </a:lnTo>
                  <a:lnTo>
                    <a:pt x="33501" y="90162"/>
                  </a:lnTo>
                  <a:lnTo>
                    <a:pt x="33757" y="89905"/>
                  </a:lnTo>
                  <a:lnTo>
                    <a:pt x="34013" y="89649"/>
                  </a:lnTo>
                  <a:lnTo>
                    <a:pt x="34355" y="89478"/>
                  </a:lnTo>
                  <a:lnTo>
                    <a:pt x="34697" y="89307"/>
                  </a:lnTo>
                  <a:close/>
                  <a:moveTo>
                    <a:pt x="3333" y="0"/>
                  </a:moveTo>
                  <a:lnTo>
                    <a:pt x="2649" y="86"/>
                  </a:lnTo>
                  <a:lnTo>
                    <a:pt x="2051" y="257"/>
                  </a:lnTo>
                  <a:lnTo>
                    <a:pt x="1453" y="599"/>
                  </a:lnTo>
                  <a:lnTo>
                    <a:pt x="1026" y="1026"/>
                  </a:lnTo>
                  <a:lnTo>
                    <a:pt x="598" y="1453"/>
                  </a:lnTo>
                  <a:lnTo>
                    <a:pt x="256" y="2052"/>
                  </a:lnTo>
                  <a:lnTo>
                    <a:pt x="85" y="2650"/>
                  </a:lnTo>
                  <a:lnTo>
                    <a:pt x="0" y="3333"/>
                  </a:lnTo>
                  <a:lnTo>
                    <a:pt x="0" y="92213"/>
                  </a:lnTo>
                  <a:lnTo>
                    <a:pt x="85" y="92811"/>
                  </a:lnTo>
                  <a:lnTo>
                    <a:pt x="256" y="93495"/>
                  </a:lnTo>
                  <a:lnTo>
                    <a:pt x="598" y="94007"/>
                  </a:lnTo>
                  <a:lnTo>
                    <a:pt x="1026" y="94520"/>
                  </a:lnTo>
                  <a:lnTo>
                    <a:pt x="1453" y="94862"/>
                  </a:lnTo>
                  <a:lnTo>
                    <a:pt x="2051" y="95204"/>
                  </a:lnTo>
                  <a:lnTo>
                    <a:pt x="2649" y="95375"/>
                  </a:lnTo>
                  <a:lnTo>
                    <a:pt x="3333" y="95460"/>
                  </a:lnTo>
                  <a:lnTo>
                    <a:pt x="66916" y="95460"/>
                  </a:lnTo>
                  <a:lnTo>
                    <a:pt x="67600" y="95375"/>
                  </a:lnTo>
                  <a:lnTo>
                    <a:pt x="68198" y="95204"/>
                  </a:lnTo>
                  <a:lnTo>
                    <a:pt x="68796" y="94862"/>
                  </a:lnTo>
                  <a:lnTo>
                    <a:pt x="69309" y="94520"/>
                  </a:lnTo>
                  <a:lnTo>
                    <a:pt x="69651" y="94007"/>
                  </a:lnTo>
                  <a:lnTo>
                    <a:pt x="69992" y="93495"/>
                  </a:lnTo>
                  <a:lnTo>
                    <a:pt x="70163" y="92811"/>
                  </a:lnTo>
                  <a:lnTo>
                    <a:pt x="70249" y="92213"/>
                  </a:lnTo>
                  <a:lnTo>
                    <a:pt x="70249" y="3333"/>
                  </a:lnTo>
                  <a:lnTo>
                    <a:pt x="70163" y="2650"/>
                  </a:lnTo>
                  <a:lnTo>
                    <a:pt x="69992" y="2052"/>
                  </a:lnTo>
                  <a:lnTo>
                    <a:pt x="69651" y="1453"/>
                  </a:lnTo>
                  <a:lnTo>
                    <a:pt x="69309" y="1026"/>
                  </a:lnTo>
                  <a:lnTo>
                    <a:pt x="68796" y="599"/>
                  </a:lnTo>
                  <a:lnTo>
                    <a:pt x="68198" y="257"/>
                  </a:lnTo>
                  <a:lnTo>
                    <a:pt x="67600" y="86"/>
                  </a:lnTo>
                  <a:lnTo>
                    <a:pt x="669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63"/>
            <p:cNvSpPr/>
            <p:nvPr/>
          </p:nvSpPr>
          <p:spPr>
            <a:xfrm>
              <a:off x="2716325" y="2987800"/>
              <a:ext cx="86400" cy="864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63"/>
            <p:cNvSpPr/>
            <p:nvPr/>
          </p:nvSpPr>
          <p:spPr>
            <a:xfrm>
              <a:off x="1067925" y="3011950"/>
              <a:ext cx="38100" cy="38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5" name="Google Shape;6805;p63"/>
          <p:cNvGrpSpPr/>
          <p:nvPr/>
        </p:nvGrpSpPr>
        <p:grpSpPr>
          <a:xfrm>
            <a:off x="5134132" y="2442175"/>
            <a:ext cx="634161" cy="1254052"/>
            <a:chOff x="5134132" y="2442175"/>
            <a:chExt cx="634161" cy="1254052"/>
          </a:xfrm>
        </p:grpSpPr>
        <p:sp>
          <p:nvSpPr>
            <p:cNvPr id="6806" name="Google Shape;6806;p63"/>
            <p:cNvSpPr/>
            <p:nvPr/>
          </p:nvSpPr>
          <p:spPr>
            <a:xfrm>
              <a:off x="5134132" y="2442175"/>
              <a:ext cx="634161" cy="1254052"/>
            </a:xfrm>
            <a:custGeom>
              <a:rect b="b" l="l" r="r" t="t"/>
              <a:pathLst>
                <a:path extrusionOk="0" h="122466" w="61960">
                  <a:moveTo>
                    <a:pt x="52217" y="0"/>
                  </a:moveTo>
                  <a:lnTo>
                    <a:pt x="9743" y="0"/>
                  </a:lnTo>
                  <a:lnTo>
                    <a:pt x="9743" y="0"/>
                  </a:lnTo>
                  <a:lnTo>
                    <a:pt x="8803" y="0"/>
                  </a:lnTo>
                  <a:lnTo>
                    <a:pt x="7778" y="171"/>
                  </a:lnTo>
                  <a:lnTo>
                    <a:pt x="6838" y="427"/>
                  </a:lnTo>
                  <a:lnTo>
                    <a:pt x="5983" y="769"/>
                  </a:lnTo>
                  <a:lnTo>
                    <a:pt x="5129" y="1111"/>
                  </a:lnTo>
                  <a:lnTo>
                    <a:pt x="4359" y="1624"/>
                  </a:lnTo>
                  <a:lnTo>
                    <a:pt x="3590" y="2222"/>
                  </a:lnTo>
                  <a:lnTo>
                    <a:pt x="2907" y="2820"/>
                  </a:lnTo>
                  <a:lnTo>
                    <a:pt x="2223" y="3504"/>
                  </a:lnTo>
                  <a:lnTo>
                    <a:pt x="1710" y="4273"/>
                  </a:lnTo>
                  <a:lnTo>
                    <a:pt x="1197" y="5042"/>
                  </a:lnTo>
                  <a:lnTo>
                    <a:pt x="770" y="5897"/>
                  </a:lnTo>
                  <a:lnTo>
                    <a:pt x="514" y="6837"/>
                  </a:lnTo>
                  <a:lnTo>
                    <a:pt x="257" y="7777"/>
                  </a:lnTo>
                  <a:lnTo>
                    <a:pt x="86" y="8717"/>
                  </a:lnTo>
                  <a:lnTo>
                    <a:pt x="1" y="9743"/>
                  </a:lnTo>
                  <a:lnTo>
                    <a:pt x="1" y="112723"/>
                  </a:lnTo>
                  <a:lnTo>
                    <a:pt x="1" y="112723"/>
                  </a:lnTo>
                  <a:lnTo>
                    <a:pt x="86" y="113748"/>
                  </a:lnTo>
                  <a:lnTo>
                    <a:pt x="257" y="114688"/>
                  </a:lnTo>
                  <a:lnTo>
                    <a:pt x="514" y="115629"/>
                  </a:lnTo>
                  <a:lnTo>
                    <a:pt x="770" y="116569"/>
                  </a:lnTo>
                  <a:lnTo>
                    <a:pt x="1197" y="117423"/>
                  </a:lnTo>
                  <a:lnTo>
                    <a:pt x="1710" y="118192"/>
                  </a:lnTo>
                  <a:lnTo>
                    <a:pt x="2223" y="118962"/>
                  </a:lnTo>
                  <a:lnTo>
                    <a:pt x="2907" y="119645"/>
                  </a:lnTo>
                  <a:lnTo>
                    <a:pt x="3590" y="120243"/>
                  </a:lnTo>
                  <a:lnTo>
                    <a:pt x="4359" y="120842"/>
                  </a:lnTo>
                  <a:lnTo>
                    <a:pt x="5129" y="121354"/>
                  </a:lnTo>
                  <a:lnTo>
                    <a:pt x="5983" y="121696"/>
                  </a:lnTo>
                  <a:lnTo>
                    <a:pt x="6838" y="122038"/>
                  </a:lnTo>
                  <a:lnTo>
                    <a:pt x="7778" y="122294"/>
                  </a:lnTo>
                  <a:lnTo>
                    <a:pt x="8803" y="122465"/>
                  </a:lnTo>
                  <a:lnTo>
                    <a:pt x="9743" y="122465"/>
                  </a:lnTo>
                  <a:lnTo>
                    <a:pt x="52217" y="122465"/>
                  </a:lnTo>
                  <a:lnTo>
                    <a:pt x="52217" y="122465"/>
                  </a:lnTo>
                  <a:lnTo>
                    <a:pt x="53243" y="122465"/>
                  </a:lnTo>
                  <a:lnTo>
                    <a:pt x="54183" y="122294"/>
                  </a:lnTo>
                  <a:lnTo>
                    <a:pt x="55123" y="122038"/>
                  </a:lnTo>
                  <a:lnTo>
                    <a:pt x="55978" y="121696"/>
                  </a:lnTo>
                  <a:lnTo>
                    <a:pt x="56832" y="121354"/>
                  </a:lnTo>
                  <a:lnTo>
                    <a:pt x="57687" y="120842"/>
                  </a:lnTo>
                  <a:lnTo>
                    <a:pt x="58371" y="120243"/>
                  </a:lnTo>
                  <a:lnTo>
                    <a:pt x="59054" y="119645"/>
                  </a:lnTo>
                  <a:lnTo>
                    <a:pt x="59738" y="118962"/>
                  </a:lnTo>
                  <a:lnTo>
                    <a:pt x="60251" y="118192"/>
                  </a:lnTo>
                  <a:lnTo>
                    <a:pt x="60764" y="117423"/>
                  </a:lnTo>
                  <a:lnTo>
                    <a:pt x="61191" y="116569"/>
                  </a:lnTo>
                  <a:lnTo>
                    <a:pt x="61533" y="115629"/>
                  </a:lnTo>
                  <a:lnTo>
                    <a:pt x="61704" y="114688"/>
                  </a:lnTo>
                  <a:lnTo>
                    <a:pt x="61875" y="113748"/>
                  </a:lnTo>
                  <a:lnTo>
                    <a:pt x="61960" y="112723"/>
                  </a:lnTo>
                  <a:lnTo>
                    <a:pt x="61960" y="9743"/>
                  </a:lnTo>
                  <a:lnTo>
                    <a:pt x="61960" y="9743"/>
                  </a:lnTo>
                  <a:lnTo>
                    <a:pt x="61875" y="8717"/>
                  </a:lnTo>
                  <a:lnTo>
                    <a:pt x="61704" y="7777"/>
                  </a:lnTo>
                  <a:lnTo>
                    <a:pt x="61533" y="6837"/>
                  </a:lnTo>
                  <a:lnTo>
                    <a:pt x="61191" y="5897"/>
                  </a:lnTo>
                  <a:lnTo>
                    <a:pt x="60764" y="5042"/>
                  </a:lnTo>
                  <a:lnTo>
                    <a:pt x="60251" y="4273"/>
                  </a:lnTo>
                  <a:lnTo>
                    <a:pt x="59738" y="3504"/>
                  </a:lnTo>
                  <a:lnTo>
                    <a:pt x="59054" y="2820"/>
                  </a:lnTo>
                  <a:lnTo>
                    <a:pt x="58371" y="2222"/>
                  </a:lnTo>
                  <a:lnTo>
                    <a:pt x="57687" y="1624"/>
                  </a:lnTo>
                  <a:lnTo>
                    <a:pt x="56832" y="1111"/>
                  </a:lnTo>
                  <a:lnTo>
                    <a:pt x="55978" y="769"/>
                  </a:lnTo>
                  <a:lnTo>
                    <a:pt x="55123" y="427"/>
                  </a:lnTo>
                  <a:lnTo>
                    <a:pt x="54183" y="171"/>
                  </a:lnTo>
                  <a:lnTo>
                    <a:pt x="53243" y="0"/>
                  </a:lnTo>
                  <a:lnTo>
                    <a:pt x="52217" y="0"/>
                  </a:lnTo>
                  <a:lnTo>
                    <a:pt x="52217" y="0"/>
                  </a:lnTo>
                  <a:close/>
                  <a:moveTo>
                    <a:pt x="24870" y="5042"/>
                  </a:moveTo>
                  <a:lnTo>
                    <a:pt x="24870" y="5042"/>
                  </a:lnTo>
                  <a:lnTo>
                    <a:pt x="24955" y="5042"/>
                  </a:lnTo>
                  <a:lnTo>
                    <a:pt x="37176" y="5042"/>
                  </a:lnTo>
                  <a:lnTo>
                    <a:pt x="37176" y="5042"/>
                  </a:lnTo>
                  <a:lnTo>
                    <a:pt x="37433" y="5042"/>
                  </a:lnTo>
                  <a:lnTo>
                    <a:pt x="37689" y="5213"/>
                  </a:lnTo>
                  <a:lnTo>
                    <a:pt x="37860" y="5469"/>
                  </a:lnTo>
                  <a:lnTo>
                    <a:pt x="37946" y="5811"/>
                  </a:lnTo>
                  <a:lnTo>
                    <a:pt x="37946" y="5811"/>
                  </a:lnTo>
                  <a:lnTo>
                    <a:pt x="37860" y="6068"/>
                  </a:lnTo>
                  <a:lnTo>
                    <a:pt x="37689" y="6324"/>
                  </a:lnTo>
                  <a:lnTo>
                    <a:pt x="37433" y="6495"/>
                  </a:lnTo>
                  <a:lnTo>
                    <a:pt x="37091" y="6580"/>
                  </a:lnTo>
                  <a:lnTo>
                    <a:pt x="37091" y="6580"/>
                  </a:lnTo>
                  <a:lnTo>
                    <a:pt x="37091" y="6580"/>
                  </a:lnTo>
                  <a:lnTo>
                    <a:pt x="24870" y="6580"/>
                  </a:lnTo>
                  <a:lnTo>
                    <a:pt x="24870" y="6580"/>
                  </a:lnTo>
                  <a:lnTo>
                    <a:pt x="24870" y="6580"/>
                  </a:lnTo>
                  <a:lnTo>
                    <a:pt x="24528" y="6495"/>
                  </a:lnTo>
                  <a:lnTo>
                    <a:pt x="24272" y="6324"/>
                  </a:lnTo>
                  <a:lnTo>
                    <a:pt x="24101" y="6068"/>
                  </a:lnTo>
                  <a:lnTo>
                    <a:pt x="24101" y="5811"/>
                  </a:lnTo>
                  <a:lnTo>
                    <a:pt x="24101" y="5811"/>
                  </a:lnTo>
                  <a:lnTo>
                    <a:pt x="24101" y="5469"/>
                  </a:lnTo>
                  <a:lnTo>
                    <a:pt x="24272" y="5213"/>
                  </a:lnTo>
                  <a:lnTo>
                    <a:pt x="24528" y="5042"/>
                  </a:lnTo>
                  <a:lnTo>
                    <a:pt x="24870" y="5042"/>
                  </a:lnTo>
                  <a:lnTo>
                    <a:pt x="24870" y="5042"/>
                  </a:lnTo>
                  <a:close/>
                  <a:moveTo>
                    <a:pt x="31023" y="119389"/>
                  </a:moveTo>
                  <a:lnTo>
                    <a:pt x="31023" y="119389"/>
                  </a:lnTo>
                  <a:lnTo>
                    <a:pt x="30340" y="119303"/>
                  </a:lnTo>
                  <a:lnTo>
                    <a:pt x="29741" y="119132"/>
                  </a:lnTo>
                  <a:lnTo>
                    <a:pt x="29143" y="118791"/>
                  </a:lnTo>
                  <a:lnTo>
                    <a:pt x="28630" y="118449"/>
                  </a:lnTo>
                  <a:lnTo>
                    <a:pt x="28288" y="117936"/>
                  </a:lnTo>
                  <a:lnTo>
                    <a:pt x="27947" y="117338"/>
                  </a:lnTo>
                  <a:lnTo>
                    <a:pt x="27776" y="116740"/>
                  </a:lnTo>
                  <a:lnTo>
                    <a:pt x="27690" y="116056"/>
                  </a:lnTo>
                  <a:lnTo>
                    <a:pt x="27690" y="116056"/>
                  </a:lnTo>
                  <a:lnTo>
                    <a:pt x="27776" y="115458"/>
                  </a:lnTo>
                  <a:lnTo>
                    <a:pt x="27947" y="114774"/>
                  </a:lnTo>
                  <a:lnTo>
                    <a:pt x="28288" y="114261"/>
                  </a:lnTo>
                  <a:lnTo>
                    <a:pt x="28630" y="113748"/>
                  </a:lnTo>
                  <a:lnTo>
                    <a:pt x="29143" y="113407"/>
                  </a:lnTo>
                  <a:lnTo>
                    <a:pt x="29741" y="113065"/>
                  </a:lnTo>
                  <a:lnTo>
                    <a:pt x="30340" y="112894"/>
                  </a:lnTo>
                  <a:lnTo>
                    <a:pt x="31023" y="112808"/>
                  </a:lnTo>
                  <a:lnTo>
                    <a:pt x="31023" y="112808"/>
                  </a:lnTo>
                  <a:lnTo>
                    <a:pt x="31621" y="112894"/>
                  </a:lnTo>
                  <a:lnTo>
                    <a:pt x="32305" y="113065"/>
                  </a:lnTo>
                  <a:lnTo>
                    <a:pt x="32818" y="113407"/>
                  </a:lnTo>
                  <a:lnTo>
                    <a:pt x="33331" y="113748"/>
                  </a:lnTo>
                  <a:lnTo>
                    <a:pt x="33758" y="114261"/>
                  </a:lnTo>
                  <a:lnTo>
                    <a:pt x="34014" y="114774"/>
                  </a:lnTo>
                  <a:lnTo>
                    <a:pt x="34185" y="115458"/>
                  </a:lnTo>
                  <a:lnTo>
                    <a:pt x="34271" y="116056"/>
                  </a:lnTo>
                  <a:lnTo>
                    <a:pt x="34271" y="116056"/>
                  </a:lnTo>
                  <a:lnTo>
                    <a:pt x="34185" y="116740"/>
                  </a:lnTo>
                  <a:lnTo>
                    <a:pt x="34014" y="117338"/>
                  </a:lnTo>
                  <a:lnTo>
                    <a:pt x="33758" y="117936"/>
                  </a:lnTo>
                  <a:lnTo>
                    <a:pt x="33331" y="118449"/>
                  </a:lnTo>
                  <a:lnTo>
                    <a:pt x="32818" y="118791"/>
                  </a:lnTo>
                  <a:lnTo>
                    <a:pt x="32305" y="119132"/>
                  </a:lnTo>
                  <a:lnTo>
                    <a:pt x="31621" y="119303"/>
                  </a:lnTo>
                  <a:lnTo>
                    <a:pt x="31023" y="119389"/>
                  </a:lnTo>
                  <a:lnTo>
                    <a:pt x="31023" y="119389"/>
                  </a:lnTo>
                  <a:close/>
                  <a:moveTo>
                    <a:pt x="59482" y="108877"/>
                  </a:moveTo>
                  <a:lnTo>
                    <a:pt x="2479" y="108877"/>
                  </a:lnTo>
                  <a:lnTo>
                    <a:pt x="2479" y="13588"/>
                  </a:lnTo>
                  <a:lnTo>
                    <a:pt x="59482" y="13588"/>
                  </a:lnTo>
                  <a:lnTo>
                    <a:pt x="59482" y="108877"/>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63"/>
            <p:cNvSpPr/>
            <p:nvPr/>
          </p:nvSpPr>
          <p:spPr>
            <a:xfrm>
              <a:off x="5414763" y="3592900"/>
              <a:ext cx="72900" cy="729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63"/>
            <p:cNvSpPr/>
            <p:nvPr/>
          </p:nvSpPr>
          <p:spPr>
            <a:xfrm>
              <a:off x="5381025" y="2491375"/>
              <a:ext cx="141000" cy="198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12" name="Shape 6812"/>
        <p:cNvGrpSpPr/>
        <p:nvPr/>
      </p:nvGrpSpPr>
      <p:grpSpPr>
        <a:xfrm>
          <a:off x="0" y="0"/>
          <a:ext cx="0" cy="0"/>
          <a:chOff x="0" y="0"/>
          <a:chExt cx="0" cy="0"/>
        </a:xfrm>
      </p:grpSpPr>
      <p:pic>
        <p:nvPicPr>
          <p:cNvPr id="6813" name="Google Shape;6813;p64"/>
          <p:cNvPicPr preferRelativeResize="0"/>
          <p:nvPr/>
        </p:nvPicPr>
        <p:blipFill rotWithShape="1">
          <a:blip r:embed="rId3">
            <a:alphaModFix/>
          </a:blip>
          <a:srcRect b="22193" l="51164" r="0" t="69"/>
          <a:stretch/>
        </p:blipFill>
        <p:spPr>
          <a:xfrm>
            <a:off x="2180250" y="1304782"/>
            <a:ext cx="1773300" cy="1724400"/>
          </a:xfrm>
          <a:prstGeom prst="ellipse">
            <a:avLst/>
          </a:prstGeom>
          <a:noFill/>
          <a:ln>
            <a:noFill/>
          </a:ln>
        </p:spPr>
      </p:pic>
      <p:sp>
        <p:nvSpPr>
          <p:cNvPr id="6814" name="Google Shape;6814;p64"/>
          <p:cNvSpPr/>
          <p:nvPr/>
        </p:nvSpPr>
        <p:spPr>
          <a:xfrm>
            <a:off x="2180238" y="1304775"/>
            <a:ext cx="1773300" cy="1724400"/>
          </a:xfrm>
          <a:prstGeom prst="ellipse">
            <a:avLst/>
          </a:prstGeom>
          <a:noFill/>
          <a:ln cap="flat" cmpd="sng" w="7620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64"/>
          <p:cNvSpPr txBox="1"/>
          <p:nvPr>
            <p:ph idx="3" type="subTitle"/>
          </p:nvPr>
        </p:nvSpPr>
        <p:spPr>
          <a:xfrm>
            <a:off x="1947762" y="3537250"/>
            <a:ext cx="22383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a:t>
            </a:r>
            <a:endParaRPr/>
          </a:p>
        </p:txBody>
      </p:sp>
      <p:sp>
        <p:nvSpPr>
          <p:cNvPr id="6816" name="Google Shape;6816;p64"/>
          <p:cNvSpPr txBox="1"/>
          <p:nvPr>
            <p:ph type="title"/>
          </p:nvPr>
        </p:nvSpPr>
        <p:spPr>
          <a:xfrm>
            <a:off x="2988625" y="445025"/>
            <a:ext cx="31668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team</a:t>
            </a:r>
            <a:endParaRPr/>
          </a:p>
        </p:txBody>
      </p:sp>
      <p:sp>
        <p:nvSpPr>
          <p:cNvPr id="6817" name="Google Shape;6817;p64"/>
          <p:cNvSpPr txBox="1"/>
          <p:nvPr>
            <p:ph idx="1" type="subTitle"/>
          </p:nvPr>
        </p:nvSpPr>
        <p:spPr>
          <a:xfrm>
            <a:off x="2055150" y="3184450"/>
            <a:ext cx="2023500" cy="352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a:t>
            </a:r>
            <a:r>
              <a:rPr lang="en"/>
              <a:t>enna Doe</a:t>
            </a:r>
            <a:endParaRPr/>
          </a:p>
        </p:txBody>
      </p:sp>
      <p:sp>
        <p:nvSpPr>
          <p:cNvPr id="6818" name="Google Shape;6818;p64"/>
          <p:cNvSpPr txBox="1"/>
          <p:nvPr>
            <p:ph idx="2" type="subTitle"/>
          </p:nvPr>
        </p:nvSpPr>
        <p:spPr>
          <a:xfrm>
            <a:off x="5065374" y="3184450"/>
            <a:ext cx="2023500" cy="352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a:t>
            </a:r>
            <a:r>
              <a:rPr lang="en"/>
              <a:t>ane Patterson</a:t>
            </a:r>
            <a:endParaRPr/>
          </a:p>
        </p:txBody>
      </p:sp>
      <p:sp>
        <p:nvSpPr>
          <p:cNvPr id="6819" name="Google Shape;6819;p64"/>
          <p:cNvSpPr txBox="1"/>
          <p:nvPr>
            <p:ph idx="4" type="subTitle"/>
          </p:nvPr>
        </p:nvSpPr>
        <p:spPr>
          <a:xfrm>
            <a:off x="4957988" y="3537250"/>
            <a:ext cx="22383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a:t>
            </a:r>
            <a:endParaRPr/>
          </a:p>
        </p:txBody>
      </p:sp>
      <p:pic>
        <p:nvPicPr>
          <p:cNvPr id="6820" name="Google Shape;6820;p64"/>
          <p:cNvPicPr preferRelativeResize="0"/>
          <p:nvPr/>
        </p:nvPicPr>
        <p:blipFill rotWithShape="1">
          <a:blip r:embed="rId4">
            <a:alphaModFix/>
          </a:blip>
          <a:srcRect b="20406" l="12453" r="13636" t="5683"/>
          <a:stretch/>
        </p:blipFill>
        <p:spPr>
          <a:xfrm>
            <a:off x="5214475" y="1304782"/>
            <a:ext cx="1725300" cy="1724400"/>
          </a:xfrm>
          <a:prstGeom prst="ellipse">
            <a:avLst/>
          </a:prstGeom>
          <a:noFill/>
          <a:ln>
            <a:noFill/>
          </a:ln>
        </p:spPr>
      </p:pic>
      <p:sp>
        <p:nvSpPr>
          <p:cNvPr id="6821" name="Google Shape;6821;p64"/>
          <p:cNvSpPr/>
          <p:nvPr/>
        </p:nvSpPr>
        <p:spPr>
          <a:xfrm>
            <a:off x="5190500" y="1304775"/>
            <a:ext cx="1773300" cy="1724400"/>
          </a:xfrm>
          <a:prstGeom prst="ellipse">
            <a:avLst/>
          </a:prstGeom>
          <a:noFill/>
          <a:ln cap="flat" cmpd="sng" w="7620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22" name="Google Shape;6822;p64"/>
          <p:cNvGrpSpPr/>
          <p:nvPr/>
        </p:nvGrpSpPr>
        <p:grpSpPr>
          <a:xfrm>
            <a:off x="952272" y="370378"/>
            <a:ext cx="673139" cy="645599"/>
            <a:chOff x="76650" y="3861300"/>
            <a:chExt cx="1531950" cy="1469275"/>
          </a:xfrm>
        </p:grpSpPr>
        <p:sp>
          <p:nvSpPr>
            <p:cNvPr id="6823" name="Google Shape;6823;p64"/>
            <p:cNvSpPr/>
            <p:nvPr/>
          </p:nvSpPr>
          <p:spPr>
            <a:xfrm>
              <a:off x="76650" y="3861300"/>
              <a:ext cx="1513725" cy="1379225"/>
            </a:xfrm>
            <a:custGeom>
              <a:rect b="b" l="l" r="r" t="t"/>
              <a:pathLst>
                <a:path extrusionOk="0" h="55169" w="60549">
                  <a:moveTo>
                    <a:pt x="30289" y="0"/>
                  </a:moveTo>
                  <a:cubicBezTo>
                    <a:pt x="23230" y="0"/>
                    <a:pt x="16171" y="2690"/>
                    <a:pt x="10791" y="8070"/>
                  </a:cubicBezTo>
                  <a:cubicBezTo>
                    <a:pt x="0" y="18861"/>
                    <a:pt x="0" y="36308"/>
                    <a:pt x="10791" y="47098"/>
                  </a:cubicBezTo>
                  <a:cubicBezTo>
                    <a:pt x="16171" y="52478"/>
                    <a:pt x="23230" y="55168"/>
                    <a:pt x="30289" y="55168"/>
                  </a:cubicBezTo>
                  <a:cubicBezTo>
                    <a:pt x="37349" y="55168"/>
                    <a:pt x="44408" y="52478"/>
                    <a:pt x="49788" y="47098"/>
                  </a:cubicBezTo>
                  <a:cubicBezTo>
                    <a:pt x="60548" y="36308"/>
                    <a:pt x="60548" y="18861"/>
                    <a:pt x="49788" y="8070"/>
                  </a:cubicBezTo>
                  <a:cubicBezTo>
                    <a:pt x="44408" y="2690"/>
                    <a:pt x="37349" y="0"/>
                    <a:pt x="30289" y="0"/>
                  </a:cubicBezTo>
                  <a:close/>
                </a:path>
              </a:pathLst>
            </a:custGeom>
            <a:solidFill>
              <a:srgbClr val="96A8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64"/>
            <p:cNvSpPr/>
            <p:nvPr/>
          </p:nvSpPr>
          <p:spPr>
            <a:xfrm>
              <a:off x="919350" y="4640575"/>
              <a:ext cx="689250" cy="690000"/>
            </a:xfrm>
            <a:custGeom>
              <a:rect b="b" l="l" r="r" t="t"/>
              <a:pathLst>
                <a:path extrusionOk="0" fill="none" h="27600" w="27570">
                  <a:moveTo>
                    <a:pt x="27570" y="0"/>
                  </a:moveTo>
                  <a:cubicBezTo>
                    <a:pt x="27570" y="15228"/>
                    <a:pt x="15229" y="27599"/>
                    <a:pt x="1" y="27599"/>
                  </a:cubicBezTo>
                </a:path>
              </a:pathLst>
            </a:custGeom>
            <a:noFill/>
            <a:ln cap="flat" cmpd="sng" w="66875">
              <a:solidFill>
                <a:srgbClr val="E4BEB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25" name="Google Shape;6825;p64"/>
          <p:cNvSpPr/>
          <p:nvPr/>
        </p:nvSpPr>
        <p:spPr>
          <a:xfrm rot="-5400000">
            <a:off x="1270094" y="1271210"/>
            <a:ext cx="303975" cy="152025"/>
          </a:xfrm>
          <a:custGeom>
            <a:rect b="b" l="l" r="r" t="t"/>
            <a:pathLst>
              <a:path extrusionOk="0" fill="none" h="6081" w="12159">
                <a:moveTo>
                  <a:pt x="0" y="6080"/>
                </a:moveTo>
                <a:cubicBezTo>
                  <a:pt x="0" y="2737"/>
                  <a:pt x="2736" y="1"/>
                  <a:pt x="6079" y="1"/>
                </a:cubicBezTo>
                <a:cubicBezTo>
                  <a:pt x="9453" y="1"/>
                  <a:pt x="12158" y="2737"/>
                  <a:pt x="12158" y="6080"/>
                </a:cubicBezTo>
              </a:path>
            </a:pathLst>
          </a:custGeom>
          <a:noFill/>
          <a:ln cap="flat" cmpd="sng" w="57000">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64"/>
          <p:cNvSpPr/>
          <p:nvPr/>
        </p:nvSpPr>
        <p:spPr>
          <a:xfrm>
            <a:off x="1019950" y="1114025"/>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64"/>
          <p:cNvSpPr/>
          <p:nvPr/>
        </p:nvSpPr>
        <p:spPr>
          <a:xfrm flipH="1" rot="5400000">
            <a:off x="8195994" y="2203310"/>
            <a:ext cx="303975" cy="152025"/>
          </a:xfrm>
          <a:custGeom>
            <a:rect b="b" l="l" r="r" t="t"/>
            <a:pathLst>
              <a:path extrusionOk="0" fill="none" h="6081" w="12159">
                <a:moveTo>
                  <a:pt x="0" y="6080"/>
                </a:moveTo>
                <a:cubicBezTo>
                  <a:pt x="0" y="2737"/>
                  <a:pt x="2736" y="1"/>
                  <a:pt x="6079" y="1"/>
                </a:cubicBezTo>
                <a:cubicBezTo>
                  <a:pt x="9453" y="1"/>
                  <a:pt x="12158" y="2737"/>
                  <a:pt x="12158" y="6080"/>
                </a:cubicBezTo>
              </a:path>
            </a:pathLst>
          </a:custGeom>
          <a:noFill/>
          <a:ln cap="flat" cmpd="sng" w="57000">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31" name="Shape 6831"/>
        <p:cNvGrpSpPr/>
        <p:nvPr/>
      </p:nvGrpSpPr>
      <p:grpSpPr>
        <a:xfrm>
          <a:off x="0" y="0"/>
          <a:ext cx="0" cy="0"/>
          <a:chOff x="0" y="0"/>
          <a:chExt cx="0" cy="0"/>
        </a:xfrm>
      </p:grpSpPr>
      <p:sp>
        <p:nvSpPr>
          <p:cNvPr id="6832" name="Google Shape;6832;p65"/>
          <p:cNvSpPr txBox="1"/>
          <p:nvPr>
            <p:ph type="title"/>
          </p:nvPr>
        </p:nvSpPr>
        <p:spPr>
          <a:xfrm>
            <a:off x="1065763" y="1544500"/>
            <a:ext cx="33222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Conclusions</a:t>
            </a:r>
            <a:endParaRPr/>
          </a:p>
        </p:txBody>
      </p:sp>
      <p:sp>
        <p:nvSpPr>
          <p:cNvPr id="6833" name="Google Shape;6833;p65"/>
          <p:cNvSpPr txBox="1"/>
          <p:nvPr>
            <p:ph idx="1" type="body"/>
          </p:nvPr>
        </p:nvSpPr>
        <p:spPr>
          <a:xfrm>
            <a:off x="1065763" y="2169000"/>
            <a:ext cx="3322200" cy="1429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System—it’s only a bit larger than the Moon. The planet’s name has nothing to do with the liquid metal, since it was named after the Roman messenger god, Mercury</a:t>
            </a:r>
            <a:endParaRPr/>
          </a:p>
        </p:txBody>
      </p:sp>
      <p:pic>
        <p:nvPicPr>
          <p:cNvPr id="6834" name="Google Shape;6834;p65"/>
          <p:cNvPicPr preferRelativeResize="0"/>
          <p:nvPr/>
        </p:nvPicPr>
        <p:blipFill rotWithShape="1">
          <a:blip r:embed="rId3">
            <a:alphaModFix/>
          </a:blip>
          <a:srcRect b="4153" l="19119" r="19125" t="4153"/>
          <a:stretch/>
        </p:blipFill>
        <p:spPr>
          <a:xfrm>
            <a:off x="5005213" y="1202100"/>
            <a:ext cx="2768100" cy="2739300"/>
          </a:xfrm>
          <a:prstGeom prst="ellipse">
            <a:avLst/>
          </a:prstGeom>
          <a:noFill/>
          <a:ln>
            <a:noFill/>
          </a:ln>
        </p:spPr>
      </p:pic>
      <p:sp>
        <p:nvSpPr>
          <p:cNvPr id="6835" name="Google Shape;6835;p65"/>
          <p:cNvSpPr/>
          <p:nvPr/>
        </p:nvSpPr>
        <p:spPr>
          <a:xfrm>
            <a:off x="5005338" y="1202000"/>
            <a:ext cx="2768100" cy="2739300"/>
          </a:xfrm>
          <a:prstGeom prst="ellipse">
            <a:avLst/>
          </a:prstGeom>
          <a:noFill/>
          <a:ln cap="flat" cmpd="sng" w="762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36" name="Google Shape;6836;p65"/>
          <p:cNvGrpSpPr/>
          <p:nvPr/>
        </p:nvGrpSpPr>
        <p:grpSpPr>
          <a:xfrm rot="10800000">
            <a:off x="7081878" y="218922"/>
            <a:ext cx="764618" cy="824445"/>
            <a:chOff x="145150" y="80100"/>
            <a:chExt cx="1699150" cy="1832100"/>
          </a:xfrm>
        </p:grpSpPr>
        <p:sp>
          <p:nvSpPr>
            <p:cNvPr id="6837" name="Google Shape;6837;p65"/>
            <p:cNvSpPr/>
            <p:nvPr/>
          </p:nvSpPr>
          <p:spPr>
            <a:xfrm>
              <a:off x="145150" y="212300"/>
              <a:ext cx="1566925" cy="1566925"/>
            </a:xfrm>
            <a:custGeom>
              <a:rect b="b" l="l" r="r" t="t"/>
              <a:pathLst>
                <a:path extrusionOk="0" h="62677" w="62677">
                  <a:moveTo>
                    <a:pt x="31339" y="1"/>
                  </a:moveTo>
                  <a:cubicBezTo>
                    <a:pt x="14043" y="1"/>
                    <a:pt x="1" y="14044"/>
                    <a:pt x="1" y="31339"/>
                  </a:cubicBezTo>
                  <a:cubicBezTo>
                    <a:pt x="1" y="48664"/>
                    <a:pt x="14043" y="62677"/>
                    <a:pt x="31339" y="62677"/>
                  </a:cubicBezTo>
                  <a:cubicBezTo>
                    <a:pt x="48664" y="62677"/>
                    <a:pt x="62677" y="48664"/>
                    <a:pt x="62677" y="31339"/>
                  </a:cubicBezTo>
                  <a:cubicBezTo>
                    <a:pt x="62677" y="14044"/>
                    <a:pt x="48664" y="1"/>
                    <a:pt x="31339" y="1"/>
                  </a:cubicBezTo>
                  <a:close/>
                </a:path>
              </a:pathLst>
            </a:custGeom>
            <a:solidFill>
              <a:srgbClr val="E4BE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65"/>
            <p:cNvSpPr/>
            <p:nvPr/>
          </p:nvSpPr>
          <p:spPr>
            <a:xfrm>
              <a:off x="928600" y="80100"/>
              <a:ext cx="915700" cy="1832100"/>
            </a:xfrm>
            <a:custGeom>
              <a:rect b="b" l="l" r="r" t="t"/>
              <a:pathLst>
                <a:path extrusionOk="0" fill="none" h="73284" w="36628">
                  <a:moveTo>
                    <a:pt x="1" y="0"/>
                  </a:moveTo>
                  <a:cubicBezTo>
                    <a:pt x="20244" y="0"/>
                    <a:pt x="36627" y="16414"/>
                    <a:pt x="36627" y="36627"/>
                  </a:cubicBezTo>
                  <a:cubicBezTo>
                    <a:pt x="36627" y="56870"/>
                    <a:pt x="20244" y="73284"/>
                    <a:pt x="1" y="73284"/>
                  </a:cubicBezTo>
                </a:path>
              </a:pathLst>
            </a:custGeom>
            <a:noFill/>
            <a:ln cap="flat" cmpd="sng" w="94975">
              <a:solidFill>
                <a:schemeClr val="dk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9" name="Google Shape;6839;p65"/>
          <p:cNvGrpSpPr/>
          <p:nvPr/>
        </p:nvGrpSpPr>
        <p:grpSpPr>
          <a:xfrm>
            <a:off x="4284925" y="3806675"/>
            <a:ext cx="828300" cy="654275"/>
            <a:chOff x="2024375" y="213075"/>
            <a:chExt cx="828300" cy="654275"/>
          </a:xfrm>
        </p:grpSpPr>
        <p:sp>
          <p:nvSpPr>
            <p:cNvPr id="6840" name="Google Shape;6840;p65"/>
            <p:cNvSpPr/>
            <p:nvPr/>
          </p:nvSpPr>
          <p:spPr>
            <a:xfrm>
              <a:off x="2024375" y="213075"/>
              <a:ext cx="828300" cy="654275"/>
            </a:xfrm>
            <a:custGeom>
              <a:rect b="b" l="l" r="r" t="t"/>
              <a:pathLst>
                <a:path extrusionOk="0" fill="none" h="26171" w="33132">
                  <a:moveTo>
                    <a:pt x="27417" y="0"/>
                  </a:moveTo>
                  <a:cubicBezTo>
                    <a:pt x="31824" y="4377"/>
                    <a:pt x="33131" y="10973"/>
                    <a:pt x="30761" y="16718"/>
                  </a:cubicBezTo>
                  <a:cubicBezTo>
                    <a:pt x="28390" y="22432"/>
                    <a:pt x="22767" y="26171"/>
                    <a:pt x="16566" y="26171"/>
                  </a:cubicBezTo>
                  <a:cubicBezTo>
                    <a:pt x="10365" y="26171"/>
                    <a:pt x="4772" y="22432"/>
                    <a:pt x="2401" y="16718"/>
                  </a:cubicBezTo>
                  <a:cubicBezTo>
                    <a:pt x="0" y="10973"/>
                    <a:pt x="1338" y="4377"/>
                    <a:pt x="5715" y="0"/>
                  </a:cubicBezTo>
                </a:path>
              </a:pathLst>
            </a:custGeom>
            <a:noFill/>
            <a:ln cap="flat" cmpd="sng" w="66875">
              <a:solidFill>
                <a:srgbClr val="E4BEB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65"/>
            <p:cNvSpPr/>
            <p:nvPr/>
          </p:nvSpPr>
          <p:spPr>
            <a:xfrm>
              <a:off x="2194575" y="241175"/>
              <a:ext cx="488650" cy="488650"/>
            </a:xfrm>
            <a:custGeom>
              <a:rect b="b" l="l" r="r" t="t"/>
              <a:pathLst>
                <a:path extrusionOk="0" fill="none" h="19546" w="19546">
                  <a:moveTo>
                    <a:pt x="19545" y="9758"/>
                  </a:moveTo>
                  <a:cubicBezTo>
                    <a:pt x="19545" y="15168"/>
                    <a:pt x="15168" y="19545"/>
                    <a:pt x="9758" y="19545"/>
                  </a:cubicBezTo>
                  <a:cubicBezTo>
                    <a:pt x="4378" y="19545"/>
                    <a:pt x="1" y="15168"/>
                    <a:pt x="1" y="9758"/>
                  </a:cubicBezTo>
                  <a:cubicBezTo>
                    <a:pt x="1" y="4378"/>
                    <a:pt x="4378" y="1"/>
                    <a:pt x="9758" y="1"/>
                  </a:cubicBezTo>
                  <a:cubicBezTo>
                    <a:pt x="15168" y="1"/>
                    <a:pt x="19545" y="4378"/>
                    <a:pt x="19545" y="9758"/>
                  </a:cubicBezTo>
                  <a:close/>
                </a:path>
              </a:pathLst>
            </a:custGeom>
            <a:solidFill>
              <a:schemeClr val="lt2"/>
            </a:solidFill>
            <a:ln cap="flat" cmpd="sng" w="3810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2" name="Google Shape;6842;p65"/>
          <p:cNvGrpSpPr/>
          <p:nvPr/>
        </p:nvGrpSpPr>
        <p:grpSpPr>
          <a:xfrm>
            <a:off x="7732347" y="921266"/>
            <a:ext cx="552421" cy="529821"/>
            <a:chOff x="76650" y="3861300"/>
            <a:chExt cx="1531950" cy="1469275"/>
          </a:xfrm>
        </p:grpSpPr>
        <p:sp>
          <p:nvSpPr>
            <p:cNvPr id="6843" name="Google Shape;6843;p65"/>
            <p:cNvSpPr/>
            <p:nvPr/>
          </p:nvSpPr>
          <p:spPr>
            <a:xfrm>
              <a:off x="76650" y="3861300"/>
              <a:ext cx="1513725" cy="1379225"/>
            </a:xfrm>
            <a:custGeom>
              <a:rect b="b" l="l" r="r" t="t"/>
              <a:pathLst>
                <a:path extrusionOk="0" h="55169" w="60549">
                  <a:moveTo>
                    <a:pt x="30289" y="0"/>
                  </a:moveTo>
                  <a:cubicBezTo>
                    <a:pt x="23230" y="0"/>
                    <a:pt x="16171" y="2690"/>
                    <a:pt x="10791" y="8070"/>
                  </a:cubicBezTo>
                  <a:cubicBezTo>
                    <a:pt x="0" y="18861"/>
                    <a:pt x="0" y="36308"/>
                    <a:pt x="10791" y="47098"/>
                  </a:cubicBezTo>
                  <a:cubicBezTo>
                    <a:pt x="16171" y="52478"/>
                    <a:pt x="23230" y="55168"/>
                    <a:pt x="30289" y="55168"/>
                  </a:cubicBezTo>
                  <a:cubicBezTo>
                    <a:pt x="37349" y="55168"/>
                    <a:pt x="44408" y="52478"/>
                    <a:pt x="49788" y="47098"/>
                  </a:cubicBezTo>
                  <a:cubicBezTo>
                    <a:pt x="60548" y="36308"/>
                    <a:pt x="60548" y="18861"/>
                    <a:pt x="49788" y="8070"/>
                  </a:cubicBezTo>
                  <a:cubicBezTo>
                    <a:pt x="44408" y="2690"/>
                    <a:pt x="37349" y="0"/>
                    <a:pt x="30289" y="0"/>
                  </a:cubicBezTo>
                  <a:close/>
                </a:path>
              </a:pathLst>
            </a:custGeom>
            <a:solidFill>
              <a:srgbClr val="96A8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65"/>
            <p:cNvSpPr/>
            <p:nvPr/>
          </p:nvSpPr>
          <p:spPr>
            <a:xfrm>
              <a:off x="919350" y="4640575"/>
              <a:ext cx="689250" cy="690000"/>
            </a:xfrm>
            <a:custGeom>
              <a:rect b="b" l="l" r="r" t="t"/>
              <a:pathLst>
                <a:path extrusionOk="0" fill="none" h="27600" w="27570">
                  <a:moveTo>
                    <a:pt x="27570" y="0"/>
                  </a:moveTo>
                  <a:cubicBezTo>
                    <a:pt x="27570" y="15228"/>
                    <a:pt x="15229" y="27599"/>
                    <a:pt x="1" y="27599"/>
                  </a:cubicBezTo>
                </a:path>
              </a:pathLst>
            </a:custGeom>
            <a:noFill/>
            <a:ln cap="flat" cmpd="sng" w="66875">
              <a:solidFill>
                <a:srgbClr val="E4BEB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45" name="Google Shape;6845;p65"/>
          <p:cNvSpPr/>
          <p:nvPr/>
        </p:nvSpPr>
        <p:spPr>
          <a:xfrm>
            <a:off x="4600838" y="1451063"/>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65"/>
          <p:cNvSpPr/>
          <p:nvPr/>
        </p:nvSpPr>
        <p:spPr>
          <a:xfrm>
            <a:off x="5321925" y="4073313"/>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65"/>
          <p:cNvSpPr/>
          <p:nvPr/>
        </p:nvSpPr>
        <p:spPr>
          <a:xfrm rot="-5400000">
            <a:off x="7897594" y="3342198"/>
            <a:ext cx="303975" cy="152025"/>
          </a:xfrm>
          <a:custGeom>
            <a:rect b="b" l="l" r="r" t="t"/>
            <a:pathLst>
              <a:path extrusionOk="0" fill="none" h="6081" w="12159">
                <a:moveTo>
                  <a:pt x="0" y="6080"/>
                </a:moveTo>
                <a:cubicBezTo>
                  <a:pt x="0" y="2737"/>
                  <a:pt x="2736" y="1"/>
                  <a:pt x="6079" y="1"/>
                </a:cubicBezTo>
                <a:cubicBezTo>
                  <a:pt x="9453" y="1"/>
                  <a:pt x="12158" y="2737"/>
                  <a:pt x="12158" y="6080"/>
                </a:cubicBezTo>
              </a:path>
            </a:pathLst>
          </a:custGeom>
          <a:noFill/>
          <a:ln cap="flat" cmpd="sng" w="57000">
            <a:solidFill>
              <a:schemeClr val="dk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51" name="Shape 6851"/>
        <p:cNvGrpSpPr/>
        <p:nvPr/>
      </p:nvGrpSpPr>
      <p:grpSpPr>
        <a:xfrm>
          <a:off x="0" y="0"/>
          <a:ext cx="0" cy="0"/>
          <a:chOff x="0" y="0"/>
          <a:chExt cx="0" cy="0"/>
        </a:xfrm>
      </p:grpSpPr>
      <p:sp>
        <p:nvSpPr>
          <p:cNvPr id="6852" name="Google Shape;6852;p66"/>
          <p:cNvSpPr txBox="1"/>
          <p:nvPr>
            <p:ph type="title"/>
          </p:nvPr>
        </p:nvSpPr>
        <p:spPr>
          <a:xfrm>
            <a:off x="3960125" y="1529400"/>
            <a:ext cx="2743800" cy="520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References</a:t>
            </a:r>
            <a:endParaRPr/>
          </a:p>
        </p:txBody>
      </p:sp>
      <p:sp>
        <p:nvSpPr>
          <p:cNvPr id="6853" name="Google Shape;6853;p66"/>
          <p:cNvSpPr txBox="1"/>
          <p:nvPr>
            <p:ph idx="1" type="subTitle"/>
          </p:nvPr>
        </p:nvSpPr>
        <p:spPr>
          <a:xfrm>
            <a:off x="3960125" y="2049900"/>
            <a:ext cx="4079100" cy="1564200"/>
          </a:xfrm>
          <a:prstGeom prst="rect">
            <a:avLst/>
          </a:prstGeom>
        </p:spPr>
        <p:txBody>
          <a:bodyPr anchorCtr="0" anchor="ctr" bIns="91425" lIns="91425" spcFirstLastPara="1" rIns="91425" wrap="square" tIns="91425">
            <a:noAutofit/>
          </a:bodyPr>
          <a:lstStyle/>
          <a:p>
            <a:pPr indent="-317500" lvl="0" marL="457200" rtl="0" algn="l">
              <a:spcBef>
                <a:spcPts val="0"/>
              </a:spcBef>
              <a:spcAft>
                <a:spcPts val="0"/>
              </a:spcAft>
              <a:buSzPts val="1400"/>
              <a:buChar char="●"/>
            </a:pPr>
            <a:r>
              <a:rPr lang="en"/>
              <a:t>AUTHOR (YEAR). </a:t>
            </a:r>
            <a:r>
              <a:rPr i="1" lang="en"/>
              <a:t>Title of the publication</a:t>
            </a:r>
            <a:r>
              <a:rPr lang="en"/>
              <a:t>. Publisher</a:t>
            </a:r>
            <a:endParaRPr/>
          </a:p>
          <a:p>
            <a:pPr indent="-317500" lvl="0" marL="457200" rtl="0" algn="l">
              <a:spcBef>
                <a:spcPts val="0"/>
              </a:spcBef>
              <a:spcAft>
                <a:spcPts val="0"/>
              </a:spcAft>
              <a:buSzPts val="1400"/>
              <a:buChar char="●"/>
            </a:pPr>
            <a:r>
              <a:rPr lang="en"/>
              <a:t>AUTHOR (YEAR). </a:t>
            </a:r>
            <a:r>
              <a:rPr i="1" lang="en"/>
              <a:t>Title of the publication</a:t>
            </a:r>
            <a:r>
              <a:rPr lang="en"/>
              <a:t>. Publisher</a:t>
            </a:r>
            <a:endParaRPr/>
          </a:p>
          <a:p>
            <a:pPr indent="-317500" lvl="0" marL="457200" rtl="0" algn="l">
              <a:spcBef>
                <a:spcPts val="0"/>
              </a:spcBef>
              <a:spcAft>
                <a:spcPts val="0"/>
              </a:spcAft>
              <a:buSzPts val="1400"/>
              <a:buChar char="●"/>
            </a:pPr>
            <a:r>
              <a:rPr lang="en"/>
              <a:t>AUTHOR (YEAR). </a:t>
            </a:r>
            <a:r>
              <a:rPr i="1" lang="en"/>
              <a:t>Title of the publication</a:t>
            </a:r>
            <a:r>
              <a:rPr lang="en"/>
              <a:t>. Publisher</a:t>
            </a:r>
            <a:endParaRPr/>
          </a:p>
          <a:p>
            <a:pPr indent="-317500" lvl="0" marL="457200" rtl="0" algn="l">
              <a:spcBef>
                <a:spcPts val="0"/>
              </a:spcBef>
              <a:spcAft>
                <a:spcPts val="0"/>
              </a:spcAft>
              <a:buSzPts val="1400"/>
              <a:buChar char="●"/>
            </a:pPr>
            <a:r>
              <a:rPr lang="en"/>
              <a:t>AUTHOR (YEAR). </a:t>
            </a:r>
            <a:r>
              <a:rPr i="1" lang="en"/>
              <a:t>Title of the publication</a:t>
            </a:r>
            <a:r>
              <a:rPr lang="en"/>
              <a:t>. Publisher</a:t>
            </a:r>
            <a:endParaRPr/>
          </a:p>
          <a:p>
            <a:pPr indent="-317500" lvl="0" marL="457200" rtl="0" algn="l">
              <a:spcBef>
                <a:spcPts val="0"/>
              </a:spcBef>
              <a:spcAft>
                <a:spcPts val="0"/>
              </a:spcAft>
              <a:buSzPts val="1400"/>
              <a:buChar char="●"/>
            </a:pPr>
            <a:r>
              <a:rPr lang="en"/>
              <a:t>AUTHOR (YEAR). </a:t>
            </a:r>
            <a:r>
              <a:rPr i="1" lang="en"/>
              <a:t>Title of the publication</a:t>
            </a:r>
            <a:r>
              <a:rPr lang="en"/>
              <a:t>. Publisher</a:t>
            </a:r>
            <a:endParaRPr/>
          </a:p>
          <a:p>
            <a:pPr indent="-317500" lvl="0" marL="457200" rtl="0" algn="l">
              <a:spcBef>
                <a:spcPts val="0"/>
              </a:spcBef>
              <a:spcAft>
                <a:spcPts val="0"/>
              </a:spcAft>
              <a:buSzPts val="1400"/>
              <a:buChar char="●"/>
            </a:pPr>
            <a:r>
              <a:rPr lang="en"/>
              <a:t>AUTHOR (YEAR). </a:t>
            </a:r>
            <a:r>
              <a:rPr i="1" lang="en"/>
              <a:t>Title of the publication</a:t>
            </a:r>
            <a:r>
              <a:rPr lang="en"/>
              <a:t>. Publisher</a:t>
            </a:r>
            <a:endParaRPr/>
          </a:p>
        </p:txBody>
      </p:sp>
      <p:grpSp>
        <p:nvGrpSpPr>
          <p:cNvPr id="6854" name="Google Shape;6854;p66"/>
          <p:cNvGrpSpPr/>
          <p:nvPr/>
        </p:nvGrpSpPr>
        <p:grpSpPr>
          <a:xfrm>
            <a:off x="2879029" y="-947820"/>
            <a:ext cx="702175" cy="1850350"/>
            <a:chOff x="6601575" y="3455900"/>
            <a:chExt cx="702175" cy="1850350"/>
          </a:xfrm>
        </p:grpSpPr>
        <p:sp>
          <p:nvSpPr>
            <p:cNvPr id="6855" name="Google Shape;6855;p66"/>
            <p:cNvSpPr/>
            <p:nvPr/>
          </p:nvSpPr>
          <p:spPr>
            <a:xfrm>
              <a:off x="6601575" y="5187675"/>
              <a:ext cx="118575" cy="118575"/>
            </a:xfrm>
            <a:custGeom>
              <a:rect b="b" l="l" r="r" t="t"/>
              <a:pathLst>
                <a:path extrusionOk="0" h="4743" w="4743">
                  <a:moveTo>
                    <a:pt x="1885" y="1"/>
                  </a:moveTo>
                  <a:lnTo>
                    <a:pt x="1885" y="1885"/>
                  </a:lnTo>
                  <a:lnTo>
                    <a:pt x="1" y="1885"/>
                  </a:lnTo>
                  <a:lnTo>
                    <a:pt x="1"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66"/>
            <p:cNvSpPr/>
            <p:nvPr/>
          </p:nvSpPr>
          <p:spPr>
            <a:xfrm>
              <a:off x="6601575" y="4994675"/>
              <a:ext cx="118575" cy="119325"/>
            </a:xfrm>
            <a:custGeom>
              <a:rect b="b" l="l" r="r" t="t"/>
              <a:pathLst>
                <a:path extrusionOk="0" h="4773" w="4743">
                  <a:moveTo>
                    <a:pt x="1885" y="0"/>
                  </a:moveTo>
                  <a:lnTo>
                    <a:pt x="1885" y="1915"/>
                  </a:lnTo>
                  <a:lnTo>
                    <a:pt x="1" y="1915"/>
                  </a:lnTo>
                  <a:lnTo>
                    <a:pt x="1" y="2858"/>
                  </a:lnTo>
                  <a:lnTo>
                    <a:pt x="1885" y="2858"/>
                  </a:lnTo>
                  <a:lnTo>
                    <a:pt x="1885" y="4772"/>
                  </a:lnTo>
                  <a:lnTo>
                    <a:pt x="2827" y="4772"/>
                  </a:lnTo>
                  <a:lnTo>
                    <a:pt x="2827" y="2858"/>
                  </a:lnTo>
                  <a:lnTo>
                    <a:pt x="4742" y="2858"/>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66"/>
            <p:cNvSpPr/>
            <p:nvPr/>
          </p:nvSpPr>
          <p:spPr>
            <a:xfrm>
              <a:off x="6601575" y="4802425"/>
              <a:ext cx="118575" cy="119325"/>
            </a:xfrm>
            <a:custGeom>
              <a:rect b="b" l="l" r="r" t="t"/>
              <a:pathLst>
                <a:path extrusionOk="0" h="4773" w="4743">
                  <a:moveTo>
                    <a:pt x="1885" y="0"/>
                  </a:moveTo>
                  <a:lnTo>
                    <a:pt x="1885" y="1915"/>
                  </a:lnTo>
                  <a:lnTo>
                    <a:pt x="1" y="1915"/>
                  </a:lnTo>
                  <a:lnTo>
                    <a:pt x="1" y="2857"/>
                  </a:lnTo>
                  <a:lnTo>
                    <a:pt x="1885" y="2857"/>
                  </a:lnTo>
                  <a:lnTo>
                    <a:pt x="1885" y="4772"/>
                  </a:lnTo>
                  <a:lnTo>
                    <a:pt x="2827" y="477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66"/>
            <p:cNvSpPr/>
            <p:nvPr/>
          </p:nvSpPr>
          <p:spPr>
            <a:xfrm>
              <a:off x="6601575" y="4610175"/>
              <a:ext cx="118575" cy="118550"/>
            </a:xfrm>
            <a:custGeom>
              <a:rect b="b" l="l" r="r" t="t"/>
              <a:pathLst>
                <a:path extrusionOk="0" h="4742" w="4743">
                  <a:moveTo>
                    <a:pt x="1885" y="0"/>
                  </a:moveTo>
                  <a:lnTo>
                    <a:pt x="1885" y="1915"/>
                  </a:lnTo>
                  <a:lnTo>
                    <a:pt x="1" y="1915"/>
                  </a:lnTo>
                  <a:lnTo>
                    <a:pt x="1" y="2857"/>
                  </a:lnTo>
                  <a:lnTo>
                    <a:pt x="1885" y="2857"/>
                  </a:lnTo>
                  <a:lnTo>
                    <a:pt x="1885" y="4742"/>
                  </a:lnTo>
                  <a:lnTo>
                    <a:pt x="2827" y="474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66"/>
            <p:cNvSpPr/>
            <p:nvPr/>
          </p:nvSpPr>
          <p:spPr>
            <a:xfrm>
              <a:off x="6601575" y="4417925"/>
              <a:ext cx="118575" cy="118550"/>
            </a:xfrm>
            <a:custGeom>
              <a:rect b="b" l="l" r="r" t="t"/>
              <a:pathLst>
                <a:path extrusionOk="0" h="4742" w="4743">
                  <a:moveTo>
                    <a:pt x="1885" y="0"/>
                  </a:moveTo>
                  <a:lnTo>
                    <a:pt x="1885" y="1915"/>
                  </a:lnTo>
                  <a:lnTo>
                    <a:pt x="1" y="1915"/>
                  </a:lnTo>
                  <a:lnTo>
                    <a:pt x="1" y="2857"/>
                  </a:lnTo>
                  <a:lnTo>
                    <a:pt x="1885" y="2857"/>
                  </a:lnTo>
                  <a:lnTo>
                    <a:pt x="1885" y="4742"/>
                  </a:lnTo>
                  <a:lnTo>
                    <a:pt x="2827" y="474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66"/>
            <p:cNvSpPr/>
            <p:nvPr/>
          </p:nvSpPr>
          <p:spPr>
            <a:xfrm>
              <a:off x="6601575" y="4225675"/>
              <a:ext cx="118575" cy="118550"/>
            </a:xfrm>
            <a:custGeom>
              <a:rect b="b" l="l" r="r" t="t"/>
              <a:pathLst>
                <a:path extrusionOk="0" h="4742" w="4743">
                  <a:moveTo>
                    <a:pt x="1885" y="0"/>
                  </a:moveTo>
                  <a:lnTo>
                    <a:pt x="1885" y="1885"/>
                  </a:lnTo>
                  <a:lnTo>
                    <a:pt x="1" y="1885"/>
                  </a:lnTo>
                  <a:lnTo>
                    <a:pt x="1" y="2857"/>
                  </a:lnTo>
                  <a:lnTo>
                    <a:pt x="1885" y="2857"/>
                  </a:lnTo>
                  <a:lnTo>
                    <a:pt x="1885" y="4742"/>
                  </a:lnTo>
                  <a:lnTo>
                    <a:pt x="2827" y="4742"/>
                  </a:lnTo>
                  <a:lnTo>
                    <a:pt x="2827" y="2857"/>
                  </a:lnTo>
                  <a:lnTo>
                    <a:pt x="4742" y="2857"/>
                  </a:lnTo>
                  <a:lnTo>
                    <a:pt x="4742" y="1885"/>
                  </a:lnTo>
                  <a:lnTo>
                    <a:pt x="2827" y="188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66"/>
            <p:cNvSpPr/>
            <p:nvPr/>
          </p:nvSpPr>
          <p:spPr>
            <a:xfrm>
              <a:off x="6601575" y="4033400"/>
              <a:ext cx="118575" cy="118575"/>
            </a:xfrm>
            <a:custGeom>
              <a:rect b="b" l="l" r="r" t="t"/>
              <a:pathLst>
                <a:path extrusionOk="0" h="4743" w="4743">
                  <a:moveTo>
                    <a:pt x="1885" y="1"/>
                  </a:moveTo>
                  <a:lnTo>
                    <a:pt x="1885" y="1885"/>
                  </a:lnTo>
                  <a:lnTo>
                    <a:pt x="1" y="1885"/>
                  </a:lnTo>
                  <a:lnTo>
                    <a:pt x="1"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66"/>
            <p:cNvSpPr/>
            <p:nvPr/>
          </p:nvSpPr>
          <p:spPr>
            <a:xfrm>
              <a:off x="6601575" y="3841150"/>
              <a:ext cx="118575" cy="118575"/>
            </a:xfrm>
            <a:custGeom>
              <a:rect b="b" l="l" r="r" t="t"/>
              <a:pathLst>
                <a:path extrusionOk="0" h="4743" w="4743">
                  <a:moveTo>
                    <a:pt x="1885" y="1"/>
                  </a:moveTo>
                  <a:lnTo>
                    <a:pt x="1885" y="1885"/>
                  </a:lnTo>
                  <a:lnTo>
                    <a:pt x="1" y="1885"/>
                  </a:lnTo>
                  <a:lnTo>
                    <a:pt x="1"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66"/>
            <p:cNvSpPr/>
            <p:nvPr/>
          </p:nvSpPr>
          <p:spPr>
            <a:xfrm>
              <a:off x="6601575" y="3648900"/>
              <a:ext cx="118575" cy="118575"/>
            </a:xfrm>
            <a:custGeom>
              <a:rect b="b" l="l" r="r" t="t"/>
              <a:pathLst>
                <a:path extrusionOk="0" h="4743" w="4743">
                  <a:moveTo>
                    <a:pt x="1885" y="1"/>
                  </a:moveTo>
                  <a:lnTo>
                    <a:pt x="1885" y="1885"/>
                  </a:lnTo>
                  <a:lnTo>
                    <a:pt x="1" y="1885"/>
                  </a:lnTo>
                  <a:lnTo>
                    <a:pt x="1" y="2828"/>
                  </a:lnTo>
                  <a:lnTo>
                    <a:pt x="1885" y="2828"/>
                  </a:lnTo>
                  <a:lnTo>
                    <a:pt x="1885" y="4742"/>
                  </a:lnTo>
                  <a:lnTo>
                    <a:pt x="2827" y="4742"/>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66"/>
            <p:cNvSpPr/>
            <p:nvPr/>
          </p:nvSpPr>
          <p:spPr>
            <a:xfrm>
              <a:off x="6796100" y="5187675"/>
              <a:ext cx="118575" cy="118575"/>
            </a:xfrm>
            <a:custGeom>
              <a:rect b="b" l="l" r="r" t="t"/>
              <a:pathLst>
                <a:path extrusionOk="0" h="4743" w="4743">
                  <a:moveTo>
                    <a:pt x="1885" y="1"/>
                  </a:moveTo>
                  <a:lnTo>
                    <a:pt x="1885" y="1885"/>
                  </a:lnTo>
                  <a:lnTo>
                    <a:pt x="1" y="1885"/>
                  </a:lnTo>
                  <a:lnTo>
                    <a:pt x="1" y="2828"/>
                  </a:lnTo>
                  <a:lnTo>
                    <a:pt x="1885" y="2828"/>
                  </a:lnTo>
                  <a:lnTo>
                    <a:pt x="1885" y="4743"/>
                  </a:lnTo>
                  <a:lnTo>
                    <a:pt x="2828" y="4743"/>
                  </a:lnTo>
                  <a:lnTo>
                    <a:pt x="2828" y="2828"/>
                  </a:lnTo>
                  <a:lnTo>
                    <a:pt x="4743" y="2828"/>
                  </a:lnTo>
                  <a:lnTo>
                    <a:pt x="4743" y="1885"/>
                  </a:lnTo>
                  <a:lnTo>
                    <a:pt x="2828" y="1885"/>
                  </a:lnTo>
                  <a:lnTo>
                    <a:pt x="28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66"/>
            <p:cNvSpPr/>
            <p:nvPr/>
          </p:nvSpPr>
          <p:spPr>
            <a:xfrm>
              <a:off x="6796100" y="4994675"/>
              <a:ext cx="118575" cy="119325"/>
            </a:xfrm>
            <a:custGeom>
              <a:rect b="b" l="l" r="r" t="t"/>
              <a:pathLst>
                <a:path extrusionOk="0" h="4773" w="4743">
                  <a:moveTo>
                    <a:pt x="1885" y="0"/>
                  </a:moveTo>
                  <a:lnTo>
                    <a:pt x="1885" y="1915"/>
                  </a:lnTo>
                  <a:lnTo>
                    <a:pt x="1" y="1915"/>
                  </a:lnTo>
                  <a:lnTo>
                    <a:pt x="1" y="2858"/>
                  </a:lnTo>
                  <a:lnTo>
                    <a:pt x="1885" y="2858"/>
                  </a:lnTo>
                  <a:lnTo>
                    <a:pt x="1885" y="4772"/>
                  </a:lnTo>
                  <a:lnTo>
                    <a:pt x="2828" y="4772"/>
                  </a:lnTo>
                  <a:lnTo>
                    <a:pt x="2828" y="2858"/>
                  </a:lnTo>
                  <a:lnTo>
                    <a:pt x="4743" y="2858"/>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66"/>
            <p:cNvSpPr/>
            <p:nvPr/>
          </p:nvSpPr>
          <p:spPr>
            <a:xfrm>
              <a:off x="6796100" y="4802425"/>
              <a:ext cx="118575" cy="119325"/>
            </a:xfrm>
            <a:custGeom>
              <a:rect b="b" l="l" r="r" t="t"/>
              <a:pathLst>
                <a:path extrusionOk="0" h="4773" w="4743">
                  <a:moveTo>
                    <a:pt x="1885" y="0"/>
                  </a:moveTo>
                  <a:lnTo>
                    <a:pt x="1885" y="1915"/>
                  </a:lnTo>
                  <a:lnTo>
                    <a:pt x="1" y="1915"/>
                  </a:lnTo>
                  <a:lnTo>
                    <a:pt x="1" y="2857"/>
                  </a:lnTo>
                  <a:lnTo>
                    <a:pt x="1885" y="2857"/>
                  </a:lnTo>
                  <a:lnTo>
                    <a:pt x="1885" y="4772"/>
                  </a:lnTo>
                  <a:lnTo>
                    <a:pt x="2828" y="4772"/>
                  </a:lnTo>
                  <a:lnTo>
                    <a:pt x="2828" y="2857"/>
                  </a:lnTo>
                  <a:lnTo>
                    <a:pt x="4743" y="2857"/>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66"/>
            <p:cNvSpPr/>
            <p:nvPr/>
          </p:nvSpPr>
          <p:spPr>
            <a:xfrm>
              <a:off x="6796100" y="4610175"/>
              <a:ext cx="118575" cy="118550"/>
            </a:xfrm>
            <a:custGeom>
              <a:rect b="b" l="l" r="r" t="t"/>
              <a:pathLst>
                <a:path extrusionOk="0" h="4742" w="4743">
                  <a:moveTo>
                    <a:pt x="1885" y="0"/>
                  </a:moveTo>
                  <a:lnTo>
                    <a:pt x="1885" y="1915"/>
                  </a:lnTo>
                  <a:lnTo>
                    <a:pt x="1" y="1915"/>
                  </a:lnTo>
                  <a:lnTo>
                    <a:pt x="1" y="2857"/>
                  </a:lnTo>
                  <a:lnTo>
                    <a:pt x="1885" y="2857"/>
                  </a:lnTo>
                  <a:lnTo>
                    <a:pt x="1885" y="4742"/>
                  </a:lnTo>
                  <a:lnTo>
                    <a:pt x="2828" y="4742"/>
                  </a:lnTo>
                  <a:lnTo>
                    <a:pt x="2828" y="2857"/>
                  </a:lnTo>
                  <a:lnTo>
                    <a:pt x="4743" y="2857"/>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66"/>
            <p:cNvSpPr/>
            <p:nvPr/>
          </p:nvSpPr>
          <p:spPr>
            <a:xfrm>
              <a:off x="6796100" y="4417925"/>
              <a:ext cx="118575" cy="118550"/>
            </a:xfrm>
            <a:custGeom>
              <a:rect b="b" l="l" r="r" t="t"/>
              <a:pathLst>
                <a:path extrusionOk="0" h="4742" w="4743">
                  <a:moveTo>
                    <a:pt x="1885" y="0"/>
                  </a:moveTo>
                  <a:lnTo>
                    <a:pt x="1885" y="1915"/>
                  </a:lnTo>
                  <a:lnTo>
                    <a:pt x="1" y="1915"/>
                  </a:lnTo>
                  <a:lnTo>
                    <a:pt x="1" y="2857"/>
                  </a:lnTo>
                  <a:lnTo>
                    <a:pt x="1885" y="2857"/>
                  </a:lnTo>
                  <a:lnTo>
                    <a:pt x="1885" y="4742"/>
                  </a:lnTo>
                  <a:lnTo>
                    <a:pt x="2828" y="4742"/>
                  </a:lnTo>
                  <a:lnTo>
                    <a:pt x="2828" y="2857"/>
                  </a:lnTo>
                  <a:lnTo>
                    <a:pt x="4743" y="2857"/>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66"/>
            <p:cNvSpPr/>
            <p:nvPr/>
          </p:nvSpPr>
          <p:spPr>
            <a:xfrm>
              <a:off x="6796100" y="4225675"/>
              <a:ext cx="118575" cy="118550"/>
            </a:xfrm>
            <a:custGeom>
              <a:rect b="b" l="l" r="r" t="t"/>
              <a:pathLst>
                <a:path extrusionOk="0" h="4742" w="4743">
                  <a:moveTo>
                    <a:pt x="1885" y="0"/>
                  </a:moveTo>
                  <a:lnTo>
                    <a:pt x="1885" y="1885"/>
                  </a:lnTo>
                  <a:lnTo>
                    <a:pt x="1" y="1885"/>
                  </a:lnTo>
                  <a:lnTo>
                    <a:pt x="1" y="2857"/>
                  </a:lnTo>
                  <a:lnTo>
                    <a:pt x="1885" y="2857"/>
                  </a:lnTo>
                  <a:lnTo>
                    <a:pt x="1885" y="4742"/>
                  </a:lnTo>
                  <a:lnTo>
                    <a:pt x="2828" y="4742"/>
                  </a:lnTo>
                  <a:lnTo>
                    <a:pt x="2828" y="2857"/>
                  </a:lnTo>
                  <a:lnTo>
                    <a:pt x="4743" y="2857"/>
                  </a:lnTo>
                  <a:lnTo>
                    <a:pt x="4743" y="1885"/>
                  </a:lnTo>
                  <a:lnTo>
                    <a:pt x="2828" y="188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66"/>
            <p:cNvSpPr/>
            <p:nvPr/>
          </p:nvSpPr>
          <p:spPr>
            <a:xfrm>
              <a:off x="6796100" y="4033400"/>
              <a:ext cx="118575" cy="118575"/>
            </a:xfrm>
            <a:custGeom>
              <a:rect b="b" l="l" r="r" t="t"/>
              <a:pathLst>
                <a:path extrusionOk="0" h="4743" w="4743">
                  <a:moveTo>
                    <a:pt x="1885" y="1"/>
                  </a:moveTo>
                  <a:lnTo>
                    <a:pt x="1885" y="1885"/>
                  </a:lnTo>
                  <a:lnTo>
                    <a:pt x="1" y="1885"/>
                  </a:lnTo>
                  <a:lnTo>
                    <a:pt x="1" y="2828"/>
                  </a:lnTo>
                  <a:lnTo>
                    <a:pt x="1885" y="2828"/>
                  </a:lnTo>
                  <a:lnTo>
                    <a:pt x="1885" y="4743"/>
                  </a:lnTo>
                  <a:lnTo>
                    <a:pt x="2828" y="4743"/>
                  </a:lnTo>
                  <a:lnTo>
                    <a:pt x="2828" y="2828"/>
                  </a:lnTo>
                  <a:lnTo>
                    <a:pt x="4743" y="2828"/>
                  </a:lnTo>
                  <a:lnTo>
                    <a:pt x="4743" y="1885"/>
                  </a:lnTo>
                  <a:lnTo>
                    <a:pt x="2828" y="1885"/>
                  </a:lnTo>
                  <a:lnTo>
                    <a:pt x="28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66"/>
            <p:cNvSpPr/>
            <p:nvPr/>
          </p:nvSpPr>
          <p:spPr>
            <a:xfrm>
              <a:off x="6796100" y="3841150"/>
              <a:ext cx="118575" cy="118575"/>
            </a:xfrm>
            <a:custGeom>
              <a:rect b="b" l="l" r="r" t="t"/>
              <a:pathLst>
                <a:path extrusionOk="0" h="4743" w="4743">
                  <a:moveTo>
                    <a:pt x="1885" y="1"/>
                  </a:moveTo>
                  <a:lnTo>
                    <a:pt x="1885" y="1885"/>
                  </a:lnTo>
                  <a:lnTo>
                    <a:pt x="1" y="1885"/>
                  </a:lnTo>
                  <a:lnTo>
                    <a:pt x="1" y="2828"/>
                  </a:lnTo>
                  <a:lnTo>
                    <a:pt x="1885" y="2828"/>
                  </a:lnTo>
                  <a:lnTo>
                    <a:pt x="1885" y="4743"/>
                  </a:lnTo>
                  <a:lnTo>
                    <a:pt x="2828" y="4743"/>
                  </a:lnTo>
                  <a:lnTo>
                    <a:pt x="2828" y="2828"/>
                  </a:lnTo>
                  <a:lnTo>
                    <a:pt x="4743" y="2828"/>
                  </a:lnTo>
                  <a:lnTo>
                    <a:pt x="4743" y="1885"/>
                  </a:lnTo>
                  <a:lnTo>
                    <a:pt x="2828" y="1885"/>
                  </a:lnTo>
                  <a:lnTo>
                    <a:pt x="28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66"/>
            <p:cNvSpPr/>
            <p:nvPr/>
          </p:nvSpPr>
          <p:spPr>
            <a:xfrm>
              <a:off x="6796100" y="3648900"/>
              <a:ext cx="118575" cy="118575"/>
            </a:xfrm>
            <a:custGeom>
              <a:rect b="b" l="l" r="r" t="t"/>
              <a:pathLst>
                <a:path extrusionOk="0" h="4743" w="4743">
                  <a:moveTo>
                    <a:pt x="1885" y="1"/>
                  </a:moveTo>
                  <a:lnTo>
                    <a:pt x="1885" y="1885"/>
                  </a:lnTo>
                  <a:lnTo>
                    <a:pt x="1" y="1885"/>
                  </a:lnTo>
                  <a:lnTo>
                    <a:pt x="1" y="2828"/>
                  </a:lnTo>
                  <a:lnTo>
                    <a:pt x="1885" y="2828"/>
                  </a:lnTo>
                  <a:lnTo>
                    <a:pt x="1885" y="4742"/>
                  </a:lnTo>
                  <a:lnTo>
                    <a:pt x="2828" y="4742"/>
                  </a:lnTo>
                  <a:lnTo>
                    <a:pt x="2828" y="2828"/>
                  </a:lnTo>
                  <a:lnTo>
                    <a:pt x="4743" y="2828"/>
                  </a:lnTo>
                  <a:lnTo>
                    <a:pt x="4743" y="1885"/>
                  </a:lnTo>
                  <a:lnTo>
                    <a:pt x="2828" y="1885"/>
                  </a:lnTo>
                  <a:lnTo>
                    <a:pt x="2828"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66"/>
            <p:cNvSpPr/>
            <p:nvPr/>
          </p:nvSpPr>
          <p:spPr>
            <a:xfrm>
              <a:off x="6990650" y="5187675"/>
              <a:ext cx="118550" cy="118575"/>
            </a:xfrm>
            <a:custGeom>
              <a:rect b="b" l="l" r="r" t="t"/>
              <a:pathLst>
                <a:path extrusionOk="0" h="4743" w="4742">
                  <a:moveTo>
                    <a:pt x="1885" y="1"/>
                  </a:moveTo>
                  <a:lnTo>
                    <a:pt x="1885" y="1885"/>
                  </a:lnTo>
                  <a:lnTo>
                    <a:pt x="0" y="1885"/>
                  </a:lnTo>
                  <a:lnTo>
                    <a:pt x="0"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66"/>
            <p:cNvSpPr/>
            <p:nvPr/>
          </p:nvSpPr>
          <p:spPr>
            <a:xfrm>
              <a:off x="6990650" y="4994675"/>
              <a:ext cx="118550" cy="119325"/>
            </a:xfrm>
            <a:custGeom>
              <a:rect b="b" l="l" r="r" t="t"/>
              <a:pathLst>
                <a:path extrusionOk="0" h="4773" w="4742">
                  <a:moveTo>
                    <a:pt x="1885" y="0"/>
                  </a:moveTo>
                  <a:lnTo>
                    <a:pt x="1885" y="1915"/>
                  </a:lnTo>
                  <a:lnTo>
                    <a:pt x="0" y="1915"/>
                  </a:lnTo>
                  <a:lnTo>
                    <a:pt x="0" y="2858"/>
                  </a:lnTo>
                  <a:lnTo>
                    <a:pt x="1885" y="2858"/>
                  </a:lnTo>
                  <a:lnTo>
                    <a:pt x="1885" y="4772"/>
                  </a:lnTo>
                  <a:lnTo>
                    <a:pt x="2827" y="4772"/>
                  </a:lnTo>
                  <a:lnTo>
                    <a:pt x="2827" y="2858"/>
                  </a:lnTo>
                  <a:lnTo>
                    <a:pt x="4742" y="2858"/>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66"/>
            <p:cNvSpPr/>
            <p:nvPr/>
          </p:nvSpPr>
          <p:spPr>
            <a:xfrm>
              <a:off x="6990650" y="4802425"/>
              <a:ext cx="118550" cy="119325"/>
            </a:xfrm>
            <a:custGeom>
              <a:rect b="b" l="l" r="r" t="t"/>
              <a:pathLst>
                <a:path extrusionOk="0" h="4773" w="4742">
                  <a:moveTo>
                    <a:pt x="1885" y="0"/>
                  </a:moveTo>
                  <a:lnTo>
                    <a:pt x="1885" y="1915"/>
                  </a:lnTo>
                  <a:lnTo>
                    <a:pt x="0" y="1915"/>
                  </a:lnTo>
                  <a:lnTo>
                    <a:pt x="0" y="2857"/>
                  </a:lnTo>
                  <a:lnTo>
                    <a:pt x="1885" y="2857"/>
                  </a:lnTo>
                  <a:lnTo>
                    <a:pt x="1885" y="4772"/>
                  </a:lnTo>
                  <a:lnTo>
                    <a:pt x="2827" y="477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66"/>
            <p:cNvSpPr/>
            <p:nvPr/>
          </p:nvSpPr>
          <p:spPr>
            <a:xfrm>
              <a:off x="6990650" y="4610175"/>
              <a:ext cx="118550" cy="118550"/>
            </a:xfrm>
            <a:custGeom>
              <a:rect b="b" l="l" r="r" t="t"/>
              <a:pathLst>
                <a:path extrusionOk="0" h="4742" w="4742">
                  <a:moveTo>
                    <a:pt x="1885" y="0"/>
                  </a:moveTo>
                  <a:lnTo>
                    <a:pt x="1885" y="1915"/>
                  </a:lnTo>
                  <a:lnTo>
                    <a:pt x="0" y="1915"/>
                  </a:lnTo>
                  <a:lnTo>
                    <a:pt x="0" y="2857"/>
                  </a:lnTo>
                  <a:lnTo>
                    <a:pt x="1885" y="2857"/>
                  </a:lnTo>
                  <a:lnTo>
                    <a:pt x="1885" y="4742"/>
                  </a:lnTo>
                  <a:lnTo>
                    <a:pt x="2827" y="474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66"/>
            <p:cNvSpPr/>
            <p:nvPr/>
          </p:nvSpPr>
          <p:spPr>
            <a:xfrm>
              <a:off x="6990650" y="4417925"/>
              <a:ext cx="118550" cy="118550"/>
            </a:xfrm>
            <a:custGeom>
              <a:rect b="b" l="l" r="r" t="t"/>
              <a:pathLst>
                <a:path extrusionOk="0" h="4742" w="4742">
                  <a:moveTo>
                    <a:pt x="1885" y="0"/>
                  </a:moveTo>
                  <a:lnTo>
                    <a:pt x="1885" y="1915"/>
                  </a:lnTo>
                  <a:lnTo>
                    <a:pt x="0" y="1915"/>
                  </a:lnTo>
                  <a:lnTo>
                    <a:pt x="0" y="2857"/>
                  </a:lnTo>
                  <a:lnTo>
                    <a:pt x="1885" y="2857"/>
                  </a:lnTo>
                  <a:lnTo>
                    <a:pt x="1885" y="4742"/>
                  </a:lnTo>
                  <a:lnTo>
                    <a:pt x="2827" y="474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66"/>
            <p:cNvSpPr/>
            <p:nvPr/>
          </p:nvSpPr>
          <p:spPr>
            <a:xfrm>
              <a:off x="6990650" y="4225675"/>
              <a:ext cx="118550" cy="118550"/>
            </a:xfrm>
            <a:custGeom>
              <a:rect b="b" l="l" r="r" t="t"/>
              <a:pathLst>
                <a:path extrusionOk="0" h="4742" w="4742">
                  <a:moveTo>
                    <a:pt x="1885" y="0"/>
                  </a:moveTo>
                  <a:lnTo>
                    <a:pt x="1885" y="1885"/>
                  </a:lnTo>
                  <a:lnTo>
                    <a:pt x="0" y="1885"/>
                  </a:lnTo>
                  <a:lnTo>
                    <a:pt x="0" y="2857"/>
                  </a:lnTo>
                  <a:lnTo>
                    <a:pt x="1885" y="2857"/>
                  </a:lnTo>
                  <a:lnTo>
                    <a:pt x="1885" y="4742"/>
                  </a:lnTo>
                  <a:lnTo>
                    <a:pt x="2827" y="4742"/>
                  </a:lnTo>
                  <a:lnTo>
                    <a:pt x="2827" y="2857"/>
                  </a:lnTo>
                  <a:lnTo>
                    <a:pt x="4742" y="2857"/>
                  </a:lnTo>
                  <a:lnTo>
                    <a:pt x="4742" y="1885"/>
                  </a:lnTo>
                  <a:lnTo>
                    <a:pt x="2827" y="188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66"/>
            <p:cNvSpPr/>
            <p:nvPr/>
          </p:nvSpPr>
          <p:spPr>
            <a:xfrm>
              <a:off x="6990650" y="4033400"/>
              <a:ext cx="118550" cy="118575"/>
            </a:xfrm>
            <a:custGeom>
              <a:rect b="b" l="l" r="r" t="t"/>
              <a:pathLst>
                <a:path extrusionOk="0" h="4743" w="4742">
                  <a:moveTo>
                    <a:pt x="1885" y="1"/>
                  </a:moveTo>
                  <a:lnTo>
                    <a:pt x="1885" y="1885"/>
                  </a:lnTo>
                  <a:lnTo>
                    <a:pt x="0" y="1885"/>
                  </a:lnTo>
                  <a:lnTo>
                    <a:pt x="0"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66"/>
            <p:cNvSpPr/>
            <p:nvPr/>
          </p:nvSpPr>
          <p:spPr>
            <a:xfrm>
              <a:off x="6990650" y="3841150"/>
              <a:ext cx="118550" cy="118575"/>
            </a:xfrm>
            <a:custGeom>
              <a:rect b="b" l="l" r="r" t="t"/>
              <a:pathLst>
                <a:path extrusionOk="0" h="4743" w="4742">
                  <a:moveTo>
                    <a:pt x="1885" y="1"/>
                  </a:moveTo>
                  <a:lnTo>
                    <a:pt x="1885" y="1885"/>
                  </a:lnTo>
                  <a:lnTo>
                    <a:pt x="0" y="1885"/>
                  </a:lnTo>
                  <a:lnTo>
                    <a:pt x="0" y="2828"/>
                  </a:lnTo>
                  <a:lnTo>
                    <a:pt x="1885" y="2828"/>
                  </a:lnTo>
                  <a:lnTo>
                    <a:pt x="1885" y="4743"/>
                  </a:lnTo>
                  <a:lnTo>
                    <a:pt x="2827" y="4743"/>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66"/>
            <p:cNvSpPr/>
            <p:nvPr/>
          </p:nvSpPr>
          <p:spPr>
            <a:xfrm>
              <a:off x="6990650" y="3648900"/>
              <a:ext cx="118550" cy="118575"/>
            </a:xfrm>
            <a:custGeom>
              <a:rect b="b" l="l" r="r" t="t"/>
              <a:pathLst>
                <a:path extrusionOk="0" h="4743" w="4742">
                  <a:moveTo>
                    <a:pt x="1885" y="1"/>
                  </a:moveTo>
                  <a:lnTo>
                    <a:pt x="1885" y="1885"/>
                  </a:lnTo>
                  <a:lnTo>
                    <a:pt x="0" y="1885"/>
                  </a:lnTo>
                  <a:lnTo>
                    <a:pt x="0" y="2828"/>
                  </a:lnTo>
                  <a:lnTo>
                    <a:pt x="1885" y="2828"/>
                  </a:lnTo>
                  <a:lnTo>
                    <a:pt x="1885" y="4742"/>
                  </a:lnTo>
                  <a:lnTo>
                    <a:pt x="2827" y="4742"/>
                  </a:lnTo>
                  <a:lnTo>
                    <a:pt x="2827" y="2828"/>
                  </a:lnTo>
                  <a:lnTo>
                    <a:pt x="4742" y="2828"/>
                  </a:lnTo>
                  <a:lnTo>
                    <a:pt x="4742" y="1885"/>
                  </a:lnTo>
                  <a:lnTo>
                    <a:pt x="2827" y="1885"/>
                  </a:lnTo>
                  <a:lnTo>
                    <a:pt x="282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66"/>
            <p:cNvSpPr/>
            <p:nvPr/>
          </p:nvSpPr>
          <p:spPr>
            <a:xfrm>
              <a:off x="7184425" y="5187675"/>
              <a:ext cx="119325" cy="118575"/>
            </a:xfrm>
            <a:custGeom>
              <a:rect b="b" l="l" r="r" t="t"/>
              <a:pathLst>
                <a:path extrusionOk="0" h="4743" w="4773">
                  <a:moveTo>
                    <a:pt x="1915" y="1"/>
                  </a:moveTo>
                  <a:lnTo>
                    <a:pt x="1915" y="1885"/>
                  </a:lnTo>
                  <a:lnTo>
                    <a:pt x="0" y="1885"/>
                  </a:lnTo>
                  <a:lnTo>
                    <a:pt x="0" y="2828"/>
                  </a:lnTo>
                  <a:lnTo>
                    <a:pt x="1915" y="2828"/>
                  </a:lnTo>
                  <a:lnTo>
                    <a:pt x="1915" y="4743"/>
                  </a:lnTo>
                  <a:lnTo>
                    <a:pt x="2857" y="4743"/>
                  </a:lnTo>
                  <a:lnTo>
                    <a:pt x="2857" y="2828"/>
                  </a:lnTo>
                  <a:lnTo>
                    <a:pt x="4772" y="2828"/>
                  </a:lnTo>
                  <a:lnTo>
                    <a:pt x="4772" y="1885"/>
                  </a:lnTo>
                  <a:lnTo>
                    <a:pt x="2857" y="1885"/>
                  </a:lnTo>
                  <a:lnTo>
                    <a:pt x="285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66"/>
            <p:cNvSpPr/>
            <p:nvPr/>
          </p:nvSpPr>
          <p:spPr>
            <a:xfrm>
              <a:off x="7184425" y="4994675"/>
              <a:ext cx="119325" cy="119325"/>
            </a:xfrm>
            <a:custGeom>
              <a:rect b="b" l="l" r="r" t="t"/>
              <a:pathLst>
                <a:path extrusionOk="0" h="4773" w="4773">
                  <a:moveTo>
                    <a:pt x="1915" y="0"/>
                  </a:moveTo>
                  <a:lnTo>
                    <a:pt x="1915" y="1915"/>
                  </a:lnTo>
                  <a:lnTo>
                    <a:pt x="0" y="1915"/>
                  </a:lnTo>
                  <a:lnTo>
                    <a:pt x="0" y="2858"/>
                  </a:lnTo>
                  <a:lnTo>
                    <a:pt x="1915" y="2858"/>
                  </a:lnTo>
                  <a:lnTo>
                    <a:pt x="1915" y="4772"/>
                  </a:lnTo>
                  <a:lnTo>
                    <a:pt x="2857" y="4772"/>
                  </a:lnTo>
                  <a:lnTo>
                    <a:pt x="2857" y="2858"/>
                  </a:lnTo>
                  <a:lnTo>
                    <a:pt x="4772" y="2858"/>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66"/>
            <p:cNvSpPr/>
            <p:nvPr/>
          </p:nvSpPr>
          <p:spPr>
            <a:xfrm>
              <a:off x="7184425" y="4802425"/>
              <a:ext cx="119325" cy="119325"/>
            </a:xfrm>
            <a:custGeom>
              <a:rect b="b" l="l" r="r" t="t"/>
              <a:pathLst>
                <a:path extrusionOk="0" h="4773" w="4773">
                  <a:moveTo>
                    <a:pt x="1915" y="0"/>
                  </a:moveTo>
                  <a:lnTo>
                    <a:pt x="1915" y="1915"/>
                  </a:lnTo>
                  <a:lnTo>
                    <a:pt x="0" y="1915"/>
                  </a:lnTo>
                  <a:lnTo>
                    <a:pt x="0" y="2857"/>
                  </a:lnTo>
                  <a:lnTo>
                    <a:pt x="1915" y="2857"/>
                  </a:lnTo>
                  <a:lnTo>
                    <a:pt x="1915" y="4772"/>
                  </a:lnTo>
                  <a:lnTo>
                    <a:pt x="2857" y="4772"/>
                  </a:lnTo>
                  <a:lnTo>
                    <a:pt x="2857" y="2857"/>
                  </a:lnTo>
                  <a:lnTo>
                    <a:pt x="4772" y="2857"/>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66"/>
            <p:cNvSpPr/>
            <p:nvPr/>
          </p:nvSpPr>
          <p:spPr>
            <a:xfrm>
              <a:off x="7184425" y="4610175"/>
              <a:ext cx="119325" cy="118550"/>
            </a:xfrm>
            <a:custGeom>
              <a:rect b="b" l="l" r="r" t="t"/>
              <a:pathLst>
                <a:path extrusionOk="0" h="4742" w="4773">
                  <a:moveTo>
                    <a:pt x="1915" y="0"/>
                  </a:moveTo>
                  <a:lnTo>
                    <a:pt x="1915" y="1915"/>
                  </a:lnTo>
                  <a:lnTo>
                    <a:pt x="0" y="1915"/>
                  </a:lnTo>
                  <a:lnTo>
                    <a:pt x="0" y="2857"/>
                  </a:lnTo>
                  <a:lnTo>
                    <a:pt x="1915" y="2857"/>
                  </a:lnTo>
                  <a:lnTo>
                    <a:pt x="1915" y="4742"/>
                  </a:lnTo>
                  <a:lnTo>
                    <a:pt x="2857" y="4742"/>
                  </a:lnTo>
                  <a:lnTo>
                    <a:pt x="2857" y="2857"/>
                  </a:lnTo>
                  <a:lnTo>
                    <a:pt x="4772" y="2857"/>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66"/>
            <p:cNvSpPr/>
            <p:nvPr/>
          </p:nvSpPr>
          <p:spPr>
            <a:xfrm>
              <a:off x="7184425" y="4417925"/>
              <a:ext cx="119325" cy="118550"/>
            </a:xfrm>
            <a:custGeom>
              <a:rect b="b" l="l" r="r" t="t"/>
              <a:pathLst>
                <a:path extrusionOk="0" h="4742" w="4773">
                  <a:moveTo>
                    <a:pt x="1915" y="0"/>
                  </a:moveTo>
                  <a:lnTo>
                    <a:pt x="1915" y="1915"/>
                  </a:lnTo>
                  <a:lnTo>
                    <a:pt x="0" y="1915"/>
                  </a:lnTo>
                  <a:lnTo>
                    <a:pt x="0" y="2857"/>
                  </a:lnTo>
                  <a:lnTo>
                    <a:pt x="1915" y="2857"/>
                  </a:lnTo>
                  <a:lnTo>
                    <a:pt x="1915" y="4742"/>
                  </a:lnTo>
                  <a:lnTo>
                    <a:pt x="2857" y="4742"/>
                  </a:lnTo>
                  <a:lnTo>
                    <a:pt x="2857" y="2857"/>
                  </a:lnTo>
                  <a:lnTo>
                    <a:pt x="4772" y="2857"/>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66"/>
            <p:cNvSpPr/>
            <p:nvPr/>
          </p:nvSpPr>
          <p:spPr>
            <a:xfrm>
              <a:off x="7184425" y="4225675"/>
              <a:ext cx="119325" cy="118550"/>
            </a:xfrm>
            <a:custGeom>
              <a:rect b="b" l="l" r="r" t="t"/>
              <a:pathLst>
                <a:path extrusionOk="0" h="4742" w="4773">
                  <a:moveTo>
                    <a:pt x="1915" y="0"/>
                  </a:moveTo>
                  <a:lnTo>
                    <a:pt x="1915" y="1885"/>
                  </a:lnTo>
                  <a:lnTo>
                    <a:pt x="0" y="1885"/>
                  </a:lnTo>
                  <a:lnTo>
                    <a:pt x="0" y="2857"/>
                  </a:lnTo>
                  <a:lnTo>
                    <a:pt x="1915" y="2857"/>
                  </a:lnTo>
                  <a:lnTo>
                    <a:pt x="1915" y="4742"/>
                  </a:lnTo>
                  <a:lnTo>
                    <a:pt x="2857" y="4742"/>
                  </a:lnTo>
                  <a:lnTo>
                    <a:pt x="2857" y="2857"/>
                  </a:lnTo>
                  <a:lnTo>
                    <a:pt x="4772" y="2857"/>
                  </a:lnTo>
                  <a:lnTo>
                    <a:pt x="4772" y="1885"/>
                  </a:lnTo>
                  <a:lnTo>
                    <a:pt x="2857" y="188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66"/>
            <p:cNvSpPr/>
            <p:nvPr/>
          </p:nvSpPr>
          <p:spPr>
            <a:xfrm>
              <a:off x="7184425" y="4033400"/>
              <a:ext cx="119325" cy="118575"/>
            </a:xfrm>
            <a:custGeom>
              <a:rect b="b" l="l" r="r" t="t"/>
              <a:pathLst>
                <a:path extrusionOk="0" h="4743" w="4773">
                  <a:moveTo>
                    <a:pt x="1915" y="1"/>
                  </a:moveTo>
                  <a:lnTo>
                    <a:pt x="1915" y="1885"/>
                  </a:lnTo>
                  <a:lnTo>
                    <a:pt x="0" y="1885"/>
                  </a:lnTo>
                  <a:lnTo>
                    <a:pt x="0" y="2828"/>
                  </a:lnTo>
                  <a:lnTo>
                    <a:pt x="1915" y="2828"/>
                  </a:lnTo>
                  <a:lnTo>
                    <a:pt x="1915" y="4743"/>
                  </a:lnTo>
                  <a:lnTo>
                    <a:pt x="2857" y="4743"/>
                  </a:lnTo>
                  <a:lnTo>
                    <a:pt x="2857" y="2828"/>
                  </a:lnTo>
                  <a:lnTo>
                    <a:pt x="4772" y="2828"/>
                  </a:lnTo>
                  <a:lnTo>
                    <a:pt x="4772" y="1885"/>
                  </a:lnTo>
                  <a:lnTo>
                    <a:pt x="2857" y="1885"/>
                  </a:lnTo>
                  <a:lnTo>
                    <a:pt x="285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66"/>
            <p:cNvSpPr/>
            <p:nvPr/>
          </p:nvSpPr>
          <p:spPr>
            <a:xfrm>
              <a:off x="7184425" y="3841150"/>
              <a:ext cx="119325" cy="118575"/>
            </a:xfrm>
            <a:custGeom>
              <a:rect b="b" l="l" r="r" t="t"/>
              <a:pathLst>
                <a:path extrusionOk="0" h="4743" w="4773">
                  <a:moveTo>
                    <a:pt x="1915" y="1"/>
                  </a:moveTo>
                  <a:lnTo>
                    <a:pt x="1915" y="1885"/>
                  </a:lnTo>
                  <a:lnTo>
                    <a:pt x="0" y="1885"/>
                  </a:lnTo>
                  <a:lnTo>
                    <a:pt x="0" y="2828"/>
                  </a:lnTo>
                  <a:lnTo>
                    <a:pt x="1915" y="2828"/>
                  </a:lnTo>
                  <a:lnTo>
                    <a:pt x="1915" y="4743"/>
                  </a:lnTo>
                  <a:lnTo>
                    <a:pt x="2857" y="4743"/>
                  </a:lnTo>
                  <a:lnTo>
                    <a:pt x="2857" y="2828"/>
                  </a:lnTo>
                  <a:lnTo>
                    <a:pt x="4772" y="2828"/>
                  </a:lnTo>
                  <a:lnTo>
                    <a:pt x="4772" y="1885"/>
                  </a:lnTo>
                  <a:lnTo>
                    <a:pt x="2857" y="1885"/>
                  </a:lnTo>
                  <a:lnTo>
                    <a:pt x="285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66"/>
            <p:cNvSpPr/>
            <p:nvPr/>
          </p:nvSpPr>
          <p:spPr>
            <a:xfrm>
              <a:off x="7184425" y="3648900"/>
              <a:ext cx="119325" cy="118575"/>
            </a:xfrm>
            <a:custGeom>
              <a:rect b="b" l="l" r="r" t="t"/>
              <a:pathLst>
                <a:path extrusionOk="0" h="4743" w="4773">
                  <a:moveTo>
                    <a:pt x="1915" y="1"/>
                  </a:moveTo>
                  <a:lnTo>
                    <a:pt x="1915" y="1885"/>
                  </a:lnTo>
                  <a:lnTo>
                    <a:pt x="0" y="1885"/>
                  </a:lnTo>
                  <a:lnTo>
                    <a:pt x="0" y="2828"/>
                  </a:lnTo>
                  <a:lnTo>
                    <a:pt x="1915" y="2828"/>
                  </a:lnTo>
                  <a:lnTo>
                    <a:pt x="1915" y="4742"/>
                  </a:lnTo>
                  <a:lnTo>
                    <a:pt x="2857" y="4742"/>
                  </a:lnTo>
                  <a:lnTo>
                    <a:pt x="2857" y="2828"/>
                  </a:lnTo>
                  <a:lnTo>
                    <a:pt x="4772" y="2828"/>
                  </a:lnTo>
                  <a:lnTo>
                    <a:pt x="4772" y="1885"/>
                  </a:lnTo>
                  <a:lnTo>
                    <a:pt x="2857" y="1885"/>
                  </a:lnTo>
                  <a:lnTo>
                    <a:pt x="2857" y="1"/>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66"/>
            <p:cNvSpPr/>
            <p:nvPr/>
          </p:nvSpPr>
          <p:spPr>
            <a:xfrm>
              <a:off x="6601575" y="3455900"/>
              <a:ext cx="118575" cy="119325"/>
            </a:xfrm>
            <a:custGeom>
              <a:rect b="b" l="l" r="r" t="t"/>
              <a:pathLst>
                <a:path extrusionOk="0" h="4773" w="4743">
                  <a:moveTo>
                    <a:pt x="1885" y="0"/>
                  </a:moveTo>
                  <a:lnTo>
                    <a:pt x="1885" y="1915"/>
                  </a:lnTo>
                  <a:lnTo>
                    <a:pt x="1" y="1915"/>
                  </a:lnTo>
                  <a:lnTo>
                    <a:pt x="1" y="2857"/>
                  </a:lnTo>
                  <a:lnTo>
                    <a:pt x="1885" y="2857"/>
                  </a:lnTo>
                  <a:lnTo>
                    <a:pt x="1885" y="4772"/>
                  </a:lnTo>
                  <a:lnTo>
                    <a:pt x="2827" y="477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66"/>
            <p:cNvSpPr/>
            <p:nvPr/>
          </p:nvSpPr>
          <p:spPr>
            <a:xfrm>
              <a:off x="6796100" y="3455900"/>
              <a:ext cx="118575" cy="119325"/>
            </a:xfrm>
            <a:custGeom>
              <a:rect b="b" l="l" r="r" t="t"/>
              <a:pathLst>
                <a:path extrusionOk="0" h="4773" w="4743">
                  <a:moveTo>
                    <a:pt x="1885" y="0"/>
                  </a:moveTo>
                  <a:lnTo>
                    <a:pt x="1885" y="1915"/>
                  </a:lnTo>
                  <a:lnTo>
                    <a:pt x="1" y="1915"/>
                  </a:lnTo>
                  <a:lnTo>
                    <a:pt x="1" y="2857"/>
                  </a:lnTo>
                  <a:lnTo>
                    <a:pt x="1885" y="2857"/>
                  </a:lnTo>
                  <a:lnTo>
                    <a:pt x="1885" y="4772"/>
                  </a:lnTo>
                  <a:lnTo>
                    <a:pt x="2828" y="4772"/>
                  </a:lnTo>
                  <a:lnTo>
                    <a:pt x="2828" y="2857"/>
                  </a:lnTo>
                  <a:lnTo>
                    <a:pt x="4743" y="2857"/>
                  </a:lnTo>
                  <a:lnTo>
                    <a:pt x="4743" y="1915"/>
                  </a:lnTo>
                  <a:lnTo>
                    <a:pt x="2828" y="1915"/>
                  </a:lnTo>
                  <a:lnTo>
                    <a:pt x="2828"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66"/>
            <p:cNvSpPr/>
            <p:nvPr/>
          </p:nvSpPr>
          <p:spPr>
            <a:xfrm>
              <a:off x="6990650" y="3455900"/>
              <a:ext cx="118550" cy="119325"/>
            </a:xfrm>
            <a:custGeom>
              <a:rect b="b" l="l" r="r" t="t"/>
              <a:pathLst>
                <a:path extrusionOk="0" h="4773" w="4742">
                  <a:moveTo>
                    <a:pt x="1885" y="0"/>
                  </a:moveTo>
                  <a:lnTo>
                    <a:pt x="1885" y="1915"/>
                  </a:lnTo>
                  <a:lnTo>
                    <a:pt x="0" y="1915"/>
                  </a:lnTo>
                  <a:lnTo>
                    <a:pt x="0" y="2857"/>
                  </a:lnTo>
                  <a:lnTo>
                    <a:pt x="1885" y="2857"/>
                  </a:lnTo>
                  <a:lnTo>
                    <a:pt x="1885" y="4772"/>
                  </a:lnTo>
                  <a:lnTo>
                    <a:pt x="2827" y="4772"/>
                  </a:lnTo>
                  <a:lnTo>
                    <a:pt x="2827" y="2857"/>
                  </a:lnTo>
                  <a:lnTo>
                    <a:pt x="4742" y="2857"/>
                  </a:lnTo>
                  <a:lnTo>
                    <a:pt x="4742" y="1915"/>
                  </a:lnTo>
                  <a:lnTo>
                    <a:pt x="2827" y="1915"/>
                  </a:lnTo>
                  <a:lnTo>
                    <a:pt x="282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66"/>
            <p:cNvSpPr/>
            <p:nvPr/>
          </p:nvSpPr>
          <p:spPr>
            <a:xfrm>
              <a:off x="7184425" y="3455900"/>
              <a:ext cx="119325" cy="119325"/>
            </a:xfrm>
            <a:custGeom>
              <a:rect b="b" l="l" r="r" t="t"/>
              <a:pathLst>
                <a:path extrusionOk="0" h="4773" w="4773">
                  <a:moveTo>
                    <a:pt x="1915" y="0"/>
                  </a:moveTo>
                  <a:lnTo>
                    <a:pt x="1915" y="1915"/>
                  </a:lnTo>
                  <a:lnTo>
                    <a:pt x="0" y="1915"/>
                  </a:lnTo>
                  <a:lnTo>
                    <a:pt x="0" y="2857"/>
                  </a:lnTo>
                  <a:lnTo>
                    <a:pt x="1915" y="2857"/>
                  </a:lnTo>
                  <a:lnTo>
                    <a:pt x="1915" y="4772"/>
                  </a:lnTo>
                  <a:lnTo>
                    <a:pt x="2857" y="4772"/>
                  </a:lnTo>
                  <a:lnTo>
                    <a:pt x="2857" y="2857"/>
                  </a:lnTo>
                  <a:lnTo>
                    <a:pt x="4772" y="2857"/>
                  </a:lnTo>
                  <a:lnTo>
                    <a:pt x="4772" y="1915"/>
                  </a:lnTo>
                  <a:lnTo>
                    <a:pt x="2857" y="1915"/>
                  </a:lnTo>
                  <a:lnTo>
                    <a:pt x="2857"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95" name="Google Shape;6895;p66"/>
          <p:cNvSpPr/>
          <p:nvPr/>
        </p:nvSpPr>
        <p:spPr>
          <a:xfrm>
            <a:off x="1068575" y="1074780"/>
            <a:ext cx="1227734" cy="1117449"/>
          </a:xfrm>
          <a:custGeom>
            <a:rect b="b" l="l" r="r" t="t"/>
            <a:pathLst>
              <a:path extrusionOk="0" h="32231" w="35412">
                <a:moveTo>
                  <a:pt x="17702" y="0"/>
                </a:moveTo>
                <a:cubicBezTo>
                  <a:pt x="10394" y="0"/>
                  <a:pt x="3782" y="5013"/>
                  <a:pt x="2037" y="12437"/>
                </a:cubicBezTo>
                <a:cubicBezTo>
                  <a:pt x="0" y="21100"/>
                  <a:pt x="5350" y="29763"/>
                  <a:pt x="14013" y="31799"/>
                </a:cubicBezTo>
                <a:cubicBezTo>
                  <a:pt x="15252" y="32090"/>
                  <a:pt x="16491" y="32230"/>
                  <a:pt x="17711" y="32230"/>
                </a:cubicBezTo>
                <a:cubicBezTo>
                  <a:pt x="25018" y="32230"/>
                  <a:pt x="31630" y="27221"/>
                  <a:pt x="33375" y="19823"/>
                </a:cubicBezTo>
                <a:cubicBezTo>
                  <a:pt x="35411" y="11161"/>
                  <a:pt x="30062" y="2467"/>
                  <a:pt x="21399" y="431"/>
                </a:cubicBezTo>
                <a:cubicBezTo>
                  <a:pt x="20160" y="140"/>
                  <a:pt x="18921" y="0"/>
                  <a:pt x="17702" y="0"/>
                </a:cubicBezTo>
                <a:close/>
              </a:path>
            </a:pathLst>
          </a:custGeom>
          <a:solidFill>
            <a:srgbClr val="E4BE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66"/>
          <p:cNvSpPr/>
          <p:nvPr/>
        </p:nvSpPr>
        <p:spPr>
          <a:xfrm rot="-5400000">
            <a:off x="7811219" y="1164223"/>
            <a:ext cx="303975" cy="152025"/>
          </a:xfrm>
          <a:custGeom>
            <a:rect b="b" l="l" r="r" t="t"/>
            <a:pathLst>
              <a:path extrusionOk="0" fill="none" h="6081" w="12159">
                <a:moveTo>
                  <a:pt x="0" y="6080"/>
                </a:moveTo>
                <a:cubicBezTo>
                  <a:pt x="0" y="2737"/>
                  <a:pt x="2736" y="1"/>
                  <a:pt x="6079" y="1"/>
                </a:cubicBezTo>
                <a:cubicBezTo>
                  <a:pt x="9453" y="1"/>
                  <a:pt x="12158" y="2737"/>
                  <a:pt x="12158" y="6080"/>
                </a:cubicBezTo>
              </a:path>
            </a:pathLst>
          </a:custGeom>
          <a:noFill/>
          <a:ln cap="flat" cmpd="sng" w="57000">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66"/>
          <p:cNvSpPr/>
          <p:nvPr/>
        </p:nvSpPr>
        <p:spPr>
          <a:xfrm flipH="1">
            <a:off x="2800744" y="2962285"/>
            <a:ext cx="303975" cy="152025"/>
          </a:xfrm>
          <a:custGeom>
            <a:rect b="b" l="l" r="r" t="t"/>
            <a:pathLst>
              <a:path extrusionOk="0" fill="none" h="6081" w="12159">
                <a:moveTo>
                  <a:pt x="0" y="6080"/>
                </a:moveTo>
                <a:cubicBezTo>
                  <a:pt x="0" y="2737"/>
                  <a:pt x="2736" y="1"/>
                  <a:pt x="6079" y="1"/>
                </a:cubicBezTo>
                <a:cubicBezTo>
                  <a:pt x="9453" y="1"/>
                  <a:pt x="12158" y="2737"/>
                  <a:pt x="12158" y="6080"/>
                </a:cubicBezTo>
              </a:path>
            </a:pathLst>
          </a:custGeom>
          <a:noFill/>
          <a:ln cap="flat" cmpd="sng" w="57000">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98" name="Google Shape;6898;p66"/>
          <p:cNvGrpSpPr/>
          <p:nvPr/>
        </p:nvGrpSpPr>
        <p:grpSpPr>
          <a:xfrm>
            <a:off x="934276" y="943531"/>
            <a:ext cx="592199" cy="593411"/>
            <a:chOff x="4811650" y="1895450"/>
            <a:chExt cx="378450" cy="379225"/>
          </a:xfrm>
        </p:grpSpPr>
        <p:sp>
          <p:nvSpPr>
            <p:cNvPr id="6899" name="Google Shape;6899;p66"/>
            <p:cNvSpPr/>
            <p:nvPr/>
          </p:nvSpPr>
          <p:spPr>
            <a:xfrm>
              <a:off x="4811650" y="1895450"/>
              <a:ext cx="378450" cy="379225"/>
            </a:xfrm>
            <a:custGeom>
              <a:rect b="b" l="l" r="r" t="t"/>
              <a:pathLst>
                <a:path extrusionOk="0" fill="none" h="15169" w="15138">
                  <a:moveTo>
                    <a:pt x="9119" y="882"/>
                  </a:moveTo>
                  <a:cubicBezTo>
                    <a:pt x="12828" y="1733"/>
                    <a:pt x="15138" y="5442"/>
                    <a:pt x="14256" y="9150"/>
                  </a:cubicBezTo>
                  <a:cubicBezTo>
                    <a:pt x="13405" y="12858"/>
                    <a:pt x="9697" y="15168"/>
                    <a:pt x="5989" y="14287"/>
                  </a:cubicBezTo>
                  <a:cubicBezTo>
                    <a:pt x="2280" y="13436"/>
                    <a:pt x="1" y="9728"/>
                    <a:pt x="852" y="6019"/>
                  </a:cubicBezTo>
                  <a:cubicBezTo>
                    <a:pt x="1733" y="2311"/>
                    <a:pt x="5441" y="1"/>
                    <a:pt x="9119" y="882"/>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66"/>
            <p:cNvSpPr/>
            <p:nvPr/>
          </p:nvSpPr>
          <p:spPr>
            <a:xfrm>
              <a:off x="4882325" y="1966125"/>
              <a:ext cx="236350" cy="237125"/>
            </a:xfrm>
            <a:custGeom>
              <a:rect b="b" l="l" r="r" t="t"/>
              <a:pathLst>
                <a:path extrusionOk="0" fill="none" h="9485" w="9454">
                  <a:moveTo>
                    <a:pt x="9453" y="4742"/>
                  </a:moveTo>
                  <a:cubicBezTo>
                    <a:pt x="9453" y="7356"/>
                    <a:pt x="7356" y="9484"/>
                    <a:pt x="4742" y="9484"/>
                  </a:cubicBezTo>
                  <a:cubicBezTo>
                    <a:pt x="2128" y="9484"/>
                    <a:pt x="0" y="7356"/>
                    <a:pt x="0" y="4742"/>
                  </a:cubicBezTo>
                  <a:cubicBezTo>
                    <a:pt x="0" y="2128"/>
                    <a:pt x="2128" y="1"/>
                    <a:pt x="4742" y="1"/>
                  </a:cubicBezTo>
                  <a:cubicBezTo>
                    <a:pt x="7356" y="1"/>
                    <a:pt x="9453" y="2128"/>
                    <a:pt x="9453" y="4742"/>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66"/>
            <p:cNvSpPr/>
            <p:nvPr/>
          </p:nvSpPr>
          <p:spPr>
            <a:xfrm>
              <a:off x="4928675" y="2012475"/>
              <a:ext cx="143650" cy="144425"/>
            </a:xfrm>
            <a:custGeom>
              <a:rect b="b" l="l" r="r" t="t"/>
              <a:pathLst>
                <a:path extrusionOk="0" fill="none" h="5777" w="5746">
                  <a:moveTo>
                    <a:pt x="5745" y="2888"/>
                  </a:moveTo>
                  <a:cubicBezTo>
                    <a:pt x="5745" y="4499"/>
                    <a:pt x="4469" y="5776"/>
                    <a:pt x="2888" y="5776"/>
                  </a:cubicBezTo>
                  <a:cubicBezTo>
                    <a:pt x="1277" y="5776"/>
                    <a:pt x="1" y="4499"/>
                    <a:pt x="1" y="2888"/>
                  </a:cubicBezTo>
                  <a:cubicBezTo>
                    <a:pt x="1" y="1308"/>
                    <a:pt x="1277" y="1"/>
                    <a:pt x="2888" y="1"/>
                  </a:cubicBezTo>
                  <a:cubicBezTo>
                    <a:pt x="4469" y="1"/>
                    <a:pt x="5745" y="1308"/>
                    <a:pt x="5745" y="2888"/>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66"/>
            <p:cNvSpPr/>
            <p:nvPr/>
          </p:nvSpPr>
          <p:spPr>
            <a:xfrm>
              <a:off x="4968950" y="2053525"/>
              <a:ext cx="63100" cy="63100"/>
            </a:xfrm>
            <a:custGeom>
              <a:rect b="b" l="l" r="r" t="t"/>
              <a:pathLst>
                <a:path extrusionOk="0" fill="none" h="2524" w="2524">
                  <a:moveTo>
                    <a:pt x="2523" y="1246"/>
                  </a:moveTo>
                  <a:cubicBezTo>
                    <a:pt x="2523" y="1946"/>
                    <a:pt x="1946" y="2523"/>
                    <a:pt x="1277" y="2523"/>
                  </a:cubicBezTo>
                  <a:cubicBezTo>
                    <a:pt x="578" y="2523"/>
                    <a:pt x="1" y="1946"/>
                    <a:pt x="1" y="1246"/>
                  </a:cubicBezTo>
                  <a:cubicBezTo>
                    <a:pt x="1" y="578"/>
                    <a:pt x="578" y="0"/>
                    <a:pt x="1277" y="0"/>
                  </a:cubicBezTo>
                  <a:cubicBezTo>
                    <a:pt x="1946" y="0"/>
                    <a:pt x="2523" y="578"/>
                    <a:pt x="2523" y="1246"/>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3" name="Google Shape;6903;p66"/>
          <p:cNvGrpSpPr/>
          <p:nvPr/>
        </p:nvGrpSpPr>
        <p:grpSpPr>
          <a:xfrm>
            <a:off x="6832902" y="295765"/>
            <a:ext cx="812240" cy="779010"/>
            <a:chOff x="76650" y="3861300"/>
            <a:chExt cx="1531950" cy="1469275"/>
          </a:xfrm>
        </p:grpSpPr>
        <p:sp>
          <p:nvSpPr>
            <p:cNvPr id="6904" name="Google Shape;6904;p66"/>
            <p:cNvSpPr/>
            <p:nvPr/>
          </p:nvSpPr>
          <p:spPr>
            <a:xfrm>
              <a:off x="76650" y="3861300"/>
              <a:ext cx="1513725" cy="1379225"/>
            </a:xfrm>
            <a:custGeom>
              <a:rect b="b" l="l" r="r" t="t"/>
              <a:pathLst>
                <a:path extrusionOk="0" h="55169" w="60549">
                  <a:moveTo>
                    <a:pt x="30289" y="0"/>
                  </a:moveTo>
                  <a:cubicBezTo>
                    <a:pt x="23230" y="0"/>
                    <a:pt x="16171" y="2690"/>
                    <a:pt x="10791" y="8070"/>
                  </a:cubicBezTo>
                  <a:cubicBezTo>
                    <a:pt x="0" y="18861"/>
                    <a:pt x="0" y="36308"/>
                    <a:pt x="10791" y="47098"/>
                  </a:cubicBezTo>
                  <a:cubicBezTo>
                    <a:pt x="16171" y="52478"/>
                    <a:pt x="23230" y="55168"/>
                    <a:pt x="30289" y="55168"/>
                  </a:cubicBezTo>
                  <a:cubicBezTo>
                    <a:pt x="37349" y="55168"/>
                    <a:pt x="44408" y="52478"/>
                    <a:pt x="49788" y="47098"/>
                  </a:cubicBezTo>
                  <a:cubicBezTo>
                    <a:pt x="60548" y="36308"/>
                    <a:pt x="60548" y="18861"/>
                    <a:pt x="49788" y="8070"/>
                  </a:cubicBezTo>
                  <a:cubicBezTo>
                    <a:pt x="44408" y="2690"/>
                    <a:pt x="37349" y="0"/>
                    <a:pt x="30289" y="0"/>
                  </a:cubicBezTo>
                  <a:close/>
                </a:path>
              </a:pathLst>
            </a:custGeom>
            <a:solidFill>
              <a:srgbClr val="96A8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66"/>
            <p:cNvSpPr/>
            <p:nvPr/>
          </p:nvSpPr>
          <p:spPr>
            <a:xfrm>
              <a:off x="919350" y="4640575"/>
              <a:ext cx="689250" cy="690000"/>
            </a:xfrm>
            <a:custGeom>
              <a:rect b="b" l="l" r="r" t="t"/>
              <a:pathLst>
                <a:path extrusionOk="0" fill="none" h="27600" w="27570">
                  <a:moveTo>
                    <a:pt x="27570" y="0"/>
                  </a:moveTo>
                  <a:cubicBezTo>
                    <a:pt x="27570" y="15228"/>
                    <a:pt x="15229" y="27599"/>
                    <a:pt x="1" y="27599"/>
                  </a:cubicBezTo>
                </a:path>
              </a:pathLst>
            </a:custGeom>
            <a:noFill/>
            <a:ln cap="flat" cmpd="sng" w="66875">
              <a:solidFill>
                <a:srgbClr val="E4BEB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6" name="Google Shape;6906;p66"/>
          <p:cNvGrpSpPr/>
          <p:nvPr/>
        </p:nvGrpSpPr>
        <p:grpSpPr>
          <a:xfrm rot="10800000">
            <a:off x="7887200" y="3954213"/>
            <a:ext cx="828300" cy="654275"/>
            <a:chOff x="2024375" y="213075"/>
            <a:chExt cx="828300" cy="654275"/>
          </a:xfrm>
        </p:grpSpPr>
        <p:sp>
          <p:nvSpPr>
            <p:cNvPr id="6907" name="Google Shape;6907;p66"/>
            <p:cNvSpPr/>
            <p:nvPr/>
          </p:nvSpPr>
          <p:spPr>
            <a:xfrm>
              <a:off x="2024375" y="213075"/>
              <a:ext cx="828300" cy="654275"/>
            </a:xfrm>
            <a:custGeom>
              <a:rect b="b" l="l" r="r" t="t"/>
              <a:pathLst>
                <a:path extrusionOk="0" fill="none" h="26171" w="33132">
                  <a:moveTo>
                    <a:pt x="27417" y="0"/>
                  </a:moveTo>
                  <a:cubicBezTo>
                    <a:pt x="31824" y="4377"/>
                    <a:pt x="33131" y="10973"/>
                    <a:pt x="30761" y="16718"/>
                  </a:cubicBezTo>
                  <a:cubicBezTo>
                    <a:pt x="28390" y="22432"/>
                    <a:pt x="22767" y="26171"/>
                    <a:pt x="16566" y="26171"/>
                  </a:cubicBezTo>
                  <a:cubicBezTo>
                    <a:pt x="10365" y="26171"/>
                    <a:pt x="4772" y="22432"/>
                    <a:pt x="2401" y="16718"/>
                  </a:cubicBezTo>
                  <a:cubicBezTo>
                    <a:pt x="0" y="10973"/>
                    <a:pt x="1338" y="4377"/>
                    <a:pt x="5715" y="0"/>
                  </a:cubicBezTo>
                </a:path>
              </a:pathLst>
            </a:custGeom>
            <a:noFill/>
            <a:ln cap="flat" cmpd="sng" w="66875">
              <a:solidFill>
                <a:srgbClr val="E4BEB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66"/>
            <p:cNvSpPr/>
            <p:nvPr/>
          </p:nvSpPr>
          <p:spPr>
            <a:xfrm>
              <a:off x="2194575" y="241175"/>
              <a:ext cx="488650" cy="488650"/>
            </a:xfrm>
            <a:custGeom>
              <a:rect b="b" l="l" r="r" t="t"/>
              <a:pathLst>
                <a:path extrusionOk="0" fill="none" h="19546" w="19546">
                  <a:moveTo>
                    <a:pt x="19545" y="9758"/>
                  </a:moveTo>
                  <a:cubicBezTo>
                    <a:pt x="19545" y="15168"/>
                    <a:pt x="15168" y="19545"/>
                    <a:pt x="9758" y="19545"/>
                  </a:cubicBezTo>
                  <a:cubicBezTo>
                    <a:pt x="4378" y="19545"/>
                    <a:pt x="1" y="15168"/>
                    <a:pt x="1" y="9758"/>
                  </a:cubicBezTo>
                  <a:cubicBezTo>
                    <a:pt x="1" y="4378"/>
                    <a:pt x="4378" y="1"/>
                    <a:pt x="9758" y="1"/>
                  </a:cubicBezTo>
                  <a:cubicBezTo>
                    <a:pt x="15168" y="1"/>
                    <a:pt x="19545" y="4378"/>
                    <a:pt x="19545" y="9758"/>
                  </a:cubicBezTo>
                  <a:close/>
                </a:path>
              </a:pathLst>
            </a:custGeom>
            <a:solidFill>
              <a:schemeClr val="lt2"/>
            </a:solidFill>
            <a:ln cap="flat" cmpd="sng" w="3810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9" name="Google Shape;6909;p66"/>
          <p:cNvGrpSpPr/>
          <p:nvPr/>
        </p:nvGrpSpPr>
        <p:grpSpPr>
          <a:xfrm>
            <a:off x="3581200" y="4185975"/>
            <a:ext cx="378450" cy="379225"/>
            <a:chOff x="4811650" y="1895450"/>
            <a:chExt cx="378450" cy="379225"/>
          </a:xfrm>
        </p:grpSpPr>
        <p:sp>
          <p:nvSpPr>
            <p:cNvPr id="6910" name="Google Shape;6910;p66"/>
            <p:cNvSpPr/>
            <p:nvPr/>
          </p:nvSpPr>
          <p:spPr>
            <a:xfrm>
              <a:off x="4811650" y="1895450"/>
              <a:ext cx="378450" cy="379225"/>
            </a:xfrm>
            <a:custGeom>
              <a:rect b="b" l="l" r="r" t="t"/>
              <a:pathLst>
                <a:path extrusionOk="0" fill="none" h="15169" w="15138">
                  <a:moveTo>
                    <a:pt x="9119" y="882"/>
                  </a:moveTo>
                  <a:cubicBezTo>
                    <a:pt x="12828" y="1733"/>
                    <a:pt x="15138" y="5442"/>
                    <a:pt x="14256" y="9150"/>
                  </a:cubicBezTo>
                  <a:cubicBezTo>
                    <a:pt x="13405" y="12858"/>
                    <a:pt x="9697" y="15168"/>
                    <a:pt x="5989" y="14287"/>
                  </a:cubicBezTo>
                  <a:cubicBezTo>
                    <a:pt x="2280" y="13436"/>
                    <a:pt x="1" y="9728"/>
                    <a:pt x="852" y="6019"/>
                  </a:cubicBezTo>
                  <a:cubicBezTo>
                    <a:pt x="1733" y="2311"/>
                    <a:pt x="5441" y="1"/>
                    <a:pt x="9119" y="882"/>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66"/>
            <p:cNvSpPr/>
            <p:nvPr/>
          </p:nvSpPr>
          <p:spPr>
            <a:xfrm>
              <a:off x="4882325" y="1966125"/>
              <a:ext cx="236350" cy="237125"/>
            </a:xfrm>
            <a:custGeom>
              <a:rect b="b" l="l" r="r" t="t"/>
              <a:pathLst>
                <a:path extrusionOk="0" fill="none" h="9485" w="9454">
                  <a:moveTo>
                    <a:pt x="9453" y="4742"/>
                  </a:moveTo>
                  <a:cubicBezTo>
                    <a:pt x="9453" y="7356"/>
                    <a:pt x="7356" y="9484"/>
                    <a:pt x="4742" y="9484"/>
                  </a:cubicBezTo>
                  <a:cubicBezTo>
                    <a:pt x="2128" y="9484"/>
                    <a:pt x="0" y="7356"/>
                    <a:pt x="0" y="4742"/>
                  </a:cubicBezTo>
                  <a:cubicBezTo>
                    <a:pt x="0" y="2128"/>
                    <a:pt x="2128" y="1"/>
                    <a:pt x="4742" y="1"/>
                  </a:cubicBezTo>
                  <a:cubicBezTo>
                    <a:pt x="7356" y="1"/>
                    <a:pt x="9453" y="2128"/>
                    <a:pt x="9453" y="4742"/>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66"/>
            <p:cNvSpPr/>
            <p:nvPr/>
          </p:nvSpPr>
          <p:spPr>
            <a:xfrm>
              <a:off x="4928675" y="2012475"/>
              <a:ext cx="143650" cy="144425"/>
            </a:xfrm>
            <a:custGeom>
              <a:rect b="b" l="l" r="r" t="t"/>
              <a:pathLst>
                <a:path extrusionOk="0" fill="none" h="5777" w="5746">
                  <a:moveTo>
                    <a:pt x="5745" y="2888"/>
                  </a:moveTo>
                  <a:cubicBezTo>
                    <a:pt x="5745" y="4499"/>
                    <a:pt x="4469" y="5776"/>
                    <a:pt x="2888" y="5776"/>
                  </a:cubicBezTo>
                  <a:cubicBezTo>
                    <a:pt x="1277" y="5776"/>
                    <a:pt x="1" y="4499"/>
                    <a:pt x="1" y="2888"/>
                  </a:cubicBezTo>
                  <a:cubicBezTo>
                    <a:pt x="1" y="1308"/>
                    <a:pt x="1277" y="1"/>
                    <a:pt x="2888" y="1"/>
                  </a:cubicBezTo>
                  <a:cubicBezTo>
                    <a:pt x="4469" y="1"/>
                    <a:pt x="5745" y="1308"/>
                    <a:pt x="5745" y="2888"/>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66"/>
            <p:cNvSpPr/>
            <p:nvPr/>
          </p:nvSpPr>
          <p:spPr>
            <a:xfrm>
              <a:off x="4968950" y="2053525"/>
              <a:ext cx="63100" cy="63100"/>
            </a:xfrm>
            <a:custGeom>
              <a:rect b="b" l="l" r="r" t="t"/>
              <a:pathLst>
                <a:path extrusionOk="0" fill="none" h="2524" w="2524">
                  <a:moveTo>
                    <a:pt x="2523" y="1246"/>
                  </a:moveTo>
                  <a:cubicBezTo>
                    <a:pt x="2523" y="1946"/>
                    <a:pt x="1946" y="2523"/>
                    <a:pt x="1277" y="2523"/>
                  </a:cubicBezTo>
                  <a:cubicBezTo>
                    <a:pt x="578" y="2523"/>
                    <a:pt x="1" y="1946"/>
                    <a:pt x="1" y="1246"/>
                  </a:cubicBezTo>
                  <a:cubicBezTo>
                    <a:pt x="1" y="578"/>
                    <a:pt x="578" y="0"/>
                    <a:pt x="1277" y="0"/>
                  </a:cubicBezTo>
                  <a:cubicBezTo>
                    <a:pt x="1946" y="0"/>
                    <a:pt x="2523" y="578"/>
                    <a:pt x="2523" y="1246"/>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14" name="Google Shape;6914;p66"/>
          <p:cNvSpPr/>
          <p:nvPr/>
        </p:nvSpPr>
        <p:spPr>
          <a:xfrm>
            <a:off x="7514600" y="1271938"/>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66"/>
          <p:cNvSpPr/>
          <p:nvPr/>
        </p:nvSpPr>
        <p:spPr>
          <a:xfrm>
            <a:off x="1799550" y="4185975"/>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6"/>
          <p:cNvSpPr/>
          <p:nvPr/>
        </p:nvSpPr>
        <p:spPr>
          <a:xfrm>
            <a:off x="1382925" y="2049894"/>
            <a:ext cx="416622" cy="379198"/>
          </a:xfrm>
          <a:custGeom>
            <a:rect b="b" l="l" r="r" t="t"/>
            <a:pathLst>
              <a:path extrusionOk="0" h="32231" w="35412">
                <a:moveTo>
                  <a:pt x="17702" y="0"/>
                </a:moveTo>
                <a:cubicBezTo>
                  <a:pt x="10394" y="0"/>
                  <a:pt x="3782" y="5013"/>
                  <a:pt x="2037" y="12437"/>
                </a:cubicBezTo>
                <a:cubicBezTo>
                  <a:pt x="0" y="21100"/>
                  <a:pt x="5350" y="29763"/>
                  <a:pt x="14013" y="31799"/>
                </a:cubicBezTo>
                <a:cubicBezTo>
                  <a:pt x="15252" y="32090"/>
                  <a:pt x="16491" y="32230"/>
                  <a:pt x="17711" y="32230"/>
                </a:cubicBezTo>
                <a:cubicBezTo>
                  <a:pt x="25018" y="32230"/>
                  <a:pt x="31630" y="27221"/>
                  <a:pt x="33375" y="19823"/>
                </a:cubicBezTo>
                <a:cubicBezTo>
                  <a:pt x="35411" y="11161"/>
                  <a:pt x="30062" y="2467"/>
                  <a:pt x="21399" y="431"/>
                </a:cubicBezTo>
                <a:cubicBezTo>
                  <a:pt x="20160" y="140"/>
                  <a:pt x="18921" y="0"/>
                  <a:pt x="17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66"/>
          <p:cNvSpPr/>
          <p:nvPr/>
        </p:nvSpPr>
        <p:spPr>
          <a:xfrm>
            <a:off x="4808575" y="439625"/>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21" name="Shape 6921"/>
        <p:cNvGrpSpPr/>
        <p:nvPr/>
      </p:nvGrpSpPr>
      <p:grpSpPr>
        <a:xfrm>
          <a:off x="0" y="0"/>
          <a:ext cx="0" cy="0"/>
          <a:chOff x="0" y="0"/>
          <a:chExt cx="0" cy="0"/>
        </a:xfrm>
      </p:grpSpPr>
      <p:sp>
        <p:nvSpPr>
          <p:cNvPr id="6922" name="Google Shape;6922;p67"/>
          <p:cNvSpPr txBox="1"/>
          <p:nvPr>
            <p:ph idx="1" type="subTitle"/>
          </p:nvPr>
        </p:nvSpPr>
        <p:spPr>
          <a:xfrm>
            <a:off x="715100" y="1727425"/>
            <a:ext cx="2434500" cy="1083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Do you have any questions?</a:t>
            </a:r>
            <a:endParaRPr/>
          </a:p>
          <a:p>
            <a:pPr indent="0" lvl="0" marL="0" rtl="0" algn="l">
              <a:spcBef>
                <a:spcPts val="1000"/>
              </a:spcBef>
              <a:spcAft>
                <a:spcPts val="0"/>
              </a:spcAft>
              <a:buNone/>
            </a:pPr>
            <a:r>
              <a:rPr lang="en"/>
              <a:t>youremail@freepik.com </a:t>
            </a:r>
            <a:endParaRPr/>
          </a:p>
          <a:p>
            <a:pPr indent="0" lvl="0" marL="0" rtl="0" algn="l">
              <a:spcBef>
                <a:spcPts val="0"/>
              </a:spcBef>
              <a:spcAft>
                <a:spcPts val="0"/>
              </a:spcAft>
              <a:buNone/>
            </a:pPr>
            <a:r>
              <a:rPr lang="en"/>
              <a:t>+91  620 421 838 </a:t>
            </a:r>
            <a:endParaRPr/>
          </a:p>
          <a:p>
            <a:pPr indent="0" lvl="0" marL="0" rtl="0" algn="l">
              <a:spcBef>
                <a:spcPts val="0"/>
              </a:spcBef>
              <a:spcAft>
                <a:spcPts val="0"/>
              </a:spcAft>
              <a:buNone/>
            </a:pPr>
            <a:r>
              <a:rPr lang="en"/>
              <a:t>yourcompany.com</a:t>
            </a:r>
            <a:endParaRPr/>
          </a:p>
        </p:txBody>
      </p:sp>
      <p:sp>
        <p:nvSpPr>
          <p:cNvPr id="6923" name="Google Shape;6923;p67"/>
          <p:cNvSpPr txBox="1"/>
          <p:nvPr>
            <p:ph type="ctrTitle"/>
          </p:nvPr>
        </p:nvSpPr>
        <p:spPr>
          <a:xfrm>
            <a:off x="715100" y="822625"/>
            <a:ext cx="2434500" cy="90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a:t>
            </a:r>
            <a:r>
              <a:rPr lang="en"/>
              <a:t>hanks!</a:t>
            </a:r>
            <a:endParaRPr/>
          </a:p>
        </p:txBody>
      </p:sp>
      <p:sp>
        <p:nvSpPr>
          <p:cNvPr id="6924" name="Google Shape;6924;p67"/>
          <p:cNvSpPr txBox="1"/>
          <p:nvPr/>
        </p:nvSpPr>
        <p:spPr>
          <a:xfrm>
            <a:off x="715100" y="4087950"/>
            <a:ext cx="2201400" cy="335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chemeClr val="dk2"/>
                </a:solidFill>
                <a:latin typeface="PT Sans Narrow"/>
                <a:ea typeface="PT Sans Narrow"/>
                <a:cs typeface="PT Sans Narrow"/>
                <a:sym typeface="PT Sans Narrow"/>
              </a:rPr>
              <a:t>Please keep this slide for attribution</a:t>
            </a:r>
            <a:endParaRPr sz="1200">
              <a:solidFill>
                <a:schemeClr val="dk2"/>
              </a:solidFill>
              <a:latin typeface="PT Sans Narrow"/>
              <a:ea typeface="PT Sans Narrow"/>
              <a:cs typeface="PT Sans Narrow"/>
              <a:sym typeface="PT Sans Narrow"/>
            </a:endParaRPr>
          </a:p>
        </p:txBody>
      </p:sp>
      <p:sp>
        <p:nvSpPr>
          <p:cNvPr id="6925" name="Google Shape;6925;p67"/>
          <p:cNvSpPr/>
          <p:nvPr/>
        </p:nvSpPr>
        <p:spPr>
          <a:xfrm>
            <a:off x="815164" y="3013862"/>
            <a:ext cx="407383" cy="407383"/>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26" name="Google Shape;6926;p67"/>
          <p:cNvGrpSpPr/>
          <p:nvPr/>
        </p:nvGrpSpPr>
        <p:grpSpPr>
          <a:xfrm>
            <a:off x="1335704" y="3013800"/>
            <a:ext cx="407432" cy="407391"/>
            <a:chOff x="812101" y="2571761"/>
            <a:chExt cx="417066" cy="417024"/>
          </a:xfrm>
        </p:grpSpPr>
        <p:sp>
          <p:nvSpPr>
            <p:cNvPr id="6927" name="Google Shape;6927;p67"/>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67"/>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67"/>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67"/>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1" name="Google Shape;6931;p67"/>
          <p:cNvGrpSpPr/>
          <p:nvPr/>
        </p:nvGrpSpPr>
        <p:grpSpPr>
          <a:xfrm>
            <a:off x="1856317" y="3013800"/>
            <a:ext cx="407424" cy="407383"/>
            <a:chOff x="4888892" y="2976528"/>
            <a:chExt cx="407424" cy="407383"/>
          </a:xfrm>
        </p:grpSpPr>
        <p:sp>
          <p:nvSpPr>
            <p:cNvPr id="6932" name="Google Shape;6932;p67"/>
            <p:cNvSpPr/>
            <p:nvPr/>
          </p:nvSpPr>
          <p:spPr>
            <a:xfrm>
              <a:off x="4932498" y="3049688"/>
              <a:ext cx="320192" cy="261131"/>
            </a:xfrm>
            <a:custGeom>
              <a:rect b="b" l="l" r="r" t="t"/>
              <a:pathLst>
                <a:path extrusionOk="0" h="16377" w="20081">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67"/>
            <p:cNvSpPr/>
            <p:nvPr/>
          </p:nvSpPr>
          <p:spPr>
            <a:xfrm>
              <a:off x="4888892" y="2976528"/>
              <a:ext cx="407424" cy="407383"/>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4" name="Google Shape;6934;p67"/>
          <p:cNvGrpSpPr/>
          <p:nvPr/>
        </p:nvGrpSpPr>
        <p:grpSpPr>
          <a:xfrm rot="10800000">
            <a:off x="5382096" y="1325265"/>
            <a:ext cx="1123988" cy="1211934"/>
            <a:chOff x="145150" y="80100"/>
            <a:chExt cx="1699150" cy="1832100"/>
          </a:xfrm>
        </p:grpSpPr>
        <p:sp>
          <p:nvSpPr>
            <p:cNvPr id="6935" name="Google Shape;6935;p67"/>
            <p:cNvSpPr/>
            <p:nvPr/>
          </p:nvSpPr>
          <p:spPr>
            <a:xfrm>
              <a:off x="145150" y="212300"/>
              <a:ext cx="1566925" cy="1566925"/>
            </a:xfrm>
            <a:custGeom>
              <a:rect b="b" l="l" r="r" t="t"/>
              <a:pathLst>
                <a:path extrusionOk="0" h="62677" w="62677">
                  <a:moveTo>
                    <a:pt x="31339" y="1"/>
                  </a:moveTo>
                  <a:cubicBezTo>
                    <a:pt x="14043" y="1"/>
                    <a:pt x="1" y="14044"/>
                    <a:pt x="1" y="31339"/>
                  </a:cubicBezTo>
                  <a:cubicBezTo>
                    <a:pt x="1" y="48664"/>
                    <a:pt x="14043" y="62677"/>
                    <a:pt x="31339" y="62677"/>
                  </a:cubicBezTo>
                  <a:cubicBezTo>
                    <a:pt x="48664" y="62677"/>
                    <a:pt x="62677" y="48664"/>
                    <a:pt x="62677" y="31339"/>
                  </a:cubicBezTo>
                  <a:cubicBezTo>
                    <a:pt x="62677" y="14044"/>
                    <a:pt x="48664" y="1"/>
                    <a:pt x="31339" y="1"/>
                  </a:cubicBezTo>
                  <a:close/>
                </a:path>
              </a:pathLst>
            </a:custGeom>
            <a:solidFill>
              <a:srgbClr val="E4BE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67"/>
            <p:cNvSpPr/>
            <p:nvPr/>
          </p:nvSpPr>
          <p:spPr>
            <a:xfrm>
              <a:off x="928600" y="80100"/>
              <a:ext cx="915700" cy="1832100"/>
            </a:xfrm>
            <a:custGeom>
              <a:rect b="b" l="l" r="r" t="t"/>
              <a:pathLst>
                <a:path extrusionOk="0" fill="none" h="73284" w="36628">
                  <a:moveTo>
                    <a:pt x="1" y="0"/>
                  </a:moveTo>
                  <a:cubicBezTo>
                    <a:pt x="20244" y="0"/>
                    <a:pt x="36627" y="16414"/>
                    <a:pt x="36627" y="36627"/>
                  </a:cubicBezTo>
                  <a:cubicBezTo>
                    <a:pt x="36627" y="56870"/>
                    <a:pt x="20244" y="73284"/>
                    <a:pt x="1" y="73284"/>
                  </a:cubicBezTo>
                </a:path>
              </a:pathLst>
            </a:custGeom>
            <a:noFill/>
            <a:ln cap="flat" cmpd="sng" w="94975">
              <a:solidFill>
                <a:srgbClr val="96A8AC"/>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7" name="Google Shape;6937;p67"/>
          <p:cNvGrpSpPr/>
          <p:nvPr/>
        </p:nvGrpSpPr>
        <p:grpSpPr>
          <a:xfrm>
            <a:off x="6346100" y="2461000"/>
            <a:ext cx="828300" cy="654275"/>
            <a:chOff x="2024375" y="213075"/>
            <a:chExt cx="828300" cy="654275"/>
          </a:xfrm>
        </p:grpSpPr>
        <p:sp>
          <p:nvSpPr>
            <p:cNvPr id="6938" name="Google Shape;6938;p67"/>
            <p:cNvSpPr/>
            <p:nvPr/>
          </p:nvSpPr>
          <p:spPr>
            <a:xfrm>
              <a:off x="2024375" y="213075"/>
              <a:ext cx="828300" cy="654275"/>
            </a:xfrm>
            <a:custGeom>
              <a:rect b="b" l="l" r="r" t="t"/>
              <a:pathLst>
                <a:path extrusionOk="0" fill="none" h="26171" w="33132">
                  <a:moveTo>
                    <a:pt x="27417" y="0"/>
                  </a:moveTo>
                  <a:cubicBezTo>
                    <a:pt x="31824" y="4377"/>
                    <a:pt x="33131" y="10973"/>
                    <a:pt x="30761" y="16718"/>
                  </a:cubicBezTo>
                  <a:cubicBezTo>
                    <a:pt x="28390" y="22432"/>
                    <a:pt x="22767" y="26171"/>
                    <a:pt x="16566" y="26171"/>
                  </a:cubicBezTo>
                  <a:cubicBezTo>
                    <a:pt x="10365" y="26171"/>
                    <a:pt x="4772" y="22432"/>
                    <a:pt x="2401" y="16718"/>
                  </a:cubicBezTo>
                  <a:cubicBezTo>
                    <a:pt x="0" y="10973"/>
                    <a:pt x="1338" y="4377"/>
                    <a:pt x="5715" y="0"/>
                  </a:cubicBezTo>
                </a:path>
              </a:pathLst>
            </a:custGeom>
            <a:noFill/>
            <a:ln cap="flat" cmpd="sng" w="66875">
              <a:solidFill>
                <a:srgbClr val="E4BEB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67"/>
            <p:cNvSpPr/>
            <p:nvPr/>
          </p:nvSpPr>
          <p:spPr>
            <a:xfrm>
              <a:off x="2194575" y="241175"/>
              <a:ext cx="488650" cy="488650"/>
            </a:xfrm>
            <a:custGeom>
              <a:rect b="b" l="l" r="r" t="t"/>
              <a:pathLst>
                <a:path extrusionOk="0" fill="none" h="19546" w="19546">
                  <a:moveTo>
                    <a:pt x="19545" y="9758"/>
                  </a:moveTo>
                  <a:cubicBezTo>
                    <a:pt x="19545" y="15168"/>
                    <a:pt x="15168" y="19545"/>
                    <a:pt x="9758" y="19545"/>
                  </a:cubicBezTo>
                  <a:cubicBezTo>
                    <a:pt x="4378" y="19545"/>
                    <a:pt x="1" y="15168"/>
                    <a:pt x="1" y="9758"/>
                  </a:cubicBezTo>
                  <a:cubicBezTo>
                    <a:pt x="1" y="4378"/>
                    <a:pt x="4378" y="1"/>
                    <a:pt x="9758" y="1"/>
                  </a:cubicBezTo>
                  <a:cubicBezTo>
                    <a:pt x="15168" y="1"/>
                    <a:pt x="19545" y="4378"/>
                    <a:pt x="19545" y="9758"/>
                  </a:cubicBezTo>
                  <a:close/>
                </a:path>
              </a:pathLst>
            </a:custGeom>
            <a:solidFill>
              <a:schemeClr val="lt2"/>
            </a:solidFill>
            <a:ln cap="flat" cmpd="sng" w="3810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0" name="Google Shape;6940;p67"/>
          <p:cNvGrpSpPr/>
          <p:nvPr/>
        </p:nvGrpSpPr>
        <p:grpSpPr>
          <a:xfrm>
            <a:off x="6746789" y="1401465"/>
            <a:ext cx="812240" cy="779010"/>
            <a:chOff x="76650" y="3861300"/>
            <a:chExt cx="1531950" cy="1469275"/>
          </a:xfrm>
        </p:grpSpPr>
        <p:sp>
          <p:nvSpPr>
            <p:cNvPr id="6941" name="Google Shape;6941;p67"/>
            <p:cNvSpPr/>
            <p:nvPr/>
          </p:nvSpPr>
          <p:spPr>
            <a:xfrm>
              <a:off x="76650" y="3861300"/>
              <a:ext cx="1513725" cy="1379225"/>
            </a:xfrm>
            <a:custGeom>
              <a:rect b="b" l="l" r="r" t="t"/>
              <a:pathLst>
                <a:path extrusionOk="0" h="55169" w="60549">
                  <a:moveTo>
                    <a:pt x="30289" y="0"/>
                  </a:moveTo>
                  <a:cubicBezTo>
                    <a:pt x="23230" y="0"/>
                    <a:pt x="16171" y="2690"/>
                    <a:pt x="10791" y="8070"/>
                  </a:cubicBezTo>
                  <a:cubicBezTo>
                    <a:pt x="0" y="18861"/>
                    <a:pt x="0" y="36308"/>
                    <a:pt x="10791" y="47098"/>
                  </a:cubicBezTo>
                  <a:cubicBezTo>
                    <a:pt x="16171" y="52478"/>
                    <a:pt x="23230" y="55168"/>
                    <a:pt x="30289" y="55168"/>
                  </a:cubicBezTo>
                  <a:cubicBezTo>
                    <a:pt x="37349" y="55168"/>
                    <a:pt x="44408" y="52478"/>
                    <a:pt x="49788" y="47098"/>
                  </a:cubicBezTo>
                  <a:cubicBezTo>
                    <a:pt x="60548" y="36308"/>
                    <a:pt x="60548" y="18861"/>
                    <a:pt x="49788" y="8070"/>
                  </a:cubicBezTo>
                  <a:cubicBezTo>
                    <a:pt x="44408" y="2690"/>
                    <a:pt x="37349" y="0"/>
                    <a:pt x="30289" y="0"/>
                  </a:cubicBezTo>
                  <a:close/>
                </a:path>
              </a:pathLst>
            </a:custGeom>
            <a:solidFill>
              <a:srgbClr val="96A8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67"/>
            <p:cNvSpPr/>
            <p:nvPr/>
          </p:nvSpPr>
          <p:spPr>
            <a:xfrm>
              <a:off x="919350" y="4640575"/>
              <a:ext cx="689250" cy="690000"/>
            </a:xfrm>
            <a:custGeom>
              <a:rect b="b" l="l" r="r" t="t"/>
              <a:pathLst>
                <a:path extrusionOk="0" fill="none" h="27600" w="27570">
                  <a:moveTo>
                    <a:pt x="27570" y="0"/>
                  </a:moveTo>
                  <a:cubicBezTo>
                    <a:pt x="27570" y="15228"/>
                    <a:pt x="15229" y="27599"/>
                    <a:pt x="1" y="27599"/>
                  </a:cubicBezTo>
                </a:path>
              </a:pathLst>
            </a:custGeom>
            <a:noFill/>
            <a:ln cap="flat" cmpd="sng" w="66875">
              <a:solidFill>
                <a:schemeClr val="dk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3" name="Google Shape;6943;p67"/>
          <p:cNvGrpSpPr/>
          <p:nvPr/>
        </p:nvGrpSpPr>
        <p:grpSpPr>
          <a:xfrm>
            <a:off x="4547013" y="1741625"/>
            <a:ext cx="378450" cy="379225"/>
            <a:chOff x="4811650" y="1895450"/>
            <a:chExt cx="378450" cy="379225"/>
          </a:xfrm>
        </p:grpSpPr>
        <p:sp>
          <p:nvSpPr>
            <p:cNvPr id="6944" name="Google Shape;6944;p67"/>
            <p:cNvSpPr/>
            <p:nvPr/>
          </p:nvSpPr>
          <p:spPr>
            <a:xfrm>
              <a:off x="4811650" y="1895450"/>
              <a:ext cx="378450" cy="379225"/>
            </a:xfrm>
            <a:custGeom>
              <a:rect b="b" l="l" r="r" t="t"/>
              <a:pathLst>
                <a:path extrusionOk="0" fill="none" h="15169" w="15138">
                  <a:moveTo>
                    <a:pt x="9119" y="882"/>
                  </a:moveTo>
                  <a:cubicBezTo>
                    <a:pt x="12828" y="1733"/>
                    <a:pt x="15138" y="5442"/>
                    <a:pt x="14256" y="9150"/>
                  </a:cubicBezTo>
                  <a:cubicBezTo>
                    <a:pt x="13405" y="12858"/>
                    <a:pt x="9697" y="15168"/>
                    <a:pt x="5989" y="14287"/>
                  </a:cubicBezTo>
                  <a:cubicBezTo>
                    <a:pt x="2280" y="13436"/>
                    <a:pt x="1" y="9728"/>
                    <a:pt x="852" y="6019"/>
                  </a:cubicBezTo>
                  <a:cubicBezTo>
                    <a:pt x="1733" y="2311"/>
                    <a:pt x="5441" y="1"/>
                    <a:pt x="9119" y="882"/>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67"/>
            <p:cNvSpPr/>
            <p:nvPr/>
          </p:nvSpPr>
          <p:spPr>
            <a:xfrm>
              <a:off x="4882325" y="1966125"/>
              <a:ext cx="236350" cy="237125"/>
            </a:xfrm>
            <a:custGeom>
              <a:rect b="b" l="l" r="r" t="t"/>
              <a:pathLst>
                <a:path extrusionOk="0" fill="none" h="9485" w="9454">
                  <a:moveTo>
                    <a:pt x="9453" y="4742"/>
                  </a:moveTo>
                  <a:cubicBezTo>
                    <a:pt x="9453" y="7356"/>
                    <a:pt x="7356" y="9484"/>
                    <a:pt x="4742" y="9484"/>
                  </a:cubicBezTo>
                  <a:cubicBezTo>
                    <a:pt x="2128" y="9484"/>
                    <a:pt x="0" y="7356"/>
                    <a:pt x="0" y="4742"/>
                  </a:cubicBezTo>
                  <a:cubicBezTo>
                    <a:pt x="0" y="2128"/>
                    <a:pt x="2128" y="1"/>
                    <a:pt x="4742" y="1"/>
                  </a:cubicBezTo>
                  <a:cubicBezTo>
                    <a:pt x="7356" y="1"/>
                    <a:pt x="9453" y="2128"/>
                    <a:pt x="9453" y="4742"/>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67"/>
            <p:cNvSpPr/>
            <p:nvPr/>
          </p:nvSpPr>
          <p:spPr>
            <a:xfrm>
              <a:off x="4928675" y="2012475"/>
              <a:ext cx="143650" cy="144425"/>
            </a:xfrm>
            <a:custGeom>
              <a:rect b="b" l="l" r="r" t="t"/>
              <a:pathLst>
                <a:path extrusionOk="0" fill="none" h="5777" w="5746">
                  <a:moveTo>
                    <a:pt x="5745" y="2888"/>
                  </a:moveTo>
                  <a:cubicBezTo>
                    <a:pt x="5745" y="4499"/>
                    <a:pt x="4469" y="5776"/>
                    <a:pt x="2888" y="5776"/>
                  </a:cubicBezTo>
                  <a:cubicBezTo>
                    <a:pt x="1277" y="5776"/>
                    <a:pt x="1" y="4499"/>
                    <a:pt x="1" y="2888"/>
                  </a:cubicBezTo>
                  <a:cubicBezTo>
                    <a:pt x="1" y="1308"/>
                    <a:pt x="1277" y="1"/>
                    <a:pt x="2888" y="1"/>
                  </a:cubicBezTo>
                  <a:cubicBezTo>
                    <a:pt x="4469" y="1"/>
                    <a:pt x="5745" y="1308"/>
                    <a:pt x="5745" y="2888"/>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67"/>
            <p:cNvSpPr/>
            <p:nvPr/>
          </p:nvSpPr>
          <p:spPr>
            <a:xfrm>
              <a:off x="4968950" y="2053525"/>
              <a:ext cx="63100" cy="63100"/>
            </a:xfrm>
            <a:custGeom>
              <a:rect b="b" l="l" r="r" t="t"/>
              <a:pathLst>
                <a:path extrusionOk="0" fill="none" h="2524" w="2524">
                  <a:moveTo>
                    <a:pt x="2523" y="1246"/>
                  </a:moveTo>
                  <a:cubicBezTo>
                    <a:pt x="2523" y="1946"/>
                    <a:pt x="1946" y="2523"/>
                    <a:pt x="1277" y="2523"/>
                  </a:cubicBezTo>
                  <a:cubicBezTo>
                    <a:pt x="578" y="2523"/>
                    <a:pt x="1" y="1946"/>
                    <a:pt x="1" y="1246"/>
                  </a:cubicBezTo>
                  <a:cubicBezTo>
                    <a:pt x="1" y="578"/>
                    <a:pt x="578" y="0"/>
                    <a:pt x="1277" y="0"/>
                  </a:cubicBezTo>
                  <a:cubicBezTo>
                    <a:pt x="1946" y="0"/>
                    <a:pt x="2523" y="578"/>
                    <a:pt x="2523" y="1246"/>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48" name="Google Shape;6948;p67"/>
          <p:cNvSpPr/>
          <p:nvPr/>
        </p:nvSpPr>
        <p:spPr>
          <a:xfrm>
            <a:off x="7438613" y="2537200"/>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67"/>
          <p:cNvSpPr/>
          <p:nvPr/>
        </p:nvSpPr>
        <p:spPr>
          <a:xfrm>
            <a:off x="5521788" y="3311638"/>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53" name="Shape 6953"/>
        <p:cNvGrpSpPr/>
        <p:nvPr/>
      </p:nvGrpSpPr>
      <p:grpSpPr>
        <a:xfrm>
          <a:off x="0" y="0"/>
          <a:ext cx="0" cy="0"/>
          <a:chOff x="0" y="0"/>
          <a:chExt cx="0" cy="0"/>
        </a:xfrm>
      </p:grpSpPr>
      <p:sp>
        <p:nvSpPr>
          <p:cNvPr id="6954" name="Google Shape;6954;p68"/>
          <p:cNvSpPr txBox="1"/>
          <p:nvPr>
            <p:ph type="title"/>
          </p:nvPr>
        </p:nvSpPr>
        <p:spPr>
          <a:xfrm>
            <a:off x="715100" y="445025"/>
            <a:ext cx="76857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grpSp>
        <p:nvGrpSpPr>
          <p:cNvPr id="6955" name="Google Shape;6955;p68"/>
          <p:cNvGrpSpPr/>
          <p:nvPr/>
        </p:nvGrpSpPr>
        <p:grpSpPr>
          <a:xfrm>
            <a:off x="4360750" y="3256540"/>
            <a:ext cx="469422" cy="469422"/>
            <a:chOff x="1661850" y="3661250"/>
            <a:chExt cx="488625" cy="488625"/>
          </a:xfrm>
        </p:grpSpPr>
        <p:sp>
          <p:nvSpPr>
            <p:cNvPr id="6956" name="Google Shape;6956;p68"/>
            <p:cNvSpPr/>
            <p:nvPr/>
          </p:nvSpPr>
          <p:spPr>
            <a:xfrm>
              <a:off x="1661850" y="3661250"/>
              <a:ext cx="488625" cy="488625"/>
            </a:xfrm>
            <a:custGeom>
              <a:rect b="b" l="l" r="r" t="t"/>
              <a:pathLst>
                <a:path extrusionOk="0" h="19545" w="19545">
                  <a:moveTo>
                    <a:pt x="9788" y="0"/>
                  </a:moveTo>
                  <a:cubicBezTo>
                    <a:pt x="4377" y="0"/>
                    <a:pt x="0" y="4377"/>
                    <a:pt x="0" y="9788"/>
                  </a:cubicBezTo>
                  <a:cubicBezTo>
                    <a:pt x="0" y="15168"/>
                    <a:pt x="4377" y="19545"/>
                    <a:pt x="9788" y="19545"/>
                  </a:cubicBezTo>
                  <a:cubicBezTo>
                    <a:pt x="15168" y="19545"/>
                    <a:pt x="19545" y="15168"/>
                    <a:pt x="19545" y="9788"/>
                  </a:cubicBezTo>
                  <a:cubicBezTo>
                    <a:pt x="19545" y="4377"/>
                    <a:pt x="15168" y="0"/>
                    <a:pt x="9788" y="0"/>
                  </a:cubicBezTo>
                  <a:close/>
                </a:path>
              </a:pathLst>
            </a:custGeom>
            <a:solidFill>
              <a:srgbClr val="96A8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68"/>
            <p:cNvSpPr/>
            <p:nvPr/>
          </p:nvSpPr>
          <p:spPr>
            <a:xfrm>
              <a:off x="1737825" y="3737225"/>
              <a:ext cx="336675" cy="336675"/>
            </a:xfrm>
            <a:custGeom>
              <a:rect b="b" l="l" r="r" t="t"/>
              <a:pathLst>
                <a:path extrusionOk="0" fill="none" h="13467" w="13467">
                  <a:moveTo>
                    <a:pt x="13466" y="6749"/>
                  </a:moveTo>
                  <a:cubicBezTo>
                    <a:pt x="13466" y="10457"/>
                    <a:pt x="10457" y="13466"/>
                    <a:pt x="6749" y="13466"/>
                  </a:cubicBezTo>
                  <a:cubicBezTo>
                    <a:pt x="3010" y="13466"/>
                    <a:pt x="1" y="10457"/>
                    <a:pt x="1" y="6749"/>
                  </a:cubicBezTo>
                  <a:cubicBezTo>
                    <a:pt x="1" y="3040"/>
                    <a:pt x="3010" y="1"/>
                    <a:pt x="6749" y="1"/>
                  </a:cubicBezTo>
                  <a:cubicBezTo>
                    <a:pt x="10457" y="1"/>
                    <a:pt x="13466" y="3040"/>
                    <a:pt x="13466" y="6749"/>
                  </a:cubicBezTo>
                  <a:close/>
                </a:path>
              </a:pathLst>
            </a:custGeom>
            <a:noFill/>
            <a:ln cap="flat" cmpd="sng" w="4550">
              <a:solidFill>
                <a:srgbClr val="FEFAF7"/>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68"/>
            <p:cNvSpPr/>
            <p:nvPr/>
          </p:nvSpPr>
          <p:spPr>
            <a:xfrm>
              <a:off x="1803950" y="3803350"/>
              <a:ext cx="204425" cy="204425"/>
            </a:xfrm>
            <a:custGeom>
              <a:rect b="b" l="l" r="r" t="t"/>
              <a:pathLst>
                <a:path extrusionOk="0" fill="none" h="8177" w="8177">
                  <a:moveTo>
                    <a:pt x="8177" y="4104"/>
                  </a:moveTo>
                  <a:cubicBezTo>
                    <a:pt x="8177" y="6353"/>
                    <a:pt x="6353" y="8177"/>
                    <a:pt x="4104" y="8177"/>
                  </a:cubicBezTo>
                  <a:cubicBezTo>
                    <a:pt x="1824" y="8177"/>
                    <a:pt x="0" y="6353"/>
                    <a:pt x="0" y="4104"/>
                  </a:cubicBezTo>
                  <a:cubicBezTo>
                    <a:pt x="0" y="1824"/>
                    <a:pt x="1824" y="0"/>
                    <a:pt x="4104" y="0"/>
                  </a:cubicBezTo>
                  <a:cubicBezTo>
                    <a:pt x="6353" y="0"/>
                    <a:pt x="8177" y="1824"/>
                    <a:pt x="8177" y="4104"/>
                  </a:cubicBezTo>
                  <a:close/>
                </a:path>
              </a:pathLst>
            </a:custGeom>
            <a:noFill/>
            <a:ln cap="flat" cmpd="sng" w="4550">
              <a:solidFill>
                <a:srgbClr val="FEFAF7"/>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68"/>
            <p:cNvSpPr/>
            <p:nvPr/>
          </p:nvSpPr>
          <p:spPr>
            <a:xfrm>
              <a:off x="1861700" y="3861100"/>
              <a:ext cx="88925" cy="88925"/>
            </a:xfrm>
            <a:custGeom>
              <a:rect b="b" l="l" r="r" t="t"/>
              <a:pathLst>
                <a:path extrusionOk="0" fill="none" h="3557" w="3557">
                  <a:moveTo>
                    <a:pt x="3557" y="1794"/>
                  </a:moveTo>
                  <a:cubicBezTo>
                    <a:pt x="3557" y="2766"/>
                    <a:pt x="2766" y="3557"/>
                    <a:pt x="1794" y="3557"/>
                  </a:cubicBezTo>
                  <a:cubicBezTo>
                    <a:pt x="791" y="3557"/>
                    <a:pt x="0" y="2766"/>
                    <a:pt x="0" y="1794"/>
                  </a:cubicBezTo>
                  <a:cubicBezTo>
                    <a:pt x="0" y="791"/>
                    <a:pt x="791" y="0"/>
                    <a:pt x="1794" y="0"/>
                  </a:cubicBezTo>
                  <a:cubicBezTo>
                    <a:pt x="2766" y="0"/>
                    <a:pt x="3557" y="791"/>
                    <a:pt x="3557" y="1794"/>
                  </a:cubicBezTo>
                  <a:close/>
                </a:path>
              </a:pathLst>
            </a:custGeom>
            <a:noFill/>
            <a:ln cap="flat" cmpd="sng" w="4550">
              <a:solidFill>
                <a:srgbClr val="FEFAF7"/>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0" name="Google Shape;6960;p68"/>
          <p:cNvGrpSpPr/>
          <p:nvPr/>
        </p:nvGrpSpPr>
        <p:grpSpPr>
          <a:xfrm>
            <a:off x="5574022" y="2655006"/>
            <a:ext cx="601566" cy="601566"/>
            <a:chOff x="2566950" y="2579300"/>
            <a:chExt cx="626175" cy="626175"/>
          </a:xfrm>
        </p:grpSpPr>
        <p:sp>
          <p:nvSpPr>
            <p:cNvPr id="6961" name="Google Shape;6961;p68"/>
            <p:cNvSpPr/>
            <p:nvPr/>
          </p:nvSpPr>
          <p:spPr>
            <a:xfrm>
              <a:off x="2566950" y="2579300"/>
              <a:ext cx="626175" cy="626175"/>
            </a:xfrm>
            <a:custGeom>
              <a:rect b="b" l="l" r="r" t="t"/>
              <a:pathLst>
                <a:path extrusionOk="0" fill="none" h="25047" w="25047">
                  <a:moveTo>
                    <a:pt x="12980" y="25047"/>
                  </a:moveTo>
                  <a:cubicBezTo>
                    <a:pt x="8116" y="25047"/>
                    <a:pt x="3709" y="22098"/>
                    <a:pt x="1855" y="17600"/>
                  </a:cubicBezTo>
                  <a:cubicBezTo>
                    <a:pt x="1" y="13101"/>
                    <a:pt x="1034" y="7903"/>
                    <a:pt x="4469" y="4469"/>
                  </a:cubicBezTo>
                  <a:cubicBezTo>
                    <a:pt x="7904" y="1034"/>
                    <a:pt x="13101" y="1"/>
                    <a:pt x="17600" y="1855"/>
                  </a:cubicBezTo>
                  <a:cubicBezTo>
                    <a:pt x="22098" y="3709"/>
                    <a:pt x="25047" y="8116"/>
                    <a:pt x="25047" y="12980"/>
                  </a:cubicBezTo>
                </a:path>
              </a:pathLst>
            </a:custGeom>
            <a:noFill/>
            <a:ln cap="flat" cmpd="sng" w="94975">
              <a:solidFill>
                <a:srgbClr val="96A8AC"/>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68"/>
            <p:cNvSpPr/>
            <p:nvPr/>
          </p:nvSpPr>
          <p:spPr>
            <a:xfrm>
              <a:off x="2805550" y="2822475"/>
              <a:ext cx="191525" cy="190750"/>
            </a:xfrm>
            <a:custGeom>
              <a:rect b="b" l="l" r="r" t="t"/>
              <a:pathLst>
                <a:path extrusionOk="0" h="7630" w="7661">
                  <a:moveTo>
                    <a:pt x="3071" y="0"/>
                  </a:moveTo>
                  <a:lnTo>
                    <a:pt x="3071" y="3040"/>
                  </a:lnTo>
                  <a:lnTo>
                    <a:pt x="1" y="3040"/>
                  </a:lnTo>
                  <a:lnTo>
                    <a:pt x="1" y="4560"/>
                  </a:lnTo>
                  <a:lnTo>
                    <a:pt x="3071" y="4560"/>
                  </a:lnTo>
                  <a:lnTo>
                    <a:pt x="3071" y="7629"/>
                  </a:lnTo>
                  <a:lnTo>
                    <a:pt x="4591" y="7629"/>
                  </a:lnTo>
                  <a:lnTo>
                    <a:pt x="4591" y="4560"/>
                  </a:lnTo>
                  <a:lnTo>
                    <a:pt x="7661" y="4560"/>
                  </a:lnTo>
                  <a:lnTo>
                    <a:pt x="7661" y="3040"/>
                  </a:lnTo>
                  <a:lnTo>
                    <a:pt x="4591" y="3040"/>
                  </a:lnTo>
                  <a:lnTo>
                    <a:pt x="4591" y="0"/>
                  </a:lnTo>
                  <a:close/>
                </a:path>
              </a:pathLst>
            </a:custGeom>
            <a:solidFill>
              <a:srgbClr val="E4BE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3" name="Google Shape;6963;p68"/>
          <p:cNvGrpSpPr/>
          <p:nvPr/>
        </p:nvGrpSpPr>
        <p:grpSpPr>
          <a:xfrm>
            <a:off x="5798729" y="3630043"/>
            <a:ext cx="988464" cy="968121"/>
            <a:chOff x="2827625" y="3631613"/>
            <a:chExt cx="1028900" cy="1007725"/>
          </a:xfrm>
        </p:grpSpPr>
        <p:sp>
          <p:nvSpPr>
            <p:cNvPr id="6964" name="Google Shape;6964;p68"/>
            <p:cNvSpPr/>
            <p:nvPr/>
          </p:nvSpPr>
          <p:spPr>
            <a:xfrm>
              <a:off x="2827625" y="3726913"/>
              <a:ext cx="1028900" cy="912425"/>
            </a:xfrm>
            <a:custGeom>
              <a:rect b="b" l="l" r="r" t="t"/>
              <a:pathLst>
                <a:path extrusionOk="0" h="36497" w="41156">
                  <a:moveTo>
                    <a:pt x="20592" y="1"/>
                  </a:moveTo>
                  <a:cubicBezTo>
                    <a:pt x="13115" y="1"/>
                    <a:pt x="6099" y="4616"/>
                    <a:pt x="3404" y="12055"/>
                  </a:cubicBezTo>
                  <a:cubicBezTo>
                    <a:pt x="0" y="21508"/>
                    <a:pt x="4894" y="31964"/>
                    <a:pt x="14377" y="35399"/>
                  </a:cubicBezTo>
                  <a:cubicBezTo>
                    <a:pt x="16426" y="36144"/>
                    <a:pt x="18522" y="36497"/>
                    <a:pt x="20584" y="36497"/>
                  </a:cubicBezTo>
                  <a:cubicBezTo>
                    <a:pt x="28033" y="36497"/>
                    <a:pt x="35031" y="31885"/>
                    <a:pt x="37721" y="24457"/>
                  </a:cubicBezTo>
                  <a:cubicBezTo>
                    <a:pt x="41156" y="14973"/>
                    <a:pt x="36262" y="4517"/>
                    <a:pt x="26779" y="1083"/>
                  </a:cubicBezTo>
                  <a:cubicBezTo>
                    <a:pt x="24735" y="349"/>
                    <a:pt x="22646" y="1"/>
                    <a:pt x="20592" y="1"/>
                  </a:cubicBezTo>
                  <a:close/>
                </a:path>
              </a:pathLst>
            </a:custGeom>
            <a:solidFill>
              <a:srgbClr val="96A8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68"/>
            <p:cNvSpPr/>
            <p:nvPr/>
          </p:nvSpPr>
          <p:spPr>
            <a:xfrm>
              <a:off x="3575350" y="3631613"/>
              <a:ext cx="152000" cy="304000"/>
            </a:xfrm>
            <a:custGeom>
              <a:rect b="b" l="l" r="r" t="t"/>
              <a:pathLst>
                <a:path extrusionOk="0" fill="none" h="12160" w="6080">
                  <a:moveTo>
                    <a:pt x="1" y="1"/>
                  </a:moveTo>
                  <a:cubicBezTo>
                    <a:pt x="3374" y="1"/>
                    <a:pt x="6080" y="2736"/>
                    <a:pt x="6080" y="6080"/>
                  </a:cubicBezTo>
                  <a:cubicBezTo>
                    <a:pt x="6080" y="9424"/>
                    <a:pt x="3374" y="12159"/>
                    <a:pt x="1" y="12159"/>
                  </a:cubicBezTo>
                </a:path>
              </a:pathLst>
            </a:custGeom>
            <a:noFill/>
            <a:ln cap="flat" cmpd="sng" w="76000">
              <a:solidFill>
                <a:srgbClr val="E4BEB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8"/>
            <p:cNvSpPr/>
            <p:nvPr/>
          </p:nvSpPr>
          <p:spPr>
            <a:xfrm>
              <a:off x="3093575" y="4026013"/>
              <a:ext cx="191525" cy="191500"/>
            </a:xfrm>
            <a:custGeom>
              <a:rect b="b" l="l" r="r" t="t"/>
              <a:pathLst>
                <a:path extrusionOk="0" h="7660" w="7661">
                  <a:moveTo>
                    <a:pt x="3071" y="0"/>
                  </a:moveTo>
                  <a:lnTo>
                    <a:pt x="3071" y="3070"/>
                  </a:lnTo>
                  <a:lnTo>
                    <a:pt x="1" y="3070"/>
                  </a:lnTo>
                  <a:lnTo>
                    <a:pt x="1" y="4590"/>
                  </a:lnTo>
                  <a:lnTo>
                    <a:pt x="3071" y="4590"/>
                  </a:lnTo>
                  <a:lnTo>
                    <a:pt x="3071" y="7660"/>
                  </a:lnTo>
                  <a:lnTo>
                    <a:pt x="4590" y="7660"/>
                  </a:lnTo>
                  <a:lnTo>
                    <a:pt x="4590" y="4590"/>
                  </a:lnTo>
                  <a:lnTo>
                    <a:pt x="7660" y="4590"/>
                  </a:lnTo>
                  <a:lnTo>
                    <a:pt x="7660" y="3070"/>
                  </a:lnTo>
                  <a:lnTo>
                    <a:pt x="4590" y="3070"/>
                  </a:lnTo>
                  <a:lnTo>
                    <a:pt x="4590" y="0"/>
                  </a:lnTo>
                  <a:close/>
                </a:path>
              </a:pathLst>
            </a:custGeom>
            <a:solidFill>
              <a:srgbClr val="FEFA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7" name="Google Shape;6967;p68"/>
          <p:cNvGrpSpPr/>
          <p:nvPr/>
        </p:nvGrpSpPr>
        <p:grpSpPr>
          <a:xfrm>
            <a:off x="1458136" y="1625463"/>
            <a:ext cx="1517762" cy="1068058"/>
            <a:chOff x="6752275" y="1167425"/>
            <a:chExt cx="1579850" cy="1111750"/>
          </a:xfrm>
        </p:grpSpPr>
        <p:sp>
          <p:nvSpPr>
            <p:cNvPr id="6968" name="Google Shape;6968;p68"/>
            <p:cNvSpPr/>
            <p:nvPr/>
          </p:nvSpPr>
          <p:spPr>
            <a:xfrm>
              <a:off x="7398200" y="1346000"/>
              <a:ext cx="933925" cy="933175"/>
            </a:xfrm>
            <a:custGeom>
              <a:rect b="b" l="l" r="r" t="t"/>
              <a:pathLst>
                <a:path extrusionOk="0" h="37327" w="37357">
                  <a:moveTo>
                    <a:pt x="18663" y="1"/>
                  </a:moveTo>
                  <a:cubicBezTo>
                    <a:pt x="8359" y="1"/>
                    <a:pt x="0" y="8360"/>
                    <a:pt x="0" y="18664"/>
                  </a:cubicBezTo>
                  <a:cubicBezTo>
                    <a:pt x="0" y="28968"/>
                    <a:pt x="8359" y="37327"/>
                    <a:pt x="18663" y="37327"/>
                  </a:cubicBezTo>
                  <a:cubicBezTo>
                    <a:pt x="28967" y="37327"/>
                    <a:pt x="37356" y="28968"/>
                    <a:pt x="37356" y="18664"/>
                  </a:cubicBezTo>
                  <a:cubicBezTo>
                    <a:pt x="37356" y="8360"/>
                    <a:pt x="28967" y="1"/>
                    <a:pt x="18663" y="1"/>
                  </a:cubicBezTo>
                  <a:close/>
                </a:path>
              </a:pathLst>
            </a:custGeom>
            <a:solidFill>
              <a:srgbClr val="E4BE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68"/>
            <p:cNvSpPr/>
            <p:nvPr/>
          </p:nvSpPr>
          <p:spPr>
            <a:xfrm>
              <a:off x="7493175" y="1167425"/>
              <a:ext cx="152000" cy="304000"/>
            </a:xfrm>
            <a:custGeom>
              <a:rect b="b" l="l" r="r" t="t"/>
              <a:pathLst>
                <a:path extrusionOk="0" fill="none" h="12160" w="6080">
                  <a:moveTo>
                    <a:pt x="6080" y="12159"/>
                  </a:moveTo>
                  <a:cubicBezTo>
                    <a:pt x="2736" y="12159"/>
                    <a:pt x="1" y="9424"/>
                    <a:pt x="1" y="6080"/>
                  </a:cubicBezTo>
                  <a:cubicBezTo>
                    <a:pt x="1" y="2706"/>
                    <a:pt x="2736" y="1"/>
                    <a:pt x="6080" y="1"/>
                  </a:cubicBezTo>
                </a:path>
              </a:pathLst>
            </a:custGeom>
            <a:noFill/>
            <a:ln cap="flat" cmpd="sng" w="57000">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70" name="Google Shape;6970;p68"/>
            <p:cNvGrpSpPr/>
            <p:nvPr/>
          </p:nvGrpSpPr>
          <p:grpSpPr>
            <a:xfrm>
              <a:off x="6752275" y="1716825"/>
              <a:ext cx="1201425" cy="452175"/>
              <a:chOff x="4289050" y="2620800"/>
              <a:chExt cx="1201425" cy="452175"/>
            </a:xfrm>
          </p:grpSpPr>
          <p:sp>
            <p:nvSpPr>
              <p:cNvPr id="6971" name="Google Shape;6971;p68"/>
              <p:cNvSpPr/>
              <p:nvPr/>
            </p:nvSpPr>
            <p:spPr>
              <a:xfrm>
                <a:off x="4289050" y="2620800"/>
                <a:ext cx="19025" cy="19025"/>
              </a:xfrm>
              <a:custGeom>
                <a:rect b="b" l="l" r="r" t="t"/>
                <a:pathLst>
                  <a:path extrusionOk="0" h="761" w="761">
                    <a:moveTo>
                      <a:pt x="396" y="1"/>
                    </a:moveTo>
                    <a:cubicBezTo>
                      <a:pt x="183" y="1"/>
                      <a:pt x="1" y="153"/>
                      <a:pt x="1" y="366"/>
                    </a:cubicBezTo>
                    <a:cubicBezTo>
                      <a:pt x="1" y="578"/>
                      <a:pt x="183" y="761"/>
                      <a:pt x="396" y="761"/>
                    </a:cubicBezTo>
                    <a:cubicBezTo>
                      <a:pt x="609" y="761"/>
                      <a:pt x="761" y="578"/>
                      <a:pt x="761" y="366"/>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68"/>
              <p:cNvSpPr/>
              <p:nvPr/>
            </p:nvSpPr>
            <p:spPr>
              <a:xfrm>
                <a:off x="4387850" y="2620800"/>
                <a:ext cx="19025" cy="19025"/>
              </a:xfrm>
              <a:custGeom>
                <a:rect b="b" l="l" r="r" t="t"/>
                <a:pathLst>
                  <a:path extrusionOk="0" h="761" w="761">
                    <a:moveTo>
                      <a:pt x="365" y="1"/>
                    </a:moveTo>
                    <a:cubicBezTo>
                      <a:pt x="152" y="1"/>
                      <a:pt x="0" y="153"/>
                      <a:pt x="0" y="366"/>
                    </a:cubicBezTo>
                    <a:cubicBezTo>
                      <a:pt x="0" y="578"/>
                      <a:pt x="152" y="761"/>
                      <a:pt x="365" y="761"/>
                    </a:cubicBezTo>
                    <a:cubicBezTo>
                      <a:pt x="578" y="761"/>
                      <a:pt x="760" y="578"/>
                      <a:pt x="760" y="366"/>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68"/>
              <p:cNvSpPr/>
              <p:nvPr/>
            </p:nvSpPr>
            <p:spPr>
              <a:xfrm>
                <a:off x="4486625" y="2620800"/>
                <a:ext cx="19025" cy="19025"/>
              </a:xfrm>
              <a:custGeom>
                <a:rect b="b" l="l" r="r" t="t"/>
                <a:pathLst>
                  <a:path extrusionOk="0" h="761" w="761">
                    <a:moveTo>
                      <a:pt x="365" y="1"/>
                    </a:moveTo>
                    <a:cubicBezTo>
                      <a:pt x="153" y="1"/>
                      <a:pt x="1" y="153"/>
                      <a:pt x="1" y="366"/>
                    </a:cubicBezTo>
                    <a:cubicBezTo>
                      <a:pt x="1" y="578"/>
                      <a:pt x="153" y="761"/>
                      <a:pt x="365" y="761"/>
                    </a:cubicBezTo>
                    <a:cubicBezTo>
                      <a:pt x="578" y="761"/>
                      <a:pt x="760" y="578"/>
                      <a:pt x="760" y="366"/>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68"/>
              <p:cNvSpPr/>
              <p:nvPr/>
            </p:nvSpPr>
            <p:spPr>
              <a:xfrm>
                <a:off x="4584650" y="2620800"/>
                <a:ext cx="19025" cy="19025"/>
              </a:xfrm>
              <a:custGeom>
                <a:rect b="b" l="l" r="r" t="t"/>
                <a:pathLst>
                  <a:path extrusionOk="0" h="761" w="761">
                    <a:moveTo>
                      <a:pt x="396" y="1"/>
                    </a:moveTo>
                    <a:cubicBezTo>
                      <a:pt x="183" y="1"/>
                      <a:pt x="1" y="153"/>
                      <a:pt x="1" y="366"/>
                    </a:cubicBezTo>
                    <a:cubicBezTo>
                      <a:pt x="1" y="578"/>
                      <a:pt x="183" y="761"/>
                      <a:pt x="396" y="761"/>
                    </a:cubicBezTo>
                    <a:cubicBezTo>
                      <a:pt x="609" y="761"/>
                      <a:pt x="761" y="578"/>
                      <a:pt x="761" y="366"/>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68"/>
              <p:cNvSpPr/>
              <p:nvPr/>
            </p:nvSpPr>
            <p:spPr>
              <a:xfrm>
                <a:off x="4683450" y="2620800"/>
                <a:ext cx="19000" cy="19025"/>
              </a:xfrm>
              <a:custGeom>
                <a:rect b="b" l="l" r="r" t="t"/>
                <a:pathLst>
                  <a:path extrusionOk="0" h="761" w="760">
                    <a:moveTo>
                      <a:pt x="365" y="1"/>
                    </a:moveTo>
                    <a:cubicBezTo>
                      <a:pt x="182" y="1"/>
                      <a:pt x="0" y="153"/>
                      <a:pt x="0" y="366"/>
                    </a:cubicBezTo>
                    <a:cubicBezTo>
                      <a:pt x="0" y="578"/>
                      <a:pt x="182" y="761"/>
                      <a:pt x="365" y="761"/>
                    </a:cubicBezTo>
                    <a:cubicBezTo>
                      <a:pt x="578" y="761"/>
                      <a:pt x="760" y="578"/>
                      <a:pt x="760" y="366"/>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68"/>
              <p:cNvSpPr/>
              <p:nvPr/>
            </p:nvSpPr>
            <p:spPr>
              <a:xfrm>
                <a:off x="4782225" y="2620800"/>
                <a:ext cx="19025" cy="19025"/>
              </a:xfrm>
              <a:custGeom>
                <a:rect b="b" l="l" r="r" t="t"/>
                <a:pathLst>
                  <a:path extrusionOk="0" h="761" w="761">
                    <a:moveTo>
                      <a:pt x="365" y="1"/>
                    </a:moveTo>
                    <a:cubicBezTo>
                      <a:pt x="152" y="1"/>
                      <a:pt x="1" y="153"/>
                      <a:pt x="1" y="366"/>
                    </a:cubicBezTo>
                    <a:cubicBezTo>
                      <a:pt x="1" y="578"/>
                      <a:pt x="152" y="761"/>
                      <a:pt x="365" y="761"/>
                    </a:cubicBezTo>
                    <a:cubicBezTo>
                      <a:pt x="578" y="761"/>
                      <a:pt x="760" y="578"/>
                      <a:pt x="760" y="366"/>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68"/>
              <p:cNvSpPr/>
              <p:nvPr/>
            </p:nvSpPr>
            <p:spPr>
              <a:xfrm>
                <a:off x="4880250" y="2620800"/>
                <a:ext cx="19025" cy="19025"/>
              </a:xfrm>
              <a:custGeom>
                <a:rect b="b" l="l" r="r" t="t"/>
                <a:pathLst>
                  <a:path extrusionOk="0" h="761" w="761">
                    <a:moveTo>
                      <a:pt x="396" y="1"/>
                    </a:moveTo>
                    <a:cubicBezTo>
                      <a:pt x="183" y="1"/>
                      <a:pt x="1" y="153"/>
                      <a:pt x="1" y="366"/>
                    </a:cubicBezTo>
                    <a:cubicBezTo>
                      <a:pt x="1" y="578"/>
                      <a:pt x="183" y="761"/>
                      <a:pt x="396" y="761"/>
                    </a:cubicBezTo>
                    <a:cubicBezTo>
                      <a:pt x="608" y="761"/>
                      <a:pt x="760" y="578"/>
                      <a:pt x="760" y="366"/>
                    </a:cubicBezTo>
                    <a:cubicBezTo>
                      <a:pt x="760" y="153"/>
                      <a:pt x="608"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68"/>
              <p:cNvSpPr/>
              <p:nvPr/>
            </p:nvSpPr>
            <p:spPr>
              <a:xfrm>
                <a:off x="4979050" y="2620800"/>
                <a:ext cx="19000" cy="19025"/>
              </a:xfrm>
              <a:custGeom>
                <a:rect b="b" l="l" r="r" t="t"/>
                <a:pathLst>
                  <a:path extrusionOk="0" h="761" w="760">
                    <a:moveTo>
                      <a:pt x="395" y="1"/>
                    </a:moveTo>
                    <a:cubicBezTo>
                      <a:pt x="182" y="1"/>
                      <a:pt x="0" y="153"/>
                      <a:pt x="0" y="366"/>
                    </a:cubicBezTo>
                    <a:cubicBezTo>
                      <a:pt x="0" y="578"/>
                      <a:pt x="182" y="761"/>
                      <a:pt x="395" y="761"/>
                    </a:cubicBezTo>
                    <a:cubicBezTo>
                      <a:pt x="578" y="761"/>
                      <a:pt x="760" y="578"/>
                      <a:pt x="760" y="366"/>
                    </a:cubicBezTo>
                    <a:cubicBezTo>
                      <a:pt x="760" y="153"/>
                      <a:pt x="578" y="1"/>
                      <a:pt x="39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68"/>
              <p:cNvSpPr/>
              <p:nvPr/>
            </p:nvSpPr>
            <p:spPr>
              <a:xfrm>
                <a:off x="5077825" y="2620800"/>
                <a:ext cx="19025" cy="19025"/>
              </a:xfrm>
              <a:custGeom>
                <a:rect b="b" l="l" r="r" t="t"/>
                <a:pathLst>
                  <a:path extrusionOk="0" h="761" w="761">
                    <a:moveTo>
                      <a:pt x="365" y="1"/>
                    </a:moveTo>
                    <a:cubicBezTo>
                      <a:pt x="152" y="1"/>
                      <a:pt x="0" y="153"/>
                      <a:pt x="0" y="366"/>
                    </a:cubicBezTo>
                    <a:cubicBezTo>
                      <a:pt x="0" y="578"/>
                      <a:pt x="152" y="761"/>
                      <a:pt x="365" y="761"/>
                    </a:cubicBezTo>
                    <a:cubicBezTo>
                      <a:pt x="578" y="761"/>
                      <a:pt x="760" y="578"/>
                      <a:pt x="760" y="366"/>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68"/>
              <p:cNvSpPr/>
              <p:nvPr/>
            </p:nvSpPr>
            <p:spPr>
              <a:xfrm>
                <a:off x="5175850" y="2620800"/>
                <a:ext cx="19025" cy="19025"/>
              </a:xfrm>
              <a:custGeom>
                <a:rect b="b" l="l" r="r" t="t"/>
                <a:pathLst>
                  <a:path extrusionOk="0" h="761" w="761">
                    <a:moveTo>
                      <a:pt x="396" y="1"/>
                    </a:moveTo>
                    <a:cubicBezTo>
                      <a:pt x="183" y="1"/>
                      <a:pt x="0" y="153"/>
                      <a:pt x="0" y="366"/>
                    </a:cubicBezTo>
                    <a:cubicBezTo>
                      <a:pt x="0" y="578"/>
                      <a:pt x="183" y="761"/>
                      <a:pt x="396" y="761"/>
                    </a:cubicBezTo>
                    <a:cubicBezTo>
                      <a:pt x="608" y="761"/>
                      <a:pt x="760" y="578"/>
                      <a:pt x="760" y="366"/>
                    </a:cubicBezTo>
                    <a:cubicBezTo>
                      <a:pt x="760" y="153"/>
                      <a:pt x="608"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68"/>
              <p:cNvSpPr/>
              <p:nvPr/>
            </p:nvSpPr>
            <p:spPr>
              <a:xfrm>
                <a:off x="5274625" y="2620800"/>
                <a:ext cx="19025" cy="19025"/>
              </a:xfrm>
              <a:custGeom>
                <a:rect b="b" l="l" r="r" t="t"/>
                <a:pathLst>
                  <a:path extrusionOk="0" h="761" w="761">
                    <a:moveTo>
                      <a:pt x="396" y="1"/>
                    </a:moveTo>
                    <a:cubicBezTo>
                      <a:pt x="183" y="1"/>
                      <a:pt x="1" y="153"/>
                      <a:pt x="1" y="366"/>
                    </a:cubicBezTo>
                    <a:cubicBezTo>
                      <a:pt x="1" y="578"/>
                      <a:pt x="183" y="761"/>
                      <a:pt x="396" y="761"/>
                    </a:cubicBezTo>
                    <a:cubicBezTo>
                      <a:pt x="609" y="761"/>
                      <a:pt x="761" y="578"/>
                      <a:pt x="761" y="366"/>
                    </a:cubicBezTo>
                    <a:cubicBezTo>
                      <a:pt x="761" y="153"/>
                      <a:pt x="609"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68"/>
              <p:cNvSpPr/>
              <p:nvPr/>
            </p:nvSpPr>
            <p:spPr>
              <a:xfrm>
                <a:off x="5373425" y="2620800"/>
                <a:ext cx="19025" cy="19025"/>
              </a:xfrm>
              <a:custGeom>
                <a:rect b="b" l="l" r="r" t="t"/>
                <a:pathLst>
                  <a:path extrusionOk="0" h="761" w="761">
                    <a:moveTo>
                      <a:pt x="365" y="1"/>
                    </a:moveTo>
                    <a:cubicBezTo>
                      <a:pt x="152" y="1"/>
                      <a:pt x="0" y="153"/>
                      <a:pt x="0" y="366"/>
                    </a:cubicBezTo>
                    <a:cubicBezTo>
                      <a:pt x="0" y="578"/>
                      <a:pt x="152" y="761"/>
                      <a:pt x="365" y="761"/>
                    </a:cubicBezTo>
                    <a:cubicBezTo>
                      <a:pt x="578" y="761"/>
                      <a:pt x="760" y="578"/>
                      <a:pt x="760" y="366"/>
                    </a:cubicBezTo>
                    <a:cubicBezTo>
                      <a:pt x="760" y="153"/>
                      <a:pt x="578" y="1"/>
                      <a:pt x="36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68"/>
              <p:cNvSpPr/>
              <p:nvPr/>
            </p:nvSpPr>
            <p:spPr>
              <a:xfrm>
                <a:off x="5471450" y="2620800"/>
                <a:ext cx="19025" cy="19025"/>
              </a:xfrm>
              <a:custGeom>
                <a:rect b="b" l="l" r="r" t="t"/>
                <a:pathLst>
                  <a:path extrusionOk="0" h="761" w="761">
                    <a:moveTo>
                      <a:pt x="396" y="1"/>
                    </a:moveTo>
                    <a:cubicBezTo>
                      <a:pt x="183" y="1"/>
                      <a:pt x="0" y="153"/>
                      <a:pt x="0" y="366"/>
                    </a:cubicBezTo>
                    <a:cubicBezTo>
                      <a:pt x="0" y="578"/>
                      <a:pt x="183" y="761"/>
                      <a:pt x="396" y="761"/>
                    </a:cubicBezTo>
                    <a:cubicBezTo>
                      <a:pt x="608" y="761"/>
                      <a:pt x="760" y="578"/>
                      <a:pt x="760" y="366"/>
                    </a:cubicBezTo>
                    <a:cubicBezTo>
                      <a:pt x="760" y="153"/>
                      <a:pt x="608" y="1"/>
                      <a:pt x="39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68"/>
              <p:cNvSpPr/>
              <p:nvPr/>
            </p:nvSpPr>
            <p:spPr>
              <a:xfrm>
                <a:off x="4289050" y="2707450"/>
                <a:ext cx="19025" cy="19000"/>
              </a:xfrm>
              <a:custGeom>
                <a:rect b="b" l="l" r="r" t="t"/>
                <a:pathLst>
                  <a:path extrusionOk="0" h="760"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68"/>
              <p:cNvSpPr/>
              <p:nvPr/>
            </p:nvSpPr>
            <p:spPr>
              <a:xfrm>
                <a:off x="4387850" y="2707450"/>
                <a:ext cx="19025" cy="19000"/>
              </a:xfrm>
              <a:custGeom>
                <a:rect b="b" l="l" r="r" t="t"/>
                <a:pathLst>
                  <a:path extrusionOk="0" h="760"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68"/>
              <p:cNvSpPr/>
              <p:nvPr/>
            </p:nvSpPr>
            <p:spPr>
              <a:xfrm>
                <a:off x="4486625" y="2707450"/>
                <a:ext cx="19025" cy="19000"/>
              </a:xfrm>
              <a:custGeom>
                <a:rect b="b" l="l" r="r" t="t"/>
                <a:pathLst>
                  <a:path extrusionOk="0" h="760"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68"/>
              <p:cNvSpPr/>
              <p:nvPr/>
            </p:nvSpPr>
            <p:spPr>
              <a:xfrm>
                <a:off x="4584650" y="2707450"/>
                <a:ext cx="19025" cy="19000"/>
              </a:xfrm>
              <a:custGeom>
                <a:rect b="b" l="l" r="r" t="t"/>
                <a:pathLst>
                  <a:path extrusionOk="0" h="760"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8"/>
              <p:cNvSpPr/>
              <p:nvPr/>
            </p:nvSpPr>
            <p:spPr>
              <a:xfrm>
                <a:off x="4683450" y="2707450"/>
                <a:ext cx="19000" cy="19000"/>
              </a:xfrm>
              <a:custGeom>
                <a:rect b="b" l="l" r="r" t="t"/>
                <a:pathLst>
                  <a:path extrusionOk="0" h="760" w="760">
                    <a:moveTo>
                      <a:pt x="365" y="0"/>
                    </a:moveTo>
                    <a:cubicBezTo>
                      <a:pt x="182" y="0"/>
                      <a:pt x="0" y="152"/>
                      <a:pt x="0" y="365"/>
                    </a:cubicBezTo>
                    <a:cubicBezTo>
                      <a:pt x="0" y="578"/>
                      <a:pt x="18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68"/>
              <p:cNvSpPr/>
              <p:nvPr/>
            </p:nvSpPr>
            <p:spPr>
              <a:xfrm>
                <a:off x="4782225" y="2707450"/>
                <a:ext cx="19025" cy="19000"/>
              </a:xfrm>
              <a:custGeom>
                <a:rect b="b" l="l" r="r" t="t"/>
                <a:pathLst>
                  <a:path extrusionOk="0" h="760" w="761">
                    <a:moveTo>
                      <a:pt x="365" y="0"/>
                    </a:moveTo>
                    <a:cubicBezTo>
                      <a:pt x="152" y="0"/>
                      <a:pt x="1" y="152"/>
                      <a:pt x="1" y="365"/>
                    </a:cubicBezTo>
                    <a:cubicBezTo>
                      <a:pt x="1"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68"/>
              <p:cNvSpPr/>
              <p:nvPr/>
            </p:nvSpPr>
            <p:spPr>
              <a:xfrm>
                <a:off x="4880250" y="2707450"/>
                <a:ext cx="19025" cy="19000"/>
              </a:xfrm>
              <a:custGeom>
                <a:rect b="b" l="l" r="r" t="t"/>
                <a:pathLst>
                  <a:path extrusionOk="0" h="760" w="761">
                    <a:moveTo>
                      <a:pt x="396" y="0"/>
                    </a:moveTo>
                    <a:cubicBezTo>
                      <a:pt x="183" y="0"/>
                      <a:pt x="1" y="152"/>
                      <a:pt x="1" y="365"/>
                    </a:cubicBezTo>
                    <a:cubicBezTo>
                      <a:pt x="1" y="578"/>
                      <a:pt x="183" y="760"/>
                      <a:pt x="396" y="760"/>
                    </a:cubicBezTo>
                    <a:cubicBezTo>
                      <a:pt x="608" y="760"/>
                      <a:pt x="760" y="578"/>
                      <a:pt x="760" y="365"/>
                    </a:cubicBezTo>
                    <a:cubicBezTo>
                      <a:pt x="760" y="152"/>
                      <a:pt x="608"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68"/>
              <p:cNvSpPr/>
              <p:nvPr/>
            </p:nvSpPr>
            <p:spPr>
              <a:xfrm>
                <a:off x="4979050" y="2707450"/>
                <a:ext cx="19000" cy="19000"/>
              </a:xfrm>
              <a:custGeom>
                <a:rect b="b" l="l" r="r" t="t"/>
                <a:pathLst>
                  <a:path extrusionOk="0" h="760" w="760">
                    <a:moveTo>
                      <a:pt x="395" y="0"/>
                    </a:moveTo>
                    <a:cubicBezTo>
                      <a:pt x="182" y="0"/>
                      <a:pt x="0" y="152"/>
                      <a:pt x="0" y="365"/>
                    </a:cubicBezTo>
                    <a:cubicBezTo>
                      <a:pt x="0" y="578"/>
                      <a:pt x="182" y="760"/>
                      <a:pt x="395" y="760"/>
                    </a:cubicBezTo>
                    <a:cubicBezTo>
                      <a:pt x="578" y="760"/>
                      <a:pt x="760" y="578"/>
                      <a:pt x="760" y="365"/>
                    </a:cubicBezTo>
                    <a:cubicBezTo>
                      <a:pt x="760" y="152"/>
                      <a:pt x="57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68"/>
              <p:cNvSpPr/>
              <p:nvPr/>
            </p:nvSpPr>
            <p:spPr>
              <a:xfrm>
                <a:off x="5077825" y="2707450"/>
                <a:ext cx="19025" cy="19000"/>
              </a:xfrm>
              <a:custGeom>
                <a:rect b="b" l="l" r="r" t="t"/>
                <a:pathLst>
                  <a:path extrusionOk="0" h="760"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68"/>
              <p:cNvSpPr/>
              <p:nvPr/>
            </p:nvSpPr>
            <p:spPr>
              <a:xfrm>
                <a:off x="5175850" y="2707450"/>
                <a:ext cx="19025" cy="19000"/>
              </a:xfrm>
              <a:custGeom>
                <a:rect b="b" l="l" r="r" t="t"/>
                <a:pathLst>
                  <a:path extrusionOk="0" h="760" w="761">
                    <a:moveTo>
                      <a:pt x="396" y="0"/>
                    </a:moveTo>
                    <a:cubicBezTo>
                      <a:pt x="183" y="0"/>
                      <a:pt x="0" y="152"/>
                      <a:pt x="0" y="365"/>
                    </a:cubicBezTo>
                    <a:cubicBezTo>
                      <a:pt x="0" y="578"/>
                      <a:pt x="183" y="760"/>
                      <a:pt x="396" y="760"/>
                    </a:cubicBezTo>
                    <a:cubicBezTo>
                      <a:pt x="608" y="760"/>
                      <a:pt x="760" y="578"/>
                      <a:pt x="760" y="365"/>
                    </a:cubicBezTo>
                    <a:cubicBezTo>
                      <a:pt x="760" y="152"/>
                      <a:pt x="608"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8"/>
              <p:cNvSpPr/>
              <p:nvPr/>
            </p:nvSpPr>
            <p:spPr>
              <a:xfrm>
                <a:off x="5274625" y="2707450"/>
                <a:ext cx="19025" cy="19000"/>
              </a:xfrm>
              <a:custGeom>
                <a:rect b="b" l="l" r="r" t="t"/>
                <a:pathLst>
                  <a:path extrusionOk="0" h="760"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68"/>
              <p:cNvSpPr/>
              <p:nvPr/>
            </p:nvSpPr>
            <p:spPr>
              <a:xfrm>
                <a:off x="5373425" y="2707450"/>
                <a:ext cx="19025" cy="19000"/>
              </a:xfrm>
              <a:custGeom>
                <a:rect b="b" l="l" r="r" t="t"/>
                <a:pathLst>
                  <a:path extrusionOk="0" h="760"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68"/>
              <p:cNvSpPr/>
              <p:nvPr/>
            </p:nvSpPr>
            <p:spPr>
              <a:xfrm>
                <a:off x="5471450" y="2707450"/>
                <a:ext cx="19025" cy="19000"/>
              </a:xfrm>
              <a:custGeom>
                <a:rect b="b" l="l" r="r" t="t"/>
                <a:pathLst>
                  <a:path extrusionOk="0" h="760" w="761">
                    <a:moveTo>
                      <a:pt x="396" y="0"/>
                    </a:moveTo>
                    <a:cubicBezTo>
                      <a:pt x="183" y="0"/>
                      <a:pt x="0" y="152"/>
                      <a:pt x="0" y="365"/>
                    </a:cubicBezTo>
                    <a:cubicBezTo>
                      <a:pt x="0" y="578"/>
                      <a:pt x="183" y="760"/>
                      <a:pt x="396" y="760"/>
                    </a:cubicBezTo>
                    <a:cubicBezTo>
                      <a:pt x="608" y="760"/>
                      <a:pt x="760" y="578"/>
                      <a:pt x="760" y="365"/>
                    </a:cubicBezTo>
                    <a:cubicBezTo>
                      <a:pt x="760" y="152"/>
                      <a:pt x="608"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68"/>
              <p:cNvSpPr/>
              <p:nvPr/>
            </p:nvSpPr>
            <p:spPr>
              <a:xfrm>
                <a:off x="4289050" y="279407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68"/>
              <p:cNvSpPr/>
              <p:nvPr/>
            </p:nvSpPr>
            <p:spPr>
              <a:xfrm>
                <a:off x="4387850" y="2794075"/>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68"/>
              <p:cNvSpPr/>
              <p:nvPr/>
            </p:nvSpPr>
            <p:spPr>
              <a:xfrm>
                <a:off x="4486625" y="2794075"/>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68"/>
              <p:cNvSpPr/>
              <p:nvPr/>
            </p:nvSpPr>
            <p:spPr>
              <a:xfrm>
                <a:off x="4584650" y="279407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68"/>
              <p:cNvSpPr/>
              <p:nvPr/>
            </p:nvSpPr>
            <p:spPr>
              <a:xfrm>
                <a:off x="4683450" y="2794075"/>
                <a:ext cx="19000" cy="19025"/>
              </a:xfrm>
              <a:custGeom>
                <a:rect b="b" l="l" r="r" t="t"/>
                <a:pathLst>
                  <a:path extrusionOk="0" h="761" w="760">
                    <a:moveTo>
                      <a:pt x="365" y="0"/>
                    </a:moveTo>
                    <a:cubicBezTo>
                      <a:pt x="182" y="0"/>
                      <a:pt x="0" y="152"/>
                      <a:pt x="0" y="365"/>
                    </a:cubicBezTo>
                    <a:cubicBezTo>
                      <a:pt x="0" y="578"/>
                      <a:pt x="18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68"/>
              <p:cNvSpPr/>
              <p:nvPr/>
            </p:nvSpPr>
            <p:spPr>
              <a:xfrm>
                <a:off x="4782225" y="2794075"/>
                <a:ext cx="19025" cy="19025"/>
              </a:xfrm>
              <a:custGeom>
                <a:rect b="b" l="l" r="r" t="t"/>
                <a:pathLst>
                  <a:path extrusionOk="0" h="761" w="761">
                    <a:moveTo>
                      <a:pt x="365" y="0"/>
                    </a:moveTo>
                    <a:cubicBezTo>
                      <a:pt x="152" y="0"/>
                      <a:pt x="1" y="152"/>
                      <a:pt x="1" y="365"/>
                    </a:cubicBezTo>
                    <a:cubicBezTo>
                      <a:pt x="1"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8"/>
              <p:cNvSpPr/>
              <p:nvPr/>
            </p:nvSpPr>
            <p:spPr>
              <a:xfrm>
                <a:off x="4880250" y="2794075"/>
                <a:ext cx="19025" cy="19025"/>
              </a:xfrm>
              <a:custGeom>
                <a:rect b="b" l="l" r="r" t="t"/>
                <a:pathLst>
                  <a:path extrusionOk="0" h="761" w="761">
                    <a:moveTo>
                      <a:pt x="396" y="0"/>
                    </a:moveTo>
                    <a:cubicBezTo>
                      <a:pt x="183" y="0"/>
                      <a:pt x="1" y="152"/>
                      <a:pt x="1" y="365"/>
                    </a:cubicBezTo>
                    <a:cubicBezTo>
                      <a:pt x="1" y="578"/>
                      <a:pt x="183" y="760"/>
                      <a:pt x="396" y="760"/>
                    </a:cubicBezTo>
                    <a:cubicBezTo>
                      <a:pt x="608" y="760"/>
                      <a:pt x="760" y="578"/>
                      <a:pt x="760" y="365"/>
                    </a:cubicBezTo>
                    <a:cubicBezTo>
                      <a:pt x="760" y="152"/>
                      <a:pt x="608"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68"/>
              <p:cNvSpPr/>
              <p:nvPr/>
            </p:nvSpPr>
            <p:spPr>
              <a:xfrm>
                <a:off x="4979050" y="2794075"/>
                <a:ext cx="19000" cy="19025"/>
              </a:xfrm>
              <a:custGeom>
                <a:rect b="b" l="l" r="r" t="t"/>
                <a:pathLst>
                  <a:path extrusionOk="0" h="761" w="760">
                    <a:moveTo>
                      <a:pt x="395" y="0"/>
                    </a:moveTo>
                    <a:cubicBezTo>
                      <a:pt x="182" y="0"/>
                      <a:pt x="0" y="152"/>
                      <a:pt x="0" y="365"/>
                    </a:cubicBezTo>
                    <a:cubicBezTo>
                      <a:pt x="0" y="578"/>
                      <a:pt x="182" y="760"/>
                      <a:pt x="395" y="760"/>
                    </a:cubicBezTo>
                    <a:cubicBezTo>
                      <a:pt x="578" y="760"/>
                      <a:pt x="760" y="578"/>
                      <a:pt x="760" y="365"/>
                    </a:cubicBezTo>
                    <a:cubicBezTo>
                      <a:pt x="760" y="152"/>
                      <a:pt x="57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68"/>
              <p:cNvSpPr/>
              <p:nvPr/>
            </p:nvSpPr>
            <p:spPr>
              <a:xfrm>
                <a:off x="5077825" y="2794075"/>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8"/>
              <p:cNvSpPr/>
              <p:nvPr/>
            </p:nvSpPr>
            <p:spPr>
              <a:xfrm>
                <a:off x="5175850" y="2794075"/>
                <a:ext cx="19025" cy="19025"/>
              </a:xfrm>
              <a:custGeom>
                <a:rect b="b" l="l" r="r" t="t"/>
                <a:pathLst>
                  <a:path extrusionOk="0" h="761" w="761">
                    <a:moveTo>
                      <a:pt x="396" y="0"/>
                    </a:moveTo>
                    <a:cubicBezTo>
                      <a:pt x="183" y="0"/>
                      <a:pt x="0" y="152"/>
                      <a:pt x="0" y="365"/>
                    </a:cubicBezTo>
                    <a:cubicBezTo>
                      <a:pt x="0" y="578"/>
                      <a:pt x="183" y="760"/>
                      <a:pt x="396" y="760"/>
                    </a:cubicBezTo>
                    <a:cubicBezTo>
                      <a:pt x="608" y="760"/>
                      <a:pt x="760" y="578"/>
                      <a:pt x="760" y="365"/>
                    </a:cubicBezTo>
                    <a:cubicBezTo>
                      <a:pt x="760" y="152"/>
                      <a:pt x="608"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68"/>
              <p:cNvSpPr/>
              <p:nvPr/>
            </p:nvSpPr>
            <p:spPr>
              <a:xfrm>
                <a:off x="5274625" y="279407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68"/>
              <p:cNvSpPr/>
              <p:nvPr/>
            </p:nvSpPr>
            <p:spPr>
              <a:xfrm>
                <a:off x="5373425" y="2794075"/>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68"/>
              <p:cNvSpPr/>
              <p:nvPr/>
            </p:nvSpPr>
            <p:spPr>
              <a:xfrm>
                <a:off x="5471450" y="2794075"/>
                <a:ext cx="19025" cy="19025"/>
              </a:xfrm>
              <a:custGeom>
                <a:rect b="b" l="l" r="r" t="t"/>
                <a:pathLst>
                  <a:path extrusionOk="0" h="761" w="761">
                    <a:moveTo>
                      <a:pt x="396" y="0"/>
                    </a:moveTo>
                    <a:cubicBezTo>
                      <a:pt x="183" y="0"/>
                      <a:pt x="0" y="152"/>
                      <a:pt x="0" y="365"/>
                    </a:cubicBezTo>
                    <a:cubicBezTo>
                      <a:pt x="0" y="578"/>
                      <a:pt x="183" y="760"/>
                      <a:pt x="396" y="760"/>
                    </a:cubicBezTo>
                    <a:cubicBezTo>
                      <a:pt x="608" y="760"/>
                      <a:pt x="760" y="578"/>
                      <a:pt x="760" y="365"/>
                    </a:cubicBezTo>
                    <a:cubicBezTo>
                      <a:pt x="760" y="152"/>
                      <a:pt x="608"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68"/>
              <p:cNvSpPr/>
              <p:nvPr/>
            </p:nvSpPr>
            <p:spPr>
              <a:xfrm>
                <a:off x="4289050" y="28807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68"/>
              <p:cNvSpPr/>
              <p:nvPr/>
            </p:nvSpPr>
            <p:spPr>
              <a:xfrm>
                <a:off x="4387850" y="2880700"/>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68"/>
              <p:cNvSpPr/>
              <p:nvPr/>
            </p:nvSpPr>
            <p:spPr>
              <a:xfrm>
                <a:off x="4486625" y="2880700"/>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68"/>
              <p:cNvSpPr/>
              <p:nvPr/>
            </p:nvSpPr>
            <p:spPr>
              <a:xfrm>
                <a:off x="4584650" y="28807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68"/>
              <p:cNvSpPr/>
              <p:nvPr/>
            </p:nvSpPr>
            <p:spPr>
              <a:xfrm>
                <a:off x="4683450" y="2880700"/>
                <a:ext cx="19000" cy="19025"/>
              </a:xfrm>
              <a:custGeom>
                <a:rect b="b" l="l" r="r" t="t"/>
                <a:pathLst>
                  <a:path extrusionOk="0" h="761" w="760">
                    <a:moveTo>
                      <a:pt x="365" y="0"/>
                    </a:moveTo>
                    <a:cubicBezTo>
                      <a:pt x="182" y="0"/>
                      <a:pt x="0" y="152"/>
                      <a:pt x="0" y="365"/>
                    </a:cubicBezTo>
                    <a:cubicBezTo>
                      <a:pt x="0" y="578"/>
                      <a:pt x="18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68"/>
              <p:cNvSpPr/>
              <p:nvPr/>
            </p:nvSpPr>
            <p:spPr>
              <a:xfrm>
                <a:off x="4782225" y="2880700"/>
                <a:ext cx="19025" cy="19025"/>
              </a:xfrm>
              <a:custGeom>
                <a:rect b="b" l="l" r="r" t="t"/>
                <a:pathLst>
                  <a:path extrusionOk="0" h="761" w="761">
                    <a:moveTo>
                      <a:pt x="365" y="0"/>
                    </a:moveTo>
                    <a:cubicBezTo>
                      <a:pt x="152" y="0"/>
                      <a:pt x="1" y="152"/>
                      <a:pt x="1" y="365"/>
                    </a:cubicBezTo>
                    <a:cubicBezTo>
                      <a:pt x="1"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68"/>
              <p:cNvSpPr/>
              <p:nvPr/>
            </p:nvSpPr>
            <p:spPr>
              <a:xfrm>
                <a:off x="4880250" y="2880700"/>
                <a:ext cx="19025" cy="19025"/>
              </a:xfrm>
              <a:custGeom>
                <a:rect b="b" l="l" r="r" t="t"/>
                <a:pathLst>
                  <a:path extrusionOk="0" h="761" w="761">
                    <a:moveTo>
                      <a:pt x="396" y="0"/>
                    </a:moveTo>
                    <a:cubicBezTo>
                      <a:pt x="183" y="0"/>
                      <a:pt x="1" y="152"/>
                      <a:pt x="1" y="365"/>
                    </a:cubicBezTo>
                    <a:cubicBezTo>
                      <a:pt x="1" y="578"/>
                      <a:pt x="183" y="760"/>
                      <a:pt x="396" y="760"/>
                    </a:cubicBezTo>
                    <a:cubicBezTo>
                      <a:pt x="608" y="760"/>
                      <a:pt x="760" y="578"/>
                      <a:pt x="760" y="365"/>
                    </a:cubicBezTo>
                    <a:cubicBezTo>
                      <a:pt x="760" y="152"/>
                      <a:pt x="608"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68"/>
              <p:cNvSpPr/>
              <p:nvPr/>
            </p:nvSpPr>
            <p:spPr>
              <a:xfrm>
                <a:off x="4979050" y="2880700"/>
                <a:ext cx="19000" cy="19025"/>
              </a:xfrm>
              <a:custGeom>
                <a:rect b="b" l="l" r="r" t="t"/>
                <a:pathLst>
                  <a:path extrusionOk="0" h="761" w="760">
                    <a:moveTo>
                      <a:pt x="395" y="0"/>
                    </a:moveTo>
                    <a:cubicBezTo>
                      <a:pt x="182" y="0"/>
                      <a:pt x="0" y="152"/>
                      <a:pt x="0" y="365"/>
                    </a:cubicBezTo>
                    <a:cubicBezTo>
                      <a:pt x="0" y="578"/>
                      <a:pt x="182" y="760"/>
                      <a:pt x="395" y="760"/>
                    </a:cubicBezTo>
                    <a:cubicBezTo>
                      <a:pt x="578" y="760"/>
                      <a:pt x="760" y="578"/>
                      <a:pt x="760" y="365"/>
                    </a:cubicBezTo>
                    <a:cubicBezTo>
                      <a:pt x="760" y="152"/>
                      <a:pt x="57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68"/>
              <p:cNvSpPr/>
              <p:nvPr/>
            </p:nvSpPr>
            <p:spPr>
              <a:xfrm>
                <a:off x="5077825" y="2880700"/>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68"/>
              <p:cNvSpPr/>
              <p:nvPr/>
            </p:nvSpPr>
            <p:spPr>
              <a:xfrm>
                <a:off x="5175850" y="2880700"/>
                <a:ext cx="19025" cy="19025"/>
              </a:xfrm>
              <a:custGeom>
                <a:rect b="b" l="l" r="r" t="t"/>
                <a:pathLst>
                  <a:path extrusionOk="0" h="761" w="761">
                    <a:moveTo>
                      <a:pt x="396" y="0"/>
                    </a:moveTo>
                    <a:cubicBezTo>
                      <a:pt x="183" y="0"/>
                      <a:pt x="0" y="152"/>
                      <a:pt x="0" y="365"/>
                    </a:cubicBezTo>
                    <a:cubicBezTo>
                      <a:pt x="0" y="578"/>
                      <a:pt x="183" y="760"/>
                      <a:pt x="396" y="760"/>
                    </a:cubicBezTo>
                    <a:cubicBezTo>
                      <a:pt x="608" y="760"/>
                      <a:pt x="760" y="578"/>
                      <a:pt x="760" y="365"/>
                    </a:cubicBezTo>
                    <a:cubicBezTo>
                      <a:pt x="760" y="152"/>
                      <a:pt x="608"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68"/>
              <p:cNvSpPr/>
              <p:nvPr/>
            </p:nvSpPr>
            <p:spPr>
              <a:xfrm>
                <a:off x="5274625" y="288070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68"/>
              <p:cNvSpPr/>
              <p:nvPr/>
            </p:nvSpPr>
            <p:spPr>
              <a:xfrm>
                <a:off x="5373425" y="2880700"/>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68"/>
              <p:cNvSpPr/>
              <p:nvPr/>
            </p:nvSpPr>
            <p:spPr>
              <a:xfrm>
                <a:off x="5471450" y="2880700"/>
                <a:ext cx="19025" cy="19025"/>
              </a:xfrm>
              <a:custGeom>
                <a:rect b="b" l="l" r="r" t="t"/>
                <a:pathLst>
                  <a:path extrusionOk="0" h="761" w="761">
                    <a:moveTo>
                      <a:pt x="396" y="0"/>
                    </a:moveTo>
                    <a:cubicBezTo>
                      <a:pt x="183" y="0"/>
                      <a:pt x="0" y="152"/>
                      <a:pt x="0" y="365"/>
                    </a:cubicBezTo>
                    <a:cubicBezTo>
                      <a:pt x="0" y="578"/>
                      <a:pt x="183" y="760"/>
                      <a:pt x="396" y="760"/>
                    </a:cubicBezTo>
                    <a:cubicBezTo>
                      <a:pt x="608" y="760"/>
                      <a:pt x="760" y="578"/>
                      <a:pt x="760" y="365"/>
                    </a:cubicBezTo>
                    <a:cubicBezTo>
                      <a:pt x="760" y="152"/>
                      <a:pt x="608"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68"/>
              <p:cNvSpPr/>
              <p:nvPr/>
            </p:nvSpPr>
            <p:spPr>
              <a:xfrm>
                <a:off x="4289050" y="29673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68"/>
              <p:cNvSpPr/>
              <p:nvPr/>
            </p:nvSpPr>
            <p:spPr>
              <a:xfrm>
                <a:off x="4387850" y="2967325"/>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68"/>
              <p:cNvSpPr/>
              <p:nvPr/>
            </p:nvSpPr>
            <p:spPr>
              <a:xfrm>
                <a:off x="4486625" y="2967325"/>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68"/>
              <p:cNvSpPr/>
              <p:nvPr/>
            </p:nvSpPr>
            <p:spPr>
              <a:xfrm>
                <a:off x="4584650" y="29673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68"/>
              <p:cNvSpPr/>
              <p:nvPr/>
            </p:nvSpPr>
            <p:spPr>
              <a:xfrm>
                <a:off x="4683450" y="2967325"/>
                <a:ext cx="19000" cy="19025"/>
              </a:xfrm>
              <a:custGeom>
                <a:rect b="b" l="l" r="r" t="t"/>
                <a:pathLst>
                  <a:path extrusionOk="0" h="761" w="760">
                    <a:moveTo>
                      <a:pt x="365" y="0"/>
                    </a:moveTo>
                    <a:cubicBezTo>
                      <a:pt x="182" y="0"/>
                      <a:pt x="0" y="152"/>
                      <a:pt x="0" y="365"/>
                    </a:cubicBezTo>
                    <a:cubicBezTo>
                      <a:pt x="0" y="578"/>
                      <a:pt x="18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68"/>
              <p:cNvSpPr/>
              <p:nvPr/>
            </p:nvSpPr>
            <p:spPr>
              <a:xfrm>
                <a:off x="4782225" y="2967325"/>
                <a:ext cx="19025" cy="19025"/>
              </a:xfrm>
              <a:custGeom>
                <a:rect b="b" l="l" r="r" t="t"/>
                <a:pathLst>
                  <a:path extrusionOk="0" h="761" w="761">
                    <a:moveTo>
                      <a:pt x="365" y="0"/>
                    </a:moveTo>
                    <a:cubicBezTo>
                      <a:pt x="152" y="0"/>
                      <a:pt x="1" y="152"/>
                      <a:pt x="1" y="365"/>
                    </a:cubicBezTo>
                    <a:cubicBezTo>
                      <a:pt x="1"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68"/>
              <p:cNvSpPr/>
              <p:nvPr/>
            </p:nvSpPr>
            <p:spPr>
              <a:xfrm>
                <a:off x="4880250" y="2967325"/>
                <a:ext cx="19025" cy="19025"/>
              </a:xfrm>
              <a:custGeom>
                <a:rect b="b" l="l" r="r" t="t"/>
                <a:pathLst>
                  <a:path extrusionOk="0" h="761" w="761">
                    <a:moveTo>
                      <a:pt x="396" y="0"/>
                    </a:moveTo>
                    <a:cubicBezTo>
                      <a:pt x="183" y="0"/>
                      <a:pt x="1" y="152"/>
                      <a:pt x="1" y="365"/>
                    </a:cubicBezTo>
                    <a:cubicBezTo>
                      <a:pt x="1" y="578"/>
                      <a:pt x="183" y="760"/>
                      <a:pt x="396" y="760"/>
                    </a:cubicBezTo>
                    <a:cubicBezTo>
                      <a:pt x="608" y="760"/>
                      <a:pt x="760" y="578"/>
                      <a:pt x="760" y="365"/>
                    </a:cubicBezTo>
                    <a:cubicBezTo>
                      <a:pt x="760" y="152"/>
                      <a:pt x="608"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68"/>
              <p:cNvSpPr/>
              <p:nvPr/>
            </p:nvSpPr>
            <p:spPr>
              <a:xfrm>
                <a:off x="4979050" y="2967325"/>
                <a:ext cx="19000" cy="19025"/>
              </a:xfrm>
              <a:custGeom>
                <a:rect b="b" l="l" r="r" t="t"/>
                <a:pathLst>
                  <a:path extrusionOk="0" h="761" w="760">
                    <a:moveTo>
                      <a:pt x="395" y="0"/>
                    </a:moveTo>
                    <a:cubicBezTo>
                      <a:pt x="182" y="0"/>
                      <a:pt x="0" y="152"/>
                      <a:pt x="0" y="365"/>
                    </a:cubicBezTo>
                    <a:cubicBezTo>
                      <a:pt x="0" y="578"/>
                      <a:pt x="182" y="760"/>
                      <a:pt x="395" y="760"/>
                    </a:cubicBezTo>
                    <a:cubicBezTo>
                      <a:pt x="578" y="760"/>
                      <a:pt x="760" y="578"/>
                      <a:pt x="760" y="365"/>
                    </a:cubicBezTo>
                    <a:cubicBezTo>
                      <a:pt x="760" y="152"/>
                      <a:pt x="57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68"/>
              <p:cNvSpPr/>
              <p:nvPr/>
            </p:nvSpPr>
            <p:spPr>
              <a:xfrm>
                <a:off x="5077825" y="2967325"/>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68"/>
              <p:cNvSpPr/>
              <p:nvPr/>
            </p:nvSpPr>
            <p:spPr>
              <a:xfrm>
                <a:off x="5175850" y="2967325"/>
                <a:ext cx="19025" cy="19025"/>
              </a:xfrm>
              <a:custGeom>
                <a:rect b="b" l="l" r="r" t="t"/>
                <a:pathLst>
                  <a:path extrusionOk="0" h="761" w="761">
                    <a:moveTo>
                      <a:pt x="396" y="0"/>
                    </a:moveTo>
                    <a:cubicBezTo>
                      <a:pt x="183" y="0"/>
                      <a:pt x="0" y="152"/>
                      <a:pt x="0" y="365"/>
                    </a:cubicBezTo>
                    <a:cubicBezTo>
                      <a:pt x="0" y="578"/>
                      <a:pt x="183" y="760"/>
                      <a:pt x="396" y="760"/>
                    </a:cubicBezTo>
                    <a:cubicBezTo>
                      <a:pt x="608" y="760"/>
                      <a:pt x="760" y="578"/>
                      <a:pt x="760" y="365"/>
                    </a:cubicBezTo>
                    <a:cubicBezTo>
                      <a:pt x="760" y="152"/>
                      <a:pt x="608"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68"/>
              <p:cNvSpPr/>
              <p:nvPr/>
            </p:nvSpPr>
            <p:spPr>
              <a:xfrm>
                <a:off x="5274625" y="2967325"/>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68"/>
              <p:cNvSpPr/>
              <p:nvPr/>
            </p:nvSpPr>
            <p:spPr>
              <a:xfrm>
                <a:off x="5373425" y="2967325"/>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68"/>
              <p:cNvSpPr/>
              <p:nvPr/>
            </p:nvSpPr>
            <p:spPr>
              <a:xfrm>
                <a:off x="5471450" y="2967325"/>
                <a:ext cx="19025" cy="19025"/>
              </a:xfrm>
              <a:custGeom>
                <a:rect b="b" l="l" r="r" t="t"/>
                <a:pathLst>
                  <a:path extrusionOk="0" h="761" w="761">
                    <a:moveTo>
                      <a:pt x="396" y="0"/>
                    </a:moveTo>
                    <a:cubicBezTo>
                      <a:pt x="183" y="0"/>
                      <a:pt x="0" y="152"/>
                      <a:pt x="0" y="365"/>
                    </a:cubicBezTo>
                    <a:cubicBezTo>
                      <a:pt x="0" y="578"/>
                      <a:pt x="183" y="760"/>
                      <a:pt x="396" y="760"/>
                    </a:cubicBezTo>
                    <a:cubicBezTo>
                      <a:pt x="608" y="760"/>
                      <a:pt x="760" y="578"/>
                      <a:pt x="760" y="365"/>
                    </a:cubicBezTo>
                    <a:cubicBezTo>
                      <a:pt x="760" y="152"/>
                      <a:pt x="608"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68"/>
              <p:cNvSpPr/>
              <p:nvPr/>
            </p:nvSpPr>
            <p:spPr>
              <a:xfrm>
                <a:off x="4289050" y="305395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68"/>
              <p:cNvSpPr/>
              <p:nvPr/>
            </p:nvSpPr>
            <p:spPr>
              <a:xfrm>
                <a:off x="4387850" y="3053950"/>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68"/>
              <p:cNvSpPr/>
              <p:nvPr/>
            </p:nvSpPr>
            <p:spPr>
              <a:xfrm>
                <a:off x="4486625" y="3053950"/>
                <a:ext cx="19025" cy="19025"/>
              </a:xfrm>
              <a:custGeom>
                <a:rect b="b" l="l" r="r" t="t"/>
                <a:pathLst>
                  <a:path extrusionOk="0" h="761" w="761">
                    <a:moveTo>
                      <a:pt x="365" y="0"/>
                    </a:moveTo>
                    <a:cubicBezTo>
                      <a:pt x="153" y="0"/>
                      <a:pt x="1" y="152"/>
                      <a:pt x="1" y="365"/>
                    </a:cubicBezTo>
                    <a:cubicBezTo>
                      <a:pt x="1" y="578"/>
                      <a:pt x="153"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68"/>
              <p:cNvSpPr/>
              <p:nvPr/>
            </p:nvSpPr>
            <p:spPr>
              <a:xfrm>
                <a:off x="4584650" y="305395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68"/>
              <p:cNvSpPr/>
              <p:nvPr/>
            </p:nvSpPr>
            <p:spPr>
              <a:xfrm>
                <a:off x="4683450" y="3053950"/>
                <a:ext cx="19000" cy="19025"/>
              </a:xfrm>
              <a:custGeom>
                <a:rect b="b" l="l" r="r" t="t"/>
                <a:pathLst>
                  <a:path extrusionOk="0" h="761" w="760">
                    <a:moveTo>
                      <a:pt x="365" y="0"/>
                    </a:moveTo>
                    <a:cubicBezTo>
                      <a:pt x="182" y="0"/>
                      <a:pt x="0" y="152"/>
                      <a:pt x="0" y="365"/>
                    </a:cubicBezTo>
                    <a:cubicBezTo>
                      <a:pt x="0" y="578"/>
                      <a:pt x="18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68"/>
              <p:cNvSpPr/>
              <p:nvPr/>
            </p:nvSpPr>
            <p:spPr>
              <a:xfrm>
                <a:off x="4782225" y="3053950"/>
                <a:ext cx="19025" cy="19025"/>
              </a:xfrm>
              <a:custGeom>
                <a:rect b="b" l="l" r="r" t="t"/>
                <a:pathLst>
                  <a:path extrusionOk="0" h="761" w="761">
                    <a:moveTo>
                      <a:pt x="365" y="0"/>
                    </a:moveTo>
                    <a:cubicBezTo>
                      <a:pt x="152" y="0"/>
                      <a:pt x="1" y="152"/>
                      <a:pt x="1" y="365"/>
                    </a:cubicBezTo>
                    <a:cubicBezTo>
                      <a:pt x="1"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68"/>
              <p:cNvSpPr/>
              <p:nvPr/>
            </p:nvSpPr>
            <p:spPr>
              <a:xfrm>
                <a:off x="4880250" y="3053950"/>
                <a:ext cx="19025" cy="19025"/>
              </a:xfrm>
              <a:custGeom>
                <a:rect b="b" l="l" r="r" t="t"/>
                <a:pathLst>
                  <a:path extrusionOk="0" h="761" w="761">
                    <a:moveTo>
                      <a:pt x="396" y="0"/>
                    </a:moveTo>
                    <a:cubicBezTo>
                      <a:pt x="183" y="0"/>
                      <a:pt x="1" y="152"/>
                      <a:pt x="1" y="365"/>
                    </a:cubicBezTo>
                    <a:cubicBezTo>
                      <a:pt x="1" y="578"/>
                      <a:pt x="183" y="760"/>
                      <a:pt x="396" y="760"/>
                    </a:cubicBezTo>
                    <a:cubicBezTo>
                      <a:pt x="608" y="760"/>
                      <a:pt x="760" y="578"/>
                      <a:pt x="760" y="365"/>
                    </a:cubicBezTo>
                    <a:cubicBezTo>
                      <a:pt x="760" y="152"/>
                      <a:pt x="608"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68"/>
              <p:cNvSpPr/>
              <p:nvPr/>
            </p:nvSpPr>
            <p:spPr>
              <a:xfrm>
                <a:off x="4979050" y="3053950"/>
                <a:ext cx="19000" cy="19025"/>
              </a:xfrm>
              <a:custGeom>
                <a:rect b="b" l="l" r="r" t="t"/>
                <a:pathLst>
                  <a:path extrusionOk="0" h="761" w="760">
                    <a:moveTo>
                      <a:pt x="395" y="0"/>
                    </a:moveTo>
                    <a:cubicBezTo>
                      <a:pt x="182" y="0"/>
                      <a:pt x="0" y="152"/>
                      <a:pt x="0" y="365"/>
                    </a:cubicBezTo>
                    <a:cubicBezTo>
                      <a:pt x="0" y="578"/>
                      <a:pt x="182" y="760"/>
                      <a:pt x="395" y="760"/>
                    </a:cubicBezTo>
                    <a:cubicBezTo>
                      <a:pt x="578" y="760"/>
                      <a:pt x="760" y="578"/>
                      <a:pt x="760" y="365"/>
                    </a:cubicBezTo>
                    <a:cubicBezTo>
                      <a:pt x="760" y="152"/>
                      <a:pt x="578" y="0"/>
                      <a:pt x="39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68"/>
              <p:cNvSpPr/>
              <p:nvPr/>
            </p:nvSpPr>
            <p:spPr>
              <a:xfrm>
                <a:off x="5077825" y="3053950"/>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68"/>
              <p:cNvSpPr/>
              <p:nvPr/>
            </p:nvSpPr>
            <p:spPr>
              <a:xfrm>
                <a:off x="5175850" y="3053950"/>
                <a:ext cx="19025" cy="19025"/>
              </a:xfrm>
              <a:custGeom>
                <a:rect b="b" l="l" r="r" t="t"/>
                <a:pathLst>
                  <a:path extrusionOk="0" h="761" w="761">
                    <a:moveTo>
                      <a:pt x="396" y="0"/>
                    </a:moveTo>
                    <a:cubicBezTo>
                      <a:pt x="183" y="0"/>
                      <a:pt x="0" y="152"/>
                      <a:pt x="0" y="365"/>
                    </a:cubicBezTo>
                    <a:cubicBezTo>
                      <a:pt x="0" y="578"/>
                      <a:pt x="183" y="760"/>
                      <a:pt x="396" y="760"/>
                    </a:cubicBezTo>
                    <a:cubicBezTo>
                      <a:pt x="608" y="760"/>
                      <a:pt x="760" y="578"/>
                      <a:pt x="760" y="365"/>
                    </a:cubicBezTo>
                    <a:cubicBezTo>
                      <a:pt x="760" y="152"/>
                      <a:pt x="608"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68"/>
              <p:cNvSpPr/>
              <p:nvPr/>
            </p:nvSpPr>
            <p:spPr>
              <a:xfrm>
                <a:off x="5274625" y="3053950"/>
                <a:ext cx="19025" cy="19025"/>
              </a:xfrm>
              <a:custGeom>
                <a:rect b="b" l="l" r="r" t="t"/>
                <a:pathLst>
                  <a:path extrusionOk="0" h="761" w="761">
                    <a:moveTo>
                      <a:pt x="396" y="0"/>
                    </a:moveTo>
                    <a:cubicBezTo>
                      <a:pt x="183" y="0"/>
                      <a:pt x="1" y="152"/>
                      <a:pt x="1" y="365"/>
                    </a:cubicBezTo>
                    <a:cubicBezTo>
                      <a:pt x="1" y="578"/>
                      <a:pt x="183" y="760"/>
                      <a:pt x="396" y="760"/>
                    </a:cubicBezTo>
                    <a:cubicBezTo>
                      <a:pt x="609" y="760"/>
                      <a:pt x="761" y="578"/>
                      <a:pt x="761" y="365"/>
                    </a:cubicBezTo>
                    <a:cubicBezTo>
                      <a:pt x="761" y="152"/>
                      <a:pt x="609"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68"/>
              <p:cNvSpPr/>
              <p:nvPr/>
            </p:nvSpPr>
            <p:spPr>
              <a:xfrm>
                <a:off x="5373425" y="3053950"/>
                <a:ext cx="19025" cy="19025"/>
              </a:xfrm>
              <a:custGeom>
                <a:rect b="b" l="l" r="r" t="t"/>
                <a:pathLst>
                  <a:path extrusionOk="0" h="761" w="761">
                    <a:moveTo>
                      <a:pt x="365" y="0"/>
                    </a:moveTo>
                    <a:cubicBezTo>
                      <a:pt x="152" y="0"/>
                      <a:pt x="0" y="152"/>
                      <a:pt x="0" y="365"/>
                    </a:cubicBezTo>
                    <a:cubicBezTo>
                      <a:pt x="0" y="578"/>
                      <a:pt x="152" y="760"/>
                      <a:pt x="365" y="760"/>
                    </a:cubicBezTo>
                    <a:cubicBezTo>
                      <a:pt x="578" y="760"/>
                      <a:pt x="760" y="578"/>
                      <a:pt x="760" y="365"/>
                    </a:cubicBezTo>
                    <a:cubicBezTo>
                      <a:pt x="760" y="152"/>
                      <a:pt x="578" y="0"/>
                      <a:pt x="36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68"/>
              <p:cNvSpPr/>
              <p:nvPr/>
            </p:nvSpPr>
            <p:spPr>
              <a:xfrm>
                <a:off x="5471450" y="3053950"/>
                <a:ext cx="19025" cy="19025"/>
              </a:xfrm>
              <a:custGeom>
                <a:rect b="b" l="l" r="r" t="t"/>
                <a:pathLst>
                  <a:path extrusionOk="0" h="761" w="761">
                    <a:moveTo>
                      <a:pt x="396" y="0"/>
                    </a:moveTo>
                    <a:cubicBezTo>
                      <a:pt x="183" y="0"/>
                      <a:pt x="0" y="152"/>
                      <a:pt x="0" y="365"/>
                    </a:cubicBezTo>
                    <a:cubicBezTo>
                      <a:pt x="0" y="578"/>
                      <a:pt x="183" y="760"/>
                      <a:pt x="396" y="760"/>
                    </a:cubicBezTo>
                    <a:cubicBezTo>
                      <a:pt x="608" y="760"/>
                      <a:pt x="760" y="578"/>
                      <a:pt x="760" y="365"/>
                    </a:cubicBezTo>
                    <a:cubicBezTo>
                      <a:pt x="760" y="152"/>
                      <a:pt x="608" y="0"/>
                      <a:pt x="39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49" name="Google Shape;7049;p68"/>
          <p:cNvGrpSpPr/>
          <p:nvPr/>
        </p:nvGrpSpPr>
        <p:grpSpPr>
          <a:xfrm>
            <a:off x="4293985" y="3942915"/>
            <a:ext cx="603031" cy="603031"/>
            <a:chOff x="715100" y="1167425"/>
            <a:chExt cx="627700" cy="627700"/>
          </a:xfrm>
        </p:grpSpPr>
        <p:sp>
          <p:nvSpPr>
            <p:cNvPr id="7050" name="Google Shape;7050;p68"/>
            <p:cNvSpPr/>
            <p:nvPr/>
          </p:nvSpPr>
          <p:spPr>
            <a:xfrm>
              <a:off x="715100" y="1167425"/>
              <a:ext cx="627700" cy="627700"/>
            </a:xfrm>
            <a:custGeom>
              <a:rect b="b" l="l" r="r" t="t"/>
              <a:pathLst>
                <a:path extrusionOk="0" fill="none" h="25108" w="25108">
                  <a:moveTo>
                    <a:pt x="0" y="1"/>
                  </a:moveTo>
                  <a:lnTo>
                    <a:pt x="25107" y="1"/>
                  </a:lnTo>
                  <a:lnTo>
                    <a:pt x="25107" y="25107"/>
                  </a:lnTo>
                  <a:lnTo>
                    <a:pt x="0" y="25107"/>
                  </a:lnTo>
                  <a:close/>
                </a:path>
              </a:pathLst>
            </a:custGeom>
            <a:noFill/>
            <a:ln cap="flat" cmpd="sng" w="9875">
              <a:solidFill>
                <a:srgbClr val="25354C"/>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68"/>
            <p:cNvSpPr/>
            <p:nvPr/>
          </p:nvSpPr>
          <p:spPr>
            <a:xfrm>
              <a:off x="756125" y="1208450"/>
              <a:ext cx="545625" cy="545650"/>
            </a:xfrm>
            <a:custGeom>
              <a:rect b="b" l="l" r="r" t="t"/>
              <a:pathLst>
                <a:path extrusionOk="0" fill="none" h="21826" w="21825">
                  <a:moveTo>
                    <a:pt x="1" y="1"/>
                  </a:moveTo>
                  <a:lnTo>
                    <a:pt x="21825" y="1"/>
                  </a:lnTo>
                  <a:lnTo>
                    <a:pt x="21825" y="21825"/>
                  </a:lnTo>
                  <a:lnTo>
                    <a:pt x="1" y="21825"/>
                  </a:lnTo>
                  <a:close/>
                </a:path>
              </a:pathLst>
            </a:custGeom>
            <a:noFill/>
            <a:ln cap="flat" cmpd="sng" w="9875">
              <a:solidFill>
                <a:srgbClr val="25354C"/>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68"/>
            <p:cNvSpPr/>
            <p:nvPr/>
          </p:nvSpPr>
          <p:spPr>
            <a:xfrm>
              <a:off x="797175" y="1249500"/>
              <a:ext cx="463550" cy="463550"/>
            </a:xfrm>
            <a:custGeom>
              <a:rect b="b" l="l" r="r" t="t"/>
              <a:pathLst>
                <a:path extrusionOk="0" fill="none" h="18542" w="18542">
                  <a:moveTo>
                    <a:pt x="0" y="0"/>
                  </a:moveTo>
                  <a:lnTo>
                    <a:pt x="18541" y="0"/>
                  </a:lnTo>
                  <a:lnTo>
                    <a:pt x="18541" y="18542"/>
                  </a:lnTo>
                  <a:lnTo>
                    <a:pt x="0" y="18542"/>
                  </a:lnTo>
                  <a:close/>
                </a:path>
              </a:pathLst>
            </a:custGeom>
            <a:noFill/>
            <a:ln cap="flat" cmpd="sng" w="9875">
              <a:solidFill>
                <a:srgbClr val="25354C"/>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68"/>
            <p:cNvSpPr/>
            <p:nvPr/>
          </p:nvSpPr>
          <p:spPr>
            <a:xfrm>
              <a:off x="838200" y="1290525"/>
              <a:ext cx="381500" cy="381500"/>
            </a:xfrm>
            <a:custGeom>
              <a:rect b="b" l="l" r="r" t="t"/>
              <a:pathLst>
                <a:path extrusionOk="0" fill="none" h="15260" w="15260">
                  <a:moveTo>
                    <a:pt x="0" y="1"/>
                  </a:moveTo>
                  <a:lnTo>
                    <a:pt x="15259" y="1"/>
                  </a:lnTo>
                  <a:lnTo>
                    <a:pt x="15259" y="15259"/>
                  </a:lnTo>
                  <a:lnTo>
                    <a:pt x="0" y="15259"/>
                  </a:lnTo>
                  <a:close/>
                </a:path>
              </a:pathLst>
            </a:custGeom>
            <a:noFill/>
            <a:ln cap="flat" cmpd="sng" w="9875">
              <a:solidFill>
                <a:srgbClr val="25354C"/>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68"/>
            <p:cNvSpPr/>
            <p:nvPr/>
          </p:nvSpPr>
          <p:spPr>
            <a:xfrm>
              <a:off x="880000" y="1331575"/>
              <a:ext cx="298650" cy="298650"/>
            </a:xfrm>
            <a:custGeom>
              <a:rect b="b" l="l" r="r" t="t"/>
              <a:pathLst>
                <a:path extrusionOk="0" fill="none" h="11946" w="11946">
                  <a:moveTo>
                    <a:pt x="0" y="0"/>
                  </a:moveTo>
                  <a:lnTo>
                    <a:pt x="11946" y="0"/>
                  </a:lnTo>
                  <a:lnTo>
                    <a:pt x="11946" y="11946"/>
                  </a:lnTo>
                  <a:lnTo>
                    <a:pt x="0" y="11946"/>
                  </a:lnTo>
                  <a:close/>
                </a:path>
              </a:pathLst>
            </a:custGeom>
            <a:noFill/>
            <a:ln cap="flat" cmpd="sng" w="9875">
              <a:solidFill>
                <a:srgbClr val="25354C"/>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68"/>
            <p:cNvSpPr/>
            <p:nvPr/>
          </p:nvSpPr>
          <p:spPr>
            <a:xfrm>
              <a:off x="921025" y="1372600"/>
              <a:ext cx="216600" cy="216600"/>
            </a:xfrm>
            <a:custGeom>
              <a:rect b="b" l="l" r="r" t="t"/>
              <a:pathLst>
                <a:path extrusionOk="0" fill="none" h="8664" w="8664">
                  <a:moveTo>
                    <a:pt x="1" y="0"/>
                  </a:moveTo>
                  <a:lnTo>
                    <a:pt x="8663" y="0"/>
                  </a:lnTo>
                  <a:lnTo>
                    <a:pt x="8663" y="8663"/>
                  </a:lnTo>
                  <a:lnTo>
                    <a:pt x="1" y="8663"/>
                  </a:lnTo>
                  <a:close/>
                </a:path>
              </a:pathLst>
            </a:custGeom>
            <a:noFill/>
            <a:ln cap="flat" cmpd="sng" w="9875">
              <a:solidFill>
                <a:srgbClr val="25354C"/>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68"/>
            <p:cNvSpPr/>
            <p:nvPr/>
          </p:nvSpPr>
          <p:spPr>
            <a:xfrm>
              <a:off x="962050" y="1413625"/>
              <a:ext cx="134525" cy="134525"/>
            </a:xfrm>
            <a:custGeom>
              <a:rect b="b" l="l" r="r" t="t"/>
              <a:pathLst>
                <a:path extrusionOk="0" fill="none" h="5381" w="5381">
                  <a:moveTo>
                    <a:pt x="1" y="1"/>
                  </a:moveTo>
                  <a:lnTo>
                    <a:pt x="5381" y="1"/>
                  </a:lnTo>
                  <a:lnTo>
                    <a:pt x="5381" y="5381"/>
                  </a:lnTo>
                  <a:lnTo>
                    <a:pt x="1" y="5381"/>
                  </a:lnTo>
                  <a:close/>
                </a:path>
              </a:pathLst>
            </a:custGeom>
            <a:noFill/>
            <a:ln cap="flat" cmpd="sng" w="9875">
              <a:solidFill>
                <a:srgbClr val="25354C"/>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68"/>
            <p:cNvSpPr/>
            <p:nvPr/>
          </p:nvSpPr>
          <p:spPr>
            <a:xfrm>
              <a:off x="1003100" y="1454675"/>
              <a:ext cx="52450" cy="52450"/>
            </a:xfrm>
            <a:custGeom>
              <a:rect b="b" l="l" r="r" t="t"/>
              <a:pathLst>
                <a:path extrusionOk="0" fill="none" h="2098" w="2098">
                  <a:moveTo>
                    <a:pt x="0" y="0"/>
                  </a:moveTo>
                  <a:lnTo>
                    <a:pt x="2098" y="0"/>
                  </a:lnTo>
                  <a:lnTo>
                    <a:pt x="2098" y="2097"/>
                  </a:lnTo>
                  <a:lnTo>
                    <a:pt x="0" y="2097"/>
                  </a:lnTo>
                  <a:close/>
                </a:path>
              </a:pathLst>
            </a:custGeom>
            <a:noFill/>
            <a:ln cap="flat" cmpd="sng" w="9875">
              <a:solidFill>
                <a:srgbClr val="25354C"/>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8" name="Google Shape;7058;p68"/>
          <p:cNvGrpSpPr/>
          <p:nvPr/>
        </p:nvGrpSpPr>
        <p:grpSpPr>
          <a:xfrm>
            <a:off x="3798900" y="1641767"/>
            <a:ext cx="1485626" cy="1485626"/>
            <a:chOff x="1557825" y="1017725"/>
            <a:chExt cx="1546400" cy="1546400"/>
          </a:xfrm>
        </p:grpSpPr>
        <p:sp>
          <p:nvSpPr>
            <p:cNvPr id="7059" name="Google Shape;7059;p68"/>
            <p:cNvSpPr/>
            <p:nvPr/>
          </p:nvSpPr>
          <p:spPr>
            <a:xfrm>
              <a:off x="1557825" y="1017725"/>
              <a:ext cx="1546400" cy="1546400"/>
            </a:xfrm>
            <a:custGeom>
              <a:rect b="b" l="l" r="r" t="t"/>
              <a:pathLst>
                <a:path extrusionOk="0" fill="none" h="61856" w="61856">
                  <a:moveTo>
                    <a:pt x="56688" y="21612"/>
                  </a:moveTo>
                  <a:cubicBezTo>
                    <a:pt x="61855" y="35837"/>
                    <a:pt x="54469" y="51552"/>
                    <a:pt x="40244" y="56688"/>
                  </a:cubicBezTo>
                  <a:cubicBezTo>
                    <a:pt x="26019" y="61856"/>
                    <a:pt x="10304" y="54470"/>
                    <a:pt x="5137" y="40244"/>
                  </a:cubicBezTo>
                  <a:cubicBezTo>
                    <a:pt x="0" y="26019"/>
                    <a:pt x="7356" y="10305"/>
                    <a:pt x="21581" y="5138"/>
                  </a:cubicBezTo>
                  <a:cubicBezTo>
                    <a:pt x="35837" y="1"/>
                    <a:pt x="51551" y="7356"/>
                    <a:pt x="56688" y="21612"/>
                  </a:cubicBezTo>
                  <a:close/>
                </a:path>
              </a:pathLst>
            </a:custGeom>
            <a:noFill/>
            <a:ln cap="flat" cmpd="sng" w="4550">
              <a:solidFill>
                <a:srgbClr val="25354C"/>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68"/>
            <p:cNvSpPr/>
            <p:nvPr/>
          </p:nvSpPr>
          <p:spPr>
            <a:xfrm>
              <a:off x="1630000" y="1093725"/>
              <a:ext cx="1402025" cy="1402775"/>
            </a:xfrm>
            <a:custGeom>
              <a:rect b="b" l="l" r="r" t="t"/>
              <a:pathLst>
                <a:path extrusionOk="0" fill="none" h="56111" w="56081">
                  <a:moveTo>
                    <a:pt x="46111" y="10000"/>
                  </a:moveTo>
                  <a:cubicBezTo>
                    <a:pt x="56081" y="19970"/>
                    <a:pt x="56081" y="36141"/>
                    <a:pt x="46111" y="46110"/>
                  </a:cubicBezTo>
                  <a:cubicBezTo>
                    <a:pt x="36141" y="56110"/>
                    <a:pt x="19971" y="56110"/>
                    <a:pt x="9971" y="46110"/>
                  </a:cubicBezTo>
                  <a:cubicBezTo>
                    <a:pt x="1" y="36141"/>
                    <a:pt x="1" y="19970"/>
                    <a:pt x="9971" y="10000"/>
                  </a:cubicBezTo>
                  <a:cubicBezTo>
                    <a:pt x="19971" y="0"/>
                    <a:pt x="36141" y="0"/>
                    <a:pt x="46111" y="10000"/>
                  </a:cubicBezTo>
                  <a:close/>
                </a:path>
              </a:pathLst>
            </a:custGeom>
            <a:noFill/>
            <a:ln cap="flat" cmpd="sng" w="4550">
              <a:solidFill>
                <a:srgbClr val="25354C"/>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68"/>
            <p:cNvSpPr/>
            <p:nvPr/>
          </p:nvSpPr>
          <p:spPr>
            <a:xfrm>
              <a:off x="1680925" y="1145400"/>
              <a:ext cx="1300200" cy="1299425"/>
            </a:xfrm>
            <a:custGeom>
              <a:rect b="b" l="l" r="r" t="t"/>
              <a:pathLst>
                <a:path extrusionOk="0" fill="none" h="51977" w="52008">
                  <a:moveTo>
                    <a:pt x="42767" y="9240"/>
                  </a:moveTo>
                  <a:cubicBezTo>
                    <a:pt x="52007" y="18481"/>
                    <a:pt x="52007" y="33496"/>
                    <a:pt x="42767" y="42736"/>
                  </a:cubicBezTo>
                  <a:cubicBezTo>
                    <a:pt x="33496" y="51977"/>
                    <a:pt x="18511" y="51977"/>
                    <a:pt x="9271" y="42736"/>
                  </a:cubicBezTo>
                  <a:cubicBezTo>
                    <a:pt x="0" y="33496"/>
                    <a:pt x="0" y="18481"/>
                    <a:pt x="9271" y="9240"/>
                  </a:cubicBezTo>
                  <a:cubicBezTo>
                    <a:pt x="18511" y="0"/>
                    <a:pt x="33496" y="0"/>
                    <a:pt x="42767" y="9240"/>
                  </a:cubicBezTo>
                  <a:close/>
                </a:path>
              </a:pathLst>
            </a:custGeom>
            <a:noFill/>
            <a:ln cap="flat" cmpd="sng" w="4550">
              <a:solidFill>
                <a:srgbClr val="25354C"/>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68"/>
            <p:cNvSpPr/>
            <p:nvPr/>
          </p:nvSpPr>
          <p:spPr>
            <a:xfrm>
              <a:off x="1732600" y="1196300"/>
              <a:ext cx="1197600" cy="1197625"/>
            </a:xfrm>
            <a:custGeom>
              <a:rect b="b" l="l" r="r" t="t"/>
              <a:pathLst>
                <a:path extrusionOk="0" fill="none" h="47905" w="47904">
                  <a:moveTo>
                    <a:pt x="39363" y="8511"/>
                  </a:moveTo>
                  <a:cubicBezTo>
                    <a:pt x="47904" y="17053"/>
                    <a:pt x="47904" y="30852"/>
                    <a:pt x="39363" y="39393"/>
                  </a:cubicBezTo>
                  <a:cubicBezTo>
                    <a:pt x="30852" y="47904"/>
                    <a:pt x="17022" y="47904"/>
                    <a:pt x="8511" y="39393"/>
                  </a:cubicBezTo>
                  <a:cubicBezTo>
                    <a:pt x="0" y="30852"/>
                    <a:pt x="0" y="17053"/>
                    <a:pt x="8511" y="8511"/>
                  </a:cubicBezTo>
                  <a:cubicBezTo>
                    <a:pt x="17022" y="1"/>
                    <a:pt x="30852" y="1"/>
                    <a:pt x="39363" y="8511"/>
                  </a:cubicBezTo>
                  <a:close/>
                </a:path>
              </a:pathLst>
            </a:custGeom>
            <a:noFill/>
            <a:ln cap="flat" cmpd="sng" w="4550">
              <a:solidFill>
                <a:srgbClr val="25354C"/>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68"/>
            <p:cNvSpPr/>
            <p:nvPr/>
          </p:nvSpPr>
          <p:spPr>
            <a:xfrm>
              <a:off x="1783500" y="1247975"/>
              <a:ext cx="1095025" cy="1094275"/>
            </a:xfrm>
            <a:custGeom>
              <a:rect b="b" l="l" r="r" t="t"/>
              <a:pathLst>
                <a:path extrusionOk="0" fill="none" h="43771" w="43801">
                  <a:moveTo>
                    <a:pt x="36020" y="7782"/>
                  </a:moveTo>
                  <a:cubicBezTo>
                    <a:pt x="43801" y="15563"/>
                    <a:pt x="43801" y="28208"/>
                    <a:pt x="36020" y="35989"/>
                  </a:cubicBezTo>
                  <a:cubicBezTo>
                    <a:pt x="28208" y="43770"/>
                    <a:pt x="15594" y="43770"/>
                    <a:pt x="7812" y="35989"/>
                  </a:cubicBezTo>
                  <a:cubicBezTo>
                    <a:pt x="1" y="28208"/>
                    <a:pt x="1" y="15563"/>
                    <a:pt x="7812" y="7782"/>
                  </a:cubicBezTo>
                  <a:cubicBezTo>
                    <a:pt x="15594" y="1"/>
                    <a:pt x="28208" y="1"/>
                    <a:pt x="36020" y="7782"/>
                  </a:cubicBezTo>
                  <a:close/>
                </a:path>
              </a:pathLst>
            </a:custGeom>
            <a:noFill/>
            <a:ln cap="flat" cmpd="sng" w="4550">
              <a:solidFill>
                <a:srgbClr val="25354C"/>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68"/>
            <p:cNvSpPr/>
            <p:nvPr/>
          </p:nvSpPr>
          <p:spPr>
            <a:xfrm>
              <a:off x="1835175" y="1298900"/>
              <a:ext cx="992450" cy="992425"/>
            </a:xfrm>
            <a:custGeom>
              <a:rect b="b" l="l" r="r" t="t"/>
              <a:pathLst>
                <a:path extrusionOk="0" fill="none" h="39697" w="39698">
                  <a:moveTo>
                    <a:pt x="32615" y="7052"/>
                  </a:moveTo>
                  <a:cubicBezTo>
                    <a:pt x="39697" y="14134"/>
                    <a:pt x="39697" y="25563"/>
                    <a:pt x="32615" y="32645"/>
                  </a:cubicBezTo>
                  <a:cubicBezTo>
                    <a:pt x="25563" y="39697"/>
                    <a:pt x="14104" y="39697"/>
                    <a:pt x="7052" y="32645"/>
                  </a:cubicBezTo>
                  <a:cubicBezTo>
                    <a:pt x="1" y="25563"/>
                    <a:pt x="1" y="14134"/>
                    <a:pt x="7052" y="7052"/>
                  </a:cubicBezTo>
                  <a:cubicBezTo>
                    <a:pt x="14104" y="0"/>
                    <a:pt x="25563" y="0"/>
                    <a:pt x="32615" y="7052"/>
                  </a:cubicBezTo>
                  <a:close/>
                </a:path>
              </a:pathLst>
            </a:custGeom>
            <a:noFill/>
            <a:ln cap="flat" cmpd="sng" w="4550">
              <a:solidFill>
                <a:srgbClr val="25354C"/>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68"/>
            <p:cNvSpPr/>
            <p:nvPr/>
          </p:nvSpPr>
          <p:spPr>
            <a:xfrm>
              <a:off x="1871650" y="1335375"/>
              <a:ext cx="919500" cy="919475"/>
            </a:xfrm>
            <a:custGeom>
              <a:rect b="b" l="l" r="r" t="t"/>
              <a:pathLst>
                <a:path extrusionOk="0" fill="none" h="36779" w="36780">
                  <a:moveTo>
                    <a:pt x="24408" y="3313"/>
                  </a:moveTo>
                  <a:cubicBezTo>
                    <a:pt x="32706" y="6657"/>
                    <a:pt x="36779" y="16079"/>
                    <a:pt x="33436" y="24408"/>
                  </a:cubicBezTo>
                  <a:cubicBezTo>
                    <a:pt x="30123" y="32736"/>
                    <a:pt x="20700" y="36779"/>
                    <a:pt x="12372" y="33466"/>
                  </a:cubicBezTo>
                  <a:cubicBezTo>
                    <a:pt x="4043" y="30152"/>
                    <a:pt x="1" y="20699"/>
                    <a:pt x="3314" y="12371"/>
                  </a:cubicBezTo>
                  <a:cubicBezTo>
                    <a:pt x="6627" y="4073"/>
                    <a:pt x="16080" y="0"/>
                    <a:pt x="24408" y="3313"/>
                  </a:cubicBezTo>
                  <a:close/>
                </a:path>
              </a:pathLst>
            </a:custGeom>
            <a:noFill/>
            <a:ln cap="flat" cmpd="sng" w="4550">
              <a:solidFill>
                <a:srgbClr val="25354C"/>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68"/>
            <p:cNvSpPr/>
            <p:nvPr/>
          </p:nvSpPr>
          <p:spPr>
            <a:xfrm>
              <a:off x="1934725" y="1399200"/>
              <a:ext cx="792600" cy="792575"/>
            </a:xfrm>
            <a:custGeom>
              <a:rect b="b" l="l" r="r" t="t"/>
              <a:pathLst>
                <a:path extrusionOk="0" fill="none" h="31703" w="31704">
                  <a:moveTo>
                    <a:pt x="19362" y="1915"/>
                  </a:moveTo>
                  <a:cubicBezTo>
                    <a:pt x="27053" y="3830"/>
                    <a:pt x="31703" y="11642"/>
                    <a:pt x="29788" y="19332"/>
                  </a:cubicBezTo>
                  <a:cubicBezTo>
                    <a:pt x="27873" y="27022"/>
                    <a:pt x="20062" y="31703"/>
                    <a:pt x="12371" y="29758"/>
                  </a:cubicBezTo>
                  <a:cubicBezTo>
                    <a:pt x="4681" y="27843"/>
                    <a:pt x="0" y="20031"/>
                    <a:pt x="1946" y="12341"/>
                  </a:cubicBezTo>
                  <a:cubicBezTo>
                    <a:pt x="3861" y="4651"/>
                    <a:pt x="11672" y="0"/>
                    <a:pt x="19362" y="1915"/>
                  </a:cubicBezTo>
                  <a:close/>
                </a:path>
              </a:pathLst>
            </a:custGeom>
            <a:noFill/>
            <a:ln cap="flat" cmpd="sng" w="4550">
              <a:solidFill>
                <a:srgbClr val="25354C"/>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68"/>
            <p:cNvSpPr/>
            <p:nvPr/>
          </p:nvSpPr>
          <p:spPr>
            <a:xfrm>
              <a:off x="1995525" y="1459225"/>
              <a:ext cx="671000" cy="671775"/>
            </a:xfrm>
            <a:custGeom>
              <a:rect b="b" l="l" r="r" t="t"/>
              <a:pathLst>
                <a:path extrusionOk="0" fill="none" h="26871" w="26840">
                  <a:moveTo>
                    <a:pt x="15411" y="1095"/>
                  </a:moveTo>
                  <a:cubicBezTo>
                    <a:pt x="22219" y="2219"/>
                    <a:pt x="26839" y="8633"/>
                    <a:pt x="25745" y="15411"/>
                  </a:cubicBezTo>
                  <a:cubicBezTo>
                    <a:pt x="24651" y="22220"/>
                    <a:pt x="18237" y="26870"/>
                    <a:pt x="11429" y="25746"/>
                  </a:cubicBezTo>
                  <a:cubicBezTo>
                    <a:pt x="4620" y="24651"/>
                    <a:pt x="0" y="18238"/>
                    <a:pt x="1094" y="11460"/>
                  </a:cubicBezTo>
                  <a:cubicBezTo>
                    <a:pt x="2189" y="4651"/>
                    <a:pt x="8602" y="1"/>
                    <a:pt x="15411" y="1095"/>
                  </a:cubicBezTo>
                  <a:close/>
                </a:path>
              </a:pathLst>
            </a:custGeom>
            <a:noFill/>
            <a:ln cap="flat" cmpd="sng" w="4550">
              <a:solidFill>
                <a:srgbClr val="25354C"/>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68"/>
            <p:cNvSpPr/>
            <p:nvPr/>
          </p:nvSpPr>
          <p:spPr>
            <a:xfrm>
              <a:off x="2051750" y="1515450"/>
              <a:ext cx="558550" cy="558550"/>
            </a:xfrm>
            <a:custGeom>
              <a:rect b="b" l="l" r="r" t="t"/>
              <a:pathLst>
                <a:path extrusionOk="0" fill="none" h="22342" w="22342">
                  <a:moveTo>
                    <a:pt x="12280" y="609"/>
                  </a:moveTo>
                  <a:cubicBezTo>
                    <a:pt x="18116" y="1217"/>
                    <a:pt x="22341" y="6445"/>
                    <a:pt x="21733" y="12281"/>
                  </a:cubicBezTo>
                  <a:cubicBezTo>
                    <a:pt x="21125" y="18117"/>
                    <a:pt x="15897" y="22342"/>
                    <a:pt x="10061" y="21734"/>
                  </a:cubicBezTo>
                  <a:cubicBezTo>
                    <a:pt x="4225" y="21126"/>
                    <a:pt x="0" y="15928"/>
                    <a:pt x="608" y="10092"/>
                  </a:cubicBezTo>
                  <a:cubicBezTo>
                    <a:pt x="1216" y="4256"/>
                    <a:pt x="6444" y="1"/>
                    <a:pt x="12280" y="609"/>
                  </a:cubicBezTo>
                  <a:close/>
                </a:path>
              </a:pathLst>
            </a:custGeom>
            <a:noFill/>
            <a:ln cap="flat" cmpd="sng" w="4550">
              <a:solidFill>
                <a:srgbClr val="25354C"/>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68"/>
            <p:cNvSpPr/>
            <p:nvPr/>
          </p:nvSpPr>
          <p:spPr>
            <a:xfrm>
              <a:off x="2104950" y="1568650"/>
              <a:ext cx="452900" cy="452925"/>
            </a:xfrm>
            <a:custGeom>
              <a:rect b="b" l="l" r="r" t="t"/>
              <a:pathLst>
                <a:path extrusionOk="0" fill="none" h="18117" w="18116">
                  <a:moveTo>
                    <a:pt x="9635" y="335"/>
                  </a:moveTo>
                  <a:cubicBezTo>
                    <a:pt x="14438" y="639"/>
                    <a:pt x="18116" y="4803"/>
                    <a:pt x="17782" y="9636"/>
                  </a:cubicBezTo>
                  <a:cubicBezTo>
                    <a:pt x="17478" y="14438"/>
                    <a:pt x="13313" y="18116"/>
                    <a:pt x="8480" y="17782"/>
                  </a:cubicBezTo>
                  <a:cubicBezTo>
                    <a:pt x="3648" y="17478"/>
                    <a:pt x="0" y="13314"/>
                    <a:pt x="304" y="8481"/>
                  </a:cubicBezTo>
                  <a:cubicBezTo>
                    <a:pt x="638" y="3648"/>
                    <a:pt x="4803" y="0"/>
                    <a:pt x="9635" y="335"/>
                  </a:cubicBezTo>
                  <a:close/>
                </a:path>
              </a:pathLst>
            </a:custGeom>
            <a:noFill/>
            <a:ln cap="flat" cmpd="sng" w="4550">
              <a:solidFill>
                <a:srgbClr val="25354C"/>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68"/>
            <p:cNvSpPr/>
            <p:nvPr/>
          </p:nvSpPr>
          <p:spPr>
            <a:xfrm>
              <a:off x="2155850" y="1619550"/>
              <a:ext cx="351100" cy="351100"/>
            </a:xfrm>
            <a:custGeom>
              <a:rect b="b" l="l" r="r" t="t"/>
              <a:pathLst>
                <a:path extrusionOk="0" fill="none" h="14044" w="14044">
                  <a:moveTo>
                    <a:pt x="7265" y="153"/>
                  </a:moveTo>
                  <a:cubicBezTo>
                    <a:pt x="11065" y="275"/>
                    <a:pt x="14043" y="3496"/>
                    <a:pt x="13891" y="7296"/>
                  </a:cubicBezTo>
                  <a:cubicBezTo>
                    <a:pt x="13739" y="11095"/>
                    <a:pt x="10548" y="14044"/>
                    <a:pt x="6748" y="13892"/>
                  </a:cubicBezTo>
                  <a:cubicBezTo>
                    <a:pt x="2949" y="13770"/>
                    <a:pt x="1" y="10579"/>
                    <a:pt x="122" y="6779"/>
                  </a:cubicBezTo>
                  <a:cubicBezTo>
                    <a:pt x="274" y="2980"/>
                    <a:pt x="3466" y="1"/>
                    <a:pt x="7265" y="153"/>
                  </a:cubicBezTo>
                  <a:close/>
                </a:path>
              </a:pathLst>
            </a:custGeom>
            <a:noFill/>
            <a:ln cap="flat" cmpd="sng" w="4550">
              <a:solidFill>
                <a:srgbClr val="25354C"/>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68"/>
            <p:cNvSpPr/>
            <p:nvPr/>
          </p:nvSpPr>
          <p:spPr>
            <a:xfrm>
              <a:off x="2204475" y="1668200"/>
              <a:ext cx="253075" cy="253825"/>
            </a:xfrm>
            <a:custGeom>
              <a:rect b="b" l="l" r="r" t="t"/>
              <a:pathLst>
                <a:path extrusionOk="0" fill="none" h="10153" w="10123">
                  <a:moveTo>
                    <a:pt x="5138" y="61"/>
                  </a:moveTo>
                  <a:cubicBezTo>
                    <a:pt x="7934" y="91"/>
                    <a:pt x="10123" y="2371"/>
                    <a:pt x="10092" y="5168"/>
                  </a:cubicBezTo>
                  <a:cubicBezTo>
                    <a:pt x="10031" y="7934"/>
                    <a:pt x="7752" y="10152"/>
                    <a:pt x="4986" y="10092"/>
                  </a:cubicBezTo>
                  <a:cubicBezTo>
                    <a:pt x="2220" y="10061"/>
                    <a:pt x="1" y="7751"/>
                    <a:pt x="62" y="4985"/>
                  </a:cubicBezTo>
                  <a:cubicBezTo>
                    <a:pt x="92" y="2219"/>
                    <a:pt x="2372" y="0"/>
                    <a:pt x="5138" y="61"/>
                  </a:cubicBezTo>
                  <a:close/>
                </a:path>
              </a:pathLst>
            </a:custGeom>
            <a:noFill/>
            <a:ln cap="flat" cmpd="sng" w="4550">
              <a:solidFill>
                <a:srgbClr val="25354C"/>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68"/>
            <p:cNvSpPr/>
            <p:nvPr/>
          </p:nvSpPr>
          <p:spPr>
            <a:xfrm>
              <a:off x="2252350" y="1689475"/>
              <a:ext cx="164925" cy="211275"/>
            </a:xfrm>
            <a:custGeom>
              <a:rect b="b" l="l" r="r" t="t"/>
              <a:pathLst>
                <a:path extrusionOk="0" fill="none" h="8451" w="6597">
                  <a:moveTo>
                    <a:pt x="5381" y="6444"/>
                  </a:moveTo>
                  <a:cubicBezTo>
                    <a:pt x="3405" y="8450"/>
                    <a:pt x="1" y="7022"/>
                    <a:pt x="1" y="4225"/>
                  </a:cubicBezTo>
                  <a:cubicBezTo>
                    <a:pt x="1" y="1399"/>
                    <a:pt x="3405" y="0"/>
                    <a:pt x="5381" y="2006"/>
                  </a:cubicBezTo>
                  <a:cubicBezTo>
                    <a:pt x="6597" y="3222"/>
                    <a:pt x="6597" y="5228"/>
                    <a:pt x="5381" y="6444"/>
                  </a:cubicBezTo>
                  <a:close/>
                </a:path>
              </a:pathLst>
            </a:custGeom>
            <a:noFill/>
            <a:ln cap="flat" cmpd="sng" w="4550">
              <a:solidFill>
                <a:srgbClr val="25354C"/>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3" name="Google Shape;7073;p68"/>
          <p:cNvGrpSpPr/>
          <p:nvPr/>
        </p:nvGrpSpPr>
        <p:grpSpPr>
          <a:xfrm>
            <a:off x="7479809" y="3477758"/>
            <a:ext cx="888479" cy="1130648"/>
            <a:chOff x="3277450" y="1131900"/>
            <a:chExt cx="924825" cy="1176900"/>
          </a:xfrm>
        </p:grpSpPr>
        <p:sp>
          <p:nvSpPr>
            <p:cNvPr id="7074" name="Google Shape;7074;p68"/>
            <p:cNvSpPr/>
            <p:nvPr/>
          </p:nvSpPr>
          <p:spPr>
            <a:xfrm>
              <a:off x="3277450" y="1131900"/>
              <a:ext cx="924825" cy="815000"/>
            </a:xfrm>
            <a:custGeom>
              <a:rect b="b" l="l" r="r" t="t"/>
              <a:pathLst>
                <a:path extrusionOk="0" h="32600" w="36993">
                  <a:moveTo>
                    <a:pt x="18488" y="1"/>
                  </a:moveTo>
                  <a:cubicBezTo>
                    <a:pt x="16416" y="1"/>
                    <a:pt x="14311" y="399"/>
                    <a:pt x="12280" y="1239"/>
                  </a:cubicBezTo>
                  <a:cubicBezTo>
                    <a:pt x="3952" y="4674"/>
                    <a:pt x="1" y="14218"/>
                    <a:pt x="3435" y="22516"/>
                  </a:cubicBezTo>
                  <a:cubicBezTo>
                    <a:pt x="6030" y="28807"/>
                    <a:pt x="12092" y="32600"/>
                    <a:pt x="18492" y="32600"/>
                  </a:cubicBezTo>
                  <a:cubicBezTo>
                    <a:pt x="20565" y="32600"/>
                    <a:pt x="22674" y="32202"/>
                    <a:pt x="24712" y="31361"/>
                  </a:cubicBezTo>
                  <a:cubicBezTo>
                    <a:pt x="33041" y="27927"/>
                    <a:pt x="36992" y="18413"/>
                    <a:pt x="33557" y="10084"/>
                  </a:cubicBezTo>
                  <a:cubicBezTo>
                    <a:pt x="30963" y="3794"/>
                    <a:pt x="24884" y="1"/>
                    <a:pt x="18488"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68"/>
            <p:cNvSpPr/>
            <p:nvPr/>
          </p:nvSpPr>
          <p:spPr>
            <a:xfrm>
              <a:off x="3755425" y="1532925"/>
              <a:ext cx="25" cy="775875"/>
            </a:xfrm>
            <a:custGeom>
              <a:rect b="b" l="l" r="r" t="t"/>
              <a:pathLst>
                <a:path extrusionOk="0" fill="none" h="31035" w="1">
                  <a:moveTo>
                    <a:pt x="1" y="1"/>
                  </a:moveTo>
                  <a:lnTo>
                    <a:pt x="1" y="31035"/>
                  </a:lnTo>
                </a:path>
              </a:pathLst>
            </a:custGeom>
            <a:noFill/>
            <a:ln cap="rnd" cmpd="sng" w="28875">
              <a:solidFill>
                <a:srgbClr val="96A8A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6" name="Google Shape;7076;p68"/>
          <p:cNvGrpSpPr/>
          <p:nvPr/>
        </p:nvGrpSpPr>
        <p:grpSpPr>
          <a:xfrm>
            <a:off x="1046185" y="2471526"/>
            <a:ext cx="2341946" cy="2117983"/>
            <a:chOff x="3150525" y="2342275"/>
            <a:chExt cx="2437750" cy="2204625"/>
          </a:xfrm>
        </p:grpSpPr>
        <p:sp>
          <p:nvSpPr>
            <p:cNvPr id="7077" name="Google Shape;7077;p68"/>
            <p:cNvSpPr/>
            <p:nvPr/>
          </p:nvSpPr>
          <p:spPr>
            <a:xfrm>
              <a:off x="3152225" y="4533700"/>
              <a:ext cx="14275" cy="13075"/>
            </a:xfrm>
            <a:custGeom>
              <a:rect b="b" l="l" r="r" t="t"/>
              <a:pathLst>
                <a:path extrusionOk="0" h="523" w="571">
                  <a:moveTo>
                    <a:pt x="256" y="0"/>
                  </a:moveTo>
                  <a:cubicBezTo>
                    <a:pt x="1" y="0"/>
                    <a:pt x="7" y="522"/>
                    <a:pt x="276" y="522"/>
                  </a:cubicBezTo>
                  <a:cubicBezTo>
                    <a:pt x="283" y="522"/>
                    <a:pt x="290" y="522"/>
                    <a:pt x="297" y="521"/>
                  </a:cubicBezTo>
                  <a:cubicBezTo>
                    <a:pt x="449" y="521"/>
                    <a:pt x="571" y="400"/>
                    <a:pt x="571" y="248"/>
                  </a:cubicBezTo>
                  <a:cubicBezTo>
                    <a:pt x="571" y="126"/>
                    <a:pt x="449" y="5"/>
                    <a:pt x="297" y="5"/>
                  </a:cubicBezTo>
                  <a:cubicBezTo>
                    <a:pt x="283" y="2"/>
                    <a:pt x="269" y="0"/>
                    <a:pt x="256"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68"/>
            <p:cNvSpPr/>
            <p:nvPr/>
          </p:nvSpPr>
          <p:spPr>
            <a:xfrm>
              <a:off x="3211325" y="4533800"/>
              <a:ext cx="13700" cy="12950"/>
            </a:xfrm>
            <a:custGeom>
              <a:rect b="b" l="l" r="r" t="t"/>
              <a:pathLst>
                <a:path extrusionOk="0" h="518" w="548">
                  <a:moveTo>
                    <a:pt x="274" y="1"/>
                  </a:moveTo>
                  <a:cubicBezTo>
                    <a:pt x="122" y="1"/>
                    <a:pt x="0" y="122"/>
                    <a:pt x="31" y="244"/>
                  </a:cubicBezTo>
                  <a:cubicBezTo>
                    <a:pt x="31" y="396"/>
                    <a:pt x="152" y="517"/>
                    <a:pt x="304" y="517"/>
                  </a:cubicBezTo>
                  <a:cubicBezTo>
                    <a:pt x="456" y="517"/>
                    <a:pt x="547" y="396"/>
                    <a:pt x="547" y="274"/>
                  </a:cubicBezTo>
                  <a:cubicBezTo>
                    <a:pt x="547" y="122"/>
                    <a:pt x="426" y="1"/>
                    <a:pt x="27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68"/>
            <p:cNvSpPr/>
            <p:nvPr/>
          </p:nvSpPr>
          <p:spPr>
            <a:xfrm>
              <a:off x="3270600" y="4533800"/>
              <a:ext cx="13700" cy="12950"/>
            </a:xfrm>
            <a:custGeom>
              <a:rect b="b" l="l" r="r" t="t"/>
              <a:pathLst>
                <a:path extrusionOk="0" h="518" w="548">
                  <a:moveTo>
                    <a:pt x="243" y="1"/>
                  </a:moveTo>
                  <a:cubicBezTo>
                    <a:pt x="122" y="1"/>
                    <a:pt x="0" y="122"/>
                    <a:pt x="0" y="274"/>
                  </a:cubicBezTo>
                  <a:cubicBezTo>
                    <a:pt x="31" y="396"/>
                    <a:pt x="152" y="517"/>
                    <a:pt x="304" y="517"/>
                  </a:cubicBezTo>
                  <a:cubicBezTo>
                    <a:pt x="426" y="517"/>
                    <a:pt x="547" y="396"/>
                    <a:pt x="547" y="274"/>
                  </a:cubicBezTo>
                  <a:cubicBezTo>
                    <a:pt x="517" y="122"/>
                    <a:pt x="395" y="1"/>
                    <a:pt x="24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68"/>
            <p:cNvSpPr/>
            <p:nvPr/>
          </p:nvSpPr>
          <p:spPr>
            <a:xfrm>
              <a:off x="3329100" y="4533800"/>
              <a:ext cx="14475" cy="12950"/>
            </a:xfrm>
            <a:custGeom>
              <a:rect b="b" l="l" r="r" t="t"/>
              <a:pathLst>
                <a:path extrusionOk="0" h="518" w="579">
                  <a:moveTo>
                    <a:pt x="274" y="1"/>
                  </a:moveTo>
                  <a:cubicBezTo>
                    <a:pt x="122" y="1"/>
                    <a:pt x="1" y="122"/>
                    <a:pt x="31" y="274"/>
                  </a:cubicBezTo>
                  <a:cubicBezTo>
                    <a:pt x="31" y="396"/>
                    <a:pt x="153" y="517"/>
                    <a:pt x="305" y="517"/>
                  </a:cubicBezTo>
                  <a:cubicBezTo>
                    <a:pt x="457" y="517"/>
                    <a:pt x="578" y="396"/>
                    <a:pt x="548" y="274"/>
                  </a:cubicBezTo>
                  <a:cubicBezTo>
                    <a:pt x="548" y="122"/>
                    <a:pt x="426" y="1"/>
                    <a:pt x="27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68"/>
            <p:cNvSpPr/>
            <p:nvPr/>
          </p:nvSpPr>
          <p:spPr>
            <a:xfrm>
              <a:off x="3388375" y="4533800"/>
              <a:ext cx="13700" cy="12950"/>
            </a:xfrm>
            <a:custGeom>
              <a:rect b="b" l="l" r="r" t="t"/>
              <a:pathLst>
                <a:path extrusionOk="0" h="518" w="548">
                  <a:moveTo>
                    <a:pt x="274" y="1"/>
                  </a:moveTo>
                  <a:cubicBezTo>
                    <a:pt x="122" y="1"/>
                    <a:pt x="0" y="122"/>
                    <a:pt x="0" y="274"/>
                  </a:cubicBezTo>
                  <a:cubicBezTo>
                    <a:pt x="31" y="396"/>
                    <a:pt x="152" y="517"/>
                    <a:pt x="304" y="517"/>
                  </a:cubicBezTo>
                  <a:cubicBezTo>
                    <a:pt x="456" y="517"/>
                    <a:pt x="548" y="396"/>
                    <a:pt x="548" y="274"/>
                  </a:cubicBezTo>
                  <a:cubicBezTo>
                    <a:pt x="548" y="122"/>
                    <a:pt x="426" y="1"/>
                    <a:pt x="27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68"/>
            <p:cNvSpPr/>
            <p:nvPr/>
          </p:nvSpPr>
          <p:spPr>
            <a:xfrm>
              <a:off x="3447650" y="4533600"/>
              <a:ext cx="13700" cy="13150"/>
            </a:xfrm>
            <a:custGeom>
              <a:rect b="b" l="l" r="r" t="t"/>
              <a:pathLst>
                <a:path extrusionOk="0" h="526" w="548">
                  <a:moveTo>
                    <a:pt x="274" y="1"/>
                  </a:moveTo>
                  <a:cubicBezTo>
                    <a:pt x="137" y="1"/>
                    <a:pt x="0" y="84"/>
                    <a:pt x="0" y="252"/>
                  </a:cubicBezTo>
                  <a:cubicBezTo>
                    <a:pt x="31" y="404"/>
                    <a:pt x="152" y="525"/>
                    <a:pt x="304" y="525"/>
                  </a:cubicBezTo>
                  <a:cubicBezTo>
                    <a:pt x="426" y="525"/>
                    <a:pt x="547" y="404"/>
                    <a:pt x="547" y="252"/>
                  </a:cubicBezTo>
                  <a:cubicBezTo>
                    <a:pt x="547" y="84"/>
                    <a:pt x="411" y="1"/>
                    <a:pt x="27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68"/>
            <p:cNvSpPr/>
            <p:nvPr/>
          </p:nvSpPr>
          <p:spPr>
            <a:xfrm>
              <a:off x="3506925" y="4533050"/>
              <a:ext cx="13700" cy="13700"/>
            </a:xfrm>
            <a:custGeom>
              <a:rect b="b" l="l" r="r" t="t"/>
              <a:pathLst>
                <a:path extrusionOk="0" h="548" w="548">
                  <a:moveTo>
                    <a:pt x="274" y="0"/>
                  </a:moveTo>
                  <a:cubicBezTo>
                    <a:pt x="122" y="0"/>
                    <a:pt x="0" y="122"/>
                    <a:pt x="0" y="274"/>
                  </a:cubicBezTo>
                  <a:cubicBezTo>
                    <a:pt x="0" y="426"/>
                    <a:pt x="122" y="547"/>
                    <a:pt x="274" y="547"/>
                  </a:cubicBezTo>
                  <a:cubicBezTo>
                    <a:pt x="426" y="547"/>
                    <a:pt x="547" y="426"/>
                    <a:pt x="547" y="274"/>
                  </a:cubicBezTo>
                  <a:cubicBezTo>
                    <a:pt x="547" y="122"/>
                    <a:pt x="426" y="0"/>
                    <a:pt x="27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68"/>
            <p:cNvSpPr/>
            <p:nvPr/>
          </p:nvSpPr>
          <p:spPr>
            <a:xfrm>
              <a:off x="3566200" y="4533050"/>
              <a:ext cx="14450" cy="13700"/>
            </a:xfrm>
            <a:custGeom>
              <a:rect b="b" l="l" r="r" t="t"/>
              <a:pathLst>
                <a:path extrusionOk="0" h="548" w="578">
                  <a:moveTo>
                    <a:pt x="304" y="0"/>
                  </a:moveTo>
                  <a:cubicBezTo>
                    <a:pt x="152" y="0"/>
                    <a:pt x="30" y="122"/>
                    <a:pt x="0" y="274"/>
                  </a:cubicBezTo>
                  <a:cubicBezTo>
                    <a:pt x="0" y="426"/>
                    <a:pt x="122" y="547"/>
                    <a:pt x="274" y="547"/>
                  </a:cubicBezTo>
                  <a:cubicBezTo>
                    <a:pt x="426" y="547"/>
                    <a:pt x="547" y="426"/>
                    <a:pt x="547" y="274"/>
                  </a:cubicBezTo>
                  <a:cubicBezTo>
                    <a:pt x="578" y="122"/>
                    <a:pt x="456" y="0"/>
                    <a:pt x="30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68"/>
            <p:cNvSpPr/>
            <p:nvPr/>
          </p:nvSpPr>
          <p:spPr>
            <a:xfrm>
              <a:off x="3625450" y="4533050"/>
              <a:ext cx="14475" cy="13700"/>
            </a:xfrm>
            <a:custGeom>
              <a:rect b="b" l="l" r="r" t="t"/>
              <a:pathLst>
                <a:path extrusionOk="0" h="548" w="579">
                  <a:moveTo>
                    <a:pt x="305" y="0"/>
                  </a:moveTo>
                  <a:cubicBezTo>
                    <a:pt x="153" y="0"/>
                    <a:pt x="31" y="122"/>
                    <a:pt x="1" y="274"/>
                  </a:cubicBezTo>
                  <a:cubicBezTo>
                    <a:pt x="1" y="426"/>
                    <a:pt x="122" y="547"/>
                    <a:pt x="274" y="547"/>
                  </a:cubicBezTo>
                  <a:cubicBezTo>
                    <a:pt x="396" y="547"/>
                    <a:pt x="548" y="426"/>
                    <a:pt x="548" y="274"/>
                  </a:cubicBezTo>
                  <a:cubicBezTo>
                    <a:pt x="578" y="122"/>
                    <a:pt x="457" y="0"/>
                    <a:pt x="30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68"/>
            <p:cNvSpPr/>
            <p:nvPr/>
          </p:nvSpPr>
          <p:spPr>
            <a:xfrm>
              <a:off x="3683975" y="4533050"/>
              <a:ext cx="15225" cy="13700"/>
            </a:xfrm>
            <a:custGeom>
              <a:rect b="b" l="l" r="r" t="t"/>
              <a:pathLst>
                <a:path extrusionOk="0" h="548" w="609">
                  <a:moveTo>
                    <a:pt x="335" y="0"/>
                  </a:moveTo>
                  <a:cubicBezTo>
                    <a:pt x="183" y="0"/>
                    <a:pt x="61" y="122"/>
                    <a:pt x="31" y="274"/>
                  </a:cubicBezTo>
                  <a:cubicBezTo>
                    <a:pt x="0" y="426"/>
                    <a:pt x="122" y="547"/>
                    <a:pt x="274" y="547"/>
                  </a:cubicBezTo>
                  <a:cubicBezTo>
                    <a:pt x="426" y="547"/>
                    <a:pt x="547" y="426"/>
                    <a:pt x="578" y="274"/>
                  </a:cubicBezTo>
                  <a:cubicBezTo>
                    <a:pt x="608" y="122"/>
                    <a:pt x="487" y="0"/>
                    <a:pt x="33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68"/>
            <p:cNvSpPr/>
            <p:nvPr/>
          </p:nvSpPr>
          <p:spPr>
            <a:xfrm>
              <a:off x="3743250" y="4533050"/>
              <a:ext cx="15225" cy="13700"/>
            </a:xfrm>
            <a:custGeom>
              <a:rect b="b" l="l" r="r" t="t"/>
              <a:pathLst>
                <a:path extrusionOk="0" h="548" w="609">
                  <a:moveTo>
                    <a:pt x="335" y="0"/>
                  </a:moveTo>
                  <a:cubicBezTo>
                    <a:pt x="183" y="0"/>
                    <a:pt x="61" y="122"/>
                    <a:pt x="31" y="274"/>
                  </a:cubicBezTo>
                  <a:cubicBezTo>
                    <a:pt x="0" y="426"/>
                    <a:pt x="122" y="547"/>
                    <a:pt x="274" y="547"/>
                  </a:cubicBezTo>
                  <a:cubicBezTo>
                    <a:pt x="426" y="547"/>
                    <a:pt x="547" y="426"/>
                    <a:pt x="578" y="274"/>
                  </a:cubicBezTo>
                  <a:cubicBezTo>
                    <a:pt x="608" y="122"/>
                    <a:pt x="487" y="0"/>
                    <a:pt x="33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68"/>
            <p:cNvSpPr/>
            <p:nvPr/>
          </p:nvSpPr>
          <p:spPr>
            <a:xfrm>
              <a:off x="3802525" y="4533050"/>
              <a:ext cx="14450" cy="13700"/>
            </a:xfrm>
            <a:custGeom>
              <a:rect b="b" l="l" r="r" t="t"/>
              <a:pathLst>
                <a:path extrusionOk="0" h="548" w="578">
                  <a:moveTo>
                    <a:pt x="334" y="0"/>
                  </a:moveTo>
                  <a:cubicBezTo>
                    <a:pt x="182" y="0"/>
                    <a:pt x="30" y="122"/>
                    <a:pt x="30" y="274"/>
                  </a:cubicBezTo>
                  <a:cubicBezTo>
                    <a:pt x="0" y="426"/>
                    <a:pt x="91" y="547"/>
                    <a:pt x="243" y="547"/>
                  </a:cubicBezTo>
                  <a:cubicBezTo>
                    <a:pt x="395" y="547"/>
                    <a:pt x="547" y="426"/>
                    <a:pt x="547" y="274"/>
                  </a:cubicBezTo>
                  <a:cubicBezTo>
                    <a:pt x="578" y="122"/>
                    <a:pt x="486" y="0"/>
                    <a:pt x="33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68"/>
            <p:cNvSpPr/>
            <p:nvPr/>
          </p:nvSpPr>
          <p:spPr>
            <a:xfrm>
              <a:off x="3861025" y="4533050"/>
              <a:ext cx="15225" cy="13700"/>
            </a:xfrm>
            <a:custGeom>
              <a:rect b="b" l="l" r="r" t="t"/>
              <a:pathLst>
                <a:path extrusionOk="0" h="548" w="609">
                  <a:moveTo>
                    <a:pt x="365" y="0"/>
                  </a:moveTo>
                  <a:cubicBezTo>
                    <a:pt x="183" y="0"/>
                    <a:pt x="61" y="122"/>
                    <a:pt x="31" y="274"/>
                  </a:cubicBezTo>
                  <a:cubicBezTo>
                    <a:pt x="1" y="426"/>
                    <a:pt x="122" y="547"/>
                    <a:pt x="274" y="547"/>
                  </a:cubicBezTo>
                  <a:cubicBezTo>
                    <a:pt x="426" y="547"/>
                    <a:pt x="548" y="426"/>
                    <a:pt x="578" y="274"/>
                  </a:cubicBezTo>
                  <a:cubicBezTo>
                    <a:pt x="608" y="122"/>
                    <a:pt x="487" y="0"/>
                    <a:pt x="36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68"/>
            <p:cNvSpPr/>
            <p:nvPr/>
          </p:nvSpPr>
          <p:spPr>
            <a:xfrm>
              <a:off x="3920300" y="4533050"/>
              <a:ext cx="14450" cy="13700"/>
            </a:xfrm>
            <a:custGeom>
              <a:rect b="b" l="l" r="r" t="t"/>
              <a:pathLst>
                <a:path extrusionOk="0" h="548" w="578">
                  <a:moveTo>
                    <a:pt x="335" y="0"/>
                  </a:moveTo>
                  <a:cubicBezTo>
                    <a:pt x="183" y="0"/>
                    <a:pt x="31" y="122"/>
                    <a:pt x="31" y="274"/>
                  </a:cubicBezTo>
                  <a:cubicBezTo>
                    <a:pt x="0" y="426"/>
                    <a:pt x="122" y="547"/>
                    <a:pt x="274" y="547"/>
                  </a:cubicBezTo>
                  <a:cubicBezTo>
                    <a:pt x="426" y="547"/>
                    <a:pt x="548" y="426"/>
                    <a:pt x="548" y="274"/>
                  </a:cubicBezTo>
                  <a:cubicBezTo>
                    <a:pt x="578" y="122"/>
                    <a:pt x="487" y="0"/>
                    <a:pt x="33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8"/>
            <p:cNvSpPr/>
            <p:nvPr/>
          </p:nvSpPr>
          <p:spPr>
            <a:xfrm>
              <a:off x="3978800" y="4533050"/>
              <a:ext cx="15225" cy="13700"/>
            </a:xfrm>
            <a:custGeom>
              <a:rect b="b" l="l" r="r" t="t"/>
              <a:pathLst>
                <a:path extrusionOk="0" h="548" w="609">
                  <a:moveTo>
                    <a:pt x="335" y="0"/>
                  </a:moveTo>
                  <a:cubicBezTo>
                    <a:pt x="183" y="0"/>
                    <a:pt x="62" y="122"/>
                    <a:pt x="31" y="274"/>
                  </a:cubicBezTo>
                  <a:cubicBezTo>
                    <a:pt x="1" y="426"/>
                    <a:pt x="122" y="547"/>
                    <a:pt x="274" y="547"/>
                  </a:cubicBezTo>
                  <a:cubicBezTo>
                    <a:pt x="426" y="547"/>
                    <a:pt x="548" y="426"/>
                    <a:pt x="578" y="274"/>
                  </a:cubicBezTo>
                  <a:cubicBezTo>
                    <a:pt x="609" y="122"/>
                    <a:pt x="487" y="0"/>
                    <a:pt x="33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68"/>
            <p:cNvSpPr/>
            <p:nvPr/>
          </p:nvSpPr>
          <p:spPr>
            <a:xfrm>
              <a:off x="4038075" y="4533050"/>
              <a:ext cx="15225" cy="13700"/>
            </a:xfrm>
            <a:custGeom>
              <a:rect b="b" l="l" r="r" t="t"/>
              <a:pathLst>
                <a:path extrusionOk="0" h="548" w="609">
                  <a:moveTo>
                    <a:pt x="335" y="0"/>
                  </a:moveTo>
                  <a:cubicBezTo>
                    <a:pt x="183" y="0"/>
                    <a:pt x="62" y="122"/>
                    <a:pt x="31" y="274"/>
                  </a:cubicBezTo>
                  <a:cubicBezTo>
                    <a:pt x="1" y="426"/>
                    <a:pt x="122" y="547"/>
                    <a:pt x="274" y="547"/>
                  </a:cubicBezTo>
                  <a:cubicBezTo>
                    <a:pt x="426" y="547"/>
                    <a:pt x="548" y="426"/>
                    <a:pt x="578" y="274"/>
                  </a:cubicBezTo>
                  <a:cubicBezTo>
                    <a:pt x="609" y="122"/>
                    <a:pt x="487" y="0"/>
                    <a:pt x="33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68"/>
            <p:cNvSpPr/>
            <p:nvPr/>
          </p:nvSpPr>
          <p:spPr>
            <a:xfrm>
              <a:off x="4097350" y="4533050"/>
              <a:ext cx="15225" cy="13700"/>
            </a:xfrm>
            <a:custGeom>
              <a:rect b="b" l="l" r="r" t="t"/>
              <a:pathLst>
                <a:path extrusionOk="0" h="548" w="609">
                  <a:moveTo>
                    <a:pt x="335" y="0"/>
                  </a:moveTo>
                  <a:cubicBezTo>
                    <a:pt x="183" y="0"/>
                    <a:pt x="61" y="122"/>
                    <a:pt x="31" y="274"/>
                  </a:cubicBezTo>
                  <a:cubicBezTo>
                    <a:pt x="1" y="426"/>
                    <a:pt x="122" y="547"/>
                    <a:pt x="274" y="547"/>
                  </a:cubicBezTo>
                  <a:cubicBezTo>
                    <a:pt x="426" y="547"/>
                    <a:pt x="548" y="426"/>
                    <a:pt x="548" y="274"/>
                  </a:cubicBezTo>
                  <a:cubicBezTo>
                    <a:pt x="609" y="122"/>
                    <a:pt x="487" y="0"/>
                    <a:pt x="33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68"/>
            <p:cNvSpPr/>
            <p:nvPr/>
          </p:nvSpPr>
          <p:spPr>
            <a:xfrm>
              <a:off x="4156625" y="4533050"/>
              <a:ext cx="14450" cy="13700"/>
            </a:xfrm>
            <a:custGeom>
              <a:rect b="b" l="l" r="r" t="t"/>
              <a:pathLst>
                <a:path extrusionOk="0" h="548" w="578">
                  <a:moveTo>
                    <a:pt x="335" y="0"/>
                  </a:moveTo>
                  <a:cubicBezTo>
                    <a:pt x="183" y="0"/>
                    <a:pt x="31" y="122"/>
                    <a:pt x="0" y="274"/>
                  </a:cubicBezTo>
                  <a:cubicBezTo>
                    <a:pt x="0" y="426"/>
                    <a:pt x="92" y="547"/>
                    <a:pt x="244" y="547"/>
                  </a:cubicBezTo>
                  <a:cubicBezTo>
                    <a:pt x="396" y="547"/>
                    <a:pt x="548" y="426"/>
                    <a:pt x="548" y="274"/>
                  </a:cubicBezTo>
                  <a:cubicBezTo>
                    <a:pt x="578" y="122"/>
                    <a:pt x="487" y="0"/>
                    <a:pt x="33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68"/>
            <p:cNvSpPr/>
            <p:nvPr/>
          </p:nvSpPr>
          <p:spPr>
            <a:xfrm>
              <a:off x="4215125" y="4533050"/>
              <a:ext cx="15225" cy="13700"/>
            </a:xfrm>
            <a:custGeom>
              <a:rect b="b" l="l" r="r" t="t"/>
              <a:pathLst>
                <a:path extrusionOk="0" h="548" w="609">
                  <a:moveTo>
                    <a:pt x="335" y="0"/>
                  </a:moveTo>
                  <a:cubicBezTo>
                    <a:pt x="183" y="0"/>
                    <a:pt x="62" y="122"/>
                    <a:pt x="31" y="274"/>
                  </a:cubicBezTo>
                  <a:cubicBezTo>
                    <a:pt x="1" y="426"/>
                    <a:pt x="123" y="547"/>
                    <a:pt x="275" y="547"/>
                  </a:cubicBezTo>
                  <a:cubicBezTo>
                    <a:pt x="427" y="547"/>
                    <a:pt x="548" y="426"/>
                    <a:pt x="578" y="274"/>
                  </a:cubicBezTo>
                  <a:cubicBezTo>
                    <a:pt x="609" y="122"/>
                    <a:pt x="487" y="0"/>
                    <a:pt x="33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68"/>
            <p:cNvSpPr/>
            <p:nvPr/>
          </p:nvSpPr>
          <p:spPr>
            <a:xfrm>
              <a:off x="4274400" y="4533050"/>
              <a:ext cx="14475" cy="13700"/>
            </a:xfrm>
            <a:custGeom>
              <a:rect b="b" l="l" r="r" t="t"/>
              <a:pathLst>
                <a:path extrusionOk="0" h="548" w="579">
                  <a:moveTo>
                    <a:pt x="305" y="0"/>
                  </a:moveTo>
                  <a:cubicBezTo>
                    <a:pt x="153" y="0"/>
                    <a:pt x="31" y="122"/>
                    <a:pt x="1" y="274"/>
                  </a:cubicBezTo>
                  <a:cubicBezTo>
                    <a:pt x="1" y="426"/>
                    <a:pt x="122" y="547"/>
                    <a:pt x="274" y="547"/>
                  </a:cubicBezTo>
                  <a:cubicBezTo>
                    <a:pt x="426" y="547"/>
                    <a:pt x="548" y="426"/>
                    <a:pt x="548" y="274"/>
                  </a:cubicBezTo>
                  <a:cubicBezTo>
                    <a:pt x="578" y="122"/>
                    <a:pt x="457" y="0"/>
                    <a:pt x="30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68"/>
            <p:cNvSpPr/>
            <p:nvPr/>
          </p:nvSpPr>
          <p:spPr>
            <a:xfrm>
              <a:off x="4332925" y="4533050"/>
              <a:ext cx="14450" cy="13700"/>
            </a:xfrm>
            <a:custGeom>
              <a:rect b="b" l="l" r="r" t="t"/>
              <a:pathLst>
                <a:path extrusionOk="0" h="548" w="578">
                  <a:moveTo>
                    <a:pt x="304" y="0"/>
                  </a:moveTo>
                  <a:cubicBezTo>
                    <a:pt x="152" y="0"/>
                    <a:pt x="31" y="122"/>
                    <a:pt x="31" y="274"/>
                  </a:cubicBezTo>
                  <a:cubicBezTo>
                    <a:pt x="0" y="426"/>
                    <a:pt x="122" y="547"/>
                    <a:pt x="274" y="547"/>
                  </a:cubicBezTo>
                  <a:cubicBezTo>
                    <a:pt x="426" y="547"/>
                    <a:pt x="547" y="426"/>
                    <a:pt x="547" y="274"/>
                  </a:cubicBezTo>
                  <a:cubicBezTo>
                    <a:pt x="578" y="122"/>
                    <a:pt x="456" y="0"/>
                    <a:pt x="30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68"/>
            <p:cNvSpPr/>
            <p:nvPr/>
          </p:nvSpPr>
          <p:spPr>
            <a:xfrm>
              <a:off x="4392950" y="4533050"/>
              <a:ext cx="13700" cy="13700"/>
            </a:xfrm>
            <a:custGeom>
              <a:rect b="b" l="l" r="r" t="t"/>
              <a:pathLst>
                <a:path extrusionOk="0" h="548" w="548">
                  <a:moveTo>
                    <a:pt x="274" y="0"/>
                  </a:moveTo>
                  <a:cubicBezTo>
                    <a:pt x="122" y="0"/>
                    <a:pt x="1" y="122"/>
                    <a:pt x="1" y="274"/>
                  </a:cubicBezTo>
                  <a:cubicBezTo>
                    <a:pt x="1" y="426"/>
                    <a:pt x="122" y="547"/>
                    <a:pt x="274" y="547"/>
                  </a:cubicBezTo>
                  <a:cubicBezTo>
                    <a:pt x="396" y="547"/>
                    <a:pt x="517" y="426"/>
                    <a:pt x="517" y="274"/>
                  </a:cubicBezTo>
                  <a:cubicBezTo>
                    <a:pt x="548" y="152"/>
                    <a:pt x="426" y="0"/>
                    <a:pt x="27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68"/>
            <p:cNvSpPr/>
            <p:nvPr/>
          </p:nvSpPr>
          <p:spPr>
            <a:xfrm>
              <a:off x="4450700" y="4533675"/>
              <a:ext cx="13700" cy="13075"/>
            </a:xfrm>
            <a:custGeom>
              <a:rect b="b" l="l" r="r" t="t"/>
              <a:pathLst>
                <a:path extrusionOk="0" h="523" w="548">
                  <a:moveTo>
                    <a:pt x="321" y="1"/>
                  </a:moveTo>
                  <a:cubicBezTo>
                    <a:pt x="306" y="1"/>
                    <a:pt x="290" y="2"/>
                    <a:pt x="274" y="6"/>
                  </a:cubicBezTo>
                  <a:cubicBezTo>
                    <a:pt x="122" y="6"/>
                    <a:pt x="1" y="97"/>
                    <a:pt x="1" y="249"/>
                  </a:cubicBezTo>
                  <a:cubicBezTo>
                    <a:pt x="31" y="401"/>
                    <a:pt x="153" y="522"/>
                    <a:pt x="305" y="522"/>
                  </a:cubicBezTo>
                  <a:cubicBezTo>
                    <a:pt x="426" y="522"/>
                    <a:pt x="548" y="401"/>
                    <a:pt x="548" y="249"/>
                  </a:cubicBezTo>
                  <a:cubicBezTo>
                    <a:pt x="548" y="113"/>
                    <a:pt x="450" y="1"/>
                    <a:pt x="321"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68"/>
            <p:cNvSpPr/>
            <p:nvPr/>
          </p:nvSpPr>
          <p:spPr>
            <a:xfrm>
              <a:off x="4509975" y="4533800"/>
              <a:ext cx="13700" cy="12950"/>
            </a:xfrm>
            <a:custGeom>
              <a:rect b="b" l="l" r="r" t="t"/>
              <a:pathLst>
                <a:path extrusionOk="0" h="518" w="548">
                  <a:moveTo>
                    <a:pt x="244" y="1"/>
                  </a:moveTo>
                  <a:cubicBezTo>
                    <a:pt x="122" y="1"/>
                    <a:pt x="0" y="122"/>
                    <a:pt x="0" y="244"/>
                  </a:cubicBezTo>
                  <a:cubicBezTo>
                    <a:pt x="0" y="396"/>
                    <a:pt x="122" y="517"/>
                    <a:pt x="274" y="517"/>
                  </a:cubicBezTo>
                  <a:cubicBezTo>
                    <a:pt x="426" y="517"/>
                    <a:pt x="548" y="396"/>
                    <a:pt x="548" y="274"/>
                  </a:cubicBezTo>
                  <a:cubicBezTo>
                    <a:pt x="517" y="122"/>
                    <a:pt x="396" y="1"/>
                    <a:pt x="24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68"/>
            <p:cNvSpPr/>
            <p:nvPr/>
          </p:nvSpPr>
          <p:spPr>
            <a:xfrm>
              <a:off x="4568475" y="4533800"/>
              <a:ext cx="13725" cy="12950"/>
            </a:xfrm>
            <a:custGeom>
              <a:rect b="b" l="l" r="r" t="t"/>
              <a:pathLst>
                <a:path extrusionOk="0" h="518" w="549">
                  <a:moveTo>
                    <a:pt x="275" y="1"/>
                  </a:moveTo>
                  <a:cubicBezTo>
                    <a:pt x="123" y="1"/>
                    <a:pt x="1" y="122"/>
                    <a:pt x="1" y="274"/>
                  </a:cubicBezTo>
                  <a:cubicBezTo>
                    <a:pt x="31" y="396"/>
                    <a:pt x="153" y="517"/>
                    <a:pt x="305" y="517"/>
                  </a:cubicBezTo>
                  <a:cubicBezTo>
                    <a:pt x="427" y="517"/>
                    <a:pt x="548" y="396"/>
                    <a:pt x="548" y="274"/>
                  </a:cubicBezTo>
                  <a:cubicBezTo>
                    <a:pt x="548" y="122"/>
                    <a:pt x="427" y="1"/>
                    <a:pt x="27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68"/>
            <p:cNvSpPr/>
            <p:nvPr/>
          </p:nvSpPr>
          <p:spPr>
            <a:xfrm>
              <a:off x="4627000" y="4533800"/>
              <a:ext cx="14450" cy="12950"/>
            </a:xfrm>
            <a:custGeom>
              <a:rect b="b" l="l" r="r" t="t"/>
              <a:pathLst>
                <a:path extrusionOk="0" h="518" w="578">
                  <a:moveTo>
                    <a:pt x="274" y="1"/>
                  </a:moveTo>
                  <a:cubicBezTo>
                    <a:pt x="122" y="1"/>
                    <a:pt x="0" y="122"/>
                    <a:pt x="31" y="274"/>
                  </a:cubicBezTo>
                  <a:cubicBezTo>
                    <a:pt x="31" y="396"/>
                    <a:pt x="152" y="517"/>
                    <a:pt x="304" y="517"/>
                  </a:cubicBezTo>
                  <a:cubicBezTo>
                    <a:pt x="456" y="517"/>
                    <a:pt x="578" y="396"/>
                    <a:pt x="578" y="274"/>
                  </a:cubicBezTo>
                  <a:cubicBezTo>
                    <a:pt x="548" y="122"/>
                    <a:pt x="426" y="1"/>
                    <a:pt x="27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68"/>
            <p:cNvSpPr/>
            <p:nvPr/>
          </p:nvSpPr>
          <p:spPr>
            <a:xfrm>
              <a:off x="4686275" y="4533800"/>
              <a:ext cx="14450" cy="12950"/>
            </a:xfrm>
            <a:custGeom>
              <a:rect b="b" l="l" r="r" t="t"/>
              <a:pathLst>
                <a:path extrusionOk="0" h="518" w="578">
                  <a:moveTo>
                    <a:pt x="274" y="1"/>
                  </a:moveTo>
                  <a:cubicBezTo>
                    <a:pt x="122" y="1"/>
                    <a:pt x="0" y="122"/>
                    <a:pt x="31" y="274"/>
                  </a:cubicBezTo>
                  <a:cubicBezTo>
                    <a:pt x="31" y="396"/>
                    <a:pt x="152" y="517"/>
                    <a:pt x="304" y="517"/>
                  </a:cubicBezTo>
                  <a:cubicBezTo>
                    <a:pt x="456" y="517"/>
                    <a:pt x="578" y="396"/>
                    <a:pt x="547" y="274"/>
                  </a:cubicBezTo>
                  <a:cubicBezTo>
                    <a:pt x="547" y="122"/>
                    <a:pt x="426" y="1"/>
                    <a:pt x="27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68"/>
            <p:cNvSpPr/>
            <p:nvPr/>
          </p:nvSpPr>
          <p:spPr>
            <a:xfrm>
              <a:off x="4745550" y="4533675"/>
              <a:ext cx="13700" cy="13075"/>
            </a:xfrm>
            <a:custGeom>
              <a:rect b="b" l="l" r="r" t="t"/>
              <a:pathLst>
                <a:path extrusionOk="0" h="523" w="548">
                  <a:moveTo>
                    <a:pt x="320" y="1"/>
                  </a:moveTo>
                  <a:cubicBezTo>
                    <a:pt x="305" y="1"/>
                    <a:pt x="290" y="2"/>
                    <a:pt x="274" y="6"/>
                  </a:cubicBezTo>
                  <a:cubicBezTo>
                    <a:pt x="122" y="6"/>
                    <a:pt x="0" y="127"/>
                    <a:pt x="0" y="249"/>
                  </a:cubicBezTo>
                  <a:cubicBezTo>
                    <a:pt x="31" y="401"/>
                    <a:pt x="152" y="522"/>
                    <a:pt x="304" y="522"/>
                  </a:cubicBezTo>
                  <a:cubicBezTo>
                    <a:pt x="426" y="522"/>
                    <a:pt x="547" y="401"/>
                    <a:pt x="547" y="249"/>
                  </a:cubicBezTo>
                  <a:cubicBezTo>
                    <a:pt x="547" y="113"/>
                    <a:pt x="450" y="1"/>
                    <a:pt x="320"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68"/>
            <p:cNvSpPr/>
            <p:nvPr/>
          </p:nvSpPr>
          <p:spPr>
            <a:xfrm>
              <a:off x="4804825" y="4533050"/>
              <a:ext cx="13700" cy="13700"/>
            </a:xfrm>
            <a:custGeom>
              <a:rect b="b" l="l" r="r" t="t"/>
              <a:pathLst>
                <a:path extrusionOk="0" h="548" w="548">
                  <a:moveTo>
                    <a:pt x="274" y="0"/>
                  </a:moveTo>
                  <a:cubicBezTo>
                    <a:pt x="122" y="0"/>
                    <a:pt x="0" y="122"/>
                    <a:pt x="0" y="274"/>
                  </a:cubicBezTo>
                  <a:cubicBezTo>
                    <a:pt x="0" y="426"/>
                    <a:pt x="122" y="547"/>
                    <a:pt x="274" y="547"/>
                  </a:cubicBezTo>
                  <a:cubicBezTo>
                    <a:pt x="426" y="547"/>
                    <a:pt x="547" y="426"/>
                    <a:pt x="547" y="274"/>
                  </a:cubicBezTo>
                  <a:cubicBezTo>
                    <a:pt x="547" y="122"/>
                    <a:pt x="426" y="0"/>
                    <a:pt x="27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68"/>
            <p:cNvSpPr/>
            <p:nvPr/>
          </p:nvSpPr>
          <p:spPr>
            <a:xfrm>
              <a:off x="4861800" y="4533125"/>
              <a:ext cx="16000" cy="13625"/>
            </a:xfrm>
            <a:custGeom>
              <a:rect b="b" l="l" r="r" t="t"/>
              <a:pathLst>
                <a:path extrusionOk="0" h="545" w="640">
                  <a:moveTo>
                    <a:pt x="369" y="0"/>
                  </a:moveTo>
                  <a:cubicBezTo>
                    <a:pt x="301" y="0"/>
                    <a:pt x="234" y="28"/>
                    <a:pt x="183" y="88"/>
                  </a:cubicBezTo>
                  <a:cubicBezTo>
                    <a:pt x="1" y="271"/>
                    <a:pt x="122" y="544"/>
                    <a:pt x="365" y="544"/>
                  </a:cubicBezTo>
                  <a:cubicBezTo>
                    <a:pt x="517" y="544"/>
                    <a:pt x="639" y="423"/>
                    <a:pt x="639" y="271"/>
                  </a:cubicBezTo>
                  <a:cubicBezTo>
                    <a:pt x="639" y="109"/>
                    <a:pt x="504" y="0"/>
                    <a:pt x="369"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68"/>
            <p:cNvSpPr/>
            <p:nvPr/>
          </p:nvSpPr>
          <p:spPr>
            <a:xfrm>
              <a:off x="4921075" y="4533125"/>
              <a:ext cx="15975" cy="13625"/>
            </a:xfrm>
            <a:custGeom>
              <a:rect b="b" l="l" r="r" t="t"/>
              <a:pathLst>
                <a:path extrusionOk="0" h="545" w="639">
                  <a:moveTo>
                    <a:pt x="360" y="0"/>
                  </a:moveTo>
                  <a:cubicBezTo>
                    <a:pt x="288" y="0"/>
                    <a:pt x="213" y="28"/>
                    <a:pt x="153" y="88"/>
                  </a:cubicBezTo>
                  <a:cubicBezTo>
                    <a:pt x="1" y="271"/>
                    <a:pt x="122" y="544"/>
                    <a:pt x="365" y="544"/>
                  </a:cubicBezTo>
                  <a:cubicBezTo>
                    <a:pt x="517" y="544"/>
                    <a:pt x="639" y="423"/>
                    <a:pt x="639" y="271"/>
                  </a:cubicBezTo>
                  <a:cubicBezTo>
                    <a:pt x="639" y="109"/>
                    <a:pt x="504" y="0"/>
                    <a:pt x="360"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68"/>
            <p:cNvSpPr/>
            <p:nvPr/>
          </p:nvSpPr>
          <p:spPr>
            <a:xfrm>
              <a:off x="4979600" y="4533125"/>
              <a:ext cx="15975" cy="13625"/>
            </a:xfrm>
            <a:custGeom>
              <a:rect b="b" l="l" r="r" t="t"/>
              <a:pathLst>
                <a:path extrusionOk="0" h="545" w="639">
                  <a:moveTo>
                    <a:pt x="382" y="0"/>
                  </a:moveTo>
                  <a:cubicBezTo>
                    <a:pt x="314" y="0"/>
                    <a:pt x="243" y="28"/>
                    <a:pt x="182" y="88"/>
                  </a:cubicBezTo>
                  <a:cubicBezTo>
                    <a:pt x="0" y="271"/>
                    <a:pt x="122" y="544"/>
                    <a:pt x="365" y="544"/>
                  </a:cubicBezTo>
                  <a:cubicBezTo>
                    <a:pt x="517" y="544"/>
                    <a:pt x="638" y="423"/>
                    <a:pt x="638" y="271"/>
                  </a:cubicBezTo>
                  <a:cubicBezTo>
                    <a:pt x="638" y="109"/>
                    <a:pt x="517" y="0"/>
                    <a:pt x="382"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68"/>
            <p:cNvSpPr/>
            <p:nvPr/>
          </p:nvSpPr>
          <p:spPr>
            <a:xfrm>
              <a:off x="5041150" y="4533050"/>
              <a:ext cx="13700" cy="13700"/>
            </a:xfrm>
            <a:custGeom>
              <a:rect b="b" l="l" r="r" t="t"/>
              <a:pathLst>
                <a:path extrusionOk="0" h="548" w="548">
                  <a:moveTo>
                    <a:pt x="274" y="0"/>
                  </a:moveTo>
                  <a:cubicBezTo>
                    <a:pt x="122" y="0"/>
                    <a:pt x="0" y="122"/>
                    <a:pt x="0" y="274"/>
                  </a:cubicBezTo>
                  <a:cubicBezTo>
                    <a:pt x="0" y="426"/>
                    <a:pt x="122" y="547"/>
                    <a:pt x="274" y="547"/>
                  </a:cubicBezTo>
                  <a:cubicBezTo>
                    <a:pt x="426" y="547"/>
                    <a:pt x="547" y="426"/>
                    <a:pt x="547" y="274"/>
                  </a:cubicBezTo>
                  <a:cubicBezTo>
                    <a:pt x="547" y="122"/>
                    <a:pt x="426" y="0"/>
                    <a:pt x="27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68"/>
            <p:cNvSpPr/>
            <p:nvPr/>
          </p:nvSpPr>
          <p:spPr>
            <a:xfrm>
              <a:off x="5098125" y="4533125"/>
              <a:ext cx="15225" cy="13625"/>
            </a:xfrm>
            <a:custGeom>
              <a:rect b="b" l="l" r="r" t="t"/>
              <a:pathLst>
                <a:path extrusionOk="0" h="545" w="609">
                  <a:moveTo>
                    <a:pt x="352" y="0"/>
                  </a:moveTo>
                  <a:cubicBezTo>
                    <a:pt x="284" y="0"/>
                    <a:pt x="214" y="28"/>
                    <a:pt x="153" y="88"/>
                  </a:cubicBezTo>
                  <a:cubicBezTo>
                    <a:pt x="1" y="271"/>
                    <a:pt x="122" y="544"/>
                    <a:pt x="366" y="544"/>
                  </a:cubicBezTo>
                  <a:cubicBezTo>
                    <a:pt x="487" y="544"/>
                    <a:pt x="609" y="423"/>
                    <a:pt x="609" y="271"/>
                  </a:cubicBezTo>
                  <a:cubicBezTo>
                    <a:pt x="609" y="109"/>
                    <a:pt x="487" y="0"/>
                    <a:pt x="352"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68"/>
            <p:cNvSpPr/>
            <p:nvPr/>
          </p:nvSpPr>
          <p:spPr>
            <a:xfrm>
              <a:off x="5158925" y="4533050"/>
              <a:ext cx="13700" cy="13700"/>
            </a:xfrm>
            <a:custGeom>
              <a:rect b="b" l="l" r="r" t="t"/>
              <a:pathLst>
                <a:path extrusionOk="0" h="548" w="548">
                  <a:moveTo>
                    <a:pt x="274" y="0"/>
                  </a:moveTo>
                  <a:cubicBezTo>
                    <a:pt x="122" y="0"/>
                    <a:pt x="0" y="122"/>
                    <a:pt x="0" y="274"/>
                  </a:cubicBezTo>
                  <a:cubicBezTo>
                    <a:pt x="0" y="426"/>
                    <a:pt x="122" y="547"/>
                    <a:pt x="274" y="547"/>
                  </a:cubicBezTo>
                  <a:cubicBezTo>
                    <a:pt x="426" y="547"/>
                    <a:pt x="548" y="426"/>
                    <a:pt x="548" y="274"/>
                  </a:cubicBezTo>
                  <a:cubicBezTo>
                    <a:pt x="548" y="122"/>
                    <a:pt x="426" y="0"/>
                    <a:pt x="27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68"/>
            <p:cNvSpPr/>
            <p:nvPr/>
          </p:nvSpPr>
          <p:spPr>
            <a:xfrm>
              <a:off x="5215925" y="4533125"/>
              <a:ext cx="15975" cy="13625"/>
            </a:xfrm>
            <a:custGeom>
              <a:rect b="b" l="l" r="r" t="t"/>
              <a:pathLst>
                <a:path extrusionOk="0" h="545" w="639">
                  <a:moveTo>
                    <a:pt x="368" y="0"/>
                  </a:moveTo>
                  <a:cubicBezTo>
                    <a:pt x="301" y="0"/>
                    <a:pt x="233" y="28"/>
                    <a:pt x="182" y="88"/>
                  </a:cubicBezTo>
                  <a:cubicBezTo>
                    <a:pt x="0" y="271"/>
                    <a:pt x="122" y="544"/>
                    <a:pt x="365" y="544"/>
                  </a:cubicBezTo>
                  <a:cubicBezTo>
                    <a:pt x="517" y="544"/>
                    <a:pt x="638" y="423"/>
                    <a:pt x="638" y="271"/>
                  </a:cubicBezTo>
                  <a:cubicBezTo>
                    <a:pt x="638" y="109"/>
                    <a:pt x="503" y="0"/>
                    <a:pt x="368"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68"/>
            <p:cNvSpPr/>
            <p:nvPr/>
          </p:nvSpPr>
          <p:spPr>
            <a:xfrm>
              <a:off x="5275950" y="4533700"/>
              <a:ext cx="15050" cy="13075"/>
            </a:xfrm>
            <a:custGeom>
              <a:rect b="b" l="l" r="r" t="t"/>
              <a:pathLst>
                <a:path extrusionOk="0" h="523" w="602">
                  <a:moveTo>
                    <a:pt x="372" y="0"/>
                  </a:moveTo>
                  <a:cubicBezTo>
                    <a:pt x="360" y="0"/>
                    <a:pt x="348" y="2"/>
                    <a:pt x="335" y="5"/>
                  </a:cubicBezTo>
                  <a:cubicBezTo>
                    <a:pt x="0" y="35"/>
                    <a:pt x="0" y="491"/>
                    <a:pt x="335" y="521"/>
                  </a:cubicBezTo>
                  <a:cubicBezTo>
                    <a:pt x="341" y="522"/>
                    <a:pt x="348" y="522"/>
                    <a:pt x="354" y="522"/>
                  </a:cubicBezTo>
                  <a:cubicBezTo>
                    <a:pt x="596" y="522"/>
                    <a:pt x="602" y="0"/>
                    <a:pt x="372"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68"/>
            <p:cNvSpPr/>
            <p:nvPr/>
          </p:nvSpPr>
          <p:spPr>
            <a:xfrm>
              <a:off x="5333700" y="4533125"/>
              <a:ext cx="15975" cy="13625"/>
            </a:xfrm>
            <a:custGeom>
              <a:rect b="b" l="l" r="r" t="t"/>
              <a:pathLst>
                <a:path extrusionOk="0" h="545" w="639">
                  <a:moveTo>
                    <a:pt x="369" y="0"/>
                  </a:moveTo>
                  <a:cubicBezTo>
                    <a:pt x="301" y="0"/>
                    <a:pt x="233" y="28"/>
                    <a:pt x="183" y="88"/>
                  </a:cubicBezTo>
                  <a:cubicBezTo>
                    <a:pt x="0" y="271"/>
                    <a:pt x="122" y="544"/>
                    <a:pt x="365" y="544"/>
                  </a:cubicBezTo>
                  <a:cubicBezTo>
                    <a:pt x="517" y="544"/>
                    <a:pt x="639" y="423"/>
                    <a:pt x="639" y="271"/>
                  </a:cubicBezTo>
                  <a:cubicBezTo>
                    <a:pt x="639" y="109"/>
                    <a:pt x="504" y="0"/>
                    <a:pt x="369"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68"/>
            <p:cNvSpPr/>
            <p:nvPr/>
          </p:nvSpPr>
          <p:spPr>
            <a:xfrm>
              <a:off x="5392975" y="4533125"/>
              <a:ext cx="15975" cy="13625"/>
            </a:xfrm>
            <a:custGeom>
              <a:rect b="b" l="l" r="r" t="t"/>
              <a:pathLst>
                <a:path extrusionOk="0" h="545" w="639">
                  <a:moveTo>
                    <a:pt x="368" y="0"/>
                  </a:moveTo>
                  <a:cubicBezTo>
                    <a:pt x="301" y="0"/>
                    <a:pt x="233" y="28"/>
                    <a:pt x="183" y="88"/>
                  </a:cubicBezTo>
                  <a:cubicBezTo>
                    <a:pt x="0" y="271"/>
                    <a:pt x="122" y="544"/>
                    <a:pt x="365" y="544"/>
                  </a:cubicBezTo>
                  <a:cubicBezTo>
                    <a:pt x="517" y="544"/>
                    <a:pt x="639" y="423"/>
                    <a:pt x="639" y="271"/>
                  </a:cubicBezTo>
                  <a:cubicBezTo>
                    <a:pt x="639" y="109"/>
                    <a:pt x="504" y="0"/>
                    <a:pt x="368"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68"/>
            <p:cNvSpPr/>
            <p:nvPr/>
          </p:nvSpPr>
          <p:spPr>
            <a:xfrm>
              <a:off x="5452250" y="4533125"/>
              <a:ext cx="15225" cy="13625"/>
            </a:xfrm>
            <a:custGeom>
              <a:rect b="b" l="l" r="r" t="t"/>
              <a:pathLst>
                <a:path extrusionOk="0" h="545" w="609">
                  <a:moveTo>
                    <a:pt x="351" y="0"/>
                  </a:moveTo>
                  <a:cubicBezTo>
                    <a:pt x="284" y="0"/>
                    <a:pt x="213" y="28"/>
                    <a:pt x="152" y="88"/>
                  </a:cubicBezTo>
                  <a:cubicBezTo>
                    <a:pt x="0" y="271"/>
                    <a:pt x="122" y="544"/>
                    <a:pt x="365" y="544"/>
                  </a:cubicBezTo>
                  <a:cubicBezTo>
                    <a:pt x="486" y="544"/>
                    <a:pt x="608" y="423"/>
                    <a:pt x="608" y="271"/>
                  </a:cubicBezTo>
                  <a:cubicBezTo>
                    <a:pt x="608" y="109"/>
                    <a:pt x="486" y="0"/>
                    <a:pt x="35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68"/>
            <p:cNvSpPr/>
            <p:nvPr/>
          </p:nvSpPr>
          <p:spPr>
            <a:xfrm>
              <a:off x="5511525" y="4533125"/>
              <a:ext cx="15200" cy="13625"/>
            </a:xfrm>
            <a:custGeom>
              <a:rect b="b" l="l" r="r" t="t"/>
              <a:pathLst>
                <a:path extrusionOk="0" h="545" w="608">
                  <a:moveTo>
                    <a:pt x="351" y="0"/>
                  </a:moveTo>
                  <a:cubicBezTo>
                    <a:pt x="284" y="0"/>
                    <a:pt x="213" y="28"/>
                    <a:pt x="152" y="88"/>
                  </a:cubicBezTo>
                  <a:cubicBezTo>
                    <a:pt x="0" y="271"/>
                    <a:pt x="122" y="544"/>
                    <a:pt x="365" y="544"/>
                  </a:cubicBezTo>
                  <a:cubicBezTo>
                    <a:pt x="486" y="544"/>
                    <a:pt x="608" y="423"/>
                    <a:pt x="608" y="271"/>
                  </a:cubicBezTo>
                  <a:cubicBezTo>
                    <a:pt x="608" y="109"/>
                    <a:pt x="486" y="0"/>
                    <a:pt x="35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68"/>
            <p:cNvSpPr/>
            <p:nvPr/>
          </p:nvSpPr>
          <p:spPr>
            <a:xfrm>
              <a:off x="5572300" y="4533800"/>
              <a:ext cx="15975" cy="13100"/>
            </a:xfrm>
            <a:custGeom>
              <a:rect b="b" l="l" r="r" t="t"/>
              <a:pathLst>
                <a:path extrusionOk="0" h="524" w="639">
                  <a:moveTo>
                    <a:pt x="274" y="1"/>
                  </a:moveTo>
                  <a:cubicBezTo>
                    <a:pt x="122" y="1"/>
                    <a:pt x="1" y="92"/>
                    <a:pt x="1" y="244"/>
                  </a:cubicBezTo>
                  <a:cubicBezTo>
                    <a:pt x="1" y="413"/>
                    <a:pt x="148" y="523"/>
                    <a:pt x="289" y="523"/>
                  </a:cubicBezTo>
                  <a:cubicBezTo>
                    <a:pt x="350" y="523"/>
                    <a:pt x="411" y="503"/>
                    <a:pt x="457" y="456"/>
                  </a:cubicBezTo>
                  <a:cubicBezTo>
                    <a:pt x="639" y="274"/>
                    <a:pt x="517" y="1"/>
                    <a:pt x="27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68"/>
            <p:cNvSpPr/>
            <p:nvPr/>
          </p:nvSpPr>
          <p:spPr>
            <a:xfrm>
              <a:off x="3150525" y="4483650"/>
              <a:ext cx="15975" cy="13700"/>
            </a:xfrm>
            <a:custGeom>
              <a:rect b="b" l="l" r="r" t="t"/>
              <a:pathLst>
                <a:path extrusionOk="0" h="548" w="639">
                  <a:moveTo>
                    <a:pt x="365" y="0"/>
                  </a:moveTo>
                  <a:cubicBezTo>
                    <a:pt x="1" y="0"/>
                    <a:pt x="1" y="548"/>
                    <a:pt x="365" y="548"/>
                  </a:cubicBezTo>
                  <a:cubicBezTo>
                    <a:pt x="517" y="548"/>
                    <a:pt x="639" y="426"/>
                    <a:pt x="639" y="274"/>
                  </a:cubicBezTo>
                  <a:cubicBezTo>
                    <a:pt x="639" y="122"/>
                    <a:pt x="517" y="0"/>
                    <a:pt x="36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68"/>
            <p:cNvSpPr/>
            <p:nvPr/>
          </p:nvSpPr>
          <p:spPr>
            <a:xfrm>
              <a:off x="3210550" y="4484075"/>
              <a:ext cx="16000" cy="13275"/>
            </a:xfrm>
            <a:custGeom>
              <a:rect b="b" l="l" r="r" t="t"/>
              <a:pathLst>
                <a:path extrusionOk="0" h="531" w="640">
                  <a:moveTo>
                    <a:pt x="271" y="0"/>
                  </a:moveTo>
                  <a:cubicBezTo>
                    <a:pt x="136" y="0"/>
                    <a:pt x="1" y="95"/>
                    <a:pt x="1" y="257"/>
                  </a:cubicBezTo>
                  <a:cubicBezTo>
                    <a:pt x="1" y="409"/>
                    <a:pt x="122" y="531"/>
                    <a:pt x="274" y="531"/>
                  </a:cubicBezTo>
                  <a:cubicBezTo>
                    <a:pt x="518" y="531"/>
                    <a:pt x="639" y="257"/>
                    <a:pt x="457" y="75"/>
                  </a:cubicBezTo>
                  <a:cubicBezTo>
                    <a:pt x="406" y="24"/>
                    <a:pt x="339" y="0"/>
                    <a:pt x="27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68"/>
            <p:cNvSpPr/>
            <p:nvPr/>
          </p:nvSpPr>
          <p:spPr>
            <a:xfrm>
              <a:off x="3269825" y="4483650"/>
              <a:ext cx="13700" cy="13700"/>
            </a:xfrm>
            <a:custGeom>
              <a:rect b="b" l="l" r="r" t="t"/>
              <a:pathLst>
                <a:path extrusionOk="0" h="548" w="548">
                  <a:moveTo>
                    <a:pt x="274" y="0"/>
                  </a:moveTo>
                  <a:cubicBezTo>
                    <a:pt x="122" y="0"/>
                    <a:pt x="1" y="122"/>
                    <a:pt x="1" y="274"/>
                  </a:cubicBezTo>
                  <a:cubicBezTo>
                    <a:pt x="1" y="426"/>
                    <a:pt x="92" y="548"/>
                    <a:pt x="244" y="548"/>
                  </a:cubicBezTo>
                  <a:cubicBezTo>
                    <a:pt x="396" y="548"/>
                    <a:pt x="517" y="426"/>
                    <a:pt x="548" y="274"/>
                  </a:cubicBezTo>
                  <a:cubicBezTo>
                    <a:pt x="548" y="122"/>
                    <a:pt x="426" y="0"/>
                    <a:pt x="27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68"/>
            <p:cNvSpPr/>
            <p:nvPr/>
          </p:nvSpPr>
          <p:spPr>
            <a:xfrm>
              <a:off x="3329100" y="4483650"/>
              <a:ext cx="14475" cy="13700"/>
            </a:xfrm>
            <a:custGeom>
              <a:rect b="b" l="l" r="r" t="t"/>
              <a:pathLst>
                <a:path extrusionOk="0" h="548" w="579">
                  <a:moveTo>
                    <a:pt x="305" y="0"/>
                  </a:moveTo>
                  <a:cubicBezTo>
                    <a:pt x="153" y="0"/>
                    <a:pt x="31" y="122"/>
                    <a:pt x="31" y="274"/>
                  </a:cubicBezTo>
                  <a:cubicBezTo>
                    <a:pt x="1" y="426"/>
                    <a:pt x="122" y="548"/>
                    <a:pt x="274" y="548"/>
                  </a:cubicBezTo>
                  <a:cubicBezTo>
                    <a:pt x="426" y="548"/>
                    <a:pt x="548" y="426"/>
                    <a:pt x="578" y="274"/>
                  </a:cubicBezTo>
                  <a:cubicBezTo>
                    <a:pt x="578" y="122"/>
                    <a:pt x="457" y="0"/>
                    <a:pt x="30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68"/>
            <p:cNvSpPr/>
            <p:nvPr/>
          </p:nvSpPr>
          <p:spPr>
            <a:xfrm>
              <a:off x="3389900" y="4482900"/>
              <a:ext cx="15225" cy="13700"/>
            </a:xfrm>
            <a:custGeom>
              <a:rect b="b" l="l" r="r" t="t"/>
              <a:pathLst>
                <a:path extrusionOk="0" h="548" w="609">
                  <a:moveTo>
                    <a:pt x="335" y="0"/>
                  </a:moveTo>
                  <a:cubicBezTo>
                    <a:pt x="183" y="0"/>
                    <a:pt x="31" y="122"/>
                    <a:pt x="31" y="274"/>
                  </a:cubicBezTo>
                  <a:cubicBezTo>
                    <a:pt x="0" y="426"/>
                    <a:pt x="122" y="547"/>
                    <a:pt x="274" y="547"/>
                  </a:cubicBezTo>
                  <a:cubicBezTo>
                    <a:pt x="426" y="547"/>
                    <a:pt x="547" y="426"/>
                    <a:pt x="578" y="274"/>
                  </a:cubicBezTo>
                  <a:cubicBezTo>
                    <a:pt x="608" y="122"/>
                    <a:pt x="487" y="0"/>
                    <a:pt x="33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68"/>
            <p:cNvSpPr/>
            <p:nvPr/>
          </p:nvSpPr>
          <p:spPr>
            <a:xfrm>
              <a:off x="3450675" y="4482800"/>
              <a:ext cx="15925" cy="13800"/>
            </a:xfrm>
            <a:custGeom>
              <a:rect b="b" l="l" r="r" t="t"/>
              <a:pathLst>
                <a:path extrusionOk="0" h="552" w="637">
                  <a:moveTo>
                    <a:pt x="405" y="0"/>
                  </a:moveTo>
                  <a:cubicBezTo>
                    <a:pt x="392" y="0"/>
                    <a:pt x="379" y="1"/>
                    <a:pt x="366" y="4"/>
                  </a:cubicBezTo>
                  <a:cubicBezTo>
                    <a:pt x="214" y="4"/>
                    <a:pt x="62" y="126"/>
                    <a:pt x="31" y="278"/>
                  </a:cubicBezTo>
                  <a:cubicBezTo>
                    <a:pt x="1" y="430"/>
                    <a:pt x="122" y="551"/>
                    <a:pt x="274" y="551"/>
                  </a:cubicBezTo>
                  <a:cubicBezTo>
                    <a:pt x="457" y="551"/>
                    <a:pt x="578" y="430"/>
                    <a:pt x="609" y="278"/>
                  </a:cubicBezTo>
                  <a:cubicBezTo>
                    <a:pt x="637" y="139"/>
                    <a:pt x="538" y="0"/>
                    <a:pt x="40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68"/>
            <p:cNvSpPr/>
            <p:nvPr/>
          </p:nvSpPr>
          <p:spPr>
            <a:xfrm>
              <a:off x="3512225" y="4481275"/>
              <a:ext cx="16625" cy="14550"/>
            </a:xfrm>
            <a:custGeom>
              <a:rect b="b" l="l" r="r" t="t"/>
              <a:pathLst>
                <a:path extrusionOk="0" h="582" w="665">
                  <a:moveTo>
                    <a:pt x="435" y="0"/>
                  </a:moveTo>
                  <a:cubicBezTo>
                    <a:pt x="422" y="0"/>
                    <a:pt x="409" y="2"/>
                    <a:pt x="396" y="4"/>
                  </a:cubicBezTo>
                  <a:cubicBezTo>
                    <a:pt x="244" y="4"/>
                    <a:pt x="92" y="126"/>
                    <a:pt x="62" y="278"/>
                  </a:cubicBezTo>
                  <a:cubicBezTo>
                    <a:pt x="1" y="430"/>
                    <a:pt x="123" y="582"/>
                    <a:pt x="275" y="582"/>
                  </a:cubicBezTo>
                  <a:cubicBezTo>
                    <a:pt x="426" y="551"/>
                    <a:pt x="578" y="430"/>
                    <a:pt x="609" y="278"/>
                  </a:cubicBezTo>
                  <a:cubicBezTo>
                    <a:pt x="664" y="139"/>
                    <a:pt x="568" y="0"/>
                    <a:pt x="43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68"/>
            <p:cNvSpPr/>
            <p:nvPr/>
          </p:nvSpPr>
          <p:spPr>
            <a:xfrm>
              <a:off x="3573775" y="4480500"/>
              <a:ext cx="18075" cy="14575"/>
            </a:xfrm>
            <a:custGeom>
              <a:rect b="b" l="l" r="r" t="t"/>
              <a:pathLst>
                <a:path extrusionOk="0" h="583" w="723">
                  <a:moveTo>
                    <a:pt x="496" y="1"/>
                  </a:moveTo>
                  <a:cubicBezTo>
                    <a:pt x="483" y="1"/>
                    <a:pt x="470" y="2"/>
                    <a:pt x="457" y="5"/>
                  </a:cubicBezTo>
                  <a:cubicBezTo>
                    <a:pt x="275" y="5"/>
                    <a:pt x="123" y="126"/>
                    <a:pt x="92" y="278"/>
                  </a:cubicBezTo>
                  <a:cubicBezTo>
                    <a:pt x="1" y="430"/>
                    <a:pt x="123" y="582"/>
                    <a:pt x="275" y="582"/>
                  </a:cubicBezTo>
                  <a:cubicBezTo>
                    <a:pt x="457" y="552"/>
                    <a:pt x="609" y="461"/>
                    <a:pt x="639" y="278"/>
                  </a:cubicBezTo>
                  <a:cubicBezTo>
                    <a:pt x="723" y="140"/>
                    <a:pt x="628" y="1"/>
                    <a:pt x="496"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68"/>
            <p:cNvSpPr/>
            <p:nvPr/>
          </p:nvSpPr>
          <p:spPr>
            <a:xfrm>
              <a:off x="3636100" y="4479100"/>
              <a:ext cx="16750" cy="15200"/>
            </a:xfrm>
            <a:custGeom>
              <a:rect b="b" l="l" r="r" t="t"/>
              <a:pathLst>
                <a:path extrusionOk="0" h="608" w="670">
                  <a:moveTo>
                    <a:pt x="456" y="0"/>
                  </a:moveTo>
                  <a:cubicBezTo>
                    <a:pt x="274" y="30"/>
                    <a:pt x="122" y="152"/>
                    <a:pt x="61" y="304"/>
                  </a:cubicBezTo>
                  <a:cubicBezTo>
                    <a:pt x="0" y="486"/>
                    <a:pt x="92" y="608"/>
                    <a:pt x="244" y="608"/>
                  </a:cubicBezTo>
                  <a:cubicBezTo>
                    <a:pt x="426" y="578"/>
                    <a:pt x="548" y="456"/>
                    <a:pt x="608" y="304"/>
                  </a:cubicBezTo>
                  <a:cubicBezTo>
                    <a:pt x="669" y="152"/>
                    <a:pt x="608" y="0"/>
                    <a:pt x="456"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68"/>
            <p:cNvSpPr/>
            <p:nvPr/>
          </p:nvSpPr>
          <p:spPr>
            <a:xfrm>
              <a:off x="3697650" y="4478325"/>
              <a:ext cx="17500" cy="15225"/>
            </a:xfrm>
            <a:custGeom>
              <a:rect b="b" l="l" r="r" t="t"/>
              <a:pathLst>
                <a:path extrusionOk="0" h="609" w="700">
                  <a:moveTo>
                    <a:pt x="487" y="1"/>
                  </a:moveTo>
                  <a:cubicBezTo>
                    <a:pt x="304" y="31"/>
                    <a:pt x="152" y="153"/>
                    <a:pt x="61" y="305"/>
                  </a:cubicBezTo>
                  <a:cubicBezTo>
                    <a:pt x="0" y="487"/>
                    <a:pt x="92" y="609"/>
                    <a:pt x="244" y="609"/>
                  </a:cubicBezTo>
                  <a:cubicBezTo>
                    <a:pt x="426" y="578"/>
                    <a:pt x="578" y="487"/>
                    <a:pt x="639" y="305"/>
                  </a:cubicBezTo>
                  <a:cubicBezTo>
                    <a:pt x="700" y="153"/>
                    <a:pt x="639" y="1"/>
                    <a:pt x="487"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68"/>
            <p:cNvSpPr/>
            <p:nvPr/>
          </p:nvSpPr>
          <p:spPr>
            <a:xfrm>
              <a:off x="3759200" y="4477575"/>
              <a:ext cx="17500" cy="15225"/>
            </a:xfrm>
            <a:custGeom>
              <a:rect b="b" l="l" r="r" t="t"/>
              <a:pathLst>
                <a:path extrusionOk="0" h="609" w="700">
                  <a:moveTo>
                    <a:pt x="487" y="0"/>
                  </a:moveTo>
                  <a:cubicBezTo>
                    <a:pt x="304" y="31"/>
                    <a:pt x="153" y="152"/>
                    <a:pt x="61" y="304"/>
                  </a:cubicBezTo>
                  <a:cubicBezTo>
                    <a:pt x="1" y="487"/>
                    <a:pt x="61" y="608"/>
                    <a:pt x="213" y="608"/>
                  </a:cubicBezTo>
                  <a:cubicBezTo>
                    <a:pt x="396" y="608"/>
                    <a:pt x="548" y="487"/>
                    <a:pt x="608" y="304"/>
                  </a:cubicBezTo>
                  <a:cubicBezTo>
                    <a:pt x="700" y="152"/>
                    <a:pt x="639" y="0"/>
                    <a:pt x="487"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68"/>
            <p:cNvSpPr/>
            <p:nvPr/>
          </p:nvSpPr>
          <p:spPr>
            <a:xfrm>
              <a:off x="3819225" y="4477575"/>
              <a:ext cx="18275" cy="15225"/>
            </a:xfrm>
            <a:custGeom>
              <a:rect b="b" l="l" r="r" t="t"/>
              <a:pathLst>
                <a:path extrusionOk="0" h="609" w="731">
                  <a:moveTo>
                    <a:pt x="518" y="0"/>
                  </a:moveTo>
                  <a:cubicBezTo>
                    <a:pt x="335" y="0"/>
                    <a:pt x="183" y="122"/>
                    <a:pt x="92" y="304"/>
                  </a:cubicBezTo>
                  <a:cubicBezTo>
                    <a:pt x="1" y="487"/>
                    <a:pt x="62" y="608"/>
                    <a:pt x="214" y="608"/>
                  </a:cubicBezTo>
                  <a:cubicBezTo>
                    <a:pt x="396" y="578"/>
                    <a:pt x="548" y="456"/>
                    <a:pt x="639" y="304"/>
                  </a:cubicBezTo>
                  <a:cubicBezTo>
                    <a:pt x="730" y="122"/>
                    <a:pt x="670" y="0"/>
                    <a:pt x="518"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68"/>
            <p:cNvSpPr/>
            <p:nvPr/>
          </p:nvSpPr>
          <p:spPr>
            <a:xfrm>
              <a:off x="3878500" y="4476800"/>
              <a:ext cx="18275" cy="16000"/>
            </a:xfrm>
            <a:custGeom>
              <a:rect b="b" l="l" r="r" t="t"/>
              <a:pathLst>
                <a:path extrusionOk="0" h="640" w="731">
                  <a:moveTo>
                    <a:pt x="548" y="1"/>
                  </a:moveTo>
                  <a:cubicBezTo>
                    <a:pt x="365" y="31"/>
                    <a:pt x="183" y="153"/>
                    <a:pt x="92" y="335"/>
                  </a:cubicBezTo>
                  <a:cubicBezTo>
                    <a:pt x="1" y="487"/>
                    <a:pt x="61" y="639"/>
                    <a:pt x="213" y="639"/>
                  </a:cubicBezTo>
                  <a:cubicBezTo>
                    <a:pt x="396" y="609"/>
                    <a:pt x="548" y="487"/>
                    <a:pt x="639" y="335"/>
                  </a:cubicBezTo>
                  <a:cubicBezTo>
                    <a:pt x="730" y="153"/>
                    <a:pt x="700" y="1"/>
                    <a:pt x="548"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68"/>
            <p:cNvSpPr/>
            <p:nvPr/>
          </p:nvSpPr>
          <p:spPr>
            <a:xfrm>
              <a:off x="3937025" y="4476800"/>
              <a:ext cx="18250" cy="16000"/>
            </a:xfrm>
            <a:custGeom>
              <a:rect b="b" l="l" r="r" t="t"/>
              <a:pathLst>
                <a:path extrusionOk="0" h="640" w="730">
                  <a:moveTo>
                    <a:pt x="547" y="1"/>
                  </a:moveTo>
                  <a:cubicBezTo>
                    <a:pt x="365" y="31"/>
                    <a:pt x="183" y="153"/>
                    <a:pt x="122" y="335"/>
                  </a:cubicBezTo>
                  <a:cubicBezTo>
                    <a:pt x="0" y="518"/>
                    <a:pt x="61" y="639"/>
                    <a:pt x="213" y="639"/>
                  </a:cubicBezTo>
                  <a:cubicBezTo>
                    <a:pt x="395" y="609"/>
                    <a:pt x="547" y="487"/>
                    <a:pt x="638" y="335"/>
                  </a:cubicBezTo>
                  <a:cubicBezTo>
                    <a:pt x="730" y="153"/>
                    <a:pt x="699" y="1"/>
                    <a:pt x="547"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68"/>
            <p:cNvSpPr/>
            <p:nvPr/>
          </p:nvSpPr>
          <p:spPr>
            <a:xfrm>
              <a:off x="3995525" y="4477575"/>
              <a:ext cx="18275" cy="15225"/>
            </a:xfrm>
            <a:custGeom>
              <a:rect b="b" l="l" r="r" t="t"/>
              <a:pathLst>
                <a:path extrusionOk="0" h="609" w="731">
                  <a:moveTo>
                    <a:pt x="548" y="0"/>
                  </a:moveTo>
                  <a:cubicBezTo>
                    <a:pt x="365" y="0"/>
                    <a:pt x="183" y="122"/>
                    <a:pt x="92" y="304"/>
                  </a:cubicBezTo>
                  <a:cubicBezTo>
                    <a:pt x="1" y="487"/>
                    <a:pt x="61" y="608"/>
                    <a:pt x="213" y="608"/>
                  </a:cubicBezTo>
                  <a:cubicBezTo>
                    <a:pt x="396" y="578"/>
                    <a:pt x="578" y="456"/>
                    <a:pt x="639" y="304"/>
                  </a:cubicBezTo>
                  <a:cubicBezTo>
                    <a:pt x="730" y="122"/>
                    <a:pt x="700" y="0"/>
                    <a:pt x="548"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68"/>
            <p:cNvSpPr/>
            <p:nvPr/>
          </p:nvSpPr>
          <p:spPr>
            <a:xfrm>
              <a:off x="4055550" y="4476800"/>
              <a:ext cx="18275" cy="16000"/>
            </a:xfrm>
            <a:custGeom>
              <a:rect b="b" l="l" r="r" t="t"/>
              <a:pathLst>
                <a:path extrusionOk="0" h="640" w="731">
                  <a:moveTo>
                    <a:pt x="548" y="1"/>
                  </a:moveTo>
                  <a:cubicBezTo>
                    <a:pt x="366" y="31"/>
                    <a:pt x="183" y="153"/>
                    <a:pt x="92" y="335"/>
                  </a:cubicBezTo>
                  <a:cubicBezTo>
                    <a:pt x="1" y="487"/>
                    <a:pt x="62" y="639"/>
                    <a:pt x="214" y="639"/>
                  </a:cubicBezTo>
                  <a:cubicBezTo>
                    <a:pt x="396" y="609"/>
                    <a:pt x="548" y="487"/>
                    <a:pt x="639" y="335"/>
                  </a:cubicBezTo>
                  <a:cubicBezTo>
                    <a:pt x="730" y="153"/>
                    <a:pt x="700" y="1"/>
                    <a:pt x="548"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68"/>
            <p:cNvSpPr/>
            <p:nvPr/>
          </p:nvSpPr>
          <p:spPr>
            <a:xfrm>
              <a:off x="4114825" y="4476800"/>
              <a:ext cx="17500" cy="16000"/>
            </a:xfrm>
            <a:custGeom>
              <a:rect b="b" l="l" r="r" t="t"/>
              <a:pathLst>
                <a:path extrusionOk="0" h="640" w="700">
                  <a:moveTo>
                    <a:pt x="517" y="1"/>
                  </a:moveTo>
                  <a:cubicBezTo>
                    <a:pt x="335" y="31"/>
                    <a:pt x="153" y="153"/>
                    <a:pt x="92" y="335"/>
                  </a:cubicBezTo>
                  <a:cubicBezTo>
                    <a:pt x="1" y="487"/>
                    <a:pt x="62" y="639"/>
                    <a:pt x="183" y="639"/>
                  </a:cubicBezTo>
                  <a:cubicBezTo>
                    <a:pt x="365" y="609"/>
                    <a:pt x="548" y="487"/>
                    <a:pt x="609" y="335"/>
                  </a:cubicBezTo>
                  <a:cubicBezTo>
                    <a:pt x="700" y="153"/>
                    <a:pt x="669" y="1"/>
                    <a:pt x="517"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68"/>
            <p:cNvSpPr/>
            <p:nvPr/>
          </p:nvSpPr>
          <p:spPr>
            <a:xfrm>
              <a:off x="4172575" y="4477575"/>
              <a:ext cx="17500" cy="15225"/>
            </a:xfrm>
            <a:custGeom>
              <a:rect b="b" l="l" r="r" t="t"/>
              <a:pathLst>
                <a:path extrusionOk="0" h="609" w="700">
                  <a:moveTo>
                    <a:pt x="487" y="0"/>
                  </a:moveTo>
                  <a:cubicBezTo>
                    <a:pt x="305" y="31"/>
                    <a:pt x="153" y="152"/>
                    <a:pt x="92" y="304"/>
                  </a:cubicBezTo>
                  <a:cubicBezTo>
                    <a:pt x="1" y="487"/>
                    <a:pt x="62" y="608"/>
                    <a:pt x="214" y="608"/>
                  </a:cubicBezTo>
                  <a:cubicBezTo>
                    <a:pt x="396" y="578"/>
                    <a:pt x="548" y="487"/>
                    <a:pt x="609" y="304"/>
                  </a:cubicBezTo>
                  <a:cubicBezTo>
                    <a:pt x="700" y="152"/>
                    <a:pt x="639" y="0"/>
                    <a:pt x="487"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68"/>
            <p:cNvSpPr/>
            <p:nvPr/>
          </p:nvSpPr>
          <p:spPr>
            <a:xfrm>
              <a:off x="4229575" y="4478325"/>
              <a:ext cx="16750" cy="15225"/>
            </a:xfrm>
            <a:custGeom>
              <a:rect b="b" l="l" r="r" t="t"/>
              <a:pathLst>
                <a:path extrusionOk="0" h="609" w="670">
                  <a:moveTo>
                    <a:pt x="456" y="1"/>
                  </a:moveTo>
                  <a:cubicBezTo>
                    <a:pt x="304" y="31"/>
                    <a:pt x="152" y="122"/>
                    <a:pt x="92" y="305"/>
                  </a:cubicBezTo>
                  <a:cubicBezTo>
                    <a:pt x="0" y="457"/>
                    <a:pt x="61" y="609"/>
                    <a:pt x="213" y="609"/>
                  </a:cubicBezTo>
                  <a:cubicBezTo>
                    <a:pt x="396" y="578"/>
                    <a:pt x="517" y="457"/>
                    <a:pt x="578" y="305"/>
                  </a:cubicBezTo>
                  <a:cubicBezTo>
                    <a:pt x="669" y="153"/>
                    <a:pt x="608" y="1"/>
                    <a:pt x="456"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68"/>
            <p:cNvSpPr/>
            <p:nvPr/>
          </p:nvSpPr>
          <p:spPr>
            <a:xfrm>
              <a:off x="4286575" y="4479100"/>
              <a:ext cx="15975" cy="15200"/>
            </a:xfrm>
            <a:custGeom>
              <a:rect b="b" l="l" r="r" t="t"/>
              <a:pathLst>
                <a:path extrusionOk="0" h="608" w="639">
                  <a:moveTo>
                    <a:pt x="456" y="0"/>
                  </a:moveTo>
                  <a:cubicBezTo>
                    <a:pt x="274" y="30"/>
                    <a:pt x="122" y="122"/>
                    <a:pt x="61" y="304"/>
                  </a:cubicBezTo>
                  <a:cubicBezTo>
                    <a:pt x="0" y="456"/>
                    <a:pt x="61" y="608"/>
                    <a:pt x="213" y="608"/>
                  </a:cubicBezTo>
                  <a:cubicBezTo>
                    <a:pt x="395" y="578"/>
                    <a:pt x="517" y="456"/>
                    <a:pt x="578" y="304"/>
                  </a:cubicBezTo>
                  <a:cubicBezTo>
                    <a:pt x="638" y="152"/>
                    <a:pt x="578" y="0"/>
                    <a:pt x="456"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68"/>
            <p:cNvSpPr/>
            <p:nvPr/>
          </p:nvSpPr>
          <p:spPr>
            <a:xfrm>
              <a:off x="4342800" y="4479850"/>
              <a:ext cx="15225" cy="15225"/>
            </a:xfrm>
            <a:custGeom>
              <a:rect b="b" l="l" r="r" t="t"/>
              <a:pathLst>
                <a:path extrusionOk="0" h="609" w="609">
                  <a:moveTo>
                    <a:pt x="396" y="0"/>
                  </a:moveTo>
                  <a:cubicBezTo>
                    <a:pt x="244" y="31"/>
                    <a:pt x="92" y="152"/>
                    <a:pt x="61" y="304"/>
                  </a:cubicBezTo>
                  <a:cubicBezTo>
                    <a:pt x="0" y="456"/>
                    <a:pt x="92" y="608"/>
                    <a:pt x="213" y="608"/>
                  </a:cubicBezTo>
                  <a:cubicBezTo>
                    <a:pt x="396" y="578"/>
                    <a:pt x="517" y="456"/>
                    <a:pt x="578" y="304"/>
                  </a:cubicBezTo>
                  <a:cubicBezTo>
                    <a:pt x="608" y="152"/>
                    <a:pt x="548" y="0"/>
                    <a:pt x="396"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68"/>
            <p:cNvSpPr/>
            <p:nvPr/>
          </p:nvSpPr>
          <p:spPr>
            <a:xfrm>
              <a:off x="4399025" y="4481375"/>
              <a:ext cx="15225" cy="14450"/>
            </a:xfrm>
            <a:custGeom>
              <a:rect b="b" l="l" r="r" t="t"/>
              <a:pathLst>
                <a:path extrusionOk="0" h="578" w="609">
                  <a:moveTo>
                    <a:pt x="365" y="0"/>
                  </a:moveTo>
                  <a:cubicBezTo>
                    <a:pt x="213" y="0"/>
                    <a:pt x="92" y="122"/>
                    <a:pt x="31" y="274"/>
                  </a:cubicBezTo>
                  <a:cubicBezTo>
                    <a:pt x="1" y="395"/>
                    <a:pt x="92" y="547"/>
                    <a:pt x="244" y="578"/>
                  </a:cubicBezTo>
                  <a:cubicBezTo>
                    <a:pt x="396" y="547"/>
                    <a:pt x="517" y="426"/>
                    <a:pt x="548" y="274"/>
                  </a:cubicBezTo>
                  <a:cubicBezTo>
                    <a:pt x="609" y="122"/>
                    <a:pt x="517" y="0"/>
                    <a:pt x="36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68"/>
            <p:cNvSpPr/>
            <p:nvPr/>
          </p:nvSpPr>
          <p:spPr>
            <a:xfrm>
              <a:off x="4455275" y="4482125"/>
              <a:ext cx="14450" cy="14475"/>
            </a:xfrm>
            <a:custGeom>
              <a:rect b="b" l="l" r="r" t="t"/>
              <a:pathLst>
                <a:path extrusionOk="0" h="579" w="578">
                  <a:moveTo>
                    <a:pt x="334" y="1"/>
                  </a:moveTo>
                  <a:cubicBezTo>
                    <a:pt x="182" y="31"/>
                    <a:pt x="61" y="122"/>
                    <a:pt x="30" y="305"/>
                  </a:cubicBezTo>
                  <a:cubicBezTo>
                    <a:pt x="0" y="426"/>
                    <a:pt x="91" y="578"/>
                    <a:pt x="243" y="578"/>
                  </a:cubicBezTo>
                  <a:cubicBezTo>
                    <a:pt x="395" y="578"/>
                    <a:pt x="517" y="457"/>
                    <a:pt x="547" y="305"/>
                  </a:cubicBezTo>
                  <a:cubicBezTo>
                    <a:pt x="578" y="153"/>
                    <a:pt x="486" y="31"/>
                    <a:pt x="33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68"/>
            <p:cNvSpPr/>
            <p:nvPr/>
          </p:nvSpPr>
          <p:spPr>
            <a:xfrm>
              <a:off x="4511500" y="4482900"/>
              <a:ext cx="14450" cy="13700"/>
            </a:xfrm>
            <a:custGeom>
              <a:rect b="b" l="l" r="r" t="t"/>
              <a:pathLst>
                <a:path extrusionOk="0" h="548" w="578">
                  <a:moveTo>
                    <a:pt x="335" y="0"/>
                  </a:moveTo>
                  <a:cubicBezTo>
                    <a:pt x="183" y="0"/>
                    <a:pt x="61" y="122"/>
                    <a:pt x="31" y="274"/>
                  </a:cubicBezTo>
                  <a:cubicBezTo>
                    <a:pt x="0" y="395"/>
                    <a:pt x="122" y="547"/>
                    <a:pt x="274" y="547"/>
                  </a:cubicBezTo>
                  <a:cubicBezTo>
                    <a:pt x="426" y="547"/>
                    <a:pt x="547" y="426"/>
                    <a:pt x="547" y="274"/>
                  </a:cubicBezTo>
                  <a:cubicBezTo>
                    <a:pt x="578" y="122"/>
                    <a:pt x="487" y="0"/>
                    <a:pt x="33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68"/>
            <p:cNvSpPr/>
            <p:nvPr/>
          </p:nvSpPr>
          <p:spPr>
            <a:xfrm>
              <a:off x="4569250" y="4483650"/>
              <a:ext cx="13700" cy="13700"/>
            </a:xfrm>
            <a:custGeom>
              <a:rect b="b" l="l" r="r" t="t"/>
              <a:pathLst>
                <a:path extrusionOk="0" h="548" w="548">
                  <a:moveTo>
                    <a:pt x="274" y="0"/>
                  </a:moveTo>
                  <a:cubicBezTo>
                    <a:pt x="122" y="0"/>
                    <a:pt x="0" y="122"/>
                    <a:pt x="0" y="274"/>
                  </a:cubicBezTo>
                  <a:cubicBezTo>
                    <a:pt x="0" y="396"/>
                    <a:pt x="92" y="548"/>
                    <a:pt x="244" y="548"/>
                  </a:cubicBezTo>
                  <a:cubicBezTo>
                    <a:pt x="396" y="548"/>
                    <a:pt x="517" y="426"/>
                    <a:pt x="517" y="274"/>
                  </a:cubicBezTo>
                  <a:cubicBezTo>
                    <a:pt x="547" y="122"/>
                    <a:pt x="426" y="0"/>
                    <a:pt x="27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68"/>
            <p:cNvSpPr/>
            <p:nvPr/>
          </p:nvSpPr>
          <p:spPr>
            <a:xfrm>
              <a:off x="4627000" y="4483650"/>
              <a:ext cx="13700" cy="13700"/>
            </a:xfrm>
            <a:custGeom>
              <a:rect b="b" l="l" r="r" t="t"/>
              <a:pathLst>
                <a:path extrusionOk="0" h="548" w="548">
                  <a:moveTo>
                    <a:pt x="274" y="0"/>
                  </a:moveTo>
                  <a:cubicBezTo>
                    <a:pt x="122" y="0"/>
                    <a:pt x="0" y="122"/>
                    <a:pt x="0" y="274"/>
                  </a:cubicBezTo>
                  <a:cubicBezTo>
                    <a:pt x="0" y="426"/>
                    <a:pt x="122" y="548"/>
                    <a:pt x="274" y="548"/>
                  </a:cubicBezTo>
                  <a:cubicBezTo>
                    <a:pt x="396" y="548"/>
                    <a:pt x="517" y="426"/>
                    <a:pt x="517" y="274"/>
                  </a:cubicBezTo>
                  <a:cubicBezTo>
                    <a:pt x="548" y="122"/>
                    <a:pt x="426" y="0"/>
                    <a:pt x="27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68"/>
            <p:cNvSpPr/>
            <p:nvPr/>
          </p:nvSpPr>
          <p:spPr>
            <a:xfrm>
              <a:off x="4683225" y="4483725"/>
              <a:ext cx="16000" cy="13625"/>
            </a:xfrm>
            <a:custGeom>
              <a:rect b="b" l="l" r="r" t="t"/>
              <a:pathLst>
                <a:path extrusionOk="0" h="545" w="640">
                  <a:moveTo>
                    <a:pt x="369" y="1"/>
                  </a:moveTo>
                  <a:cubicBezTo>
                    <a:pt x="301" y="1"/>
                    <a:pt x="234" y="28"/>
                    <a:pt x="183" y="89"/>
                  </a:cubicBezTo>
                  <a:cubicBezTo>
                    <a:pt x="1" y="271"/>
                    <a:pt x="122" y="545"/>
                    <a:pt x="365" y="545"/>
                  </a:cubicBezTo>
                  <a:cubicBezTo>
                    <a:pt x="517" y="545"/>
                    <a:pt x="639" y="423"/>
                    <a:pt x="639" y="271"/>
                  </a:cubicBezTo>
                  <a:cubicBezTo>
                    <a:pt x="639" y="109"/>
                    <a:pt x="504" y="1"/>
                    <a:pt x="369"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68"/>
            <p:cNvSpPr/>
            <p:nvPr/>
          </p:nvSpPr>
          <p:spPr>
            <a:xfrm>
              <a:off x="4744975" y="4483625"/>
              <a:ext cx="14850" cy="13750"/>
            </a:xfrm>
            <a:custGeom>
              <a:rect b="b" l="l" r="r" t="t"/>
              <a:pathLst>
                <a:path extrusionOk="0" h="550" w="594">
                  <a:moveTo>
                    <a:pt x="275" y="0"/>
                  </a:moveTo>
                  <a:cubicBezTo>
                    <a:pt x="0" y="0"/>
                    <a:pt x="0" y="550"/>
                    <a:pt x="275" y="550"/>
                  </a:cubicBezTo>
                  <a:cubicBezTo>
                    <a:pt x="282" y="550"/>
                    <a:pt x="289" y="549"/>
                    <a:pt x="297" y="549"/>
                  </a:cubicBezTo>
                  <a:cubicBezTo>
                    <a:pt x="304" y="549"/>
                    <a:pt x="311" y="550"/>
                    <a:pt x="318" y="550"/>
                  </a:cubicBezTo>
                  <a:cubicBezTo>
                    <a:pt x="593" y="550"/>
                    <a:pt x="593" y="0"/>
                    <a:pt x="318" y="0"/>
                  </a:cubicBezTo>
                  <a:cubicBezTo>
                    <a:pt x="311" y="0"/>
                    <a:pt x="304" y="1"/>
                    <a:pt x="297" y="1"/>
                  </a:cubicBezTo>
                  <a:cubicBezTo>
                    <a:pt x="289" y="1"/>
                    <a:pt x="282" y="0"/>
                    <a:pt x="27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68"/>
            <p:cNvSpPr/>
            <p:nvPr/>
          </p:nvSpPr>
          <p:spPr>
            <a:xfrm>
              <a:off x="4804825" y="4483650"/>
              <a:ext cx="13700" cy="13700"/>
            </a:xfrm>
            <a:custGeom>
              <a:rect b="b" l="l" r="r" t="t"/>
              <a:pathLst>
                <a:path extrusionOk="0" h="548" w="548">
                  <a:moveTo>
                    <a:pt x="274" y="0"/>
                  </a:moveTo>
                  <a:cubicBezTo>
                    <a:pt x="122" y="0"/>
                    <a:pt x="0" y="122"/>
                    <a:pt x="0" y="274"/>
                  </a:cubicBezTo>
                  <a:cubicBezTo>
                    <a:pt x="0" y="426"/>
                    <a:pt x="122" y="548"/>
                    <a:pt x="274" y="548"/>
                  </a:cubicBezTo>
                  <a:cubicBezTo>
                    <a:pt x="426" y="548"/>
                    <a:pt x="547" y="426"/>
                    <a:pt x="547" y="274"/>
                  </a:cubicBezTo>
                  <a:cubicBezTo>
                    <a:pt x="547" y="122"/>
                    <a:pt x="426" y="0"/>
                    <a:pt x="27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68"/>
            <p:cNvSpPr/>
            <p:nvPr/>
          </p:nvSpPr>
          <p:spPr>
            <a:xfrm>
              <a:off x="4861800" y="4482975"/>
              <a:ext cx="16000" cy="13625"/>
            </a:xfrm>
            <a:custGeom>
              <a:rect b="b" l="l" r="r" t="t"/>
              <a:pathLst>
                <a:path extrusionOk="0" h="545" w="640">
                  <a:moveTo>
                    <a:pt x="369" y="0"/>
                  </a:moveTo>
                  <a:cubicBezTo>
                    <a:pt x="301" y="0"/>
                    <a:pt x="234" y="27"/>
                    <a:pt x="183" y="88"/>
                  </a:cubicBezTo>
                  <a:cubicBezTo>
                    <a:pt x="1" y="240"/>
                    <a:pt x="122" y="544"/>
                    <a:pt x="365" y="544"/>
                  </a:cubicBezTo>
                  <a:cubicBezTo>
                    <a:pt x="517" y="544"/>
                    <a:pt x="639" y="423"/>
                    <a:pt x="639" y="271"/>
                  </a:cubicBezTo>
                  <a:cubicBezTo>
                    <a:pt x="639" y="108"/>
                    <a:pt x="504" y="0"/>
                    <a:pt x="369"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68"/>
            <p:cNvSpPr/>
            <p:nvPr/>
          </p:nvSpPr>
          <p:spPr>
            <a:xfrm>
              <a:off x="4921075" y="4482975"/>
              <a:ext cx="15975" cy="13625"/>
            </a:xfrm>
            <a:custGeom>
              <a:rect b="b" l="l" r="r" t="t"/>
              <a:pathLst>
                <a:path extrusionOk="0" h="545" w="639">
                  <a:moveTo>
                    <a:pt x="360" y="0"/>
                  </a:moveTo>
                  <a:cubicBezTo>
                    <a:pt x="288" y="0"/>
                    <a:pt x="213" y="27"/>
                    <a:pt x="153" y="88"/>
                  </a:cubicBezTo>
                  <a:cubicBezTo>
                    <a:pt x="1" y="240"/>
                    <a:pt x="122" y="544"/>
                    <a:pt x="365" y="544"/>
                  </a:cubicBezTo>
                  <a:cubicBezTo>
                    <a:pt x="517" y="544"/>
                    <a:pt x="639" y="423"/>
                    <a:pt x="639" y="271"/>
                  </a:cubicBezTo>
                  <a:cubicBezTo>
                    <a:pt x="639" y="108"/>
                    <a:pt x="504" y="0"/>
                    <a:pt x="360"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68"/>
            <p:cNvSpPr/>
            <p:nvPr/>
          </p:nvSpPr>
          <p:spPr>
            <a:xfrm>
              <a:off x="4979600" y="4482975"/>
              <a:ext cx="15975" cy="13625"/>
            </a:xfrm>
            <a:custGeom>
              <a:rect b="b" l="l" r="r" t="t"/>
              <a:pathLst>
                <a:path extrusionOk="0" h="545" w="639">
                  <a:moveTo>
                    <a:pt x="382" y="0"/>
                  </a:moveTo>
                  <a:cubicBezTo>
                    <a:pt x="314" y="0"/>
                    <a:pt x="243" y="27"/>
                    <a:pt x="182" y="88"/>
                  </a:cubicBezTo>
                  <a:cubicBezTo>
                    <a:pt x="0" y="240"/>
                    <a:pt x="122" y="544"/>
                    <a:pt x="365" y="544"/>
                  </a:cubicBezTo>
                  <a:cubicBezTo>
                    <a:pt x="517" y="544"/>
                    <a:pt x="638" y="423"/>
                    <a:pt x="638" y="271"/>
                  </a:cubicBezTo>
                  <a:cubicBezTo>
                    <a:pt x="638" y="108"/>
                    <a:pt x="517" y="0"/>
                    <a:pt x="382"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68"/>
            <p:cNvSpPr/>
            <p:nvPr/>
          </p:nvSpPr>
          <p:spPr>
            <a:xfrm>
              <a:off x="5041150" y="4483650"/>
              <a:ext cx="13700" cy="13700"/>
            </a:xfrm>
            <a:custGeom>
              <a:rect b="b" l="l" r="r" t="t"/>
              <a:pathLst>
                <a:path extrusionOk="0" h="548" w="548">
                  <a:moveTo>
                    <a:pt x="274" y="0"/>
                  </a:moveTo>
                  <a:cubicBezTo>
                    <a:pt x="122" y="0"/>
                    <a:pt x="0" y="122"/>
                    <a:pt x="0" y="274"/>
                  </a:cubicBezTo>
                  <a:cubicBezTo>
                    <a:pt x="0" y="426"/>
                    <a:pt x="122" y="548"/>
                    <a:pt x="274" y="548"/>
                  </a:cubicBezTo>
                  <a:cubicBezTo>
                    <a:pt x="426" y="548"/>
                    <a:pt x="547" y="426"/>
                    <a:pt x="547" y="274"/>
                  </a:cubicBezTo>
                  <a:cubicBezTo>
                    <a:pt x="547" y="122"/>
                    <a:pt x="426" y="0"/>
                    <a:pt x="27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68"/>
            <p:cNvSpPr/>
            <p:nvPr/>
          </p:nvSpPr>
          <p:spPr>
            <a:xfrm>
              <a:off x="5098125" y="4482975"/>
              <a:ext cx="15225" cy="13625"/>
            </a:xfrm>
            <a:custGeom>
              <a:rect b="b" l="l" r="r" t="t"/>
              <a:pathLst>
                <a:path extrusionOk="0" h="545" w="609">
                  <a:moveTo>
                    <a:pt x="352" y="0"/>
                  </a:moveTo>
                  <a:cubicBezTo>
                    <a:pt x="284" y="0"/>
                    <a:pt x="214" y="27"/>
                    <a:pt x="153" y="88"/>
                  </a:cubicBezTo>
                  <a:cubicBezTo>
                    <a:pt x="1" y="240"/>
                    <a:pt x="122" y="544"/>
                    <a:pt x="366" y="544"/>
                  </a:cubicBezTo>
                  <a:cubicBezTo>
                    <a:pt x="487" y="544"/>
                    <a:pt x="609" y="423"/>
                    <a:pt x="609" y="271"/>
                  </a:cubicBezTo>
                  <a:cubicBezTo>
                    <a:pt x="609" y="108"/>
                    <a:pt x="487" y="0"/>
                    <a:pt x="352"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68"/>
            <p:cNvSpPr/>
            <p:nvPr/>
          </p:nvSpPr>
          <p:spPr>
            <a:xfrm>
              <a:off x="5158925" y="4483650"/>
              <a:ext cx="13700" cy="13700"/>
            </a:xfrm>
            <a:custGeom>
              <a:rect b="b" l="l" r="r" t="t"/>
              <a:pathLst>
                <a:path extrusionOk="0" h="548" w="548">
                  <a:moveTo>
                    <a:pt x="274" y="0"/>
                  </a:moveTo>
                  <a:cubicBezTo>
                    <a:pt x="122" y="0"/>
                    <a:pt x="0" y="122"/>
                    <a:pt x="0" y="274"/>
                  </a:cubicBezTo>
                  <a:cubicBezTo>
                    <a:pt x="0" y="426"/>
                    <a:pt x="122" y="548"/>
                    <a:pt x="274" y="548"/>
                  </a:cubicBezTo>
                  <a:cubicBezTo>
                    <a:pt x="426" y="548"/>
                    <a:pt x="548" y="426"/>
                    <a:pt x="548" y="274"/>
                  </a:cubicBezTo>
                  <a:cubicBezTo>
                    <a:pt x="548" y="122"/>
                    <a:pt x="426" y="0"/>
                    <a:pt x="27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68"/>
            <p:cNvSpPr/>
            <p:nvPr/>
          </p:nvSpPr>
          <p:spPr>
            <a:xfrm>
              <a:off x="5215925" y="4482975"/>
              <a:ext cx="15975" cy="13625"/>
            </a:xfrm>
            <a:custGeom>
              <a:rect b="b" l="l" r="r" t="t"/>
              <a:pathLst>
                <a:path extrusionOk="0" h="545" w="639">
                  <a:moveTo>
                    <a:pt x="368" y="0"/>
                  </a:moveTo>
                  <a:cubicBezTo>
                    <a:pt x="301" y="0"/>
                    <a:pt x="233" y="27"/>
                    <a:pt x="182" y="88"/>
                  </a:cubicBezTo>
                  <a:cubicBezTo>
                    <a:pt x="0" y="240"/>
                    <a:pt x="122" y="544"/>
                    <a:pt x="365" y="544"/>
                  </a:cubicBezTo>
                  <a:cubicBezTo>
                    <a:pt x="517" y="544"/>
                    <a:pt x="638" y="423"/>
                    <a:pt x="638" y="271"/>
                  </a:cubicBezTo>
                  <a:cubicBezTo>
                    <a:pt x="638" y="108"/>
                    <a:pt x="503" y="0"/>
                    <a:pt x="368"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68"/>
            <p:cNvSpPr/>
            <p:nvPr/>
          </p:nvSpPr>
          <p:spPr>
            <a:xfrm>
              <a:off x="5275950" y="4482850"/>
              <a:ext cx="15050" cy="13775"/>
            </a:xfrm>
            <a:custGeom>
              <a:rect b="b" l="l" r="r" t="t"/>
              <a:pathLst>
                <a:path extrusionOk="0" h="551" w="602">
                  <a:moveTo>
                    <a:pt x="354" y="1"/>
                  </a:moveTo>
                  <a:cubicBezTo>
                    <a:pt x="348" y="1"/>
                    <a:pt x="341" y="1"/>
                    <a:pt x="335" y="2"/>
                  </a:cubicBezTo>
                  <a:cubicBezTo>
                    <a:pt x="0" y="63"/>
                    <a:pt x="0" y="519"/>
                    <a:pt x="335" y="549"/>
                  </a:cubicBezTo>
                  <a:cubicBezTo>
                    <a:pt x="341" y="550"/>
                    <a:pt x="348" y="550"/>
                    <a:pt x="354" y="550"/>
                  </a:cubicBezTo>
                  <a:cubicBezTo>
                    <a:pt x="602" y="550"/>
                    <a:pt x="602" y="1"/>
                    <a:pt x="35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68"/>
            <p:cNvSpPr/>
            <p:nvPr/>
          </p:nvSpPr>
          <p:spPr>
            <a:xfrm>
              <a:off x="5333700" y="4482975"/>
              <a:ext cx="15975" cy="13625"/>
            </a:xfrm>
            <a:custGeom>
              <a:rect b="b" l="l" r="r" t="t"/>
              <a:pathLst>
                <a:path extrusionOk="0" h="545" w="639">
                  <a:moveTo>
                    <a:pt x="369" y="0"/>
                  </a:moveTo>
                  <a:cubicBezTo>
                    <a:pt x="301" y="0"/>
                    <a:pt x="233" y="27"/>
                    <a:pt x="183" y="88"/>
                  </a:cubicBezTo>
                  <a:cubicBezTo>
                    <a:pt x="0" y="240"/>
                    <a:pt x="122" y="544"/>
                    <a:pt x="365" y="544"/>
                  </a:cubicBezTo>
                  <a:cubicBezTo>
                    <a:pt x="517" y="544"/>
                    <a:pt x="639" y="423"/>
                    <a:pt x="639" y="271"/>
                  </a:cubicBezTo>
                  <a:cubicBezTo>
                    <a:pt x="639" y="108"/>
                    <a:pt x="504" y="0"/>
                    <a:pt x="369"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68"/>
            <p:cNvSpPr/>
            <p:nvPr/>
          </p:nvSpPr>
          <p:spPr>
            <a:xfrm>
              <a:off x="5392975" y="4482975"/>
              <a:ext cx="15975" cy="13625"/>
            </a:xfrm>
            <a:custGeom>
              <a:rect b="b" l="l" r="r" t="t"/>
              <a:pathLst>
                <a:path extrusionOk="0" h="545" w="639">
                  <a:moveTo>
                    <a:pt x="368" y="0"/>
                  </a:moveTo>
                  <a:cubicBezTo>
                    <a:pt x="301" y="0"/>
                    <a:pt x="233" y="27"/>
                    <a:pt x="183" y="88"/>
                  </a:cubicBezTo>
                  <a:cubicBezTo>
                    <a:pt x="0" y="240"/>
                    <a:pt x="122" y="544"/>
                    <a:pt x="365" y="544"/>
                  </a:cubicBezTo>
                  <a:cubicBezTo>
                    <a:pt x="517" y="544"/>
                    <a:pt x="639" y="423"/>
                    <a:pt x="639" y="271"/>
                  </a:cubicBezTo>
                  <a:cubicBezTo>
                    <a:pt x="639" y="108"/>
                    <a:pt x="504" y="0"/>
                    <a:pt x="368"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68"/>
            <p:cNvSpPr/>
            <p:nvPr/>
          </p:nvSpPr>
          <p:spPr>
            <a:xfrm>
              <a:off x="5452250" y="4482975"/>
              <a:ext cx="15225" cy="13625"/>
            </a:xfrm>
            <a:custGeom>
              <a:rect b="b" l="l" r="r" t="t"/>
              <a:pathLst>
                <a:path extrusionOk="0" h="545" w="609">
                  <a:moveTo>
                    <a:pt x="351" y="0"/>
                  </a:moveTo>
                  <a:cubicBezTo>
                    <a:pt x="284" y="0"/>
                    <a:pt x="213" y="27"/>
                    <a:pt x="152" y="88"/>
                  </a:cubicBezTo>
                  <a:cubicBezTo>
                    <a:pt x="0" y="240"/>
                    <a:pt x="122" y="544"/>
                    <a:pt x="365" y="544"/>
                  </a:cubicBezTo>
                  <a:cubicBezTo>
                    <a:pt x="486" y="544"/>
                    <a:pt x="608" y="423"/>
                    <a:pt x="608" y="271"/>
                  </a:cubicBezTo>
                  <a:cubicBezTo>
                    <a:pt x="608" y="108"/>
                    <a:pt x="486" y="0"/>
                    <a:pt x="35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68"/>
            <p:cNvSpPr/>
            <p:nvPr/>
          </p:nvSpPr>
          <p:spPr>
            <a:xfrm>
              <a:off x="5511525" y="4482975"/>
              <a:ext cx="15200" cy="13625"/>
            </a:xfrm>
            <a:custGeom>
              <a:rect b="b" l="l" r="r" t="t"/>
              <a:pathLst>
                <a:path extrusionOk="0" h="545" w="608">
                  <a:moveTo>
                    <a:pt x="351" y="0"/>
                  </a:moveTo>
                  <a:cubicBezTo>
                    <a:pt x="284" y="0"/>
                    <a:pt x="213" y="27"/>
                    <a:pt x="152" y="88"/>
                  </a:cubicBezTo>
                  <a:cubicBezTo>
                    <a:pt x="0" y="240"/>
                    <a:pt x="122" y="544"/>
                    <a:pt x="365" y="544"/>
                  </a:cubicBezTo>
                  <a:cubicBezTo>
                    <a:pt x="486" y="544"/>
                    <a:pt x="608" y="423"/>
                    <a:pt x="608" y="271"/>
                  </a:cubicBezTo>
                  <a:cubicBezTo>
                    <a:pt x="608" y="108"/>
                    <a:pt x="486" y="0"/>
                    <a:pt x="35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68"/>
            <p:cNvSpPr/>
            <p:nvPr/>
          </p:nvSpPr>
          <p:spPr>
            <a:xfrm>
              <a:off x="5570025" y="4482975"/>
              <a:ext cx="15975" cy="13625"/>
            </a:xfrm>
            <a:custGeom>
              <a:rect b="b" l="l" r="r" t="t"/>
              <a:pathLst>
                <a:path extrusionOk="0" h="545" w="639">
                  <a:moveTo>
                    <a:pt x="360" y="0"/>
                  </a:moveTo>
                  <a:cubicBezTo>
                    <a:pt x="288" y="0"/>
                    <a:pt x="213" y="27"/>
                    <a:pt x="152" y="88"/>
                  </a:cubicBezTo>
                  <a:cubicBezTo>
                    <a:pt x="1" y="240"/>
                    <a:pt x="122" y="544"/>
                    <a:pt x="365" y="544"/>
                  </a:cubicBezTo>
                  <a:cubicBezTo>
                    <a:pt x="517" y="544"/>
                    <a:pt x="639" y="423"/>
                    <a:pt x="639" y="271"/>
                  </a:cubicBezTo>
                  <a:cubicBezTo>
                    <a:pt x="639" y="108"/>
                    <a:pt x="504" y="0"/>
                    <a:pt x="360"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68"/>
            <p:cNvSpPr/>
            <p:nvPr/>
          </p:nvSpPr>
          <p:spPr>
            <a:xfrm>
              <a:off x="3150525" y="4433500"/>
              <a:ext cx="15975" cy="13700"/>
            </a:xfrm>
            <a:custGeom>
              <a:rect b="b" l="l" r="r" t="t"/>
              <a:pathLst>
                <a:path extrusionOk="0" h="548" w="639">
                  <a:moveTo>
                    <a:pt x="365" y="0"/>
                  </a:moveTo>
                  <a:cubicBezTo>
                    <a:pt x="1" y="0"/>
                    <a:pt x="1" y="547"/>
                    <a:pt x="365" y="547"/>
                  </a:cubicBezTo>
                  <a:cubicBezTo>
                    <a:pt x="517" y="547"/>
                    <a:pt x="639" y="426"/>
                    <a:pt x="639" y="274"/>
                  </a:cubicBezTo>
                  <a:cubicBezTo>
                    <a:pt x="639" y="122"/>
                    <a:pt x="517" y="0"/>
                    <a:pt x="36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68"/>
            <p:cNvSpPr/>
            <p:nvPr/>
          </p:nvSpPr>
          <p:spPr>
            <a:xfrm>
              <a:off x="3211325" y="4434125"/>
              <a:ext cx="13700" cy="13075"/>
            </a:xfrm>
            <a:custGeom>
              <a:rect b="b" l="l" r="r" t="t"/>
              <a:pathLst>
                <a:path extrusionOk="0" h="523" w="548">
                  <a:moveTo>
                    <a:pt x="227" y="1"/>
                  </a:moveTo>
                  <a:cubicBezTo>
                    <a:pt x="98" y="1"/>
                    <a:pt x="0" y="113"/>
                    <a:pt x="0" y="249"/>
                  </a:cubicBezTo>
                  <a:cubicBezTo>
                    <a:pt x="0" y="401"/>
                    <a:pt x="122" y="522"/>
                    <a:pt x="274" y="522"/>
                  </a:cubicBezTo>
                  <a:cubicBezTo>
                    <a:pt x="395" y="522"/>
                    <a:pt x="517" y="401"/>
                    <a:pt x="547" y="249"/>
                  </a:cubicBezTo>
                  <a:cubicBezTo>
                    <a:pt x="547" y="113"/>
                    <a:pt x="450" y="1"/>
                    <a:pt x="320" y="1"/>
                  </a:cubicBezTo>
                  <a:cubicBezTo>
                    <a:pt x="305" y="1"/>
                    <a:pt x="290" y="3"/>
                    <a:pt x="274" y="6"/>
                  </a:cubicBezTo>
                  <a:cubicBezTo>
                    <a:pt x="258" y="3"/>
                    <a:pt x="242" y="1"/>
                    <a:pt x="227"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68"/>
            <p:cNvSpPr/>
            <p:nvPr/>
          </p:nvSpPr>
          <p:spPr>
            <a:xfrm>
              <a:off x="3271350" y="4433400"/>
              <a:ext cx="15150" cy="13800"/>
            </a:xfrm>
            <a:custGeom>
              <a:rect b="b" l="l" r="r" t="t"/>
              <a:pathLst>
                <a:path extrusionOk="0" h="552" w="606">
                  <a:moveTo>
                    <a:pt x="374" y="0"/>
                  </a:moveTo>
                  <a:cubicBezTo>
                    <a:pt x="361" y="0"/>
                    <a:pt x="348" y="2"/>
                    <a:pt x="335" y="4"/>
                  </a:cubicBezTo>
                  <a:cubicBezTo>
                    <a:pt x="183" y="4"/>
                    <a:pt x="31" y="126"/>
                    <a:pt x="31" y="278"/>
                  </a:cubicBezTo>
                  <a:cubicBezTo>
                    <a:pt x="1" y="430"/>
                    <a:pt x="152" y="551"/>
                    <a:pt x="304" y="551"/>
                  </a:cubicBezTo>
                  <a:cubicBezTo>
                    <a:pt x="456" y="551"/>
                    <a:pt x="578" y="430"/>
                    <a:pt x="578" y="278"/>
                  </a:cubicBezTo>
                  <a:cubicBezTo>
                    <a:pt x="606" y="139"/>
                    <a:pt x="507" y="0"/>
                    <a:pt x="37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68"/>
            <p:cNvSpPr/>
            <p:nvPr/>
          </p:nvSpPr>
          <p:spPr>
            <a:xfrm>
              <a:off x="3333650" y="4431975"/>
              <a:ext cx="16000" cy="14475"/>
            </a:xfrm>
            <a:custGeom>
              <a:rect b="b" l="l" r="r" t="t"/>
              <a:pathLst>
                <a:path extrusionOk="0" h="579" w="640">
                  <a:moveTo>
                    <a:pt x="366" y="1"/>
                  </a:moveTo>
                  <a:cubicBezTo>
                    <a:pt x="183" y="1"/>
                    <a:pt x="62" y="122"/>
                    <a:pt x="31" y="304"/>
                  </a:cubicBezTo>
                  <a:cubicBezTo>
                    <a:pt x="1" y="456"/>
                    <a:pt x="123" y="578"/>
                    <a:pt x="275" y="578"/>
                  </a:cubicBezTo>
                  <a:cubicBezTo>
                    <a:pt x="426" y="548"/>
                    <a:pt x="578" y="426"/>
                    <a:pt x="609" y="274"/>
                  </a:cubicBezTo>
                  <a:cubicBezTo>
                    <a:pt x="639" y="122"/>
                    <a:pt x="518" y="1"/>
                    <a:pt x="366"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68"/>
            <p:cNvSpPr/>
            <p:nvPr/>
          </p:nvSpPr>
          <p:spPr>
            <a:xfrm>
              <a:off x="3397500" y="4430450"/>
              <a:ext cx="16725" cy="14475"/>
            </a:xfrm>
            <a:custGeom>
              <a:rect b="b" l="l" r="r" t="t"/>
              <a:pathLst>
                <a:path extrusionOk="0" h="579" w="669">
                  <a:moveTo>
                    <a:pt x="395" y="1"/>
                  </a:moveTo>
                  <a:cubicBezTo>
                    <a:pt x="213" y="1"/>
                    <a:pt x="91" y="122"/>
                    <a:pt x="31" y="305"/>
                  </a:cubicBezTo>
                  <a:cubicBezTo>
                    <a:pt x="0" y="457"/>
                    <a:pt x="122" y="578"/>
                    <a:pt x="274" y="578"/>
                  </a:cubicBezTo>
                  <a:cubicBezTo>
                    <a:pt x="456" y="578"/>
                    <a:pt x="578" y="457"/>
                    <a:pt x="638" y="274"/>
                  </a:cubicBezTo>
                  <a:cubicBezTo>
                    <a:pt x="669" y="122"/>
                    <a:pt x="547" y="1"/>
                    <a:pt x="39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68"/>
            <p:cNvSpPr/>
            <p:nvPr/>
          </p:nvSpPr>
          <p:spPr>
            <a:xfrm>
              <a:off x="3462075" y="4428850"/>
              <a:ext cx="18150" cy="14550"/>
            </a:xfrm>
            <a:custGeom>
              <a:rect b="b" l="l" r="r" t="t"/>
              <a:pathLst>
                <a:path extrusionOk="0" h="582" w="726">
                  <a:moveTo>
                    <a:pt x="496" y="0"/>
                  </a:moveTo>
                  <a:cubicBezTo>
                    <a:pt x="483" y="0"/>
                    <a:pt x="470" y="1"/>
                    <a:pt x="457" y="4"/>
                  </a:cubicBezTo>
                  <a:cubicBezTo>
                    <a:pt x="274" y="4"/>
                    <a:pt x="122" y="126"/>
                    <a:pt x="62" y="308"/>
                  </a:cubicBezTo>
                  <a:cubicBezTo>
                    <a:pt x="1" y="429"/>
                    <a:pt x="122" y="581"/>
                    <a:pt x="274" y="581"/>
                  </a:cubicBezTo>
                  <a:cubicBezTo>
                    <a:pt x="457" y="551"/>
                    <a:pt x="609" y="429"/>
                    <a:pt x="670" y="277"/>
                  </a:cubicBezTo>
                  <a:cubicBezTo>
                    <a:pt x="725" y="139"/>
                    <a:pt x="629" y="0"/>
                    <a:pt x="496"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68"/>
            <p:cNvSpPr/>
            <p:nvPr/>
          </p:nvSpPr>
          <p:spPr>
            <a:xfrm>
              <a:off x="3528950" y="4426650"/>
              <a:ext cx="18275" cy="15225"/>
            </a:xfrm>
            <a:custGeom>
              <a:rect b="b" l="l" r="r" t="t"/>
              <a:pathLst>
                <a:path extrusionOk="0" h="609" w="731">
                  <a:moveTo>
                    <a:pt x="457" y="1"/>
                  </a:moveTo>
                  <a:cubicBezTo>
                    <a:pt x="274" y="1"/>
                    <a:pt x="122" y="122"/>
                    <a:pt x="61" y="305"/>
                  </a:cubicBezTo>
                  <a:cubicBezTo>
                    <a:pt x="1" y="457"/>
                    <a:pt x="92" y="609"/>
                    <a:pt x="244" y="609"/>
                  </a:cubicBezTo>
                  <a:cubicBezTo>
                    <a:pt x="426" y="578"/>
                    <a:pt x="578" y="457"/>
                    <a:pt x="669" y="274"/>
                  </a:cubicBezTo>
                  <a:cubicBezTo>
                    <a:pt x="730" y="122"/>
                    <a:pt x="639" y="1"/>
                    <a:pt x="457"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68"/>
            <p:cNvSpPr/>
            <p:nvPr/>
          </p:nvSpPr>
          <p:spPr>
            <a:xfrm>
              <a:off x="3594300" y="4424375"/>
              <a:ext cx="19025" cy="15225"/>
            </a:xfrm>
            <a:custGeom>
              <a:rect b="b" l="l" r="r" t="t"/>
              <a:pathLst>
                <a:path extrusionOk="0" h="609" w="761">
                  <a:moveTo>
                    <a:pt x="548" y="1"/>
                  </a:moveTo>
                  <a:cubicBezTo>
                    <a:pt x="335" y="1"/>
                    <a:pt x="183" y="122"/>
                    <a:pt x="92" y="305"/>
                  </a:cubicBezTo>
                  <a:cubicBezTo>
                    <a:pt x="1" y="487"/>
                    <a:pt x="92" y="608"/>
                    <a:pt x="244" y="608"/>
                  </a:cubicBezTo>
                  <a:cubicBezTo>
                    <a:pt x="457" y="578"/>
                    <a:pt x="609" y="456"/>
                    <a:pt x="700" y="305"/>
                  </a:cubicBezTo>
                  <a:cubicBezTo>
                    <a:pt x="761" y="122"/>
                    <a:pt x="700" y="1"/>
                    <a:pt x="548"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68"/>
            <p:cNvSpPr/>
            <p:nvPr/>
          </p:nvSpPr>
          <p:spPr>
            <a:xfrm>
              <a:off x="3660425" y="4422100"/>
              <a:ext cx="19775" cy="15975"/>
            </a:xfrm>
            <a:custGeom>
              <a:rect b="b" l="l" r="r" t="t"/>
              <a:pathLst>
                <a:path extrusionOk="0" h="639" w="791">
                  <a:moveTo>
                    <a:pt x="578" y="0"/>
                  </a:moveTo>
                  <a:cubicBezTo>
                    <a:pt x="365" y="31"/>
                    <a:pt x="182" y="152"/>
                    <a:pt x="91" y="335"/>
                  </a:cubicBezTo>
                  <a:cubicBezTo>
                    <a:pt x="0" y="487"/>
                    <a:pt x="61" y="639"/>
                    <a:pt x="243" y="639"/>
                  </a:cubicBezTo>
                  <a:cubicBezTo>
                    <a:pt x="426" y="608"/>
                    <a:pt x="608" y="487"/>
                    <a:pt x="699" y="304"/>
                  </a:cubicBezTo>
                  <a:cubicBezTo>
                    <a:pt x="790" y="122"/>
                    <a:pt x="730" y="0"/>
                    <a:pt x="578"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68"/>
            <p:cNvSpPr/>
            <p:nvPr/>
          </p:nvSpPr>
          <p:spPr>
            <a:xfrm>
              <a:off x="3726525" y="4419825"/>
              <a:ext cx="19775" cy="15975"/>
            </a:xfrm>
            <a:custGeom>
              <a:rect b="b" l="l" r="r" t="t"/>
              <a:pathLst>
                <a:path extrusionOk="0" h="639" w="791">
                  <a:moveTo>
                    <a:pt x="578" y="0"/>
                  </a:moveTo>
                  <a:cubicBezTo>
                    <a:pt x="396" y="31"/>
                    <a:pt x="213" y="152"/>
                    <a:pt x="92" y="335"/>
                  </a:cubicBezTo>
                  <a:cubicBezTo>
                    <a:pt x="1" y="517"/>
                    <a:pt x="31" y="638"/>
                    <a:pt x="213" y="638"/>
                  </a:cubicBezTo>
                  <a:cubicBezTo>
                    <a:pt x="396" y="608"/>
                    <a:pt x="578" y="487"/>
                    <a:pt x="700" y="335"/>
                  </a:cubicBezTo>
                  <a:cubicBezTo>
                    <a:pt x="791" y="152"/>
                    <a:pt x="760" y="0"/>
                    <a:pt x="578"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68"/>
            <p:cNvSpPr/>
            <p:nvPr/>
          </p:nvSpPr>
          <p:spPr>
            <a:xfrm>
              <a:off x="3791125" y="4418300"/>
              <a:ext cx="20525" cy="15975"/>
            </a:xfrm>
            <a:custGeom>
              <a:rect b="b" l="l" r="r" t="t"/>
              <a:pathLst>
                <a:path extrusionOk="0" h="639" w="821">
                  <a:moveTo>
                    <a:pt x="638" y="0"/>
                  </a:moveTo>
                  <a:cubicBezTo>
                    <a:pt x="426" y="31"/>
                    <a:pt x="243" y="152"/>
                    <a:pt x="122" y="335"/>
                  </a:cubicBezTo>
                  <a:cubicBezTo>
                    <a:pt x="0" y="517"/>
                    <a:pt x="31" y="639"/>
                    <a:pt x="213" y="639"/>
                  </a:cubicBezTo>
                  <a:cubicBezTo>
                    <a:pt x="395" y="608"/>
                    <a:pt x="578" y="487"/>
                    <a:pt x="699" y="335"/>
                  </a:cubicBezTo>
                  <a:cubicBezTo>
                    <a:pt x="821" y="152"/>
                    <a:pt x="790" y="0"/>
                    <a:pt x="638"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68"/>
            <p:cNvSpPr/>
            <p:nvPr/>
          </p:nvSpPr>
          <p:spPr>
            <a:xfrm>
              <a:off x="3854950" y="4416775"/>
              <a:ext cx="20550" cy="16750"/>
            </a:xfrm>
            <a:custGeom>
              <a:rect b="b" l="l" r="r" t="t"/>
              <a:pathLst>
                <a:path extrusionOk="0" h="670" w="822">
                  <a:moveTo>
                    <a:pt x="639" y="1"/>
                  </a:moveTo>
                  <a:cubicBezTo>
                    <a:pt x="426" y="31"/>
                    <a:pt x="244" y="153"/>
                    <a:pt x="122" y="335"/>
                  </a:cubicBezTo>
                  <a:cubicBezTo>
                    <a:pt x="0" y="517"/>
                    <a:pt x="0" y="669"/>
                    <a:pt x="183" y="669"/>
                  </a:cubicBezTo>
                  <a:cubicBezTo>
                    <a:pt x="365" y="639"/>
                    <a:pt x="578" y="517"/>
                    <a:pt x="700" y="335"/>
                  </a:cubicBezTo>
                  <a:cubicBezTo>
                    <a:pt x="821" y="153"/>
                    <a:pt x="791" y="1"/>
                    <a:pt x="639"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68"/>
            <p:cNvSpPr/>
            <p:nvPr/>
          </p:nvSpPr>
          <p:spPr>
            <a:xfrm>
              <a:off x="3916500" y="4416025"/>
              <a:ext cx="20550" cy="16725"/>
            </a:xfrm>
            <a:custGeom>
              <a:rect b="b" l="l" r="r" t="t"/>
              <a:pathLst>
                <a:path extrusionOk="0" h="669" w="822">
                  <a:moveTo>
                    <a:pt x="669" y="0"/>
                  </a:moveTo>
                  <a:cubicBezTo>
                    <a:pt x="456" y="31"/>
                    <a:pt x="274" y="152"/>
                    <a:pt x="122" y="335"/>
                  </a:cubicBezTo>
                  <a:cubicBezTo>
                    <a:pt x="0" y="517"/>
                    <a:pt x="0" y="669"/>
                    <a:pt x="152" y="669"/>
                  </a:cubicBezTo>
                  <a:cubicBezTo>
                    <a:pt x="365" y="639"/>
                    <a:pt x="578" y="517"/>
                    <a:pt x="700" y="335"/>
                  </a:cubicBezTo>
                  <a:cubicBezTo>
                    <a:pt x="821" y="152"/>
                    <a:pt x="821" y="0"/>
                    <a:pt x="669"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68"/>
            <p:cNvSpPr/>
            <p:nvPr/>
          </p:nvSpPr>
          <p:spPr>
            <a:xfrm>
              <a:off x="3976525" y="4416025"/>
              <a:ext cx="20550" cy="16725"/>
            </a:xfrm>
            <a:custGeom>
              <a:rect b="b" l="l" r="r" t="t"/>
              <a:pathLst>
                <a:path extrusionOk="0" h="669" w="822">
                  <a:moveTo>
                    <a:pt x="669" y="0"/>
                  </a:moveTo>
                  <a:cubicBezTo>
                    <a:pt x="457" y="31"/>
                    <a:pt x="274" y="152"/>
                    <a:pt x="153" y="335"/>
                  </a:cubicBezTo>
                  <a:cubicBezTo>
                    <a:pt x="1" y="517"/>
                    <a:pt x="1" y="669"/>
                    <a:pt x="153" y="669"/>
                  </a:cubicBezTo>
                  <a:cubicBezTo>
                    <a:pt x="365" y="639"/>
                    <a:pt x="548" y="517"/>
                    <a:pt x="669" y="335"/>
                  </a:cubicBezTo>
                  <a:cubicBezTo>
                    <a:pt x="821" y="152"/>
                    <a:pt x="821" y="0"/>
                    <a:pt x="669"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68"/>
            <p:cNvSpPr/>
            <p:nvPr/>
          </p:nvSpPr>
          <p:spPr>
            <a:xfrm>
              <a:off x="4034275" y="4416025"/>
              <a:ext cx="21300" cy="16725"/>
            </a:xfrm>
            <a:custGeom>
              <a:rect b="b" l="l" r="r" t="t"/>
              <a:pathLst>
                <a:path extrusionOk="0" h="669" w="852">
                  <a:moveTo>
                    <a:pt x="700" y="0"/>
                  </a:moveTo>
                  <a:cubicBezTo>
                    <a:pt x="487" y="31"/>
                    <a:pt x="274" y="152"/>
                    <a:pt x="153" y="335"/>
                  </a:cubicBezTo>
                  <a:cubicBezTo>
                    <a:pt x="1" y="517"/>
                    <a:pt x="31" y="669"/>
                    <a:pt x="183" y="669"/>
                  </a:cubicBezTo>
                  <a:cubicBezTo>
                    <a:pt x="366" y="639"/>
                    <a:pt x="578" y="517"/>
                    <a:pt x="700" y="335"/>
                  </a:cubicBezTo>
                  <a:cubicBezTo>
                    <a:pt x="852" y="152"/>
                    <a:pt x="852" y="0"/>
                    <a:pt x="700"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68"/>
            <p:cNvSpPr/>
            <p:nvPr/>
          </p:nvSpPr>
          <p:spPr>
            <a:xfrm>
              <a:off x="4094325" y="4416025"/>
              <a:ext cx="20525" cy="16725"/>
            </a:xfrm>
            <a:custGeom>
              <a:rect b="b" l="l" r="r" t="t"/>
              <a:pathLst>
                <a:path extrusionOk="0" h="669" w="821">
                  <a:moveTo>
                    <a:pt x="669" y="0"/>
                  </a:moveTo>
                  <a:cubicBezTo>
                    <a:pt x="456" y="31"/>
                    <a:pt x="274" y="152"/>
                    <a:pt x="152" y="335"/>
                  </a:cubicBezTo>
                  <a:cubicBezTo>
                    <a:pt x="0" y="517"/>
                    <a:pt x="0" y="669"/>
                    <a:pt x="152" y="669"/>
                  </a:cubicBezTo>
                  <a:cubicBezTo>
                    <a:pt x="365" y="639"/>
                    <a:pt x="547" y="517"/>
                    <a:pt x="669" y="335"/>
                  </a:cubicBezTo>
                  <a:cubicBezTo>
                    <a:pt x="821" y="152"/>
                    <a:pt x="821" y="0"/>
                    <a:pt x="669"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68"/>
            <p:cNvSpPr/>
            <p:nvPr/>
          </p:nvSpPr>
          <p:spPr>
            <a:xfrm>
              <a:off x="4151300" y="4416775"/>
              <a:ext cx="19775" cy="16750"/>
            </a:xfrm>
            <a:custGeom>
              <a:rect b="b" l="l" r="r" t="t"/>
              <a:pathLst>
                <a:path extrusionOk="0" h="670" w="791">
                  <a:moveTo>
                    <a:pt x="639" y="1"/>
                  </a:moveTo>
                  <a:cubicBezTo>
                    <a:pt x="426" y="31"/>
                    <a:pt x="244" y="153"/>
                    <a:pt x="153" y="335"/>
                  </a:cubicBezTo>
                  <a:cubicBezTo>
                    <a:pt x="1" y="517"/>
                    <a:pt x="1" y="669"/>
                    <a:pt x="153" y="669"/>
                  </a:cubicBezTo>
                  <a:cubicBezTo>
                    <a:pt x="335" y="639"/>
                    <a:pt x="517" y="517"/>
                    <a:pt x="639" y="335"/>
                  </a:cubicBezTo>
                  <a:cubicBezTo>
                    <a:pt x="791" y="153"/>
                    <a:pt x="791" y="1"/>
                    <a:pt x="639"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68"/>
            <p:cNvSpPr/>
            <p:nvPr/>
          </p:nvSpPr>
          <p:spPr>
            <a:xfrm>
              <a:off x="4206775" y="4417525"/>
              <a:ext cx="18275" cy="16750"/>
            </a:xfrm>
            <a:custGeom>
              <a:rect b="b" l="l" r="r" t="t"/>
              <a:pathLst>
                <a:path extrusionOk="0" h="670" w="731">
                  <a:moveTo>
                    <a:pt x="578" y="1"/>
                  </a:moveTo>
                  <a:cubicBezTo>
                    <a:pt x="396" y="62"/>
                    <a:pt x="213" y="153"/>
                    <a:pt x="122" y="335"/>
                  </a:cubicBezTo>
                  <a:cubicBezTo>
                    <a:pt x="1" y="518"/>
                    <a:pt x="1" y="670"/>
                    <a:pt x="153" y="670"/>
                  </a:cubicBezTo>
                  <a:cubicBezTo>
                    <a:pt x="335" y="639"/>
                    <a:pt x="487" y="518"/>
                    <a:pt x="609" y="335"/>
                  </a:cubicBezTo>
                  <a:cubicBezTo>
                    <a:pt x="730" y="183"/>
                    <a:pt x="730" y="1"/>
                    <a:pt x="578"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68"/>
            <p:cNvSpPr/>
            <p:nvPr/>
          </p:nvSpPr>
          <p:spPr>
            <a:xfrm>
              <a:off x="4259975" y="4419825"/>
              <a:ext cx="17500" cy="15975"/>
            </a:xfrm>
            <a:custGeom>
              <a:rect b="b" l="l" r="r" t="t"/>
              <a:pathLst>
                <a:path extrusionOk="0" h="639" w="700">
                  <a:moveTo>
                    <a:pt x="578" y="0"/>
                  </a:moveTo>
                  <a:cubicBezTo>
                    <a:pt x="365" y="31"/>
                    <a:pt x="213" y="152"/>
                    <a:pt x="122" y="304"/>
                  </a:cubicBezTo>
                  <a:cubicBezTo>
                    <a:pt x="0" y="487"/>
                    <a:pt x="31" y="638"/>
                    <a:pt x="183" y="638"/>
                  </a:cubicBezTo>
                  <a:cubicBezTo>
                    <a:pt x="365" y="608"/>
                    <a:pt x="517" y="487"/>
                    <a:pt x="608" y="335"/>
                  </a:cubicBezTo>
                  <a:cubicBezTo>
                    <a:pt x="699" y="152"/>
                    <a:pt x="699" y="0"/>
                    <a:pt x="578"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68"/>
            <p:cNvSpPr/>
            <p:nvPr/>
          </p:nvSpPr>
          <p:spPr>
            <a:xfrm>
              <a:off x="4313175" y="4421325"/>
              <a:ext cx="16725" cy="16000"/>
            </a:xfrm>
            <a:custGeom>
              <a:rect b="b" l="l" r="r" t="t"/>
              <a:pathLst>
                <a:path extrusionOk="0" h="640" w="669">
                  <a:moveTo>
                    <a:pt x="486" y="1"/>
                  </a:moveTo>
                  <a:cubicBezTo>
                    <a:pt x="334" y="31"/>
                    <a:pt x="182" y="153"/>
                    <a:pt x="91" y="305"/>
                  </a:cubicBezTo>
                  <a:cubicBezTo>
                    <a:pt x="0" y="487"/>
                    <a:pt x="30" y="639"/>
                    <a:pt x="152" y="639"/>
                  </a:cubicBezTo>
                  <a:cubicBezTo>
                    <a:pt x="334" y="609"/>
                    <a:pt x="486" y="487"/>
                    <a:pt x="578" y="335"/>
                  </a:cubicBezTo>
                  <a:cubicBezTo>
                    <a:pt x="669" y="153"/>
                    <a:pt x="638" y="1"/>
                    <a:pt x="486"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68"/>
            <p:cNvSpPr/>
            <p:nvPr/>
          </p:nvSpPr>
          <p:spPr>
            <a:xfrm>
              <a:off x="4364825" y="4424375"/>
              <a:ext cx="16000" cy="15225"/>
            </a:xfrm>
            <a:custGeom>
              <a:rect b="b" l="l" r="r" t="t"/>
              <a:pathLst>
                <a:path extrusionOk="0" h="609" w="640">
                  <a:moveTo>
                    <a:pt x="487" y="1"/>
                  </a:moveTo>
                  <a:cubicBezTo>
                    <a:pt x="305" y="31"/>
                    <a:pt x="153" y="122"/>
                    <a:pt x="92" y="305"/>
                  </a:cubicBezTo>
                  <a:cubicBezTo>
                    <a:pt x="1" y="456"/>
                    <a:pt x="62" y="608"/>
                    <a:pt x="183" y="608"/>
                  </a:cubicBezTo>
                  <a:cubicBezTo>
                    <a:pt x="366" y="578"/>
                    <a:pt x="487" y="456"/>
                    <a:pt x="548" y="305"/>
                  </a:cubicBezTo>
                  <a:cubicBezTo>
                    <a:pt x="639" y="153"/>
                    <a:pt x="609" y="1"/>
                    <a:pt x="487"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68"/>
            <p:cNvSpPr/>
            <p:nvPr/>
          </p:nvSpPr>
          <p:spPr>
            <a:xfrm>
              <a:off x="4417275" y="4425900"/>
              <a:ext cx="14450" cy="15225"/>
            </a:xfrm>
            <a:custGeom>
              <a:rect b="b" l="l" r="r" t="t"/>
              <a:pathLst>
                <a:path extrusionOk="0" h="609" w="578">
                  <a:moveTo>
                    <a:pt x="426" y="0"/>
                  </a:moveTo>
                  <a:cubicBezTo>
                    <a:pt x="243" y="31"/>
                    <a:pt x="122" y="122"/>
                    <a:pt x="61" y="304"/>
                  </a:cubicBezTo>
                  <a:cubicBezTo>
                    <a:pt x="0" y="456"/>
                    <a:pt x="31" y="608"/>
                    <a:pt x="183" y="608"/>
                  </a:cubicBezTo>
                  <a:cubicBezTo>
                    <a:pt x="335" y="578"/>
                    <a:pt x="487" y="456"/>
                    <a:pt x="517" y="304"/>
                  </a:cubicBezTo>
                  <a:cubicBezTo>
                    <a:pt x="578" y="152"/>
                    <a:pt x="547" y="0"/>
                    <a:pt x="426"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68"/>
            <p:cNvSpPr/>
            <p:nvPr/>
          </p:nvSpPr>
          <p:spPr>
            <a:xfrm>
              <a:off x="4468950" y="4428175"/>
              <a:ext cx="14450" cy="14475"/>
            </a:xfrm>
            <a:custGeom>
              <a:rect b="b" l="l" r="r" t="t"/>
              <a:pathLst>
                <a:path extrusionOk="0" h="579" w="578">
                  <a:moveTo>
                    <a:pt x="395" y="1"/>
                  </a:moveTo>
                  <a:cubicBezTo>
                    <a:pt x="213" y="1"/>
                    <a:pt x="91" y="122"/>
                    <a:pt x="61" y="274"/>
                  </a:cubicBezTo>
                  <a:cubicBezTo>
                    <a:pt x="0" y="456"/>
                    <a:pt x="61" y="578"/>
                    <a:pt x="213" y="578"/>
                  </a:cubicBezTo>
                  <a:cubicBezTo>
                    <a:pt x="365" y="578"/>
                    <a:pt x="486" y="456"/>
                    <a:pt x="517" y="304"/>
                  </a:cubicBezTo>
                  <a:cubicBezTo>
                    <a:pt x="578" y="153"/>
                    <a:pt x="517" y="1"/>
                    <a:pt x="39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68"/>
            <p:cNvSpPr/>
            <p:nvPr/>
          </p:nvSpPr>
          <p:spPr>
            <a:xfrm>
              <a:off x="4521375" y="4430450"/>
              <a:ext cx="13700" cy="13700"/>
            </a:xfrm>
            <a:custGeom>
              <a:rect b="b" l="l" r="r" t="t"/>
              <a:pathLst>
                <a:path extrusionOk="0" h="548" w="548">
                  <a:moveTo>
                    <a:pt x="365" y="1"/>
                  </a:moveTo>
                  <a:cubicBezTo>
                    <a:pt x="213" y="1"/>
                    <a:pt x="61" y="122"/>
                    <a:pt x="31" y="274"/>
                  </a:cubicBezTo>
                  <a:cubicBezTo>
                    <a:pt x="0" y="426"/>
                    <a:pt x="92" y="548"/>
                    <a:pt x="213" y="548"/>
                  </a:cubicBezTo>
                  <a:cubicBezTo>
                    <a:pt x="365" y="548"/>
                    <a:pt x="487" y="426"/>
                    <a:pt x="517" y="274"/>
                  </a:cubicBezTo>
                  <a:cubicBezTo>
                    <a:pt x="548" y="122"/>
                    <a:pt x="487" y="1"/>
                    <a:pt x="36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68"/>
            <p:cNvSpPr/>
            <p:nvPr/>
          </p:nvSpPr>
          <p:spPr>
            <a:xfrm>
              <a:off x="4574575" y="4431975"/>
              <a:ext cx="14450" cy="13700"/>
            </a:xfrm>
            <a:custGeom>
              <a:rect b="b" l="l" r="r" t="t"/>
              <a:pathLst>
                <a:path extrusionOk="0" h="548" w="578">
                  <a:moveTo>
                    <a:pt x="334" y="1"/>
                  </a:moveTo>
                  <a:cubicBezTo>
                    <a:pt x="183" y="1"/>
                    <a:pt x="61" y="122"/>
                    <a:pt x="61" y="274"/>
                  </a:cubicBezTo>
                  <a:cubicBezTo>
                    <a:pt x="0" y="396"/>
                    <a:pt x="91" y="548"/>
                    <a:pt x="243" y="548"/>
                  </a:cubicBezTo>
                  <a:cubicBezTo>
                    <a:pt x="395" y="548"/>
                    <a:pt x="517" y="426"/>
                    <a:pt x="547" y="274"/>
                  </a:cubicBezTo>
                  <a:cubicBezTo>
                    <a:pt x="578" y="152"/>
                    <a:pt x="486" y="1"/>
                    <a:pt x="33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68"/>
            <p:cNvSpPr/>
            <p:nvPr/>
          </p:nvSpPr>
          <p:spPr>
            <a:xfrm>
              <a:off x="4630050" y="4432725"/>
              <a:ext cx="13700" cy="14475"/>
            </a:xfrm>
            <a:custGeom>
              <a:rect b="b" l="l" r="r" t="t"/>
              <a:pathLst>
                <a:path extrusionOk="0" h="579" w="548">
                  <a:moveTo>
                    <a:pt x="304" y="1"/>
                  </a:moveTo>
                  <a:cubicBezTo>
                    <a:pt x="152" y="31"/>
                    <a:pt x="30" y="122"/>
                    <a:pt x="0" y="274"/>
                  </a:cubicBezTo>
                  <a:cubicBezTo>
                    <a:pt x="0" y="426"/>
                    <a:pt x="91" y="548"/>
                    <a:pt x="243" y="578"/>
                  </a:cubicBezTo>
                  <a:cubicBezTo>
                    <a:pt x="395" y="548"/>
                    <a:pt x="517" y="457"/>
                    <a:pt x="517" y="305"/>
                  </a:cubicBezTo>
                  <a:cubicBezTo>
                    <a:pt x="547" y="153"/>
                    <a:pt x="426" y="31"/>
                    <a:pt x="30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68"/>
            <p:cNvSpPr/>
            <p:nvPr/>
          </p:nvSpPr>
          <p:spPr>
            <a:xfrm>
              <a:off x="4686275" y="4433500"/>
              <a:ext cx="13700" cy="13700"/>
            </a:xfrm>
            <a:custGeom>
              <a:rect b="b" l="l" r="r" t="t"/>
              <a:pathLst>
                <a:path extrusionOk="0" h="548" w="548">
                  <a:moveTo>
                    <a:pt x="304" y="0"/>
                  </a:moveTo>
                  <a:cubicBezTo>
                    <a:pt x="152" y="0"/>
                    <a:pt x="31" y="122"/>
                    <a:pt x="31" y="274"/>
                  </a:cubicBezTo>
                  <a:cubicBezTo>
                    <a:pt x="0" y="426"/>
                    <a:pt x="122" y="547"/>
                    <a:pt x="274" y="547"/>
                  </a:cubicBezTo>
                  <a:cubicBezTo>
                    <a:pt x="426" y="547"/>
                    <a:pt x="547" y="426"/>
                    <a:pt x="547" y="274"/>
                  </a:cubicBezTo>
                  <a:cubicBezTo>
                    <a:pt x="547" y="152"/>
                    <a:pt x="426" y="0"/>
                    <a:pt x="30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68"/>
            <p:cNvSpPr/>
            <p:nvPr/>
          </p:nvSpPr>
          <p:spPr>
            <a:xfrm>
              <a:off x="4745550" y="4434125"/>
              <a:ext cx="13700" cy="13075"/>
            </a:xfrm>
            <a:custGeom>
              <a:rect b="b" l="l" r="r" t="t"/>
              <a:pathLst>
                <a:path extrusionOk="0" h="523" w="548">
                  <a:moveTo>
                    <a:pt x="227" y="1"/>
                  </a:moveTo>
                  <a:cubicBezTo>
                    <a:pt x="98" y="1"/>
                    <a:pt x="0" y="113"/>
                    <a:pt x="0" y="249"/>
                  </a:cubicBezTo>
                  <a:cubicBezTo>
                    <a:pt x="0" y="401"/>
                    <a:pt x="122" y="522"/>
                    <a:pt x="274" y="522"/>
                  </a:cubicBezTo>
                  <a:cubicBezTo>
                    <a:pt x="426" y="522"/>
                    <a:pt x="547" y="401"/>
                    <a:pt x="547" y="249"/>
                  </a:cubicBezTo>
                  <a:cubicBezTo>
                    <a:pt x="547" y="113"/>
                    <a:pt x="450" y="1"/>
                    <a:pt x="320" y="1"/>
                  </a:cubicBezTo>
                  <a:cubicBezTo>
                    <a:pt x="305" y="1"/>
                    <a:pt x="290" y="3"/>
                    <a:pt x="274" y="6"/>
                  </a:cubicBezTo>
                  <a:cubicBezTo>
                    <a:pt x="258" y="3"/>
                    <a:pt x="242" y="1"/>
                    <a:pt x="227"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68"/>
            <p:cNvSpPr/>
            <p:nvPr/>
          </p:nvSpPr>
          <p:spPr>
            <a:xfrm>
              <a:off x="4804825" y="4433500"/>
              <a:ext cx="13700" cy="13700"/>
            </a:xfrm>
            <a:custGeom>
              <a:rect b="b" l="l" r="r" t="t"/>
              <a:pathLst>
                <a:path extrusionOk="0" h="548" w="548">
                  <a:moveTo>
                    <a:pt x="274" y="0"/>
                  </a:moveTo>
                  <a:cubicBezTo>
                    <a:pt x="122" y="0"/>
                    <a:pt x="0" y="122"/>
                    <a:pt x="0" y="274"/>
                  </a:cubicBezTo>
                  <a:cubicBezTo>
                    <a:pt x="0" y="426"/>
                    <a:pt x="122" y="547"/>
                    <a:pt x="274" y="547"/>
                  </a:cubicBezTo>
                  <a:cubicBezTo>
                    <a:pt x="426" y="547"/>
                    <a:pt x="547" y="426"/>
                    <a:pt x="547" y="274"/>
                  </a:cubicBezTo>
                  <a:cubicBezTo>
                    <a:pt x="547" y="122"/>
                    <a:pt x="426" y="0"/>
                    <a:pt x="27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68"/>
            <p:cNvSpPr/>
            <p:nvPr/>
          </p:nvSpPr>
          <p:spPr>
            <a:xfrm>
              <a:off x="4863700" y="4434625"/>
              <a:ext cx="14475" cy="12575"/>
            </a:xfrm>
            <a:custGeom>
              <a:rect b="b" l="l" r="r" t="t"/>
              <a:pathLst>
                <a:path extrusionOk="0" h="503" w="579">
                  <a:moveTo>
                    <a:pt x="289" y="1"/>
                  </a:moveTo>
                  <a:cubicBezTo>
                    <a:pt x="145" y="1"/>
                    <a:pt x="1" y="77"/>
                    <a:pt x="16" y="229"/>
                  </a:cubicBezTo>
                  <a:cubicBezTo>
                    <a:pt x="16" y="381"/>
                    <a:pt x="137" y="502"/>
                    <a:pt x="289" y="502"/>
                  </a:cubicBezTo>
                  <a:cubicBezTo>
                    <a:pt x="441" y="502"/>
                    <a:pt x="563" y="381"/>
                    <a:pt x="563" y="229"/>
                  </a:cubicBezTo>
                  <a:cubicBezTo>
                    <a:pt x="578" y="77"/>
                    <a:pt x="434" y="1"/>
                    <a:pt x="289"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68"/>
            <p:cNvSpPr/>
            <p:nvPr/>
          </p:nvSpPr>
          <p:spPr>
            <a:xfrm>
              <a:off x="4923350" y="4433500"/>
              <a:ext cx="13700" cy="13700"/>
            </a:xfrm>
            <a:custGeom>
              <a:rect b="b" l="l" r="r" t="t"/>
              <a:pathLst>
                <a:path extrusionOk="0" h="548" w="548">
                  <a:moveTo>
                    <a:pt x="271" y="0"/>
                  </a:moveTo>
                  <a:cubicBezTo>
                    <a:pt x="138" y="0"/>
                    <a:pt x="1" y="91"/>
                    <a:pt x="1" y="274"/>
                  </a:cubicBezTo>
                  <a:cubicBezTo>
                    <a:pt x="1" y="426"/>
                    <a:pt x="122" y="547"/>
                    <a:pt x="274" y="547"/>
                  </a:cubicBezTo>
                  <a:cubicBezTo>
                    <a:pt x="426" y="547"/>
                    <a:pt x="548" y="426"/>
                    <a:pt x="517" y="274"/>
                  </a:cubicBezTo>
                  <a:cubicBezTo>
                    <a:pt x="533" y="91"/>
                    <a:pt x="404" y="0"/>
                    <a:pt x="27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68"/>
            <p:cNvSpPr/>
            <p:nvPr/>
          </p:nvSpPr>
          <p:spPr>
            <a:xfrm>
              <a:off x="4981875" y="4433500"/>
              <a:ext cx="13700" cy="13700"/>
            </a:xfrm>
            <a:custGeom>
              <a:rect b="b" l="l" r="r" t="t"/>
              <a:pathLst>
                <a:path extrusionOk="0" h="548" w="548">
                  <a:moveTo>
                    <a:pt x="274" y="0"/>
                  </a:moveTo>
                  <a:cubicBezTo>
                    <a:pt x="137" y="0"/>
                    <a:pt x="0" y="91"/>
                    <a:pt x="0" y="274"/>
                  </a:cubicBezTo>
                  <a:cubicBezTo>
                    <a:pt x="0" y="426"/>
                    <a:pt x="122" y="547"/>
                    <a:pt x="274" y="547"/>
                  </a:cubicBezTo>
                  <a:cubicBezTo>
                    <a:pt x="426" y="547"/>
                    <a:pt x="547" y="426"/>
                    <a:pt x="547" y="274"/>
                  </a:cubicBezTo>
                  <a:cubicBezTo>
                    <a:pt x="547" y="91"/>
                    <a:pt x="411" y="0"/>
                    <a:pt x="27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68"/>
            <p:cNvSpPr/>
            <p:nvPr/>
          </p:nvSpPr>
          <p:spPr>
            <a:xfrm>
              <a:off x="5041150" y="4433500"/>
              <a:ext cx="13700" cy="13700"/>
            </a:xfrm>
            <a:custGeom>
              <a:rect b="b" l="l" r="r" t="t"/>
              <a:pathLst>
                <a:path extrusionOk="0" h="548" w="548">
                  <a:moveTo>
                    <a:pt x="274" y="0"/>
                  </a:moveTo>
                  <a:cubicBezTo>
                    <a:pt x="122" y="0"/>
                    <a:pt x="0" y="122"/>
                    <a:pt x="0" y="274"/>
                  </a:cubicBezTo>
                  <a:cubicBezTo>
                    <a:pt x="0" y="426"/>
                    <a:pt x="122" y="547"/>
                    <a:pt x="274" y="547"/>
                  </a:cubicBezTo>
                  <a:cubicBezTo>
                    <a:pt x="426" y="547"/>
                    <a:pt x="547" y="426"/>
                    <a:pt x="547" y="274"/>
                  </a:cubicBezTo>
                  <a:cubicBezTo>
                    <a:pt x="547" y="122"/>
                    <a:pt x="426" y="0"/>
                    <a:pt x="27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68"/>
            <p:cNvSpPr/>
            <p:nvPr/>
          </p:nvSpPr>
          <p:spPr>
            <a:xfrm>
              <a:off x="5100025" y="4434625"/>
              <a:ext cx="14100" cy="12575"/>
            </a:xfrm>
            <a:custGeom>
              <a:rect b="b" l="l" r="r" t="t"/>
              <a:pathLst>
                <a:path extrusionOk="0" h="503" w="564">
                  <a:moveTo>
                    <a:pt x="286" y="1"/>
                  </a:moveTo>
                  <a:cubicBezTo>
                    <a:pt x="145" y="1"/>
                    <a:pt x="1" y="77"/>
                    <a:pt x="16" y="229"/>
                  </a:cubicBezTo>
                  <a:cubicBezTo>
                    <a:pt x="16" y="381"/>
                    <a:pt x="138" y="502"/>
                    <a:pt x="290" y="502"/>
                  </a:cubicBezTo>
                  <a:cubicBezTo>
                    <a:pt x="411" y="502"/>
                    <a:pt x="533" y="381"/>
                    <a:pt x="533" y="229"/>
                  </a:cubicBezTo>
                  <a:cubicBezTo>
                    <a:pt x="563" y="77"/>
                    <a:pt x="426" y="1"/>
                    <a:pt x="286"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68"/>
            <p:cNvSpPr/>
            <p:nvPr/>
          </p:nvSpPr>
          <p:spPr>
            <a:xfrm>
              <a:off x="5158925" y="4433500"/>
              <a:ext cx="13700" cy="13700"/>
            </a:xfrm>
            <a:custGeom>
              <a:rect b="b" l="l" r="r" t="t"/>
              <a:pathLst>
                <a:path extrusionOk="0" h="548" w="548">
                  <a:moveTo>
                    <a:pt x="274" y="0"/>
                  </a:moveTo>
                  <a:cubicBezTo>
                    <a:pt x="122" y="0"/>
                    <a:pt x="0" y="122"/>
                    <a:pt x="0" y="274"/>
                  </a:cubicBezTo>
                  <a:cubicBezTo>
                    <a:pt x="0" y="426"/>
                    <a:pt x="122" y="547"/>
                    <a:pt x="274" y="547"/>
                  </a:cubicBezTo>
                  <a:cubicBezTo>
                    <a:pt x="426" y="547"/>
                    <a:pt x="548" y="426"/>
                    <a:pt x="548" y="274"/>
                  </a:cubicBezTo>
                  <a:cubicBezTo>
                    <a:pt x="548" y="122"/>
                    <a:pt x="426" y="0"/>
                    <a:pt x="27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68"/>
            <p:cNvSpPr/>
            <p:nvPr/>
          </p:nvSpPr>
          <p:spPr>
            <a:xfrm>
              <a:off x="5218200" y="4433500"/>
              <a:ext cx="13700" cy="13700"/>
            </a:xfrm>
            <a:custGeom>
              <a:rect b="b" l="l" r="r" t="t"/>
              <a:pathLst>
                <a:path extrusionOk="0" h="548" w="548">
                  <a:moveTo>
                    <a:pt x="274" y="0"/>
                  </a:moveTo>
                  <a:cubicBezTo>
                    <a:pt x="137" y="0"/>
                    <a:pt x="0" y="91"/>
                    <a:pt x="0" y="274"/>
                  </a:cubicBezTo>
                  <a:cubicBezTo>
                    <a:pt x="0" y="426"/>
                    <a:pt x="122" y="547"/>
                    <a:pt x="274" y="547"/>
                  </a:cubicBezTo>
                  <a:cubicBezTo>
                    <a:pt x="426" y="547"/>
                    <a:pt x="547" y="426"/>
                    <a:pt x="547" y="274"/>
                  </a:cubicBezTo>
                  <a:cubicBezTo>
                    <a:pt x="547" y="91"/>
                    <a:pt x="411" y="0"/>
                    <a:pt x="27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68"/>
            <p:cNvSpPr/>
            <p:nvPr/>
          </p:nvSpPr>
          <p:spPr>
            <a:xfrm>
              <a:off x="5277475" y="4433500"/>
              <a:ext cx="12925" cy="13700"/>
            </a:xfrm>
            <a:custGeom>
              <a:rect b="b" l="l" r="r" t="t"/>
              <a:pathLst>
                <a:path extrusionOk="0" h="548" w="517">
                  <a:moveTo>
                    <a:pt x="274" y="0"/>
                  </a:moveTo>
                  <a:cubicBezTo>
                    <a:pt x="122" y="0"/>
                    <a:pt x="0" y="122"/>
                    <a:pt x="0" y="274"/>
                  </a:cubicBezTo>
                  <a:cubicBezTo>
                    <a:pt x="0" y="426"/>
                    <a:pt x="122" y="547"/>
                    <a:pt x="274" y="547"/>
                  </a:cubicBezTo>
                  <a:cubicBezTo>
                    <a:pt x="395" y="547"/>
                    <a:pt x="517" y="426"/>
                    <a:pt x="517" y="274"/>
                  </a:cubicBezTo>
                  <a:cubicBezTo>
                    <a:pt x="517" y="122"/>
                    <a:pt x="395" y="0"/>
                    <a:pt x="27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68"/>
            <p:cNvSpPr/>
            <p:nvPr/>
          </p:nvSpPr>
          <p:spPr>
            <a:xfrm>
              <a:off x="5335975" y="4433500"/>
              <a:ext cx="13700" cy="13700"/>
            </a:xfrm>
            <a:custGeom>
              <a:rect b="b" l="l" r="r" t="t"/>
              <a:pathLst>
                <a:path extrusionOk="0" h="548" w="548">
                  <a:moveTo>
                    <a:pt x="274" y="0"/>
                  </a:moveTo>
                  <a:cubicBezTo>
                    <a:pt x="122" y="0"/>
                    <a:pt x="1" y="122"/>
                    <a:pt x="1" y="274"/>
                  </a:cubicBezTo>
                  <a:cubicBezTo>
                    <a:pt x="1" y="426"/>
                    <a:pt x="122" y="547"/>
                    <a:pt x="274" y="547"/>
                  </a:cubicBezTo>
                  <a:cubicBezTo>
                    <a:pt x="426" y="547"/>
                    <a:pt x="548" y="426"/>
                    <a:pt x="548" y="274"/>
                  </a:cubicBezTo>
                  <a:cubicBezTo>
                    <a:pt x="548" y="122"/>
                    <a:pt x="426" y="0"/>
                    <a:pt x="27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68"/>
            <p:cNvSpPr/>
            <p:nvPr/>
          </p:nvSpPr>
          <p:spPr>
            <a:xfrm>
              <a:off x="5395250" y="4433500"/>
              <a:ext cx="13700" cy="13700"/>
            </a:xfrm>
            <a:custGeom>
              <a:rect b="b" l="l" r="r" t="t"/>
              <a:pathLst>
                <a:path extrusionOk="0" h="548" w="548">
                  <a:moveTo>
                    <a:pt x="274" y="0"/>
                  </a:moveTo>
                  <a:cubicBezTo>
                    <a:pt x="137" y="0"/>
                    <a:pt x="0" y="91"/>
                    <a:pt x="0" y="274"/>
                  </a:cubicBezTo>
                  <a:cubicBezTo>
                    <a:pt x="0" y="426"/>
                    <a:pt x="122" y="547"/>
                    <a:pt x="274" y="547"/>
                  </a:cubicBezTo>
                  <a:cubicBezTo>
                    <a:pt x="426" y="547"/>
                    <a:pt x="548" y="426"/>
                    <a:pt x="548" y="274"/>
                  </a:cubicBezTo>
                  <a:cubicBezTo>
                    <a:pt x="548" y="91"/>
                    <a:pt x="411" y="0"/>
                    <a:pt x="27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68"/>
            <p:cNvSpPr/>
            <p:nvPr/>
          </p:nvSpPr>
          <p:spPr>
            <a:xfrm>
              <a:off x="5454525" y="4433500"/>
              <a:ext cx="12950" cy="13700"/>
            </a:xfrm>
            <a:custGeom>
              <a:rect b="b" l="l" r="r" t="t"/>
              <a:pathLst>
                <a:path extrusionOk="0" h="548" w="518">
                  <a:moveTo>
                    <a:pt x="259" y="0"/>
                  </a:moveTo>
                  <a:cubicBezTo>
                    <a:pt x="130" y="0"/>
                    <a:pt x="0" y="91"/>
                    <a:pt x="0" y="274"/>
                  </a:cubicBezTo>
                  <a:cubicBezTo>
                    <a:pt x="0" y="426"/>
                    <a:pt x="122" y="547"/>
                    <a:pt x="274" y="547"/>
                  </a:cubicBezTo>
                  <a:cubicBezTo>
                    <a:pt x="395" y="547"/>
                    <a:pt x="517" y="426"/>
                    <a:pt x="517" y="274"/>
                  </a:cubicBezTo>
                  <a:cubicBezTo>
                    <a:pt x="517" y="91"/>
                    <a:pt x="388" y="0"/>
                    <a:pt x="259"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68"/>
            <p:cNvSpPr/>
            <p:nvPr/>
          </p:nvSpPr>
          <p:spPr>
            <a:xfrm>
              <a:off x="5513800" y="4433575"/>
              <a:ext cx="15975" cy="13625"/>
            </a:xfrm>
            <a:custGeom>
              <a:rect b="b" l="l" r="r" t="t"/>
              <a:pathLst>
                <a:path extrusionOk="0" h="545" w="639">
                  <a:moveTo>
                    <a:pt x="257" y="1"/>
                  </a:moveTo>
                  <a:cubicBezTo>
                    <a:pt x="122" y="1"/>
                    <a:pt x="0" y="109"/>
                    <a:pt x="0" y="271"/>
                  </a:cubicBezTo>
                  <a:cubicBezTo>
                    <a:pt x="0" y="423"/>
                    <a:pt x="122" y="544"/>
                    <a:pt x="274" y="544"/>
                  </a:cubicBezTo>
                  <a:cubicBezTo>
                    <a:pt x="487" y="544"/>
                    <a:pt x="639" y="240"/>
                    <a:pt x="456" y="88"/>
                  </a:cubicBezTo>
                  <a:cubicBezTo>
                    <a:pt x="395" y="28"/>
                    <a:pt x="324" y="1"/>
                    <a:pt x="257"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68"/>
            <p:cNvSpPr/>
            <p:nvPr/>
          </p:nvSpPr>
          <p:spPr>
            <a:xfrm>
              <a:off x="5572300" y="4433500"/>
              <a:ext cx="13700" cy="13700"/>
            </a:xfrm>
            <a:custGeom>
              <a:rect b="b" l="l" r="r" t="t"/>
              <a:pathLst>
                <a:path extrusionOk="0" h="548" w="548">
                  <a:moveTo>
                    <a:pt x="274" y="0"/>
                  </a:moveTo>
                  <a:cubicBezTo>
                    <a:pt x="122" y="0"/>
                    <a:pt x="1" y="122"/>
                    <a:pt x="1" y="274"/>
                  </a:cubicBezTo>
                  <a:cubicBezTo>
                    <a:pt x="1" y="426"/>
                    <a:pt x="122" y="547"/>
                    <a:pt x="274" y="547"/>
                  </a:cubicBezTo>
                  <a:cubicBezTo>
                    <a:pt x="426" y="547"/>
                    <a:pt x="548" y="426"/>
                    <a:pt x="548" y="274"/>
                  </a:cubicBezTo>
                  <a:cubicBezTo>
                    <a:pt x="548" y="122"/>
                    <a:pt x="426" y="0"/>
                    <a:pt x="27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68"/>
            <p:cNvSpPr/>
            <p:nvPr/>
          </p:nvSpPr>
          <p:spPr>
            <a:xfrm>
              <a:off x="3150525" y="4383950"/>
              <a:ext cx="15975" cy="13100"/>
            </a:xfrm>
            <a:custGeom>
              <a:rect b="b" l="l" r="r" t="t"/>
              <a:pathLst>
                <a:path extrusionOk="0" h="524" w="639">
                  <a:moveTo>
                    <a:pt x="350" y="0"/>
                  </a:moveTo>
                  <a:cubicBezTo>
                    <a:pt x="289" y="0"/>
                    <a:pt x="229" y="21"/>
                    <a:pt x="183" y="67"/>
                  </a:cubicBezTo>
                  <a:cubicBezTo>
                    <a:pt x="1" y="250"/>
                    <a:pt x="122" y="523"/>
                    <a:pt x="365" y="523"/>
                  </a:cubicBezTo>
                  <a:cubicBezTo>
                    <a:pt x="517" y="523"/>
                    <a:pt x="639" y="402"/>
                    <a:pt x="639" y="280"/>
                  </a:cubicBezTo>
                  <a:cubicBezTo>
                    <a:pt x="639" y="111"/>
                    <a:pt x="491" y="0"/>
                    <a:pt x="350"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68"/>
            <p:cNvSpPr/>
            <p:nvPr/>
          </p:nvSpPr>
          <p:spPr>
            <a:xfrm>
              <a:off x="3212850" y="4383350"/>
              <a:ext cx="14450" cy="13700"/>
            </a:xfrm>
            <a:custGeom>
              <a:rect b="b" l="l" r="r" t="t"/>
              <a:pathLst>
                <a:path extrusionOk="0" h="548" w="578">
                  <a:moveTo>
                    <a:pt x="304" y="0"/>
                  </a:moveTo>
                  <a:cubicBezTo>
                    <a:pt x="122" y="0"/>
                    <a:pt x="0" y="122"/>
                    <a:pt x="0" y="274"/>
                  </a:cubicBezTo>
                  <a:cubicBezTo>
                    <a:pt x="0" y="426"/>
                    <a:pt x="122" y="547"/>
                    <a:pt x="274" y="547"/>
                  </a:cubicBezTo>
                  <a:cubicBezTo>
                    <a:pt x="426" y="547"/>
                    <a:pt x="547" y="426"/>
                    <a:pt x="547" y="274"/>
                  </a:cubicBezTo>
                  <a:cubicBezTo>
                    <a:pt x="578" y="122"/>
                    <a:pt x="456" y="0"/>
                    <a:pt x="30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68"/>
            <p:cNvSpPr/>
            <p:nvPr/>
          </p:nvSpPr>
          <p:spPr>
            <a:xfrm>
              <a:off x="3275900" y="4381825"/>
              <a:ext cx="15225" cy="14450"/>
            </a:xfrm>
            <a:custGeom>
              <a:rect b="b" l="l" r="r" t="t"/>
              <a:pathLst>
                <a:path extrusionOk="0" h="578" w="609">
                  <a:moveTo>
                    <a:pt x="335" y="0"/>
                  </a:moveTo>
                  <a:cubicBezTo>
                    <a:pt x="153" y="0"/>
                    <a:pt x="31" y="122"/>
                    <a:pt x="1" y="304"/>
                  </a:cubicBezTo>
                  <a:cubicBezTo>
                    <a:pt x="1" y="456"/>
                    <a:pt x="122" y="578"/>
                    <a:pt x="274" y="578"/>
                  </a:cubicBezTo>
                  <a:cubicBezTo>
                    <a:pt x="426" y="548"/>
                    <a:pt x="578" y="456"/>
                    <a:pt x="609" y="274"/>
                  </a:cubicBezTo>
                  <a:cubicBezTo>
                    <a:pt x="609" y="122"/>
                    <a:pt x="487" y="0"/>
                    <a:pt x="33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68"/>
            <p:cNvSpPr/>
            <p:nvPr/>
          </p:nvSpPr>
          <p:spPr>
            <a:xfrm>
              <a:off x="3341325" y="4379550"/>
              <a:ext cx="17425" cy="14550"/>
            </a:xfrm>
            <a:custGeom>
              <a:rect b="b" l="l" r="r" t="t"/>
              <a:pathLst>
                <a:path extrusionOk="0" h="582" w="697">
                  <a:moveTo>
                    <a:pt x="423" y="0"/>
                  </a:moveTo>
                  <a:cubicBezTo>
                    <a:pt x="241" y="0"/>
                    <a:pt x="89" y="122"/>
                    <a:pt x="28" y="304"/>
                  </a:cubicBezTo>
                  <a:cubicBezTo>
                    <a:pt x="1" y="443"/>
                    <a:pt x="125" y="582"/>
                    <a:pt x="262" y="582"/>
                  </a:cubicBezTo>
                  <a:cubicBezTo>
                    <a:pt x="275" y="582"/>
                    <a:pt x="289" y="580"/>
                    <a:pt x="302" y="578"/>
                  </a:cubicBezTo>
                  <a:cubicBezTo>
                    <a:pt x="484" y="578"/>
                    <a:pt x="636" y="456"/>
                    <a:pt x="667" y="274"/>
                  </a:cubicBezTo>
                  <a:cubicBezTo>
                    <a:pt x="697" y="122"/>
                    <a:pt x="575" y="0"/>
                    <a:pt x="42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68"/>
            <p:cNvSpPr/>
            <p:nvPr/>
          </p:nvSpPr>
          <p:spPr>
            <a:xfrm>
              <a:off x="3409775" y="4377175"/>
              <a:ext cx="18000" cy="14650"/>
            </a:xfrm>
            <a:custGeom>
              <a:rect b="b" l="l" r="r" t="t"/>
              <a:pathLst>
                <a:path extrusionOk="0" h="586" w="720">
                  <a:moveTo>
                    <a:pt x="461" y="0"/>
                  </a:moveTo>
                  <a:cubicBezTo>
                    <a:pt x="448" y="0"/>
                    <a:pt x="434" y="1"/>
                    <a:pt x="421" y="4"/>
                  </a:cubicBezTo>
                  <a:cubicBezTo>
                    <a:pt x="239" y="4"/>
                    <a:pt x="87" y="126"/>
                    <a:pt x="56" y="308"/>
                  </a:cubicBezTo>
                  <a:cubicBezTo>
                    <a:pt x="1" y="447"/>
                    <a:pt x="97" y="585"/>
                    <a:pt x="253" y="585"/>
                  </a:cubicBezTo>
                  <a:cubicBezTo>
                    <a:pt x="268" y="585"/>
                    <a:pt x="284" y="584"/>
                    <a:pt x="299" y="582"/>
                  </a:cubicBezTo>
                  <a:cubicBezTo>
                    <a:pt x="451" y="551"/>
                    <a:pt x="603" y="430"/>
                    <a:pt x="664" y="278"/>
                  </a:cubicBezTo>
                  <a:cubicBezTo>
                    <a:pt x="720" y="139"/>
                    <a:pt x="598" y="0"/>
                    <a:pt x="46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68"/>
            <p:cNvSpPr/>
            <p:nvPr/>
          </p:nvSpPr>
          <p:spPr>
            <a:xfrm>
              <a:off x="3479700" y="4373375"/>
              <a:ext cx="19525" cy="15400"/>
            </a:xfrm>
            <a:custGeom>
              <a:rect b="b" l="l" r="r" t="t"/>
              <a:pathLst>
                <a:path extrusionOk="0" h="616" w="781">
                  <a:moveTo>
                    <a:pt x="521" y="1"/>
                  </a:moveTo>
                  <a:cubicBezTo>
                    <a:pt x="508" y="1"/>
                    <a:pt x="495" y="2"/>
                    <a:pt x="481" y="4"/>
                  </a:cubicBezTo>
                  <a:cubicBezTo>
                    <a:pt x="299" y="34"/>
                    <a:pt x="147" y="156"/>
                    <a:pt x="56" y="338"/>
                  </a:cubicBezTo>
                  <a:cubicBezTo>
                    <a:pt x="0" y="477"/>
                    <a:pt x="97" y="616"/>
                    <a:pt x="230" y="616"/>
                  </a:cubicBezTo>
                  <a:cubicBezTo>
                    <a:pt x="242" y="616"/>
                    <a:pt x="255" y="615"/>
                    <a:pt x="268" y="612"/>
                  </a:cubicBezTo>
                  <a:cubicBezTo>
                    <a:pt x="481" y="582"/>
                    <a:pt x="633" y="460"/>
                    <a:pt x="724" y="308"/>
                  </a:cubicBezTo>
                  <a:cubicBezTo>
                    <a:pt x="781" y="167"/>
                    <a:pt x="681" y="1"/>
                    <a:pt x="521"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68"/>
            <p:cNvSpPr/>
            <p:nvPr/>
          </p:nvSpPr>
          <p:spPr>
            <a:xfrm>
              <a:off x="3551000" y="4370425"/>
              <a:ext cx="19775" cy="15225"/>
            </a:xfrm>
            <a:custGeom>
              <a:rect b="b" l="l" r="r" t="t"/>
              <a:pathLst>
                <a:path extrusionOk="0" h="609" w="791">
                  <a:moveTo>
                    <a:pt x="547" y="0"/>
                  </a:moveTo>
                  <a:cubicBezTo>
                    <a:pt x="334" y="0"/>
                    <a:pt x="152" y="122"/>
                    <a:pt x="61" y="304"/>
                  </a:cubicBezTo>
                  <a:cubicBezTo>
                    <a:pt x="0" y="487"/>
                    <a:pt x="91" y="608"/>
                    <a:pt x="274" y="608"/>
                  </a:cubicBezTo>
                  <a:cubicBezTo>
                    <a:pt x="456" y="578"/>
                    <a:pt x="638" y="456"/>
                    <a:pt x="730" y="274"/>
                  </a:cubicBezTo>
                  <a:cubicBezTo>
                    <a:pt x="790" y="122"/>
                    <a:pt x="730" y="0"/>
                    <a:pt x="547"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68"/>
            <p:cNvSpPr/>
            <p:nvPr/>
          </p:nvSpPr>
          <p:spPr>
            <a:xfrm>
              <a:off x="3622425" y="4366625"/>
              <a:ext cx="21300" cy="15975"/>
            </a:xfrm>
            <a:custGeom>
              <a:rect b="b" l="l" r="r" t="t"/>
              <a:pathLst>
                <a:path extrusionOk="0" h="639" w="852">
                  <a:moveTo>
                    <a:pt x="608" y="0"/>
                  </a:moveTo>
                  <a:cubicBezTo>
                    <a:pt x="395" y="31"/>
                    <a:pt x="183" y="152"/>
                    <a:pt x="92" y="335"/>
                  </a:cubicBezTo>
                  <a:cubicBezTo>
                    <a:pt x="0" y="517"/>
                    <a:pt x="61" y="639"/>
                    <a:pt x="243" y="639"/>
                  </a:cubicBezTo>
                  <a:cubicBezTo>
                    <a:pt x="456" y="608"/>
                    <a:pt x="639" y="487"/>
                    <a:pt x="760" y="304"/>
                  </a:cubicBezTo>
                  <a:cubicBezTo>
                    <a:pt x="851" y="122"/>
                    <a:pt x="791" y="0"/>
                    <a:pt x="608"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68"/>
            <p:cNvSpPr/>
            <p:nvPr/>
          </p:nvSpPr>
          <p:spPr>
            <a:xfrm>
              <a:off x="3693850" y="4362825"/>
              <a:ext cx="22050" cy="15975"/>
            </a:xfrm>
            <a:custGeom>
              <a:rect b="b" l="l" r="r" t="t"/>
              <a:pathLst>
                <a:path extrusionOk="0" h="639" w="882">
                  <a:moveTo>
                    <a:pt x="639" y="1"/>
                  </a:moveTo>
                  <a:cubicBezTo>
                    <a:pt x="426" y="31"/>
                    <a:pt x="244" y="152"/>
                    <a:pt x="122" y="335"/>
                  </a:cubicBezTo>
                  <a:cubicBezTo>
                    <a:pt x="1" y="517"/>
                    <a:pt x="61" y="639"/>
                    <a:pt x="244" y="639"/>
                  </a:cubicBezTo>
                  <a:cubicBezTo>
                    <a:pt x="456" y="608"/>
                    <a:pt x="639" y="487"/>
                    <a:pt x="760" y="304"/>
                  </a:cubicBezTo>
                  <a:cubicBezTo>
                    <a:pt x="882" y="122"/>
                    <a:pt x="821" y="1"/>
                    <a:pt x="639"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68"/>
            <p:cNvSpPr/>
            <p:nvPr/>
          </p:nvSpPr>
          <p:spPr>
            <a:xfrm>
              <a:off x="3764525" y="4359025"/>
              <a:ext cx="22825" cy="16750"/>
            </a:xfrm>
            <a:custGeom>
              <a:rect b="b" l="l" r="r" t="t"/>
              <a:pathLst>
                <a:path extrusionOk="0" h="670" w="913">
                  <a:moveTo>
                    <a:pt x="699" y="1"/>
                  </a:moveTo>
                  <a:cubicBezTo>
                    <a:pt x="456" y="31"/>
                    <a:pt x="274" y="153"/>
                    <a:pt x="152" y="365"/>
                  </a:cubicBezTo>
                  <a:cubicBezTo>
                    <a:pt x="0" y="517"/>
                    <a:pt x="61" y="669"/>
                    <a:pt x="243" y="669"/>
                  </a:cubicBezTo>
                  <a:cubicBezTo>
                    <a:pt x="456" y="639"/>
                    <a:pt x="639" y="517"/>
                    <a:pt x="791" y="304"/>
                  </a:cubicBezTo>
                  <a:cubicBezTo>
                    <a:pt x="912" y="153"/>
                    <a:pt x="882" y="1"/>
                    <a:pt x="699"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68"/>
            <p:cNvSpPr/>
            <p:nvPr/>
          </p:nvSpPr>
          <p:spPr>
            <a:xfrm>
              <a:off x="3834425" y="4355975"/>
              <a:ext cx="22825" cy="17525"/>
            </a:xfrm>
            <a:custGeom>
              <a:rect b="b" l="l" r="r" t="t"/>
              <a:pathLst>
                <a:path extrusionOk="0" h="701" w="913">
                  <a:moveTo>
                    <a:pt x="700" y="1"/>
                  </a:moveTo>
                  <a:cubicBezTo>
                    <a:pt x="487" y="31"/>
                    <a:pt x="274" y="183"/>
                    <a:pt x="122" y="366"/>
                  </a:cubicBezTo>
                  <a:cubicBezTo>
                    <a:pt x="1" y="548"/>
                    <a:pt x="1" y="700"/>
                    <a:pt x="183" y="700"/>
                  </a:cubicBezTo>
                  <a:cubicBezTo>
                    <a:pt x="426" y="639"/>
                    <a:pt x="609" y="518"/>
                    <a:pt x="761" y="335"/>
                  </a:cubicBezTo>
                  <a:cubicBezTo>
                    <a:pt x="913" y="153"/>
                    <a:pt x="882" y="1"/>
                    <a:pt x="700"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68"/>
            <p:cNvSpPr/>
            <p:nvPr/>
          </p:nvSpPr>
          <p:spPr>
            <a:xfrm>
              <a:off x="3902050" y="4353700"/>
              <a:ext cx="22825" cy="16750"/>
            </a:xfrm>
            <a:custGeom>
              <a:rect b="b" l="l" r="r" t="t"/>
              <a:pathLst>
                <a:path extrusionOk="0" h="670" w="913">
                  <a:moveTo>
                    <a:pt x="761" y="1"/>
                  </a:moveTo>
                  <a:cubicBezTo>
                    <a:pt x="518" y="31"/>
                    <a:pt x="305" y="153"/>
                    <a:pt x="153" y="335"/>
                  </a:cubicBezTo>
                  <a:cubicBezTo>
                    <a:pt x="1" y="548"/>
                    <a:pt x="1" y="669"/>
                    <a:pt x="183" y="669"/>
                  </a:cubicBezTo>
                  <a:cubicBezTo>
                    <a:pt x="396" y="639"/>
                    <a:pt x="609" y="517"/>
                    <a:pt x="761" y="335"/>
                  </a:cubicBezTo>
                  <a:cubicBezTo>
                    <a:pt x="913" y="122"/>
                    <a:pt x="913" y="1"/>
                    <a:pt x="761"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68"/>
            <p:cNvSpPr/>
            <p:nvPr/>
          </p:nvSpPr>
          <p:spPr>
            <a:xfrm>
              <a:off x="3967400" y="4351425"/>
              <a:ext cx="22825" cy="17500"/>
            </a:xfrm>
            <a:custGeom>
              <a:rect b="b" l="l" r="r" t="t"/>
              <a:pathLst>
                <a:path extrusionOk="0" h="700" w="913">
                  <a:moveTo>
                    <a:pt x="761" y="1"/>
                  </a:moveTo>
                  <a:cubicBezTo>
                    <a:pt x="518" y="61"/>
                    <a:pt x="305" y="183"/>
                    <a:pt x="153" y="365"/>
                  </a:cubicBezTo>
                  <a:cubicBezTo>
                    <a:pt x="1" y="548"/>
                    <a:pt x="1" y="700"/>
                    <a:pt x="153" y="700"/>
                  </a:cubicBezTo>
                  <a:cubicBezTo>
                    <a:pt x="396" y="669"/>
                    <a:pt x="609" y="548"/>
                    <a:pt x="761" y="365"/>
                  </a:cubicBezTo>
                  <a:cubicBezTo>
                    <a:pt x="913" y="153"/>
                    <a:pt x="913" y="1"/>
                    <a:pt x="761"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68"/>
            <p:cNvSpPr/>
            <p:nvPr/>
          </p:nvSpPr>
          <p:spPr>
            <a:xfrm>
              <a:off x="4028975" y="4350675"/>
              <a:ext cx="23575" cy="17500"/>
            </a:xfrm>
            <a:custGeom>
              <a:rect b="b" l="l" r="r" t="t"/>
              <a:pathLst>
                <a:path extrusionOk="0" h="700" w="943">
                  <a:moveTo>
                    <a:pt x="790" y="0"/>
                  </a:moveTo>
                  <a:cubicBezTo>
                    <a:pt x="547" y="61"/>
                    <a:pt x="334" y="183"/>
                    <a:pt x="213" y="365"/>
                  </a:cubicBezTo>
                  <a:cubicBezTo>
                    <a:pt x="30" y="547"/>
                    <a:pt x="0" y="699"/>
                    <a:pt x="152" y="699"/>
                  </a:cubicBezTo>
                  <a:cubicBezTo>
                    <a:pt x="395" y="669"/>
                    <a:pt x="608" y="547"/>
                    <a:pt x="760" y="365"/>
                  </a:cubicBezTo>
                  <a:cubicBezTo>
                    <a:pt x="912" y="152"/>
                    <a:pt x="942" y="0"/>
                    <a:pt x="790"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68"/>
            <p:cNvSpPr/>
            <p:nvPr/>
          </p:nvSpPr>
          <p:spPr>
            <a:xfrm>
              <a:off x="4088225" y="4350675"/>
              <a:ext cx="23600" cy="17500"/>
            </a:xfrm>
            <a:custGeom>
              <a:rect b="b" l="l" r="r" t="t"/>
              <a:pathLst>
                <a:path extrusionOk="0" h="700" w="944">
                  <a:moveTo>
                    <a:pt x="791" y="0"/>
                  </a:moveTo>
                  <a:cubicBezTo>
                    <a:pt x="548" y="61"/>
                    <a:pt x="366" y="183"/>
                    <a:pt x="214" y="365"/>
                  </a:cubicBezTo>
                  <a:cubicBezTo>
                    <a:pt x="31" y="547"/>
                    <a:pt x="1" y="699"/>
                    <a:pt x="153" y="699"/>
                  </a:cubicBezTo>
                  <a:cubicBezTo>
                    <a:pt x="396" y="669"/>
                    <a:pt x="578" y="547"/>
                    <a:pt x="730" y="365"/>
                  </a:cubicBezTo>
                  <a:cubicBezTo>
                    <a:pt x="913" y="152"/>
                    <a:pt x="943" y="0"/>
                    <a:pt x="79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68"/>
            <p:cNvSpPr/>
            <p:nvPr/>
          </p:nvSpPr>
          <p:spPr>
            <a:xfrm>
              <a:off x="4145975" y="4351425"/>
              <a:ext cx="22075" cy="17500"/>
            </a:xfrm>
            <a:custGeom>
              <a:rect b="b" l="l" r="r" t="t"/>
              <a:pathLst>
                <a:path extrusionOk="0" h="700" w="883">
                  <a:moveTo>
                    <a:pt x="761" y="1"/>
                  </a:moveTo>
                  <a:cubicBezTo>
                    <a:pt x="518" y="31"/>
                    <a:pt x="335" y="153"/>
                    <a:pt x="183" y="335"/>
                  </a:cubicBezTo>
                  <a:cubicBezTo>
                    <a:pt x="1" y="548"/>
                    <a:pt x="1" y="700"/>
                    <a:pt x="123" y="700"/>
                  </a:cubicBezTo>
                  <a:cubicBezTo>
                    <a:pt x="335" y="669"/>
                    <a:pt x="548" y="517"/>
                    <a:pt x="700" y="365"/>
                  </a:cubicBezTo>
                  <a:cubicBezTo>
                    <a:pt x="852" y="153"/>
                    <a:pt x="882" y="1"/>
                    <a:pt x="761"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68"/>
            <p:cNvSpPr/>
            <p:nvPr/>
          </p:nvSpPr>
          <p:spPr>
            <a:xfrm>
              <a:off x="4199950" y="4352950"/>
              <a:ext cx="21300" cy="17500"/>
            </a:xfrm>
            <a:custGeom>
              <a:rect b="b" l="l" r="r" t="t"/>
              <a:pathLst>
                <a:path extrusionOk="0" h="700" w="852">
                  <a:moveTo>
                    <a:pt x="699" y="0"/>
                  </a:moveTo>
                  <a:cubicBezTo>
                    <a:pt x="486" y="31"/>
                    <a:pt x="304" y="152"/>
                    <a:pt x="182" y="335"/>
                  </a:cubicBezTo>
                  <a:cubicBezTo>
                    <a:pt x="30" y="517"/>
                    <a:pt x="0" y="699"/>
                    <a:pt x="122" y="699"/>
                  </a:cubicBezTo>
                  <a:cubicBezTo>
                    <a:pt x="334" y="639"/>
                    <a:pt x="517" y="517"/>
                    <a:pt x="669" y="365"/>
                  </a:cubicBezTo>
                  <a:cubicBezTo>
                    <a:pt x="821" y="152"/>
                    <a:pt x="851" y="0"/>
                    <a:pt x="699"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68"/>
            <p:cNvSpPr/>
            <p:nvPr/>
          </p:nvSpPr>
          <p:spPr>
            <a:xfrm>
              <a:off x="4251600" y="4355225"/>
              <a:ext cx="19025" cy="17500"/>
            </a:xfrm>
            <a:custGeom>
              <a:rect b="b" l="l" r="r" t="t"/>
              <a:pathLst>
                <a:path extrusionOk="0" h="700" w="761">
                  <a:moveTo>
                    <a:pt x="639" y="1"/>
                  </a:moveTo>
                  <a:cubicBezTo>
                    <a:pt x="457" y="31"/>
                    <a:pt x="275" y="153"/>
                    <a:pt x="153" y="335"/>
                  </a:cubicBezTo>
                  <a:cubicBezTo>
                    <a:pt x="1" y="517"/>
                    <a:pt x="1" y="700"/>
                    <a:pt x="123" y="700"/>
                  </a:cubicBezTo>
                  <a:cubicBezTo>
                    <a:pt x="335" y="639"/>
                    <a:pt x="487" y="517"/>
                    <a:pt x="609" y="365"/>
                  </a:cubicBezTo>
                  <a:cubicBezTo>
                    <a:pt x="761" y="183"/>
                    <a:pt x="761" y="1"/>
                    <a:pt x="639"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68"/>
            <p:cNvSpPr/>
            <p:nvPr/>
          </p:nvSpPr>
          <p:spPr>
            <a:xfrm>
              <a:off x="4301775" y="4358275"/>
              <a:ext cx="17500" cy="16725"/>
            </a:xfrm>
            <a:custGeom>
              <a:rect b="b" l="l" r="r" t="t"/>
              <a:pathLst>
                <a:path extrusionOk="0" h="669" w="700">
                  <a:moveTo>
                    <a:pt x="578" y="0"/>
                  </a:moveTo>
                  <a:cubicBezTo>
                    <a:pt x="395" y="31"/>
                    <a:pt x="243" y="152"/>
                    <a:pt x="122" y="334"/>
                  </a:cubicBezTo>
                  <a:cubicBezTo>
                    <a:pt x="0" y="517"/>
                    <a:pt x="0" y="669"/>
                    <a:pt x="122" y="669"/>
                  </a:cubicBezTo>
                  <a:cubicBezTo>
                    <a:pt x="304" y="638"/>
                    <a:pt x="456" y="517"/>
                    <a:pt x="578" y="365"/>
                  </a:cubicBezTo>
                  <a:cubicBezTo>
                    <a:pt x="699" y="152"/>
                    <a:pt x="699" y="0"/>
                    <a:pt x="578"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68"/>
            <p:cNvSpPr/>
            <p:nvPr/>
          </p:nvSpPr>
          <p:spPr>
            <a:xfrm>
              <a:off x="4348875" y="4361975"/>
              <a:ext cx="16750" cy="16075"/>
            </a:xfrm>
            <a:custGeom>
              <a:rect b="b" l="l" r="r" t="t"/>
              <a:pathLst>
                <a:path extrusionOk="0" h="643" w="670">
                  <a:moveTo>
                    <a:pt x="515" y="0"/>
                  </a:moveTo>
                  <a:cubicBezTo>
                    <a:pt x="395" y="0"/>
                    <a:pt x="233" y="141"/>
                    <a:pt x="122" y="308"/>
                  </a:cubicBezTo>
                  <a:cubicBezTo>
                    <a:pt x="1" y="490"/>
                    <a:pt x="1" y="642"/>
                    <a:pt x="122" y="642"/>
                  </a:cubicBezTo>
                  <a:cubicBezTo>
                    <a:pt x="305" y="612"/>
                    <a:pt x="457" y="490"/>
                    <a:pt x="548" y="338"/>
                  </a:cubicBezTo>
                  <a:cubicBezTo>
                    <a:pt x="669" y="156"/>
                    <a:pt x="669" y="4"/>
                    <a:pt x="548" y="4"/>
                  </a:cubicBezTo>
                  <a:cubicBezTo>
                    <a:pt x="537" y="1"/>
                    <a:pt x="526" y="0"/>
                    <a:pt x="51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68"/>
            <p:cNvSpPr/>
            <p:nvPr/>
          </p:nvSpPr>
          <p:spPr>
            <a:xfrm>
              <a:off x="4396000" y="4365100"/>
              <a:ext cx="15225" cy="16075"/>
            </a:xfrm>
            <a:custGeom>
              <a:rect b="b" l="l" r="r" t="t"/>
              <a:pathLst>
                <a:path extrusionOk="0" h="643" w="609">
                  <a:moveTo>
                    <a:pt x="486" y="1"/>
                  </a:moveTo>
                  <a:cubicBezTo>
                    <a:pt x="365" y="1"/>
                    <a:pt x="213" y="153"/>
                    <a:pt x="91" y="305"/>
                  </a:cubicBezTo>
                  <a:cubicBezTo>
                    <a:pt x="0" y="487"/>
                    <a:pt x="31" y="639"/>
                    <a:pt x="152" y="639"/>
                  </a:cubicBezTo>
                  <a:cubicBezTo>
                    <a:pt x="160" y="642"/>
                    <a:pt x="169" y="643"/>
                    <a:pt x="178" y="643"/>
                  </a:cubicBezTo>
                  <a:cubicBezTo>
                    <a:pt x="274" y="643"/>
                    <a:pt x="434" y="502"/>
                    <a:pt x="517" y="335"/>
                  </a:cubicBezTo>
                  <a:cubicBezTo>
                    <a:pt x="608" y="183"/>
                    <a:pt x="578" y="31"/>
                    <a:pt x="486"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68"/>
            <p:cNvSpPr/>
            <p:nvPr/>
          </p:nvSpPr>
          <p:spPr>
            <a:xfrm>
              <a:off x="4442350" y="4368900"/>
              <a:ext cx="14450" cy="15975"/>
            </a:xfrm>
            <a:custGeom>
              <a:rect b="b" l="l" r="r" t="t"/>
              <a:pathLst>
                <a:path extrusionOk="0" h="639" w="578">
                  <a:moveTo>
                    <a:pt x="426" y="1"/>
                  </a:moveTo>
                  <a:cubicBezTo>
                    <a:pt x="304" y="1"/>
                    <a:pt x="152" y="122"/>
                    <a:pt x="61" y="305"/>
                  </a:cubicBezTo>
                  <a:cubicBezTo>
                    <a:pt x="0" y="457"/>
                    <a:pt x="31" y="639"/>
                    <a:pt x="122" y="639"/>
                  </a:cubicBezTo>
                  <a:cubicBezTo>
                    <a:pt x="243" y="639"/>
                    <a:pt x="395" y="517"/>
                    <a:pt x="487" y="335"/>
                  </a:cubicBezTo>
                  <a:cubicBezTo>
                    <a:pt x="578" y="153"/>
                    <a:pt x="547" y="31"/>
                    <a:pt x="426"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68"/>
            <p:cNvSpPr/>
            <p:nvPr/>
          </p:nvSpPr>
          <p:spPr>
            <a:xfrm>
              <a:off x="4488700" y="4372700"/>
              <a:ext cx="13700" cy="15225"/>
            </a:xfrm>
            <a:custGeom>
              <a:rect b="b" l="l" r="r" t="t"/>
              <a:pathLst>
                <a:path extrusionOk="0" h="609" w="548">
                  <a:moveTo>
                    <a:pt x="396" y="1"/>
                  </a:moveTo>
                  <a:cubicBezTo>
                    <a:pt x="274" y="1"/>
                    <a:pt x="122" y="122"/>
                    <a:pt x="61" y="305"/>
                  </a:cubicBezTo>
                  <a:cubicBezTo>
                    <a:pt x="0" y="457"/>
                    <a:pt x="31" y="609"/>
                    <a:pt x="152" y="609"/>
                  </a:cubicBezTo>
                  <a:cubicBezTo>
                    <a:pt x="274" y="609"/>
                    <a:pt x="426" y="487"/>
                    <a:pt x="487" y="335"/>
                  </a:cubicBezTo>
                  <a:cubicBezTo>
                    <a:pt x="548" y="153"/>
                    <a:pt x="517" y="1"/>
                    <a:pt x="396"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68"/>
            <p:cNvSpPr/>
            <p:nvPr/>
          </p:nvSpPr>
          <p:spPr>
            <a:xfrm>
              <a:off x="4535800" y="4376375"/>
              <a:ext cx="13725" cy="14600"/>
            </a:xfrm>
            <a:custGeom>
              <a:rect b="b" l="l" r="r" t="t"/>
              <a:pathLst>
                <a:path extrusionOk="0" h="584" w="549">
                  <a:moveTo>
                    <a:pt x="328" y="1"/>
                  </a:moveTo>
                  <a:cubicBezTo>
                    <a:pt x="220" y="1"/>
                    <a:pt x="116" y="116"/>
                    <a:pt x="62" y="279"/>
                  </a:cubicBezTo>
                  <a:cubicBezTo>
                    <a:pt x="1" y="431"/>
                    <a:pt x="62" y="583"/>
                    <a:pt x="183" y="583"/>
                  </a:cubicBezTo>
                  <a:cubicBezTo>
                    <a:pt x="305" y="583"/>
                    <a:pt x="457" y="462"/>
                    <a:pt x="487" y="310"/>
                  </a:cubicBezTo>
                  <a:cubicBezTo>
                    <a:pt x="548" y="127"/>
                    <a:pt x="487" y="6"/>
                    <a:pt x="366" y="6"/>
                  </a:cubicBezTo>
                  <a:cubicBezTo>
                    <a:pt x="353" y="2"/>
                    <a:pt x="341" y="1"/>
                    <a:pt x="328"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68"/>
            <p:cNvSpPr/>
            <p:nvPr/>
          </p:nvSpPr>
          <p:spPr>
            <a:xfrm>
              <a:off x="4585200" y="4379550"/>
              <a:ext cx="12950" cy="13700"/>
            </a:xfrm>
            <a:custGeom>
              <a:rect b="b" l="l" r="r" t="t"/>
              <a:pathLst>
                <a:path extrusionOk="0" h="548" w="518">
                  <a:moveTo>
                    <a:pt x="305" y="0"/>
                  </a:moveTo>
                  <a:cubicBezTo>
                    <a:pt x="153" y="0"/>
                    <a:pt x="31" y="122"/>
                    <a:pt x="31" y="274"/>
                  </a:cubicBezTo>
                  <a:cubicBezTo>
                    <a:pt x="1" y="426"/>
                    <a:pt x="61" y="547"/>
                    <a:pt x="183" y="547"/>
                  </a:cubicBezTo>
                  <a:cubicBezTo>
                    <a:pt x="335" y="547"/>
                    <a:pt x="457" y="426"/>
                    <a:pt x="487" y="274"/>
                  </a:cubicBezTo>
                  <a:cubicBezTo>
                    <a:pt x="517" y="122"/>
                    <a:pt x="426" y="0"/>
                    <a:pt x="30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68"/>
            <p:cNvSpPr/>
            <p:nvPr/>
          </p:nvSpPr>
          <p:spPr>
            <a:xfrm>
              <a:off x="4635350" y="4381825"/>
              <a:ext cx="13700" cy="13700"/>
            </a:xfrm>
            <a:custGeom>
              <a:rect b="b" l="l" r="r" t="t"/>
              <a:pathLst>
                <a:path extrusionOk="0" h="548" w="548">
                  <a:moveTo>
                    <a:pt x="305" y="0"/>
                  </a:moveTo>
                  <a:cubicBezTo>
                    <a:pt x="153" y="0"/>
                    <a:pt x="62" y="122"/>
                    <a:pt x="31" y="274"/>
                  </a:cubicBezTo>
                  <a:cubicBezTo>
                    <a:pt x="1" y="396"/>
                    <a:pt x="92" y="548"/>
                    <a:pt x="244" y="548"/>
                  </a:cubicBezTo>
                  <a:cubicBezTo>
                    <a:pt x="396" y="548"/>
                    <a:pt x="518" y="426"/>
                    <a:pt x="518" y="274"/>
                  </a:cubicBezTo>
                  <a:cubicBezTo>
                    <a:pt x="548" y="152"/>
                    <a:pt x="457" y="0"/>
                    <a:pt x="30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68"/>
            <p:cNvSpPr/>
            <p:nvPr/>
          </p:nvSpPr>
          <p:spPr>
            <a:xfrm>
              <a:off x="4689300" y="4383350"/>
              <a:ext cx="12950" cy="13700"/>
            </a:xfrm>
            <a:custGeom>
              <a:rect b="b" l="l" r="r" t="t"/>
              <a:pathLst>
                <a:path extrusionOk="0" h="548" w="518">
                  <a:moveTo>
                    <a:pt x="274" y="0"/>
                  </a:moveTo>
                  <a:cubicBezTo>
                    <a:pt x="122" y="0"/>
                    <a:pt x="1" y="122"/>
                    <a:pt x="1" y="274"/>
                  </a:cubicBezTo>
                  <a:cubicBezTo>
                    <a:pt x="1" y="395"/>
                    <a:pt x="92" y="547"/>
                    <a:pt x="244" y="547"/>
                  </a:cubicBezTo>
                  <a:cubicBezTo>
                    <a:pt x="396" y="547"/>
                    <a:pt x="518" y="426"/>
                    <a:pt x="518" y="274"/>
                  </a:cubicBezTo>
                  <a:cubicBezTo>
                    <a:pt x="518" y="122"/>
                    <a:pt x="426" y="0"/>
                    <a:pt x="27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68"/>
            <p:cNvSpPr/>
            <p:nvPr/>
          </p:nvSpPr>
          <p:spPr>
            <a:xfrm>
              <a:off x="4745550" y="4384100"/>
              <a:ext cx="13700" cy="12950"/>
            </a:xfrm>
            <a:custGeom>
              <a:rect b="b" l="l" r="r" t="t"/>
              <a:pathLst>
                <a:path extrusionOk="0" h="518" w="548">
                  <a:moveTo>
                    <a:pt x="304" y="1"/>
                  </a:moveTo>
                  <a:cubicBezTo>
                    <a:pt x="152" y="1"/>
                    <a:pt x="31" y="122"/>
                    <a:pt x="31" y="274"/>
                  </a:cubicBezTo>
                  <a:cubicBezTo>
                    <a:pt x="0" y="396"/>
                    <a:pt x="122" y="517"/>
                    <a:pt x="274" y="517"/>
                  </a:cubicBezTo>
                  <a:cubicBezTo>
                    <a:pt x="426" y="517"/>
                    <a:pt x="547" y="396"/>
                    <a:pt x="547" y="274"/>
                  </a:cubicBezTo>
                  <a:cubicBezTo>
                    <a:pt x="547" y="122"/>
                    <a:pt x="426" y="1"/>
                    <a:pt x="30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68"/>
            <p:cNvSpPr/>
            <p:nvPr/>
          </p:nvSpPr>
          <p:spPr>
            <a:xfrm>
              <a:off x="4802525" y="4383950"/>
              <a:ext cx="16000" cy="13100"/>
            </a:xfrm>
            <a:custGeom>
              <a:rect b="b" l="l" r="r" t="t"/>
              <a:pathLst>
                <a:path extrusionOk="0" h="524" w="640">
                  <a:moveTo>
                    <a:pt x="364" y="0"/>
                  </a:moveTo>
                  <a:cubicBezTo>
                    <a:pt x="302" y="0"/>
                    <a:pt x="239" y="21"/>
                    <a:pt x="183" y="67"/>
                  </a:cubicBezTo>
                  <a:cubicBezTo>
                    <a:pt x="1" y="250"/>
                    <a:pt x="122" y="523"/>
                    <a:pt x="366" y="523"/>
                  </a:cubicBezTo>
                  <a:cubicBezTo>
                    <a:pt x="518" y="523"/>
                    <a:pt x="639" y="402"/>
                    <a:pt x="639" y="280"/>
                  </a:cubicBezTo>
                  <a:cubicBezTo>
                    <a:pt x="639" y="111"/>
                    <a:pt x="506" y="0"/>
                    <a:pt x="36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68"/>
            <p:cNvSpPr/>
            <p:nvPr/>
          </p:nvSpPr>
          <p:spPr>
            <a:xfrm>
              <a:off x="4861800" y="4383950"/>
              <a:ext cx="16000" cy="13100"/>
            </a:xfrm>
            <a:custGeom>
              <a:rect b="b" l="l" r="r" t="t"/>
              <a:pathLst>
                <a:path extrusionOk="0" h="524" w="640">
                  <a:moveTo>
                    <a:pt x="351" y="0"/>
                  </a:moveTo>
                  <a:cubicBezTo>
                    <a:pt x="289" y="0"/>
                    <a:pt x="229" y="21"/>
                    <a:pt x="183" y="67"/>
                  </a:cubicBezTo>
                  <a:cubicBezTo>
                    <a:pt x="1" y="250"/>
                    <a:pt x="122" y="523"/>
                    <a:pt x="365" y="523"/>
                  </a:cubicBezTo>
                  <a:cubicBezTo>
                    <a:pt x="517" y="523"/>
                    <a:pt x="639" y="402"/>
                    <a:pt x="639" y="280"/>
                  </a:cubicBezTo>
                  <a:cubicBezTo>
                    <a:pt x="639" y="111"/>
                    <a:pt x="491" y="0"/>
                    <a:pt x="35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68"/>
            <p:cNvSpPr/>
            <p:nvPr/>
          </p:nvSpPr>
          <p:spPr>
            <a:xfrm>
              <a:off x="4921075" y="4383950"/>
              <a:ext cx="15975" cy="13100"/>
            </a:xfrm>
            <a:custGeom>
              <a:rect b="b" l="l" r="r" t="t"/>
              <a:pathLst>
                <a:path extrusionOk="0" h="524" w="639">
                  <a:moveTo>
                    <a:pt x="340" y="0"/>
                  </a:moveTo>
                  <a:cubicBezTo>
                    <a:pt x="274" y="0"/>
                    <a:pt x="208" y="21"/>
                    <a:pt x="153" y="67"/>
                  </a:cubicBezTo>
                  <a:cubicBezTo>
                    <a:pt x="1" y="250"/>
                    <a:pt x="122" y="523"/>
                    <a:pt x="365" y="523"/>
                  </a:cubicBezTo>
                  <a:cubicBezTo>
                    <a:pt x="517" y="523"/>
                    <a:pt x="639" y="402"/>
                    <a:pt x="639" y="280"/>
                  </a:cubicBezTo>
                  <a:cubicBezTo>
                    <a:pt x="639" y="111"/>
                    <a:pt x="491" y="0"/>
                    <a:pt x="340"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68"/>
            <p:cNvSpPr/>
            <p:nvPr/>
          </p:nvSpPr>
          <p:spPr>
            <a:xfrm>
              <a:off x="4979600" y="4383950"/>
              <a:ext cx="15975" cy="13100"/>
            </a:xfrm>
            <a:custGeom>
              <a:rect b="b" l="l" r="r" t="t"/>
              <a:pathLst>
                <a:path extrusionOk="0" h="524" w="639">
                  <a:moveTo>
                    <a:pt x="363" y="0"/>
                  </a:moveTo>
                  <a:cubicBezTo>
                    <a:pt x="301" y="0"/>
                    <a:pt x="238" y="21"/>
                    <a:pt x="182" y="67"/>
                  </a:cubicBezTo>
                  <a:cubicBezTo>
                    <a:pt x="0" y="250"/>
                    <a:pt x="122" y="523"/>
                    <a:pt x="365" y="523"/>
                  </a:cubicBezTo>
                  <a:cubicBezTo>
                    <a:pt x="517" y="523"/>
                    <a:pt x="638" y="402"/>
                    <a:pt x="638" y="280"/>
                  </a:cubicBezTo>
                  <a:cubicBezTo>
                    <a:pt x="638" y="111"/>
                    <a:pt x="506" y="0"/>
                    <a:pt x="36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68"/>
            <p:cNvSpPr/>
            <p:nvPr/>
          </p:nvSpPr>
          <p:spPr>
            <a:xfrm>
              <a:off x="5038850" y="4383950"/>
              <a:ext cx="16000" cy="13100"/>
            </a:xfrm>
            <a:custGeom>
              <a:rect b="b" l="l" r="r" t="t"/>
              <a:pathLst>
                <a:path extrusionOk="0" h="524" w="640">
                  <a:moveTo>
                    <a:pt x="351" y="0"/>
                  </a:moveTo>
                  <a:cubicBezTo>
                    <a:pt x="289" y="0"/>
                    <a:pt x="229" y="21"/>
                    <a:pt x="183" y="67"/>
                  </a:cubicBezTo>
                  <a:cubicBezTo>
                    <a:pt x="1" y="250"/>
                    <a:pt x="122" y="523"/>
                    <a:pt x="366" y="523"/>
                  </a:cubicBezTo>
                  <a:cubicBezTo>
                    <a:pt x="518" y="523"/>
                    <a:pt x="639" y="402"/>
                    <a:pt x="639" y="280"/>
                  </a:cubicBezTo>
                  <a:cubicBezTo>
                    <a:pt x="639" y="111"/>
                    <a:pt x="492" y="0"/>
                    <a:pt x="35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68"/>
            <p:cNvSpPr/>
            <p:nvPr/>
          </p:nvSpPr>
          <p:spPr>
            <a:xfrm>
              <a:off x="5098125" y="4383950"/>
              <a:ext cx="15225" cy="13100"/>
            </a:xfrm>
            <a:custGeom>
              <a:rect b="b" l="l" r="r" t="t"/>
              <a:pathLst>
                <a:path extrusionOk="0" h="524" w="609">
                  <a:moveTo>
                    <a:pt x="334" y="0"/>
                  </a:moveTo>
                  <a:cubicBezTo>
                    <a:pt x="272" y="0"/>
                    <a:pt x="208" y="21"/>
                    <a:pt x="153" y="67"/>
                  </a:cubicBezTo>
                  <a:cubicBezTo>
                    <a:pt x="1" y="250"/>
                    <a:pt x="122" y="523"/>
                    <a:pt x="366" y="523"/>
                  </a:cubicBezTo>
                  <a:cubicBezTo>
                    <a:pt x="487" y="523"/>
                    <a:pt x="609" y="402"/>
                    <a:pt x="609" y="280"/>
                  </a:cubicBezTo>
                  <a:cubicBezTo>
                    <a:pt x="609" y="111"/>
                    <a:pt x="476" y="0"/>
                    <a:pt x="33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68"/>
            <p:cNvSpPr/>
            <p:nvPr/>
          </p:nvSpPr>
          <p:spPr>
            <a:xfrm>
              <a:off x="5156650" y="4383950"/>
              <a:ext cx="15975" cy="13100"/>
            </a:xfrm>
            <a:custGeom>
              <a:rect b="b" l="l" r="r" t="t"/>
              <a:pathLst>
                <a:path extrusionOk="0" h="524" w="639">
                  <a:moveTo>
                    <a:pt x="364" y="0"/>
                  </a:moveTo>
                  <a:cubicBezTo>
                    <a:pt x="302" y="0"/>
                    <a:pt x="238" y="21"/>
                    <a:pt x="183" y="67"/>
                  </a:cubicBezTo>
                  <a:cubicBezTo>
                    <a:pt x="0" y="250"/>
                    <a:pt x="122" y="523"/>
                    <a:pt x="365" y="523"/>
                  </a:cubicBezTo>
                  <a:cubicBezTo>
                    <a:pt x="517" y="523"/>
                    <a:pt x="639" y="402"/>
                    <a:pt x="639" y="280"/>
                  </a:cubicBezTo>
                  <a:cubicBezTo>
                    <a:pt x="639" y="111"/>
                    <a:pt x="506" y="0"/>
                    <a:pt x="36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68"/>
            <p:cNvSpPr/>
            <p:nvPr/>
          </p:nvSpPr>
          <p:spPr>
            <a:xfrm>
              <a:off x="5215925" y="4383950"/>
              <a:ext cx="15975" cy="13100"/>
            </a:xfrm>
            <a:custGeom>
              <a:rect b="b" l="l" r="r" t="t"/>
              <a:pathLst>
                <a:path extrusionOk="0" h="524" w="639">
                  <a:moveTo>
                    <a:pt x="350" y="0"/>
                  </a:moveTo>
                  <a:cubicBezTo>
                    <a:pt x="289" y="0"/>
                    <a:pt x="229" y="21"/>
                    <a:pt x="182" y="67"/>
                  </a:cubicBezTo>
                  <a:cubicBezTo>
                    <a:pt x="0" y="250"/>
                    <a:pt x="122" y="523"/>
                    <a:pt x="365" y="523"/>
                  </a:cubicBezTo>
                  <a:cubicBezTo>
                    <a:pt x="517" y="523"/>
                    <a:pt x="638" y="402"/>
                    <a:pt x="638" y="280"/>
                  </a:cubicBezTo>
                  <a:cubicBezTo>
                    <a:pt x="638" y="111"/>
                    <a:pt x="491" y="0"/>
                    <a:pt x="350"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68"/>
            <p:cNvSpPr/>
            <p:nvPr/>
          </p:nvSpPr>
          <p:spPr>
            <a:xfrm>
              <a:off x="5275175" y="4384100"/>
              <a:ext cx="17525" cy="12950"/>
            </a:xfrm>
            <a:custGeom>
              <a:rect b="b" l="l" r="r" t="t"/>
              <a:pathLst>
                <a:path extrusionOk="0" h="518" w="701">
                  <a:moveTo>
                    <a:pt x="366" y="1"/>
                  </a:moveTo>
                  <a:cubicBezTo>
                    <a:pt x="1" y="1"/>
                    <a:pt x="1" y="517"/>
                    <a:pt x="366" y="517"/>
                  </a:cubicBezTo>
                  <a:cubicBezTo>
                    <a:pt x="700" y="517"/>
                    <a:pt x="700" y="1"/>
                    <a:pt x="366"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68"/>
            <p:cNvSpPr/>
            <p:nvPr/>
          </p:nvSpPr>
          <p:spPr>
            <a:xfrm>
              <a:off x="5333700" y="4384100"/>
              <a:ext cx="18250" cy="12950"/>
            </a:xfrm>
            <a:custGeom>
              <a:rect b="b" l="l" r="r" t="t"/>
              <a:pathLst>
                <a:path extrusionOk="0" h="518" w="730">
                  <a:moveTo>
                    <a:pt x="365" y="1"/>
                  </a:moveTo>
                  <a:cubicBezTo>
                    <a:pt x="0" y="1"/>
                    <a:pt x="0" y="517"/>
                    <a:pt x="365" y="517"/>
                  </a:cubicBezTo>
                  <a:cubicBezTo>
                    <a:pt x="730" y="517"/>
                    <a:pt x="730" y="1"/>
                    <a:pt x="36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68"/>
            <p:cNvSpPr/>
            <p:nvPr/>
          </p:nvSpPr>
          <p:spPr>
            <a:xfrm>
              <a:off x="5392975" y="4383950"/>
              <a:ext cx="15975" cy="13100"/>
            </a:xfrm>
            <a:custGeom>
              <a:rect b="b" l="l" r="r" t="t"/>
              <a:pathLst>
                <a:path extrusionOk="0" h="524" w="639">
                  <a:moveTo>
                    <a:pt x="350" y="0"/>
                  </a:moveTo>
                  <a:cubicBezTo>
                    <a:pt x="289" y="0"/>
                    <a:pt x="229" y="21"/>
                    <a:pt x="183" y="67"/>
                  </a:cubicBezTo>
                  <a:cubicBezTo>
                    <a:pt x="0" y="250"/>
                    <a:pt x="122" y="523"/>
                    <a:pt x="365" y="523"/>
                  </a:cubicBezTo>
                  <a:cubicBezTo>
                    <a:pt x="517" y="523"/>
                    <a:pt x="639" y="402"/>
                    <a:pt x="639" y="280"/>
                  </a:cubicBezTo>
                  <a:cubicBezTo>
                    <a:pt x="639" y="111"/>
                    <a:pt x="491" y="0"/>
                    <a:pt x="350"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68"/>
            <p:cNvSpPr/>
            <p:nvPr/>
          </p:nvSpPr>
          <p:spPr>
            <a:xfrm>
              <a:off x="5452250" y="4383950"/>
              <a:ext cx="15225" cy="13100"/>
            </a:xfrm>
            <a:custGeom>
              <a:rect b="b" l="l" r="r" t="t"/>
              <a:pathLst>
                <a:path extrusionOk="0" h="524" w="609">
                  <a:moveTo>
                    <a:pt x="333" y="0"/>
                  </a:moveTo>
                  <a:cubicBezTo>
                    <a:pt x="271" y="0"/>
                    <a:pt x="207" y="21"/>
                    <a:pt x="152" y="67"/>
                  </a:cubicBezTo>
                  <a:cubicBezTo>
                    <a:pt x="0" y="250"/>
                    <a:pt x="122" y="523"/>
                    <a:pt x="365" y="523"/>
                  </a:cubicBezTo>
                  <a:cubicBezTo>
                    <a:pt x="486" y="523"/>
                    <a:pt x="608" y="402"/>
                    <a:pt x="608" y="280"/>
                  </a:cubicBezTo>
                  <a:cubicBezTo>
                    <a:pt x="608" y="111"/>
                    <a:pt x="475" y="0"/>
                    <a:pt x="33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68"/>
            <p:cNvSpPr/>
            <p:nvPr/>
          </p:nvSpPr>
          <p:spPr>
            <a:xfrm>
              <a:off x="5511525" y="4383950"/>
              <a:ext cx="15200" cy="13100"/>
            </a:xfrm>
            <a:custGeom>
              <a:rect b="b" l="l" r="r" t="t"/>
              <a:pathLst>
                <a:path extrusionOk="0" h="524" w="608">
                  <a:moveTo>
                    <a:pt x="333" y="0"/>
                  </a:moveTo>
                  <a:cubicBezTo>
                    <a:pt x="271" y="0"/>
                    <a:pt x="207" y="21"/>
                    <a:pt x="152" y="67"/>
                  </a:cubicBezTo>
                  <a:cubicBezTo>
                    <a:pt x="0" y="250"/>
                    <a:pt x="122" y="523"/>
                    <a:pt x="365" y="523"/>
                  </a:cubicBezTo>
                  <a:cubicBezTo>
                    <a:pt x="486" y="523"/>
                    <a:pt x="608" y="402"/>
                    <a:pt x="608" y="280"/>
                  </a:cubicBezTo>
                  <a:cubicBezTo>
                    <a:pt x="608" y="111"/>
                    <a:pt x="475" y="0"/>
                    <a:pt x="33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68"/>
            <p:cNvSpPr/>
            <p:nvPr/>
          </p:nvSpPr>
          <p:spPr>
            <a:xfrm>
              <a:off x="5570025" y="4384100"/>
              <a:ext cx="18250" cy="12950"/>
            </a:xfrm>
            <a:custGeom>
              <a:rect b="b" l="l" r="r" t="t"/>
              <a:pathLst>
                <a:path extrusionOk="0" h="518" w="730">
                  <a:moveTo>
                    <a:pt x="365" y="1"/>
                  </a:moveTo>
                  <a:cubicBezTo>
                    <a:pt x="1" y="1"/>
                    <a:pt x="1" y="517"/>
                    <a:pt x="365" y="517"/>
                  </a:cubicBezTo>
                  <a:cubicBezTo>
                    <a:pt x="730" y="517"/>
                    <a:pt x="730" y="1"/>
                    <a:pt x="36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68"/>
            <p:cNvSpPr/>
            <p:nvPr/>
          </p:nvSpPr>
          <p:spPr>
            <a:xfrm>
              <a:off x="3152800" y="4333950"/>
              <a:ext cx="13700" cy="13700"/>
            </a:xfrm>
            <a:custGeom>
              <a:rect b="b" l="l" r="r" t="t"/>
              <a:pathLst>
                <a:path extrusionOk="0" h="548" w="548">
                  <a:moveTo>
                    <a:pt x="274" y="0"/>
                  </a:moveTo>
                  <a:cubicBezTo>
                    <a:pt x="122" y="0"/>
                    <a:pt x="1" y="122"/>
                    <a:pt x="1" y="274"/>
                  </a:cubicBezTo>
                  <a:cubicBezTo>
                    <a:pt x="1" y="426"/>
                    <a:pt x="122" y="548"/>
                    <a:pt x="274" y="548"/>
                  </a:cubicBezTo>
                  <a:cubicBezTo>
                    <a:pt x="426" y="548"/>
                    <a:pt x="548" y="426"/>
                    <a:pt x="548" y="274"/>
                  </a:cubicBezTo>
                  <a:cubicBezTo>
                    <a:pt x="548" y="122"/>
                    <a:pt x="426" y="0"/>
                    <a:pt x="27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68"/>
            <p:cNvSpPr/>
            <p:nvPr/>
          </p:nvSpPr>
          <p:spPr>
            <a:xfrm>
              <a:off x="3214350" y="4333075"/>
              <a:ext cx="15225" cy="13825"/>
            </a:xfrm>
            <a:custGeom>
              <a:rect b="b" l="l" r="r" t="t"/>
              <a:pathLst>
                <a:path extrusionOk="0" h="553" w="609">
                  <a:moveTo>
                    <a:pt x="352" y="0"/>
                  </a:moveTo>
                  <a:cubicBezTo>
                    <a:pt x="337" y="0"/>
                    <a:pt x="321" y="2"/>
                    <a:pt x="305" y="5"/>
                  </a:cubicBezTo>
                  <a:cubicBezTo>
                    <a:pt x="153" y="5"/>
                    <a:pt x="31" y="127"/>
                    <a:pt x="1" y="279"/>
                  </a:cubicBezTo>
                  <a:cubicBezTo>
                    <a:pt x="1" y="431"/>
                    <a:pt x="122" y="552"/>
                    <a:pt x="305" y="552"/>
                  </a:cubicBezTo>
                  <a:cubicBezTo>
                    <a:pt x="457" y="552"/>
                    <a:pt x="578" y="431"/>
                    <a:pt x="609" y="248"/>
                  </a:cubicBezTo>
                  <a:cubicBezTo>
                    <a:pt x="609" y="112"/>
                    <a:pt x="487" y="0"/>
                    <a:pt x="352"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68"/>
            <p:cNvSpPr/>
            <p:nvPr/>
          </p:nvSpPr>
          <p:spPr>
            <a:xfrm>
              <a:off x="3280525" y="4330800"/>
              <a:ext cx="16600" cy="13900"/>
            </a:xfrm>
            <a:custGeom>
              <a:rect b="b" l="l" r="r" t="t"/>
              <a:pathLst>
                <a:path extrusionOk="0" h="556" w="664">
                  <a:moveTo>
                    <a:pt x="410" y="0"/>
                  </a:moveTo>
                  <a:cubicBezTo>
                    <a:pt x="394" y="0"/>
                    <a:pt x="379" y="2"/>
                    <a:pt x="363" y="5"/>
                  </a:cubicBezTo>
                  <a:cubicBezTo>
                    <a:pt x="211" y="5"/>
                    <a:pt x="59" y="126"/>
                    <a:pt x="29" y="278"/>
                  </a:cubicBezTo>
                  <a:cubicBezTo>
                    <a:pt x="1" y="417"/>
                    <a:pt x="125" y="556"/>
                    <a:pt x="263" y="556"/>
                  </a:cubicBezTo>
                  <a:cubicBezTo>
                    <a:pt x="276" y="556"/>
                    <a:pt x="289" y="555"/>
                    <a:pt x="302" y="552"/>
                  </a:cubicBezTo>
                  <a:cubicBezTo>
                    <a:pt x="454" y="552"/>
                    <a:pt x="606" y="430"/>
                    <a:pt x="637" y="278"/>
                  </a:cubicBezTo>
                  <a:cubicBezTo>
                    <a:pt x="664" y="115"/>
                    <a:pt x="544" y="0"/>
                    <a:pt x="410"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68"/>
            <p:cNvSpPr/>
            <p:nvPr/>
          </p:nvSpPr>
          <p:spPr>
            <a:xfrm>
              <a:off x="3351150" y="4327100"/>
              <a:ext cx="18250" cy="14475"/>
            </a:xfrm>
            <a:custGeom>
              <a:rect b="b" l="l" r="r" t="t"/>
              <a:pathLst>
                <a:path extrusionOk="0" h="579" w="730">
                  <a:moveTo>
                    <a:pt x="395" y="1"/>
                  </a:moveTo>
                  <a:cubicBezTo>
                    <a:pt x="213" y="1"/>
                    <a:pt x="61" y="122"/>
                    <a:pt x="30" y="305"/>
                  </a:cubicBezTo>
                  <a:cubicBezTo>
                    <a:pt x="0" y="457"/>
                    <a:pt x="122" y="578"/>
                    <a:pt x="304" y="578"/>
                  </a:cubicBezTo>
                  <a:cubicBezTo>
                    <a:pt x="486" y="578"/>
                    <a:pt x="638" y="457"/>
                    <a:pt x="699" y="274"/>
                  </a:cubicBezTo>
                  <a:cubicBezTo>
                    <a:pt x="730" y="122"/>
                    <a:pt x="608" y="1"/>
                    <a:pt x="39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68"/>
            <p:cNvSpPr/>
            <p:nvPr/>
          </p:nvSpPr>
          <p:spPr>
            <a:xfrm>
              <a:off x="3424100" y="4323300"/>
              <a:ext cx="19775" cy="14475"/>
            </a:xfrm>
            <a:custGeom>
              <a:rect b="b" l="l" r="r" t="t"/>
              <a:pathLst>
                <a:path extrusionOk="0" h="579" w="791">
                  <a:moveTo>
                    <a:pt x="486" y="1"/>
                  </a:moveTo>
                  <a:cubicBezTo>
                    <a:pt x="274" y="1"/>
                    <a:pt x="122" y="123"/>
                    <a:pt x="61" y="305"/>
                  </a:cubicBezTo>
                  <a:cubicBezTo>
                    <a:pt x="0" y="457"/>
                    <a:pt x="122" y="578"/>
                    <a:pt x="304" y="578"/>
                  </a:cubicBezTo>
                  <a:cubicBezTo>
                    <a:pt x="486" y="548"/>
                    <a:pt x="669" y="426"/>
                    <a:pt x="730" y="274"/>
                  </a:cubicBezTo>
                  <a:cubicBezTo>
                    <a:pt x="790" y="92"/>
                    <a:pt x="669" y="1"/>
                    <a:pt x="486"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68"/>
            <p:cNvSpPr/>
            <p:nvPr/>
          </p:nvSpPr>
          <p:spPr>
            <a:xfrm>
              <a:off x="3500075" y="4318000"/>
              <a:ext cx="20550" cy="15225"/>
            </a:xfrm>
            <a:custGeom>
              <a:rect b="b" l="l" r="r" t="t"/>
              <a:pathLst>
                <a:path extrusionOk="0" h="609" w="822">
                  <a:moveTo>
                    <a:pt x="517" y="0"/>
                  </a:moveTo>
                  <a:cubicBezTo>
                    <a:pt x="305" y="31"/>
                    <a:pt x="122" y="152"/>
                    <a:pt x="31" y="335"/>
                  </a:cubicBezTo>
                  <a:cubicBezTo>
                    <a:pt x="1" y="486"/>
                    <a:pt x="92" y="608"/>
                    <a:pt x="274" y="608"/>
                  </a:cubicBezTo>
                  <a:cubicBezTo>
                    <a:pt x="487" y="578"/>
                    <a:pt x="669" y="456"/>
                    <a:pt x="761" y="274"/>
                  </a:cubicBezTo>
                  <a:cubicBezTo>
                    <a:pt x="821" y="122"/>
                    <a:pt x="700" y="0"/>
                    <a:pt x="517"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68"/>
            <p:cNvSpPr/>
            <p:nvPr/>
          </p:nvSpPr>
          <p:spPr>
            <a:xfrm>
              <a:off x="3576825" y="4312675"/>
              <a:ext cx="21300" cy="15975"/>
            </a:xfrm>
            <a:custGeom>
              <a:rect b="b" l="l" r="r" t="t"/>
              <a:pathLst>
                <a:path extrusionOk="0" h="639" w="852">
                  <a:moveTo>
                    <a:pt x="578" y="0"/>
                  </a:moveTo>
                  <a:cubicBezTo>
                    <a:pt x="365" y="31"/>
                    <a:pt x="183" y="152"/>
                    <a:pt x="61" y="335"/>
                  </a:cubicBezTo>
                  <a:cubicBezTo>
                    <a:pt x="1" y="517"/>
                    <a:pt x="92" y="639"/>
                    <a:pt x="274" y="639"/>
                  </a:cubicBezTo>
                  <a:cubicBezTo>
                    <a:pt x="487" y="608"/>
                    <a:pt x="669" y="487"/>
                    <a:pt x="791" y="304"/>
                  </a:cubicBezTo>
                  <a:cubicBezTo>
                    <a:pt x="852" y="122"/>
                    <a:pt x="760" y="0"/>
                    <a:pt x="578"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68"/>
            <p:cNvSpPr/>
            <p:nvPr/>
          </p:nvSpPr>
          <p:spPr>
            <a:xfrm>
              <a:off x="3654325" y="4307350"/>
              <a:ext cx="22825" cy="15975"/>
            </a:xfrm>
            <a:custGeom>
              <a:rect b="b" l="l" r="r" t="t"/>
              <a:pathLst>
                <a:path extrusionOk="0" h="639" w="913">
                  <a:moveTo>
                    <a:pt x="639" y="1"/>
                  </a:moveTo>
                  <a:cubicBezTo>
                    <a:pt x="396" y="31"/>
                    <a:pt x="214" y="153"/>
                    <a:pt x="92" y="365"/>
                  </a:cubicBezTo>
                  <a:cubicBezTo>
                    <a:pt x="1" y="517"/>
                    <a:pt x="62" y="639"/>
                    <a:pt x="274" y="639"/>
                  </a:cubicBezTo>
                  <a:cubicBezTo>
                    <a:pt x="487" y="609"/>
                    <a:pt x="670" y="487"/>
                    <a:pt x="791" y="305"/>
                  </a:cubicBezTo>
                  <a:cubicBezTo>
                    <a:pt x="913" y="122"/>
                    <a:pt x="822" y="1"/>
                    <a:pt x="639"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68"/>
            <p:cNvSpPr/>
            <p:nvPr/>
          </p:nvSpPr>
          <p:spPr>
            <a:xfrm>
              <a:off x="3731850" y="4302025"/>
              <a:ext cx="23575" cy="16750"/>
            </a:xfrm>
            <a:custGeom>
              <a:rect b="b" l="l" r="r" t="t"/>
              <a:pathLst>
                <a:path extrusionOk="0" h="670" w="943">
                  <a:moveTo>
                    <a:pt x="669" y="1"/>
                  </a:moveTo>
                  <a:cubicBezTo>
                    <a:pt x="426" y="31"/>
                    <a:pt x="243" y="153"/>
                    <a:pt x="122" y="366"/>
                  </a:cubicBezTo>
                  <a:cubicBezTo>
                    <a:pt x="0" y="548"/>
                    <a:pt x="61" y="670"/>
                    <a:pt x="243" y="670"/>
                  </a:cubicBezTo>
                  <a:cubicBezTo>
                    <a:pt x="487" y="639"/>
                    <a:pt x="669" y="487"/>
                    <a:pt x="821" y="305"/>
                  </a:cubicBezTo>
                  <a:cubicBezTo>
                    <a:pt x="943" y="122"/>
                    <a:pt x="882" y="1"/>
                    <a:pt x="669"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68"/>
            <p:cNvSpPr/>
            <p:nvPr/>
          </p:nvSpPr>
          <p:spPr>
            <a:xfrm>
              <a:off x="3808600" y="4297475"/>
              <a:ext cx="23575" cy="16750"/>
            </a:xfrm>
            <a:custGeom>
              <a:rect b="b" l="l" r="r" t="t"/>
              <a:pathLst>
                <a:path extrusionOk="0" h="670" w="943">
                  <a:moveTo>
                    <a:pt x="699" y="0"/>
                  </a:moveTo>
                  <a:cubicBezTo>
                    <a:pt x="487" y="31"/>
                    <a:pt x="274" y="152"/>
                    <a:pt x="122" y="335"/>
                  </a:cubicBezTo>
                  <a:cubicBezTo>
                    <a:pt x="0" y="517"/>
                    <a:pt x="31" y="669"/>
                    <a:pt x="213" y="669"/>
                  </a:cubicBezTo>
                  <a:cubicBezTo>
                    <a:pt x="456" y="608"/>
                    <a:pt x="669" y="487"/>
                    <a:pt x="821" y="304"/>
                  </a:cubicBezTo>
                  <a:cubicBezTo>
                    <a:pt x="943" y="122"/>
                    <a:pt x="912" y="0"/>
                    <a:pt x="699"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68"/>
            <p:cNvSpPr/>
            <p:nvPr/>
          </p:nvSpPr>
          <p:spPr>
            <a:xfrm>
              <a:off x="3883075" y="4292150"/>
              <a:ext cx="24325" cy="17500"/>
            </a:xfrm>
            <a:custGeom>
              <a:rect b="b" l="l" r="r" t="t"/>
              <a:pathLst>
                <a:path extrusionOk="0" h="700" w="973">
                  <a:moveTo>
                    <a:pt x="760" y="1"/>
                  </a:moveTo>
                  <a:cubicBezTo>
                    <a:pt x="517" y="31"/>
                    <a:pt x="304" y="183"/>
                    <a:pt x="152" y="365"/>
                  </a:cubicBezTo>
                  <a:cubicBezTo>
                    <a:pt x="0" y="578"/>
                    <a:pt x="30" y="700"/>
                    <a:pt x="213" y="700"/>
                  </a:cubicBezTo>
                  <a:cubicBezTo>
                    <a:pt x="456" y="669"/>
                    <a:pt x="669" y="517"/>
                    <a:pt x="821" y="335"/>
                  </a:cubicBezTo>
                  <a:cubicBezTo>
                    <a:pt x="973" y="122"/>
                    <a:pt x="942" y="1"/>
                    <a:pt x="760"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68"/>
            <p:cNvSpPr/>
            <p:nvPr/>
          </p:nvSpPr>
          <p:spPr>
            <a:xfrm>
              <a:off x="3956025" y="4289125"/>
              <a:ext cx="24325" cy="17500"/>
            </a:xfrm>
            <a:custGeom>
              <a:rect b="b" l="l" r="r" t="t"/>
              <a:pathLst>
                <a:path extrusionOk="0" h="700" w="973">
                  <a:moveTo>
                    <a:pt x="760" y="0"/>
                  </a:moveTo>
                  <a:cubicBezTo>
                    <a:pt x="517" y="31"/>
                    <a:pt x="304" y="183"/>
                    <a:pt x="152" y="365"/>
                  </a:cubicBezTo>
                  <a:cubicBezTo>
                    <a:pt x="0" y="547"/>
                    <a:pt x="0" y="699"/>
                    <a:pt x="182" y="699"/>
                  </a:cubicBezTo>
                  <a:cubicBezTo>
                    <a:pt x="426" y="638"/>
                    <a:pt x="638" y="517"/>
                    <a:pt x="790" y="334"/>
                  </a:cubicBezTo>
                  <a:cubicBezTo>
                    <a:pt x="973" y="122"/>
                    <a:pt x="942" y="0"/>
                    <a:pt x="760"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68"/>
            <p:cNvSpPr/>
            <p:nvPr/>
          </p:nvSpPr>
          <p:spPr>
            <a:xfrm>
              <a:off x="4025175" y="4285325"/>
              <a:ext cx="23575" cy="18250"/>
            </a:xfrm>
            <a:custGeom>
              <a:rect b="b" l="l" r="r" t="t"/>
              <a:pathLst>
                <a:path extrusionOk="0" h="730" w="943">
                  <a:moveTo>
                    <a:pt x="790" y="0"/>
                  </a:moveTo>
                  <a:cubicBezTo>
                    <a:pt x="517" y="61"/>
                    <a:pt x="304" y="183"/>
                    <a:pt x="152" y="395"/>
                  </a:cubicBezTo>
                  <a:cubicBezTo>
                    <a:pt x="0" y="578"/>
                    <a:pt x="0" y="730"/>
                    <a:pt x="152" y="730"/>
                  </a:cubicBezTo>
                  <a:cubicBezTo>
                    <a:pt x="395" y="669"/>
                    <a:pt x="608" y="547"/>
                    <a:pt x="790" y="365"/>
                  </a:cubicBezTo>
                  <a:cubicBezTo>
                    <a:pt x="942" y="152"/>
                    <a:pt x="942" y="0"/>
                    <a:pt x="790"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68"/>
            <p:cNvSpPr/>
            <p:nvPr/>
          </p:nvSpPr>
          <p:spPr>
            <a:xfrm>
              <a:off x="4089000" y="4283800"/>
              <a:ext cx="25100" cy="18250"/>
            </a:xfrm>
            <a:custGeom>
              <a:rect b="b" l="l" r="r" t="t"/>
              <a:pathLst>
                <a:path extrusionOk="0" h="730" w="1004">
                  <a:moveTo>
                    <a:pt x="851" y="0"/>
                  </a:moveTo>
                  <a:cubicBezTo>
                    <a:pt x="608" y="61"/>
                    <a:pt x="365" y="183"/>
                    <a:pt x="213" y="396"/>
                  </a:cubicBezTo>
                  <a:cubicBezTo>
                    <a:pt x="31" y="578"/>
                    <a:pt x="0" y="730"/>
                    <a:pt x="183" y="730"/>
                  </a:cubicBezTo>
                  <a:cubicBezTo>
                    <a:pt x="426" y="669"/>
                    <a:pt x="639" y="547"/>
                    <a:pt x="791" y="365"/>
                  </a:cubicBezTo>
                  <a:cubicBezTo>
                    <a:pt x="973" y="152"/>
                    <a:pt x="1003" y="0"/>
                    <a:pt x="85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68"/>
            <p:cNvSpPr/>
            <p:nvPr/>
          </p:nvSpPr>
          <p:spPr>
            <a:xfrm>
              <a:off x="4149775" y="4283800"/>
              <a:ext cx="23600" cy="18250"/>
            </a:xfrm>
            <a:custGeom>
              <a:rect b="b" l="l" r="r" t="t"/>
              <a:pathLst>
                <a:path extrusionOk="0" h="730" w="944">
                  <a:moveTo>
                    <a:pt x="791" y="0"/>
                  </a:moveTo>
                  <a:cubicBezTo>
                    <a:pt x="578" y="61"/>
                    <a:pt x="366" y="183"/>
                    <a:pt x="214" y="365"/>
                  </a:cubicBezTo>
                  <a:cubicBezTo>
                    <a:pt x="31" y="578"/>
                    <a:pt x="1" y="730"/>
                    <a:pt x="123" y="730"/>
                  </a:cubicBezTo>
                  <a:cubicBezTo>
                    <a:pt x="366" y="669"/>
                    <a:pt x="578" y="547"/>
                    <a:pt x="730" y="365"/>
                  </a:cubicBezTo>
                  <a:cubicBezTo>
                    <a:pt x="913" y="183"/>
                    <a:pt x="943" y="0"/>
                    <a:pt x="79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68"/>
            <p:cNvSpPr/>
            <p:nvPr/>
          </p:nvSpPr>
          <p:spPr>
            <a:xfrm>
              <a:off x="4204500" y="4285325"/>
              <a:ext cx="22825" cy="18250"/>
            </a:xfrm>
            <a:custGeom>
              <a:rect b="b" l="l" r="r" t="t"/>
              <a:pathLst>
                <a:path extrusionOk="0" h="730" w="913">
                  <a:moveTo>
                    <a:pt x="760" y="0"/>
                  </a:moveTo>
                  <a:cubicBezTo>
                    <a:pt x="548" y="31"/>
                    <a:pt x="365" y="152"/>
                    <a:pt x="213" y="335"/>
                  </a:cubicBezTo>
                  <a:cubicBezTo>
                    <a:pt x="31" y="547"/>
                    <a:pt x="0" y="730"/>
                    <a:pt x="122" y="730"/>
                  </a:cubicBezTo>
                  <a:cubicBezTo>
                    <a:pt x="335" y="669"/>
                    <a:pt x="548" y="547"/>
                    <a:pt x="700" y="365"/>
                  </a:cubicBezTo>
                  <a:cubicBezTo>
                    <a:pt x="852" y="152"/>
                    <a:pt x="912" y="0"/>
                    <a:pt x="760"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68"/>
            <p:cNvSpPr/>
            <p:nvPr/>
          </p:nvSpPr>
          <p:spPr>
            <a:xfrm>
              <a:off x="4255400" y="4287600"/>
              <a:ext cx="20550" cy="18250"/>
            </a:xfrm>
            <a:custGeom>
              <a:rect b="b" l="l" r="r" t="t"/>
              <a:pathLst>
                <a:path extrusionOk="0" h="730" w="822">
                  <a:moveTo>
                    <a:pt x="730" y="0"/>
                  </a:moveTo>
                  <a:cubicBezTo>
                    <a:pt x="518" y="31"/>
                    <a:pt x="335" y="152"/>
                    <a:pt x="183" y="335"/>
                  </a:cubicBezTo>
                  <a:cubicBezTo>
                    <a:pt x="31" y="547"/>
                    <a:pt x="1" y="730"/>
                    <a:pt x="123" y="730"/>
                  </a:cubicBezTo>
                  <a:cubicBezTo>
                    <a:pt x="305" y="669"/>
                    <a:pt x="518" y="547"/>
                    <a:pt x="639" y="365"/>
                  </a:cubicBezTo>
                  <a:cubicBezTo>
                    <a:pt x="791" y="183"/>
                    <a:pt x="822" y="0"/>
                    <a:pt x="730"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68"/>
            <p:cNvSpPr/>
            <p:nvPr/>
          </p:nvSpPr>
          <p:spPr>
            <a:xfrm>
              <a:off x="4302525" y="4291400"/>
              <a:ext cx="19025" cy="17500"/>
            </a:xfrm>
            <a:custGeom>
              <a:rect b="b" l="l" r="r" t="t"/>
              <a:pathLst>
                <a:path extrusionOk="0" h="700" w="761">
                  <a:moveTo>
                    <a:pt x="669" y="0"/>
                  </a:moveTo>
                  <a:cubicBezTo>
                    <a:pt x="456" y="31"/>
                    <a:pt x="304" y="152"/>
                    <a:pt x="183" y="304"/>
                  </a:cubicBezTo>
                  <a:cubicBezTo>
                    <a:pt x="31" y="517"/>
                    <a:pt x="0" y="699"/>
                    <a:pt x="92" y="699"/>
                  </a:cubicBezTo>
                  <a:cubicBezTo>
                    <a:pt x="304" y="639"/>
                    <a:pt x="487" y="547"/>
                    <a:pt x="578" y="365"/>
                  </a:cubicBezTo>
                  <a:cubicBezTo>
                    <a:pt x="730" y="152"/>
                    <a:pt x="760" y="0"/>
                    <a:pt x="669"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68"/>
            <p:cNvSpPr/>
            <p:nvPr/>
          </p:nvSpPr>
          <p:spPr>
            <a:xfrm>
              <a:off x="4346600" y="4295950"/>
              <a:ext cx="18250" cy="16850"/>
            </a:xfrm>
            <a:custGeom>
              <a:rect b="b" l="l" r="r" t="t"/>
              <a:pathLst>
                <a:path extrusionOk="0" h="674" w="730">
                  <a:moveTo>
                    <a:pt x="608" y="1"/>
                  </a:moveTo>
                  <a:cubicBezTo>
                    <a:pt x="517" y="1"/>
                    <a:pt x="304" y="122"/>
                    <a:pt x="152" y="305"/>
                  </a:cubicBezTo>
                  <a:cubicBezTo>
                    <a:pt x="31" y="517"/>
                    <a:pt x="0" y="669"/>
                    <a:pt x="122" y="669"/>
                  </a:cubicBezTo>
                  <a:cubicBezTo>
                    <a:pt x="130" y="672"/>
                    <a:pt x="139" y="673"/>
                    <a:pt x="148" y="673"/>
                  </a:cubicBezTo>
                  <a:cubicBezTo>
                    <a:pt x="249" y="673"/>
                    <a:pt x="436" y="532"/>
                    <a:pt x="548" y="365"/>
                  </a:cubicBezTo>
                  <a:cubicBezTo>
                    <a:pt x="700" y="183"/>
                    <a:pt x="730" y="31"/>
                    <a:pt x="608"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68"/>
            <p:cNvSpPr/>
            <p:nvPr/>
          </p:nvSpPr>
          <p:spPr>
            <a:xfrm>
              <a:off x="4389150" y="4301175"/>
              <a:ext cx="15975" cy="16175"/>
            </a:xfrm>
            <a:custGeom>
              <a:rect b="b" l="l" r="r" t="t"/>
              <a:pathLst>
                <a:path extrusionOk="0" h="647" w="639">
                  <a:moveTo>
                    <a:pt x="515" y="1"/>
                  </a:moveTo>
                  <a:cubicBezTo>
                    <a:pt x="395" y="1"/>
                    <a:pt x="233" y="142"/>
                    <a:pt x="122" y="308"/>
                  </a:cubicBezTo>
                  <a:cubicBezTo>
                    <a:pt x="1" y="491"/>
                    <a:pt x="1" y="643"/>
                    <a:pt x="92" y="643"/>
                  </a:cubicBezTo>
                  <a:cubicBezTo>
                    <a:pt x="102" y="645"/>
                    <a:pt x="113" y="647"/>
                    <a:pt x="125" y="647"/>
                  </a:cubicBezTo>
                  <a:cubicBezTo>
                    <a:pt x="244" y="647"/>
                    <a:pt x="406" y="505"/>
                    <a:pt x="517" y="339"/>
                  </a:cubicBezTo>
                  <a:cubicBezTo>
                    <a:pt x="639" y="156"/>
                    <a:pt x="639" y="4"/>
                    <a:pt x="548" y="4"/>
                  </a:cubicBezTo>
                  <a:cubicBezTo>
                    <a:pt x="537" y="2"/>
                    <a:pt x="526" y="1"/>
                    <a:pt x="51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68"/>
            <p:cNvSpPr/>
            <p:nvPr/>
          </p:nvSpPr>
          <p:spPr>
            <a:xfrm>
              <a:off x="4430175" y="4306475"/>
              <a:ext cx="15225" cy="16100"/>
            </a:xfrm>
            <a:custGeom>
              <a:rect b="b" l="l" r="r" t="t"/>
              <a:pathLst>
                <a:path extrusionOk="0" h="644" w="609">
                  <a:moveTo>
                    <a:pt x="449" y="1"/>
                  </a:moveTo>
                  <a:cubicBezTo>
                    <a:pt x="335" y="1"/>
                    <a:pt x="201" y="115"/>
                    <a:pt x="92" y="279"/>
                  </a:cubicBezTo>
                  <a:cubicBezTo>
                    <a:pt x="1" y="461"/>
                    <a:pt x="1" y="644"/>
                    <a:pt x="92" y="644"/>
                  </a:cubicBezTo>
                  <a:cubicBezTo>
                    <a:pt x="214" y="644"/>
                    <a:pt x="396" y="492"/>
                    <a:pt x="487" y="340"/>
                  </a:cubicBezTo>
                  <a:cubicBezTo>
                    <a:pt x="578" y="157"/>
                    <a:pt x="609" y="5"/>
                    <a:pt x="487" y="5"/>
                  </a:cubicBezTo>
                  <a:cubicBezTo>
                    <a:pt x="475" y="2"/>
                    <a:pt x="462" y="1"/>
                    <a:pt x="449"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68"/>
            <p:cNvSpPr/>
            <p:nvPr/>
          </p:nvSpPr>
          <p:spPr>
            <a:xfrm>
              <a:off x="4470450" y="4311800"/>
              <a:ext cx="13725" cy="15325"/>
            </a:xfrm>
            <a:custGeom>
              <a:rect b="b" l="l" r="r" t="t"/>
              <a:pathLst>
                <a:path extrusionOk="0" h="613" w="549">
                  <a:moveTo>
                    <a:pt x="396" y="0"/>
                  </a:moveTo>
                  <a:cubicBezTo>
                    <a:pt x="305" y="0"/>
                    <a:pt x="174" y="115"/>
                    <a:pt x="92" y="279"/>
                  </a:cubicBezTo>
                  <a:cubicBezTo>
                    <a:pt x="1" y="461"/>
                    <a:pt x="31" y="613"/>
                    <a:pt x="123" y="613"/>
                  </a:cubicBezTo>
                  <a:cubicBezTo>
                    <a:pt x="214" y="613"/>
                    <a:pt x="366" y="491"/>
                    <a:pt x="457" y="339"/>
                  </a:cubicBezTo>
                  <a:cubicBezTo>
                    <a:pt x="548" y="157"/>
                    <a:pt x="518" y="5"/>
                    <a:pt x="426" y="5"/>
                  </a:cubicBezTo>
                  <a:cubicBezTo>
                    <a:pt x="417" y="2"/>
                    <a:pt x="407" y="0"/>
                    <a:pt x="396"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68"/>
            <p:cNvSpPr/>
            <p:nvPr/>
          </p:nvSpPr>
          <p:spPr>
            <a:xfrm>
              <a:off x="4511500" y="4317125"/>
              <a:ext cx="12175" cy="14675"/>
            </a:xfrm>
            <a:custGeom>
              <a:rect b="b" l="l" r="r" t="t"/>
              <a:pathLst>
                <a:path extrusionOk="0" h="587" w="487">
                  <a:moveTo>
                    <a:pt x="335" y="0"/>
                  </a:moveTo>
                  <a:cubicBezTo>
                    <a:pt x="243" y="0"/>
                    <a:pt x="116" y="115"/>
                    <a:pt x="61" y="278"/>
                  </a:cubicBezTo>
                  <a:cubicBezTo>
                    <a:pt x="0" y="430"/>
                    <a:pt x="31" y="582"/>
                    <a:pt x="122" y="582"/>
                  </a:cubicBezTo>
                  <a:cubicBezTo>
                    <a:pt x="134" y="585"/>
                    <a:pt x="147" y="587"/>
                    <a:pt x="159" y="587"/>
                  </a:cubicBezTo>
                  <a:cubicBezTo>
                    <a:pt x="268" y="587"/>
                    <a:pt x="371" y="472"/>
                    <a:pt x="426" y="309"/>
                  </a:cubicBezTo>
                  <a:cubicBezTo>
                    <a:pt x="487" y="157"/>
                    <a:pt x="456" y="5"/>
                    <a:pt x="365" y="5"/>
                  </a:cubicBezTo>
                  <a:cubicBezTo>
                    <a:pt x="356" y="2"/>
                    <a:pt x="346" y="0"/>
                    <a:pt x="33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68"/>
            <p:cNvSpPr/>
            <p:nvPr/>
          </p:nvSpPr>
          <p:spPr>
            <a:xfrm>
              <a:off x="4553300" y="4321800"/>
              <a:ext cx="12175" cy="14575"/>
            </a:xfrm>
            <a:custGeom>
              <a:rect b="b" l="l" r="r" t="t"/>
              <a:pathLst>
                <a:path extrusionOk="0" h="583" w="487">
                  <a:moveTo>
                    <a:pt x="334" y="0"/>
                  </a:moveTo>
                  <a:cubicBezTo>
                    <a:pt x="213" y="0"/>
                    <a:pt x="91" y="122"/>
                    <a:pt x="30" y="274"/>
                  </a:cubicBezTo>
                  <a:cubicBezTo>
                    <a:pt x="0" y="426"/>
                    <a:pt x="30" y="578"/>
                    <a:pt x="152" y="578"/>
                  </a:cubicBezTo>
                  <a:cubicBezTo>
                    <a:pt x="161" y="581"/>
                    <a:pt x="171" y="582"/>
                    <a:pt x="181" y="582"/>
                  </a:cubicBezTo>
                  <a:cubicBezTo>
                    <a:pt x="268" y="582"/>
                    <a:pt x="371" y="468"/>
                    <a:pt x="426" y="304"/>
                  </a:cubicBezTo>
                  <a:cubicBezTo>
                    <a:pt x="486" y="152"/>
                    <a:pt x="426" y="31"/>
                    <a:pt x="33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68"/>
            <p:cNvSpPr/>
            <p:nvPr/>
          </p:nvSpPr>
          <p:spPr>
            <a:xfrm>
              <a:off x="4596600" y="4326350"/>
              <a:ext cx="12175" cy="14475"/>
            </a:xfrm>
            <a:custGeom>
              <a:rect b="b" l="l" r="r" t="t"/>
              <a:pathLst>
                <a:path extrusionOk="0" h="579" w="487">
                  <a:moveTo>
                    <a:pt x="305" y="1"/>
                  </a:moveTo>
                  <a:cubicBezTo>
                    <a:pt x="183" y="1"/>
                    <a:pt x="61" y="92"/>
                    <a:pt x="31" y="274"/>
                  </a:cubicBezTo>
                  <a:cubicBezTo>
                    <a:pt x="1" y="426"/>
                    <a:pt x="61" y="578"/>
                    <a:pt x="183" y="578"/>
                  </a:cubicBezTo>
                  <a:cubicBezTo>
                    <a:pt x="305" y="578"/>
                    <a:pt x="426" y="456"/>
                    <a:pt x="457" y="304"/>
                  </a:cubicBezTo>
                  <a:cubicBezTo>
                    <a:pt x="487" y="152"/>
                    <a:pt x="426" y="1"/>
                    <a:pt x="30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68"/>
            <p:cNvSpPr/>
            <p:nvPr/>
          </p:nvSpPr>
          <p:spPr>
            <a:xfrm>
              <a:off x="4642200" y="4330025"/>
              <a:ext cx="12950" cy="13825"/>
            </a:xfrm>
            <a:custGeom>
              <a:rect b="b" l="l" r="r" t="t"/>
              <a:pathLst>
                <a:path extrusionOk="0" h="553" w="518">
                  <a:moveTo>
                    <a:pt x="267" y="1"/>
                  </a:moveTo>
                  <a:cubicBezTo>
                    <a:pt x="164" y="1"/>
                    <a:pt x="88" y="113"/>
                    <a:pt x="61" y="249"/>
                  </a:cubicBezTo>
                  <a:cubicBezTo>
                    <a:pt x="0" y="401"/>
                    <a:pt x="92" y="522"/>
                    <a:pt x="244" y="553"/>
                  </a:cubicBezTo>
                  <a:cubicBezTo>
                    <a:pt x="365" y="553"/>
                    <a:pt x="487" y="431"/>
                    <a:pt x="487" y="279"/>
                  </a:cubicBezTo>
                  <a:cubicBezTo>
                    <a:pt x="517" y="127"/>
                    <a:pt x="426" y="5"/>
                    <a:pt x="304" y="5"/>
                  </a:cubicBezTo>
                  <a:cubicBezTo>
                    <a:pt x="292" y="2"/>
                    <a:pt x="279" y="1"/>
                    <a:pt x="267"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68"/>
            <p:cNvSpPr/>
            <p:nvPr/>
          </p:nvSpPr>
          <p:spPr>
            <a:xfrm>
              <a:off x="4692350" y="4332425"/>
              <a:ext cx="12950" cy="13700"/>
            </a:xfrm>
            <a:custGeom>
              <a:rect b="b" l="l" r="r" t="t"/>
              <a:pathLst>
                <a:path extrusionOk="0" h="548" w="518">
                  <a:moveTo>
                    <a:pt x="274" y="1"/>
                  </a:moveTo>
                  <a:cubicBezTo>
                    <a:pt x="152" y="1"/>
                    <a:pt x="31" y="122"/>
                    <a:pt x="31" y="274"/>
                  </a:cubicBezTo>
                  <a:cubicBezTo>
                    <a:pt x="0" y="396"/>
                    <a:pt x="122" y="548"/>
                    <a:pt x="244" y="548"/>
                  </a:cubicBezTo>
                  <a:cubicBezTo>
                    <a:pt x="396" y="548"/>
                    <a:pt x="517" y="426"/>
                    <a:pt x="517" y="274"/>
                  </a:cubicBezTo>
                  <a:cubicBezTo>
                    <a:pt x="517" y="153"/>
                    <a:pt x="426" y="31"/>
                    <a:pt x="27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68"/>
            <p:cNvSpPr/>
            <p:nvPr/>
          </p:nvSpPr>
          <p:spPr>
            <a:xfrm>
              <a:off x="4744025" y="4333800"/>
              <a:ext cx="15975" cy="13850"/>
            </a:xfrm>
            <a:custGeom>
              <a:rect b="b" l="l" r="r" t="t"/>
              <a:pathLst>
                <a:path extrusionOk="0" h="554" w="639">
                  <a:moveTo>
                    <a:pt x="340" y="0"/>
                  </a:moveTo>
                  <a:cubicBezTo>
                    <a:pt x="274" y="0"/>
                    <a:pt x="208" y="21"/>
                    <a:pt x="152" y="67"/>
                  </a:cubicBezTo>
                  <a:cubicBezTo>
                    <a:pt x="0" y="250"/>
                    <a:pt x="122" y="554"/>
                    <a:pt x="365" y="554"/>
                  </a:cubicBezTo>
                  <a:cubicBezTo>
                    <a:pt x="517" y="554"/>
                    <a:pt x="639" y="432"/>
                    <a:pt x="639" y="280"/>
                  </a:cubicBezTo>
                  <a:cubicBezTo>
                    <a:pt x="639" y="111"/>
                    <a:pt x="491" y="0"/>
                    <a:pt x="340"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68"/>
            <p:cNvSpPr/>
            <p:nvPr/>
          </p:nvSpPr>
          <p:spPr>
            <a:xfrm>
              <a:off x="4802525" y="4334025"/>
              <a:ext cx="16000" cy="13625"/>
            </a:xfrm>
            <a:custGeom>
              <a:rect b="b" l="l" r="r" t="t"/>
              <a:pathLst>
                <a:path extrusionOk="0" h="545" w="640">
                  <a:moveTo>
                    <a:pt x="382" y="1"/>
                  </a:moveTo>
                  <a:cubicBezTo>
                    <a:pt x="315" y="1"/>
                    <a:pt x="244" y="28"/>
                    <a:pt x="183" y="89"/>
                  </a:cubicBezTo>
                  <a:cubicBezTo>
                    <a:pt x="1" y="241"/>
                    <a:pt x="122" y="545"/>
                    <a:pt x="366" y="545"/>
                  </a:cubicBezTo>
                  <a:cubicBezTo>
                    <a:pt x="518" y="545"/>
                    <a:pt x="639" y="423"/>
                    <a:pt x="639" y="271"/>
                  </a:cubicBezTo>
                  <a:cubicBezTo>
                    <a:pt x="639" y="109"/>
                    <a:pt x="518" y="1"/>
                    <a:pt x="382"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68"/>
            <p:cNvSpPr/>
            <p:nvPr/>
          </p:nvSpPr>
          <p:spPr>
            <a:xfrm>
              <a:off x="4861800" y="4334025"/>
              <a:ext cx="16000" cy="13625"/>
            </a:xfrm>
            <a:custGeom>
              <a:rect b="b" l="l" r="r" t="t"/>
              <a:pathLst>
                <a:path extrusionOk="0" h="545" w="640">
                  <a:moveTo>
                    <a:pt x="369" y="1"/>
                  </a:moveTo>
                  <a:cubicBezTo>
                    <a:pt x="301" y="1"/>
                    <a:pt x="234" y="28"/>
                    <a:pt x="183" y="89"/>
                  </a:cubicBezTo>
                  <a:cubicBezTo>
                    <a:pt x="1" y="241"/>
                    <a:pt x="122" y="545"/>
                    <a:pt x="365" y="545"/>
                  </a:cubicBezTo>
                  <a:cubicBezTo>
                    <a:pt x="517" y="545"/>
                    <a:pt x="639" y="423"/>
                    <a:pt x="639" y="271"/>
                  </a:cubicBezTo>
                  <a:cubicBezTo>
                    <a:pt x="639" y="109"/>
                    <a:pt x="504" y="1"/>
                    <a:pt x="369"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68"/>
            <p:cNvSpPr/>
            <p:nvPr/>
          </p:nvSpPr>
          <p:spPr>
            <a:xfrm>
              <a:off x="4921075" y="4334025"/>
              <a:ext cx="15975" cy="13625"/>
            </a:xfrm>
            <a:custGeom>
              <a:rect b="b" l="l" r="r" t="t"/>
              <a:pathLst>
                <a:path extrusionOk="0" h="545" w="639">
                  <a:moveTo>
                    <a:pt x="360" y="1"/>
                  </a:moveTo>
                  <a:cubicBezTo>
                    <a:pt x="288" y="1"/>
                    <a:pt x="213" y="28"/>
                    <a:pt x="153" y="89"/>
                  </a:cubicBezTo>
                  <a:cubicBezTo>
                    <a:pt x="1" y="241"/>
                    <a:pt x="122" y="545"/>
                    <a:pt x="365" y="545"/>
                  </a:cubicBezTo>
                  <a:cubicBezTo>
                    <a:pt x="517" y="545"/>
                    <a:pt x="639" y="423"/>
                    <a:pt x="639" y="271"/>
                  </a:cubicBezTo>
                  <a:cubicBezTo>
                    <a:pt x="639" y="109"/>
                    <a:pt x="504" y="1"/>
                    <a:pt x="360"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68"/>
            <p:cNvSpPr/>
            <p:nvPr/>
          </p:nvSpPr>
          <p:spPr>
            <a:xfrm>
              <a:off x="4979600" y="4334025"/>
              <a:ext cx="15975" cy="13625"/>
            </a:xfrm>
            <a:custGeom>
              <a:rect b="b" l="l" r="r" t="t"/>
              <a:pathLst>
                <a:path extrusionOk="0" h="545" w="639">
                  <a:moveTo>
                    <a:pt x="382" y="1"/>
                  </a:moveTo>
                  <a:cubicBezTo>
                    <a:pt x="314" y="1"/>
                    <a:pt x="243" y="28"/>
                    <a:pt x="182" y="89"/>
                  </a:cubicBezTo>
                  <a:cubicBezTo>
                    <a:pt x="0" y="241"/>
                    <a:pt x="122" y="545"/>
                    <a:pt x="365" y="545"/>
                  </a:cubicBezTo>
                  <a:cubicBezTo>
                    <a:pt x="517" y="545"/>
                    <a:pt x="638" y="423"/>
                    <a:pt x="638" y="271"/>
                  </a:cubicBezTo>
                  <a:cubicBezTo>
                    <a:pt x="638" y="109"/>
                    <a:pt x="517" y="1"/>
                    <a:pt x="382"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68"/>
            <p:cNvSpPr/>
            <p:nvPr/>
          </p:nvSpPr>
          <p:spPr>
            <a:xfrm>
              <a:off x="5038850" y="4334025"/>
              <a:ext cx="16000" cy="13625"/>
            </a:xfrm>
            <a:custGeom>
              <a:rect b="b" l="l" r="r" t="t"/>
              <a:pathLst>
                <a:path extrusionOk="0" h="545" w="640">
                  <a:moveTo>
                    <a:pt x="369" y="1"/>
                  </a:moveTo>
                  <a:cubicBezTo>
                    <a:pt x="301" y="1"/>
                    <a:pt x="234" y="28"/>
                    <a:pt x="183" y="89"/>
                  </a:cubicBezTo>
                  <a:cubicBezTo>
                    <a:pt x="1" y="241"/>
                    <a:pt x="122" y="545"/>
                    <a:pt x="366" y="545"/>
                  </a:cubicBezTo>
                  <a:cubicBezTo>
                    <a:pt x="518" y="545"/>
                    <a:pt x="639" y="423"/>
                    <a:pt x="639" y="271"/>
                  </a:cubicBezTo>
                  <a:cubicBezTo>
                    <a:pt x="639" y="109"/>
                    <a:pt x="504" y="1"/>
                    <a:pt x="369"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68"/>
            <p:cNvSpPr/>
            <p:nvPr/>
          </p:nvSpPr>
          <p:spPr>
            <a:xfrm>
              <a:off x="5098125" y="4334025"/>
              <a:ext cx="15225" cy="13625"/>
            </a:xfrm>
            <a:custGeom>
              <a:rect b="b" l="l" r="r" t="t"/>
              <a:pathLst>
                <a:path extrusionOk="0" h="545" w="609">
                  <a:moveTo>
                    <a:pt x="352" y="1"/>
                  </a:moveTo>
                  <a:cubicBezTo>
                    <a:pt x="284" y="1"/>
                    <a:pt x="214" y="28"/>
                    <a:pt x="153" y="89"/>
                  </a:cubicBezTo>
                  <a:cubicBezTo>
                    <a:pt x="1" y="241"/>
                    <a:pt x="122" y="545"/>
                    <a:pt x="366" y="545"/>
                  </a:cubicBezTo>
                  <a:cubicBezTo>
                    <a:pt x="487" y="545"/>
                    <a:pt x="609" y="423"/>
                    <a:pt x="609" y="271"/>
                  </a:cubicBezTo>
                  <a:cubicBezTo>
                    <a:pt x="609" y="109"/>
                    <a:pt x="487" y="1"/>
                    <a:pt x="352"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68"/>
            <p:cNvSpPr/>
            <p:nvPr/>
          </p:nvSpPr>
          <p:spPr>
            <a:xfrm>
              <a:off x="5156650" y="4334025"/>
              <a:ext cx="15975" cy="13625"/>
            </a:xfrm>
            <a:custGeom>
              <a:rect b="b" l="l" r="r" t="t"/>
              <a:pathLst>
                <a:path extrusionOk="0" h="545" w="639">
                  <a:moveTo>
                    <a:pt x="382" y="1"/>
                  </a:moveTo>
                  <a:cubicBezTo>
                    <a:pt x="314" y="1"/>
                    <a:pt x="243" y="28"/>
                    <a:pt x="183" y="89"/>
                  </a:cubicBezTo>
                  <a:cubicBezTo>
                    <a:pt x="0" y="241"/>
                    <a:pt x="122" y="545"/>
                    <a:pt x="365" y="545"/>
                  </a:cubicBezTo>
                  <a:cubicBezTo>
                    <a:pt x="517" y="545"/>
                    <a:pt x="639" y="423"/>
                    <a:pt x="639" y="271"/>
                  </a:cubicBezTo>
                  <a:cubicBezTo>
                    <a:pt x="639" y="109"/>
                    <a:pt x="517" y="1"/>
                    <a:pt x="382"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68"/>
            <p:cNvSpPr/>
            <p:nvPr/>
          </p:nvSpPr>
          <p:spPr>
            <a:xfrm>
              <a:off x="5215925" y="4334025"/>
              <a:ext cx="15975" cy="13625"/>
            </a:xfrm>
            <a:custGeom>
              <a:rect b="b" l="l" r="r" t="t"/>
              <a:pathLst>
                <a:path extrusionOk="0" h="545" w="639">
                  <a:moveTo>
                    <a:pt x="368" y="1"/>
                  </a:moveTo>
                  <a:cubicBezTo>
                    <a:pt x="301" y="1"/>
                    <a:pt x="233" y="28"/>
                    <a:pt x="182" y="89"/>
                  </a:cubicBezTo>
                  <a:cubicBezTo>
                    <a:pt x="0" y="241"/>
                    <a:pt x="122" y="545"/>
                    <a:pt x="365" y="545"/>
                  </a:cubicBezTo>
                  <a:cubicBezTo>
                    <a:pt x="517" y="545"/>
                    <a:pt x="638" y="423"/>
                    <a:pt x="638" y="271"/>
                  </a:cubicBezTo>
                  <a:cubicBezTo>
                    <a:pt x="638" y="109"/>
                    <a:pt x="503" y="1"/>
                    <a:pt x="368"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68"/>
            <p:cNvSpPr/>
            <p:nvPr/>
          </p:nvSpPr>
          <p:spPr>
            <a:xfrm>
              <a:off x="5275175" y="4333950"/>
              <a:ext cx="17525" cy="13700"/>
            </a:xfrm>
            <a:custGeom>
              <a:rect b="b" l="l" r="r" t="t"/>
              <a:pathLst>
                <a:path extrusionOk="0" h="548" w="701">
                  <a:moveTo>
                    <a:pt x="366" y="0"/>
                  </a:moveTo>
                  <a:cubicBezTo>
                    <a:pt x="1" y="0"/>
                    <a:pt x="1" y="548"/>
                    <a:pt x="366" y="548"/>
                  </a:cubicBezTo>
                  <a:cubicBezTo>
                    <a:pt x="700" y="548"/>
                    <a:pt x="700" y="0"/>
                    <a:pt x="366"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68"/>
            <p:cNvSpPr/>
            <p:nvPr/>
          </p:nvSpPr>
          <p:spPr>
            <a:xfrm>
              <a:off x="5333700" y="4333950"/>
              <a:ext cx="18250" cy="13700"/>
            </a:xfrm>
            <a:custGeom>
              <a:rect b="b" l="l" r="r" t="t"/>
              <a:pathLst>
                <a:path extrusionOk="0" h="548" w="730">
                  <a:moveTo>
                    <a:pt x="365" y="0"/>
                  </a:moveTo>
                  <a:cubicBezTo>
                    <a:pt x="0" y="0"/>
                    <a:pt x="0" y="548"/>
                    <a:pt x="365" y="548"/>
                  </a:cubicBezTo>
                  <a:cubicBezTo>
                    <a:pt x="730" y="548"/>
                    <a:pt x="730" y="0"/>
                    <a:pt x="36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68"/>
            <p:cNvSpPr/>
            <p:nvPr/>
          </p:nvSpPr>
          <p:spPr>
            <a:xfrm>
              <a:off x="5392975" y="4334025"/>
              <a:ext cx="15975" cy="13625"/>
            </a:xfrm>
            <a:custGeom>
              <a:rect b="b" l="l" r="r" t="t"/>
              <a:pathLst>
                <a:path extrusionOk="0" h="545" w="639">
                  <a:moveTo>
                    <a:pt x="368" y="1"/>
                  </a:moveTo>
                  <a:cubicBezTo>
                    <a:pt x="301" y="1"/>
                    <a:pt x="233" y="28"/>
                    <a:pt x="183" y="89"/>
                  </a:cubicBezTo>
                  <a:cubicBezTo>
                    <a:pt x="0" y="241"/>
                    <a:pt x="122" y="545"/>
                    <a:pt x="365" y="545"/>
                  </a:cubicBezTo>
                  <a:cubicBezTo>
                    <a:pt x="517" y="545"/>
                    <a:pt x="639" y="423"/>
                    <a:pt x="639" y="271"/>
                  </a:cubicBezTo>
                  <a:cubicBezTo>
                    <a:pt x="639" y="109"/>
                    <a:pt x="504" y="1"/>
                    <a:pt x="368"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68"/>
            <p:cNvSpPr/>
            <p:nvPr/>
          </p:nvSpPr>
          <p:spPr>
            <a:xfrm>
              <a:off x="5452250" y="4334025"/>
              <a:ext cx="15225" cy="13625"/>
            </a:xfrm>
            <a:custGeom>
              <a:rect b="b" l="l" r="r" t="t"/>
              <a:pathLst>
                <a:path extrusionOk="0" h="545" w="609">
                  <a:moveTo>
                    <a:pt x="351" y="1"/>
                  </a:moveTo>
                  <a:cubicBezTo>
                    <a:pt x="284" y="1"/>
                    <a:pt x="213" y="28"/>
                    <a:pt x="152" y="89"/>
                  </a:cubicBezTo>
                  <a:cubicBezTo>
                    <a:pt x="0" y="241"/>
                    <a:pt x="122" y="545"/>
                    <a:pt x="365" y="545"/>
                  </a:cubicBezTo>
                  <a:cubicBezTo>
                    <a:pt x="486" y="545"/>
                    <a:pt x="608" y="423"/>
                    <a:pt x="608" y="271"/>
                  </a:cubicBezTo>
                  <a:cubicBezTo>
                    <a:pt x="608" y="109"/>
                    <a:pt x="486" y="1"/>
                    <a:pt x="351"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68"/>
            <p:cNvSpPr/>
            <p:nvPr/>
          </p:nvSpPr>
          <p:spPr>
            <a:xfrm>
              <a:off x="5511525" y="4334025"/>
              <a:ext cx="15200" cy="13625"/>
            </a:xfrm>
            <a:custGeom>
              <a:rect b="b" l="l" r="r" t="t"/>
              <a:pathLst>
                <a:path extrusionOk="0" h="545" w="608">
                  <a:moveTo>
                    <a:pt x="351" y="1"/>
                  </a:moveTo>
                  <a:cubicBezTo>
                    <a:pt x="284" y="1"/>
                    <a:pt x="213" y="28"/>
                    <a:pt x="152" y="89"/>
                  </a:cubicBezTo>
                  <a:cubicBezTo>
                    <a:pt x="0" y="241"/>
                    <a:pt x="122" y="545"/>
                    <a:pt x="365" y="545"/>
                  </a:cubicBezTo>
                  <a:cubicBezTo>
                    <a:pt x="486" y="545"/>
                    <a:pt x="608" y="423"/>
                    <a:pt x="608" y="271"/>
                  </a:cubicBezTo>
                  <a:cubicBezTo>
                    <a:pt x="608" y="109"/>
                    <a:pt x="486" y="1"/>
                    <a:pt x="351"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68"/>
            <p:cNvSpPr/>
            <p:nvPr/>
          </p:nvSpPr>
          <p:spPr>
            <a:xfrm>
              <a:off x="5570025" y="4333950"/>
              <a:ext cx="18250" cy="13700"/>
            </a:xfrm>
            <a:custGeom>
              <a:rect b="b" l="l" r="r" t="t"/>
              <a:pathLst>
                <a:path extrusionOk="0" h="548" w="730">
                  <a:moveTo>
                    <a:pt x="365" y="0"/>
                  </a:moveTo>
                  <a:cubicBezTo>
                    <a:pt x="1" y="0"/>
                    <a:pt x="1" y="548"/>
                    <a:pt x="365" y="548"/>
                  </a:cubicBezTo>
                  <a:cubicBezTo>
                    <a:pt x="730" y="548"/>
                    <a:pt x="730" y="0"/>
                    <a:pt x="36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68"/>
            <p:cNvSpPr/>
            <p:nvPr/>
          </p:nvSpPr>
          <p:spPr>
            <a:xfrm>
              <a:off x="3152800" y="4283800"/>
              <a:ext cx="14475" cy="13700"/>
            </a:xfrm>
            <a:custGeom>
              <a:rect b="b" l="l" r="r" t="t"/>
              <a:pathLst>
                <a:path extrusionOk="0" h="548" w="579">
                  <a:moveTo>
                    <a:pt x="305" y="0"/>
                  </a:moveTo>
                  <a:cubicBezTo>
                    <a:pt x="153" y="0"/>
                    <a:pt x="1" y="122"/>
                    <a:pt x="1" y="274"/>
                  </a:cubicBezTo>
                  <a:cubicBezTo>
                    <a:pt x="1" y="426"/>
                    <a:pt x="153" y="547"/>
                    <a:pt x="305" y="547"/>
                  </a:cubicBezTo>
                  <a:cubicBezTo>
                    <a:pt x="457" y="547"/>
                    <a:pt x="578" y="426"/>
                    <a:pt x="578" y="274"/>
                  </a:cubicBezTo>
                  <a:cubicBezTo>
                    <a:pt x="578" y="122"/>
                    <a:pt x="426" y="0"/>
                    <a:pt x="30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68"/>
            <p:cNvSpPr/>
            <p:nvPr/>
          </p:nvSpPr>
          <p:spPr>
            <a:xfrm>
              <a:off x="3216650" y="4282275"/>
              <a:ext cx="15975" cy="13825"/>
            </a:xfrm>
            <a:custGeom>
              <a:rect b="b" l="l" r="r" t="t"/>
              <a:pathLst>
                <a:path extrusionOk="0" h="553" w="639">
                  <a:moveTo>
                    <a:pt x="334" y="1"/>
                  </a:moveTo>
                  <a:cubicBezTo>
                    <a:pt x="152" y="1"/>
                    <a:pt x="30" y="122"/>
                    <a:pt x="0" y="305"/>
                  </a:cubicBezTo>
                  <a:cubicBezTo>
                    <a:pt x="0" y="441"/>
                    <a:pt x="122" y="552"/>
                    <a:pt x="257" y="552"/>
                  </a:cubicBezTo>
                  <a:cubicBezTo>
                    <a:pt x="272" y="552"/>
                    <a:pt x="288" y="551"/>
                    <a:pt x="304" y="548"/>
                  </a:cubicBezTo>
                  <a:cubicBezTo>
                    <a:pt x="456" y="548"/>
                    <a:pt x="608" y="426"/>
                    <a:pt x="638" y="274"/>
                  </a:cubicBezTo>
                  <a:cubicBezTo>
                    <a:pt x="638" y="122"/>
                    <a:pt x="486" y="1"/>
                    <a:pt x="33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68"/>
            <p:cNvSpPr/>
            <p:nvPr/>
          </p:nvSpPr>
          <p:spPr>
            <a:xfrm>
              <a:off x="3286550" y="4279225"/>
              <a:ext cx="17500" cy="13825"/>
            </a:xfrm>
            <a:custGeom>
              <a:rect b="b" l="l" r="r" t="t"/>
              <a:pathLst>
                <a:path extrusionOk="0" h="553" w="700">
                  <a:moveTo>
                    <a:pt x="396" y="1"/>
                  </a:moveTo>
                  <a:cubicBezTo>
                    <a:pt x="213" y="1"/>
                    <a:pt x="31" y="123"/>
                    <a:pt x="0" y="305"/>
                  </a:cubicBezTo>
                  <a:cubicBezTo>
                    <a:pt x="0" y="441"/>
                    <a:pt x="122" y="553"/>
                    <a:pt x="257" y="553"/>
                  </a:cubicBezTo>
                  <a:cubicBezTo>
                    <a:pt x="273" y="553"/>
                    <a:pt x="289" y="551"/>
                    <a:pt x="304" y="548"/>
                  </a:cubicBezTo>
                  <a:cubicBezTo>
                    <a:pt x="487" y="548"/>
                    <a:pt x="639" y="427"/>
                    <a:pt x="700" y="275"/>
                  </a:cubicBezTo>
                  <a:cubicBezTo>
                    <a:pt x="700" y="123"/>
                    <a:pt x="578" y="1"/>
                    <a:pt x="396"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68"/>
            <p:cNvSpPr/>
            <p:nvPr/>
          </p:nvSpPr>
          <p:spPr>
            <a:xfrm>
              <a:off x="3360250" y="4274675"/>
              <a:ext cx="19025" cy="14475"/>
            </a:xfrm>
            <a:custGeom>
              <a:rect b="b" l="l" r="r" t="t"/>
              <a:pathLst>
                <a:path extrusionOk="0" h="579" w="761">
                  <a:moveTo>
                    <a:pt x="426" y="1"/>
                  </a:moveTo>
                  <a:cubicBezTo>
                    <a:pt x="244" y="1"/>
                    <a:pt x="92" y="122"/>
                    <a:pt x="31" y="305"/>
                  </a:cubicBezTo>
                  <a:cubicBezTo>
                    <a:pt x="1" y="457"/>
                    <a:pt x="153" y="578"/>
                    <a:pt x="335" y="578"/>
                  </a:cubicBezTo>
                  <a:cubicBezTo>
                    <a:pt x="518" y="578"/>
                    <a:pt x="670" y="426"/>
                    <a:pt x="730" y="274"/>
                  </a:cubicBezTo>
                  <a:cubicBezTo>
                    <a:pt x="761" y="92"/>
                    <a:pt x="639" y="1"/>
                    <a:pt x="426"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68"/>
            <p:cNvSpPr/>
            <p:nvPr/>
          </p:nvSpPr>
          <p:spPr>
            <a:xfrm>
              <a:off x="3438525" y="4269350"/>
              <a:ext cx="20550" cy="14475"/>
            </a:xfrm>
            <a:custGeom>
              <a:rect b="b" l="l" r="r" t="t"/>
              <a:pathLst>
                <a:path extrusionOk="0" h="579" w="822">
                  <a:moveTo>
                    <a:pt x="487" y="1"/>
                  </a:moveTo>
                  <a:cubicBezTo>
                    <a:pt x="274" y="1"/>
                    <a:pt x="122" y="122"/>
                    <a:pt x="31" y="305"/>
                  </a:cubicBezTo>
                  <a:cubicBezTo>
                    <a:pt x="1" y="457"/>
                    <a:pt x="122" y="578"/>
                    <a:pt x="335" y="578"/>
                  </a:cubicBezTo>
                  <a:cubicBezTo>
                    <a:pt x="517" y="578"/>
                    <a:pt x="700" y="426"/>
                    <a:pt x="791" y="274"/>
                  </a:cubicBezTo>
                  <a:cubicBezTo>
                    <a:pt x="821" y="92"/>
                    <a:pt x="700" y="1"/>
                    <a:pt x="487"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68"/>
            <p:cNvSpPr/>
            <p:nvPr/>
          </p:nvSpPr>
          <p:spPr>
            <a:xfrm>
              <a:off x="3519825" y="4263275"/>
              <a:ext cx="21300" cy="15225"/>
            </a:xfrm>
            <a:custGeom>
              <a:rect b="b" l="l" r="r" t="t"/>
              <a:pathLst>
                <a:path extrusionOk="0" h="609" w="852">
                  <a:moveTo>
                    <a:pt x="518" y="1"/>
                  </a:moveTo>
                  <a:cubicBezTo>
                    <a:pt x="305" y="1"/>
                    <a:pt x="122" y="153"/>
                    <a:pt x="31" y="335"/>
                  </a:cubicBezTo>
                  <a:cubicBezTo>
                    <a:pt x="1" y="487"/>
                    <a:pt x="122" y="609"/>
                    <a:pt x="305" y="609"/>
                  </a:cubicBezTo>
                  <a:cubicBezTo>
                    <a:pt x="518" y="578"/>
                    <a:pt x="700" y="457"/>
                    <a:pt x="791" y="274"/>
                  </a:cubicBezTo>
                  <a:cubicBezTo>
                    <a:pt x="852" y="92"/>
                    <a:pt x="730" y="1"/>
                    <a:pt x="518"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68"/>
            <p:cNvSpPr/>
            <p:nvPr/>
          </p:nvSpPr>
          <p:spPr>
            <a:xfrm>
              <a:off x="3601900" y="4256450"/>
              <a:ext cx="22825" cy="15225"/>
            </a:xfrm>
            <a:custGeom>
              <a:rect b="b" l="l" r="r" t="t"/>
              <a:pathLst>
                <a:path extrusionOk="0" h="609" w="913">
                  <a:moveTo>
                    <a:pt x="609" y="0"/>
                  </a:moveTo>
                  <a:cubicBezTo>
                    <a:pt x="365" y="0"/>
                    <a:pt x="183" y="122"/>
                    <a:pt x="92" y="334"/>
                  </a:cubicBezTo>
                  <a:cubicBezTo>
                    <a:pt x="1" y="486"/>
                    <a:pt x="122" y="608"/>
                    <a:pt x="335" y="608"/>
                  </a:cubicBezTo>
                  <a:cubicBezTo>
                    <a:pt x="548" y="578"/>
                    <a:pt x="730" y="456"/>
                    <a:pt x="852" y="274"/>
                  </a:cubicBezTo>
                  <a:cubicBezTo>
                    <a:pt x="913" y="91"/>
                    <a:pt x="821" y="0"/>
                    <a:pt x="609"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68"/>
            <p:cNvSpPr/>
            <p:nvPr/>
          </p:nvSpPr>
          <p:spPr>
            <a:xfrm>
              <a:off x="3685500" y="4248850"/>
              <a:ext cx="24325" cy="15975"/>
            </a:xfrm>
            <a:custGeom>
              <a:rect b="b" l="l" r="r" t="t"/>
              <a:pathLst>
                <a:path extrusionOk="0" h="639" w="973">
                  <a:moveTo>
                    <a:pt x="638" y="0"/>
                  </a:moveTo>
                  <a:cubicBezTo>
                    <a:pt x="426" y="31"/>
                    <a:pt x="213" y="152"/>
                    <a:pt x="91" y="365"/>
                  </a:cubicBezTo>
                  <a:cubicBezTo>
                    <a:pt x="0" y="517"/>
                    <a:pt x="122" y="638"/>
                    <a:pt x="304" y="638"/>
                  </a:cubicBezTo>
                  <a:cubicBezTo>
                    <a:pt x="547" y="608"/>
                    <a:pt x="730" y="486"/>
                    <a:pt x="882" y="304"/>
                  </a:cubicBezTo>
                  <a:cubicBezTo>
                    <a:pt x="973" y="122"/>
                    <a:pt x="851" y="0"/>
                    <a:pt x="638"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68"/>
            <p:cNvSpPr/>
            <p:nvPr/>
          </p:nvSpPr>
          <p:spPr>
            <a:xfrm>
              <a:off x="3769075" y="4242000"/>
              <a:ext cx="24350" cy="15975"/>
            </a:xfrm>
            <a:custGeom>
              <a:rect b="b" l="l" r="r" t="t"/>
              <a:pathLst>
                <a:path extrusionOk="0" h="639" w="974">
                  <a:moveTo>
                    <a:pt x="700" y="1"/>
                  </a:moveTo>
                  <a:cubicBezTo>
                    <a:pt x="457" y="31"/>
                    <a:pt x="244" y="153"/>
                    <a:pt x="122" y="365"/>
                  </a:cubicBezTo>
                  <a:cubicBezTo>
                    <a:pt x="1" y="548"/>
                    <a:pt x="92" y="639"/>
                    <a:pt x="305" y="639"/>
                  </a:cubicBezTo>
                  <a:cubicBezTo>
                    <a:pt x="517" y="609"/>
                    <a:pt x="730" y="487"/>
                    <a:pt x="882" y="305"/>
                  </a:cubicBezTo>
                  <a:cubicBezTo>
                    <a:pt x="973" y="122"/>
                    <a:pt x="913" y="1"/>
                    <a:pt x="700"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68"/>
            <p:cNvSpPr/>
            <p:nvPr/>
          </p:nvSpPr>
          <p:spPr>
            <a:xfrm>
              <a:off x="3851150" y="4235925"/>
              <a:ext cx="25100" cy="15975"/>
            </a:xfrm>
            <a:custGeom>
              <a:rect b="b" l="l" r="r" t="t"/>
              <a:pathLst>
                <a:path extrusionOk="0" h="639" w="1004">
                  <a:moveTo>
                    <a:pt x="730" y="0"/>
                  </a:moveTo>
                  <a:cubicBezTo>
                    <a:pt x="487" y="31"/>
                    <a:pt x="274" y="152"/>
                    <a:pt x="122" y="335"/>
                  </a:cubicBezTo>
                  <a:cubicBezTo>
                    <a:pt x="0" y="517"/>
                    <a:pt x="61" y="639"/>
                    <a:pt x="274" y="639"/>
                  </a:cubicBezTo>
                  <a:cubicBezTo>
                    <a:pt x="517" y="608"/>
                    <a:pt x="730" y="487"/>
                    <a:pt x="882" y="274"/>
                  </a:cubicBezTo>
                  <a:cubicBezTo>
                    <a:pt x="1003" y="92"/>
                    <a:pt x="943" y="0"/>
                    <a:pt x="730"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68"/>
            <p:cNvSpPr/>
            <p:nvPr/>
          </p:nvSpPr>
          <p:spPr>
            <a:xfrm>
              <a:off x="3931700" y="4229850"/>
              <a:ext cx="25100" cy="16725"/>
            </a:xfrm>
            <a:custGeom>
              <a:rect b="b" l="l" r="r" t="t"/>
              <a:pathLst>
                <a:path extrusionOk="0" h="669" w="1004">
                  <a:moveTo>
                    <a:pt x="760" y="0"/>
                  </a:moveTo>
                  <a:cubicBezTo>
                    <a:pt x="517" y="31"/>
                    <a:pt x="304" y="152"/>
                    <a:pt x="152" y="365"/>
                  </a:cubicBezTo>
                  <a:cubicBezTo>
                    <a:pt x="0" y="547"/>
                    <a:pt x="61" y="669"/>
                    <a:pt x="244" y="669"/>
                  </a:cubicBezTo>
                  <a:cubicBezTo>
                    <a:pt x="487" y="608"/>
                    <a:pt x="699" y="487"/>
                    <a:pt x="851" y="304"/>
                  </a:cubicBezTo>
                  <a:cubicBezTo>
                    <a:pt x="1003" y="122"/>
                    <a:pt x="943" y="0"/>
                    <a:pt x="760"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68"/>
            <p:cNvSpPr/>
            <p:nvPr/>
          </p:nvSpPr>
          <p:spPr>
            <a:xfrm>
              <a:off x="4009200" y="4223775"/>
              <a:ext cx="24350" cy="18250"/>
            </a:xfrm>
            <a:custGeom>
              <a:rect b="b" l="l" r="r" t="t"/>
              <a:pathLst>
                <a:path extrusionOk="0" h="730" w="974">
                  <a:moveTo>
                    <a:pt x="761" y="0"/>
                  </a:moveTo>
                  <a:cubicBezTo>
                    <a:pt x="517" y="61"/>
                    <a:pt x="305" y="182"/>
                    <a:pt x="153" y="395"/>
                  </a:cubicBezTo>
                  <a:cubicBezTo>
                    <a:pt x="1" y="578"/>
                    <a:pt x="31" y="730"/>
                    <a:pt x="213" y="730"/>
                  </a:cubicBezTo>
                  <a:cubicBezTo>
                    <a:pt x="457" y="669"/>
                    <a:pt x="669" y="547"/>
                    <a:pt x="821" y="334"/>
                  </a:cubicBezTo>
                  <a:cubicBezTo>
                    <a:pt x="973" y="152"/>
                    <a:pt x="943" y="0"/>
                    <a:pt x="76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68"/>
            <p:cNvSpPr/>
            <p:nvPr/>
          </p:nvSpPr>
          <p:spPr>
            <a:xfrm>
              <a:off x="4082150" y="4219975"/>
              <a:ext cx="24350" cy="18250"/>
            </a:xfrm>
            <a:custGeom>
              <a:rect b="b" l="l" r="r" t="t"/>
              <a:pathLst>
                <a:path extrusionOk="0" h="730" w="974">
                  <a:moveTo>
                    <a:pt x="791" y="0"/>
                  </a:moveTo>
                  <a:cubicBezTo>
                    <a:pt x="517" y="61"/>
                    <a:pt x="305" y="183"/>
                    <a:pt x="153" y="395"/>
                  </a:cubicBezTo>
                  <a:cubicBezTo>
                    <a:pt x="1" y="578"/>
                    <a:pt x="1" y="730"/>
                    <a:pt x="183" y="730"/>
                  </a:cubicBezTo>
                  <a:cubicBezTo>
                    <a:pt x="426" y="669"/>
                    <a:pt x="639" y="547"/>
                    <a:pt x="791" y="334"/>
                  </a:cubicBezTo>
                  <a:cubicBezTo>
                    <a:pt x="973" y="152"/>
                    <a:pt x="943" y="0"/>
                    <a:pt x="79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68"/>
            <p:cNvSpPr/>
            <p:nvPr/>
          </p:nvSpPr>
          <p:spPr>
            <a:xfrm>
              <a:off x="4149775" y="4218450"/>
              <a:ext cx="23600" cy="17500"/>
            </a:xfrm>
            <a:custGeom>
              <a:rect b="b" l="l" r="r" t="t"/>
              <a:pathLst>
                <a:path extrusionOk="0" h="700" w="944">
                  <a:moveTo>
                    <a:pt x="761" y="0"/>
                  </a:moveTo>
                  <a:cubicBezTo>
                    <a:pt x="548" y="31"/>
                    <a:pt x="335" y="152"/>
                    <a:pt x="183" y="335"/>
                  </a:cubicBezTo>
                  <a:cubicBezTo>
                    <a:pt x="31" y="547"/>
                    <a:pt x="1" y="699"/>
                    <a:pt x="183" y="699"/>
                  </a:cubicBezTo>
                  <a:cubicBezTo>
                    <a:pt x="396" y="639"/>
                    <a:pt x="609" y="517"/>
                    <a:pt x="761" y="335"/>
                  </a:cubicBezTo>
                  <a:cubicBezTo>
                    <a:pt x="943" y="152"/>
                    <a:pt x="943" y="0"/>
                    <a:pt x="76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68"/>
            <p:cNvSpPr/>
            <p:nvPr/>
          </p:nvSpPr>
          <p:spPr>
            <a:xfrm>
              <a:off x="4210575" y="4217675"/>
              <a:ext cx="22825" cy="17525"/>
            </a:xfrm>
            <a:custGeom>
              <a:rect b="b" l="l" r="r" t="t"/>
              <a:pathLst>
                <a:path extrusionOk="0" h="701" w="913">
                  <a:moveTo>
                    <a:pt x="760" y="1"/>
                  </a:moveTo>
                  <a:cubicBezTo>
                    <a:pt x="548" y="62"/>
                    <a:pt x="335" y="183"/>
                    <a:pt x="213" y="366"/>
                  </a:cubicBezTo>
                  <a:cubicBezTo>
                    <a:pt x="31" y="548"/>
                    <a:pt x="1" y="700"/>
                    <a:pt x="153" y="700"/>
                  </a:cubicBezTo>
                  <a:cubicBezTo>
                    <a:pt x="365" y="670"/>
                    <a:pt x="578" y="548"/>
                    <a:pt x="700" y="366"/>
                  </a:cubicBezTo>
                  <a:cubicBezTo>
                    <a:pt x="882" y="183"/>
                    <a:pt x="912" y="1"/>
                    <a:pt x="760"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68"/>
            <p:cNvSpPr/>
            <p:nvPr/>
          </p:nvSpPr>
          <p:spPr>
            <a:xfrm>
              <a:off x="4263000" y="4219200"/>
              <a:ext cx="21300" cy="18275"/>
            </a:xfrm>
            <a:custGeom>
              <a:rect b="b" l="l" r="r" t="t"/>
              <a:pathLst>
                <a:path extrusionOk="0" h="731" w="852">
                  <a:moveTo>
                    <a:pt x="730" y="1"/>
                  </a:moveTo>
                  <a:cubicBezTo>
                    <a:pt x="518" y="62"/>
                    <a:pt x="335" y="183"/>
                    <a:pt x="214" y="335"/>
                  </a:cubicBezTo>
                  <a:cubicBezTo>
                    <a:pt x="62" y="548"/>
                    <a:pt x="1" y="730"/>
                    <a:pt x="153" y="730"/>
                  </a:cubicBezTo>
                  <a:cubicBezTo>
                    <a:pt x="335" y="669"/>
                    <a:pt x="518" y="548"/>
                    <a:pt x="670" y="396"/>
                  </a:cubicBezTo>
                  <a:cubicBezTo>
                    <a:pt x="822" y="183"/>
                    <a:pt x="852" y="1"/>
                    <a:pt x="730"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68"/>
            <p:cNvSpPr/>
            <p:nvPr/>
          </p:nvSpPr>
          <p:spPr>
            <a:xfrm>
              <a:off x="4310125" y="4223000"/>
              <a:ext cx="19775" cy="17500"/>
            </a:xfrm>
            <a:custGeom>
              <a:rect b="b" l="l" r="r" t="t"/>
              <a:pathLst>
                <a:path extrusionOk="0" h="700" w="791">
                  <a:moveTo>
                    <a:pt x="700" y="1"/>
                  </a:moveTo>
                  <a:cubicBezTo>
                    <a:pt x="487" y="31"/>
                    <a:pt x="335" y="153"/>
                    <a:pt x="213" y="335"/>
                  </a:cubicBezTo>
                  <a:cubicBezTo>
                    <a:pt x="61" y="548"/>
                    <a:pt x="0" y="700"/>
                    <a:pt x="122" y="700"/>
                  </a:cubicBezTo>
                  <a:cubicBezTo>
                    <a:pt x="335" y="669"/>
                    <a:pt x="487" y="548"/>
                    <a:pt x="608" y="365"/>
                  </a:cubicBezTo>
                  <a:cubicBezTo>
                    <a:pt x="760" y="183"/>
                    <a:pt x="791" y="1"/>
                    <a:pt x="700"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68"/>
            <p:cNvSpPr/>
            <p:nvPr/>
          </p:nvSpPr>
          <p:spPr>
            <a:xfrm>
              <a:off x="4353425" y="4227575"/>
              <a:ext cx="17525" cy="17575"/>
            </a:xfrm>
            <a:custGeom>
              <a:rect b="b" l="l" r="r" t="t"/>
              <a:pathLst>
                <a:path extrusionOk="0" h="703" w="701">
                  <a:moveTo>
                    <a:pt x="609" y="0"/>
                  </a:moveTo>
                  <a:cubicBezTo>
                    <a:pt x="518" y="0"/>
                    <a:pt x="305" y="122"/>
                    <a:pt x="183" y="334"/>
                  </a:cubicBezTo>
                  <a:cubicBezTo>
                    <a:pt x="31" y="517"/>
                    <a:pt x="1" y="699"/>
                    <a:pt x="92" y="699"/>
                  </a:cubicBezTo>
                  <a:cubicBezTo>
                    <a:pt x="99" y="701"/>
                    <a:pt x="106" y="703"/>
                    <a:pt x="114" y="703"/>
                  </a:cubicBezTo>
                  <a:cubicBezTo>
                    <a:pt x="215" y="703"/>
                    <a:pt x="407" y="534"/>
                    <a:pt x="548" y="365"/>
                  </a:cubicBezTo>
                  <a:cubicBezTo>
                    <a:pt x="670" y="182"/>
                    <a:pt x="700" y="30"/>
                    <a:pt x="609"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68"/>
            <p:cNvSpPr/>
            <p:nvPr/>
          </p:nvSpPr>
          <p:spPr>
            <a:xfrm>
              <a:off x="4392200" y="4233525"/>
              <a:ext cx="16725" cy="16950"/>
            </a:xfrm>
            <a:custGeom>
              <a:rect b="b" l="l" r="r" t="t"/>
              <a:pathLst>
                <a:path extrusionOk="0" h="678" w="669">
                  <a:moveTo>
                    <a:pt x="547" y="1"/>
                  </a:moveTo>
                  <a:cubicBezTo>
                    <a:pt x="450" y="1"/>
                    <a:pt x="292" y="118"/>
                    <a:pt x="183" y="309"/>
                  </a:cubicBezTo>
                  <a:cubicBezTo>
                    <a:pt x="31" y="492"/>
                    <a:pt x="0" y="674"/>
                    <a:pt x="122" y="674"/>
                  </a:cubicBezTo>
                  <a:cubicBezTo>
                    <a:pt x="130" y="677"/>
                    <a:pt x="138" y="678"/>
                    <a:pt x="147" y="678"/>
                  </a:cubicBezTo>
                  <a:cubicBezTo>
                    <a:pt x="244" y="678"/>
                    <a:pt x="406" y="537"/>
                    <a:pt x="517" y="370"/>
                  </a:cubicBezTo>
                  <a:cubicBezTo>
                    <a:pt x="638" y="188"/>
                    <a:pt x="669" y="5"/>
                    <a:pt x="578" y="5"/>
                  </a:cubicBezTo>
                  <a:cubicBezTo>
                    <a:pt x="568" y="2"/>
                    <a:pt x="558" y="1"/>
                    <a:pt x="547"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68"/>
            <p:cNvSpPr/>
            <p:nvPr/>
          </p:nvSpPr>
          <p:spPr>
            <a:xfrm>
              <a:off x="4429425" y="4240375"/>
              <a:ext cx="15225" cy="16200"/>
            </a:xfrm>
            <a:custGeom>
              <a:rect b="b" l="l" r="r" t="t"/>
              <a:pathLst>
                <a:path extrusionOk="0" h="648" w="609">
                  <a:moveTo>
                    <a:pt x="485" y="1"/>
                  </a:moveTo>
                  <a:cubicBezTo>
                    <a:pt x="370" y="1"/>
                    <a:pt x="233" y="142"/>
                    <a:pt x="122" y="309"/>
                  </a:cubicBezTo>
                  <a:cubicBezTo>
                    <a:pt x="1" y="491"/>
                    <a:pt x="1" y="643"/>
                    <a:pt x="92" y="643"/>
                  </a:cubicBezTo>
                  <a:cubicBezTo>
                    <a:pt x="100" y="646"/>
                    <a:pt x="108" y="647"/>
                    <a:pt x="117" y="647"/>
                  </a:cubicBezTo>
                  <a:cubicBezTo>
                    <a:pt x="209" y="647"/>
                    <a:pt x="345" y="508"/>
                    <a:pt x="456" y="370"/>
                  </a:cubicBezTo>
                  <a:cubicBezTo>
                    <a:pt x="578" y="187"/>
                    <a:pt x="608" y="35"/>
                    <a:pt x="517" y="5"/>
                  </a:cubicBezTo>
                  <a:cubicBezTo>
                    <a:pt x="507" y="2"/>
                    <a:pt x="496" y="1"/>
                    <a:pt x="48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68"/>
            <p:cNvSpPr/>
            <p:nvPr/>
          </p:nvSpPr>
          <p:spPr>
            <a:xfrm>
              <a:off x="4464375" y="4247225"/>
              <a:ext cx="12950" cy="16075"/>
            </a:xfrm>
            <a:custGeom>
              <a:rect b="b" l="l" r="r" t="t"/>
              <a:pathLst>
                <a:path extrusionOk="0" h="643" w="518">
                  <a:moveTo>
                    <a:pt x="408" y="0"/>
                  </a:moveTo>
                  <a:cubicBezTo>
                    <a:pt x="339" y="0"/>
                    <a:pt x="206" y="139"/>
                    <a:pt x="122" y="278"/>
                  </a:cubicBezTo>
                  <a:cubicBezTo>
                    <a:pt x="1" y="460"/>
                    <a:pt x="1" y="612"/>
                    <a:pt x="92" y="643"/>
                  </a:cubicBezTo>
                  <a:cubicBezTo>
                    <a:pt x="183" y="643"/>
                    <a:pt x="366" y="521"/>
                    <a:pt x="426" y="339"/>
                  </a:cubicBezTo>
                  <a:cubicBezTo>
                    <a:pt x="517" y="187"/>
                    <a:pt x="517" y="4"/>
                    <a:pt x="426" y="4"/>
                  </a:cubicBezTo>
                  <a:cubicBezTo>
                    <a:pt x="421" y="2"/>
                    <a:pt x="415" y="0"/>
                    <a:pt x="408"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68"/>
            <p:cNvSpPr/>
            <p:nvPr/>
          </p:nvSpPr>
          <p:spPr>
            <a:xfrm>
              <a:off x="4499325" y="4254150"/>
              <a:ext cx="12200" cy="15350"/>
            </a:xfrm>
            <a:custGeom>
              <a:rect b="b" l="l" r="r" t="t"/>
              <a:pathLst>
                <a:path extrusionOk="0" h="614" w="488">
                  <a:moveTo>
                    <a:pt x="396" y="1"/>
                  </a:moveTo>
                  <a:cubicBezTo>
                    <a:pt x="305" y="1"/>
                    <a:pt x="183" y="123"/>
                    <a:pt x="92" y="274"/>
                  </a:cubicBezTo>
                  <a:cubicBezTo>
                    <a:pt x="1" y="457"/>
                    <a:pt x="1" y="609"/>
                    <a:pt x="92" y="609"/>
                  </a:cubicBezTo>
                  <a:cubicBezTo>
                    <a:pt x="102" y="612"/>
                    <a:pt x="111" y="614"/>
                    <a:pt x="121" y="614"/>
                  </a:cubicBezTo>
                  <a:cubicBezTo>
                    <a:pt x="208" y="614"/>
                    <a:pt x="314" y="499"/>
                    <a:pt x="396" y="335"/>
                  </a:cubicBezTo>
                  <a:cubicBezTo>
                    <a:pt x="487" y="183"/>
                    <a:pt x="457" y="31"/>
                    <a:pt x="396"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68"/>
            <p:cNvSpPr/>
            <p:nvPr/>
          </p:nvSpPr>
          <p:spPr>
            <a:xfrm>
              <a:off x="4533525" y="4261000"/>
              <a:ext cx="11425" cy="15325"/>
            </a:xfrm>
            <a:custGeom>
              <a:rect b="b" l="l" r="r" t="t"/>
              <a:pathLst>
                <a:path extrusionOk="0" h="613" w="457">
                  <a:moveTo>
                    <a:pt x="335" y="0"/>
                  </a:moveTo>
                  <a:cubicBezTo>
                    <a:pt x="274" y="0"/>
                    <a:pt x="153" y="122"/>
                    <a:pt x="92" y="274"/>
                  </a:cubicBezTo>
                  <a:cubicBezTo>
                    <a:pt x="1" y="456"/>
                    <a:pt x="31" y="608"/>
                    <a:pt x="122" y="608"/>
                  </a:cubicBezTo>
                  <a:cubicBezTo>
                    <a:pt x="130" y="611"/>
                    <a:pt x="138" y="612"/>
                    <a:pt x="147" y="612"/>
                  </a:cubicBezTo>
                  <a:cubicBezTo>
                    <a:pt x="234" y="612"/>
                    <a:pt x="340" y="474"/>
                    <a:pt x="396" y="335"/>
                  </a:cubicBezTo>
                  <a:cubicBezTo>
                    <a:pt x="457" y="183"/>
                    <a:pt x="426" y="31"/>
                    <a:pt x="33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68"/>
            <p:cNvSpPr/>
            <p:nvPr/>
          </p:nvSpPr>
          <p:spPr>
            <a:xfrm>
              <a:off x="4570000" y="4267725"/>
              <a:ext cx="10675" cy="14575"/>
            </a:xfrm>
            <a:custGeom>
              <a:rect b="b" l="l" r="r" t="t"/>
              <a:pathLst>
                <a:path extrusionOk="0" h="583" w="427">
                  <a:moveTo>
                    <a:pt x="275" y="0"/>
                  </a:moveTo>
                  <a:cubicBezTo>
                    <a:pt x="189" y="0"/>
                    <a:pt x="89" y="112"/>
                    <a:pt x="62" y="248"/>
                  </a:cubicBezTo>
                  <a:cubicBezTo>
                    <a:pt x="1" y="431"/>
                    <a:pt x="31" y="583"/>
                    <a:pt x="122" y="583"/>
                  </a:cubicBezTo>
                  <a:cubicBezTo>
                    <a:pt x="214" y="583"/>
                    <a:pt x="335" y="491"/>
                    <a:pt x="396" y="309"/>
                  </a:cubicBezTo>
                  <a:cubicBezTo>
                    <a:pt x="426" y="157"/>
                    <a:pt x="396" y="5"/>
                    <a:pt x="305" y="5"/>
                  </a:cubicBezTo>
                  <a:cubicBezTo>
                    <a:pt x="295" y="2"/>
                    <a:pt x="285" y="0"/>
                    <a:pt x="27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68"/>
            <p:cNvSpPr/>
            <p:nvPr/>
          </p:nvSpPr>
          <p:spPr>
            <a:xfrm>
              <a:off x="4608750" y="4273150"/>
              <a:ext cx="10675" cy="14475"/>
            </a:xfrm>
            <a:custGeom>
              <a:rect b="b" l="l" r="r" t="t"/>
              <a:pathLst>
                <a:path extrusionOk="0" h="579" w="427">
                  <a:moveTo>
                    <a:pt x="244" y="1"/>
                  </a:moveTo>
                  <a:cubicBezTo>
                    <a:pt x="153" y="1"/>
                    <a:pt x="62" y="122"/>
                    <a:pt x="31" y="274"/>
                  </a:cubicBezTo>
                  <a:cubicBezTo>
                    <a:pt x="1" y="426"/>
                    <a:pt x="31" y="578"/>
                    <a:pt x="153" y="578"/>
                  </a:cubicBezTo>
                  <a:cubicBezTo>
                    <a:pt x="244" y="578"/>
                    <a:pt x="366" y="487"/>
                    <a:pt x="396" y="335"/>
                  </a:cubicBezTo>
                  <a:cubicBezTo>
                    <a:pt x="426" y="153"/>
                    <a:pt x="366" y="31"/>
                    <a:pt x="24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68"/>
            <p:cNvSpPr/>
            <p:nvPr/>
          </p:nvSpPr>
          <p:spPr>
            <a:xfrm>
              <a:off x="4650550" y="4278350"/>
              <a:ext cx="10675" cy="13825"/>
            </a:xfrm>
            <a:custGeom>
              <a:rect b="b" l="l" r="r" t="t"/>
              <a:pathLst>
                <a:path extrusionOk="0" h="553" w="427">
                  <a:moveTo>
                    <a:pt x="207" y="1"/>
                  </a:moveTo>
                  <a:cubicBezTo>
                    <a:pt x="104" y="1"/>
                    <a:pt x="28" y="113"/>
                    <a:pt x="1" y="249"/>
                  </a:cubicBezTo>
                  <a:cubicBezTo>
                    <a:pt x="1" y="401"/>
                    <a:pt x="61" y="553"/>
                    <a:pt x="183" y="553"/>
                  </a:cubicBezTo>
                  <a:cubicBezTo>
                    <a:pt x="274" y="553"/>
                    <a:pt x="396" y="431"/>
                    <a:pt x="396" y="279"/>
                  </a:cubicBezTo>
                  <a:cubicBezTo>
                    <a:pt x="426" y="127"/>
                    <a:pt x="335" y="6"/>
                    <a:pt x="244" y="6"/>
                  </a:cubicBezTo>
                  <a:cubicBezTo>
                    <a:pt x="231" y="2"/>
                    <a:pt x="219" y="1"/>
                    <a:pt x="207"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68"/>
            <p:cNvSpPr/>
            <p:nvPr/>
          </p:nvSpPr>
          <p:spPr>
            <a:xfrm>
              <a:off x="4696150" y="4281525"/>
              <a:ext cx="13700" cy="13700"/>
            </a:xfrm>
            <a:custGeom>
              <a:rect b="b" l="l" r="r" t="t"/>
              <a:pathLst>
                <a:path extrusionOk="0" h="548" w="548">
                  <a:moveTo>
                    <a:pt x="244" y="0"/>
                  </a:moveTo>
                  <a:lnTo>
                    <a:pt x="244" y="0"/>
                  </a:lnTo>
                  <a:cubicBezTo>
                    <a:pt x="122" y="31"/>
                    <a:pt x="0" y="122"/>
                    <a:pt x="31" y="274"/>
                  </a:cubicBezTo>
                  <a:cubicBezTo>
                    <a:pt x="0" y="395"/>
                    <a:pt x="92" y="547"/>
                    <a:pt x="213" y="547"/>
                  </a:cubicBezTo>
                  <a:cubicBezTo>
                    <a:pt x="517" y="517"/>
                    <a:pt x="548" y="91"/>
                    <a:pt x="24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68"/>
            <p:cNvSpPr/>
            <p:nvPr/>
          </p:nvSpPr>
          <p:spPr>
            <a:xfrm>
              <a:off x="4747825" y="4283800"/>
              <a:ext cx="12175" cy="13700"/>
            </a:xfrm>
            <a:custGeom>
              <a:rect b="b" l="l" r="r" t="t"/>
              <a:pathLst>
                <a:path extrusionOk="0" h="548" w="487">
                  <a:moveTo>
                    <a:pt x="244" y="0"/>
                  </a:moveTo>
                  <a:cubicBezTo>
                    <a:pt x="92" y="0"/>
                    <a:pt x="0" y="122"/>
                    <a:pt x="0" y="244"/>
                  </a:cubicBezTo>
                  <a:cubicBezTo>
                    <a:pt x="0" y="396"/>
                    <a:pt x="92" y="517"/>
                    <a:pt x="244" y="547"/>
                  </a:cubicBezTo>
                  <a:cubicBezTo>
                    <a:pt x="395" y="517"/>
                    <a:pt x="487" y="426"/>
                    <a:pt x="487" y="274"/>
                  </a:cubicBezTo>
                  <a:cubicBezTo>
                    <a:pt x="487" y="122"/>
                    <a:pt x="395" y="0"/>
                    <a:pt x="24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68"/>
            <p:cNvSpPr/>
            <p:nvPr/>
          </p:nvSpPr>
          <p:spPr>
            <a:xfrm>
              <a:off x="4804825" y="4283800"/>
              <a:ext cx="13700" cy="13700"/>
            </a:xfrm>
            <a:custGeom>
              <a:rect b="b" l="l" r="r" t="t"/>
              <a:pathLst>
                <a:path extrusionOk="0" h="548" w="548">
                  <a:moveTo>
                    <a:pt x="274" y="0"/>
                  </a:moveTo>
                  <a:cubicBezTo>
                    <a:pt x="122" y="0"/>
                    <a:pt x="0" y="122"/>
                    <a:pt x="0" y="274"/>
                  </a:cubicBezTo>
                  <a:cubicBezTo>
                    <a:pt x="0" y="426"/>
                    <a:pt x="122" y="547"/>
                    <a:pt x="274" y="547"/>
                  </a:cubicBezTo>
                  <a:cubicBezTo>
                    <a:pt x="426" y="547"/>
                    <a:pt x="547" y="426"/>
                    <a:pt x="547" y="274"/>
                  </a:cubicBezTo>
                  <a:cubicBezTo>
                    <a:pt x="547" y="122"/>
                    <a:pt x="426" y="0"/>
                    <a:pt x="27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68"/>
            <p:cNvSpPr/>
            <p:nvPr/>
          </p:nvSpPr>
          <p:spPr>
            <a:xfrm>
              <a:off x="4861800" y="4283875"/>
              <a:ext cx="16000" cy="13625"/>
            </a:xfrm>
            <a:custGeom>
              <a:rect b="b" l="l" r="r" t="t"/>
              <a:pathLst>
                <a:path extrusionOk="0" h="545" w="640">
                  <a:moveTo>
                    <a:pt x="369" y="1"/>
                  </a:moveTo>
                  <a:cubicBezTo>
                    <a:pt x="301" y="1"/>
                    <a:pt x="234" y="28"/>
                    <a:pt x="183" y="89"/>
                  </a:cubicBezTo>
                  <a:cubicBezTo>
                    <a:pt x="1" y="271"/>
                    <a:pt x="122" y="544"/>
                    <a:pt x="365" y="544"/>
                  </a:cubicBezTo>
                  <a:cubicBezTo>
                    <a:pt x="517" y="544"/>
                    <a:pt x="639" y="423"/>
                    <a:pt x="639" y="271"/>
                  </a:cubicBezTo>
                  <a:cubicBezTo>
                    <a:pt x="639" y="109"/>
                    <a:pt x="504" y="1"/>
                    <a:pt x="369"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68"/>
            <p:cNvSpPr/>
            <p:nvPr/>
          </p:nvSpPr>
          <p:spPr>
            <a:xfrm>
              <a:off x="4921075" y="4283875"/>
              <a:ext cx="15975" cy="13625"/>
            </a:xfrm>
            <a:custGeom>
              <a:rect b="b" l="l" r="r" t="t"/>
              <a:pathLst>
                <a:path extrusionOk="0" h="545" w="639">
                  <a:moveTo>
                    <a:pt x="360" y="1"/>
                  </a:moveTo>
                  <a:cubicBezTo>
                    <a:pt x="288" y="1"/>
                    <a:pt x="213" y="28"/>
                    <a:pt x="153" y="89"/>
                  </a:cubicBezTo>
                  <a:cubicBezTo>
                    <a:pt x="1" y="271"/>
                    <a:pt x="122" y="544"/>
                    <a:pt x="365" y="544"/>
                  </a:cubicBezTo>
                  <a:cubicBezTo>
                    <a:pt x="517" y="544"/>
                    <a:pt x="639" y="423"/>
                    <a:pt x="639" y="271"/>
                  </a:cubicBezTo>
                  <a:cubicBezTo>
                    <a:pt x="639" y="109"/>
                    <a:pt x="504" y="1"/>
                    <a:pt x="360"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68"/>
            <p:cNvSpPr/>
            <p:nvPr/>
          </p:nvSpPr>
          <p:spPr>
            <a:xfrm>
              <a:off x="4979600" y="4283875"/>
              <a:ext cx="15975" cy="13625"/>
            </a:xfrm>
            <a:custGeom>
              <a:rect b="b" l="l" r="r" t="t"/>
              <a:pathLst>
                <a:path extrusionOk="0" h="545" w="639">
                  <a:moveTo>
                    <a:pt x="382" y="1"/>
                  </a:moveTo>
                  <a:cubicBezTo>
                    <a:pt x="314" y="1"/>
                    <a:pt x="243" y="28"/>
                    <a:pt x="182" y="89"/>
                  </a:cubicBezTo>
                  <a:cubicBezTo>
                    <a:pt x="0" y="271"/>
                    <a:pt x="122" y="544"/>
                    <a:pt x="365" y="544"/>
                  </a:cubicBezTo>
                  <a:cubicBezTo>
                    <a:pt x="517" y="544"/>
                    <a:pt x="638" y="423"/>
                    <a:pt x="638" y="271"/>
                  </a:cubicBezTo>
                  <a:cubicBezTo>
                    <a:pt x="638" y="109"/>
                    <a:pt x="517" y="1"/>
                    <a:pt x="382"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68"/>
            <p:cNvSpPr/>
            <p:nvPr/>
          </p:nvSpPr>
          <p:spPr>
            <a:xfrm>
              <a:off x="5041150" y="4283800"/>
              <a:ext cx="13700" cy="13700"/>
            </a:xfrm>
            <a:custGeom>
              <a:rect b="b" l="l" r="r" t="t"/>
              <a:pathLst>
                <a:path extrusionOk="0" h="548" w="548">
                  <a:moveTo>
                    <a:pt x="274" y="0"/>
                  </a:moveTo>
                  <a:cubicBezTo>
                    <a:pt x="122" y="0"/>
                    <a:pt x="0" y="122"/>
                    <a:pt x="0" y="274"/>
                  </a:cubicBezTo>
                  <a:cubicBezTo>
                    <a:pt x="0" y="426"/>
                    <a:pt x="122" y="547"/>
                    <a:pt x="274" y="547"/>
                  </a:cubicBezTo>
                  <a:cubicBezTo>
                    <a:pt x="426" y="547"/>
                    <a:pt x="547" y="426"/>
                    <a:pt x="547" y="274"/>
                  </a:cubicBezTo>
                  <a:cubicBezTo>
                    <a:pt x="547" y="122"/>
                    <a:pt x="426" y="0"/>
                    <a:pt x="27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68"/>
            <p:cNvSpPr/>
            <p:nvPr/>
          </p:nvSpPr>
          <p:spPr>
            <a:xfrm>
              <a:off x="5098125" y="4283875"/>
              <a:ext cx="15225" cy="13625"/>
            </a:xfrm>
            <a:custGeom>
              <a:rect b="b" l="l" r="r" t="t"/>
              <a:pathLst>
                <a:path extrusionOk="0" h="545" w="609">
                  <a:moveTo>
                    <a:pt x="352" y="1"/>
                  </a:moveTo>
                  <a:cubicBezTo>
                    <a:pt x="284" y="1"/>
                    <a:pt x="214" y="28"/>
                    <a:pt x="153" y="89"/>
                  </a:cubicBezTo>
                  <a:cubicBezTo>
                    <a:pt x="1" y="271"/>
                    <a:pt x="122" y="544"/>
                    <a:pt x="366" y="544"/>
                  </a:cubicBezTo>
                  <a:cubicBezTo>
                    <a:pt x="487" y="544"/>
                    <a:pt x="609" y="423"/>
                    <a:pt x="609" y="271"/>
                  </a:cubicBezTo>
                  <a:cubicBezTo>
                    <a:pt x="609" y="109"/>
                    <a:pt x="487" y="1"/>
                    <a:pt x="352"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68"/>
            <p:cNvSpPr/>
            <p:nvPr/>
          </p:nvSpPr>
          <p:spPr>
            <a:xfrm>
              <a:off x="5158925" y="4283800"/>
              <a:ext cx="13700" cy="13700"/>
            </a:xfrm>
            <a:custGeom>
              <a:rect b="b" l="l" r="r" t="t"/>
              <a:pathLst>
                <a:path extrusionOk="0" h="548" w="548">
                  <a:moveTo>
                    <a:pt x="274" y="0"/>
                  </a:moveTo>
                  <a:cubicBezTo>
                    <a:pt x="122" y="0"/>
                    <a:pt x="0" y="122"/>
                    <a:pt x="0" y="274"/>
                  </a:cubicBezTo>
                  <a:cubicBezTo>
                    <a:pt x="0" y="426"/>
                    <a:pt x="122" y="547"/>
                    <a:pt x="274" y="547"/>
                  </a:cubicBezTo>
                  <a:cubicBezTo>
                    <a:pt x="426" y="547"/>
                    <a:pt x="548" y="426"/>
                    <a:pt x="548" y="274"/>
                  </a:cubicBezTo>
                  <a:cubicBezTo>
                    <a:pt x="548" y="122"/>
                    <a:pt x="426" y="0"/>
                    <a:pt x="27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68"/>
            <p:cNvSpPr/>
            <p:nvPr/>
          </p:nvSpPr>
          <p:spPr>
            <a:xfrm>
              <a:off x="5215925" y="4283875"/>
              <a:ext cx="15975" cy="13625"/>
            </a:xfrm>
            <a:custGeom>
              <a:rect b="b" l="l" r="r" t="t"/>
              <a:pathLst>
                <a:path extrusionOk="0" h="545" w="639">
                  <a:moveTo>
                    <a:pt x="368" y="1"/>
                  </a:moveTo>
                  <a:cubicBezTo>
                    <a:pt x="301" y="1"/>
                    <a:pt x="233" y="28"/>
                    <a:pt x="182" y="89"/>
                  </a:cubicBezTo>
                  <a:cubicBezTo>
                    <a:pt x="0" y="271"/>
                    <a:pt x="122" y="544"/>
                    <a:pt x="365" y="544"/>
                  </a:cubicBezTo>
                  <a:cubicBezTo>
                    <a:pt x="517" y="544"/>
                    <a:pt x="638" y="423"/>
                    <a:pt x="638" y="271"/>
                  </a:cubicBezTo>
                  <a:cubicBezTo>
                    <a:pt x="638" y="109"/>
                    <a:pt x="503" y="1"/>
                    <a:pt x="368"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68"/>
            <p:cNvSpPr/>
            <p:nvPr/>
          </p:nvSpPr>
          <p:spPr>
            <a:xfrm>
              <a:off x="5275175" y="4283800"/>
              <a:ext cx="17525" cy="13700"/>
            </a:xfrm>
            <a:custGeom>
              <a:rect b="b" l="l" r="r" t="t"/>
              <a:pathLst>
                <a:path extrusionOk="0" h="548" w="701">
                  <a:moveTo>
                    <a:pt x="366" y="0"/>
                  </a:moveTo>
                  <a:cubicBezTo>
                    <a:pt x="1" y="0"/>
                    <a:pt x="1" y="547"/>
                    <a:pt x="366" y="547"/>
                  </a:cubicBezTo>
                  <a:cubicBezTo>
                    <a:pt x="700" y="547"/>
                    <a:pt x="700" y="0"/>
                    <a:pt x="366"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68"/>
            <p:cNvSpPr/>
            <p:nvPr/>
          </p:nvSpPr>
          <p:spPr>
            <a:xfrm>
              <a:off x="5333700" y="4283800"/>
              <a:ext cx="18250" cy="13700"/>
            </a:xfrm>
            <a:custGeom>
              <a:rect b="b" l="l" r="r" t="t"/>
              <a:pathLst>
                <a:path extrusionOk="0" h="548" w="730">
                  <a:moveTo>
                    <a:pt x="365" y="0"/>
                  </a:moveTo>
                  <a:cubicBezTo>
                    <a:pt x="0" y="0"/>
                    <a:pt x="0" y="547"/>
                    <a:pt x="365" y="547"/>
                  </a:cubicBezTo>
                  <a:cubicBezTo>
                    <a:pt x="730" y="547"/>
                    <a:pt x="730" y="0"/>
                    <a:pt x="36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68"/>
            <p:cNvSpPr/>
            <p:nvPr/>
          </p:nvSpPr>
          <p:spPr>
            <a:xfrm>
              <a:off x="5392975" y="4283875"/>
              <a:ext cx="15975" cy="13625"/>
            </a:xfrm>
            <a:custGeom>
              <a:rect b="b" l="l" r="r" t="t"/>
              <a:pathLst>
                <a:path extrusionOk="0" h="545" w="639">
                  <a:moveTo>
                    <a:pt x="368" y="1"/>
                  </a:moveTo>
                  <a:cubicBezTo>
                    <a:pt x="301" y="1"/>
                    <a:pt x="233" y="28"/>
                    <a:pt x="183" y="89"/>
                  </a:cubicBezTo>
                  <a:cubicBezTo>
                    <a:pt x="0" y="271"/>
                    <a:pt x="122" y="544"/>
                    <a:pt x="365" y="544"/>
                  </a:cubicBezTo>
                  <a:cubicBezTo>
                    <a:pt x="517" y="544"/>
                    <a:pt x="639" y="423"/>
                    <a:pt x="639" y="271"/>
                  </a:cubicBezTo>
                  <a:cubicBezTo>
                    <a:pt x="639" y="109"/>
                    <a:pt x="504" y="1"/>
                    <a:pt x="368"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68"/>
            <p:cNvSpPr/>
            <p:nvPr/>
          </p:nvSpPr>
          <p:spPr>
            <a:xfrm>
              <a:off x="5452250" y="4283875"/>
              <a:ext cx="15225" cy="13625"/>
            </a:xfrm>
            <a:custGeom>
              <a:rect b="b" l="l" r="r" t="t"/>
              <a:pathLst>
                <a:path extrusionOk="0" h="545" w="609">
                  <a:moveTo>
                    <a:pt x="351" y="1"/>
                  </a:moveTo>
                  <a:cubicBezTo>
                    <a:pt x="284" y="1"/>
                    <a:pt x="213" y="28"/>
                    <a:pt x="152" y="89"/>
                  </a:cubicBezTo>
                  <a:cubicBezTo>
                    <a:pt x="0" y="271"/>
                    <a:pt x="122" y="544"/>
                    <a:pt x="365" y="544"/>
                  </a:cubicBezTo>
                  <a:cubicBezTo>
                    <a:pt x="486" y="544"/>
                    <a:pt x="608" y="423"/>
                    <a:pt x="608" y="271"/>
                  </a:cubicBezTo>
                  <a:cubicBezTo>
                    <a:pt x="608" y="109"/>
                    <a:pt x="486" y="1"/>
                    <a:pt x="351"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68"/>
            <p:cNvSpPr/>
            <p:nvPr/>
          </p:nvSpPr>
          <p:spPr>
            <a:xfrm>
              <a:off x="5511525" y="4283875"/>
              <a:ext cx="15200" cy="13625"/>
            </a:xfrm>
            <a:custGeom>
              <a:rect b="b" l="l" r="r" t="t"/>
              <a:pathLst>
                <a:path extrusionOk="0" h="545" w="608">
                  <a:moveTo>
                    <a:pt x="351" y="1"/>
                  </a:moveTo>
                  <a:cubicBezTo>
                    <a:pt x="284" y="1"/>
                    <a:pt x="213" y="28"/>
                    <a:pt x="152" y="89"/>
                  </a:cubicBezTo>
                  <a:cubicBezTo>
                    <a:pt x="0" y="271"/>
                    <a:pt x="122" y="544"/>
                    <a:pt x="365" y="544"/>
                  </a:cubicBezTo>
                  <a:cubicBezTo>
                    <a:pt x="486" y="544"/>
                    <a:pt x="608" y="423"/>
                    <a:pt x="608" y="271"/>
                  </a:cubicBezTo>
                  <a:cubicBezTo>
                    <a:pt x="608" y="109"/>
                    <a:pt x="486" y="1"/>
                    <a:pt x="351"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68"/>
            <p:cNvSpPr/>
            <p:nvPr/>
          </p:nvSpPr>
          <p:spPr>
            <a:xfrm>
              <a:off x="5570025" y="4283800"/>
              <a:ext cx="18250" cy="13700"/>
            </a:xfrm>
            <a:custGeom>
              <a:rect b="b" l="l" r="r" t="t"/>
              <a:pathLst>
                <a:path extrusionOk="0" h="548" w="730">
                  <a:moveTo>
                    <a:pt x="365" y="0"/>
                  </a:moveTo>
                  <a:cubicBezTo>
                    <a:pt x="1" y="0"/>
                    <a:pt x="1" y="547"/>
                    <a:pt x="365" y="547"/>
                  </a:cubicBezTo>
                  <a:cubicBezTo>
                    <a:pt x="730" y="547"/>
                    <a:pt x="730" y="0"/>
                    <a:pt x="36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68"/>
            <p:cNvSpPr/>
            <p:nvPr/>
          </p:nvSpPr>
          <p:spPr>
            <a:xfrm>
              <a:off x="3152800" y="4234275"/>
              <a:ext cx="14475" cy="13200"/>
            </a:xfrm>
            <a:custGeom>
              <a:rect b="b" l="l" r="r" t="t"/>
              <a:pathLst>
                <a:path extrusionOk="0" h="528" w="579">
                  <a:moveTo>
                    <a:pt x="351" y="1"/>
                  </a:moveTo>
                  <a:cubicBezTo>
                    <a:pt x="336" y="1"/>
                    <a:pt x="321" y="2"/>
                    <a:pt x="305" y="6"/>
                  </a:cubicBezTo>
                  <a:cubicBezTo>
                    <a:pt x="153" y="6"/>
                    <a:pt x="31" y="127"/>
                    <a:pt x="1" y="279"/>
                  </a:cubicBezTo>
                  <a:cubicBezTo>
                    <a:pt x="28" y="415"/>
                    <a:pt x="128" y="527"/>
                    <a:pt x="258" y="527"/>
                  </a:cubicBezTo>
                  <a:cubicBezTo>
                    <a:pt x="273" y="527"/>
                    <a:pt x="289" y="526"/>
                    <a:pt x="305" y="522"/>
                  </a:cubicBezTo>
                  <a:cubicBezTo>
                    <a:pt x="457" y="522"/>
                    <a:pt x="578" y="401"/>
                    <a:pt x="578" y="249"/>
                  </a:cubicBezTo>
                  <a:cubicBezTo>
                    <a:pt x="578" y="113"/>
                    <a:pt x="481" y="1"/>
                    <a:pt x="351"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68"/>
            <p:cNvSpPr/>
            <p:nvPr/>
          </p:nvSpPr>
          <p:spPr>
            <a:xfrm>
              <a:off x="3218150" y="4232000"/>
              <a:ext cx="16000" cy="13950"/>
            </a:xfrm>
            <a:custGeom>
              <a:rect b="b" l="l" r="r" t="t"/>
              <a:pathLst>
                <a:path extrusionOk="0" h="558" w="640">
                  <a:moveTo>
                    <a:pt x="382" y="1"/>
                  </a:moveTo>
                  <a:cubicBezTo>
                    <a:pt x="367" y="1"/>
                    <a:pt x="351" y="2"/>
                    <a:pt x="335" y="5"/>
                  </a:cubicBezTo>
                  <a:cubicBezTo>
                    <a:pt x="153" y="5"/>
                    <a:pt x="31" y="127"/>
                    <a:pt x="1" y="279"/>
                  </a:cubicBezTo>
                  <a:cubicBezTo>
                    <a:pt x="1" y="443"/>
                    <a:pt x="123" y="557"/>
                    <a:pt x="258" y="557"/>
                  </a:cubicBezTo>
                  <a:cubicBezTo>
                    <a:pt x="273" y="557"/>
                    <a:pt x="289" y="556"/>
                    <a:pt x="305" y="553"/>
                  </a:cubicBezTo>
                  <a:cubicBezTo>
                    <a:pt x="487" y="553"/>
                    <a:pt x="609" y="431"/>
                    <a:pt x="639" y="279"/>
                  </a:cubicBezTo>
                  <a:cubicBezTo>
                    <a:pt x="639" y="115"/>
                    <a:pt x="517" y="1"/>
                    <a:pt x="382"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68"/>
            <p:cNvSpPr/>
            <p:nvPr/>
          </p:nvSpPr>
          <p:spPr>
            <a:xfrm>
              <a:off x="3290350" y="4228325"/>
              <a:ext cx="18250" cy="13700"/>
            </a:xfrm>
            <a:custGeom>
              <a:rect b="b" l="l" r="r" t="t"/>
              <a:pathLst>
                <a:path extrusionOk="0" h="548" w="730">
                  <a:moveTo>
                    <a:pt x="396" y="0"/>
                  </a:moveTo>
                  <a:cubicBezTo>
                    <a:pt x="213" y="0"/>
                    <a:pt x="61" y="122"/>
                    <a:pt x="0" y="304"/>
                  </a:cubicBezTo>
                  <a:cubicBezTo>
                    <a:pt x="0" y="456"/>
                    <a:pt x="152" y="548"/>
                    <a:pt x="335" y="548"/>
                  </a:cubicBezTo>
                  <a:cubicBezTo>
                    <a:pt x="517" y="548"/>
                    <a:pt x="669" y="426"/>
                    <a:pt x="730" y="244"/>
                  </a:cubicBezTo>
                  <a:cubicBezTo>
                    <a:pt x="730" y="92"/>
                    <a:pt x="578" y="0"/>
                    <a:pt x="396"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68"/>
            <p:cNvSpPr/>
            <p:nvPr/>
          </p:nvSpPr>
          <p:spPr>
            <a:xfrm>
              <a:off x="3367850" y="4223000"/>
              <a:ext cx="19800" cy="13700"/>
            </a:xfrm>
            <a:custGeom>
              <a:rect b="b" l="l" r="r" t="t"/>
              <a:pathLst>
                <a:path extrusionOk="0" h="548" w="792">
                  <a:moveTo>
                    <a:pt x="426" y="1"/>
                  </a:moveTo>
                  <a:cubicBezTo>
                    <a:pt x="244" y="1"/>
                    <a:pt x="92" y="122"/>
                    <a:pt x="31" y="305"/>
                  </a:cubicBezTo>
                  <a:cubicBezTo>
                    <a:pt x="1" y="457"/>
                    <a:pt x="153" y="548"/>
                    <a:pt x="366" y="548"/>
                  </a:cubicBezTo>
                  <a:cubicBezTo>
                    <a:pt x="548" y="548"/>
                    <a:pt x="730" y="426"/>
                    <a:pt x="761" y="244"/>
                  </a:cubicBezTo>
                  <a:cubicBezTo>
                    <a:pt x="791" y="92"/>
                    <a:pt x="639" y="1"/>
                    <a:pt x="426"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68"/>
            <p:cNvSpPr/>
            <p:nvPr/>
          </p:nvSpPr>
          <p:spPr>
            <a:xfrm>
              <a:off x="3450675" y="4216175"/>
              <a:ext cx="21300" cy="14450"/>
            </a:xfrm>
            <a:custGeom>
              <a:rect b="b" l="l" r="r" t="t"/>
              <a:pathLst>
                <a:path extrusionOk="0" h="578" w="852">
                  <a:moveTo>
                    <a:pt x="457" y="0"/>
                  </a:moveTo>
                  <a:cubicBezTo>
                    <a:pt x="274" y="31"/>
                    <a:pt x="92" y="152"/>
                    <a:pt x="31" y="335"/>
                  </a:cubicBezTo>
                  <a:cubicBezTo>
                    <a:pt x="1" y="486"/>
                    <a:pt x="153" y="578"/>
                    <a:pt x="366" y="578"/>
                  </a:cubicBezTo>
                  <a:cubicBezTo>
                    <a:pt x="548" y="578"/>
                    <a:pt x="730" y="456"/>
                    <a:pt x="791" y="274"/>
                  </a:cubicBezTo>
                  <a:cubicBezTo>
                    <a:pt x="852" y="122"/>
                    <a:pt x="670" y="0"/>
                    <a:pt x="457"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68"/>
            <p:cNvSpPr/>
            <p:nvPr/>
          </p:nvSpPr>
          <p:spPr>
            <a:xfrm>
              <a:off x="3536625" y="4208450"/>
              <a:ext cx="21825" cy="14700"/>
            </a:xfrm>
            <a:custGeom>
              <a:rect b="b" l="l" r="r" t="t"/>
              <a:pathLst>
                <a:path extrusionOk="0" h="588" w="873">
                  <a:moveTo>
                    <a:pt x="579" y="1"/>
                  </a:moveTo>
                  <a:cubicBezTo>
                    <a:pt x="558" y="1"/>
                    <a:pt x="537" y="2"/>
                    <a:pt x="514" y="5"/>
                  </a:cubicBezTo>
                  <a:cubicBezTo>
                    <a:pt x="302" y="5"/>
                    <a:pt x="119" y="127"/>
                    <a:pt x="28" y="340"/>
                  </a:cubicBezTo>
                  <a:cubicBezTo>
                    <a:pt x="1" y="476"/>
                    <a:pt x="95" y="587"/>
                    <a:pt x="290" y="587"/>
                  </a:cubicBezTo>
                  <a:cubicBezTo>
                    <a:pt x="313" y="587"/>
                    <a:pt x="337" y="586"/>
                    <a:pt x="362" y="583"/>
                  </a:cubicBezTo>
                  <a:cubicBezTo>
                    <a:pt x="545" y="583"/>
                    <a:pt x="757" y="461"/>
                    <a:pt x="818" y="248"/>
                  </a:cubicBezTo>
                  <a:cubicBezTo>
                    <a:pt x="873" y="112"/>
                    <a:pt x="757" y="1"/>
                    <a:pt x="579"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68"/>
            <p:cNvSpPr/>
            <p:nvPr/>
          </p:nvSpPr>
          <p:spPr>
            <a:xfrm>
              <a:off x="3624700" y="4200200"/>
              <a:ext cx="23575" cy="15225"/>
            </a:xfrm>
            <a:custGeom>
              <a:rect b="b" l="l" r="r" t="t"/>
              <a:pathLst>
                <a:path extrusionOk="0" h="609" w="943">
                  <a:moveTo>
                    <a:pt x="548" y="1"/>
                  </a:moveTo>
                  <a:cubicBezTo>
                    <a:pt x="335" y="31"/>
                    <a:pt x="152" y="153"/>
                    <a:pt x="31" y="335"/>
                  </a:cubicBezTo>
                  <a:cubicBezTo>
                    <a:pt x="1" y="518"/>
                    <a:pt x="122" y="609"/>
                    <a:pt x="335" y="609"/>
                  </a:cubicBezTo>
                  <a:cubicBezTo>
                    <a:pt x="548" y="578"/>
                    <a:pt x="760" y="457"/>
                    <a:pt x="852" y="274"/>
                  </a:cubicBezTo>
                  <a:cubicBezTo>
                    <a:pt x="943" y="92"/>
                    <a:pt x="791" y="1"/>
                    <a:pt x="548"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68"/>
            <p:cNvSpPr/>
            <p:nvPr/>
          </p:nvSpPr>
          <p:spPr>
            <a:xfrm>
              <a:off x="3713775" y="4191725"/>
              <a:ext cx="23250" cy="15475"/>
            </a:xfrm>
            <a:custGeom>
              <a:rect b="b" l="l" r="r" t="t"/>
              <a:pathLst>
                <a:path extrusionOk="0" h="619" w="930">
                  <a:moveTo>
                    <a:pt x="665" y="1"/>
                  </a:moveTo>
                  <a:cubicBezTo>
                    <a:pt x="645" y="1"/>
                    <a:pt x="624" y="2"/>
                    <a:pt x="602" y="5"/>
                  </a:cubicBezTo>
                  <a:cubicBezTo>
                    <a:pt x="359" y="36"/>
                    <a:pt x="146" y="157"/>
                    <a:pt x="55" y="340"/>
                  </a:cubicBezTo>
                  <a:cubicBezTo>
                    <a:pt x="0" y="503"/>
                    <a:pt x="92" y="618"/>
                    <a:pt x="265" y="618"/>
                  </a:cubicBezTo>
                  <a:cubicBezTo>
                    <a:pt x="285" y="618"/>
                    <a:pt x="306" y="617"/>
                    <a:pt x="328" y="613"/>
                  </a:cubicBezTo>
                  <a:cubicBezTo>
                    <a:pt x="541" y="583"/>
                    <a:pt x="754" y="461"/>
                    <a:pt x="875" y="279"/>
                  </a:cubicBezTo>
                  <a:cubicBezTo>
                    <a:pt x="930" y="116"/>
                    <a:pt x="838" y="1"/>
                    <a:pt x="66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68"/>
            <p:cNvSpPr/>
            <p:nvPr/>
          </p:nvSpPr>
          <p:spPr>
            <a:xfrm>
              <a:off x="3802525" y="4183375"/>
              <a:ext cx="24100" cy="16100"/>
            </a:xfrm>
            <a:custGeom>
              <a:rect b="b" l="l" r="r" t="t"/>
              <a:pathLst>
                <a:path extrusionOk="0" h="644" w="964">
                  <a:moveTo>
                    <a:pt x="701" y="0"/>
                  </a:moveTo>
                  <a:cubicBezTo>
                    <a:pt x="681" y="0"/>
                    <a:pt x="660" y="2"/>
                    <a:pt x="638" y="5"/>
                  </a:cubicBezTo>
                  <a:cubicBezTo>
                    <a:pt x="395" y="36"/>
                    <a:pt x="182" y="157"/>
                    <a:pt x="91" y="370"/>
                  </a:cubicBezTo>
                  <a:cubicBezTo>
                    <a:pt x="0" y="522"/>
                    <a:pt x="91" y="643"/>
                    <a:pt x="334" y="643"/>
                  </a:cubicBezTo>
                  <a:cubicBezTo>
                    <a:pt x="547" y="613"/>
                    <a:pt x="760" y="491"/>
                    <a:pt x="882" y="279"/>
                  </a:cubicBezTo>
                  <a:cubicBezTo>
                    <a:pt x="963" y="115"/>
                    <a:pt x="874" y="0"/>
                    <a:pt x="70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68"/>
            <p:cNvSpPr/>
            <p:nvPr/>
          </p:nvSpPr>
          <p:spPr>
            <a:xfrm>
              <a:off x="3889900" y="4175900"/>
              <a:ext cx="24350" cy="15975"/>
            </a:xfrm>
            <a:custGeom>
              <a:rect b="b" l="l" r="r" t="t"/>
              <a:pathLst>
                <a:path extrusionOk="0" h="639" w="974">
                  <a:moveTo>
                    <a:pt x="669" y="0"/>
                  </a:moveTo>
                  <a:cubicBezTo>
                    <a:pt x="426" y="31"/>
                    <a:pt x="213" y="152"/>
                    <a:pt x="92" y="335"/>
                  </a:cubicBezTo>
                  <a:cubicBezTo>
                    <a:pt x="1" y="517"/>
                    <a:pt x="92" y="638"/>
                    <a:pt x="305" y="638"/>
                  </a:cubicBezTo>
                  <a:cubicBezTo>
                    <a:pt x="548" y="608"/>
                    <a:pt x="730" y="456"/>
                    <a:pt x="882" y="274"/>
                  </a:cubicBezTo>
                  <a:cubicBezTo>
                    <a:pt x="973" y="91"/>
                    <a:pt x="882" y="0"/>
                    <a:pt x="669"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68"/>
            <p:cNvSpPr/>
            <p:nvPr/>
          </p:nvSpPr>
          <p:spPr>
            <a:xfrm>
              <a:off x="3974250" y="4168300"/>
              <a:ext cx="25100" cy="16725"/>
            </a:xfrm>
            <a:custGeom>
              <a:rect b="b" l="l" r="r" t="t"/>
              <a:pathLst>
                <a:path extrusionOk="0" h="669" w="1004">
                  <a:moveTo>
                    <a:pt x="700" y="0"/>
                  </a:moveTo>
                  <a:cubicBezTo>
                    <a:pt x="456" y="31"/>
                    <a:pt x="244" y="152"/>
                    <a:pt x="122" y="365"/>
                  </a:cubicBezTo>
                  <a:cubicBezTo>
                    <a:pt x="1" y="547"/>
                    <a:pt x="92" y="669"/>
                    <a:pt x="304" y="669"/>
                  </a:cubicBezTo>
                  <a:cubicBezTo>
                    <a:pt x="517" y="608"/>
                    <a:pt x="730" y="487"/>
                    <a:pt x="882" y="304"/>
                  </a:cubicBezTo>
                  <a:cubicBezTo>
                    <a:pt x="1004" y="122"/>
                    <a:pt x="912" y="0"/>
                    <a:pt x="700"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68"/>
            <p:cNvSpPr/>
            <p:nvPr/>
          </p:nvSpPr>
          <p:spPr>
            <a:xfrm>
              <a:off x="4056325" y="4162225"/>
              <a:ext cx="23575" cy="16725"/>
            </a:xfrm>
            <a:custGeom>
              <a:rect b="b" l="l" r="r" t="t"/>
              <a:pathLst>
                <a:path extrusionOk="0" h="669" w="943">
                  <a:moveTo>
                    <a:pt x="699" y="0"/>
                  </a:moveTo>
                  <a:cubicBezTo>
                    <a:pt x="456" y="30"/>
                    <a:pt x="243" y="152"/>
                    <a:pt x="122" y="365"/>
                  </a:cubicBezTo>
                  <a:cubicBezTo>
                    <a:pt x="0" y="547"/>
                    <a:pt x="61" y="669"/>
                    <a:pt x="243" y="669"/>
                  </a:cubicBezTo>
                  <a:cubicBezTo>
                    <a:pt x="487" y="638"/>
                    <a:pt x="699" y="486"/>
                    <a:pt x="821" y="304"/>
                  </a:cubicBezTo>
                  <a:cubicBezTo>
                    <a:pt x="943" y="122"/>
                    <a:pt x="882" y="0"/>
                    <a:pt x="699"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68"/>
            <p:cNvSpPr/>
            <p:nvPr/>
          </p:nvSpPr>
          <p:spPr>
            <a:xfrm>
              <a:off x="4132300" y="4157650"/>
              <a:ext cx="23600" cy="16750"/>
            </a:xfrm>
            <a:custGeom>
              <a:rect b="b" l="l" r="r" t="t"/>
              <a:pathLst>
                <a:path extrusionOk="0" h="670" w="944">
                  <a:moveTo>
                    <a:pt x="700" y="1"/>
                  </a:moveTo>
                  <a:cubicBezTo>
                    <a:pt x="487" y="31"/>
                    <a:pt x="274" y="153"/>
                    <a:pt x="153" y="335"/>
                  </a:cubicBezTo>
                  <a:cubicBezTo>
                    <a:pt x="1" y="517"/>
                    <a:pt x="62" y="669"/>
                    <a:pt x="244" y="669"/>
                  </a:cubicBezTo>
                  <a:cubicBezTo>
                    <a:pt x="457" y="639"/>
                    <a:pt x="670" y="487"/>
                    <a:pt x="791" y="305"/>
                  </a:cubicBezTo>
                  <a:cubicBezTo>
                    <a:pt x="943" y="122"/>
                    <a:pt x="882" y="1"/>
                    <a:pt x="700"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68"/>
            <p:cNvSpPr/>
            <p:nvPr/>
          </p:nvSpPr>
          <p:spPr>
            <a:xfrm>
              <a:off x="4202975" y="4154625"/>
              <a:ext cx="22075" cy="16725"/>
            </a:xfrm>
            <a:custGeom>
              <a:rect b="b" l="l" r="r" t="t"/>
              <a:pathLst>
                <a:path extrusionOk="0" h="669" w="883">
                  <a:moveTo>
                    <a:pt x="669" y="0"/>
                  </a:moveTo>
                  <a:cubicBezTo>
                    <a:pt x="457" y="31"/>
                    <a:pt x="274" y="152"/>
                    <a:pt x="122" y="334"/>
                  </a:cubicBezTo>
                  <a:cubicBezTo>
                    <a:pt x="1" y="517"/>
                    <a:pt x="31" y="669"/>
                    <a:pt x="183" y="669"/>
                  </a:cubicBezTo>
                  <a:cubicBezTo>
                    <a:pt x="396" y="638"/>
                    <a:pt x="609" y="517"/>
                    <a:pt x="730" y="334"/>
                  </a:cubicBezTo>
                  <a:cubicBezTo>
                    <a:pt x="882" y="122"/>
                    <a:pt x="852" y="0"/>
                    <a:pt x="669"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68"/>
            <p:cNvSpPr/>
            <p:nvPr/>
          </p:nvSpPr>
          <p:spPr>
            <a:xfrm>
              <a:off x="4264525" y="4153850"/>
              <a:ext cx="19025" cy="17500"/>
            </a:xfrm>
            <a:custGeom>
              <a:rect b="b" l="l" r="r" t="t"/>
              <a:pathLst>
                <a:path extrusionOk="0" h="700" w="761">
                  <a:moveTo>
                    <a:pt x="639" y="1"/>
                  </a:moveTo>
                  <a:cubicBezTo>
                    <a:pt x="426" y="62"/>
                    <a:pt x="244" y="183"/>
                    <a:pt x="153" y="335"/>
                  </a:cubicBezTo>
                  <a:cubicBezTo>
                    <a:pt x="31" y="517"/>
                    <a:pt x="1" y="700"/>
                    <a:pt x="153" y="700"/>
                  </a:cubicBezTo>
                  <a:cubicBezTo>
                    <a:pt x="335" y="639"/>
                    <a:pt x="517" y="517"/>
                    <a:pt x="639" y="365"/>
                  </a:cubicBezTo>
                  <a:cubicBezTo>
                    <a:pt x="761" y="183"/>
                    <a:pt x="761" y="1"/>
                    <a:pt x="639"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68"/>
            <p:cNvSpPr/>
            <p:nvPr/>
          </p:nvSpPr>
          <p:spPr>
            <a:xfrm>
              <a:off x="4315450" y="4156900"/>
              <a:ext cx="17500" cy="16725"/>
            </a:xfrm>
            <a:custGeom>
              <a:rect b="b" l="l" r="r" t="t"/>
              <a:pathLst>
                <a:path extrusionOk="0" h="669" w="700">
                  <a:moveTo>
                    <a:pt x="608" y="0"/>
                  </a:moveTo>
                  <a:cubicBezTo>
                    <a:pt x="395" y="31"/>
                    <a:pt x="243" y="152"/>
                    <a:pt x="152" y="335"/>
                  </a:cubicBezTo>
                  <a:cubicBezTo>
                    <a:pt x="31" y="517"/>
                    <a:pt x="0" y="669"/>
                    <a:pt x="122" y="669"/>
                  </a:cubicBezTo>
                  <a:cubicBezTo>
                    <a:pt x="304" y="639"/>
                    <a:pt x="487" y="517"/>
                    <a:pt x="578" y="365"/>
                  </a:cubicBezTo>
                  <a:cubicBezTo>
                    <a:pt x="699" y="152"/>
                    <a:pt x="699" y="0"/>
                    <a:pt x="608"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68"/>
            <p:cNvSpPr/>
            <p:nvPr/>
          </p:nvSpPr>
          <p:spPr>
            <a:xfrm>
              <a:off x="4359525" y="4160700"/>
              <a:ext cx="16725" cy="16825"/>
            </a:xfrm>
            <a:custGeom>
              <a:rect b="b" l="l" r="r" t="t"/>
              <a:pathLst>
                <a:path extrusionOk="0" h="673" w="669">
                  <a:moveTo>
                    <a:pt x="547" y="0"/>
                  </a:moveTo>
                  <a:cubicBezTo>
                    <a:pt x="456" y="0"/>
                    <a:pt x="274" y="122"/>
                    <a:pt x="152" y="304"/>
                  </a:cubicBezTo>
                  <a:cubicBezTo>
                    <a:pt x="31" y="487"/>
                    <a:pt x="0" y="669"/>
                    <a:pt x="122" y="669"/>
                  </a:cubicBezTo>
                  <a:cubicBezTo>
                    <a:pt x="130" y="672"/>
                    <a:pt x="138" y="673"/>
                    <a:pt x="147" y="673"/>
                  </a:cubicBezTo>
                  <a:cubicBezTo>
                    <a:pt x="244" y="673"/>
                    <a:pt x="406" y="532"/>
                    <a:pt x="517" y="365"/>
                  </a:cubicBezTo>
                  <a:cubicBezTo>
                    <a:pt x="638" y="183"/>
                    <a:pt x="669" y="31"/>
                    <a:pt x="547"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68"/>
            <p:cNvSpPr/>
            <p:nvPr/>
          </p:nvSpPr>
          <p:spPr>
            <a:xfrm>
              <a:off x="4398275" y="4166775"/>
              <a:ext cx="15975" cy="16750"/>
            </a:xfrm>
            <a:custGeom>
              <a:rect b="b" l="l" r="r" t="t"/>
              <a:pathLst>
                <a:path extrusionOk="0" h="670" w="639">
                  <a:moveTo>
                    <a:pt x="517" y="0"/>
                  </a:moveTo>
                  <a:cubicBezTo>
                    <a:pt x="426" y="0"/>
                    <a:pt x="274" y="122"/>
                    <a:pt x="152" y="304"/>
                  </a:cubicBezTo>
                  <a:cubicBezTo>
                    <a:pt x="31" y="487"/>
                    <a:pt x="0" y="669"/>
                    <a:pt x="92" y="669"/>
                  </a:cubicBezTo>
                  <a:cubicBezTo>
                    <a:pt x="183" y="669"/>
                    <a:pt x="365" y="548"/>
                    <a:pt x="487" y="365"/>
                  </a:cubicBezTo>
                  <a:cubicBezTo>
                    <a:pt x="608" y="183"/>
                    <a:pt x="639" y="31"/>
                    <a:pt x="517"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68"/>
            <p:cNvSpPr/>
            <p:nvPr/>
          </p:nvSpPr>
          <p:spPr>
            <a:xfrm>
              <a:off x="4433225" y="4173625"/>
              <a:ext cx="13700" cy="16075"/>
            </a:xfrm>
            <a:custGeom>
              <a:rect b="b" l="l" r="r" t="t"/>
              <a:pathLst>
                <a:path extrusionOk="0" h="643" w="548">
                  <a:moveTo>
                    <a:pt x="456" y="0"/>
                  </a:moveTo>
                  <a:cubicBezTo>
                    <a:pt x="365" y="0"/>
                    <a:pt x="213" y="122"/>
                    <a:pt x="122" y="304"/>
                  </a:cubicBezTo>
                  <a:cubicBezTo>
                    <a:pt x="31" y="456"/>
                    <a:pt x="1" y="638"/>
                    <a:pt x="92" y="638"/>
                  </a:cubicBezTo>
                  <a:cubicBezTo>
                    <a:pt x="100" y="641"/>
                    <a:pt x="108" y="642"/>
                    <a:pt x="117" y="642"/>
                  </a:cubicBezTo>
                  <a:cubicBezTo>
                    <a:pt x="209" y="642"/>
                    <a:pt x="343" y="503"/>
                    <a:pt x="426" y="365"/>
                  </a:cubicBezTo>
                  <a:cubicBezTo>
                    <a:pt x="517" y="182"/>
                    <a:pt x="548" y="30"/>
                    <a:pt x="456"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68"/>
            <p:cNvSpPr/>
            <p:nvPr/>
          </p:nvSpPr>
          <p:spPr>
            <a:xfrm>
              <a:off x="4465150" y="4181200"/>
              <a:ext cx="11425" cy="16100"/>
            </a:xfrm>
            <a:custGeom>
              <a:rect b="b" l="l" r="r" t="t"/>
              <a:pathLst>
                <a:path extrusionOk="0" h="644" w="457">
                  <a:moveTo>
                    <a:pt x="395" y="1"/>
                  </a:moveTo>
                  <a:cubicBezTo>
                    <a:pt x="304" y="1"/>
                    <a:pt x="183" y="123"/>
                    <a:pt x="91" y="275"/>
                  </a:cubicBezTo>
                  <a:cubicBezTo>
                    <a:pt x="0" y="457"/>
                    <a:pt x="0" y="609"/>
                    <a:pt x="61" y="639"/>
                  </a:cubicBezTo>
                  <a:cubicBezTo>
                    <a:pt x="69" y="642"/>
                    <a:pt x="77" y="643"/>
                    <a:pt x="85" y="643"/>
                  </a:cubicBezTo>
                  <a:cubicBezTo>
                    <a:pt x="173" y="643"/>
                    <a:pt x="282" y="504"/>
                    <a:pt x="365" y="366"/>
                  </a:cubicBezTo>
                  <a:cubicBezTo>
                    <a:pt x="456" y="183"/>
                    <a:pt x="456" y="31"/>
                    <a:pt x="39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68"/>
            <p:cNvSpPr/>
            <p:nvPr/>
          </p:nvSpPr>
          <p:spPr>
            <a:xfrm>
              <a:off x="4494775" y="4189575"/>
              <a:ext cx="9900" cy="15325"/>
            </a:xfrm>
            <a:custGeom>
              <a:rect b="b" l="l" r="r" t="t"/>
              <a:pathLst>
                <a:path extrusionOk="0" h="613" w="396">
                  <a:moveTo>
                    <a:pt x="335" y="0"/>
                  </a:moveTo>
                  <a:cubicBezTo>
                    <a:pt x="274" y="0"/>
                    <a:pt x="153" y="91"/>
                    <a:pt x="61" y="274"/>
                  </a:cubicBezTo>
                  <a:cubicBezTo>
                    <a:pt x="1" y="456"/>
                    <a:pt x="1" y="608"/>
                    <a:pt x="61" y="608"/>
                  </a:cubicBezTo>
                  <a:cubicBezTo>
                    <a:pt x="71" y="611"/>
                    <a:pt x="81" y="613"/>
                    <a:pt x="91" y="613"/>
                  </a:cubicBezTo>
                  <a:cubicBezTo>
                    <a:pt x="177" y="613"/>
                    <a:pt x="280" y="501"/>
                    <a:pt x="335" y="365"/>
                  </a:cubicBezTo>
                  <a:cubicBezTo>
                    <a:pt x="396" y="183"/>
                    <a:pt x="396" y="31"/>
                    <a:pt x="33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68"/>
            <p:cNvSpPr/>
            <p:nvPr/>
          </p:nvSpPr>
          <p:spPr>
            <a:xfrm>
              <a:off x="4523650" y="4197925"/>
              <a:ext cx="9900" cy="15350"/>
            </a:xfrm>
            <a:custGeom>
              <a:rect b="b" l="l" r="r" t="t"/>
              <a:pathLst>
                <a:path extrusionOk="0" h="614" w="396">
                  <a:moveTo>
                    <a:pt x="305" y="1"/>
                  </a:moveTo>
                  <a:cubicBezTo>
                    <a:pt x="244" y="1"/>
                    <a:pt x="122" y="92"/>
                    <a:pt x="61" y="274"/>
                  </a:cubicBezTo>
                  <a:cubicBezTo>
                    <a:pt x="1" y="426"/>
                    <a:pt x="1" y="578"/>
                    <a:pt x="92" y="609"/>
                  </a:cubicBezTo>
                  <a:cubicBezTo>
                    <a:pt x="98" y="612"/>
                    <a:pt x="105" y="613"/>
                    <a:pt x="112" y="613"/>
                  </a:cubicBezTo>
                  <a:cubicBezTo>
                    <a:pt x="177" y="613"/>
                    <a:pt x="280" y="499"/>
                    <a:pt x="335" y="335"/>
                  </a:cubicBezTo>
                  <a:cubicBezTo>
                    <a:pt x="396" y="183"/>
                    <a:pt x="365" y="31"/>
                    <a:pt x="30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68"/>
            <p:cNvSpPr/>
            <p:nvPr/>
          </p:nvSpPr>
          <p:spPr>
            <a:xfrm>
              <a:off x="4553300" y="4206300"/>
              <a:ext cx="9125" cy="15200"/>
            </a:xfrm>
            <a:custGeom>
              <a:rect b="b" l="l" r="r" t="t"/>
              <a:pathLst>
                <a:path extrusionOk="0" h="608" w="365">
                  <a:moveTo>
                    <a:pt x="274" y="0"/>
                  </a:moveTo>
                  <a:cubicBezTo>
                    <a:pt x="182" y="0"/>
                    <a:pt x="91" y="91"/>
                    <a:pt x="61" y="274"/>
                  </a:cubicBezTo>
                  <a:cubicBezTo>
                    <a:pt x="0" y="426"/>
                    <a:pt x="30" y="578"/>
                    <a:pt x="91" y="608"/>
                  </a:cubicBezTo>
                  <a:cubicBezTo>
                    <a:pt x="182" y="608"/>
                    <a:pt x="274" y="486"/>
                    <a:pt x="334" y="334"/>
                  </a:cubicBezTo>
                  <a:cubicBezTo>
                    <a:pt x="365" y="182"/>
                    <a:pt x="334" y="30"/>
                    <a:pt x="27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68"/>
            <p:cNvSpPr/>
            <p:nvPr/>
          </p:nvSpPr>
          <p:spPr>
            <a:xfrm>
              <a:off x="4584450" y="4214525"/>
              <a:ext cx="9150" cy="13950"/>
            </a:xfrm>
            <a:custGeom>
              <a:rect b="b" l="l" r="r" t="t"/>
              <a:pathLst>
                <a:path extrusionOk="0" h="558" w="366">
                  <a:moveTo>
                    <a:pt x="215" y="1"/>
                  </a:moveTo>
                  <a:cubicBezTo>
                    <a:pt x="134" y="1"/>
                    <a:pt x="58" y="112"/>
                    <a:pt x="31" y="249"/>
                  </a:cubicBezTo>
                  <a:cubicBezTo>
                    <a:pt x="0" y="401"/>
                    <a:pt x="31" y="552"/>
                    <a:pt x="122" y="552"/>
                  </a:cubicBezTo>
                  <a:cubicBezTo>
                    <a:pt x="131" y="556"/>
                    <a:pt x="141" y="557"/>
                    <a:pt x="150" y="557"/>
                  </a:cubicBezTo>
                  <a:cubicBezTo>
                    <a:pt x="231" y="557"/>
                    <a:pt x="307" y="445"/>
                    <a:pt x="335" y="309"/>
                  </a:cubicBezTo>
                  <a:cubicBezTo>
                    <a:pt x="365" y="157"/>
                    <a:pt x="304" y="5"/>
                    <a:pt x="243" y="5"/>
                  </a:cubicBezTo>
                  <a:cubicBezTo>
                    <a:pt x="234" y="2"/>
                    <a:pt x="224" y="1"/>
                    <a:pt x="21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68"/>
            <p:cNvSpPr/>
            <p:nvPr/>
          </p:nvSpPr>
          <p:spPr>
            <a:xfrm>
              <a:off x="4617875" y="4221375"/>
              <a:ext cx="9150" cy="13925"/>
            </a:xfrm>
            <a:custGeom>
              <a:rect b="b" l="l" r="r" t="t"/>
              <a:pathLst>
                <a:path extrusionOk="0" h="557" w="366">
                  <a:moveTo>
                    <a:pt x="215" y="0"/>
                  </a:moveTo>
                  <a:cubicBezTo>
                    <a:pt x="134" y="0"/>
                    <a:pt x="58" y="112"/>
                    <a:pt x="31" y="248"/>
                  </a:cubicBezTo>
                  <a:cubicBezTo>
                    <a:pt x="1" y="400"/>
                    <a:pt x="61" y="552"/>
                    <a:pt x="153" y="552"/>
                  </a:cubicBezTo>
                  <a:cubicBezTo>
                    <a:pt x="162" y="555"/>
                    <a:pt x="172" y="557"/>
                    <a:pt x="181" y="557"/>
                  </a:cubicBezTo>
                  <a:cubicBezTo>
                    <a:pt x="262" y="557"/>
                    <a:pt x="338" y="445"/>
                    <a:pt x="365" y="309"/>
                  </a:cubicBezTo>
                  <a:cubicBezTo>
                    <a:pt x="365" y="157"/>
                    <a:pt x="305" y="5"/>
                    <a:pt x="244" y="5"/>
                  </a:cubicBezTo>
                  <a:cubicBezTo>
                    <a:pt x="234" y="2"/>
                    <a:pt x="225" y="0"/>
                    <a:pt x="21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68"/>
            <p:cNvSpPr/>
            <p:nvPr/>
          </p:nvSpPr>
          <p:spPr>
            <a:xfrm>
              <a:off x="4655875" y="4226800"/>
              <a:ext cx="9900" cy="13825"/>
            </a:xfrm>
            <a:custGeom>
              <a:rect b="b" l="l" r="r" t="t"/>
              <a:pathLst>
                <a:path extrusionOk="0" h="553" w="396">
                  <a:moveTo>
                    <a:pt x="213" y="1"/>
                  </a:moveTo>
                  <a:cubicBezTo>
                    <a:pt x="122" y="1"/>
                    <a:pt x="31" y="92"/>
                    <a:pt x="31" y="274"/>
                  </a:cubicBezTo>
                  <a:cubicBezTo>
                    <a:pt x="0" y="426"/>
                    <a:pt x="61" y="548"/>
                    <a:pt x="183" y="548"/>
                  </a:cubicBezTo>
                  <a:cubicBezTo>
                    <a:pt x="192" y="551"/>
                    <a:pt x="202" y="553"/>
                    <a:pt x="211" y="553"/>
                  </a:cubicBezTo>
                  <a:cubicBezTo>
                    <a:pt x="292" y="553"/>
                    <a:pt x="368" y="441"/>
                    <a:pt x="396" y="305"/>
                  </a:cubicBezTo>
                  <a:cubicBezTo>
                    <a:pt x="396" y="153"/>
                    <a:pt x="304" y="31"/>
                    <a:pt x="21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68"/>
            <p:cNvSpPr/>
            <p:nvPr/>
          </p:nvSpPr>
          <p:spPr>
            <a:xfrm>
              <a:off x="4698425" y="4231375"/>
              <a:ext cx="11425" cy="13700"/>
            </a:xfrm>
            <a:custGeom>
              <a:rect b="b" l="l" r="r" t="t"/>
              <a:pathLst>
                <a:path extrusionOk="0" h="548" w="457">
                  <a:moveTo>
                    <a:pt x="244" y="0"/>
                  </a:moveTo>
                  <a:cubicBezTo>
                    <a:pt x="122" y="0"/>
                    <a:pt x="31" y="91"/>
                    <a:pt x="31" y="243"/>
                  </a:cubicBezTo>
                  <a:cubicBezTo>
                    <a:pt x="1" y="395"/>
                    <a:pt x="92" y="517"/>
                    <a:pt x="213" y="547"/>
                  </a:cubicBezTo>
                  <a:cubicBezTo>
                    <a:pt x="365" y="547"/>
                    <a:pt x="457" y="426"/>
                    <a:pt x="457" y="274"/>
                  </a:cubicBezTo>
                  <a:cubicBezTo>
                    <a:pt x="457" y="152"/>
                    <a:pt x="365" y="30"/>
                    <a:pt x="24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68"/>
            <p:cNvSpPr/>
            <p:nvPr/>
          </p:nvSpPr>
          <p:spPr>
            <a:xfrm>
              <a:off x="4747825" y="4233650"/>
              <a:ext cx="12950" cy="13700"/>
            </a:xfrm>
            <a:custGeom>
              <a:rect b="b" l="l" r="r" t="t"/>
              <a:pathLst>
                <a:path extrusionOk="0" h="548" w="518">
                  <a:moveTo>
                    <a:pt x="274" y="0"/>
                  </a:moveTo>
                  <a:cubicBezTo>
                    <a:pt x="122" y="0"/>
                    <a:pt x="0" y="122"/>
                    <a:pt x="31" y="274"/>
                  </a:cubicBezTo>
                  <a:cubicBezTo>
                    <a:pt x="0" y="426"/>
                    <a:pt x="122" y="547"/>
                    <a:pt x="274" y="547"/>
                  </a:cubicBezTo>
                  <a:cubicBezTo>
                    <a:pt x="395" y="547"/>
                    <a:pt x="517" y="426"/>
                    <a:pt x="517" y="274"/>
                  </a:cubicBezTo>
                  <a:cubicBezTo>
                    <a:pt x="517" y="152"/>
                    <a:pt x="395" y="31"/>
                    <a:pt x="27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68"/>
            <p:cNvSpPr/>
            <p:nvPr/>
          </p:nvSpPr>
          <p:spPr>
            <a:xfrm>
              <a:off x="4804825" y="4234400"/>
              <a:ext cx="13700" cy="12950"/>
            </a:xfrm>
            <a:custGeom>
              <a:rect b="b" l="l" r="r" t="t"/>
              <a:pathLst>
                <a:path extrusionOk="0" h="518" w="548">
                  <a:moveTo>
                    <a:pt x="274" y="1"/>
                  </a:moveTo>
                  <a:cubicBezTo>
                    <a:pt x="122" y="1"/>
                    <a:pt x="0" y="122"/>
                    <a:pt x="0" y="274"/>
                  </a:cubicBezTo>
                  <a:cubicBezTo>
                    <a:pt x="0" y="426"/>
                    <a:pt x="122" y="517"/>
                    <a:pt x="274" y="517"/>
                  </a:cubicBezTo>
                  <a:cubicBezTo>
                    <a:pt x="426" y="517"/>
                    <a:pt x="547" y="426"/>
                    <a:pt x="547" y="274"/>
                  </a:cubicBezTo>
                  <a:cubicBezTo>
                    <a:pt x="547" y="122"/>
                    <a:pt x="426" y="1"/>
                    <a:pt x="27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68"/>
            <p:cNvSpPr/>
            <p:nvPr/>
          </p:nvSpPr>
          <p:spPr>
            <a:xfrm>
              <a:off x="4861800" y="4234250"/>
              <a:ext cx="16000" cy="13850"/>
            </a:xfrm>
            <a:custGeom>
              <a:rect b="b" l="l" r="r" t="t"/>
              <a:pathLst>
                <a:path extrusionOk="0" h="554" w="640">
                  <a:moveTo>
                    <a:pt x="351" y="0"/>
                  </a:moveTo>
                  <a:cubicBezTo>
                    <a:pt x="289" y="0"/>
                    <a:pt x="229" y="21"/>
                    <a:pt x="183" y="67"/>
                  </a:cubicBezTo>
                  <a:cubicBezTo>
                    <a:pt x="1" y="250"/>
                    <a:pt x="122" y="554"/>
                    <a:pt x="365" y="554"/>
                  </a:cubicBezTo>
                  <a:cubicBezTo>
                    <a:pt x="517" y="523"/>
                    <a:pt x="639" y="402"/>
                    <a:pt x="639" y="280"/>
                  </a:cubicBezTo>
                  <a:cubicBezTo>
                    <a:pt x="639" y="111"/>
                    <a:pt x="491" y="0"/>
                    <a:pt x="35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68"/>
            <p:cNvSpPr/>
            <p:nvPr/>
          </p:nvSpPr>
          <p:spPr>
            <a:xfrm>
              <a:off x="4921075" y="4234250"/>
              <a:ext cx="15975" cy="13850"/>
            </a:xfrm>
            <a:custGeom>
              <a:rect b="b" l="l" r="r" t="t"/>
              <a:pathLst>
                <a:path extrusionOk="0" h="554" w="639">
                  <a:moveTo>
                    <a:pt x="340" y="0"/>
                  </a:moveTo>
                  <a:cubicBezTo>
                    <a:pt x="274" y="0"/>
                    <a:pt x="208" y="21"/>
                    <a:pt x="153" y="67"/>
                  </a:cubicBezTo>
                  <a:cubicBezTo>
                    <a:pt x="1" y="250"/>
                    <a:pt x="122" y="554"/>
                    <a:pt x="365" y="554"/>
                  </a:cubicBezTo>
                  <a:cubicBezTo>
                    <a:pt x="517" y="554"/>
                    <a:pt x="639" y="432"/>
                    <a:pt x="639" y="280"/>
                  </a:cubicBezTo>
                  <a:cubicBezTo>
                    <a:pt x="639" y="111"/>
                    <a:pt x="491" y="0"/>
                    <a:pt x="340"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68"/>
            <p:cNvSpPr/>
            <p:nvPr/>
          </p:nvSpPr>
          <p:spPr>
            <a:xfrm>
              <a:off x="4979600" y="4234250"/>
              <a:ext cx="15975" cy="13850"/>
            </a:xfrm>
            <a:custGeom>
              <a:rect b="b" l="l" r="r" t="t"/>
              <a:pathLst>
                <a:path extrusionOk="0" h="554" w="639">
                  <a:moveTo>
                    <a:pt x="363" y="0"/>
                  </a:moveTo>
                  <a:cubicBezTo>
                    <a:pt x="301" y="0"/>
                    <a:pt x="238" y="21"/>
                    <a:pt x="182" y="67"/>
                  </a:cubicBezTo>
                  <a:cubicBezTo>
                    <a:pt x="0" y="250"/>
                    <a:pt x="122" y="554"/>
                    <a:pt x="365" y="554"/>
                  </a:cubicBezTo>
                  <a:cubicBezTo>
                    <a:pt x="517" y="554"/>
                    <a:pt x="638" y="432"/>
                    <a:pt x="638" y="280"/>
                  </a:cubicBezTo>
                  <a:cubicBezTo>
                    <a:pt x="638" y="111"/>
                    <a:pt x="506" y="0"/>
                    <a:pt x="36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68"/>
            <p:cNvSpPr/>
            <p:nvPr/>
          </p:nvSpPr>
          <p:spPr>
            <a:xfrm>
              <a:off x="5041150" y="4234400"/>
              <a:ext cx="13700" cy="12950"/>
            </a:xfrm>
            <a:custGeom>
              <a:rect b="b" l="l" r="r" t="t"/>
              <a:pathLst>
                <a:path extrusionOk="0" h="518" w="548">
                  <a:moveTo>
                    <a:pt x="274" y="1"/>
                  </a:moveTo>
                  <a:cubicBezTo>
                    <a:pt x="122" y="1"/>
                    <a:pt x="0" y="122"/>
                    <a:pt x="0" y="274"/>
                  </a:cubicBezTo>
                  <a:cubicBezTo>
                    <a:pt x="0" y="426"/>
                    <a:pt x="122" y="517"/>
                    <a:pt x="274" y="517"/>
                  </a:cubicBezTo>
                  <a:cubicBezTo>
                    <a:pt x="426" y="517"/>
                    <a:pt x="547" y="426"/>
                    <a:pt x="547" y="274"/>
                  </a:cubicBezTo>
                  <a:cubicBezTo>
                    <a:pt x="547" y="122"/>
                    <a:pt x="426" y="1"/>
                    <a:pt x="27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68"/>
            <p:cNvSpPr/>
            <p:nvPr/>
          </p:nvSpPr>
          <p:spPr>
            <a:xfrm>
              <a:off x="5098125" y="4234250"/>
              <a:ext cx="15225" cy="13850"/>
            </a:xfrm>
            <a:custGeom>
              <a:rect b="b" l="l" r="r" t="t"/>
              <a:pathLst>
                <a:path extrusionOk="0" h="554" w="609">
                  <a:moveTo>
                    <a:pt x="334" y="0"/>
                  </a:moveTo>
                  <a:cubicBezTo>
                    <a:pt x="272" y="0"/>
                    <a:pt x="208" y="21"/>
                    <a:pt x="153" y="67"/>
                  </a:cubicBezTo>
                  <a:cubicBezTo>
                    <a:pt x="1" y="250"/>
                    <a:pt x="122" y="554"/>
                    <a:pt x="366" y="554"/>
                  </a:cubicBezTo>
                  <a:cubicBezTo>
                    <a:pt x="487" y="523"/>
                    <a:pt x="609" y="402"/>
                    <a:pt x="609" y="280"/>
                  </a:cubicBezTo>
                  <a:cubicBezTo>
                    <a:pt x="609" y="111"/>
                    <a:pt x="476" y="0"/>
                    <a:pt x="33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68"/>
            <p:cNvSpPr/>
            <p:nvPr/>
          </p:nvSpPr>
          <p:spPr>
            <a:xfrm>
              <a:off x="5158925" y="4234400"/>
              <a:ext cx="13700" cy="12950"/>
            </a:xfrm>
            <a:custGeom>
              <a:rect b="b" l="l" r="r" t="t"/>
              <a:pathLst>
                <a:path extrusionOk="0" h="518" w="548">
                  <a:moveTo>
                    <a:pt x="274" y="1"/>
                  </a:moveTo>
                  <a:cubicBezTo>
                    <a:pt x="122" y="1"/>
                    <a:pt x="0" y="122"/>
                    <a:pt x="0" y="274"/>
                  </a:cubicBezTo>
                  <a:cubicBezTo>
                    <a:pt x="0" y="426"/>
                    <a:pt x="122" y="517"/>
                    <a:pt x="274" y="517"/>
                  </a:cubicBezTo>
                  <a:cubicBezTo>
                    <a:pt x="426" y="517"/>
                    <a:pt x="548" y="426"/>
                    <a:pt x="548" y="274"/>
                  </a:cubicBezTo>
                  <a:cubicBezTo>
                    <a:pt x="548" y="122"/>
                    <a:pt x="426" y="1"/>
                    <a:pt x="27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68"/>
            <p:cNvSpPr/>
            <p:nvPr/>
          </p:nvSpPr>
          <p:spPr>
            <a:xfrm>
              <a:off x="5215925" y="4234250"/>
              <a:ext cx="15975" cy="13850"/>
            </a:xfrm>
            <a:custGeom>
              <a:rect b="b" l="l" r="r" t="t"/>
              <a:pathLst>
                <a:path extrusionOk="0" h="554" w="639">
                  <a:moveTo>
                    <a:pt x="350" y="0"/>
                  </a:moveTo>
                  <a:cubicBezTo>
                    <a:pt x="289" y="0"/>
                    <a:pt x="229" y="21"/>
                    <a:pt x="182" y="67"/>
                  </a:cubicBezTo>
                  <a:cubicBezTo>
                    <a:pt x="0" y="250"/>
                    <a:pt x="122" y="554"/>
                    <a:pt x="365" y="554"/>
                  </a:cubicBezTo>
                  <a:cubicBezTo>
                    <a:pt x="517" y="554"/>
                    <a:pt x="638" y="432"/>
                    <a:pt x="638" y="280"/>
                  </a:cubicBezTo>
                  <a:cubicBezTo>
                    <a:pt x="638" y="111"/>
                    <a:pt x="491" y="0"/>
                    <a:pt x="350"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68"/>
            <p:cNvSpPr/>
            <p:nvPr/>
          </p:nvSpPr>
          <p:spPr>
            <a:xfrm>
              <a:off x="5275175" y="4234400"/>
              <a:ext cx="17525" cy="13700"/>
            </a:xfrm>
            <a:custGeom>
              <a:rect b="b" l="l" r="r" t="t"/>
              <a:pathLst>
                <a:path extrusionOk="0" h="548" w="701">
                  <a:moveTo>
                    <a:pt x="366" y="1"/>
                  </a:moveTo>
                  <a:cubicBezTo>
                    <a:pt x="1" y="1"/>
                    <a:pt x="1" y="517"/>
                    <a:pt x="366" y="548"/>
                  </a:cubicBezTo>
                  <a:cubicBezTo>
                    <a:pt x="700" y="548"/>
                    <a:pt x="700" y="1"/>
                    <a:pt x="366"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68"/>
            <p:cNvSpPr/>
            <p:nvPr/>
          </p:nvSpPr>
          <p:spPr>
            <a:xfrm>
              <a:off x="5333700" y="4234400"/>
              <a:ext cx="18250" cy="13700"/>
            </a:xfrm>
            <a:custGeom>
              <a:rect b="b" l="l" r="r" t="t"/>
              <a:pathLst>
                <a:path extrusionOk="0" h="548" w="730">
                  <a:moveTo>
                    <a:pt x="365" y="1"/>
                  </a:moveTo>
                  <a:cubicBezTo>
                    <a:pt x="0" y="1"/>
                    <a:pt x="0" y="548"/>
                    <a:pt x="365" y="548"/>
                  </a:cubicBezTo>
                  <a:cubicBezTo>
                    <a:pt x="730" y="548"/>
                    <a:pt x="730" y="1"/>
                    <a:pt x="36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68"/>
            <p:cNvSpPr/>
            <p:nvPr/>
          </p:nvSpPr>
          <p:spPr>
            <a:xfrm>
              <a:off x="5392975" y="4234250"/>
              <a:ext cx="15975" cy="13850"/>
            </a:xfrm>
            <a:custGeom>
              <a:rect b="b" l="l" r="r" t="t"/>
              <a:pathLst>
                <a:path extrusionOk="0" h="554" w="639">
                  <a:moveTo>
                    <a:pt x="350" y="0"/>
                  </a:moveTo>
                  <a:cubicBezTo>
                    <a:pt x="289" y="0"/>
                    <a:pt x="229" y="21"/>
                    <a:pt x="183" y="67"/>
                  </a:cubicBezTo>
                  <a:cubicBezTo>
                    <a:pt x="0" y="250"/>
                    <a:pt x="122" y="554"/>
                    <a:pt x="365" y="554"/>
                  </a:cubicBezTo>
                  <a:cubicBezTo>
                    <a:pt x="517" y="554"/>
                    <a:pt x="639" y="432"/>
                    <a:pt x="639" y="280"/>
                  </a:cubicBezTo>
                  <a:cubicBezTo>
                    <a:pt x="639" y="111"/>
                    <a:pt x="491" y="0"/>
                    <a:pt x="350"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68"/>
            <p:cNvSpPr/>
            <p:nvPr/>
          </p:nvSpPr>
          <p:spPr>
            <a:xfrm>
              <a:off x="5452250" y="4234250"/>
              <a:ext cx="15225" cy="13850"/>
            </a:xfrm>
            <a:custGeom>
              <a:rect b="b" l="l" r="r" t="t"/>
              <a:pathLst>
                <a:path extrusionOk="0" h="554" w="609">
                  <a:moveTo>
                    <a:pt x="333" y="0"/>
                  </a:moveTo>
                  <a:cubicBezTo>
                    <a:pt x="271" y="0"/>
                    <a:pt x="207" y="21"/>
                    <a:pt x="152" y="67"/>
                  </a:cubicBezTo>
                  <a:cubicBezTo>
                    <a:pt x="0" y="250"/>
                    <a:pt x="122" y="554"/>
                    <a:pt x="365" y="554"/>
                  </a:cubicBezTo>
                  <a:cubicBezTo>
                    <a:pt x="486" y="554"/>
                    <a:pt x="608" y="432"/>
                    <a:pt x="608" y="280"/>
                  </a:cubicBezTo>
                  <a:cubicBezTo>
                    <a:pt x="608" y="111"/>
                    <a:pt x="475" y="0"/>
                    <a:pt x="33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68"/>
            <p:cNvSpPr/>
            <p:nvPr/>
          </p:nvSpPr>
          <p:spPr>
            <a:xfrm>
              <a:off x="5511525" y="4234250"/>
              <a:ext cx="15200" cy="13850"/>
            </a:xfrm>
            <a:custGeom>
              <a:rect b="b" l="l" r="r" t="t"/>
              <a:pathLst>
                <a:path extrusionOk="0" h="554" w="608">
                  <a:moveTo>
                    <a:pt x="333" y="0"/>
                  </a:moveTo>
                  <a:cubicBezTo>
                    <a:pt x="271" y="0"/>
                    <a:pt x="207" y="21"/>
                    <a:pt x="152" y="67"/>
                  </a:cubicBezTo>
                  <a:cubicBezTo>
                    <a:pt x="0" y="250"/>
                    <a:pt x="122" y="554"/>
                    <a:pt x="365" y="554"/>
                  </a:cubicBezTo>
                  <a:cubicBezTo>
                    <a:pt x="486" y="554"/>
                    <a:pt x="608" y="432"/>
                    <a:pt x="608" y="280"/>
                  </a:cubicBezTo>
                  <a:cubicBezTo>
                    <a:pt x="608" y="111"/>
                    <a:pt x="475" y="0"/>
                    <a:pt x="33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68"/>
            <p:cNvSpPr/>
            <p:nvPr/>
          </p:nvSpPr>
          <p:spPr>
            <a:xfrm>
              <a:off x="5570025" y="4234400"/>
              <a:ext cx="18250" cy="13700"/>
            </a:xfrm>
            <a:custGeom>
              <a:rect b="b" l="l" r="r" t="t"/>
              <a:pathLst>
                <a:path extrusionOk="0" h="548" w="730">
                  <a:moveTo>
                    <a:pt x="365" y="1"/>
                  </a:moveTo>
                  <a:cubicBezTo>
                    <a:pt x="1" y="1"/>
                    <a:pt x="1" y="548"/>
                    <a:pt x="365" y="548"/>
                  </a:cubicBezTo>
                  <a:cubicBezTo>
                    <a:pt x="730" y="548"/>
                    <a:pt x="730" y="1"/>
                    <a:pt x="36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68"/>
            <p:cNvSpPr/>
            <p:nvPr/>
          </p:nvSpPr>
          <p:spPr>
            <a:xfrm>
              <a:off x="3152800" y="4184250"/>
              <a:ext cx="14475" cy="13700"/>
            </a:xfrm>
            <a:custGeom>
              <a:rect b="b" l="l" r="r" t="t"/>
              <a:pathLst>
                <a:path extrusionOk="0" h="548" w="579">
                  <a:moveTo>
                    <a:pt x="305" y="1"/>
                  </a:moveTo>
                  <a:cubicBezTo>
                    <a:pt x="153" y="1"/>
                    <a:pt x="1" y="122"/>
                    <a:pt x="1" y="274"/>
                  </a:cubicBezTo>
                  <a:cubicBezTo>
                    <a:pt x="1" y="426"/>
                    <a:pt x="153" y="548"/>
                    <a:pt x="305" y="548"/>
                  </a:cubicBezTo>
                  <a:cubicBezTo>
                    <a:pt x="457" y="548"/>
                    <a:pt x="578" y="426"/>
                    <a:pt x="578" y="274"/>
                  </a:cubicBezTo>
                  <a:cubicBezTo>
                    <a:pt x="578" y="122"/>
                    <a:pt x="457" y="1"/>
                    <a:pt x="30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68"/>
            <p:cNvSpPr/>
            <p:nvPr/>
          </p:nvSpPr>
          <p:spPr>
            <a:xfrm>
              <a:off x="3218150" y="4181975"/>
              <a:ext cx="16750" cy="13825"/>
            </a:xfrm>
            <a:custGeom>
              <a:rect b="b" l="l" r="r" t="t"/>
              <a:pathLst>
                <a:path extrusionOk="0" h="553" w="670">
                  <a:moveTo>
                    <a:pt x="335" y="0"/>
                  </a:moveTo>
                  <a:cubicBezTo>
                    <a:pt x="183" y="0"/>
                    <a:pt x="31" y="122"/>
                    <a:pt x="1" y="304"/>
                  </a:cubicBezTo>
                  <a:cubicBezTo>
                    <a:pt x="28" y="440"/>
                    <a:pt x="153" y="552"/>
                    <a:pt x="288" y="552"/>
                  </a:cubicBezTo>
                  <a:cubicBezTo>
                    <a:pt x="303" y="552"/>
                    <a:pt x="319" y="551"/>
                    <a:pt x="335" y="547"/>
                  </a:cubicBezTo>
                  <a:cubicBezTo>
                    <a:pt x="518" y="547"/>
                    <a:pt x="639" y="426"/>
                    <a:pt x="670" y="274"/>
                  </a:cubicBezTo>
                  <a:cubicBezTo>
                    <a:pt x="639" y="92"/>
                    <a:pt x="487" y="0"/>
                    <a:pt x="33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68"/>
            <p:cNvSpPr/>
            <p:nvPr/>
          </p:nvSpPr>
          <p:spPr>
            <a:xfrm>
              <a:off x="3291875" y="4178175"/>
              <a:ext cx="18250" cy="13700"/>
            </a:xfrm>
            <a:custGeom>
              <a:rect b="b" l="l" r="r" t="t"/>
              <a:pathLst>
                <a:path extrusionOk="0" h="548" w="730">
                  <a:moveTo>
                    <a:pt x="365" y="0"/>
                  </a:moveTo>
                  <a:cubicBezTo>
                    <a:pt x="183" y="0"/>
                    <a:pt x="31" y="122"/>
                    <a:pt x="0" y="304"/>
                  </a:cubicBezTo>
                  <a:cubicBezTo>
                    <a:pt x="0" y="426"/>
                    <a:pt x="183" y="547"/>
                    <a:pt x="365" y="547"/>
                  </a:cubicBezTo>
                  <a:cubicBezTo>
                    <a:pt x="547" y="547"/>
                    <a:pt x="699" y="426"/>
                    <a:pt x="730" y="244"/>
                  </a:cubicBezTo>
                  <a:cubicBezTo>
                    <a:pt x="730" y="92"/>
                    <a:pt x="578" y="0"/>
                    <a:pt x="36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68"/>
            <p:cNvSpPr/>
            <p:nvPr/>
          </p:nvSpPr>
          <p:spPr>
            <a:xfrm>
              <a:off x="3372425" y="4171975"/>
              <a:ext cx="19025" cy="13825"/>
            </a:xfrm>
            <a:custGeom>
              <a:rect b="b" l="l" r="r" t="t"/>
              <a:pathLst>
                <a:path extrusionOk="0" h="553" w="761">
                  <a:moveTo>
                    <a:pt x="430" y="1"/>
                  </a:moveTo>
                  <a:cubicBezTo>
                    <a:pt x="409" y="1"/>
                    <a:pt x="387" y="2"/>
                    <a:pt x="365" y="5"/>
                  </a:cubicBezTo>
                  <a:cubicBezTo>
                    <a:pt x="183" y="36"/>
                    <a:pt x="0" y="157"/>
                    <a:pt x="0" y="309"/>
                  </a:cubicBezTo>
                  <a:cubicBezTo>
                    <a:pt x="0" y="461"/>
                    <a:pt x="152" y="552"/>
                    <a:pt x="365" y="552"/>
                  </a:cubicBezTo>
                  <a:cubicBezTo>
                    <a:pt x="578" y="522"/>
                    <a:pt x="760" y="400"/>
                    <a:pt x="760" y="248"/>
                  </a:cubicBezTo>
                  <a:cubicBezTo>
                    <a:pt x="760" y="112"/>
                    <a:pt x="614" y="1"/>
                    <a:pt x="430"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68"/>
            <p:cNvSpPr/>
            <p:nvPr/>
          </p:nvSpPr>
          <p:spPr>
            <a:xfrm>
              <a:off x="3458275" y="4164375"/>
              <a:ext cx="20475" cy="13950"/>
            </a:xfrm>
            <a:custGeom>
              <a:rect b="b" l="l" r="r" t="t"/>
              <a:pathLst>
                <a:path extrusionOk="0" h="558" w="819">
                  <a:moveTo>
                    <a:pt x="492" y="1"/>
                  </a:moveTo>
                  <a:cubicBezTo>
                    <a:pt x="470" y="1"/>
                    <a:pt x="449" y="2"/>
                    <a:pt x="426" y="5"/>
                  </a:cubicBezTo>
                  <a:cubicBezTo>
                    <a:pt x="183" y="36"/>
                    <a:pt x="1" y="157"/>
                    <a:pt x="1" y="309"/>
                  </a:cubicBezTo>
                  <a:cubicBezTo>
                    <a:pt x="1" y="445"/>
                    <a:pt x="123" y="557"/>
                    <a:pt x="301" y="557"/>
                  </a:cubicBezTo>
                  <a:cubicBezTo>
                    <a:pt x="322" y="557"/>
                    <a:pt x="343" y="556"/>
                    <a:pt x="366" y="552"/>
                  </a:cubicBezTo>
                  <a:cubicBezTo>
                    <a:pt x="609" y="552"/>
                    <a:pt x="791" y="400"/>
                    <a:pt x="791" y="248"/>
                  </a:cubicBezTo>
                  <a:cubicBezTo>
                    <a:pt x="818" y="112"/>
                    <a:pt x="675" y="1"/>
                    <a:pt x="492"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68"/>
            <p:cNvSpPr/>
            <p:nvPr/>
          </p:nvSpPr>
          <p:spPr>
            <a:xfrm>
              <a:off x="3547950" y="4156025"/>
              <a:ext cx="21225" cy="13925"/>
            </a:xfrm>
            <a:custGeom>
              <a:rect b="b" l="l" r="r" t="t"/>
              <a:pathLst>
                <a:path extrusionOk="0" h="557" w="849">
                  <a:moveTo>
                    <a:pt x="522" y="0"/>
                  </a:moveTo>
                  <a:cubicBezTo>
                    <a:pt x="501" y="0"/>
                    <a:pt x="479" y="2"/>
                    <a:pt x="456" y="5"/>
                  </a:cubicBezTo>
                  <a:cubicBezTo>
                    <a:pt x="213" y="35"/>
                    <a:pt x="1" y="157"/>
                    <a:pt x="1" y="309"/>
                  </a:cubicBezTo>
                  <a:cubicBezTo>
                    <a:pt x="1" y="445"/>
                    <a:pt x="122" y="557"/>
                    <a:pt x="301" y="557"/>
                  </a:cubicBezTo>
                  <a:cubicBezTo>
                    <a:pt x="322" y="557"/>
                    <a:pt x="343" y="555"/>
                    <a:pt x="365" y="552"/>
                  </a:cubicBezTo>
                  <a:cubicBezTo>
                    <a:pt x="639" y="522"/>
                    <a:pt x="821" y="400"/>
                    <a:pt x="821" y="248"/>
                  </a:cubicBezTo>
                  <a:cubicBezTo>
                    <a:pt x="848" y="112"/>
                    <a:pt x="705" y="0"/>
                    <a:pt x="522"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68"/>
            <p:cNvSpPr/>
            <p:nvPr/>
          </p:nvSpPr>
          <p:spPr>
            <a:xfrm>
              <a:off x="3639900" y="4146875"/>
              <a:ext cx="21975" cy="14000"/>
            </a:xfrm>
            <a:custGeom>
              <a:rect b="b" l="l" r="r" t="t"/>
              <a:pathLst>
                <a:path extrusionOk="0" h="560" w="879">
                  <a:moveTo>
                    <a:pt x="575" y="0"/>
                  </a:moveTo>
                  <a:cubicBezTo>
                    <a:pt x="547" y="0"/>
                    <a:pt x="518" y="2"/>
                    <a:pt x="487" y="6"/>
                  </a:cubicBezTo>
                  <a:cubicBezTo>
                    <a:pt x="274" y="6"/>
                    <a:pt x="92" y="128"/>
                    <a:pt x="0" y="310"/>
                  </a:cubicBezTo>
                  <a:cubicBezTo>
                    <a:pt x="0" y="469"/>
                    <a:pt x="116" y="559"/>
                    <a:pt x="307" y="559"/>
                  </a:cubicBezTo>
                  <a:cubicBezTo>
                    <a:pt x="335" y="559"/>
                    <a:pt x="365" y="557"/>
                    <a:pt x="396" y="553"/>
                  </a:cubicBezTo>
                  <a:cubicBezTo>
                    <a:pt x="578" y="553"/>
                    <a:pt x="791" y="432"/>
                    <a:pt x="851" y="249"/>
                  </a:cubicBezTo>
                  <a:cubicBezTo>
                    <a:pt x="878" y="90"/>
                    <a:pt x="766" y="0"/>
                    <a:pt x="57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68"/>
            <p:cNvSpPr/>
            <p:nvPr/>
          </p:nvSpPr>
          <p:spPr>
            <a:xfrm>
              <a:off x="3733450" y="4137025"/>
              <a:ext cx="22650" cy="14700"/>
            </a:xfrm>
            <a:custGeom>
              <a:rect b="b" l="l" r="r" t="t"/>
              <a:pathLst>
                <a:path extrusionOk="0" h="588" w="906">
                  <a:moveTo>
                    <a:pt x="587" y="0"/>
                  </a:moveTo>
                  <a:cubicBezTo>
                    <a:pt x="564" y="0"/>
                    <a:pt x="539" y="2"/>
                    <a:pt x="514" y="5"/>
                  </a:cubicBezTo>
                  <a:cubicBezTo>
                    <a:pt x="301" y="5"/>
                    <a:pt x="119" y="157"/>
                    <a:pt x="27" y="339"/>
                  </a:cubicBezTo>
                  <a:cubicBezTo>
                    <a:pt x="0" y="475"/>
                    <a:pt x="95" y="587"/>
                    <a:pt x="290" y="587"/>
                  </a:cubicBezTo>
                  <a:cubicBezTo>
                    <a:pt x="312" y="587"/>
                    <a:pt x="336" y="586"/>
                    <a:pt x="362" y="583"/>
                  </a:cubicBezTo>
                  <a:cubicBezTo>
                    <a:pt x="575" y="583"/>
                    <a:pt x="787" y="461"/>
                    <a:pt x="879" y="248"/>
                  </a:cubicBezTo>
                  <a:cubicBezTo>
                    <a:pt x="906" y="112"/>
                    <a:pt x="787" y="0"/>
                    <a:pt x="587"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68"/>
            <p:cNvSpPr/>
            <p:nvPr/>
          </p:nvSpPr>
          <p:spPr>
            <a:xfrm>
              <a:off x="3826225" y="4127900"/>
              <a:ext cx="23275" cy="14700"/>
            </a:xfrm>
            <a:custGeom>
              <a:rect b="b" l="l" r="r" t="t"/>
              <a:pathLst>
                <a:path extrusionOk="0" h="588" w="931">
                  <a:moveTo>
                    <a:pt x="614" y="1"/>
                  </a:moveTo>
                  <a:cubicBezTo>
                    <a:pt x="591" y="1"/>
                    <a:pt x="567" y="2"/>
                    <a:pt x="541" y="5"/>
                  </a:cubicBezTo>
                  <a:cubicBezTo>
                    <a:pt x="329" y="5"/>
                    <a:pt x="146" y="127"/>
                    <a:pt x="55" y="340"/>
                  </a:cubicBezTo>
                  <a:cubicBezTo>
                    <a:pt x="1" y="476"/>
                    <a:pt x="117" y="587"/>
                    <a:pt x="295" y="587"/>
                  </a:cubicBezTo>
                  <a:cubicBezTo>
                    <a:pt x="315" y="587"/>
                    <a:pt x="337" y="586"/>
                    <a:pt x="359" y="583"/>
                  </a:cubicBezTo>
                  <a:cubicBezTo>
                    <a:pt x="572" y="583"/>
                    <a:pt x="785" y="431"/>
                    <a:pt x="876" y="248"/>
                  </a:cubicBezTo>
                  <a:cubicBezTo>
                    <a:pt x="930" y="112"/>
                    <a:pt x="814" y="1"/>
                    <a:pt x="61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68"/>
            <p:cNvSpPr/>
            <p:nvPr/>
          </p:nvSpPr>
          <p:spPr>
            <a:xfrm>
              <a:off x="3917250" y="4118775"/>
              <a:ext cx="24100" cy="15350"/>
            </a:xfrm>
            <a:custGeom>
              <a:rect b="b" l="l" r="r" t="t"/>
              <a:pathLst>
                <a:path extrusionOk="0" h="614" w="964">
                  <a:moveTo>
                    <a:pt x="651" y="1"/>
                  </a:moveTo>
                  <a:cubicBezTo>
                    <a:pt x="628" y="1"/>
                    <a:pt x="604" y="2"/>
                    <a:pt x="578" y="6"/>
                  </a:cubicBezTo>
                  <a:cubicBezTo>
                    <a:pt x="366" y="6"/>
                    <a:pt x="183" y="158"/>
                    <a:pt x="62" y="340"/>
                  </a:cubicBezTo>
                  <a:cubicBezTo>
                    <a:pt x="1" y="492"/>
                    <a:pt x="153" y="613"/>
                    <a:pt x="366" y="613"/>
                  </a:cubicBezTo>
                  <a:cubicBezTo>
                    <a:pt x="578" y="583"/>
                    <a:pt x="791" y="461"/>
                    <a:pt x="882" y="249"/>
                  </a:cubicBezTo>
                  <a:cubicBezTo>
                    <a:pt x="964" y="113"/>
                    <a:pt x="851" y="1"/>
                    <a:pt x="651"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68"/>
            <p:cNvSpPr/>
            <p:nvPr/>
          </p:nvSpPr>
          <p:spPr>
            <a:xfrm>
              <a:off x="4006175" y="4111175"/>
              <a:ext cx="22650" cy="15350"/>
            </a:xfrm>
            <a:custGeom>
              <a:rect b="b" l="l" r="r" t="t"/>
              <a:pathLst>
                <a:path extrusionOk="0" h="614" w="906">
                  <a:moveTo>
                    <a:pt x="641" y="1"/>
                  </a:moveTo>
                  <a:cubicBezTo>
                    <a:pt x="621" y="1"/>
                    <a:pt x="600" y="2"/>
                    <a:pt x="578" y="6"/>
                  </a:cubicBezTo>
                  <a:cubicBezTo>
                    <a:pt x="365" y="6"/>
                    <a:pt x="183" y="127"/>
                    <a:pt x="61" y="340"/>
                  </a:cubicBezTo>
                  <a:cubicBezTo>
                    <a:pt x="0" y="492"/>
                    <a:pt x="122" y="613"/>
                    <a:pt x="334" y="613"/>
                  </a:cubicBezTo>
                  <a:cubicBezTo>
                    <a:pt x="547" y="583"/>
                    <a:pt x="760" y="462"/>
                    <a:pt x="851" y="279"/>
                  </a:cubicBezTo>
                  <a:cubicBezTo>
                    <a:pt x="906" y="116"/>
                    <a:pt x="814" y="1"/>
                    <a:pt x="641"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68"/>
            <p:cNvSpPr/>
            <p:nvPr/>
          </p:nvSpPr>
          <p:spPr>
            <a:xfrm>
              <a:off x="4090525" y="4103700"/>
              <a:ext cx="22050" cy="15225"/>
            </a:xfrm>
            <a:custGeom>
              <a:rect b="b" l="l" r="r" t="t"/>
              <a:pathLst>
                <a:path extrusionOk="0" h="609" w="882">
                  <a:moveTo>
                    <a:pt x="578" y="1"/>
                  </a:moveTo>
                  <a:cubicBezTo>
                    <a:pt x="365" y="31"/>
                    <a:pt x="182" y="153"/>
                    <a:pt x="61" y="335"/>
                  </a:cubicBezTo>
                  <a:cubicBezTo>
                    <a:pt x="0" y="517"/>
                    <a:pt x="91" y="609"/>
                    <a:pt x="304" y="609"/>
                  </a:cubicBezTo>
                  <a:cubicBezTo>
                    <a:pt x="517" y="609"/>
                    <a:pt x="699" y="487"/>
                    <a:pt x="821" y="274"/>
                  </a:cubicBezTo>
                  <a:cubicBezTo>
                    <a:pt x="882" y="122"/>
                    <a:pt x="790" y="1"/>
                    <a:pt x="578"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68"/>
            <p:cNvSpPr/>
            <p:nvPr/>
          </p:nvSpPr>
          <p:spPr>
            <a:xfrm>
              <a:off x="4169550" y="4098375"/>
              <a:ext cx="20525" cy="16000"/>
            </a:xfrm>
            <a:custGeom>
              <a:rect b="b" l="l" r="r" t="t"/>
              <a:pathLst>
                <a:path extrusionOk="0" h="640" w="821">
                  <a:moveTo>
                    <a:pt x="547" y="1"/>
                  </a:moveTo>
                  <a:cubicBezTo>
                    <a:pt x="335" y="31"/>
                    <a:pt x="152" y="153"/>
                    <a:pt x="61" y="335"/>
                  </a:cubicBezTo>
                  <a:cubicBezTo>
                    <a:pt x="0" y="518"/>
                    <a:pt x="61" y="639"/>
                    <a:pt x="243" y="639"/>
                  </a:cubicBezTo>
                  <a:cubicBezTo>
                    <a:pt x="456" y="609"/>
                    <a:pt x="639" y="487"/>
                    <a:pt x="730" y="305"/>
                  </a:cubicBezTo>
                  <a:cubicBezTo>
                    <a:pt x="821" y="122"/>
                    <a:pt x="730" y="1"/>
                    <a:pt x="547"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68"/>
            <p:cNvSpPr/>
            <p:nvPr/>
          </p:nvSpPr>
          <p:spPr>
            <a:xfrm>
              <a:off x="4240975" y="4095350"/>
              <a:ext cx="19025" cy="15975"/>
            </a:xfrm>
            <a:custGeom>
              <a:rect b="b" l="l" r="r" t="t"/>
              <a:pathLst>
                <a:path extrusionOk="0" h="639" w="761">
                  <a:moveTo>
                    <a:pt x="517" y="0"/>
                  </a:moveTo>
                  <a:cubicBezTo>
                    <a:pt x="304" y="31"/>
                    <a:pt x="152" y="152"/>
                    <a:pt x="61" y="335"/>
                  </a:cubicBezTo>
                  <a:cubicBezTo>
                    <a:pt x="0" y="487"/>
                    <a:pt x="61" y="639"/>
                    <a:pt x="213" y="639"/>
                  </a:cubicBezTo>
                  <a:cubicBezTo>
                    <a:pt x="426" y="608"/>
                    <a:pt x="578" y="487"/>
                    <a:pt x="669" y="304"/>
                  </a:cubicBezTo>
                  <a:cubicBezTo>
                    <a:pt x="760" y="122"/>
                    <a:pt x="669" y="0"/>
                    <a:pt x="517"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68"/>
            <p:cNvSpPr/>
            <p:nvPr/>
          </p:nvSpPr>
          <p:spPr>
            <a:xfrm>
              <a:off x="4303275" y="4095350"/>
              <a:ext cx="16000" cy="15225"/>
            </a:xfrm>
            <a:custGeom>
              <a:rect b="b" l="l" r="r" t="t"/>
              <a:pathLst>
                <a:path extrusionOk="0" h="609" w="640">
                  <a:moveTo>
                    <a:pt x="457" y="0"/>
                  </a:moveTo>
                  <a:cubicBezTo>
                    <a:pt x="274" y="0"/>
                    <a:pt x="122" y="122"/>
                    <a:pt x="62" y="304"/>
                  </a:cubicBezTo>
                  <a:cubicBezTo>
                    <a:pt x="1" y="456"/>
                    <a:pt x="31" y="608"/>
                    <a:pt x="153" y="608"/>
                  </a:cubicBezTo>
                  <a:cubicBezTo>
                    <a:pt x="335" y="578"/>
                    <a:pt x="487" y="456"/>
                    <a:pt x="548" y="304"/>
                  </a:cubicBezTo>
                  <a:cubicBezTo>
                    <a:pt x="639" y="122"/>
                    <a:pt x="578" y="0"/>
                    <a:pt x="457"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68"/>
            <p:cNvSpPr/>
            <p:nvPr/>
          </p:nvSpPr>
          <p:spPr>
            <a:xfrm>
              <a:off x="4353425" y="4097625"/>
              <a:ext cx="13725" cy="15325"/>
            </a:xfrm>
            <a:custGeom>
              <a:rect b="b" l="l" r="r" t="t"/>
              <a:pathLst>
                <a:path extrusionOk="0" h="613" w="549">
                  <a:moveTo>
                    <a:pt x="396" y="0"/>
                  </a:moveTo>
                  <a:cubicBezTo>
                    <a:pt x="305" y="0"/>
                    <a:pt x="153" y="122"/>
                    <a:pt x="62" y="304"/>
                  </a:cubicBezTo>
                  <a:cubicBezTo>
                    <a:pt x="1" y="456"/>
                    <a:pt x="31" y="608"/>
                    <a:pt x="123" y="608"/>
                  </a:cubicBezTo>
                  <a:cubicBezTo>
                    <a:pt x="133" y="611"/>
                    <a:pt x="144" y="612"/>
                    <a:pt x="155" y="612"/>
                  </a:cubicBezTo>
                  <a:cubicBezTo>
                    <a:pt x="270" y="612"/>
                    <a:pt x="404" y="474"/>
                    <a:pt x="487" y="335"/>
                  </a:cubicBezTo>
                  <a:cubicBezTo>
                    <a:pt x="548" y="152"/>
                    <a:pt x="518" y="31"/>
                    <a:pt x="396"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68"/>
            <p:cNvSpPr/>
            <p:nvPr/>
          </p:nvSpPr>
          <p:spPr>
            <a:xfrm>
              <a:off x="4396000" y="4102175"/>
              <a:ext cx="12175" cy="16000"/>
            </a:xfrm>
            <a:custGeom>
              <a:rect b="b" l="l" r="r" t="t"/>
              <a:pathLst>
                <a:path extrusionOk="0" h="640" w="487">
                  <a:moveTo>
                    <a:pt x="365" y="1"/>
                  </a:moveTo>
                  <a:cubicBezTo>
                    <a:pt x="274" y="1"/>
                    <a:pt x="152" y="122"/>
                    <a:pt x="61" y="305"/>
                  </a:cubicBezTo>
                  <a:cubicBezTo>
                    <a:pt x="0" y="457"/>
                    <a:pt x="0" y="639"/>
                    <a:pt x="91" y="639"/>
                  </a:cubicBezTo>
                  <a:cubicBezTo>
                    <a:pt x="213" y="639"/>
                    <a:pt x="334" y="518"/>
                    <a:pt x="426" y="335"/>
                  </a:cubicBezTo>
                  <a:cubicBezTo>
                    <a:pt x="486" y="183"/>
                    <a:pt x="456" y="31"/>
                    <a:pt x="36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68"/>
            <p:cNvSpPr/>
            <p:nvPr/>
          </p:nvSpPr>
          <p:spPr>
            <a:xfrm>
              <a:off x="4431700" y="4108900"/>
              <a:ext cx="11425" cy="15350"/>
            </a:xfrm>
            <a:custGeom>
              <a:rect b="b" l="l" r="r" t="t"/>
              <a:pathLst>
                <a:path extrusionOk="0" h="614" w="457">
                  <a:moveTo>
                    <a:pt x="336" y="1"/>
                  </a:moveTo>
                  <a:cubicBezTo>
                    <a:pt x="250" y="1"/>
                    <a:pt x="146" y="115"/>
                    <a:pt x="92" y="279"/>
                  </a:cubicBezTo>
                  <a:cubicBezTo>
                    <a:pt x="1" y="431"/>
                    <a:pt x="31" y="613"/>
                    <a:pt x="92" y="613"/>
                  </a:cubicBezTo>
                  <a:cubicBezTo>
                    <a:pt x="183" y="613"/>
                    <a:pt x="305" y="492"/>
                    <a:pt x="396" y="340"/>
                  </a:cubicBezTo>
                  <a:cubicBezTo>
                    <a:pt x="457" y="157"/>
                    <a:pt x="426" y="5"/>
                    <a:pt x="365" y="5"/>
                  </a:cubicBezTo>
                  <a:cubicBezTo>
                    <a:pt x="356" y="2"/>
                    <a:pt x="346" y="1"/>
                    <a:pt x="336"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68"/>
            <p:cNvSpPr/>
            <p:nvPr/>
          </p:nvSpPr>
          <p:spPr>
            <a:xfrm>
              <a:off x="4463625" y="4116500"/>
              <a:ext cx="9900" cy="15450"/>
            </a:xfrm>
            <a:custGeom>
              <a:rect b="b" l="l" r="r" t="t"/>
              <a:pathLst>
                <a:path extrusionOk="0" h="618" w="396">
                  <a:moveTo>
                    <a:pt x="285" y="1"/>
                  </a:moveTo>
                  <a:cubicBezTo>
                    <a:pt x="225" y="1"/>
                    <a:pt x="143" y="115"/>
                    <a:pt x="61" y="279"/>
                  </a:cubicBezTo>
                  <a:cubicBezTo>
                    <a:pt x="0" y="431"/>
                    <a:pt x="0" y="583"/>
                    <a:pt x="61" y="613"/>
                  </a:cubicBezTo>
                  <a:cubicBezTo>
                    <a:pt x="71" y="616"/>
                    <a:pt x="80" y="618"/>
                    <a:pt x="90" y="618"/>
                  </a:cubicBezTo>
                  <a:cubicBezTo>
                    <a:pt x="177" y="618"/>
                    <a:pt x="280" y="503"/>
                    <a:pt x="335" y="340"/>
                  </a:cubicBezTo>
                  <a:cubicBezTo>
                    <a:pt x="396" y="188"/>
                    <a:pt x="365" y="36"/>
                    <a:pt x="304" y="5"/>
                  </a:cubicBezTo>
                  <a:cubicBezTo>
                    <a:pt x="298" y="2"/>
                    <a:pt x="291" y="1"/>
                    <a:pt x="28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68"/>
            <p:cNvSpPr/>
            <p:nvPr/>
          </p:nvSpPr>
          <p:spPr>
            <a:xfrm>
              <a:off x="4490975" y="4125625"/>
              <a:ext cx="9150" cy="14700"/>
            </a:xfrm>
            <a:custGeom>
              <a:rect b="b" l="l" r="r" t="t"/>
              <a:pathLst>
                <a:path extrusionOk="0" h="588" w="366">
                  <a:moveTo>
                    <a:pt x="255" y="0"/>
                  </a:moveTo>
                  <a:cubicBezTo>
                    <a:pt x="200" y="0"/>
                    <a:pt x="143" y="112"/>
                    <a:pt x="61" y="248"/>
                  </a:cubicBezTo>
                  <a:cubicBezTo>
                    <a:pt x="1" y="400"/>
                    <a:pt x="1" y="552"/>
                    <a:pt x="61" y="583"/>
                  </a:cubicBezTo>
                  <a:cubicBezTo>
                    <a:pt x="71" y="586"/>
                    <a:pt x="80" y="587"/>
                    <a:pt x="90" y="587"/>
                  </a:cubicBezTo>
                  <a:cubicBezTo>
                    <a:pt x="171" y="587"/>
                    <a:pt x="250" y="476"/>
                    <a:pt x="305" y="339"/>
                  </a:cubicBezTo>
                  <a:cubicBezTo>
                    <a:pt x="365" y="157"/>
                    <a:pt x="335" y="5"/>
                    <a:pt x="274" y="5"/>
                  </a:cubicBezTo>
                  <a:cubicBezTo>
                    <a:pt x="268" y="2"/>
                    <a:pt x="261" y="0"/>
                    <a:pt x="25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68"/>
            <p:cNvSpPr/>
            <p:nvPr/>
          </p:nvSpPr>
          <p:spPr>
            <a:xfrm>
              <a:off x="4516825" y="4134750"/>
              <a:ext cx="7600" cy="14700"/>
            </a:xfrm>
            <a:custGeom>
              <a:rect b="b" l="l" r="r" t="t"/>
              <a:pathLst>
                <a:path extrusionOk="0" h="588" w="304">
                  <a:moveTo>
                    <a:pt x="194" y="0"/>
                  </a:moveTo>
                  <a:cubicBezTo>
                    <a:pt x="139" y="0"/>
                    <a:pt x="85" y="112"/>
                    <a:pt x="30" y="248"/>
                  </a:cubicBezTo>
                  <a:cubicBezTo>
                    <a:pt x="0" y="400"/>
                    <a:pt x="0" y="552"/>
                    <a:pt x="61" y="582"/>
                  </a:cubicBezTo>
                  <a:cubicBezTo>
                    <a:pt x="67" y="586"/>
                    <a:pt x="74" y="587"/>
                    <a:pt x="81" y="587"/>
                  </a:cubicBezTo>
                  <a:cubicBezTo>
                    <a:pt x="140" y="587"/>
                    <a:pt x="216" y="475"/>
                    <a:pt x="243" y="339"/>
                  </a:cubicBezTo>
                  <a:cubicBezTo>
                    <a:pt x="304" y="187"/>
                    <a:pt x="274" y="35"/>
                    <a:pt x="213" y="5"/>
                  </a:cubicBezTo>
                  <a:cubicBezTo>
                    <a:pt x="206" y="2"/>
                    <a:pt x="200" y="0"/>
                    <a:pt x="19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68"/>
            <p:cNvSpPr/>
            <p:nvPr/>
          </p:nvSpPr>
          <p:spPr>
            <a:xfrm>
              <a:off x="4541125" y="4143975"/>
              <a:ext cx="7625" cy="14575"/>
            </a:xfrm>
            <a:custGeom>
              <a:rect b="b" l="l" r="r" t="t"/>
              <a:pathLst>
                <a:path extrusionOk="0" h="583" w="305">
                  <a:moveTo>
                    <a:pt x="213" y="1"/>
                  </a:moveTo>
                  <a:cubicBezTo>
                    <a:pt x="153" y="1"/>
                    <a:pt x="92" y="92"/>
                    <a:pt x="31" y="244"/>
                  </a:cubicBezTo>
                  <a:cubicBezTo>
                    <a:pt x="1" y="426"/>
                    <a:pt x="31" y="548"/>
                    <a:pt x="92" y="578"/>
                  </a:cubicBezTo>
                  <a:cubicBezTo>
                    <a:pt x="98" y="581"/>
                    <a:pt x="105" y="583"/>
                    <a:pt x="111" y="583"/>
                  </a:cubicBezTo>
                  <a:cubicBezTo>
                    <a:pt x="165" y="583"/>
                    <a:pt x="220" y="471"/>
                    <a:pt x="274" y="335"/>
                  </a:cubicBezTo>
                  <a:cubicBezTo>
                    <a:pt x="305" y="183"/>
                    <a:pt x="274" y="31"/>
                    <a:pt x="21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68"/>
            <p:cNvSpPr/>
            <p:nvPr/>
          </p:nvSpPr>
          <p:spPr>
            <a:xfrm>
              <a:off x="4566200" y="4153700"/>
              <a:ext cx="7625" cy="13975"/>
            </a:xfrm>
            <a:custGeom>
              <a:rect b="b" l="l" r="r" t="t"/>
              <a:pathLst>
                <a:path extrusionOk="0" h="559" w="305">
                  <a:moveTo>
                    <a:pt x="160" y="1"/>
                  </a:moveTo>
                  <a:cubicBezTo>
                    <a:pt x="107" y="1"/>
                    <a:pt x="58" y="91"/>
                    <a:pt x="31" y="250"/>
                  </a:cubicBezTo>
                  <a:cubicBezTo>
                    <a:pt x="1" y="402"/>
                    <a:pt x="31" y="523"/>
                    <a:pt x="92" y="554"/>
                  </a:cubicBezTo>
                  <a:cubicBezTo>
                    <a:pt x="101" y="557"/>
                    <a:pt x="111" y="559"/>
                    <a:pt x="120" y="559"/>
                  </a:cubicBezTo>
                  <a:cubicBezTo>
                    <a:pt x="196" y="559"/>
                    <a:pt x="247" y="447"/>
                    <a:pt x="274" y="311"/>
                  </a:cubicBezTo>
                  <a:cubicBezTo>
                    <a:pt x="305" y="159"/>
                    <a:pt x="244" y="37"/>
                    <a:pt x="183" y="7"/>
                  </a:cubicBezTo>
                  <a:cubicBezTo>
                    <a:pt x="175" y="3"/>
                    <a:pt x="168" y="1"/>
                    <a:pt x="160"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68"/>
            <p:cNvSpPr/>
            <p:nvPr/>
          </p:nvSpPr>
          <p:spPr>
            <a:xfrm>
              <a:off x="4593575" y="4162225"/>
              <a:ext cx="6850" cy="13825"/>
            </a:xfrm>
            <a:custGeom>
              <a:rect b="b" l="l" r="r" t="t"/>
              <a:pathLst>
                <a:path extrusionOk="0" h="553" w="274">
                  <a:moveTo>
                    <a:pt x="152" y="0"/>
                  </a:moveTo>
                  <a:cubicBezTo>
                    <a:pt x="91" y="0"/>
                    <a:pt x="30" y="91"/>
                    <a:pt x="0" y="243"/>
                  </a:cubicBezTo>
                  <a:cubicBezTo>
                    <a:pt x="0" y="395"/>
                    <a:pt x="30" y="547"/>
                    <a:pt x="122" y="547"/>
                  </a:cubicBezTo>
                  <a:cubicBezTo>
                    <a:pt x="129" y="551"/>
                    <a:pt x="138" y="553"/>
                    <a:pt x="146" y="553"/>
                  </a:cubicBezTo>
                  <a:cubicBezTo>
                    <a:pt x="204" y="553"/>
                    <a:pt x="274" y="467"/>
                    <a:pt x="274" y="334"/>
                  </a:cubicBezTo>
                  <a:cubicBezTo>
                    <a:pt x="274" y="182"/>
                    <a:pt x="243" y="30"/>
                    <a:pt x="152"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68"/>
            <p:cNvSpPr/>
            <p:nvPr/>
          </p:nvSpPr>
          <p:spPr>
            <a:xfrm>
              <a:off x="4623950" y="4170425"/>
              <a:ext cx="7625" cy="13225"/>
            </a:xfrm>
            <a:custGeom>
              <a:rect b="b" l="l" r="r" t="t"/>
              <a:pathLst>
                <a:path extrusionOk="0" h="529" w="305">
                  <a:moveTo>
                    <a:pt x="128" y="1"/>
                  </a:moveTo>
                  <a:cubicBezTo>
                    <a:pt x="70" y="1"/>
                    <a:pt x="1" y="87"/>
                    <a:pt x="1" y="219"/>
                  </a:cubicBezTo>
                  <a:cubicBezTo>
                    <a:pt x="1" y="371"/>
                    <a:pt x="62" y="523"/>
                    <a:pt x="153" y="523"/>
                  </a:cubicBezTo>
                  <a:cubicBezTo>
                    <a:pt x="161" y="527"/>
                    <a:pt x="169" y="529"/>
                    <a:pt x="178" y="529"/>
                  </a:cubicBezTo>
                  <a:cubicBezTo>
                    <a:pt x="236" y="529"/>
                    <a:pt x="305" y="443"/>
                    <a:pt x="305" y="310"/>
                  </a:cubicBezTo>
                  <a:cubicBezTo>
                    <a:pt x="305" y="158"/>
                    <a:pt x="244" y="6"/>
                    <a:pt x="153" y="6"/>
                  </a:cubicBezTo>
                  <a:cubicBezTo>
                    <a:pt x="145" y="2"/>
                    <a:pt x="137" y="1"/>
                    <a:pt x="128"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68"/>
            <p:cNvSpPr/>
            <p:nvPr/>
          </p:nvSpPr>
          <p:spPr>
            <a:xfrm>
              <a:off x="4658925" y="4176650"/>
              <a:ext cx="9125" cy="13700"/>
            </a:xfrm>
            <a:custGeom>
              <a:rect b="b" l="l" r="r" t="t"/>
              <a:pathLst>
                <a:path extrusionOk="0" h="548" w="365">
                  <a:moveTo>
                    <a:pt x="182" y="1"/>
                  </a:moveTo>
                  <a:cubicBezTo>
                    <a:pt x="91" y="1"/>
                    <a:pt x="0" y="92"/>
                    <a:pt x="0" y="244"/>
                  </a:cubicBezTo>
                  <a:cubicBezTo>
                    <a:pt x="0" y="396"/>
                    <a:pt x="61" y="548"/>
                    <a:pt x="182" y="548"/>
                  </a:cubicBezTo>
                  <a:cubicBezTo>
                    <a:pt x="274" y="548"/>
                    <a:pt x="365" y="457"/>
                    <a:pt x="365" y="305"/>
                  </a:cubicBezTo>
                  <a:cubicBezTo>
                    <a:pt x="365" y="153"/>
                    <a:pt x="274" y="31"/>
                    <a:pt x="182"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68"/>
            <p:cNvSpPr/>
            <p:nvPr/>
          </p:nvSpPr>
          <p:spPr>
            <a:xfrm>
              <a:off x="4699200" y="4181200"/>
              <a:ext cx="11400" cy="13725"/>
            </a:xfrm>
            <a:custGeom>
              <a:rect b="b" l="l" r="r" t="t"/>
              <a:pathLst>
                <a:path extrusionOk="0" h="549" w="456">
                  <a:moveTo>
                    <a:pt x="213" y="1"/>
                  </a:moveTo>
                  <a:cubicBezTo>
                    <a:pt x="122" y="1"/>
                    <a:pt x="30" y="123"/>
                    <a:pt x="30" y="275"/>
                  </a:cubicBezTo>
                  <a:cubicBezTo>
                    <a:pt x="0" y="396"/>
                    <a:pt x="91" y="518"/>
                    <a:pt x="243" y="548"/>
                  </a:cubicBezTo>
                  <a:cubicBezTo>
                    <a:pt x="334" y="548"/>
                    <a:pt x="426" y="457"/>
                    <a:pt x="426" y="305"/>
                  </a:cubicBezTo>
                  <a:cubicBezTo>
                    <a:pt x="456" y="153"/>
                    <a:pt x="365" y="31"/>
                    <a:pt x="21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68"/>
            <p:cNvSpPr/>
            <p:nvPr/>
          </p:nvSpPr>
          <p:spPr>
            <a:xfrm>
              <a:off x="4747825" y="4184250"/>
              <a:ext cx="12950" cy="12950"/>
            </a:xfrm>
            <a:custGeom>
              <a:rect b="b" l="l" r="r" t="t"/>
              <a:pathLst>
                <a:path extrusionOk="0" h="518" w="518">
                  <a:moveTo>
                    <a:pt x="244" y="1"/>
                  </a:moveTo>
                  <a:cubicBezTo>
                    <a:pt x="122" y="1"/>
                    <a:pt x="0" y="122"/>
                    <a:pt x="31" y="244"/>
                  </a:cubicBezTo>
                  <a:cubicBezTo>
                    <a:pt x="0" y="396"/>
                    <a:pt x="122" y="517"/>
                    <a:pt x="274" y="517"/>
                  </a:cubicBezTo>
                  <a:cubicBezTo>
                    <a:pt x="395" y="517"/>
                    <a:pt x="517" y="396"/>
                    <a:pt x="517" y="274"/>
                  </a:cubicBezTo>
                  <a:cubicBezTo>
                    <a:pt x="517" y="122"/>
                    <a:pt x="395" y="1"/>
                    <a:pt x="24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68"/>
            <p:cNvSpPr/>
            <p:nvPr/>
          </p:nvSpPr>
          <p:spPr>
            <a:xfrm>
              <a:off x="4804825" y="4184250"/>
              <a:ext cx="13700" cy="13700"/>
            </a:xfrm>
            <a:custGeom>
              <a:rect b="b" l="l" r="r" t="t"/>
              <a:pathLst>
                <a:path extrusionOk="0" h="548" w="548">
                  <a:moveTo>
                    <a:pt x="274" y="1"/>
                  </a:moveTo>
                  <a:cubicBezTo>
                    <a:pt x="122" y="1"/>
                    <a:pt x="0" y="122"/>
                    <a:pt x="0" y="274"/>
                  </a:cubicBezTo>
                  <a:cubicBezTo>
                    <a:pt x="0" y="426"/>
                    <a:pt x="122" y="548"/>
                    <a:pt x="274" y="548"/>
                  </a:cubicBezTo>
                  <a:cubicBezTo>
                    <a:pt x="426" y="548"/>
                    <a:pt x="547" y="426"/>
                    <a:pt x="547" y="274"/>
                  </a:cubicBezTo>
                  <a:cubicBezTo>
                    <a:pt x="547" y="122"/>
                    <a:pt x="426" y="1"/>
                    <a:pt x="27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68"/>
            <p:cNvSpPr/>
            <p:nvPr/>
          </p:nvSpPr>
          <p:spPr>
            <a:xfrm>
              <a:off x="4861800" y="4184325"/>
              <a:ext cx="16000" cy="13625"/>
            </a:xfrm>
            <a:custGeom>
              <a:rect b="b" l="l" r="r" t="t"/>
              <a:pathLst>
                <a:path extrusionOk="0" h="545" w="640">
                  <a:moveTo>
                    <a:pt x="369" y="1"/>
                  </a:moveTo>
                  <a:cubicBezTo>
                    <a:pt x="301" y="1"/>
                    <a:pt x="234" y="28"/>
                    <a:pt x="183" y="89"/>
                  </a:cubicBezTo>
                  <a:cubicBezTo>
                    <a:pt x="1" y="241"/>
                    <a:pt x="122" y="545"/>
                    <a:pt x="365" y="545"/>
                  </a:cubicBezTo>
                  <a:cubicBezTo>
                    <a:pt x="517" y="545"/>
                    <a:pt x="639" y="423"/>
                    <a:pt x="639" y="271"/>
                  </a:cubicBezTo>
                  <a:cubicBezTo>
                    <a:pt x="639" y="109"/>
                    <a:pt x="504" y="1"/>
                    <a:pt x="369"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68"/>
            <p:cNvSpPr/>
            <p:nvPr/>
          </p:nvSpPr>
          <p:spPr>
            <a:xfrm>
              <a:off x="4921075" y="4184325"/>
              <a:ext cx="15975" cy="13625"/>
            </a:xfrm>
            <a:custGeom>
              <a:rect b="b" l="l" r="r" t="t"/>
              <a:pathLst>
                <a:path extrusionOk="0" h="545" w="639">
                  <a:moveTo>
                    <a:pt x="360" y="1"/>
                  </a:moveTo>
                  <a:cubicBezTo>
                    <a:pt x="288" y="1"/>
                    <a:pt x="213" y="28"/>
                    <a:pt x="153" y="89"/>
                  </a:cubicBezTo>
                  <a:cubicBezTo>
                    <a:pt x="1" y="241"/>
                    <a:pt x="122" y="545"/>
                    <a:pt x="365" y="545"/>
                  </a:cubicBezTo>
                  <a:cubicBezTo>
                    <a:pt x="517" y="545"/>
                    <a:pt x="639" y="423"/>
                    <a:pt x="639" y="271"/>
                  </a:cubicBezTo>
                  <a:cubicBezTo>
                    <a:pt x="639" y="109"/>
                    <a:pt x="504" y="1"/>
                    <a:pt x="360"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68"/>
            <p:cNvSpPr/>
            <p:nvPr/>
          </p:nvSpPr>
          <p:spPr>
            <a:xfrm>
              <a:off x="4979600" y="4184325"/>
              <a:ext cx="15975" cy="13625"/>
            </a:xfrm>
            <a:custGeom>
              <a:rect b="b" l="l" r="r" t="t"/>
              <a:pathLst>
                <a:path extrusionOk="0" h="545" w="639">
                  <a:moveTo>
                    <a:pt x="382" y="1"/>
                  </a:moveTo>
                  <a:cubicBezTo>
                    <a:pt x="314" y="1"/>
                    <a:pt x="243" y="28"/>
                    <a:pt x="182" y="89"/>
                  </a:cubicBezTo>
                  <a:cubicBezTo>
                    <a:pt x="0" y="241"/>
                    <a:pt x="122" y="545"/>
                    <a:pt x="365" y="545"/>
                  </a:cubicBezTo>
                  <a:cubicBezTo>
                    <a:pt x="517" y="545"/>
                    <a:pt x="638" y="423"/>
                    <a:pt x="638" y="271"/>
                  </a:cubicBezTo>
                  <a:cubicBezTo>
                    <a:pt x="638" y="109"/>
                    <a:pt x="517" y="1"/>
                    <a:pt x="382"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68"/>
            <p:cNvSpPr/>
            <p:nvPr/>
          </p:nvSpPr>
          <p:spPr>
            <a:xfrm>
              <a:off x="5041150" y="4184250"/>
              <a:ext cx="13700" cy="13700"/>
            </a:xfrm>
            <a:custGeom>
              <a:rect b="b" l="l" r="r" t="t"/>
              <a:pathLst>
                <a:path extrusionOk="0" h="548" w="548">
                  <a:moveTo>
                    <a:pt x="274" y="1"/>
                  </a:moveTo>
                  <a:cubicBezTo>
                    <a:pt x="122" y="1"/>
                    <a:pt x="0" y="122"/>
                    <a:pt x="0" y="274"/>
                  </a:cubicBezTo>
                  <a:cubicBezTo>
                    <a:pt x="0" y="426"/>
                    <a:pt x="122" y="548"/>
                    <a:pt x="274" y="548"/>
                  </a:cubicBezTo>
                  <a:cubicBezTo>
                    <a:pt x="426" y="548"/>
                    <a:pt x="547" y="426"/>
                    <a:pt x="547" y="274"/>
                  </a:cubicBezTo>
                  <a:cubicBezTo>
                    <a:pt x="547" y="122"/>
                    <a:pt x="426" y="1"/>
                    <a:pt x="27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68"/>
            <p:cNvSpPr/>
            <p:nvPr/>
          </p:nvSpPr>
          <p:spPr>
            <a:xfrm>
              <a:off x="5098125" y="4184325"/>
              <a:ext cx="15225" cy="13625"/>
            </a:xfrm>
            <a:custGeom>
              <a:rect b="b" l="l" r="r" t="t"/>
              <a:pathLst>
                <a:path extrusionOk="0" h="545" w="609">
                  <a:moveTo>
                    <a:pt x="352" y="1"/>
                  </a:moveTo>
                  <a:cubicBezTo>
                    <a:pt x="284" y="1"/>
                    <a:pt x="214" y="28"/>
                    <a:pt x="153" y="89"/>
                  </a:cubicBezTo>
                  <a:cubicBezTo>
                    <a:pt x="1" y="241"/>
                    <a:pt x="122" y="545"/>
                    <a:pt x="366" y="545"/>
                  </a:cubicBezTo>
                  <a:cubicBezTo>
                    <a:pt x="487" y="545"/>
                    <a:pt x="609" y="423"/>
                    <a:pt x="609" y="271"/>
                  </a:cubicBezTo>
                  <a:cubicBezTo>
                    <a:pt x="609" y="109"/>
                    <a:pt x="487" y="1"/>
                    <a:pt x="352"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68"/>
            <p:cNvSpPr/>
            <p:nvPr/>
          </p:nvSpPr>
          <p:spPr>
            <a:xfrm>
              <a:off x="5158925" y="4184250"/>
              <a:ext cx="13700" cy="13700"/>
            </a:xfrm>
            <a:custGeom>
              <a:rect b="b" l="l" r="r" t="t"/>
              <a:pathLst>
                <a:path extrusionOk="0" h="548" w="548">
                  <a:moveTo>
                    <a:pt x="274" y="1"/>
                  </a:moveTo>
                  <a:cubicBezTo>
                    <a:pt x="122" y="1"/>
                    <a:pt x="0" y="122"/>
                    <a:pt x="0" y="274"/>
                  </a:cubicBezTo>
                  <a:cubicBezTo>
                    <a:pt x="0" y="426"/>
                    <a:pt x="122" y="548"/>
                    <a:pt x="274" y="548"/>
                  </a:cubicBezTo>
                  <a:cubicBezTo>
                    <a:pt x="426" y="548"/>
                    <a:pt x="548" y="426"/>
                    <a:pt x="548" y="274"/>
                  </a:cubicBezTo>
                  <a:cubicBezTo>
                    <a:pt x="548" y="122"/>
                    <a:pt x="426" y="1"/>
                    <a:pt x="27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68"/>
            <p:cNvSpPr/>
            <p:nvPr/>
          </p:nvSpPr>
          <p:spPr>
            <a:xfrm>
              <a:off x="5215925" y="4184325"/>
              <a:ext cx="15975" cy="13625"/>
            </a:xfrm>
            <a:custGeom>
              <a:rect b="b" l="l" r="r" t="t"/>
              <a:pathLst>
                <a:path extrusionOk="0" h="545" w="639">
                  <a:moveTo>
                    <a:pt x="368" y="1"/>
                  </a:moveTo>
                  <a:cubicBezTo>
                    <a:pt x="301" y="1"/>
                    <a:pt x="233" y="28"/>
                    <a:pt x="182" y="89"/>
                  </a:cubicBezTo>
                  <a:cubicBezTo>
                    <a:pt x="0" y="241"/>
                    <a:pt x="122" y="545"/>
                    <a:pt x="365" y="545"/>
                  </a:cubicBezTo>
                  <a:cubicBezTo>
                    <a:pt x="517" y="545"/>
                    <a:pt x="638" y="423"/>
                    <a:pt x="638" y="271"/>
                  </a:cubicBezTo>
                  <a:cubicBezTo>
                    <a:pt x="638" y="109"/>
                    <a:pt x="503" y="1"/>
                    <a:pt x="368"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68"/>
            <p:cNvSpPr/>
            <p:nvPr/>
          </p:nvSpPr>
          <p:spPr>
            <a:xfrm>
              <a:off x="5275175" y="4184250"/>
              <a:ext cx="17525" cy="13700"/>
            </a:xfrm>
            <a:custGeom>
              <a:rect b="b" l="l" r="r" t="t"/>
              <a:pathLst>
                <a:path extrusionOk="0" h="548" w="701">
                  <a:moveTo>
                    <a:pt x="366" y="1"/>
                  </a:moveTo>
                  <a:cubicBezTo>
                    <a:pt x="1" y="1"/>
                    <a:pt x="1" y="548"/>
                    <a:pt x="366" y="548"/>
                  </a:cubicBezTo>
                  <a:cubicBezTo>
                    <a:pt x="700" y="548"/>
                    <a:pt x="700" y="1"/>
                    <a:pt x="366"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68"/>
            <p:cNvSpPr/>
            <p:nvPr/>
          </p:nvSpPr>
          <p:spPr>
            <a:xfrm>
              <a:off x="5333700" y="4184250"/>
              <a:ext cx="18250" cy="13700"/>
            </a:xfrm>
            <a:custGeom>
              <a:rect b="b" l="l" r="r" t="t"/>
              <a:pathLst>
                <a:path extrusionOk="0" h="548" w="730">
                  <a:moveTo>
                    <a:pt x="365" y="1"/>
                  </a:moveTo>
                  <a:cubicBezTo>
                    <a:pt x="0" y="1"/>
                    <a:pt x="0" y="548"/>
                    <a:pt x="365" y="548"/>
                  </a:cubicBezTo>
                  <a:cubicBezTo>
                    <a:pt x="730" y="548"/>
                    <a:pt x="730" y="1"/>
                    <a:pt x="36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68"/>
            <p:cNvSpPr/>
            <p:nvPr/>
          </p:nvSpPr>
          <p:spPr>
            <a:xfrm>
              <a:off x="5392975" y="4184325"/>
              <a:ext cx="15975" cy="13625"/>
            </a:xfrm>
            <a:custGeom>
              <a:rect b="b" l="l" r="r" t="t"/>
              <a:pathLst>
                <a:path extrusionOk="0" h="545" w="639">
                  <a:moveTo>
                    <a:pt x="368" y="1"/>
                  </a:moveTo>
                  <a:cubicBezTo>
                    <a:pt x="301" y="1"/>
                    <a:pt x="233" y="28"/>
                    <a:pt x="183" y="89"/>
                  </a:cubicBezTo>
                  <a:cubicBezTo>
                    <a:pt x="0" y="241"/>
                    <a:pt x="122" y="545"/>
                    <a:pt x="365" y="545"/>
                  </a:cubicBezTo>
                  <a:cubicBezTo>
                    <a:pt x="517" y="545"/>
                    <a:pt x="639" y="423"/>
                    <a:pt x="639" y="271"/>
                  </a:cubicBezTo>
                  <a:cubicBezTo>
                    <a:pt x="639" y="109"/>
                    <a:pt x="504" y="1"/>
                    <a:pt x="368"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68"/>
            <p:cNvSpPr/>
            <p:nvPr/>
          </p:nvSpPr>
          <p:spPr>
            <a:xfrm>
              <a:off x="5452250" y="4184325"/>
              <a:ext cx="15225" cy="13625"/>
            </a:xfrm>
            <a:custGeom>
              <a:rect b="b" l="l" r="r" t="t"/>
              <a:pathLst>
                <a:path extrusionOk="0" h="545" w="609">
                  <a:moveTo>
                    <a:pt x="351" y="1"/>
                  </a:moveTo>
                  <a:cubicBezTo>
                    <a:pt x="284" y="1"/>
                    <a:pt x="213" y="28"/>
                    <a:pt x="152" y="89"/>
                  </a:cubicBezTo>
                  <a:cubicBezTo>
                    <a:pt x="0" y="241"/>
                    <a:pt x="122" y="545"/>
                    <a:pt x="365" y="545"/>
                  </a:cubicBezTo>
                  <a:cubicBezTo>
                    <a:pt x="486" y="545"/>
                    <a:pt x="608" y="423"/>
                    <a:pt x="608" y="271"/>
                  </a:cubicBezTo>
                  <a:cubicBezTo>
                    <a:pt x="608" y="109"/>
                    <a:pt x="486" y="1"/>
                    <a:pt x="351"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68"/>
            <p:cNvSpPr/>
            <p:nvPr/>
          </p:nvSpPr>
          <p:spPr>
            <a:xfrm>
              <a:off x="5511525" y="4184325"/>
              <a:ext cx="15200" cy="13625"/>
            </a:xfrm>
            <a:custGeom>
              <a:rect b="b" l="l" r="r" t="t"/>
              <a:pathLst>
                <a:path extrusionOk="0" h="545" w="608">
                  <a:moveTo>
                    <a:pt x="351" y="1"/>
                  </a:moveTo>
                  <a:cubicBezTo>
                    <a:pt x="284" y="1"/>
                    <a:pt x="213" y="28"/>
                    <a:pt x="152" y="89"/>
                  </a:cubicBezTo>
                  <a:cubicBezTo>
                    <a:pt x="0" y="241"/>
                    <a:pt x="122" y="545"/>
                    <a:pt x="365" y="545"/>
                  </a:cubicBezTo>
                  <a:cubicBezTo>
                    <a:pt x="486" y="545"/>
                    <a:pt x="608" y="423"/>
                    <a:pt x="608" y="271"/>
                  </a:cubicBezTo>
                  <a:cubicBezTo>
                    <a:pt x="608" y="109"/>
                    <a:pt x="486" y="1"/>
                    <a:pt x="351"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68"/>
            <p:cNvSpPr/>
            <p:nvPr/>
          </p:nvSpPr>
          <p:spPr>
            <a:xfrm>
              <a:off x="5570025" y="4184250"/>
              <a:ext cx="18250" cy="13700"/>
            </a:xfrm>
            <a:custGeom>
              <a:rect b="b" l="l" r="r" t="t"/>
              <a:pathLst>
                <a:path extrusionOk="0" h="548" w="730">
                  <a:moveTo>
                    <a:pt x="365" y="1"/>
                  </a:moveTo>
                  <a:cubicBezTo>
                    <a:pt x="1" y="1"/>
                    <a:pt x="1" y="548"/>
                    <a:pt x="365" y="548"/>
                  </a:cubicBezTo>
                  <a:cubicBezTo>
                    <a:pt x="730" y="548"/>
                    <a:pt x="730" y="1"/>
                    <a:pt x="36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68"/>
            <p:cNvSpPr/>
            <p:nvPr/>
          </p:nvSpPr>
          <p:spPr>
            <a:xfrm>
              <a:off x="3152800" y="4135250"/>
              <a:ext cx="14475" cy="12550"/>
            </a:xfrm>
            <a:custGeom>
              <a:rect b="b" l="l" r="r" t="t"/>
              <a:pathLst>
                <a:path extrusionOk="0" h="502" w="579">
                  <a:moveTo>
                    <a:pt x="290" y="0"/>
                  </a:moveTo>
                  <a:cubicBezTo>
                    <a:pt x="160" y="0"/>
                    <a:pt x="31" y="76"/>
                    <a:pt x="1" y="228"/>
                  </a:cubicBezTo>
                  <a:cubicBezTo>
                    <a:pt x="1" y="380"/>
                    <a:pt x="122" y="502"/>
                    <a:pt x="274" y="502"/>
                  </a:cubicBezTo>
                  <a:cubicBezTo>
                    <a:pt x="426" y="502"/>
                    <a:pt x="548" y="380"/>
                    <a:pt x="578" y="228"/>
                  </a:cubicBezTo>
                  <a:cubicBezTo>
                    <a:pt x="548" y="76"/>
                    <a:pt x="419" y="0"/>
                    <a:pt x="290"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68"/>
            <p:cNvSpPr/>
            <p:nvPr/>
          </p:nvSpPr>
          <p:spPr>
            <a:xfrm>
              <a:off x="3217400" y="4132450"/>
              <a:ext cx="15975" cy="13950"/>
            </a:xfrm>
            <a:custGeom>
              <a:rect b="b" l="l" r="r" t="t"/>
              <a:pathLst>
                <a:path extrusionOk="0" h="558" w="639">
                  <a:moveTo>
                    <a:pt x="382" y="1"/>
                  </a:moveTo>
                  <a:cubicBezTo>
                    <a:pt x="366" y="1"/>
                    <a:pt x="350" y="3"/>
                    <a:pt x="335" y="6"/>
                  </a:cubicBezTo>
                  <a:cubicBezTo>
                    <a:pt x="152" y="6"/>
                    <a:pt x="31" y="127"/>
                    <a:pt x="0" y="310"/>
                  </a:cubicBezTo>
                  <a:cubicBezTo>
                    <a:pt x="0" y="446"/>
                    <a:pt x="122" y="557"/>
                    <a:pt x="257" y="557"/>
                  </a:cubicBezTo>
                  <a:cubicBezTo>
                    <a:pt x="273" y="557"/>
                    <a:pt x="289" y="556"/>
                    <a:pt x="304" y="553"/>
                  </a:cubicBezTo>
                  <a:cubicBezTo>
                    <a:pt x="487" y="553"/>
                    <a:pt x="608" y="431"/>
                    <a:pt x="639" y="279"/>
                  </a:cubicBezTo>
                  <a:cubicBezTo>
                    <a:pt x="639" y="116"/>
                    <a:pt x="516" y="1"/>
                    <a:pt x="382"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68"/>
            <p:cNvSpPr/>
            <p:nvPr/>
          </p:nvSpPr>
          <p:spPr>
            <a:xfrm>
              <a:off x="3290350" y="4128675"/>
              <a:ext cx="19025" cy="13175"/>
            </a:xfrm>
            <a:custGeom>
              <a:rect b="b" l="l" r="r" t="t"/>
              <a:pathLst>
                <a:path extrusionOk="0" h="527" w="761">
                  <a:moveTo>
                    <a:pt x="349" y="1"/>
                  </a:moveTo>
                  <a:cubicBezTo>
                    <a:pt x="188" y="1"/>
                    <a:pt x="59" y="139"/>
                    <a:pt x="31" y="278"/>
                  </a:cubicBezTo>
                  <a:cubicBezTo>
                    <a:pt x="0" y="430"/>
                    <a:pt x="183" y="521"/>
                    <a:pt x="365" y="521"/>
                  </a:cubicBezTo>
                  <a:cubicBezTo>
                    <a:pt x="384" y="525"/>
                    <a:pt x="402" y="526"/>
                    <a:pt x="421" y="526"/>
                  </a:cubicBezTo>
                  <a:cubicBezTo>
                    <a:pt x="578" y="526"/>
                    <a:pt x="703" y="411"/>
                    <a:pt x="730" y="248"/>
                  </a:cubicBezTo>
                  <a:cubicBezTo>
                    <a:pt x="760" y="96"/>
                    <a:pt x="608" y="5"/>
                    <a:pt x="396" y="5"/>
                  </a:cubicBezTo>
                  <a:cubicBezTo>
                    <a:pt x="380" y="2"/>
                    <a:pt x="364" y="1"/>
                    <a:pt x="349"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68"/>
            <p:cNvSpPr/>
            <p:nvPr/>
          </p:nvSpPr>
          <p:spPr>
            <a:xfrm>
              <a:off x="3371650" y="4121950"/>
              <a:ext cx="19800" cy="13800"/>
            </a:xfrm>
            <a:custGeom>
              <a:rect b="b" l="l" r="r" t="t"/>
              <a:pathLst>
                <a:path extrusionOk="0" h="552" w="792">
                  <a:moveTo>
                    <a:pt x="426" y="0"/>
                  </a:moveTo>
                  <a:cubicBezTo>
                    <a:pt x="214" y="31"/>
                    <a:pt x="31" y="152"/>
                    <a:pt x="1" y="304"/>
                  </a:cubicBezTo>
                  <a:cubicBezTo>
                    <a:pt x="1" y="440"/>
                    <a:pt x="147" y="552"/>
                    <a:pt x="330" y="552"/>
                  </a:cubicBezTo>
                  <a:cubicBezTo>
                    <a:pt x="352" y="552"/>
                    <a:pt x="374" y="550"/>
                    <a:pt x="396" y="547"/>
                  </a:cubicBezTo>
                  <a:cubicBezTo>
                    <a:pt x="412" y="550"/>
                    <a:pt x="427" y="551"/>
                    <a:pt x="443" y="551"/>
                  </a:cubicBezTo>
                  <a:cubicBezTo>
                    <a:pt x="609" y="551"/>
                    <a:pt x="763" y="410"/>
                    <a:pt x="791" y="243"/>
                  </a:cubicBezTo>
                  <a:cubicBezTo>
                    <a:pt x="791" y="91"/>
                    <a:pt x="639" y="0"/>
                    <a:pt x="426"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68"/>
            <p:cNvSpPr/>
            <p:nvPr/>
          </p:nvSpPr>
          <p:spPr>
            <a:xfrm>
              <a:off x="3458375" y="4114225"/>
              <a:ext cx="21125" cy="13925"/>
            </a:xfrm>
            <a:custGeom>
              <a:rect b="b" l="l" r="r" t="t"/>
              <a:pathLst>
                <a:path extrusionOk="0" h="557" w="845">
                  <a:moveTo>
                    <a:pt x="518" y="0"/>
                  </a:moveTo>
                  <a:cubicBezTo>
                    <a:pt x="497" y="0"/>
                    <a:pt x="475" y="2"/>
                    <a:pt x="453" y="5"/>
                  </a:cubicBezTo>
                  <a:cubicBezTo>
                    <a:pt x="210" y="36"/>
                    <a:pt x="27" y="157"/>
                    <a:pt x="27" y="309"/>
                  </a:cubicBezTo>
                  <a:cubicBezTo>
                    <a:pt x="0" y="445"/>
                    <a:pt x="168" y="557"/>
                    <a:pt x="356" y="557"/>
                  </a:cubicBezTo>
                  <a:cubicBezTo>
                    <a:pt x="378" y="557"/>
                    <a:pt x="400" y="555"/>
                    <a:pt x="422" y="552"/>
                  </a:cubicBezTo>
                  <a:cubicBezTo>
                    <a:pt x="666" y="522"/>
                    <a:pt x="787" y="400"/>
                    <a:pt x="818" y="248"/>
                  </a:cubicBezTo>
                  <a:cubicBezTo>
                    <a:pt x="845" y="112"/>
                    <a:pt x="701" y="0"/>
                    <a:pt x="518"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68"/>
            <p:cNvSpPr/>
            <p:nvPr/>
          </p:nvSpPr>
          <p:spPr>
            <a:xfrm>
              <a:off x="3550225" y="4105825"/>
              <a:ext cx="21300" cy="13250"/>
            </a:xfrm>
            <a:custGeom>
              <a:rect b="b" l="l" r="r" t="t"/>
              <a:pathLst>
                <a:path extrusionOk="0" h="530" w="852">
                  <a:moveTo>
                    <a:pt x="517" y="1"/>
                  </a:moveTo>
                  <a:cubicBezTo>
                    <a:pt x="488" y="1"/>
                    <a:pt x="458" y="3"/>
                    <a:pt x="426" y="7"/>
                  </a:cubicBezTo>
                  <a:cubicBezTo>
                    <a:pt x="213" y="7"/>
                    <a:pt x="1" y="159"/>
                    <a:pt x="1" y="311"/>
                  </a:cubicBezTo>
                  <a:cubicBezTo>
                    <a:pt x="1" y="443"/>
                    <a:pt x="139" y="529"/>
                    <a:pt x="335" y="529"/>
                  </a:cubicBezTo>
                  <a:cubicBezTo>
                    <a:pt x="364" y="529"/>
                    <a:pt x="395" y="527"/>
                    <a:pt x="426" y="524"/>
                  </a:cubicBezTo>
                  <a:cubicBezTo>
                    <a:pt x="669" y="524"/>
                    <a:pt x="852" y="372"/>
                    <a:pt x="852" y="220"/>
                  </a:cubicBezTo>
                  <a:cubicBezTo>
                    <a:pt x="852" y="87"/>
                    <a:pt x="714" y="1"/>
                    <a:pt x="517"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68"/>
            <p:cNvSpPr/>
            <p:nvPr/>
          </p:nvSpPr>
          <p:spPr>
            <a:xfrm>
              <a:off x="3644450" y="4095950"/>
              <a:ext cx="22075" cy="13850"/>
            </a:xfrm>
            <a:custGeom>
              <a:rect b="b" l="l" r="r" t="t"/>
              <a:pathLst>
                <a:path extrusionOk="0" h="554" w="883">
                  <a:moveTo>
                    <a:pt x="539" y="1"/>
                  </a:moveTo>
                  <a:cubicBezTo>
                    <a:pt x="512" y="1"/>
                    <a:pt x="484" y="3"/>
                    <a:pt x="457" y="7"/>
                  </a:cubicBezTo>
                  <a:cubicBezTo>
                    <a:pt x="214" y="37"/>
                    <a:pt x="1" y="159"/>
                    <a:pt x="1" y="311"/>
                  </a:cubicBezTo>
                  <a:cubicBezTo>
                    <a:pt x="1" y="463"/>
                    <a:pt x="214" y="554"/>
                    <a:pt x="457" y="554"/>
                  </a:cubicBezTo>
                  <a:cubicBezTo>
                    <a:pt x="700" y="523"/>
                    <a:pt x="882" y="371"/>
                    <a:pt x="882" y="219"/>
                  </a:cubicBezTo>
                  <a:cubicBezTo>
                    <a:pt x="882" y="87"/>
                    <a:pt x="721" y="1"/>
                    <a:pt x="539"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68"/>
            <p:cNvSpPr/>
            <p:nvPr/>
          </p:nvSpPr>
          <p:spPr>
            <a:xfrm>
              <a:off x="3740200" y="4086075"/>
              <a:ext cx="22075" cy="13250"/>
            </a:xfrm>
            <a:custGeom>
              <a:rect b="b" l="l" r="r" t="t"/>
              <a:pathLst>
                <a:path extrusionOk="0" h="530" w="883">
                  <a:moveTo>
                    <a:pt x="519" y="1"/>
                  </a:moveTo>
                  <a:cubicBezTo>
                    <a:pt x="489" y="1"/>
                    <a:pt x="458" y="3"/>
                    <a:pt x="426" y="7"/>
                  </a:cubicBezTo>
                  <a:cubicBezTo>
                    <a:pt x="183" y="37"/>
                    <a:pt x="1" y="158"/>
                    <a:pt x="1" y="310"/>
                  </a:cubicBezTo>
                  <a:cubicBezTo>
                    <a:pt x="1" y="443"/>
                    <a:pt x="162" y="529"/>
                    <a:pt x="364" y="529"/>
                  </a:cubicBezTo>
                  <a:cubicBezTo>
                    <a:pt x="394" y="529"/>
                    <a:pt x="425" y="527"/>
                    <a:pt x="457" y="523"/>
                  </a:cubicBezTo>
                  <a:cubicBezTo>
                    <a:pt x="700" y="523"/>
                    <a:pt x="882" y="371"/>
                    <a:pt x="882" y="219"/>
                  </a:cubicBezTo>
                  <a:cubicBezTo>
                    <a:pt x="882" y="87"/>
                    <a:pt x="721" y="1"/>
                    <a:pt x="519"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68"/>
            <p:cNvSpPr/>
            <p:nvPr/>
          </p:nvSpPr>
          <p:spPr>
            <a:xfrm>
              <a:off x="3835950" y="4076200"/>
              <a:ext cx="22050" cy="13225"/>
            </a:xfrm>
            <a:custGeom>
              <a:rect b="b" l="l" r="r" t="t"/>
              <a:pathLst>
                <a:path extrusionOk="0" h="529" w="882">
                  <a:moveTo>
                    <a:pt x="517" y="1"/>
                  </a:moveTo>
                  <a:cubicBezTo>
                    <a:pt x="488" y="1"/>
                    <a:pt x="457" y="2"/>
                    <a:pt x="426" y="6"/>
                  </a:cubicBezTo>
                  <a:cubicBezTo>
                    <a:pt x="183" y="37"/>
                    <a:pt x="1" y="158"/>
                    <a:pt x="1" y="310"/>
                  </a:cubicBezTo>
                  <a:cubicBezTo>
                    <a:pt x="1" y="443"/>
                    <a:pt x="139" y="529"/>
                    <a:pt x="335" y="529"/>
                  </a:cubicBezTo>
                  <a:cubicBezTo>
                    <a:pt x="364" y="529"/>
                    <a:pt x="395" y="527"/>
                    <a:pt x="426" y="523"/>
                  </a:cubicBezTo>
                  <a:cubicBezTo>
                    <a:pt x="669" y="523"/>
                    <a:pt x="882" y="371"/>
                    <a:pt x="852" y="219"/>
                  </a:cubicBezTo>
                  <a:cubicBezTo>
                    <a:pt x="852" y="87"/>
                    <a:pt x="713" y="1"/>
                    <a:pt x="517"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68"/>
            <p:cNvSpPr/>
            <p:nvPr/>
          </p:nvSpPr>
          <p:spPr>
            <a:xfrm>
              <a:off x="3929425" y="4067075"/>
              <a:ext cx="21300" cy="13225"/>
            </a:xfrm>
            <a:custGeom>
              <a:rect b="b" l="l" r="r" t="t"/>
              <a:pathLst>
                <a:path extrusionOk="0" h="529" w="852">
                  <a:moveTo>
                    <a:pt x="477" y="1"/>
                  </a:moveTo>
                  <a:cubicBezTo>
                    <a:pt x="450" y="1"/>
                    <a:pt x="423" y="3"/>
                    <a:pt x="395" y="7"/>
                  </a:cubicBezTo>
                  <a:cubicBezTo>
                    <a:pt x="183" y="7"/>
                    <a:pt x="0" y="159"/>
                    <a:pt x="0" y="311"/>
                  </a:cubicBezTo>
                  <a:cubicBezTo>
                    <a:pt x="27" y="419"/>
                    <a:pt x="176" y="528"/>
                    <a:pt x="359" y="528"/>
                  </a:cubicBezTo>
                  <a:cubicBezTo>
                    <a:pt x="381" y="528"/>
                    <a:pt x="403" y="527"/>
                    <a:pt x="426" y="523"/>
                  </a:cubicBezTo>
                  <a:cubicBezTo>
                    <a:pt x="669" y="493"/>
                    <a:pt x="851" y="371"/>
                    <a:pt x="851" y="219"/>
                  </a:cubicBezTo>
                  <a:cubicBezTo>
                    <a:pt x="825" y="87"/>
                    <a:pt x="660" y="1"/>
                    <a:pt x="477"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68"/>
            <p:cNvSpPr/>
            <p:nvPr/>
          </p:nvSpPr>
          <p:spPr>
            <a:xfrm>
              <a:off x="4019850" y="4058725"/>
              <a:ext cx="21300" cy="13200"/>
            </a:xfrm>
            <a:custGeom>
              <a:rect b="b" l="l" r="r" t="t"/>
              <a:pathLst>
                <a:path extrusionOk="0" h="528" w="852">
                  <a:moveTo>
                    <a:pt x="486" y="0"/>
                  </a:moveTo>
                  <a:cubicBezTo>
                    <a:pt x="457" y="0"/>
                    <a:pt x="427" y="2"/>
                    <a:pt x="395" y="6"/>
                  </a:cubicBezTo>
                  <a:cubicBezTo>
                    <a:pt x="152" y="6"/>
                    <a:pt x="0" y="158"/>
                    <a:pt x="31" y="280"/>
                  </a:cubicBezTo>
                  <a:cubicBezTo>
                    <a:pt x="31" y="416"/>
                    <a:pt x="153" y="528"/>
                    <a:pt x="353" y="528"/>
                  </a:cubicBezTo>
                  <a:cubicBezTo>
                    <a:pt x="376" y="528"/>
                    <a:pt x="400" y="526"/>
                    <a:pt x="426" y="523"/>
                  </a:cubicBezTo>
                  <a:cubicBezTo>
                    <a:pt x="639" y="493"/>
                    <a:pt x="851" y="371"/>
                    <a:pt x="821" y="219"/>
                  </a:cubicBezTo>
                  <a:cubicBezTo>
                    <a:pt x="821" y="87"/>
                    <a:pt x="683" y="0"/>
                    <a:pt x="486"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68"/>
            <p:cNvSpPr/>
            <p:nvPr/>
          </p:nvSpPr>
          <p:spPr>
            <a:xfrm>
              <a:off x="4105700" y="4051275"/>
              <a:ext cx="19025" cy="13825"/>
            </a:xfrm>
            <a:custGeom>
              <a:rect b="b" l="l" r="r" t="t"/>
              <a:pathLst>
                <a:path extrusionOk="0" h="553" w="761">
                  <a:moveTo>
                    <a:pt x="335" y="0"/>
                  </a:moveTo>
                  <a:cubicBezTo>
                    <a:pt x="123" y="31"/>
                    <a:pt x="1" y="152"/>
                    <a:pt x="1" y="304"/>
                  </a:cubicBezTo>
                  <a:cubicBezTo>
                    <a:pt x="28" y="440"/>
                    <a:pt x="177" y="552"/>
                    <a:pt x="317" y="552"/>
                  </a:cubicBezTo>
                  <a:cubicBezTo>
                    <a:pt x="334" y="552"/>
                    <a:pt x="350" y="551"/>
                    <a:pt x="366" y="547"/>
                  </a:cubicBezTo>
                  <a:cubicBezTo>
                    <a:pt x="579" y="517"/>
                    <a:pt x="761" y="395"/>
                    <a:pt x="730" y="243"/>
                  </a:cubicBezTo>
                  <a:cubicBezTo>
                    <a:pt x="730" y="92"/>
                    <a:pt x="548" y="0"/>
                    <a:pt x="33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68"/>
            <p:cNvSpPr/>
            <p:nvPr/>
          </p:nvSpPr>
          <p:spPr>
            <a:xfrm>
              <a:off x="4184750" y="4046300"/>
              <a:ext cx="17500" cy="13475"/>
            </a:xfrm>
            <a:custGeom>
              <a:rect b="b" l="l" r="r" t="t"/>
              <a:pathLst>
                <a:path extrusionOk="0" h="539" w="700">
                  <a:moveTo>
                    <a:pt x="419" y="1"/>
                  </a:moveTo>
                  <a:cubicBezTo>
                    <a:pt x="390" y="1"/>
                    <a:pt x="362" y="6"/>
                    <a:pt x="334" y="17"/>
                  </a:cubicBezTo>
                  <a:cubicBezTo>
                    <a:pt x="122" y="17"/>
                    <a:pt x="0" y="139"/>
                    <a:pt x="0" y="291"/>
                  </a:cubicBezTo>
                  <a:cubicBezTo>
                    <a:pt x="27" y="427"/>
                    <a:pt x="152" y="538"/>
                    <a:pt x="309" y="538"/>
                  </a:cubicBezTo>
                  <a:cubicBezTo>
                    <a:pt x="327" y="538"/>
                    <a:pt x="346" y="537"/>
                    <a:pt x="365" y="534"/>
                  </a:cubicBezTo>
                  <a:cubicBezTo>
                    <a:pt x="547" y="534"/>
                    <a:pt x="699" y="382"/>
                    <a:pt x="699" y="230"/>
                  </a:cubicBezTo>
                  <a:cubicBezTo>
                    <a:pt x="674" y="105"/>
                    <a:pt x="547" y="1"/>
                    <a:pt x="419"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68"/>
            <p:cNvSpPr/>
            <p:nvPr/>
          </p:nvSpPr>
          <p:spPr>
            <a:xfrm>
              <a:off x="4256175" y="4042900"/>
              <a:ext cx="15225" cy="13725"/>
            </a:xfrm>
            <a:custGeom>
              <a:rect b="b" l="l" r="r" t="t"/>
              <a:pathLst>
                <a:path extrusionOk="0" h="549" w="609">
                  <a:moveTo>
                    <a:pt x="274" y="1"/>
                  </a:moveTo>
                  <a:cubicBezTo>
                    <a:pt x="122" y="1"/>
                    <a:pt x="0" y="123"/>
                    <a:pt x="0" y="275"/>
                  </a:cubicBezTo>
                  <a:cubicBezTo>
                    <a:pt x="0" y="427"/>
                    <a:pt x="152" y="548"/>
                    <a:pt x="304" y="548"/>
                  </a:cubicBezTo>
                  <a:cubicBezTo>
                    <a:pt x="456" y="548"/>
                    <a:pt x="578" y="427"/>
                    <a:pt x="608" y="275"/>
                  </a:cubicBezTo>
                  <a:cubicBezTo>
                    <a:pt x="578" y="92"/>
                    <a:pt x="426" y="1"/>
                    <a:pt x="27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68"/>
            <p:cNvSpPr/>
            <p:nvPr/>
          </p:nvSpPr>
          <p:spPr>
            <a:xfrm>
              <a:off x="4317725" y="4042900"/>
              <a:ext cx="12950" cy="12950"/>
            </a:xfrm>
            <a:custGeom>
              <a:rect b="b" l="l" r="r" t="t"/>
              <a:pathLst>
                <a:path extrusionOk="0" h="518" w="518">
                  <a:moveTo>
                    <a:pt x="244" y="1"/>
                  </a:moveTo>
                  <a:cubicBezTo>
                    <a:pt x="92" y="1"/>
                    <a:pt x="0" y="123"/>
                    <a:pt x="0" y="244"/>
                  </a:cubicBezTo>
                  <a:cubicBezTo>
                    <a:pt x="0" y="396"/>
                    <a:pt x="122" y="518"/>
                    <a:pt x="244" y="518"/>
                  </a:cubicBezTo>
                  <a:cubicBezTo>
                    <a:pt x="396" y="518"/>
                    <a:pt x="517" y="396"/>
                    <a:pt x="517" y="275"/>
                  </a:cubicBezTo>
                  <a:cubicBezTo>
                    <a:pt x="517" y="123"/>
                    <a:pt x="396" y="1"/>
                    <a:pt x="24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68"/>
            <p:cNvSpPr/>
            <p:nvPr/>
          </p:nvSpPr>
          <p:spPr>
            <a:xfrm>
              <a:off x="4369400" y="4045200"/>
              <a:ext cx="10650" cy="12925"/>
            </a:xfrm>
            <a:custGeom>
              <a:rect b="b" l="l" r="r" t="t"/>
              <a:pathLst>
                <a:path extrusionOk="0" h="517" w="426">
                  <a:moveTo>
                    <a:pt x="183" y="0"/>
                  </a:moveTo>
                  <a:cubicBezTo>
                    <a:pt x="61" y="0"/>
                    <a:pt x="0" y="122"/>
                    <a:pt x="0" y="243"/>
                  </a:cubicBezTo>
                  <a:cubicBezTo>
                    <a:pt x="0" y="395"/>
                    <a:pt x="91" y="517"/>
                    <a:pt x="183" y="517"/>
                  </a:cubicBezTo>
                  <a:cubicBezTo>
                    <a:pt x="335" y="517"/>
                    <a:pt x="426" y="395"/>
                    <a:pt x="395" y="274"/>
                  </a:cubicBezTo>
                  <a:cubicBezTo>
                    <a:pt x="426" y="152"/>
                    <a:pt x="335" y="31"/>
                    <a:pt x="18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68"/>
            <p:cNvSpPr/>
            <p:nvPr/>
          </p:nvSpPr>
          <p:spPr>
            <a:xfrm>
              <a:off x="4411950" y="4050400"/>
              <a:ext cx="8375" cy="13050"/>
            </a:xfrm>
            <a:custGeom>
              <a:rect b="b" l="l" r="r" t="t"/>
              <a:pathLst>
                <a:path extrusionOk="0" h="522" w="335">
                  <a:moveTo>
                    <a:pt x="125" y="0"/>
                  </a:moveTo>
                  <a:cubicBezTo>
                    <a:pt x="49" y="0"/>
                    <a:pt x="0" y="109"/>
                    <a:pt x="0" y="218"/>
                  </a:cubicBezTo>
                  <a:cubicBezTo>
                    <a:pt x="0" y="370"/>
                    <a:pt x="61" y="522"/>
                    <a:pt x="152" y="522"/>
                  </a:cubicBezTo>
                  <a:cubicBezTo>
                    <a:pt x="274" y="522"/>
                    <a:pt x="335" y="400"/>
                    <a:pt x="335" y="278"/>
                  </a:cubicBezTo>
                  <a:cubicBezTo>
                    <a:pt x="335" y="157"/>
                    <a:pt x="274" y="35"/>
                    <a:pt x="152" y="5"/>
                  </a:cubicBezTo>
                  <a:cubicBezTo>
                    <a:pt x="143" y="2"/>
                    <a:pt x="134" y="0"/>
                    <a:pt x="12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68"/>
            <p:cNvSpPr/>
            <p:nvPr/>
          </p:nvSpPr>
          <p:spPr>
            <a:xfrm>
              <a:off x="4446900" y="4056600"/>
              <a:ext cx="7625" cy="13050"/>
            </a:xfrm>
            <a:custGeom>
              <a:rect b="b" l="l" r="r" t="t"/>
              <a:pathLst>
                <a:path extrusionOk="0" h="522" w="305">
                  <a:moveTo>
                    <a:pt x="122" y="0"/>
                  </a:moveTo>
                  <a:cubicBezTo>
                    <a:pt x="61" y="0"/>
                    <a:pt x="1" y="91"/>
                    <a:pt x="1" y="243"/>
                  </a:cubicBezTo>
                  <a:cubicBezTo>
                    <a:pt x="1" y="365"/>
                    <a:pt x="61" y="517"/>
                    <a:pt x="153" y="517"/>
                  </a:cubicBezTo>
                  <a:cubicBezTo>
                    <a:pt x="159" y="520"/>
                    <a:pt x="166" y="522"/>
                    <a:pt x="173" y="522"/>
                  </a:cubicBezTo>
                  <a:cubicBezTo>
                    <a:pt x="232" y="522"/>
                    <a:pt x="305" y="413"/>
                    <a:pt x="305" y="304"/>
                  </a:cubicBezTo>
                  <a:cubicBezTo>
                    <a:pt x="305" y="182"/>
                    <a:pt x="244" y="61"/>
                    <a:pt x="122"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68"/>
            <p:cNvSpPr/>
            <p:nvPr/>
          </p:nvSpPr>
          <p:spPr>
            <a:xfrm>
              <a:off x="4476550" y="4064800"/>
              <a:ext cx="6100" cy="13200"/>
            </a:xfrm>
            <a:custGeom>
              <a:rect b="b" l="l" r="r" t="t"/>
              <a:pathLst>
                <a:path extrusionOk="0" h="528" w="244">
                  <a:moveTo>
                    <a:pt x="98" y="1"/>
                  </a:moveTo>
                  <a:cubicBezTo>
                    <a:pt x="46" y="1"/>
                    <a:pt x="0" y="87"/>
                    <a:pt x="0" y="219"/>
                  </a:cubicBezTo>
                  <a:cubicBezTo>
                    <a:pt x="0" y="371"/>
                    <a:pt x="61" y="493"/>
                    <a:pt x="122" y="523"/>
                  </a:cubicBezTo>
                  <a:cubicBezTo>
                    <a:pt x="128" y="526"/>
                    <a:pt x="135" y="528"/>
                    <a:pt x="141" y="528"/>
                  </a:cubicBezTo>
                  <a:cubicBezTo>
                    <a:pt x="195" y="528"/>
                    <a:pt x="243" y="419"/>
                    <a:pt x="243" y="310"/>
                  </a:cubicBezTo>
                  <a:cubicBezTo>
                    <a:pt x="243" y="158"/>
                    <a:pt x="182" y="37"/>
                    <a:pt x="122" y="6"/>
                  </a:cubicBezTo>
                  <a:cubicBezTo>
                    <a:pt x="114" y="3"/>
                    <a:pt x="106" y="1"/>
                    <a:pt x="98"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68"/>
            <p:cNvSpPr/>
            <p:nvPr/>
          </p:nvSpPr>
          <p:spPr>
            <a:xfrm>
              <a:off x="4502375" y="4073925"/>
              <a:ext cx="5350" cy="13475"/>
            </a:xfrm>
            <a:custGeom>
              <a:rect b="b" l="l" r="r" t="t"/>
              <a:pathLst>
                <a:path extrusionOk="0" h="539" w="214">
                  <a:moveTo>
                    <a:pt x="70" y="0"/>
                  </a:moveTo>
                  <a:cubicBezTo>
                    <a:pt x="24" y="0"/>
                    <a:pt x="1" y="87"/>
                    <a:pt x="1" y="219"/>
                  </a:cubicBezTo>
                  <a:cubicBezTo>
                    <a:pt x="1" y="371"/>
                    <a:pt x="31" y="493"/>
                    <a:pt x="92" y="523"/>
                  </a:cubicBezTo>
                  <a:cubicBezTo>
                    <a:pt x="103" y="534"/>
                    <a:pt x="114" y="539"/>
                    <a:pt x="124" y="539"/>
                  </a:cubicBezTo>
                  <a:cubicBezTo>
                    <a:pt x="172" y="539"/>
                    <a:pt x="213" y="435"/>
                    <a:pt x="213" y="310"/>
                  </a:cubicBezTo>
                  <a:cubicBezTo>
                    <a:pt x="213" y="189"/>
                    <a:pt x="183" y="67"/>
                    <a:pt x="92" y="6"/>
                  </a:cubicBezTo>
                  <a:cubicBezTo>
                    <a:pt x="84" y="2"/>
                    <a:pt x="77" y="0"/>
                    <a:pt x="70"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68"/>
            <p:cNvSpPr/>
            <p:nvPr/>
          </p:nvSpPr>
          <p:spPr>
            <a:xfrm>
              <a:off x="4525175" y="4083175"/>
              <a:ext cx="5350" cy="13850"/>
            </a:xfrm>
            <a:custGeom>
              <a:rect b="b" l="l" r="r" t="t"/>
              <a:pathLst>
                <a:path extrusionOk="0" h="554" w="214">
                  <a:moveTo>
                    <a:pt x="92" y="1"/>
                  </a:moveTo>
                  <a:cubicBezTo>
                    <a:pt x="31" y="1"/>
                    <a:pt x="0" y="92"/>
                    <a:pt x="0" y="244"/>
                  </a:cubicBezTo>
                  <a:cubicBezTo>
                    <a:pt x="0" y="396"/>
                    <a:pt x="61" y="518"/>
                    <a:pt x="92" y="548"/>
                  </a:cubicBezTo>
                  <a:cubicBezTo>
                    <a:pt x="99" y="552"/>
                    <a:pt x="107" y="554"/>
                    <a:pt x="115" y="554"/>
                  </a:cubicBezTo>
                  <a:cubicBezTo>
                    <a:pt x="167" y="554"/>
                    <a:pt x="213" y="468"/>
                    <a:pt x="213" y="335"/>
                  </a:cubicBezTo>
                  <a:cubicBezTo>
                    <a:pt x="213" y="214"/>
                    <a:pt x="183" y="92"/>
                    <a:pt x="92"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68"/>
            <p:cNvSpPr/>
            <p:nvPr/>
          </p:nvSpPr>
          <p:spPr>
            <a:xfrm>
              <a:off x="4547200" y="4093675"/>
              <a:ext cx="5350" cy="13850"/>
            </a:xfrm>
            <a:custGeom>
              <a:rect b="b" l="l" r="r" t="t"/>
              <a:pathLst>
                <a:path extrusionOk="0" h="554" w="214">
                  <a:moveTo>
                    <a:pt x="70" y="1"/>
                  </a:moveTo>
                  <a:cubicBezTo>
                    <a:pt x="24" y="1"/>
                    <a:pt x="1" y="87"/>
                    <a:pt x="1" y="219"/>
                  </a:cubicBezTo>
                  <a:cubicBezTo>
                    <a:pt x="1" y="371"/>
                    <a:pt x="62" y="523"/>
                    <a:pt x="122" y="554"/>
                  </a:cubicBezTo>
                  <a:cubicBezTo>
                    <a:pt x="183" y="554"/>
                    <a:pt x="214" y="462"/>
                    <a:pt x="214" y="310"/>
                  </a:cubicBezTo>
                  <a:cubicBezTo>
                    <a:pt x="214" y="158"/>
                    <a:pt x="153" y="6"/>
                    <a:pt x="92" y="6"/>
                  </a:cubicBezTo>
                  <a:cubicBezTo>
                    <a:pt x="84" y="3"/>
                    <a:pt x="77" y="1"/>
                    <a:pt x="70"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68"/>
            <p:cNvSpPr/>
            <p:nvPr/>
          </p:nvSpPr>
          <p:spPr>
            <a:xfrm>
              <a:off x="4570000" y="4102800"/>
              <a:ext cx="5350" cy="14000"/>
            </a:xfrm>
            <a:custGeom>
              <a:rect b="b" l="l" r="r" t="t"/>
              <a:pathLst>
                <a:path extrusionOk="0" h="560" w="214">
                  <a:moveTo>
                    <a:pt x="70" y="0"/>
                  </a:moveTo>
                  <a:cubicBezTo>
                    <a:pt x="24" y="0"/>
                    <a:pt x="1" y="90"/>
                    <a:pt x="1" y="249"/>
                  </a:cubicBezTo>
                  <a:cubicBezTo>
                    <a:pt x="1" y="401"/>
                    <a:pt x="62" y="523"/>
                    <a:pt x="122" y="553"/>
                  </a:cubicBezTo>
                  <a:cubicBezTo>
                    <a:pt x="130" y="557"/>
                    <a:pt x="137" y="559"/>
                    <a:pt x="144" y="559"/>
                  </a:cubicBezTo>
                  <a:cubicBezTo>
                    <a:pt x="190" y="559"/>
                    <a:pt x="214" y="469"/>
                    <a:pt x="214" y="310"/>
                  </a:cubicBezTo>
                  <a:cubicBezTo>
                    <a:pt x="214" y="189"/>
                    <a:pt x="183" y="67"/>
                    <a:pt x="92" y="6"/>
                  </a:cubicBezTo>
                  <a:cubicBezTo>
                    <a:pt x="84" y="2"/>
                    <a:pt x="77" y="0"/>
                    <a:pt x="70"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68"/>
            <p:cNvSpPr/>
            <p:nvPr/>
          </p:nvSpPr>
          <p:spPr>
            <a:xfrm>
              <a:off x="4594400" y="4111950"/>
              <a:ext cx="6775" cy="14575"/>
            </a:xfrm>
            <a:custGeom>
              <a:rect b="b" l="l" r="r" t="t"/>
              <a:pathLst>
                <a:path extrusionOk="0" h="583" w="271">
                  <a:moveTo>
                    <a:pt x="100" y="0"/>
                  </a:moveTo>
                  <a:cubicBezTo>
                    <a:pt x="47" y="0"/>
                    <a:pt x="1" y="112"/>
                    <a:pt x="28" y="248"/>
                  </a:cubicBezTo>
                  <a:cubicBezTo>
                    <a:pt x="28" y="400"/>
                    <a:pt x="89" y="552"/>
                    <a:pt x="149" y="582"/>
                  </a:cubicBezTo>
                  <a:cubicBezTo>
                    <a:pt x="210" y="582"/>
                    <a:pt x="271" y="491"/>
                    <a:pt x="271" y="339"/>
                  </a:cubicBezTo>
                  <a:cubicBezTo>
                    <a:pt x="271" y="187"/>
                    <a:pt x="180" y="35"/>
                    <a:pt x="119" y="5"/>
                  </a:cubicBezTo>
                  <a:cubicBezTo>
                    <a:pt x="113" y="2"/>
                    <a:pt x="106" y="0"/>
                    <a:pt x="100"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68"/>
            <p:cNvSpPr/>
            <p:nvPr/>
          </p:nvSpPr>
          <p:spPr>
            <a:xfrm>
              <a:off x="4623200" y="4119550"/>
              <a:ext cx="7625" cy="14575"/>
            </a:xfrm>
            <a:custGeom>
              <a:rect b="b" l="l" r="r" t="t"/>
              <a:pathLst>
                <a:path extrusionOk="0" h="583" w="305">
                  <a:moveTo>
                    <a:pt x="103" y="0"/>
                  </a:moveTo>
                  <a:cubicBezTo>
                    <a:pt x="49" y="0"/>
                    <a:pt x="0" y="115"/>
                    <a:pt x="0" y="278"/>
                  </a:cubicBezTo>
                  <a:cubicBezTo>
                    <a:pt x="31" y="430"/>
                    <a:pt x="92" y="582"/>
                    <a:pt x="183" y="582"/>
                  </a:cubicBezTo>
                  <a:cubicBezTo>
                    <a:pt x="244" y="582"/>
                    <a:pt x="304" y="491"/>
                    <a:pt x="304" y="339"/>
                  </a:cubicBezTo>
                  <a:cubicBezTo>
                    <a:pt x="304" y="187"/>
                    <a:pt x="213" y="35"/>
                    <a:pt x="122" y="5"/>
                  </a:cubicBezTo>
                  <a:cubicBezTo>
                    <a:pt x="116" y="2"/>
                    <a:pt x="109" y="0"/>
                    <a:pt x="10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68"/>
            <p:cNvSpPr/>
            <p:nvPr/>
          </p:nvSpPr>
          <p:spPr>
            <a:xfrm>
              <a:off x="4657400" y="4126375"/>
              <a:ext cx="8375" cy="14575"/>
            </a:xfrm>
            <a:custGeom>
              <a:rect b="b" l="l" r="r" t="t"/>
              <a:pathLst>
                <a:path extrusionOk="0" h="583" w="335">
                  <a:moveTo>
                    <a:pt x="125" y="1"/>
                  </a:moveTo>
                  <a:cubicBezTo>
                    <a:pt x="49" y="1"/>
                    <a:pt x="0" y="115"/>
                    <a:pt x="0" y="279"/>
                  </a:cubicBezTo>
                  <a:cubicBezTo>
                    <a:pt x="0" y="431"/>
                    <a:pt x="91" y="583"/>
                    <a:pt x="183" y="583"/>
                  </a:cubicBezTo>
                  <a:cubicBezTo>
                    <a:pt x="274" y="583"/>
                    <a:pt x="335" y="461"/>
                    <a:pt x="335" y="309"/>
                  </a:cubicBezTo>
                  <a:cubicBezTo>
                    <a:pt x="335" y="157"/>
                    <a:pt x="243" y="5"/>
                    <a:pt x="152" y="5"/>
                  </a:cubicBezTo>
                  <a:cubicBezTo>
                    <a:pt x="143" y="2"/>
                    <a:pt x="134" y="1"/>
                    <a:pt x="12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68"/>
            <p:cNvSpPr/>
            <p:nvPr/>
          </p:nvSpPr>
          <p:spPr>
            <a:xfrm>
              <a:off x="4697675" y="4131050"/>
              <a:ext cx="11425" cy="14475"/>
            </a:xfrm>
            <a:custGeom>
              <a:rect b="b" l="l" r="r" t="t"/>
              <a:pathLst>
                <a:path extrusionOk="0" h="579" w="457">
                  <a:moveTo>
                    <a:pt x="183" y="1"/>
                  </a:moveTo>
                  <a:cubicBezTo>
                    <a:pt x="61" y="1"/>
                    <a:pt x="0" y="122"/>
                    <a:pt x="0" y="274"/>
                  </a:cubicBezTo>
                  <a:cubicBezTo>
                    <a:pt x="0" y="396"/>
                    <a:pt x="91" y="518"/>
                    <a:pt x="243" y="578"/>
                  </a:cubicBezTo>
                  <a:cubicBezTo>
                    <a:pt x="365" y="578"/>
                    <a:pt x="456" y="487"/>
                    <a:pt x="426" y="305"/>
                  </a:cubicBezTo>
                  <a:cubicBezTo>
                    <a:pt x="426" y="153"/>
                    <a:pt x="335" y="31"/>
                    <a:pt x="18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68"/>
            <p:cNvSpPr/>
            <p:nvPr/>
          </p:nvSpPr>
          <p:spPr>
            <a:xfrm>
              <a:off x="4746300" y="4134100"/>
              <a:ext cx="13700" cy="13700"/>
            </a:xfrm>
            <a:custGeom>
              <a:rect b="b" l="l" r="r" t="t"/>
              <a:pathLst>
                <a:path extrusionOk="0" h="548" w="548">
                  <a:moveTo>
                    <a:pt x="274" y="0"/>
                  </a:moveTo>
                  <a:cubicBezTo>
                    <a:pt x="122" y="0"/>
                    <a:pt x="1" y="122"/>
                    <a:pt x="31" y="274"/>
                  </a:cubicBezTo>
                  <a:cubicBezTo>
                    <a:pt x="31" y="426"/>
                    <a:pt x="153" y="548"/>
                    <a:pt x="305" y="548"/>
                  </a:cubicBezTo>
                  <a:cubicBezTo>
                    <a:pt x="456" y="548"/>
                    <a:pt x="548" y="426"/>
                    <a:pt x="548" y="274"/>
                  </a:cubicBezTo>
                  <a:cubicBezTo>
                    <a:pt x="548" y="122"/>
                    <a:pt x="426" y="0"/>
                    <a:pt x="27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68"/>
            <p:cNvSpPr/>
            <p:nvPr/>
          </p:nvSpPr>
          <p:spPr>
            <a:xfrm>
              <a:off x="4804825" y="4134100"/>
              <a:ext cx="13700" cy="13700"/>
            </a:xfrm>
            <a:custGeom>
              <a:rect b="b" l="l" r="r" t="t"/>
              <a:pathLst>
                <a:path extrusionOk="0" h="548" w="548">
                  <a:moveTo>
                    <a:pt x="243" y="0"/>
                  </a:moveTo>
                  <a:cubicBezTo>
                    <a:pt x="91" y="0"/>
                    <a:pt x="0" y="122"/>
                    <a:pt x="0" y="274"/>
                  </a:cubicBezTo>
                  <a:cubicBezTo>
                    <a:pt x="0" y="426"/>
                    <a:pt x="122" y="548"/>
                    <a:pt x="274" y="548"/>
                  </a:cubicBezTo>
                  <a:cubicBezTo>
                    <a:pt x="426" y="548"/>
                    <a:pt x="547" y="426"/>
                    <a:pt x="547" y="274"/>
                  </a:cubicBezTo>
                  <a:cubicBezTo>
                    <a:pt x="547" y="122"/>
                    <a:pt x="395" y="0"/>
                    <a:pt x="24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68"/>
            <p:cNvSpPr/>
            <p:nvPr/>
          </p:nvSpPr>
          <p:spPr>
            <a:xfrm>
              <a:off x="4863325" y="4134100"/>
              <a:ext cx="14475" cy="13700"/>
            </a:xfrm>
            <a:custGeom>
              <a:rect b="b" l="l" r="r" t="t"/>
              <a:pathLst>
                <a:path extrusionOk="0" h="548" w="579">
                  <a:moveTo>
                    <a:pt x="274" y="0"/>
                  </a:moveTo>
                  <a:cubicBezTo>
                    <a:pt x="122" y="0"/>
                    <a:pt x="0" y="122"/>
                    <a:pt x="31" y="274"/>
                  </a:cubicBezTo>
                  <a:cubicBezTo>
                    <a:pt x="31" y="426"/>
                    <a:pt x="152" y="548"/>
                    <a:pt x="304" y="548"/>
                  </a:cubicBezTo>
                  <a:cubicBezTo>
                    <a:pt x="456" y="548"/>
                    <a:pt x="578" y="426"/>
                    <a:pt x="578" y="274"/>
                  </a:cubicBezTo>
                  <a:cubicBezTo>
                    <a:pt x="548" y="122"/>
                    <a:pt x="426" y="0"/>
                    <a:pt x="27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68"/>
            <p:cNvSpPr/>
            <p:nvPr/>
          </p:nvSpPr>
          <p:spPr>
            <a:xfrm>
              <a:off x="4922600" y="4134100"/>
              <a:ext cx="14450" cy="13700"/>
            </a:xfrm>
            <a:custGeom>
              <a:rect b="b" l="l" r="r" t="t"/>
              <a:pathLst>
                <a:path extrusionOk="0" h="548" w="578">
                  <a:moveTo>
                    <a:pt x="244" y="0"/>
                  </a:moveTo>
                  <a:cubicBezTo>
                    <a:pt x="92" y="0"/>
                    <a:pt x="0" y="122"/>
                    <a:pt x="31" y="274"/>
                  </a:cubicBezTo>
                  <a:cubicBezTo>
                    <a:pt x="31" y="426"/>
                    <a:pt x="152" y="548"/>
                    <a:pt x="304" y="548"/>
                  </a:cubicBezTo>
                  <a:cubicBezTo>
                    <a:pt x="456" y="548"/>
                    <a:pt x="578" y="426"/>
                    <a:pt x="547" y="274"/>
                  </a:cubicBezTo>
                  <a:cubicBezTo>
                    <a:pt x="547" y="122"/>
                    <a:pt x="426" y="0"/>
                    <a:pt x="24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68"/>
            <p:cNvSpPr/>
            <p:nvPr/>
          </p:nvSpPr>
          <p:spPr>
            <a:xfrm>
              <a:off x="4981100" y="4134100"/>
              <a:ext cx="14475" cy="13700"/>
            </a:xfrm>
            <a:custGeom>
              <a:rect b="b" l="l" r="r" t="t"/>
              <a:pathLst>
                <a:path extrusionOk="0" h="548" w="579">
                  <a:moveTo>
                    <a:pt x="274" y="0"/>
                  </a:moveTo>
                  <a:cubicBezTo>
                    <a:pt x="122" y="0"/>
                    <a:pt x="1" y="122"/>
                    <a:pt x="31" y="274"/>
                  </a:cubicBezTo>
                  <a:cubicBezTo>
                    <a:pt x="31" y="426"/>
                    <a:pt x="153" y="548"/>
                    <a:pt x="305" y="548"/>
                  </a:cubicBezTo>
                  <a:cubicBezTo>
                    <a:pt x="457" y="548"/>
                    <a:pt x="578" y="426"/>
                    <a:pt x="578" y="274"/>
                  </a:cubicBezTo>
                  <a:cubicBezTo>
                    <a:pt x="548" y="122"/>
                    <a:pt x="426" y="0"/>
                    <a:pt x="27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68"/>
            <p:cNvSpPr/>
            <p:nvPr/>
          </p:nvSpPr>
          <p:spPr>
            <a:xfrm>
              <a:off x="5040375" y="4134100"/>
              <a:ext cx="14475" cy="13700"/>
            </a:xfrm>
            <a:custGeom>
              <a:rect b="b" l="l" r="r" t="t"/>
              <a:pathLst>
                <a:path extrusionOk="0" h="548" w="579">
                  <a:moveTo>
                    <a:pt x="274" y="0"/>
                  </a:moveTo>
                  <a:cubicBezTo>
                    <a:pt x="122" y="0"/>
                    <a:pt x="1" y="122"/>
                    <a:pt x="31" y="274"/>
                  </a:cubicBezTo>
                  <a:cubicBezTo>
                    <a:pt x="31" y="426"/>
                    <a:pt x="153" y="548"/>
                    <a:pt x="305" y="548"/>
                  </a:cubicBezTo>
                  <a:cubicBezTo>
                    <a:pt x="457" y="548"/>
                    <a:pt x="578" y="426"/>
                    <a:pt x="578" y="274"/>
                  </a:cubicBezTo>
                  <a:cubicBezTo>
                    <a:pt x="548" y="122"/>
                    <a:pt x="426" y="0"/>
                    <a:pt x="27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68"/>
            <p:cNvSpPr/>
            <p:nvPr/>
          </p:nvSpPr>
          <p:spPr>
            <a:xfrm>
              <a:off x="5099650" y="4134100"/>
              <a:ext cx="13700" cy="13700"/>
            </a:xfrm>
            <a:custGeom>
              <a:rect b="b" l="l" r="r" t="t"/>
              <a:pathLst>
                <a:path extrusionOk="0" h="548" w="548">
                  <a:moveTo>
                    <a:pt x="274" y="0"/>
                  </a:moveTo>
                  <a:cubicBezTo>
                    <a:pt x="122" y="0"/>
                    <a:pt x="1" y="122"/>
                    <a:pt x="31" y="274"/>
                  </a:cubicBezTo>
                  <a:cubicBezTo>
                    <a:pt x="31" y="426"/>
                    <a:pt x="153" y="548"/>
                    <a:pt x="305" y="548"/>
                  </a:cubicBezTo>
                  <a:cubicBezTo>
                    <a:pt x="456" y="548"/>
                    <a:pt x="548" y="426"/>
                    <a:pt x="548" y="274"/>
                  </a:cubicBezTo>
                  <a:cubicBezTo>
                    <a:pt x="548" y="122"/>
                    <a:pt x="426" y="0"/>
                    <a:pt x="27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68"/>
            <p:cNvSpPr/>
            <p:nvPr/>
          </p:nvSpPr>
          <p:spPr>
            <a:xfrm>
              <a:off x="5158925" y="4134100"/>
              <a:ext cx="13700" cy="13700"/>
            </a:xfrm>
            <a:custGeom>
              <a:rect b="b" l="l" r="r" t="t"/>
              <a:pathLst>
                <a:path extrusionOk="0" h="548" w="548">
                  <a:moveTo>
                    <a:pt x="244" y="0"/>
                  </a:moveTo>
                  <a:cubicBezTo>
                    <a:pt x="122" y="0"/>
                    <a:pt x="0" y="152"/>
                    <a:pt x="0" y="274"/>
                  </a:cubicBezTo>
                  <a:cubicBezTo>
                    <a:pt x="0" y="426"/>
                    <a:pt x="122" y="548"/>
                    <a:pt x="274" y="548"/>
                  </a:cubicBezTo>
                  <a:cubicBezTo>
                    <a:pt x="426" y="548"/>
                    <a:pt x="548" y="426"/>
                    <a:pt x="548" y="274"/>
                  </a:cubicBezTo>
                  <a:cubicBezTo>
                    <a:pt x="548" y="122"/>
                    <a:pt x="396" y="0"/>
                    <a:pt x="24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68"/>
            <p:cNvSpPr/>
            <p:nvPr/>
          </p:nvSpPr>
          <p:spPr>
            <a:xfrm>
              <a:off x="5218200" y="4134750"/>
              <a:ext cx="13700" cy="13050"/>
            </a:xfrm>
            <a:custGeom>
              <a:rect b="b" l="l" r="r" t="t"/>
              <a:pathLst>
                <a:path extrusionOk="0" h="522" w="548">
                  <a:moveTo>
                    <a:pt x="290" y="0"/>
                  </a:moveTo>
                  <a:cubicBezTo>
                    <a:pt x="275" y="0"/>
                    <a:pt x="259" y="2"/>
                    <a:pt x="243" y="5"/>
                  </a:cubicBezTo>
                  <a:cubicBezTo>
                    <a:pt x="91" y="5"/>
                    <a:pt x="0" y="126"/>
                    <a:pt x="0" y="248"/>
                  </a:cubicBezTo>
                  <a:cubicBezTo>
                    <a:pt x="0" y="400"/>
                    <a:pt x="122" y="522"/>
                    <a:pt x="274" y="522"/>
                  </a:cubicBezTo>
                  <a:cubicBezTo>
                    <a:pt x="426" y="522"/>
                    <a:pt x="547" y="400"/>
                    <a:pt x="547" y="248"/>
                  </a:cubicBezTo>
                  <a:cubicBezTo>
                    <a:pt x="520" y="112"/>
                    <a:pt x="420" y="0"/>
                    <a:pt x="290"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68"/>
            <p:cNvSpPr/>
            <p:nvPr/>
          </p:nvSpPr>
          <p:spPr>
            <a:xfrm>
              <a:off x="5276700" y="4134850"/>
              <a:ext cx="13700" cy="12950"/>
            </a:xfrm>
            <a:custGeom>
              <a:rect b="b" l="l" r="r" t="t"/>
              <a:pathLst>
                <a:path extrusionOk="0" h="518" w="548">
                  <a:moveTo>
                    <a:pt x="274" y="1"/>
                  </a:moveTo>
                  <a:cubicBezTo>
                    <a:pt x="122" y="1"/>
                    <a:pt x="1" y="122"/>
                    <a:pt x="31" y="274"/>
                  </a:cubicBezTo>
                  <a:cubicBezTo>
                    <a:pt x="31" y="396"/>
                    <a:pt x="153" y="518"/>
                    <a:pt x="305" y="518"/>
                  </a:cubicBezTo>
                  <a:cubicBezTo>
                    <a:pt x="426" y="518"/>
                    <a:pt x="548" y="396"/>
                    <a:pt x="548" y="274"/>
                  </a:cubicBezTo>
                  <a:cubicBezTo>
                    <a:pt x="548" y="122"/>
                    <a:pt x="426" y="1"/>
                    <a:pt x="27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68"/>
            <p:cNvSpPr/>
            <p:nvPr/>
          </p:nvSpPr>
          <p:spPr>
            <a:xfrm>
              <a:off x="5335975" y="4134850"/>
              <a:ext cx="13700" cy="12950"/>
            </a:xfrm>
            <a:custGeom>
              <a:rect b="b" l="l" r="r" t="t"/>
              <a:pathLst>
                <a:path extrusionOk="0" h="518" w="548">
                  <a:moveTo>
                    <a:pt x="274" y="1"/>
                  </a:moveTo>
                  <a:cubicBezTo>
                    <a:pt x="122" y="1"/>
                    <a:pt x="1" y="122"/>
                    <a:pt x="1" y="274"/>
                  </a:cubicBezTo>
                  <a:cubicBezTo>
                    <a:pt x="1" y="396"/>
                    <a:pt x="122" y="518"/>
                    <a:pt x="274" y="518"/>
                  </a:cubicBezTo>
                  <a:cubicBezTo>
                    <a:pt x="426" y="518"/>
                    <a:pt x="548" y="396"/>
                    <a:pt x="548" y="274"/>
                  </a:cubicBezTo>
                  <a:cubicBezTo>
                    <a:pt x="548" y="122"/>
                    <a:pt x="426" y="1"/>
                    <a:pt x="27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68"/>
            <p:cNvSpPr/>
            <p:nvPr/>
          </p:nvSpPr>
          <p:spPr>
            <a:xfrm>
              <a:off x="5395250" y="4134850"/>
              <a:ext cx="13700" cy="12950"/>
            </a:xfrm>
            <a:custGeom>
              <a:rect b="b" l="l" r="r" t="t"/>
              <a:pathLst>
                <a:path extrusionOk="0" h="518" w="548">
                  <a:moveTo>
                    <a:pt x="274" y="1"/>
                  </a:moveTo>
                  <a:cubicBezTo>
                    <a:pt x="122" y="1"/>
                    <a:pt x="0" y="122"/>
                    <a:pt x="0" y="274"/>
                  </a:cubicBezTo>
                  <a:cubicBezTo>
                    <a:pt x="0" y="396"/>
                    <a:pt x="122" y="518"/>
                    <a:pt x="274" y="518"/>
                  </a:cubicBezTo>
                  <a:cubicBezTo>
                    <a:pt x="426" y="518"/>
                    <a:pt x="548" y="396"/>
                    <a:pt x="548" y="274"/>
                  </a:cubicBezTo>
                  <a:cubicBezTo>
                    <a:pt x="548" y="122"/>
                    <a:pt x="426" y="1"/>
                    <a:pt x="27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68"/>
            <p:cNvSpPr/>
            <p:nvPr/>
          </p:nvSpPr>
          <p:spPr>
            <a:xfrm>
              <a:off x="5454525" y="4134850"/>
              <a:ext cx="12950" cy="12950"/>
            </a:xfrm>
            <a:custGeom>
              <a:rect b="b" l="l" r="r" t="t"/>
              <a:pathLst>
                <a:path extrusionOk="0" h="518" w="518">
                  <a:moveTo>
                    <a:pt x="244" y="1"/>
                  </a:moveTo>
                  <a:cubicBezTo>
                    <a:pt x="122" y="1"/>
                    <a:pt x="0" y="122"/>
                    <a:pt x="0" y="274"/>
                  </a:cubicBezTo>
                  <a:cubicBezTo>
                    <a:pt x="0" y="396"/>
                    <a:pt x="122" y="518"/>
                    <a:pt x="274" y="518"/>
                  </a:cubicBezTo>
                  <a:cubicBezTo>
                    <a:pt x="395" y="518"/>
                    <a:pt x="517" y="396"/>
                    <a:pt x="517" y="274"/>
                  </a:cubicBezTo>
                  <a:cubicBezTo>
                    <a:pt x="517" y="122"/>
                    <a:pt x="395" y="1"/>
                    <a:pt x="24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68"/>
            <p:cNvSpPr/>
            <p:nvPr/>
          </p:nvSpPr>
          <p:spPr>
            <a:xfrm>
              <a:off x="5513800" y="4134850"/>
              <a:ext cx="12925" cy="12950"/>
            </a:xfrm>
            <a:custGeom>
              <a:rect b="b" l="l" r="r" t="t"/>
              <a:pathLst>
                <a:path extrusionOk="0" h="518" w="517">
                  <a:moveTo>
                    <a:pt x="243" y="1"/>
                  </a:moveTo>
                  <a:cubicBezTo>
                    <a:pt x="91" y="1"/>
                    <a:pt x="0" y="122"/>
                    <a:pt x="0" y="274"/>
                  </a:cubicBezTo>
                  <a:cubicBezTo>
                    <a:pt x="0" y="396"/>
                    <a:pt x="122" y="518"/>
                    <a:pt x="274" y="518"/>
                  </a:cubicBezTo>
                  <a:cubicBezTo>
                    <a:pt x="395" y="518"/>
                    <a:pt x="517" y="396"/>
                    <a:pt x="517" y="274"/>
                  </a:cubicBezTo>
                  <a:cubicBezTo>
                    <a:pt x="517" y="122"/>
                    <a:pt x="395" y="1"/>
                    <a:pt x="24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68"/>
            <p:cNvSpPr/>
            <p:nvPr/>
          </p:nvSpPr>
          <p:spPr>
            <a:xfrm>
              <a:off x="5572300" y="4134850"/>
              <a:ext cx="13700" cy="12950"/>
            </a:xfrm>
            <a:custGeom>
              <a:rect b="b" l="l" r="r" t="t"/>
              <a:pathLst>
                <a:path extrusionOk="0" h="518" w="548">
                  <a:moveTo>
                    <a:pt x="244" y="1"/>
                  </a:moveTo>
                  <a:cubicBezTo>
                    <a:pt x="92" y="1"/>
                    <a:pt x="1" y="122"/>
                    <a:pt x="1" y="244"/>
                  </a:cubicBezTo>
                  <a:cubicBezTo>
                    <a:pt x="1" y="396"/>
                    <a:pt x="122" y="518"/>
                    <a:pt x="274" y="518"/>
                  </a:cubicBezTo>
                  <a:cubicBezTo>
                    <a:pt x="426" y="518"/>
                    <a:pt x="548" y="396"/>
                    <a:pt x="548" y="244"/>
                  </a:cubicBezTo>
                  <a:cubicBezTo>
                    <a:pt x="517" y="92"/>
                    <a:pt x="396" y="1"/>
                    <a:pt x="24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68"/>
            <p:cNvSpPr/>
            <p:nvPr/>
          </p:nvSpPr>
          <p:spPr>
            <a:xfrm>
              <a:off x="3152800" y="4083950"/>
              <a:ext cx="14475" cy="13700"/>
            </a:xfrm>
            <a:custGeom>
              <a:rect b="b" l="l" r="r" t="t"/>
              <a:pathLst>
                <a:path extrusionOk="0" h="548" w="579">
                  <a:moveTo>
                    <a:pt x="305" y="0"/>
                  </a:moveTo>
                  <a:cubicBezTo>
                    <a:pt x="153" y="0"/>
                    <a:pt x="31" y="122"/>
                    <a:pt x="1" y="274"/>
                  </a:cubicBezTo>
                  <a:cubicBezTo>
                    <a:pt x="1" y="426"/>
                    <a:pt x="153" y="547"/>
                    <a:pt x="305" y="547"/>
                  </a:cubicBezTo>
                  <a:cubicBezTo>
                    <a:pt x="457" y="547"/>
                    <a:pt x="578" y="426"/>
                    <a:pt x="578" y="274"/>
                  </a:cubicBezTo>
                  <a:cubicBezTo>
                    <a:pt x="578" y="122"/>
                    <a:pt x="457" y="0"/>
                    <a:pt x="30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68"/>
            <p:cNvSpPr/>
            <p:nvPr/>
          </p:nvSpPr>
          <p:spPr>
            <a:xfrm>
              <a:off x="3218925" y="4082300"/>
              <a:ext cx="15975" cy="13825"/>
            </a:xfrm>
            <a:custGeom>
              <a:rect b="b" l="l" r="r" t="t"/>
              <a:pathLst>
                <a:path extrusionOk="0" h="553" w="639">
                  <a:moveTo>
                    <a:pt x="382" y="1"/>
                  </a:moveTo>
                  <a:cubicBezTo>
                    <a:pt x="366" y="1"/>
                    <a:pt x="350" y="2"/>
                    <a:pt x="335" y="6"/>
                  </a:cubicBezTo>
                  <a:cubicBezTo>
                    <a:pt x="152" y="6"/>
                    <a:pt x="31" y="127"/>
                    <a:pt x="0" y="279"/>
                  </a:cubicBezTo>
                  <a:cubicBezTo>
                    <a:pt x="0" y="431"/>
                    <a:pt x="152" y="553"/>
                    <a:pt x="335" y="553"/>
                  </a:cubicBezTo>
                  <a:cubicBezTo>
                    <a:pt x="487" y="553"/>
                    <a:pt x="639" y="431"/>
                    <a:pt x="639" y="249"/>
                  </a:cubicBezTo>
                  <a:cubicBezTo>
                    <a:pt x="639" y="113"/>
                    <a:pt x="517" y="1"/>
                    <a:pt x="382"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68"/>
            <p:cNvSpPr/>
            <p:nvPr/>
          </p:nvSpPr>
          <p:spPr>
            <a:xfrm>
              <a:off x="3292625" y="4077875"/>
              <a:ext cx="18275" cy="13700"/>
            </a:xfrm>
            <a:custGeom>
              <a:rect b="b" l="l" r="r" t="t"/>
              <a:pathLst>
                <a:path extrusionOk="0" h="548" w="731">
                  <a:moveTo>
                    <a:pt x="365" y="0"/>
                  </a:moveTo>
                  <a:cubicBezTo>
                    <a:pt x="183" y="0"/>
                    <a:pt x="31" y="122"/>
                    <a:pt x="1" y="304"/>
                  </a:cubicBezTo>
                  <a:cubicBezTo>
                    <a:pt x="1" y="456"/>
                    <a:pt x="153" y="547"/>
                    <a:pt x="365" y="547"/>
                  </a:cubicBezTo>
                  <a:cubicBezTo>
                    <a:pt x="578" y="517"/>
                    <a:pt x="730" y="395"/>
                    <a:pt x="730" y="243"/>
                  </a:cubicBezTo>
                  <a:cubicBezTo>
                    <a:pt x="730" y="91"/>
                    <a:pt x="578" y="0"/>
                    <a:pt x="36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68"/>
            <p:cNvSpPr/>
            <p:nvPr/>
          </p:nvSpPr>
          <p:spPr>
            <a:xfrm>
              <a:off x="3373925" y="4071675"/>
              <a:ext cx="19025" cy="13825"/>
            </a:xfrm>
            <a:custGeom>
              <a:rect b="b" l="l" r="r" t="t"/>
              <a:pathLst>
                <a:path extrusionOk="0" h="553" w="761">
                  <a:moveTo>
                    <a:pt x="431" y="0"/>
                  </a:moveTo>
                  <a:cubicBezTo>
                    <a:pt x="410" y="0"/>
                    <a:pt x="388" y="2"/>
                    <a:pt x="366" y="5"/>
                  </a:cubicBezTo>
                  <a:cubicBezTo>
                    <a:pt x="153" y="35"/>
                    <a:pt x="1" y="157"/>
                    <a:pt x="1" y="309"/>
                  </a:cubicBezTo>
                  <a:cubicBezTo>
                    <a:pt x="1" y="461"/>
                    <a:pt x="153" y="552"/>
                    <a:pt x="366" y="552"/>
                  </a:cubicBezTo>
                  <a:cubicBezTo>
                    <a:pt x="578" y="522"/>
                    <a:pt x="761" y="400"/>
                    <a:pt x="761" y="248"/>
                  </a:cubicBezTo>
                  <a:cubicBezTo>
                    <a:pt x="761" y="112"/>
                    <a:pt x="615" y="0"/>
                    <a:pt x="43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68"/>
            <p:cNvSpPr/>
            <p:nvPr/>
          </p:nvSpPr>
          <p:spPr>
            <a:xfrm>
              <a:off x="3459050" y="4064075"/>
              <a:ext cx="20525" cy="13925"/>
            </a:xfrm>
            <a:custGeom>
              <a:rect b="b" l="l" r="r" t="t"/>
              <a:pathLst>
                <a:path extrusionOk="0" h="557" w="821">
                  <a:moveTo>
                    <a:pt x="461" y="0"/>
                  </a:moveTo>
                  <a:cubicBezTo>
                    <a:pt x="439" y="0"/>
                    <a:pt x="418" y="2"/>
                    <a:pt x="395" y="5"/>
                  </a:cubicBezTo>
                  <a:cubicBezTo>
                    <a:pt x="183" y="35"/>
                    <a:pt x="0" y="157"/>
                    <a:pt x="0" y="309"/>
                  </a:cubicBezTo>
                  <a:cubicBezTo>
                    <a:pt x="27" y="445"/>
                    <a:pt x="177" y="557"/>
                    <a:pt x="360" y="557"/>
                  </a:cubicBezTo>
                  <a:cubicBezTo>
                    <a:pt x="382" y="557"/>
                    <a:pt x="404" y="555"/>
                    <a:pt x="426" y="552"/>
                  </a:cubicBezTo>
                  <a:cubicBezTo>
                    <a:pt x="639" y="522"/>
                    <a:pt x="821" y="370"/>
                    <a:pt x="821" y="248"/>
                  </a:cubicBezTo>
                  <a:cubicBezTo>
                    <a:pt x="794" y="112"/>
                    <a:pt x="645" y="0"/>
                    <a:pt x="46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68"/>
            <p:cNvSpPr/>
            <p:nvPr/>
          </p:nvSpPr>
          <p:spPr>
            <a:xfrm>
              <a:off x="3548700" y="4055700"/>
              <a:ext cx="21300" cy="13825"/>
            </a:xfrm>
            <a:custGeom>
              <a:rect b="b" l="l" r="r" t="t"/>
              <a:pathLst>
                <a:path extrusionOk="0" h="553" w="852">
                  <a:moveTo>
                    <a:pt x="463" y="1"/>
                  </a:moveTo>
                  <a:cubicBezTo>
                    <a:pt x="441" y="1"/>
                    <a:pt x="419" y="2"/>
                    <a:pt x="396" y="6"/>
                  </a:cubicBezTo>
                  <a:cubicBezTo>
                    <a:pt x="183" y="36"/>
                    <a:pt x="1" y="158"/>
                    <a:pt x="1" y="310"/>
                  </a:cubicBezTo>
                  <a:cubicBezTo>
                    <a:pt x="31" y="462"/>
                    <a:pt x="214" y="553"/>
                    <a:pt x="457" y="553"/>
                  </a:cubicBezTo>
                  <a:cubicBezTo>
                    <a:pt x="670" y="522"/>
                    <a:pt x="852" y="370"/>
                    <a:pt x="852" y="218"/>
                  </a:cubicBezTo>
                  <a:cubicBezTo>
                    <a:pt x="825" y="110"/>
                    <a:pt x="652" y="1"/>
                    <a:pt x="46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68"/>
            <p:cNvSpPr/>
            <p:nvPr/>
          </p:nvSpPr>
          <p:spPr>
            <a:xfrm>
              <a:off x="3640650" y="4046575"/>
              <a:ext cx="22075" cy="13225"/>
            </a:xfrm>
            <a:custGeom>
              <a:rect b="b" l="l" r="r" t="t"/>
              <a:pathLst>
                <a:path extrusionOk="0" h="529" w="883">
                  <a:moveTo>
                    <a:pt x="488" y="0"/>
                  </a:moveTo>
                  <a:cubicBezTo>
                    <a:pt x="458" y="0"/>
                    <a:pt x="427" y="2"/>
                    <a:pt x="396" y="6"/>
                  </a:cubicBezTo>
                  <a:cubicBezTo>
                    <a:pt x="153" y="6"/>
                    <a:pt x="1" y="158"/>
                    <a:pt x="31" y="310"/>
                  </a:cubicBezTo>
                  <a:cubicBezTo>
                    <a:pt x="31" y="442"/>
                    <a:pt x="193" y="528"/>
                    <a:pt x="395" y="528"/>
                  </a:cubicBezTo>
                  <a:cubicBezTo>
                    <a:pt x="425" y="528"/>
                    <a:pt x="456" y="527"/>
                    <a:pt x="487" y="523"/>
                  </a:cubicBezTo>
                  <a:cubicBezTo>
                    <a:pt x="730" y="523"/>
                    <a:pt x="882" y="371"/>
                    <a:pt x="882" y="219"/>
                  </a:cubicBezTo>
                  <a:cubicBezTo>
                    <a:pt x="856" y="86"/>
                    <a:pt x="691" y="0"/>
                    <a:pt x="488"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68"/>
            <p:cNvSpPr/>
            <p:nvPr/>
          </p:nvSpPr>
          <p:spPr>
            <a:xfrm>
              <a:off x="3734125" y="4036825"/>
              <a:ext cx="22825" cy="13700"/>
            </a:xfrm>
            <a:custGeom>
              <a:rect b="b" l="l" r="r" t="t"/>
              <a:pathLst>
                <a:path extrusionOk="0" h="548" w="913">
                  <a:moveTo>
                    <a:pt x="396" y="1"/>
                  </a:moveTo>
                  <a:cubicBezTo>
                    <a:pt x="152" y="31"/>
                    <a:pt x="0" y="183"/>
                    <a:pt x="31" y="305"/>
                  </a:cubicBezTo>
                  <a:cubicBezTo>
                    <a:pt x="61" y="457"/>
                    <a:pt x="274" y="548"/>
                    <a:pt x="517" y="548"/>
                  </a:cubicBezTo>
                  <a:cubicBezTo>
                    <a:pt x="730" y="548"/>
                    <a:pt x="912" y="366"/>
                    <a:pt x="882" y="244"/>
                  </a:cubicBezTo>
                  <a:cubicBezTo>
                    <a:pt x="852" y="92"/>
                    <a:pt x="639" y="1"/>
                    <a:pt x="396"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68"/>
            <p:cNvSpPr/>
            <p:nvPr/>
          </p:nvSpPr>
          <p:spPr>
            <a:xfrm>
              <a:off x="3826825" y="4027600"/>
              <a:ext cx="23600" cy="13200"/>
            </a:xfrm>
            <a:custGeom>
              <a:rect b="b" l="l" r="r" t="t"/>
              <a:pathLst>
                <a:path extrusionOk="0" h="528" w="944">
                  <a:moveTo>
                    <a:pt x="464" y="0"/>
                  </a:moveTo>
                  <a:cubicBezTo>
                    <a:pt x="441" y="0"/>
                    <a:pt x="418" y="2"/>
                    <a:pt x="396" y="5"/>
                  </a:cubicBezTo>
                  <a:cubicBezTo>
                    <a:pt x="153" y="35"/>
                    <a:pt x="1" y="157"/>
                    <a:pt x="31" y="309"/>
                  </a:cubicBezTo>
                  <a:cubicBezTo>
                    <a:pt x="84" y="441"/>
                    <a:pt x="252" y="528"/>
                    <a:pt x="455" y="528"/>
                  </a:cubicBezTo>
                  <a:cubicBezTo>
                    <a:pt x="486" y="528"/>
                    <a:pt x="516" y="526"/>
                    <a:pt x="548" y="522"/>
                  </a:cubicBezTo>
                  <a:cubicBezTo>
                    <a:pt x="761" y="522"/>
                    <a:pt x="943" y="370"/>
                    <a:pt x="882" y="218"/>
                  </a:cubicBezTo>
                  <a:cubicBezTo>
                    <a:pt x="855" y="109"/>
                    <a:pt x="658" y="0"/>
                    <a:pt x="46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68"/>
            <p:cNvSpPr/>
            <p:nvPr/>
          </p:nvSpPr>
          <p:spPr>
            <a:xfrm>
              <a:off x="3918775" y="4018875"/>
              <a:ext cx="22825" cy="13125"/>
            </a:xfrm>
            <a:custGeom>
              <a:rect b="b" l="l" r="r" t="t"/>
              <a:pathLst>
                <a:path extrusionOk="0" h="525" w="913">
                  <a:moveTo>
                    <a:pt x="482" y="1"/>
                  </a:moveTo>
                  <a:cubicBezTo>
                    <a:pt x="443" y="1"/>
                    <a:pt x="403" y="7"/>
                    <a:pt x="365" y="20"/>
                  </a:cubicBezTo>
                  <a:cubicBezTo>
                    <a:pt x="122" y="20"/>
                    <a:pt x="1" y="172"/>
                    <a:pt x="31" y="293"/>
                  </a:cubicBezTo>
                  <a:cubicBezTo>
                    <a:pt x="127" y="438"/>
                    <a:pt x="262" y="525"/>
                    <a:pt x="404" y="525"/>
                  </a:cubicBezTo>
                  <a:cubicBezTo>
                    <a:pt x="441" y="525"/>
                    <a:pt x="479" y="519"/>
                    <a:pt x="517" y="506"/>
                  </a:cubicBezTo>
                  <a:cubicBezTo>
                    <a:pt x="761" y="506"/>
                    <a:pt x="913" y="354"/>
                    <a:pt x="852" y="232"/>
                  </a:cubicBezTo>
                  <a:cubicBezTo>
                    <a:pt x="780" y="88"/>
                    <a:pt x="631" y="1"/>
                    <a:pt x="482"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68"/>
            <p:cNvSpPr/>
            <p:nvPr/>
          </p:nvSpPr>
          <p:spPr>
            <a:xfrm>
              <a:off x="4006925" y="4010850"/>
              <a:ext cx="22825" cy="13225"/>
            </a:xfrm>
            <a:custGeom>
              <a:rect b="b" l="l" r="r" t="t"/>
              <a:pathLst>
                <a:path extrusionOk="0" h="529" w="913">
                  <a:moveTo>
                    <a:pt x="436" y="1"/>
                  </a:moveTo>
                  <a:cubicBezTo>
                    <a:pt x="412" y="1"/>
                    <a:pt x="389" y="2"/>
                    <a:pt x="365" y="6"/>
                  </a:cubicBezTo>
                  <a:cubicBezTo>
                    <a:pt x="122" y="37"/>
                    <a:pt x="1" y="158"/>
                    <a:pt x="61" y="280"/>
                  </a:cubicBezTo>
                  <a:cubicBezTo>
                    <a:pt x="141" y="439"/>
                    <a:pt x="313" y="529"/>
                    <a:pt x="477" y="529"/>
                  </a:cubicBezTo>
                  <a:cubicBezTo>
                    <a:pt x="501" y="529"/>
                    <a:pt x="524" y="527"/>
                    <a:pt x="548" y="523"/>
                  </a:cubicBezTo>
                  <a:cubicBezTo>
                    <a:pt x="760" y="493"/>
                    <a:pt x="912" y="371"/>
                    <a:pt x="852" y="219"/>
                  </a:cubicBezTo>
                  <a:cubicBezTo>
                    <a:pt x="746" y="87"/>
                    <a:pt x="594" y="1"/>
                    <a:pt x="436"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68"/>
            <p:cNvSpPr/>
            <p:nvPr/>
          </p:nvSpPr>
          <p:spPr>
            <a:xfrm>
              <a:off x="4091275" y="4004000"/>
              <a:ext cx="22050" cy="13100"/>
            </a:xfrm>
            <a:custGeom>
              <a:rect b="b" l="l" r="r" t="t"/>
              <a:pathLst>
                <a:path extrusionOk="0" h="524" w="882">
                  <a:moveTo>
                    <a:pt x="405" y="1"/>
                  </a:moveTo>
                  <a:cubicBezTo>
                    <a:pt x="382" y="1"/>
                    <a:pt x="358" y="3"/>
                    <a:pt x="335" y="7"/>
                  </a:cubicBezTo>
                  <a:cubicBezTo>
                    <a:pt x="122" y="37"/>
                    <a:pt x="0" y="159"/>
                    <a:pt x="61" y="280"/>
                  </a:cubicBezTo>
                  <a:cubicBezTo>
                    <a:pt x="183" y="432"/>
                    <a:pt x="365" y="524"/>
                    <a:pt x="548" y="524"/>
                  </a:cubicBezTo>
                  <a:cubicBezTo>
                    <a:pt x="760" y="493"/>
                    <a:pt x="882" y="372"/>
                    <a:pt x="821" y="220"/>
                  </a:cubicBezTo>
                  <a:cubicBezTo>
                    <a:pt x="715" y="87"/>
                    <a:pt x="563" y="1"/>
                    <a:pt x="40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68"/>
            <p:cNvSpPr/>
            <p:nvPr/>
          </p:nvSpPr>
          <p:spPr>
            <a:xfrm>
              <a:off x="4170300" y="3998850"/>
              <a:ext cx="20550" cy="12925"/>
            </a:xfrm>
            <a:custGeom>
              <a:rect b="b" l="l" r="r" t="t"/>
              <a:pathLst>
                <a:path extrusionOk="0" h="517" w="822">
                  <a:moveTo>
                    <a:pt x="305" y="0"/>
                  </a:moveTo>
                  <a:cubicBezTo>
                    <a:pt x="92" y="0"/>
                    <a:pt x="1" y="122"/>
                    <a:pt x="61" y="274"/>
                  </a:cubicBezTo>
                  <a:cubicBezTo>
                    <a:pt x="153" y="426"/>
                    <a:pt x="335" y="517"/>
                    <a:pt x="517" y="517"/>
                  </a:cubicBezTo>
                  <a:cubicBezTo>
                    <a:pt x="700" y="486"/>
                    <a:pt x="821" y="365"/>
                    <a:pt x="761" y="243"/>
                  </a:cubicBezTo>
                  <a:cubicBezTo>
                    <a:pt x="639" y="61"/>
                    <a:pt x="487" y="0"/>
                    <a:pt x="30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68"/>
            <p:cNvSpPr/>
            <p:nvPr/>
          </p:nvSpPr>
          <p:spPr>
            <a:xfrm>
              <a:off x="4242500" y="3995650"/>
              <a:ext cx="18250" cy="12325"/>
            </a:xfrm>
            <a:custGeom>
              <a:rect b="b" l="l" r="r" t="t"/>
              <a:pathLst>
                <a:path extrusionOk="0" h="493" w="730">
                  <a:moveTo>
                    <a:pt x="312" y="1"/>
                  </a:moveTo>
                  <a:cubicBezTo>
                    <a:pt x="290" y="1"/>
                    <a:pt x="267" y="3"/>
                    <a:pt x="243" y="6"/>
                  </a:cubicBezTo>
                  <a:cubicBezTo>
                    <a:pt x="91" y="6"/>
                    <a:pt x="0" y="128"/>
                    <a:pt x="61" y="250"/>
                  </a:cubicBezTo>
                  <a:cubicBezTo>
                    <a:pt x="152" y="402"/>
                    <a:pt x="304" y="493"/>
                    <a:pt x="456" y="493"/>
                  </a:cubicBezTo>
                  <a:cubicBezTo>
                    <a:pt x="639" y="493"/>
                    <a:pt x="730" y="371"/>
                    <a:pt x="669" y="219"/>
                  </a:cubicBezTo>
                  <a:cubicBezTo>
                    <a:pt x="590" y="87"/>
                    <a:pt x="464" y="1"/>
                    <a:pt x="312"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68"/>
            <p:cNvSpPr/>
            <p:nvPr/>
          </p:nvSpPr>
          <p:spPr>
            <a:xfrm>
              <a:off x="4305575" y="3995050"/>
              <a:ext cx="15200" cy="12925"/>
            </a:xfrm>
            <a:custGeom>
              <a:rect b="b" l="l" r="r" t="t"/>
              <a:pathLst>
                <a:path extrusionOk="0" h="517" w="608">
                  <a:moveTo>
                    <a:pt x="182" y="0"/>
                  </a:moveTo>
                  <a:cubicBezTo>
                    <a:pt x="61" y="0"/>
                    <a:pt x="0" y="122"/>
                    <a:pt x="61" y="243"/>
                  </a:cubicBezTo>
                  <a:cubicBezTo>
                    <a:pt x="122" y="395"/>
                    <a:pt x="243" y="486"/>
                    <a:pt x="395" y="517"/>
                  </a:cubicBezTo>
                  <a:cubicBezTo>
                    <a:pt x="547" y="517"/>
                    <a:pt x="608" y="426"/>
                    <a:pt x="578" y="274"/>
                  </a:cubicBezTo>
                  <a:cubicBezTo>
                    <a:pt x="486" y="122"/>
                    <a:pt x="365" y="30"/>
                    <a:pt x="182"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68"/>
            <p:cNvSpPr/>
            <p:nvPr/>
          </p:nvSpPr>
          <p:spPr>
            <a:xfrm>
              <a:off x="4356625" y="3998725"/>
              <a:ext cx="13400" cy="12425"/>
            </a:xfrm>
            <a:custGeom>
              <a:rect b="b" l="l" r="r" t="t"/>
              <a:pathLst>
                <a:path extrusionOk="0" h="497" w="536">
                  <a:moveTo>
                    <a:pt x="111" y="0"/>
                  </a:moveTo>
                  <a:cubicBezTo>
                    <a:pt x="20" y="0"/>
                    <a:pt x="1" y="109"/>
                    <a:pt x="55" y="218"/>
                  </a:cubicBezTo>
                  <a:cubicBezTo>
                    <a:pt x="116" y="370"/>
                    <a:pt x="238" y="461"/>
                    <a:pt x="359" y="491"/>
                  </a:cubicBezTo>
                  <a:cubicBezTo>
                    <a:pt x="372" y="495"/>
                    <a:pt x="384" y="496"/>
                    <a:pt x="396" y="496"/>
                  </a:cubicBezTo>
                  <a:cubicBezTo>
                    <a:pt x="492" y="496"/>
                    <a:pt x="535" y="387"/>
                    <a:pt x="481" y="279"/>
                  </a:cubicBezTo>
                  <a:cubicBezTo>
                    <a:pt x="420" y="127"/>
                    <a:pt x="299" y="35"/>
                    <a:pt x="147" y="5"/>
                  </a:cubicBezTo>
                  <a:cubicBezTo>
                    <a:pt x="134" y="2"/>
                    <a:pt x="122" y="0"/>
                    <a:pt x="11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68"/>
            <p:cNvSpPr/>
            <p:nvPr/>
          </p:nvSpPr>
          <p:spPr>
            <a:xfrm>
              <a:off x="4398425" y="4003275"/>
              <a:ext cx="12025" cy="13075"/>
            </a:xfrm>
            <a:custGeom>
              <a:rect b="b" l="l" r="r" t="t"/>
              <a:pathLst>
                <a:path extrusionOk="0" h="523" w="481">
                  <a:moveTo>
                    <a:pt x="89" y="1"/>
                  </a:moveTo>
                  <a:cubicBezTo>
                    <a:pt x="19" y="1"/>
                    <a:pt x="1" y="109"/>
                    <a:pt x="55" y="218"/>
                  </a:cubicBezTo>
                  <a:cubicBezTo>
                    <a:pt x="146" y="370"/>
                    <a:pt x="268" y="522"/>
                    <a:pt x="359" y="522"/>
                  </a:cubicBezTo>
                  <a:cubicBezTo>
                    <a:pt x="450" y="522"/>
                    <a:pt x="481" y="431"/>
                    <a:pt x="420" y="279"/>
                  </a:cubicBezTo>
                  <a:cubicBezTo>
                    <a:pt x="359" y="157"/>
                    <a:pt x="237" y="36"/>
                    <a:pt x="116" y="5"/>
                  </a:cubicBezTo>
                  <a:cubicBezTo>
                    <a:pt x="106" y="2"/>
                    <a:pt x="97" y="1"/>
                    <a:pt x="89"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68"/>
            <p:cNvSpPr/>
            <p:nvPr/>
          </p:nvSpPr>
          <p:spPr>
            <a:xfrm>
              <a:off x="4433250" y="4008600"/>
              <a:ext cx="10350" cy="13200"/>
            </a:xfrm>
            <a:custGeom>
              <a:rect b="b" l="l" r="r" t="t"/>
              <a:pathLst>
                <a:path extrusionOk="0" h="528" w="414">
                  <a:moveTo>
                    <a:pt x="43" y="0"/>
                  </a:moveTo>
                  <a:cubicBezTo>
                    <a:pt x="0" y="0"/>
                    <a:pt x="6" y="112"/>
                    <a:pt x="60" y="248"/>
                  </a:cubicBezTo>
                  <a:cubicBezTo>
                    <a:pt x="121" y="370"/>
                    <a:pt x="243" y="522"/>
                    <a:pt x="334" y="522"/>
                  </a:cubicBezTo>
                  <a:cubicBezTo>
                    <a:pt x="342" y="526"/>
                    <a:pt x="349" y="528"/>
                    <a:pt x="355" y="528"/>
                  </a:cubicBezTo>
                  <a:cubicBezTo>
                    <a:pt x="400" y="528"/>
                    <a:pt x="413" y="438"/>
                    <a:pt x="334" y="279"/>
                  </a:cubicBezTo>
                  <a:cubicBezTo>
                    <a:pt x="273" y="157"/>
                    <a:pt x="182" y="66"/>
                    <a:pt x="60" y="5"/>
                  </a:cubicBezTo>
                  <a:cubicBezTo>
                    <a:pt x="54" y="2"/>
                    <a:pt x="48" y="0"/>
                    <a:pt x="4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68"/>
            <p:cNvSpPr/>
            <p:nvPr/>
          </p:nvSpPr>
          <p:spPr>
            <a:xfrm>
              <a:off x="4462125" y="4015450"/>
              <a:ext cx="9875" cy="13800"/>
            </a:xfrm>
            <a:custGeom>
              <a:rect b="b" l="l" r="r" t="t"/>
              <a:pathLst>
                <a:path extrusionOk="0" h="552" w="395">
                  <a:moveTo>
                    <a:pt x="43" y="0"/>
                  </a:moveTo>
                  <a:cubicBezTo>
                    <a:pt x="0" y="0"/>
                    <a:pt x="6" y="112"/>
                    <a:pt x="60" y="248"/>
                  </a:cubicBezTo>
                  <a:cubicBezTo>
                    <a:pt x="152" y="400"/>
                    <a:pt x="243" y="552"/>
                    <a:pt x="304" y="552"/>
                  </a:cubicBezTo>
                  <a:cubicBezTo>
                    <a:pt x="395" y="552"/>
                    <a:pt x="395" y="461"/>
                    <a:pt x="334" y="309"/>
                  </a:cubicBezTo>
                  <a:cubicBezTo>
                    <a:pt x="243" y="157"/>
                    <a:pt x="152" y="35"/>
                    <a:pt x="60" y="5"/>
                  </a:cubicBezTo>
                  <a:cubicBezTo>
                    <a:pt x="54" y="2"/>
                    <a:pt x="48" y="0"/>
                    <a:pt x="4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68"/>
            <p:cNvSpPr/>
            <p:nvPr/>
          </p:nvSpPr>
          <p:spPr>
            <a:xfrm>
              <a:off x="4486425" y="4022400"/>
              <a:ext cx="9875" cy="14575"/>
            </a:xfrm>
            <a:custGeom>
              <a:rect b="b" l="l" r="r" t="t"/>
              <a:pathLst>
                <a:path extrusionOk="0" h="583" w="395">
                  <a:moveTo>
                    <a:pt x="61" y="0"/>
                  </a:moveTo>
                  <a:cubicBezTo>
                    <a:pt x="0" y="0"/>
                    <a:pt x="31" y="91"/>
                    <a:pt x="91" y="274"/>
                  </a:cubicBezTo>
                  <a:cubicBezTo>
                    <a:pt x="122" y="395"/>
                    <a:pt x="213" y="487"/>
                    <a:pt x="335" y="578"/>
                  </a:cubicBezTo>
                  <a:cubicBezTo>
                    <a:pt x="341" y="581"/>
                    <a:pt x="347" y="582"/>
                    <a:pt x="352" y="582"/>
                  </a:cubicBezTo>
                  <a:cubicBezTo>
                    <a:pt x="394" y="582"/>
                    <a:pt x="386" y="471"/>
                    <a:pt x="304" y="335"/>
                  </a:cubicBezTo>
                  <a:cubicBezTo>
                    <a:pt x="243" y="213"/>
                    <a:pt x="152" y="91"/>
                    <a:pt x="6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68"/>
            <p:cNvSpPr/>
            <p:nvPr/>
          </p:nvSpPr>
          <p:spPr>
            <a:xfrm>
              <a:off x="4508450" y="4030000"/>
              <a:ext cx="9900" cy="15225"/>
            </a:xfrm>
            <a:custGeom>
              <a:rect b="b" l="l" r="r" t="t"/>
              <a:pathLst>
                <a:path extrusionOk="0" h="609" w="396">
                  <a:moveTo>
                    <a:pt x="61" y="0"/>
                  </a:moveTo>
                  <a:cubicBezTo>
                    <a:pt x="1" y="0"/>
                    <a:pt x="31" y="91"/>
                    <a:pt x="122" y="274"/>
                  </a:cubicBezTo>
                  <a:cubicBezTo>
                    <a:pt x="153" y="395"/>
                    <a:pt x="244" y="517"/>
                    <a:pt x="335" y="608"/>
                  </a:cubicBezTo>
                  <a:cubicBezTo>
                    <a:pt x="396" y="608"/>
                    <a:pt x="365" y="517"/>
                    <a:pt x="305" y="335"/>
                  </a:cubicBezTo>
                  <a:cubicBezTo>
                    <a:pt x="244" y="213"/>
                    <a:pt x="153" y="91"/>
                    <a:pt x="6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68"/>
            <p:cNvSpPr/>
            <p:nvPr/>
          </p:nvSpPr>
          <p:spPr>
            <a:xfrm>
              <a:off x="4529875" y="4037500"/>
              <a:ext cx="9750" cy="16075"/>
            </a:xfrm>
            <a:custGeom>
              <a:rect b="b" l="l" r="r" t="t"/>
              <a:pathLst>
                <a:path extrusionOk="0" h="643" w="390">
                  <a:moveTo>
                    <a:pt x="42" y="0"/>
                  </a:moveTo>
                  <a:cubicBezTo>
                    <a:pt x="1" y="0"/>
                    <a:pt x="33" y="139"/>
                    <a:pt x="116" y="278"/>
                  </a:cubicBezTo>
                  <a:cubicBezTo>
                    <a:pt x="147" y="430"/>
                    <a:pt x="238" y="521"/>
                    <a:pt x="329" y="643"/>
                  </a:cubicBezTo>
                  <a:cubicBezTo>
                    <a:pt x="390" y="643"/>
                    <a:pt x="390" y="521"/>
                    <a:pt x="299" y="369"/>
                  </a:cubicBezTo>
                  <a:cubicBezTo>
                    <a:pt x="238" y="217"/>
                    <a:pt x="147" y="95"/>
                    <a:pt x="56" y="4"/>
                  </a:cubicBezTo>
                  <a:cubicBezTo>
                    <a:pt x="50" y="2"/>
                    <a:pt x="46" y="0"/>
                    <a:pt x="42"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68"/>
            <p:cNvSpPr/>
            <p:nvPr/>
          </p:nvSpPr>
          <p:spPr>
            <a:xfrm>
              <a:off x="4551900" y="4045100"/>
              <a:ext cx="10375" cy="16200"/>
            </a:xfrm>
            <a:custGeom>
              <a:rect b="b" l="l" r="r" t="t"/>
              <a:pathLst>
                <a:path extrusionOk="0" h="648" w="415">
                  <a:moveTo>
                    <a:pt x="42" y="0"/>
                  </a:moveTo>
                  <a:cubicBezTo>
                    <a:pt x="1" y="0"/>
                    <a:pt x="34" y="142"/>
                    <a:pt x="117" y="308"/>
                  </a:cubicBezTo>
                  <a:cubicBezTo>
                    <a:pt x="178" y="430"/>
                    <a:pt x="238" y="551"/>
                    <a:pt x="360" y="642"/>
                  </a:cubicBezTo>
                  <a:cubicBezTo>
                    <a:pt x="366" y="646"/>
                    <a:pt x="372" y="647"/>
                    <a:pt x="376" y="647"/>
                  </a:cubicBezTo>
                  <a:cubicBezTo>
                    <a:pt x="414" y="647"/>
                    <a:pt x="384" y="532"/>
                    <a:pt x="330" y="369"/>
                  </a:cubicBezTo>
                  <a:cubicBezTo>
                    <a:pt x="269" y="217"/>
                    <a:pt x="178" y="95"/>
                    <a:pt x="56" y="4"/>
                  </a:cubicBezTo>
                  <a:cubicBezTo>
                    <a:pt x="51" y="2"/>
                    <a:pt x="46" y="0"/>
                    <a:pt x="42"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68"/>
            <p:cNvSpPr/>
            <p:nvPr/>
          </p:nvSpPr>
          <p:spPr>
            <a:xfrm>
              <a:off x="4576100" y="4051925"/>
              <a:ext cx="10650" cy="17600"/>
            </a:xfrm>
            <a:custGeom>
              <a:rect b="b" l="l" r="r" t="t"/>
              <a:pathLst>
                <a:path extrusionOk="0" h="704" w="426">
                  <a:moveTo>
                    <a:pt x="44" y="0"/>
                  </a:moveTo>
                  <a:cubicBezTo>
                    <a:pt x="1" y="0"/>
                    <a:pt x="9" y="118"/>
                    <a:pt x="91" y="309"/>
                  </a:cubicBezTo>
                  <a:cubicBezTo>
                    <a:pt x="182" y="521"/>
                    <a:pt x="304" y="704"/>
                    <a:pt x="365" y="704"/>
                  </a:cubicBezTo>
                  <a:cubicBezTo>
                    <a:pt x="425" y="704"/>
                    <a:pt x="425" y="582"/>
                    <a:pt x="334" y="369"/>
                  </a:cubicBezTo>
                  <a:cubicBezTo>
                    <a:pt x="273" y="217"/>
                    <a:pt x="182" y="96"/>
                    <a:pt x="61" y="5"/>
                  </a:cubicBezTo>
                  <a:cubicBezTo>
                    <a:pt x="55" y="2"/>
                    <a:pt x="49" y="0"/>
                    <a:pt x="4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68"/>
            <p:cNvSpPr/>
            <p:nvPr/>
          </p:nvSpPr>
          <p:spPr>
            <a:xfrm>
              <a:off x="4603575" y="4058775"/>
              <a:ext cx="12050" cy="17600"/>
            </a:xfrm>
            <a:custGeom>
              <a:rect b="b" l="l" r="r" t="t"/>
              <a:pathLst>
                <a:path extrusionOk="0" h="704" w="482">
                  <a:moveTo>
                    <a:pt x="65" y="0"/>
                  </a:moveTo>
                  <a:cubicBezTo>
                    <a:pt x="1" y="0"/>
                    <a:pt x="33" y="142"/>
                    <a:pt x="117" y="308"/>
                  </a:cubicBezTo>
                  <a:cubicBezTo>
                    <a:pt x="208" y="521"/>
                    <a:pt x="330" y="673"/>
                    <a:pt x="421" y="703"/>
                  </a:cubicBezTo>
                  <a:cubicBezTo>
                    <a:pt x="481" y="703"/>
                    <a:pt x="481" y="582"/>
                    <a:pt x="390" y="369"/>
                  </a:cubicBezTo>
                  <a:cubicBezTo>
                    <a:pt x="299" y="187"/>
                    <a:pt x="147" y="4"/>
                    <a:pt x="86" y="4"/>
                  </a:cubicBezTo>
                  <a:cubicBezTo>
                    <a:pt x="78" y="2"/>
                    <a:pt x="71" y="0"/>
                    <a:pt x="6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68"/>
            <p:cNvSpPr/>
            <p:nvPr/>
          </p:nvSpPr>
          <p:spPr>
            <a:xfrm>
              <a:off x="4637625" y="4064200"/>
              <a:ext cx="12950" cy="18250"/>
            </a:xfrm>
            <a:custGeom>
              <a:rect b="b" l="l" r="r" t="t"/>
              <a:pathLst>
                <a:path extrusionOk="0" h="730" w="518">
                  <a:moveTo>
                    <a:pt x="92" y="0"/>
                  </a:moveTo>
                  <a:cubicBezTo>
                    <a:pt x="1" y="0"/>
                    <a:pt x="1" y="152"/>
                    <a:pt x="92" y="334"/>
                  </a:cubicBezTo>
                  <a:cubicBezTo>
                    <a:pt x="183" y="547"/>
                    <a:pt x="335" y="730"/>
                    <a:pt x="427" y="730"/>
                  </a:cubicBezTo>
                  <a:cubicBezTo>
                    <a:pt x="518" y="730"/>
                    <a:pt x="518" y="578"/>
                    <a:pt x="427" y="395"/>
                  </a:cubicBezTo>
                  <a:cubicBezTo>
                    <a:pt x="366" y="213"/>
                    <a:pt x="244" y="91"/>
                    <a:pt x="92"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68"/>
            <p:cNvSpPr/>
            <p:nvPr/>
          </p:nvSpPr>
          <p:spPr>
            <a:xfrm>
              <a:off x="4677150" y="4068750"/>
              <a:ext cx="15225" cy="18250"/>
            </a:xfrm>
            <a:custGeom>
              <a:rect b="b" l="l" r="r" t="t"/>
              <a:pathLst>
                <a:path extrusionOk="0" h="730" w="609">
                  <a:moveTo>
                    <a:pt x="122" y="0"/>
                  </a:moveTo>
                  <a:cubicBezTo>
                    <a:pt x="31" y="0"/>
                    <a:pt x="1" y="152"/>
                    <a:pt x="122" y="365"/>
                  </a:cubicBezTo>
                  <a:cubicBezTo>
                    <a:pt x="213" y="548"/>
                    <a:pt x="365" y="730"/>
                    <a:pt x="487" y="730"/>
                  </a:cubicBezTo>
                  <a:cubicBezTo>
                    <a:pt x="608" y="730"/>
                    <a:pt x="608" y="578"/>
                    <a:pt x="517" y="396"/>
                  </a:cubicBezTo>
                  <a:cubicBezTo>
                    <a:pt x="426" y="183"/>
                    <a:pt x="244" y="0"/>
                    <a:pt x="122"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68"/>
            <p:cNvSpPr/>
            <p:nvPr/>
          </p:nvSpPr>
          <p:spPr>
            <a:xfrm>
              <a:off x="4726550" y="4071775"/>
              <a:ext cx="17300" cy="18375"/>
            </a:xfrm>
            <a:custGeom>
              <a:rect b="b" l="l" r="r" t="t"/>
              <a:pathLst>
                <a:path extrusionOk="0" h="735" w="692">
                  <a:moveTo>
                    <a:pt x="152" y="1"/>
                  </a:moveTo>
                  <a:cubicBezTo>
                    <a:pt x="31" y="1"/>
                    <a:pt x="0" y="153"/>
                    <a:pt x="91" y="366"/>
                  </a:cubicBezTo>
                  <a:cubicBezTo>
                    <a:pt x="183" y="548"/>
                    <a:pt x="335" y="700"/>
                    <a:pt x="517" y="730"/>
                  </a:cubicBezTo>
                  <a:cubicBezTo>
                    <a:pt x="530" y="733"/>
                    <a:pt x="542" y="734"/>
                    <a:pt x="553" y="734"/>
                  </a:cubicBezTo>
                  <a:cubicBezTo>
                    <a:pt x="673" y="734"/>
                    <a:pt x="692" y="591"/>
                    <a:pt x="608" y="396"/>
                  </a:cubicBezTo>
                  <a:cubicBezTo>
                    <a:pt x="517" y="214"/>
                    <a:pt x="365" y="62"/>
                    <a:pt x="152"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68"/>
            <p:cNvSpPr/>
            <p:nvPr/>
          </p:nvSpPr>
          <p:spPr>
            <a:xfrm>
              <a:off x="4784300" y="4072550"/>
              <a:ext cx="18250" cy="18250"/>
            </a:xfrm>
            <a:custGeom>
              <a:rect b="b" l="l" r="r" t="t"/>
              <a:pathLst>
                <a:path extrusionOk="0" h="730" w="730">
                  <a:moveTo>
                    <a:pt x="152" y="0"/>
                  </a:moveTo>
                  <a:cubicBezTo>
                    <a:pt x="31" y="0"/>
                    <a:pt x="0" y="183"/>
                    <a:pt x="92" y="365"/>
                  </a:cubicBezTo>
                  <a:cubicBezTo>
                    <a:pt x="152" y="548"/>
                    <a:pt x="335" y="699"/>
                    <a:pt x="517" y="730"/>
                  </a:cubicBezTo>
                  <a:cubicBezTo>
                    <a:pt x="669" y="730"/>
                    <a:pt x="730" y="578"/>
                    <a:pt x="608" y="365"/>
                  </a:cubicBezTo>
                  <a:cubicBezTo>
                    <a:pt x="547" y="152"/>
                    <a:pt x="365" y="31"/>
                    <a:pt x="152"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68"/>
            <p:cNvSpPr/>
            <p:nvPr/>
          </p:nvSpPr>
          <p:spPr>
            <a:xfrm>
              <a:off x="4842975" y="4072475"/>
              <a:ext cx="18100" cy="17575"/>
            </a:xfrm>
            <a:custGeom>
              <a:rect b="b" l="l" r="r" t="t"/>
              <a:pathLst>
                <a:path extrusionOk="0" h="703" w="724">
                  <a:moveTo>
                    <a:pt x="145" y="0"/>
                  </a:moveTo>
                  <a:cubicBezTo>
                    <a:pt x="20" y="0"/>
                    <a:pt x="1" y="171"/>
                    <a:pt x="85" y="368"/>
                  </a:cubicBezTo>
                  <a:cubicBezTo>
                    <a:pt x="176" y="551"/>
                    <a:pt x="328" y="672"/>
                    <a:pt x="511" y="702"/>
                  </a:cubicBezTo>
                  <a:cubicBezTo>
                    <a:pt x="663" y="702"/>
                    <a:pt x="723" y="551"/>
                    <a:pt x="632" y="368"/>
                  </a:cubicBezTo>
                  <a:cubicBezTo>
                    <a:pt x="541" y="186"/>
                    <a:pt x="359" y="34"/>
                    <a:pt x="176" y="3"/>
                  </a:cubicBezTo>
                  <a:cubicBezTo>
                    <a:pt x="165" y="1"/>
                    <a:pt x="154" y="0"/>
                    <a:pt x="14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68"/>
            <p:cNvSpPr/>
            <p:nvPr/>
          </p:nvSpPr>
          <p:spPr>
            <a:xfrm>
              <a:off x="4902075" y="4072550"/>
              <a:ext cx="18075" cy="17600"/>
            </a:xfrm>
            <a:custGeom>
              <a:rect b="b" l="l" r="r" t="t"/>
              <a:pathLst>
                <a:path extrusionOk="0" h="704" w="723">
                  <a:moveTo>
                    <a:pt x="183" y="0"/>
                  </a:moveTo>
                  <a:cubicBezTo>
                    <a:pt x="31" y="0"/>
                    <a:pt x="1" y="183"/>
                    <a:pt x="92" y="365"/>
                  </a:cubicBezTo>
                  <a:cubicBezTo>
                    <a:pt x="153" y="548"/>
                    <a:pt x="335" y="669"/>
                    <a:pt x="517" y="699"/>
                  </a:cubicBezTo>
                  <a:cubicBezTo>
                    <a:pt x="530" y="702"/>
                    <a:pt x="543" y="703"/>
                    <a:pt x="554" y="703"/>
                  </a:cubicBezTo>
                  <a:cubicBezTo>
                    <a:pt x="679" y="703"/>
                    <a:pt x="722" y="560"/>
                    <a:pt x="639" y="365"/>
                  </a:cubicBezTo>
                  <a:cubicBezTo>
                    <a:pt x="548" y="183"/>
                    <a:pt x="365" y="61"/>
                    <a:pt x="18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68"/>
            <p:cNvSpPr/>
            <p:nvPr/>
          </p:nvSpPr>
          <p:spPr>
            <a:xfrm>
              <a:off x="4961350" y="4073300"/>
              <a:ext cx="18275" cy="17500"/>
            </a:xfrm>
            <a:custGeom>
              <a:rect b="b" l="l" r="r" t="t"/>
              <a:pathLst>
                <a:path extrusionOk="0" h="700" w="731">
                  <a:moveTo>
                    <a:pt x="183" y="1"/>
                  </a:moveTo>
                  <a:cubicBezTo>
                    <a:pt x="31" y="1"/>
                    <a:pt x="1" y="183"/>
                    <a:pt x="92" y="366"/>
                  </a:cubicBezTo>
                  <a:cubicBezTo>
                    <a:pt x="183" y="548"/>
                    <a:pt x="335" y="669"/>
                    <a:pt x="517" y="700"/>
                  </a:cubicBezTo>
                  <a:cubicBezTo>
                    <a:pt x="700" y="700"/>
                    <a:pt x="730" y="548"/>
                    <a:pt x="639" y="366"/>
                  </a:cubicBezTo>
                  <a:cubicBezTo>
                    <a:pt x="548" y="183"/>
                    <a:pt x="396" y="62"/>
                    <a:pt x="18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68"/>
            <p:cNvSpPr/>
            <p:nvPr/>
          </p:nvSpPr>
          <p:spPr>
            <a:xfrm>
              <a:off x="5021375" y="4074825"/>
              <a:ext cx="18075" cy="16850"/>
            </a:xfrm>
            <a:custGeom>
              <a:rect b="b" l="l" r="r" t="t"/>
              <a:pathLst>
                <a:path extrusionOk="0" h="674" w="723">
                  <a:moveTo>
                    <a:pt x="183" y="1"/>
                  </a:moveTo>
                  <a:cubicBezTo>
                    <a:pt x="31" y="1"/>
                    <a:pt x="1" y="153"/>
                    <a:pt x="92" y="335"/>
                  </a:cubicBezTo>
                  <a:cubicBezTo>
                    <a:pt x="153" y="517"/>
                    <a:pt x="335" y="639"/>
                    <a:pt x="518" y="669"/>
                  </a:cubicBezTo>
                  <a:cubicBezTo>
                    <a:pt x="531" y="672"/>
                    <a:pt x="543" y="673"/>
                    <a:pt x="555" y="673"/>
                  </a:cubicBezTo>
                  <a:cubicBezTo>
                    <a:pt x="679" y="673"/>
                    <a:pt x="722" y="532"/>
                    <a:pt x="639" y="365"/>
                  </a:cubicBezTo>
                  <a:cubicBezTo>
                    <a:pt x="548" y="183"/>
                    <a:pt x="396" y="61"/>
                    <a:pt x="18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68"/>
            <p:cNvSpPr/>
            <p:nvPr/>
          </p:nvSpPr>
          <p:spPr>
            <a:xfrm>
              <a:off x="5081425" y="4076350"/>
              <a:ext cx="18250" cy="16750"/>
            </a:xfrm>
            <a:custGeom>
              <a:rect b="b" l="l" r="r" t="t"/>
              <a:pathLst>
                <a:path extrusionOk="0" h="670" w="730">
                  <a:moveTo>
                    <a:pt x="182" y="0"/>
                  </a:moveTo>
                  <a:cubicBezTo>
                    <a:pt x="30" y="0"/>
                    <a:pt x="0" y="152"/>
                    <a:pt x="91" y="335"/>
                  </a:cubicBezTo>
                  <a:cubicBezTo>
                    <a:pt x="152" y="517"/>
                    <a:pt x="334" y="639"/>
                    <a:pt x="517" y="669"/>
                  </a:cubicBezTo>
                  <a:cubicBezTo>
                    <a:pt x="669" y="669"/>
                    <a:pt x="730" y="517"/>
                    <a:pt x="638" y="335"/>
                  </a:cubicBezTo>
                  <a:cubicBezTo>
                    <a:pt x="547" y="183"/>
                    <a:pt x="395" y="61"/>
                    <a:pt x="182"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68"/>
            <p:cNvSpPr/>
            <p:nvPr/>
          </p:nvSpPr>
          <p:spPr>
            <a:xfrm>
              <a:off x="5141450" y="4078625"/>
              <a:ext cx="18250" cy="15975"/>
            </a:xfrm>
            <a:custGeom>
              <a:rect b="b" l="l" r="r" t="t"/>
              <a:pathLst>
                <a:path extrusionOk="0" h="639" w="730">
                  <a:moveTo>
                    <a:pt x="213" y="1"/>
                  </a:moveTo>
                  <a:cubicBezTo>
                    <a:pt x="61" y="1"/>
                    <a:pt x="0" y="122"/>
                    <a:pt x="92" y="305"/>
                  </a:cubicBezTo>
                  <a:cubicBezTo>
                    <a:pt x="152" y="487"/>
                    <a:pt x="335" y="608"/>
                    <a:pt x="517" y="639"/>
                  </a:cubicBezTo>
                  <a:cubicBezTo>
                    <a:pt x="669" y="639"/>
                    <a:pt x="730" y="487"/>
                    <a:pt x="639" y="335"/>
                  </a:cubicBezTo>
                  <a:cubicBezTo>
                    <a:pt x="547" y="153"/>
                    <a:pt x="395" y="31"/>
                    <a:pt x="21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68"/>
            <p:cNvSpPr/>
            <p:nvPr/>
          </p:nvSpPr>
          <p:spPr>
            <a:xfrm>
              <a:off x="5202225" y="4080150"/>
              <a:ext cx="17525" cy="15225"/>
            </a:xfrm>
            <a:custGeom>
              <a:rect b="b" l="l" r="r" t="t"/>
              <a:pathLst>
                <a:path extrusionOk="0" h="609" w="701">
                  <a:moveTo>
                    <a:pt x="183" y="0"/>
                  </a:moveTo>
                  <a:cubicBezTo>
                    <a:pt x="31" y="0"/>
                    <a:pt x="1" y="152"/>
                    <a:pt x="62" y="304"/>
                  </a:cubicBezTo>
                  <a:cubicBezTo>
                    <a:pt x="123" y="487"/>
                    <a:pt x="305" y="578"/>
                    <a:pt x="487" y="608"/>
                  </a:cubicBezTo>
                  <a:cubicBezTo>
                    <a:pt x="639" y="608"/>
                    <a:pt x="700" y="487"/>
                    <a:pt x="609" y="335"/>
                  </a:cubicBezTo>
                  <a:cubicBezTo>
                    <a:pt x="548" y="152"/>
                    <a:pt x="366" y="31"/>
                    <a:pt x="18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68"/>
            <p:cNvSpPr/>
            <p:nvPr/>
          </p:nvSpPr>
          <p:spPr>
            <a:xfrm>
              <a:off x="5262400" y="4082325"/>
              <a:ext cx="17375" cy="14575"/>
            </a:xfrm>
            <a:custGeom>
              <a:rect b="b" l="l" r="r" t="t"/>
              <a:pathLst>
                <a:path extrusionOk="0" h="583" w="695">
                  <a:moveTo>
                    <a:pt x="170" y="1"/>
                  </a:moveTo>
                  <a:cubicBezTo>
                    <a:pt x="46" y="1"/>
                    <a:pt x="1" y="139"/>
                    <a:pt x="56" y="278"/>
                  </a:cubicBezTo>
                  <a:cubicBezTo>
                    <a:pt x="147" y="430"/>
                    <a:pt x="299" y="552"/>
                    <a:pt x="451" y="582"/>
                  </a:cubicBezTo>
                  <a:cubicBezTo>
                    <a:pt x="603" y="582"/>
                    <a:pt x="694" y="460"/>
                    <a:pt x="603" y="308"/>
                  </a:cubicBezTo>
                  <a:cubicBezTo>
                    <a:pt x="542" y="126"/>
                    <a:pt x="390" y="5"/>
                    <a:pt x="208" y="5"/>
                  </a:cubicBezTo>
                  <a:cubicBezTo>
                    <a:pt x="195" y="2"/>
                    <a:pt x="182" y="1"/>
                    <a:pt x="170"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68"/>
            <p:cNvSpPr/>
            <p:nvPr/>
          </p:nvSpPr>
          <p:spPr>
            <a:xfrm>
              <a:off x="5322300" y="4083175"/>
              <a:ext cx="17500" cy="14475"/>
            </a:xfrm>
            <a:custGeom>
              <a:rect b="b" l="l" r="r" t="t"/>
              <a:pathLst>
                <a:path extrusionOk="0" h="579" w="700">
                  <a:moveTo>
                    <a:pt x="213" y="1"/>
                  </a:moveTo>
                  <a:cubicBezTo>
                    <a:pt x="92" y="1"/>
                    <a:pt x="1" y="123"/>
                    <a:pt x="92" y="305"/>
                  </a:cubicBezTo>
                  <a:cubicBezTo>
                    <a:pt x="152" y="457"/>
                    <a:pt x="274" y="548"/>
                    <a:pt x="456" y="578"/>
                  </a:cubicBezTo>
                  <a:cubicBezTo>
                    <a:pt x="608" y="578"/>
                    <a:pt x="700" y="457"/>
                    <a:pt x="639" y="305"/>
                  </a:cubicBezTo>
                  <a:cubicBezTo>
                    <a:pt x="548" y="153"/>
                    <a:pt x="396" y="31"/>
                    <a:pt x="21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68"/>
            <p:cNvSpPr/>
            <p:nvPr/>
          </p:nvSpPr>
          <p:spPr>
            <a:xfrm>
              <a:off x="5382325" y="4084700"/>
              <a:ext cx="16750" cy="13700"/>
            </a:xfrm>
            <a:custGeom>
              <a:rect b="b" l="l" r="r" t="t"/>
              <a:pathLst>
                <a:path extrusionOk="0" h="548" w="670">
                  <a:moveTo>
                    <a:pt x="214" y="1"/>
                  </a:moveTo>
                  <a:cubicBezTo>
                    <a:pt x="62" y="1"/>
                    <a:pt x="1" y="122"/>
                    <a:pt x="62" y="274"/>
                  </a:cubicBezTo>
                  <a:cubicBezTo>
                    <a:pt x="122" y="426"/>
                    <a:pt x="274" y="548"/>
                    <a:pt x="426" y="548"/>
                  </a:cubicBezTo>
                  <a:cubicBezTo>
                    <a:pt x="578" y="548"/>
                    <a:pt x="669" y="426"/>
                    <a:pt x="578" y="274"/>
                  </a:cubicBezTo>
                  <a:cubicBezTo>
                    <a:pt x="517" y="122"/>
                    <a:pt x="366" y="31"/>
                    <a:pt x="21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68"/>
            <p:cNvSpPr/>
            <p:nvPr/>
          </p:nvSpPr>
          <p:spPr>
            <a:xfrm>
              <a:off x="5441600" y="4085475"/>
              <a:ext cx="16750" cy="13700"/>
            </a:xfrm>
            <a:custGeom>
              <a:rect b="b" l="l" r="r" t="t"/>
              <a:pathLst>
                <a:path extrusionOk="0" h="548" w="670">
                  <a:moveTo>
                    <a:pt x="213" y="0"/>
                  </a:moveTo>
                  <a:cubicBezTo>
                    <a:pt x="61" y="0"/>
                    <a:pt x="1" y="122"/>
                    <a:pt x="61" y="274"/>
                  </a:cubicBezTo>
                  <a:cubicBezTo>
                    <a:pt x="122" y="426"/>
                    <a:pt x="274" y="517"/>
                    <a:pt x="426" y="547"/>
                  </a:cubicBezTo>
                  <a:cubicBezTo>
                    <a:pt x="578" y="547"/>
                    <a:pt x="669" y="426"/>
                    <a:pt x="578" y="274"/>
                  </a:cubicBezTo>
                  <a:cubicBezTo>
                    <a:pt x="517" y="122"/>
                    <a:pt x="365" y="31"/>
                    <a:pt x="21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68"/>
            <p:cNvSpPr/>
            <p:nvPr/>
          </p:nvSpPr>
          <p:spPr>
            <a:xfrm>
              <a:off x="5500875" y="4085475"/>
              <a:ext cx="15975" cy="13700"/>
            </a:xfrm>
            <a:custGeom>
              <a:rect b="b" l="l" r="r" t="t"/>
              <a:pathLst>
                <a:path extrusionOk="0" h="548" w="639">
                  <a:moveTo>
                    <a:pt x="183" y="0"/>
                  </a:moveTo>
                  <a:cubicBezTo>
                    <a:pt x="61" y="0"/>
                    <a:pt x="0" y="122"/>
                    <a:pt x="61" y="274"/>
                  </a:cubicBezTo>
                  <a:cubicBezTo>
                    <a:pt x="122" y="426"/>
                    <a:pt x="274" y="517"/>
                    <a:pt x="426" y="547"/>
                  </a:cubicBezTo>
                  <a:cubicBezTo>
                    <a:pt x="578" y="547"/>
                    <a:pt x="639" y="426"/>
                    <a:pt x="578" y="274"/>
                  </a:cubicBezTo>
                  <a:cubicBezTo>
                    <a:pt x="517" y="122"/>
                    <a:pt x="365" y="0"/>
                    <a:pt x="18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68"/>
            <p:cNvSpPr/>
            <p:nvPr/>
          </p:nvSpPr>
          <p:spPr>
            <a:xfrm>
              <a:off x="5558625" y="4084700"/>
              <a:ext cx="16750" cy="13700"/>
            </a:xfrm>
            <a:custGeom>
              <a:rect b="b" l="l" r="r" t="t"/>
              <a:pathLst>
                <a:path extrusionOk="0" h="548" w="670">
                  <a:moveTo>
                    <a:pt x="213" y="1"/>
                  </a:moveTo>
                  <a:cubicBezTo>
                    <a:pt x="92" y="1"/>
                    <a:pt x="1" y="122"/>
                    <a:pt x="92" y="274"/>
                  </a:cubicBezTo>
                  <a:cubicBezTo>
                    <a:pt x="153" y="426"/>
                    <a:pt x="305" y="548"/>
                    <a:pt x="457" y="548"/>
                  </a:cubicBezTo>
                  <a:cubicBezTo>
                    <a:pt x="608" y="548"/>
                    <a:pt x="669" y="396"/>
                    <a:pt x="608" y="274"/>
                  </a:cubicBezTo>
                  <a:cubicBezTo>
                    <a:pt x="548" y="122"/>
                    <a:pt x="396" y="1"/>
                    <a:pt x="21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68"/>
            <p:cNvSpPr/>
            <p:nvPr/>
          </p:nvSpPr>
          <p:spPr>
            <a:xfrm>
              <a:off x="3152800" y="4034550"/>
              <a:ext cx="14475" cy="13700"/>
            </a:xfrm>
            <a:custGeom>
              <a:rect b="b" l="l" r="r" t="t"/>
              <a:pathLst>
                <a:path extrusionOk="0" h="548" w="579">
                  <a:moveTo>
                    <a:pt x="305" y="1"/>
                  </a:moveTo>
                  <a:cubicBezTo>
                    <a:pt x="153" y="1"/>
                    <a:pt x="31" y="122"/>
                    <a:pt x="1" y="274"/>
                  </a:cubicBezTo>
                  <a:cubicBezTo>
                    <a:pt x="31" y="426"/>
                    <a:pt x="153" y="548"/>
                    <a:pt x="305" y="548"/>
                  </a:cubicBezTo>
                  <a:cubicBezTo>
                    <a:pt x="457" y="548"/>
                    <a:pt x="578" y="426"/>
                    <a:pt x="578" y="274"/>
                  </a:cubicBezTo>
                  <a:cubicBezTo>
                    <a:pt x="578" y="122"/>
                    <a:pt x="457" y="1"/>
                    <a:pt x="30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68"/>
            <p:cNvSpPr/>
            <p:nvPr/>
          </p:nvSpPr>
          <p:spPr>
            <a:xfrm>
              <a:off x="3219675" y="4032150"/>
              <a:ext cx="15975" cy="13825"/>
            </a:xfrm>
            <a:custGeom>
              <a:rect b="b" l="l" r="r" t="t"/>
              <a:pathLst>
                <a:path extrusionOk="0" h="553" w="639">
                  <a:moveTo>
                    <a:pt x="352" y="1"/>
                  </a:moveTo>
                  <a:cubicBezTo>
                    <a:pt x="336" y="1"/>
                    <a:pt x="320" y="2"/>
                    <a:pt x="305" y="5"/>
                  </a:cubicBezTo>
                  <a:cubicBezTo>
                    <a:pt x="153" y="5"/>
                    <a:pt x="1" y="127"/>
                    <a:pt x="1" y="279"/>
                  </a:cubicBezTo>
                  <a:cubicBezTo>
                    <a:pt x="1" y="431"/>
                    <a:pt x="153" y="553"/>
                    <a:pt x="305" y="553"/>
                  </a:cubicBezTo>
                  <a:cubicBezTo>
                    <a:pt x="487" y="553"/>
                    <a:pt x="609" y="401"/>
                    <a:pt x="639" y="249"/>
                  </a:cubicBezTo>
                  <a:cubicBezTo>
                    <a:pt x="612" y="112"/>
                    <a:pt x="487" y="1"/>
                    <a:pt x="352"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68"/>
            <p:cNvSpPr/>
            <p:nvPr/>
          </p:nvSpPr>
          <p:spPr>
            <a:xfrm>
              <a:off x="3292625" y="4027725"/>
              <a:ext cx="17500" cy="13800"/>
            </a:xfrm>
            <a:custGeom>
              <a:rect b="b" l="l" r="r" t="t"/>
              <a:pathLst>
                <a:path extrusionOk="0" h="552" w="700">
                  <a:moveTo>
                    <a:pt x="335" y="0"/>
                  </a:moveTo>
                  <a:cubicBezTo>
                    <a:pt x="153" y="0"/>
                    <a:pt x="31" y="122"/>
                    <a:pt x="1" y="304"/>
                  </a:cubicBezTo>
                  <a:cubicBezTo>
                    <a:pt x="28" y="440"/>
                    <a:pt x="153" y="552"/>
                    <a:pt x="309" y="552"/>
                  </a:cubicBezTo>
                  <a:cubicBezTo>
                    <a:pt x="328" y="552"/>
                    <a:pt x="346" y="550"/>
                    <a:pt x="365" y="547"/>
                  </a:cubicBezTo>
                  <a:cubicBezTo>
                    <a:pt x="517" y="547"/>
                    <a:pt x="669" y="426"/>
                    <a:pt x="700" y="243"/>
                  </a:cubicBezTo>
                  <a:cubicBezTo>
                    <a:pt x="700" y="91"/>
                    <a:pt x="548" y="0"/>
                    <a:pt x="33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68"/>
            <p:cNvSpPr/>
            <p:nvPr/>
          </p:nvSpPr>
          <p:spPr>
            <a:xfrm>
              <a:off x="3371650" y="4021625"/>
              <a:ext cx="18275" cy="13700"/>
            </a:xfrm>
            <a:custGeom>
              <a:rect b="b" l="l" r="r" t="t"/>
              <a:pathLst>
                <a:path extrusionOk="0" h="548" w="731">
                  <a:moveTo>
                    <a:pt x="365" y="1"/>
                  </a:moveTo>
                  <a:cubicBezTo>
                    <a:pt x="153" y="31"/>
                    <a:pt x="1" y="153"/>
                    <a:pt x="1" y="305"/>
                  </a:cubicBezTo>
                  <a:cubicBezTo>
                    <a:pt x="1" y="457"/>
                    <a:pt x="183" y="548"/>
                    <a:pt x="396" y="548"/>
                  </a:cubicBezTo>
                  <a:cubicBezTo>
                    <a:pt x="578" y="518"/>
                    <a:pt x="730" y="396"/>
                    <a:pt x="730" y="244"/>
                  </a:cubicBezTo>
                  <a:cubicBezTo>
                    <a:pt x="730" y="92"/>
                    <a:pt x="548" y="1"/>
                    <a:pt x="36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68"/>
            <p:cNvSpPr/>
            <p:nvPr/>
          </p:nvSpPr>
          <p:spPr>
            <a:xfrm>
              <a:off x="3454475" y="4014675"/>
              <a:ext cx="20550" cy="13200"/>
            </a:xfrm>
            <a:custGeom>
              <a:rect b="b" l="l" r="r" t="t"/>
              <a:pathLst>
                <a:path extrusionOk="0" h="528" w="822">
                  <a:moveTo>
                    <a:pt x="431" y="1"/>
                  </a:moveTo>
                  <a:cubicBezTo>
                    <a:pt x="410" y="1"/>
                    <a:pt x="388" y="2"/>
                    <a:pt x="366" y="5"/>
                  </a:cubicBezTo>
                  <a:cubicBezTo>
                    <a:pt x="153" y="36"/>
                    <a:pt x="1" y="157"/>
                    <a:pt x="1" y="309"/>
                  </a:cubicBezTo>
                  <a:cubicBezTo>
                    <a:pt x="27" y="442"/>
                    <a:pt x="169" y="528"/>
                    <a:pt x="346" y="528"/>
                  </a:cubicBezTo>
                  <a:cubicBezTo>
                    <a:pt x="372" y="528"/>
                    <a:pt x="399" y="526"/>
                    <a:pt x="426" y="522"/>
                  </a:cubicBezTo>
                  <a:cubicBezTo>
                    <a:pt x="670" y="522"/>
                    <a:pt x="822" y="370"/>
                    <a:pt x="791" y="248"/>
                  </a:cubicBezTo>
                  <a:cubicBezTo>
                    <a:pt x="764" y="112"/>
                    <a:pt x="615" y="1"/>
                    <a:pt x="431"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68"/>
            <p:cNvSpPr/>
            <p:nvPr/>
          </p:nvSpPr>
          <p:spPr>
            <a:xfrm>
              <a:off x="3541100" y="4007050"/>
              <a:ext cx="21325" cy="13200"/>
            </a:xfrm>
            <a:custGeom>
              <a:rect b="b" l="l" r="r" t="t"/>
              <a:pathLst>
                <a:path extrusionOk="0" h="528" w="853">
                  <a:moveTo>
                    <a:pt x="448" y="1"/>
                  </a:moveTo>
                  <a:cubicBezTo>
                    <a:pt x="421" y="1"/>
                    <a:pt x="393" y="2"/>
                    <a:pt x="366" y="6"/>
                  </a:cubicBezTo>
                  <a:cubicBezTo>
                    <a:pt x="153" y="6"/>
                    <a:pt x="1" y="158"/>
                    <a:pt x="31" y="280"/>
                  </a:cubicBezTo>
                  <a:cubicBezTo>
                    <a:pt x="59" y="416"/>
                    <a:pt x="208" y="528"/>
                    <a:pt x="413" y="528"/>
                  </a:cubicBezTo>
                  <a:cubicBezTo>
                    <a:pt x="437" y="528"/>
                    <a:pt x="462" y="526"/>
                    <a:pt x="487" y="523"/>
                  </a:cubicBezTo>
                  <a:cubicBezTo>
                    <a:pt x="700" y="493"/>
                    <a:pt x="852" y="371"/>
                    <a:pt x="822" y="219"/>
                  </a:cubicBezTo>
                  <a:cubicBezTo>
                    <a:pt x="795" y="87"/>
                    <a:pt x="630" y="1"/>
                    <a:pt x="448"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68"/>
            <p:cNvSpPr/>
            <p:nvPr/>
          </p:nvSpPr>
          <p:spPr>
            <a:xfrm>
              <a:off x="3629250" y="3998700"/>
              <a:ext cx="22825" cy="13075"/>
            </a:xfrm>
            <a:custGeom>
              <a:rect b="b" l="l" r="r" t="t"/>
              <a:pathLst>
                <a:path extrusionOk="0" h="523" w="913">
                  <a:moveTo>
                    <a:pt x="458" y="0"/>
                  </a:moveTo>
                  <a:cubicBezTo>
                    <a:pt x="428" y="0"/>
                    <a:pt x="397" y="2"/>
                    <a:pt x="366" y="6"/>
                  </a:cubicBezTo>
                  <a:cubicBezTo>
                    <a:pt x="153" y="6"/>
                    <a:pt x="1" y="158"/>
                    <a:pt x="62" y="280"/>
                  </a:cubicBezTo>
                  <a:cubicBezTo>
                    <a:pt x="92" y="432"/>
                    <a:pt x="305" y="523"/>
                    <a:pt x="518" y="523"/>
                  </a:cubicBezTo>
                  <a:cubicBezTo>
                    <a:pt x="761" y="492"/>
                    <a:pt x="913" y="340"/>
                    <a:pt x="852" y="219"/>
                  </a:cubicBezTo>
                  <a:cubicBezTo>
                    <a:pt x="825" y="86"/>
                    <a:pt x="661" y="0"/>
                    <a:pt x="458"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68"/>
            <p:cNvSpPr/>
            <p:nvPr/>
          </p:nvSpPr>
          <p:spPr>
            <a:xfrm>
              <a:off x="3718925" y="3989575"/>
              <a:ext cx="23575" cy="13225"/>
            </a:xfrm>
            <a:custGeom>
              <a:rect b="b" l="l" r="r" t="t"/>
              <a:pathLst>
                <a:path extrusionOk="0" h="529" w="943">
                  <a:moveTo>
                    <a:pt x="446" y="0"/>
                  </a:moveTo>
                  <a:cubicBezTo>
                    <a:pt x="420" y="0"/>
                    <a:pt x="393" y="2"/>
                    <a:pt x="365" y="6"/>
                  </a:cubicBezTo>
                  <a:cubicBezTo>
                    <a:pt x="153" y="37"/>
                    <a:pt x="1" y="158"/>
                    <a:pt x="61" y="310"/>
                  </a:cubicBezTo>
                  <a:cubicBezTo>
                    <a:pt x="141" y="443"/>
                    <a:pt x="312" y="529"/>
                    <a:pt x="496" y="529"/>
                  </a:cubicBezTo>
                  <a:cubicBezTo>
                    <a:pt x="523" y="529"/>
                    <a:pt x="551" y="527"/>
                    <a:pt x="578" y="523"/>
                  </a:cubicBezTo>
                  <a:cubicBezTo>
                    <a:pt x="791" y="493"/>
                    <a:pt x="943" y="371"/>
                    <a:pt x="882" y="219"/>
                  </a:cubicBezTo>
                  <a:cubicBezTo>
                    <a:pt x="776" y="87"/>
                    <a:pt x="624" y="0"/>
                    <a:pt x="446"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68"/>
            <p:cNvSpPr/>
            <p:nvPr/>
          </p:nvSpPr>
          <p:spPr>
            <a:xfrm>
              <a:off x="3808600" y="3981175"/>
              <a:ext cx="23575" cy="12550"/>
            </a:xfrm>
            <a:custGeom>
              <a:rect b="b" l="l" r="r" t="t"/>
              <a:pathLst>
                <a:path extrusionOk="0" h="502" w="943">
                  <a:moveTo>
                    <a:pt x="438" y="0"/>
                  </a:moveTo>
                  <a:cubicBezTo>
                    <a:pt x="404" y="0"/>
                    <a:pt x="369" y="3"/>
                    <a:pt x="335" y="8"/>
                  </a:cubicBezTo>
                  <a:cubicBezTo>
                    <a:pt x="122" y="38"/>
                    <a:pt x="0" y="160"/>
                    <a:pt x="61" y="281"/>
                  </a:cubicBezTo>
                  <a:cubicBezTo>
                    <a:pt x="163" y="434"/>
                    <a:pt x="329" y="502"/>
                    <a:pt x="487" y="502"/>
                  </a:cubicBezTo>
                  <a:cubicBezTo>
                    <a:pt x="518" y="502"/>
                    <a:pt x="548" y="499"/>
                    <a:pt x="578" y="494"/>
                  </a:cubicBezTo>
                  <a:cubicBezTo>
                    <a:pt x="821" y="494"/>
                    <a:pt x="943" y="342"/>
                    <a:pt x="882" y="221"/>
                  </a:cubicBezTo>
                  <a:cubicBezTo>
                    <a:pt x="780" y="68"/>
                    <a:pt x="614" y="0"/>
                    <a:pt x="438"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68"/>
            <p:cNvSpPr/>
            <p:nvPr/>
          </p:nvSpPr>
          <p:spPr>
            <a:xfrm>
              <a:off x="3896750" y="3972850"/>
              <a:ext cx="23575" cy="12475"/>
            </a:xfrm>
            <a:custGeom>
              <a:rect b="b" l="l" r="r" t="t"/>
              <a:pathLst>
                <a:path extrusionOk="0" h="499" w="943">
                  <a:moveTo>
                    <a:pt x="407" y="1"/>
                  </a:moveTo>
                  <a:cubicBezTo>
                    <a:pt x="382" y="1"/>
                    <a:pt x="358" y="3"/>
                    <a:pt x="335" y="7"/>
                  </a:cubicBezTo>
                  <a:cubicBezTo>
                    <a:pt x="91" y="37"/>
                    <a:pt x="0" y="159"/>
                    <a:pt x="61" y="280"/>
                  </a:cubicBezTo>
                  <a:cubicBezTo>
                    <a:pt x="193" y="412"/>
                    <a:pt x="349" y="499"/>
                    <a:pt x="527" y="499"/>
                  </a:cubicBezTo>
                  <a:cubicBezTo>
                    <a:pt x="554" y="499"/>
                    <a:pt x="581" y="497"/>
                    <a:pt x="608" y="493"/>
                  </a:cubicBezTo>
                  <a:cubicBezTo>
                    <a:pt x="821" y="493"/>
                    <a:pt x="942" y="341"/>
                    <a:pt x="882" y="219"/>
                  </a:cubicBezTo>
                  <a:cubicBezTo>
                    <a:pt x="749" y="87"/>
                    <a:pt x="571" y="1"/>
                    <a:pt x="407"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68"/>
            <p:cNvSpPr/>
            <p:nvPr/>
          </p:nvSpPr>
          <p:spPr>
            <a:xfrm>
              <a:off x="3982600" y="3965400"/>
              <a:ext cx="23600" cy="12325"/>
            </a:xfrm>
            <a:custGeom>
              <a:rect b="b" l="l" r="r" t="t"/>
              <a:pathLst>
                <a:path extrusionOk="0" h="493" w="944">
                  <a:moveTo>
                    <a:pt x="305" y="1"/>
                  </a:moveTo>
                  <a:cubicBezTo>
                    <a:pt x="92" y="31"/>
                    <a:pt x="1" y="153"/>
                    <a:pt x="92" y="274"/>
                  </a:cubicBezTo>
                  <a:cubicBezTo>
                    <a:pt x="198" y="407"/>
                    <a:pt x="373" y="493"/>
                    <a:pt x="537" y="493"/>
                  </a:cubicBezTo>
                  <a:cubicBezTo>
                    <a:pt x="561" y="493"/>
                    <a:pt x="585" y="491"/>
                    <a:pt x="609" y="487"/>
                  </a:cubicBezTo>
                  <a:cubicBezTo>
                    <a:pt x="822" y="487"/>
                    <a:pt x="943" y="365"/>
                    <a:pt x="852" y="213"/>
                  </a:cubicBezTo>
                  <a:cubicBezTo>
                    <a:pt x="700" y="61"/>
                    <a:pt x="487" y="1"/>
                    <a:pt x="30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68"/>
            <p:cNvSpPr/>
            <p:nvPr/>
          </p:nvSpPr>
          <p:spPr>
            <a:xfrm>
              <a:off x="4064675" y="3959175"/>
              <a:ext cx="22825" cy="11725"/>
            </a:xfrm>
            <a:custGeom>
              <a:rect b="b" l="l" r="r" t="t"/>
              <a:pathLst>
                <a:path extrusionOk="0" h="469" w="913">
                  <a:moveTo>
                    <a:pt x="355" y="1"/>
                  </a:moveTo>
                  <a:cubicBezTo>
                    <a:pt x="329" y="1"/>
                    <a:pt x="302" y="3"/>
                    <a:pt x="274" y="6"/>
                  </a:cubicBezTo>
                  <a:cubicBezTo>
                    <a:pt x="92" y="6"/>
                    <a:pt x="1" y="128"/>
                    <a:pt x="92" y="250"/>
                  </a:cubicBezTo>
                  <a:cubicBezTo>
                    <a:pt x="198" y="382"/>
                    <a:pt x="373" y="468"/>
                    <a:pt x="537" y="468"/>
                  </a:cubicBezTo>
                  <a:cubicBezTo>
                    <a:pt x="561" y="468"/>
                    <a:pt x="585" y="466"/>
                    <a:pt x="609" y="462"/>
                  </a:cubicBezTo>
                  <a:cubicBezTo>
                    <a:pt x="821" y="462"/>
                    <a:pt x="912" y="341"/>
                    <a:pt x="821" y="219"/>
                  </a:cubicBezTo>
                  <a:cubicBezTo>
                    <a:pt x="689" y="87"/>
                    <a:pt x="534" y="1"/>
                    <a:pt x="35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68"/>
            <p:cNvSpPr/>
            <p:nvPr/>
          </p:nvSpPr>
          <p:spPr>
            <a:xfrm>
              <a:off x="4142175" y="3954000"/>
              <a:ext cx="21325" cy="12175"/>
            </a:xfrm>
            <a:custGeom>
              <a:rect b="b" l="l" r="r" t="t"/>
              <a:pathLst>
                <a:path extrusionOk="0" h="487" w="853">
                  <a:moveTo>
                    <a:pt x="244" y="1"/>
                  </a:moveTo>
                  <a:cubicBezTo>
                    <a:pt x="62" y="1"/>
                    <a:pt x="1" y="122"/>
                    <a:pt x="92" y="244"/>
                  </a:cubicBezTo>
                  <a:cubicBezTo>
                    <a:pt x="214" y="396"/>
                    <a:pt x="396" y="487"/>
                    <a:pt x="609" y="487"/>
                  </a:cubicBezTo>
                  <a:cubicBezTo>
                    <a:pt x="791" y="457"/>
                    <a:pt x="852" y="335"/>
                    <a:pt x="761" y="213"/>
                  </a:cubicBezTo>
                  <a:cubicBezTo>
                    <a:pt x="639" y="61"/>
                    <a:pt x="427" y="1"/>
                    <a:pt x="24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68"/>
            <p:cNvSpPr/>
            <p:nvPr/>
          </p:nvSpPr>
          <p:spPr>
            <a:xfrm>
              <a:off x="4213625" y="3950200"/>
              <a:ext cx="20525" cy="12200"/>
            </a:xfrm>
            <a:custGeom>
              <a:rect b="b" l="l" r="r" t="t"/>
              <a:pathLst>
                <a:path extrusionOk="0" h="488" w="821">
                  <a:moveTo>
                    <a:pt x="213" y="1"/>
                  </a:moveTo>
                  <a:cubicBezTo>
                    <a:pt x="61" y="1"/>
                    <a:pt x="0" y="122"/>
                    <a:pt x="91" y="244"/>
                  </a:cubicBezTo>
                  <a:cubicBezTo>
                    <a:pt x="213" y="396"/>
                    <a:pt x="395" y="487"/>
                    <a:pt x="608" y="487"/>
                  </a:cubicBezTo>
                  <a:cubicBezTo>
                    <a:pt x="760" y="487"/>
                    <a:pt x="821" y="365"/>
                    <a:pt x="730" y="244"/>
                  </a:cubicBezTo>
                  <a:cubicBezTo>
                    <a:pt x="578" y="92"/>
                    <a:pt x="395" y="1"/>
                    <a:pt x="21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68"/>
            <p:cNvSpPr/>
            <p:nvPr/>
          </p:nvSpPr>
          <p:spPr>
            <a:xfrm>
              <a:off x="4276700" y="3950200"/>
              <a:ext cx="17500" cy="12200"/>
            </a:xfrm>
            <a:custGeom>
              <a:rect b="b" l="l" r="r" t="t"/>
              <a:pathLst>
                <a:path extrusionOk="0" h="488" w="700">
                  <a:moveTo>
                    <a:pt x="152" y="1"/>
                  </a:moveTo>
                  <a:cubicBezTo>
                    <a:pt x="0" y="1"/>
                    <a:pt x="0" y="92"/>
                    <a:pt x="91" y="213"/>
                  </a:cubicBezTo>
                  <a:cubicBezTo>
                    <a:pt x="213" y="365"/>
                    <a:pt x="365" y="457"/>
                    <a:pt x="517" y="487"/>
                  </a:cubicBezTo>
                  <a:cubicBezTo>
                    <a:pt x="669" y="487"/>
                    <a:pt x="699" y="396"/>
                    <a:pt x="578" y="244"/>
                  </a:cubicBezTo>
                  <a:cubicBezTo>
                    <a:pt x="486" y="122"/>
                    <a:pt x="304" y="31"/>
                    <a:pt x="152"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68"/>
            <p:cNvSpPr/>
            <p:nvPr/>
          </p:nvSpPr>
          <p:spPr>
            <a:xfrm>
              <a:off x="4326850" y="3953250"/>
              <a:ext cx="15975" cy="12175"/>
            </a:xfrm>
            <a:custGeom>
              <a:rect b="b" l="l" r="r" t="t"/>
              <a:pathLst>
                <a:path extrusionOk="0" h="487" w="639">
                  <a:moveTo>
                    <a:pt x="122" y="0"/>
                  </a:moveTo>
                  <a:cubicBezTo>
                    <a:pt x="0" y="0"/>
                    <a:pt x="0" y="91"/>
                    <a:pt x="122" y="213"/>
                  </a:cubicBezTo>
                  <a:cubicBezTo>
                    <a:pt x="213" y="335"/>
                    <a:pt x="334" y="426"/>
                    <a:pt x="486" y="487"/>
                  </a:cubicBezTo>
                  <a:cubicBezTo>
                    <a:pt x="608" y="487"/>
                    <a:pt x="638" y="395"/>
                    <a:pt x="517" y="243"/>
                  </a:cubicBezTo>
                  <a:cubicBezTo>
                    <a:pt x="395" y="122"/>
                    <a:pt x="274" y="31"/>
                    <a:pt x="122"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68"/>
            <p:cNvSpPr/>
            <p:nvPr/>
          </p:nvSpPr>
          <p:spPr>
            <a:xfrm>
              <a:off x="4366350" y="3956275"/>
              <a:ext cx="15225" cy="12950"/>
            </a:xfrm>
            <a:custGeom>
              <a:rect b="b" l="l" r="r" t="t"/>
              <a:pathLst>
                <a:path extrusionOk="0" h="518" w="609">
                  <a:moveTo>
                    <a:pt x="92" y="1"/>
                  </a:moveTo>
                  <a:cubicBezTo>
                    <a:pt x="1" y="1"/>
                    <a:pt x="31" y="92"/>
                    <a:pt x="153" y="244"/>
                  </a:cubicBezTo>
                  <a:cubicBezTo>
                    <a:pt x="244" y="366"/>
                    <a:pt x="365" y="457"/>
                    <a:pt x="517" y="518"/>
                  </a:cubicBezTo>
                  <a:cubicBezTo>
                    <a:pt x="609" y="518"/>
                    <a:pt x="609" y="426"/>
                    <a:pt x="487" y="274"/>
                  </a:cubicBezTo>
                  <a:cubicBezTo>
                    <a:pt x="396" y="153"/>
                    <a:pt x="244" y="62"/>
                    <a:pt x="92"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68"/>
            <p:cNvSpPr/>
            <p:nvPr/>
          </p:nvSpPr>
          <p:spPr>
            <a:xfrm>
              <a:off x="4399800" y="3960075"/>
              <a:ext cx="14300" cy="13800"/>
            </a:xfrm>
            <a:custGeom>
              <a:rect b="b" l="l" r="r" t="t"/>
              <a:pathLst>
                <a:path extrusionOk="0" h="552" w="572">
                  <a:moveTo>
                    <a:pt x="91" y="1"/>
                  </a:moveTo>
                  <a:cubicBezTo>
                    <a:pt x="0" y="1"/>
                    <a:pt x="61" y="92"/>
                    <a:pt x="152" y="244"/>
                  </a:cubicBezTo>
                  <a:cubicBezTo>
                    <a:pt x="243" y="366"/>
                    <a:pt x="365" y="457"/>
                    <a:pt x="517" y="548"/>
                  </a:cubicBezTo>
                  <a:cubicBezTo>
                    <a:pt x="522" y="551"/>
                    <a:pt x="527" y="552"/>
                    <a:pt x="531" y="552"/>
                  </a:cubicBezTo>
                  <a:cubicBezTo>
                    <a:pt x="572" y="552"/>
                    <a:pt x="537" y="416"/>
                    <a:pt x="426" y="305"/>
                  </a:cubicBezTo>
                  <a:cubicBezTo>
                    <a:pt x="334" y="153"/>
                    <a:pt x="213" y="62"/>
                    <a:pt x="91"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68"/>
            <p:cNvSpPr/>
            <p:nvPr/>
          </p:nvSpPr>
          <p:spPr>
            <a:xfrm>
              <a:off x="4427150" y="3963875"/>
              <a:ext cx="14450" cy="14475"/>
            </a:xfrm>
            <a:custGeom>
              <a:rect b="b" l="l" r="r" t="t"/>
              <a:pathLst>
                <a:path extrusionOk="0" h="579" w="578">
                  <a:moveTo>
                    <a:pt x="61" y="1"/>
                  </a:moveTo>
                  <a:cubicBezTo>
                    <a:pt x="0" y="1"/>
                    <a:pt x="61" y="122"/>
                    <a:pt x="183" y="274"/>
                  </a:cubicBezTo>
                  <a:cubicBezTo>
                    <a:pt x="274" y="396"/>
                    <a:pt x="365" y="487"/>
                    <a:pt x="517" y="578"/>
                  </a:cubicBezTo>
                  <a:cubicBezTo>
                    <a:pt x="578" y="578"/>
                    <a:pt x="517" y="457"/>
                    <a:pt x="396" y="305"/>
                  </a:cubicBezTo>
                  <a:cubicBezTo>
                    <a:pt x="304" y="183"/>
                    <a:pt x="213" y="92"/>
                    <a:pt x="61"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68"/>
            <p:cNvSpPr/>
            <p:nvPr/>
          </p:nvSpPr>
          <p:spPr>
            <a:xfrm>
              <a:off x="4450700" y="3968450"/>
              <a:ext cx="13700" cy="15225"/>
            </a:xfrm>
            <a:custGeom>
              <a:rect b="b" l="l" r="r" t="t"/>
              <a:pathLst>
                <a:path extrusionOk="0" h="609" w="548">
                  <a:moveTo>
                    <a:pt x="31" y="0"/>
                  </a:moveTo>
                  <a:cubicBezTo>
                    <a:pt x="1" y="0"/>
                    <a:pt x="61" y="122"/>
                    <a:pt x="183" y="304"/>
                  </a:cubicBezTo>
                  <a:cubicBezTo>
                    <a:pt x="274" y="426"/>
                    <a:pt x="365" y="517"/>
                    <a:pt x="487" y="608"/>
                  </a:cubicBezTo>
                  <a:cubicBezTo>
                    <a:pt x="548" y="608"/>
                    <a:pt x="487" y="487"/>
                    <a:pt x="365" y="335"/>
                  </a:cubicBezTo>
                  <a:cubicBezTo>
                    <a:pt x="274" y="213"/>
                    <a:pt x="183" y="91"/>
                    <a:pt x="3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68"/>
            <p:cNvSpPr/>
            <p:nvPr/>
          </p:nvSpPr>
          <p:spPr>
            <a:xfrm>
              <a:off x="4471225" y="3972250"/>
              <a:ext cx="13550" cy="16075"/>
            </a:xfrm>
            <a:custGeom>
              <a:rect b="b" l="l" r="r" t="t"/>
              <a:pathLst>
                <a:path extrusionOk="0" h="643" w="542">
                  <a:moveTo>
                    <a:pt x="31" y="0"/>
                  </a:moveTo>
                  <a:cubicBezTo>
                    <a:pt x="0" y="0"/>
                    <a:pt x="61" y="122"/>
                    <a:pt x="183" y="304"/>
                  </a:cubicBezTo>
                  <a:cubicBezTo>
                    <a:pt x="274" y="426"/>
                    <a:pt x="395" y="547"/>
                    <a:pt x="517" y="638"/>
                  </a:cubicBezTo>
                  <a:cubicBezTo>
                    <a:pt x="520" y="641"/>
                    <a:pt x="522" y="642"/>
                    <a:pt x="524" y="642"/>
                  </a:cubicBezTo>
                  <a:cubicBezTo>
                    <a:pt x="541" y="642"/>
                    <a:pt x="504" y="504"/>
                    <a:pt x="365" y="365"/>
                  </a:cubicBezTo>
                  <a:cubicBezTo>
                    <a:pt x="274" y="213"/>
                    <a:pt x="183" y="91"/>
                    <a:pt x="3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68"/>
            <p:cNvSpPr/>
            <p:nvPr/>
          </p:nvSpPr>
          <p:spPr>
            <a:xfrm>
              <a:off x="4490225" y="3976800"/>
              <a:ext cx="14925" cy="16850"/>
            </a:xfrm>
            <a:custGeom>
              <a:rect b="b" l="l" r="r" t="t"/>
              <a:pathLst>
                <a:path extrusionOk="0" h="674" w="597">
                  <a:moveTo>
                    <a:pt x="61" y="1"/>
                  </a:moveTo>
                  <a:cubicBezTo>
                    <a:pt x="0" y="1"/>
                    <a:pt x="91" y="122"/>
                    <a:pt x="213" y="305"/>
                  </a:cubicBezTo>
                  <a:cubicBezTo>
                    <a:pt x="304" y="456"/>
                    <a:pt x="426" y="578"/>
                    <a:pt x="547" y="669"/>
                  </a:cubicBezTo>
                  <a:cubicBezTo>
                    <a:pt x="553" y="672"/>
                    <a:pt x="557" y="673"/>
                    <a:pt x="560" y="673"/>
                  </a:cubicBezTo>
                  <a:cubicBezTo>
                    <a:pt x="597" y="673"/>
                    <a:pt x="534" y="534"/>
                    <a:pt x="395" y="396"/>
                  </a:cubicBezTo>
                  <a:cubicBezTo>
                    <a:pt x="304" y="244"/>
                    <a:pt x="213" y="92"/>
                    <a:pt x="61"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68"/>
            <p:cNvSpPr/>
            <p:nvPr/>
          </p:nvSpPr>
          <p:spPr>
            <a:xfrm>
              <a:off x="4511125" y="3981275"/>
              <a:ext cx="15600" cy="17600"/>
            </a:xfrm>
            <a:custGeom>
              <a:rect b="b" l="l" r="r" t="t"/>
              <a:pathLst>
                <a:path extrusionOk="0" h="704" w="624">
                  <a:moveTo>
                    <a:pt x="33" y="0"/>
                  </a:moveTo>
                  <a:cubicBezTo>
                    <a:pt x="1" y="0"/>
                    <a:pt x="89" y="144"/>
                    <a:pt x="228" y="338"/>
                  </a:cubicBezTo>
                  <a:cubicBezTo>
                    <a:pt x="289" y="460"/>
                    <a:pt x="410" y="612"/>
                    <a:pt x="562" y="703"/>
                  </a:cubicBezTo>
                  <a:cubicBezTo>
                    <a:pt x="623" y="703"/>
                    <a:pt x="562" y="581"/>
                    <a:pt x="410" y="369"/>
                  </a:cubicBezTo>
                  <a:cubicBezTo>
                    <a:pt x="319" y="217"/>
                    <a:pt x="198" y="95"/>
                    <a:pt x="46" y="4"/>
                  </a:cubicBezTo>
                  <a:cubicBezTo>
                    <a:pt x="40" y="1"/>
                    <a:pt x="36" y="0"/>
                    <a:pt x="3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68"/>
            <p:cNvSpPr/>
            <p:nvPr/>
          </p:nvSpPr>
          <p:spPr>
            <a:xfrm>
              <a:off x="4533525" y="3985150"/>
              <a:ext cx="16750" cy="19025"/>
            </a:xfrm>
            <a:custGeom>
              <a:rect b="b" l="l" r="r" t="t"/>
              <a:pathLst>
                <a:path extrusionOk="0" h="761" w="670">
                  <a:moveTo>
                    <a:pt x="62" y="1"/>
                  </a:moveTo>
                  <a:cubicBezTo>
                    <a:pt x="1" y="1"/>
                    <a:pt x="62" y="153"/>
                    <a:pt x="214" y="366"/>
                  </a:cubicBezTo>
                  <a:cubicBezTo>
                    <a:pt x="305" y="518"/>
                    <a:pt x="457" y="639"/>
                    <a:pt x="609" y="761"/>
                  </a:cubicBezTo>
                  <a:cubicBezTo>
                    <a:pt x="669" y="761"/>
                    <a:pt x="609" y="609"/>
                    <a:pt x="426" y="396"/>
                  </a:cubicBezTo>
                  <a:cubicBezTo>
                    <a:pt x="335" y="244"/>
                    <a:pt x="214" y="122"/>
                    <a:pt x="62"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68"/>
            <p:cNvSpPr/>
            <p:nvPr/>
          </p:nvSpPr>
          <p:spPr>
            <a:xfrm>
              <a:off x="4560125" y="3988950"/>
              <a:ext cx="17500" cy="19800"/>
            </a:xfrm>
            <a:custGeom>
              <a:rect b="b" l="l" r="r" t="t"/>
              <a:pathLst>
                <a:path extrusionOk="0" h="792" w="700">
                  <a:moveTo>
                    <a:pt x="92" y="1"/>
                  </a:moveTo>
                  <a:cubicBezTo>
                    <a:pt x="1" y="1"/>
                    <a:pt x="92" y="183"/>
                    <a:pt x="244" y="396"/>
                  </a:cubicBezTo>
                  <a:cubicBezTo>
                    <a:pt x="365" y="609"/>
                    <a:pt x="548" y="791"/>
                    <a:pt x="639" y="791"/>
                  </a:cubicBezTo>
                  <a:cubicBezTo>
                    <a:pt x="700" y="791"/>
                    <a:pt x="639" y="639"/>
                    <a:pt x="487" y="426"/>
                  </a:cubicBezTo>
                  <a:cubicBezTo>
                    <a:pt x="396" y="244"/>
                    <a:pt x="244" y="92"/>
                    <a:pt x="92"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68"/>
            <p:cNvSpPr/>
            <p:nvPr/>
          </p:nvSpPr>
          <p:spPr>
            <a:xfrm>
              <a:off x="4592800" y="3992750"/>
              <a:ext cx="18275" cy="20550"/>
            </a:xfrm>
            <a:custGeom>
              <a:rect b="b" l="l" r="r" t="t"/>
              <a:pathLst>
                <a:path extrusionOk="0" h="822" w="731">
                  <a:moveTo>
                    <a:pt x="92" y="1"/>
                  </a:moveTo>
                  <a:cubicBezTo>
                    <a:pt x="1" y="1"/>
                    <a:pt x="61" y="183"/>
                    <a:pt x="213" y="396"/>
                  </a:cubicBezTo>
                  <a:cubicBezTo>
                    <a:pt x="365" y="609"/>
                    <a:pt x="548" y="822"/>
                    <a:pt x="639" y="822"/>
                  </a:cubicBezTo>
                  <a:cubicBezTo>
                    <a:pt x="730" y="822"/>
                    <a:pt x="700" y="639"/>
                    <a:pt x="548" y="426"/>
                  </a:cubicBezTo>
                  <a:cubicBezTo>
                    <a:pt x="426" y="244"/>
                    <a:pt x="274" y="92"/>
                    <a:pt x="92"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68"/>
            <p:cNvSpPr/>
            <p:nvPr/>
          </p:nvSpPr>
          <p:spPr>
            <a:xfrm>
              <a:off x="4632450" y="3996475"/>
              <a:ext cx="19650" cy="20625"/>
            </a:xfrm>
            <a:custGeom>
              <a:rect b="b" l="l" r="r" t="t"/>
              <a:pathLst>
                <a:path extrusionOk="0" h="825" w="786">
                  <a:moveTo>
                    <a:pt x="68" y="1"/>
                  </a:moveTo>
                  <a:cubicBezTo>
                    <a:pt x="0" y="1"/>
                    <a:pt x="37" y="174"/>
                    <a:pt x="178" y="399"/>
                  </a:cubicBezTo>
                  <a:cubicBezTo>
                    <a:pt x="360" y="612"/>
                    <a:pt x="573" y="825"/>
                    <a:pt x="664" y="825"/>
                  </a:cubicBezTo>
                  <a:cubicBezTo>
                    <a:pt x="785" y="825"/>
                    <a:pt x="755" y="642"/>
                    <a:pt x="603" y="429"/>
                  </a:cubicBezTo>
                  <a:cubicBezTo>
                    <a:pt x="482" y="247"/>
                    <a:pt x="299" y="95"/>
                    <a:pt x="86" y="4"/>
                  </a:cubicBezTo>
                  <a:cubicBezTo>
                    <a:pt x="80" y="2"/>
                    <a:pt x="74" y="1"/>
                    <a:pt x="68"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68"/>
            <p:cNvSpPr/>
            <p:nvPr/>
          </p:nvSpPr>
          <p:spPr>
            <a:xfrm>
              <a:off x="4680325" y="3999525"/>
              <a:ext cx="21175" cy="20625"/>
            </a:xfrm>
            <a:custGeom>
              <a:rect b="b" l="l" r="r" t="t"/>
              <a:pathLst>
                <a:path extrusionOk="0" h="825" w="847">
                  <a:moveTo>
                    <a:pt x="117" y="0"/>
                  </a:moveTo>
                  <a:cubicBezTo>
                    <a:pt x="0" y="0"/>
                    <a:pt x="39" y="173"/>
                    <a:pt x="208" y="399"/>
                  </a:cubicBezTo>
                  <a:cubicBezTo>
                    <a:pt x="299" y="581"/>
                    <a:pt x="512" y="733"/>
                    <a:pt x="725" y="824"/>
                  </a:cubicBezTo>
                  <a:cubicBezTo>
                    <a:pt x="846" y="824"/>
                    <a:pt x="846" y="642"/>
                    <a:pt x="694" y="429"/>
                  </a:cubicBezTo>
                  <a:cubicBezTo>
                    <a:pt x="573" y="216"/>
                    <a:pt x="360" y="64"/>
                    <a:pt x="147" y="3"/>
                  </a:cubicBezTo>
                  <a:cubicBezTo>
                    <a:pt x="136" y="1"/>
                    <a:pt x="126" y="0"/>
                    <a:pt x="117"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68"/>
            <p:cNvSpPr/>
            <p:nvPr/>
          </p:nvSpPr>
          <p:spPr>
            <a:xfrm>
              <a:off x="4737950" y="3999600"/>
              <a:ext cx="22050" cy="20550"/>
            </a:xfrm>
            <a:custGeom>
              <a:rect b="b" l="l" r="r" t="t"/>
              <a:pathLst>
                <a:path extrusionOk="0" h="822" w="882">
                  <a:moveTo>
                    <a:pt x="122" y="0"/>
                  </a:moveTo>
                  <a:cubicBezTo>
                    <a:pt x="0" y="0"/>
                    <a:pt x="0" y="213"/>
                    <a:pt x="152" y="426"/>
                  </a:cubicBezTo>
                  <a:cubicBezTo>
                    <a:pt x="274" y="639"/>
                    <a:pt x="487" y="760"/>
                    <a:pt x="730" y="821"/>
                  </a:cubicBezTo>
                  <a:cubicBezTo>
                    <a:pt x="882" y="821"/>
                    <a:pt x="851" y="639"/>
                    <a:pt x="699" y="426"/>
                  </a:cubicBezTo>
                  <a:cubicBezTo>
                    <a:pt x="578" y="213"/>
                    <a:pt x="365" y="61"/>
                    <a:pt x="122"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68"/>
            <p:cNvSpPr/>
            <p:nvPr/>
          </p:nvSpPr>
          <p:spPr>
            <a:xfrm>
              <a:off x="4797225" y="4000350"/>
              <a:ext cx="21300" cy="20550"/>
            </a:xfrm>
            <a:custGeom>
              <a:rect b="b" l="l" r="r" t="t"/>
              <a:pathLst>
                <a:path extrusionOk="0" h="822" w="852">
                  <a:moveTo>
                    <a:pt x="152" y="1"/>
                  </a:moveTo>
                  <a:cubicBezTo>
                    <a:pt x="0" y="1"/>
                    <a:pt x="0" y="183"/>
                    <a:pt x="152" y="396"/>
                  </a:cubicBezTo>
                  <a:cubicBezTo>
                    <a:pt x="274" y="609"/>
                    <a:pt x="486" y="761"/>
                    <a:pt x="730" y="821"/>
                  </a:cubicBezTo>
                  <a:cubicBezTo>
                    <a:pt x="851" y="821"/>
                    <a:pt x="851" y="639"/>
                    <a:pt x="699" y="426"/>
                  </a:cubicBezTo>
                  <a:cubicBezTo>
                    <a:pt x="578" y="214"/>
                    <a:pt x="365" y="62"/>
                    <a:pt x="152"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68"/>
            <p:cNvSpPr/>
            <p:nvPr/>
          </p:nvSpPr>
          <p:spPr>
            <a:xfrm>
              <a:off x="4857250" y="4001875"/>
              <a:ext cx="22050" cy="19775"/>
            </a:xfrm>
            <a:custGeom>
              <a:rect b="b" l="l" r="r" t="t"/>
              <a:pathLst>
                <a:path extrusionOk="0" h="791" w="882">
                  <a:moveTo>
                    <a:pt x="152" y="1"/>
                  </a:moveTo>
                  <a:cubicBezTo>
                    <a:pt x="0" y="1"/>
                    <a:pt x="0" y="183"/>
                    <a:pt x="152" y="396"/>
                  </a:cubicBezTo>
                  <a:cubicBezTo>
                    <a:pt x="274" y="578"/>
                    <a:pt x="487" y="730"/>
                    <a:pt x="699" y="791"/>
                  </a:cubicBezTo>
                  <a:cubicBezTo>
                    <a:pt x="851" y="791"/>
                    <a:pt x="882" y="639"/>
                    <a:pt x="730" y="426"/>
                  </a:cubicBezTo>
                  <a:cubicBezTo>
                    <a:pt x="578" y="213"/>
                    <a:pt x="395" y="61"/>
                    <a:pt x="152"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68"/>
            <p:cNvSpPr/>
            <p:nvPr/>
          </p:nvSpPr>
          <p:spPr>
            <a:xfrm>
              <a:off x="4918025" y="4004925"/>
              <a:ext cx="21325" cy="19025"/>
            </a:xfrm>
            <a:custGeom>
              <a:rect b="b" l="l" r="r" t="t"/>
              <a:pathLst>
                <a:path extrusionOk="0" h="761" w="853">
                  <a:moveTo>
                    <a:pt x="153" y="0"/>
                  </a:moveTo>
                  <a:cubicBezTo>
                    <a:pt x="1" y="0"/>
                    <a:pt x="1" y="152"/>
                    <a:pt x="153" y="365"/>
                  </a:cubicBezTo>
                  <a:cubicBezTo>
                    <a:pt x="275" y="578"/>
                    <a:pt x="487" y="699"/>
                    <a:pt x="700" y="760"/>
                  </a:cubicBezTo>
                  <a:cubicBezTo>
                    <a:pt x="852" y="760"/>
                    <a:pt x="852" y="608"/>
                    <a:pt x="700" y="395"/>
                  </a:cubicBezTo>
                  <a:cubicBezTo>
                    <a:pt x="579" y="183"/>
                    <a:pt x="396" y="31"/>
                    <a:pt x="15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68"/>
            <p:cNvSpPr/>
            <p:nvPr/>
          </p:nvSpPr>
          <p:spPr>
            <a:xfrm>
              <a:off x="4979600" y="4008625"/>
              <a:ext cx="21300" cy="18350"/>
            </a:xfrm>
            <a:custGeom>
              <a:rect b="b" l="l" r="r" t="t"/>
              <a:pathLst>
                <a:path extrusionOk="0" h="734" w="852">
                  <a:moveTo>
                    <a:pt x="121" y="1"/>
                  </a:moveTo>
                  <a:cubicBezTo>
                    <a:pt x="1" y="1"/>
                    <a:pt x="11" y="170"/>
                    <a:pt x="152" y="339"/>
                  </a:cubicBezTo>
                  <a:cubicBezTo>
                    <a:pt x="274" y="551"/>
                    <a:pt x="456" y="673"/>
                    <a:pt x="699" y="734"/>
                  </a:cubicBezTo>
                  <a:cubicBezTo>
                    <a:pt x="851" y="734"/>
                    <a:pt x="851" y="582"/>
                    <a:pt x="699" y="369"/>
                  </a:cubicBezTo>
                  <a:cubicBezTo>
                    <a:pt x="578" y="187"/>
                    <a:pt x="365" y="35"/>
                    <a:pt x="152" y="4"/>
                  </a:cubicBezTo>
                  <a:cubicBezTo>
                    <a:pt x="141" y="2"/>
                    <a:pt x="130" y="1"/>
                    <a:pt x="121"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68"/>
            <p:cNvSpPr/>
            <p:nvPr/>
          </p:nvSpPr>
          <p:spPr>
            <a:xfrm>
              <a:off x="5041150" y="4011750"/>
              <a:ext cx="20975" cy="18375"/>
            </a:xfrm>
            <a:custGeom>
              <a:rect b="b" l="l" r="r" t="t"/>
              <a:pathLst>
                <a:path extrusionOk="0" h="735" w="839">
                  <a:moveTo>
                    <a:pt x="182" y="1"/>
                  </a:moveTo>
                  <a:cubicBezTo>
                    <a:pt x="0" y="1"/>
                    <a:pt x="0" y="153"/>
                    <a:pt x="152" y="365"/>
                  </a:cubicBezTo>
                  <a:cubicBezTo>
                    <a:pt x="274" y="548"/>
                    <a:pt x="456" y="669"/>
                    <a:pt x="669" y="730"/>
                  </a:cubicBezTo>
                  <a:cubicBezTo>
                    <a:pt x="682" y="733"/>
                    <a:pt x="694" y="734"/>
                    <a:pt x="705" y="734"/>
                  </a:cubicBezTo>
                  <a:cubicBezTo>
                    <a:pt x="825" y="734"/>
                    <a:pt x="838" y="590"/>
                    <a:pt x="699" y="396"/>
                  </a:cubicBezTo>
                  <a:cubicBezTo>
                    <a:pt x="578" y="214"/>
                    <a:pt x="395" y="62"/>
                    <a:pt x="182"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68"/>
            <p:cNvSpPr/>
            <p:nvPr/>
          </p:nvSpPr>
          <p:spPr>
            <a:xfrm>
              <a:off x="5103450" y="4016325"/>
              <a:ext cx="20550" cy="17500"/>
            </a:xfrm>
            <a:custGeom>
              <a:rect b="b" l="l" r="r" t="t"/>
              <a:pathLst>
                <a:path extrusionOk="0" h="700" w="822">
                  <a:moveTo>
                    <a:pt x="153" y="0"/>
                  </a:moveTo>
                  <a:cubicBezTo>
                    <a:pt x="1" y="0"/>
                    <a:pt x="1" y="152"/>
                    <a:pt x="122" y="334"/>
                  </a:cubicBezTo>
                  <a:cubicBezTo>
                    <a:pt x="244" y="517"/>
                    <a:pt x="426" y="638"/>
                    <a:pt x="639" y="699"/>
                  </a:cubicBezTo>
                  <a:cubicBezTo>
                    <a:pt x="821" y="699"/>
                    <a:pt x="821" y="547"/>
                    <a:pt x="700" y="395"/>
                  </a:cubicBezTo>
                  <a:cubicBezTo>
                    <a:pt x="578" y="182"/>
                    <a:pt x="396" y="61"/>
                    <a:pt x="15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68"/>
            <p:cNvSpPr/>
            <p:nvPr/>
          </p:nvSpPr>
          <p:spPr>
            <a:xfrm>
              <a:off x="5165750" y="4020875"/>
              <a:ext cx="19800" cy="16750"/>
            </a:xfrm>
            <a:custGeom>
              <a:rect b="b" l="l" r="r" t="t"/>
              <a:pathLst>
                <a:path extrusionOk="0" h="670" w="792">
                  <a:moveTo>
                    <a:pt x="153" y="0"/>
                  </a:moveTo>
                  <a:cubicBezTo>
                    <a:pt x="1" y="0"/>
                    <a:pt x="1" y="122"/>
                    <a:pt x="123" y="304"/>
                  </a:cubicBezTo>
                  <a:cubicBezTo>
                    <a:pt x="244" y="487"/>
                    <a:pt x="427" y="608"/>
                    <a:pt x="639" y="669"/>
                  </a:cubicBezTo>
                  <a:cubicBezTo>
                    <a:pt x="791" y="669"/>
                    <a:pt x="791" y="517"/>
                    <a:pt x="670" y="335"/>
                  </a:cubicBezTo>
                  <a:cubicBezTo>
                    <a:pt x="548" y="183"/>
                    <a:pt x="366" y="31"/>
                    <a:pt x="15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68"/>
            <p:cNvSpPr/>
            <p:nvPr/>
          </p:nvSpPr>
          <p:spPr>
            <a:xfrm>
              <a:off x="5227325" y="4024675"/>
              <a:ext cx="20525" cy="15975"/>
            </a:xfrm>
            <a:custGeom>
              <a:rect b="b" l="l" r="r" t="t"/>
              <a:pathLst>
                <a:path extrusionOk="0" h="639" w="821">
                  <a:moveTo>
                    <a:pt x="182" y="0"/>
                  </a:moveTo>
                  <a:cubicBezTo>
                    <a:pt x="30" y="0"/>
                    <a:pt x="0" y="122"/>
                    <a:pt x="122" y="304"/>
                  </a:cubicBezTo>
                  <a:cubicBezTo>
                    <a:pt x="243" y="487"/>
                    <a:pt x="426" y="608"/>
                    <a:pt x="608" y="639"/>
                  </a:cubicBezTo>
                  <a:cubicBezTo>
                    <a:pt x="790" y="639"/>
                    <a:pt x="821" y="517"/>
                    <a:pt x="699" y="335"/>
                  </a:cubicBezTo>
                  <a:cubicBezTo>
                    <a:pt x="578" y="183"/>
                    <a:pt x="395" y="61"/>
                    <a:pt x="182"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68"/>
            <p:cNvSpPr/>
            <p:nvPr/>
          </p:nvSpPr>
          <p:spPr>
            <a:xfrm>
              <a:off x="5288875" y="4028475"/>
              <a:ext cx="19500" cy="15325"/>
            </a:xfrm>
            <a:custGeom>
              <a:rect b="b" l="l" r="r" t="t"/>
              <a:pathLst>
                <a:path extrusionOk="0" h="613" w="780">
                  <a:moveTo>
                    <a:pt x="182" y="0"/>
                  </a:moveTo>
                  <a:cubicBezTo>
                    <a:pt x="30" y="0"/>
                    <a:pt x="0" y="122"/>
                    <a:pt x="122" y="304"/>
                  </a:cubicBezTo>
                  <a:cubicBezTo>
                    <a:pt x="243" y="456"/>
                    <a:pt x="426" y="578"/>
                    <a:pt x="608" y="608"/>
                  </a:cubicBezTo>
                  <a:cubicBezTo>
                    <a:pt x="621" y="611"/>
                    <a:pt x="634" y="612"/>
                    <a:pt x="645" y="612"/>
                  </a:cubicBezTo>
                  <a:cubicBezTo>
                    <a:pt x="764" y="612"/>
                    <a:pt x="780" y="474"/>
                    <a:pt x="669" y="335"/>
                  </a:cubicBezTo>
                  <a:cubicBezTo>
                    <a:pt x="578" y="152"/>
                    <a:pt x="395" y="61"/>
                    <a:pt x="182"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68"/>
            <p:cNvSpPr/>
            <p:nvPr/>
          </p:nvSpPr>
          <p:spPr>
            <a:xfrm>
              <a:off x="5350725" y="4032150"/>
              <a:ext cx="19475" cy="14575"/>
            </a:xfrm>
            <a:custGeom>
              <a:rect b="b" l="l" r="r" t="t"/>
              <a:pathLst>
                <a:path extrusionOk="0" h="583" w="779">
                  <a:moveTo>
                    <a:pt x="127" y="1"/>
                  </a:moveTo>
                  <a:cubicBezTo>
                    <a:pt x="14" y="1"/>
                    <a:pt x="1" y="115"/>
                    <a:pt x="110" y="279"/>
                  </a:cubicBezTo>
                  <a:cubicBezTo>
                    <a:pt x="201" y="431"/>
                    <a:pt x="383" y="553"/>
                    <a:pt x="566" y="583"/>
                  </a:cubicBezTo>
                  <a:cubicBezTo>
                    <a:pt x="718" y="583"/>
                    <a:pt x="778" y="461"/>
                    <a:pt x="657" y="279"/>
                  </a:cubicBezTo>
                  <a:cubicBezTo>
                    <a:pt x="535" y="127"/>
                    <a:pt x="353" y="36"/>
                    <a:pt x="171" y="5"/>
                  </a:cubicBezTo>
                  <a:cubicBezTo>
                    <a:pt x="155" y="2"/>
                    <a:pt x="140" y="1"/>
                    <a:pt x="127"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68"/>
            <p:cNvSpPr/>
            <p:nvPr/>
          </p:nvSpPr>
          <p:spPr>
            <a:xfrm>
              <a:off x="5411200" y="4033800"/>
              <a:ext cx="19025" cy="14450"/>
            </a:xfrm>
            <a:custGeom>
              <a:rect b="b" l="l" r="r" t="t"/>
              <a:pathLst>
                <a:path extrusionOk="0" h="578" w="761">
                  <a:moveTo>
                    <a:pt x="183" y="0"/>
                  </a:moveTo>
                  <a:cubicBezTo>
                    <a:pt x="1" y="0"/>
                    <a:pt x="1" y="122"/>
                    <a:pt x="92" y="274"/>
                  </a:cubicBezTo>
                  <a:cubicBezTo>
                    <a:pt x="214" y="456"/>
                    <a:pt x="366" y="547"/>
                    <a:pt x="578" y="578"/>
                  </a:cubicBezTo>
                  <a:cubicBezTo>
                    <a:pt x="730" y="578"/>
                    <a:pt x="761" y="456"/>
                    <a:pt x="639" y="304"/>
                  </a:cubicBezTo>
                  <a:cubicBezTo>
                    <a:pt x="518" y="152"/>
                    <a:pt x="366" y="31"/>
                    <a:pt x="18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68"/>
            <p:cNvSpPr/>
            <p:nvPr/>
          </p:nvSpPr>
          <p:spPr>
            <a:xfrm>
              <a:off x="5470475" y="4035325"/>
              <a:ext cx="19025" cy="13700"/>
            </a:xfrm>
            <a:custGeom>
              <a:rect b="b" l="l" r="r" t="t"/>
              <a:pathLst>
                <a:path extrusionOk="0" h="548" w="761">
                  <a:moveTo>
                    <a:pt x="183" y="0"/>
                  </a:moveTo>
                  <a:cubicBezTo>
                    <a:pt x="31" y="0"/>
                    <a:pt x="1" y="122"/>
                    <a:pt x="122" y="274"/>
                  </a:cubicBezTo>
                  <a:cubicBezTo>
                    <a:pt x="213" y="426"/>
                    <a:pt x="396" y="517"/>
                    <a:pt x="578" y="547"/>
                  </a:cubicBezTo>
                  <a:cubicBezTo>
                    <a:pt x="730" y="547"/>
                    <a:pt x="761" y="426"/>
                    <a:pt x="669" y="274"/>
                  </a:cubicBezTo>
                  <a:cubicBezTo>
                    <a:pt x="548" y="122"/>
                    <a:pt x="396" y="30"/>
                    <a:pt x="18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68"/>
            <p:cNvSpPr/>
            <p:nvPr/>
          </p:nvSpPr>
          <p:spPr>
            <a:xfrm>
              <a:off x="5529750" y="4035325"/>
              <a:ext cx="18275" cy="12925"/>
            </a:xfrm>
            <a:custGeom>
              <a:rect b="b" l="l" r="r" t="t"/>
              <a:pathLst>
                <a:path extrusionOk="0" h="517" w="731">
                  <a:moveTo>
                    <a:pt x="183" y="0"/>
                  </a:moveTo>
                  <a:cubicBezTo>
                    <a:pt x="31" y="0"/>
                    <a:pt x="1" y="122"/>
                    <a:pt x="92" y="274"/>
                  </a:cubicBezTo>
                  <a:cubicBezTo>
                    <a:pt x="213" y="395"/>
                    <a:pt x="365" y="517"/>
                    <a:pt x="548" y="517"/>
                  </a:cubicBezTo>
                  <a:cubicBezTo>
                    <a:pt x="700" y="517"/>
                    <a:pt x="730" y="395"/>
                    <a:pt x="639" y="243"/>
                  </a:cubicBezTo>
                  <a:cubicBezTo>
                    <a:pt x="517" y="91"/>
                    <a:pt x="365" y="0"/>
                    <a:pt x="18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68"/>
            <p:cNvSpPr/>
            <p:nvPr/>
          </p:nvSpPr>
          <p:spPr>
            <a:xfrm>
              <a:off x="3152800" y="3984400"/>
              <a:ext cx="14475" cy="13700"/>
            </a:xfrm>
            <a:custGeom>
              <a:rect b="b" l="l" r="r" t="t"/>
              <a:pathLst>
                <a:path extrusionOk="0" h="548" w="579">
                  <a:moveTo>
                    <a:pt x="305" y="1"/>
                  </a:moveTo>
                  <a:cubicBezTo>
                    <a:pt x="153" y="1"/>
                    <a:pt x="31" y="122"/>
                    <a:pt x="1" y="304"/>
                  </a:cubicBezTo>
                  <a:cubicBezTo>
                    <a:pt x="31" y="456"/>
                    <a:pt x="153" y="548"/>
                    <a:pt x="305" y="548"/>
                  </a:cubicBezTo>
                  <a:cubicBezTo>
                    <a:pt x="457" y="548"/>
                    <a:pt x="578" y="426"/>
                    <a:pt x="578" y="274"/>
                  </a:cubicBezTo>
                  <a:cubicBezTo>
                    <a:pt x="578" y="122"/>
                    <a:pt x="457" y="1"/>
                    <a:pt x="30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68"/>
            <p:cNvSpPr/>
            <p:nvPr/>
          </p:nvSpPr>
          <p:spPr>
            <a:xfrm>
              <a:off x="3218925" y="3982000"/>
              <a:ext cx="15975" cy="13825"/>
            </a:xfrm>
            <a:custGeom>
              <a:rect b="b" l="l" r="r" t="t"/>
              <a:pathLst>
                <a:path extrusionOk="0" h="553" w="639">
                  <a:moveTo>
                    <a:pt x="352" y="1"/>
                  </a:moveTo>
                  <a:cubicBezTo>
                    <a:pt x="336" y="1"/>
                    <a:pt x="320" y="2"/>
                    <a:pt x="304" y="5"/>
                  </a:cubicBezTo>
                  <a:cubicBezTo>
                    <a:pt x="152" y="5"/>
                    <a:pt x="0" y="127"/>
                    <a:pt x="0" y="279"/>
                  </a:cubicBezTo>
                  <a:cubicBezTo>
                    <a:pt x="31" y="431"/>
                    <a:pt x="152" y="552"/>
                    <a:pt x="335" y="552"/>
                  </a:cubicBezTo>
                  <a:cubicBezTo>
                    <a:pt x="487" y="552"/>
                    <a:pt x="608" y="431"/>
                    <a:pt x="639" y="248"/>
                  </a:cubicBezTo>
                  <a:cubicBezTo>
                    <a:pt x="611" y="112"/>
                    <a:pt x="487" y="1"/>
                    <a:pt x="352"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68"/>
            <p:cNvSpPr/>
            <p:nvPr/>
          </p:nvSpPr>
          <p:spPr>
            <a:xfrm>
              <a:off x="3290350" y="3977450"/>
              <a:ext cx="17500" cy="13925"/>
            </a:xfrm>
            <a:custGeom>
              <a:rect b="b" l="l" r="r" t="t"/>
              <a:pathLst>
                <a:path extrusionOk="0" h="557" w="700">
                  <a:moveTo>
                    <a:pt x="383" y="0"/>
                  </a:moveTo>
                  <a:cubicBezTo>
                    <a:pt x="366" y="0"/>
                    <a:pt x="350" y="2"/>
                    <a:pt x="335" y="5"/>
                  </a:cubicBezTo>
                  <a:cubicBezTo>
                    <a:pt x="152" y="5"/>
                    <a:pt x="0" y="127"/>
                    <a:pt x="0" y="309"/>
                  </a:cubicBezTo>
                  <a:cubicBezTo>
                    <a:pt x="28" y="445"/>
                    <a:pt x="152" y="557"/>
                    <a:pt x="309" y="557"/>
                  </a:cubicBezTo>
                  <a:cubicBezTo>
                    <a:pt x="327" y="557"/>
                    <a:pt x="346" y="555"/>
                    <a:pt x="365" y="552"/>
                  </a:cubicBezTo>
                  <a:cubicBezTo>
                    <a:pt x="381" y="555"/>
                    <a:pt x="397" y="556"/>
                    <a:pt x="412" y="556"/>
                  </a:cubicBezTo>
                  <a:cubicBezTo>
                    <a:pt x="573" y="556"/>
                    <a:pt x="699" y="417"/>
                    <a:pt x="699" y="279"/>
                  </a:cubicBezTo>
                  <a:cubicBezTo>
                    <a:pt x="672" y="115"/>
                    <a:pt x="523" y="0"/>
                    <a:pt x="38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68"/>
            <p:cNvSpPr/>
            <p:nvPr/>
          </p:nvSpPr>
          <p:spPr>
            <a:xfrm>
              <a:off x="3367100" y="3972250"/>
              <a:ext cx="18250" cy="13800"/>
            </a:xfrm>
            <a:custGeom>
              <a:rect b="b" l="l" r="r" t="t"/>
              <a:pathLst>
                <a:path extrusionOk="0" h="552" w="730">
                  <a:moveTo>
                    <a:pt x="304" y="0"/>
                  </a:moveTo>
                  <a:cubicBezTo>
                    <a:pt x="122" y="31"/>
                    <a:pt x="0" y="152"/>
                    <a:pt x="0" y="304"/>
                  </a:cubicBezTo>
                  <a:cubicBezTo>
                    <a:pt x="28" y="440"/>
                    <a:pt x="177" y="552"/>
                    <a:pt x="317" y="552"/>
                  </a:cubicBezTo>
                  <a:cubicBezTo>
                    <a:pt x="333" y="552"/>
                    <a:pt x="349" y="550"/>
                    <a:pt x="365" y="547"/>
                  </a:cubicBezTo>
                  <a:cubicBezTo>
                    <a:pt x="578" y="517"/>
                    <a:pt x="730" y="395"/>
                    <a:pt x="699" y="243"/>
                  </a:cubicBezTo>
                  <a:cubicBezTo>
                    <a:pt x="639" y="91"/>
                    <a:pt x="487" y="0"/>
                    <a:pt x="30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68"/>
            <p:cNvSpPr/>
            <p:nvPr/>
          </p:nvSpPr>
          <p:spPr>
            <a:xfrm>
              <a:off x="3446125" y="3966025"/>
              <a:ext cx="19775" cy="13225"/>
            </a:xfrm>
            <a:custGeom>
              <a:rect b="b" l="l" r="r" t="t"/>
              <a:pathLst>
                <a:path extrusionOk="0" h="529" w="791">
                  <a:moveTo>
                    <a:pt x="404" y="0"/>
                  </a:moveTo>
                  <a:cubicBezTo>
                    <a:pt x="381" y="0"/>
                    <a:pt x="358" y="2"/>
                    <a:pt x="335" y="6"/>
                  </a:cubicBezTo>
                  <a:cubicBezTo>
                    <a:pt x="122" y="6"/>
                    <a:pt x="1" y="158"/>
                    <a:pt x="31" y="310"/>
                  </a:cubicBezTo>
                  <a:cubicBezTo>
                    <a:pt x="84" y="442"/>
                    <a:pt x="229" y="529"/>
                    <a:pt x="386" y="529"/>
                  </a:cubicBezTo>
                  <a:cubicBezTo>
                    <a:pt x="409" y="529"/>
                    <a:pt x="433" y="527"/>
                    <a:pt x="456" y="523"/>
                  </a:cubicBezTo>
                  <a:cubicBezTo>
                    <a:pt x="669" y="523"/>
                    <a:pt x="791" y="371"/>
                    <a:pt x="760" y="249"/>
                  </a:cubicBezTo>
                  <a:cubicBezTo>
                    <a:pt x="707" y="90"/>
                    <a:pt x="562" y="0"/>
                    <a:pt x="40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68"/>
            <p:cNvSpPr/>
            <p:nvPr/>
          </p:nvSpPr>
          <p:spPr>
            <a:xfrm>
              <a:off x="3528200" y="3959175"/>
              <a:ext cx="21300" cy="13225"/>
            </a:xfrm>
            <a:custGeom>
              <a:rect b="b" l="l" r="r" t="t"/>
              <a:pathLst>
                <a:path extrusionOk="0" h="529" w="852">
                  <a:moveTo>
                    <a:pt x="435" y="1"/>
                  </a:moveTo>
                  <a:cubicBezTo>
                    <a:pt x="412" y="1"/>
                    <a:pt x="389" y="3"/>
                    <a:pt x="365" y="6"/>
                  </a:cubicBezTo>
                  <a:cubicBezTo>
                    <a:pt x="152" y="6"/>
                    <a:pt x="0" y="158"/>
                    <a:pt x="61" y="280"/>
                  </a:cubicBezTo>
                  <a:cubicBezTo>
                    <a:pt x="141" y="439"/>
                    <a:pt x="290" y="529"/>
                    <a:pt x="448" y="529"/>
                  </a:cubicBezTo>
                  <a:cubicBezTo>
                    <a:pt x="471" y="529"/>
                    <a:pt x="494" y="527"/>
                    <a:pt x="517" y="523"/>
                  </a:cubicBezTo>
                  <a:cubicBezTo>
                    <a:pt x="730" y="493"/>
                    <a:pt x="851" y="371"/>
                    <a:pt x="821" y="219"/>
                  </a:cubicBezTo>
                  <a:cubicBezTo>
                    <a:pt x="742" y="87"/>
                    <a:pt x="593" y="1"/>
                    <a:pt x="43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68"/>
            <p:cNvSpPr/>
            <p:nvPr/>
          </p:nvSpPr>
          <p:spPr>
            <a:xfrm>
              <a:off x="3612550" y="3951575"/>
              <a:ext cx="22825" cy="12525"/>
            </a:xfrm>
            <a:custGeom>
              <a:rect b="b" l="l" r="r" t="t"/>
              <a:pathLst>
                <a:path extrusionOk="0" h="501" w="913">
                  <a:moveTo>
                    <a:pt x="415" y="1"/>
                  </a:moveTo>
                  <a:cubicBezTo>
                    <a:pt x="389" y="1"/>
                    <a:pt x="362" y="3"/>
                    <a:pt x="335" y="6"/>
                  </a:cubicBezTo>
                  <a:cubicBezTo>
                    <a:pt x="122" y="37"/>
                    <a:pt x="0" y="158"/>
                    <a:pt x="61" y="280"/>
                  </a:cubicBezTo>
                  <a:cubicBezTo>
                    <a:pt x="137" y="433"/>
                    <a:pt x="299" y="500"/>
                    <a:pt x="457" y="500"/>
                  </a:cubicBezTo>
                  <a:cubicBezTo>
                    <a:pt x="487" y="500"/>
                    <a:pt x="518" y="498"/>
                    <a:pt x="547" y="493"/>
                  </a:cubicBezTo>
                  <a:cubicBezTo>
                    <a:pt x="760" y="493"/>
                    <a:pt x="912" y="341"/>
                    <a:pt x="851" y="219"/>
                  </a:cubicBezTo>
                  <a:cubicBezTo>
                    <a:pt x="745" y="87"/>
                    <a:pt x="593" y="1"/>
                    <a:pt x="41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68"/>
            <p:cNvSpPr/>
            <p:nvPr/>
          </p:nvSpPr>
          <p:spPr>
            <a:xfrm>
              <a:off x="3697650" y="3943950"/>
              <a:ext cx="23575" cy="12500"/>
            </a:xfrm>
            <a:custGeom>
              <a:rect b="b" l="l" r="r" t="t"/>
              <a:pathLst>
                <a:path extrusionOk="0" h="500" w="943">
                  <a:moveTo>
                    <a:pt x="436" y="0"/>
                  </a:moveTo>
                  <a:cubicBezTo>
                    <a:pt x="403" y="0"/>
                    <a:pt x="369" y="3"/>
                    <a:pt x="335" y="8"/>
                  </a:cubicBezTo>
                  <a:cubicBezTo>
                    <a:pt x="122" y="8"/>
                    <a:pt x="0" y="160"/>
                    <a:pt x="92" y="281"/>
                  </a:cubicBezTo>
                  <a:cubicBezTo>
                    <a:pt x="171" y="413"/>
                    <a:pt x="343" y="500"/>
                    <a:pt x="526" y="500"/>
                  </a:cubicBezTo>
                  <a:cubicBezTo>
                    <a:pt x="553" y="500"/>
                    <a:pt x="581" y="498"/>
                    <a:pt x="608" y="494"/>
                  </a:cubicBezTo>
                  <a:cubicBezTo>
                    <a:pt x="821" y="463"/>
                    <a:pt x="943" y="342"/>
                    <a:pt x="852" y="220"/>
                  </a:cubicBezTo>
                  <a:cubicBezTo>
                    <a:pt x="750" y="68"/>
                    <a:pt x="605" y="0"/>
                    <a:pt x="436"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68"/>
            <p:cNvSpPr/>
            <p:nvPr/>
          </p:nvSpPr>
          <p:spPr>
            <a:xfrm>
              <a:off x="3782750" y="3936325"/>
              <a:ext cx="23600" cy="11825"/>
            </a:xfrm>
            <a:custGeom>
              <a:rect b="b" l="l" r="r" t="t"/>
              <a:pathLst>
                <a:path extrusionOk="0" h="473" w="944">
                  <a:moveTo>
                    <a:pt x="411" y="1"/>
                  </a:moveTo>
                  <a:cubicBezTo>
                    <a:pt x="376" y="1"/>
                    <a:pt x="340" y="4"/>
                    <a:pt x="305" y="9"/>
                  </a:cubicBezTo>
                  <a:cubicBezTo>
                    <a:pt x="92" y="9"/>
                    <a:pt x="1" y="130"/>
                    <a:pt x="92" y="282"/>
                  </a:cubicBezTo>
                  <a:cubicBezTo>
                    <a:pt x="193" y="409"/>
                    <a:pt x="358" y="472"/>
                    <a:pt x="533" y="472"/>
                  </a:cubicBezTo>
                  <a:cubicBezTo>
                    <a:pt x="568" y="472"/>
                    <a:pt x="604" y="470"/>
                    <a:pt x="639" y="465"/>
                  </a:cubicBezTo>
                  <a:cubicBezTo>
                    <a:pt x="852" y="465"/>
                    <a:pt x="943" y="343"/>
                    <a:pt x="852" y="191"/>
                  </a:cubicBezTo>
                  <a:cubicBezTo>
                    <a:pt x="751" y="64"/>
                    <a:pt x="586" y="1"/>
                    <a:pt x="411"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68"/>
            <p:cNvSpPr/>
            <p:nvPr/>
          </p:nvSpPr>
          <p:spPr>
            <a:xfrm>
              <a:off x="3866350" y="3928775"/>
              <a:ext cx="24325" cy="11775"/>
            </a:xfrm>
            <a:custGeom>
              <a:rect b="b" l="l" r="r" t="t"/>
              <a:pathLst>
                <a:path extrusionOk="0" h="471" w="973">
                  <a:moveTo>
                    <a:pt x="387" y="1"/>
                  </a:moveTo>
                  <a:cubicBezTo>
                    <a:pt x="359" y="1"/>
                    <a:pt x="332" y="3"/>
                    <a:pt x="304" y="7"/>
                  </a:cubicBezTo>
                  <a:cubicBezTo>
                    <a:pt x="122" y="37"/>
                    <a:pt x="0" y="159"/>
                    <a:pt x="122" y="280"/>
                  </a:cubicBezTo>
                  <a:cubicBezTo>
                    <a:pt x="223" y="407"/>
                    <a:pt x="388" y="470"/>
                    <a:pt x="563" y="470"/>
                  </a:cubicBezTo>
                  <a:cubicBezTo>
                    <a:pt x="598" y="470"/>
                    <a:pt x="634" y="468"/>
                    <a:pt x="669" y="463"/>
                  </a:cubicBezTo>
                  <a:cubicBezTo>
                    <a:pt x="882" y="463"/>
                    <a:pt x="973" y="341"/>
                    <a:pt x="882" y="219"/>
                  </a:cubicBezTo>
                  <a:cubicBezTo>
                    <a:pt x="749" y="87"/>
                    <a:pt x="571" y="1"/>
                    <a:pt x="387"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68"/>
            <p:cNvSpPr/>
            <p:nvPr/>
          </p:nvSpPr>
          <p:spPr>
            <a:xfrm>
              <a:off x="3948425" y="3922100"/>
              <a:ext cx="24325" cy="11550"/>
            </a:xfrm>
            <a:custGeom>
              <a:rect b="b" l="l" r="r" t="t"/>
              <a:pathLst>
                <a:path extrusionOk="0" h="462" w="973">
                  <a:moveTo>
                    <a:pt x="274" y="0"/>
                  </a:moveTo>
                  <a:cubicBezTo>
                    <a:pt x="91" y="30"/>
                    <a:pt x="0" y="152"/>
                    <a:pt x="122" y="274"/>
                  </a:cubicBezTo>
                  <a:cubicBezTo>
                    <a:pt x="254" y="379"/>
                    <a:pt x="432" y="462"/>
                    <a:pt x="595" y="462"/>
                  </a:cubicBezTo>
                  <a:cubicBezTo>
                    <a:pt x="620" y="462"/>
                    <a:pt x="645" y="460"/>
                    <a:pt x="669" y="456"/>
                  </a:cubicBezTo>
                  <a:cubicBezTo>
                    <a:pt x="882" y="456"/>
                    <a:pt x="973" y="334"/>
                    <a:pt x="851" y="213"/>
                  </a:cubicBezTo>
                  <a:cubicBezTo>
                    <a:pt x="699" y="61"/>
                    <a:pt x="486" y="0"/>
                    <a:pt x="27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68"/>
            <p:cNvSpPr/>
            <p:nvPr/>
          </p:nvSpPr>
          <p:spPr>
            <a:xfrm>
              <a:off x="4027450" y="3916000"/>
              <a:ext cx="23575" cy="11575"/>
            </a:xfrm>
            <a:custGeom>
              <a:rect b="b" l="l" r="r" t="t"/>
              <a:pathLst>
                <a:path extrusionOk="0" h="463" w="943">
                  <a:moveTo>
                    <a:pt x="243" y="1"/>
                  </a:moveTo>
                  <a:cubicBezTo>
                    <a:pt x="61" y="31"/>
                    <a:pt x="0" y="153"/>
                    <a:pt x="122" y="274"/>
                  </a:cubicBezTo>
                  <a:cubicBezTo>
                    <a:pt x="254" y="380"/>
                    <a:pt x="432" y="463"/>
                    <a:pt x="616" y="463"/>
                  </a:cubicBezTo>
                  <a:cubicBezTo>
                    <a:pt x="643" y="463"/>
                    <a:pt x="671" y="461"/>
                    <a:pt x="699" y="457"/>
                  </a:cubicBezTo>
                  <a:cubicBezTo>
                    <a:pt x="882" y="457"/>
                    <a:pt x="942" y="335"/>
                    <a:pt x="821" y="214"/>
                  </a:cubicBezTo>
                  <a:cubicBezTo>
                    <a:pt x="669" y="62"/>
                    <a:pt x="456" y="1"/>
                    <a:pt x="24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68"/>
            <p:cNvSpPr/>
            <p:nvPr/>
          </p:nvSpPr>
          <p:spPr>
            <a:xfrm>
              <a:off x="4102675" y="3911450"/>
              <a:ext cx="22825" cy="11425"/>
            </a:xfrm>
            <a:custGeom>
              <a:rect b="b" l="l" r="r" t="t"/>
              <a:pathLst>
                <a:path extrusionOk="0" h="457" w="913">
                  <a:moveTo>
                    <a:pt x="213" y="1"/>
                  </a:moveTo>
                  <a:cubicBezTo>
                    <a:pt x="31" y="1"/>
                    <a:pt x="0" y="122"/>
                    <a:pt x="122" y="244"/>
                  </a:cubicBezTo>
                  <a:cubicBezTo>
                    <a:pt x="274" y="365"/>
                    <a:pt x="456" y="456"/>
                    <a:pt x="669" y="456"/>
                  </a:cubicBezTo>
                  <a:cubicBezTo>
                    <a:pt x="851" y="426"/>
                    <a:pt x="912" y="335"/>
                    <a:pt x="791" y="213"/>
                  </a:cubicBezTo>
                  <a:cubicBezTo>
                    <a:pt x="608" y="61"/>
                    <a:pt x="426" y="1"/>
                    <a:pt x="21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68"/>
            <p:cNvSpPr/>
            <p:nvPr/>
          </p:nvSpPr>
          <p:spPr>
            <a:xfrm>
              <a:off x="4172575" y="3908400"/>
              <a:ext cx="22075" cy="10675"/>
            </a:xfrm>
            <a:custGeom>
              <a:rect b="b" l="l" r="r" t="t"/>
              <a:pathLst>
                <a:path extrusionOk="0" h="427" w="883">
                  <a:moveTo>
                    <a:pt x="183" y="1"/>
                  </a:moveTo>
                  <a:cubicBezTo>
                    <a:pt x="31" y="1"/>
                    <a:pt x="1" y="92"/>
                    <a:pt x="122" y="214"/>
                  </a:cubicBezTo>
                  <a:cubicBezTo>
                    <a:pt x="274" y="335"/>
                    <a:pt x="457" y="426"/>
                    <a:pt x="670" y="426"/>
                  </a:cubicBezTo>
                  <a:cubicBezTo>
                    <a:pt x="852" y="426"/>
                    <a:pt x="882" y="305"/>
                    <a:pt x="730" y="183"/>
                  </a:cubicBezTo>
                  <a:cubicBezTo>
                    <a:pt x="578" y="62"/>
                    <a:pt x="396" y="1"/>
                    <a:pt x="18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68"/>
            <p:cNvSpPr/>
            <p:nvPr/>
          </p:nvSpPr>
          <p:spPr>
            <a:xfrm>
              <a:off x="4234900" y="3907650"/>
              <a:ext cx="19025" cy="11425"/>
            </a:xfrm>
            <a:custGeom>
              <a:rect b="b" l="l" r="r" t="t"/>
              <a:pathLst>
                <a:path extrusionOk="0" h="457" w="761">
                  <a:moveTo>
                    <a:pt x="122" y="1"/>
                  </a:moveTo>
                  <a:cubicBezTo>
                    <a:pt x="0" y="1"/>
                    <a:pt x="0" y="92"/>
                    <a:pt x="122" y="213"/>
                  </a:cubicBezTo>
                  <a:cubicBezTo>
                    <a:pt x="274" y="335"/>
                    <a:pt x="426" y="426"/>
                    <a:pt x="639" y="456"/>
                  </a:cubicBezTo>
                  <a:cubicBezTo>
                    <a:pt x="760" y="456"/>
                    <a:pt x="760" y="365"/>
                    <a:pt x="639" y="213"/>
                  </a:cubicBezTo>
                  <a:cubicBezTo>
                    <a:pt x="487" y="92"/>
                    <a:pt x="304" y="31"/>
                    <a:pt x="122"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68"/>
            <p:cNvSpPr/>
            <p:nvPr/>
          </p:nvSpPr>
          <p:spPr>
            <a:xfrm>
              <a:off x="4282775" y="3909175"/>
              <a:ext cx="18075" cy="11525"/>
            </a:xfrm>
            <a:custGeom>
              <a:rect b="b" l="l" r="r" t="t"/>
              <a:pathLst>
                <a:path extrusionOk="0" h="461" w="723">
                  <a:moveTo>
                    <a:pt x="122" y="0"/>
                  </a:moveTo>
                  <a:cubicBezTo>
                    <a:pt x="0" y="0"/>
                    <a:pt x="31" y="92"/>
                    <a:pt x="183" y="244"/>
                  </a:cubicBezTo>
                  <a:cubicBezTo>
                    <a:pt x="304" y="335"/>
                    <a:pt x="456" y="426"/>
                    <a:pt x="638" y="456"/>
                  </a:cubicBezTo>
                  <a:cubicBezTo>
                    <a:pt x="648" y="459"/>
                    <a:pt x="656" y="461"/>
                    <a:pt x="663" y="461"/>
                  </a:cubicBezTo>
                  <a:cubicBezTo>
                    <a:pt x="722" y="461"/>
                    <a:pt x="686" y="352"/>
                    <a:pt x="578" y="244"/>
                  </a:cubicBezTo>
                  <a:cubicBezTo>
                    <a:pt x="456" y="122"/>
                    <a:pt x="274" y="31"/>
                    <a:pt x="122"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68"/>
            <p:cNvSpPr/>
            <p:nvPr/>
          </p:nvSpPr>
          <p:spPr>
            <a:xfrm>
              <a:off x="4322275" y="3910700"/>
              <a:ext cx="17500" cy="12175"/>
            </a:xfrm>
            <a:custGeom>
              <a:rect b="b" l="l" r="r" t="t"/>
              <a:pathLst>
                <a:path extrusionOk="0" h="487" w="700">
                  <a:moveTo>
                    <a:pt x="92" y="0"/>
                  </a:moveTo>
                  <a:cubicBezTo>
                    <a:pt x="1" y="0"/>
                    <a:pt x="31" y="91"/>
                    <a:pt x="183" y="243"/>
                  </a:cubicBezTo>
                  <a:cubicBezTo>
                    <a:pt x="305" y="365"/>
                    <a:pt x="457" y="426"/>
                    <a:pt x="609" y="486"/>
                  </a:cubicBezTo>
                  <a:cubicBezTo>
                    <a:pt x="700" y="486"/>
                    <a:pt x="639" y="395"/>
                    <a:pt x="487" y="243"/>
                  </a:cubicBezTo>
                  <a:cubicBezTo>
                    <a:pt x="396" y="122"/>
                    <a:pt x="244" y="31"/>
                    <a:pt x="92"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68"/>
            <p:cNvSpPr/>
            <p:nvPr/>
          </p:nvSpPr>
          <p:spPr>
            <a:xfrm>
              <a:off x="4354200" y="3911450"/>
              <a:ext cx="16750" cy="12950"/>
            </a:xfrm>
            <a:custGeom>
              <a:rect b="b" l="l" r="r" t="t"/>
              <a:pathLst>
                <a:path extrusionOk="0" h="518" w="670">
                  <a:moveTo>
                    <a:pt x="61" y="1"/>
                  </a:moveTo>
                  <a:cubicBezTo>
                    <a:pt x="0" y="1"/>
                    <a:pt x="61" y="122"/>
                    <a:pt x="213" y="274"/>
                  </a:cubicBezTo>
                  <a:cubicBezTo>
                    <a:pt x="304" y="365"/>
                    <a:pt x="426" y="456"/>
                    <a:pt x="578" y="517"/>
                  </a:cubicBezTo>
                  <a:cubicBezTo>
                    <a:pt x="669" y="517"/>
                    <a:pt x="608" y="426"/>
                    <a:pt x="456" y="274"/>
                  </a:cubicBezTo>
                  <a:cubicBezTo>
                    <a:pt x="365" y="153"/>
                    <a:pt x="213" y="61"/>
                    <a:pt x="61"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68"/>
            <p:cNvSpPr/>
            <p:nvPr/>
          </p:nvSpPr>
          <p:spPr>
            <a:xfrm>
              <a:off x="4379275" y="3912975"/>
              <a:ext cx="16750" cy="13700"/>
            </a:xfrm>
            <a:custGeom>
              <a:rect b="b" l="l" r="r" t="t"/>
              <a:pathLst>
                <a:path extrusionOk="0" h="548" w="670">
                  <a:moveTo>
                    <a:pt x="61" y="0"/>
                  </a:moveTo>
                  <a:cubicBezTo>
                    <a:pt x="0" y="0"/>
                    <a:pt x="92" y="122"/>
                    <a:pt x="244" y="274"/>
                  </a:cubicBezTo>
                  <a:cubicBezTo>
                    <a:pt x="335" y="395"/>
                    <a:pt x="456" y="487"/>
                    <a:pt x="608" y="547"/>
                  </a:cubicBezTo>
                  <a:cubicBezTo>
                    <a:pt x="669" y="547"/>
                    <a:pt x="608" y="426"/>
                    <a:pt x="456" y="274"/>
                  </a:cubicBezTo>
                  <a:cubicBezTo>
                    <a:pt x="335" y="152"/>
                    <a:pt x="213" y="61"/>
                    <a:pt x="6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68"/>
            <p:cNvSpPr/>
            <p:nvPr/>
          </p:nvSpPr>
          <p:spPr>
            <a:xfrm>
              <a:off x="4400550" y="3912975"/>
              <a:ext cx="16750" cy="14450"/>
            </a:xfrm>
            <a:custGeom>
              <a:rect b="b" l="l" r="r" t="t"/>
              <a:pathLst>
                <a:path extrusionOk="0" h="578" w="670">
                  <a:moveTo>
                    <a:pt x="61" y="0"/>
                  </a:moveTo>
                  <a:cubicBezTo>
                    <a:pt x="1" y="0"/>
                    <a:pt x="92" y="122"/>
                    <a:pt x="244" y="274"/>
                  </a:cubicBezTo>
                  <a:cubicBezTo>
                    <a:pt x="365" y="395"/>
                    <a:pt x="487" y="517"/>
                    <a:pt x="639" y="578"/>
                  </a:cubicBezTo>
                  <a:cubicBezTo>
                    <a:pt x="669" y="578"/>
                    <a:pt x="608" y="456"/>
                    <a:pt x="426" y="304"/>
                  </a:cubicBezTo>
                  <a:cubicBezTo>
                    <a:pt x="335" y="152"/>
                    <a:pt x="183" y="61"/>
                    <a:pt x="6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68"/>
            <p:cNvSpPr/>
            <p:nvPr/>
          </p:nvSpPr>
          <p:spPr>
            <a:xfrm>
              <a:off x="4419550" y="3912975"/>
              <a:ext cx="17500" cy="15975"/>
            </a:xfrm>
            <a:custGeom>
              <a:rect b="b" l="l" r="r" t="t"/>
              <a:pathLst>
                <a:path extrusionOk="0" h="639" w="700">
                  <a:moveTo>
                    <a:pt x="31" y="0"/>
                  </a:moveTo>
                  <a:cubicBezTo>
                    <a:pt x="0" y="0"/>
                    <a:pt x="92" y="122"/>
                    <a:pt x="274" y="304"/>
                  </a:cubicBezTo>
                  <a:cubicBezTo>
                    <a:pt x="365" y="456"/>
                    <a:pt x="487" y="547"/>
                    <a:pt x="639" y="639"/>
                  </a:cubicBezTo>
                  <a:cubicBezTo>
                    <a:pt x="700" y="639"/>
                    <a:pt x="608" y="517"/>
                    <a:pt x="426" y="335"/>
                  </a:cubicBezTo>
                  <a:cubicBezTo>
                    <a:pt x="304" y="183"/>
                    <a:pt x="183" y="92"/>
                    <a:pt x="3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68"/>
            <p:cNvSpPr/>
            <p:nvPr/>
          </p:nvSpPr>
          <p:spPr>
            <a:xfrm>
              <a:off x="4437775" y="3912975"/>
              <a:ext cx="17500" cy="17500"/>
            </a:xfrm>
            <a:custGeom>
              <a:rect b="b" l="l" r="r" t="t"/>
              <a:pathLst>
                <a:path extrusionOk="0" h="700" w="700">
                  <a:moveTo>
                    <a:pt x="31" y="0"/>
                  </a:moveTo>
                  <a:cubicBezTo>
                    <a:pt x="1" y="0"/>
                    <a:pt x="92" y="152"/>
                    <a:pt x="274" y="335"/>
                  </a:cubicBezTo>
                  <a:cubicBezTo>
                    <a:pt x="366" y="487"/>
                    <a:pt x="487" y="608"/>
                    <a:pt x="639" y="699"/>
                  </a:cubicBezTo>
                  <a:cubicBezTo>
                    <a:pt x="700" y="699"/>
                    <a:pt x="609" y="547"/>
                    <a:pt x="426" y="365"/>
                  </a:cubicBezTo>
                  <a:cubicBezTo>
                    <a:pt x="305" y="213"/>
                    <a:pt x="183" y="92"/>
                    <a:pt x="3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68"/>
            <p:cNvSpPr/>
            <p:nvPr/>
          </p:nvSpPr>
          <p:spPr>
            <a:xfrm>
              <a:off x="4456025" y="3912975"/>
              <a:ext cx="18250" cy="19025"/>
            </a:xfrm>
            <a:custGeom>
              <a:rect b="b" l="l" r="r" t="t"/>
              <a:pathLst>
                <a:path extrusionOk="0" h="761" w="730">
                  <a:moveTo>
                    <a:pt x="61" y="0"/>
                  </a:moveTo>
                  <a:cubicBezTo>
                    <a:pt x="0" y="0"/>
                    <a:pt x="92" y="183"/>
                    <a:pt x="274" y="365"/>
                  </a:cubicBezTo>
                  <a:cubicBezTo>
                    <a:pt x="396" y="517"/>
                    <a:pt x="517" y="669"/>
                    <a:pt x="700" y="760"/>
                  </a:cubicBezTo>
                  <a:cubicBezTo>
                    <a:pt x="730" y="760"/>
                    <a:pt x="639" y="608"/>
                    <a:pt x="456" y="365"/>
                  </a:cubicBezTo>
                  <a:cubicBezTo>
                    <a:pt x="335" y="213"/>
                    <a:pt x="213" y="92"/>
                    <a:pt x="6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68"/>
            <p:cNvSpPr/>
            <p:nvPr/>
          </p:nvSpPr>
          <p:spPr>
            <a:xfrm>
              <a:off x="4476550" y="3914500"/>
              <a:ext cx="19775" cy="19000"/>
            </a:xfrm>
            <a:custGeom>
              <a:rect b="b" l="l" r="r" t="t"/>
              <a:pathLst>
                <a:path extrusionOk="0" h="760" w="791">
                  <a:moveTo>
                    <a:pt x="61" y="0"/>
                  </a:moveTo>
                  <a:cubicBezTo>
                    <a:pt x="0" y="0"/>
                    <a:pt x="91" y="152"/>
                    <a:pt x="274" y="365"/>
                  </a:cubicBezTo>
                  <a:cubicBezTo>
                    <a:pt x="395" y="517"/>
                    <a:pt x="547" y="669"/>
                    <a:pt x="730" y="760"/>
                  </a:cubicBezTo>
                  <a:cubicBezTo>
                    <a:pt x="790" y="760"/>
                    <a:pt x="730" y="578"/>
                    <a:pt x="486" y="395"/>
                  </a:cubicBezTo>
                  <a:cubicBezTo>
                    <a:pt x="395" y="213"/>
                    <a:pt x="243" y="91"/>
                    <a:pt x="6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68"/>
            <p:cNvSpPr/>
            <p:nvPr/>
          </p:nvSpPr>
          <p:spPr>
            <a:xfrm>
              <a:off x="4501625" y="3914500"/>
              <a:ext cx="20525" cy="20525"/>
            </a:xfrm>
            <a:custGeom>
              <a:rect b="b" l="l" r="r" t="t"/>
              <a:pathLst>
                <a:path extrusionOk="0" h="821" w="821">
                  <a:moveTo>
                    <a:pt x="91" y="0"/>
                  </a:moveTo>
                  <a:cubicBezTo>
                    <a:pt x="0" y="0"/>
                    <a:pt x="122" y="182"/>
                    <a:pt x="304" y="395"/>
                  </a:cubicBezTo>
                  <a:cubicBezTo>
                    <a:pt x="426" y="578"/>
                    <a:pt x="578" y="730"/>
                    <a:pt x="760" y="821"/>
                  </a:cubicBezTo>
                  <a:cubicBezTo>
                    <a:pt x="821" y="821"/>
                    <a:pt x="730" y="638"/>
                    <a:pt x="547" y="426"/>
                  </a:cubicBezTo>
                  <a:cubicBezTo>
                    <a:pt x="365" y="182"/>
                    <a:pt x="152" y="0"/>
                    <a:pt x="9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68"/>
            <p:cNvSpPr/>
            <p:nvPr/>
          </p:nvSpPr>
          <p:spPr>
            <a:xfrm>
              <a:off x="4532775" y="3915250"/>
              <a:ext cx="21300" cy="21300"/>
            </a:xfrm>
            <a:custGeom>
              <a:rect b="b" l="l" r="r" t="t"/>
              <a:pathLst>
                <a:path extrusionOk="0" h="852" w="852">
                  <a:moveTo>
                    <a:pt x="92" y="1"/>
                  </a:moveTo>
                  <a:cubicBezTo>
                    <a:pt x="0" y="1"/>
                    <a:pt x="92" y="183"/>
                    <a:pt x="274" y="426"/>
                  </a:cubicBezTo>
                  <a:cubicBezTo>
                    <a:pt x="456" y="669"/>
                    <a:pt x="699" y="852"/>
                    <a:pt x="760" y="852"/>
                  </a:cubicBezTo>
                  <a:cubicBezTo>
                    <a:pt x="851" y="852"/>
                    <a:pt x="791" y="669"/>
                    <a:pt x="578" y="426"/>
                  </a:cubicBezTo>
                  <a:cubicBezTo>
                    <a:pt x="396" y="213"/>
                    <a:pt x="152" y="1"/>
                    <a:pt x="92"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68"/>
            <p:cNvSpPr/>
            <p:nvPr/>
          </p:nvSpPr>
          <p:spPr>
            <a:xfrm>
              <a:off x="4570775" y="3916775"/>
              <a:ext cx="22825" cy="22050"/>
            </a:xfrm>
            <a:custGeom>
              <a:rect b="b" l="l" r="r" t="t"/>
              <a:pathLst>
                <a:path extrusionOk="0" h="882" w="913">
                  <a:moveTo>
                    <a:pt x="91" y="0"/>
                  </a:moveTo>
                  <a:cubicBezTo>
                    <a:pt x="0" y="0"/>
                    <a:pt x="61" y="183"/>
                    <a:pt x="274" y="426"/>
                  </a:cubicBezTo>
                  <a:cubicBezTo>
                    <a:pt x="395" y="639"/>
                    <a:pt x="578" y="791"/>
                    <a:pt x="821" y="882"/>
                  </a:cubicBezTo>
                  <a:cubicBezTo>
                    <a:pt x="912" y="882"/>
                    <a:pt x="851" y="699"/>
                    <a:pt x="669" y="456"/>
                  </a:cubicBezTo>
                  <a:cubicBezTo>
                    <a:pt x="517" y="243"/>
                    <a:pt x="335" y="91"/>
                    <a:pt x="9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68"/>
            <p:cNvSpPr/>
            <p:nvPr/>
          </p:nvSpPr>
          <p:spPr>
            <a:xfrm>
              <a:off x="4617875" y="3918300"/>
              <a:ext cx="24350" cy="22800"/>
            </a:xfrm>
            <a:custGeom>
              <a:rect b="b" l="l" r="r" t="t"/>
              <a:pathLst>
                <a:path extrusionOk="0" h="912" w="974">
                  <a:moveTo>
                    <a:pt x="122" y="0"/>
                  </a:moveTo>
                  <a:cubicBezTo>
                    <a:pt x="1" y="0"/>
                    <a:pt x="61" y="213"/>
                    <a:pt x="244" y="456"/>
                  </a:cubicBezTo>
                  <a:cubicBezTo>
                    <a:pt x="396" y="669"/>
                    <a:pt x="609" y="821"/>
                    <a:pt x="852" y="912"/>
                  </a:cubicBezTo>
                  <a:cubicBezTo>
                    <a:pt x="973" y="912"/>
                    <a:pt x="943" y="730"/>
                    <a:pt x="730" y="456"/>
                  </a:cubicBezTo>
                  <a:cubicBezTo>
                    <a:pt x="578" y="243"/>
                    <a:pt x="365" y="91"/>
                    <a:pt x="122"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68"/>
            <p:cNvSpPr/>
            <p:nvPr/>
          </p:nvSpPr>
          <p:spPr>
            <a:xfrm>
              <a:off x="4674875" y="3919050"/>
              <a:ext cx="25100" cy="22825"/>
            </a:xfrm>
            <a:custGeom>
              <a:rect b="b" l="l" r="r" t="t"/>
              <a:pathLst>
                <a:path extrusionOk="0" h="913" w="1004">
                  <a:moveTo>
                    <a:pt x="152" y="0"/>
                  </a:moveTo>
                  <a:cubicBezTo>
                    <a:pt x="0" y="0"/>
                    <a:pt x="31" y="213"/>
                    <a:pt x="244" y="456"/>
                  </a:cubicBezTo>
                  <a:cubicBezTo>
                    <a:pt x="396" y="669"/>
                    <a:pt x="608" y="821"/>
                    <a:pt x="851" y="912"/>
                  </a:cubicBezTo>
                  <a:cubicBezTo>
                    <a:pt x="1003" y="912"/>
                    <a:pt x="973" y="700"/>
                    <a:pt x="791" y="456"/>
                  </a:cubicBezTo>
                  <a:cubicBezTo>
                    <a:pt x="608" y="244"/>
                    <a:pt x="396" y="92"/>
                    <a:pt x="152"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68"/>
            <p:cNvSpPr/>
            <p:nvPr/>
          </p:nvSpPr>
          <p:spPr>
            <a:xfrm>
              <a:off x="4734900" y="3921325"/>
              <a:ext cx="25650" cy="21375"/>
            </a:xfrm>
            <a:custGeom>
              <a:rect b="b" l="l" r="r" t="t"/>
              <a:pathLst>
                <a:path extrusionOk="0" h="855" w="1026">
                  <a:moveTo>
                    <a:pt x="153" y="1"/>
                  </a:moveTo>
                  <a:cubicBezTo>
                    <a:pt x="1" y="1"/>
                    <a:pt x="31" y="183"/>
                    <a:pt x="244" y="426"/>
                  </a:cubicBezTo>
                  <a:cubicBezTo>
                    <a:pt x="396" y="639"/>
                    <a:pt x="609" y="791"/>
                    <a:pt x="852" y="852"/>
                  </a:cubicBezTo>
                  <a:cubicBezTo>
                    <a:pt x="863" y="854"/>
                    <a:pt x="874" y="855"/>
                    <a:pt x="884" y="855"/>
                  </a:cubicBezTo>
                  <a:cubicBezTo>
                    <a:pt x="1026" y="855"/>
                    <a:pt x="962" y="656"/>
                    <a:pt x="791" y="457"/>
                  </a:cubicBezTo>
                  <a:cubicBezTo>
                    <a:pt x="639" y="213"/>
                    <a:pt x="396" y="61"/>
                    <a:pt x="15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68"/>
            <p:cNvSpPr/>
            <p:nvPr/>
          </p:nvSpPr>
          <p:spPr>
            <a:xfrm>
              <a:off x="4796450" y="3924375"/>
              <a:ext cx="24975" cy="21375"/>
            </a:xfrm>
            <a:custGeom>
              <a:rect b="b" l="l" r="r" t="t"/>
              <a:pathLst>
                <a:path extrusionOk="0" h="855" w="999">
                  <a:moveTo>
                    <a:pt x="153" y="0"/>
                  </a:moveTo>
                  <a:cubicBezTo>
                    <a:pt x="1" y="0"/>
                    <a:pt x="31" y="183"/>
                    <a:pt x="213" y="426"/>
                  </a:cubicBezTo>
                  <a:cubicBezTo>
                    <a:pt x="365" y="608"/>
                    <a:pt x="578" y="791"/>
                    <a:pt x="852" y="851"/>
                  </a:cubicBezTo>
                  <a:cubicBezTo>
                    <a:pt x="863" y="854"/>
                    <a:pt x="873" y="855"/>
                    <a:pt x="882" y="855"/>
                  </a:cubicBezTo>
                  <a:cubicBezTo>
                    <a:pt x="998" y="855"/>
                    <a:pt x="960" y="682"/>
                    <a:pt x="791" y="456"/>
                  </a:cubicBezTo>
                  <a:cubicBezTo>
                    <a:pt x="609" y="243"/>
                    <a:pt x="396" y="91"/>
                    <a:pt x="15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68"/>
            <p:cNvSpPr/>
            <p:nvPr/>
          </p:nvSpPr>
          <p:spPr>
            <a:xfrm>
              <a:off x="4858775" y="3929700"/>
              <a:ext cx="25075" cy="20625"/>
            </a:xfrm>
            <a:custGeom>
              <a:rect b="b" l="l" r="r" t="t"/>
              <a:pathLst>
                <a:path extrusionOk="0" h="825" w="1003">
                  <a:moveTo>
                    <a:pt x="182" y="0"/>
                  </a:moveTo>
                  <a:cubicBezTo>
                    <a:pt x="0" y="0"/>
                    <a:pt x="31" y="152"/>
                    <a:pt x="213" y="395"/>
                  </a:cubicBezTo>
                  <a:cubicBezTo>
                    <a:pt x="365" y="608"/>
                    <a:pt x="608" y="760"/>
                    <a:pt x="851" y="821"/>
                  </a:cubicBezTo>
                  <a:cubicBezTo>
                    <a:pt x="862" y="823"/>
                    <a:pt x="873" y="824"/>
                    <a:pt x="882" y="824"/>
                  </a:cubicBezTo>
                  <a:cubicBezTo>
                    <a:pt x="1002" y="824"/>
                    <a:pt x="987" y="653"/>
                    <a:pt x="790" y="456"/>
                  </a:cubicBezTo>
                  <a:cubicBezTo>
                    <a:pt x="638" y="243"/>
                    <a:pt x="426" y="91"/>
                    <a:pt x="182"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68"/>
            <p:cNvSpPr/>
            <p:nvPr/>
          </p:nvSpPr>
          <p:spPr>
            <a:xfrm>
              <a:off x="4922600" y="3936525"/>
              <a:ext cx="24325" cy="19100"/>
            </a:xfrm>
            <a:custGeom>
              <a:rect b="b" l="l" r="r" t="t"/>
              <a:pathLst>
                <a:path extrusionOk="0" h="764" w="973">
                  <a:moveTo>
                    <a:pt x="152" y="1"/>
                  </a:moveTo>
                  <a:cubicBezTo>
                    <a:pt x="0" y="1"/>
                    <a:pt x="31" y="153"/>
                    <a:pt x="213" y="365"/>
                  </a:cubicBezTo>
                  <a:cubicBezTo>
                    <a:pt x="365" y="548"/>
                    <a:pt x="578" y="700"/>
                    <a:pt x="821" y="760"/>
                  </a:cubicBezTo>
                  <a:cubicBezTo>
                    <a:pt x="832" y="763"/>
                    <a:pt x="843" y="764"/>
                    <a:pt x="852" y="764"/>
                  </a:cubicBezTo>
                  <a:cubicBezTo>
                    <a:pt x="972" y="764"/>
                    <a:pt x="959" y="595"/>
                    <a:pt x="791" y="426"/>
                  </a:cubicBezTo>
                  <a:cubicBezTo>
                    <a:pt x="608" y="213"/>
                    <a:pt x="396" y="61"/>
                    <a:pt x="152"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68"/>
            <p:cNvSpPr/>
            <p:nvPr/>
          </p:nvSpPr>
          <p:spPr>
            <a:xfrm>
              <a:off x="4986550" y="3942525"/>
              <a:ext cx="24075" cy="19200"/>
            </a:xfrm>
            <a:custGeom>
              <a:rect b="b" l="l" r="r" t="t"/>
              <a:pathLst>
                <a:path extrusionOk="0" h="768" w="963">
                  <a:moveTo>
                    <a:pt x="141" y="0"/>
                  </a:moveTo>
                  <a:cubicBezTo>
                    <a:pt x="1" y="0"/>
                    <a:pt x="37" y="171"/>
                    <a:pt x="178" y="368"/>
                  </a:cubicBezTo>
                  <a:cubicBezTo>
                    <a:pt x="330" y="551"/>
                    <a:pt x="543" y="703"/>
                    <a:pt x="786" y="764"/>
                  </a:cubicBezTo>
                  <a:cubicBezTo>
                    <a:pt x="802" y="766"/>
                    <a:pt x="816" y="768"/>
                    <a:pt x="828" y="768"/>
                  </a:cubicBezTo>
                  <a:cubicBezTo>
                    <a:pt x="962" y="768"/>
                    <a:pt x="925" y="624"/>
                    <a:pt x="786" y="429"/>
                  </a:cubicBezTo>
                  <a:cubicBezTo>
                    <a:pt x="604" y="217"/>
                    <a:pt x="421" y="95"/>
                    <a:pt x="178" y="4"/>
                  </a:cubicBezTo>
                  <a:cubicBezTo>
                    <a:pt x="165" y="2"/>
                    <a:pt x="152" y="0"/>
                    <a:pt x="14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68"/>
            <p:cNvSpPr/>
            <p:nvPr/>
          </p:nvSpPr>
          <p:spPr>
            <a:xfrm>
              <a:off x="5051050" y="3950875"/>
              <a:ext cx="22750" cy="17700"/>
            </a:xfrm>
            <a:custGeom>
              <a:rect b="b" l="l" r="r" t="t"/>
              <a:pathLst>
                <a:path extrusionOk="0" h="708" w="910">
                  <a:moveTo>
                    <a:pt x="139" y="0"/>
                  </a:moveTo>
                  <a:cubicBezTo>
                    <a:pt x="1" y="0"/>
                    <a:pt x="15" y="144"/>
                    <a:pt x="182" y="338"/>
                  </a:cubicBezTo>
                  <a:cubicBezTo>
                    <a:pt x="334" y="521"/>
                    <a:pt x="546" y="642"/>
                    <a:pt x="759" y="703"/>
                  </a:cubicBezTo>
                  <a:cubicBezTo>
                    <a:pt x="772" y="706"/>
                    <a:pt x="784" y="707"/>
                    <a:pt x="795" y="707"/>
                  </a:cubicBezTo>
                  <a:cubicBezTo>
                    <a:pt x="910" y="707"/>
                    <a:pt x="898" y="563"/>
                    <a:pt x="759" y="369"/>
                  </a:cubicBezTo>
                  <a:cubicBezTo>
                    <a:pt x="607" y="186"/>
                    <a:pt x="394" y="65"/>
                    <a:pt x="182" y="4"/>
                  </a:cubicBezTo>
                  <a:cubicBezTo>
                    <a:pt x="166" y="1"/>
                    <a:pt x="152" y="0"/>
                    <a:pt x="139"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68"/>
            <p:cNvSpPr/>
            <p:nvPr/>
          </p:nvSpPr>
          <p:spPr>
            <a:xfrm>
              <a:off x="5115650" y="3957700"/>
              <a:ext cx="22775" cy="17600"/>
            </a:xfrm>
            <a:custGeom>
              <a:rect b="b" l="l" r="r" t="t"/>
              <a:pathLst>
                <a:path extrusionOk="0" h="704" w="911">
                  <a:moveTo>
                    <a:pt x="115" y="1"/>
                  </a:moveTo>
                  <a:cubicBezTo>
                    <a:pt x="0" y="1"/>
                    <a:pt x="12" y="142"/>
                    <a:pt x="151" y="309"/>
                  </a:cubicBezTo>
                  <a:cubicBezTo>
                    <a:pt x="303" y="491"/>
                    <a:pt x="516" y="643"/>
                    <a:pt x="728" y="704"/>
                  </a:cubicBezTo>
                  <a:cubicBezTo>
                    <a:pt x="911" y="704"/>
                    <a:pt x="911" y="582"/>
                    <a:pt x="728" y="369"/>
                  </a:cubicBezTo>
                  <a:cubicBezTo>
                    <a:pt x="576" y="187"/>
                    <a:pt x="394" y="65"/>
                    <a:pt x="151" y="5"/>
                  </a:cubicBezTo>
                  <a:cubicBezTo>
                    <a:pt x="138" y="2"/>
                    <a:pt x="126" y="1"/>
                    <a:pt x="11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68"/>
            <p:cNvSpPr/>
            <p:nvPr/>
          </p:nvSpPr>
          <p:spPr>
            <a:xfrm>
              <a:off x="5179450" y="3964650"/>
              <a:ext cx="22425" cy="16825"/>
            </a:xfrm>
            <a:custGeom>
              <a:rect b="b" l="l" r="r" t="t"/>
              <a:pathLst>
                <a:path extrusionOk="0" h="673" w="897">
                  <a:moveTo>
                    <a:pt x="152" y="0"/>
                  </a:moveTo>
                  <a:cubicBezTo>
                    <a:pt x="0" y="0"/>
                    <a:pt x="0" y="122"/>
                    <a:pt x="152" y="304"/>
                  </a:cubicBezTo>
                  <a:cubicBezTo>
                    <a:pt x="304" y="487"/>
                    <a:pt x="486" y="608"/>
                    <a:pt x="730" y="669"/>
                  </a:cubicBezTo>
                  <a:cubicBezTo>
                    <a:pt x="743" y="672"/>
                    <a:pt x="755" y="673"/>
                    <a:pt x="767" y="673"/>
                  </a:cubicBezTo>
                  <a:cubicBezTo>
                    <a:pt x="885" y="673"/>
                    <a:pt x="896" y="534"/>
                    <a:pt x="730" y="395"/>
                  </a:cubicBezTo>
                  <a:cubicBezTo>
                    <a:pt x="578" y="213"/>
                    <a:pt x="365" y="61"/>
                    <a:pt x="152"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68"/>
            <p:cNvSpPr/>
            <p:nvPr/>
          </p:nvSpPr>
          <p:spPr>
            <a:xfrm>
              <a:off x="5243275" y="3971475"/>
              <a:ext cx="22050" cy="16000"/>
            </a:xfrm>
            <a:custGeom>
              <a:rect b="b" l="l" r="r" t="t"/>
              <a:pathLst>
                <a:path extrusionOk="0" h="640" w="882">
                  <a:moveTo>
                    <a:pt x="183" y="1"/>
                  </a:moveTo>
                  <a:cubicBezTo>
                    <a:pt x="31" y="1"/>
                    <a:pt x="0" y="122"/>
                    <a:pt x="152" y="305"/>
                  </a:cubicBezTo>
                  <a:cubicBezTo>
                    <a:pt x="304" y="457"/>
                    <a:pt x="487" y="578"/>
                    <a:pt x="699" y="639"/>
                  </a:cubicBezTo>
                  <a:cubicBezTo>
                    <a:pt x="851" y="639"/>
                    <a:pt x="882" y="518"/>
                    <a:pt x="730" y="335"/>
                  </a:cubicBezTo>
                  <a:cubicBezTo>
                    <a:pt x="578" y="183"/>
                    <a:pt x="395" y="62"/>
                    <a:pt x="18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68"/>
            <p:cNvSpPr/>
            <p:nvPr/>
          </p:nvSpPr>
          <p:spPr>
            <a:xfrm>
              <a:off x="5306725" y="3977450"/>
              <a:ext cx="20900" cy="14675"/>
            </a:xfrm>
            <a:custGeom>
              <a:rect b="b" l="l" r="r" t="t"/>
              <a:pathLst>
                <a:path extrusionOk="0" h="587" w="836">
                  <a:moveTo>
                    <a:pt x="124" y="0"/>
                  </a:moveTo>
                  <a:cubicBezTo>
                    <a:pt x="11" y="0"/>
                    <a:pt x="1" y="115"/>
                    <a:pt x="137" y="279"/>
                  </a:cubicBezTo>
                  <a:cubicBezTo>
                    <a:pt x="259" y="430"/>
                    <a:pt x="472" y="552"/>
                    <a:pt x="684" y="582"/>
                  </a:cubicBezTo>
                  <a:cubicBezTo>
                    <a:pt x="698" y="585"/>
                    <a:pt x="710" y="586"/>
                    <a:pt x="721" y="586"/>
                  </a:cubicBezTo>
                  <a:cubicBezTo>
                    <a:pt x="835" y="586"/>
                    <a:pt x="826" y="448"/>
                    <a:pt x="715" y="309"/>
                  </a:cubicBezTo>
                  <a:cubicBezTo>
                    <a:pt x="563" y="157"/>
                    <a:pt x="380" y="35"/>
                    <a:pt x="168" y="5"/>
                  </a:cubicBezTo>
                  <a:cubicBezTo>
                    <a:pt x="152" y="2"/>
                    <a:pt x="137" y="0"/>
                    <a:pt x="12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68"/>
            <p:cNvSpPr/>
            <p:nvPr/>
          </p:nvSpPr>
          <p:spPr>
            <a:xfrm>
              <a:off x="5368650" y="3981350"/>
              <a:ext cx="21300" cy="14475"/>
            </a:xfrm>
            <a:custGeom>
              <a:rect b="b" l="l" r="r" t="t"/>
              <a:pathLst>
                <a:path extrusionOk="0" h="579" w="852">
                  <a:moveTo>
                    <a:pt x="183" y="1"/>
                  </a:moveTo>
                  <a:cubicBezTo>
                    <a:pt x="31" y="1"/>
                    <a:pt x="1" y="123"/>
                    <a:pt x="153" y="274"/>
                  </a:cubicBezTo>
                  <a:cubicBezTo>
                    <a:pt x="274" y="426"/>
                    <a:pt x="457" y="548"/>
                    <a:pt x="669" y="578"/>
                  </a:cubicBezTo>
                  <a:cubicBezTo>
                    <a:pt x="821" y="578"/>
                    <a:pt x="852" y="487"/>
                    <a:pt x="700" y="305"/>
                  </a:cubicBezTo>
                  <a:cubicBezTo>
                    <a:pt x="578" y="153"/>
                    <a:pt x="365" y="62"/>
                    <a:pt x="18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68"/>
            <p:cNvSpPr/>
            <p:nvPr/>
          </p:nvSpPr>
          <p:spPr>
            <a:xfrm>
              <a:off x="5429450" y="3984400"/>
              <a:ext cx="20525" cy="13700"/>
            </a:xfrm>
            <a:custGeom>
              <a:rect b="b" l="l" r="r" t="t"/>
              <a:pathLst>
                <a:path extrusionOk="0" h="548" w="821">
                  <a:moveTo>
                    <a:pt x="183" y="1"/>
                  </a:moveTo>
                  <a:cubicBezTo>
                    <a:pt x="31" y="1"/>
                    <a:pt x="0" y="122"/>
                    <a:pt x="152" y="274"/>
                  </a:cubicBezTo>
                  <a:cubicBezTo>
                    <a:pt x="274" y="426"/>
                    <a:pt x="456" y="517"/>
                    <a:pt x="669" y="548"/>
                  </a:cubicBezTo>
                  <a:cubicBezTo>
                    <a:pt x="821" y="548"/>
                    <a:pt x="821" y="426"/>
                    <a:pt x="699" y="274"/>
                  </a:cubicBezTo>
                  <a:cubicBezTo>
                    <a:pt x="578" y="122"/>
                    <a:pt x="395" y="31"/>
                    <a:pt x="18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68"/>
            <p:cNvSpPr/>
            <p:nvPr/>
          </p:nvSpPr>
          <p:spPr>
            <a:xfrm>
              <a:off x="5489475" y="3985150"/>
              <a:ext cx="19775" cy="13725"/>
            </a:xfrm>
            <a:custGeom>
              <a:rect b="b" l="l" r="r" t="t"/>
              <a:pathLst>
                <a:path extrusionOk="0" h="549" w="791">
                  <a:moveTo>
                    <a:pt x="153" y="1"/>
                  </a:moveTo>
                  <a:cubicBezTo>
                    <a:pt x="31" y="1"/>
                    <a:pt x="1" y="122"/>
                    <a:pt x="122" y="274"/>
                  </a:cubicBezTo>
                  <a:cubicBezTo>
                    <a:pt x="244" y="426"/>
                    <a:pt x="426" y="518"/>
                    <a:pt x="639" y="548"/>
                  </a:cubicBezTo>
                  <a:cubicBezTo>
                    <a:pt x="760" y="518"/>
                    <a:pt x="791" y="396"/>
                    <a:pt x="669" y="274"/>
                  </a:cubicBezTo>
                  <a:cubicBezTo>
                    <a:pt x="548" y="122"/>
                    <a:pt x="365" y="31"/>
                    <a:pt x="15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68"/>
            <p:cNvSpPr/>
            <p:nvPr/>
          </p:nvSpPr>
          <p:spPr>
            <a:xfrm>
              <a:off x="3152800" y="3934900"/>
              <a:ext cx="14475" cy="13800"/>
            </a:xfrm>
            <a:custGeom>
              <a:rect b="b" l="l" r="r" t="t"/>
              <a:pathLst>
                <a:path extrusionOk="0" h="552" w="579">
                  <a:moveTo>
                    <a:pt x="351" y="0"/>
                  </a:moveTo>
                  <a:cubicBezTo>
                    <a:pt x="336" y="0"/>
                    <a:pt x="321" y="2"/>
                    <a:pt x="305" y="5"/>
                  </a:cubicBezTo>
                  <a:cubicBezTo>
                    <a:pt x="153" y="5"/>
                    <a:pt x="31" y="126"/>
                    <a:pt x="1" y="278"/>
                  </a:cubicBezTo>
                  <a:cubicBezTo>
                    <a:pt x="31" y="430"/>
                    <a:pt x="153" y="552"/>
                    <a:pt x="305" y="552"/>
                  </a:cubicBezTo>
                  <a:cubicBezTo>
                    <a:pt x="457" y="522"/>
                    <a:pt x="578" y="400"/>
                    <a:pt x="578" y="248"/>
                  </a:cubicBezTo>
                  <a:cubicBezTo>
                    <a:pt x="578" y="112"/>
                    <a:pt x="481" y="0"/>
                    <a:pt x="35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68"/>
            <p:cNvSpPr/>
            <p:nvPr/>
          </p:nvSpPr>
          <p:spPr>
            <a:xfrm>
              <a:off x="3217400" y="3931975"/>
              <a:ext cx="15975" cy="13825"/>
            </a:xfrm>
            <a:custGeom>
              <a:rect b="b" l="l" r="r" t="t"/>
              <a:pathLst>
                <a:path extrusionOk="0" h="553" w="639">
                  <a:moveTo>
                    <a:pt x="304" y="0"/>
                  </a:moveTo>
                  <a:cubicBezTo>
                    <a:pt x="152" y="0"/>
                    <a:pt x="31" y="122"/>
                    <a:pt x="0" y="304"/>
                  </a:cubicBezTo>
                  <a:cubicBezTo>
                    <a:pt x="28" y="440"/>
                    <a:pt x="152" y="552"/>
                    <a:pt x="287" y="552"/>
                  </a:cubicBezTo>
                  <a:cubicBezTo>
                    <a:pt x="303" y="552"/>
                    <a:pt x="319" y="551"/>
                    <a:pt x="335" y="547"/>
                  </a:cubicBezTo>
                  <a:cubicBezTo>
                    <a:pt x="487" y="547"/>
                    <a:pt x="608" y="426"/>
                    <a:pt x="639" y="274"/>
                  </a:cubicBezTo>
                  <a:cubicBezTo>
                    <a:pt x="608" y="122"/>
                    <a:pt x="456" y="0"/>
                    <a:pt x="30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68"/>
            <p:cNvSpPr/>
            <p:nvPr/>
          </p:nvSpPr>
          <p:spPr>
            <a:xfrm>
              <a:off x="3287300" y="3928775"/>
              <a:ext cx="16000" cy="13225"/>
            </a:xfrm>
            <a:custGeom>
              <a:rect b="b" l="l" r="r" t="t"/>
              <a:pathLst>
                <a:path extrusionOk="0" h="529" w="640">
                  <a:moveTo>
                    <a:pt x="342" y="1"/>
                  </a:moveTo>
                  <a:cubicBezTo>
                    <a:pt x="320" y="1"/>
                    <a:pt x="298" y="3"/>
                    <a:pt x="274" y="7"/>
                  </a:cubicBezTo>
                  <a:cubicBezTo>
                    <a:pt x="261" y="4"/>
                    <a:pt x="248" y="3"/>
                    <a:pt x="235" y="3"/>
                  </a:cubicBezTo>
                  <a:cubicBezTo>
                    <a:pt x="102" y="3"/>
                    <a:pt x="1" y="141"/>
                    <a:pt x="1" y="280"/>
                  </a:cubicBezTo>
                  <a:cubicBezTo>
                    <a:pt x="28" y="416"/>
                    <a:pt x="153" y="528"/>
                    <a:pt x="288" y="528"/>
                  </a:cubicBezTo>
                  <a:cubicBezTo>
                    <a:pt x="303" y="528"/>
                    <a:pt x="319" y="527"/>
                    <a:pt x="335" y="523"/>
                  </a:cubicBezTo>
                  <a:cubicBezTo>
                    <a:pt x="487" y="523"/>
                    <a:pt x="639" y="402"/>
                    <a:pt x="639" y="250"/>
                  </a:cubicBezTo>
                  <a:cubicBezTo>
                    <a:pt x="613" y="91"/>
                    <a:pt x="493" y="1"/>
                    <a:pt x="342"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68"/>
            <p:cNvSpPr/>
            <p:nvPr/>
          </p:nvSpPr>
          <p:spPr>
            <a:xfrm>
              <a:off x="3359500" y="3923600"/>
              <a:ext cx="18250" cy="13700"/>
            </a:xfrm>
            <a:custGeom>
              <a:rect b="b" l="l" r="r" t="t"/>
              <a:pathLst>
                <a:path extrusionOk="0" h="548" w="730">
                  <a:moveTo>
                    <a:pt x="335" y="1"/>
                  </a:moveTo>
                  <a:cubicBezTo>
                    <a:pt x="122" y="31"/>
                    <a:pt x="0" y="153"/>
                    <a:pt x="31" y="305"/>
                  </a:cubicBezTo>
                  <a:cubicBezTo>
                    <a:pt x="61" y="457"/>
                    <a:pt x="244" y="548"/>
                    <a:pt x="396" y="548"/>
                  </a:cubicBezTo>
                  <a:cubicBezTo>
                    <a:pt x="578" y="518"/>
                    <a:pt x="730" y="396"/>
                    <a:pt x="700" y="244"/>
                  </a:cubicBezTo>
                  <a:cubicBezTo>
                    <a:pt x="639" y="92"/>
                    <a:pt x="487" y="1"/>
                    <a:pt x="33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68"/>
            <p:cNvSpPr/>
            <p:nvPr/>
          </p:nvSpPr>
          <p:spPr>
            <a:xfrm>
              <a:off x="3434725" y="3918150"/>
              <a:ext cx="19775" cy="13225"/>
            </a:xfrm>
            <a:custGeom>
              <a:rect b="b" l="l" r="r" t="t"/>
              <a:pathLst>
                <a:path extrusionOk="0" h="529" w="791">
                  <a:moveTo>
                    <a:pt x="403" y="0"/>
                  </a:moveTo>
                  <a:cubicBezTo>
                    <a:pt x="381" y="0"/>
                    <a:pt x="358" y="2"/>
                    <a:pt x="335" y="6"/>
                  </a:cubicBezTo>
                  <a:cubicBezTo>
                    <a:pt x="153" y="36"/>
                    <a:pt x="1" y="158"/>
                    <a:pt x="61" y="280"/>
                  </a:cubicBezTo>
                  <a:cubicBezTo>
                    <a:pt x="114" y="439"/>
                    <a:pt x="237" y="529"/>
                    <a:pt x="389" y="529"/>
                  </a:cubicBezTo>
                  <a:cubicBezTo>
                    <a:pt x="411" y="529"/>
                    <a:pt x="433" y="527"/>
                    <a:pt x="457" y="523"/>
                  </a:cubicBezTo>
                  <a:cubicBezTo>
                    <a:pt x="669" y="523"/>
                    <a:pt x="791" y="371"/>
                    <a:pt x="760" y="249"/>
                  </a:cubicBezTo>
                  <a:cubicBezTo>
                    <a:pt x="681" y="90"/>
                    <a:pt x="555" y="0"/>
                    <a:pt x="40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68"/>
            <p:cNvSpPr/>
            <p:nvPr/>
          </p:nvSpPr>
          <p:spPr>
            <a:xfrm>
              <a:off x="3513000" y="3912075"/>
              <a:ext cx="20550" cy="13225"/>
            </a:xfrm>
            <a:custGeom>
              <a:rect b="b" l="l" r="r" t="t"/>
              <a:pathLst>
                <a:path extrusionOk="0" h="529" w="822">
                  <a:moveTo>
                    <a:pt x="394" y="0"/>
                  </a:moveTo>
                  <a:cubicBezTo>
                    <a:pt x="374" y="0"/>
                    <a:pt x="354" y="2"/>
                    <a:pt x="335" y="6"/>
                  </a:cubicBezTo>
                  <a:cubicBezTo>
                    <a:pt x="122" y="36"/>
                    <a:pt x="0" y="158"/>
                    <a:pt x="61" y="279"/>
                  </a:cubicBezTo>
                  <a:cubicBezTo>
                    <a:pt x="141" y="439"/>
                    <a:pt x="290" y="528"/>
                    <a:pt x="448" y="528"/>
                  </a:cubicBezTo>
                  <a:cubicBezTo>
                    <a:pt x="471" y="528"/>
                    <a:pt x="494" y="527"/>
                    <a:pt x="517" y="523"/>
                  </a:cubicBezTo>
                  <a:cubicBezTo>
                    <a:pt x="699" y="492"/>
                    <a:pt x="821" y="371"/>
                    <a:pt x="760" y="249"/>
                  </a:cubicBezTo>
                  <a:cubicBezTo>
                    <a:pt x="681" y="90"/>
                    <a:pt x="532" y="0"/>
                    <a:pt x="39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68"/>
            <p:cNvSpPr/>
            <p:nvPr/>
          </p:nvSpPr>
          <p:spPr>
            <a:xfrm>
              <a:off x="3592025" y="3905975"/>
              <a:ext cx="22050" cy="12475"/>
            </a:xfrm>
            <a:custGeom>
              <a:rect b="b" l="l" r="r" t="t"/>
              <a:pathLst>
                <a:path extrusionOk="0" h="499" w="882">
                  <a:moveTo>
                    <a:pt x="385" y="1"/>
                  </a:moveTo>
                  <a:cubicBezTo>
                    <a:pt x="359" y="1"/>
                    <a:pt x="332" y="3"/>
                    <a:pt x="304" y="7"/>
                  </a:cubicBezTo>
                  <a:cubicBezTo>
                    <a:pt x="122" y="7"/>
                    <a:pt x="0" y="128"/>
                    <a:pt x="61" y="280"/>
                  </a:cubicBezTo>
                  <a:cubicBezTo>
                    <a:pt x="167" y="413"/>
                    <a:pt x="319" y="499"/>
                    <a:pt x="477" y="499"/>
                  </a:cubicBezTo>
                  <a:cubicBezTo>
                    <a:pt x="500" y="499"/>
                    <a:pt x="524" y="497"/>
                    <a:pt x="548" y="493"/>
                  </a:cubicBezTo>
                  <a:cubicBezTo>
                    <a:pt x="760" y="463"/>
                    <a:pt x="882" y="341"/>
                    <a:pt x="791" y="220"/>
                  </a:cubicBezTo>
                  <a:cubicBezTo>
                    <a:pt x="711" y="87"/>
                    <a:pt x="563" y="1"/>
                    <a:pt x="38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68"/>
            <p:cNvSpPr/>
            <p:nvPr/>
          </p:nvSpPr>
          <p:spPr>
            <a:xfrm>
              <a:off x="3672575" y="3899150"/>
              <a:ext cx="22050" cy="12325"/>
            </a:xfrm>
            <a:custGeom>
              <a:rect b="b" l="l" r="r" t="t"/>
              <a:pathLst>
                <a:path extrusionOk="0" h="493" w="882">
                  <a:moveTo>
                    <a:pt x="355" y="0"/>
                  </a:moveTo>
                  <a:cubicBezTo>
                    <a:pt x="328" y="0"/>
                    <a:pt x="301" y="2"/>
                    <a:pt x="274" y="6"/>
                  </a:cubicBezTo>
                  <a:cubicBezTo>
                    <a:pt x="61" y="37"/>
                    <a:pt x="0" y="158"/>
                    <a:pt x="61" y="280"/>
                  </a:cubicBezTo>
                  <a:cubicBezTo>
                    <a:pt x="183" y="432"/>
                    <a:pt x="396" y="493"/>
                    <a:pt x="578" y="493"/>
                  </a:cubicBezTo>
                  <a:cubicBezTo>
                    <a:pt x="791" y="462"/>
                    <a:pt x="882" y="341"/>
                    <a:pt x="791" y="219"/>
                  </a:cubicBezTo>
                  <a:cubicBezTo>
                    <a:pt x="685" y="87"/>
                    <a:pt x="533" y="0"/>
                    <a:pt x="35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68"/>
            <p:cNvSpPr/>
            <p:nvPr/>
          </p:nvSpPr>
          <p:spPr>
            <a:xfrm>
              <a:off x="3752350" y="3893075"/>
              <a:ext cx="22825" cy="11550"/>
            </a:xfrm>
            <a:custGeom>
              <a:rect b="b" l="l" r="r" t="t"/>
              <a:pathLst>
                <a:path extrusionOk="0" h="462" w="913">
                  <a:moveTo>
                    <a:pt x="347" y="0"/>
                  </a:moveTo>
                  <a:cubicBezTo>
                    <a:pt x="322" y="0"/>
                    <a:pt x="298" y="2"/>
                    <a:pt x="275" y="6"/>
                  </a:cubicBezTo>
                  <a:cubicBezTo>
                    <a:pt x="92" y="6"/>
                    <a:pt x="1" y="128"/>
                    <a:pt x="92" y="249"/>
                  </a:cubicBezTo>
                  <a:cubicBezTo>
                    <a:pt x="214" y="401"/>
                    <a:pt x="427" y="462"/>
                    <a:pt x="639" y="462"/>
                  </a:cubicBezTo>
                  <a:cubicBezTo>
                    <a:pt x="822" y="432"/>
                    <a:pt x="913" y="310"/>
                    <a:pt x="822" y="219"/>
                  </a:cubicBezTo>
                  <a:cubicBezTo>
                    <a:pt x="689" y="86"/>
                    <a:pt x="511" y="0"/>
                    <a:pt x="347"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68"/>
            <p:cNvSpPr/>
            <p:nvPr/>
          </p:nvSpPr>
          <p:spPr>
            <a:xfrm>
              <a:off x="3831400" y="3886975"/>
              <a:ext cx="23575" cy="11575"/>
            </a:xfrm>
            <a:custGeom>
              <a:rect b="b" l="l" r="r" t="t"/>
              <a:pathLst>
                <a:path extrusionOk="0" h="463" w="943">
                  <a:moveTo>
                    <a:pt x="327" y="1"/>
                  </a:moveTo>
                  <a:cubicBezTo>
                    <a:pt x="299" y="1"/>
                    <a:pt x="271" y="3"/>
                    <a:pt x="243" y="7"/>
                  </a:cubicBezTo>
                  <a:cubicBezTo>
                    <a:pt x="61" y="7"/>
                    <a:pt x="0" y="128"/>
                    <a:pt x="91" y="250"/>
                  </a:cubicBezTo>
                  <a:cubicBezTo>
                    <a:pt x="243" y="402"/>
                    <a:pt x="456" y="463"/>
                    <a:pt x="669" y="463"/>
                  </a:cubicBezTo>
                  <a:cubicBezTo>
                    <a:pt x="851" y="432"/>
                    <a:pt x="942" y="311"/>
                    <a:pt x="821" y="189"/>
                  </a:cubicBezTo>
                  <a:cubicBezTo>
                    <a:pt x="689" y="84"/>
                    <a:pt x="511" y="1"/>
                    <a:pt x="327"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68"/>
            <p:cNvSpPr/>
            <p:nvPr/>
          </p:nvSpPr>
          <p:spPr>
            <a:xfrm>
              <a:off x="3908150" y="3881050"/>
              <a:ext cx="24325" cy="10675"/>
            </a:xfrm>
            <a:custGeom>
              <a:rect b="b" l="l" r="r" t="t"/>
              <a:pathLst>
                <a:path extrusionOk="0" h="427" w="973">
                  <a:moveTo>
                    <a:pt x="243" y="1"/>
                  </a:moveTo>
                  <a:cubicBezTo>
                    <a:pt x="61" y="1"/>
                    <a:pt x="0" y="122"/>
                    <a:pt x="152" y="244"/>
                  </a:cubicBezTo>
                  <a:cubicBezTo>
                    <a:pt x="304" y="365"/>
                    <a:pt x="517" y="426"/>
                    <a:pt x="730" y="426"/>
                  </a:cubicBezTo>
                  <a:cubicBezTo>
                    <a:pt x="912" y="426"/>
                    <a:pt x="973" y="305"/>
                    <a:pt x="821" y="183"/>
                  </a:cubicBezTo>
                  <a:cubicBezTo>
                    <a:pt x="669" y="61"/>
                    <a:pt x="456" y="1"/>
                    <a:pt x="24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68"/>
            <p:cNvSpPr/>
            <p:nvPr/>
          </p:nvSpPr>
          <p:spPr>
            <a:xfrm>
              <a:off x="3983375" y="3875725"/>
              <a:ext cx="23575" cy="10675"/>
            </a:xfrm>
            <a:custGeom>
              <a:rect b="b" l="l" r="r" t="t"/>
              <a:pathLst>
                <a:path extrusionOk="0" h="427" w="943">
                  <a:moveTo>
                    <a:pt x="213" y="1"/>
                  </a:moveTo>
                  <a:cubicBezTo>
                    <a:pt x="31" y="31"/>
                    <a:pt x="0" y="123"/>
                    <a:pt x="152" y="244"/>
                  </a:cubicBezTo>
                  <a:cubicBezTo>
                    <a:pt x="304" y="366"/>
                    <a:pt x="517" y="426"/>
                    <a:pt x="730" y="426"/>
                  </a:cubicBezTo>
                  <a:cubicBezTo>
                    <a:pt x="912" y="426"/>
                    <a:pt x="943" y="305"/>
                    <a:pt x="821" y="183"/>
                  </a:cubicBezTo>
                  <a:cubicBezTo>
                    <a:pt x="639" y="62"/>
                    <a:pt x="426" y="1"/>
                    <a:pt x="21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68"/>
            <p:cNvSpPr/>
            <p:nvPr/>
          </p:nvSpPr>
          <p:spPr>
            <a:xfrm>
              <a:off x="4055550" y="3871925"/>
              <a:ext cx="22825" cy="9925"/>
            </a:xfrm>
            <a:custGeom>
              <a:rect b="b" l="l" r="r" t="t"/>
              <a:pathLst>
                <a:path extrusionOk="0" h="397" w="913">
                  <a:moveTo>
                    <a:pt x="183" y="1"/>
                  </a:moveTo>
                  <a:cubicBezTo>
                    <a:pt x="1" y="1"/>
                    <a:pt x="1" y="92"/>
                    <a:pt x="153" y="214"/>
                  </a:cubicBezTo>
                  <a:cubicBezTo>
                    <a:pt x="305" y="335"/>
                    <a:pt x="518" y="396"/>
                    <a:pt x="730" y="396"/>
                  </a:cubicBezTo>
                  <a:cubicBezTo>
                    <a:pt x="913" y="396"/>
                    <a:pt x="913" y="305"/>
                    <a:pt x="761" y="183"/>
                  </a:cubicBezTo>
                  <a:cubicBezTo>
                    <a:pt x="609" y="62"/>
                    <a:pt x="396" y="1"/>
                    <a:pt x="18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68"/>
            <p:cNvSpPr/>
            <p:nvPr/>
          </p:nvSpPr>
          <p:spPr>
            <a:xfrm>
              <a:off x="4123200" y="3868900"/>
              <a:ext cx="22800" cy="10650"/>
            </a:xfrm>
            <a:custGeom>
              <a:rect b="b" l="l" r="r" t="t"/>
              <a:pathLst>
                <a:path extrusionOk="0" h="426" w="912">
                  <a:moveTo>
                    <a:pt x="182" y="0"/>
                  </a:moveTo>
                  <a:cubicBezTo>
                    <a:pt x="0" y="0"/>
                    <a:pt x="0" y="92"/>
                    <a:pt x="152" y="213"/>
                  </a:cubicBezTo>
                  <a:cubicBezTo>
                    <a:pt x="334" y="335"/>
                    <a:pt x="517" y="396"/>
                    <a:pt x="730" y="426"/>
                  </a:cubicBezTo>
                  <a:cubicBezTo>
                    <a:pt x="912" y="396"/>
                    <a:pt x="912" y="304"/>
                    <a:pt x="760" y="183"/>
                  </a:cubicBezTo>
                  <a:cubicBezTo>
                    <a:pt x="578" y="61"/>
                    <a:pt x="365" y="0"/>
                    <a:pt x="182"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68"/>
            <p:cNvSpPr/>
            <p:nvPr/>
          </p:nvSpPr>
          <p:spPr>
            <a:xfrm>
              <a:off x="4183975" y="3867375"/>
              <a:ext cx="21300" cy="10675"/>
            </a:xfrm>
            <a:custGeom>
              <a:rect b="b" l="l" r="r" t="t"/>
              <a:pathLst>
                <a:path extrusionOk="0" h="427" w="852">
                  <a:moveTo>
                    <a:pt x="122" y="1"/>
                  </a:moveTo>
                  <a:cubicBezTo>
                    <a:pt x="1" y="1"/>
                    <a:pt x="31" y="92"/>
                    <a:pt x="183" y="213"/>
                  </a:cubicBezTo>
                  <a:cubicBezTo>
                    <a:pt x="335" y="335"/>
                    <a:pt x="517" y="396"/>
                    <a:pt x="700" y="426"/>
                  </a:cubicBezTo>
                  <a:cubicBezTo>
                    <a:pt x="852" y="426"/>
                    <a:pt x="821" y="335"/>
                    <a:pt x="669" y="213"/>
                  </a:cubicBezTo>
                  <a:cubicBezTo>
                    <a:pt x="487" y="92"/>
                    <a:pt x="335" y="31"/>
                    <a:pt x="122"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68"/>
            <p:cNvSpPr/>
            <p:nvPr/>
          </p:nvSpPr>
          <p:spPr>
            <a:xfrm>
              <a:off x="4231100" y="3868125"/>
              <a:ext cx="19775" cy="11425"/>
            </a:xfrm>
            <a:custGeom>
              <a:rect b="b" l="l" r="r" t="t"/>
              <a:pathLst>
                <a:path extrusionOk="0" h="457" w="791">
                  <a:moveTo>
                    <a:pt x="122" y="1"/>
                  </a:moveTo>
                  <a:cubicBezTo>
                    <a:pt x="0" y="1"/>
                    <a:pt x="61" y="92"/>
                    <a:pt x="213" y="214"/>
                  </a:cubicBezTo>
                  <a:cubicBezTo>
                    <a:pt x="335" y="335"/>
                    <a:pt x="517" y="396"/>
                    <a:pt x="699" y="457"/>
                  </a:cubicBezTo>
                  <a:cubicBezTo>
                    <a:pt x="791" y="457"/>
                    <a:pt x="760" y="335"/>
                    <a:pt x="578" y="214"/>
                  </a:cubicBezTo>
                  <a:cubicBezTo>
                    <a:pt x="456" y="92"/>
                    <a:pt x="274" y="31"/>
                    <a:pt x="122"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68"/>
            <p:cNvSpPr/>
            <p:nvPr/>
          </p:nvSpPr>
          <p:spPr>
            <a:xfrm>
              <a:off x="4268325" y="3866625"/>
              <a:ext cx="19775" cy="11425"/>
            </a:xfrm>
            <a:custGeom>
              <a:rect b="b" l="l" r="r" t="t"/>
              <a:pathLst>
                <a:path extrusionOk="0" h="457" w="791">
                  <a:moveTo>
                    <a:pt x="92" y="0"/>
                  </a:moveTo>
                  <a:cubicBezTo>
                    <a:pt x="1" y="0"/>
                    <a:pt x="61" y="122"/>
                    <a:pt x="244" y="243"/>
                  </a:cubicBezTo>
                  <a:cubicBezTo>
                    <a:pt x="365" y="335"/>
                    <a:pt x="517" y="426"/>
                    <a:pt x="700" y="456"/>
                  </a:cubicBezTo>
                  <a:cubicBezTo>
                    <a:pt x="791" y="456"/>
                    <a:pt x="730" y="365"/>
                    <a:pt x="548" y="213"/>
                  </a:cubicBezTo>
                  <a:cubicBezTo>
                    <a:pt x="396" y="122"/>
                    <a:pt x="244" y="31"/>
                    <a:pt x="92"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68"/>
            <p:cNvSpPr/>
            <p:nvPr/>
          </p:nvSpPr>
          <p:spPr>
            <a:xfrm>
              <a:off x="4298725" y="3864350"/>
              <a:ext cx="19025" cy="12175"/>
            </a:xfrm>
            <a:custGeom>
              <a:rect b="b" l="l" r="r" t="t"/>
              <a:pathLst>
                <a:path extrusionOk="0" h="487" w="761">
                  <a:moveTo>
                    <a:pt x="61" y="0"/>
                  </a:moveTo>
                  <a:cubicBezTo>
                    <a:pt x="0" y="0"/>
                    <a:pt x="92" y="122"/>
                    <a:pt x="244" y="243"/>
                  </a:cubicBezTo>
                  <a:cubicBezTo>
                    <a:pt x="365" y="365"/>
                    <a:pt x="517" y="456"/>
                    <a:pt x="700" y="486"/>
                  </a:cubicBezTo>
                  <a:cubicBezTo>
                    <a:pt x="760" y="486"/>
                    <a:pt x="669" y="365"/>
                    <a:pt x="487" y="243"/>
                  </a:cubicBezTo>
                  <a:cubicBezTo>
                    <a:pt x="365" y="122"/>
                    <a:pt x="244" y="30"/>
                    <a:pt x="6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68"/>
            <p:cNvSpPr/>
            <p:nvPr/>
          </p:nvSpPr>
          <p:spPr>
            <a:xfrm>
              <a:off x="4323050" y="3861300"/>
              <a:ext cx="18250" cy="13700"/>
            </a:xfrm>
            <a:custGeom>
              <a:rect b="b" l="l" r="r" t="t"/>
              <a:pathLst>
                <a:path extrusionOk="0" h="548" w="730">
                  <a:moveTo>
                    <a:pt x="61" y="0"/>
                  </a:moveTo>
                  <a:cubicBezTo>
                    <a:pt x="0" y="0"/>
                    <a:pt x="91" y="122"/>
                    <a:pt x="274" y="274"/>
                  </a:cubicBezTo>
                  <a:cubicBezTo>
                    <a:pt x="395" y="396"/>
                    <a:pt x="517" y="487"/>
                    <a:pt x="669" y="548"/>
                  </a:cubicBezTo>
                  <a:cubicBezTo>
                    <a:pt x="730" y="517"/>
                    <a:pt x="638" y="396"/>
                    <a:pt x="456" y="244"/>
                  </a:cubicBezTo>
                  <a:cubicBezTo>
                    <a:pt x="335" y="122"/>
                    <a:pt x="213" y="31"/>
                    <a:pt x="6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68"/>
            <p:cNvSpPr/>
            <p:nvPr/>
          </p:nvSpPr>
          <p:spPr>
            <a:xfrm>
              <a:off x="4342800" y="3857500"/>
              <a:ext cx="19025" cy="14450"/>
            </a:xfrm>
            <a:custGeom>
              <a:rect b="b" l="l" r="r" t="t"/>
              <a:pathLst>
                <a:path extrusionOk="0" h="578" w="761">
                  <a:moveTo>
                    <a:pt x="31" y="0"/>
                  </a:moveTo>
                  <a:cubicBezTo>
                    <a:pt x="0" y="0"/>
                    <a:pt x="92" y="152"/>
                    <a:pt x="274" y="304"/>
                  </a:cubicBezTo>
                  <a:cubicBezTo>
                    <a:pt x="396" y="426"/>
                    <a:pt x="548" y="517"/>
                    <a:pt x="700" y="578"/>
                  </a:cubicBezTo>
                  <a:cubicBezTo>
                    <a:pt x="760" y="578"/>
                    <a:pt x="639" y="426"/>
                    <a:pt x="456" y="274"/>
                  </a:cubicBezTo>
                  <a:cubicBezTo>
                    <a:pt x="335" y="152"/>
                    <a:pt x="213" y="61"/>
                    <a:pt x="3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68"/>
            <p:cNvSpPr/>
            <p:nvPr/>
          </p:nvSpPr>
          <p:spPr>
            <a:xfrm>
              <a:off x="4360275" y="3852950"/>
              <a:ext cx="18275" cy="15975"/>
            </a:xfrm>
            <a:custGeom>
              <a:rect b="b" l="l" r="r" t="t"/>
              <a:pathLst>
                <a:path extrusionOk="0" h="639" w="731">
                  <a:moveTo>
                    <a:pt x="31" y="0"/>
                  </a:moveTo>
                  <a:lnTo>
                    <a:pt x="31" y="0"/>
                  </a:lnTo>
                  <a:cubicBezTo>
                    <a:pt x="1" y="30"/>
                    <a:pt x="92" y="182"/>
                    <a:pt x="274" y="334"/>
                  </a:cubicBezTo>
                  <a:cubicBezTo>
                    <a:pt x="396" y="456"/>
                    <a:pt x="548" y="578"/>
                    <a:pt x="700" y="638"/>
                  </a:cubicBezTo>
                  <a:cubicBezTo>
                    <a:pt x="730" y="638"/>
                    <a:pt x="608" y="486"/>
                    <a:pt x="426" y="304"/>
                  </a:cubicBezTo>
                  <a:cubicBezTo>
                    <a:pt x="335" y="182"/>
                    <a:pt x="183" y="61"/>
                    <a:pt x="3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68"/>
            <p:cNvSpPr/>
            <p:nvPr/>
          </p:nvSpPr>
          <p:spPr>
            <a:xfrm>
              <a:off x="4376225" y="3849050"/>
              <a:ext cx="19025" cy="16825"/>
            </a:xfrm>
            <a:custGeom>
              <a:rect b="b" l="l" r="r" t="t"/>
              <a:pathLst>
                <a:path extrusionOk="0" h="673" w="761">
                  <a:moveTo>
                    <a:pt x="50" y="0"/>
                  </a:moveTo>
                  <a:cubicBezTo>
                    <a:pt x="43" y="0"/>
                    <a:pt x="37" y="1"/>
                    <a:pt x="31" y="4"/>
                  </a:cubicBezTo>
                  <a:cubicBezTo>
                    <a:pt x="1" y="4"/>
                    <a:pt x="122" y="156"/>
                    <a:pt x="305" y="338"/>
                  </a:cubicBezTo>
                  <a:cubicBezTo>
                    <a:pt x="426" y="490"/>
                    <a:pt x="548" y="612"/>
                    <a:pt x="730" y="673"/>
                  </a:cubicBezTo>
                  <a:cubicBezTo>
                    <a:pt x="761" y="673"/>
                    <a:pt x="639" y="521"/>
                    <a:pt x="457" y="308"/>
                  </a:cubicBezTo>
                  <a:cubicBezTo>
                    <a:pt x="290" y="141"/>
                    <a:pt x="124" y="0"/>
                    <a:pt x="50"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68"/>
            <p:cNvSpPr/>
            <p:nvPr/>
          </p:nvSpPr>
          <p:spPr>
            <a:xfrm>
              <a:off x="4392950" y="3844575"/>
              <a:ext cx="19775" cy="18275"/>
            </a:xfrm>
            <a:custGeom>
              <a:rect b="b" l="l" r="r" t="t"/>
              <a:pathLst>
                <a:path extrusionOk="0" h="731" w="791">
                  <a:moveTo>
                    <a:pt x="61" y="1"/>
                  </a:moveTo>
                  <a:cubicBezTo>
                    <a:pt x="1" y="1"/>
                    <a:pt x="122" y="183"/>
                    <a:pt x="305" y="396"/>
                  </a:cubicBezTo>
                  <a:cubicBezTo>
                    <a:pt x="426" y="517"/>
                    <a:pt x="578" y="639"/>
                    <a:pt x="760" y="730"/>
                  </a:cubicBezTo>
                  <a:cubicBezTo>
                    <a:pt x="791" y="730"/>
                    <a:pt x="669" y="578"/>
                    <a:pt x="487" y="365"/>
                  </a:cubicBezTo>
                  <a:cubicBezTo>
                    <a:pt x="305" y="153"/>
                    <a:pt x="92" y="1"/>
                    <a:pt x="61"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68"/>
            <p:cNvSpPr/>
            <p:nvPr/>
          </p:nvSpPr>
          <p:spPr>
            <a:xfrm>
              <a:off x="4412700" y="3840700"/>
              <a:ext cx="20550" cy="19875"/>
            </a:xfrm>
            <a:custGeom>
              <a:rect b="b" l="l" r="r" t="t"/>
              <a:pathLst>
                <a:path extrusionOk="0" h="795" w="822">
                  <a:moveTo>
                    <a:pt x="71" y="0"/>
                  </a:moveTo>
                  <a:cubicBezTo>
                    <a:pt x="67" y="0"/>
                    <a:pt x="64" y="2"/>
                    <a:pt x="62" y="4"/>
                  </a:cubicBezTo>
                  <a:cubicBezTo>
                    <a:pt x="1" y="34"/>
                    <a:pt x="122" y="186"/>
                    <a:pt x="305" y="399"/>
                  </a:cubicBezTo>
                  <a:cubicBezTo>
                    <a:pt x="487" y="612"/>
                    <a:pt x="700" y="794"/>
                    <a:pt x="761" y="794"/>
                  </a:cubicBezTo>
                  <a:cubicBezTo>
                    <a:pt x="822" y="794"/>
                    <a:pt x="700" y="581"/>
                    <a:pt x="487" y="368"/>
                  </a:cubicBezTo>
                  <a:cubicBezTo>
                    <a:pt x="318" y="171"/>
                    <a:pt x="123" y="0"/>
                    <a:pt x="7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68"/>
            <p:cNvSpPr/>
            <p:nvPr/>
          </p:nvSpPr>
          <p:spPr>
            <a:xfrm>
              <a:off x="4436275" y="3837750"/>
              <a:ext cx="21300" cy="20525"/>
            </a:xfrm>
            <a:custGeom>
              <a:rect b="b" l="l" r="r" t="t"/>
              <a:pathLst>
                <a:path extrusionOk="0" h="821" w="852">
                  <a:moveTo>
                    <a:pt x="61" y="0"/>
                  </a:moveTo>
                  <a:cubicBezTo>
                    <a:pt x="0" y="0"/>
                    <a:pt x="91" y="183"/>
                    <a:pt x="304" y="426"/>
                  </a:cubicBezTo>
                  <a:cubicBezTo>
                    <a:pt x="486" y="638"/>
                    <a:pt x="699" y="821"/>
                    <a:pt x="790" y="821"/>
                  </a:cubicBezTo>
                  <a:cubicBezTo>
                    <a:pt x="851" y="821"/>
                    <a:pt x="730" y="638"/>
                    <a:pt x="547" y="395"/>
                  </a:cubicBezTo>
                  <a:cubicBezTo>
                    <a:pt x="334" y="183"/>
                    <a:pt x="122" y="0"/>
                    <a:pt x="6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68"/>
            <p:cNvSpPr/>
            <p:nvPr/>
          </p:nvSpPr>
          <p:spPr>
            <a:xfrm>
              <a:off x="4465150" y="3835450"/>
              <a:ext cx="22825" cy="21325"/>
            </a:xfrm>
            <a:custGeom>
              <a:rect b="b" l="l" r="r" t="t"/>
              <a:pathLst>
                <a:path extrusionOk="0" h="853" w="913">
                  <a:moveTo>
                    <a:pt x="91" y="1"/>
                  </a:moveTo>
                  <a:cubicBezTo>
                    <a:pt x="0" y="1"/>
                    <a:pt x="91" y="183"/>
                    <a:pt x="304" y="427"/>
                  </a:cubicBezTo>
                  <a:cubicBezTo>
                    <a:pt x="426" y="609"/>
                    <a:pt x="608" y="761"/>
                    <a:pt x="821" y="852"/>
                  </a:cubicBezTo>
                  <a:cubicBezTo>
                    <a:pt x="912" y="852"/>
                    <a:pt x="821" y="670"/>
                    <a:pt x="608" y="427"/>
                  </a:cubicBezTo>
                  <a:cubicBezTo>
                    <a:pt x="395" y="183"/>
                    <a:pt x="183" y="1"/>
                    <a:pt x="91"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68"/>
            <p:cNvSpPr/>
            <p:nvPr/>
          </p:nvSpPr>
          <p:spPr>
            <a:xfrm>
              <a:off x="4501625" y="3833950"/>
              <a:ext cx="24325" cy="22825"/>
            </a:xfrm>
            <a:custGeom>
              <a:rect b="b" l="l" r="r" t="t"/>
              <a:pathLst>
                <a:path extrusionOk="0" h="913" w="973">
                  <a:moveTo>
                    <a:pt x="91" y="0"/>
                  </a:moveTo>
                  <a:cubicBezTo>
                    <a:pt x="0" y="0"/>
                    <a:pt x="91" y="213"/>
                    <a:pt x="274" y="456"/>
                  </a:cubicBezTo>
                  <a:cubicBezTo>
                    <a:pt x="426" y="669"/>
                    <a:pt x="638" y="821"/>
                    <a:pt x="851" y="912"/>
                  </a:cubicBezTo>
                  <a:cubicBezTo>
                    <a:pt x="973" y="912"/>
                    <a:pt x="882" y="699"/>
                    <a:pt x="669" y="456"/>
                  </a:cubicBezTo>
                  <a:cubicBezTo>
                    <a:pt x="456" y="213"/>
                    <a:pt x="213" y="0"/>
                    <a:pt x="9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68"/>
            <p:cNvSpPr/>
            <p:nvPr/>
          </p:nvSpPr>
          <p:spPr>
            <a:xfrm>
              <a:off x="4548175" y="3834625"/>
              <a:ext cx="24900" cy="22900"/>
            </a:xfrm>
            <a:custGeom>
              <a:rect b="b" l="l" r="r" t="t"/>
              <a:pathLst>
                <a:path extrusionOk="0" h="916" w="996">
                  <a:moveTo>
                    <a:pt x="93" y="1"/>
                  </a:moveTo>
                  <a:cubicBezTo>
                    <a:pt x="1" y="1"/>
                    <a:pt x="67" y="202"/>
                    <a:pt x="266" y="429"/>
                  </a:cubicBezTo>
                  <a:cubicBezTo>
                    <a:pt x="418" y="642"/>
                    <a:pt x="631" y="824"/>
                    <a:pt x="904" y="915"/>
                  </a:cubicBezTo>
                  <a:cubicBezTo>
                    <a:pt x="995" y="915"/>
                    <a:pt x="935" y="703"/>
                    <a:pt x="752" y="460"/>
                  </a:cubicBezTo>
                  <a:cubicBezTo>
                    <a:pt x="600" y="247"/>
                    <a:pt x="357" y="64"/>
                    <a:pt x="114" y="4"/>
                  </a:cubicBezTo>
                  <a:cubicBezTo>
                    <a:pt x="106" y="2"/>
                    <a:pt x="99" y="1"/>
                    <a:pt x="9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68"/>
            <p:cNvSpPr/>
            <p:nvPr/>
          </p:nvSpPr>
          <p:spPr>
            <a:xfrm>
              <a:off x="4604200" y="3835450"/>
              <a:ext cx="27375" cy="22825"/>
            </a:xfrm>
            <a:custGeom>
              <a:rect b="b" l="l" r="r" t="t"/>
              <a:pathLst>
                <a:path extrusionOk="0" h="913" w="1095">
                  <a:moveTo>
                    <a:pt x="153" y="1"/>
                  </a:moveTo>
                  <a:cubicBezTo>
                    <a:pt x="1" y="1"/>
                    <a:pt x="61" y="183"/>
                    <a:pt x="274" y="457"/>
                  </a:cubicBezTo>
                  <a:cubicBezTo>
                    <a:pt x="426" y="670"/>
                    <a:pt x="669" y="822"/>
                    <a:pt x="943" y="913"/>
                  </a:cubicBezTo>
                  <a:cubicBezTo>
                    <a:pt x="1095" y="913"/>
                    <a:pt x="1034" y="730"/>
                    <a:pt x="821" y="457"/>
                  </a:cubicBezTo>
                  <a:cubicBezTo>
                    <a:pt x="669" y="244"/>
                    <a:pt x="426" y="92"/>
                    <a:pt x="15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68"/>
            <p:cNvSpPr/>
            <p:nvPr/>
          </p:nvSpPr>
          <p:spPr>
            <a:xfrm>
              <a:off x="4665750" y="3838500"/>
              <a:ext cx="26625" cy="22825"/>
            </a:xfrm>
            <a:custGeom>
              <a:rect b="b" l="l" r="r" t="t"/>
              <a:pathLst>
                <a:path extrusionOk="0" h="913" w="1065">
                  <a:moveTo>
                    <a:pt x="153" y="1"/>
                  </a:moveTo>
                  <a:cubicBezTo>
                    <a:pt x="1" y="1"/>
                    <a:pt x="61" y="183"/>
                    <a:pt x="244" y="456"/>
                  </a:cubicBezTo>
                  <a:cubicBezTo>
                    <a:pt x="426" y="669"/>
                    <a:pt x="639" y="821"/>
                    <a:pt x="912" y="912"/>
                  </a:cubicBezTo>
                  <a:cubicBezTo>
                    <a:pt x="1064" y="912"/>
                    <a:pt x="1034" y="730"/>
                    <a:pt x="821" y="487"/>
                  </a:cubicBezTo>
                  <a:cubicBezTo>
                    <a:pt x="669" y="274"/>
                    <a:pt x="426" y="92"/>
                    <a:pt x="15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68"/>
            <p:cNvSpPr/>
            <p:nvPr/>
          </p:nvSpPr>
          <p:spPr>
            <a:xfrm>
              <a:off x="4728950" y="3844500"/>
              <a:ext cx="26500" cy="22150"/>
            </a:xfrm>
            <a:custGeom>
              <a:rect b="b" l="l" r="r" t="t"/>
              <a:pathLst>
                <a:path extrusionOk="0" h="886" w="1060">
                  <a:moveTo>
                    <a:pt x="117" y="0"/>
                  </a:moveTo>
                  <a:cubicBezTo>
                    <a:pt x="1" y="0"/>
                    <a:pt x="41" y="174"/>
                    <a:pt x="239" y="399"/>
                  </a:cubicBezTo>
                  <a:cubicBezTo>
                    <a:pt x="391" y="612"/>
                    <a:pt x="634" y="794"/>
                    <a:pt x="907" y="885"/>
                  </a:cubicBezTo>
                  <a:cubicBezTo>
                    <a:pt x="1059" y="885"/>
                    <a:pt x="1029" y="703"/>
                    <a:pt x="816" y="460"/>
                  </a:cubicBezTo>
                  <a:cubicBezTo>
                    <a:pt x="664" y="247"/>
                    <a:pt x="421" y="95"/>
                    <a:pt x="147" y="4"/>
                  </a:cubicBezTo>
                  <a:cubicBezTo>
                    <a:pt x="136" y="1"/>
                    <a:pt x="126" y="0"/>
                    <a:pt x="117"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68"/>
            <p:cNvSpPr/>
            <p:nvPr/>
          </p:nvSpPr>
          <p:spPr>
            <a:xfrm>
              <a:off x="4793550" y="3852100"/>
              <a:ext cx="25725" cy="21375"/>
            </a:xfrm>
            <a:custGeom>
              <a:rect b="b" l="l" r="r" t="t"/>
              <a:pathLst>
                <a:path extrusionOk="0" h="855" w="1029">
                  <a:moveTo>
                    <a:pt x="117" y="0"/>
                  </a:moveTo>
                  <a:cubicBezTo>
                    <a:pt x="1" y="0"/>
                    <a:pt x="41" y="173"/>
                    <a:pt x="238" y="399"/>
                  </a:cubicBezTo>
                  <a:cubicBezTo>
                    <a:pt x="390" y="612"/>
                    <a:pt x="633" y="764"/>
                    <a:pt x="877" y="855"/>
                  </a:cubicBezTo>
                  <a:cubicBezTo>
                    <a:pt x="1029" y="855"/>
                    <a:pt x="1029" y="703"/>
                    <a:pt x="816" y="460"/>
                  </a:cubicBezTo>
                  <a:cubicBezTo>
                    <a:pt x="633" y="247"/>
                    <a:pt x="421" y="95"/>
                    <a:pt x="147" y="4"/>
                  </a:cubicBezTo>
                  <a:cubicBezTo>
                    <a:pt x="136" y="1"/>
                    <a:pt x="126" y="0"/>
                    <a:pt x="117"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68"/>
            <p:cNvSpPr/>
            <p:nvPr/>
          </p:nvSpPr>
          <p:spPr>
            <a:xfrm>
              <a:off x="4859525" y="3861300"/>
              <a:ext cx="25100" cy="20550"/>
            </a:xfrm>
            <a:custGeom>
              <a:rect b="b" l="l" r="r" t="t"/>
              <a:pathLst>
                <a:path extrusionOk="0" h="822" w="1004">
                  <a:moveTo>
                    <a:pt x="152" y="0"/>
                  </a:moveTo>
                  <a:cubicBezTo>
                    <a:pt x="1" y="0"/>
                    <a:pt x="1" y="152"/>
                    <a:pt x="183" y="365"/>
                  </a:cubicBezTo>
                  <a:cubicBezTo>
                    <a:pt x="365" y="578"/>
                    <a:pt x="578" y="730"/>
                    <a:pt x="852" y="821"/>
                  </a:cubicBezTo>
                  <a:cubicBezTo>
                    <a:pt x="1004" y="821"/>
                    <a:pt x="973" y="669"/>
                    <a:pt x="791" y="456"/>
                  </a:cubicBezTo>
                  <a:cubicBezTo>
                    <a:pt x="639" y="244"/>
                    <a:pt x="396" y="92"/>
                    <a:pt x="152"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68"/>
            <p:cNvSpPr/>
            <p:nvPr/>
          </p:nvSpPr>
          <p:spPr>
            <a:xfrm>
              <a:off x="4925725" y="3871650"/>
              <a:ext cx="24975" cy="19400"/>
            </a:xfrm>
            <a:custGeom>
              <a:rect b="b" l="l" r="r" t="t"/>
              <a:pathLst>
                <a:path extrusionOk="0" h="776" w="999">
                  <a:moveTo>
                    <a:pt x="97" y="0"/>
                  </a:moveTo>
                  <a:cubicBezTo>
                    <a:pt x="0" y="0"/>
                    <a:pt x="21" y="162"/>
                    <a:pt x="179" y="346"/>
                  </a:cubicBezTo>
                  <a:cubicBezTo>
                    <a:pt x="362" y="529"/>
                    <a:pt x="574" y="681"/>
                    <a:pt x="818" y="772"/>
                  </a:cubicBezTo>
                  <a:cubicBezTo>
                    <a:pt x="833" y="774"/>
                    <a:pt x="848" y="776"/>
                    <a:pt x="861" y="776"/>
                  </a:cubicBezTo>
                  <a:cubicBezTo>
                    <a:pt x="998" y="776"/>
                    <a:pt x="982" y="632"/>
                    <a:pt x="787" y="437"/>
                  </a:cubicBezTo>
                  <a:cubicBezTo>
                    <a:pt x="635" y="225"/>
                    <a:pt x="422" y="73"/>
                    <a:pt x="149" y="12"/>
                  </a:cubicBezTo>
                  <a:cubicBezTo>
                    <a:pt x="129" y="4"/>
                    <a:pt x="111" y="0"/>
                    <a:pt x="97"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68"/>
            <p:cNvSpPr/>
            <p:nvPr/>
          </p:nvSpPr>
          <p:spPr>
            <a:xfrm>
              <a:off x="4992550" y="3882450"/>
              <a:ext cx="24250" cy="18500"/>
            </a:xfrm>
            <a:custGeom>
              <a:rect b="b" l="l" r="r" t="t"/>
              <a:pathLst>
                <a:path extrusionOk="0" h="740" w="970">
                  <a:moveTo>
                    <a:pt x="131" y="1"/>
                  </a:moveTo>
                  <a:cubicBezTo>
                    <a:pt x="1" y="1"/>
                    <a:pt x="17" y="118"/>
                    <a:pt x="181" y="309"/>
                  </a:cubicBezTo>
                  <a:cubicBezTo>
                    <a:pt x="333" y="522"/>
                    <a:pt x="546" y="644"/>
                    <a:pt x="789" y="735"/>
                  </a:cubicBezTo>
                  <a:cubicBezTo>
                    <a:pt x="807" y="738"/>
                    <a:pt x="824" y="740"/>
                    <a:pt x="839" y="740"/>
                  </a:cubicBezTo>
                  <a:cubicBezTo>
                    <a:pt x="970" y="740"/>
                    <a:pt x="953" y="619"/>
                    <a:pt x="789" y="401"/>
                  </a:cubicBezTo>
                  <a:cubicBezTo>
                    <a:pt x="637" y="218"/>
                    <a:pt x="424" y="66"/>
                    <a:pt x="181" y="5"/>
                  </a:cubicBezTo>
                  <a:cubicBezTo>
                    <a:pt x="163" y="2"/>
                    <a:pt x="146" y="1"/>
                    <a:pt x="131"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68"/>
            <p:cNvSpPr/>
            <p:nvPr/>
          </p:nvSpPr>
          <p:spPr>
            <a:xfrm>
              <a:off x="5059375" y="3893225"/>
              <a:ext cx="24300" cy="17600"/>
            </a:xfrm>
            <a:custGeom>
              <a:rect b="b" l="l" r="r" t="t"/>
              <a:pathLst>
                <a:path extrusionOk="0" h="704" w="972">
                  <a:moveTo>
                    <a:pt x="153" y="0"/>
                  </a:moveTo>
                  <a:cubicBezTo>
                    <a:pt x="1" y="0"/>
                    <a:pt x="1" y="122"/>
                    <a:pt x="153" y="304"/>
                  </a:cubicBezTo>
                  <a:cubicBezTo>
                    <a:pt x="335" y="486"/>
                    <a:pt x="548" y="638"/>
                    <a:pt x="791" y="699"/>
                  </a:cubicBezTo>
                  <a:cubicBezTo>
                    <a:pt x="807" y="702"/>
                    <a:pt x="821" y="703"/>
                    <a:pt x="834" y="703"/>
                  </a:cubicBezTo>
                  <a:cubicBezTo>
                    <a:pt x="972" y="703"/>
                    <a:pt x="957" y="562"/>
                    <a:pt x="791" y="395"/>
                  </a:cubicBezTo>
                  <a:cubicBezTo>
                    <a:pt x="609" y="213"/>
                    <a:pt x="396" y="91"/>
                    <a:pt x="15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68"/>
            <p:cNvSpPr/>
            <p:nvPr/>
          </p:nvSpPr>
          <p:spPr>
            <a:xfrm>
              <a:off x="5126300" y="3903725"/>
              <a:ext cx="22775" cy="16875"/>
            </a:xfrm>
            <a:custGeom>
              <a:rect b="b" l="l" r="r" t="t"/>
              <a:pathLst>
                <a:path extrusionOk="0" h="675" w="911">
                  <a:moveTo>
                    <a:pt x="108" y="1"/>
                  </a:moveTo>
                  <a:cubicBezTo>
                    <a:pt x="0" y="1"/>
                    <a:pt x="14" y="116"/>
                    <a:pt x="150" y="279"/>
                  </a:cubicBezTo>
                  <a:cubicBezTo>
                    <a:pt x="302" y="462"/>
                    <a:pt x="515" y="583"/>
                    <a:pt x="758" y="674"/>
                  </a:cubicBezTo>
                  <a:cubicBezTo>
                    <a:pt x="910" y="674"/>
                    <a:pt x="910" y="553"/>
                    <a:pt x="758" y="370"/>
                  </a:cubicBezTo>
                  <a:cubicBezTo>
                    <a:pt x="576" y="188"/>
                    <a:pt x="394" y="66"/>
                    <a:pt x="150" y="6"/>
                  </a:cubicBezTo>
                  <a:cubicBezTo>
                    <a:pt x="135" y="2"/>
                    <a:pt x="121" y="1"/>
                    <a:pt x="108"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68"/>
            <p:cNvSpPr/>
            <p:nvPr/>
          </p:nvSpPr>
          <p:spPr>
            <a:xfrm>
              <a:off x="5192350" y="3912975"/>
              <a:ext cx="22025" cy="16100"/>
            </a:xfrm>
            <a:custGeom>
              <a:rect b="b" l="l" r="r" t="t"/>
              <a:pathLst>
                <a:path extrusionOk="0" h="644" w="881">
                  <a:moveTo>
                    <a:pt x="153" y="0"/>
                  </a:moveTo>
                  <a:cubicBezTo>
                    <a:pt x="1" y="0"/>
                    <a:pt x="1" y="122"/>
                    <a:pt x="153" y="304"/>
                  </a:cubicBezTo>
                  <a:cubicBezTo>
                    <a:pt x="305" y="456"/>
                    <a:pt x="487" y="578"/>
                    <a:pt x="730" y="639"/>
                  </a:cubicBezTo>
                  <a:cubicBezTo>
                    <a:pt x="746" y="642"/>
                    <a:pt x="760" y="643"/>
                    <a:pt x="773" y="643"/>
                  </a:cubicBezTo>
                  <a:cubicBezTo>
                    <a:pt x="881" y="643"/>
                    <a:pt x="867" y="529"/>
                    <a:pt x="730" y="365"/>
                  </a:cubicBezTo>
                  <a:cubicBezTo>
                    <a:pt x="578" y="183"/>
                    <a:pt x="366" y="61"/>
                    <a:pt x="15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68"/>
            <p:cNvSpPr/>
            <p:nvPr/>
          </p:nvSpPr>
          <p:spPr>
            <a:xfrm>
              <a:off x="5257350" y="3921975"/>
              <a:ext cx="21625" cy="14700"/>
            </a:xfrm>
            <a:custGeom>
              <a:rect b="b" l="l" r="r" t="t"/>
              <a:pathLst>
                <a:path extrusionOk="0" h="588" w="865">
                  <a:moveTo>
                    <a:pt x="123" y="0"/>
                  </a:moveTo>
                  <a:cubicBezTo>
                    <a:pt x="11" y="0"/>
                    <a:pt x="0" y="112"/>
                    <a:pt x="136" y="248"/>
                  </a:cubicBezTo>
                  <a:cubicBezTo>
                    <a:pt x="288" y="431"/>
                    <a:pt x="501" y="552"/>
                    <a:pt x="714" y="583"/>
                  </a:cubicBezTo>
                  <a:cubicBezTo>
                    <a:pt x="730" y="586"/>
                    <a:pt x="744" y="587"/>
                    <a:pt x="757" y="587"/>
                  </a:cubicBezTo>
                  <a:cubicBezTo>
                    <a:pt x="864" y="587"/>
                    <a:pt x="850" y="476"/>
                    <a:pt x="714" y="339"/>
                  </a:cubicBezTo>
                  <a:cubicBezTo>
                    <a:pt x="592" y="157"/>
                    <a:pt x="380" y="35"/>
                    <a:pt x="167" y="5"/>
                  </a:cubicBezTo>
                  <a:cubicBezTo>
                    <a:pt x="151" y="2"/>
                    <a:pt x="136" y="0"/>
                    <a:pt x="12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68"/>
            <p:cNvSpPr/>
            <p:nvPr/>
          </p:nvSpPr>
          <p:spPr>
            <a:xfrm>
              <a:off x="5321550" y="3928175"/>
              <a:ext cx="21250" cy="14575"/>
            </a:xfrm>
            <a:custGeom>
              <a:rect b="b" l="l" r="r" t="t"/>
              <a:pathLst>
                <a:path extrusionOk="0" h="583" w="850">
                  <a:moveTo>
                    <a:pt x="152" y="0"/>
                  </a:moveTo>
                  <a:cubicBezTo>
                    <a:pt x="0" y="0"/>
                    <a:pt x="0" y="122"/>
                    <a:pt x="122" y="274"/>
                  </a:cubicBezTo>
                  <a:cubicBezTo>
                    <a:pt x="274" y="426"/>
                    <a:pt x="456" y="547"/>
                    <a:pt x="669" y="578"/>
                  </a:cubicBezTo>
                  <a:cubicBezTo>
                    <a:pt x="688" y="581"/>
                    <a:pt x="705" y="582"/>
                    <a:pt x="720" y="582"/>
                  </a:cubicBezTo>
                  <a:cubicBezTo>
                    <a:pt x="850" y="582"/>
                    <a:pt x="835" y="471"/>
                    <a:pt x="699" y="335"/>
                  </a:cubicBezTo>
                  <a:cubicBezTo>
                    <a:pt x="547" y="152"/>
                    <a:pt x="365" y="61"/>
                    <a:pt x="152"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68"/>
            <p:cNvSpPr/>
            <p:nvPr/>
          </p:nvSpPr>
          <p:spPr>
            <a:xfrm>
              <a:off x="5383850" y="3932725"/>
              <a:ext cx="20550" cy="14475"/>
            </a:xfrm>
            <a:custGeom>
              <a:rect b="b" l="l" r="r" t="t"/>
              <a:pathLst>
                <a:path extrusionOk="0" h="579" w="822">
                  <a:moveTo>
                    <a:pt x="153" y="1"/>
                  </a:moveTo>
                  <a:cubicBezTo>
                    <a:pt x="1" y="1"/>
                    <a:pt x="1" y="122"/>
                    <a:pt x="122" y="274"/>
                  </a:cubicBezTo>
                  <a:cubicBezTo>
                    <a:pt x="274" y="426"/>
                    <a:pt x="456" y="548"/>
                    <a:pt x="669" y="578"/>
                  </a:cubicBezTo>
                  <a:cubicBezTo>
                    <a:pt x="821" y="578"/>
                    <a:pt x="821" y="457"/>
                    <a:pt x="700" y="305"/>
                  </a:cubicBezTo>
                  <a:cubicBezTo>
                    <a:pt x="548" y="153"/>
                    <a:pt x="365" y="61"/>
                    <a:pt x="15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68"/>
            <p:cNvSpPr/>
            <p:nvPr/>
          </p:nvSpPr>
          <p:spPr>
            <a:xfrm>
              <a:off x="5444650" y="3935000"/>
              <a:ext cx="19775" cy="13700"/>
            </a:xfrm>
            <a:custGeom>
              <a:rect b="b" l="l" r="r" t="t"/>
              <a:pathLst>
                <a:path extrusionOk="0" h="548" w="791">
                  <a:moveTo>
                    <a:pt x="152" y="1"/>
                  </a:moveTo>
                  <a:cubicBezTo>
                    <a:pt x="0" y="1"/>
                    <a:pt x="0" y="122"/>
                    <a:pt x="122" y="274"/>
                  </a:cubicBezTo>
                  <a:cubicBezTo>
                    <a:pt x="243" y="426"/>
                    <a:pt x="426" y="518"/>
                    <a:pt x="639" y="548"/>
                  </a:cubicBezTo>
                  <a:cubicBezTo>
                    <a:pt x="790" y="548"/>
                    <a:pt x="790" y="426"/>
                    <a:pt x="669" y="274"/>
                  </a:cubicBezTo>
                  <a:cubicBezTo>
                    <a:pt x="517" y="122"/>
                    <a:pt x="335" y="31"/>
                    <a:pt x="152"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68"/>
            <p:cNvSpPr/>
            <p:nvPr/>
          </p:nvSpPr>
          <p:spPr>
            <a:xfrm>
              <a:off x="3152800" y="3884850"/>
              <a:ext cx="14475" cy="13700"/>
            </a:xfrm>
            <a:custGeom>
              <a:rect b="b" l="l" r="r" t="t"/>
              <a:pathLst>
                <a:path extrusionOk="0" h="548" w="579">
                  <a:moveTo>
                    <a:pt x="305" y="1"/>
                  </a:moveTo>
                  <a:cubicBezTo>
                    <a:pt x="153" y="1"/>
                    <a:pt x="31" y="122"/>
                    <a:pt x="1" y="274"/>
                  </a:cubicBezTo>
                  <a:cubicBezTo>
                    <a:pt x="1" y="426"/>
                    <a:pt x="153" y="548"/>
                    <a:pt x="305" y="548"/>
                  </a:cubicBezTo>
                  <a:cubicBezTo>
                    <a:pt x="457" y="517"/>
                    <a:pt x="578" y="396"/>
                    <a:pt x="578" y="244"/>
                  </a:cubicBezTo>
                  <a:cubicBezTo>
                    <a:pt x="578" y="92"/>
                    <a:pt x="426" y="1"/>
                    <a:pt x="30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68"/>
            <p:cNvSpPr/>
            <p:nvPr/>
          </p:nvSpPr>
          <p:spPr>
            <a:xfrm>
              <a:off x="3213850" y="3882475"/>
              <a:ext cx="19825" cy="13900"/>
            </a:xfrm>
            <a:custGeom>
              <a:rect b="b" l="l" r="r" t="t"/>
              <a:pathLst>
                <a:path extrusionOk="0" h="556" w="793">
                  <a:moveTo>
                    <a:pt x="437" y="0"/>
                  </a:moveTo>
                  <a:cubicBezTo>
                    <a:pt x="421" y="0"/>
                    <a:pt x="404" y="2"/>
                    <a:pt x="386" y="4"/>
                  </a:cubicBezTo>
                  <a:cubicBezTo>
                    <a:pt x="376" y="4"/>
                    <a:pt x="367" y="3"/>
                    <a:pt x="359" y="3"/>
                  </a:cubicBezTo>
                  <a:cubicBezTo>
                    <a:pt x="8" y="3"/>
                    <a:pt x="0" y="556"/>
                    <a:pt x="361" y="556"/>
                  </a:cubicBezTo>
                  <a:cubicBezTo>
                    <a:pt x="378" y="556"/>
                    <a:pt x="397" y="554"/>
                    <a:pt x="416" y="552"/>
                  </a:cubicBezTo>
                  <a:cubicBezTo>
                    <a:pt x="425" y="552"/>
                    <a:pt x="434" y="553"/>
                    <a:pt x="443" y="553"/>
                  </a:cubicBezTo>
                  <a:cubicBezTo>
                    <a:pt x="792" y="553"/>
                    <a:pt x="774" y="0"/>
                    <a:pt x="437"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68"/>
            <p:cNvSpPr/>
            <p:nvPr/>
          </p:nvSpPr>
          <p:spPr>
            <a:xfrm>
              <a:off x="3282750" y="3879525"/>
              <a:ext cx="15975" cy="13725"/>
            </a:xfrm>
            <a:custGeom>
              <a:rect b="b" l="l" r="r" t="t"/>
              <a:pathLst>
                <a:path extrusionOk="0" h="549" w="639">
                  <a:moveTo>
                    <a:pt x="274" y="1"/>
                  </a:moveTo>
                  <a:cubicBezTo>
                    <a:pt x="122" y="1"/>
                    <a:pt x="0" y="122"/>
                    <a:pt x="0" y="274"/>
                  </a:cubicBezTo>
                  <a:cubicBezTo>
                    <a:pt x="31" y="457"/>
                    <a:pt x="183" y="548"/>
                    <a:pt x="335" y="548"/>
                  </a:cubicBezTo>
                  <a:cubicBezTo>
                    <a:pt x="487" y="548"/>
                    <a:pt x="639" y="396"/>
                    <a:pt x="608" y="244"/>
                  </a:cubicBezTo>
                  <a:cubicBezTo>
                    <a:pt x="578" y="92"/>
                    <a:pt x="426" y="1"/>
                    <a:pt x="27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68"/>
            <p:cNvSpPr/>
            <p:nvPr/>
          </p:nvSpPr>
          <p:spPr>
            <a:xfrm>
              <a:off x="3351150" y="3875625"/>
              <a:ext cx="17500" cy="13200"/>
            </a:xfrm>
            <a:custGeom>
              <a:rect b="b" l="l" r="r" t="t"/>
              <a:pathLst>
                <a:path extrusionOk="0" h="528" w="700">
                  <a:moveTo>
                    <a:pt x="360" y="0"/>
                  </a:moveTo>
                  <a:cubicBezTo>
                    <a:pt x="342" y="0"/>
                    <a:pt x="323" y="2"/>
                    <a:pt x="304" y="5"/>
                  </a:cubicBezTo>
                  <a:cubicBezTo>
                    <a:pt x="122" y="5"/>
                    <a:pt x="0" y="157"/>
                    <a:pt x="30" y="278"/>
                  </a:cubicBezTo>
                  <a:cubicBezTo>
                    <a:pt x="57" y="438"/>
                    <a:pt x="199" y="527"/>
                    <a:pt x="336" y="527"/>
                  </a:cubicBezTo>
                  <a:cubicBezTo>
                    <a:pt x="356" y="527"/>
                    <a:pt x="376" y="526"/>
                    <a:pt x="395" y="522"/>
                  </a:cubicBezTo>
                  <a:cubicBezTo>
                    <a:pt x="578" y="522"/>
                    <a:pt x="699" y="400"/>
                    <a:pt x="699" y="248"/>
                  </a:cubicBezTo>
                  <a:cubicBezTo>
                    <a:pt x="645" y="112"/>
                    <a:pt x="517" y="0"/>
                    <a:pt x="360"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68"/>
            <p:cNvSpPr/>
            <p:nvPr/>
          </p:nvSpPr>
          <p:spPr>
            <a:xfrm>
              <a:off x="3422575" y="3871800"/>
              <a:ext cx="19025" cy="12475"/>
            </a:xfrm>
            <a:custGeom>
              <a:rect b="b" l="l" r="r" t="t"/>
              <a:pathLst>
                <a:path extrusionOk="0" h="499" w="761">
                  <a:moveTo>
                    <a:pt x="373" y="0"/>
                  </a:moveTo>
                  <a:cubicBezTo>
                    <a:pt x="351" y="0"/>
                    <a:pt x="328" y="2"/>
                    <a:pt x="304" y="6"/>
                  </a:cubicBezTo>
                  <a:cubicBezTo>
                    <a:pt x="122" y="6"/>
                    <a:pt x="0" y="128"/>
                    <a:pt x="31" y="249"/>
                  </a:cubicBezTo>
                  <a:cubicBezTo>
                    <a:pt x="110" y="408"/>
                    <a:pt x="236" y="498"/>
                    <a:pt x="388" y="498"/>
                  </a:cubicBezTo>
                  <a:cubicBezTo>
                    <a:pt x="410" y="498"/>
                    <a:pt x="433" y="496"/>
                    <a:pt x="456" y="492"/>
                  </a:cubicBezTo>
                  <a:cubicBezTo>
                    <a:pt x="639" y="492"/>
                    <a:pt x="760" y="371"/>
                    <a:pt x="699" y="219"/>
                  </a:cubicBezTo>
                  <a:cubicBezTo>
                    <a:pt x="646" y="86"/>
                    <a:pt x="524" y="0"/>
                    <a:pt x="37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68"/>
            <p:cNvSpPr/>
            <p:nvPr/>
          </p:nvSpPr>
          <p:spPr>
            <a:xfrm>
              <a:off x="3495525" y="3866625"/>
              <a:ext cx="19775" cy="12925"/>
            </a:xfrm>
            <a:custGeom>
              <a:rect b="b" l="l" r="r" t="t"/>
              <a:pathLst>
                <a:path extrusionOk="0" h="517" w="791">
                  <a:moveTo>
                    <a:pt x="304" y="0"/>
                  </a:moveTo>
                  <a:cubicBezTo>
                    <a:pt x="122" y="31"/>
                    <a:pt x="0" y="152"/>
                    <a:pt x="61" y="274"/>
                  </a:cubicBezTo>
                  <a:cubicBezTo>
                    <a:pt x="152" y="426"/>
                    <a:pt x="304" y="517"/>
                    <a:pt x="487" y="517"/>
                  </a:cubicBezTo>
                  <a:cubicBezTo>
                    <a:pt x="669" y="487"/>
                    <a:pt x="791" y="365"/>
                    <a:pt x="730" y="243"/>
                  </a:cubicBezTo>
                  <a:cubicBezTo>
                    <a:pt x="639" y="91"/>
                    <a:pt x="487" y="0"/>
                    <a:pt x="30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68"/>
            <p:cNvSpPr/>
            <p:nvPr/>
          </p:nvSpPr>
          <p:spPr>
            <a:xfrm>
              <a:off x="3570000" y="3861900"/>
              <a:ext cx="20525" cy="11725"/>
            </a:xfrm>
            <a:custGeom>
              <a:rect b="b" l="l" r="r" t="t"/>
              <a:pathLst>
                <a:path extrusionOk="0" h="469" w="821">
                  <a:moveTo>
                    <a:pt x="344" y="1"/>
                  </a:moveTo>
                  <a:cubicBezTo>
                    <a:pt x="321" y="1"/>
                    <a:pt x="297" y="3"/>
                    <a:pt x="274" y="7"/>
                  </a:cubicBezTo>
                  <a:cubicBezTo>
                    <a:pt x="91" y="7"/>
                    <a:pt x="0" y="128"/>
                    <a:pt x="61" y="250"/>
                  </a:cubicBezTo>
                  <a:cubicBezTo>
                    <a:pt x="140" y="382"/>
                    <a:pt x="289" y="469"/>
                    <a:pt x="446" y="469"/>
                  </a:cubicBezTo>
                  <a:cubicBezTo>
                    <a:pt x="470" y="469"/>
                    <a:pt x="493" y="467"/>
                    <a:pt x="517" y="463"/>
                  </a:cubicBezTo>
                  <a:cubicBezTo>
                    <a:pt x="699" y="463"/>
                    <a:pt x="821" y="341"/>
                    <a:pt x="730" y="220"/>
                  </a:cubicBezTo>
                  <a:cubicBezTo>
                    <a:pt x="650" y="87"/>
                    <a:pt x="502" y="1"/>
                    <a:pt x="34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68"/>
            <p:cNvSpPr/>
            <p:nvPr/>
          </p:nvSpPr>
          <p:spPr>
            <a:xfrm>
              <a:off x="3643700" y="3856600"/>
              <a:ext cx="22050" cy="11550"/>
            </a:xfrm>
            <a:custGeom>
              <a:rect b="b" l="l" r="r" t="t"/>
              <a:pathLst>
                <a:path extrusionOk="0" h="462" w="882">
                  <a:moveTo>
                    <a:pt x="346" y="0"/>
                  </a:moveTo>
                  <a:cubicBezTo>
                    <a:pt x="322" y="0"/>
                    <a:pt x="298" y="2"/>
                    <a:pt x="274" y="6"/>
                  </a:cubicBezTo>
                  <a:cubicBezTo>
                    <a:pt x="92" y="6"/>
                    <a:pt x="0" y="128"/>
                    <a:pt x="92" y="249"/>
                  </a:cubicBezTo>
                  <a:cubicBezTo>
                    <a:pt x="213" y="401"/>
                    <a:pt x="396" y="462"/>
                    <a:pt x="608" y="462"/>
                  </a:cubicBezTo>
                  <a:cubicBezTo>
                    <a:pt x="791" y="432"/>
                    <a:pt x="882" y="340"/>
                    <a:pt x="791" y="188"/>
                  </a:cubicBezTo>
                  <a:cubicBezTo>
                    <a:pt x="659" y="83"/>
                    <a:pt x="504" y="0"/>
                    <a:pt x="346"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68"/>
            <p:cNvSpPr/>
            <p:nvPr/>
          </p:nvSpPr>
          <p:spPr>
            <a:xfrm>
              <a:off x="3718925" y="3851425"/>
              <a:ext cx="22075" cy="11425"/>
            </a:xfrm>
            <a:custGeom>
              <a:rect b="b" l="l" r="r" t="t"/>
              <a:pathLst>
                <a:path extrusionOk="0" h="457" w="883">
                  <a:moveTo>
                    <a:pt x="244" y="0"/>
                  </a:moveTo>
                  <a:cubicBezTo>
                    <a:pt x="61" y="0"/>
                    <a:pt x="1" y="122"/>
                    <a:pt x="92" y="243"/>
                  </a:cubicBezTo>
                  <a:cubicBezTo>
                    <a:pt x="244" y="365"/>
                    <a:pt x="426" y="456"/>
                    <a:pt x="639" y="456"/>
                  </a:cubicBezTo>
                  <a:cubicBezTo>
                    <a:pt x="791" y="426"/>
                    <a:pt x="882" y="304"/>
                    <a:pt x="791" y="183"/>
                  </a:cubicBezTo>
                  <a:cubicBezTo>
                    <a:pt x="639" y="61"/>
                    <a:pt x="457" y="0"/>
                    <a:pt x="24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68"/>
            <p:cNvSpPr/>
            <p:nvPr/>
          </p:nvSpPr>
          <p:spPr>
            <a:xfrm>
              <a:off x="3792625" y="3846100"/>
              <a:ext cx="22075" cy="11425"/>
            </a:xfrm>
            <a:custGeom>
              <a:rect b="b" l="l" r="r" t="t"/>
              <a:pathLst>
                <a:path extrusionOk="0" h="457" w="883">
                  <a:moveTo>
                    <a:pt x="214" y="1"/>
                  </a:moveTo>
                  <a:cubicBezTo>
                    <a:pt x="31" y="31"/>
                    <a:pt x="1" y="122"/>
                    <a:pt x="92" y="244"/>
                  </a:cubicBezTo>
                  <a:cubicBezTo>
                    <a:pt x="244" y="365"/>
                    <a:pt x="457" y="456"/>
                    <a:pt x="670" y="456"/>
                  </a:cubicBezTo>
                  <a:cubicBezTo>
                    <a:pt x="852" y="426"/>
                    <a:pt x="882" y="335"/>
                    <a:pt x="761" y="213"/>
                  </a:cubicBezTo>
                  <a:cubicBezTo>
                    <a:pt x="609" y="61"/>
                    <a:pt x="426" y="1"/>
                    <a:pt x="21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68"/>
            <p:cNvSpPr/>
            <p:nvPr/>
          </p:nvSpPr>
          <p:spPr>
            <a:xfrm>
              <a:off x="3864825" y="3841550"/>
              <a:ext cx="22825" cy="10650"/>
            </a:xfrm>
            <a:custGeom>
              <a:rect b="b" l="l" r="r" t="t"/>
              <a:pathLst>
                <a:path extrusionOk="0" h="426" w="913">
                  <a:moveTo>
                    <a:pt x="213" y="0"/>
                  </a:moveTo>
                  <a:cubicBezTo>
                    <a:pt x="31" y="31"/>
                    <a:pt x="1" y="122"/>
                    <a:pt x="122" y="243"/>
                  </a:cubicBezTo>
                  <a:cubicBezTo>
                    <a:pt x="305" y="365"/>
                    <a:pt x="487" y="426"/>
                    <a:pt x="700" y="426"/>
                  </a:cubicBezTo>
                  <a:cubicBezTo>
                    <a:pt x="882" y="426"/>
                    <a:pt x="912" y="304"/>
                    <a:pt x="791" y="213"/>
                  </a:cubicBezTo>
                  <a:cubicBezTo>
                    <a:pt x="608" y="61"/>
                    <a:pt x="426" y="0"/>
                    <a:pt x="21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68"/>
            <p:cNvSpPr/>
            <p:nvPr/>
          </p:nvSpPr>
          <p:spPr>
            <a:xfrm>
              <a:off x="3935500" y="3837750"/>
              <a:ext cx="23575" cy="9900"/>
            </a:xfrm>
            <a:custGeom>
              <a:rect b="b" l="l" r="r" t="t"/>
              <a:pathLst>
                <a:path extrusionOk="0" h="396" w="943">
                  <a:moveTo>
                    <a:pt x="213" y="0"/>
                  </a:moveTo>
                  <a:cubicBezTo>
                    <a:pt x="31" y="0"/>
                    <a:pt x="0" y="91"/>
                    <a:pt x="152" y="213"/>
                  </a:cubicBezTo>
                  <a:cubicBezTo>
                    <a:pt x="304" y="335"/>
                    <a:pt x="517" y="395"/>
                    <a:pt x="730" y="395"/>
                  </a:cubicBezTo>
                  <a:cubicBezTo>
                    <a:pt x="912" y="395"/>
                    <a:pt x="943" y="304"/>
                    <a:pt x="791" y="183"/>
                  </a:cubicBezTo>
                  <a:cubicBezTo>
                    <a:pt x="608" y="61"/>
                    <a:pt x="395" y="0"/>
                    <a:pt x="21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68"/>
            <p:cNvSpPr/>
            <p:nvPr/>
          </p:nvSpPr>
          <p:spPr>
            <a:xfrm>
              <a:off x="4003875" y="3833950"/>
              <a:ext cx="23600" cy="9900"/>
            </a:xfrm>
            <a:custGeom>
              <a:rect b="b" l="l" r="r" t="t"/>
              <a:pathLst>
                <a:path extrusionOk="0" h="396" w="944">
                  <a:moveTo>
                    <a:pt x="183" y="0"/>
                  </a:moveTo>
                  <a:cubicBezTo>
                    <a:pt x="1" y="31"/>
                    <a:pt x="1" y="122"/>
                    <a:pt x="153" y="213"/>
                  </a:cubicBezTo>
                  <a:cubicBezTo>
                    <a:pt x="335" y="335"/>
                    <a:pt x="548" y="395"/>
                    <a:pt x="761" y="395"/>
                  </a:cubicBezTo>
                  <a:cubicBezTo>
                    <a:pt x="913" y="395"/>
                    <a:pt x="943" y="304"/>
                    <a:pt x="761" y="183"/>
                  </a:cubicBezTo>
                  <a:cubicBezTo>
                    <a:pt x="609" y="91"/>
                    <a:pt x="396" y="31"/>
                    <a:pt x="18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68"/>
            <p:cNvSpPr/>
            <p:nvPr/>
          </p:nvSpPr>
          <p:spPr>
            <a:xfrm>
              <a:off x="4069225" y="3831650"/>
              <a:ext cx="22825" cy="9925"/>
            </a:xfrm>
            <a:custGeom>
              <a:rect b="b" l="l" r="r" t="t"/>
              <a:pathLst>
                <a:path extrusionOk="0" h="397" w="913">
                  <a:moveTo>
                    <a:pt x="183" y="1"/>
                  </a:moveTo>
                  <a:cubicBezTo>
                    <a:pt x="1" y="1"/>
                    <a:pt x="1" y="92"/>
                    <a:pt x="183" y="214"/>
                  </a:cubicBezTo>
                  <a:cubicBezTo>
                    <a:pt x="335" y="305"/>
                    <a:pt x="548" y="366"/>
                    <a:pt x="761" y="396"/>
                  </a:cubicBezTo>
                  <a:cubicBezTo>
                    <a:pt x="913" y="396"/>
                    <a:pt x="913" y="275"/>
                    <a:pt x="761" y="183"/>
                  </a:cubicBezTo>
                  <a:cubicBezTo>
                    <a:pt x="579" y="62"/>
                    <a:pt x="366" y="1"/>
                    <a:pt x="18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68"/>
            <p:cNvSpPr/>
            <p:nvPr/>
          </p:nvSpPr>
          <p:spPr>
            <a:xfrm>
              <a:off x="4129275" y="3830150"/>
              <a:ext cx="21300" cy="9900"/>
            </a:xfrm>
            <a:custGeom>
              <a:rect b="b" l="l" r="r" t="t"/>
              <a:pathLst>
                <a:path extrusionOk="0" h="396" w="852">
                  <a:moveTo>
                    <a:pt x="122" y="0"/>
                  </a:moveTo>
                  <a:cubicBezTo>
                    <a:pt x="0" y="0"/>
                    <a:pt x="31" y="91"/>
                    <a:pt x="183" y="213"/>
                  </a:cubicBezTo>
                  <a:cubicBezTo>
                    <a:pt x="335" y="304"/>
                    <a:pt x="517" y="365"/>
                    <a:pt x="730" y="395"/>
                  </a:cubicBezTo>
                  <a:cubicBezTo>
                    <a:pt x="851" y="395"/>
                    <a:pt x="821" y="304"/>
                    <a:pt x="639" y="213"/>
                  </a:cubicBezTo>
                  <a:cubicBezTo>
                    <a:pt x="487" y="91"/>
                    <a:pt x="304" y="31"/>
                    <a:pt x="122"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68"/>
            <p:cNvSpPr/>
            <p:nvPr/>
          </p:nvSpPr>
          <p:spPr>
            <a:xfrm>
              <a:off x="4175625" y="3828625"/>
              <a:ext cx="19775" cy="10650"/>
            </a:xfrm>
            <a:custGeom>
              <a:rect b="b" l="l" r="r" t="t"/>
              <a:pathLst>
                <a:path extrusionOk="0" h="426" w="791">
                  <a:moveTo>
                    <a:pt x="92" y="0"/>
                  </a:moveTo>
                  <a:lnTo>
                    <a:pt x="92" y="0"/>
                  </a:lnTo>
                  <a:cubicBezTo>
                    <a:pt x="0" y="31"/>
                    <a:pt x="31" y="122"/>
                    <a:pt x="213" y="213"/>
                  </a:cubicBezTo>
                  <a:cubicBezTo>
                    <a:pt x="335" y="335"/>
                    <a:pt x="517" y="396"/>
                    <a:pt x="699" y="426"/>
                  </a:cubicBezTo>
                  <a:cubicBezTo>
                    <a:pt x="791" y="426"/>
                    <a:pt x="760" y="304"/>
                    <a:pt x="578" y="213"/>
                  </a:cubicBezTo>
                  <a:cubicBezTo>
                    <a:pt x="426" y="92"/>
                    <a:pt x="274" y="31"/>
                    <a:pt x="92"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68"/>
            <p:cNvSpPr/>
            <p:nvPr/>
          </p:nvSpPr>
          <p:spPr>
            <a:xfrm>
              <a:off x="4212100" y="3824825"/>
              <a:ext cx="19775" cy="11425"/>
            </a:xfrm>
            <a:custGeom>
              <a:rect b="b" l="l" r="r" t="t"/>
              <a:pathLst>
                <a:path extrusionOk="0" h="457" w="791">
                  <a:moveTo>
                    <a:pt x="92" y="0"/>
                  </a:moveTo>
                  <a:lnTo>
                    <a:pt x="92" y="0"/>
                  </a:lnTo>
                  <a:cubicBezTo>
                    <a:pt x="0" y="31"/>
                    <a:pt x="61" y="122"/>
                    <a:pt x="244" y="244"/>
                  </a:cubicBezTo>
                  <a:cubicBezTo>
                    <a:pt x="365" y="335"/>
                    <a:pt x="517" y="426"/>
                    <a:pt x="699" y="456"/>
                  </a:cubicBezTo>
                  <a:cubicBezTo>
                    <a:pt x="791" y="426"/>
                    <a:pt x="699" y="335"/>
                    <a:pt x="548" y="213"/>
                  </a:cubicBezTo>
                  <a:cubicBezTo>
                    <a:pt x="396" y="92"/>
                    <a:pt x="244" y="31"/>
                    <a:pt x="92"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68"/>
            <p:cNvSpPr/>
            <p:nvPr/>
          </p:nvSpPr>
          <p:spPr>
            <a:xfrm>
              <a:off x="4240975" y="3819500"/>
              <a:ext cx="19025" cy="11425"/>
            </a:xfrm>
            <a:custGeom>
              <a:rect b="b" l="l" r="r" t="t"/>
              <a:pathLst>
                <a:path extrusionOk="0" h="457" w="761">
                  <a:moveTo>
                    <a:pt x="61" y="1"/>
                  </a:moveTo>
                  <a:cubicBezTo>
                    <a:pt x="0" y="1"/>
                    <a:pt x="92" y="122"/>
                    <a:pt x="274" y="244"/>
                  </a:cubicBezTo>
                  <a:cubicBezTo>
                    <a:pt x="396" y="365"/>
                    <a:pt x="517" y="426"/>
                    <a:pt x="700" y="457"/>
                  </a:cubicBezTo>
                  <a:cubicBezTo>
                    <a:pt x="760" y="457"/>
                    <a:pt x="669" y="335"/>
                    <a:pt x="487" y="213"/>
                  </a:cubicBezTo>
                  <a:cubicBezTo>
                    <a:pt x="365" y="92"/>
                    <a:pt x="213" y="31"/>
                    <a:pt x="61"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68"/>
            <p:cNvSpPr/>
            <p:nvPr/>
          </p:nvSpPr>
          <p:spPr>
            <a:xfrm>
              <a:off x="4263775" y="3811900"/>
              <a:ext cx="19025" cy="12950"/>
            </a:xfrm>
            <a:custGeom>
              <a:rect b="b" l="l" r="r" t="t"/>
              <a:pathLst>
                <a:path extrusionOk="0" h="518" w="761">
                  <a:moveTo>
                    <a:pt x="61" y="1"/>
                  </a:moveTo>
                  <a:cubicBezTo>
                    <a:pt x="0" y="31"/>
                    <a:pt x="122" y="153"/>
                    <a:pt x="274" y="305"/>
                  </a:cubicBezTo>
                  <a:cubicBezTo>
                    <a:pt x="395" y="396"/>
                    <a:pt x="547" y="487"/>
                    <a:pt x="699" y="517"/>
                  </a:cubicBezTo>
                  <a:cubicBezTo>
                    <a:pt x="760" y="517"/>
                    <a:pt x="639" y="365"/>
                    <a:pt x="487" y="244"/>
                  </a:cubicBezTo>
                  <a:cubicBezTo>
                    <a:pt x="304" y="92"/>
                    <a:pt x="122" y="1"/>
                    <a:pt x="61"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68"/>
            <p:cNvSpPr/>
            <p:nvPr/>
          </p:nvSpPr>
          <p:spPr>
            <a:xfrm>
              <a:off x="4282775" y="3804150"/>
              <a:ext cx="18250" cy="13975"/>
            </a:xfrm>
            <a:custGeom>
              <a:rect b="b" l="l" r="r" t="t"/>
              <a:pathLst>
                <a:path extrusionOk="0" h="559" w="730">
                  <a:moveTo>
                    <a:pt x="59" y="1"/>
                  </a:moveTo>
                  <a:cubicBezTo>
                    <a:pt x="48" y="1"/>
                    <a:pt x="38" y="3"/>
                    <a:pt x="31" y="7"/>
                  </a:cubicBezTo>
                  <a:cubicBezTo>
                    <a:pt x="0" y="7"/>
                    <a:pt x="91" y="159"/>
                    <a:pt x="274" y="311"/>
                  </a:cubicBezTo>
                  <a:cubicBezTo>
                    <a:pt x="437" y="447"/>
                    <a:pt x="600" y="559"/>
                    <a:pt x="655" y="559"/>
                  </a:cubicBezTo>
                  <a:cubicBezTo>
                    <a:pt x="661" y="559"/>
                    <a:pt x="666" y="557"/>
                    <a:pt x="669" y="554"/>
                  </a:cubicBezTo>
                  <a:cubicBezTo>
                    <a:pt x="730" y="523"/>
                    <a:pt x="608" y="402"/>
                    <a:pt x="426" y="250"/>
                  </a:cubicBezTo>
                  <a:cubicBezTo>
                    <a:pt x="293" y="91"/>
                    <a:pt x="137" y="1"/>
                    <a:pt x="59"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68"/>
            <p:cNvSpPr/>
            <p:nvPr/>
          </p:nvSpPr>
          <p:spPr>
            <a:xfrm>
              <a:off x="4299475" y="3795075"/>
              <a:ext cx="17500" cy="15450"/>
            </a:xfrm>
            <a:custGeom>
              <a:rect b="b" l="l" r="r" t="t"/>
              <a:pathLst>
                <a:path extrusionOk="0" h="618" w="700">
                  <a:moveTo>
                    <a:pt x="45" y="0"/>
                  </a:moveTo>
                  <a:cubicBezTo>
                    <a:pt x="39" y="0"/>
                    <a:pt x="34" y="2"/>
                    <a:pt x="31" y="5"/>
                  </a:cubicBezTo>
                  <a:cubicBezTo>
                    <a:pt x="1" y="35"/>
                    <a:pt x="122" y="187"/>
                    <a:pt x="274" y="339"/>
                  </a:cubicBezTo>
                  <a:cubicBezTo>
                    <a:pt x="438" y="503"/>
                    <a:pt x="577" y="618"/>
                    <a:pt x="648" y="618"/>
                  </a:cubicBezTo>
                  <a:cubicBezTo>
                    <a:pt x="656" y="618"/>
                    <a:pt x="663" y="616"/>
                    <a:pt x="670" y="613"/>
                  </a:cubicBezTo>
                  <a:cubicBezTo>
                    <a:pt x="700" y="613"/>
                    <a:pt x="578" y="431"/>
                    <a:pt x="396" y="279"/>
                  </a:cubicBezTo>
                  <a:cubicBezTo>
                    <a:pt x="260" y="115"/>
                    <a:pt x="99" y="0"/>
                    <a:pt x="4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68"/>
            <p:cNvSpPr/>
            <p:nvPr/>
          </p:nvSpPr>
          <p:spPr>
            <a:xfrm>
              <a:off x="4313925" y="3785975"/>
              <a:ext cx="18250" cy="17600"/>
            </a:xfrm>
            <a:custGeom>
              <a:rect b="b" l="l" r="r" t="t"/>
              <a:pathLst>
                <a:path extrusionOk="0" h="704" w="730">
                  <a:moveTo>
                    <a:pt x="42" y="0"/>
                  </a:moveTo>
                  <a:cubicBezTo>
                    <a:pt x="37" y="0"/>
                    <a:pt x="33" y="2"/>
                    <a:pt x="31" y="4"/>
                  </a:cubicBezTo>
                  <a:cubicBezTo>
                    <a:pt x="0" y="35"/>
                    <a:pt x="92" y="217"/>
                    <a:pt x="274" y="399"/>
                  </a:cubicBezTo>
                  <a:cubicBezTo>
                    <a:pt x="487" y="582"/>
                    <a:pt x="669" y="703"/>
                    <a:pt x="700" y="703"/>
                  </a:cubicBezTo>
                  <a:cubicBezTo>
                    <a:pt x="730" y="643"/>
                    <a:pt x="608" y="491"/>
                    <a:pt x="426" y="308"/>
                  </a:cubicBezTo>
                  <a:cubicBezTo>
                    <a:pt x="259" y="142"/>
                    <a:pt x="93" y="0"/>
                    <a:pt x="42"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68"/>
            <p:cNvSpPr/>
            <p:nvPr/>
          </p:nvSpPr>
          <p:spPr>
            <a:xfrm>
              <a:off x="4329125" y="3777700"/>
              <a:ext cx="19025" cy="17500"/>
            </a:xfrm>
            <a:custGeom>
              <a:rect b="b" l="l" r="r" t="t"/>
              <a:pathLst>
                <a:path extrusionOk="0" h="700" w="761">
                  <a:moveTo>
                    <a:pt x="61" y="1"/>
                  </a:moveTo>
                  <a:cubicBezTo>
                    <a:pt x="0" y="1"/>
                    <a:pt x="122" y="183"/>
                    <a:pt x="304" y="366"/>
                  </a:cubicBezTo>
                  <a:cubicBezTo>
                    <a:pt x="487" y="578"/>
                    <a:pt x="699" y="700"/>
                    <a:pt x="730" y="700"/>
                  </a:cubicBezTo>
                  <a:cubicBezTo>
                    <a:pt x="760" y="670"/>
                    <a:pt x="639" y="518"/>
                    <a:pt x="456" y="305"/>
                  </a:cubicBezTo>
                  <a:cubicBezTo>
                    <a:pt x="274" y="122"/>
                    <a:pt x="92" y="1"/>
                    <a:pt x="61"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68"/>
            <p:cNvSpPr/>
            <p:nvPr/>
          </p:nvSpPr>
          <p:spPr>
            <a:xfrm>
              <a:off x="4347350" y="3769250"/>
              <a:ext cx="19800" cy="19125"/>
            </a:xfrm>
            <a:custGeom>
              <a:rect b="b" l="l" r="r" t="t"/>
              <a:pathLst>
                <a:path extrusionOk="0" h="765" w="792">
                  <a:moveTo>
                    <a:pt x="80" y="1"/>
                  </a:moveTo>
                  <a:cubicBezTo>
                    <a:pt x="73" y="1"/>
                    <a:pt x="67" y="2"/>
                    <a:pt x="62" y="5"/>
                  </a:cubicBezTo>
                  <a:cubicBezTo>
                    <a:pt x="1" y="35"/>
                    <a:pt x="122" y="217"/>
                    <a:pt x="305" y="400"/>
                  </a:cubicBezTo>
                  <a:cubicBezTo>
                    <a:pt x="487" y="612"/>
                    <a:pt x="700" y="764"/>
                    <a:pt x="761" y="764"/>
                  </a:cubicBezTo>
                  <a:cubicBezTo>
                    <a:pt x="791" y="734"/>
                    <a:pt x="700" y="552"/>
                    <a:pt x="487" y="339"/>
                  </a:cubicBezTo>
                  <a:cubicBezTo>
                    <a:pt x="320" y="144"/>
                    <a:pt x="154" y="1"/>
                    <a:pt x="80"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68"/>
            <p:cNvSpPr/>
            <p:nvPr/>
          </p:nvSpPr>
          <p:spPr>
            <a:xfrm>
              <a:off x="4370150" y="3761750"/>
              <a:ext cx="20550" cy="20550"/>
            </a:xfrm>
            <a:custGeom>
              <a:rect b="b" l="l" r="r" t="t"/>
              <a:pathLst>
                <a:path extrusionOk="0" h="822" w="822">
                  <a:moveTo>
                    <a:pt x="61" y="1"/>
                  </a:moveTo>
                  <a:cubicBezTo>
                    <a:pt x="1" y="31"/>
                    <a:pt x="92" y="213"/>
                    <a:pt x="274" y="426"/>
                  </a:cubicBezTo>
                  <a:cubicBezTo>
                    <a:pt x="487" y="669"/>
                    <a:pt x="700" y="821"/>
                    <a:pt x="761" y="821"/>
                  </a:cubicBezTo>
                  <a:cubicBezTo>
                    <a:pt x="821" y="791"/>
                    <a:pt x="700" y="609"/>
                    <a:pt x="517" y="396"/>
                  </a:cubicBezTo>
                  <a:cubicBezTo>
                    <a:pt x="335" y="153"/>
                    <a:pt x="122" y="1"/>
                    <a:pt x="61"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68"/>
            <p:cNvSpPr/>
            <p:nvPr/>
          </p:nvSpPr>
          <p:spPr>
            <a:xfrm>
              <a:off x="4398275" y="3756425"/>
              <a:ext cx="21300" cy="21300"/>
            </a:xfrm>
            <a:custGeom>
              <a:rect b="b" l="l" r="r" t="t"/>
              <a:pathLst>
                <a:path extrusionOk="0" h="852" w="852">
                  <a:moveTo>
                    <a:pt x="61" y="1"/>
                  </a:moveTo>
                  <a:cubicBezTo>
                    <a:pt x="0" y="31"/>
                    <a:pt x="92" y="244"/>
                    <a:pt x="274" y="457"/>
                  </a:cubicBezTo>
                  <a:cubicBezTo>
                    <a:pt x="487" y="670"/>
                    <a:pt x="699" y="852"/>
                    <a:pt x="791" y="852"/>
                  </a:cubicBezTo>
                  <a:cubicBezTo>
                    <a:pt x="851" y="822"/>
                    <a:pt x="760" y="639"/>
                    <a:pt x="578" y="426"/>
                  </a:cubicBezTo>
                  <a:cubicBezTo>
                    <a:pt x="365" y="183"/>
                    <a:pt x="152" y="1"/>
                    <a:pt x="61"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68"/>
            <p:cNvSpPr/>
            <p:nvPr/>
          </p:nvSpPr>
          <p:spPr>
            <a:xfrm>
              <a:off x="4433975" y="3753300"/>
              <a:ext cx="22825" cy="21400"/>
            </a:xfrm>
            <a:custGeom>
              <a:rect b="b" l="l" r="r" t="t"/>
              <a:pathLst>
                <a:path extrusionOk="0" h="856" w="913">
                  <a:moveTo>
                    <a:pt x="115" y="1"/>
                  </a:moveTo>
                  <a:cubicBezTo>
                    <a:pt x="106" y="1"/>
                    <a:pt x="99" y="2"/>
                    <a:pt x="92" y="4"/>
                  </a:cubicBezTo>
                  <a:cubicBezTo>
                    <a:pt x="1" y="4"/>
                    <a:pt x="62" y="187"/>
                    <a:pt x="274" y="430"/>
                  </a:cubicBezTo>
                  <a:cubicBezTo>
                    <a:pt x="457" y="673"/>
                    <a:pt x="700" y="855"/>
                    <a:pt x="822" y="855"/>
                  </a:cubicBezTo>
                  <a:cubicBezTo>
                    <a:pt x="913" y="825"/>
                    <a:pt x="822" y="643"/>
                    <a:pt x="639" y="399"/>
                  </a:cubicBezTo>
                  <a:cubicBezTo>
                    <a:pt x="442" y="174"/>
                    <a:pt x="219" y="1"/>
                    <a:pt x="11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68"/>
            <p:cNvSpPr/>
            <p:nvPr/>
          </p:nvSpPr>
          <p:spPr>
            <a:xfrm>
              <a:off x="4478825" y="3751125"/>
              <a:ext cx="24325" cy="22050"/>
            </a:xfrm>
            <a:custGeom>
              <a:rect b="b" l="l" r="r" t="t"/>
              <a:pathLst>
                <a:path extrusionOk="0" h="882" w="973">
                  <a:moveTo>
                    <a:pt x="122" y="0"/>
                  </a:moveTo>
                  <a:cubicBezTo>
                    <a:pt x="0" y="0"/>
                    <a:pt x="61" y="182"/>
                    <a:pt x="243" y="426"/>
                  </a:cubicBezTo>
                  <a:cubicBezTo>
                    <a:pt x="395" y="638"/>
                    <a:pt x="608" y="790"/>
                    <a:pt x="851" y="882"/>
                  </a:cubicBezTo>
                  <a:cubicBezTo>
                    <a:pt x="973" y="882"/>
                    <a:pt x="912" y="669"/>
                    <a:pt x="730" y="426"/>
                  </a:cubicBezTo>
                  <a:cubicBezTo>
                    <a:pt x="578" y="213"/>
                    <a:pt x="365" y="61"/>
                    <a:pt x="122"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68"/>
            <p:cNvSpPr/>
            <p:nvPr/>
          </p:nvSpPr>
          <p:spPr>
            <a:xfrm>
              <a:off x="4535800" y="3752625"/>
              <a:ext cx="25875" cy="22075"/>
            </a:xfrm>
            <a:custGeom>
              <a:rect b="b" l="l" r="r" t="t"/>
              <a:pathLst>
                <a:path extrusionOk="0" h="883" w="1035">
                  <a:moveTo>
                    <a:pt x="153" y="1"/>
                  </a:moveTo>
                  <a:cubicBezTo>
                    <a:pt x="1" y="1"/>
                    <a:pt x="31" y="183"/>
                    <a:pt x="244" y="426"/>
                  </a:cubicBezTo>
                  <a:cubicBezTo>
                    <a:pt x="396" y="639"/>
                    <a:pt x="609" y="791"/>
                    <a:pt x="882" y="882"/>
                  </a:cubicBezTo>
                  <a:cubicBezTo>
                    <a:pt x="1034" y="882"/>
                    <a:pt x="1004" y="700"/>
                    <a:pt x="791" y="457"/>
                  </a:cubicBezTo>
                  <a:cubicBezTo>
                    <a:pt x="639" y="244"/>
                    <a:pt x="396" y="62"/>
                    <a:pt x="15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68"/>
            <p:cNvSpPr/>
            <p:nvPr/>
          </p:nvSpPr>
          <p:spPr>
            <a:xfrm>
              <a:off x="4598250" y="3757100"/>
              <a:ext cx="25725" cy="22150"/>
            </a:xfrm>
            <a:custGeom>
              <a:rect b="b" l="l" r="r" t="t"/>
              <a:pathLst>
                <a:path extrusionOk="0" h="886" w="1029">
                  <a:moveTo>
                    <a:pt x="117" y="1"/>
                  </a:moveTo>
                  <a:cubicBezTo>
                    <a:pt x="1" y="1"/>
                    <a:pt x="39" y="174"/>
                    <a:pt x="208" y="399"/>
                  </a:cubicBezTo>
                  <a:cubicBezTo>
                    <a:pt x="391" y="643"/>
                    <a:pt x="603" y="795"/>
                    <a:pt x="877" y="886"/>
                  </a:cubicBezTo>
                  <a:cubicBezTo>
                    <a:pt x="1029" y="886"/>
                    <a:pt x="998" y="703"/>
                    <a:pt x="786" y="460"/>
                  </a:cubicBezTo>
                  <a:cubicBezTo>
                    <a:pt x="634" y="247"/>
                    <a:pt x="421" y="95"/>
                    <a:pt x="147" y="4"/>
                  </a:cubicBezTo>
                  <a:cubicBezTo>
                    <a:pt x="136" y="2"/>
                    <a:pt x="126" y="1"/>
                    <a:pt x="117"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68"/>
            <p:cNvSpPr/>
            <p:nvPr/>
          </p:nvSpPr>
          <p:spPr>
            <a:xfrm>
              <a:off x="4662725" y="3764800"/>
              <a:ext cx="25725" cy="21375"/>
            </a:xfrm>
            <a:custGeom>
              <a:rect b="b" l="l" r="r" t="t"/>
              <a:pathLst>
                <a:path extrusionOk="0" h="855" w="1029">
                  <a:moveTo>
                    <a:pt x="182" y="0"/>
                  </a:moveTo>
                  <a:cubicBezTo>
                    <a:pt x="0" y="0"/>
                    <a:pt x="30" y="152"/>
                    <a:pt x="213" y="395"/>
                  </a:cubicBezTo>
                  <a:cubicBezTo>
                    <a:pt x="395" y="608"/>
                    <a:pt x="608" y="760"/>
                    <a:pt x="882" y="851"/>
                  </a:cubicBezTo>
                  <a:cubicBezTo>
                    <a:pt x="893" y="854"/>
                    <a:pt x="903" y="855"/>
                    <a:pt x="912" y="855"/>
                  </a:cubicBezTo>
                  <a:cubicBezTo>
                    <a:pt x="1028" y="855"/>
                    <a:pt x="990" y="684"/>
                    <a:pt x="821" y="487"/>
                  </a:cubicBezTo>
                  <a:cubicBezTo>
                    <a:pt x="669" y="274"/>
                    <a:pt x="426" y="91"/>
                    <a:pt x="182"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68"/>
            <p:cNvSpPr/>
            <p:nvPr/>
          </p:nvSpPr>
          <p:spPr>
            <a:xfrm>
              <a:off x="4729625" y="3775325"/>
              <a:ext cx="24925" cy="20725"/>
            </a:xfrm>
            <a:custGeom>
              <a:rect b="b" l="l" r="r" t="t"/>
              <a:pathLst>
                <a:path extrusionOk="0" h="829" w="997">
                  <a:moveTo>
                    <a:pt x="115" y="1"/>
                  </a:moveTo>
                  <a:cubicBezTo>
                    <a:pt x="0" y="1"/>
                    <a:pt x="14" y="147"/>
                    <a:pt x="181" y="369"/>
                  </a:cubicBezTo>
                  <a:cubicBezTo>
                    <a:pt x="333" y="582"/>
                    <a:pt x="576" y="734"/>
                    <a:pt x="820" y="825"/>
                  </a:cubicBezTo>
                  <a:cubicBezTo>
                    <a:pt x="833" y="828"/>
                    <a:pt x="845" y="829"/>
                    <a:pt x="856" y="829"/>
                  </a:cubicBezTo>
                  <a:cubicBezTo>
                    <a:pt x="997" y="829"/>
                    <a:pt x="958" y="658"/>
                    <a:pt x="789" y="461"/>
                  </a:cubicBezTo>
                  <a:cubicBezTo>
                    <a:pt x="637" y="248"/>
                    <a:pt x="394" y="96"/>
                    <a:pt x="151" y="5"/>
                  </a:cubicBezTo>
                  <a:cubicBezTo>
                    <a:pt x="138" y="2"/>
                    <a:pt x="126" y="1"/>
                    <a:pt x="11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68"/>
            <p:cNvSpPr/>
            <p:nvPr/>
          </p:nvSpPr>
          <p:spPr>
            <a:xfrm>
              <a:off x="4797300" y="3787300"/>
              <a:ext cx="24225" cy="20175"/>
            </a:xfrm>
            <a:custGeom>
              <a:rect b="b" l="l" r="r" t="t"/>
              <a:pathLst>
                <a:path extrusionOk="0" h="807" w="969">
                  <a:moveTo>
                    <a:pt x="116" y="0"/>
                  </a:moveTo>
                  <a:cubicBezTo>
                    <a:pt x="0" y="0"/>
                    <a:pt x="21" y="162"/>
                    <a:pt x="179" y="346"/>
                  </a:cubicBezTo>
                  <a:cubicBezTo>
                    <a:pt x="331" y="559"/>
                    <a:pt x="544" y="711"/>
                    <a:pt x="818" y="802"/>
                  </a:cubicBezTo>
                  <a:cubicBezTo>
                    <a:pt x="831" y="805"/>
                    <a:pt x="843" y="806"/>
                    <a:pt x="853" y="806"/>
                  </a:cubicBezTo>
                  <a:cubicBezTo>
                    <a:pt x="968" y="806"/>
                    <a:pt x="954" y="663"/>
                    <a:pt x="787" y="468"/>
                  </a:cubicBezTo>
                  <a:cubicBezTo>
                    <a:pt x="635" y="255"/>
                    <a:pt x="423" y="73"/>
                    <a:pt x="179" y="12"/>
                  </a:cubicBezTo>
                  <a:cubicBezTo>
                    <a:pt x="155" y="4"/>
                    <a:pt x="134" y="0"/>
                    <a:pt x="116"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68"/>
            <p:cNvSpPr/>
            <p:nvPr/>
          </p:nvSpPr>
          <p:spPr>
            <a:xfrm>
              <a:off x="4865650" y="3800400"/>
              <a:ext cx="24250" cy="19225"/>
            </a:xfrm>
            <a:custGeom>
              <a:rect b="b" l="l" r="r" t="t"/>
              <a:pathLst>
                <a:path extrusionOk="0" h="769" w="970">
                  <a:moveTo>
                    <a:pt x="138" y="1"/>
                  </a:moveTo>
                  <a:cubicBezTo>
                    <a:pt x="0" y="1"/>
                    <a:pt x="14" y="145"/>
                    <a:pt x="181" y="339"/>
                  </a:cubicBezTo>
                  <a:cubicBezTo>
                    <a:pt x="333" y="522"/>
                    <a:pt x="546" y="673"/>
                    <a:pt x="789" y="765"/>
                  </a:cubicBezTo>
                  <a:cubicBezTo>
                    <a:pt x="805" y="767"/>
                    <a:pt x="819" y="769"/>
                    <a:pt x="832" y="769"/>
                  </a:cubicBezTo>
                  <a:cubicBezTo>
                    <a:pt x="970" y="769"/>
                    <a:pt x="956" y="627"/>
                    <a:pt x="789" y="461"/>
                  </a:cubicBezTo>
                  <a:cubicBezTo>
                    <a:pt x="637" y="248"/>
                    <a:pt x="424" y="96"/>
                    <a:pt x="181" y="5"/>
                  </a:cubicBezTo>
                  <a:cubicBezTo>
                    <a:pt x="165" y="2"/>
                    <a:pt x="151" y="1"/>
                    <a:pt x="138"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68"/>
            <p:cNvSpPr/>
            <p:nvPr/>
          </p:nvSpPr>
          <p:spPr>
            <a:xfrm>
              <a:off x="4934850" y="3814600"/>
              <a:ext cx="23600" cy="18175"/>
            </a:xfrm>
            <a:custGeom>
              <a:rect b="b" l="l" r="r" t="t"/>
              <a:pathLst>
                <a:path extrusionOk="0" h="727" w="944">
                  <a:moveTo>
                    <a:pt x="108" y="1"/>
                  </a:moveTo>
                  <a:cubicBezTo>
                    <a:pt x="0" y="1"/>
                    <a:pt x="20" y="133"/>
                    <a:pt x="149" y="288"/>
                  </a:cubicBezTo>
                  <a:cubicBezTo>
                    <a:pt x="331" y="501"/>
                    <a:pt x="544" y="653"/>
                    <a:pt x="787" y="713"/>
                  </a:cubicBezTo>
                  <a:cubicBezTo>
                    <a:pt x="810" y="723"/>
                    <a:pt x="831" y="727"/>
                    <a:pt x="848" y="727"/>
                  </a:cubicBezTo>
                  <a:cubicBezTo>
                    <a:pt x="943" y="727"/>
                    <a:pt x="941" y="594"/>
                    <a:pt x="787" y="440"/>
                  </a:cubicBezTo>
                  <a:cubicBezTo>
                    <a:pt x="635" y="227"/>
                    <a:pt x="422" y="75"/>
                    <a:pt x="179" y="14"/>
                  </a:cubicBezTo>
                  <a:cubicBezTo>
                    <a:pt x="151" y="5"/>
                    <a:pt x="128" y="1"/>
                    <a:pt x="108"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68"/>
            <p:cNvSpPr/>
            <p:nvPr/>
          </p:nvSpPr>
          <p:spPr>
            <a:xfrm>
              <a:off x="5004300" y="3828500"/>
              <a:ext cx="23150" cy="17750"/>
            </a:xfrm>
            <a:custGeom>
              <a:rect b="b" l="l" r="r" t="t"/>
              <a:pathLst>
                <a:path extrusionOk="0" h="710" w="926">
                  <a:moveTo>
                    <a:pt x="124" y="1"/>
                  </a:moveTo>
                  <a:cubicBezTo>
                    <a:pt x="11" y="1"/>
                    <a:pt x="0" y="118"/>
                    <a:pt x="137" y="309"/>
                  </a:cubicBezTo>
                  <a:cubicBezTo>
                    <a:pt x="289" y="492"/>
                    <a:pt x="501" y="613"/>
                    <a:pt x="745" y="705"/>
                  </a:cubicBezTo>
                  <a:cubicBezTo>
                    <a:pt x="763" y="708"/>
                    <a:pt x="780" y="709"/>
                    <a:pt x="795" y="709"/>
                  </a:cubicBezTo>
                  <a:cubicBezTo>
                    <a:pt x="925" y="709"/>
                    <a:pt x="911" y="595"/>
                    <a:pt x="775" y="431"/>
                  </a:cubicBezTo>
                  <a:cubicBezTo>
                    <a:pt x="623" y="218"/>
                    <a:pt x="410" y="97"/>
                    <a:pt x="167" y="5"/>
                  </a:cubicBezTo>
                  <a:cubicBezTo>
                    <a:pt x="152" y="2"/>
                    <a:pt x="137" y="1"/>
                    <a:pt x="12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68"/>
            <p:cNvSpPr/>
            <p:nvPr/>
          </p:nvSpPr>
          <p:spPr>
            <a:xfrm>
              <a:off x="5073450" y="3842175"/>
              <a:ext cx="22350" cy="17200"/>
            </a:xfrm>
            <a:custGeom>
              <a:rect b="b" l="l" r="r" t="t"/>
              <a:pathLst>
                <a:path extrusionOk="0" h="688" w="894">
                  <a:moveTo>
                    <a:pt x="124" y="1"/>
                  </a:moveTo>
                  <a:cubicBezTo>
                    <a:pt x="11" y="1"/>
                    <a:pt x="0" y="116"/>
                    <a:pt x="137" y="279"/>
                  </a:cubicBezTo>
                  <a:cubicBezTo>
                    <a:pt x="289" y="461"/>
                    <a:pt x="501" y="613"/>
                    <a:pt x="714" y="674"/>
                  </a:cubicBezTo>
                  <a:cubicBezTo>
                    <a:pt x="742" y="684"/>
                    <a:pt x="766" y="688"/>
                    <a:pt x="785" y="688"/>
                  </a:cubicBezTo>
                  <a:cubicBezTo>
                    <a:pt x="893" y="688"/>
                    <a:pt x="873" y="555"/>
                    <a:pt x="745" y="401"/>
                  </a:cubicBezTo>
                  <a:cubicBezTo>
                    <a:pt x="593" y="218"/>
                    <a:pt x="410" y="97"/>
                    <a:pt x="167" y="6"/>
                  </a:cubicBezTo>
                  <a:cubicBezTo>
                    <a:pt x="151" y="2"/>
                    <a:pt x="137" y="1"/>
                    <a:pt x="12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68"/>
            <p:cNvSpPr/>
            <p:nvPr/>
          </p:nvSpPr>
          <p:spPr>
            <a:xfrm>
              <a:off x="5141925" y="3855075"/>
              <a:ext cx="21950" cy="16250"/>
            </a:xfrm>
            <a:custGeom>
              <a:rect b="b" l="l" r="r" t="t"/>
              <a:pathLst>
                <a:path extrusionOk="0" h="650" w="878">
                  <a:moveTo>
                    <a:pt x="112" y="0"/>
                  </a:moveTo>
                  <a:cubicBezTo>
                    <a:pt x="7" y="0"/>
                    <a:pt x="1" y="90"/>
                    <a:pt x="133" y="249"/>
                  </a:cubicBezTo>
                  <a:cubicBezTo>
                    <a:pt x="255" y="432"/>
                    <a:pt x="468" y="553"/>
                    <a:pt x="711" y="645"/>
                  </a:cubicBezTo>
                  <a:cubicBezTo>
                    <a:pt x="727" y="648"/>
                    <a:pt x="741" y="649"/>
                    <a:pt x="754" y="649"/>
                  </a:cubicBezTo>
                  <a:cubicBezTo>
                    <a:pt x="867" y="649"/>
                    <a:pt x="878" y="535"/>
                    <a:pt x="741" y="371"/>
                  </a:cubicBezTo>
                  <a:cubicBezTo>
                    <a:pt x="589" y="189"/>
                    <a:pt x="407" y="67"/>
                    <a:pt x="164" y="6"/>
                  </a:cubicBezTo>
                  <a:cubicBezTo>
                    <a:pt x="144" y="2"/>
                    <a:pt x="127" y="0"/>
                    <a:pt x="112"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68"/>
            <p:cNvSpPr/>
            <p:nvPr/>
          </p:nvSpPr>
          <p:spPr>
            <a:xfrm>
              <a:off x="5208725" y="3866500"/>
              <a:ext cx="21600" cy="14725"/>
            </a:xfrm>
            <a:custGeom>
              <a:rect b="b" l="l" r="r" t="t"/>
              <a:pathLst>
                <a:path extrusionOk="0" h="589" w="864">
                  <a:moveTo>
                    <a:pt x="123" y="1"/>
                  </a:moveTo>
                  <a:cubicBezTo>
                    <a:pt x="10" y="1"/>
                    <a:pt x="0" y="112"/>
                    <a:pt x="136" y="248"/>
                  </a:cubicBezTo>
                  <a:cubicBezTo>
                    <a:pt x="258" y="431"/>
                    <a:pt x="470" y="552"/>
                    <a:pt x="683" y="583"/>
                  </a:cubicBezTo>
                  <a:cubicBezTo>
                    <a:pt x="706" y="587"/>
                    <a:pt x="727" y="588"/>
                    <a:pt x="744" y="588"/>
                  </a:cubicBezTo>
                  <a:cubicBezTo>
                    <a:pt x="864" y="588"/>
                    <a:pt x="850" y="499"/>
                    <a:pt x="744" y="340"/>
                  </a:cubicBezTo>
                  <a:cubicBezTo>
                    <a:pt x="592" y="157"/>
                    <a:pt x="379" y="66"/>
                    <a:pt x="167" y="5"/>
                  </a:cubicBezTo>
                  <a:cubicBezTo>
                    <a:pt x="151" y="2"/>
                    <a:pt x="136" y="1"/>
                    <a:pt x="12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68"/>
            <p:cNvSpPr/>
            <p:nvPr/>
          </p:nvSpPr>
          <p:spPr>
            <a:xfrm>
              <a:off x="5274750" y="3875625"/>
              <a:ext cx="20975" cy="14575"/>
            </a:xfrm>
            <a:custGeom>
              <a:rect b="b" l="l" r="r" t="t"/>
              <a:pathLst>
                <a:path extrusionOk="0" h="583" w="839">
                  <a:moveTo>
                    <a:pt x="126" y="0"/>
                  </a:moveTo>
                  <a:cubicBezTo>
                    <a:pt x="13" y="0"/>
                    <a:pt x="0" y="112"/>
                    <a:pt x="109" y="248"/>
                  </a:cubicBezTo>
                  <a:cubicBezTo>
                    <a:pt x="261" y="400"/>
                    <a:pt x="444" y="522"/>
                    <a:pt x="656" y="582"/>
                  </a:cubicBezTo>
                  <a:cubicBezTo>
                    <a:pt x="808" y="582"/>
                    <a:pt x="839" y="461"/>
                    <a:pt x="717" y="309"/>
                  </a:cubicBezTo>
                  <a:cubicBezTo>
                    <a:pt x="565" y="157"/>
                    <a:pt x="383" y="35"/>
                    <a:pt x="170" y="5"/>
                  </a:cubicBezTo>
                  <a:cubicBezTo>
                    <a:pt x="154" y="2"/>
                    <a:pt x="140" y="0"/>
                    <a:pt x="126"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68"/>
            <p:cNvSpPr/>
            <p:nvPr/>
          </p:nvSpPr>
          <p:spPr>
            <a:xfrm>
              <a:off x="5338250" y="3881825"/>
              <a:ext cx="20525" cy="13800"/>
            </a:xfrm>
            <a:custGeom>
              <a:rect b="b" l="l" r="r" t="t"/>
              <a:pathLst>
                <a:path extrusionOk="0" h="552" w="821">
                  <a:moveTo>
                    <a:pt x="183" y="0"/>
                  </a:moveTo>
                  <a:cubicBezTo>
                    <a:pt x="31" y="0"/>
                    <a:pt x="1" y="91"/>
                    <a:pt x="122" y="274"/>
                  </a:cubicBezTo>
                  <a:cubicBezTo>
                    <a:pt x="274" y="426"/>
                    <a:pt x="457" y="517"/>
                    <a:pt x="639" y="547"/>
                  </a:cubicBezTo>
                  <a:cubicBezTo>
                    <a:pt x="658" y="550"/>
                    <a:pt x="675" y="552"/>
                    <a:pt x="690" y="552"/>
                  </a:cubicBezTo>
                  <a:cubicBezTo>
                    <a:pt x="820" y="552"/>
                    <a:pt x="809" y="440"/>
                    <a:pt x="700" y="304"/>
                  </a:cubicBezTo>
                  <a:cubicBezTo>
                    <a:pt x="548" y="152"/>
                    <a:pt x="366" y="30"/>
                    <a:pt x="18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68"/>
            <p:cNvSpPr/>
            <p:nvPr/>
          </p:nvSpPr>
          <p:spPr>
            <a:xfrm>
              <a:off x="5399800" y="3884850"/>
              <a:ext cx="19800" cy="13700"/>
            </a:xfrm>
            <a:custGeom>
              <a:rect b="b" l="l" r="r" t="t"/>
              <a:pathLst>
                <a:path extrusionOk="0" h="548" w="792">
                  <a:moveTo>
                    <a:pt x="183" y="1"/>
                  </a:moveTo>
                  <a:cubicBezTo>
                    <a:pt x="31" y="1"/>
                    <a:pt x="1" y="122"/>
                    <a:pt x="122" y="244"/>
                  </a:cubicBezTo>
                  <a:cubicBezTo>
                    <a:pt x="274" y="396"/>
                    <a:pt x="457" y="517"/>
                    <a:pt x="639" y="548"/>
                  </a:cubicBezTo>
                  <a:cubicBezTo>
                    <a:pt x="791" y="548"/>
                    <a:pt x="791" y="426"/>
                    <a:pt x="670" y="274"/>
                  </a:cubicBezTo>
                  <a:cubicBezTo>
                    <a:pt x="548" y="122"/>
                    <a:pt x="366" y="31"/>
                    <a:pt x="18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68"/>
            <p:cNvSpPr/>
            <p:nvPr/>
          </p:nvSpPr>
          <p:spPr>
            <a:xfrm>
              <a:off x="3152800" y="3835350"/>
              <a:ext cx="14475" cy="13050"/>
            </a:xfrm>
            <a:custGeom>
              <a:rect b="b" l="l" r="r" t="t"/>
              <a:pathLst>
                <a:path extrusionOk="0" h="522" w="579">
                  <a:moveTo>
                    <a:pt x="321" y="0"/>
                  </a:moveTo>
                  <a:cubicBezTo>
                    <a:pt x="306" y="0"/>
                    <a:pt x="290" y="2"/>
                    <a:pt x="274" y="5"/>
                  </a:cubicBezTo>
                  <a:cubicBezTo>
                    <a:pt x="122" y="5"/>
                    <a:pt x="1" y="127"/>
                    <a:pt x="1" y="279"/>
                  </a:cubicBezTo>
                  <a:cubicBezTo>
                    <a:pt x="1" y="431"/>
                    <a:pt x="122" y="522"/>
                    <a:pt x="274" y="522"/>
                  </a:cubicBezTo>
                  <a:cubicBezTo>
                    <a:pt x="426" y="522"/>
                    <a:pt x="548" y="400"/>
                    <a:pt x="578" y="248"/>
                  </a:cubicBezTo>
                  <a:cubicBezTo>
                    <a:pt x="551" y="112"/>
                    <a:pt x="451" y="0"/>
                    <a:pt x="32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68"/>
            <p:cNvSpPr/>
            <p:nvPr/>
          </p:nvSpPr>
          <p:spPr>
            <a:xfrm>
              <a:off x="3214350" y="3833175"/>
              <a:ext cx="14475" cy="13700"/>
            </a:xfrm>
            <a:custGeom>
              <a:rect b="b" l="l" r="r" t="t"/>
              <a:pathLst>
                <a:path extrusionOk="0" h="548" w="579">
                  <a:moveTo>
                    <a:pt x="274" y="1"/>
                  </a:moveTo>
                  <a:cubicBezTo>
                    <a:pt x="122" y="1"/>
                    <a:pt x="1" y="153"/>
                    <a:pt x="1" y="274"/>
                  </a:cubicBezTo>
                  <a:cubicBezTo>
                    <a:pt x="1" y="457"/>
                    <a:pt x="122" y="548"/>
                    <a:pt x="305" y="548"/>
                  </a:cubicBezTo>
                  <a:cubicBezTo>
                    <a:pt x="426" y="548"/>
                    <a:pt x="578" y="426"/>
                    <a:pt x="578" y="274"/>
                  </a:cubicBezTo>
                  <a:cubicBezTo>
                    <a:pt x="548" y="122"/>
                    <a:pt x="426" y="1"/>
                    <a:pt x="27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68"/>
            <p:cNvSpPr/>
            <p:nvPr/>
          </p:nvSpPr>
          <p:spPr>
            <a:xfrm>
              <a:off x="3278200" y="3831550"/>
              <a:ext cx="15200" cy="13050"/>
            </a:xfrm>
            <a:custGeom>
              <a:rect b="b" l="l" r="r" t="t"/>
              <a:pathLst>
                <a:path extrusionOk="0" h="522" w="608">
                  <a:moveTo>
                    <a:pt x="321" y="0"/>
                  </a:moveTo>
                  <a:cubicBezTo>
                    <a:pt x="305" y="0"/>
                    <a:pt x="289" y="2"/>
                    <a:pt x="274" y="5"/>
                  </a:cubicBezTo>
                  <a:cubicBezTo>
                    <a:pt x="258" y="2"/>
                    <a:pt x="243" y="0"/>
                    <a:pt x="228" y="0"/>
                  </a:cubicBezTo>
                  <a:cubicBezTo>
                    <a:pt x="98" y="0"/>
                    <a:pt x="0" y="115"/>
                    <a:pt x="0" y="279"/>
                  </a:cubicBezTo>
                  <a:cubicBezTo>
                    <a:pt x="30" y="431"/>
                    <a:pt x="182" y="522"/>
                    <a:pt x="334" y="522"/>
                  </a:cubicBezTo>
                  <a:cubicBezTo>
                    <a:pt x="486" y="522"/>
                    <a:pt x="608" y="400"/>
                    <a:pt x="608" y="248"/>
                  </a:cubicBezTo>
                  <a:cubicBezTo>
                    <a:pt x="581" y="112"/>
                    <a:pt x="456" y="0"/>
                    <a:pt x="32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68"/>
            <p:cNvSpPr/>
            <p:nvPr/>
          </p:nvSpPr>
          <p:spPr>
            <a:xfrm>
              <a:off x="3343550" y="3828500"/>
              <a:ext cx="15975" cy="13075"/>
            </a:xfrm>
            <a:custGeom>
              <a:rect b="b" l="l" r="r" t="t"/>
              <a:pathLst>
                <a:path extrusionOk="0" h="523" w="639">
                  <a:moveTo>
                    <a:pt x="321" y="1"/>
                  </a:moveTo>
                  <a:cubicBezTo>
                    <a:pt x="305" y="1"/>
                    <a:pt x="290" y="2"/>
                    <a:pt x="274" y="5"/>
                  </a:cubicBezTo>
                  <a:cubicBezTo>
                    <a:pt x="122" y="5"/>
                    <a:pt x="0" y="127"/>
                    <a:pt x="30" y="279"/>
                  </a:cubicBezTo>
                  <a:cubicBezTo>
                    <a:pt x="61" y="431"/>
                    <a:pt x="213" y="522"/>
                    <a:pt x="365" y="522"/>
                  </a:cubicBezTo>
                  <a:cubicBezTo>
                    <a:pt x="547" y="522"/>
                    <a:pt x="638" y="401"/>
                    <a:pt x="638" y="249"/>
                  </a:cubicBezTo>
                  <a:cubicBezTo>
                    <a:pt x="584" y="112"/>
                    <a:pt x="456" y="1"/>
                    <a:pt x="321"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68"/>
            <p:cNvSpPr/>
            <p:nvPr/>
          </p:nvSpPr>
          <p:spPr>
            <a:xfrm>
              <a:off x="3410400" y="3825575"/>
              <a:ext cx="17525" cy="12325"/>
            </a:xfrm>
            <a:custGeom>
              <a:rect b="b" l="l" r="r" t="t"/>
              <a:pathLst>
                <a:path extrusionOk="0" h="493" w="701">
                  <a:moveTo>
                    <a:pt x="274" y="1"/>
                  </a:moveTo>
                  <a:cubicBezTo>
                    <a:pt x="92" y="1"/>
                    <a:pt x="1" y="122"/>
                    <a:pt x="31" y="274"/>
                  </a:cubicBezTo>
                  <a:cubicBezTo>
                    <a:pt x="84" y="407"/>
                    <a:pt x="206" y="493"/>
                    <a:pt x="337" y="493"/>
                  </a:cubicBezTo>
                  <a:cubicBezTo>
                    <a:pt x="357" y="493"/>
                    <a:pt x="376" y="491"/>
                    <a:pt x="396" y="487"/>
                  </a:cubicBezTo>
                  <a:cubicBezTo>
                    <a:pt x="578" y="487"/>
                    <a:pt x="700" y="366"/>
                    <a:pt x="639" y="244"/>
                  </a:cubicBezTo>
                  <a:cubicBezTo>
                    <a:pt x="578" y="92"/>
                    <a:pt x="426" y="1"/>
                    <a:pt x="27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68"/>
            <p:cNvSpPr/>
            <p:nvPr/>
          </p:nvSpPr>
          <p:spPr>
            <a:xfrm>
              <a:off x="3478050" y="3822400"/>
              <a:ext cx="18250" cy="11700"/>
            </a:xfrm>
            <a:custGeom>
              <a:rect b="b" l="l" r="r" t="t"/>
              <a:pathLst>
                <a:path extrusionOk="0" h="468" w="730">
                  <a:moveTo>
                    <a:pt x="334" y="0"/>
                  </a:moveTo>
                  <a:cubicBezTo>
                    <a:pt x="313" y="0"/>
                    <a:pt x="293" y="2"/>
                    <a:pt x="274" y="6"/>
                  </a:cubicBezTo>
                  <a:cubicBezTo>
                    <a:pt x="91" y="6"/>
                    <a:pt x="0" y="128"/>
                    <a:pt x="61" y="249"/>
                  </a:cubicBezTo>
                  <a:cubicBezTo>
                    <a:pt x="114" y="382"/>
                    <a:pt x="259" y="468"/>
                    <a:pt x="396" y="468"/>
                  </a:cubicBezTo>
                  <a:cubicBezTo>
                    <a:pt x="416" y="468"/>
                    <a:pt x="436" y="466"/>
                    <a:pt x="456" y="462"/>
                  </a:cubicBezTo>
                  <a:cubicBezTo>
                    <a:pt x="638" y="462"/>
                    <a:pt x="730" y="341"/>
                    <a:pt x="669" y="219"/>
                  </a:cubicBezTo>
                  <a:cubicBezTo>
                    <a:pt x="616" y="87"/>
                    <a:pt x="471" y="0"/>
                    <a:pt x="33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68"/>
            <p:cNvSpPr/>
            <p:nvPr/>
          </p:nvSpPr>
          <p:spPr>
            <a:xfrm>
              <a:off x="3546425" y="3818750"/>
              <a:ext cx="19800" cy="11425"/>
            </a:xfrm>
            <a:custGeom>
              <a:rect b="b" l="l" r="r" t="t"/>
              <a:pathLst>
                <a:path extrusionOk="0" h="457" w="792">
                  <a:moveTo>
                    <a:pt x="274" y="0"/>
                  </a:moveTo>
                  <a:cubicBezTo>
                    <a:pt x="92" y="0"/>
                    <a:pt x="1" y="122"/>
                    <a:pt x="62" y="243"/>
                  </a:cubicBezTo>
                  <a:cubicBezTo>
                    <a:pt x="183" y="395"/>
                    <a:pt x="335" y="456"/>
                    <a:pt x="517" y="456"/>
                  </a:cubicBezTo>
                  <a:cubicBezTo>
                    <a:pt x="700" y="456"/>
                    <a:pt x="791" y="335"/>
                    <a:pt x="700" y="213"/>
                  </a:cubicBezTo>
                  <a:cubicBezTo>
                    <a:pt x="609" y="61"/>
                    <a:pt x="426" y="0"/>
                    <a:pt x="27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68"/>
            <p:cNvSpPr/>
            <p:nvPr/>
          </p:nvSpPr>
          <p:spPr>
            <a:xfrm>
              <a:off x="3615575" y="3814950"/>
              <a:ext cx="19800" cy="11425"/>
            </a:xfrm>
            <a:custGeom>
              <a:rect b="b" l="l" r="r" t="t"/>
              <a:pathLst>
                <a:path extrusionOk="0" h="457" w="792">
                  <a:moveTo>
                    <a:pt x="244" y="0"/>
                  </a:moveTo>
                  <a:cubicBezTo>
                    <a:pt x="92" y="31"/>
                    <a:pt x="1" y="122"/>
                    <a:pt x="92" y="243"/>
                  </a:cubicBezTo>
                  <a:cubicBezTo>
                    <a:pt x="183" y="395"/>
                    <a:pt x="366" y="456"/>
                    <a:pt x="548" y="456"/>
                  </a:cubicBezTo>
                  <a:cubicBezTo>
                    <a:pt x="730" y="426"/>
                    <a:pt x="791" y="335"/>
                    <a:pt x="700" y="213"/>
                  </a:cubicBezTo>
                  <a:cubicBezTo>
                    <a:pt x="578" y="61"/>
                    <a:pt x="426" y="0"/>
                    <a:pt x="24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68"/>
            <p:cNvSpPr/>
            <p:nvPr/>
          </p:nvSpPr>
          <p:spPr>
            <a:xfrm>
              <a:off x="3684725" y="3811750"/>
              <a:ext cx="20550" cy="10825"/>
            </a:xfrm>
            <a:custGeom>
              <a:rect b="b" l="l" r="r" t="t"/>
              <a:pathLst>
                <a:path extrusionOk="0" h="433" w="822">
                  <a:moveTo>
                    <a:pt x="285" y="1"/>
                  </a:moveTo>
                  <a:cubicBezTo>
                    <a:pt x="261" y="1"/>
                    <a:pt x="238" y="3"/>
                    <a:pt x="214" y="7"/>
                  </a:cubicBezTo>
                  <a:cubicBezTo>
                    <a:pt x="31" y="7"/>
                    <a:pt x="1" y="98"/>
                    <a:pt x="92" y="219"/>
                  </a:cubicBezTo>
                  <a:cubicBezTo>
                    <a:pt x="214" y="341"/>
                    <a:pt x="396" y="432"/>
                    <a:pt x="578" y="432"/>
                  </a:cubicBezTo>
                  <a:cubicBezTo>
                    <a:pt x="761" y="432"/>
                    <a:pt x="821" y="311"/>
                    <a:pt x="730" y="189"/>
                  </a:cubicBezTo>
                  <a:cubicBezTo>
                    <a:pt x="598" y="83"/>
                    <a:pt x="443" y="1"/>
                    <a:pt x="28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68"/>
            <p:cNvSpPr/>
            <p:nvPr/>
          </p:nvSpPr>
          <p:spPr>
            <a:xfrm>
              <a:off x="3753125" y="3808100"/>
              <a:ext cx="21300" cy="9900"/>
            </a:xfrm>
            <a:custGeom>
              <a:rect b="b" l="l" r="r" t="t"/>
              <a:pathLst>
                <a:path extrusionOk="0" h="396" w="852">
                  <a:moveTo>
                    <a:pt x="213" y="1"/>
                  </a:moveTo>
                  <a:cubicBezTo>
                    <a:pt x="31" y="1"/>
                    <a:pt x="0" y="92"/>
                    <a:pt x="92" y="214"/>
                  </a:cubicBezTo>
                  <a:cubicBezTo>
                    <a:pt x="244" y="335"/>
                    <a:pt x="426" y="396"/>
                    <a:pt x="639" y="396"/>
                  </a:cubicBezTo>
                  <a:cubicBezTo>
                    <a:pt x="791" y="396"/>
                    <a:pt x="851" y="305"/>
                    <a:pt x="730" y="183"/>
                  </a:cubicBezTo>
                  <a:cubicBezTo>
                    <a:pt x="578" y="62"/>
                    <a:pt x="396" y="1"/>
                    <a:pt x="21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68"/>
            <p:cNvSpPr/>
            <p:nvPr/>
          </p:nvSpPr>
          <p:spPr>
            <a:xfrm>
              <a:off x="3820750" y="3805075"/>
              <a:ext cx="22075" cy="9900"/>
            </a:xfrm>
            <a:custGeom>
              <a:rect b="b" l="l" r="r" t="t"/>
              <a:pathLst>
                <a:path extrusionOk="0" h="396" w="883">
                  <a:moveTo>
                    <a:pt x="183" y="0"/>
                  </a:moveTo>
                  <a:cubicBezTo>
                    <a:pt x="31" y="0"/>
                    <a:pt x="1" y="91"/>
                    <a:pt x="122" y="213"/>
                  </a:cubicBezTo>
                  <a:cubicBezTo>
                    <a:pt x="274" y="335"/>
                    <a:pt x="457" y="395"/>
                    <a:pt x="669" y="395"/>
                  </a:cubicBezTo>
                  <a:cubicBezTo>
                    <a:pt x="852" y="365"/>
                    <a:pt x="882" y="274"/>
                    <a:pt x="730" y="183"/>
                  </a:cubicBezTo>
                  <a:cubicBezTo>
                    <a:pt x="578" y="61"/>
                    <a:pt x="396" y="0"/>
                    <a:pt x="18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68"/>
            <p:cNvSpPr/>
            <p:nvPr/>
          </p:nvSpPr>
          <p:spPr>
            <a:xfrm>
              <a:off x="3886875" y="3802025"/>
              <a:ext cx="22050" cy="9150"/>
            </a:xfrm>
            <a:custGeom>
              <a:rect b="b" l="l" r="r" t="t"/>
              <a:pathLst>
                <a:path extrusionOk="0" h="366" w="882">
                  <a:moveTo>
                    <a:pt x="182" y="1"/>
                  </a:moveTo>
                  <a:cubicBezTo>
                    <a:pt x="30" y="1"/>
                    <a:pt x="0" y="92"/>
                    <a:pt x="152" y="213"/>
                  </a:cubicBezTo>
                  <a:cubicBezTo>
                    <a:pt x="304" y="305"/>
                    <a:pt x="517" y="365"/>
                    <a:pt x="699" y="365"/>
                  </a:cubicBezTo>
                  <a:cubicBezTo>
                    <a:pt x="881" y="365"/>
                    <a:pt x="881" y="274"/>
                    <a:pt x="760" y="183"/>
                  </a:cubicBezTo>
                  <a:cubicBezTo>
                    <a:pt x="578" y="61"/>
                    <a:pt x="395" y="1"/>
                    <a:pt x="182"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68"/>
            <p:cNvSpPr/>
            <p:nvPr/>
          </p:nvSpPr>
          <p:spPr>
            <a:xfrm>
              <a:off x="3951450" y="3799750"/>
              <a:ext cx="22825" cy="9150"/>
            </a:xfrm>
            <a:custGeom>
              <a:rect b="b" l="l" r="r" t="t"/>
              <a:pathLst>
                <a:path extrusionOk="0" h="366" w="913">
                  <a:moveTo>
                    <a:pt x="183" y="0"/>
                  </a:moveTo>
                  <a:cubicBezTo>
                    <a:pt x="31" y="0"/>
                    <a:pt x="1" y="92"/>
                    <a:pt x="183" y="183"/>
                  </a:cubicBezTo>
                  <a:cubicBezTo>
                    <a:pt x="335" y="304"/>
                    <a:pt x="548" y="365"/>
                    <a:pt x="730" y="365"/>
                  </a:cubicBezTo>
                  <a:cubicBezTo>
                    <a:pt x="913" y="365"/>
                    <a:pt x="913" y="274"/>
                    <a:pt x="730" y="152"/>
                  </a:cubicBezTo>
                  <a:cubicBezTo>
                    <a:pt x="578" y="61"/>
                    <a:pt x="365" y="0"/>
                    <a:pt x="18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68"/>
            <p:cNvSpPr/>
            <p:nvPr/>
          </p:nvSpPr>
          <p:spPr>
            <a:xfrm>
              <a:off x="4014525" y="3797475"/>
              <a:ext cx="22825" cy="9125"/>
            </a:xfrm>
            <a:custGeom>
              <a:rect b="b" l="l" r="r" t="t"/>
              <a:pathLst>
                <a:path extrusionOk="0" h="365" w="913">
                  <a:moveTo>
                    <a:pt x="183" y="0"/>
                  </a:moveTo>
                  <a:cubicBezTo>
                    <a:pt x="0" y="0"/>
                    <a:pt x="0" y="91"/>
                    <a:pt x="183" y="183"/>
                  </a:cubicBezTo>
                  <a:cubicBezTo>
                    <a:pt x="335" y="304"/>
                    <a:pt x="548" y="365"/>
                    <a:pt x="760" y="365"/>
                  </a:cubicBezTo>
                  <a:cubicBezTo>
                    <a:pt x="912" y="365"/>
                    <a:pt x="912" y="274"/>
                    <a:pt x="760" y="183"/>
                  </a:cubicBezTo>
                  <a:cubicBezTo>
                    <a:pt x="578" y="61"/>
                    <a:pt x="365" y="31"/>
                    <a:pt x="18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68"/>
            <p:cNvSpPr/>
            <p:nvPr/>
          </p:nvSpPr>
          <p:spPr>
            <a:xfrm>
              <a:off x="4073025" y="3796700"/>
              <a:ext cx="21325" cy="8400"/>
            </a:xfrm>
            <a:custGeom>
              <a:rect b="b" l="l" r="r" t="t"/>
              <a:pathLst>
                <a:path extrusionOk="0" h="336" w="853">
                  <a:moveTo>
                    <a:pt x="153" y="1"/>
                  </a:moveTo>
                  <a:cubicBezTo>
                    <a:pt x="1" y="1"/>
                    <a:pt x="31" y="62"/>
                    <a:pt x="214" y="183"/>
                  </a:cubicBezTo>
                  <a:cubicBezTo>
                    <a:pt x="366" y="274"/>
                    <a:pt x="548" y="335"/>
                    <a:pt x="730" y="335"/>
                  </a:cubicBezTo>
                  <a:cubicBezTo>
                    <a:pt x="852" y="335"/>
                    <a:pt x="822" y="274"/>
                    <a:pt x="670" y="153"/>
                  </a:cubicBezTo>
                  <a:cubicBezTo>
                    <a:pt x="518" y="62"/>
                    <a:pt x="335" y="1"/>
                    <a:pt x="15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68"/>
            <p:cNvSpPr/>
            <p:nvPr/>
          </p:nvSpPr>
          <p:spPr>
            <a:xfrm>
              <a:off x="4119400" y="3792900"/>
              <a:ext cx="19775" cy="9900"/>
            </a:xfrm>
            <a:custGeom>
              <a:rect b="b" l="l" r="r" t="t"/>
              <a:pathLst>
                <a:path extrusionOk="0" h="396" w="791">
                  <a:moveTo>
                    <a:pt x="122" y="1"/>
                  </a:moveTo>
                  <a:lnTo>
                    <a:pt x="122" y="1"/>
                  </a:lnTo>
                  <a:cubicBezTo>
                    <a:pt x="0" y="31"/>
                    <a:pt x="61" y="122"/>
                    <a:pt x="213" y="214"/>
                  </a:cubicBezTo>
                  <a:cubicBezTo>
                    <a:pt x="365" y="305"/>
                    <a:pt x="517" y="366"/>
                    <a:pt x="699" y="396"/>
                  </a:cubicBezTo>
                  <a:cubicBezTo>
                    <a:pt x="790" y="366"/>
                    <a:pt x="760" y="274"/>
                    <a:pt x="578" y="183"/>
                  </a:cubicBezTo>
                  <a:cubicBezTo>
                    <a:pt x="456" y="92"/>
                    <a:pt x="274" y="31"/>
                    <a:pt x="122"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68"/>
            <p:cNvSpPr/>
            <p:nvPr/>
          </p:nvSpPr>
          <p:spPr>
            <a:xfrm>
              <a:off x="4156625" y="3786825"/>
              <a:ext cx="18250" cy="9900"/>
            </a:xfrm>
            <a:custGeom>
              <a:rect b="b" l="l" r="r" t="t"/>
              <a:pathLst>
                <a:path extrusionOk="0" h="396" w="730">
                  <a:moveTo>
                    <a:pt x="61" y="1"/>
                  </a:moveTo>
                  <a:cubicBezTo>
                    <a:pt x="0" y="31"/>
                    <a:pt x="61" y="122"/>
                    <a:pt x="213" y="244"/>
                  </a:cubicBezTo>
                  <a:cubicBezTo>
                    <a:pt x="335" y="335"/>
                    <a:pt x="487" y="396"/>
                    <a:pt x="669" y="396"/>
                  </a:cubicBezTo>
                  <a:cubicBezTo>
                    <a:pt x="730" y="365"/>
                    <a:pt x="669" y="274"/>
                    <a:pt x="517" y="153"/>
                  </a:cubicBezTo>
                  <a:cubicBezTo>
                    <a:pt x="365" y="61"/>
                    <a:pt x="213" y="1"/>
                    <a:pt x="61"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68"/>
            <p:cNvSpPr/>
            <p:nvPr/>
          </p:nvSpPr>
          <p:spPr>
            <a:xfrm>
              <a:off x="4185500" y="3777700"/>
              <a:ext cx="17500" cy="10675"/>
            </a:xfrm>
            <a:custGeom>
              <a:rect b="b" l="l" r="r" t="t"/>
              <a:pathLst>
                <a:path extrusionOk="0" h="427" w="700">
                  <a:moveTo>
                    <a:pt x="61" y="1"/>
                  </a:moveTo>
                  <a:cubicBezTo>
                    <a:pt x="1" y="31"/>
                    <a:pt x="61" y="153"/>
                    <a:pt x="213" y="274"/>
                  </a:cubicBezTo>
                  <a:cubicBezTo>
                    <a:pt x="335" y="366"/>
                    <a:pt x="487" y="426"/>
                    <a:pt x="639" y="426"/>
                  </a:cubicBezTo>
                  <a:cubicBezTo>
                    <a:pt x="700" y="426"/>
                    <a:pt x="608" y="305"/>
                    <a:pt x="456" y="183"/>
                  </a:cubicBezTo>
                  <a:cubicBezTo>
                    <a:pt x="335" y="62"/>
                    <a:pt x="213" y="1"/>
                    <a:pt x="61"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68"/>
            <p:cNvSpPr/>
            <p:nvPr/>
          </p:nvSpPr>
          <p:spPr>
            <a:xfrm>
              <a:off x="4208300" y="3766875"/>
              <a:ext cx="16750" cy="11775"/>
            </a:xfrm>
            <a:custGeom>
              <a:rect b="b" l="l" r="r" t="t"/>
              <a:pathLst>
                <a:path extrusionOk="0" h="471" w="670">
                  <a:moveTo>
                    <a:pt x="69" y="1"/>
                  </a:moveTo>
                  <a:cubicBezTo>
                    <a:pt x="54" y="1"/>
                    <a:pt x="41" y="3"/>
                    <a:pt x="31" y="8"/>
                  </a:cubicBezTo>
                  <a:cubicBezTo>
                    <a:pt x="0" y="39"/>
                    <a:pt x="92" y="160"/>
                    <a:pt x="244" y="282"/>
                  </a:cubicBezTo>
                  <a:cubicBezTo>
                    <a:pt x="376" y="388"/>
                    <a:pt x="530" y="470"/>
                    <a:pt x="589" y="470"/>
                  </a:cubicBezTo>
                  <a:cubicBezTo>
                    <a:pt x="598" y="470"/>
                    <a:pt x="604" y="468"/>
                    <a:pt x="608" y="464"/>
                  </a:cubicBezTo>
                  <a:cubicBezTo>
                    <a:pt x="669" y="434"/>
                    <a:pt x="578" y="312"/>
                    <a:pt x="426" y="191"/>
                  </a:cubicBezTo>
                  <a:cubicBezTo>
                    <a:pt x="274" y="64"/>
                    <a:pt x="143" y="1"/>
                    <a:pt x="69"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68"/>
            <p:cNvSpPr/>
            <p:nvPr/>
          </p:nvSpPr>
          <p:spPr>
            <a:xfrm>
              <a:off x="4225775" y="3754000"/>
              <a:ext cx="16750" cy="13250"/>
            </a:xfrm>
            <a:custGeom>
              <a:rect b="b" l="l" r="r" t="t"/>
              <a:pathLst>
                <a:path extrusionOk="0" h="530" w="670">
                  <a:moveTo>
                    <a:pt x="59" y="1"/>
                  </a:moveTo>
                  <a:cubicBezTo>
                    <a:pt x="48" y="1"/>
                    <a:pt x="39" y="3"/>
                    <a:pt x="31" y="7"/>
                  </a:cubicBezTo>
                  <a:cubicBezTo>
                    <a:pt x="1" y="67"/>
                    <a:pt x="92" y="189"/>
                    <a:pt x="244" y="341"/>
                  </a:cubicBezTo>
                  <a:cubicBezTo>
                    <a:pt x="402" y="447"/>
                    <a:pt x="560" y="529"/>
                    <a:pt x="619" y="529"/>
                  </a:cubicBezTo>
                  <a:cubicBezTo>
                    <a:pt x="628" y="529"/>
                    <a:pt x="635" y="527"/>
                    <a:pt x="639" y="523"/>
                  </a:cubicBezTo>
                  <a:cubicBezTo>
                    <a:pt x="669" y="493"/>
                    <a:pt x="608" y="371"/>
                    <a:pt x="426" y="219"/>
                  </a:cubicBezTo>
                  <a:cubicBezTo>
                    <a:pt x="267" y="87"/>
                    <a:pt x="131" y="1"/>
                    <a:pt x="59"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68"/>
            <p:cNvSpPr/>
            <p:nvPr/>
          </p:nvSpPr>
          <p:spPr>
            <a:xfrm>
              <a:off x="4240975" y="3741600"/>
              <a:ext cx="17500" cy="14250"/>
            </a:xfrm>
            <a:custGeom>
              <a:rect b="b" l="l" r="r" t="t"/>
              <a:pathLst>
                <a:path extrusionOk="0" h="570" w="700">
                  <a:moveTo>
                    <a:pt x="72" y="0"/>
                  </a:moveTo>
                  <a:cubicBezTo>
                    <a:pt x="56" y="0"/>
                    <a:pt x="42" y="5"/>
                    <a:pt x="31" y="16"/>
                  </a:cubicBezTo>
                  <a:cubicBezTo>
                    <a:pt x="0" y="47"/>
                    <a:pt x="92" y="199"/>
                    <a:pt x="274" y="351"/>
                  </a:cubicBezTo>
                  <a:cubicBezTo>
                    <a:pt x="406" y="483"/>
                    <a:pt x="562" y="569"/>
                    <a:pt x="620" y="569"/>
                  </a:cubicBezTo>
                  <a:cubicBezTo>
                    <a:pt x="628" y="569"/>
                    <a:pt x="635" y="567"/>
                    <a:pt x="639" y="563"/>
                  </a:cubicBezTo>
                  <a:cubicBezTo>
                    <a:pt x="700" y="533"/>
                    <a:pt x="548" y="381"/>
                    <a:pt x="396" y="229"/>
                  </a:cubicBezTo>
                  <a:cubicBezTo>
                    <a:pt x="271" y="104"/>
                    <a:pt x="146" y="0"/>
                    <a:pt x="72"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68"/>
            <p:cNvSpPr/>
            <p:nvPr/>
          </p:nvSpPr>
          <p:spPr>
            <a:xfrm>
              <a:off x="4256175" y="3727150"/>
              <a:ext cx="16750" cy="15775"/>
            </a:xfrm>
            <a:custGeom>
              <a:rect b="b" l="l" r="r" t="t"/>
              <a:pathLst>
                <a:path extrusionOk="0" h="631" w="670">
                  <a:moveTo>
                    <a:pt x="60" y="1"/>
                  </a:moveTo>
                  <a:cubicBezTo>
                    <a:pt x="46" y="1"/>
                    <a:pt x="36" y="6"/>
                    <a:pt x="31" y="17"/>
                  </a:cubicBezTo>
                  <a:cubicBezTo>
                    <a:pt x="0" y="47"/>
                    <a:pt x="92" y="230"/>
                    <a:pt x="274" y="382"/>
                  </a:cubicBezTo>
                  <a:cubicBezTo>
                    <a:pt x="407" y="541"/>
                    <a:pt x="539" y="630"/>
                    <a:pt x="591" y="630"/>
                  </a:cubicBezTo>
                  <a:cubicBezTo>
                    <a:pt x="599" y="630"/>
                    <a:pt x="604" y="629"/>
                    <a:pt x="608" y="625"/>
                  </a:cubicBezTo>
                  <a:cubicBezTo>
                    <a:pt x="669" y="594"/>
                    <a:pt x="547" y="412"/>
                    <a:pt x="395" y="260"/>
                  </a:cubicBezTo>
                  <a:cubicBezTo>
                    <a:pt x="270" y="110"/>
                    <a:pt x="125" y="1"/>
                    <a:pt x="60"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68"/>
            <p:cNvSpPr/>
            <p:nvPr/>
          </p:nvSpPr>
          <p:spPr>
            <a:xfrm>
              <a:off x="4271375" y="3714525"/>
              <a:ext cx="16725" cy="16225"/>
            </a:xfrm>
            <a:custGeom>
              <a:rect b="b" l="l" r="r" t="t"/>
              <a:pathLst>
                <a:path extrusionOk="0" h="649" w="669">
                  <a:moveTo>
                    <a:pt x="52" y="0"/>
                  </a:moveTo>
                  <a:cubicBezTo>
                    <a:pt x="44" y="0"/>
                    <a:pt x="37" y="2"/>
                    <a:pt x="31" y="5"/>
                  </a:cubicBezTo>
                  <a:cubicBezTo>
                    <a:pt x="0" y="35"/>
                    <a:pt x="91" y="187"/>
                    <a:pt x="243" y="370"/>
                  </a:cubicBezTo>
                  <a:cubicBezTo>
                    <a:pt x="407" y="533"/>
                    <a:pt x="546" y="648"/>
                    <a:pt x="617" y="648"/>
                  </a:cubicBezTo>
                  <a:cubicBezTo>
                    <a:pt x="625" y="648"/>
                    <a:pt x="632" y="647"/>
                    <a:pt x="639" y="643"/>
                  </a:cubicBezTo>
                  <a:cubicBezTo>
                    <a:pt x="669" y="613"/>
                    <a:pt x="608" y="461"/>
                    <a:pt x="426" y="279"/>
                  </a:cubicBezTo>
                  <a:cubicBezTo>
                    <a:pt x="262" y="115"/>
                    <a:pt x="123" y="0"/>
                    <a:pt x="52"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68"/>
            <p:cNvSpPr/>
            <p:nvPr/>
          </p:nvSpPr>
          <p:spPr>
            <a:xfrm>
              <a:off x="4289600" y="3701725"/>
              <a:ext cx="16750" cy="18250"/>
            </a:xfrm>
            <a:custGeom>
              <a:rect b="b" l="l" r="r" t="t"/>
              <a:pathLst>
                <a:path extrusionOk="0" h="730" w="670">
                  <a:moveTo>
                    <a:pt x="31" y="0"/>
                  </a:moveTo>
                  <a:cubicBezTo>
                    <a:pt x="1" y="31"/>
                    <a:pt x="92" y="213"/>
                    <a:pt x="244" y="426"/>
                  </a:cubicBezTo>
                  <a:cubicBezTo>
                    <a:pt x="396" y="608"/>
                    <a:pt x="578" y="730"/>
                    <a:pt x="639" y="730"/>
                  </a:cubicBezTo>
                  <a:cubicBezTo>
                    <a:pt x="669" y="699"/>
                    <a:pt x="578" y="517"/>
                    <a:pt x="426" y="304"/>
                  </a:cubicBezTo>
                  <a:cubicBezTo>
                    <a:pt x="274" y="122"/>
                    <a:pt x="92" y="0"/>
                    <a:pt x="3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68"/>
            <p:cNvSpPr/>
            <p:nvPr/>
          </p:nvSpPr>
          <p:spPr>
            <a:xfrm>
              <a:off x="4311650" y="3690975"/>
              <a:ext cx="17500" cy="18475"/>
            </a:xfrm>
            <a:custGeom>
              <a:rect b="b" l="l" r="r" t="t"/>
              <a:pathLst>
                <a:path extrusionOk="0" h="739" w="700">
                  <a:moveTo>
                    <a:pt x="79" y="1"/>
                  </a:moveTo>
                  <a:cubicBezTo>
                    <a:pt x="72" y="1"/>
                    <a:pt x="66" y="2"/>
                    <a:pt x="61" y="5"/>
                  </a:cubicBezTo>
                  <a:cubicBezTo>
                    <a:pt x="0" y="35"/>
                    <a:pt x="61" y="218"/>
                    <a:pt x="213" y="430"/>
                  </a:cubicBezTo>
                  <a:cubicBezTo>
                    <a:pt x="380" y="597"/>
                    <a:pt x="546" y="738"/>
                    <a:pt x="620" y="738"/>
                  </a:cubicBezTo>
                  <a:cubicBezTo>
                    <a:pt x="627" y="738"/>
                    <a:pt x="633" y="737"/>
                    <a:pt x="639" y="734"/>
                  </a:cubicBezTo>
                  <a:cubicBezTo>
                    <a:pt x="699" y="734"/>
                    <a:pt x="608" y="522"/>
                    <a:pt x="456" y="339"/>
                  </a:cubicBezTo>
                  <a:cubicBezTo>
                    <a:pt x="317" y="145"/>
                    <a:pt x="153" y="1"/>
                    <a:pt x="79"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68"/>
            <p:cNvSpPr/>
            <p:nvPr/>
          </p:nvSpPr>
          <p:spPr>
            <a:xfrm>
              <a:off x="4339000" y="3681975"/>
              <a:ext cx="19025" cy="19775"/>
            </a:xfrm>
            <a:custGeom>
              <a:rect b="b" l="l" r="r" t="t"/>
              <a:pathLst>
                <a:path extrusionOk="0" h="791" w="761">
                  <a:moveTo>
                    <a:pt x="92" y="0"/>
                  </a:moveTo>
                  <a:cubicBezTo>
                    <a:pt x="0" y="30"/>
                    <a:pt x="61" y="213"/>
                    <a:pt x="244" y="426"/>
                  </a:cubicBezTo>
                  <a:cubicBezTo>
                    <a:pt x="396" y="638"/>
                    <a:pt x="608" y="790"/>
                    <a:pt x="669" y="790"/>
                  </a:cubicBezTo>
                  <a:cubicBezTo>
                    <a:pt x="760" y="760"/>
                    <a:pt x="700" y="578"/>
                    <a:pt x="517" y="365"/>
                  </a:cubicBezTo>
                  <a:cubicBezTo>
                    <a:pt x="365" y="152"/>
                    <a:pt x="183" y="0"/>
                    <a:pt x="92"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68"/>
            <p:cNvSpPr/>
            <p:nvPr/>
          </p:nvSpPr>
          <p:spPr>
            <a:xfrm>
              <a:off x="4374725" y="3675800"/>
              <a:ext cx="19775" cy="19875"/>
            </a:xfrm>
            <a:custGeom>
              <a:rect b="b" l="l" r="r" t="t"/>
              <a:pathLst>
                <a:path extrusionOk="0" h="795" w="791">
                  <a:moveTo>
                    <a:pt x="144" y="1"/>
                  </a:moveTo>
                  <a:cubicBezTo>
                    <a:pt x="136" y="1"/>
                    <a:pt x="128" y="2"/>
                    <a:pt x="122" y="4"/>
                  </a:cubicBezTo>
                  <a:cubicBezTo>
                    <a:pt x="0" y="4"/>
                    <a:pt x="61" y="186"/>
                    <a:pt x="213" y="429"/>
                  </a:cubicBezTo>
                  <a:cubicBezTo>
                    <a:pt x="365" y="642"/>
                    <a:pt x="578" y="794"/>
                    <a:pt x="699" y="794"/>
                  </a:cubicBezTo>
                  <a:cubicBezTo>
                    <a:pt x="790" y="794"/>
                    <a:pt x="730" y="612"/>
                    <a:pt x="578" y="369"/>
                  </a:cubicBezTo>
                  <a:cubicBezTo>
                    <a:pt x="437" y="172"/>
                    <a:pt x="244" y="1"/>
                    <a:pt x="14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68"/>
            <p:cNvSpPr/>
            <p:nvPr/>
          </p:nvSpPr>
          <p:spPr>
            <a:xfrm>
              <a:off x="4419550" y="3672775"/>
              <a:ext cx="21300" cy="19850"/>
            </a:xfrm>
            <a:custGeom>
              <a:rect b="b" l="l" r="r" t="t"/>
              <a:pathLst>
                <a:path extrusionOk="0" h="794" w="852">
                  <a:moveTo>
                    <a:pt x="181" y="0"/>
                  </a:moveTo>
                  <a:cubicBezTo>
                    <a:pt x="171" y="0"/>
                    <a:pt x="161" y="1"/>
                    <a:pt x="152" y="3"/>
                  </a:cubicBezTo>
                  <a:cubicBezTo>
                    <a:pt x="0" y="3"/>
                    <a:pt x="61" y="186"/>
                    <a:pt x="183" y="398"/>
                  </a:cubicBezTo>
                  <a:cubicBezTo>
                    <a:pt x="335" y="611"/>
                    <a:pt x="578" y="794"/>
                    <a:pt x="730" y="794"/>
                  </a:cubicBezTo>
                  <a:cubicBezTo>
                    <a:pt x="851" y="794"/>
                    <a:pt x="821" y="611"/>
                    <a:pt x="669" y="398"/>
                  </a:cubicBezTo>
                  <a:cubicBezTo>
                    <a:pt x="500" y="173"/>
                    <a:pt x="305" y="0"/>
                    <a:pt x="18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68"/>
            <p:cNvSpPr/>
            <p:nvPr/>
          </p:nvSpPr>
          <p:spPr>
            <a:xfrm>
              <a:off x="4477325" y="3674275"/>
              <a:ext cx="22000" cy="19950"/>
            </a:xfrm>
            <a:custGeom>
              <a:rect b="b" l="l" r="r" t="t"/>
              <a:pathLst>
                <a:path extrusionOk="0" h="798" w="880">
                  <a:moveTo>
                    <a:pt x="120" y="1"/>
                  </a:moveTo>
                  <a:cubicBezTo>
                    <a:pt x="0" y="1"/>
                    <a:pt x="11" y="172"/>
                    <a:pt x="151" y="369"/>
                  </a:cubicBezTo>
                  <a:cubicBezTo>
                    <a:pt x="273" y="582"/>
                    <a:pt x="486" y="734"/>
                    <a:pt x="729" y="794"/>
                  </a:cubicBezTo>
                  <a:cubicBezTo>
                    <a:pt x="740" y="797"/>
                    <a:pt x="751" y="798"/>
                    <a:pt x="760" y="798"/>
                  </a:cubicBezTo>
                  <a:cubicBezTo>
                    <a:pt x="880" y="798"/>
                    <a:pt x="868" y="627"/>
                    <a:pt x="699" y="430"/>
                  </a:cubicBezTo>
                  <a:cubicBezTo>
                    <a:pt x="577" y="217"/>
                    <a:pt x="395" y="65"/>
                    <a:pt x="151" y="4"/>
                  </a:cubicBezTo>
                  <a:cubicBezTo>
                    <a:pt x="140" y="2"/>
                    <a:pt x="130" y="1"/>
                    <a:pt x="120"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68"/>
            <p:cNvSpPr/>
            <p:nvPr/>
          </p:nvSpPr>
          <p:spPr>
            <a:xfrm>
              <a:off x="4540375" y="3679675"/>
              <a:ext cx="22025" cy="20625"/>
            </a:xfrm>
            <a:custGeom>
              <a:rect b="b" l="l" r="r" t="t"/>
              <a:pathLst>
                <a:path extrusionOk="0" h="825" w="881">
                  <a:moveTo>
                    <a:pt x="152" y="1"/>
                  </a:moveTo>
                  <a:cubicBezTo>
                    <a:pt x="0" y="1"/>
                    <a:pt x="0" y="153"/>
                    <a:pt x="152" y="366"/>
                  </a:cubicBezTo>
                  <a:cubicBezTo>
                    <a:pt x="274" y="578"/>
                    <a:pt x="487" y="730"/>
                    <a:pt x="730" y="822"/>
                  </a:cubicBezTo>
                  <a:cubicBezTo>
                    <a:pt x="741" y="824"/>
                    <a:pt x="751" y="825"/>
                    <a:pt x="761" y="825"/>
                  </a:cubicBezTo>
                  <a:cubicBezTo>
                    <a:pt x="881" y="825"/>
                    <a:pt x="871" y="652"/>
                    <a:pt x="730" y="426"/>
                  </a:cubicBezTo>
                  <a:cubicBezTo>
                    <a:pt x="578" y="214"/>
                    <a:pt x="395" y="62"/>
                    <a:pt x="152"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68"/>
            <p:cNvSpPr/>
            <p:nvPr/>
          </p:nvSpPr>
          <p:spPr>
            <a:xfrm>
              <a:off x="4606050" y="3689475"/>
              <a:ext cx="22475" cy="19975"/>
            </a:xfrm>
            <a:custGeom>
              <a:rect b="b" l="l" r="r" t="t"/>
              <a:pathLst>
                <a:path extrusionOk="0" h="799" w="899">
                  <a:moveTo>
                    <a:pt x="133" y="0"/>
                  </a:moveTo>
                  <a:cubicBezTo>
                    <a:pt x="14" y="0"/>
                    <a:pt x="0" y="144"/>
                    <a:pt x="139" y="338"/>
                  </a:cubicBezTo>
                  <a:cubicBezTo>
                    <a:pt x="291" y="551"/>
                    <a:pt x="504" y="703"/>
                    <a:pt x="747" y="794"/>
                  </a:cubicBezTo>
                  <a:cubicBezTo>
                    <a:pt x="760" y="797"/>
                    <a:pt x="772" y="798"/>
                    <a:pt x="783" y="798"/>
                  </a:cubicBezTo>
                  <a:cubicBezTo>
                    <a:pt x="898" y="798"/>
                    <a:pt x="886" y="654"/>
                    <a:pt x="747" y="460"/>
                  </a:cubicBezTo>
                  <a:cubicBezTo>
                    <a:pt x="626" y="247"/>
                    <a:pt x="413" y="95"/>
                    <a:pt x="170" y="4"/>
                  </a:cubicBezTo>
                  <a:cubicBezTo>
                    <a:pt x="157" y="1"/>
                    <a:pt x="145" y="0"/>
                    <a:pt x="13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68"/>
            <p:cNvSpPr/>
            <p:nvPr/>
          </p:nvSpPr>
          <p:spPr>
            <a:xfrm>
              <a:off x="4673675" y="3701625"/>
              <a:ext cx="22925" cy="19975"/>
            </a:xfrm>
            <a:custGeom>
              <a:rect b="b" l="l" r="r" t="t"/>
              <a:pathLst>
                <a:path extrusionOk="0" h="799" w="917">
                  <a:moveTo>
                    <a:pt x="157" y="0"/>
                  </a:moveTo>
                  <a:cubicBezTo>
                    <a:pt x="14" y="0"/>
                    <a:pt x="1" y="144"/>
                    <a:pt x="140" y="339"/>
                  </a:cubicBezTo>
                  <a:cubicBezTo>
                    <a:pt x="292" y="551"/>
                    <a:pt x="504" y="703"/>
                    <a:pt x="747" y="795"/>
                  </a:cubicBezTo>
                  <a:cubicBezTo>
                    <a:pt x="761" y="797"/>
                    <a:pt x="773" y="799"/>
                    <a:pt x="784" y="799"/>
                  </a:cubicBezTo>
                  <a:cubicBezTo>
                    <a:pt x="903" y="799"/>
                    <a:pt x="917" y="655"/>
                    <a:pt x="778" y="460"/>
                  </a:cubicBezTo>
                  <a:cubicBezTo>
                    <a:pt x="626" y="248"/>
                    <a:pt x="444" y="96"/>
                    <a:pt x="200" y="4"/>
                  </a:cubicBezTo>
                  <a:cubicBezTo>
                    <a:pt x="185" y="2"/>
                    <a:pt x="170" y="0"/>
                    <a:pt x="157"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68"/>
            <p:cNvSpPr/>
            <p:nvPr/>
          </p:nvSpPr>
          <p:spPr>
            <a:xfrm>
              <a:off x="4743600" y="3716050"/>
              <a:ext cx="22450" cy="19250"/>
            </a:xfrm>
            <a:custGeom>
              <a:rect b="b" l="l" r="r" t="t"/>
              <a:pathLst>
                <a:path extrusionOk="0" h="770" w="898">
                  <a:moveTo>
                    <a:pt x="156" y="1"/>
                  </a:moveTo>
                  <a:cubicBezTo>
                    <a:pt x="13" y="1"/>
                    <a:pt x="0" y="142"/>
                    <a:pt x="139" y="309"/>
                  </a:cubicBezTo>
                  <a:cubicBezTo>
                    <a:pt x="261" y="522"/>
                    <a:pt x="473" y="674"/>
                    <a:pt x="716" y="765"/>
                  </a:cubicBezTo>
                  <a:cubicBezTo>
                    <a:pt x="735" y="768"/>
                    <a:pt x="752" y="769"/>
                    <a:pt x="767" y="769"/>
                  </a:cubicBezTo>
                  <a:cubicBezTo>
                    <a:pt x="898" y="769"/>
                    <a:pt x="886" y="652"/>
                    <a:pt x="777" y="461"/>
                  </a:cubicBezTo>
                  <a:cubicBezTo>
                    <a:pt x="625" y="248"/>
                    <a:pt x="413" y="96"/>
                    <a:pt x="200" y="5"/>
                  </a:cubicBezTo>
                  <a:cubicBezTo>
                    <a:pt x="184" y="2"/>
                    <a:pt x="169" y="1"/>
                    <a:pt x="156"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68"/>
            <p:cNvSpPr/>
            <p:nvPr/>
          </p:nvSpPr>
          <p:spPr>
            <a:xfrm>
              <a:off x="4814400" y="3732525"/>
              <a:ext cx="22275" cy="18200"/>
            </a:xfrm>
            <a:custGeom>
              <a:rect b="b" l="l" r="r" t="t"/>
              <a:pathLst>
                <a:path extrusionOk="0" h="728" w="891">
                  <a:moveTo>
                    <a:pt x="122" y="1"/>
                  </a:moveTo>
                  <a:cubicBezTo>
                    <a:pt x="6" y="1"/>
                    <a:pt x="0" y="134"/>
                    <a:pt x="103" y="288"/>
                  </a:cubicBezTo>
                  <a:cubicBezTo>
                    <a:pt x="255" y="501"/>
                    <a:pt x="468" y="653"/>
                    <a:pt x="681" y="714"/>
                  </a:cubicBezTo>
                  <a:cubicBezTo>
                    <a:pt x="713" y="723"/>
                    <a:pt x="741" y="727"/>
                    <a:pt x="764" y="727"/>
                  </a:cubicBezTo>
                  <a:cubicBezTo>
                    <a:pt x="890" y="727"/>
                    <a:pt x="870" y="595"/>
                    <a:pt x="742" y="440"/>
                  </a:cubicBezTo>
                  <a:cubicBezTo>
                    <a:pt x="620" y="227"/>
                    <a:pt x="407" y="75"/>
                    <a:pt x="195" y="15"/>
                  </a:cubicBezTo>
                  <a:cubicBezTo>
                    <a:pt x="167" y="5"/>
                    <a:pt x="142" y="1"/>
                    <a:pt x="122"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68"/>
            <p:cNvSpPr/>
            <p:nvPr/>
          </p:nvSpPr>
          <p:spPr>
            <a:xfrm>
              <a:off x="4885675" y="3749475"/>
              <a:ext cx="22125" cy="17775"/>
            </a:xfrm>
            <a:custGeom>
              <a:rect b="b" l="l" r="r" t="t"/>
              <a:pathLst>
                <a:path extrusionOk="0" h="711" w="885">
                  <a:moveTo>
                    <a:pt x="149" y="1"/>
                  </a:moveTo>
                  <a:cubicBezTo>
                    <a:pt x="14" y="1"/>
                    <a:pt x="1" y="115"/>
                    <a:pt x="110" y="279"/>
                  </a:cubicBezTo>
                  <a:cubicBezTo>
                    <a:pt x="262" y="461"/>
                    <a:pt x="444" y="613"/>
                    <a:pt x="687" y="704"/>
                  </a:cubicBezTo>
                  <a:cubicBezTo>
                    <a:pt x="706" y="708"/>
                    <a:pt x="724" y="710"/>
                    <a:pt x="740" y="710"/>
                  </a:cubicBezTo>
                  <a:cubicBezTo>
                    <a:pt x="851" y="710"/>
                    <a:pt x="885" y="617"/>
                    <a:pt x="778" y="431"/>
                  </a:cubicBezTo>
                  <a:cubicBezTo>
                    <a:pt x="626" y="218"/>
                    <a:pt x="444" y="96"/>
                    <a:pt x="201" y="5"/>
                  </a:cubicBezTo>
                  <a:cubicBezTo>
                    <a:pt x="182" y="2"/>
                    <a:pt x="165" y="1"/>
                    <a:pt x="149"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68"/>
            <p:cNvSpPr/>
            <p:nvPr/>
          </p:nvSpPr>
          <p:spPr>
            <a:xfrm>
              <a:off x="4956700" y="3766675"/>
              <a:ext cx="21625" cy="16775"/>
            </a:xfrm>
            <a:custGeom>
              <a:rect b="b" l="l" r="r" t="t"/>
              <a:pathLst>
                <a:path extrusionOk="0" h="671" w="865">
                  <a:moveTo>
                    <a:pt x="132" y="1"/>
                  </a:moveTo>
                  <a:cubicBezTo>
                    <a:pt x="20" y="1"/>
                    <a:pt x="1" y="109"/>
                    <a:pt x="126" y="260"/>
                  </a:cubicBezTo>
                  <a:cubicBezTo>
                    <a:pt x="247" y="442"/>
                    <a:pt x="460" y="594"/>
                    <a:pt x="673" y="655"/>
                  </a:cubicBezTo>
                  <a:cubicBezTo>
                    <a:pt x="705" y="665"/>
                    <a:pt x="733" y="670"/>
                    <a:pt x="755" y="670"/>
                  </a:cubicBezTo>
                  <a:cubicBezTo>
                    <a:pt x="861" y="670"/>
                    <a:pt x="864" y="562"/>
                    <a:pt x="764" y="412"/>
                  </a:cubicBezTo>
                  <a:cubicBezTo>
                    <a:pt x="642" y="229"/>
                    <a:pt x="430" y="77"/>
                    <a:pt x="217" y="16"/>
                  </a:cubicBezTo>
                  <a:cubicBezTo>
                    <a:pt x="185" y="6"/>
                    <a:pt x="156" y="1"/>
                    <a:pt x="132"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68"/>
            <p:cNvSpPr/>
            <p:nvPr/>
          </p:nvSpPr>
          <p:spPr>
            <a:xfrm>
              <a:off x="5028000" y="3783400"/>
              <a:ext cx="21125" cy="15750"/>
            </a:xfrm>
            <a:custGeom>
              <a:rect b="b" l="l" r="r" t="t"/>
              <a:pathLst>
                <a:path extrusionOk="0" h="630" w="845">
                  <a:moveTo>
                    <a:pt x="137" y="0"/>
                  </a:moveTo>
                  <a:cubicBezTo>
                    <a:pt x="24" y="0"/>
                    <a:pt x="1" y="109"/>
                    <a:pt x="101" y="259"/>
                  </a:cubicBezTo>
                  <a:cubicBezTo>
                    <a:pt x="222" y="442"/>
                    <a:pt x="435" y="563"/>
                    <a:pt x="648" y="624"/>
                  </a:cubicBezTo>
                  <a:cubicBezTo>
                    <a:pt x="671" y="628"/>
                    <a:pt x="692" y="630"/>
                    <a:pt x="710" y="630"/>
                  </a:cubicBezTo>
                  <a:cubicBezTo>
                    <a:pt x="835" y="630"/>
                    <a:pt x="845" y="540"/>
                    <a:pt x="739" y="381"/>
                  </a:cubicBezTo>
                  <a:cubicBezTo>
                    <a:pt x="617" y="198"/>
                    <a:pt x="435" y="77"/>
                    <a:pt x="222" y="16"/>
                  </a:cubicBezTo>
                  <a:cubicBezTo>
                    <a:pt x="190" y="5"/>
                    <a:pt x="161" y="0"/>
                    <a:pt x="137"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68"/>
            <p:cNvSpPr/>
            <p:nvPr/>
          </p:nvSpPr>
          <p:spPr>
            <a:xfrm>
              <a:off x="5098425" y="3798075"/>
              <a:ext cx="20450" cy="15775"/>
            </a:xfrm>
            <a:custGeom>
              <a:rect b="b" l="l" r="r" t="t"/>
              <a:pathLst>
                <a:path extrusionOk="0" h="631" w="818">
                  <a:moveTo>
                    <a:pt x="139" y="1"/>
                  </a:moveTo>
                  <a:cubicBezTo>
                    <a:pt x="13" y="1"/>
                    <a:pt x="0" y="91"/>
                    <a:pt x="80" y="250"/>
                  </a:cubicBezTo>
                  <a:cubicBezTo>
                    <a:pt x="232" y="432"/>
                    <a:pt x="414" y="554"/>
                    <a:pt x="627" y="615"/>
                  </a:cubicBezTo>
                  <a:cubicBezTo>
                    <a:pt x="654" y="625"/>
                    <a:pt x="679" y="630"/>
                    <a:pt x="700" y="630"/>
                  </a:cubicBezTo>
                  <a:cubicBezTo>
                    <a:pt x="795" y="630"/>
                    <a:pt x="818" y="526"/>
                    <a:pt x="718" y="402"/>
                  </a:cubicBezTo>
                  <a:cubicBezTo>
                    <a:pt x="597" y="219"/>
                    <a:pt x="414" y="67"/>
                    <a:pt x="202" y="7"/>
                  </a:cubicBezTo>
                  <a:cubicBezTo>
                    <a:pt x="178" y="3"/>
                    <a:pt x="158" y="1"/>
                    <a:pt x="139"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68"/>
            <p:cNvSpPr/>
            <p:nvPr/>
          </p:nvSpPr>
          <p:spPr>
            <a:xfrm>
              <a:off x="5166925" y="3812525"/>
              <a:ext cx="20575" cy="14725"/>
            </a:xfrm>
            <a:custGeom>
              <a:rect b="b" l="l" r="r" t="t"/>
              <a:pathLst>
                <a:path extrusionOk="0" h="589" w="823">
                  <a:moveTo>
                    <a:pt x="163" y="0"/>
                  </a:moveTo>
                  <a:cubicBezTo>
                    <a:pt x="33" y="0"/>
                    <a:pt x="0" y="87"/>
                    <a:pt x="106" y="219"/>
                  </a:cubicBezTo>
                  <a:cubicBezTo>
                    <a:pt x="228" y="401"/>
                    <a:pt x="410" y="523"/>
                    <a:pt x="623" y="584"/>
                  </a:cubicBezTo>
                  <a:cubicBezTo>
                    <a:pt x="642" y="587"/>
                    <a:pt x="659" y="588"/>
                    <a:pt x="675" y="588"/>
                  </a:cubicBezTo>
                  <a:cubicBezTo>
                    <a:pt x="810" y="588"/>
                    <a:pt x="823" y="477"/>
                    <a:pt x="714" y="340"/>
                  </a:cubicBezTo>
                  <a:cubicBezTo>
                    <a:pt x="592" y="158"/>
                    <a:pt x="440" y="37"/>
                    <a:pt x="228" y="6"/>
                  </a:cubicBezTo>
                  <a:cubicBezTo>
                    <a:pt x="204" y="2"/>
                    <a:pt x="182" y="0"/>
                    <a:pt x="16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68"/>
            <p:cNvSpPr/>
            <p:nvPr/>
          </p:nvSpPr>
          <p:spPr>
            <a:xfrm>
              <a:off x="5234400" y="3823175"/>
              <a:ext cx="19900" cy="13975"/>
            </a:xfrm>
            <a:custGeom>
              <a:rect b="b" l="l" r="r" t="t"/>
              <a:pathLst>
                <a:path extrusionOk="0" h="559" w="796">
                  <a:moveTo>
                    <a:pt x="159" y="1"/>
                  </a:moveTo>
                  <a:cubicBezTo>
                    <a:pt x="40" y="1"/>
                    <a:pt x="0" y="113"/>
                    <a:pt x="82" y="249"/>
                  </a:cubicBezTo>
                  <a:cubicBezTo>
                    <a:pt x="203" y="401"/>
                    <a:pt x="386" y="522"/>
                    <a:pt x="599" y="553"/>
                  </a:cubicBezTo>
                  <a:cubicBezTo>
                    <a:pt x="618" y="557"/>
                    <a:pt x="636" y="559"/>
                    <a:pt x="652" y="559"/>
                  </a:cubicBezTo>
                  <a:cubicBezTo>
                    <a:pt x="763" y="559"/>
                    <a:pt x="796" y="469"/>
                    <a:pt x="690" y="310"/>
                  </a:cubicBezTo>
                  <a:cubicBezTo>
                    <a:pt x="568" y="158"/>
                    <a:pt x="416" y="36"/>
                    <a:pt x="203" y="6"/>
                  </a:cubicBezTo>
                  <a:cubicBezTo>
                    <a:pt x="188" y="2"/>
                    <a:pt x="173" y="1"/>
                    <a:pt x="159"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68"/>
            <p:cNvSpPr/>
            <p:nvPr/>
          </p:nvSpPr>
          <p:spPr>
            <a:xfrm>
              <a:off x="5298750" y="3830900"/>
              <a:ext cx="19525" cy="13825"/>
            </a:xfrm>
            <a:custGeom>
              <a:rect b="b" l="l" r="r" t="t"/>
              <a:pathLst>
                <a:path extrusionOk="0" h="553" w="781">
                  <a:moveTo>
                    <a:pt x="213" y="1"/>
                  </a:moveTo>
                  <a:cubicBezTo>
                    <a:pt x="61" y="1"/>
                    <a:pt x="0" y="92"/>
                    <a:pt x="122" y="244"/>
                  </a:cubicBezTo>
                  <a:cubicBezTo>
                    <a:pt x="243" y="426"/>
                    <a:pt x="395" y="517"/>
                    <a:pt x="608" y="548"/>
                  </a:cubicBezTo>
                  <a:cubicBezTo>
                    <a:pt x="624" y="551"/>
                    <a:pt x="639" y="552"/>
                    <a:pt x="652" y="552"/>
                  </a:cubicBezTo>
                  <a:cubicBezTo>
                    <a:pt x="765" y="552"/>
                    <a:pt x="781" y="441"/>
                    <a:pt x="699" y="305"/>
                  </a:cubicBezTo>
                  <a:cubicBezTo>
                    <a:pt x="578" y="153"/>
                    <a:pt x="426" y="61"/>
                    <a:pt x="21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68"/>
            <p:cNvSpPr/>
            <p:nvPr/>
          </p:nvSpPr>
          <p:spPr>
            <a:xfrm>
              <a:off x="5361375" y="3835350"/>
              <a:ext cx="18475" cy="13175"/>
            </a:xfrm>
            <a:custGeom>
              <a:rect b="b" l="l" r="r" t="t"/>
              <a:pathLst>
                <a:path extrusionOk="0" h="527" w="739">
                  <a:moveTo>
                    <a:pt x="156" y="0"/>
                  </a:moveTo>
                  <a:cubicBezTo>
                    <a:pt x="38" y="0"/>
                    <a:pt x="0" y="112"/>
                    <a:pt x="109" y="248"/>
                  </a:cubicBezTo>
                  <a:cubicBezTo>
                    <a:pt x="200" y="400"/>
                    <a:pt x="383" y="491"/>
                    <a:pt x="565" y="522"/>
                  </a:cubicBezTo>
                  <a:cubicBezTo>
                    <a:pt x="581" y="525"/>
                    <a:pt x="596" y="526"/>
                    <a:pt x="609" y="526"/>
                  </a:cubicBezTo>
                  <a:cubicBezTo>
                    <a:pt x="722" y="526"/>
                    <a:pt x="738" y="415"/>
                    <a:pt x="656" y="279"/>
                  </a:cubicBezTo>
                  <a:cubicBezTo>
                    <a:pt x="535" y="127"/>
                    <a:pt x="383" y="5"/>
                    <a:pt x="200" y="5"/>
                  </a:cubicBezTo>
                  <a:cubicBezTo>
                    <a:pt x="185" y="2"/>
                    <a:pt x="170" y="0"/>
                    <a:pt x="156"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68"/>
            <p:cNvSpPr/>
            <p:nvPr/>
          </p:nvSpPr>
          <p:spPr>
            <a:xfrm>
              <a:off x="3152800" y="3785300"/>
              <a:ext cx="13700" cy="13700"/>
            </a:xfrm>
            <a:custGeom>
              <a:rect b="b" l="l" r="r" t="t"/>
              <a:pathLst>
                <a:path extrusionOk="0" h="548" w="548">
                  <a:moveTo>
                    <a:pt x="274" y="1"/>
                  </a:moveTo>
                  <a:cubicBezTo>
                    <a:pt x="122" y="1"/>
                    <a:pt x="1" y="122"/>
                    <a:pt x="1" y="274"/>
                  </a:cubicBezTo>
                  <a:cubicBezTo>
                    <a:pt x="1" y="426"/>
                    <a:pt x="122" y="548"/>
                    <a:pt x="274" y="548"/>
                  </a:cubicBezTo>
                  <a:cubicBezTo>
                    <a:pt x="426" y="548"/>
                    <a:pt x="548" y="426"/>
                    <a:pt x="548" y="274"/>
                  </a:cubicBezTo>
                  <a:cubicBezTo>
                    <a:pt x="548" y="122"/>
                    <a:pt x="426" y="1"/>
                    <a:pt x="27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68"/>
            <p:cNvSpPr/>
            <p:nvPr/>
          </p:nvSpPr>
          <p:spPr>
            <a:xfrm>
              <a:off x="3212850" y="3784550"/>
              <a:ext cx="14450" cy="13050"/>
            </a:xfrm>
            <a:custGeom>
              <a:rect b="b" l="l" r="r" t="t"/>
              <a:pathLst>
                <a:path extrusionOk="0" h="522" w="578">
                  <a:moveTo>
                    <a:pt x="274" y="0"/>
                  </a:moveTo>
                  <a:cubicBezTo>
                    <a:pt x="122" y="0"/>
                    <a:pt x="0" y="122"/>
                    <a:pt x="0" y="274"/>
                  </a:cubicBezTo>
                  <a:cubicBezTo>
                    <a:pt x="27" y="410"/>
                    <a:pt x="128" y="522"/>
                    <a:pt x="257" y="522"/>
                  </a:cubicBezTo>
                  <a:cubicBezTo>
                    <a:pt x="273" y="522"/>
                    <a:pt x="288" y="520"/>
                    <a:pt x="304" y="517"/>
                  </a:cubicBezTo>
                  <a:cubicBezTo>
                    <a:pt x="456" y="517"/>
                    <a:pt x="578" y="396"/>
                    <a:pt x="578" y="274"/>
                  </a:cubicBezTo>
                  <a:cubicBezTo>
                    <a:pt x="547" y="122"/>
                    <a:pt x="426" y="0"/>
                    <a:pt x="27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68"/>
            <p:cNvSpPr/>
            <p:nvPr/>
          </p:nvSpPr>
          <p:spPr>
            <a:xfrm>
              <a:off x="3274400" y="3783025"/>
              <a:ext cx="14375" cy="13075"/>
            </a:xfrm>
            <a:custGeom>
              <a:rect b="b" l="l" r="r" t="t"/>
              <a:pathLst>
                <a:path extrusionOk="0" h="523" w="575">
                  <a:moveTo>
                    <a:pt x="243" y="1"/>
                  </a:moveTo>
                  <a:cubicBezTo>
                    <a:pt x="122" y="1"/>
                    <a:pt x="0" y="122"/>
                    <a:pt x="0" y="274"/>
                  </a:cubicBezTo>
                  <a:cubicBezTo>
                    <a:pt x="0" y="410"/>
                    <a:pt x="122" y="522"/>
                    <a:pt x="257" y="522"/>
                  </a:cubicBezTo>
                  <a:cubicBezTo>
                    <a:pt x="272" y="522"/>
                    <a:pt x="288" y="521"/>
                    <a:pt x="304" y="517"/>
                  </a:cubicBezTo>
                  <a:cubicBezTo>
                    <a:pt x="320" y="521"/>
                    <a:pt x="335" y="522"/>
                    <a:pt x="350" y="522"/>
                  </a:cubicBezTo>
                  <a:cubicBezTo>
                    <a:pt x="480" y="522"/>
                    <a:pt x="574" y="410"/>
                    <a:pt x="547" y="274"/>
                  </a:cubicBezTo>
                  <a:cubicBezTo>
                    <a:pt x="547" y="122"/>
                    <a:pt x="395" y="1"/>
                    <a:pt x="24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68"/>
            <p:cNvSpPr/>
            <p:nvPr/>
          </p:nvSpPr>
          <p:spPr>
            <a:xfrm>
              <a:off x="3336025" y="3782150"/>
              <a:ext cx="15150" cy="12300"/>
            </a:xfrm>
            <a:custGeom>
              <a:rect b="b" l="l" r="r" t="t"/>
              <a:pathLst>
                <a:path extrusionOk="0" h="492" w="606">
                  <a:moveTo>
                    <a:pt x="224" y="1"/>
                  </a:moveTo>
                  <a:cubicBezTo>
                    <a:pt x="95" y="1"/>
                    <a:pt x="0" y="112"/>
                    <a:pt x="28" y="248"/>
                  </a:cubicBezTo>
                  <a:cubicBezTo>
                    <a:pt x="58" y="400"/>
                    <a:pt x="180" y="492"/>
                    <a:pt x="331" y="492"/>
                  </a:cubicBezTo>
                  <a:cubicBezTo>
                    <a:pt x="483" y="492"/>
                    <a:pt x="605" y="370"/>
                    <a:pt x="575" y="248"/>
                  </a:cubicBezTo>
                  <a:cubicBezTo>
                    <a:pt x="547" y="112"/>
                    <a:pt x="447" y="1"/>
                    <a:pt x="317" y="1"/>
                  </a:cubicBezTo>
                  <a:cubicBezTo>
                    <a:pt x="302" y="1"/>
                    <a:pt x="287" y="2"/>
                    <a:pt x="271" y="5"/>
                  </a:cubicBezTo>
                  <a:cubicBezTo>
                    <a:pt x="255" y="2"/>
                    <a:pt x="239" y="1"/>
                    <a:pt x="22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68"/>
            <p:cNvSpPr/>
            <p:nvPr/>
          </p:nvSpPr>
          <p:spPr>
            <a:xfrm>
              <a:off x="3398250" y="3780750"/>
              <a:ext cx="15975" cy="12175"/>
            </a:xfrm>
            <a:custGeom>
              <a:rect b="b" l="l" r="r" t="t"/>
              <a:pathLst>
                <a:path extrusionOk="0" h="487" w="639">
                  <a:moveTo>
                    <a:pt x="274" y="0"/>
                  </a:moveTo>
                  <a:cubicBezTo>
                    <a:pt x="92" y="0"/>
                    <a:pt x="1" y="92"/>
                    <a:pt x="31" y="244"/>
                  </a:cubicBezTo>
                  <a:cubicBezTo>
                    <a:pt x="92" y="396"/>
                    <a:pt x="244" y="487"/>
                    <a:pt x="396" y="487"/>
                  </a:cubicBezTo>
                  <a:cubicBezTo>
                    <a:pt x="548" y="456"/>
                    <a:pt x="639" y="365"/>
                    <a:pt x="608" y="213"/>
                  </a:cubicBezTo>
                  <a:cubicBezTo>
                    <a:pt x="548" y="92"/>
                    <a:pt x="426" y="0"/>
                    <a:pt x="27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68"/>
            <p:cNvSpPr/>
            <p:nvPr/>
          </p:nvSpPr>
          <p:spPr>
            <a:xfrm>
              <a:off x="3461325" y="3779075"/>
              <a:ext cx="16750" cy="11575"/>
            </a:xfrm>
            <a:custGeom>
              <a:rect b="b" l="l" r="r" t="t"/>
              <a:pathLst>
                <a:path extrusionOk="0" h="463" w="670">
                  <a:moveTo>
                    <a:pt x="302" y="1"/>
                  </a:moveTo>
                  <a:cubicBezTo>
                    <a:pt x="283" y="1"/>
                    <a:pt x="263" y="3"/>
                    <a:pt x="244" y="7"/>
                  </a:cubicBezTo>
                  <a:cubicBezTo>
                    <a:pt x="92" y="7"/>
                    <a:pt x="0" y="98"/>
                    <a:pt x="61" y="219"/>
                  </a:cubicBezTo>
                  <a:cubicBezTo>
                    <a:pt x="122" y="371"/>
                    <a:pt x="274" y="463"/>
                    <a:pt x="426" y="463"/>
                  </a:cubicBezTo>
                  <a:cubicBezTo>
                    <a:pt x="578" y="463"/>
                    <a:pt x="669" y="341"/>
                    <a:pt x="639" y="219"/>
                  </a:cubicBezTo>
                  <a:cubicBezTo>
                    <a:pt x="559" y="87"/>
                    <a:pt x="434" y="1"/>
                    <a:pt x="302"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68"/>
            <p:cNvSpPr/>
            <p:nvPr/>
          </p:nvSpPr>
          <p:spPr>
            <a:xfrm>
              <a:off x="3524400" y="3776950"/>
              <a:ext cx="18250" cy="11425"/>
            </a:xfrm>
            <a:custGeom>
              <a:rect b="b" l="l" r="r" t="t"/>
              <a:pathLst>
                <a:path extrusionOk="0" h="457" w="730">
                  <a:moveTo>
                    <a:pt x="243" y="1"/>
                  </a:moveTo>
                  <a:cubicBezTo>
                    <a:pt x="91" y="1"/>
                    <a:pt x="0" y="122"/>
                    <a:pt x="91" y="244"/>
                  </a:cubicBezTo>
                  <a:cubicBezTo>
                    <a:pt x="152" y="365"/>
                    <a:pt x="335" y="456"/>
                    <a:pt x="487" y="456"/>
                  </a:cubicBezTo>
                  <a:cubicBezTo>
                    <a:pt x="639" y="456"/>
                    <a:pt x="730" y="335"/>
                    <a:pt x="669" y="213"/>
                  </a:cubicBezTo>
                  <a:cubicBezTo>
                    <a:pt x="578" y="92"/>
                    <a:pt x="426" y="1"/>
                    <a:pt x="24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68"/>
            <p:cNvSpPr/>
            <p:nvPr/>
          </p:nvSpPr>
          <p:spPr>
            <a:xfrm>
              <a:off x="3588975" y="3775425"/>
              <a:ext cx="18275" cy="10675"/>
            </a:xfrm>
            <a:custGeom>
              <a:rect b="b" l="l" r="r" t="t"/>
              <a:pathLst>
                <a:path extrusionOk="0" h="427" w="731">
                  <a:moveTo>
                    <a:pt x="214" y="1"/>
                  </a:moveTo>
                  <a:cubicBezTo>
                    <a:pt x="62" y="1"/>
                    <a:pt x="1" y="92"/>
                    <a:pt x="62" y="213"/>
                  </a:cubicBezTo>
                  <a:cubicBezTo>
                    <a:pt x="183" y="335"/>
                    <a:pt x="335" y="426"/>
                    <a:pt x="518" y="426"/>
                  </a:cubicBezTo>
                  <a:cubicBezTo>
                    <a:pt x="639" y="426"/>
                    <a:pt x="730" y="305"/>
                    <a:pt x="639" y="213"/>
                  </a:cubicBezTo>
                  <a:cubicBezTo>
                    <a:pt x="548" y="62"/>
                    <a:pt x="396" y="1"/>
                    <a:pt x="21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68"/>
            <p:cNvSpPr/>
            <p:nvPr/>
          </p:nvSpPr>
          <p:spPr>
            <a:xfrm>
              <a:off x="3652050" y="3773900"/>
              <a:ext cx="19025" cy="10675"/>
            </a:xfrm>
            <a:custGeom>
              <a:rect b="b" l="l" r="r" t="t"/>
              <a:pathLst>
                <a:path extrusionOk="0" h="427" w="761">
                  <a:moveTo>
                    <a:pt x="214" y="1"/>
                  </a:moveTo>
                  <a:cubicBezTo>
                    <a:pt x="31" y="1"/>
                    <a:pt x="1" y="123"/>
                    <a:pt x="92" y="214"/>
                  </a:cubicBezTo>
                  <a:cubicBezTo>
                    <a:pt x="214" y="335"/>
                    <a:pt x="365" y="426"/>
                    <a:pt x="548" y="426"/>
                  </a:cubicBezTo>
                  <a:cubicBezTo>
                    <a:pt x="700" y="396"/>
                    <a:pt x="761" y="305"/>
                    <a:pt x="669" y="214"/>
                  </a:cubicBezTo>
                  <a:cubicBezTo>
                    <a:pt x="548" y="92"/>
                    <a:pt x="365" y="1"/>
                    <a:pt x="21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68"/>
            <p:cNvSpPr/>
            <p:nvPr/>
          </p:nvSpPr>
          <p:spPr>
            <a:xfrm>
              <a:off x="3715125" y="3771625"/>
              <a:ext cx="19775" cy="9900"/>
            </a:xfrm>
            <a:custGeom>
              <a:rect b="b" l="l" r="r" t="t"/>
              <a:pathLst>
                <a:path extrusionOk="0" h="396" w="791">
                  <a:moveTo>
                    <a:pt x="213" y="1"/>
                  </a:moveTo>
                  <a:cubicBezTo>
                    <a:pt x="31" y="31"/>
                    <a:pt x="1" y="122"/>
                    <a:pt x="92" y="214"/>
                  </a:cubicBezTo>
                  <a:cubicBezTo>
                    <a:pt x="244" y="335"/>
                    <a:pt x="426" y="396"/>
                    <a:pt x="609" y="396"/>
                  </a:cubicBezTo>
                  <a:cubicBezTo>
                    <a:pt x="791" y="396"/>
                    <a:pt x="791" y="305"/>
                    <a:pt x="700" y="183"/>
                  </a:cubicBezTo>
                  <a:cubicBezTo>
                    <a:pt x="548" y="92"/>
                    <a:pt x="365" y="31"/>
                    <a:pt x="21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68"/>
            <p:cNvSpPr/>
            <p:nvPr/>
          </p:nvSpPr>
          <p:spPr>
            <a:xfrm>
              <a:off x="3778200" y="3770100"/>
              <a:ext cx="20550" cy="9150"/>
            </a:xfrm>
            <a:custGeom>
              <a:rect b="b" l="l" r="r" t="t"/>
              <a:pathLst>
                <a:path extrusionOk="0" h="366" w="822">
                  <a:moveTo>
                    <a:pt x="183" y="1"/>
                  </a:moveTo>
                  <a:cubicBezTo>
                    <a:pt x="31" y="31"/>
                    <a:pt x="0" y="92"/>
                    <a:pt x="122" y="214"/>
                  </a:cubicBezTo>
                  <a:cubicBezTo>
                    <a:pt x="274" y="305"/>
                    <a:pt x="456" y="366"/>
                    <a:pt x="639" y="366"/>
                  </a:cubicBezTo>
                  <a:cubicBezTo>
                    <a:pt x="791" y="366"/>
                    <a:pt x="821" y="275"/>
                    <a:pt x="700" y="183"/>
                  </a:cubicBezTo>
                  <a:cubicBezTo>
                    <a:pt x="548" y="62"/>
                    <a:pt x="365" y="31"/>
                    <a:pt x="18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68"/>
            <p:cNvSpPr/>
            <p:nvPr/>
          </p:nvSpPr>
          <p:spPr>
            <a:xfrm>
              <a:off x="3840500" y="3768600"/>
              <a:ext cx="20550" cy="9125"/>
            </a:xfrm>
            <a:custGeom>
              <a:rect b="b" l="l" r="r" t="t"/>
              <a:pathLst>
                <a:path extrusionOk="0" h="365" w="822">
                  <a:moveTo>
                    <a:pt x="183" y="0"/>
                  </a:moveTo>
                  <a:cubicBezTo>
                    <a:pt x="31" y="31"/>
                    <a:pt x="1" y="91"/>
                    <a:pt x="122" y="183"/>
                  </a:cubicBezTo>
                  <a:cubicBezTo>
                    <a:pt x="274" y="304"/>
                    <a:pt x="487" y="365"/>
                    <a:pt x="670" y="365"/>
                  </a:cubicBezTo>
                  <a:cubicBezTo>
                    <a:pt x="822" y="365"/>
                    <a:pt x="822" y="274"/>
                    <a:pt x="700" y="183"/>
                  </a:cubicBezTo>
                  <a:cubicBezTo>
                    <a:pt x="548" y="91"/>
                    <a:pt x="366" y="31"/>
                    <a:pt x="18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68"/>
            <p:cNvSpPr/>
            <p:nvPr/>
          </p:nvSpPr>
          <p:spPr>
            <a:xfrm>
              <a:off x="3902050" y="3767825"/>
              <a:ext cx="21300" cy="8400"/>
            </a:xfrm>
            <a:custGeom>
              <a:rect b="b" l="l" r="r" t="t"/>
              <a:pathLst>
                <a:path extrusionOk="0" h="336" w="852">
                  <a:moveTo>
                    <a:pt x="183" y="1"/>
                  </a:moveTo>
                  <a:cubicBezTo>
                    <a:pt x="1" y="1"/>
                    <a:pt x="1" y="62"/>
                    <a:pt x="153" y="183"/>
                  </a:cubicBezTo>
                  <a:cubicBezTo>
                    <a:pt x="305" y="274"/>
                    <a:pt x="487" y="335"/>
                    <a:pt x="700" y="335"/>
                  </a:cubicBezTo>
                  <a:cubicBezTo>
                    <a:pt x="852" y="335"/>
                    <a:pt x="852" y="244"/>
                    <a:pt x="700" y="153"/>
                  </a:cubicBezTo>
                  <a:cubicBezTo>
                    <a:pt x="548" y="62"/>
                    <a:pt x="366" y="1"/>
                    <a:pt x="18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68"/>
            <p:cNvSpPr/>
            <p:nvPr/>
          </p:nvSpPr>
          <p:spPr>
            <a:xfrm>
              <a:off x="3962850" y="3766300"/>
              <a:ext cx="21300" cy="8400"/>
            </a:xfrm>
            <a:custGeom>
              <a:rect b="b" l="l" r="r" t="t"/>
              <a:pathLst>
                <a:path extrusionOk="0" h="336" w="852">
                  <a:moveTo>
                    <a:pt x="153" y="1"/>
                  </a:moveTo>
                  <a:cubicBezTo>
                    <a:pt x="1" y="1"/>
                    <a:pt x="1" y="92"/>
                    <a:pt x="153" y="183"/>
                  </a:cubicBezTo>
                  <a:cubicBezTo>
                    <a:pt x="305" y="275"/>
                    <a:pt x="487" y="335"/>
                    <a:pt x="700" y="335"/>
                  </a:cubicBezTo>
                  <a:cubicBezTo>
                    <a:pt x="852" y="335"/>
                    <a:pt x="852" y="275"/>
                    <a:pt x="700" y="183"/>
                  </a:cubicBezTo>
                  <a:cubicBezTo>
                    <a:pt x="517" y="62"/>
                    <a:pt x="335" y="31"/>
                    <a:pt x="15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68"/>
            <p:cNvSpPr/>
            <p:nvPr/>
          </p:nvSpPr>
          <p:spPr>
            <a:xfrm>
              <a:off x="4021375" y="3765550"/>
              <a:ext cx="19775" cy="8375"/>
            </a:xfrm>
            <a:custGeom>
              <a:rect b="b" l="l" r="r" t="t"/>
              <a:pathLst>
                <a:path extrusionOk="0" h="335" w="791">
                  <a:moveTo>
                    <a:pt x="122" y="1"/>
                  </a:moveTo>
                  <a:cubicBezTo>
                    <a:pt x="0" y="1"/>
                    <a:pt x="0" y="92"/>
                    <a:pt x="152" y="183"/>
                  </a:cubicBezTo>
                  <a:cubicBezTo>
                    <a:pt x="304" y="274"/>
                    <a:pt x="486" y="305"/>
                    <a:pt x="669" y="335"/>
                  </a:cubicBezTo>
                  <a:cubicBezTo>
                    <a:pt x="790" y="335"/>
                    <a:pt x="760" y="244"/>
                    <a:pt x="638" y="153"/>
                  </a:cubicBezTo>
                  <a:cubicBezTo>
                    <a:pt x="456" y="61"/>
                    <a:pt x="304" y="1"/>
                    <a:pt x="122"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68"/>
            <p:cNvSpPr/>
            <p:nvPr/>
          </p:nvSpPr>
          <p:spPr>
            <a:xfrm>
              <a:off x="4068475" y="3761000"/>
              <a:ext cx="18275" cy="8375"/>
            </a:xfrm>
            <a:custGeom>
              <a:rect b="b" l="l" r="r" t="t"/>
              <a:pathLst>
                <a:path extrusionOk="0" h="335" w="731">
                  <a:moveTo>
                    <a:pt x="122" y="0"/>
                  </a:moveTo>
                  <a:cubicBezTo>
                    <a:pt x="1" y="31"/>
                    <a:pt x="31" y="122"/>
                    <a:pt x="183" y="213"/>
                  </a:cubicBezTo>
                  <a:cubicBezTo>
                    <a:pt x="305" y="304"/>
                    <a:pt x="457" y="335"/>
                    <a:pt x="639" y="335"/>
                  </a:cubicBezTo>
                  <a:cubicBezTo>
                    <a:pt x="730" y="335"/>
                    <a:pt x="700" y="243"/>
                    <a:pt x="548" y="152"/>
                  </a:cubicBezTo>
                  <a:cubicBezTo>
                    <a:pt x="426" y="61"/>
                    <a:pt x="274" y="0"/>
                    <a:pt x="122"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68"/>
            <p:cNvSpPr/>
            <p:nvPr/>
          </p:nvSpPr>
          <p:spPr>
            <a:xfrm>
              <a:off x="4106475" y="3752625"/>
              <a:ext cx="16750" cy="9150"/>
            </a:xfrm>
            <a:custGeom>
              <a:rect b="b" l="l" r="r" t="t"/>
              <a:pathLst>
                <a:path extrusionOk="0" h="366" w="670">
                  <a:moveTo>
                    <a:pt x="92" y="1"/>
                  </a:moveTo>
                  <a:cubicBezTo>
                    <a:pt x="0" y="31"/>
                    <a:pt x="31" y="122"/>
                    <a:pt x="183" y="214"/>
                  </a:cubicBezTo>
                  <a:cubicBezTo>
                    <a:pt x="304" y="305"/>
                    <a:pt x="426" y="366"/>
                    <a:pt x="578" y="366"/>
                  </a:cubicBezTo>
                  <a:cubicBezTo>
                    <a:pt x="669" y="335"/>
                    <a:pt x="608" y="244"/>
                    <a:pt x="487" y="122"/>
                  </a:cubicBezTo>
                  <a:cubicBezTo>
                    <a:pt x="365" y="31"/>
                    <a:pt x="213" y="1"/>
                    <a:pt x="92"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68"/>
            <p:cNvSpPr/>
            <p:nvPr/>
          </p:nvSpPr>
          <p:spPr>
            <a:xfrm>
              <a:off x="4136100" y="3741050"/>
              <a:ext cx="15225" cy="9525"/>
            </a:xfrm>
            <a:custGeom>
              <a:rect b="b" l="l" r="r" t="t"/>
              <a:pathLst>
                <a:path extrusionOk="0" h="381" w="609">
                  <a:moveTo>
                    <a:pt x="102" y="0"/>
                  </a:moveTo>
                  <a:cubicBezTo>
                    <a:pt x="86" y="0"/>
                    <a:pt x="72" y="3"/>
                    <a:pt x="62" y="8"/>
                  </a:cubicBezTo>
                  <a:cubicBezTo>
                    <a:pt x="1" y="38"/>
                    <a:pt x="31" y="130"/>
                    <a:pt x="183" y="251"/>
                  </a:cubicBezTo>
                  <a:cubicBezTo>
                    <a:pt x="308" y="326"/>
                    <a:pt x="433" y="381"/>
                    <a:pt x="508" y="381"/>
                  </a:cubicBezTo>
                  <a:cubicBezTo>
                    <a:pt x="524" y="381"/>
                    <a:pt x="537" y="378"/>
                    <a:pt x="548" y="373"/>
                  </a:cubicBezTo>
                  <a:cubicBezTo>
                    <a:pt x="609" y="342"/>
                    <a:pt x="548" y="221"/>
                    <a:pt x="426" y="130"/>
                  </a:cubicBezTo>
                  <a:cubicBezTo>
                    <a:pt x="301" y="54"/>
                    <a:pt x="176" y="0"/>
                    <a:pt x="102"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68"/>
            <p:cNvSpPr/>
            <p:nvPr/>
          </p:nvSpPr>
          <p:spPr>
            <a:xfrm>
              <a:off x="4159675" y="3726200"/>
              <a:ext cx="14450" cy="10700"/>
            </a:xfrm>
            <a:custGeom>
              <a:rect b="b" l="l" r="r" t="t"/>
              <a:pathLst>
                <a:path extrusionOk="0" h="428" w="578">
                  <a:moveTo>
                    <a:pt x="109" y="1"/>
                  </a:moveTo>
                  <a:cubicBezTo>
                    <a:pt x="86" y="1"/>
                    <a:pt x="69" y="8"/>
                    <a:pt x="61" y="24"/>
                  </a:cubicBezTo>
                  <a:cubicBezTo>
                    <a:pt x="0" y="55"/>
                    <a:pt x="61" y="176"/>
                    <a:pt x="182" y="268"/>
                  </a:cubicBezTo>
                  <a:cubicBezTo>
                    <a:pt x="308" y="368"/>
                    <a:pt x="434" y="427"/>
                    <a:pt x="491" y="427"/>
                  </a:cubicBezTo>
                  <a:cubicBezTo>
                    <a:pt x="503" y="427"/>
                    <a:pt x="512" y="425"/>
                    <a:pt x="517" y="420"/>
                  </a:cubicBezTo>
                  <a:cubicBezTo>
                    <a:pt x="578" y="389"/>
                    <a:pt x="517" y="268"/>
                    <a:pt x="365" y="146"/>
                  </a:cubicBezTo>
                  <a:cubicBezTo>
                    <a:pt x="276" y="57"/>
                    <a:pt x="171" y="1"/>
                    <a:pt x="109"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68"/>
            <p:cNvSpPr/>
            <p:nvPr/>
          </p:nvSpPr>
          <p:spPr>
            <a:xfrm>
              <a:off x="4178650" y="3710250"/>
              <a:ext cx="13725" cy="11725"/>
            </a:xfrm>
            <a:custGeom>
              <a:rect b="b" l="l" r="r" t="t"/>
              <a:pathLst>
                <a:path extrusionOk="0" h="469" w="549">
                  <a:moveTo>
                    <a:pt x="90" y="1"/>
                  </a:moveTo>
                  <a:cubicBezTo>
                    <a:pt x="67" y="1"/>
                    <a:pt x="47" y="8"/>
                    <a:pt x="31" y="24"/>
                  </a:cubicBezTo>
                  <a:cubicBezTo>
                    <a:pt x="1" y="54"/>
                    <a:pt x="62" y="176"/>
                    <a:pt x="183" y="298"/>
                  </a:cubicBezTo>
                  <a:cubicBezTo>
                    <a:pt x="302" y="393"/>
                    <a:pt x="402" y="469"/>
                    <a:pt x="469" y="469"/>
                  </a:cubicBezTo>
                  <a:cubicBezTo>
                    <a:pt x="488" y="469"/>
                    <a:pt x="504" y="463"/>
                    <a:pt x="518" y="450"/>
                  </a:cubicBezTo>
                  <a:cubicBezTo>
                    <a:pt x="548" y="419"/>
                    <a:pt x="487" y="298"/>
                    <a:pt x="335" y="176"/>
                  </a:cubicBezTo>
                  <a:cubicBezTo>
                    <a:pt x="245" y="63"/>
                    <a:pt x="155" y="1"/>
                    <a:pt x="90"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68"/>
            <p:cNvSpPr/>
            <p:nvPr/>
          </p:nvSpPr>
          <p:spPr>
            <a:xfrm>
              <a:off x="4194625" y="3692875"/>
              <a:ext cx="13700" cy="12850"/>
            </a:xfrm>
            <a:custGeom>
              <a:rect b="b" l="l" r="r" t="t"/>
              <a:pathLst>
                <a:path extrusionOk="0" h="514" w="548">
                  <a:moveTo>
                    <a:pt x="93" y="1"/>
                  </a:moveTo>
                  <a:cubicBezTo>
                    <a:pt x="79" y="1"/>
                    <a:pt x="68" y="7"/>
                    <a:pt x="61" y="20"/>
                  </a:cubicBezTo>
                  <a:cubicBezTo>
                    <a:pt x="0" y="50"/>
                    <a:pt x="61" y="202"/>
                    <a:pt x="213" y="324"/>
                  </a:cubicBezTo>
                  <a:cubicBezTo>
                    <a:pt x="314" y="451"/>
                    <a:pt x="416" y="514"/>
                    <a:pt x="464" y="514"/>
                  </a:cubicBezTo>
                  <a:cubicBezTo>
                    <a:pt x="474" y="514"/>
                    <a:pt x="482" y="511"/>
                    <a:pt x="487" y="506"/>
                  </a:cubicBezTo>
                  <a:cubicBezTo>
                    <a:pt x="547" y="476"/>
                    <a:pt x="456" y="324"/>
                    <a:pt x="335" y="172"/>
                  </a:cubicBezTo>
                  <a:cubicBezTo>
                    <a:pt x="240" y="77"/>
                    <a:pt x="145" y="1"/>
                    <a:pt x="9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68"/>
            <p:cNvSpPr/>
            <p:nvPr/>
          </p:nvSpPr>
          <p:spPr>
            <a:xfrm>
              <a:off x="4210575" y="3675700"/>
              <a:ext cx="12175" cy="14025"/>
            </a:xfrm>
            <a:custGeom>
              <a:rect b="b" l="l" r="r" t="t"/>
              <a:pathLst>
                <a:path extrusionOk="0" h="561" w="487">
                  <a:moveTo>
                    <a:pt x="53" y="0"/>
                  </a:moveTo>
                  <a:cubicBezTo>
                    <a:pt x="44" y="0"/>
                    <a:pt x="36" y="3"/>
                    <a:pt x="31" y="8"/>
                  </a:cubicBezTo>
                  <a:cubicBezTo>
                    <a:pt x="1" y="69"/>
                    <a:pt x="61" y="221"/>
                    <a:pt x="183" y="342"/>
                  </a:cubicBezTo>
                  <a:cubicBezTo>
                    <a:pt x="262" y="475"/>
                    <a:pt x="388" y="561"/>
                    <a:pt x="439" y="561"/>
                  </a:cubicBezTo>
                  <a:cubicBezTo>
                    <a:pt x="447" y="561"/>
                    <a:pt x="453" y="559"/>
                    <a:pt x="457" y="555"/>
                  </a:cubicBezTo>
                  <a:cubicBezTo>
                    <a:pt x="487" y="494"/>
                    <a:pt x="426" y="342"/>
                    <a:pt x="305" y="190"/>
                  </a:cubicBezTo>
                  <a:cubicBezTo>
                    <a:pt x="203" y="64"/>
                    <a:pt x="102" y="0"/>
                    <a:pt x="5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68"/>
            <p:cNvSpPr/>
            <p:nvPr/>
          </p:nvSpPr>
          <p:spPr>
            <a:xfrm>
              <a:off x="4226525" y="3658250"/>
              <a:ext cx="12200" cy="14775"/>
            </a:xfrm>
            <a:custGeom>
              <a:rect b="b" l="l" r="r" t="t"/>
              <a:pathLst>
                <a:path extrusionOk="0" h="591" w="488">
                  <a:moveTo>
                    <a:pt x="58" y="1"/>
                  </a:moveTo>
                  <a:cubicBezTo>
                    <a:pt x="48" y="1"/>
                    <a:pt x="39" y="3"/>
                    <a:pt x="31" y="7"/>
                  </a:cubicBezTo>
                  <a:cubicBezTo>
                    <a:pt x="1" y="37"/>
                    <a:pt x="31" y="220"/>
                    <a:pt x="153" y="372"/>
                  </a:cubicBezTo>
                  <a:cubicBezTo>
                    <a:pt x="259" y="504"/>
                    <a:pt x="388" y="590"/>
                    <a:pt x="439" y="590"/>
                  </a:cubicBezTo>
                  <a:cubicBezTo>
                    <a:pt x="447" y="590"/>
                    <a:pt x="453" y="588"/>
                    <a:pt x="457" y="584"/>
                  </a:cubicBezTo>
                  <a:cubicBezTo>
                    <a:pt x="487" y="554"/>
                    <a:pt x="426" y="372"/>
                    <a:pt x="305" y="220"/>
                  </a:cubicBezTo>
                  <a:cubicBezTo>
                    <a:pt x="225" y="87"/>
                    <a:pt x="123" y="1"/>
                    <a:pt x="58"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68"/>
            <p:cNvSpPr/>
            <p:nvPr/>
          </p:nvSpPr>
          <p:spPr>
            <a:xfrm>
              <a:off x="4244775" y="3641575"/>
              <a:ext cx="12950" cy="16225"/>
            </a:xfrm>
            <a:custGeom>
              <a:rect b="b" l="l" r="r" t="t"/>
              <a:pathLst>
                <a:path extrusionOk="0" h="649" w="518">
                  <a:moveTo>
                    <a:pt x="82" y="0"/>
                  </a:moveTo>
                  <a:cubicBezTo>
                    <a:pt x="75" y="0"/>
                    <a:pt x="68" y="2"/>
                    <a:pt x="61" y="5"/>
                  </a:cubicBezTo>
                  <a:cubicBezTo>
                    <a:pt x="0" y="66"/>
                    <a:pt x="61" y="218"/>
                    <a:pt x="152" y="400"/>
                  </a:cubicBezTo>
                  <a:cubicBezTo>
                    <a:pt x="261" y="536"/>
                    <a:pt x="395" y="648"/>
                    <a:pt x="443" y="648"/>
                  </a:cubicBezTo>
                  <a:cubicBezTo>
                    <a:pt x="449" y="648"/>
                    <a:pt x="453" y="647"/>
                    <a:pt x="456" y="643"/>
                  </a:cubicBezTo>
                  <a:cubicBezTo>
                    <a:pt x="517" y="613"/>
                    <a:pt x="456" y="431"/>
                    <a:pt x="335" y="248"/>
                  </a:cubicBezTo>
                  <a:cubicBezTo>
                    <a:pt x="253" y="112"/>
                    <a:pt x="147" y="0"/>
                    <a:pt x="82"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68"/>
            <p:cNvSpPr/>
            <p:nvPr/>
          </p:nvSpPr>
          <p:spPr>
            <a:xfrm>
              <a:off x="4267575" y="3627900"/>
              <a:ext cx="12925" cy="16200"/>
            </a:xfrm>
            <a:custGeom>
              <a:rect b="b" l="l" r="r" t="t"/>
              <a:pathLst>
                <a:path extrusionOk="0" h="648" w="517">
                  <a:moveTo>
                    <a:pt x="91" y="0"/>
                  </a:moveTo>
                  <a:cubicBezTo>
                    <a:pt x="80" y="0"/>
                    <a:pt x="71" y="2"/>
                    <a:pt x="61" y="5"/>
                  </a:cubicBezTo>
                  <a:cubicBezTo>
                    <a:pt x="0" y="35"/>
                    <a:pt x="31" y="187"/>
                    <a:pt x="152" y="370"/>
                  </a:cubicBezTo>
                  <a:cubicBezTo>
                    <a:pt x="234" y="533"/>
                    <a:pt x="365" y="648"/>
                    <a:pt x="435" y="648"/>
                  </a:cubicBezTo>
                  <a:cubicBezTo>
                    <a:pt x="443" y="648"/>
                    <a:pt x="450" y="646"/>
                    <a:pt x="456" y="643"/>
                  </a:cubicBezTo>
                  <a:cubicBezTo>
                    <a:pt x="517" y="613"/>
                    <a:pt x="487" y="431"/>
                    <a:pt x="395" y="248"/>
                  </a:cubicBezTo>
                  <a:cubicBezTo>
                    <a:pt x="287" y="112"/>
                    <a:pt x="178" y="0"/>
                    <a:pt x="9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68"/>
            <p:cNvSpPr/>
            <p:nvPr/>
          </p:nvSpPr>
          <p:spPr>
            <a:xfrm>
              <a:off x="4296450" y="3615850"/>
              <a:ext cx="13700" cy="17500"/>
            </a:xfrm>
            <a:custGeom>
              <a:rect b="b" l="l" r="r" t="t"/>
              <a:pathLst>
                <a:path extrusionOk="0" h="700" w="548">
                  <a:moveTo>
                    <a:pt x="91" y="1"/>
                  </a:moveTo>
                  <a:cubicBezTo>
                    <a:pt x="0" y="31"/>
                    <a:pt x="0" y="213"/>
                    <a:pt x="122" y="396"/>
                  </a:cubicBezTo>
                  <a:cubicBezTo>
                    <a:pt x="243" y="578"/>
                    <a:pt x="395" y="700"/>
                    <a:pt x="456" y="700"/>
                  </a:cubicBezTo>
                  <a:cubicBezTo>
                    <a:pt x="547" y="669"/>
                    <a:pt x="517" y="487"/>
                    <a:pt x="426" y="305"/>
                  </a:cubicBezTo>
                  <a:cubicBezTo>
                    <a:pt x="335" y="122"/>
                    <a:pt x="183" y="1"/>
                    <a:pt x="91"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68"/>
            <p:cNvSpPr/>
            <p:nvPr/>
          </p:nvSpPr>
          <p:spPr>
            <a:xfrm>
              <a:off x="4332925" y="3607400"/>
              <a:ext cx="15225" cy="17600"/>
            </a:xfrm>
            <a:custGeom>
              <a:rect b="b" l="l" r="r" t="t"/>
              <a:pathLst>
                <a:path extrusionOk="0" h="704" w="609">
                  <a:moveTo>
                    <a:pt x="117" y="0"/>
                  </a:moveTo>
                  <a:cubicBezTo>
                    <a:pt x="108" y="0"/>
                    <a:pt x="99" y="2"/>
                    <a:pt x="91" y="4"/>
                  </a:cubicBezTo>
                  <a:cubicBezTo>
                    <a:pt x="0" y="35"/>
                    <a:pt x="0" y="187"/>
                    <a:pt x="91" y="399"/>
                  </a:cubicBezTo>
                  <a:cubicBezTo>
                    <a:pt x="213" y="582"/>
                    <a:pt x="365" y="703"/>
                    <a:pt x="487" y="703"/>
                  </a:cubicBezTo>
                  <a:cubicBezTo>
                    <a:pt x="578" y="703"/>
                    <a:pt x="608" y="521"/>
                    <a:pt x="487" y="308"/>
                  </a:cubicBezTo>
                  <a:cubicBezTo>
                    <a:pt x="376" y="142"/>
                    <a:pt x="214" y="0"/>
                    <a:pt x="117"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68"/>
            <p:cNvSpPr/>
            <p:nvPr/>
          </p:nvSpPr>
          <p:spPr>
            <a:xfrm>
              <a:off x="4378525" y="3602925"/>
              <a:ext cx="16725" cy="18275"/>
            </a:xfrm>
            <a:custGeom>
              <a:rect b="b" l="l" r="r" t="t"/>
              <a:pathLst>
                <a:path extrusionOk="0" h="731" w="669">
                  <a:moveTo>
                    <a:pt x="182" y="1"/>
                  </a:moveTo>
                  <a:cubicBezTo>
                    <a:pt x="30" y="31"/>
                    <a:pt x="0" y="183"/>
                    <a:pt x="91" y="366"/>
                  </a:cubicBezTo>
                  <a:cubicBezTo>
                    <a:pt x="182" y="578"/>
                    <a:pt x="395" y="730"/>
                    <a:pt x="517" y="730"/>
                  </a:cubicBezTo>
                  <a:cubicBezTo>
                    <a:pt x="638" y="700"/>
                    <a:pt x="669" y="548"/>
                    <a:pt x="578" y="366"/>
                  </a:cubicBezTo>
                  <a:cubicBezTo>
                    <a:pt x="486" y="153"/>
                    <a:pt x="304" y="1"/>
                    <a:pt x="182"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68"/>
            <p:cNvSpPr/>
            <p:nvPr/>
          </p:nvSpPr>
          <p:spPr>
            <a:xfrm>
              <a:off x="4436275" y="3604450"/>
              <a:ext cx="18050" cy="17600"/>
            </a:xfrm>
            <a:custGeom>
              <a:rect b="b" l="l" r="r" t="t"/>
              <a:pathLst>
                <a:path extrusionOk="0" h="704" w="722">
                  <a:moveTo>
                    <a:pt x="213" y="1"/>
                  </a:moveTo>
                  <a:cubicBezTo>
                    <a:pt x="31" y="1"/>
                    <a:pt x="0" y="122"/>
                    <a:pt x="91" y="335"/>
                  </a:cubicBezTo>
                  <a:cubicBezTo>
                    <a:pt x="152" y="517"/>
                    <a:pt x="334" y="669"/>
                    <a:pt x="547" y="700"/>
                  </a:cubicBezTo>
                  <a:cubicBezTo>
                    <a:pt x="560" y="702"/>
                    <a:pt x="572" y="704"/>
                    <a:pt x="584" y="704"/>
                  </a:cubicBezTo>
                  <a:cubicBezTo>
                    <a:pt x="704" y="704"/>
                    <a:pt x="722" y="560"/>
                    <a:pt x="638" y="365"/>
                  </a:cubicBezTo>
                  <a:cubicBezTo>
                    <a:pt x="578" y="183"/>
                    <a:pt x="395" y="31"/>
                    <a:pt x="21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68"/>
            <p:cNvSpPr/>
            <p:nvPr/>
          </p:nvSpPr>
          <p:spPr>
            <a:xfrm>
              <a:off x="4499525" y="3611200"/>
              <a:ext cx="19400" cy="17700"/>
            </a:xfrm>
            <a:custGeom>
              <a:rect b="b" l="l" r="r" t="t"/>
              <a:pathLst>
                <a:path extrusionOk="0" h="708" w="776">
                  <a:moveTo>
                    <a:pt x="192" y="0"/>
                  </a:moveTo>
                  <a:cubicBezTo>
                    <a:pt x="44" y="0"/>
                    <a:pt x="1" y="142"/>
                    <a:pt x="84" y="308"/>
                  </a:cubicBezTo>
                  <a:cubicBezTo>
                    <a:pt x="175" y="491"/>
                    <a:pt x="358" y="643"/>
                    <a:pt x="570" y="703"/>
                  </a:cubicBezTo>
                  <a:cubicBezTo>
                    <a:pt x="584" y="706"/>
                    <a:pt x="596" y="707"/>
                    <a:pt x="608" y="707"/>
                  </a:cubicBezTo>
                  <a:cubicBezTo>
                    <a:pt x="732" y="707"/>
                    <a:pt x="775" y="566"/>
                    <a:pt x="692" y="399"/>
                  </a:cubicBezTo>
                  <a:cubicBezTo>
                    <a:pt x="601" y="187"/>
                    <a:pt x="418" y="65"/>
                    <a:pt x="236" y="4"/>
                  </a:cubicBezTo>
                  <a:cubicBezTo>
                    <a:pt x="220" y="2"/>
                    <a:pt x="205" y="0"/>
                    <a:pt x="192"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68"/>
            <p:cNvSpPr/>
            <p:nvPr/>
          </p:nvSpPr>
          <p:spPr>
            <a:xfrm>
              <a:off x="4565675" y="3621825"/>
              <a:ext cx="20125" cy="17700"/>
            </a:xfrm>
            <a:custGeom>
              <a:rect b="b" l="l" r="r" t="t"/>
              <a:pathLst>
                <a:path extrusionOk="0" h="708" w="805">
                  <a:moveTo>
                    <a:pt x="190" y="0"/>
                  </a:moveTo>
                  <a:cubicBezTo>
                    <a:pt x="66" y="0"/>
                    <a:pt x="1" y="115"/>
                    <a:pt x="83" y="278"/>
                  </a:cubicBezTo>
                  <a:cubicBezTo>
                    <a:pt x="174" y="491"/>
                    <a:pt x="356" y="613"/>
                    <a:pt x="569" y="704"/>
                  </a:cubicBezTo>
                  <a:cubicBezTo>
                    <a:pt x="585" y="707"/>
                    <a:pt x="600" y="708"/>
                    <a:pt x="613" y="708"/>
                  </a:cubicBezTo>
                  <a:cubicBezTo>
                    <a:pt x="761" y="708"/>
                    <a:pt x="804" y="567"/>
                    <a:pt x="721" y="400"/>
                  </a:cubicBezTo>
                  <a:cubicBezTo>
                    <a:pt x="599" y="187"/>
                    <a:pt x="447" y="66"/>
                    <a:pt x="235" y="5"/>
                  </a:cubicBezTo>
                  <a:cubicBezTo>
                    <a:pt x="219" y="2"/>
                    <a:pt x="204" y="0"/>
                    <a:pt x="190"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68"/>
            <p:cNvSpPr/>
            <p:nvPr/>
          </p:nvSpPr>
          <p:spPr>
            <a:xfrm>
              <a:off x="4634825" y="3635500"/>
              <a:ext cx="19925" cy="17250"/>
            </a:xfrm>
            <a:custGeom>
              <a:rect b="b" l="l" r="r" t="t"/>
              <a:pathLst>
                <a:path extrusionOk="0" h="690" w="797">
                  <a:moveTo>
                    <a:pt x="212" y="0"/>
                  </a:moveTo>
                  <a:cubicBezTo>
                    <a:pt x="66" y="0"/>
                    <a:pt x="1" y="115"/>
                    <a:pt x="83" y="278"/>
                  </a:cubicBezTo>
                  <a:cubicBezTo>
                    <a:pt x="174" y="461"/>
                    <a:pt x="356" y="613"/>
                    <a:pt x="569" y="674"/>
                  </a:cubicBezTo>
                  <a:cubicBezTo>
                    <a:pt x="601" y="684"/>
                    <a:pt x="629" y="689"/>
                    <a:pt x="653" y="689"/>
                  </a:cubicBezTo>
                  <a:cubicBezTo>
                    <a:pt x="768" y="689"/>
                    <a:pt x="796" y="576"/>
                    <a:pt x="721" y="400"/>
                  </a:cubicBezTo>
                  <a:cubicBezTo>
                    <a:pt x="630" y="218"/>
                    <a:pt x="447" y="66"/>
                    <a:pt x="265" y="5"/>
                  </a:cubicBezTo>
                  <a:cubicBezTo>
                    <a:pt x="246" y="2"/>
                    <a:pt x="228" y="0"/>
                    <a:pt x="212"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68"/>
            <p:cNvSpPr/>
            <p:nvPr/>
          </p:nvSpPr>
          <p:spPr>
            <a:xfrm>
              <a:off x="4705675" y="3651925"/>
              <a:ext cx="19900" cy="17475"/>
            </a:xfrm>
            <a:custGeom>
              <a:rect b="b" l="l" r="r" t="t"/>
              <a:pathLst>
                <a:path extrusionOk="0" h="699" w="796">
                  <a:moveTo>
                    <a:pt x="170" y="1"/>
                  </a:moveTo>
                  <a:cubicBezTo>
                    <a:pt x="49" y="1"/>
                    <a:pt x="0" y="110"/>
                    <a:pt x="75" y="260"/>
                  </a:cubicBezTo>
                  <a:cubicBezTo>
                    <a:pt x="167" y="442"/>
                    <a:pt x="349" y="594"/>
                    <a:pt x="562" y="685"/>
                  </a:cubicBezTo>
                  <a:cubicBezTo>
                    <a:pt x="590" y="695"/>
                    <a:pt x="615" y="699"/>
                    <a:pt x="637" y="699"/>
                  </a:cubicBezTo>
                  <a:cubicBezTo>
                    <a:pt x="760" y="699"/>
                    <a:pt x="796" y="566"/>
                    <a:pt x="744" y="412"/>
                  </a:cubicBezTo>
                  <a:cubicBezTo>
                    <a:pt x="623" y="229"/>
                    <a:pt x="471" y="77"/>
                    <a:pt x="258" y="17"/>
                  </a:cubicBezTo>
                  <a:cubicBezTo>
                    <a:pt x="225" y="6"/>
                    <a:pt x="196" y="1"/>
                    <a:pt x="170"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68"/>
            <p:cNvSpPr/>
            <p:nvPr/>
          </p:nvSpPr>
          <p:spPr>
            <a:xfrm>
              <a:off x="4777925" y="3670100"/>
              <a:ext cx="20550" cy="16600"/>
            </a:xfrm>
            <a:custGeom>
              <a:rect b="b" l="l" r="r" t="t"/>
              <a:pathLst>
                <a:path extrusionOk="0" h="664" w="822">
                  <a:moveTo>
                    <a:pt x="154" y="0"/>
                  </a:moveTo>
                  <a:cubicBezTo>
                    <a:pt x="43" y="0"/>
                    <a:pt x="1" y="88"/>
                    <a:pt x="73" y="232"/>
                  </a:cubicBezTo>
                  <a:cubicBezTo>
                    <a:pt x="164" y="445"/>
                    <a:pt x="347" y="597"/>
                    <a:pt x="559" y="657"/>
                  </a:cubicBezTo>
                  <a:cubicBezTo>
                    <a:pt x="582" y="661"/>
                    <a:pt x="604" y="663"/>
                    <a:pt x="624" y="663"/>
                  </a:cubicBezTo>
                  <a:cubicBezTo>
                    <a:pt x="762" y="663"/>
                    <a:pt x="821" y="573"/>
                    <a:pt x="742" y="414"/>
                  </a:cubicBezTo>
                  <a:cubicBezTo>
                    <a:pt x="620" y="232"/>
                    <a:pt x="468" y="80"/>
                    <a:pt x="255" y="19"/>
                  </a:cubicBezTo>
                  <a:cubicBezTo>
                    <a:pt x="217" y="6"/>
                    <a:pt x="183" y="0"/>
                    <a:pt x="15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68"/>
            <p:cNvSpPr/>
            <p:nvPr/>
          </p:nvSpPr>
          <p:spPr>
            <a:xfrm>
              <a:off x="4851475" y="3689100"/>
              <a:ext cx="19150" cy="16150"/>
            </a:xfrm>
            <a:custGeom>
              <a:rect b="b" l="l" r="r" t="t"/>
              <a:pathLst>
                <a:path extrusionOk="0" h="646" w="766">
                  <a:moveTo>
                    <a:pt x="148" y="0"/>
                  </a:moveTo>
                  <a:cubicBezTo>
                    <a:pt x="29" y="0"/>
                    <a:pt x="1" y="87"/>
                    <a:pt x="49" y="232"/>
                  </a:cubicBezTo>
                  <a:cubicBezTo>
                    <a:pt x="171" y="414"/>
                    <a:pt x="323" y="566"/>
                    <a:pt x="535" y="627"/>
                  </a:cubicBezTo>
                  <a:cubicBezTo>
                    <a:pt x="573" y="640"/>
                    <a:pt x="606" y="646"/>
                    <a:pt x="634" y="646"/>
                  </a:cubicBezTo>
                  <a:cubicBezTo>
                    <a:pt x="738" y="646"/>
                    <a:pt x="766" y="558"/>
                    <a:pt x="718" y="414"/>
                  </a:cubicBezTo>
                  <a:cubicBezTo>
                    <a:pt x="626" y="232"/>
                    <a:pt x="444" y="80"/>
                    <a:pt x="262" y="19"/>
                  </a:cubicBezTo>
                  <a:cubicBezTo>
                    <a:pt x="217" y="6"/>
                    <a:pt x="180" y="0"/>
                    <a:pt x="148"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68"/>
            <p:cNvSpPr/>
            <p:nvPr/>
          </p:nvSpPr>
          <p:spPr>
            <a:xfrm>
              <a:off x="4923825" y="3708850"/>
              <a:ext cx="19750" cy="15400"/>
            </a:xfrm>
            <a:custGeom>
              <a:rect b="b" l="l" r="r" t="t"/>
              <a:pathLst>
                <a:path extrusionOk="0" h="616" w="790">
                  <a:moveTo>
                    <a:pt x="181" y="1"/>
                  </a:moveTo>
                  <a:cubicBezTo>
                    <a:pt x="62" y="1"/>
                    <a:pt x="1" y="88"/>
                    <a:pt x="73" y="232"/>
                  </a:cubicBezTo>
                  <a:cubicBezTo>
                    <a:pt x="164" y="414"/>
                    <a:pt x="347" y="536"/>
                    <a:pt x="529" y="597"/>
                  </a:cubicBezTo>
                  <a:cubicBezTo>
                    <a:pt x="567" y="610"/>
                    <a:pt x="601" y="616"/>
                    <a:pt x="631" y="616"/>
                  </a:cubicBezTo>
                  <a:cubicBezTo>
                    <a:pt x="743" y="616"/>
                    <a:pt x="790" y="528"/>
                    <a:pt x="742" y="384"/>
                  </a:cubicBezTo>
                  <a:cubicBezTo>
                    <a:pt x="650" y="202"/>
                    <a:pt x="468" y="80"/>
                    <a:pt x="286" y="19"/>
                  </a:cubicBezTo>
                  <a:cubicBezTo>
                    <a:pt x="248" y="7"/>
                    <a:pt x="212" y="1"/>
                    <a:pt x="181"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68"/>
            <p:cNvSpPr/>
            <p:nvPr/>
          </p:nvSpPr>
          <p:spPr>
            <a:xfrm>
              <a:off x="4996625" y="3727100"/>
              <a:ext cx="19150" cy="15400"/>
            </a:xfrm>
            <a:custGeom>
              <a:rect b="b" l="l" r="r" t="t"/>
              <a:pathLst>
                <a:path extrusionOk="0" h="616" w="766">
                  <a:moveTo>
                    <a:pt x="160" y="0"/>
                  </a:moveTo>
                  <a:cubicBezTo>
                    <a:pt x="47" y="0"/>
                    <a:pt x="0" y="87"/>
                    <a:pt x="49" y="232"/>
                  </a:cubicBezTo>
                  <a:cubicBezTo>
                    <a:pt x="170" y="414"/>
                    <a:pt x="322" y="536"/>
                    <a:pt x="535" y="596"/>
                  </a:cubicBezTo>
                  <a:cubicBezTo>
                    <a:pt x="573" y="609"/>
                    <a:pt x="606" y="615"/>
                    <a:pt x="633" y="615"/>
                  </a:cubicBezTo>
                  <a:cubicBezTo>
                    <a:pt x="737" y="615"/>
                    <a:pt x="765" y="528"/>
                    <a:pt x="717" y="384"/>
                  </a:cubicBezTo>
                  <a:cubicBezTo>
                    <a:pt x="626" y="201"/>
                    <a:pt x="474" y="80"/>
                    <a:pt x="261" y="19"/>
                  </a:cubicBezTo>
                  <a:cubicBezTo>
                    <a:pt x="223" y="6"/>
                    <a:pt x="189" y="0"/>
                    <a:pt x="160"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68"/>
            <p:cNvSpPr/>
            <p:nvPr/>
          </p:nvSpPr>
          <p:spPr>
            <a:xfrm>
              <a:off x="5068700" y="3744900"/>
              <a:ext cx="18625" cy="14750"/>
            </a:xfrm>
            <a:custGeom>
              <a:rect b="b" l="l" r="r" t="t"/>
              <a:pathLst>
                <a:path extrusionOk="0" h="590" w="745">
                  <a:moveTo>
                    <a:pt x="200" y="0"/>
                  </a:moveTo>
                  <a:cubicBezTo>
                    <a:pt x="63" y="0"/>
                    <a:pt x="0" y="86"/>
                    <a:pt x="53" y="219"/>
                  </a:cubicBezTo>
                  <a:cubicBezTo>
                    <a:pt x="144" y="401"/>
                    <a:pt x="296" y="523"/>
                    <a:pt x="509" y="583"/>
                  </a:cubicBezTo>
                  <a:cubicBezTo>
                    <a:pt x="529" y="587"/>
                    <a:pt x="547" y="589"/>
                    <a:pt x="565" y="589"/>
                  </a:cubicBezTo>
                  <a:cubicBezTo>
                    <a:pt x="682" y="589"/>
                    <a:pt x="744" y="503"/>
                    <a:pt x="691" y="371"/>
                  </a:cubicBezTo>
                  <a:cubicBezTo>
                    <a:pt x="600" y="188"/>
                    <a:pt x="448" y="67"/>
                    <a:pt x="266" y="6"/>
                  </a:cubicBezTo>
                  <a:cubicBezTo>
                    <a:pt x="242" y="2"/>
                    <a:pt x="220" y="0"/>
                    <a:pt x="200"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68"/>
            <p:cNvSpPr/>
            <p:nvPr/>
          </p:nvSpPr>
          <p:spPr>
            <a:xfrm>
              <a:off x="5139350" y="3760075"/>
              <a:ext cx="17875" cy="14000"/>
            </a:xfrm>
            <a:custGeom>
              <a:rect b="b" l="l" r="r" t="t"/>
              <a:pathLst>
                <a:path extrusionOk="0" h="560" w="715">
                  <a:moveTo>
                    <a:pt x="181" y="1"/>
                  </a:moveTo>
                  <a:cubicBezTo>
                    <a:pt x="63" y="1"/>
                    <a:pt x="1" y="87"/>
                    <a:pt x="54" y="220"/>
                  </a:cubicBezTo>
                  <a:cubicBezTo>
                    <a:pt x="115" y="372"/>
                    <a:pt x="267" y="493"/>
                    <a:pt x="479" y="554"/>
                  </a:cubicBezTo>
                  <a:cubicBezTo>
                    <a:pt x="499" y="558"/>
                    <a:pt x="518" y="560"/>
                    <a:pt x="535" y="560"/>
                  </a:cubicBezTo>
                  <a:cubicBezTo>
                    <a:pt x="652" y="560"/>
                    <a:pt x="715" y="474"/>
                    <a:pt x="662" y="341"/>
                  </a:cubicBezTo>
                  <a:cubicBezTo>
                    <a:pt x="601" y="159"/>
                    <a:pt x="419" y="37"/>
                    <a:pt x="236" y="7"/>
                  </a:cubicBezTo>
                  <a:cubicBezTo>
                    <a:pt x="217" y="3"/>
                    <a:pt x="198" y="1"/>
                    <a:pt x="181"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68"/>
            <p:cNvSpPr/>
            <p:nvPr/>
          </p:nvSpPr>
          <p:spPr>
            <a:xfrm>
              <a:off x="5206950" y="3772275"/>
              <a:ext cx="17900" cy="13975"/>
            </a:xfrm>
            <a:custGeom>
              <a:rect b="b" l="l" r="r" t="t"/>
              <a:pathLst>
                <a:path extrusionOk="0" h="559" w="716">
                  <a:moveTo>
                    <a:pt x="214" y="0"/>
                  </a:moveTo>
                  <a:cubicBezTo>
                    <a:pt x="68" y="0"/>
                    <a:pt x="1" y="112"/>
                    <a:pt x="55" y="248"/>
                  </a:cubicBezTo>
                  <a:cubicBezTo>
                    <a:pt x="146" y="400"/>
                    <a:pt x="298" y="522"/>
                    <a:pt x="481" y="552"/>
                  </a:cubicBezTo>
                  <a:cubicBezTo>
                    <a:pt x="500" y="556"/>
                    <a:pt x="519" y="558"/>
                    <a:pt x="536" y="558"/>
                  </a:cubicBezTo>
                  <a:cubicBezTo>
                    <a:pt x="654" y="558"/>
                    <a:pt x="716" y="472"/>
                    <a:pt x="663" y="339"/>
                  </a:cubicBezTo>
                  <a:cubicBezTo>
                    <a:pt x="602" y="157"/>
                    <a:pt x="450" y="36"/>
                    <a:pt x="268" y="5"/>
                  </a:cubicBezTo>
                  <a:cubicBezTo>
                    <a:pt x="249" y="2"/>
                    <a:pt x="231" y="0"/>
                    <a:pt x="21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68"/>
            <p:cNvSpPr/>
            <p:nvPr/>
          </p:nvSpPr>
          <p:spPr>
            <a:xfrm>
              <a:off x="5272300" y="3781400"/>
              <a:ext cx="17200" cy="13175"/>
            </a:xfrm>
            <a:custGeom>
              <a:rect b="b" l="l" r="r" t="t"/>
              <a:pathLst>
                <a:path extrusionOk="0" h="527" w="688">
                  <a:moveTo>
                    <a:pt x="213" y="0"/>
                  </a:moveTo>
                  <a:cubicBezTo>
                    <a:pt x="68" y="0"/>
                    <a:pt x="1" y="109"/>
                    <a:pt x="55" y="218"/>
                  </a:cubicBezTo>
                  <a:cubicBezTo>
                    <a:pt x="146" y="400"/>
                    <a:pt x="298" y="491"/>
                    <a:pt x="481" y="522"/>
                  </a:cubicBezTo>
                  <a:cubicBezTo>
                    <a:pt x="497" y="525"/>
                    <a:pt x="511" y="526"/>
                    <a:pt x="525" y="526"/>
                  </a:cubicBezTo>
                  <a:cubicBezTo>
                    <a:pt x="644" y="526"/>
                    <a:pt x="687" y="415"/>
                    <a:pt x="633" y="278"/>
                  </a:cubicBezTo>
                  <a:cubicBezTo>
                    <a:pt x="572" y="126"/>
                    <a:pt x="420" y="5"/>
                    <a:pt x="268" y="5"/>
                  </a:cubicBezTo>
                  <a:cubicBezTo>
                    <a:pt x="249" y="2"/>
                    <a:pt x="230" y="0"/>
                    <a:pt x="21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68"/>
            <p:cNvSpPr/>
            <p:nvPr/>
          </p:nvSpPr>
          <p:spPr>
            <a:xfrm>
              <a:off x="5335350" y="3785200"/>
              <a:ext cx="16600" cy="13800"/>
            </a:xfrm>
            <a:custGeom>
              <a:rect b="b" l="l" r="r" t="t"/>
              <a:pathLst>
                <a:path extrusionOk="0" h="552" w="664">
                  <a:moveTo>
                    <a:pt x="200" y="1"/>
                  </a:moveTo>
                  <a:cubicBezTo>
                    <a:pt x="72" y="1"/>
                    <a:pt x="1" y="137"/>
                    <a:pt x="56" y="248"/>
                  </a:cubicBezTo>
                  <a:cubicBezTo>
                    <a:pt x="117" y="430"/>
                    <a:pt x="269" y="522"/>
                    <a:pt x="421" y="552"/>
                  </a:cubicBezTo>
                  <a:cubicBezTo>
                    <a:pt x="573" y="552"/>
                    <a:pt x="664" y="430"/>
                    <a:pt x="603" y="278"/>
                  </a:cubicBezTo>
                  <a:cubicBezTo>
                    <a:pt x="542" y="126"/>
                    <a:pt x="390" y="5"/>
                    <a:pt x="238" y="5"/>
                  </a:cubicBezTo>
                  <a:cubicBezTo>
                    <a:pt x="225" y="2"/>
                    <a:pt x="212" y="1"/>
                    <a:pt x="200"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68"/>
            <p:cNvSpPr/>
            <p:nvPr/>
          </p:nvSpPr>
          <p:spPr>
            <a:xfrm>
              <a:off x="3152050" y="3735925"/>
              <a:ext cx="14450" cy="12925"/>
            </a:xfrm>
            <a:custGeom>
              <a:rect b="b" l="l" r="r" t="t"/>
              <a:pathLst>
                <a:path extrusionOk="0" h="517" w="578">
                  <a:moveTo>
                    <a:pt x="304" y="0"/>
                  </a:moveTo>
                  <a:cubicBezTo>
                    <a:pt x="0" y="31"/>
                    <a:pt x="0" y="486"/>
                    <a:pt x="304" y="517"/>
                  </a:cubicBezTo>
                  <a:cubicBezTo>
                    <a:pt x="456" y="517"/>
                    <a:pt x="578" y="395"/>
                    <a:pt x="578" y="243"/>
                  </a:cubicBezTo>
                  <a:cubicBezTo>
                    <a:pt x="578" y="122"/>
                    <a:pt x="456" y="0"/>
                    <a:pt x="30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68"/>
            <p:cNvSpPr/>
            <p:nvPr/>
          </p:nvSpPr>
          <p:spPr>
            <a:xfrm>
              <a:off x="3212075" y="3735925"/>
              <a:ext cx="13700" cy="12925"/>
            </a:xfrm>
            <a:custGeom>
              <a:rect b="b" l="l" r="r" t="t"/>
              <a:pathLst>
                <a:path extrusionOk="0" h="517" w="548">
                  <a:moveTo>
                    <a:pt x="244" y="0"/>
                  </a:moveTo>
                  <a:cubicBezTo>
                    <a:pt x="92" y="0"/>
                    <a:pt x="1" y="122"/>
                    <a:pt x="1" y="243"/>
                  </a:cubicBezTo>
                  <a:cubicBezTo>
                    <a:pt x="1" y="395"/>
                    <a:pt x="122" y="517"/>
                    <a:pt x="274" y="517"/>
                  </a:cubicBezTo>
                  <a:cubicBezTo>
                    <a:pt x="426" y="517"/>
                    <a:pt x="548" y="395"/>
                    <a:pt x="548" y="243"/>
                  </a:cubicBezTo>
                  <a:cubicBezTo>
                    <a:pt x="517" y="122"/>
                    <a:pt x="396" y="0"/>
                    <a:pt x="24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68"/>
            <p:cNvSpPr/>
            <p:nvPr/>
          </p:nvSpPr>
          <p:spPr>
            <a:xfrm>
              <a:off x="3270600" y="3735925"/>
              <a:ext cx="14450" cy="12925"/>
            </a:xfrm>
            <a:custGeom>
              <a:rect b="b" l="l" r="r" t="t"/>
              <a:pathLst>
                <a:path extrusionOk="0" h="517" w="578">
                  <a:moveTo>
                    <a:pt x="274" y="0"/>
                  </a:moveTo>
                  <a:cubicBezTo>
                    <a:pt x="122" y="0"/>
                    <a:pt x="0" y="122"/>
                    <a:pt x="31" y="243"/>
                  </a:cubicBezTo>
                  <a:cubicBezTo>
                    <a:pt x="61" y="395"/>
                    <a:pt x="182" y="517"/>
                    <a:pt x="334" y="517"/>
                  </a:cubicBezTo>
                  <a:cubicBezTo>
                    <a:pt x="456" y="517"/>
                    <a:pt x="578" y="395"/>
                    <a:pt x="578" y="243"/>
                  </a:cubicBezTo>
                  <a:cubicBezTo>
                    <a:pt x="547" y="122"/>
                    <a:pt x="426" y="0"/>
                    <a:pt x="27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68"/>
            <p:cNvSpPr/>
            <p:nvPr/>
          </p:nvSpPr>
          <p:spPr>
            <a:xfrm>
              <a:off x="3329100" y="3735925"/>
              <a:ext cx="15225" cy="12925"/>
            </a:xfrm>
            <a:custGeom>
              <a:rect b="b" l="l" r="r" t="t"/>
              <a:pathLst>
                <a:path extrusionOk="0" h="517" w="609">
                  <a:moveTo>
                    <a:pt x="244" y="0"/>
                  </a:moveTo>
                  <a:cubicBezTo>
                    <a:pt x="122" y="0"/>
                    <a:pt x="1" y="122"/>
                    <a:pt x="31" y="243"/>
                  </a:cubicBezTo>
                  <a:cubicBezTo>
                    <a:pt x="61" y="395"/>
                    <a:pt x="183" y="486"/>
                    <a:pt x="335" y="517"/>
                  </a:cubicBezTo>
                  <a:cubicBezTo>
                    <a:pt x="487" y="517"/>
                    <a:pt x="608" y="426"/>
                    <a:pt x="578" y="243"/>
                  </a:cubicBezTo>
                  <a:cubicBezTo>
                    <a:pt x="517" y="122"/>
                    <a:pt x="396" y="31"/>
                    <a:pt x="24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68"/>
            <p:cNvSpPr/>
            <p:nvPr/>
          </p:nvSpPr>
          <p:spPr>
            <a:xfrm>
              <a:off x="3387775" y="3736550"/>
              <a:ext cx="15825" cy="11550"/>
            </a:xfrm>
            <a:custGeom>
              <a:rect b="b" l="l" r="r" t="t"/>
              <a:pathLst>
                <a:path extrusionOk="0" h="462" w="633">
                  <a:moveTo>
                    <a:pt x="199" y="1"/>
                  </a:moveTo>
                  <a:cubicBezTo>
                    <a:pt x="92" y="1"/>
                    <a:pt x="0" y="110"/>
                    <a:pt x="55" y="218"/>
                  </a:cubicBezTo>
                  <a:cubicBezTo>
                    <a:pt x="85" y="370"/>
                    <a:pt x="237" y="461"/>
                    <a:pt x="389" y="461"/>
                  </a:cubicBezTo>
                  <a:cubicBezTo>
                    <a:pt x="511" y="461"/>
                    <a:pt x="632" y="370"/>
                    <a:pt x="602" y="218"/>
                  </a:cubicBezTo>
                  <a:cubicBezTo>
                    <a:pt x="541" y="97"/>
                    <a:pt x="389" y="6"/>
                    <a:pt x="237" y="6"/>
                  </a:cubicBezTo>
                  <a:cubicBezTo>
                    <a:pt x="224" y="2"/>
                    <a:pt x="212" y="1"/>
                    <a:pt x="199"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68"/>
            <p:cNvSpPr/>
            <p:nvPr/>
          </p:nvSpPr>
          <p:spPr>
            <a:xfrm>
              <a:off x="3446875" y="3736675"/>
              <a:ext cx="16000" cy="11425"/>
            </a:xfrm>
            <a:custGeom>
              <a:rect b="b" l="l" r="r" t="t"/>
              <a:pathLst>
                <a:path extrusionOk="0" h="457" w="640">
                  <a:moveTo>
                    <a:pt x="214" y="1"/>
                  </a:moveTo>
                  <a:cubicBezTo>
                    <a:pt x="62" y="1"/>
                    <a:pt x="1" y="92"/>
                    <a:pt x="62" y="213"/>
                  </a:cubicBezTo>
                  <a:cubicBezTo>
                    <a:pt x="122" y="365"/>
                    <a:pt x="244" y="456"/>
                    <a:pt x="396" y="456"/>
                  </a:cubicBezTo>
                  <a:cubicBezTo>
                    <a:pt x="548" y="456"/>
                    <a:pt x="639" y="365"/>
                    <a:pt x="609" y="213"/>
                  </a:cubicBezTo>
                  <a:cubicBezTo>
                    <a:pt x="518" y="92"/>
                    <a:pt x="366" y="1"/>
                    <a:pt x="21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68"/>
            <p:cNvSpPr/>
            <p:nvPr/>
          </p:nvSpPr>
          <p:spPr>
            <a:xfrm>
              <a:off x="3504625" y="3736675"/>
              <a:ext cx="17525" cy="11425"/>
            </a:xfrm>
            <a:custGeom>
              <a:rect b="b" l="l" r="r" t="t"/>
              <a:pathLst>
                <a:path extrusionOk="0" h="457" w="701">
                  <a:moveTo>
                    <a:pt x="214" y="1"/>
                  </a:moveTo>
                  <a:cubicBezTo>
                    <a:pt x="92" y="1"/>
                    <a:pt x="1" y="92"/>
                    <a:pt x="92" y="213"/>
                  </a:cubicBezTo>
                  <a:cubicBezTo>
                    <a:pt x="153" y="365"/>
                    <a:pt x="305" y="456"/>
                    <a:pt x="457" y="456"/>
                  </a:cubicBezTo>
                  <a:cubicBezTo>
                    <a:pt x="609" y="456"/>
                    <a:pt x="700" y="365"/>
                    <a:pt x="609" y="213"/>
                  </a:cubicBezTo>
                  <a:cubicBezTo>
                    <a:pt x="518" y="92"/>
                    <a:pt x="366" y="1"/>
                    <a:pt x="21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68"/>
            <p:cNvSpPr/>
            <p:nvPr/>
          </p:nvSpPr>
          <p:spPr>
            <a:xfrm>
              <a:off x="3564675" y="3736675"/>
              <a:ext cx="16725" cy="10675"/>
            </a:xfrm>
            <a:custGeom>
              <a:rect b="b" l="l" r="r" t="t"/>
              <a:pathLst>
                <a:path extrusionOk="0" h="427" w="669">
                  <a:moveTo>
                    <a:pt x="213" y="1"/>
                  </a:moveTo>
                  <a:cubicBezTo>
                    <a:pt x="61" y="1"/>
                    <a:pt x="0" y="122"/>
                    <a:pt x="61" y="213"/>
                  </a:cubicBezTo>
                  <a:cubicBezTo>
                    <a:pt x="152" y="335"/>
                    <a:pt x="304" y="426"/>
                    <a:pt x="456" y="426"/>
                  </a:cubicBezTo>
                  <a:cubicBezTo>
                    <a:pt x="608" y="426"/>
                    <a:pt x="669" y="335"/>
                    <a:pt x="608" y="213"/>
                  </a:cubicBezTo>
                  <a:cubicBezTo>
                    <a:pt x="517" y="92"/>
                    <a:pt x="365" y="31"/>
                    <a:pt x="21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68"/>
            <p:cNvSpPr/>
            <p:nvPr/>
          </p:nvSpPr>
          <p:spPr>
            <a:xfrm>
              <a:off x="3623175" y="3737425"/>
              <a:ext cx="17500" cy="9925"/>
            </a:xfrm>
            <a:custGeom>
              <a:rect b="b" l="l" r="r" t="t"/>
              <a:pathLst>
                <a:path extrusionOk="0" h="397" w="700">
                  <a:moveTo>
                    <a:pt x="183" y="1"/>
                  </a:moveTo>
                  <a:cubicBezTo>
                    <a:pt x="31" y="1"/>
                    <a:pt x="1" y="92"/>
                    <a:pt x="92" y="183"/>
                  </a:cubicBezTo>
                  <a:cubicBezTo>
                    <a:pt x="183" y="305"/>
                    <a:pt x="335" y="396"/>
                    <a:pt x="487" y="396"/>
                  </a:cubicBezTo>
                  <a:cubicBezTo>
                    <a:pt x="669" y="396"/>
                    <a:pt x="700" y="305"/>
                    <a:pt x="609" y="183"/>
                  </a:cubicBezTo>
                  <a:cubicBezTo>
                    <a:pt x="517" y="62"/>
                    <a:pt x="365" y="1"/>
                    <a:pt x="18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68"/>
            <p:cNvSpPr/>
            <p:nvPr/>
          </p:nvSpPr>
          <p:spPr>
            <a:xfrm>
              <a:off x="3681700" y="3737425"/>
              <a:ext cx="18250" cy="9150"/>
            </a:xfrm>
            <a:custGeom>
              <a:rect b="b" l="l" r="r" t="t"/>
              <a:pathLst>
                <a:path extrusionOk="0" h="366" w="730">
                  <a:moveTo>
                    <a:pt x="183" y="1"/>
                  </a:moveTo>
                  <a:cubicBezTo>
                    <a:pt x="31" y="1"/>
                    <a:pt x="0" y="92"/>
                    <a:pt x="91" y="183"/>
                  </a:cubicBezTo>
                  <a:cubicBezTo>
                    <a:pt x="213" y="305"/>
                    <a:pt x="365" y="366"/>
                    <a:pt x="547" y="366"/>
                  </a:cubicBezTo>
                  <a:cubicBezTo>
                    <a:pt x="699" y="366"/>
                    <a:pt x="730" y="305"/>
                    <a:pt x="638" y="183"/>
                  </a:cubicBezTo>
                  <a:cubicBezTo>
                    <a:pt x="517" y="62"/>
                    <a:pt x="365" y="1"/>
                    <a:pt x="18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68"/>
            <p:cNvSpPr/>
            <p:nvPr/>
          </p:nvSpPr>
          <p:spPr>
            <a:xfrm>
              <a:off x="3740600" y="3737300"/>
              <a:ext cx="18625" cy="9275"/>
            </a:xfrm>
            <a:custGeom>
              <a:rect b="b" l="l" r="r" t="t"/>
              <a:pathLst>
                <a:path extrusionOk="0" h="371" w="745">
                  <a:moveTo>
                    <a:pt x="113" y="0"/>
                  </a:moveTo>
                  <a:cubicBezTo>
                    <a:pt x="10" y="0"/>
                    <a:pt x="1" y="83"/>
                    <a:pt x="106" y="188"/>
                  </a:cubicBezTo>
                  <a:cubicBezTo>
                    <a:pt x="228" y="310"/>
                    <a:pt x="410" y="340"/>
                    <a:pt x="562" y="371"/>
                  </a:cubicBezTo>
                  <a:cubicBezTo>
                    <a:pt x="714" y="371"/>
                    <a:pt x="745" y="310"/>
                    <a:pt x="653" y="188"/>
                  </a:cubicBezTo>
                  <a:cubicBezTo>
                    <a:pt x="501" y="67"/>
                    <a:pt x="349" y="6"/>
                    <a:pt x="167" y="6"/>
                  </a:cubicBezTo>
                  <a:cubicBezTo>
                    <a:pt x="147" y="2"/>
                    <a:pt x="129" y="0"/>
                    <a:pt x="11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68"/>
            <p:cNvSpPr/>
            <p:nvPr/>
          </p:nvSpPr>
          <p:spPr>
            <a:xfrm>
              <a:off x="3799475" y="3737425"/>
              <a:ext cx="19025" cy="9150"/>
            </a:xfrm>
            <a:custGeom>
              <a:rect b="b" l="l" r="r" t="t"/>
              <a:pathLst>
                <a:path extrusionOk="0" h="366" w="761">
                  <a:moveTo>
                    <a:pt x="152" y="1"/>
                  </a:moveTo>
                  <a:cubicBezTo>
                    <a:pt x="1" y="1"/>
                    <a:pt x="1" y="92"/>
                    <a:pt x="122" y="183"/>
                  </a:cubicBezTo>
                  <a:cubicBezTo>
                    <a:pt x="244" y="305"/>
                    <a:pt x="426" y="366"/>
                    <a:pt x="578" y="366"/>
                  </a:cubicBezTo>
                  <a:cubicBezTo>
                    <a:pt x="730" y="366"/>
                    <a:pt x="760" y="305"/>
                    <a:pt x="639" y="183"/>
                  </a:cubicBezTo>
                  <a:cubicBezTo>
                    <a:pt x="517" y="62"/>
                    <a:pt x="335" y="1"/>
                    <a:pt x="152"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68"/>
            <p:cNvSpPr/>
            <p:nvPr/>
          </p:nvSpPr>
          <p:spPr>
            <a:xfrm>
              <a:off x="3857975" y="3737425"/>
              <a:ext cx="19800" cy="9150"/>
            </a:xfrm>
            <a:custGeom>
              <a:rect b="b" l="l" r="r" t="t"/>
              <a:pathLst>
                <a:path extrusionOk="0" h="366" w="792">
                  <a:moveTo>
                    <a:pt x="153" y="1"/>
                  </a:moveTo>
                  <a:cubicBezTo>
                    <a:pt x="1" y="1"/>
                    <a:pt x="1" y="92"/>
                    <a:pt x="123" y="183"/>
                  </a:cubicBezTo>
                  <a:cubicBezTo>
                    <a:pt x="275" y="305"/>
                    <a:pt x="457" y="335"/>
                    <a:pt x="609" y="366"/>
                  </a:cubicBezTo>
                  <a:cubicBezTo>
                    <a:pt x="761" y="366"/>
                    <a:pt x="791" y="305"/>
                    <a:pt x="670" y="183"/>
                  </a:cubicBezTo>
                  <a:cubicBezTo>
                    <a:pt x="518" y="92"/>
                    <a:pt x="335" y="31"/>
                    <a:pt x="15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68"/>
            <p:cNvSpPr/>
            <p:nvPr/>
          </p:nvSpPr>
          <p:spPr>
            <a:xfrm>
              <a:off x="3916500" y="3738200"/>
              <a:ext cx="20550" cy="8375"/>
            </a:xfrm>
            <a:custGeom>
              <a:rect b="b" l="l" r="r" t="t"/>
              <a:pathLst>
                <a:path extrusionOk="0" h="335" w="822">
                  <a:moveTo>
                    <a:pt x="152" y="0"/>
                  </a:moveTo>
                  <a:cubicBezTo>
                    <a:pt x="0" y="0"/>
                    <a:pt x="0" y="92"/>
                    <a:pt x="152" y="183"/>
                  </a:cubicBezTo>
                  <a:cubicBezTo>
                    <a:pt x="304" y="274"/>
                    <a:pt x="487" y="304"/>
                    <a:pt x="639" y="335"/>
                  </a:cubicBezTo>
                  <a:cubicBezTo>
                    <a:pt x="791" y="335"/>
                    <a:pt x="821" y="274"/>
                    <a:pt x="669" y="183"/>
                  </a:cubicBezTo>
                  <a:cubicBezTo>
                    <a:pt x="517" y="61"/>
                    <a:pt x="335" y="0"/>
                    <a:pt x="152"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68"/>
            <p:cNvSpPr/>
            <p:nvPr/>
          </p:nvSpPr>
          <p:spPr>
            <a:xfrm>
              <a:off x="3975000" y="3737425"/>
              <a:ext cx="19800" cy="8400"/>
            </a:xfrm>
            <a:custGeom>
              <a:rect b="b" l="l" r="r" t="t"/>
              <a:pathLst>
                <a:path extrusionOk="0" h="336" w="792">
                  <a:moveTo>
                    <a:pt x="153" y="1"/>
                  </a:moveTo>
                  <a:cubicBezTo>
                    <a:pt x="1" y="1"/>
                    <a:pt x="1" y="92"/>
                    <a:pt x="153" y="183"/>
                  </a:cubicBezTo>
                  <a:cubicBezTo>
                    <a:pt x="305" y="275"/>
                    <a:pt x="457" y="335"/>
                    <a:pt x="639" y="335"/>
                  </a:cubicBezTo>
                  <a:cubicBezTo>
                    <a:pt x="761" y="305"/>
                    <a:pt x="791" y="275"/>
                    <a:pt x="670" y="183"/>
                  </a:cubicBezTo>
                  <a:cubicBezTo>
                    <a:pt x="518" y="62"/>
                    <a:pt x="335" y="1"/>
                    <a:pt x="15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68"/>
            <p:cNvSpPr/>
            <p:nvPr/>
          </p:nvSpPr>
          <p:spPr>
            <a:xfrm>
              <a:off x="4025175" y="3732125"/>
              <a:ext cx="17500" cy="8650"/>
            </a:xfrm>
            <a:custGeom>
              <a:rect b="b" l="l" r="r" t="t"/>
              <a:pathLst>
                <a:path extrusionOk="0" h="346" w="700">
                  <a:moveTo>
                    <a:pt x="91" y="0"/>
                  </a:moveTo>
                  <a:cubicBezTo>
                    <a:pt x="0" y="31"/>
                    <a:pt x="0" y="122"/>
                    <a:pt x="152" y="243"/>
                  </a:cubicBezTo>
                  <a:cubicBezTo>
                    <a:pt x="243" y="312"/>
                    <a:pt x="351" y="346"/>
                    <a:pt x="464" y="346"/>
                  </a:cubicBezTo>
                  <a:cubicBezTo>
                    <a:pt x="502" y="346"/>
                    <a:pt x="540" y="342"/>
                    <a:pt x="578" y="335"/>
                  </a:cubicBezTo>
                  <a:cubicBezTo>
                    <a:pt x="669" y="335"/>
                    <a:pt x="699" y="274"/>
                    <a:pt x="547" y="152"/>
                  </a:cubicBezTo>
                  <a:cubicBezTo>
                    <a:pt x="426" y="61"/>
                    <a:pt x="274" y="0"/>
                    <a:pt x="9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68"/>
            <p:cNvSpPr/>
            <p:nvPr/>
          </p:nvSpPr>
          <p:spPr>
            <a:xfrm>
              <a:off x="4065450" y="3722250"/>
              <a:ext cx="15200" cy="9325"/>
            </a:xfrm>
            <a:custGeom>
              <a:rect b="b" l="l" r="r" t="t"/>
              <a:pathLst>
                <a:path extrusionOk="0" h="373" w="608">
                  <a:moveTo>
                    <a:pt x="91" y="0"/>
                  </a:moveTo>
                  <a:cubicBezTo>
                    <a:pt x="0" y="30"/>
                    <a:pt x="30" y="152"/>
                    <a:pt x="152" y="274"/>
                  </a:cubicBezTo>
                  <a:cubicBezTo>
                    <a:pt x="226" y="323"/>
                    <a:pt x="341" y="373"/>
                    <a:pt x="447" y="373"/>
                  </a:cubicBezTo>
                  <a:cubicBezTo>
                    <a:pt x="471" y="373"/>
                    <a:pt x="494" y="370"/>
                    <a:pt x="517" y="365"/>
                  </a:cubicBezTo>
                  <a:cubicBezTo>
                    <a:pt x="608" y="334"/>
                    <a:pt x="608" y="274"/>
                    <a:pt x="486" y="152"/>
                  </a:cubicBezTo>
                  <a:cubicBezTo>
                    <a:pt x="365" y="61"/>
                    <a:pt x="213" y="0"/>
                    <a:pt x="9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68"/>
            <p:cNvSpPr/>
            <p:nvPr/>
          </p:nvSpPr>
          <p:spPr>
            <a:xfrm>
              <a:off x="4097350" y="3708375"/>
              <a:ext cx="13700" cy="9750"/>
            </a:xfrm>
            <a:custGeom>
              <a:rect b="b" l="l" r="r" t="t"/>
              <a:pathLst>
                <a:path extrusionOk="0" h="390" w="548">
                  <a:moveTo>
                    <a:pt x="131" y="0"/>
                  </a:moveTo>
                  <a:cubicBezTo>
                    <a:pt x="115" y="0"/>
                    <a:pt x="102" y="3"/>
                    <a:pt x="92" y="8"/>
                  </a:cubicBezTo>
                  <a:cubicBezTo>
                    <a:pt x="1" y="38"/>
                    <a:pt x="31" y="160"/>
                    <a:pt x="183" y="281"/>
                  </a:cubicBezTo>
                  <a:cubicBezTo>
                    <a:pt x="264" y="363"/>
                    <a:pt x="332" y="390"/>
                    <a:pt x="395" y="390"/>
                  </a:cubicBezTo>
                  <a:cubicBezTo>
                    <a:pt x="426" y="390"/>
                    <a:pt x="457" y="383"/>
                    <a:pt x="487" y="373"/>
                  </a:cubicBezTo>
                  <a:cubicBezTo>
                    <a:pt x="548" y="342"/>
                    <a:pt x="548" y="251"/>
                    <a:pt x="426" y="160"/>
                  </a:cubicBezTo>
                  <a:cubicBezTo>
                    <a:pt x="325" y="59"/>
                    <a:pt x="204" y="0"/>
                    <a:pt x="13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68"/>
            <p:cNvSpPr/>
            <p:nvPr/>
          </p:nvSpPr>
          <p:spPr>
            <a:xfrm>
              <a:off x="4123950" y="3691575"/>
              <a:ext cx="11425" cy="10600"/>
            </a:xfrm>
            <a:custGeom>
              <a:rect b="b" l="l" r="r" t="t"/>
              <a:pathLst>
                <a:path extrusionOk="0" h="424" w="457">
                  <a:moveTo>
                    <a:pt x="87" y="0"/>
                  </a:moveTo>
                  <a:cubicBezTo>
                    <a:pt x="65" y="0"/>
                    <a:pt x="45" y="4"/>
                    <a:pt x="31" y="11"/>
                  </a:cubicBezTo>
                  <a:cubicBezTo>
                    <a:pt x="0" y="72"/>
                    <a:pt x="31" y="194"/>
                    <a:pt x="152" y="315"/>
                  </a:cubicBezTo>
                  <a:cubicBezTo>
                    <a:pt x="213" y="396"/>
                    <a:pt x="274" y="423"/>
                    <a:pt x="326" y="423"/>
                  </a:cubicBezTo>
                  <a:cubicBezTo>
                    <a:pt x="352" y="423"/>
                    <a:pt x="375" y="416"/>
                    <a:pt x="396" y="406"/>
                  </a:cubicBezTo>
                  <a:cubicBezTo>
                    <a:pt x="456" y="346"/>
                    <a:pt x="456" y="285"/>
                    <a:pt x="335" y="133"/>
                  </a:cubicBezTo>
                  <a:cubicBezTo>
                    <a:pt x="265" y="40"/>
                    <a:pt x="160" y="0"/>
                    <a:pt x="87"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68"/>
            <p:cNvSpPr/>
            <p:nvPr/>
          </p:nvSpPr>
          <p:spPr>
            <a:xfrm>
              <a:off x="4145225" y="3672575"/>
              <a:ext cx="10675" cy="10925"/>
            </a:xfrm>
            <a:custGeom>
              <a:rect b="b" l="l" r="r" t="t"/>
              <a:pathLst>
                <a:path extrusionOk="0" h="437" w="427">
                  <a:moveTo>
                    <a:pt x="83" y="0"/>
                  </a:moveTo>
                  <a:cubicBezTo>
                    <a:pt x="63" y="0"/>
                    <a:pt x="45" y="4"/>
                    <a:pt x="31" y="11"/>
                  </a:cubicBezTo>
                  <a:cubicBezTo>
                    <a:pt x="1" y="72"/>
                    <a:pt x="31" y="194"/>
                    <a:pt x="122" y="315"/>
                  </a:cubicBezTo>
                  <a:cubicBezTo>
                    <a:pt x="203" y="396"/>
                    <a:pt x="271" y="437"/>
                    <a:pt x="316" y="437"/>
                  </a:cubicBezTo>
                  <a:cubicBezTo>
                    <a:pt x="338" y="437"/>
                    <a:pt x="355" y="427"/>
                    <a:pt x="365" y="406"/>
                  </a:cubicBezTo>
                  <a:cubicBezTo>
                    <a:pt x="426" y="376"/>
                    <a:pt x="396" y="285"/>
                    <a:pt x="305" y="133"/>
                  </a:cubicBezTo>
                  <a:cubicBezTo>
                    <a:pt x="235" y="40"/>
                    <a:pt x="147" y="0"/>
                    <a:pt x="8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68"/>
            <p:cNvSpPr/>
            <p:nvPr/>
          </p:nvSpPr>
          <p:spPr>
            <a:xfrm>
              <a:off x="4164225" y="3652500"/>
              <a:ext cx="9150" cy="11100"/>
            </a:xfrm>
            <a:custGeom>
              <a:rect b="b" l="l" r="r" t="t"/>
              <a:pathLst>
                <a:path extrusionOk="0" h="444" w="366">
                  <a:moveTo>
                    <a:pt x="85" y="0"/>
                  </a:moveTo>
                  <a:cubicBezTo>
                    <a:pt x="66" y="0"/>
                    <a:pt x="47" y="8"/>
                    <a:pt x="31" y="24"/>
                  </a:cubicBezTo>
                  <a:cubicBezTo>
                    <a:pt x="0" y="54"/>
                    <a:pt x="31" y="206"/>
                    <a:pt x="92" y="328"/>
                  </a:cubicBezTo>
                  <a:cubicBezTo>
                    <a:pt x="157" y="394"/>
                    <a:pt x="223" y="444"/>
                    <a:pt x="266" y="444"/>
                  </a:cubicBezTo>
                  <a:cubicBezTo>
                    <a:pt x="283" y="444"/>
                    <a:pt x="296" y="436"/>
                    <a:pt x="304" y="419"/>
                  </a:cubicBezTo>
                  <a:cubicBezTo>
                    <a:pt x="365" y="328"/>
                    <a:pt x="335" y="206"/>
                    <a:pt x="244" y="146"/>
                  </a:cubicBezTo>
                  <a:cubicBezTo>
                    <a:pt x="199" y="57"/>
                    <a:pt x="138" y="0"/>
                    <a:pt x="8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68"/>
            <p:cNvSpPr/>
            <p:nvPr/>
          </p:nvSpPr>
          <p:spPr>
            <a:xfrm>
              <a:off x="4181700" y="3631975"/>
              <a:ext cx="8375" cy="11850"/>
            </a:xfrm>
            <a:custGeom>
              <a:rect b="b" l="l" r="r" t="t"/>
              <a:pathLst>
                <a:path extrusionOk="0" h="474" w="335">
                  <a:moveTo>
                    <a:pt x="97" y="1"/>
                  </a:moveTo>
                  <a:cubicBezTo>
                    <a:pt x="82" y="1"/>
                    <a:pt x="69" y="8"/>
                    <a:pt x="61" y="24"/>
                  </a:cubicBezTo>
                  <a:cubicBezTo>
                    <a:pt x="1" y="116"/>
                    <a:pt x="31" y="237"/>
                    <a:pt x="92" y="328"/>
                  </a:cubicBezTo>
                  <a:cubicBezTo>
                    <a:pt x="136" y="417"/>
                    <a:pt x="197" y="474"/>
                    <a:pt x="238" y="474"/>
                  </a:cubicBezTo>
                  <a:cubicBezTo>
                    <a:pt x="253" y="474"/>
                    <a:pt x="266" y="466"/>
                    <a:pt x="274" y="450"/>
                  </a:cubicBezTo>
                  <a:cubicBezTo>
                    <a:pt x="335" y="389"/>
                    <a:pt x="305" y="268"/>
                    <a:pt x="244" y="146"/>
                  </a:cubicBezTo>
                  <a:cubicBezTo>
                    <a:pt x="199" y="57"/>
                    <a:pt x="138" y="1"/>
                    <a:pt x="97"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68"/>
            <p:cNvSpPr/>
            <p:nvPr/>
          </p:nvSpPr>
          <p:spPr>
            <a:xfrm>
              <a:off x="4200700" y="3611775"/>
              <a:ext cx="6850" cy="12175"/>
            </a:xfrm>
            <a:custGeom>
              <a:rect b="b" l="l" r="r" t="t"/>
              <a:pathLst>
                <a:path extrusionOk="0" h="487" w="274">
                  <a:moveTo>
                    <a:pt x="74" y="1"/>
                  </a:moveTo>
                  <a:cubicBezTo>
                    <a:pt x="60" y="1"/>
                    <a:pt x="45" y="4"/>
                    <a:pt x="31" y="12"/>
                  </a:cubicBezTo>
                  <a:cubicBezTo>
                    <a:pt x="0" y="103"/>
                    <a:pt x="0" y="224"/>
                    <a:pt x="31" y="316"/>
                  </a:cubicBezTo>
                  <a:cubicBezTo>
                    <a:pt x="78" y="411"/>
                    <a:pt x="144" y="487"/>
                    <a:pt x="200" y="487"/>
                  </a:cubicBezTo>
                  <a:cubicBezTo>
                    <a:pt x="215" y="487"/>
                    <a:pt x="230" y="481"/>
                    <a:pt x="244" y="468"/>
                  </a:cubicBezTo>
                  <a:cubicBezTo>
                    <a:pt x="274" y="437"/>
                    <a:pt x="274" y="285"/>
                    <a:pt x="213" y="133"/>
                  </a:cubicBezTo>
                  <a:cubicBezTo>
                    <a:pt x="167" y="40"/>
                    <a:pt x="120" y="1"/>
                    <a:pt x="7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68"/>
            <p:cNvSpPr/>
            <p:nvPr/>
          </p:nvSpPr>
          <p:spPr>
            <a:xfrm>
              <a:off x="4221225" y="3592800"/>
              <a:ext cx="7625" cy="12575"/>
            </a:xfrm>
            <a:custGeom>
              <a:rect b="b" l="l" r="r" t="t"/>
              <a:pathLst>
                <a:path extrusionOk="0" h="503" w="305">
                  <a:moveTo>
                    <a:pt x="132" y="0"/>
                  </a:moveTo>
                  <a:cubicBezTo>
                    <a:pt x="119" y="0"/>
                    <a:pt x="105" y="4"/>
                    <a:pt x="91" y="11"/>
                  </a:cubicBezTo>
                  <a:cubicBezTo>
                    <a:pt x="0" y="102"/>
                    <a:pt x="0" y="224"/>
                    <a:pt x="31" y="315"/>
                  </a:cubicBezTo>
                  <a:cubicBezTo>
                    <a:pt x="57" y="420"/>
                    <a:pt x="152" y="503"/>
                    <a:pt x="197" y="503"/>
                  </a:cubicBezTo>
                  <a:cubicBezTo>
                    <a:pt x="203" y="503"/>
                    <a:pt x="209" y="501"/>
                    <a:pt x="213" y="497"/>
                  </a:cubicBezTo>
                  <a:cubicBezTo>
                    <a:pt x="304" y="436"/>
                    <a:pt x="274" y="315"/>
                    <a:pt x="243" y="163"/>
                  </a:cubicBezTo>
                  <a:cubicBezTo>
                    <a:pt x="220" y="45"/>
                    <a:pt x="178" y="0"/>
                    <a:pt x="132"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68"/>
            <p:cNvSpPr/>
            <p:nvPr/>
          </p:nvSpPr>
          <p:spPr>
            <a:xfrm>
              <a:off x="4246300" y="3576150"/>
              <a:ext cx="7625" cy="12525"/>
            </a:xfrm>
            <a:custGeom>
              <a:rect b="b" l="l" r="r" t="t"/>
              <a:pathLst>
                <a:path extrusionOk="0" h="501" w="305">
                  <a:moveTo>
                    <a:pt x="153" y="0"/>
                  </a:moveTo>
                  <a:cubicBezTo>
                    <a:pt x="143" y="0"/>
                    <a:pt x="132" y="3"/>
                    <a:pt x="122" y="8"/>
                  </a:cubicBezTo>
                  <a:cubicBezTo>
                    <a:pt x="31" y="69"/>
                    <a:pt x="0" y="190"/>
                    <a:pt x="31" y="312"/>
                  </a:cubicBezTo>
                  <a:cubicBezTo>
                    <a:pt x="31" y="418"/>
                    <a:pt x="122" y="500"/>
                    <a:pt x="186" y="500"/>
                  </a:cubicBezTo>
                  <a:cubicBezTo>
                    <a:pt x="196" y="500"/>
                    <a:pt x="205" y="498"/>
                    <a:pt x="213" y="494"/>
                  </a:cubicBezTo>
                  <a:cubicBezTo>
                    <a:pt x="274" y="464"/>
                    <a:pt x="304" y="312"/>
                    <a:pt x="274" y="160"/>
                  </a:cubicBezTo>
                  <a:cubicBezTo>
                    <a:pt x="249" y="59"/>
                    <a:pt x="203" y="0"/>
                    <a:pt x="15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68"/>
            <p:cNvSpPr/>
            <p:nvPr/>
          </p:nvSpPr>
          <p:spPr>
            <a:xfrm>
              <a:off x="4276700" y="3562525"/>
              <a:ext cx="8375" cy="13200"/>
            </a:xfrm>
            <a:custGeom>
              <a:rect b="b" l="l" r="r" t="t"/>
              <a:pathLst>
                <a:path extrusionOk="0" h="528" w="335">
                  <a:moveTo>
                    <a:pt x="217" y="0"/>
                  </a:moveTo>
                  <a:cubicBezTo>
                    <a:pt x="206" y="0"/>
                    <a:pt x="194" y="2"/>
                    <a:pt x="182" y="6"/>
                  </a:cubicBezTo>
                  <a:cubicBezTo>
                    <a:pt x="61" y="67"/>
                    <a:pt x="0" y="188"/>
                    <a:pt x="30" y="280"/>
                  </a:cubicBezTo>
                  <a:cubicBezTo>
                    <a:pt x="30" y="416"/>
                    <a:pt x="128" y="527"/>
                    <a:pt x="214" y="527"/>
                  </a:cubicBezTo>
                  <a:cubicBezTo>
                    <a:pt x="224" y="527"/>
                    <a:pt x="234" y="526"/>
                    <a:pt x="243" y="523"/>
                  </a:cubicBezTo>
                  <a:cubicBezTo>
                    <a:pt x="334" y="492"/>
                    <a:pt x="334" y="310"/>
                    <a:pt x="334" y="188"/>
                  </a:cubicBezTo>
                  <a:cubicBezTo>
                    <a:pt x="334" y="83"/>
                    <a:pt x="289" y="0"/>
                    <a:pt x="217"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68"/>
            <p:cNvSpPr/>
            <p:nvPr/>
          </p:nvSpPr>
          <p:spPr>
            <a:xfrm>
              <a:off x="4315450" y="3552775"/>
              <a:ext cx="9900" cy="13075"/>
            </a:xfrm>
            <a:custGeom>
              <a:rect b="b" l="l" r="r" t="t"/>
              <a:pathLst>
                <a:path extrusionOk="0" h="523" w="396">
                  <a:moveTo>
                    <a:pt x="213" y="1"/>
                  </a:moveTo>
                  <a:cubicBezTo>
                    <a:pt x="91" y="31"/>
                    <a:pt x="0" y="153"/>
                    <a:pt x="0" y="274"/>
                  </a:cubicBezTo>
                  <a:cubicBezTo>
                    <a:pt x="0" y="410"/>
                    <a:pt x="98" y="522"/>
                    <a:pt x="205" y="522"/>
                  </a:cubicBezTo>
                  <a:cubicBezTo>
                    <a:pt x="218" y="522"/>
                    <a:pt x="231" y="521"/>
                    <a:pt x="243" y="518"/>
                  </a:cubicBezTo>
                  <a:cubicBezTo>
                    <a:pt x="335" y="518"/>
                    <a:pt x="395" y="366"/>
                    <a:pt x="395" y="214"/>
                  </a:cubicBezTo>
                  <a:cubicBezTo>
                    <a:pt x="395" y="62"/>
                    <a:pt x="335" y="1"/>
                    <a:pt x="21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68"/>
            <p:cNvSpPr/>
            <p:nvPr/>
          </p:nvSpPr>
          <p:spPr>
            <a:xfrm>
              <a:off x="4361025" y="3547475"/>
              <a:ext cx="15225" cy="13700"/>
            </a:xfrm>
            <a:custGeom>
              <a:rect b="b" l="l" r="r" t="t"/>
              <a:pathLst>
                <a:path extrusionOk="0" h="548" w="609">
                  <a:moveTo>
                    <a:pt x="366" y="0"/>
                  </a:moveTo>
                  <a:cubicBezTo>
                    <a:pt x="1" y="0"/>
                    <a:pt x="1" y="547"/>
                    <a:pt x="366" y="547"/>
                  </a:cubicBezTo>
                  <a:cubicBezTo>
                    <a:pt x="518" y="517"/>
                    <a:pt x="609" y="395"/>
                    <a:pt x="609" y="243"/>
                  </a:cubicBezTo>
                  <a:cubicBezTo>
                    <a:pt x="609" y="122"/>
                    <a:pt x="487" y="0"/>
                    <a:pt x="366"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68"/>
            <p:cNvSpPr/>
            <p:nvPr/>
          </p:nvSpPr>
          <p:spPr>
            <a:xfrm>
              <a:off x="4421825" y="3547825"/>
              <a:ext cx="14100" cy="14100"/>
            </a:xfrm>
            <a:custGeom>
              <a:rect b="b" l="l" r="r" t="t"/>
              <a:pathLst>
                <a:path extrusionOk="0" h="564" w="564">
                  <a:moveTo>
                    <a:pt x="268" y="1"/>
                  </a:moveTo>
                  <a:cubicBezTo>
                    <a:pt x="133" y="1"/>
                    <a:pt x="1" y="85"/>
                    <a:pt x="1" y="260"/>
                  </a:cubicBezTo>
                  <a:cubicBezTo>
                    <a:pt x="1" y="412"/>
                    <a:pt x="122" y="533"/>
                    <a:pt x="274" y="564"/>
                  </a:cubicBezTo>
                  <a:cubicBezTo>
                    <a:pt x="426" y="564"/>
                    <a:pt x="548" y="442"/>
                    <a:pt x="548" y="290"/>
                  </a:cubicBezTo>
                  <a:cubicBezTo>
                    <a:pt x="564" y="100"/>
                    <a:pt x="414" y="1"/>
                    <a:pt x="268"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68"/>
            <p:cNvSpPr/>
            <p:nvPr/>
          </p:nvSpPr>
          <p:spPr>
            <a:xfrm>
              <a:off x="4484900" y="3554600"/>
              <a:ext cx="14450" cy="13525"/>
            </a:xfrm>
            <a:custGeom>
              <a:rect b="b" l="l" r="r" t="t"/>
              <a:pathLst>
                <a:path extrusionOk="0" h="541" w="578">
                  <a:moveTo>
                    <a:pt x="211" y="0"/>
                  </a:moveTo>
                  <a:cubicBezTo>
                    <a:pt x="96" y="0"/>
                    <a:pt x="0" y="87"/>
                    <a:pt x="0" y="232"/>
                  </a:cubicBezTo>
                  <a:cubicBezTo>
                    <a:pt x="31" y="384"/>
                    <a:pt x="152" y="505"/>
                    <a:pt x="304" y="536"/>
                  </a:cubicBezTo>
                  <a:cubicBezTo>
                    <a:pt x="320" y="539"/>
                    <a:pt x="336" y="540"/>
                    <a:pt x="351" y="540"/>
                  </a:cubicBezTo>
                  <a:cubicBezTo>
                    <a:pt x="480" y="540"/>
                    <a:pt x="578" y="429"/>
                    <a:pt x="578" y="293"/>
                  </a:cubicBezTo>
                  <a:cubicBezTo>
                    <a:pt x="578" y="141"/>
                    <a:pt x="456" y="19"/>
                    <a:pt x="304" y="19"/>
                  </a:cubicBezTo>
                  <a:cubicBezTo>
                    <a:pt x="273" y="6"/>
                    <a:pt x="241" y="0"/>
                    <a:pt x="21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68"/>
            <p:cNvSpPr/>
            <p:nvPr/>
          </p:nvSpPr>
          <p:spPr>
            <a:xfrm>
              <a:off x="4551000" y="3565500"/>
              <a:ext cx="16000" cy="13550"/>
            </a:xfrm>
            <a:custGeom>
              <a:rect b="b" l="l" r="r" t="t"/>
              <a:pathLst>
                <a:path extrusionOk="0" h="542" w="640">
                  <a:moveTo>
                    <a:pt x="258" y="1"/>
                  </a:moveTo>
                  <a:cubicBezTo>
                    <a:pt x="128" y="1"/>
                    <a:pt x="1" y="64"/>
                    <a:pt x="1" y="191"/>
                  </a:cubicBezTo>
                  <a:cubicBezTo>
                    <a:pt x="31" y="373"/>
                    <a:pt x="153" y="495"/>
                    <a:pt x="335" y="525"/>
                  </a:cubicBezTo>
                  <a:cubicBezTo>
                    <a:pt x="363" y="536"/>
                    <a:pt x="390" y="541"/>
                    <a:pt x="416" y="541"/>
                  </a:cubicBezTo>
                  <a:cubicBezTo>
                    <a:pt x="537" y="541"/>
                    <a:pt x="639" y="437"/>
                    <a:pt x="639" y="313"/>
                  </a:cubicBezTo>
                  <a:cubicBezTo>
                    <a:pt x="609" y="161"/>
                    <a:pt x="487" y="9"/>
                    <a:pt x="335" y="9"/>
                  </a:cubicBezTo>
                  <a:cubicBezTo>
                    <a:pt x="310" y="3"/>
                    <a:pt x="284" y="1"/>
                    <a:pt x="258"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68"/>
            <p:cNvSpPr/>
            <p:nvPr/>
          </p:nvSpPr>
          <p:spPr>
            <a:xfrm>
              <a:off x="4620150" y="3579675"/>
              <a:ext cx="16750" cy="13800"/>
            </a:xfrm>
            <a:custGeom>
              <a:rect b="b" l="l" r="r" t="t"/>
              <a:pathLst>
                <a:path extrusionOk="0" h="552" w="670">
                  <a:moveTo>
                    <a:pt x="254" y="0"/>
                  </a:moveTo>
                  <a:cubicBezTo>
                    <a:pt x="125" y="0"/>
                    <a:pt x="31" y="82"/>
                    <a:pt x="31" y="201"/>
                  </a:cubicBezTo>
                  <a:cubicBezTo>
                    <a:pt x="1" y="323"/>
                    <a:pt x="183" y="505"/>
                    <a:pt x="366" y="536"/>
                  </a:cubicBezTo>
                  <a:cubicBezTo>
                    <a:pt x="393" y="547"/>
                    <a:pt x="420" y="552"/>
                    <a:pt x="447" y="552"/>
                  </a:cubicBezTo>
                  <a:cubicBezTo>
                    <a:pt x="567" y="552"/>
                    <a:pt x="670" y="448"/>
                    <a:pt x="670" y="323"/>
                  </a:cubicBezTo>
                  <a:cubicBezTo>
                    <a:pt x="639" y="171"/>
                    <a:pt x="518" y="19"/>
                    <a:pt x="366" y="19"/>
                  </a:cubicBezTo>
                  <a:cubicBezTo>
                    <a:pt x="327" y="6"/>
                    <a:pt x="289" y="0"/>
                    <a:pt x="25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68"/>
            <p:cNvSpPr/>
            <p:nvPr/>
          </p:nvSpPr>
          <p:spPr>
            <a:xfrm>
              <a:off x="4691600" y="3596275"/>
              <a:ext cx="16725" cy="14425"/>
            </a:xfrm>
            <a:custGeom>
              <a:rect b="b" l="l" r="r" t="t"/>
              <a:pathLst>
                <a:path extrusionOk="0" h="577" w="669">
                  <a:moveTo>
                    <a:pt x="232" y="0"/>
                  </a:moveTo>
                  <a:cubicBezTo>
                    <a:pt x="114" y="0"/>
                    <a:pt x="30" y="63"/>
                    <a:pt x="30" y="176"/>
                  </a:cubicBezTo>
                  <a:cubicBezTo>
                    <a:pt x="0" y="358"/>
                    <a:pt x="182" y="510"/>
                    <a:pt x="365" y="571"/>
                  </a:cubicBezTo>
                  <a:cubicBezTo>
                    <a:pt x="388" y="575"/>
                    <a:pt x="411" y="577"/>
                    <a:pt x="432" y="577"/>
                  </a:cubicBezTo>
                  <a:cubicBezTo>
                    <a:pt x="577" y="577"/>
                    <a:pt x="669" y="490"/>
                    <a:pt x="669" y="358"/>
                  </a:cubicBezTo>
                  <a:cubicBezTo>
                    <a:pt x="669" y="176"/>
                    <a:pt x="547" y="54"/>
                    <a:pt x="365" y="24"/>
                  </a:cubicBezTo>
                  <a:cubicBezTo>
                    <a:pt x="318" y="8"/>
                    <a:pt x="273" y="0"/>
                    <a:pt x="232"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68"/>
            <p:cNvSpPr/>
            <p:nvPr/>
          </p:nvSpPr>
          <p:spPr>
            <a:xfrm>
              <a:off x="4764550" y="3615375"/>
              <a:ext cx="17500" cy="14650"/>
            </a:xfrm>
            <a:custGeom>
              <a:rect b="b" l="l" r="r" t="t"/>
              <a:pathLst>
                <a:path extrusionOk="0" h="586" w="700">
                  <a:moveTo>
                    <a:pt x="253" y="1"/>
                  </a:moveTo>
                  <a:cubicBezTo>
                    <a:pt x="123" y="1"/>
                    <a:pt x="24" y="83"/>
                    <a:pt x="0" y="202"/>
                  </a:cubicBezTo>
                  <a:cubicBezTo>
                    <a:pt x="0" y="354"/>
                    <a:pt x="182" y="536"/>
                    <a:pt x="365" y="567"/>
                  </a:cubicBezTo>
                  <a:cubicBezTo>
                    <a:pt x="404" y="580"/>
                    <a:pt x="441" y="586"/>
                    <a:pt x="476" y="586"/>
                  </a:cubicBezTo>
                  <a:cubicBezTo>
                    <a:pt x="605" y="586"/>
                    <a:pt x="699" y="504"/>
                    <a:pt x="699" y="384"/>
                  </a:cubicBezTo>
                  <a:cubicBezTo>
                    <a:pt x="669" y="202"/>
                    <a:pt x="547" y="50"/>
                    <a:pt x="365" y="20"/>
                  </a:cubicBezTo>
                  <a:cubicBezTo>
                    <a:pt x="326" y="7"/>
                    <a:pt x="288" y="1"/>
                    <a:pt x="25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68"/>
            <p:cNvSpPr/>
            <p:nvPr/>
          </p:nvSpPr>
          <p:spPr>
            <a:xfrm>
              <a:off x="4839000" y="3635800"/>
              <a:ext cx="16750" cy="14750"/>
            </a:xfrm>
            <a:custGeom>
              <a:rect b="b" l="l" r="r" t="t"/>
              <a:pathLst>
                <a:path extrusionOk="0" h="590" w="670">
                  <a:moveTo>
                    <a:pt x="202" y="0"/>
                  </a:moveTo>
                  <a:cubicBezTo>
                    <a:pt x="84" y="0"/>
                    <a:pt x="1" y="63"/>
                    <a:pt x="1" y="175"/>
                  </a:cubicBezTo>
                  <a:cubicBezTo>
                    <a:pt x="31" y="358"/>
                    <a:pt x="153" y="510"/>
                    <a:pt x="335" y="570"/>
                  </a:cubicBezTo>
                  <a:cubicBezTo>
                    <a:pt x="373" y="583"/>
                    <a:pt x="410" y="589"/>
                    <a:pt x="444" y="589"/>
                  </a:cubicBezTo>
                  <a:cubicBezTo>
                    <a:pt x="574" y="589"/>
                    <a:pt x="670" y="502"/>
                    <a:pt x="670" y="358"/>
                  </a:cubicBezTo>
                  <a:cubicBezTo>
                    <a:pt x="639" y="175"/>
                    <a:pt x="518" y="54"/>
                    <a:pt x="335" y="23"/>
                  </a:cubicBezTo>
                  <a:cubicBezTo>
                    <a:pt x="288" y="8"/>
                    <a:pt x="243" y="0"/>
                    <a:pt x="202"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68"/>
            <p:cNvSpPr/>
            <p:nvPr/>
          </p:nvSpPr>
          <p:spPr>
            <a:xfrm>
              <a:off x="4913475" y="3656400"/>
              <a:ext cx="16750" cy="14375"/>
            </a:xfrm>
            <a:custGeom>
              <a:rect b="b" l="l" r="r" t="t"/>
              <a:pathLst>
                <a:path extrusionOk="0" h="575" w="670">
                  <a:moveTo>
                    <a:pt x="223" y="1"/>
                  </a:moveTo>
                  <a:cubicBezTo>
                    <a:pt x="95" y="1"/>
                    <a:pt x="1" y="83"/>
                    <a:pt x="1" y="202"/>
                  </a:cubicBezTo>
                  <a:cubicBezTo>
                    <a:pt x="31" y="385"/>
                    <a:pt x="153" y="506"/>
                    <a:pt x="335" y="567"/>
                  </a:cubicBezTo>
                  <a:cubicBezTo>
                    <a:pt x="365" y="572"/>
                    <a:pt x="394" y="575"/>
                    <a:pt x="421" y="575"/>
                  </a:cubicBezTo>
                  <a:cubicBezTo>
                    <a:pt x="555" y="575"/>
                    <a:pt x="644" y="511"/>
                    <a:pt x="669" y="385"/>
                  </a:cubicBezTo>
                  <a:cubicBezTo>
                    <a:pt x="639" y="202"/>
                    <a:pt x="517" y="50"/>
                    <a:pt x="335" y="20"/>
                  </a:cubicBezTo>
                  <a:cubicBezTo>
                    <a:pt x="296" y="7"/>
                    <a:pt x="258" y="1"/>
                    <a:pt x="22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68"/>
            <p:cNvSpPr/>
            <p:nvPr/>
          </p:nvSpPr>
          <p:spPr>
            <a:xfrm>
              <a:off x="4986425" y="3676175"/>
              <a:ext cx="16750" cy="14375"/>
            </a:xfrm>
            <a:custGeom>
              <a:rect b="b" l="l" r="r" t="t"/>
              <a:pathLst>
                <a:path extrusionOk="0" h="575" w="670">
                  <a:moveTo>
                    <a:pt x="223" y="0"/>
                  </a:moveTo>
                  <a:cubicBezTo>
                    <a:pt x="95" y="0"/>
                    <a:pt x="1" y="82"/>
                    <a:pt x="1" y="202"/>
                  </a:cubicBezTo>
                  <a:cubicBezTo>
                    <a:pt x="31" y="384"/>
                    <a:pt x="153" y="506"/>
                    <a:pt x="335" y="566"/>
                  </a:cubicBezTo>
                  <a:cubicBezTo>
                    <a:pt x="365" y="571"/>
                    <a:pt x="395" y="574"/>
                    <a:pt x="423" y="574"/>
                  </a:cubicBezTo>
                  <a:cubicBezTo>
                    <a:pt x="564" y="574"/>
                    <a:pt x="669" y="511"/>
                    <a:pt x="669" y="384"/>
                  </a:cubicBezTo>
                  <a:cubicBezTo>
                    <a:pt x="639" y="202"/>
                    <a:pt x="517" y="50"/>
                    <a:pt x="335" y="19"/>
                  </a:cubicBezTo>
                  <a:cubicBezTo>
                    <a:pt x="296" y="6"/>
                    <a:pt x="258" y="0"/>
                    <a:pt x="22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68"/>
            <p:cNvSpPr/>
            <p:nvPr/>
          </p:nvSpPr>
          <p:spPr>
            <a:xfrm>
              <a:off x="5059375" y="3694700"/>
              <a:ext cx="15975" cy="14075"/>
            </a:xfrm>
            <a:custGeom>
              <a:rect b="b" l="l" r="r" t="t"/>
              <a:pathLst>
                <a:path extrusionOk="0" h="563" w="639">
                  <a:moveTo>
                    <a:pt x="219" y="0"/>
                  </a:moveTo>
                  <a:cubicBezTo>
                    <a:pt x="85" y="0"/>
                    <a:pt x="1" y="64"/>
                    <a:pt x="1" y="190"/>
                  </a:cubicBezTo>
                  <a:cubicBezTo>
                    <a:pt x="1" y="373"/>
                    <a:pt x="153" y="525"/>
                    <a:pt x="305" y="555"/>
                  </a:cubicBezTo>
                  <a:cubicBezTo>
                    <a:pt x="335" y="560"/>
                    <a:pt x="364" y="563"/>
                    <a:pt x="393" y="563"/>
                  </a:cubicBezTo>
                  <a:cubicBezTo>
                    <a:pt x="533" y="563"/>
                    <a:pt x="639" y="499"/>
                    <a:pt x="639" y="373"/>
                  </a:cubicBezTo>
                  <a:cubicBezTo>
                    <a:pt x="609" y="190"/>
                    <a:pt x="487" y="38"/>
                    <a:pt x="305" y="8"/>
                  </a:cubicBezTo>
                  <a:cubicBezTo>
                    <a:pt x="274" y="3"/>
                    <a:pt x="245" y="0"/>
                    <a:pt x="219"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68"/>
            <p:cNvSpPr/>
            <p:nvPr/>
          </p:nvSpPr>
          <p:spPr>
            <a:xfrm>
              <a:off x="5130050" y="3710700"/>
              <a:ext cx="15975" cy="14000"/>
            </a:xfrm>
            <a:custGeom>
              <a:rect b="b" l="l" r="r" t="t"/>
              <a:pathLst>
                <a:path extrusionOk="0" h="560" w="639">
                  <a:moveTo>
                    <a:pt x="246" y="0"/>
                  </a:moveTo>
                  <a:cubicBezTo>
                    <a:pt x="116" y="0"/>
                    <a:pt x="0" y="87"/>
                    <a:pt x="0" y="219"/>
                  </a:cubicBezTo>
                  <a:cubicBezTo>
                    <a:pt x="31" y="371"/>
                    <a:pt x="152" y="523"/>
                    <a:pt x="304" y="553"/>
                  </a:cubicBezTo>
                  <a:cubicBezTo>
                    <a:pt x="328" y="557"/>
                    <a:pt x="351" y="559"/>
                    <a:pt x="373" y="559"/>
                  </a:cubicBezTo>
                  <a:cubicBezTo>
                    <a:pt x="523" y="559"/>
                    <a:pt x="639" y="473"/>
                    <a:pt x="639" y="340"/>
                  </a:cubicBezTo>
                  <a:cubicBezTo>
                    <a:pt x="608" y="158"/>
                    <a:pt x="487" y="36"/>
                    <a:pt x="304" y="6"/>
                  </a:cubicBezTo>
                  <a:cubicBezTo>
                    <a:pt x="285" y="2"/>
                    <a:pt x="265" y="0"/>
                    <a:pt x="246"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68"/>
            <p:cNvSpPr/>
            <p:nvPr/>
          </p:nvSpPr>
          <p:spPr>
            <a:xfrm>
              <a:off x="5198450" y="3722875"/>
              <a:ext cx="15200" cy="13975"/>
            </a:xfrm>
            <a:custGeom>
              <a:rect b="b" l="l" r="r" t="t"/>
              <a:pathLst>
                <a:path extrusionOk="0" h="559" w="608">
                  <a:moveTo>
                    <a:pt x="257" y="1"/>
                  </a:moveTo>
                  <a:cubicBezTo>
                    <a:pt x="122" y="1"/>
                    <a:pt x="0" y="112"/>
                    <a:pt x="0" y="249"/>
                  </a:cubicBezTo>
                  <a:cubicBezTo>
                    <a:pt x="30" y="401"/>
                    <a:pt x="152" y="522"/>
                    <a:pt x="304" y="553"/>
                  </a:cubicBezTo>
                  <a:cubicBezTo>
                    <a:pt x="328" y="556"/>
                    <a:pt x="350" y="558"/>
                    <a:pt x="371" y="558"/>
                  </a:cubicBezTo>
                  <a:cubicBezTo>
                    <a:pt x="516" y="558"/>
                    <a:pt x="608" y="472"/>
                    <a:pt x="608" y="340"/>
                  </a:cubicBezTo>
                  <a:cubicBezTo>
                    <a:pt x="608" y="188"/>
                    <a:pt x="486" y="36"/>
                    <a:pt x="304" y="5"/>
                  </a:cubicBezTo>
                  <a:cubicBezTo>
                    <a:pt x="288" y="2"/>
                    <a:pt x="272" y="1"/>
                    <a:pt x="257"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68"/>
            <p:cNvSpPr/>
            <p:nvPr/>
          </p:nvSpPr>
          <p:spPr>
            <a:xfrm>
              <a:off x="5264550" y="3732000"/>
              <a:ext cx="14375" cy="13200"/>
            </a:xfrm>
            <a:custGeom>
              <a:rect b="b" l="l" r="r" t="t"/>
              <a:pathLst>
                <a:path extrusionOk="0" h="528" w="575">
                  <a:moveTo>
                    <a:pt x="228" y="0"/>
                  </a:moveTo>
                  <a:cubicBezTo>
                    <a:pt x="98" y="0"/>
                    <a:pt x="0" y="112"/>
                    <a:pt x="0" y="248"/>
                  </a:cubicBezTo>
                  <a:cubicBezTo>
                    <a:pt x="0" y="400"/>
                    <a:pt x="122" y="522"/>
                    <a:pt x="274" y="522"/>
                  </a:cubicBezTo>
                  <a:cubicBezTo>
                    <a:pt x="294" y="526"/>
                    <a:pt x="313" y="528"/>
                    <a:pt x="332" y="528"/>
                  </a:cubicBezTo>
                  <a:cubicBezTo>
                    <a:pt x="462" y="528"/>
                    <a:pt x="574" y="441"/>
                    <a:pt x="548" y="309"/>
                  </a:cubicBezTo>
                  <a:cubicBezTo>
                    <a:pt x="548" y="127"/>
                    <a:pt x="426" y="5"/>
                    <a:pt x="274" y="5"/>
                  </a:cubicBezTo>
                  <a:cubicBezTo>
                    <a:pt x="258" y="2"/>
                    <a:pt x="243" y="0"/>
                    <a:pt x="228"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68"/>
            <p:cNvSpPr/>
            <p:nvPr/>
          </p:nvSpPr>
          <p:spPr>
            <a:xfrm>
              <a:off x="5326100" y="3736300"/>
              <a:ext cx="13700" cy="12550"/>
            </a:xfrm>
            <a:custGeom>
              <a:rect b="b" l="l" r="r" t="t"/>
              <a:pathLst>
                <a:path extrusionOk="0" h="502" w="548">
                  <a:moveTo>
                    <a:pt x="274" y="0"/>
                  </a:moveTo>
                  <a:cubicBezTo>
                    <a:pt x="145" y="0"/>
                    <a:pt x="16" y="76"/>
                    <a:pt x="0" y="228"/>
                  </a:cubicBezTo>
                  <a:cubicBezTo>
                    <a:pt x="0" y="380"/>
                    <a:pt x="122" y="502"/>
                    <a:pt x="274" y="502"/>
                  </a:cubicBezTo>
                  <a:cubicBezTo>
                    <a:pt x="426" y="502"/>
                    <a:pt x="548" y="380"/>
                    <a:pt x="548" y="228"/>
                  </a:cubicBezTo>
                  <a:cubicBezTo>
                    <a:pt x="532" y="76"/>
                    <a:pt x="403" y="0"/>
                    <a:pt x="27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68"/>
            <p:cNvSpPr/>
            <p:nvPr/>
          </p:nvSpPr>
          <p:spPr>
            <a:xfrm>
              <a:off x="3152800" y="3685775"/>
              <a:ext cx="12950" cy="13700"/>
            </a:xfrm>
            <a:custGeom>
              <a:rect b="b" l="l" r="r" t="t"/>
              <a:pathLst>
                <a:path extrusionOk="0" h="548" w="518">
                  <a:moveTo>
                    <a:pt x="274" y="0"/>
                  </a:moveTo>
                  <a:cubicBezTo>
                    <a:pt x="122" y="0"/>
                    <a:pt x="1" y="122"/>
                    <a:pt x="1" y="274"/>
                  </a:cubicBezTo>
                  <a:cubicBezTo>
                    <a:pt x="1" y="426"/>
                    <a:pt x="122" y="547"/>
                    <a:pt x="274" y="547"/>
                  </a:cubicBezTo>
                  <a:cubicBezTo>
                    <a:pt x="396" y="547"/>
                    <a:pt x="517" y="426"/>
                    <a:pt x="517" y="274"/>
                  </a:cubicBezTo>
                  <a:cubicBezTo>
                    <a:pt x="517" y="122"/>
                    <a:pt x="396" y="0"/>
                    <a:pt x="27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68"/>
            <p:cNvSpPr/>
            <p:nvPr/>
          </p:nvSpPr>
          <p:spPr>
            <a:xfrm>
              <a:off x="3208275" y="3687275"/>
              <a:ext cx="12950" cy="12950"/>
            </a:xfrm>
            <a:custGeom>
              <a:rect b="b" l="l" r="r" t="t"/>
              <a:pathLst>
                <a:path extrusionOk="0" h="518" w="518">
                  <a:moveTo>
                    <a:pt x="244" y="1"/>
                  </a:moveTo>
                  <a:cubicBezTo>
                    <a:pt x="92" y="1"/>
                    <a:pt x="1" y="122"/>
                    <a:pt x="1" y="244"/>
                  </a:cubicBezTo>
                  <a:cubicBezTo>
                    <a:pt x="31" y="396"/>
                    <a:pt x="122" y="518"/>
                    <a:pt x="274" y="518"/>
                  </a:cubicBezTo>
                  <a:cubicBezTo>
                    <a:pt x="426" y="518"/>
                    <a:pt x="517" y="396"/>
                    <a:pt x="517" y="274"/>
                  </a:cubicBezTo>
                  <a:cubicBezTo>
                    <a:pt x="487" y="122"/>
                    <a:pt x="396" y="1"/>
                    <a:pt x="24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68"/>
            <p:cNvSpPr/>
            <p:nvPr/>
          </p:nvSpPr>
          <p:spPr>
            <a:xfrm>
              <a:off x="3263000" y="3688050"/>
              <a:ext cx="14450" cy="12925"/>
            </a:xfrm>
            <a:custGeom>
              <a:rect b="b" l="l" r="r" t="t"/>
              <a:pathLst>
                <a:path extrusionOk="0" h="517" w="578">
                  <a:moveTo>
                    <a:pt x="243" y="0"/>
                  </a:moveTo>
                  <a:cubicBezTo>
                    <a:pt x="122" y="0"/>
                    <a:pt x="0" y="122"/>
                    <a:pt x="31" y="274"/>
                  </a:cubicBezTo>
                  <a:cubicBezTo>
                    <a:pt x="61" y="395"/>
                    <a:pt x="183" y="517"/>
                    <a:pt x="335" y="517"/>
                  </a:cubicBezTo>
                  <a:cubicBezTo>
                    <a:pt x="456" y="517"/>
                    <a:pt x="578" y="395"/>
                    <a:pt x="547" y="274"/>
                  </a:cubicBezTo>
                  <a:cubicBezTo>
                    <a:pt x="517" y="122"/>
                    <a:pt x="395" y="31"/>
                    <a:pt x="24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68"/>
            <p:cNvSpPr/>
            <p:nvPr/>
          </p:nvSpPr>
          <p:spPr>
            <a:xfrm>
              <a:off x="3318525" y="3689475"/>
              <a:ext cx="14400" cy="13025"/>
            </a:xfrm>
            <a:custGeom>
              <a:rect b="b" l="l" r="r" t="t"/>
              <a:pathLst>
                <a:path extrusionOk="0" h="521" w="576">
                  <a:moveTo>
                    <a:pt x="180" y="0"/>
                  </a:moveTo>
                  <a:cubicBezTo>
                    <a:pt x="74" y="0"/>
                    <a:pt x="1" y="136"/>
                    <a:pt x="28" y="247"/>
                  </a:cubicBezTo>
                  <a:cubicBezTo>
                    <a:pt x="59" y="399"/>
                    <a:pt x="180" y="490"/>
                    <a:pt x="332" y="521"/>
                  </a:cubicBezTo>
                  <a:cubicBezTo>
                    <a:pt x="484" y="521"/>
                    <a:pt x="576" y="369"/>
                    <a:pt x="545" y="247"/>
                  </a:cubicBezTo>
                  <a:cubicBezTo>
                    <a:pt x="484" y="126"/>
                    <a:pt x="363" y="4"/>
                    <a:pt x="211" y="4"/>
                  </a:cubicBezTo>
                  <a:cubicBezTo>
                    <a:pt x="200" y="1"/>
                    <a:pt x="190" y="0"/>
                    <a:pt x="180"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68"/>
            <p:cNvSpPr/>
            <p:nvPr/>
          </p:nvSpPr>
          <p:spPr>
            <a:xfrm>
              <a:off x="3373175" y="3690325"/>
              <a:ext cx="15975" cy="12950"/>
            </a:xfrm>
            <a:custGeom>
              <a:rect b="b" l="l" r="r" t="t"/>
              <a:pathLst>
                <a:path extrusionOk="0" h="518" w="639">
                  <a:moveTo>
                    <a:pt x="244" y="0"/>
                  </a:moveTo>
                  <a:cubicBezTo>
                    <a:pt x="92" y="0"/>
                    <a:pt x="1" y="122"/>
                    <a:pt x="61" y="244"/>
                  </a:cubicBezTo>
                  <a:cubicBezTo>
                    <a:pt x="122" y="396"/>
                    <a:pt x="244" y="487"/>
                    <a:pt x="396" y="517"/>
                  </a:cubicBezTo>
                  <a:cubicBezTo>
                    <a:pt x="517" y="517"/>
                    <a:pt x="639" y="396"/>
                    <a:pt x="578" y="274"/>
                  </a:cubicBezTo>
                  <a:cubicBezTo>
                    <a:pt x="517" y="122"/>
                    <a:pt x="396" y="31"/>
                    <a:pt x="24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68"/>
            <p:cNvSpPr/>
            <p:nvPr/>
          </p:nvSpPr>
          <p:spPr>
            <a:xfrm>
              <a:off x="3428775" y="3691750"/>
              <a:ext cx="15100" cy="12275"/>
            </a:xfrm>
            <a:custGeom>
              <a:rect b="b" l="l" r="r" t="t"/>
              <a:pathLst>
                <a:path extrusionOk="0" h="491" w="604">
                  <a:moveTo>
                    <a:pt x="177" y="0"/>
                  </a:moveTo>
                  <a:cubicBezTo>
                    <a:pt x="72" y="0"/>
                    <a:pt x="1" y="136"/>
                    <a:pt x="56" y="247"/>
                  </a:cubicBezTo>
                  <a:cubicBezTo>
                    <a:pt x="117" y="369"/>
                    <a:pt x="239" y="491"/>
                    <a:pt x="391" y="491"/>
                  </a:cubicBezTo>
                  <a:cubicBezTo>
                    <a:pt x="543" y="491"/>
                    <a:pt x="603" y="399"/>
                    <a:pt x="543" y="247"/>
                  </a:cubicBezTo>
                  <a:cubicBezTo>
                    <a:pt x="482" y="95"/>
                    <a:pt x="360" y="4"/>
                    <a:pt x="208" y="4"/>
                  </a:cubicBezTo>
                  <a:cubicBezTo>
                    <a:pt x="198" y="2"/>
                    <a:pt x="187" y="0"/>
                    <a:pt x="177"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68"/>
            <p:cNvSpPr/>
            <p:nvPr/>
          </p:nvSpPr>
          <p:spPr>
            <a:xfrm>
              <a:off x="3483350" y="3692600"/>
              <a:ext cx="16000" cy="12175"/>
            </a:xfrm>
            <a:custGeom>
              <a:rect b="b" l="l" r="r" t="t"/>
              <a:pathLst>
                <a:path extrusionOk="0" h="487" w="640">
                  <a:moveTo>
                    <a:pt x="214" y="1"/>
                  </a:moveTo>
                  <a:cubicBezTo>
                    <a:pt x="62" y="1"/>
                    <a:pt x="1" y="122"/>
                    <a:pt x="62" y="244"/>
                  </a:cubicBezTo>
                  <a:cubicBezTo>
                    <a:pt x="153" y="396"/>
                    <a:pt x="274" y="487"/>
                    <a:pt x="457" y="487"/>
                  </a:cubicBezTo>
                  <a:cubicBezTo>
                    <a:pt x="578" y="487"/>
                    <a:pt x="639" y="396"/>
                    <a:pt x="578" y="244"/>
                  </a:cubicBezTo>
                  <a:cubicBezTo>
                    <a:pt x="518" y="122"/>
                    <a:pt x="366" y="31"/>
                    <a:pt x="21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68"/>
            <p:cNvSpPr/>
            <p:nvPr/>
          </p:nvSpPr>
          <p:spPr>
            <a:xfrm>
              <a:off x="3538825" y="3694125"/>
              <a:ext cx="16750" cy="12175"/>
            </a:xfrm>
            <a:custGeom>
              <a:rect b="b" l="l" r="r" t="t"/>
              <a:pathLst>
                <a:path extrusionOk="0" h="487" w="670">
                  <a:moveTo>
                    <a:pt x="214" y="0"/>
                  </a:moveTo>
                  <a:cubicBezTo>
                    <a:pt x="62" y="0"/>
                    <a:pt x="1" y="92"/>
                    <a:pt x="92" y="244"/>
                  </a:cubicBezTo>
                  <a:cubicBezTo>
                    <a:pt x="153" y="365"/>
                    <a:pt x="305" y="456"/>
                    <a:pt x="457" y="487"/>
                  </a:cubicBezTo>
                  <a:cubicBezTo>
                    <a:pt x="609" y="487"/>
                    <a:pt x="669" y="365"/>
                    <a:pt x="578" y="244"/>
                  </a:cubicBezTo>
                  <a:cubicBezTo>
                    <a:pt x="487" y="92"/>
                    <a:pt x="366" y="0"/>
                    <a:pt x="21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68"/>
            <p:cNvSpPr/>
            <p:nvPr/>
          </p:nvSpPr>
          <p:spPr>
            <a:xfrm>
              <a:off x="3594300" y="3694875"/>
              <a:ext cx="16750" cy="12200"/>
            </a:xfrm>
            <a:custGeom>
              <a:rect b="b" l="l" r="r" t="t"/>
              <a:pathLst>
                <a:path extrusionOk="0" h="488" w="670">
                  <a:moveTo>
                    <a:pt x="183" y="1"/>
                  </a:moveTo>
                  <a:cubicBezTo>
                    <a:pt x="31" y="1"/>
                    <a:pt x="1" y="122"/>
                    <a:pt x="61" y="244"/>
                  </a:cubicBezTo>
                  <a:cubicBezTo>
                    <a:pt x="153" y="366"/>
                    <a:pt x="305" y="457"/>
                    <a:pt x="487" y="487"/>
                  </a:cubicBezTo>
                  <a:cubicBezTo>
                    <a:pt x="609" y="487"/>
                    <a:pt x="669" y="396"/>
                    <a:pt x="578" y="244"/>
                  </a:cubicBezTo>
                  <a:cubicBezTo>
                    <a:pt x="487" y="122"/>
                    <a:pt x="335" y="31"/>
                    <a:pt x="18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68"/>
            <p:cNvSpPr/>
            <p:nvPr/>
          </p:nvSpPr>
          <p:spPr>
            <a:xfrm>
              <a:off x="3649025" y="3696400"/>
              <a:ext cx="17500" cy="12175"/>
            </a:xfrm>
            <a:custGeom>
              <a:rect b="b" l="l" r="r" t="t"/>
              <a:pathLst>
                <a:path extrusionOk="0" h="487" w="700">
                  <a:moveTo>
                    <a:pt x="183" y="1"/>
                  </a:moveTo>
                  <a:cubicBezTo>
                    <a:pt x="31" y="1"/>
                    <a:pt x="0" y="122"/>
                    <a:pt x="91" y="244"/>
                  </a:cubicBezTo>
                  <a:cubicBezTo>
                    <a:pt x="213" y="365"/>
                    <a:pt x="365" y="457"/>
                    <a:pt x="517" y="487"/>
                  </a:cubicBezTo>
                  <a:cubicBezTo>
                    <a:pt x="669" y="487"/>
                    <a:pt x="699" y="365"/>
                    <a:pt x="608" y="244"/>
                  </a:cubicBezTo>
                  <a:cubicBezTo>
                    <a:pt x="486" y="122"/>
                    <a:pt x="335" y="31"/>
                    <a:pt x="18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68"/>
            <p:cNvSpPr/>
            <p:nvPr/>
          </p:nvSpPr>
          <p:spPr>
            <a:xfrm>
              <a:off x="3704500" y="3697150"/>
              <a:ext cx="17500" cy="11425"/>
            </a:xfrm>
            <a:custGeom>
              <a:rect b="b" l="l" r="r" t="t"/>
              <a:pathLst>
                <a:path extrusionOk="0" h="457" w="700">
                  <a:moveTo>
                    <a:pt x="152" y="1"/>
                  </a:moveTo>
                  <a:cubicBezTo>
                    <a:pt x="30" y="1"/>
                    <a:pt x="0" y="123"/>
                    <a:pt x="91" y="244"/>
                  </a:cubicBezTo>
                  <a:cubicBezTo>
                    <a:pt x="213" y="366"/>
                    <a:pt x="365" y="457"/>
                    <a:pt x="547" y="457"/>
                  </a:cubicBezTo>
                  <a:cubicBezTo>
                    <a:pt x="669" y="457"/>
                    <a:pt x="699" y="366"/>
                    <a:pt x="608" y="244"/>
                  </a:cubicBezTo>
                  <a:cubicBezTo>
                    <a:pt x="486" y="123"/>
                    <a:pt x="334" y="31"/>
                    <a:pt x="152"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68"/>
            <p:cNvSpPr/>
            <p:nvPr/>
          </p:nvSpPr>
          <p:spPr>
            <a:xfrm>
              <a:off x="3759200" y="3698675"/>
              <a:ext cx="18700" cy="10800"/>
            </a:xfrm>
            <a:custGeom>
              <a:rect b="b" l="l" r="r" t="t"/>
              <a:pathLst>
                <a:path extrusionOk="0" h="432" w="748">
                  <a:moveTo>
                    <a:pt x="153" y="1"/>
                  </a:moveTo>
                  <a:cubicBezTo>
                    <a:pt x="31" y="1"/>
                    <a:pt x="1" y="92"/>
                    <a:pt x="122" y="214"/>
                  </a:cubicBezTo>
                  <a:cubicBezTo>
                    <a:pt x="244" y="335"/>
                    <a:pt x="396" y="426"/>
                    <a:pt x="578" y="426"/>
                  </a:cubicBezTo>
                  <a:cubicBezTo>
                    <a:pt x="594" y="430"/>
                    <a:pt x="609" y="431"/>
                    <a:pt x="622" y="431"/>
                  </a:cubicBezTo>
                  <a:cubicBezTo>
                    <a:pt x="735" y="431"/>
                    <a:pt x="748" y="322"/>
                    <a:pt x="639" y="214"/>
                  </a:cubicBezTo>
                  <a:cubicBezTo>
                    <a:pt x="517" y="92"/>
                    <a:pt x="335" y="1"/>
                    <a:pt x="15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68"/>
            <p:cNvSpPr/>
            <p:nvPr/>
          </p:nvSpPr>
          <p:spPr>
            <a:xfrm>
              <a:off x="3814675" y="3699450"/>
              <a:ext cx="19025" cy="11425"/>
            </a:xfrm>
            <a:custGeom>
              <a:rect b="b" l="l" r="r" t="t"/>
              <a:pathLst>
                <a:path extrusionOk="0" h="457" w="761">
                  <a:moveTo>
                    <a:pt x="122" y="0"/>
                  </a:moveTo>
                  <a:cubicBezTo>
                    <a:pt x="0" y="0"/>
                    <a:pt x="0" y="91"/>
                    <a:pt x="122" y="213"/>
                  </a:cubicBezTo>
                  <a:cubicBezTo>
                    <a:pt x="244" y="335"/>
                    <a:pt x="426" y="426"/>
                    <a:pt x="608" y="456"/>
                  </a:cubicBezTo>
                  <a:cubicBezTo>
                    <a:pt x="760" y="456"/>
                    <a:pt x="760" y="365"/>
                    <a:pt x="608" y="243"/>
                  </a:cubicBezTo>
                  <a:cubicBezTo>
                    <a:pt x="487" y="122"/>
                    <a:pt x="304" y="31"/>
                    <a:pt x="122"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68"/>
            <p:cNvSpPr/>
            <p:nvPr/>
          </p:nvSpPr>
          <p:spPr>
            <a:xfrm>
              <a:off x="3869375" y="3700950"/>
              <a:ext cx="19800" cy="10675"/>
            </a:xfrm>
            <a:custGeom>
              <a:rect b="b" l="l" r="r" t="t"/>
              <a:pathLst>
                <a:path extrusionOk="0" h="427" w="792">
                  <a:moveTo>
                    <a:pt x="153" y="1"/>
                  </a:moveTo>
                  <a:cubicBezTo>
                    <a:pt x="1" y="1"/>
                    <a:pt x="1" y="92"/>
                    <a:pt x="153" y="214"/>
                  </a:cubicBezTo>
                  <a:cubicBezTo>
                    <a:pt x="274" y="335"/>
                    <a:pt x="457" y="396"/>
                    <a:pt x="639" y="426"/>
                  </a:cubicBezTo>
                  <a:cubicBezTo>
                    <a:pt x="791" y="426"/>
                    <a:pt x="791" y="335"/>
                    <a:pt x="639" y="214"/>
                  </a:cubicBezTo>
                  <a:cubicBezTo>
                    <a:pt x="518" y="92"/>
                    <a:pt x="335" y="31"/>
                    <a:pt x="15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68"/>
            <p:cNvSpPr/>
            <p:nvPr/>
          </p:nvSpPr>
          <p:spPr>
            <a:xfrm>
              <a:off x="3925625" y="3700200"/>
              <a:ext cx="20525" cy="10675"/>
            </a:xfrm>
            <a:custGeom>
              <a:rect b="b" l="l" r="r" t="t"/>
              <a:pathLst>
                <a:path extrusionOk="0" h="427" w="821">
                  <a:moveTo>
                    <a:pt x="152" y="1"/>
                  </a:moveTo>
                  <a:cubicBezTo>
                    <a:pt x="31" y="31"/>
                    <a:pt x="0" y="122"/>
                    <a:pt x="152" y="244"/>
                  </a:cubicBezTo>
                  <a:cubicBezTo>
                    <a:pt x="304" y="365"/>
                    <a:pt x="487" y="426"/>
                    <a:pt x="669" y="426"/>
                  </a:cubicBezTo>
                  <a:cubicBezTo>
                    <a:pt x="821" y="426"/>
                    <a:pt x="821" y="335"/>
                    <a:pt x="669" y="213"/>
                  </a:cubicBezTo>
                  <a:cubicBezTo>
                    <a:pt x="517" y="92"/>
                    <a:pt x="335" y="31"/>
                    <a:pt x="152"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68"/>
            <p:cNvSpPr/>
            <p:nvPr/>
          </p:nvSpPr>
          <p:spPr>
            <a:xfrm>
              <a:off x="3979575" y="3694125"/>
              <a:ext cx="17500" cy="10650"/>
            </a:xfrm>
            <a:custGeom>
              <a:rect b="b" l="l" r="r" t="t"/>
              <a:pathLst>
                <a:path extrusionOk="0" h="426" w="700">
                  <a:moveTo>
                    <a:pt x="122" y="0"/>
                  </a:moveTo>
                  <a:cubicBezTo>
                    <a:pt x="0" y="31"/>
                    <a:pt x="0" y="152"/>
                    <a:pt x="122" y="274"/>
                  </a:cubicBezTo>
                  <a:cubicBezTo>
                    <a:pt x="243" y="365"/>
                    <a:pt x="395" y="426"/>
                    <a:pt x="578" y="426"/>
                  </a:cubicBezTo>
                  <a:cubicBezTo>
                    <a:pt x="699" y="426"/>
                    <a:pt x="669" y="304"/>
                    <a:pt x="578" y="183"/>
                  </a:cubicBezTo>
                  <a:cubicBezTo>
                    <a:pt x="456" y="61"/>
                    <a:pt x="274" y="0"/>
                    <a:pt x="122"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68"/>
            <p:cNvSpPr/>
            <p:nvPr/>
          </p:nvSpPr>
          <p:spPr>
            <a:xfrm>
              <a:off x="4024400" y="3684050"/>
              <a:ext cx="14475" cy="10850"/>
            </a:xfrm>
            <a:custGeom>
              <a:rect b="b" l="l" r="r" t="t"/>
              <a:pathLst>
                <a:path extrusionOk="0" h="434" w="579">
                  <a:moveTo>
                    <a:pt x="187" y="1"/>
                  </a:moveTo>
                  <a:cubicBezTo>
                    <a:pt x="165" y="1"/>
                    <a:pt x="143" y="3"/>
                    <a:pt x="122" y="8"/>
                  </a:cubicBezTo>
                  <a:cubicBezTo>
                    <a:pt x="1" y="39"/>
                    <a:pt x="1" y="160"/>
                    <a:pt x="122" y="282"/>
                  </a:cubicBezTo>
                  <a:cubicBezTo>
                    <a:pt x="213" y="373"/>
                    <a:pt x="335" y="434"/>
                    <a:pt x="487" y="434"/>
                  </a:cubicBezTo>
                  <a:cubicBezTo>
                    <a:pt x="578" y="403"/>
                    <a:pt x="578" y="282"/>
                    <a:pt x="487" y="160"/>
                  </a:cubicBezTo>
                  <a:cubicBezTo>
                    <a:pt x="411" y="60"/>
                    <a:pt x="294" y="1"/>
                    <a:pt x="187"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68"/>
            <p:cNvSpPr/>
            <p:nvPr/>
          </p:nvSpPr>
          <p:spPr>
            <a:xfrm>
              <a:off x="4061650" y="3670375"/>
              <a:ext cx="12925" cy="10850"/>
            </a:xfrm>
            <a:custGeom>
              <a:rect b="b" l="l" r="r" t="t"/>
              <a:pathLst>
                <a:path extrusionOk="0" h="434" w="517">
                  <a:moveTo>
                    <a:pt x="156" y="0"/>
                  </a:moveTo>
                  <a:cubicBezTo>
                    <a:pt x="134" y="0"/>
                    <a:pt x="113" y="3"/>
                    <a:pt x="91" y="8"/>
                  </a:cubicBezTo>
                  <a:cubicBezTo>
                    <a:pt x="0" y="39"/>
                    <a:pt x="0" y="160"/>
                    <a:pt x="91" y="282"/>
                  </a:cubicBezTo>
                  <a:cubicBezTo>
                    <a:pt x="182" y="373"/>
                    <a:pt x="304" y="434"/>
                    <a:pt x="426" y="434"/>
                  </a:cubicBezTo>
                  <a:cubicBezTo>
                    <a:pt x="517" y="373"/>
                    <a:pt x="486" y="251"/>
                    <a:pt x="426" y="130"/>
                  </a:cubicBezTo>
                  <a:cubicBezTo>
                    <a:pt x="351" y="55"/>
                    <a:pt x="255" y="0"/>
                    <a:pt x="156"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68"/>
            <p:cNvSpPr/>
            <p:nvPr/>
          </p:nvSpPr>
          <p:spPr>
            <a:xfrm>
              <a:off x="4093550" y="3654000"/>
              <a:ext cx="10675" cy="10775"/>
            </a:xfrm>
            <a:custGeom>
              <a:rect b="b" l="l" r="r" t="t"/>
              <a:pathLst>
                <a:path extrusionOk="0" h="431" w="427">
                  <a:moveTo>
                    <a:pt x="151" y="1"/>
                  </a:moveTo>
                  <a:cubicBezTo>
                    <a:pt x="129" y="1"/>
                    <a:pt x="108" y="9"/>
                    <a:pt x="92" y="25"/>
                  </a:cubicBezTo>
                  <a:cubicBezTo>
                    <a:pt x="1" y="55"/>
                    <a:pt x="1" y="177"/>
                    <a:pt x="92" y="298"/>
                  </a:cubicBezTo>
                  <a:cubicBezTo>
                    <a:pt x="138" y="391"/>
                    <a:pt x="220" y="431"/>
                    <a:pt x="283" y="431"/>
                  </a:cubicBezTo>
                  <a:cubicBezTo>
                    <a:pt x="303" y="431"/>
                    <a:pt x="321" y="427"/>
                    <a:pt x="335" y="420"/>
                  </a:cubicBezTo>
                  <a:cubicBezTo>
                    <a:pt x="426" y="359"/>
                    <a:pt x="396" y="268"/>
                    <a:pt x="335" y="146"/>
                  </a:cubicBezTo>
                  <a:cubicBezTo>
                    <a:pt x="291" y="57"/>
                    <a:pt x="213" y="1"/>
                    <a:pt x="151"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68"/>
            <p:cNvSpPr/>
            <p:nvPr/>
          </p:nvSpPr>
          <p:spPr>
            <a:xfrm>
              <a:off x="4121675" y="3635750"/>
              <a:ext cx="8375" cy="10375"/>
            </a:xfrm>
            <a:custGeom>
              <a:rect b="b" l="l" r="r" t="t"/>
              <a:pathLst>
                <a:path extrusionOk="0" h="415" w="335">
                  <a:moveTo>
                    <a:pt x="148" y="1"/>
                  </a:moveTo>
                  <a:cubicBezTo>
                    <a:pt x="128" y="1"/>
                    <a:pt x="108" y="8"/>
                    <a:pt x="91" y="25"/>
                  </a:cubicBezTo>
                  <a:cubicBezTo>
                    <a:pt x="31" y="86"/>
                    <a:pt x="0" y="208"/>
                    <a:pt x="61" y="299"/>
                  </a:cubicBezTo>
                  <a:cubicBezTo>
                    <a:pt x="105" y="365"/>
                    <a:pt x="165" y="415"/>
                    <a:pt x="217" y="415"/>
                  </a:cubicBezTo>
                  <a:cubicBezTo>
                    <a:pt x="238" y="415"/>
                    <a:pt x="257" y="407"/>
                    <a:pt x="274" y="390"/>
                  </a:cubicBezTo>
                  <a:cubicBezTo>
                    <a:pt x="335" y="329"/>
                    <a:pt x="335" y="208"/>
                    <a:pt x="274" y="117"/>
                  </a:cubicBezTo>
                  <a:cubicBezTo>
                    <a:pt x="252" y="51"/>
                    <a:pt x="198" y="1"/>
                    <a:pt x="148"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68"/>
            <p:cNvSpPr/>
            <p:nvPr/>
          </p:nvSpPr>
          <p:spPr>
            <a:xfrm>
              <a:off x="4147500" y="3616325"/>
              <a:ext cx="6875" cy="10050"/>
            </a:xfrm>
            <a:custGeom>
              <a:rect b="b" l="l" r="r" t="t"/>
              <a:pathLst>
                <a:path extrusionOk="0" h="402" w="275">
                  <a:moveTo>
                    <a:pt x="167" y="1"/>
                  </a:moveTo>
                  <a:cubicBezTo>
                    <a:pt x="153" y="1"/>
                    <a:pt x="138" y="4"/>
                    <a:pt x="122" y="12"/>
                  </a:cubicBezTo>
                  <a:cubicBezTo>
                    <a:pt x="31" y="103"/>
                    <a:pt x="1" y="194"/>
                    <a:pt x="31" y="286"/>
                  </a:cubicBezTo>
                  <a:cubicBezTo>
                    <a:pt x="53" y="351"/>
                    <a:pt x="107" y="401"/>
                    <a:pt x="157" y="401"/>
                  </a:cubicBezTo>
                  <a:cubicBezTo>
                    <a:pt x="177" y="401"/>
                    <a:pt x="197" y="394"/>
                    <a:pt x="214" y="377"/>
                  </a:cubicBezTo>
                  <a:cubicBezTo>
                    <a:pt x="274" y="316"/>
                    <a:pt x="274" y="225"/>
                    <a:pt x="244" y="103"/>
                  </a:cubicBezTo>
                  <a:cubicBezTo>
                    <a:pt x="244" y="35"/>
                    <a:pt x="210" y="1"/>
                    <a:pt x="167"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68"/>
            <p:cNvSpPr/>
            <p:nvPr/>
          </p:nvSpPr>
          <p:spPr>
            <a:xfrm>
              <a:off x="4171825" y="3596975"/>
              <a:ext cx="6100" cy="9625"/>
            </a:xfrm>
            <a:custGeom>
              <a:rect b="b" l="l" r="r" t="t"/>
              <a:pathLst>
                <a:path extrusionOk="0" h="385" w="244">
                  <a:moveTo>
                    <a:pt x="174" y="1"/>
                  </a:moveTo>
                  <a:cubicBezTo>
                    <a:pt x="158" y="1"/>
                    <a:pt x="140" y="8"/>
                    <a:pt x="122" y="26"/>
                  </a:cubicBezTo>
                  <a:cubicBezTo>
                    <a:pt x="61" y="87"/>
                    <a:pt x="0" y="178"/>
                    <a:pt x="0" y="269"/>
                  </a:cubicBezTo>
                  <a:cubicBezTo>
                    <a:pt x="0" y="335"/>
                    <a:pt x="32" y="385"/>
                    <a:pt x="72" y="385"/>
                  </a:cubicBezTo>
                  <a:cubicBezTo>
                    <a:pt x="88" y="385"/>
                    <a:pt x="105" y="377"/>
                    <a:pt x="122" y="361"/>
                  </a:cubicBezTo>
                  <a:cubicBezTo>
                    <a:pt x="183" y="300"/>
                    <a:pt x="244" y="178"/>
                    <a:pt x="244" y="87"/>
                  </a:cubicBezTo>
                  <a:cubicBezTo>
                    <a:pt x="244" y="44"/>
                    <a:pt x="213" y="1"/>
                    <a:pt x="17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68"/>
            <p:cNvSpPr/>
            <p:nvPr/>
          </p:nvSpPr>
          <p:spPr>
            <a:xfrm>
              <a:off x="4196350" y="3577575"/>
              <a:ext cx="6475" cy="9300"/>
            </a:xfrm>
            <a:custGeom>
              <a:rect b="b" l="l" r="r" t="t"/>
              <a:pathLst>
                <a:path extrusionOk="0" h="372" w="259">
                  <a:moveTo>
                    <a:pt x="214" y="0"/>
                  </a:moveTo>
                  <a:cubicBezTo>
                    <a:pt x="203" y="0"/>
                    <a:pt x="190" y="4"/>
                    <a:pt x="174" y="12"/>
                  </a:cubicBezTo>
                  <a:cubicBezTo>
                    <a:pt x="83" y="73"/>
                    <a:pt x="53" y="164"/>
                    <a:pt x="22" y="285"/>
                  </a:cubicBezTo>
                  <a:cubicBezTo>
                    <a:pt x="1" y="328"/>
                    <a:pt x="10" y="371"/>
                    <a:pt x="38" y="371"/>
                  </a:cubicBezTo>
                  <a:cubicBezTo>
                    <a:pt x="50" y="371"/>
                    <a:pt x="65" y="364"/>
                    <a:pt x="83" y="346"/>
                  </a:cubicBezTo>
                  <a:cubicBezTo>
                    <a:pt x="174" y="285"/>
                    <a:pt x="235" y="194"/>
                    <a:pt x="235" y="103"/>
                  </a:cubicBezTo>
                  <a:cubicBezTo>
                    <a:pt x="258" y="35"/>
                    <a:pt x="247" y="0"/>
                    <a:pt x="21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68"/>
            <p:cNvSpPr/>
            <p:nvPr/>
          </p:nvSpPr>
          <p:spPr>
            <a:xfrm>
              <a:off x="4222925" y="3559750"/>
              <a:ext cx="8125" cy="8550"/>
            </a:xfrm>
            <a:custGeom>
              <a:rect b="b" l="l" r="r" t="t"/>
              <a:pathLst>
                <a:path extrusionOk="0" h="342" w="325">
                  <a:moveTo>
                    <a:pt x="294" y="1"/>
                  </a:moveTo>
                  <a:cubicBezTo>
                    <a:pt x="282" y="1"/>
                    <a:pt x="263" y="8"/>
                    <a:pt x="236" y="26"/>
                  </a:cubicBezTo>
                  <a:cubicBezTo>
                    <a:pt x="145" y="56"/>
                    <a:pt x="84" y="147"/>
                    <a:pt x="23" y="239"/>
                  </a:cubicBezTo>
                  <a:cubicBezTo>
                    <a:pt x="1" y="307"/>
                    <a:pt x="12" y="341"/>
                    <a:pt x="45" y="341"/>
                  </a:cubicBezTo>
                  <a:cubicBezTo>
                    <a:pt x="56" y="341"/>
                    <a:pt x="69" y="337"/>
                    <a:pt x="84" y="330"/>
                  </a:cubicBezTo>
                  <a:cubicBezTo>
                    <a:pt x="175" y="269"/>
                    <a:pt x="236" y="178"/>
                    <a:pt x="297" y="87"/>
                  </a:cubicBezTo>
                  <a:cubicBezTo>
                    <a:pt x="318" y="44"/>
                    <a:pt x="325" y="1"/>
                    <a:pt x="29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68"/>
            <p:cNvSpPr/>
            <p:nvPr/>
          </p:nvSpPr>
          <p:spPr>
            <a:xfrm>
              <a:off x="4252750" y="3543375"/>
              <a:ext cx="10200" cy="8200"/>
            </a:xfrm>
            <a:custGeom>
              <a:rect b="b" l="l" r="r" t="t"/>
              <a:pathLst>
                <a:path extrusionOk="0" h="328" w="408">
                  <a:moveTo>
                    <a:pt x="371" y="1"/>
                  </a:moveTo>
                  <a:cubicBezTo>
                    <a:pt x="360" y="1"/>
                    <a:pt x="343" y="4"/>
                    <a:pt x="320" y="12"/>
                  </a:cubicBezTo>
                  <a:cubicBezTo>
                    <a:pt x="229" y="73"/>
                    <a:pt x="137" y="134"/>
                    <a:pt x="46" y="225"/>
                  </a:cubicBezTo>
                  <a:cubicBezTo>
                    <a:pt x="1" y="293"/>
                    <a:pt x="6" y="327"/>
                    <a:pt x="38" y="327"/>
                  </a:cubicBezTo>
                  <a:cubicBezTo>
                    <a:pt x="48" y="327"/>
                    <a:pt x="61" y="324"/>
                    <a:pt x="77" y="316"/>
                  </a:cubicBezTo>
                  <a:cubicBezTo>
                    <a:pt x="198" y="255"/>
                    <a:pt x="289" y="194"/>
                    <a:pt x="350" y="103"/>
                  </a:cubicBezTo>
                  <a:cubicBezTo>
                    <a:pt x="396" y="35"/>
                    <a:pt x="407" y="1"/>
                    <a:pt x="371"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68"/>
            <p:cNvSpPr/>
            <p:nvPr/>
          </p:nvSpPr>
          <p:spPr>
            <a:xfrm>
              <a:off x="4287875" y="3529700"/>
              <a:ext cx="12975" cy="8175"/>
            </a:xfrm>
            <a:custGeom>
              <a:rect b="b" l="l" r="r" t="t"/>
              <a:pathLst>
                <a:path extrusionOk="0" h="327" w="519">
                  <a:moveTo>
                    <a:pt x="472" y="1"/>
                  </a:moveTo>
                  <a:cubicBezTo>
                    <a:pt x="457" y="1"/>
                    <a:pt x="434" y="4"/>
                    <a:pt x="404" y="12"/>
                  </a:cubicBezTo>
                  <a:cubicBezTo>
                    <a:pt x="283" y="42"/>
                    <a:pt x="161" y="134"/>
                    <a:pt x="70" y="194"/>
                  </a:cubicBezTo>
                  <a:cubicBezTo>
                    <a:pt x="0" y="287"/>
                    <a:pt x="1" y="327"/>
                    <a:pt x="47" y="327"/>
                  </a:cubicBezTo>
                  <a:cubicBezTo>
                    <a:pt x="60" y="327"/>
                    <a:pt x="79" y="323"/>
                    <a:pt x="100" y="316"/>
                  </a:cubicBezTo>
                  <a:cubicBezTo>
                    <a:pt x="222" y="255"/>
                    <a:pt x="313" y="194"/>
                    <a:pt x="404" y="103"/>
                  </a:cubicBezTo>
                  <a:cubicBezTo>
                    <a:pt x="495" y="35"/>
                    <a:pt x="518" y="1"/>
                    <a:pt x="472"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68"/>
            <p:cNvSpPr/>
            <p:nvPr/>
          </p:nvSpPr>
          <p:spPr>
            <a:xfrm>
              <a:off x="4329675" y="3519900"/>
              <a:ext cx="15350" cy="7275"/>
            </a:xfrm>
            <a:custGeom>
              <a:rect b="b" l="l" r="r" t="t"/>
              <a:pathLst>
                <a:path extrusionOk="0" h="291" w="614">
                  <a:moveTo>
                    <a:pt x="550" y="1"/>
                  </a:moveTo>
                  <a:cubicBezTo>
                    <a:pt x="536" y="1"/>
                    <a:pt x="517" y="3"/>
                    <a:pt x="495" y="9"/>
                  </a:cubicBezTo>
                  <a:cubicBezTo>
                    <a:pt x="343" y="39"/>
                    <a:pt x="221" y="100"/>
                    <a:pt x="100" y="191"/>
                  </a:cubicBezTo>
                  <a:cubicBezTo>
                    <a:pt x="1" y="241"/>
                    <a:pt x="3" y="290"/>
                    <a:pt x="73" y="290"/>
                  </a:cubicBezTo>
                  <a:cubicBezTo>
                    <a:pt x="89" y="290"/>
                    <a:pt x="108" y="288"/>
                    <a:pt x="130" y="282"/>
                  </a:cubicBezTo>
                  <a:cubicBezTo>
                    <a:pt x="282" y="252"/>
                    <a:pt x="404" y="191"/>
                    <a:pt x="525" y="100"/>
                  </a:cubicBezTo>
                  <a:cubicBezTo>
                    <a:pt x="600" y="50"/>
                    <a:pt x="614" y="1"/>
                    <a:pt x="550"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68"/>
            <p:cNvSpPr/>
            <p:nvPr/>
          </p:nvSpPr>
          <p:spPr>
            <a:xfrm>
              <a:off x="4380025" y="3514025"/>
              <a:ext cx="19025" cy="6875"/>
            </a:xfrm>
            <a:custGeom>
              <a:rect b="b" l="l" r="r" t="t"/>
              <a:pathLst>
                <a:path extrusionOk="0" h="275" w="761">
                  <a:moveTo>
                    <a:pt x="609" y="1"/>
                  </a:moveTo>
                  <a:cubicBezTo>
                    <a:pt x="426" y="1"/>
                    <a:pt x="274" y="61"/>
                    <a:pt x="122" y="153"/>
                  </a:cubicBezTo>
                  <a:cubicBezTo>
                    <a:pt x="1" y="213"/>
                    <a:pt x="62" y="274"/>
                    <a:pt x="183" y="274"/>
                  </a:cubicBezTo>
                  <a:cubicBezTo>
                    <a:pt x="335" y="244"/>
                    <a:pt x="518" y="213"/>
                    <a:pt x="639" y="122"/>
                  </a:cubicBezTo>
                  <a:cubicBezTo>
                    <a:pt x="761" y="31"/>
                    <a:pt x="730" y="1"/>
                    <a:pt x="609"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68"/>
            <p:cNvSpPr/>
            <p:nvPr/>
          </p:nvSpPr>
          <p:spPr>
            <a:xfrm>
              <a:off x="4439300" y="3514025"/>
              <a:ext cx="20550" cy="7625"/>
            </a:xfrm>
            <a:custGeom>
              <a:rect b="b" l="l" r="r" t="t"/>
              <a:pathLst>
                <a:path extrusionOk="0" h="305" w="822">
                  <a:moveTo>
                    <a:pt x="639" y="1"/>
                  </a:moveTo>
                  <a:cubicBezTo>
                    <a:pt x="457" y="1"/>
                    <a:pt x="274" y="31"/>
                    <a:pt x="122" y="122"/>
                  </a:cubicBezTo>
                  <a:cubicBezTo>
                    <a:pt x="1" y="213"/>
                    <a:pt x="61" y="305"/>
                    <a:pt x="213" y="305"/>
                  </a:cubicBezTo>
                  <a:cubicBezTo>
                    <a:pt x="365" y="305"/>
                    <a:pt x="548" y="244"/>
                    <a:pt x="700" y="183"/>
                  </a:cubicBezTo>
                  <a:cubicBezTo>
                    <a:pt x="821" y="92"/>
                    <a:pt x="791" y="1"/>
                    <a:pt x="639"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68"/>
            <p:cNvSpPr/>
            <p:nvPr/>
          </p:nvSpPr>
          <p:spPr>
            <a:xfrm>
              <a:off x="4503125" y="3520100"/>
              <a:ext cx="20550" cy="7825"/>
            </a:xfrm>
            <a:custGeom>
              <a:rect b="b" l="l" r="r" t="t"/>
              <a:pathLst>
                <a:path extrusionOk="0" h="313" w="822">
                  <a:moveTo>
                    <a:pt x="609" y="1"/>
                  </a:moveTo>
                  <a:cubicBezTo>
                    <a:pt x="426" y="1"/>
                    <a:pt x="244" y="31"/>
                    <a:pt x="92" y="122"/>
                  </a:cubicBezTo>
                  <a:cubicBezTo>
                    <a:pt x="1" y="183"/>
                    <a:pt x="31" y="274"/>
                    <a:pt x="214" y="305"/>
                  </a:cubicBezTo>
                  <a:cubicBezTo>
                    <a:pt x="241" y="310"/>
                    <a:pt x="268" y="313"/>
                    <a:pt x="297" y="313"/>
                  </a:cubicBezTo>
                  <a:cubicBezTo>
                    <a:pt x="429" y="313"/>
                    <a:pt x="575" y="258"/>
                    <a:pt x="700" y="183"/>
                  </a:cubicBezTo>
                  <a:cubicBezTo>
                    <a:pt x="822" y="122"/>
                    <a:pt x="791" y="1"/>
                    <a:pt x="609"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68"/>
            <p:cNvSpPr/>
            <p:nvPr/>
          </p:nvSpPr>
          <p:spPr>
            <a:xfrm>
              <a:off x="4569250" y="3530450"/>
              <a:ext cx="20550" cy="8125"/>
            </a:xfrm>
            <a:custGeom>
              <a:rect b="b" l="l" r="r" t="t"/>
              <a:pathLst>
                <a:path extrusionOk="0" h="325" w="822">
                  <a:moveTo>
                    <a:pt x="472" y="1"/>
                  </a:moveTo>
                  <a:cubicBezTo>
                    <a:pt x="337" y="1"/>
                    <a:pt x="206" y="35"/>
                    <a:pt x="92" y="104"/>
                  </a:cubicBezTo>
                  <a:cubicBezTo>
                    <a:pt x="0" y="195"/>
                    <a:pt x="61" y="286"/>
                    <a:pt x="213" y="316"/>
                  </a:cubicBezTo>
                  <a:cubicBezTo>
                    <a:pt x="245" y="322"/>
                    <a:pt x="278" y="324"/>
                    <a:pt x="310" y="324"/>
                  </a:cubicBezTo>
                  <a:cubicBezTo>
                    <a:pt x="459" y="324"/>
                    <a:pt x="605" y="270"/>
                    <a:pt x="730" y="195"/>
                  </a:cubicBezTo>
                  <a:cubicBezTo>
                    <a:pt x="821" y="104"/>
                    <a:pt x="791" y="43"/>
                    <a:pt x="608" y="12"/>
                  </a:cubicBezTo>
                  <a:cubicBezTo>
                    <a:pt x="563" y="5"/>
                    <a:pt x="517" y="1"/>
                    <a:pt x="472"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68"/>
            <p:cNvSpPr/>
            <p:nvPr/>
          </p:nvSpPr>
          <p:spPr>
            <a:xfrm>
              <a:off x="4637625" y="3543375"/>
              <a:ext cx="21325" cy="8950"/>
            </a:xfrm>
            <a:custGeom>
              <a:rect b="b" l="l" r="r" t="t"/>
              <a:pathLst>
                <a:path extrusionOk="0" h="358" w="853">
                  <a:moveTo>
                    <a:pt x="503" y="1"/>
                  </a:moveTo>
                  <a:cubicBezTo>
                    <a:pt x="366" y="1"/>
                    <a:pt x="229" y="35"/>
                    <a:pt x="92" y="103"/>
                  </a:cubicBezTo>
                  <a:cubicBezTo>
                    <a:pt x="1" y="194"/>
                    <a:pt x="62" y="316"/>
                    <a:pt x="244" y="346"/>
                  </a:cubicBezTo>
                  <a:cubicBezTo>
                    <a:pt x="287" y="354"/>
                    <a:pt x="330" y="357"/>
                    <a:pt x="372" y="357"/>
                  </a:cubicBezTo>
                  <a:cubicBezTo>
                    <a:pt x="509" y="357"/>
                    <a:pt x="638" y="318"/>
                    <a:pt x="730" y="225"/>
                  </a:cubicBezTo>
                  <a:cubicBezTo>
                    <a:pt x="852" y="134"/>
                    <a:pt x="791" y="42"/>
                    <a:pt x="639" y="12"/>
                  </a:cubicBezTo>
                  <a:cubicBezTo>
                    <a:pt x="594" y="4"/>
                    <a:pt x="548" y="1"/>
                    <a:pt x="50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68"/>
            <p:cNvSpPr/>
            <p:nvPr/>
          </p:nvSpPr>
          <p:spPr>
            <a:xfrm>
              <a:off x="4708300" y="3558850"/>
              <a:ext cx="21300" cy="9775"/>
            </a:xfrm>
            <a:custGeom>
              <a:rect b="b" l="l" r="r" t="t"/>
              <a:pathLst>
                <a:path extrusionOk="0" h="391" w="852">
                  <a:moveTo>
                    <a:pt x="427" y="1"/>
                  </a:moveTo>
                  <a:cubicBezTo>
                    <a:pt x="308" y="1"/>
                    <a:pt x="193" y="42"/>
                    <a:pt x="92" y="123"/>
                  </a:cubicBezTo>
                  <a:cubicBezTo>
                    <a:pt x="1" y="214"/>
                    <a:pt x="62" y="335"/>
                    <a:pt x="244" y="366"/>
                  </a:cubicBezTo>
                  <a:cubicBezTo>
                    <a:pt x="295" y="383"/>
                    <a:pt x="346" y="390"/>
                    <a:pt x="395" y="390"/>
                  </a:cubicBezTo>
                  <a:cubicBezTo>
                    <a:pt x="523" y="390"/>
                    <a:pt x="643" y="340"/>
                    <a:pt x="730" y="275"/>
                  </a:cubicBezTo>
                  <a:cubicBezTo>
                    <a:pt x="852" y="183"/>
                    <a:pt x="791" y="62"/>
                    <a:pt x="609" y="31"/>
                  </a:cubicBezTo>
                  <a:cubicBezTo>
                    <a:pt x="548" y="11"/>
                    <a:pt x="487" y="1"/>
                    <a:pt x="427"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68"/>
            <p:cNvSpPr/>
            <p:nvPr/>
          </p:nvSpPr>
          <p:spPr>
            <a:xfrm>
              <a:off x="4779725" y="3576075"/>
              <a:ext cx="21325" cy="10450"/>
            </a:xfrm>
            <a:custGeom>
              <a:rect b="b" l="l" r="r" t="t"/>
              <a:pathLst>
                <a:path extrusionOk="0" h="418" w="853">
                  <a:moveTo>
                    <a:pt x="480" y="0"/>
                  </a:moveTo>
                  <a:cubicBezTo>
                    <a:pt x="342" y="0"/>
                    <a:pt x="208" y="40"/>
                    <a:pt x="92" y="133"/>
                  </a:cubicBezTo>
                  <a:cubicBezTo>
                    <a:pt x="1" y="224"/>
                    <a:pt x="92" y="345"/>
                    <a:pt x="275" y="406"/>
                  </a:cubicBezTo>
                  <a:cubicBezTo>
                    <a:pt x="318" y="413"/>
                    <a:pt x="361" y="417"/>
                    <a:pt x="403" y="417"/>
                  </a:cubicBezTo>
                  <a:cubicBezTo>
                    <a:pt x="540" y="417"/>
                    <a:pt x="668" y="378"/>
                    <a:pt x="761" y="285"/>
                  </a:cubicBezTo>
                  <a:cubicBezTo>
                    <a:pt x="852" y="193"/>
                    <a:pt x="791" y="72"/>
                    <a:pt x="609" y="11"/>
                  </a:cubicBezTo>
                  <a:cubicBezTo>
                    <a:pt x="566" y="4"/>
                    <a:pt x="523" y="0"/>
                    <a:pt x="480"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68"/>
            <p:cNvSpPr/>
            <p:nvPr/>
          </p:nvSpPr>
          <p:spPr>
            <a:xfrm>
              <a:off x="4852675" y="3594300"/>
              <a:ext cx="20550" cy="11225"/>
            </a:xfrm>
            <a:custGeom>
              <a:rect b="b" l="l" r="r" t="t"/>
              <a:pathLst>
                <a:path extrusionOk="0" h="449" w="822">
                  <a:moveTo>
                    <a:pt x="463" y="1"/>
                  </a:moveTo>
                  <a:cubicBezTo>
                    <a:pt x="331" y="1"/>
                    <a:pt x="185" y="40"/>
                    <a:pt x="92" y="133"/>
                  </a:cubicBezTo>
                  <a:cubicBezTo>
                    <a:pt x="1" y="255"/>
                    <a:pt x="92" y="376"/>
                    <a:pt x="275" y="437"/>
                  </a:cubicBezTo>
                  <a:cubicBezTo>
                    <a:pt x="310" y="444"/>
                    <a:pt x="348" y="448"/>
                    <a:pt x="386" y="448"/>
                  </a:cubicBezTo>
                  <a:cubicBezTo>
                    <a:pt x="511" y="448"/>
                    <a:pt x="645" y="408"/>
                    <a:pt x="761" y="316"/>
                  </a:cubicBezTo>
                  <a:cubicBezTo>
                    <a:pt x="822" y="194"/>
                    <a:pt x="761" y="72"/>
                    <a:pt x="578" y="12"/>
                  </a:cubicBezTo>
                  <a:cubicBezTo>
                    <a:pt x="543" y="4"/>
                    <a:pt x="503" y="1"/>
                    <a:pt x="46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68"/>
            <p:cNvSpPr/>
            <p:nvPr/>
          </p:nvSpPr>
          <p:spPr>
            <a:xfrm>
              <a:off x="4925625" y="3612850"/>
              <a:ext cx="20550" cy="11650"/>
            </a:xfrm>
            <a:custGeom>
              <a:rect b="b" l="l" r="r" t="t"/>
              <a:pathLst>
                <a:path extrusionOk="0" h="466" w="822">
                  <a:moveTo>
                    <a:pt x="407" y="0"/>
                  </a:moveTo>
                  <a:cubicBezTo>
                    <a:pt x="287" y="0"/>
                    <a:pt x="175" y="47"/>
                    <a:pt x="92" y="151"/>
                  </a:cubicBezTo>
                  <a:cubicBezTo>
                    <a:pt x="1" y="273"/>
                    <a:pt x="92" y="394"/>
                    <a:pt x="275" y="455"/>
                  </a:cubicBezTo>
                  <a:cubicBezTo>
                    <a:pt x="309" y="462"/>
                    <a:pt x="344" y="466"/>
                    <a:pt x="381" y="466"/>
                  </a:cubicBezTo>
                  <a:cubicBezTo>
                    <a:pt x="505" y="466"/>
                    <a:pt x="636" y="421"/>
                    <a:pt x="730" y="303"/>
                  </a:cubicBezTo>
                  <a:cubicBezTo>
                    <a:pt x="822" y="181"/>
                    <a:pt x="761" y="60"/>
                    <a:pt x="578" y="29"/>
                  </a:cubicBezTo>
                  <a:cubicBezTo>
                    <a:pt x="521" y="10"/>
                    <a:pt x="463" y="0"/>
                    <a:pt x="407"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68"/>
            <p:cNvSpPr/>
            <p:nvPr/>
          </p:nvSpPr>
          <p:spPr>
            <a:xfrm>
              <a:off x="4997825" y="3630475"/>
              <a:ext cx="20550" cy="12575"/>
            </a:xfrm>
            <a:custGeom>
              <a:rect b="b" l="l" r="r" t="t"/>
              <a:pathLst>
                <a:path extrusionOk="0" h="503" w="822">
                  <a:moveTo>
                    <a:pt x="421" y="0"/>
                  </a:moveTo>
                  <a:cubicBezTo>
                    <a:pt x="294" y="0"/>
                    <a:pt x="159" y="63"/>
                    <a:pt x="92" y="176"/>
                  </a:cubicBezTo>
                  <a:cubicBezTo>
                    <a:pt x="1" y="297"/>
                    <a:pt x="92" y="449"/>
                    <a:pt x="274" y="479"/>
                  </a:cubicBezTo>
                  <a:cubicBezTo>
                    <a:pt x="321" y="495"/>
                    <a:pt x="368" y="503"/>
                    <a:pt x="414" y="503"/>
                  </a:cubicBezTo>
                  <a:cubicBezTo>
                    <a:pt x="545" y="503"/>
                    <a:pt x="662" y="440"/>
                    <a:pt x="730" y="328"/>
                  </a:cubicBezTo>
                  <a:cubicBezTo>
                    <a:pt x="821" y="206"/>
                    <a:pt x="730" y="84"/>
                    <a:pt x="548" y="24"/>
                  </a:cubicBezTo>
                  <a:cubicBezTo>
                    <a:pt x="508" y="8"/>
                    <a:pt x="465" y="0"/>
                    <a:pt x="42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68"/>
            <p:cNvSpPr/>
            <p:nvPr/>
          </p:nvSpPr>
          <p:spPr>
            <a:xfrm>
              <a:off x="5069250" y="3647275"/>
              <a:ext cx="19800" cy="12875"/>
            </a:xfrm>
            <a:custGeom>
              <a:rect b="b" l="l" r="r" t="t"/>
              <a:pathLst>
                <a:path extrusionOk="0" h="515" w="792">
                  <a:moveTo>
                    <a:pt x="429" y="1"/>
                  </a:moveTo>
                  <a:cubicBezTo>
                    <a:pt x="290" y="1"/>
                    <a:pt x="163" y="77"/>
                    <a:pt x="92" y="172"/>
                  </a:cubicBezTo>
                  <a:cubicBezTo>
                    <a:pt x="1" y="324"/>
                    <a:pt x="92" y="446"/>
                    <a:pt x="274" y="507"/>
                  </a:cubicBezTo>
                  <a:cubicBezTo>
                    <a:pt x="305" y="512"/>
                    <a:pt x="335" y="514"/>
                    <a:pt x="365" y="514"/>
                  </a:cubicBezTo>
                  <a:cubicBezTo>
                    <a:pt x="515" y="514"/>
                    <a:pt x="654" y="451"/>
                    <a:pt x="730" y="324"/>
                  </a:cubicBezTo>
                  <a:cubicBezTo>
                    <a:pt x="791" y="203"/>
                    <a:pt x="730" y="51"/>
                    <a:pt x="548" y="20"/>
                  </a:cubicBezTo>
                  <a:cubicBezTo>
                    <a:pt x="508" y="7"/>
                    <a:pt x="468" y="1"/>
                    <a:pt x="429"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68"/>
            <p:cNvSpPr/>
            <p:nvPr/>
          </p:nvSpPr>
          <p:spPr>
            <a:xfrm>
              <a:off x="5139175" y="3662025"/>
              <a:ext cx="19025" cy="13275"/>
            </a:xfrm>
            <a:custGeom>
              <a:rect b="b" l="l" r="r" t="t"/>
              <a:pathLst>
                <a:path extrusionOk="0" h="531" w="761">
                  <a:moveTo>
                    <a:pt x="439" y="0"/>
                  </a:moveTo>
                  <a:cubicBezTo>
                    <a:pt x="307" y="0"/>
                    <a:pt x="167" y="64"/>
                    <a:pt x="91" y="190"/>
                  </a:cubicBezTo>
                  <a:cubicBezTo>
                    <a:pt x="0" y="342"/>
                    <a:pt x="122" y="464"/>
                    <a:pt x="274" y="525"/>
                  </a:cubicBezTo>
                  <a:cubicBezTo>
                    <a:pt x="297" y="528"/>
                    <a:pt x="320" y="530"/>
                    <a:pt x="343" y="530"/>
                  </a:cubicBezTo>
                  <a:cubicBezTo>
                    <a:pt x="494" y="530"/>
                    <a:pt x="620" y="444"/>
                    <a:pt x="699" y="312"/>
                  </a:cubicBezTo>
                  <a:cubicBezTo>
                    <a:pt x="760" y="190"/>
                    <a:pt x="669" y="8"/>
                    <a:pt x="517" y="8"/>
                  </a:cubicBezTo>
                  <a:cubicBezTo>
                    <a:pt x="492" y="3"/>
                    <a:pt x="465" y="0"/>
                    <a:pt x="439"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68"/>
            <p:cNvSpPr/>
            <p:nvPr/>
          </p:nvSpPr>
          <p:spPr>
            <a:xfrm>
              <a:off x="5207550" y="3673450"/>
              <a:ext cx="18275" cy="13250"/>
            </a:xfrm>
            <a:custGeom>
              <a:rect b="b" l="l" r="r" t="t"/>
              <a:pathLst>
                <a:path extrusionOk="0" h="530" w="731">
                  <a:moveTo>
                    <a:pt x="418" y="1"/>
                  </a:moveTo>
                  <a:cubicBezTo>
                    <a:pt x="266" y="1"/>
                    <a:pt x="141" y="87"/>
                    <a:pt x="62" y="219"/>
                  </a:cubicBezTo>
                  <a:cubicBezTo>
                    <a:pt x="1" y="371"/>
                    <a:pt x="92" y="523"/>
                    <a:pt x="244" y="523"/>
                  </a:cubicBezTo>
                  <a:cubicBezTo>
                    <a:pt x="267" y="527"/>
                    <a:pt x="291" y="529"/>
                    <a:pt x="314" y="529"/>
                  </a:cubicBezTo>
                  <a:cubicBezTo>
                    <a:pt x="471" y="529"/>
                    <a:pt x="617" y="443"/>
                    <a:pt x="669" y="311"/>
                  </a:cubicBezTo>
                  <a:cubicBezTo>
                    <a:pt x="730" y="189"/>
                    <a:pt x="639" y="7"/>
                    <a:pt x="487" y="7"/>
                  </a:cubicBezTo>
                  <a:cubicBezTo>
                    <a:pt x="464" y="3"/>
                    <a:pt x="440" y="1"/>
                    <a:pt x="418"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68"/>
            <p:cNvSpPr/>
            <p:nvPr/>
          </p:nvSpPr>
          <p:spPr>
            <a:xfrm>
              <a:off x="5272900" y="3681975"/>
              <a:ext cx="17500" cy="13075"/>
            </a:xfrm>
            <a:custGeom>
              <a:rect b="b" l="l" r="r" t="t"/>
              <a:pathLst>
                <a:path extrusionOk="0" h="523" w="700">
                  <a:moveTo>
                    <a:pt x="457" y="0"/>
                  </a:moveTo>
                  <a:cubicBezTo>
                    <a:pt x="305" y="0"/>
                    <a:pt x="122" y="91"/>
                    <a:pt x="62" y="243"/>
                  </a:cubicBezTo>
                  <a:cubicBezTo>
                    <a:pt x="1" y="365"/>
                    <a:pt x="92" y="517"/>
                    <a:pt x="244" y="517"/>
                  </a:cubicBezTo>
                  <a:cubicBezTo>
                    <a:pt x="268" y="521"/>
                    <a:pt x="291" y="523"/>
                    <a:pt x="313" y="523"/>
                  </a:cubicBezTo>
                  <a:cubicBezTo>
                    <a:pt x="464" y="523"/>
                    <a:pt x="586" y="436"/>
                    <a:pt x="639" y="304"/>
                  </a:cubicBezTo>
                  <a:cubicBezTo>
                    <a:pt x="700" y="152"/>
                    <a:pt x="609" y="0"/>
                    <a:pt x="457"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68"/>
            <p:cNvSpPr/>
            <p:nvPr/>
          </p:nvSpPr>
          <p:spPr>
            <a:xfrm>
              <a:off x="5334450" y="3685000"/>
              <a:ext cx="16750" cy="13700"/>
            </a:xfrm>
            <a:custGeom>
              <a:rect b="b" l="l" r="r" t="t"/>
              <a:pathLst>
                <a:path extrusionOk="0" h="548" w="670">
                  <a:moveTo>
                    <a:pt x="457" y="1"/>
                  </a:moveTo>
                  <a:cubicBezTo>
                    <a:pt x="305" y="31"/>
                    <a:pt x="153" y="122"/>
                    <a:pt x="92" y="274"/>
                  </a:cubicBezTo>
                  <a:cubicBezTo>
                    <a:pt x="1" y="396"/>
                    <a:pt x="122" y="548"/>
                    <a:pt x="244" y="548"/>
                  </a:cubicBezTo>
                  <a:cubicBezTo>
                    <a:pt x="426" y="548"/>
                    <a:pt x="548" y="426"/>
                    <a:pt x="609" y="274"/>
                  </a:cubicBezTo>
                  <a:cubicBezTo>
                    <a:pt x="670" y="122"/>
                    <a:pt x="609" y="1"/>
                    <a:pt x="457"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68"/>
            <p:cNvSpPr/>
            <p:nvPr/>
          </p:nvSpPr>
          <p:spPr>
            <a:xfrm>
              <a:off x="3152800" y="3636375"/>
              <a:ext cx="12200" cy="12950"/>
            </a:xfrm>
            <a:custGeom>
              <a:rect b="b" l="l" r="r" t="t"/>
              <a:pathLst>
                <a:path extrusionOk="0" h="518" w="488">
                  <a:moveTo>
                    <a:pt x="244" y="0"/>
                  </a:moveTo>
                  <a:cubicBezTo>
                    <a:pt x="122" y="0"/>
                    <a:pt x="1" y="122"/>
                    <a:pt x="1" y="243"/>
                  </a:cubicBezTo>
                  <a:cubicBezTo>
                    <a:pt x="1" y="395"/>
                    <a:pt x="122" y="517"/>
                    <a:pt x="244" y="517"/>
                  </a:cubicBezTo>
                  <a:cubicBezTo>
                    <a:pt x="396" y="517"/>
                    <a:pt x="487" y="395"/>
                    <a:pt x="487" y="274"/>
                  </a:cubicBezTo>
                  <a:cubicBezTo>
                    <a:pt x="487" y="122"/>
                    <a:pt x="396" y="0"/>
                    <a:pt x="24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68"/>
            <p:cNvSpPr/>
            <p:nvPr/>
          </p:nvSpPr>
          <p:spPr>
            <a:xfrm>
              <a:off x="3204475" y="3637900"/>
              <a:ext cx="12950" cy="13700"/>
            </a:xfrm>
            <a:custGeom>
              <a:rect b="b" l="l" r="r" t="t"/>
              <a:pathLst>
                <a:path extrusionOk="0" h="548" w="518">
                  <a:moveTo>
                    <a:pt x="244" y="0"/>
                  </a:moveTo>
                  <a:cubicBezTo>
                    <a:pt x="122" y="0"/>
                    <a:pt x="1" y="122"/>
                    <a:pt x="31" y="274"/>
                  </a:cubicBezTo>
                  <a:cubicBezTo>
                    <a:pt x="31" y="395"/>
                    <a:pt x="153" y="517"/>
                    <a:pt x="274" y="547"/>
                  </a:cubicBezTo>
                  <a:cubicBezTo>
                    <a:pt x="426" y="517"/>
                    <a:pt x="517" y="395"/>
                    <a:pt x="517" y="274"/>
                  </a:cubicBezTo>
                  <a:cubicBezTo>
                    <a:pt x="487" y="122"/>
                    <a:pt x="396" y="0"/>
                    <a:pt x="24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68"/>
            <p:cNvSpPr/>
            <p:nvPr/>
          </p:nvSpPr>
          <p:spPr>
            <a:xfrm>
              <a:off x="3256900" y="3639400"/>
              <a:ext cx="12950" cy="12950"/>
            </a:xfrm>
            <a:custGeom>
              <a:rect b="b" l="l" r="r" t="t"/>
              <a:pathLst>
                <a:path extrusionOk="0" h="518" w="518">
                  <a:moveTo>
                    <a:pt x="214" y="1"/>
                  </a:moveTo>
                  <a:cubicBezTo>
                    <a:pt x="92" y="1"/>
                    <a:pt x="1" y="122"/>
                    <a:pt x="1" y="244"/>
                  </a:cubicBezTo>
                  <a:cubicBezTo>
                    <a:pt x="31" y="396"/>
                    <a:pt x="153" y="518"/>
                    <a:pt x="275" y="518"/>
                  </a:cubicBezTo>
                  <a:cubicBezTo>
                    <a:pt x="427" y="518"/>
                    <a:pt x="518" y="396"/>
                    <a:pt x="487" y="274"/>
                  </a:cubicBezTo>
                  <a:cubicBezTo>
                    <a:pt x="457" y="122"/>
                    <a:pt x="366" y="1"/>
                    <a:pt x="21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68"/>
            <p:cNvSpPr/>
            <p:nvPr/>
          </p:nvSpPr>
          <p:spPr>
            <a:xfrm>
              <a:off x="3308575" y="3640925"/>
              <a:ext cx="13700" cy="12950"/>
            </a:xfrm>
            <a:custGeom>
              <a:rect b="b" l="l" r="r" t="t"/>
              <a:pathLst>
                <a:path extrusionOk="0" h="518" w="548">
                  <a:moveTo>
                    <a:pt x="214" y="1"/>
                  </a:moveTo>
                  <a:cubicBezTo>
                    <a:pt x="92" y="1"/>
                    <a:pt x="1" y="122"/>
                    <a:pt x="31" y="244"/>
                  </a:cubicBezTo>
                  <a:cubicBezTo>
                    <a:pt x="62" y="396"/>
                    <a:pt x="183" y="517"/>
                    <a:pt x="335" y="517"/>
                  </a:cubicBezTo>
                  <a:cubicBezTo>
                    <a:pt x="457" y="517"/>
                    <a:pt x="548" y="396"/>
                    <a:pt x="518" y="274"/>
                  </a:cubicBezTo>
                  <a:cubicBezTo>
                    <a:pt x="487" y="122"/>
                    <a:pt x="366" y="1"/>
                    <a:pt x="21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68"/>
            <p:cNvSpPr/>
            <p:nvPr/>
          </p:nvSpPr>
          <p:spPr>
            <a:xfrm>
              <a:off x="3360250" y="3642450"/>
              <a:ext cx="13700" cy="12950"/>
            </a:xfrm>
            <a:custGeom>
              <a:rect b="b" l="l" r="r" t="t"/>
              <a:pathLst>
                <a:path extrusionOk="0" h="518" w="548">
                  <a:moveTo>
                    <a:pt x="214" y="0"/>
                  </a:moveTo>
                  <a:cubicBezTo>
                    <a:pt x="92" y="0"/>
                    <a:pt x="1" y="122"/>
                    <a:pt x="62" y="244"/>
                  </a:cubicBezTo>
                  <a:cubicBezTo>
                    <a:pt x="92" y="396"/>
                    <a:pt x="214" y="487"/>
                    <a:pt x="366" y="517"/>
                  </a:cubicBezTo>
                  <a:cubicBezTo>
                    <a:pt x="487" y="517"/>
                    <a:pt x="548" y="426"/>
                    <a:pt x="518" y="274"/>
                  </a:cubicBezTo>
                  <a:cubicBezTo>
                    <a:pt x="487" y="122"/>
                    <a:pt x="366" y="31"/>
                    <a:pt x="21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68"/>
            <p:cNvSpPr/>
            <p:nvPr/>
          </p:nvSpPr>
          <p:spPr>
            <a:xfrm>
              <a:off x="3412700" y="3643975"/>
              <a:ext cx="13700" cy="12925"/>
            </a:xfrm>
            <a:custGeom>
              <a:rect b="b" l="l" r="r" t="t"/>
              <a:pathLst>
                <a:path extrusionOk="0" h="517" w="548">
                  <a:moveTo>
                    <a:pt x="182" y="0"/>
                  </a:moveTo>
                  <a:cubicBezTo>
                    <a:pt x="61" y="0"/>
                    <a:pt x="0" y="122"/>
                    <a:pt x="30" y="274"/>
                  </a:cubicBezTo>
                  <a:cubicBezTo>
                    <a:pt x="61" y="395"/>
                    <a:pt x="213" y="517"/>
                    <a:pt x="365" y="517"/>
                  </a:cubicBezTo>
                  <a:cubicBezTo>
                    <a:pt x="486" y="517"/>
                    <a:pt x="547" y="426"/>
                    <a:pt x="517" y="274"/>
                  </a:cubicBezTo>
                  <a:cubicBezTo>
                    <a:pt x="456" y="122"/>
                    <a:pt x="334" y="31"/>
                    <a:pt x="182"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68"/>
            <p:cNvSpPr/>
            <p:nvPr/>
          </p:nvSpPr>
          <p:spPr>
            <a:xfrm>
              <a:off x="3464375" y="3645500"/>
              <a:ext cx="14450" cy="12925"/>
            </a:xfrm>
            <a:custGeom>
              <a:rect b="b" l="l" r="r" t="t"/>
              <a:pathLst>
                <a:path extrusionOk="0" h="517" w="578">
                  <a:moveTo>
                    <a:pt x="182" y="0"/>
                  </a:moveTo>
                  <a:cubicBezTo>
                    <a:pt x="61" y="0"/>
                    <a:pt x="0" y="122"/>
                    <a:pt x="61" y="274"/>
                  </a:cubicBezTo>
                  <a:cubicBezTo>
                    <a:pt x="91" y="395"/>
                    <a:pt x="243" y="517"/>
                    <a:pt x="395" y="517"/>
                  </a:cubicBezTo>
                  <a:cubicBezTo>
                    <a:pt x="517" y="517"/>
                    <a:pt x="578" y="426"/>
                    <a:pt x="517" y="274"/>
                  </a:cubicBezTo>
                  <a:cubicBezTo>
                    <a:pt x="456" y="122"/>
                    <a:pt x="334" y="30"/>
                    <a:pt x="182"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68"/>
            <p:cNvSpPr/>
            <p:nvPr/>
          </p:nvSpPr>
          <p:spPr>
            <a:xfrm>
              <a:off x="3516025" y="3647000"/>
              <a:ext cx="15075" cy="13075"/>
            </a:xfrm>
            <a:custGeom>
              <a:rect b="b" l="l" r="r" t="t"/>
              <a:pathLst>
                <a:path extrusionOk="0" h="523" w="603">
                  <a:moveTo>
                    <a:pt x="183" y="1"/>
                  </a:moveTo>
                  <a:cubicBezTo>
                    <a:pt x="62" y="1"/>
                    <a:pt x="1" y="122"/>
                    <a:pt x="62" y="274"/>
                  </a:cubicBezTo>
                  <a:cubicBezTo>
                    <a:pt x="123" y="396"/>
                    <a:pt x="274" y="518"/>
                    <a:pt x="426" y="518"/>
                  </a:cubicBezTo>
                  <a:cubicBezTo>
                    <a:pt x="439" y="521"/>
                    <a:pt x="451" y="522"/>
                    <a:pt x="462" y="522"/>
                  </a:cubicBezTo>
                  <a:cubicBezTo>
                    <a:pt x="559" y="522"/>
                    <a:pt x="602" y="411"/>
                    <a:pt x="548" y="274"/>
                  </a:cubicBezTo>
                  <a:cubicBezTo>
                    <a:pt x="487" y="122"/>
                    <a:pt x="335" y="31"/>
                    <a:pt x="18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68"/>
            <p:cNvSpPr/>
            <p:nvPr/>
          </p:nvSpPr>
          <p:spPr>
            <a:xfrm>
              <a:off x="3567700" y="3648525"/>
              <a:ext cx="16000" cy="12950"/>
            </a:xfrm>
            <a:custGeom>
              <a:rect b="b" l="l" r="r" t="t"/>
              <a:pathLst>
                <a:path extrusionOk="0" h="518" w="640">
                  <a:moveTo>
                    <a:pt x="183" y="1"/>
                  </a:moveTo>
                  <a:cubicBezTo>
                    <a:pt x="62" y="1"/>
                    <a:pt x="1" y="122"/>
                    <a:pt x="62" y="274"/>
                  </a:cubicBezTo>
                  <a:cubicBezTo>
                    <a:pt x="153" y="396"/>
                    <a:pt x="305" y="517"/>
                    <a:pt x="457" y="517"/>
                  </a:cubicBezTo>
                  <a:cubicBezTo>
                    <a:pt x="609" y="517"/>
                    <a:pt x="639" y="426"/>
                    <a:pt x="578" y="274"/>
                  </a:cubicBezTo>
                  <a:cubicBezTo>
                    <a:pt x="487" y="122"/>
                    <a:pt x="335" y="31"/>
                    <a:pt x="18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68"/>
            <p:cNvSpPr/>
            <p:nvPr/>
          </p:nvSpPr>
          <p:spPr>
            <a:xfrm>
              <a:off x="3620375" y="3650700"/>
              <a:ext cx="15750" cy="12300"/>
            </a:xfrm>
            <a:custGeom>
              <a:rect b="b" l="l" r="r" t="t"/>
              <a:pathLst>
                <a:path extrusionOk="0" h="492" w="630">
                  <a:moveTo>
                    <a:pt x="130" y="0"/>
                  </a:moveTo>
                  <a:cubicBezTo>
                    <a:pt x="17" y="0"/>
                    <a:pt x="1" y="112"/>
                    <a:pt x="82" y="248"/>
                  </a:cubicBezTo>
                  <a:cubicBezTo>
                    <a:pt x="143" y="370"/>
                    <a:pt x="295" y="461"/>
                    <a:pt x="447" y="491"/>
                  </a:cubicBezTo>
                  <a:cubicBezTo>
                    <a:pt x="569" y="491"/>
                    <a:pt x="629" y="400"/>
                    <a:pt x="538" y="248"/>
                  </a:cubicBezTo>
                  <a:cubicBezTo>
                    <a:pt x="447" y="126"/>
                    <a:pt x="325" y="5"/>
                    <a:pt x="174" y="5"/>
                  </a:cubicBezTo>
                  <a:cubicBezTo>
                    <a:pt x="158" y="2"/>
                    <a:pt x="143" y="0"/>
                    <a:pt x="130"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68"/>
            <p:cNvSpPr/>
            <p:nvPr/>
          </p:nvSpPr>
          <p:spPr>
            <a:xfrm>
              <a:off x="3672050" y="3652200"/>
              <a:ext cx="15750" cy="12300"/>
            </a:xfrm>
            <a:custGeom>
              <a:rect b="b" l="l" r="r" t="t"/>
              <a:pathLst>
                <a:path extrusionOk="0" h="492" w="630">
                  <a:moveTo>
                    <a:pt x="108" y="1"/>
                  </a:moveTo>
                  <a:cubicBezTo>
                    <a:pt x="16" y="1"/>
                    <a:pt x="1" y="113"/>
                    <a:pt x="82" y="249"/>
                  </a:cubicBezTo>
                  <a:cubicBezTo>
                    <a:pt x="173" y="370"/>
                    <a:pt x="325" y="462"/>
                    <a:pt x="477" y="492"/>
                  </a:cubicBezTo>
                  <a:cubicBezTo>
                    <a:pt x="599" y="492"/>
                    <a:pt x="629" y="401"/>
                    <a:pt x="538" y="249"/>
                  </a:cubicBezTo>
                  <a:cubicBezTo>
                    <a:pt x="447" y="127"/>
                    <a:pt x="325" y="6"/>
                    <a:pt x="143" y="6"/>
                  </a:cubicBezTo>
                  <a:cubicBezTo>
                    <a:pt x="130" y="2"/>
                    <a:pt x="119" y="1"/>
                    <a:pt x="108"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68"/>
            <p:cNvSpPr/>
            <p:nvPr/>
          </p:nvSpPr>
          <p:spPr>
            <a:xfrm>
              <a:off x="3723725" y="3653725"/>
              <a:ext cx="16500" cy="12300"/>
            </a:xfrm>
            <a:custGeom>
              <a:rect b="b" l="l" r="r" t="t"/>
              <a:pathLst>
                <a:path extrusionOk="0" h="492" w="660">
                  <a:moveTo>
                    <a:pt x="108" y="1"/>
                  </a:moveTo>
                  <a:cubicBezTo>
                    <a:pt x="16" y="1"/>
                    <a:pt x="0" y="112"/>
                    <a:pt x="82" y="249"/>
                  </a:cubicBezTo>
                  <a:cubicBezTo>
                    <a:pt x="204" y="370"/>
                    <a:pt x="356" y="461"/>
                    <a:pt x="508" y="492"/>
                  </a:cubicBezTo>
                  <a:cubicBezTo>
                    <a:pt x="660" y="492"/>
                    <a:pt x="660" y="401"/>
                    <a:pt x="568" y="249"/>
                  </a:cubicBezTo>
                  <a:cubicBezTo>
                    <a:pt x="477" y="127"/>
                    <a:pt x="325" y="36"/>
                    <a:pt x="143" y="5"/>
                  </a:cubicBezTo>
                  <a:cubicBezTo>
                    <a:pt x="130" y="2"/>
                    <a:pt x="119" y="1"/>
                    <a:pt x="108"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68"/>
            <p:cNvSpPr/>
            <p:nvPr/>
          </p:nvSpPr>
          <p:spPr>
            <a:xfrm>
              <a:off x="3775150" y="3655375"/>
              <a:ext cx="17500" cy="12175"/>
            </a:xfrm>
            <a:custGeom>
              <a:rect b="b" l="l" r="r" t="t"/>
              <a:pathLst>
                <a:path extrusionOk="0" h="487" w="700">
                  <a:moveTo>
                    <a:pt x="153" y="0"/>
                  </a:moveTo>
                  <a:cubicBezTo>
                    <a:pt x="31" y="0"/>
                    <a:pt x="1" y="91"/>
                    <a:pt x="122" y="243"/>
                  </a:cubicBezTo>
                  <a:cubicBezTo>
                    <a:pt x="214" y="365"/>
                    <a:pt x="396" y="456"/>
                    <a:pt x="548" y="487"/>
                  </a:cubicBezTo>
                  <a:cubicBezTo>
                    <a:pt x="700" y="487"/>
                    <a:pt x="700" y="395"/>
                    <a:pt x="609" y="243"/>
                  </a:cubicBezTo>
                  <a:cubicBezTo>
                    <a:pt x="487" y="122"/>
                    <a:pt x="335" y="31"/>
                    <a:pt x="15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68"/>
            <p:cNvSpPr/>
            <p:nvPr/>
          </p:nvSpPr>
          <p:spPr>
            <a:xfrm>
              <a:off x="3827600" y="3656900"/>
              <a:ext cx="17500" cy="12175"/>
            </a:xfrm>
            <a:custGeom>
              <a:rect b="b" l="l" r="r" t="t"/>
              <a:pathLst>
                <a:path extrusionOk="0" h="487" w="700">
                  <a:moveTo>
                    <a:pt x="122" y="0"/>
                  </a:moveTo>
                  <a:cubicBezTo>
                    <a:pt x="0" y="0"/>
                    <a:pt x="0" y="91"/>
                    <a:pt x="91" y="243"/>
                  </a:cubicBezTo>
                  <a:cubicBezTo>
                    <a:pt x="213" y="365"/>
                    <a:pt x="395" y="456"/>
                    <a:pt x="547" y="486"/>
                  </a:cubicBezTo>
                  <a:cubicBezTo>
                    <a:pt x="699" y="486"/>
                    <a:pt x="699" y="395"/>
                    <a:pt x="578" y="243"/>
                  </a:cubicBezTo>
                  <a:cubicBezTo>
                    <a:pt x="456" y="122"/>
                    <a:pt x="304" y="30"/>
                    <a:pt x="122"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68"/>
            <p:cNvSpPr/>
            <p:nvPr/>
          </p:nvSpPr>
          <p:spPr>
            <a:xfrm>
              <a:off x="3882300" y="3656900"/>
              <a:ext cx="19775" cy="12175"/>
            </a:xfrm>
            <a:custGeom>
              <a:rect b="b" l="l" r="r" t="t"/>
              <a:pathLst>
                <a:path extrusionOk="0" h="487" w="791">
                  <a:moveTo>
                    <a:pt x="183" y="0"/>
                  </a:moveTo>
                  <a:cubicBezTo>
                    <a:pt x="31" y="0"/>
                    <a:pt x="1" y="122"/>
                    <a:pt x="122" y="274"/>
                  </a:cubicBezTo>
                  <a:cubicBezTo>
                    <a:pt x="244" y="395"/>
                    <a:pt x="426" y="486"/>
                    <a:pt x="609" y="486"/>
                  </a:cubicBezTo>
                  <a:cubicBezTo>
                    <a:pt x="761" y="486"/>
                    <a:pt x="791" y="365"/>
                    <a:pt x="669" y="243"/>
                  </a:cubicBezTo>
                  <a:cubicBezTo>
                    <a:pt x="548" y="91"/>
                    <a:pt x="365" y="0"/>
                    <a:pt x="18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68"/>
            <p:cNvSpPr/>
            <p:nvPr/>
          </p:nvSpPr>
          <p:spPr>
            <a:xfrm>
              <a:off x="3940825" y="3651575"/>
              <a:ext cx="16725" cy="12175"/>
            </a:xfrm>
            <a:custGeom>
              <a:rect b="b" l="l" r="r" t="t"/>
              <a:pathLst>
                <a:path extrusionOk="0" h="487" w="669">
                  <a:moveTo>
                    <a:pt x="152" y="0"/>
                  </a:moveTo>
                  <a:cubicBezTo>
                    <a:pt x="31" y="31"/>
                    <a:pt x="0" y="152"/>
                    <a:pt x="91" y="274"/>
                  </a:cubicBezTo>
                  <a:cubicBezTo>
                    <a:pt x="182" y="395"/>
                    <a:pt x="365" y="487"/>
                    <a:pt x="517" y="487"/>
                  </a:cubicBezTo>
                  <a:cubicBezTo>
                    <a:pt x="669" y="456"/>
                    <a:pt x="669" y="335"/>
                    <a:pt x="578" y="213"/>
                  </a:cubicBezTo>
                  <a:cubicBezTo>
                    <a:pt x="486" y="91"/>
                    <a:pt x="304" y="0"/>
                    <a:pt x="152"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68"/>
            <p:cNvSpPr/>
            <p:nvPr/>
          </p:nvSpPr>
          <p:spPr>
            <a:xfrm>
              <a:off x="3990975" y="3643075"/>
              <a:ext cx="15225" cy="11550"/>
            </a:xfrm>
            <a:custGeom>
              <a:rect b="b" l="l" r="r" t="t"/>
              <a:pathLst>
                <a:path extrusionOk="0" h="462" w="609">
                  <a:moveTo>
                    <a:pt x="211" y="0"/>
                  </a:moveTo>
                  <a:cubicBezTo>
                    <a:pt x="192" y="0"/>
                    <a:pt x="172" y="2"/>
                    <a:pt x="152" y="6"/>
                  </a:cubicBezTo>
                  <a:cubicBezTo>
                    <a:pt x="31" y="6"/>
                    <a:pt x="0" y="158"/>
                    <a:pt x="91" y="279"/>
                  </a:cubicBezTo>
                  <a:cubicBezTo>
                    <a:pt x="152" y="401"/>
                    <a:pt x="304" y="462"/>
                    <a:pt x="456" y="462"/>
                  </a:cubicBezTo>
                  <a:cubicBezTo>
                    <a:pt x="578" y="431"/>
                    <a:pt x="608" y="310"/>
                    <a:pt x="517" y="188"/>
                  </a:cubicBezTo>
                  <a:cubicBezTo>
                    <a:pt x="438" y="83"/>
                    <a:pt x="336" y="0"/>
                    <a:pt x="21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68"/>
            <p:cNvSpPr/>
            <p:nvPr/>
          </p:nvSpPr>
          <p:spPr>
            <a:xfrm>
              <a:off x="4035800" y="3630850"/>
              <a:ext cx="12950" cy="11050"/>
            </a:xfrm>
            <a:custGeom>
              <a:rect b="b" l="l" r="r" t="t"/>
              <a:pathLst>
                <a:path extrusionOk="0" h="442" w="518">
                  <a:moveTo>
                    <a:pt x="215" y="1"/>
                  </a:moveTo>
                  <a:cubicBezTo>
                    <a:pt x="194" y="1"/>
                    <a:pt x="173" y="3"/>
                    <a:pt x="153" y="9"/>
                  </a:cubicBezTo>
                  <a:cubicBezTo>
                    <a:pt x="61" y="39"/>
                    <a:pt x="1" y="191"/>
                    <a:pt x="92" y="282"/>
                  </a:cubicBezTo>
                  <a:cubicBezTo>
                    <a:pt x="117" y="383"/>
                    <a:pt x="205" y="442"/>
                    <a:pt x="303" y="442"/>
                  </a:cubicBezTo>
                  <a:cubicBezTo>
                    <a:pt x="324" y="442"/>
                    <a:pt x="344" y="439"/>
                    <a:pt x="365" y="434"/>
                  </a:cubicBezTo>
                  <a:cubicBezTo>
                    <a:pt x="487" y="434"/>
                    <a:pt x="517" y="282"/>
                    <a:pt x="457" y="161"/>
                  </a:cubicBezTo>
                  <a:cubicBezTo>
                    <a:pt x="406" y="60"/>
                    <a:pt x="314" y="1"/>
                    <a:pt x="21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68"/>
            <p:cNvSpPr/>
            <p:nvPr/>
          </p:nvSpPr>
          <p:spPr>
            <a:xfrm>
              <a:off x="4076075" y="3617175"/>
              <a:ext cx="10675" cy="10300"/>
            </a:xfrm>
            <a:custGeom>
              <a:rect b="b" l="l" r="r" t="t"/>
              <a:pathLst>
                <a:path extrusionOk="0" h="412" w="427">
                  <a:moveTo>
                    <a:pt x="202" y="1"/>
                  </a:moveTo>
                  <a:cubicBezTo>
                    <a:pt x="185" y="1"/>
                    <a:pt x="168" y="3"/>
                    <a:pt x="153" y="8"/>
                  </a:cubicBezTo>
                  <a:cubicBezTo>
                    <a:pt x="61" y="69"/>
                    <a:pt x="1" y="191"/>
                    <a:pt x="31" y="282"/>
                  </a:cubicBezTo>
                  <a:cubicBezTo>
                    <a:pt x="56" y="357"/>
                    <a:pt x="143" y="411"/>
                    <a:pt x="223" y="411"/>
                  </a:cubicBezTo>
                  <a:cubicBezTo>
                    <a:pt x="241" y="411"/>
                    <a:pt x="258" y="409"/>
                    <a:pt x="274" y="404"/>
                  </a:cubicBezTo>
                  <a:cubicBezTo>
                    <a:pt x="365" y="373"/>
                    <a:pt x="426" y="252"/>
                    <a:pt x="396" y="160"/>
                  </a:cubicBezTo>
                  <a:cubicBezTo>
                    <a:pt x="371" y="60"/>
                    <a:pt x="283" y="1"/>
                    <a:pt x="202"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68"/>
            <p:cNvSpPr/>
            <p:nvPr/>
          </p:nvSpPr>
          <p:spPr>
            <a:xfrm>
              <a:off x="4113300" y="3601575"/>
              <a:ext cx="7625" cy="10025"/>
            </a:xfrm>
            <a:custGeom>
              <a:rect b="b" l="l" r="r" t="t"/>
              <a:pathLst>
                <a:path extrusionOk="0" h="401" w="305">
                  <a:moveTo>
                    <a:pt x="208" y="0"/>
                  </a:moveTo>
                  <a:cubicBezTo>
                    <a:pt x="189" y="0"/>
                    <a:pt x="170" y="8"/>
                    <a:pt x="153" y="25"/>
                  </a:cubicBezTo>
                  <a:cubicBezTo>
                    <a:pt x="62" y="85"/>
                    <a:pt x="1" y="177"/>
                    <a:pt x="1" y="268"/>
                  </a:cubicBezTo>
                  <a:cubicBezTo>
                    <a:pt x="1" y="361"/>
                    <a:pt x="54" y="400"/>
                    <a:pt x="106" y="400"/>
                  </a:cubicBezTo>
                  <a:cubicBezTo>
                    <a:pt x="123" y="400"/>
                    <a:pt x="139" y="396"/>
                    <a:pt x="153" y="389"/>
                  </a:cubicBezTo>
                  <a:cubicBezTo>
                    <a:pt x="244" y="328"/>
                    <a:pt x="305" y="237"/>
                    <a:pt x="305" y="116"/>
                  </a:cubicBezTo>
                  <a:cubicBezTo>
                    <a:pt x="305" y="50"/>
                    <a:pt x="258" y="0"/>
                    <a:pt x="208"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68"/>
            <p:cNvSpPr/>
            <p:nvPr/>
          </p:nvSpPr>
          <p:spPr>
            <a:xfrm>
              <a:off x="4146175" y="3585600"/>
              <a:ext cx="8750" cy="9275"/>
            </a:xfrm>
            <a:custGeom>
              <a:rect b="b" l="l" r="r" t="t"/>
              <a:pathLst>
                <a:path extrusionOk="0" h="371" w="350">
                  <a:moveTo>
                    <a:pt x="285" y="1"/>
                  </a:moveTo>
                  <a:cubicBezTo>
                    <a:pt x="270" y="1"/>
                    <a:pt x="253" y="8"/>
                    <a:pt x="236" y="25"/>
                  </a:cubicBezTo>
                  <a:cubicBezTo>
                    <a:pt x="115" y="56"/>
                    <a:pt x="54" y="147"/>
                    <a:pt x="23" y="268"/>
                  </a:cubicBezTo>
                  <a:cubicBezTo>
                    <a:pt x="1" y="337"/>
                    <a:pt x="29" y="371"/>
                    <a:pt x="83" y="371"/>
                  </a:cubicBezTo>
                  <a:cubicBezTo>
                    <a:pt x="101" y="371"/>
                    <a:pt x="122" y="367"/>
                    <a:pt x="145" y="360"/>
                  </a:cubicBezTo>
                  <a:cubicBezTo>
                    <a:pt x="236" y="299"/>
                    <a:pt x="297" y="208"/>
                    <a:pt x="327" y="116"/>
                  </a:cubicBezTo>
                  <a:cubicBezTo>
                    <a:pt x="349" y="51"/>
                    <a:pt x="324" y="1"/>
                    <a:pt x="28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68"/>
            <p:cNvSpPr/>
            <p:nvPr/>
          </p:nvSpPr>
          <p:spPr>
            <a:xfrm>
              <a:off x="4178300" y="3568450"/>
              <a:ext cx="9875" cy="8200"/>
            </a:xfrm>
            <a:custGeom>
              <a:rect b="b" l="l" r="r" t="t"/>
              <a:pathLst>
                <a:path extrusionOk="0" h="328" w="395">
                  <a:moveTo>
                    <a:pt x="345" y="1"/>
                  </a:moveTo>
                  <a:cubicBezTo>
                    <a:pt x="330" y="1"/>
                    <a:pt x="311" y="5"/>
                    <a:pt x="289" y="12"/>
                  </a:cubicBezTo>
                  <a:cubicBezTo>
                    <a:pt x="197" y="73"/>
                    <a:pt x="106" y="164"/>
                    <a:pt x="45" y="255"/>
                  </a:cubicBezTo>
                  <a:cubicBezTo>
                    <a:pt x="1" y="300"/>
                    <a:pt x="5" y="328"/>
                    <a:pt x="47" y="328"/>
                  </a:cubicBezTo>
                  <a:cubicBezTo>
                    <a:pt x="62" y="328"/>
                    <a:pt x="82" y="324"/>
                    <a:pt x="106" y="316"/>
                  </a:cubicBezTo>
                  <a:cubicBezTo>
                    <a:pt x="197" y="255"/>
                    <a:pt x="289" y="164"/>
                    <a:pt x="349" y="103"/>
                  </a:cubicBezTo>
                  <a:cubicBezTo>
                    <a:pt x="395" y="35"/>
                    <a:pt x="389" y="1"/>
                    <a:pt x="34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68"/>
            <p:cNvSpPr/>
            <p:nvPr/>
          </p:nvSpPr>
          <p:spPr>
            <a:xfrm>
              <a:off x="4211650" y="3551950"/>
              <a:ext cx="11525" cy="7400"/>
            </a:xfrm>
            <a:custGeom>
              <a:rect b="b" l="l" r="r" t="t"/>
              <a:pathLst>
                <a:path extrusionOk="0" h="296" w="461">
                  <a:moveTo>
                    <a:pt x="448" y="1"/>
                  </a:moveTo>
                  <a:cubicBezTo>
                    <a:pt x="439" y="1"/>
                    <a:pt x="418" y="11"/>
                    <a:pt x="383" y="34"/>
                  </a:cubicBezTo>
                  <a:cubicBezTo>
                    <a:pt x="262" y="64"/>
                    <a:pt x="170" y="155"/>
                    <a:pt x="79" y="216"/>
                  </a:cubicBezTo>
                  <a:cubicBezTo>
                    <a:pt x="21" y="274"/>
                    <a:pt x="0" y="295"/>
                    <a:pt x="16" y="295"/>
                  </a:cubicBezTo>
                  <a:cubicBezTo>
                    <a:pt x="25" y="295"/>
                    <a:pt x="46" y="288"/>
                    <a:pt x="79" y="277"/>
                  </a:cubicBezTo>
                  <a:cubicBezTo>
                    <a:pt x="170" y="216"/>
                    <a:pt x="292" y="155"/>
                    <a:pt x="383" y="64"/>
                  </a:cubicBezTo>
                  <a:cubicBezTo>
                    <a:pt x="439" y="27"/>
                    <a:pt x="461" y="1"/>
                    <a:pt x="448"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68"/>
            <p:cNvSpPr/>
            <p:nvPr/>
          </p:nvSpPr>
          <p:spPr>
            <a:xfrm>
              <a:off x="4246050" y="3536525"/>
              <a:ext cx="14200" cy="6700"/>
            </a:xfrm>
            <a:custGeom>
              <a:rect b="b" l="l" r="r" t="t"/>
              <a:pathLst>
                <a:path extrusionOk="0" h="268" w="568">
                  <a:moveTo>
                    <a:pt x="545" y="1"/>
                  </a:moveTo>
                  <a:cubicBezTo>
                    <a:pt x="537" y="1"/>
                    <a:pt x="521" y="4"/>
                    <a:pt x="497" y="13"/>
                  </a:cubicBezTo>
                  <a:cubicBezTo>
                    <a:pt x="345" y="73"/>
                    <a:pt x="223" y="134"/>
                    <a:pt x="101" y="195"/>
                  </a:cubicBezTo>
                  <a:cubicBezTo>
                    <a:pt x="35" y="239"/>
                    <a:pt x="0" y="268"/>
                    <a:pt x="23" y="268"/>
                  </a:cubicBezTo>
                  <a:cubicBezTo>
                    <a:pt x="31" y="268"/>
                    <a:pt x="47" y="264"/>
                    <a:pt x="71" y="256"/>
                  </a:cubicBezTo>
                  <a:cubicBezTo>
                    <a:pt x="162" y="195"/>
                    <a:pt x="345" y="134"/>
                    <a:pt x="466" y="73"/>
                  </a:cubicBezTo>
                  <a:cubicBezTo>
                    <a:pt x="533" y="29"/>
                    <a:pt x="567" y="1"/>
                    <a:pt x="54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68"/>
            <p:cNvSpPr/>
            <p:nvPr/>
          </p:nvSpPr>
          <p:spPr>
            <a:xfrm>
              <a:off x="4283850" y="3522650"/>
              <a:ext cx="15500" cy="5400"/>
            </a:xfrm>
            <a:custGeom>
              <a:rect b="b" l="l" r="r" t="t"/>
              <a:pathLst>
                <a:path extrusionOk="0" h="216" w="620">
                  <a:moveTo>
                    <a:pt x="618" y="0"/>
                  </a:moveTo>
                  <a:cubicBezTo>
                    <a:pt x="617" y="0"/>
                    <a:pt x="603" y="5"/>
                    <a:pt x="579" y="16"/>
                  </a:cubicBezTo>
                  <a:lnTo>
                    <a:pt x="579" y="16"/>
                  </a:lnTo>
                  <a:cubicBezTo>
                    <a:pt x="607" y="6"/>
                    <a:pt x="620" y="0"/>
                    <a:pt x="618" y="0"/>
                  </a:cubicBezTo>
                  <a:close/>
                  <a:moveTo>
                    <a:pt x="579" y="16"/>
                  </a:moveTo>
                  <a:cubicBezTo>
                    <a:pt x="575" y="17"/>
                    <a:pt x="570" y="19"/>
                    <a:pt x="565" y="20"/>
                  </a:cubicBezTo>
                  <a:cubicBezTo>
                    <a:pt x="444" y="51"/>
                    <a:pt x="261" y="112"/>
                    <a:pt x="140" y="172"/>
                  </a:cubicBezTo>
                  <a:cubicBezTo>
                    <a:pt x="32" y="194"/>
                    <a:pt x="1" y="215"/>
                    <a:pt x="24" y="215"/>
                  </a:cubicBezTo>
                  <a:cubicBezTo>
                    <a:pt x="33" y="215"/>
                    <a:pt x="52" y="212"/>
                    <a:pt x="79" y="203"/>
                  </a:cubicBezTo>
                  <a:lnTo>
                    <a:pt x="504" y="51"/>
                  </a:lnTo>
                  <a:cubicBezTo>
                    <a:pt x="535" y="35"/>
                    <a:pt x="560" y="24"/>
                    <a:pt x="579" y="16"/>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68"/>
            <p:cNvSpPr/>
            <p:nvPr/>
          </p:nvSpPr>
          <p:spPr>
            <a:xfrm>
              <a:off x="4326025" y="3511425"/>
              <a:ext cx="18750" cy="4475"/>
            </a:xfrm>
            <a:custGeom>
              <a:rect b="b" l="l" r="r" t="t"/>
              <a:pathLst>
                <a:path extrusionOk="0" h="179" w="750">
                  <a:moveTo>
                    <a:pt x="734" y="1"/>
                  </a:moveTo>
                  <a:cubicBezTo>
                    <a:pt x="727" y="1"/>
                    <a:pt x="707" y="5"/>
                    <a:pt x="671" y="13"/>
                  </a:cubicBezTo>
                  <a:cubicBezTo>
                    <a:pt x="550" y="44"/>
                    <a:pt x="307" y="105"/>
                    <a:pt x="155" y="135"/>
                  </a:cubicBezTo>
                  <a:cubicBezTo>
                    <a:pt x="47" y="157"/>
                    <a:pt x="1" y="178"/>
                    <a:pt x="25" y="178"/>
                  </a:cubicBezTo>
                  <a:cubicBezTo>
                    <a:pt x="36" y="178"/>
                    <a:pt x="58" y="174"/>
                    <a:pt x="94" y="165"/>
                  </a:cubicBezTo>
                  <a:lnTo>
                    <a:pt x="580" y="44"/>
                  </a:lnTo>
                  <a:cubicBezTo>
                    <a:pt x="688" y="22"/>
                    <a:pt x="750" y="1"/>
                    <a:pt x="73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68"/>
            <p:cNvSpPr/>
            <p:nvPr/>
          </p:nvSpPr>
          <p:spPr>
            <a:xfrm>
              <a:off x="4374725" y="3503050"/>
              <a:ext cx="20675" cy="3725"/>
            </a:xfrm>
            <a:custGeom>
              <a:rect b="b" l="l" r="r" t="t"/>
              <a:pathLst>
                <a:path extrusionOk="0" h="149" w="827">
                  <a:moveTo>
                    <a:pt x="815" y="1"/>
                  </a:moveTo>
                  <a:cubicBezTo>
                    <a:pt x="808" y="1"/>
                    <a:pt x="785" y="3"/>
                    <a:pt x="742" y="12"/>
                  </a:cubicBezTo>
                  <a:lnTo>
                    <a:pt x="742" y="12"/>
                  </a:lnTo>
                  <a:cubicBezTo>
                    <a:pt x="798" y="8"/>
                    <a:pt x="827" y="1"/>
                    <a:pt x="815" y="1"/>
                  </a:cubicBezTo>
                  <a:close/>
                  <a:moveTo>
                    <a:pt x="742" y="12"/>
                  </a:moveTo>
                  <a:cubicBezTo>
                    <a:pt x="721" y="13"/>
                    <a:pt x="697" y="14"/>
                    <a:pt x="669" y="14"/>
                  </a:cubicBezTo>
                  <a:cubicBezTo>
                    <a:pt x="663" y="15"/>
                    <a:pt x="658" y="16"/>
                    <a:pt x="652" y="17"/>
                  </a:cubicBezTo>
                  <a:lnTo>
                    <a:pt x="652" y="17"/>
                  </a:lnTo>
                  <a:cubicBezTo>
                    <a:pt x="681" y="15"/>
                    <a:pt x="708" y="14"/>
                    <a:pt x="730" y="14"/>
                  </a:cubicBezTo>
                  <a:cubicBezTo>
                    <a:pt x="734" y="13"/>
                    <a:pt x="738" y="12"/>
                    <a:pt x="742" y="12"/>
                  </a:cubicBezTo>
                  <a:close/>
                  <a:moveTo>
                    <a:pt x="652" y="17"/>
                  </a:moveTo>
                  <a:cubicBezTo>
                    <a:pt x="515" y="26"/>
                    <a:pt x="307" y="55"/>
                    <a:pt x="182" y="105"/>
                  </a:cubicBezTo>
                  <a:cubicBezTo>
                    <a:pt x="53" y="127"/>
                    <a:pt x="1" y="148"/>
                    <a:pt x="24" y="148"/>
                  </a:cubicBezTo>
                  <a:cubicBezTo>
                    <a:pt x="33" y="148"/>
                    <a:pt x="56" y="145"/>
                    <a:pt x="91" y="136"/>
                  </a:cubicBezTo>
                  <a:cubicBezTo>
                    <a:pt x="239" y="106"/>
                    <a:pt x="472" y="48"/>
                    <a:pt x="652" y="17"/>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68"/>
            <p:cNvSpPr/>
            <p:nvPr/>
          </p:nvSpPr>
          <p:spPr>
            <a:xfrm>
              <a:off x="4429425" y="3497750"/>
              <a:ext cx="24325" cy="3375"/>
            </a:xfrm>
            <a:custGeom>
              <a:rect b="b" l="l" r="r" t="t"/>
              <a:pathLst>
                <a:path extrusionOk="0" h="135" w="973">
                  <a:moveTo>
                    <a:pt x="939" y="1"/>
                  </a:moveTo>
                  <a:cubicBezTo>
                    <a:pt x="925" y="1"/>
                    <a:pt x="896" y="4"/>
                    <a:pt x="852" y="13"/>
                  </a:cubicBezTo>
                  <a:cubicBezTo>
                    <a:pt x="700" y="13"/>
                    <a:pt x="426" y="13"/>
                    <a:pt x="213" y="74"/>
                  </a:cubicBezTo>
                  <a:cubicBezTo>
                    <a:pt x="31" y="135"/>
                    <a:pt x="1" y="135"/>
                    <a:pt x="153" y="135"/>
                  </a:cubicBezTo>
                  <a:cubicBezTo>
                    <a:pt x="365" y="105"/>
                    <a:pt x="578" y="74"/>
                    <a:pt x="791" y="44"/>
                  </a:cubicBezTo>
                  <a:cubicBezTo>
                    <a:pt x="920" y="22"/>
                    <a:pt x="973" y="1"/>
                    <a:pt x="939"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68"/>
            <p:cNvSpPr/>
            <p:nvPr/>
          </p:nvSpPr>
          <p:spPr>
            <a:xfrm>
              <a:off x="4490975" y="3497750"/>
              <a:ext cx="25100" cy="3375"/>
            </a:xfrm>
            <a:custGeom>
              <a:rect b="b" l="l" r="r" t="t"/>
              <a:pathLst>
                <a:path extrusionOk="0" h="135" w="1004">
                  <a:moveTo>
                    <a:pt x="665" y="1"/>
                  </a:moveTo>
                  <a:cubicBezTo>
                    <a:pt x="514" y="1"/>
                    <a:pt x="364" y="22"/>
                    <a:pt x="213" y="44"/>
                  </a:cubicBezTo>
                  <a:cubicBezTo>
                    <a:pt x="1" y="74"/>
                    <a:pt x="1" y="135"/>
                    <a:pt x="153" y="135"/>
                  </a:cubicBezTo>
                  <a:cubicBezTo>
                    <a:pt x="335" y="135"/>
                    <a:pt x="548" y="105"/>
                    <a:pt x="760" y="74"/>
                  </a:cubicBezTo>
                  <a:cubicBezTo>
                    <a:pt x="943" y="44"/>
                    <a:pt x="1004" y="13"/>
                    <a:pt x="852" y="13"/>
                  </a:cubicBezTo>
                  <a:cubicBezTo>
                    <a:pt x="789" y="4"/>
                    <a:pt x="727" y="1"/>
                    <a:pt x="66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68"/>
            <p:cNvSpPr/>
            <p:nvPr/>
          </p:nvSpPr>
          <p:spPr>
            <a:xfrm>
              <a:off x="4552525" y="3502325"/>
              <a:ext cx="25100" cy="3675"/>
            </a:xfrm>
            <a:custGeom>
              <a:rect b="b" l="l" r="r" t="t"/>
              <a:pathLst>
                <a:path extrusionOk="0" h="147" w="1004">
                  <a:moveTo>
                    <a:pt x="665" y="0"/>
                  </a:moveTo>
                  <a:cubicBezTo>
                    <a:pt x="514" y="0"/>
                    <a:pt x="364" y="22"/>
                    <a:pt x="213" y="43"/>
                  </a:cubicBezTo>
                  <a:cubicBezTo>
                    <a:pt x="31" y="74"/>
                    <a:pt x="1" y="134"/>
                    <a:pt x="183" y="134"/>
                  </a:cubicBezTo>
                  <a:cubicBezTo>
                    <a:pt x="236" y="143"/>
                    <a:pt x="292" y="147"/>
                    <a:pt x="350" y="147"/>
                  </a:cubicBezTo>
                  <a:cubicBezTo>
                    <a:pt x="490" y="147"/>
                    <a:pt x="640" y="125"/>
                    <a:pt x="791" y="104"/>
                  </a:cubicBezTo>
                  <a:cubicBezTo>
                    <a:pt x="973" y="43"/>
                    <a:pt x="1004" y="13"/>
                    <a:pt x="852" y="13"/>
                  </a:cubicBezTo>
                  <a:cubicBezTo>
                    <a:pt x="789" y="4"/>
                    <a:pt x="727" y="0"/>
                    <a:pt x="66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68"/>
            <p:cNvSpPr/>
            <p:nvPr/>
          </p:nvSpPr>
          <p:spPr>
            <a:xfrm>
              <a:off x="4617875" y="3509925"/>
              <a:ext cx="24350" cy="4900"/>
            </a:xfrm>
            <a:custGeom>
              <a:rect b="b" l="l" r="r" t="t"/>
              <a:pathLst>
                <a:path extrusionOk="0" h="196" w="974">
                  <a:moveTo>
                    <a:pt x="634" y="0"/>
                  </a:moveTo>
                  <a:cubicBezTo>
                    <a:pt x="484" y="0"/>
                    <a:pt x="334" y="22"/>
                    <a:pt x="183" y="43"/>
                  </a:cubicBezTo>
                  <a:cubicBezTo>
                    <a:pt x="1" y="104"/>
                    <a:pt x="1" y="165"/>
                    <a:pt x="153" y="195"/>
                  </a:cubicBezTo>
                  <a:cubicBezTo>
                    <a:pt x="365" y="195"/>
                    <a:pt x="578" y="195"/>
                    <a:pt x="791" y="134"/>
                  </a:cubicBezTo>
                  <a:cubicBezTo>
                    <a:pt x="973" y="104"/>
                    <a:pt x="973" y="43"/>
                    <a:pt x="821" y="13"/>
                  </a:cubicBezTo>
                  <a:cubicBezTo>
                    <a:pt x="759" y="4"/>
                    <a:pt x="697" y="0"/>
                    <a:pt x="63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68"/>
            <p:cNvSpPr/>
            <p:nvPr/>
          </p:nvSpPr>
          <p:spPr>
            <a:xfrm>
              <a:off x="4684750" y="3520575"/>
              <a:ext cx="24350" cy="5925"/>
            </a:xfrm>
            <a:custGeom>
              <a:rect b="b" l="l" r="r" t="t"/>
              <a:pathLst>
                <a:path extrusionOk="0" h="237" w="974">
                  <a:moveTo>
                    <a:pt x="620" y="0"/>
                  </a:moveTo>
                  <a:cubicBezTo>
                    <a:pt x="464" y="0"/>
                    <a:pt x="308" y="28"/>
                    <a:pt x="152" y="73"/>
                  </a:cubicBezTo>
                  <a:cubicBezTo>
                    <a:pt x="1" y="103"/>
                    <a:pt x="1" y="195"/>
                    <a:pt x="152" y="225"/>
                  </a:cubicBezTo>
                  <a:cubicBezTo>
                    <a:pt x="209" y="233"/>
                    <a:pt x="267" y="237"/>
                    <a:pt x="324" y="237"/>
                  </a:cubicBezTo>
                  <a:cubicBezTo>
                    <a:pt x="479" y="237"/>
                    <a:pt x="635" y="209"/>
                    <a:pt x="791" y="164"/>
                  </a:cubicBezTo>
                  <a:cubicBezTo>
                    <a:pt x="943" y="103"/>
                    <a:pt x="973" y="43"/>
                    <a:pt x="791" y="12"/>
                  </a:cubicBezTo>
                  <a:cubicBezTo>
                    <a:pt x="734" y="4"/>
                    <a:pt x="677" y="0"/>
                    <a:pt x="620"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68"/>
            <p:cNvSpPr/>
            <p:nvPr/>
          </p:nvSpPr>
          <p:spPr>
            <a:xfrm>
              <a:off x="4753150" y="3533325"/>
              <a:ext cx="24325" cy="6875"/>
            </a:xfrm>
            <a:custGeom>
              <a:rect b="b" l="l" r="r" t="t"/>
              <a:pathLst>
                <a:path extrusionOk="0" h="275" w="973">
                  <a:moveTo>
                    <a:pt x="558" y="1"/>
                  </a:moveTo>
                  <a:cubicBezTo>
                    <a:pt x="426" y="1"/>
                    <a:pt x="298" y="22"/>
                    <a:pt x="182" y="80"/>
                  </a:cubicBezTo>
                  <a:cubicBezTo>
                    <a:pt x="0" y="141"/>
                    <a:pt x="0" y="232"/>
                    <a:pt x="182" y="262"/>
                  </a:cubicBezTo>
                  <a:cubicBezTo>
                    <a:pt x="240" y="270"/>
                    <a:pt x="297" y="274"/>
                    <a:pt x="353" y="274"/>
                  </a:cubicBezTo>
                  <a:cubicBezTo>
                    <a:pt x="507" y="274"/>
                    <a:pt x="657" y="246"/>
                    <a:pt x="790" y="201"/>
                  </a:cubicBezTo>
                  <a:cubicBezTo>
                    <a:pt x="973" y="141"/>
                    <a:pt x="973" y="49"/>
                    <a:pt x="790" y="19"/>
                  </a:cubicBezTo>
                  <a:cubicBezTo>
                    <a:pt x="713" y="8"/>
                    <a:pt x="635" y="1"/>
                    <a:pt x="558"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68"/>
            <p:cNvSpPr/>
            <p:nvPr/>
          </p:nvSpPr>
          <p:spPr>
            <a:xfrm>
              <a:off x="4822300" y="3547175"/>
              <a:ext cx="23575" cy="8200"/>
            </a:xfrm>
            <a:custGeom>
              <a:rect b="b" l="l" r="r" t="t"/>
              <a:pathLst>
                <a:path extrusionOk="0" h="328" w="943">
                  <a:moveTo>
                    <a:pt x="601" y="1"/>
                  </a:moveTo>
                  <a:cubicBezTo>
                    <a:pt x="443" y="1"/>
                    <a:pt x="289" y="35"/>
                    <a:pt x="152" y="103"/>
                  </a:cubicBezTo>
                  <a:cubicBezTo>
                    <a:pt x="0" y="164"/>
                    <a:pt x="0" y="255"/>
                    <a:pt x="183" y="316"/>
                  </a:cubicBezTo>
                  <a:cubicBezTo>
                    <a:pt x="236" y="324"/>
                    <a:pt x="289" y="327"/>
                    <a:pt x="342" y="327"/>
                  </a:cubicBezTo>
                  <a:cubicBezTo>
                    <a:pt x="500" y="327"/>
                    <a:pt x="654" y="293"/>
                    <a:pt x="790" y="225"/>
                  </a:cubicBezTo>
                  <a:cubicBezTo>
                    <a:pt x="942" y="164"/>
                    <a:pt x="942" y="73"/>
                    <a:pt x="760" y="12"/>
                  </a:cubicBezTo>
                  <a:cubicBezTo>
                    <a:pt x="707" y="4"/>
                    <a:pt x="654" y="1"/>
                    <a:pt x="601"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68"/>
            <p:cNvSpPr/>
            <p:nvPr/>
          </p:nvSpPr>
          <p:spPr>
            <a:xfrm>
              <a:off x="4892950" y="3562375"/>
              <a:ext cx="23600" cy="8950"/>
            </a:xfrm>
            <a:custGeom>
              <a:rect b="b" l="l" r="r" t="t"/>
              <a:pathLst>
                <a:path extrusionOk="0" h="358" w="944">
                  <a:moveTo>
                    <a:pt x="589" y="1"/>
                  </a:moveTo>
                  <a:cubicBezTo>
                    <a:pt x="444" y="1"/>
                    <a:pt x="290" y="35"/>
                    <a:pt x="153" y="103"/>
                  </a:cubicBezTo>
                  <a:cubicBezTo>
                    <a:pt x="1" y="194"/>
                    <a:pt x="1" y="286"/>
                    <a:pt x="183" y="346"/>
                  </a:cubicBezTo>
                  <a:cubicBezTo>
                    <a:pt x="236" y="354"/>
                    <a:pt x="290" y="358"/>
                    <a:pt x="342" y="358"/>
                  </a:cubicBezTo>
                  <a:cubicBezTo>
                    <a:pt x="501" y="358"/>
                    <a:pt x="654" y="324"/>
                    <a:pt x="791" y="255"/>
                  </a:cubicBezTo>
                  <a:cubicBezTo>
                    <a:pt x="943" y="164"/>
                    <a:pt x="913" y="42"/>
                    <a:pt x="730" y="12"/>
                  </a:cubicBezTo>
                  <a:cubicBezTo>
                    <a:pt x="685" y="4"/>
                    <a:pt x="637" y="1"/>
                    <a:pt x="589"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68"/>
            <p:cNvSpPr/>
            <p:nvPr/>
          </p:nvSpPr>
          <p:spPr>
            <a:xfrm>
              <a:off x="4962875" y="3577575"/>
              <a:ext cx="23575" cy="9700"/>
            </a:xfrm>
            <a:custGeom>
              <a:rect b="b" l="l" r="r" t="t"/>
              <a:pathLst>
                <a:path extrusionOk="0" h="388" w="943">
                  <a:moveTo>
                    <a:pt x="584" y="1"/>
                  </a:moveTo>
                  <a:cubicBezTo>
                    <a:pt x="431" y="1"/>
                    <a:pt x="292" y="41"/>
                    <a:pt x="152" y="133"/>
                  </a:cubicBezTo>
                  <a:cubicBezTo>
                    <a:pt x="0" y="225"/>
                    <a:pt x="31" y="316"/>
                    <a:pt x="213" y="377"/>
                  </a:cubicBezTo>
                  <a:cubicBezTo>
                    <a:pt x="263" y="384"/>
                    <a:pt x="312" y="388"/>
                    <a:pt x="359" y="388"/>
                  </a:cubicBezTo>
                  <a:cubicBezTo>
                    <a:pt x="512" y="388"/>
                    <a:pt x="651" y="348"/>
                    <a:pt x="791" y="255"/>
                  </a:cubicBezTo>
                  <a:cubicBezTo>
                    <a:pt x="943" y="164"/>
                    <a:pt x="912" y="42"/>
                    <a:pt x="730" y="12"/>
                  </a:cubicBezTo>
                  <a:cubicBezTo>
                    <a:pt x="680" y="5"/>
                    <a:pt x="631" y="1"/>
                    <a:pt x="58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68"/>
            <p:cNvSpPr/>
            <p:nvPr/>
          </p:nvSpPr>
          <p:spPr>
            <a:xfrm>
              <a:off x="5032775" y="3592100"/>
              <a:ext cx="22825" cy="10375"/>
            </a:xfrm>
            <a:custGeom>
              <a:rect b="b" l="l" r="r" t="t"/>
              <a:pathLst>
                <a:path extrusionOk="0" h="415" w="913">
                  <a:moveTo>
                    <a:pt x="604" y="1"/>
                  </a:moveTo>
                  <a:cubicBezTo>
                    <a:pt x="446" y="1"/>
                    <a:pt x="279" y="60"/>
                    <a:pt x="153" y="160"/>
                  </a:cubicBezTo>
                  <a:cubicBezTo>
                    <a:pt x="1" y="252"/>
                    <a:pt x="31" y="373"/>
                    <a:pt x="214" y="404"/>
                  </a:cubicBezTo>
                  <a:cubicBezTo>
                    <a:pt x="264" y="411"/>
                    <a:pt x="312" y="414"/>
                    <a:pt x="359" y="414"/>
                  </a:cubicBezTo>
                  <a:cubicBezTo>
                    <a:pt x="511" y="414"/>
                    <a:pt x="645" y="375"/>
                    <a:pt x="761" y="282"/>
                  </a:cubicBezTo>
                  <a:cubicBezTo>
                    <a:pt x="913" y="160"/>
                    <a:pt x="882" y="39"/>
                    <a:pt x="700" y="8"/>
                  </a:cubicBezTo>
                  <a:cubicBezTo>
                    <a:pt x="669" y="3"/>
                    <a:pt x="636" y="1"/>
                    <a:pt x="60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68"/>
            <p:cNvSpPr/>
            <p:nvPr/>
          </p:nvSpPr>
          <p:spPr>
            <a:xfrm>
              <a:off x="5101925" y="3605775"/>
              <a:ext cx="22075" cy="11050"/>
            </a:xfrm>
            <a:custGeom>
              <a:rect b="b" l="l" r="r" t="t"/>
              <a:pathLst>
                <a:path extrusionOk="0" h="442" w="883">
                  <a:moveTo>
                    <a:pt x="576" y="1"/>
                  </a:moveTo>
                  <a:cubicBezTo>
                    <a:pt x="425" y="1"/>
                    <a:pt x="279" y="60"/>
                    <a:pt x="153" y="160"/>
                  </a:cubicBezTo>
                  <a:cubicBezTo>
                    <a:pt x="1" y="282"/>
                    <a:pt x="62" y="404"/>
                    <a:pt x="214" y="434"/>
                  </a:cubicBezTo>
                  <a:cubicBezTo>
                    <a:pt x="250" y="439"/>
                    <a:pt x="286" y="442"/>
                    <a:pt x="320" y="442"/>
                  </a:cubicBezTo>
                  <a:cubicBezTo>
                    <a:pt x="488" y="442"/>
                    <a:pt x="635" y="383"/>
                    <a:pt x="761" y="282"/>
                  </a:cubicBezTo>
                  <a:cubicBezTo>
                    <a:pt x="882" y="160"/>
                    <a:pt x="852" y="39"/>
                    <a:pt x="669" y="9"/>
                  </a:cubicBezTo>
                  <a:cubicBezTo>
                    <a:pt x="638" y="3"/>
                    <a:pt x="607" y="1"/>
                    <a:pt x="576"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68"/>
            <p:cNvSpPr/>
            <p:nvPr/>
          </p:nvSpPr>
          <p:spPr>
            <a:xfrm>
              <a:off x="5170325" y="3617375"/>
              <a:ext cx="21300" cy="12175"/>
            </a:xfrm>
            <a:custGeom>
              <a:rect b="b" l="l" r="r" t="t"/>
              <a:pathLst>
                <a:path extrusionOk="0" h="487" w="852">
                  <a:moveTo>
                    <a:pt x="639" y="0"/>
                  </a:moveTo>
                  <a:cubicBezTo>
                    <a:pt x="456" y="0"/>
                    <a:pt x="244" y="61"/>
                    <a:pt x="122" y="183"/>
                  </a:cubicBezTo>
                  <a:cubicBezTo>
                    <a:pt x="0" y="335"/>
                    <a:pt x="31" y="456"/>
                    <a:pt x="213" y="487"/>
                  </a:cubicBezTo>
                  <a:cubicBezTo>
                    <a:pt x="396" y="487"/>
                    <a:pt x="578" y="426"/>
                    <a:pt x="730" y="304"/>
                  </a:cubicBezTo>
                  <a:cubicBezTo>
                    <a:pt x="851" y="152"/>
                    <a:pt x="821" y="31"/>
                    <a:pt x="639"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68"/>
            <p:cNvSpPr/>
            <p:nvPr/>
          </p:nvSpPr>
          <p:spPr>
            <a:xfrm>
              <a:off x="5236425" y="3627100"/>
              <a:ext cx="20550" cy="12325"/>
            </a:xfrm>
            <a:custGeom>
              <a:rect b="b" l="l" r="r" t="t"/>
              <a:pathLst>
                <a:path extrusionOk="0" h="493" w="822">
                  <a:moveTo>
                    <a:pt x="538" y="1"/>
                  </a:moveTo>
                  <a:cubicBezTo>
                    <a:pt x="380" y="1"/>
                    <a:pt x="228" y="87"/>
                    <a:pt x="122" y="219"/>
                  </a:cubicBezTo>
                  <a:cubicBezTo>
                    <a:pt x="1" y="341"/>
                    <a:pt x="62" y="463"/>
                    <a:pt x="214" y="493"/>
                  </a:cubicBezTo>
                  <a:cubicBezTo>
                    <a:pt x="396" y="493"/>
                    <a:pt x="578" y="432"/>
                    <a:pt x="700" y="280"/>
                  </a:cubicBezTo>
                  <a:cubicBezTo>
                    <a:pt x="821" y="159"/>
                    <a:pt x="791" y="7"/>
                    <a:pt x="609" y="7"/>
                  </a:cubicBezTo>
                  <a:cubicBezTo>
                    <a:pt x="585" y="3"/>
                    <a:pt x="562" y="1"/>
                    <a:pt x="538"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68"/>
            <p:cNvSpPr/>
            <p:nvPr/>
          </p:nvSpPr>
          <p:spPr>
            <a:xfrm>
              <a:off x="5300275" y="3633325"/>
              <a:ext cx="19775" cy="12950"/>
            </a:xfrm>
            <a:custGeom>
              <a:rect b="b" l="l" r="r" t="t"/>
              <a:pathLst>
                <a:path extrusionOk="0" h="518" w="791">
                  <a:moveTo>
                    <a:pt x="608" y="1"/>
                  </a:moveTo>
                  <a:cubicBezTo>
                    <a:pt x="395" y="1"/>
                    <a:pt x="213" y="92"/>
                    <a:pt x="122" y="244"/>
                  </a:cubicBezTo>
                  <a:cubicBezTo>
                    <a:pt x="0" y="365"/>
                    <a:pt x="61" y="517"/>
                    <a:pt x="213" y="517"/>
                  </a:cubicBezTo>
                  <a:cubicBezTo>
                    <a:pt x="395" y="517"/>
                    <a:pt x="578" y="426"/>
                    <a:pt x="669" y="274"/>
                  </a:cubicBezTo>
                  <a:cubicBezTo>
                    <a:pt x="790" y="122"/>
                    <a:pt x="760" y="1"/>
                    <a:pt x="608"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68"/>
            <p:cNvSpPr/>
            <p:nvPr/>
          </p:nvSpPr>
          <p:spPr>
            <a:xfrm>
              <a:off x="5361825" y="3635600"/>
              <a:ext cx="18250" cy="13725"/>
            </a:xfrm>
            <a:custGeom>
              <a:rect b="b" l="l" r="r" t="t"/>
              <a:pathLst>
                <a:path extrusionOk="0" h="549" w="730">
                  <a:moveTo>
                    <a:pt x="547" y="1"/>
                  </a:moveTo>
                  <a:cubicBezTo>
                    <a:pt x="365" y="31"/>
                    <a:pt x="213" y="123"/>
                    <a:pt x="91" y="274"/>
                  </a:cubicBezTo>
                  <a:cubicBezTo>
                    <a:pt x="0" y="426"/>
                    <a:pt x="30" y="548"/>
                    <a:pt x="182" y="548"/>
                  </a:cubicBezTo>
                  <a:cubicBezTo>
                    <a:pt x="365" y="518"/>
                    <a:pt x="517" y="426"/>
                    <a:pt x="638" y="274"/>
                  </a:cubicBezTo>
                  <a:cubicBezTo>
                    <a:pt x="730" y="123"/>
                    <a:pt x="699" y="1"/>
                    <a:pt x="547"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68"/>
            <p:cNvSpPr/>
            <p:nvPr/>
          </p:nvSpPr>
          <p:spPr>
            <a:xfrm>
              <a:off x="3152800" y="3586225"/>
              <a:ext cx="12200" cy="13700"/>
            </a:xfrm>
            <a:custGeom>
              <a:rect b="b" l="l" r="r" t="t"/>
              <a:pathLst>
                <a:path extrusionOk="0" h="548" w="488">
                  <a:moveTo>
                    <a:pt x="244" y="0"/>
                  </a:moveTo>
                  <a:cubicBezTo>
                    <a:pt x="92" y="0"/>
                    <a:pt x="1" y="122"/>
                    <a:pt x="1" y="274"/>
                  </a:cubicBezTo>
                  <a:cubicBezTo>
                    <a:pt x="1" y="395"/>
                    <a:pt x="92" y="517"/>
                    <a:pt x="244" y="547"/>
                  </a:cubicBezTo>
                  <a:cubicBezTo>
                    <a:pt x="366" y="547"/>
                    <a:pt x="487" y="426"/>
                    <a:pt x="457" y="274"/>
                  </a:cubicBezTo>
                  <a:cubicBezTo>
                    <a:pt x="457" y="152"/>
                    <a:pt x="366" y="31"/>
                    <a:pt x="24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68"/>
            <p:cNvSpPr/>
            <p:nvPr/>
          </p:nvSpPr>
          <p:spPr>
            <a:xfrm>
              <a:off x="3202200" y="3587750"/>
              <a:ext cx="12175" cy="13700"/>
            </a:xfrm>
            <a:custGeom>
              <a:rect b="b" l="l" r="r" t="t"/>
              <a:pathLst>
                <a:path extrusionOk="0" h="548" w="487">
                  <a:moveTo>
                    <a:pt x="244" y="0"/>
                  </a:moveTo>
                  <a:cubicBezTo>
                    <a:pt x="92" y="0"/>
                    <a:pt x="0" y="122"/>
                    <a:pt x="31" y="274"/>
                  </a:cubicBezTo>
                  <a:cubicBezTo>
                    <a:pt x="0" y="395"/>
                    <a:pt x="122" y="517"/>
                    <a:pt x="244" y="547"/>
                  </a:cubicBezTo>
                  <a:cubicBezTo>
                    <a:pt x="396" y="547"/>
                    <a:pt x="487" y="395"/>
                    <a:pt x="456" y="274"/>
                  </a:cubicBezTo>
                  <a:cubicBezTo>
                    <a:pt x="456" y="122"/>
                    <a:pt x="365" y="30"/>
                    <a:pt x="24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68"/>
            <p:cNvSpPr/>
            <p:nvPr/>
          </p:nvSpPr>
          <p:spPr>
            <a:xfrm>
              <a:off x="3251600" y="3589250"/>
              <a:ext cx="12175" cy="13700"/>
            </a:xfrm>
            <a:custGeom>
              <a:rect b="b" l="l" r="r" t="t"/>
              <a:pathLst>
                <a:path extrusionOk="0" h="548" w="487">
                  <a:moveTo>
                    <a:pt x="213" y="1"/>
                  </a:moveTo>
                  <a:cubicBezTo>
                    <a:pt x="91" y="31"/>
                    <a:pt x="0" y="153"/>
                    <a:pt x="31" y="274"/>
                  </a:cubicBezTo>
                  <a:cubicBezTo>
                    <a:pt x="31" y="426"/>
                    <a:pt x="122" y="518"/>
                    <a:pt x="274" y="548"/>
                  </a:cubicBezTo>
                  <a:cubicBezTo>
                    <a:pt x="395" y="548"/>
                    <a:pt x="487" y="426"/>
                    <a:pt x="456" y="274"/>
                  </a:cubicBezTo>
                  <a:cubicBezTo>
                    <a:pt x="456" y="153"/>
                    <a:pt x="365" y="31"/>
                    <a:pt x="21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68"/>
            <p:cNvSpPr/>
            <p:nvPr/>
          </p:nvSpPr>
          <p:spPr>
            <a:xfrm>
              <a:off x="3301075" y="3591425"/>
              <a:ext cx="12100" cy="13050"/>
            </a:xfrm>
            <a:custGeom>
              <a:rect b="b" l="l" r="r" t="t"/>
              <a:pathLst>
                <a:path extrusionOk="0" h="522" w="484">
                  <a:moveTo>
                    <a:pt x="173" y="0"/>
                  </a:moveTo>
                  <a:cubicBezTo>
                    <a:pt x="70" y="0"/>
                    <a:pt x="0" y="112"/>
                    <a:pt x="27" y="248"/>
                  </a:cubicBezTo>
                  <a:cubicBezTo>
                    <a:pt x="27" y="400"/>
                    <a:pt x="149" y="522"/>
                    <a:pt x="270" y="522"/>
                  </a:cubicBezTo>
                  <a:cubicBezTo>
                    <a:pt x="392" y="522"/>
                    <a:pt x="483" y="431"/>
                    <a:pt x="483" y="279"/>
                  </a:cubicBezTo>
                  <a:cubicBezTo>
                    <a:pt x="453" y="127"/>
                    <a:pt x="331" y="5"/>
                    <a:pt x="210" y="5"/>
                  </a:cubicBezTo>
                  <a:cubicBezTo>
                    <a:pt x="197" y="2"/>
                    <a:pt x="185" y="0"/>
                    <a:pt x="17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68"/>
            <p:cNvSpPr/>
            <p:nvPr/>
          </p:nvSpPr>
          <p:spPr>
            <a:xfrm>
              <a:off x="3350375" y="3593050"/>
              <a:ext cx="12875" cy="13075"/>
            </a:xfrm>
            <a:custGeom>
              <a:rect b="b" l="l" r="r" t="t"/>
              <a:pathLst>
                <a:path extrusionOk="0" h="523" w="515">
                  <a:moveTo>
                    <a:pt x="213" y="1"/>
                  </a:moveTo>
                  <a:cubicBezTo>
                    <a:pt x="61" y="1"/>
                    <a:pt x="1" y="92"/>
                    <a:pt x="31" y="244"/>
                  </a:cubicBezTo>
                  <a:cubicBezTo>
                    <a:pt x="31" y="396"/>
                    <a:pt x="153" y="518"/>
                    <a:pt x="305" y="518"/>
                  </a:cubicBezTo>
                  <a:cubicBezTo>
                    <a:pt x="317" y="521"/>
                    <a:pt x="330" y="522"/>
                    <a:pt x="342" y="522"/>
                  </a:cubicBezTo>
                  <a:cubicBezTo>
                    <a:pt x="444" y="522"/>
                    <a:pt x="514" y="410"/>
                    <a:pt x="487" y="274"/>
                  </a:cubicBezTo>
                  <a:cubicBezTo>
                    <a:pt x="457" y="122"/>
                    <a:pt x="335" y="1"/>
                    <a:pt x="21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68"/>
            <p:cNvSpPr/>
            <p:nvPr/>
          </p:nvSpPr>
          <p:spPr>
            <a:xfrm>
              <a:off x="3399775" y="3594575"/>
              <a:ext cx="12950" cy="13700"/>
            </a:xfrm>
            <a:custGeom>
              <a:rect b="b" l="l" r="r" t="t"/>
              <a:pathLst>
                <a:path extrusionOk="0" h="548" w="518">
                  <a:moveTo>
                    <a:pt x="183" y="1"/>
                  </a:moveTo>
                  <a:cubicBezTo>
                    <a:pt x="61" y="1"/>
                    <a:pt x="0" y="122"/>
                    <a:pt x="31" y="274"/>
                  </a:cubicBezTo>
                  <a:cubicBezTo>
                    <a:pt x="61" y="396"/>
                    <a:pt x="152" y="517"/>
                    <a:pt x="304" y="548"/>
                  </a:cubicBezTo>
                  <a:cubicBezTo>
                    <a:pt x="426" y="548"/>
                    <a:pt x="517" y="426"/>
                    <a:pt x="487" y="274"/>
                  </a:cubicBezTo>
                  <a:cubicBezTo>
                    <a:pt x="456" y="122"/>
                    <a:pt x="335" y="31"/>
                    <a:pt x="18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68"/>
            <p:cNvSpPr/>
            <p:nvPr/>
          </p:nvSpPr>
          <p:spPr>
            <a:xfrm>
              <a:off x="3449175" y="3596100"/>
              <a:ext cx="12925" cy="13700"/>
            </a:xfrm>
            <a:custGeom>
              <a:rect b="b" l="l" r="r" t="t"/>
              <a:pathLst>
                <a:path extrusionOk="0" h="548" w="517">
                  <a:moveTo>
                    <a:pt x="182" y="0"/>
                  </a:moveTo>
                  <a:cubicBezTo>
                    <a:pt x="61" y="0"/>
                    <a:pt x="0" y="122"/>
                    <a:pt x="30" y="274"/>
                  </a:cubicBezTo>
                  <a:cubicBezTo>
                    <a:pt x="61" y="396"/>
                    <a:pt x="182" y="517"/>
                    <a:pt x="334" y="547"/>
                  </a:cubicBezTo>
                  <a:cubicBezTo>
                    <a:pt x="456" y="547"/>
                    <a:pt x="517" y="426"/>
                    <a:pt x="486" y="274"/>
                  </a:cubicBezTo>
                  <a:cubicBezTo>
                    <a:pt x="456" y="122"/>
                    <a:pt x="334" y="31"/>
                    <a:pt x="182"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68"/>
            <p:cNvSpPr/>
            <p:nvPr/>
          </p:nvSpPr>
          <p:spPr>
            <a:xfrm>
              <a:off x="3498550" y="3597625"/>
              <a:ext cx="12950" cy="13700"/>
            </a:xfrm>
            <a:custGeom>
              <a:rect b="b" l="l" r="r" t="t"/>
              <a:pathLst>
                <a:path extrusionOk="0" h="548" w="518">
                  <a:moveTo>
                    <a:pt x="183" y="0"/>
                  </a:moveTo>
                  <a:cubicBezTo>
                    <a:pt x="62" y="0"/>
                    <a:pt x="1" y="122"/>
                    <a:pt x="31" y="274"/>
                  </a:cubicBezTo>
                  <a:cubicBezTo>
                    <a:pt x="62" y="426"/>
                    <a:pt x="183" y="517"/>
                    <a:pt x="335" y="547"/>
                  </a:cubicBezTo>
                  <a:cubicBezTo>
                    <a:pt x="457" y="547"/>
                    <a:pt x="518" y="426"/>
                    <a:pt x="487" y="274"/>
                  </a:cubicBezTo>
                  <a:cubicBezTo>
                    <a:pt x="457" y="122"/>
                    <a:pt x="335" y="31"/>
                    <a:pt x="18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68"/>
            <p:cNvSpPr/>
            <p:nvPr/>
          </p:nvSpPr>
          <p:spPr>
            <a:xfrm>
              <a:off x="3547200" y="3599900"/>
              <a:ext cx="14450" cy="13700"/>
            </a:xfrm>
            <a:custGeom>
              <a:rect b="b" l="l" r="r" t="t"/>
              <a:pathLst>
                <a:path extrusionOk="0" h="548" w="578">
                  <a:moveTo>
                    <a:pt x="213" y="0"/>
                  </a:moveTo>
                  <a:cubicBezTo>
                    <a:pt x="61" y="0"/>
                    <a:pt x="0" y="92"/>
                    <a:pt x="61" y="244"/>
                  </a:cubicBezTo>
                  <a:cubicBezTo>
                    <a:pt x="122" y="395"/>
                    <a:pt x="243" y="517"/>
                    <a:pt x="395" y="547"/>
                  </a:cubicBezTo>
                  <a:cubicBezTo>
                    <a:pt x="517" y="547"/>
                    <a:pt x="578" y="395"/>
                    <a:pt x="517" y="274"/>
                  </a:cubicBezTo>
                  <a:cubicBezTo>
                    <a:pt x="486" y="122"/>
                    <a:pt x="334" y="0"/>
                    <a:pt x="21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68"/>
            <p:cNvSpPr/>
            <p:nvPr/>
          </p:nvSpPr>
          <p:spPr>
            <a:xfrm>
              <a:off x="3596575" y="3600650"/>
              <a:ext cx="14325" cy="13825"/>
            </a:xfrm>
            <a:custGeom>
              <a:rect b="b" l="l" r="r" t="t"/>
              <a:pathLst>
                <a:path extrusionOk="0" h="553" w="573">
                  <a:moveTo>
                    <a:pt x="183" y="1"/>
                  </a:moveTo>
                  <a:cubicBezTo>
                    <a:pt x="62" y="1"/>
                    <a:pt x="1" y="122"/>
                    <a:pt x="62" y="274"/>
                  </a:cubicBezTo>
                  <a:cubicBezTo>
                    <a:pt x="122" y="426"/>
                    <a:pt x="244" y="548"/>
                    <a:pt x="396" y="548"/>
                  </a:cubicBezTo>
                  <a:cubicBezTo>
                    <a:pt x="409" y="551"/>
                    <a:pt x="421" y="553"/>
                    <a:pt x="432" y="553"/>
                  </a:cubicBezTo>
                  <a:cubicBezTo>
                    <a:pt x="529" y="553"/>
                    <a:pt x="572" y="441"/>
                    <a:pt x="518" y="305"/>
                  </a:cubicBezTo>
                  <a:cubicBezTo>
                    <a:pt x="457" y="153"/>
                    <a:pt x="335" y="31"/>
                    <a:pt x="18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68"/>
            <p:cNvSpPr/>
            <p:nvPr/>
          </p:nvSpPr>
          <p:spPr>
            <a:xfrm>
              <a:off x="3646125" y="3602825"/>
              <a:ext cx="14325" cy="13825"/>
            </a:xfrm>
            <a:custGeom>
              <a:rect b="b" l="l" r="r" t="t"/>
              <a:pathLst>
                <a:path extrusionOk="0" h="553" w="573">
                  <a:moveTo>
                    <a:pt x="141" y="0"/>
                  </a:moveTo>
                  <a:cubicBezTo>
                    <a:pt x="44" y="0"/>
                    <a:pt x="1" y="112"/>
                    <a:pt x="55" y="248"/>
                  </a:cubicBezTo>
                  <a:cubicBezTo>
                    <a:pt x="116" y="400"/>
                    <a:pt x="268" y="522"/>
                    <a:pt x="420" y="552"/>
                  </a:cubicBezTo>
                  <a:cubicBezTo>
                    <a:pt x="542" y="552"/>
                    <a:pt x="572" y="430"/>
                    <a:pt x="511" y="278"/>
                  </a:cubicBezTo>
                  <a:cubicBezTo>
                    <a:pt x="451" y="127"/>
                    <a:pt x="329" y="35"/>
                    <a:pt x="177" y="5"/>
                  </a:cubicBezTo>
                  <a:cubicBezTo>
                    <a:pt x="164" y="2"/>
                    <a:pt x="152" y="0"/>
                    <a:pt x="14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68"/>
            <p:cNvSpPr/>
            <p:nvPr/>
          </p:nvSpPr>
          <p:spPr>
            <a:xfrm>
              <a:off x="3695375" y="3604450"/>
              <a:ext cx="15225" cy="13700"/>
            </a:xfrm>
            <a:custGeom>
              <a:rect b="b" l="l" r="r" t="t"/>
              <a:pathLst>
                <a:path extrusionOk="0" h="548" w="609">
                  <a:moveTo>
                    <a:pt x="183" y="1"/>
                  </a:moveTo>
                  <a:cubicBezTo>
                    <a:pt x="31" y="1"/>
                    <a:pt x="0" y="122"/>
                    <a:pt x="61" y="274"/>
                  </a:cubicBezTo>
                  <a:cubicBezTo>
                    <a:pt x="122" y="396"/>
                    <a:pt x="274" y="517"/>
                    <a:pt x="426" y="548"/>
                  </a:cubicBezTo>
                  <a:cubicBezTo>
                    <a:pt x="547" y="548"/>
                    <a:pt x="608" y="426"/>
                    <a:pt x="517" y="274"/>
                  </a:cubicBezTo>
                  <a:cubicBezTo>
                    <a:pt x="456" y="122"/>
                    <a:pt x="335" y="31"/>
                    <a:pt x="18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68"/>
            <p:cNvSpPr/>
            <p:nvPr/>
          </p:nvSpPr>
          <p:spPr>
            <a:xfrm>
              <a:off x="3744775" y="3605975"/>
              <a:ext cx="15200" cy="13700"/>
            </a:xfrm>
            <a:custGeom>
              <a:rect b="b" l="l" r="r" t="t"/>
              <a:pathLst>
                <a:path extrusionOk="0" h="548" w="608">
                  <a:moveTo>
                    <a:pt x="152" y="1"/>
                  </a:moveTo>
                  <a:cubicBezTo>
                    <a:pt x="30" y="1"/>
                    <a:pt x="0" y="122"/>
                    <a:pt x="61" y="274"/>
                  </a:cubicBezTo>
                  <a:cubicBezTo>
                    <a:pt x="152" y="426"/>
                    <a:pt x="274" y="517"/>
                    <a:pt x="456" y="548"/>
                  </a:cubicBezTo>
                  <a:cubicBezTo>
                    <a:pt x="578" y="548"/>
                    <a:pt x="608" y="426"/>
                    <a:pt x="547" y="274"/>
                  </a:cubicBezTo>
                  <a:cubicBezTo>
                    <a:pt x="456" y="122"/>
                    <a:pt x="334" y="31"/>
                    <a:pt x="152"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68"/>
            <p:cNvSpPr/>
            <p:nvPr/>
          </p:nvSpPr>
          <p:spPr>
            <a:xfrm>
              <a:off x="3794150" y="3607500"/>
              <a:ext cx="15225" cy="13700"/>
            </a:xfrm>
            <a:custGeom>
              <a:rect b="b" l="l" r="r" t="t"/>
              <a:pathLst>
                <a:path extrusionOk="0" h="548" w="609">
                  <a:moveTo>
                    <a:pt x="153" y="0"/>
                  </a:moveTo>
                  <a:cubicBezTo>
                    <a:pt x="31" y="0"/>
                    <a:pt x="1" y="122"/>
                    <a:pt x="92" y="274"/>
                  </a:cubicBezTo>
                  <a:cubicBezTo>
                    <a:pt x="153" y="426"/>
                    <a:pt x="305" y="517"/>
                    <a:pt x="457" y="547"/>
                  </a:cubicBezTo>
                  <a:cubicBezTo>
                    <a:pt x="578" y="547"/>
                    <a:pt x="609" y="426"/>
                    <a:pt x="548" y="274"/>
                  </a:cubicBezTo>
                  <a:cubicBezTo>
                    <a:pt x="457" y="152"/>
                    <a:pt x="335" y="31"/>
                    <a:pt x="15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68"/>
            <p:cNvSpPr/>
            <p:nvPr/>
          </p:nvSpPr>
          <p:spPr>
            <a:xfrm>
              <a:off x="3848275" y="3608175"/>
              <a:ext cx="19625" cy="13775"/>
            </a:xfrm>
            <a:custGeom>
              <a:rect b="b" l="l" r="r" t="t"/>
              <a:pathLst>
                <a:path extrusionOk="0" h="551" w="785">
                  <a:moveTo>
                    <a:pt x="204" y="0"/>
                  </a:moveTo>
                  <a:cubicBezTo>
                    <a:pt x="72" y="0"/>
                    <a:pt x="1" y="165"/>
                    <a:pt x="85" y="277"/>
                  </a:cubicBezTo>
                  <a:cubicBezTo>
                    <a:pt x="176" y="429"/>
                    <a:pt x="359" y="551"/>
                    <a:pt x="541" y="551"/>
                  </a:cubicBezTo>
                  <a:cubicBezTo>
                    <a:pt x="723" y="551"/>
                    <a:pt x="784" y="429"/>
                    <a:pt x="693" y="277"/>
                  </a:cubicBezTo>
                  <a:cubicBezTo>
                    <a:pt x="602" y="95"/>
                    <a:pt x="419" y="4"/>
                    <a:pt x="237" y="4"/>
                  </a:cubicBezTo>
                  <a:cubicBezTo>
                    <a:pt x="226" y="1"/>
                    <a:pt x="215" y="0"/>
                    <a:pt x="20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68"/>
            <p:cNvSpPr/>
            <p:nvPr/>
          </p:nvSpPr>
          <p:spPr>
            <a:xfrm>
              <a:off x="3911950" y="3605225"/>
              <a:ext cx="17500" cy="12925"/>
            </a:xfrm>
            <a:custGeom>
              <a:rect b="b" l="l" r="r" t="t"/>
              <a:pathLst>
                <a:path extrusionOk="0" h="517" w="700">
                  <a:moveTo>
                    <a:pt x="243" y="0"/>
                  </a:moveTo>
                  <a:cubicBezTo>
                    <a:pt x="91" y="0"/>
                    <a:pt x="0" y="152"/>
                    <a:pt x="91" y="274"/>
                  </a:cubicBezTo>
                  <a:cubicBezTo>
                    <a:pt x="152" y="426"/>
                    <a:pt x="304" y="517"/>
                    <a:pt x="486" y="517"/>
                  </a:cubicBezTo>
                  <a:cubicBezTo>
                    <a:pt x="638" y="517"/>
                    <a:pt x="699" y="365"/>
                    <a:pt x="608" y="243"/>
                  </a:cubicBezTo>
                  <a:cubicBezTo>
                    <a:pt x="547" y="91"/>
                    <a:pt x="395" y="0"/>
                    <a:pt x="24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68"/>
            <p:cNvSpPr/>
            <p:nvPr/>
          </p:nvSpPr>
          <p:spPr>
            <a:xfrm>
              <a:off x="3969700" y="3599125"/>
              <a:ext cx="15225" cy="12200"/>
            </a:xfrm>
            <a:custGeom>
              <a:rect b="b" l="l" r="r" t="t"/>
              <a:pathLst>
                <a:path extrusionOk="0" h="488" w="609">
                  <a:moveTo>
                    <a:pt x="243" y="1"/>
                  </a:moveTo>
                  <a:cubicBezTo>
                    <a:pt x="91" y="1"/>
                    <a:pt x="0" y="153"/>
                    <a:pt x="61" y="275"/>
                  </a:cubicBezTo>
                  <a:cubicBezTo>
                    <a:pt x="122" y="426"/>
                    <a:pt x="243" y="487"/>
                    <a:pt x="395" y="487"/>
                  </a:cubicBezTo>
                  <a:cubicBezTo>
                    <a:pt x="517" y="457"/>
                    <a:pt x="608" y="335"/>
                    <a:pt x="547" y="214"/>
                  </a:cubicBezTo>
                  <a:cubicBezTo>
                    <a:pt x="517" y="62"/>
                    <a:pt x="365" y="1"/>
                    <a:pt x="24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68"/>
            <p:cNvSpPr/>
            <p:nvPr/>
          </p:nvSpPr>
          <p:spPr>
            <a:xfrm>
              <a:off x="4022875" y="3590625"/>
              <a:ext cx="12200" cy="11575"/>
            </a:xfrm>
            <a:custGeom>
              <a:rect b="b" l="l" r="r" t="t"/>
              <a:pathLst>
                <a:path extrusionOk="0" h="463" w="488">
                  <a:moveTo>
                    <a:pt x="261" y="1"/>
                  </a:moveTo>
                  <a:cubicBezTo>
                    <a:pt x="246" y="1"/>
                    <a:pt x="230" y="3"/>
                    <a:pt x="214" y="7"/>
                  </a:cubicBezTo>
                  <a:cubicBezTo>
                    <a:pt x="92" y="37"/>
                    <a:pt x="1" y="159"/>
                    <a:pt x="31" y="280"/>
                  </a:cubicBezTo>
                  <a:cubicBezTo>
                    <a:pt x="31" y="402"/>
                    <a:pt x="153" y="463"/>
                    <a:pt x="305" y="463"/>
                  </a:cubicBezTo>
                  <a:cubicBezTo>
                    <a:pt x="426" y="432"/>
                    <a:pt x="487" y="311"/>
                    <a:pt x="487" y="189"/>
                  </a:cubicBezTo>
                  <a:cubicBezTo>
                    <a:pt x="461" y="83"/>
                    <a:pt x="366" y="1"/>
                    <a:pt x="261"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68"/>
            <p:cNvSpPr/>
            <p:nvPr/>
          </p:nvSpPr>
          <p:spPr>
            <a:xfrm>
              <a:off x="4070850" y="3580000"/>
              <a:ext cx="11225" cy="10950"/>
            </a:xfrm>
            <a:custGeom>
              <a:rect b="b" l="l" r="r" t="t"/>
              <a:pathLst>
                <a:path extrusionOk="0" h="438" w="449">
                  <a:moveTo>
                    <a:pt x="287" y="0"/>
                  </a:moveTo>
                  <a:cubicBezTo>
                    <a:pt x="272" y="0"/>
                    <a:pt x="256" y="2"/>
                    <a:pt x="240" y="6"/>
                  </a:cubicBezTo>
                  <a:cubicBezTo>
                    <a:pt x="118" y="36"/>
                    <a:pt x="27" y="158"/>
                    <a:pt x="27" y="280"/>
                  </a:cubicBezTo>
                  <a:cubicBezTo>
                    <a:pt x="1" y="359"/>
                    <a:pt x="89" y="438"/>
                    <a:pt x="191" y="438"/>
                  </a:cubicBezTo>
                  <a:cubicBezTo>
                    <a:pt x="207" y="438"/>
                    <a:pt x="224" y="436"/>
                    <a:pt x="240" y="432"/>
                  </a:cubicBezTo>
                  <a:cubicBezTo>
                    <a:pt x="331" y="371"/>
                    <a:pt x="422" y="280"/>
                    <a:pt x="422" y="158"/>
                  </a:cubicBezTo>
                  <a:cubicBezTo>
                    <a:pt x="449" y="79"/>
                    <a:pt x="384" y="0"/>
                    <a:pt x="287"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68"/>
            <p:cNvSpPr/>
            <p:nvPr/>
          </p:nvSpPr>
          <p:spPr>
            <a:xfrm>
              <a:off x="4115725" y="3568550"/>
              <a:ext cx="11925" cy="9525"/>
            </a:xfrm>
            <a:custGeom>
              <a:rect b="b" l="l" r="r" t="t"/>
              <a:pathLst>
                <a:path extrusionOk="0" h="381" w="477">
                  <a:moveTo>
                    <a:pt x="358" y="0"/>
                  </a:moveTo>
                  <a:cubicBezTo>
                    <a:pt x="340" y="0"/>
                    <a:pt x="321" y="3"/>
                    <a:pt x="299" y="8"/>
                  </a:cubicBezTo>
                  <a:cubicBezTo>
                    <a:pt x="178" y="39"/>
                    <a:pt x="86" y="130"/>
                    <a:pt x="26" y="251"/>
                  </a:cubicBezTo>
                  <a:cubicBezTo>
                    <a:pt x="1" y="326"/>
                    <a:pt x="58" y="381"/>
                    <a:pt x="130" y="381"/>
                  </a:cubicBezTo>
                  <a:cubicBezTo>
                    <a:pt x="145" y="381"/>
                    <a:pt x="161" y="378"/>
                    <a:pt x="178" y="373"/>
                  </a:cubicBezTo>
                  <a:cubicBezTo>
                    <a:pt x="299" y="342"/>
                    <a:pt x="390" y="251"/>
                    <a:pt x="451" y="130"/>
                  </a:cubicBezTo>
                  <a:cubicBezTo>
                    <a:pt x="476" y="55"/>
                    <a:pt x="439" y="0"/>
                    <a:pt x="358"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68"/>
            <p:cNvSpPr/>
            <p:nvPr/>
          </p:nvSpPr>
          <p:spPr>
            <a:xfrm>
              <a:off x="4158525" y="3556300"/>
              <a:ext cx="12175" cy="8200"/>
            </a:xfrm>
            <a:custGeom>
              <a:rect b="b" l="l" r="r" t="t"/>
              <a:pathLst>
                <a:path extrusionOk="0" h="328" w="487">
                  <a:moveTo>
                    <a:pt x="424" y="0"/>
                  </a:moveTo>
                  <a:cubicBezTo>
                    <a:pt x="405" y="0"/>
                    <a:pt x="380" y="4"/>
                    <a:pt x="350" y="12"/>
                  </a:cubicBezTo>
                  <a:cubicBezTo>
                    <a:pt x="228" y="42"/>
                    <a:pt x="137" y="103"/>
                    <a:pt x="46" y="225"/>
                  </a:cubicBezTo>
                  <a:cubicBezTo>
                    <a:pt x="0" y="293"/>
                    <a:pt x="23" y="327"/>
                    <a:pt x="76" y="327"/>
                  </a:cubicBezTo>
                  <a:cubicBezTo>
                    <a:pt x="94" y="327"/>
                    <a:pt x="114" y="323"/>
                    <a:pt x="137" y="316"/>
                  </a:cubicBezTo>
                  <a:cubicBezTo>
                    <a:pt x="259" y="285"/>
                    <a:pt x="350" y="194"/>
                    <a:pt x="441" y="103"/>
                  </a:cubicBezTo>
                  <a:cubicBezTo>
                    <a:pt x="487" y="35"/>
                    <a:pt x="481" y="0"/>
                    <a:pt x="42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68"/>
            <p:cNvSpPr/>
            <p:nvPr/>
          </p:nvSpPr>
          <p:spPr>
            <a:xfrm>
              <a:off x="4200850" y="3543375"/>
              <a:ext cx="14150" cy="7450"/>
            </a:xfrm>
            <a:custGeom>
              <a:rect b="b" l="l" r="r" t="t"/>
              <a:pathLst>
                <a:path extrusionOk="0" h="298" w="566">
                  <a:moveTo>
                    <a:pt x="523" y="0"/>
                  </a:moveTo>
                  <a:cubicBezTo>
                    <a:pt x="507" y="0"/>
                    <a:pt x="483" y="4"/>
                    <a:pt x="450" y="12"/>
                  </a:cubicBezTo>
                  <a:cubicBezTo>
                    <a:pt x="329" y="42"/>
                    <a:pt x="177" y="103"/>
                    <a:pt x="86" y="194"/>
                  </a:cubicBezTo>
                  <a:cubicBezTo>
                    <a:pt x="17" y="263"/>
                    <a:pt x="0" y="297"/>
                    <a:pt x="47" y="297"/>
                  </a:cubicBezTo>
                  <a:cubicBezTo>
                    <a:pt x="63" y="297"/>
                    <a:pt x="86" y="293"/>
                    <a:pt x="116" y="286"/>
                  </a:cubicBezTo>
                  <a:cubicBezTo>
                    <a:pt x="238" y="225"/>
                    <a:pt x="359" y="164"/>
                    <a:pt x="481" y="73"/>
                  </a:cubicBezTo>
                  <a:cubicBezTo>
                    <a:pt x="548" y="28"/>
                    <a:pt x="565" y="0"/>
                    <a:pt x="52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68"/>
            <p:cNvSpPr/>
            <p:nvPr/>
          </p:nvSpPr>
          <p:spPr>
            <a:xfrm>
              <a:off x="4243425" y="3531200"/>
              <a:ext cx="15300" cy="6700"/>
            </a:xfrm>
            <a:custGeom>
              <a:rect b="b" l="l" r="r" t="t"/>
              <a:pathLst>
                <a:path extrusionOk="0" h="268" w="612">
                  <a:moveTo>
                    <a:pt x="577" y="1"/>
                  </a:moveTo>
                  <a:cubicBezTo>
                    <a:pt x="565" y="1"/>
                    <a:pt x="543" y="5"/>
                    <a:pt x="510" y="13"/>
                  </a:cubicBezTo>
                  <a:cubicBezTo>
                    <a:pt x="358" y="74"/>
                    <a:pt x="206" y="104"/>
                    <a:pt x="85" y="195"/>
                  </a:cubicBezTo>
                  <a:cubicBezTo>
                    <a:pt x="18" y="240"/>
                    <a:pt x="0" y="268"/>
                    <a:pt x="31" y="268"/>
                  </a:cubicBezTo>
                  <a:cubicBezTo>
                    <a:pt x="42" y="268"/>
                    <a:pt x="60" y="264"/>
                    <a:pt x="85" y="256"/>
                  </a:cubicBezTo>
                  <a:cubicBezTo>
                    <a:pt x="237" y="195"/>
                    <a:pt x="358" y="134"/>
                    <a:pt x="510" y="74"/>
                  </a:cubicBezTo>
                  <a:cubicBezTo>
                    <a:pt x="577" y="29"/>
                    <a:pt x="611" y="1"/>
                    <a:pt x="577"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68"/>
            <p:cNvSpPr/>
            <p:nvPr/>
          </p:nvSpPr>
          <p:spPr>
            <a:xfrm>
              <a:off x="4287200" y="3519025"/>
              <a:ext cx="17675" cy="5225"/>
            </a:xfrm>
            <a:custGeom>
              <a:rect b="b" l="l" r="r" t="t"/>
              <a:pathLst>
                <a:path extrusionOk="0" h="209" w="707">
                  <a:moveTo>
                    <a:pt x="682" y="1"/>
                  </a:moveTo>
                  <a:cubicBezTo>
                    <a:pt x="672" y="1"/>
                    <a:pt x="649" y="5"/>
                    <a:pt x="613" y="13"/>
                  </a:cubicBezTo>
                  <a:cubicBezTo>
                    <a:pt x="492" y="44"/>
                    <a:pt x="279" y="135"/>
                    <a:pt x="127" y="165"/>
                  </a:cubicBezTo>
                  <a:cubicBezTo>
                    <a:pt x="41" y="187"/>
                    <a:pt x="1" y="208"/>
                    <a:pt x="27" y="208"/>
                  </a:cubicBezTo>
                  <a:cubicBezTo>
                    <a:pt x="39" y="208"/>
                    <a:pt x="61" y="205"/>
                    <a:pt x="97" y="196"/>
                  </a:cubicBezTo>
                  <a:cubicBezTo>
                    <a:pt x="188" y="165"/>
                    <a:pt x="401" y="105"/>
                    <a:pt x="553" y="44"/>
                  </a:cubicBezTo>
                  <a:cubicBezTo>
                    <a:pt x="660" y="22"/>
                    <a:pt x="707" y="1"/>
                    <a:pt x="682"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68"/>
            <p:cNvSpPr/>
            <p:nvPr/>
          </p:nvSpPr>
          <p:spPr>
            <a:xfrm>
              <a:off x="4333700" y="3509125"/>
              <a:ext cx="19800" cy="3725"/>
            </a:xfrm>
            <a:custGeom>
              <a:rect b="b" l="l" r="r" t="t"/>
              <a:pathLst>
                <a:path extrusionOk="0" h="149" w="792">
                  <a:moveTo>
                    <a:pt x="783" y="1"/>
                  </a:moveTo>
                  <a:cubicBezTo>
                    <a:pt x="778" y="1"/>
                    <a:pt x="758" y="3"/>
                    <a:pt x="721" y="10"/>
                  </a:cubicBezTo>
                  <a:lnTo>
                    <a:pt x="721" y="10"/>
                  </a:lnTo>
                  <a:cubicBezTo>
                    <a:pt x="769" y="6"/>
                    <a:pt x="792" y="1"/>
                    <a:pt x="783" y="1"/>
                  </a:cubicBezTo>
                  <a:close/>
                  <a:moveTo>
                    <a:pt x="721" y="10"/>
                  </a:moveTo>
                  <a:cubicBezTo>
                    <a:pt x="692" y="12"/>
                    <a:pt x="654" y="14"/>
                    <a:pt x="608" y="14"/>
                  </a:cubicBezTo>
                  <a:lnTo>
                    <a:pt x="334" y="79"/>
                  </a:lnTo>
                  <a:lnTo>
                    <a:pt x="334" y="79"/>
                  </a:lnTo>
                  <a:lnTo>
                    <a:pt x="699" y="14"/>
                  </a:lnTo>
                  <a:cubicBezTo>
                    <a:pt x="707" y="13"/>
                    <a:pt x="714" y="11"/>
                    <a:pt x="721" y="10"/>
                  </a:cubicBezTo>
                  <a:close/>
                  <a:moveTo>
                    <a:pt x="334" y="79"/>
                  </a:moveTo>
                  <a:lnTo>
                    <a:pt x="182" y="105"/>
                  </a:lnTo>
                  <a:cubicBezTo>
                    <a:pt x="53" y="127"/>
                    <a:pt x="0" y="148"/>
                    <a:pt x="23" y="148"/>
                  </a:cubicBezTo>
                  <a:cubicBezTo>
                    <a:pt x="33" y="148"/>
                    <a:pt x="55" y="145"/>
                    <a:pt x="91" y="136"/>
                  </a:cubicBezTo>
                  <a:lnTo>
                    <a:pt x="334" y="79"/>
                  </a:ln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68"/>
            <p:cNvSpPr/>
            <p:nvPr/>
          </p:nvSpPr>
          <p:spPr>
            <a:xfrm>
              <a:off x="4386100" y="3501100"/>
              <a:ext cx="18275" cy="2325"/>
            </a:xfrm>
            <a:custGeom>
              <a:rect b="b" l="l" r="r" t="t"/>
              <a:pathLst>
                <a:path extrusionOk="0" h="93" w="731">
                  <a:moveTo>
                    <a:pt x="609" y="1"/>
                  </a:moveTo>
                  <a:lnTo>
                    <a:pt x="1" y="92"/>
                  </a:lnTo>
                  <a:lnTo>
                    <a:pt x="123" y="92"/>
                  </a:lnTo>
                  <a:lnTo>
                    <a:pt x="730" y="1"/>
                  </a:ln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68"/>
            <p:cNvSpPr/>
            <p:nvPr/>
          </p:nvSpPr>
          <p:spPr>
            <a:xfrm>
              <a:off x="4442350" y="3495025"/>
              <a:ext cx="19025" cy="1550"/>
            </a:xfrm>
            <a:custGeom>
              <a:rect b="b" l="l" r="r" t="t"/>
              <a:pathLst>
                <a:path extrusionOk="0" h="62" w="761">
                  <a:moveTo>
                    <a:pt x="639" y="1"/>
                  </a:moveTo>
                  <a:lnTo>
                    <a:pt x="0" y="62"/>
                  </a:lnTo>
                  <a:lnTo>
                    <a:pt x="122" y="62"/>
                  </a:lnTo>
                  <a:lnTo>
                    <a:pt x="760" y="1"/>
                  </a:ln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68"/>
            <p:cNvSpPr/>
            <p:nvPr/>
          </p:nvSpPr>
          <p:spPr>
            <a:xfrm>
              <a:off x="4503900" y="3492000"/>
              <a:ext cx="21300" cy="775"/>
            </a:xfrm>
            <a:custGeom>
              <a:rect b="b" l="l" r="r" t="t"/>
              <a:pathLst>
                <a:path extrusionOk="0" h="31" w="852">
                  <a:moveTo>
                    <a:pt x="730" y="0"/>
                  </a:moveTo>
                  <a:lnTo>
                    <a:pt x="0" y="31"/>
                  </a:lnTo>
                  <a:lnTo>
                    <a:pt x="122" y="31"/>
                  </a:lnTo>
                  <a:cubicBezTo>
                    <a:pt x="365" y="31"/>
                    <a:pt x="669" y="0"/>
                    <a:pt x="85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68"/>
            <p:cNvSpPr/>
            <p:nvPr/>
          </p:nvSpPr>
          <p:spPr>
            <a:xfrm>
              <a:off x="4561650" y="3490900"/>
              <a:ext cx="28900" cy="1675"/>
            </a:xfrm>
            <a:custGeom>
              <a:rect b="b" l="l" r="r" t="t"/>
              <a:pathLst>
                <a:path extrusionOk="0" h="67" w="1156">
                  <a:moveTo>
                    <a:pt x="567" y="0"/>
                  </a:moveTo>
                  <a:cubicBezTo>
                    <a:pt x="477" y="0"/>
                    <a:pt x="385" y="4"/>
                    <a:pt x="304" y="14"/>
                  </a:cubicBezTo>
                  <a:cubicBezTo>
                    <a:pt x="92" y="44"/>
                    <a:pt x="0" y="44"/>
                    <a:pt x="152" y="44"/>
                  </a:cubicBezTo>
                  <a:cubicBezTo>
                    <a:pt x="228" y="59"/>
                    <a:pt x="342" y="67"/>
                    <a:pt x="468" y="67"/>
                  </a:cubicBezTo>
                  <a:cubicBezTo>
                    <a:pt x="593" y="67"/>
                    <a:pt x="730" y="59"/>
                    <a:pt x="851" y="44"/>
                  </a:cubicBezTo>
                  <a:cubicBezTo>
                    <a:pt x="1095" y="14"/>
                    <a:pt x="1155" y="14"/>
                    <a:pt x="1003" y="14"/>
                  </a:cubicBezTo>
                  <a:cubicBezTo>
                    <a:pt x="922" y="14"/>
                    <a:pt x="747" y="0"/>
                    <a:pt x="567"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68"/>
            <p:cNvSpPr/>
            <p:nvPr/>
          </p:nvSpPr>
          <p:spPr>
            <a:xfrm>
              <a:off x="4622450" y="3493175"/>
              <a:ext cx="28900" cy="2225"/>
            </a:xfrm>
            <a:custGeom>
              <a:rect b="b" l="l" r="r" t="t"/>
              <a:pathLst>
                <a:path extrusionOk="0" h="89" w="1156">
                  <a:moveTo>
                    <a:pt x="760" y="0"/>
                  </a:moveTo>
                  <a:cubicBezTo>
                    <a:pt x="598" y="0"/>
                    <a:pt x="436" y="14"/>
                    <a:pt x="274" y="14"/>
                  </a:cubicBezTo>
                  <a:cubicBezTo>
                    <a:pt x="61" y="44"/>
                    <a:pt x="0" y="75"/>
                    <a:pt x="152" y="75"/>
                  </a:cubicBezTo>
                  <a:cubicBezTo>
                    <a:pt x="233" y="85"/>
                    <a:pt x="311" y="88"/>
                    <a:pt x="387" y="88"/>
                  </a:cubicBezTo>
                  <a:cubicBezTo>
                    <a:pt x="540" y="88"/>
                    <a:pt x="689" y="75"/>
                    <a:pt x="851" y="75"/>
                  </a:cubicBezTo>
                  <a:cubicBezTo>
                    <a:pt x="1064" y="44"/>
                    <a:pt x="1155" y="14"/>
                    <a:pt x="1003" y="14"/>
                  </a:cubicBezTo>
                  <a:cubicBezTo>
                    <a:pt x="922" y="4"/>
                    <a:pt x="841" y="0"/>
                    <a:pt x="760"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68"/>
            <p:cNvSpPr/>
            <p:nvPr/>
          </p:nvSpPr>
          <p:spPr>
            <a:xfrm>
              <a:off x="4684750" y="3498075"/>
              <a:ext cx="28150" cy="3375"/>
            </a:xfrm>
            <a:custGeom>
              <a:rect b="b" l="l" r="r" t="t"/>
              <a:pathLst>
                <a:path extrusionOk="0" h="135" w="1126">
                  <a:moveTo>
                    <a:pt x="973" y="0"/>
                  </a:moveTo>
                  <a:cubicBezTo>
                    <a:pt x="730" y="0"/>
                    <a:pt x="517" y="0"/>
                    <a:pt x="274" y="31"/>
                  </a:cubicBezTo>
                  <a:cubicBezTo>
                    <a:pt x="61" y="61"/>
                    <a:pt x="1" y="92"/>
                    <a:pt x="183" y="122"/>
                  </a:cubicBezTo>
                  <a:cubicBezTo>
                    <a:pt x="245" y="131"/>
                    <a:pt x="310" y="135"/>
                    <a:pt x="376" y="135"/>
                  </a:cubicBezTo>
                  <a:cubicBezTo>
                    <a:pt x="535" y="135"/>
                    <a:pt x="701" y="113"/>
                    <a:pt x="852" y="92"/>
                  </a:cubicBezTo>
                  <a:cubicBezTo>
                    <a:pt x="1095" y="61"/>
                    <a:pt x="1125" y="0"/>
                    <a:pt x="97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68"/>
            <p:cNvSpPr/>
            <p:nvPr/>
          </p:nvSpPr>
          <p:spPr>
            <a:xfrm>
              <a:off x="4749350" y="3505350"/>
              <a:ext cx="27375" cy="4450"/>
            </a:xfrm>
            <a:custGeom>
              <a:rect b="b" l="l" r="r" t="t"/>
              <a:pathLst>
                <a:path extrusionOk="0" h="178" w="1095">
                  <a:moveTo>
                    <a:pt x="749" y="1"/>
                  </a:moveTo>
                  <a:cubicBezTo>
                    <a:pt x="590" y="1"/>
                    <a:pt x="424" y="22"/>
                    <a:pt x="274" y="44"/>
                  </a:cubicBezTo>
                  <a:cubicBezTo>
                    <a:pt x="31" y="74"/>
                    <a:pt x="0" y="135"/>
                    <a:pt x="183" y="165"/>
                  </a:cubicBezTo>
                  <a:cubicBezTo>
                    <a:pt x="245" y="174"/>
                    <a:pt x="310" y="178"/>
                    <a:pt x="376" y="178"/>
                  </a:cubicBezTo>
                  <a:cubicBezTo>
                    <a:pt x="535" y="178"/>
                    <a:pt x="701" y="156"/>
                    <a:pt x="851" y="135"/>
                  </a:cubicBezTo>
                  <a:cubicBezTo>
                    <a:pt x="1064" y="74"/>
                    <a:pt x="1094" y="44"/>
                    <a:pt x="942" y="13"/>
                  </a:cubicBezTo>
                  <a:cubicBezTo>
                    <a:pt x="880" y="4"/>
                    <a:pt x="815" y="1"/>
                    <a:pt x="749"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68"/>
            <p:cNvSpPr/>
            <p:nvPr/>
          </p:nvSpPr>
          <p:spPr>
            <a:xfrm>
              <a:off x="4815450" y="3514500"/>
              <a:ext cx="26625" cy="5175"/>
            </a:xfrm>
            <a:custGeom>
              <a:rect b="b" l="l" r="r" t="t"/>
              <a:pathLst>
                <a:path extrusionOk="0" h="207" w="1065">
                  <a:moveTo>
                    <a:pt x="722" y="0"/>
                  </a:moveTo>
                  <a:cubicBezTo>
                    <a:pt x="553" y="0"/>
                    <a:pt x="391" y="28"/>
                    <a:pt x="213" y="73"/>
                  </a:cubicBezTo>
                  <a:cubicBezTo>
                    <a:pt x="31" y="103"/>
                    <a:pt x="1" y="164"/>
                    <a:pt x="153" y="194"/>
                  </a:cubicBezTo>
                  <a:cubicBezTo>
                    <a:pt x="224" y="203"/>
                    <a:pt x="292" y="207"/>
                    <a:pt x="359" y="207"/>
                  </a:cubicBezTo>
                  <a:cubicBezTo>
                    <a:pt x="520" y="207"/>
                    <a:pt x="671" y="186"/>
                    <a:pt x="821" y="164"/>
                  </a:cubicBezTo>
                  <a:cubicBezTo>
                    <a:pt x="1034" y="103"/>
                    <a:pt x="1064" y="42"/>
                    <a:pt x="912" y="12"/>
                  </a:cubicBezTo>
                  <a:cubicBezTo>
                    <a:pt x="847" y="4"/>
                    <a:pt x="784" y="0"/>
                    <a:pt x="722"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68"/>
            <p:cNvSpPr/>
            <p:nvPr/>
          </p:nvSpPr>
          <p:spPr>
            <a:xfrm>
              <a:off x="4881550" y="3524975"/>
              <a:ext cx="26625" cy="6100"/>
            </a:xfrm>
            <a:custGeom>
              <a:rect b="b" l="l" r="r" t="t"/>
              <a:pathLst>
                <a:path extrusionOk="0" h="244" w="1065">
                  <a:moveTo>
                    <a:pt x="649" y="0"/>
                  </a:moveTo>
                  <a:cubicBezTo>
                    <a:pt x="514" y="0"/>
                    <a:pt x="379" y="22"/>
                    <a:pt x="244" y="79"/>
                  </a:cubicBezTo>
                  <a:cubicBezTo>
                    <a:pt x="31" y="140"/>
                    <a:pt x="1" y="201"/>
                    <a:pt x="183" y="231"/>
                  </a:cubicBezTo>
                  <a:cubicBezTo>
                    <a:pt x="240" y="239"/>
                    <a:pt x="300" y="243"/>
                    <a:pt x="360" y="243"/>
                  </a:cubicBezTo>
                  <a:cubicBezTo>
                    <a:pt x="524" y="243"/>
                    <a:pt x="696" y="215"/>
                    <a:pt x="852" y="171"/>
                  </a:cubicBezTo>
                  <a:cubicBezTo>
                    <a:pt x="1034" y="110"/>
                    <a:pt x="1065" y="19"/>
                    <a:pt x="882" y="19"/>
                  </a:cubicBezTo>
                  <a:cubicBezTo>
                    <a:pt x="805" y="7"/>
                    <a:pt x="727" y="0"/>
                    <a:pt x="649"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68"/>
            <p:cNvSpPr/>
            <p:nvPr/>
          </p:nvSpPr>
          <p:spPr>
            <a:xfrm>
              <a:off x="4949200" y="3535775"/>
              <a:ext cx="25100" cy="7450"/>
            </a:xfrm>
            <a:custGeom>
              <a:rect b="b" l="l" r="r" t="t"/>
              <a:pathLst>
                <a:path extrusionOk="0" h="298" w="1004">
                  <a:moveTo>
                    <a:pt x="687" y="1"/>
                  </a:moveTo>
                  <a:cubicBezTo>
                    <a:pt x="521" y="1"/>
                    <a:pt x="350" y="35"/>
                    <a:pt x="213" y="103"/>
                  </a:cubicBezTo>
                  <a:cubicBezTo>
                    <a:pt x="0" y="164"/>
                    <a:pt x="0" y="255"/>
                    <a:pt x="183" y="286"/>
                  </a:cubicBezTo>
                  <a:cubicBezTo>
                    <a:pt x="236" y="293"/>
                    <a:pt x="289" y="297"/>
                    <a:pt x="342" y="297"/>
                  </a:cubicBezTo>
                  <a:cubicBezTo>
                    <a:pt x="502" y="297"/>
                    <a:pt x="661" y="263"/>
                    <a:pt x="821" y="194"/>
                  </a:cubicBezTo>
                  <a:cubicBezTo>
                    <a:pt x="1003" y="134"/>
                    <a:pt x="1003" y="43"/>
                    <a:pt x="851" y="12"/>
                  </a:cubicBezTo>
                  <a:cubicBezTo>
                    <a:pt x="798" y="5"/>
                    <a:pt x="743" y="1"/>
                    <a:pt x="687"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68"/>
            <p:cNvSpPr/>
            <p:nvPr/>
          </p:nvSpPr>
          <p:spPr>
            <a:xfrm>
              <a:off x="5016825" y="3546700"/>
              <a:ext cx="23575" cy="8650"/>
            </a:xfrm>
            <a:custGeom>
              <a:rect b="b" l="l" r="r" t="t"/>
              <a:pathLst>
                <a:path extrusionOk="0" h="346" w="943">
                  <a:moveTo>
                    <a:pt x="791" y="1"/>
                  </a:moveTo>
                  <a:cubicBezTo>
                    <a:pt x="578" y="1"/>
                    <a:pt x="365" y="31"/>
                    <a:pt x="152" y="122"/>
                  </a:cubicBezTo>
                  <a:cubicBezTo>
                    <a:pt x="0" y="213"/>
                    <a:pt x="0" y="305"/>
                    <a:pt x="152" y="335"/>
                  </a:cubicBezTo>
                  <a:cubicBezTo>
                    <a:pt x="203" y="342"/>
                    <a:pt x="253" y="346"/>
                    <a:pt x="303" y="346"/>
                  </a:cubicBezTo>
                  <a:cubicBezTo>
                    <a:pt x="466" y="346"/>
                    <a:pt x="628" y="306"/>
                    <a:pt x="791" y="213"/>
                  </a:cubicBezTo>
                  <a:cubicBezTo>
                    <a:pt x="943" y="122"/>
                    <a:pt x="943" y="31"/>
                    <a:pt x="791"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68"/>
            <p:cNvSpPr/>
            <p:nvPr/>
          </p:nvSpPr>
          <p:spPr>
            <a:xfrm>
              <a:off x="5083700" y="3557350"/>
              <a:ext cx="23575" cy="9900"/>
            </a:xfrm>
            <a:custGeom>
              <a:rect b="b" l="l" r="r" t="t"/>
              <a:pathLst>
                <a:path extrusionOk="0" h="396" w="943">
                  <a:moveTo>
                    <a:pt x="791" y="0"/>
                  </a:moveTo>
                  <a:cubicBezTo>
                    <a:pt x="578" y="0"/>
                    <a:pt x="365" y="31"/>
                    <a:pt x="183" y="152"/>
                  </a:cubicBezTo>
                  <a:cubicBezTo>
                    <a:pt x="0" y="243"/>
                    <a:pt x="0" y="365"/>
                    <a:pt x="183" y="395"/>
                  </a:cubicBezTo>
                  <a:cubicBezTo>
                    <a:pt x="365" y="395"/>
                    <a:pt x="578" y="365"/>
                    <a:pt x="791" y="243"/>
                  </a:cubicBezTo>
                  <a:cubicBezTo>
                    <a:pt x="943" y="152"/>
                    <a:pt x="943" y="31"/>
                    <a:pt x="79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68"/>
            <p:cNvSpPr/>
            <p:nvPr/>
          </p:nvSpPr>
          <p:spPr>
            <a:xfrm>
              <a:off x="5149800" y="3567225"/>
              <a:ext cx="22825" cy="10650"/>
            </a:xfrm>
            <a:custGeom>
              <a:rect b="b" l="l" r="r" t="t"/>
              <a:pathLst>
                <a:path extrusionOk="0" h="426" w="913">
                  <a:moveTo>
                    <a:pt x="761" y="0"/>
                  </a:moveTo>
                  <a:cubicBezTo>
                    <a:pt x="548" y="0"/>
                    <a:pt x="335" y="61"/>
                    <a:pt x="153" y="183"/>
                  </a:cubicBezTo>
                  <a:cubicBezTo>
                    <a:pt x="1" y="274"/>
                    <a:pt x="1" y="395"/>
                    <a:pt x="183" y="426"/>
                  </a:cubicBezTo>
                  <a:cubicBezTo>
                    <a:pt x="365" y="426"/>
                    <a:pt x="578" y="365"/>
                    <a:pt x="761" y="244"/>
                  </a:cubicBezTo>
                  <a:cubicBezTo>
                    <a:pt x="913" y="152"/>
                    <a:pt x="913" y="31"/>
                    <a:pt x="76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68"/>
            <p:cNvSpPr/>
            <p:nvPr/>
          </p:nvSpPr>
          <p:spPr>
            <a:xfrm>
              <a:off x="5215150" y="3575575"/>
              <a:ext cx="22075" cy="11425"/>
            </a:xfrm>
            <a:custGeom>
              <a:rect b="b" l="l" r="r" t="t"/>
              <a:pathLst>
                <a:path extrusionOk="0" h="457" w="883">
                  <a:moveTo>
                    <a:pt x="700" y="1"/>
                  </a:moveTo>
                  <a:cubicBezTo>
                    <a:pt x="517" y="1"/>
                    <a:pt x="305" y="61"/>
                    <a:pt x="153" y="183"/>
                  </a:cubicBezTo>
                  <a:cubicBezTo>
                    <a:pt x="1" y="305"/>
                    <a:pt x="1" y="426"/>
                    <a:pt x="183" y="457"/>
                  </a:cubicBezTo>
                  <a:cubicBezTo>
                    <a:pt x="365" y="457"/>
                    <a:pt x="578" y="396"/>
                    <a:pt x="730" y="274"/>
                  </a:cubicBezTo>
                  <a:cubicBezTo>
                    <a:pt x="882" y="153"/>
                    <a:pt x="882" y="1"/>
                    <a:pt x="700"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68"/>
            <p:cNvSpPr/>
            <p:nvPr/>
          </p:nvSpPr>
          <p:spPr>
            <a:xfrm>
              <a:off x="5278225" y="3582425"/>
              <a:ext cx="21300" cy="12175"/>
            </a:xfrm>
            <a:custGeom>
              <a:rect b="b" l="l" r="r" t="t"/>
              <a:pathLst>
                <a:path extrusionOk="0" h="487" w="852">
                  <a:moveTo>
                    <a:pt x="700" y="0"/>
                  </a:moveTo>
                  <a:cubicBezTo>
                    <a:pt x="487" y="0"/>
                    <a:pt x="305" y="61"/>
                    <a:pt x="153" y="213"/>
                  </a:cubicBezTo>
                  <a:cubicBezTo>
                    <a:pt x="1" y="335"/>
                    <a:pt x="31" y="487"/>
                    <a:pt x="183" y="487"/>
                  </a:cubicBezTo>
                  <a:cubicBezTo>
                    <a:pt x="396" y="456"/>
                    <a:pt x="578" y="395"/>
                    <a:pt x="730" y="243"/>
                  </a:cubicBezTo>
                  <a:cubicBezTo>
                    <a:pt x="852" y="122"/>
                    <a:pt x="852" y="0"/>
                    <a:pt x="700"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68"/>
            <p:cNvSpPr/>
            <p:nvPr/>
          </p:nvSpPr>
          <p:spPr>
            <a:xfrm>
              <a:off x="5340525" y="3585450"/>
              <a:ext cx="20550" cy="12950"/>
            </a:xfrm>
            <a:custGeom>
              <a:rect b="b" l="l" r="r" t="t"/>
              <a:pathLst>
                <a:path extrusionOk="0" h="518" w="822">
                  <a:moveTo>
                    <a:pt x="639" y="1"/>
                  </a:moveTo>
                  <a:cubicBezTo>
                    <a:pt x="457" y="31"/>
                    <a:pt x="275" y="92"/>
                    <a:pt x="123" y="244"/>
                  </a:cubicBezTo>
                  <a:cubicBezTo>
                    <a:pt x="1" y="396"/>
                    <a:pt x="31" y="518"/>
                    <a:pt x="183" y="518"/>
                  </a:cubicBezTo>
                  <a:cubicBezTo>
                    <a:pt x="366" y="518"/>
                    <a:pt x="548" y="426"/>
                    <a:pt x="700" y="274"/>
                  </a:cubicBezTo>
                  <a:cubicBezTo>
                    <a:pt x="822" y="122"/>
                    <a:pt x="791" y="1"/>
                    <a:pt x="639"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68"/>
            <p:cNvSpPr/>
            <p:nvPr/>
          </p:nvSpPr>
          <p:spPr>
            <a:xfrm>
              <a:off x="5399800" y="3586225"/>
              <a:ext cx="19800" cy="13700"/>
            </a:xfrm>
            <a:custGeom>
              <a:rect b="b" l="l" r="r" t="t"/>
              <a:pathLst>
                <a:path extrusionOk="0" h="548" w="792">
                  <a:moveTo>
                    <a:pt x="639" y="0"/>
                  </a:moveTo>
                  <a:cubicBezTo>
                    <a:pt x="457" y="31"/>
                    <a:pt x="274" y="122"/>
                    <a:pt x="153" y="274"/>
                  </a:cubicBezTo>
                  <a:cubicBezTo>
                    <a:pt x="1" y="426"/>
                    <a:pt x="31" y="547"/>
                    <a:pt x="183" y="547"/>
                  </a:cubicBezTo>
                  <a:cubicBezTo>
                    <a:pt x="366" y="517"/>
                    <a:pt x="548" y="395"/>
                    <a:pt x="670" y="274"/>
                  </a:cubicBezTo>
                  <a:cubicBezTo>
                    <a:pt x="791" y="122"/>
                    <a:pt x="791" y="0"/>
                    <a:pt x="639"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68"/>
            <p:cNvSpPr/>
            <p:nvPr/>
          </p:nvSpPr>
          <p:spPr>
            <a:xfrm>
              <a:off x="3152800" y="3536075"/>
              <a:ext cx="11425" cy="13700"/>
            </a:xfrm>
            <a:custGeom>
              <a:rect b="b" l="l" r="r" t="t"/>
              <a:pathLst>
                <a:path extrusionOk="0" h="548" w="457">
                  <a:moveTo>
                    <a:pt x="244" y="0"/>
                  </a:moveTo>
                  <a:cubicBezTo>
                    <a:pt x="92" y="31"/>
                    <a:pt x="1" y="152"/>
                    <a:pt x="1" y="274"/>
                  </a:cubicBezTo>
                  <a:cubicBezTo>
                    <a:pt x="1" y="395"/>
                    <a:pt x="92" y="517"/>
                    <a:pt x="244" y="547"/>
                  </a:cubicBezTo>
                  <a:cubicBezTo>
                    <a:pt x="366" y="547"/>
                    <a:pt x="457" y="426"/>
                    <a:pt x="457" y="274"/>
                  </a:cubicBezTo>
                  <a:cubicBezTo>
                    <a:pt x="457" y="152"/>
                    <a:pt x="366" y="31"/>
                    <a:pt x="24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68"/>
            <p:cNvSpPr/>
            <p:nvPr/>
          </p:nvSpPr>
          <p:spPr>
            <a:xfrm>
              <a:off x="3200675" y="3537575"/>
              <a:ext cx="11425" cy="13725"/>
            </a:xfrm>
            <a:custGeom>
              <a:rect b="b" l="l" r="r" t="t"/>
              <a:pathLst>
                <a:path extrusionOk="0" h="549" w="457">
                  <a:moveTo>
                    <a:pt x="213" y="1"/>
                  </a:moveTo>
                  <a:cubicBezTo>
                    <a:pt x="92" y="31"/>
                    <a:pt x="1" y="122"/>
                    <a:pt x="1" y="274"/>
                  </a:cubicBezTo>
                  <a:cubicBezTo>
                    <a:pt x="1" y="396"/>
                    <a:pt x="92" y="518"/>
                    <a:pt x="244" y="548"/>
                  </a:cubicBezTo>
                  <a:cubicBezTo>
                    <a:pt x="365" y="548"/>
                    <a:pt x="457" y="426"/>
                    <a:pt x="457" y="274"/>
                  </a:cubicBezTo>
                  <a:cubicBezTo>
                    <a:pt x="457" y="153"/>
                    <a:pt x="365" y="31"/>
                    <a:pt x="21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68"/>
            <p:cNvSpPr/>
            <p:nvPr/>
          </p:nvSpPr>
          <p:spPr>
            <a:xfrm>
              <a:off x="3248550" y="3539100"/>
              <a:ext cx="11425" cy="13700"/>
            </a:xfrm>
            <a:custGeom>
              <a:rect b="b" l="l" r="r" t="t"/>
              <a:pathLst>
                <a:path extrusionOk="0" h="548" w="457">
                  <a:moveTo>
                    <a:pt x="213" y="1"/>
                  </a:moveTo>
                  <a:cubicBezTo>
                    <a:pt x="92" y="1"/>
                    <a:pt x="1" y="122"/>
                    <a:pt x="1" y="274"/>
                  </a:cubicBezTo>
                  <a:cubicBezTo>
                    <a:pt x="1" y="396"/>
                    <a:pt x="92" y="517"/>
                    <a:pt x="244" y="548"/>
                  </a:cubicBezTo>
                  <a:cubicBezTo>
                    <a:pt x="365" y="548"/>
                    <a:pt x="457" y="426"/>
                    <a:pt x="457" y="274"/>
                  </a:cubicBezTo>
                  <a:cubicBezTo>
                    <a:pt x="457" y="153"/>
                    <a:pt x="365" y="31"/>
                    <a:pt x="21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68"/>
            <p:cNvSpPr/>
            <p:nvPr/>
          </p:nvSpPr>
          <p:spPr>
            <a:xfrm>
              <a:off x="3296425" y="3540625"/>
              <a:ext cx="11425" cy="13700"/>
            </a:xfrm>
            <a:custGeom>
              <a:rect b="b" l="l" r="r" t="t"/>
              <a:pathLst>
                <a:path extrusionOk="0" h="548" w="457">
                  <a:moveTo>
                    <a:pt x="213" y="0"/>
                  </a:moveTo>
                  <a:cubicBezTo>
                    <a:pt x="92" y="0"/>
                    <a:pt x="1" y="122"/>
                    <a:pt x="1" y="274"/>
                  </a:cubicBezTo>
                  <a:cubicBezTo>
                    <a:pt x="1" y="396"/>
                    <a:pt x="122" y="517"/>
                    <a:pt x="244" y="548"/>
                  </a:cubicBezTo>
                  <a:cubicBezTo>
                    <a:pt x="365" y="548"/>
                    <a:pt x="456" y="426"/>
                    <a:pt x="456" y="274"/>
                  </a:cubicBezTo>
                  <a:cubicBezTo>
                    <a:pt x="456" y="152"/>
                    <a:pt x="365" y="31"/>
                    <a:pt x="21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68"/>
            <p:cNvSpPr/>
            <p:nvPr/>
          </p:nvSpPr>
          <p:spPr>
            <a:xfrm>
              <a:off x="3344300" y="3542150"/>
              <a:ext cx="11425" cy="14450"/>
            </a:xfrm>
            <a:custGeom>
              <a:rect b="b" l="l" r="r" t="t"/>
              <a:pathLst>
                <a:path extrusionOk="0" h="578" w="457">
                  <a:moveTo>
                    <a:pt x="213" y="0"/>
                  </a:moveTo>
                  <a:cubicBezTo>
                    <a:pt x="92" y="0"/>
                    <a:pt x="0" y="122"/>
                    <a:pt x="0" y="274"/>
                  </a:cubicBezTo>
                  <a:cubicBezTo>
                    <a:pt x="0" y="426"/>
                    <a:pt x="122" y="547"/>
                    <a:pt x="244" y="578"/>
                  </a:cubicBezTo>
                  <a:cubicBezTo>
                    <a:pt x="365" y="578"/>
                    <a:pt x="456" y="426"/>
                    <a:pt x="456" y="304"/>
                  </a:cubicBezTo>
                  <a:cubicBezTo>
                    <a:pt x="456" y="152"/>
                    <a:pt x="335" y="31"/>
                    <a:pt x="21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68"/>
            <p:cNvSpPr/>
            <p:nvPr/>
          </p:nvSpPr>
          <p:spPr>
            <a:xfrm>
              <a:off x="3392175" y="3543675"/>
              <a:ext cx="11425" cy="13700"/>
            </a:xfrm>
            <a:custGeom>
              <a:rect b="b" l="l" r="r" t="t"/>
              <a:pathLst>
                <a:path extrusionOk="0" h="548" w="457">
                  <a:moveTo>
                    <a:pt x="213" y="0"/>
                  </a:moveTo>
                  <a:cubicBezTo>
                    <a:pt x="92" y="0"/>
                    <a:pt x="0" y="122"/>
                    <a:pt x="0" y="274"/>
                  </a:cubicBezTo>
                  <a:cubicBezTo>
                    <a:pt x="0" y="395"/>
                    <a:pt x="122" y="517"/>
                    <a:pt x="274" y="547"/>
                  </a:cubicBezTo>
                  <a:cubicBezTo>
                    <a:pt x="396" y="547"/>
                    <a:pt x="456" y="426"/>
                    <a:pt x="456" y="274"/>
                  </a:cubicBezTo>
                  <a:cubicBezTo>
                    <a:pt x="456" y="122"/>
                    <a:pt x="335" y="0"/>
                    <a:pt x="21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68"/>
            <p:cNvSpPr/>
            <p:nvPr/>
          </p:nvSpPr>
          <p:spPr>
            <a:xfrm>
              <a:off x="3440050" y="3544425"/>
              <a:ext cx="11425" cy="14450"/>
            </a:xfrm>
            <a:custGeom>
              <a:rect b="b" l="l" r="r" t="t"/>
              <a:pathLst>
                <a:path extrusionOk="0" h="578" w="457">
                  <a:moveTo>
                    <a:pt x="213" y="0"/>
                  </a:moveTo>
                  <a:cubicBezTo>
                    <a:pt x="92" y="0"/>
                    <a:pt x="0" y="122"/>
                    <a:pt x="0" y="274"/>
                  </a:cubicBezTo>
                  <a:cubicBezTo>
                    <a:pt x="31" y="426"/>
                    <a:pt x="122" y="548"/>
                    <a:pt x="274" y="578"/>
                  </a:cubicBezTo>
                  <a:cubicBezTo>
                    <a:pt x="395" y="578"/>
                    <a:pt x="456" y="487"/>
                    <a:pt x="456" y="304"/>
                  </a:cubicBezTo>
                  <a:cubicBezTo>
                    <a:pt x="456" y="152"/>
                    <a:pt x="335" y="31"/>
                    <a:pt x="21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68"/>
            <p:cNvSpPr/>
            <p:nvPr/>
          </p:nvSpPr>
          <p:spPr>
            <a:xfrm>
              <a:off x="3487925" y="3545950"/>
              <a:ext cx="11425" cy="14450"/>
            </a:xfrm>
            <a:custGeom>
              <a:rect b="b" l="l" r="r" t="t"/>
              <a:pathLst>
                <a:path extrusionOk="0" h="578" w="457">
                  <a:moveTo>
                    <a:pt x="183" y="0"/>
                  </a:moveTo>
                  <a:cubicBezTo>
                    <a:pt x="91" y="0"/>
                    <a:pt x="0" y="122"/>
                    <a:pt x="0" y="274"/>
                  </a:cubicBezTo>
                  <a:cubicBezTo>
                    <a:pt x="31" y="426"/>
                    <a:pt x="122" y="547"/>
                    <a:pt x="274" y="578"/>
                  </a:cubicBezTo>
                  <a:cubicBezTo>
                    <a:pt x="395" y="578"/>
                    <a:pt x="456" y="456"/>
                    <a:pt x="456" y="304"/>
                  </a:cubicBezTo>
                  <a:cubicBezTo>
                    <a:pt x="426" y="152"/>
                    <a:pt x="335" y="31"/>
                    <a:pt x="18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68"/>
            <p:cNvSpPr/>
            <p:nvPr/>
          </p:nvSpPr>
          <p:spPr>
            <a:xfrm>
              <a:off x="3535800" y="3547475"/>
              <a:ext cx="12175" cy="14450"/>
            </a:xfrm>
            <a:custGeom>
              <a:rect b="b" l="l" r="r" t="t"/>
              <a:pathLst>
                <a:path extrusionOk="0" h="578" w="487">
                  <a:moveTo>
                    <a:pt x="183" y="0"/>
                  </a:moveTo>
                  <a:cubicBezTo>
                    <a:pt x="61" y="0"/>
                    <a:pt x="0" y="122"/>
                    <a:pt x="0" y="274"/>
                  </a:cubicBezTo>
                  <a:cubicBezTo>
                    <a:pt x="31" y="426"/>
                    <a:pt x="122" y="547"/>
                    <a:pt x="274" y="578"/>
                  </a:cubicBezTo>
                  <a:cubicBezTo>
                    <a:pt x="395" y="578"/>
                    <a:pt x="487" y="456"/>
                    <a:pt x="456" y="304"/>
                  </a:cubicBezTo>
                  <a:cubicBezTo>
                    <a:pt x="426" y="152"/>
                    <a:pt x="335" y="30"/>
                    <a:pt x="18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68"/>
            <p:cNvSpPr/>
            <p:nvPr/>
          </p:nvSpPr>
          <p:spPr>
            <a:xfrm>
              <a:off x="3583675" y="3548975"/>
              <a:ext cx="12175" cy="14475"/>
            </a:xfrm>
            <a:custGeom>
              <a:rect b="b" l="l" r="r" t="t"/>
              <a:pathLst>
                <a:path extrusionOk="0" h="579" w="487">
                  <a:moveTo>
                    <a:pt x="183" y="1"/>
                  </a:moveTo>
                  <a:cubicBezTo>
                    <a:pt x="61" y="1"/>
                    <a:pt x="0" y="122"/>
                    <a:pt x="0" y="274"/>
                  </a:cubicBezTo>
                  <a:cubicBezTo>
                    <a:pt x="31" y="426"/>
                    <a:pt x="122" y="548"/>
                    <a:pt x="274" y="578"/>
                  </a:cubicBezTo>
                  <a:cubicBezTo>
                    <a:pt x="395" y="578"/>
                    <a:pt x="486" y="457"/>
                    <a:pt x="456" y="305"/>
                  </a:cubicBezTo>
                  <a:cubicBezTo>
                    <a:pt x="426" y="122"/>
                    <a:pt x="304" y="1"/>
                    <a:pt x="18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68"/>
            <p:cNvSpPr/>
            <p:nvPr/>
          </p:nvSpPr>
          <p:spPr>
            <a:xfrm>
              <a:off x="3630775" y="3550500"/>
              <a:ext cx="12950" cy="14475"/>
            </a:xfrm>
            <a:custGeom>
              <a:rect b="b" l="l" r="r" t="t"/>
              <a:pathLst>
                <a:path extrusionOk="0" h="579" w="518">
                  <a:moveTo>
                    <a:pt x="213" y="1"/>
                  </a:moveTo>
                  <a:cubicBezTo>
                    <a:pt x="92" y="1"/>
                    <a:pt x="1" y="122"/>
                    <a:pt x="31" y="274"/>
                  </a:cubicBezTo>
                  <a:cubicBezTo>
                    <a:pt x="61" y="426"/>
                    <a:pt x="183" y="548"/>
                    <a:pt x="305" y="578"/>
                  </a:cubicBezTo>
                  <a:cubicBezTo>
                    <a:pt x="426" y="578"/>
                    <a:pt x="517" y="457"/>
                    <a:pt x="487" y="305"/>
                  </a:cubicBezTo>
                  <a:cubicBezTo>
                    <a:pt x="457" y="153"/>
                    <a:pt x="365" y="31"/>
                    <a:pt x="21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68"/>
            <p:cNvSpPr/>
            <p:nvPr/>
          </p:nvSpPr>
          <p:spPr>
            <a:xfrm>
              <a:off x="3679400" y="3552025"/>
              <a:ext cx="12200" cy="14450"/>
            </a:xfrm>
            <a:custGeom>
              <a:rect b="b" l="l" r="r" t="t"/>
              <a:pathLst>
                <a:path extrusionOk="0" h="578" w="488">
                  <a:moveTo>
                    <a:pt x="183" y="0"/>
                  </a:moveTo>
                  <a:cubicBezTo>
                    <a:pt x="62" y="0"/>
                    <a:pt x="1" y="122"/>
                    <a:pt x="31" y="274"/>
                  </a:cubicBezTo>
                  <a:cubicBezTo>
                    <a:pt x="31" y="426"/>
                    <a:pt x="153" y="548"/>
                    <a:pt x="305" y="578"/>
                  </a:cubicBezTo>
                  <a:cubicBezTo>
                    <a:pt x="427" y="578"/>
                    <a:pt x="487" y="456"/>
                    <a:pt x="457" y="274"/>
                  </a:cubicBezTo>
                  <a:cubicBezTo>
                    <a:pt x="427" y="152"/>
                    <a:pt x="335" y="31"/>
                    <a:pt x="18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68"/>
            <p:cNvSpPr/>
            <p:nvPr/>
          </p:nvSpPr>
          <p:spPr>
            <a:xfrm>
              <a:off x="3726600" y="3553450"/>
              <a:ext cx="12875" cy="14550"/>
            </a:xfrm>
            <a:custGeom>
              <a:rect b="b" l="l" r="r" t="t"/>
              <a:pathLst>
                <a:path extrusionOk="0" h="582" w="515">
                  <a:moveTo>
                    <a:pt x="150" y="0"/>
                  </a:moveTo>
                  <a:cubicBezTo>
                    <a:pt x="48" y="0"/>
                    <a:pt x="0" y="139"/>
                    <a:pt x="28" y="278"/>
                  </a:cubicBezTo>
                  <a:cubicBezTo>
                    <a:pt x="58" y="430"/>
                    <a:pt x="180" y="551"/>
                    <a:pt x="332" y="582"/>
                  </a:cubicBezTo>
                  <a:cubicBezTo>
                    <a:pt x="453" y="582"/>
                    <a:pt x="514" y="430"/>
                    <a:pt x="453" y="278"/>
                  </a:cubicBezTo>
                  <a:cubicBezTo>
                    <a:pt x="423" y="126"/>
                    <a:pt x="301" y="4"/>
                    <a:pt x="180" y="4"/>
                  </a:cubicBezTo>
                  <a:cubicBezTo>
                    <a:pt x="169" y="2"/>
                    <a:pt x="159" y="0"/>
                    <a:pt x="150"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68"/>
            <p:cNvSpPr/>
            <p:nvPr/>
          </p:nvSpPr>
          <p:spPr>
            <a:xfrm>
              <a:off x="3774400" y="3554300"/>
              <a:ext cx="12950" cy="15225"/>
            </a:xfrm>
            <a:custGeom>
              <a:rect b="b" l="l" r="r" t="t"/>
              <a:pathLst>
                <a:path extrusionOk="0" h="609" w="518">
                  <a:moveTo>
                    <a:pt x="213" y="1"/>
                  </a:moveTo>
                  <a:cubicBezTo>
                    <a:pt x="92" y="1"/>
                    <a:pt x="0" y="122"/>
                    <a:pt x="31" y="305"/>
                  </a:cubicBezTo>
                  <a:cubicBezTo>
                    <a:pt x="61" y="457"/>
                    <a:pt x="183" y="548"/>
                    <a:pt x="335" y="609"/>
                  </a:cubicBezTo>
                  <a:cubicBezTo>
                    <a:pt x="456" y="609"/>
                    <a:pt x="517" y="457"/>
                    <a:pt x="487" y="305"/>
                  </a:cubicBezTo>
                  <a:cubicBezTo>
                    <a:pt x="426" y="153"/>
                    <a:pt x="335" y="31"/>
                    <a:pt x="21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68"/>
            <p:cNvSpPr/>
            <p:nvPr/>
          </p:nvSpPr>
          <p:spPr>
            <a:xfrm>
              <a:off x="3829175" y="3555725"/>
              <a:ext cx="18075" cy="14650"/>
            </a:xfrm>
            <a:custGeom>
              <a:rect b="b" l="l" r="r" t="t"/>
              <a:pathLst>
                <a:path extrusionOk="0" h="586" w="723">
                  <a:moveTo>
                    <a:pt x="263" y="1"/>
                  </a:moveTo>
                  <a:cubicBezTo>
                    <a:pt x="125" y="1"/>
                    <a:pt x="1" y="142"/>
                    <a:pt x="28" y="308"/>
                  </a:cubicBezTo>
                  <a:cubicBezTo>
                    <a:pt x="89" y="460"/>
                    <a:pt x="241" y="582"/>
                    <a:pt x="423" y="582"/>
                  </a:cubicBezTo>
                  <a:cubicBezTo>
                    <a:pt x="437" y="585"/>
                    <a:pt x="450" y="586"/>
                    <a:pt x="463" y="586"/>
                  </a:cubicBezTo>
                  <a:cubicBezTo>
                    <a:pt x="600" y="586"/>
                    <a:pt x="722" y="447"/>
                    <a:pt x="667" y="308"/>
                  </a:cubicBezTo>
                  <a:cubicBezTo>
                    <a:pt x="636" y="126"/>
                    <a:pt x="484" y="4"/>
                    <a:pt x="302" y="4"/>
                  </a:cubicBezTo>
                  <a:cubicBezTo>
                    <a:pt x="289" y="2"/>
                    <a:pt x="276" y="1"/>
                    <a:pt x="26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68"/>
            <p:cNvSpPr/>
            <p:nvPr/>
          </p:nvSpPr>
          <p:spPr>
            <a:xfrm>
              <a:off x="3898250" y="3555075"/>
              <a:ext cx="15225" cy="13800"/>
            </a:xfrm>
            <a:custGeom>
              <a:rect b="b" l="l" r="r" t="t"/>
              <a:pathLst>
                <a:path extrusionOk="0" h="552" w="609">
                  <a:moveTo>
                    <a:pt x="275" y="0"/>
                  </a:moveTo>
                  <a:cubicBezTo>
                    <a:pt x="123" y="0"/>
                    <a:pt x="1" y="152"/>
                    <a:pt x="1" y="304"/>
                  </a:cubicBezTo>
                  <a:cubicBezTo>
                    <a:pt x="28" y="440"/>
                    <a:pt x="153" y="552"/>
                    <a:pt x="288" y="552"/>
                  </a:cubicBezTo>
                  <a:cubicBezTo>
                    <a:pt x="304" y="552"/>
                    <a:pt x="319" y="550"/>
                    <a:pt x="335" y="547"/>
                  </a:cubicBezTo>
                  <a:cubicBezTo>
                    <a:pt x="487" y="547"/>
                    <a:pt x="609" y="426"/>
                    <a:pt x="609" y="274"/>
                  </a:cubicBezTo>
                  <a:cubicBezTo>
                    <a:pt x="578" y="122"/>
                    <a:pt x="426" y="0"/>
                    <a:pt x="27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68"/>
            <p:cNvSpPr/>
            <p:nvPr/>
          </p:nvSpPr>
          <p:spPr>
            <a:xfrm>
              <a:off x="3962100" y="3552775"/>
              <a:ext cx="13700" cy="13075"/>
            </a:xfrm>
            <a:custGeom>
              <a:rect b="b" l="l" r="r" t="t"/>
              <a:pathLst>
                <a:path extrusionOk="0" h="523" w="548">
                  <a:moveTo>
                    <a:pt x="274" y="1"/>
                  </a:moveTo>
                  <a:cubicBezTo>
                    <a:pt x="122" y="1"/>
                    <a:pt x="0" y="122"/>
                    <a:pt x="0" y="274"/>
                  </a:cubicBezTo>
                  <a:cubicBezTo>
                    <a:pt x="0" y="410"/>
                    <a:pt x="122" y="522"/>
                    <a:pt x="257" y="522"/>
                  </a:cubicBezTo>
                  <a:cubicBezTo>
                    <a:pt x="272" y="522"/>
                    <a:pt x="288" y="521"/>
                    <a:pt x="304" y="518"/>
                  </a:cubicBezTo>
                  <a:cubicBezTo>
                    <a:pt x="426" y="518"/>
                    <a:pt x="547" y="396"/>
                    <a:pt x="547" y="244"/>
                  </a:cubicBezTo>
                  <a:cubicBezTo>
                    <a:pt x="547" y="92"/>
                    <a:pt x="426" y="1"/>
                    <a:pt x="27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68"/>
            <p:cNvSpPr/>
            <p:nvPr/>
          </p:nvSpPr>
          <p:spPr>
            <a:xfrm>
              <a:off x="4021375" y="3547350"/>
              <a:ext cx="13700" cy="12425"/>
            </a:xfrm>
            <a:custGeom>
              <a:rect b="b" l="l" r="r" t="t"/>
              <a:pathLst>
                <a:path extrusionOk="0" h="497" w="548">
                  <a:moveTo>
                    <a:pt x="342" y="0"/>
                  </a:moveTo>
                  <a:cubicBezTo>
                    <a:pt x="330" y="0"/>
                    <a:pt x="317" y="2"/>
                    <a:pt x="304" y="5"/>
                  </a:cubicBezTo>
                  <a:cubicBezTo>
                    <a:pt x="152" y="35"/>
                    <a:pt x="30" y="127"/>
                    <a:pt x="0" y="279"/>
                  </a:cubicBezTo>
                  <a:cubicBezTo>
                    <a:pt x="0" y="387"/>
                    <a:pt x="97" y="496"/>
                    <a:pt x="205" y="496"/>
                  </a:cubicBezTo>
                  <a:cubicBezTo>
                    <a:pt x="218" y="496"/>
                    <a:pt x="230" y="495"/>
                    <a:pt x="243" y="491"/>
                  </a:cubicBezTo>
                  <a:cubicBezTo>
                    <a:pt x="395" y="461"/>
                    <a:pt x="517" y="370"/>
                    <a:pt x="547" y="218"/>
                  </a:cubicBezTo>
                  <a:cubicBezTo>
                    <a:pt x="547" y="109"/>
                    <a:pt x="450" y="0"/>
                    <a:pt x="342"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68"/>
            <p:cNvSpPr/>
            <p:nvPr/>
          </p:nvSpPr>
          <p:spPr>
            <a:xfrm>
              <a:off x="4076925" y="3541225"/>
              <a:ext cx="14275" cy="10975"/>
            </a:xfrm>
            <a:custGeom>
              <a:rect b="b" l="l" r="r" t="t"/>
              <a:pathLst>
                <a:path extrusionOk="0" h="439" w="571">
                  <a:moveTo>
                    <a:pt x="417" y="1"/>
                  </a:moveTo>
                  <a:cubicBezTo>
                    <a:pt x="400" y="1"/>
                    <a:pt x="382" y="3"/>
                    <a:pt x="362" y="7"/>
                  </a:cubicBezTo>
                  <a:cubicBezTo>
                    <a:pt x="210" y="7"/>
                    <a:pt x="88" y="128"/>
                    <a:pt x="27" y="250"/>
                  </a:cubicBezTo>
                  <a:cubicBezTo>
                    <a:pt x="1" y="356"/>
                    <a:pt x="66" y="438"/>
                    <a:pt x="183" y="438"/>
                  </a:cubicBezTo>
                  <a:cubicBezTo>
                    <a:pt x="201" y="438"/>
                    <a:pt x="220" y="436"/>
                    <a:pt x="240" y="432"/>
                  </a:cubicBezTo>
                  <a:cubicBezTo>
                    <a:pt x="362" y="402"/>
                    <a:pt x="483" y="311"/>
                    <a:pt x="544" y="189"/>
                  </a:cubicBezTo>
                  <a:cubicBezTo>
                    <a:pt x="570" y="84"/>
                    <a:pt x="528" y="1"/>
                    <a:pt x="417"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68"/>
            <p:cNvSpPr/>
            <p:nvPr/>
          </p:nvSpPr>
          <p:spPr>
            <a:xfrm>
              <a:off x="4131000" y="3533625"/>
              <a:ext cx="14800" cy="10225"/>
            </a:xfrm>
            <a:custGeom>
              <a:rect b="b" l="l" r="r" t="t"/>
              <a:pathLst>
                <a:path extrusionOk="0" h="409" w="592">
                  <a:moveTo>
                    <a:pt x="472" y="1"/>
                  </a:moveTo>
                  <a:cubicBezTo>
                    <a:pt x="456" y="1"/>
                    <a:pt x="438" y="3"/>
                    <a:pt x="418" y="7"/>
                  </a:cubicBezTo>
                  <a:cubicBezTo>
                    <a:pt x="266" y="37"/>
                    <a:pt x="114" y="98"/>
                    <a:pt x="53" y="250"/>
                  </a:cubicBezTo>
                  <a:cubicBezTo>
                    <a:pt x="0" y="329"/>
                    <a:pt x="39" y="408"/>
                    <a:pt x="129" y="408"/>
                  </a:cubicBezTo>
                  <a:cubicBezTo>
                    <a:pt x="143" y="408"/>
                    <a:pt x="158" y="406"/>
                    <a:pt x="174" y="402"/>
                  </a:cubicBezTo>
                  <a:cubicBezTo>
                    <a:pt x="326" y="372"/>
                    <a:pt x="448" y="280"/>
                    <a:pt x="539" y="159"/>
                  </a:cubicBezTo>
                  <a:cubicBezTo>
                    <a:pt x="592" y="80"/>
                    <a:pt x="576" y="1"/>
                    <a:pt x="472"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68"/>
            <p:cNvSpPr/>
            <p:nvPr/>
          </p:nvSpPr>
          <p:spPr>
            <a:xfrm>
              <a:off x="4182450" y="3525425"/>
              <a:ext cx="16000" cy="9150"/>
            </a:xfrm>
            <a:custGeom>
              <a:rect b="b" l="l" r="r" t="t"/>
              <a:pathLst>
                <a:path extrusionOk="0" h="366" w="640">
                  <a:moveTo>
                    <a:pt x="487" y="1"/>
                  </a:moveTo>
                  <a:cubicBezTo>
                    <a:pt x="335" y="31"/>
                    <a:pt x="183" y="122"/>
                    <a:pt x="92" y="213"/>
                  </a:cubicBezTo>
                  <a:cubicBezTo>
                    <a:pt x="1" y="335"/>
                    <a:pt x="31" y="365"/>
                    <a:pt x="153" y="365"/>
                  </a:cubicBezTo>
                  <a:cubicBezTo>
                    <a:pt x="305" y="335"/>
                    <a:pt x="457" y="244"/>
                    <a:pt x="548" y="153"/>
                  </a:cubicBezTo>
                  <a:cubicBezTo>
                    <a:pt x="639" y="61"/>
                    <a:pt x="609" y="1"/>
                    <a:pt x="487"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68"/>
            <p:cNvSpPr/>
            <p:nvPr/>
          </p:nvSpPr>
          <p:spPr>
            <a:xfrm>
              <a:off x="4234000" y="3517625"/>
              <a:ext cx="17075" cy="7350"/>
            </a:xfrm>
            <a:custGeom>
              <a:rect b="b" l="l" r="r" t="t"/>
              <a:pathLst>
                <a:path extrusionOk="0" h="294" w="683">
                  <a:moveTo>
                    <a:pt x="610" y="1"/>
                  </a:moveTo>
                  <a:cubicBezTo>
                    <a:pt x="595" y="1"/>
                    <a:pt x="575" y="3"/>
                    <a:pt x="553" y="9"/>
                  </a:cubicBezTo>
                  <a:cubicBezTo>
                    <a:pt x="371" y="39"/>
                    <a:pt x="249" y="100"/>
                    <a:pt x="97" y="191"/>
                  </a:cubicBezTo>
                  <a:cubicBezTo>
                    <a:pt x="6" y="259"/>
                    <a:pt x="0" y="294"/>
                    <a:pt x="54" y="294"/>
                  </a:cubicBezTo>
                  <a:cubicBezTo>
                    <a:pt x="72" y="294"/>
                    <a:pt x="97" y="290"/>
                    <a:pt x="127" y="282"/>
                  </a:cubicBezTo>
                  <a:cubicBezTo>
                    <a:pt x="279" y="252"/>
                    <a:pt x="431" y="191"/>
                    <a:pt x="583" y="100"/>
                  </a:cubicBezTo>
                  <a:cubicBezTo>
                    <a:pt x="683" y="50"/>
                    <a:pt x="681" y="1"/>
                    <a:pt x="610"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68"/>
            <p:cNvSpPr/>
            <p:nvPr/>
          </p:nvSpPr>
          <p:spPr>
            <a:xfrm>
              <a:off x="4285275" y="3509275"/>
              <a:ext cx="18700" cy="6575"/>
            </a:xfrm>
            <a:custGeom>
              <a:rect b="b" l="l" r="r" t="t"/>
              <a:pathLst>
                <a:path extrusionOk="0" h="263" w="748">
                  <a:moveTo>
                    <a:pt x="684" y="0"/>
                  </a:moveTo>
                  <a:cubicBezTo>
                    <a:pt x="670" y="0"/>
                    <a:pt x="652" y="3"/>
                    <a:pt x="630" y="8"/>
                  </a:cubicBezTo>
                  <a:cubicBezTo>
                    <a:pt x="447" y="39"/>
                    <a:pt x="295" y="99"/>
                    <a:pt x="143" y="160"/>
                  </a:cubicBezTo>
                  <a:cubicBezTo>
                    <a:pt x="29" y="229"/>
                    <a:pt x="1" y="263"/>
                    <a:pt x="58" y="263"/>
                  </a:cubicBezTo>
                  <a:cubicBezTo>
                    <a:pt x="77" y="263"/>
                    <a:pt x="105" y="259"/>
                    <a:pt x="143" y="251"/>
                  </a:cubicBezTo>
                  <a:cubicBezTo>
                    <a:pt x="295" y="221"/>
                    <a:pt x="478" y="160"/>
                    <a:pt x="630" y="99"/>
                  </a:cubicBezTo>
                  <a:cubicBezTo>
                    <a:pt x="729" y="50"/>
                    <a:pt x="747" y="0"/>
                    <a:pt x="68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68"/>
            <p:cNvSpPr/>
            <p:nvPr/>
          </p:nvSpPr>
          <p:spPr>
            <a:xfrm>
              <a:off x="4338150" y="3501875"/>
              <a:ext cx="21400" cy="5625"/>
            </a:xfrm>
            <a:custGeom>
              <a:rect b="b" l="l" r="r" t="t"/>
              <a:pathLst>
                <a:path extrusionOk="0" h="225" w="856">
                  <a:moveTo>
                    <a:pt x="734" y="0"/>
                  </a:moveTo>
                  <a:cubicBezTo>
                    <a:pt x="521" y="31"/>
                    <a:pt x="338" y="92"/>
                    <a:pt x="186" y="152"/>
                  </a:cubicBezTo>
                  <a:cubicBezTo>
                    <a:pt x="53" y="197"/>
                    <a:pt x="1" y="225"/>
                    <a:pt x="42" y="225"/>
                  </a:cubicBezTo>
                  <a:cubicBezTo>
                    <a:pt x="57" y="225"/>
                    <a:pt x="85" y="221"/>
                    <a:pt x="126" y="213"/>
                  </a:cubicBezTo>
                  <a:cubicBezTo>
                    <a:pt x="308" y="183"/>
                    <a:pt x="490" y="122"/>
                    <a:pt x="673" y="61"/>
                  </a:cubicBezTo>
                  <a:cubicBezTo>
                    <a:pt x="825" y="0"/>
                    <a:pt x="855" y="0"/>
                    <a:pt x="73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68"/>
            <p:cNvSpPr/>
            <p:nvPr/>
          </p:nvSpPr>
          <p:spPr>
            <a:xfrm>
              <a:off x="4392950" y="3495800"/>
              <a:ext cx="23575" cy="3825"/>
            </a:xfrm>
            <a:custGeom>
              <a:rect b="b" l="l" r="r" t="t"/>
              <a:pathLst>
                <a:path extrusionOk="0" h="153" w="943">
                  <a:moveTo>
                    <a:pt x="821" y="0"/>
                  </a:moveTo>
                  <a:cubicBezTo>
                    <a:pt x="608" y="0"/>
                    <a:pt x="396" y="31"/>
                    <a:pt x="213" y="91"/>
                  </a:cubicBezTo>
                  <a:cubicBezTo>
                    <a:pt x="31" y="152"/>
                    <a:pt x="1" y="152"/>
                    <a:pt x="122" y="152"/>
                  </a:cubicBezTo>
                  <a:cubicBezTo>
                    <a:pt x="274" y="152"/>
                    <a:pt x="548" y="91"/>
                    <a:pt x="730" y="31"/>
                  </a:cubicBezTo>
                  <a:cubicBezTo>
                    <a:pt x="912" y="0"/>
                    <a:pt x="943" y="0"/>
                    <a:pt x="82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68"/>
            <p:cNvSpPr/>
            <p:nvPr/>
          </p:nvSpPr>
          <p:spPr>
            <a:xfrm>
              <a:off x="4450700" y="3490925"/>
              <a:ext cx="25400" cy="2600"/>
            </a:xfrm>
            <a:custGeom>
              <a:rect b="b" l="l" r="r" t="t"/>
              <a:pathLst>
                <a:path extrusionOk="0" h="104" w="1016">
                  <a:moveTo>
                    <a:pt x="993" y="0"/>
                  </a:moveTo>
                  <a:cubicBezTo>
                    <a:pt x="983" y="0"/>
                    <a:pt x="957" y="4"/>
                    <a:pt x="913" y="13"/>
                  </a:cubicBezTo>
                  <a:cubicBezTo>
                    <a:pt x="730" y="13"/>
                    <a:pt x="457" y="43"/>
                    <a:pt x="244" y="74"/>
                  </a:cubicBezTo>
                  <a:cubicBezTo>
                    <a:pt x="31" y="104"/>
                    <a:pt x="1" y="104"/>
                    <a:pt x="153" y="104"/>
                  </a:cubicBezTo>
                  <a:cubicBezTo>
                    <a:pt x="305" y="104"/>
                    <a:pt x="578" y="74"/>
                    <a:pt x="791" y="43"/>
                  </a:cubicBezTo>
                  <a:cubicBezTo>
                    <a:pt x="941" y="22"/>
                    <a:pt x="1016" y="0"/>
                    <a:pt x="99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68"/>
            <p:cNvSpPr/>
            <p:nvPr/>
          </p:nvSpPr>
          <p:spPr>
            <a:xfrm>
              <a:off x="4513025" y="3487425"/>
              <a:ext cx="28125" cy="2300"/>
            </a:xfrm>
            <a:custGeom>
              <a:rect b="b" l="l" r="r" t="t"/>
              <a:pathLst>
                <a:path extrusionOk="0" h="92" w="1125">
                  <a:moveTo>
                    <a:pt x="973" y="1"/>
                  </a:moveTo>
                  <a:cubicBezTo>
                    <a:pt x="790" y="31"/>
                    <a:pt x="486" y="31"/>
                    <a:pt x="274" y="62"/>
                  </a:cubicBezTo>
                  <a:cubicBezTo>
                    <a:pt x="30" y="92"/>
                    <a:pt x="0" y="92"/>
                    <a:pt x="152" y="92"/>
                  </a:cubicBezTo>
                  <a:cubicBezTo>
                    <a:pt x="304" y="92"/>
                    <a:pt x="638" y="62"/>
                    <a:pt x="851" y="31"/>
                  </a:cubicBezTo>
                  <a:cubicBezTo>
                    <a:pt x="1094" y="1"/>
                    <a:pt x="1125" y="1"/>
                    <a:pt x="97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68"/>
            <p:cNvSpPr/>
            <p:nvPr/>
          </p:nvSpPr>
          <p:spPr>
            <a:xfrm>
              <a:off x="4579875" y="3487425"/>
              <a:ext cx="30425" cy="1550"/>
            </a:xfrm>
            <a:custGeom>
              <a:rect b="b" l="l" r="r" t="t"/>
              <a:pathLst>
                <a:path extrusionOk="0" h="62" w="1217">
                  <a:moveTo>
                    <a:pt x="1034" y="1"/>
                  </a:moveTo>
                  <a:cubicBezTo>
                    <a:pt x="852" y="1"/>
                    <a:pt x="518" y="1"/>
                    <a:pt x="274" y="31"/>
                  </a:cubicBezTo>
                  <a:cubicBezTo>
                    <a:pt x="62" y="62"/>
                    <a:pt x="1" y="62"/>
                    <a:pt x="183" y="62"/>
                  </a:cubicBezTo>
                  <a:cubicBezTo>
                    <a:pt x="366" y="62"/>
                    <a:pt x="700" y="31"/>
                    <a:pt x="943" y="31"/>
                  </a:cubicBezTo>
                  <a:cubicBezTo>
                    <a:pt x="1186" y="31"/>
                    <a:pt x="1217" y="1"/>
                    <a:pt x="103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68"/>
            <p:cNvSpPr/>
            <p:nvPr/>
          </p:nvSpPr>
          <p:spPr>
            <a:xfrm>
              <a:off x="4642950" y="3486350"/>
              <a:ext cx="27625" cy="1875"/>
            </a:xfrm>
            <a:custGeom>
              <a:rect b="b" l="l" r="r" t="t"/>
              <a:pathLst>
                <a:path extrusionOk="0" h="75" w="1105">
                  <a:moveTo>
                    <a:pt x="1083" y="1"/>
                  </a:moveTo>
                  <a:cubicBezTo>
                    <a:pt x="1075" y="1"/>
                    <a:pt x="1048" y="5"/>
                    <a:pt x="1004" y="13"/>
                  </a:cubicBezTo>
                  <a:cubicBezTo>
                    <a:pt x="882" y="13"/>
                    <a:pt x="548" y="13"/>
                    <a:pt x="305" y="44"/>
                  </a:cubicBezTo>
                  <a:cubicBezTo>
                    <a:pt x="62" y="74"/>
                    <a:pt x="1" y="74"/>
                    <a:pt x="153" y="74"/>
                  </a:cubicBezTo>
                  <a:cubicBezTo>
                    <a:pt x="305" y="74"/>
                    <a:pt x="609" y="44"/>
                    <a:pt x="852" y="44"/>
                  </a:cubicBezTo>
                  <a:cubicBezTo>
                    <a:pt x="1024" y="22"/>
                    <a:pt x="1105" y="1"/>
                    <a:pt x="108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68"/>
            <p:cNvSpPr/>
            <p:nvPr/>
          </p:nvSpPr>
          <p:spPr>
            <a:xfrm>
              <a:off x="4701475" y="3485925"/>
              <a:ext cx="28900" cy="2300"/>
            </a:xfrm>
            <a:custGeom>
              <a:rect b="b" l="l" r="r" t="t"/>
              <a:pathLst>
                <a:path extrusionOk="0" h="92" w="1156">
                  <a:moveTo>
                    <a:pt x="1003" y="0"/>
                  </a:moveTo>
                  <a:cubicBezTo>
                    <a:pt x="851" y="0"/>
                    <a:pt x="547" y="30"/>
                    <a:pt x="304" y="61"/>
                  </a:cubicBezTo>
                  <a:cubicBezTo>
                    <a:pt x="61" y="61"/>
                    <a:pt x="0" y="91"/>
                    <a:pt x="152" y="91"/>
                  </a:cubicBezTo>
                  <a:cubicBezTo>
                    <a:pt x="304" y="91"/>
                    <a:pt x="608" y="91"/>
                    <a:pt x="851" y="61"/>
                  </a:cubicBezTo>
                  <a:cubicBezTo>
                    <a:pt x="1064" y="30"/>
                    <a:pt x="1155" y="0"/>
                    <a:pt x="100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68"/>
            <p:cNvSpPr/>
            <p:nvPr/>
          </p:nvSpPr>
          <p:spPr>
            <a:xfrm>
              <a:off x="4761500" y="3488200"/>
              <a:ext cx="28150" cy="3050"/>
            </a:xfrm>
            <a:custGeom>
              <a:rect b="b" l="l" r="r" t="t"/>
              <a:pathLst>
                <a:path extrusionOk="0" h="122" w="1126">
                  <a:moveTo>
                    <a:pt x="973" y="0"/>
                  </a:moveTo>
                  <a:cubicBezTo>
                    <a:pt x="760" y="0"/>
                    <a:pt x="517" y="31"/>
                    <a:pt x="304" y="61"/>
                  </a:cubicBezTo>
                  <a:cubicBezTo>
                    <a:pt x="61" y="91"/>
                    <a:pt x="0" y="122"/>
                    <a:pt x="152" y="122"/>
                  </a:cubicBezTo>
                  <a:cubicBezTo>
                    <a:pt x="396" y="122"/>
                    <a:pt x="608" y="122"/>
                    <a:pt x="852" y="91"/>
                  </a:cubicBezTo>
                  <a:cubicBezTo>
                    <a:pt x="1064" y="61"/>
                    <a:pt x="1125" y="0"/>
                    <a:pt x="97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68"/>
            <p:cNvSpPr/>
            <p:nvPr/>
          </p:nvSpPr>
          <p:spPr>
            <a:xfrm>
              <a:off x="4823050" y="3492000"/>
              <a:ext cx="27375" cy="4125"/>
            </a:xfrm>
            <a:custGeom>
              <a:rect b="b" l="l" r="r" t="t"/>
              <a:pathLst>
                <a:path extrusionOk="0" h="165" w="1095">
                  <a:moveTo>
                    <a:pt x="943" y="0"/>
                  </a:moveTo>
                  <a:cubicBezTo>
                    <a:pt x="730" y="0"/>
                    <a:pt x="487" y="31"/>
                    <a:pt x="274" y="61"/>
                  </a:cubicBezTo>
                  <a:cubicBezTo>
                    <a:pt x="61" y="91"/>
                    <a:pt x="1" y="152"/>
                    <a:pt x="153" y="152"/>
                  </a:cubicBezTo>
                  <a:cubicBezTo>
                    <a:pt x="224" y="161"/>
                    <a:pt x="292" y="165"/>
                    <a:pt x="359" y="165"/>
                  </a:cubicBezTo>
                  <a:cubicBezTo>
                    <a:pt x="520" y="165"/>
                    <a:pt x="671" y="143"/>
                    <a:pt x="821" y="122"/>
                  </a:cubicBezTo>
                  <a:cubicBezTo>
                    <a:pt x="1064" y="61"/>
                    <a:pt x="1095" y="0"/>
                    <a:pt x="94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68"/>
            <p:cNvSpPr/>
            <p:nvPr/>
          </p:nvSpPr>
          <p:spPr>
            <a:xfrm>
              <a:off x="4886125" y="3497300"/>
              <a:ext cx="26625" cy="5350"/>
            </a:xfrm>
            <a:custGeom>
              <a:rect b="b" l="l" r="r" t="t"/>
              <a:pathLst>
                <a:path extrusionOk="0" h="214" w="1065">
                  <a:moveTo>
                    <a:pt x="912" y="1"/>
                  </a:moveTo>
                  <a:cubicBezTo>
                    <a:pt x="699" y="1"/>
                    <a:pt x="456" y="31"/>
                    <a:pt x="244" y="62"/>
                  </a:cubicBezTo>
                  <a:cubicBezTo>
                    <a:pt x="31" y="123"/>
                    <a:pt x="0" y="183"/>
                    <a:pt x="152" y="214"/>
                  </a:cubicBezTo>
                  <a:cubicBezTo>
                    <a:pt x="365" y="214"/>
                    <a:pt x="608" y="183"/>
                    <a:pt x="821" y="123"/>
                  </a:cubicBezTo>
                  <a:cubicBezTo>
                    <a:pt x="1034" y="92"/>
                    <a:pt x="1064" y="1"/>
                    <a:pt x="912"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68"/>
            <p:cNvSpPr/>
            <p:nvPr/>
          </p:nvSpPr>
          <p:spPr>
            <a:xfrm>
              <a:off x="4949200" y="3503400"/>
              <a:ext cx="26625" cy="6375"/>
            </a:xfrm>
            <a:custGeom>
              <a:rect b="b" l="l" r="r" t="t"/>
              <a:pathLst>
                <a:path extrusionOk="0" h="255" w="1065">
                  <a:moveTo>
                    <a:pt x="912" y="0"/>
                  </a:moveTo>
                  <a:cubicBezTo>
                    <a:pt x="669" y="0"/>
                    <a:pt x="456" y="31"/>
                    <a:pt x="243" y="91"/>
                  </a:cubicBezTo>
                  <a:cubicBezTo>
                    <a:pt x="31" y="152"/>
                    <a:pt x="0" y="243"/>
                    <a:pt x="183" y="243"/>
                  </a:cubicBezTo>
                  <a:cubicBezTo>
                    <a:pt x="236" y="251"/>
                    <a:pt x="289" y="255"/>
                    <a:pt x="342" y="255"/>
                  </a:cubicBezTo>
                  <a:cubicBezTo>
                    <a:pt x="502" y="255"/>
                    <a:pt x="661" y="220"/>
                    <a:pt x="821" y="152"/>
                  </a:cubicBezTo>
                  <a:cubicBezTo>
                    <a:pt x="1034" y="91"/>
                    <a:pt x="1064" y="31"/>
                    <a:pt x="912"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68"/>
            <p:cNvSpPr/>
            <p:nvPr/>
          </p:nvSpPr>
          <p:spPr>
            <a:xfrm>
              <a:off x="5013025" y="3510225"/>
              <a:ext cx="25850" cy="7150"/>
            </a:xfrm>
            <a:custGeom>
              <a:rect b="b" l="l" r="r" t="t"/>
              <a:pathLst>
                <a:path extrusionOk="0" h="286" w="1034">
                  <a:moveTo>
                    <a:pt x="882" y="1"/>
                  </a:moveTo>
                  <a:cubicBezTo>
                    <a:pt x="639" y="1"/>
                    <a:pt x="426" y="31"/>
                    <a:pt x="244" y="122"/>
                  </a:cubicBezTo>
                  <a:cubicBezTo>
                    <a:pt x="31" y="183"/>
                    <a:pt x="0" y="274"/>
                    <a:pt x="183" y="274"/>
                  </a:cubicBezTo>
                  <a:cubicBezTo>
                    <a:pt x="236" y="282"/>
                    <a:pt x="289" y="286"/>
                    <a:pt x="342" y="286"/>
                  </a:cubicBezTo>
                  <a:cubicBezTo>
                    <a:pt x="502" y="286"/>
                    <a:pt x="662" y="251"/>
                    <a:pt x="821" y="183"/>
                  </a:cubicBezTo>
                  <a:cubicBezTo>
                    <a:pt x="1004" y="92"/>
                    <a:pt x="1034" y="31"/>
                    <a:pt x="882"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68"/>
            <p:cNvSpPr/>
            <p:nvPr/>
          </p:nvSpPr>
          <p:spPr>
            <a:xfrm>
              <a:off x="5077625" y="3517075"/>
              <a:ext cx="24325" cy="8375"/>
            </a:xfrm>
            <a:custGeom>
              <a:rect b="b" l="l" r="r" t="t"/>
              <a:pathLst>
                <a:path extrusionOk="0" h="335" w="973">
                  <a:moveTo>
                    <a:pt x="821" y="0"/>
                  </a:moveTo>
                  <a:cubicBezTo>
                    <a:pt x="608" y="0"/>
                    <a:pt x="395" y="31"/>
                    <a:pt x="182" y="122"/>
                  </a:cubicBezTo>
                  <a:cubicBezTo>
                    <a:pt x="0" y="213"/>
                    <a:pt x="0" y="304"/>
                    <a:pt x="152" y="335"/>
                  </a:cubicBezTo>
                  <a:cubicBezTo>
                    <a:pt x="365" y="335"/>
                    <a:pt x="578" y="304"/>
                    <a:pt x="760" y="213"/>
                  </a:cubicBezTo>
                  <a:cubicBezTo>
                    <a:pt x="942" y="122"/>
                    <a:pt x="973" y="0"/>
                    <a:pt x="82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68"/>
            <p:cNvSpPr/>
            <p:nvPr/>
          </p:nvSpPr>
          <p:spPr>
            <a:xfrm>
              <a:off x="5141450" y="3523900"/>
              <a:ext cx="23575" cy="9150"/>
            </a:xfrm>
            <a:custGeom>
              <a:rect b="b" l="l" r="r" t="t"/>
              <a:pathLst>
                <a:path extrusionOk="0" h="366" w="943">
                  <a:moveTo>
                    <a:pt x="791" y="1"/>
                  </a:moveTo>
                  <a:cubicBezTo>
                    <a:pt x="578" y="1"/>
                    <a:pt x="365" y="31"/>
                    <a:pt x="183" y="153"/>
                  </a:cubicBezTo>
                  <a:cubicBezTo>
                    <a:pt x="0" y="244"/>
                    <a:pt x="0" y="335"/>
                    <a:pt x="152" y="366"/>
                  </a:cubicBezTo>
                  <a:cubicBezTo>
                    <a:pt x="365" y="366"/>
                    <a:pt x="578" y="305"/>
                    <a:pt x="760" y="214"/>
                  </a:cubicBezTo>
                  <a:cubicBezTo>
                    <a:pt x="912" y="92"/>
                    <a:pt x="943" y="1"/>
                    <a:pt x="791"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68"/>
            <p:cNvSpPr/>
            <p:nvPr/>
          </p:nvSpPr>
          <p:spPr>
            <a:xfrm>
              <a:off x="5204525" y="3529225"/>
              <a:ext cx="22050" cy="10675"/>
            </a:xfrm>
            <a:custGeom>
              <a:rect b="b" l="l" r="r" t="t"/>
              <a:pathLst>
                <a:path extrusionOk="0" h="427" w="882">
                  <a:moveTo>
                    <a:pt x="730" y="1"/>
                  </a:moveTo>
                  <a:cubicBezTo>
                    <a:pt x="517" y="1"/>
                    <a:pt x="335" y="61"/>
                    <a:pt x="152" y="183"/>
                  </a:cubicBezTo>
                  <a:cubicBezTo>
                    <a:pt x="0" y="305"/>
                    <a:pt x="0" y="426"/>
                    <a:pt x="152" y="426"/>
                  </a:cubicBezTo>
                  <a:cubicBezTo>
                    <a:pt x="365" y="426"/>
                    <a:pt x="578" y="365"/>
                    <a:pt x="730" y="244"/>
                  </a:cubicBezTo>
                  <a:cubicBezTo>
                    <a:pt x="882" y="122"/>
                    <a:pt x="882" y="1"/>
                    <a:pt x="730"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68"/>
            <p:cNvSpPr/>
            <p:nvPr/>
          </p:nvSpPr>
          <p:spPr>
            <a:xfrm>
              <a:off x="5266825" y="3533775"/>
              <a:ext cx="22075" cy="11425"/>
            </a:xfrm>
            <a:custGeom>
              <a:rect b="b" l="l" r="r" t="t"/>
              <a:pathLst>
                <a:path extrusionOk="0" h="457" w="883">
                  <a:moveTo>
                    <a:pt x="730" y="1"/>
                  </a:moveTo>
                  <a:cubicBezTo>
                    <a:pt x="517" y="31"/>
                    <a:pt x="305" y="92"/>
                    <a:pt x="153" y="214"/>
                  </a:cubicBezTo>
                  <a:cubicBezTo>
                    <a:pt x="1" y="335"/>
                    <a:pt x="1" y="457"/>
                    <a:pt x="153" y="457"/>
                  </a:cubicBezTo>
                  <a:cubicBezTo>
                    <a:pt x="365" y="457"/>
                    <a:pt x="548" y="396"/>
                    <a:pt x="730" y="244"/>
                  </a:cubicBezTo>
                  <a:cubicBezTo>
                    <a:pt x="882" y="123"/>
                    <a:pt x="882" y="1"/>
                    <a:pt x="730"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68"/>
            <p:cNvSpPr/>
            <p:nvPr/>
          </p:nvSpPr>
          <p:spPr>
            <a:xfrm>
              <a:off x="5327625" y="3536825"/>
              <a:ext cx="21300" cy="12175"/>
            </a:xfrm>
            <a:custGeom>
              <a:rect b="b" l="l" r="r" t="t"/>
              <a:pathLst>
                <a:path extrusionOk="0" h="487" w="852">
                  <a:moveTo>
                    <a:pt x="699" y="1"/>
                  </a:moveTo>
                  <a:cubicBezTo>
                    <a:pt x="487" y="31"/>
                    <a:pt x="304" y="92"/>
                    <a:pt x="152" y="244"/>
                  </a:cubicBezTo>
                  <a:cubicBezTo>
                    <a:pt x="0" y="365"/>
                    <a:pt x="0" y="487"/>
                    <a:pt x="152" y="487"/>
                  </a:cubicBezTo>
                  <a:cubicBezTo>
                    <a:pt x="365" y="487"/>
                    <a:pt x="547" y="396"/>
                    <a:pt x="699" y="274"/>
                  </a:cubicBezTo>
                  <a:cubicBezTo>
                    <a:pt x="851" y="122"/>
                    <a:pt x="851" y="1"/>
                    <a:pt x="699"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68"/>
            <p:cNvSpPr/>
            <p:nvPr/>
          </p:nvSpPr>
          <p:spPr>
            <a:xfrm>
              <a:off x="5387650" y="3538350"/>
              <a:ext cx="20550" cy="12175"/>
            </a:xfrm>
            <a:custGeom>
              <a:rect b="b" l="l" r="r" t="t"/>
              <a:pathLst>
                <a:path extrusionOk="0" h="487" w="822">
                  <a:moveTo>
                    <a:pt x="669" y="0"/>
                  </a:moveTo>
                  <a:cubicBezTo>
                    <a:pt x="456" y="0"/>
                    <a:pt x="274" y="91"/>
                    <a:pt x="153" y="243"/>
                  </a:cubicBezTo>
                  <a:cubicBezTo>
                    <a:pt x="1" y="395"/>
                    <a:pt x="1" y="487"/>
                    <a:pt x="153" y="487"/>
                  </a:cubicBezTo>
                  <a:cubicBezTo>
                    <a:pt x="335" y="487"/>
                    <a:pt x="517" y="395"/>
                    <a:pt x="669" y="243"/>
                  </a:cubicBezTo>
                  <a:cubicBezTo>
                    <a:pt x="821" y="91"/>
                    <a:pt x="821" y="0"/>
                    <a:pt x="669"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68"/>
            <p:cNvSpPr/>
            <p:nvPr/>
          </p:nvSpPr>
          <p:spPr>
            <a:xfrm>
              <a:off x="5444650" y="3536825"/>
              <a:ext cx="20525" cy="12950"/>
            </a:xfrm>
            <a:custGeom>
              <a:rect b="b" l="l" r="r" t="t"/>
              <a:pathLst>
                <a:path extrusionOk="0" h="518" w="821">
                  <a:moveTo>
                    <a:pt x="669" y="1"/>
                  </a:moveTo>
                  <a:cubicBezTo>
                    <a:pt x="456" y="31"/>
                    <a:pt x="304" y="122"/>
                    <a:pt x="152" y="274"/>
                  </a:cubicBezTo>
                  <a:cubicBezTo>
                    <a:pt x="0" y="426"/>
                    <a:pt x="31" y="517"/>
                    <a:pt x="152" y="517"/>
                  </a:cubicBezTo>
                  <a:cubicBezTo>
                    <a:pt x="365" y="487"/>
                    <a:pt x="517" y="396"/>
                    <a:pt x="669" y="244"/>
                  </a:cubicBezTo>
                  <a:cubicBezTo>
                    <a:pt x="821" y="92"/>
                    <a:pt x="821" y="1"/>
                    <a:pt x="669"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68"/>
            <p:cNvSpPr/>
            <p:nvPr/>
          </p:nvSpPr>
          <p:spPr>
            <a:xfrm>
              <a:off x="3152800" y="3486675"/>
              <a:ext cx="11425" cy="12950"/>
            </a:xfrm>
            <a:custGeom>
              <a:rect b="b" l="l" r="r" t="t"/>
              <a:pathLst>
                <a:path extrusionOk="0" h="518" w="457">
                  <a:moveTo>
                    <a:pt x="244" y="0"/>
                  </a:moveTo>
                  <a:cubicBezTo>
                    <a:pt x="92" y="0"/>
                    <a:pt x="1" y="122"/>
                    <a:pt x="1" y="244"/>
                  </a:cubicBezTo>
                  <a:cubicBezTo>
                    <a:pt x="1" y="396"/>
                    <a:pt x="92" y="517"/>
                    <a:pt x="244" y="517"/>
                  </a:cubicBezTo>
                  <a:cubicBezTo>
                    <a:pt x="366" y="517"/>
                    <a:pt x="457" y="396"/>
                    <a:pt x="457" y="274"/>
                  </a:cubicBezTo>
                  <a:cubicBezTo>
                    <a:pt x="457" y="122"/>
                    <a:pt x="366" y="0"/>
                    <a:pt x="24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68"/>
            <p:cNvSpPr/>
            <p:nvPr/>
          </p:nvSpPr>
          <p:spPr>
            <a:xfrm>
              <a:off x="3200675" y="3487425"/>
              <a:ext cx="12950" cy="13700"/>
            </a:xfrm>
            <a:custGeom>
              <a:rect b="b" l="l" r="r" t="t"/>
              <a:pathLst>
                <a:path extrusionOk="0" h="548" w="518">
                  <a:moveTo>
                    <a:pt x="213" y="1"/>
                  </a:moveTo>
                  <a:cubicBezTo>
                    <a:pt x="92" y="1"/>
                    <a:pt x="1" y="122"/>
                    <a:pt x="1" y="274"/>
                  </a:cubicBezTo>
                  <a:cubicBezTo>
                    <a:pt x="1" y="396"/>
                    <a:pt x="92" y="518"/>
                    <a:pt x="213" y="548"/>
                  </a:cubicBezTo>
                  <a:cubicBezTo>
                    <a:pt x="517" y="487"/>
                    <a:pt x="517" y="62"/>
                    <a:pt x="21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68"/>
            <p:cNvSpPr/>
            <p:nvPr/>
          </p:nvSpPr>
          <p:spPr>
            <a:xfrm>
              <a:off x="3246275" y="3488200"/>
              <a:ext cx="14450" cy="13700"/>
            </a:xfrm>
            <a:custGeom>
              <a:rect b="b" l="l" r="r" t="t"/>
              <a:pathLst>
                <a:path extrusionOk="0" h="548" w="578">
                  <a:moveTo>
                    <a:pt x="304" y="0"/>
                  </a:moveTo>
                  <a:cubicBezTo>
                    <a:pt x="0" y="61"/>
                    <a:pt x="0" y="487"/>
                    <a:pt x="304" y="547"/>
                  </a:cubicBezTo>
                  <a:cubicBezTo>
                    <a:pt x="578" y="487"/>
                    <a:pt x="578" y="91"/>
                    <a:pt x="30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68"/>
            <p:cNvSpPr/>
            <p:nvPr/>
          </p:nvSpPr>
          <p:spPr>
            <a:xfrm>
              <a:off x="3295675" y="3489700"/>
              <a:ext cx="11425" cy="13725"/>
            </a:xfrm>
            <a:custGeom>
              <a:rect b="b" l="l" r="r" t="t"/>
              <a:pathLst>
                <a:path extrusionOk="0" h="549" w="457">
                  <a:moveTo>
                    <a:pt x="243" y="1"/>
                  </a:moveTo>
                  <a:cubicBezTo>
                    <a:pt x="91" y="1"/>
                    <a:pt x="0" y="123"/>
                    <a:pt x="0" y="275"/>
                  </a:cubicBezTo>
                  <a:cubicBezTo>
                    <a:pt x="0" y="396"/>
                    <a:pt x="91" y="518"/>
                    <a:pt x="213" y="548"/>
                  </a:cubicBezTo>
                  <a:cubicBezTo>
                    <a:pt x="365" y="518"/>
                    <a:pt x="456" y="396"/>
                    <a:pt x="456" y="275"/>
                  </a:cubicBezTo>
                  <a:cubicBezTo>
                    <a:pt x="456" y="123"/>
                    <a:pt x="365" y="1"/>
                    <a:pt x="24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68"/>
            <p:cNvSpPr/>
            <p:nvPr/>
          </p:nvSpPr>
          <p:spPr>
            <a:xfrm>
              <a:off x="3342775" y="3490475"/>
              <a:ext cx="12200" cy="13700"/>
            </a:xfrm>
            <a:custGeom>
              <a:rect b="b" l="l" r="r" t="t"/>
              <a:pathLst>
                <a:path extrusionOk="0" h="548" w="488">
                  <a:moveTo>
                    <a:pt x="274" y="0"/>
                  </a:moveTo>
                  <a:cubicBezTo>
                    <a:pt x="122" y="0"/>
                    <a:pt x="31" y="122"/>
                    <a:pt x="31" y="274"/>
                  </a:cubicBezTo>
                  <a:cubicBezTo>
                    <a:pt x="1" y="396"/>
                    <a:pt x="92" y="517"/>
                    <a:pt x="244" y="548"/>
                  </a:cubicBezTo>
                  <a:cubicBezTo>
                    <a:pt x="365" y="548"/>
                    <a:pt x="457" y="426"/>
                    <a:pt x="457" y="274"/>
                  </a:cubicBezTo>
                  <a:cubicBezTo>
                    <a:pt x="487" y="122"/>
                    <a:pt x="396" y="0"/>
                    <a:pt x="27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68"/>
            <p:cNvSpPr/>
            <p:nvPr/>
          </p:nvSpPr>
          <p:spPr>
            <a:xfrm>
              <a:off x="3390650" y="3491225"/>
              <a:ext cx="11425" cy="14475"/>
            </a:xfrm>
            <a:custGeom>
              <a:rect b="b" l="l" r="r" t="t"/>
              <a:pathLst>
                <a:path extrusionOk="0" h="579" w="457">
                  <a:moveTo>
                    <a:pt x="244" y="1"/>
                  </a:moveTo>
                  <a:cubicBezTo>
                    <a:pt x="122" y="31"/>
                    <a:pt x="31" y="153"/>
                    <a:pt x="31" y="274"/>
                  </a:cubicBezTo>
                  <a:cubicBezTo>
                    <a:pt x="1" y="426"/>
                    <a:pt x="92" y="548"/>
                    <a:pt x="244" y="578"/>
                  </a:cubicBezTo>
                  <a:cubicBezTo>
                    <a:pt x="365" y="578"/>
                    <a:pt x="457" y="457"/>
                    <a:pt x="457" y="305"/>
                  </a:cubicBezTo>
                  <a:cubicBezTo>
                    <a:pt x="457" y="153"/>
                    <a:pt x="365" y="1"/>
                    <a:pt x="24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68"/>
            <p:cNvSpPr/>
            <p:nvPr/>
          </p:nvSpPr>
          <p:spPr>
            <a:xfrm>
              <a:off x="3438525" y="3492750"/>
              <a:ext cx="11425" cy="13700"/>
            </a:xfrm>
            <a:custGeom>
              <a:rect b="b" l="l" r="r" t="t"/>
              <a:pathLst>
                <a:path extrusionOk="0" h="548" w="457">
                  <a:moveTo>
                    <a:pt x="244" y="1"/>
                  </a:moveTo>
                  <a:cubicBezTo>
                    <a:pt x="122" y="1"/>
                    <a:pt x="1" y="122"/>
                    <a:pt x="31" y="274"/>
                  </a:cubicBezTo>
                  <a:cubicBezTo>
                    <a:pt x="1" y="396"/>
                    <a:pt x="92" y="517"/>
                    <a:pt x="213" y="548"/>
                  </a:cubicBezTo>
                  <a:cubicBezTo>
                    <a:pt x="335" y="548"/>
                    <a:pt x="426" y="426"/>
                    <a:pt x="456" y="274"/>
                  </a:cubicBezTo>
                  <a:cubicBezTo>
                    <a:pt x="456" y="122"/>
                    <a:pt x="365" y="1"/>
                    <a:pt x="24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68"/>
            <p:cNvSpPr/>
            <p:nvPr/>
          </p:nvSpPr>
          <p:spPr>
            <a:xfrm>
              <a:off x="3486400" y="3493500"/>
              <a:ext cx="11425" cy="14475"/>
            </a:xfrm>
            <a:custGeom>
              <a:rect b="b" l="l" r="r" t="t"/>
              <a:pathLst>
                <a:path extrusionOk="0" h="579" w="457">
                  <a:moveTo>
                    <a:pt x="244" y="1"/>
                  </a:moveTo>
                  <a:cubicBezTo>
                    <a:pt x="92" y="1"/>
                    <a:pt x="0" y="123"/>
                    <a:pt x="0" y="275"/>
                  </a:cubicBezTo>
                  <a:cubicBezTo>
                    <a:pt x="0" y="427"/>
                    <a:pt x="92" y="578"/>
                    <a:pt x="213" y="578"/>
                  </a:cubicBezTo>
                  <a:cubicBezTo>
                    <a:pt x="335" y="578"/>
                    <a:pt x="426" y="457"/>
                    <a:pt x="456" y="305"/>
                  </a:cubicBezTo>
                  <a:cubicBezTo>
                    <a:pt x="456" y="123"/>
                    <a:pt x="365" y="1"/>
                    <a:pt x="24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68"/>
            <p:cNvSpPr/>
            <p:nvPr/>
          </p:nvSpPr>
          <p:spPr>
            <a:xfrm>
              <a:off x="3533525" y="3494275"/>
              <a:ext cx="12175" cy="14450"/>
            </a:xfrm>
            <a:custGeom>
              <a:rect b="b" l="l" r="r" t="t"/>
              <a:pathLst>
                <a:path extrusionOk="0" h="578" w="487">
                  <a:moveTo>
                    <a:pt x="274" y="0"/>
                  </a:moveTo>
                  <a:cubicBezTo>
                    <a:pt x="122" y="31"/>
                    <a:pt x="30" y="152"/>
                    <a:pt x="30" y="274"/>
                  </a:cubicBezTo>
                  <a:cubicBezTo>
                    <a:pt x="0" y="426"/>
                    <a:pt x="91" y="547"/>
                    <a:pt x="213" y="578"/>
                  </a:cubicBezTo>
                  <a:cubicBezTo>
                    <a:pt x="334" y="578"/>
                    <a:pt x="456" y="456"/>
                    <a:pt x="456" y="304"/>
                  </a:cubicBezTo>
                  <a:cubicBezTo>
                    <a:pt x="486" y="152"/>
                    <a:pt x="395" y="0"/>
                    <a:pt x="27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68"/>
            <p:cNvSpPr/>
            <p:nvPr/>
          </p:nvSpPr>
          <p:spPr>
            <a:xfrm>
              <a:off x="3581375" y="3495700"/>
              <a:ext cx="11425" cy="14550"/>
            </a:xfrm>
            <a:custGeom>
              <a:rect b="b" l="l" r="r" t="t"/>
              <a:pathLst>
                <a:path extrusionOk="0" h="582" w="457">
                  <a:moveTo>
                    <a:pt x="243" y="0"/>
                  </a:moveTo>
                  <a:cubicBezTo>
                    <a:pt x="133" y="0"/>
                    <a:pt x="31" y="139"/>
                    <a:pt x="31" y="278"/>
                  </a:cubicBezTo>
                  <a:cubicBezTo>
                    <a:pt x="1" y="430"/>
                    <a:pt x="92" y="582"/>
                    <a:pt x="214" y="582"/>
                  </a:cubicBezTo>
                  <a:cubicBezTo>
                    <a:pt x="335" y="582"/>
                    <a:pt x="426" y="430"/>
                    <a:pt x="457" y="278"/>
                  </a:cubicBezTo>
                  <a:cubicBezTo>
                    <a:pt x="457" y="126"/>
                    <a:pt x="396" y="4"/>
                    <a:pt x="275" y="4"/>
                  </a:cubicBezTo>
                  <a:cubicBezTo>
                    <a:pt x="264" y="2"/>
                    <a:pt x="253" y="0"/>
                    <a:pt x="24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68"/>
            <p:cNvSpPr/>
            <p:nvPr/>
          </p:nvSpPr>
          <p:spPr>
            <a:xfrm>
              <a:off x="3629250" y="3496550"/>
              <a:ext cx="11425" cy="14475"/>
            </a:xfrm>
            <a:custGeom>
              <a:rect b="b" l="l" r="r" t="t"/>
              <a:pathLst>
                <a:path extrusionOk="0" h="579" w="457">
                  <a:moveTo>
                    <a:pt x="274" y="1"/>
                  </a:moveTo>
                  <a:cubicBezTo>
                    <a:pt x="122" y="1"/>
                    <a:pt x="1" y="122"/>
                    <a:pt x="1" y="274"/>
                  </a:cubicBezTo>
                  <a:cubicBezTo>
                    <a:pt x="1" y="456"/>
                    <a:pt x="92" y="578"/>
                    <a:pt x="214" y="578"/>
                  </a:cubicBezTo>
                  <a:cubicBezTo>
                    <a:pt x="335" y="578"/>
                    <a:pt x="426" y="456"/>
                    <a:pt x="457" y="305"/>
                  </a:cubicBezTo>
                  <a:cubicBezTo>
                    <a:pt x="457" y="122"/>
                    <a:pt x="396" y="1"/>
                    <a:pt x="27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68"/>
            <p:cNvSpPr/>
            <p:nvPr/>
          </p:nvSpPr>
          <p:spPr>
            <a:xfrm>
              <a:off x="3676375" y="3497300"/>
              <a:ext cx="12175" cy="15225"/>
            </a:xfrm>
            <a:custGeom>
              <a:rect b="b" l="l" r="r" t="t"/>
              <a:pathLst>
                <a:path extrusionOk="0" h="609" w="487">
                  <a:moveTo>
                    <a:pt x="274" y="1"/>
                  </a:moveTo>
                  <a:cubicBezTo>
                    <a:pt x="152" y="31"/>
                    <a:pt x="31" y="153"/>
                    <a:pt x="31" y="305"/>
                  </a:cubicBezTo>
                  <a:cubicBezTo>
                    <a:pt x="0" y="457"/>
                    <a:pt x="92" y="609"/>
                    <a:pt x="213" y="609"/>
                  </a:cubicBezTo>
                  <a:cubicBezTo>
                    <a:pt x="335" y="609"/>
                    <a:pt x="456" y="457"/>
                    <a:pt x="456" y="305"/>
                  </a:cubicBezTo>
                  <a:cubicBezTo>
                    <a:pt x="487" y="153"/>
                    <a:pt x="396" y="1"/>
                    <a:pt x="27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68"/>
            <p:cNvSpPr/>
            <p:nvPr/>
          </p:nvSpPr>
          <p:spPr>
            <a:xfrm>
              <a:off x="3724250" y="3498725"/>
              <a:ext cx="12175" cy="14575"/>
            </a:xfrm>
            <a:custGeom>
              <a:rect b="b" l="l" r="r" t="t"/>
              <a:pathLst>
                <a:path extrusionOk="0" h="583" w="487">
                  <a:moveTo>
                    <a:pt x="242" y="1"/>
                  </a:moveTo>
                  <a:cubicBezTo>
                    <a:pt x="132" y="1"/>
                    <a:pt x="31" y="140"/>
                    <a:pt x="31" y="278"/>
                  </a:cubicBezTo>
                  <a:cubicBezTo>
                    <a:pt x="0" y="461"/>
                    <a:pt x="92" y="582"/>
                    <a:pt x="213" y="582"/>
                  </a:cubicBezTo>
                  <a:cubicBezTo>
                    <a:pt x="335" y="582"/>
                    <a:pt x="426" y="461"/>
                    <a:pt x="456" y="278"/>
                  </a:cubicBezTo>
                  <a:cubicBezTo>
                    <a:pt x="487" y="126"/>
                    <a:pt x="395" y="5"/>
                    <a:pt x="274" y="5"/>
                  </a:cubicBezTo>
                  <a:cubicBezTo>
                    <a:pt x="263" y="2"/>
                    <a:pt x="253" y="1"/>
                    <a:pt x="242"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68"/>
            <p:cNvSpPr/>
            <p:nvPr/>
          </p:nvSpPr>
          <p:spPr>
            <a:xfrm>
              <a:off x="3772125" y="3499600"/>
              <a:ext cx="11425" cy="15225"/>
            </a:xfrm>
            <a:custGeom>
              <a:rect b="b" l="l" r="r" t="t"/>
              <a:pathLst>
                <a:path extrusionOk="0" h="609" w="457">
                  <a:moveTo>
                    <a:pt x="274" y="0"/>
                  </a:moveTo>
                  <a:cubicBezTo>
                    <a:pt x="122" y="31"/>
                    <a:pt x="31" y="152"/>
                    <a:pt x="0" y="304"/>
                  </a:cubicBezTo>
                  <a:cubicBezTo>
                    <a:pt x="0" y="456"/>
                    <a:pt x="91" y="608"/>
                    <a:pt x="183" y="608"/>
                  </a:cubicBezTo>
                  <a:cubicBezTo>
                    <a:pt x="304" y="608"/>
                    <a:pt x="426" y="456"/>
                    <a:pt x="456" y="304"/>
                  </a:cubicBezTo>
                  <a:cubicBezTo>
                    <a:pt x="456" y="122"/>
                    <a:pt x="395" y="0"/>
                    <a:pt x="27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68"/>
            <p:cNvSpPr/>
            <p:nvPr/>
          </p:nvSpPr>
          <p:spPr>
            <a:xfrm>
              <a:off x="3826825" y="3501100"/>
              <a:ext cx="17500" cy="15225"/>
            </a:xfrm>
            <a:custGeom>
              <a:rect b="b" l="l" r="r" t="t"/>
              <a:pathLst>
                <a:path extrusionOk="0" h="609" w="700">
                  <a:moveTo>
                    <a:pt x="396" y="1"/>
                  </a:moveTo>
                  <a:cubicBezTo>
                    <a:pt x="214" y="1"/>
                    <a:pt x="62" y="123"/>
                    <a:pt x="1" y="305"/>
                  </a:cubicBezTo>
                  <a:cubicBezTo>
                    <a:pt x="1" y="457"/>
                    <a:pt x="122" y="609"/>
                    <a:pt x="305" y="609"/>
                  </a:cubicBezTo>
                  <a:cubicBezTo>
                    <a:pt x="487" y="609"/>
                    <a:pt x="639" y="487"/>
                    <a:pt x="669" y="305"/>
                  </a:cubicBezTo>
                  <a:cubicBezTo>
                    <a:pt x="700" y="153"/>
                    <a:pt x="548" y="1"/>
                    <a:pt x="396"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68"/>
            <p:cNvSpPr/>
            <p:nvPr/>
          </p:nvSpPr>
          <p:spPr>
            <a:xfrm>
              <a:off x="3898325" y="3502625"/>
              <a:ext cx="17450" cy="14575"/>
            </a:xfrm>
            <a:custGeom>
              <a:rect b="b" l="l" r="r" t="t"/>
              <a:pathLst>
                <a:path extrusionOk="0" h="583" w="698">
                  <a:moveTo>
                    <a:pt x="423" y="1"/>
                  </a:moveTo>
                  <a:cubicBezTo>
                    <a:pt x="241" y="1"/>
                    <a:pt x="89" y="122"/>
                    <a:pt x="28" y="305"/>
                  </a:cubicBezTo>
                  <a:cubicBezTo>
                    <a:pt x="1" y="443"/>
                    <a:pt x="125" y="582"/>
                    <a:pt x="262" y="582"/>
                  </a:cubicBezTo>
                  <a:cubicBezTo>
                    <a:pt x="275" y="582"/>
                    <a:pt x="289" y="581"/>
                    <a:pt x="302" y="578"/>
                  </a:cubicBezTo>
                  <a:cubicBezTo>
                    <a:pt x="484" y="578"/>
                    <a:pt x="636" y="457"/>
                    <a:pt x="667" y="305"/>
                  </a:cubicBezTo>
                  <a:cubicBezTo>
                    <a:pt x="697" y="153"/>
                    <a:pt x="575" y="1"/>
                    <a:pt x="42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68"/>
            <p:cNvSpPr/>
            <p:nvPr/>
          </p:nvSpPr>
          <p:spPr>
            <a:xfrm>
              <a:off x="3966725" y="3502525"/>
              <a:ext cx="17300" cy="13900"/>
            </a:xfrm>
            <a:custGeom>
              <a:rect b="b" l="l" r="r" t="t"/>
              <a:pathLst>
                <a:path extrusionOk="0" h="556" w="692">
                  <a:moveTo>
                    <a:pt x="462" y="1"/>
                  </a:moveTo>
                  <a:cubicBezTo>
                    <a:pt x="449" y="1"/>
                    <a:pt x="436" y="2"/>
                    <a:pt x="423" y="5"/>
                  </a:cubicBezTo>
                  <a:cubicBezTo>
                    <a:pt x="241" y="5"/>
                    <a:pt x="89" y="126"/>
                    <a:pt x="28" y="278"/>
                  </a:cubicBezTo>
                  <a:cubicBezTo>
                    <a:pt x="0" y="417"/>
                    <a:pt x="99" y="556"/>
                    <a:pt x="232" y="556"/>
                  </a:cubicBezTo>
                  <a:cubicBezTo>
                    <a:pt x="245" y="556"/>
                    <a:pt x="258" y="554"/>
                    <a:pt x="271" y="552"/>
                  </a:cubicBezTo>
                  <a:cubicBezTo>
                    <a:pt x="454" y="552"/>
                    <a:pt x="575" y="430"/>
                    <a:pt x="636" y="278"/>
                  </a:cubicBezTo>
                  <a:cubicBezTo>
                    <a:pt x="691" y="140"/>
                    <a:pt x="595" y="1"/>
                    <a:pt x="462"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68"/>
            <p:cNvSpPr/>
            <p:nvPr/>
          </p:nvSpPr>
          <p:spPr>
            <a:xfrm>
              <a:off x="4032000" y="3501100"/>
              <a:ext cx="16750" cy="12950"/>
            </a:xfrm>
            <a:custGeom>
              <a:rect b="b" l="l" r="r" t="t"/>
              <a:pathLst>
                <a:path extrusionOk="0" h="518" w="670">
                  <a:moveTo>
                    <a:pt x="426" y="1"/>
                  </a:moveTo>
                  <a:cubicBezTo>
                    <a:pt x="274" y="31"/>
                    <a:pt x="122" y="123"/>
                    <a:pt x="31" y="274"/>
                  </a:cubicBezTo>
                  <a:cubicBezTo>
                    <a:pt x="1" y="426"/>
                    <a:pt x="92" y="518"/>
                    <a:pt x="244" y="518"/>
                  </a:cubicBezTo>
                  <a:cubicBezTo>
                    <a:pt x="396" y="518"/>
                    <a:pt x="548" y="396"/>
                    <a:pt x="609" y="244"/>
                  </a:cubicBezTo>
                  <a:cubicBezTo>
                    <a:pt x="669" y="123"/>
                    <a:pt x="609" y="1"/>
                    <a:pt x="426"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68"/>
            <p:cNvSpPr/>
            <p:nvPr/>
          </p:nvSpPr>
          <p:spPr>
            <a:xfrm>
              <a:off x="4094325" y="3498825"/>
              <a:ext cx="17500" cy="11425"/>
            </a:xfrm>
            <a:custGeom>
              <a:rect b="b" l="l" r="r" t="t"/>
              <a:pathLst>
                <a:path extrusionOk="0" h="457" w="700">
                  <a:moveTo>
                    <a:pt x="486" y="1"/>
                  </a:moveTo>
                  <a:cubicBezTo>
                    <a:pt x="304" y="1"/>
                    <a:pt x="152" y="92"/>
                    <a:pt x="61" y="244"/>
                  </a:cubicBezTo>
                  <a:cubicBezTo>
                    <a:pt x="0" y="396"/>
                    <a:pt x="61" y="457"/>
                    <a:pt x="213" y="457"/>
                  </a:cubicBezTo>
                  <a:cubicBezTo>
                    <a:pt x="395" y="457"/>
                    <a:pt x="547" y="365"/>
                    <a:pt x="608" y="214"/>
                  </a:cubicBezTo>
                  <a:cubicBezTo>
                    <a:pt x="699" y="92"/>
                    <a:pt x="638" y="1"/>
                    <a:pt x="486"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68"/>
            <p:cNvSpPr/>
            <p:nvPr/>
          </p:nvSpPr>
          <p:spPr>
            <a:xfrm>
              <a:off x="4154350" y="3495025"/>
              <a:ext cx="19025" cy="11425"/>
            </a:xfrm>
            <a:custGeom>
              <a:rect b="b" l="l" r="r" t="t"/>
              <a:pathLst>
                <a:path extrusionOk="0" h="457" w="761">
                  <a:moveTo>
                    <a:pt x="547" y="1"/>
                  </a:moveTo>
                  <a:cubicBezTo>
                    <a:pt x="365" y="31"/>
                    <a:pt x="213" y="122"/>
                    <a:pt x="91" y="244"/>
                  </a:cubicBezTo>
                  <a:cubicBezTo>
                    <a:pt x="0" y="366"/>
                    <a:pt x="61" y="457"/>
                    <a:pt x="213" y="457"/>
                  </a:cubicBezTo>
                  <a:cubicBezTo>
                    <a:pt x="395" y="426"/>
                    <a:pt x="547" y="335"/>
                    <a:pt x="669" y="214"/>
                  </a:cubicBezTo>
                  <a:cubicBezTo>
                    <a:pt x="760" y="92"/>
                    <a:pt x="699" y="1"/>
                    <a:pt x="547"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68"/>
            <p:cNvSpPr/>
            <p:nvPr/>
          </p:nvSpPr>
          <p:spPr>
            <a:xfrm>
              <a:off x="4214375" y="3491225"/>
              <a:ext cx="19025" cy="9900"/>
            </a:xfrm>
            <a:custGeom>
              <a:rect b="b" l="l" r="r" t="t"/>
              <a:pathLst>
                <a:path extrusionOk="0" h="396" w="761">
                  <a:moveTo>
                    <a:pt x="578" y="1"/>
                  </a:moveTo>
                  <a:cubicBezTo>
                    <a:pt x="396" y="31"/>
                    <a:pt x="244" y="92"/>
                    <a:pt x="92" y="214"/>
                  </a:cubicBezTo>
                  <a:cubicBezTo>
                    <a:pt x="1" y="335"/>
                    <a:pt x="31" y="396"/>
                    <a:pt x="183" y="396"/>
                  </a:cubicBezTo>
                  <a:cubicBezTo>
                    <a:pt x="365" y="366"/>
                    <a:pt x="517" y="305"/>
                    <a:pt x="639" y="183"/>
                  </a:cubicBezTo>
                  <a:cubicBezTo>
                    <a:pt x="760" y="62"/>
                    <a:pt x="730" y="1"/>
                    <a:pt x="578"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68"/>
            <p:cNvSpPr/>
            <p:nvPr/>
          </p:nvSpPr>
          <p:spPr>
            <a:xfrm>
              <a:off x="4273650" y="3487425"/>
              <a:ext cx="19775" cy="8400"/>
            </a:xfrm>
            <a:custGeom>
              <a:rect b="b" l="l" r="r" t="t"/>
              <a:pathLst>
                <a:path extrusionOk="0" h="336" w="791">
                  <a:moveTo>
                    <a:pt x="608" y="1"/>
                  </a:moveTo>
                  <a:cubicBezTo>
                    <a:pt x="426" y="31"/>
                    <a:pt x="274" y="92"/>
                    <a:pt x="122" y="183"/>
                  </a:cubicBezTo>
                  <a:cubicBezTo>
                    <a:pt x="0" y="305"/>
                    <a:pt x="0" y="335"/>
                    <a:pt x="152" y="335"/>
                  </a:cubicBezTo>
                  <a:cubicBezTo>
                    <a:pt x="335" y="335"/>
                    <a:pt x="517" y="244"/>
                    <a:pt x="669" y="153"/>
                  </a:cubicBezTo>
                  <a:cubicBezTo>
                    <a:pt x="791" y="62"/>
                    <a:pt x="760" y="1"/>
                    <a:pt x="608"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68"/>
            <p:cNvSpPr/>
            <p:nvPr/>
          </p:nvSpPr>
          <p:spPr>
            <a:xfrm>
              <a:off x="4332925" y="3483625"/>
              <a:ext cx="21300" cy="7625"/>
            </a:xfrm>
            <a:custGeom>
              <a:rect b="b" l="l" r="r" t="t"/>
              <a:pathLst>
                <a:path extrusionOk="0" h="305" w="852">
                  <a:moveTo>
                    <a:pt x="699" y="1"/>
                  </a:moveTo>
                  <a:cubicBezTo>
                    <a:pt x="487" y="1"/>
                    <a:pt x="304" y="62"/>
                    <a:pt x="152" y="183"/>
                  </a:cubicBezTo>
                  <a:cubicBezTo>
                    <a:pt x="0" y="244"/>
                    <a:pt x="0" y="305"/>
                    <a:pt x="152" y="305"/>
                  </a:cubicBezTo>
                  <a:cubicBezTo>
                    <a:pt x="335" y="274"/>
                    <a:pt x="517" y="214"/>
                    <a:pt x="699" y="122"/>
                  </a:cubicBezTo>
                  <a:cubicBezTo>
                    <a:pt x="851" y="31"/>
                    <a:pt x="851" y="1"/>
                    <a:pt x="699"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68"/>
            <p:cNvSpPr/>
            <p:nvPr/>
          </p:nvSpPr>
          <p:spPr>
            <a:xfrm>
              <a:off x="4392950" y="3479825"/>
              <a:ext cx="22075" cy="6875"/>
            </a:xfrm>
            <a:custGeom>
              <a:rect b="b" l="l" r="r" t="t"/>
              <a:pathLst>
                <a:path extrusionOk="0" h="275" w="883">
                  <a:moveTo>
                    <a:pt x="730" y="1"/>
                  </a:moveTo>
                  <a:cubicBezTo>
                    <a:pt x="517" y="31"/>
                    <a:pt x="335" y="92"/>
                    <a:pt x="153" y="153"/>
                  </a:cubicBezTo>
                  <a:cubicBezTo>
                    <a:pt x="1" y="244"/>
                    <a:pt x="1" y="274"/>
                    <a:pt x="153" y="274"/>
                  </a:cubicBezTo>
                  <a:cubicBezTo>
                    <a:pt x="365" y="244"/>
                    <a:pt x="548" y="214"/>
                    <a:pt x="730" y="122"/>
                  </a:cubicBezTo>
                  <a:cubicBezTo>
                    <a:pt x="882" y="62"/>
                    <a:pt x="882" y="1"/>
                    <a:pt x="730"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68"/>
            <p:cNvSpPr/>
            <p:nvPr/>
          </p:nvSpPr>
          <p:spPr>
            <a:xfrm>
              <a:off x="4454500" y="3477550"/>
              <a:ext cx="24350" cy="5350"/>
            </a:xfrm>
            <a:custGeom>
              <a:rect b="b" l="l" r="r" t="t"/>
              <a:pathLst>
                <a:path extrusionOk="0" h="214" w="974">
                  <a:moveTo>
                    <a:pt x="821" y="1"/>
                  </a:moveTo>
                  <a:cubicBezTo>
                    <a:pt x="609" y="1"/>
                    <a:pt x="396" y="61"/>
                    <a:pt x="213" y="122"/>
                  </a:cubicBezTo>
                  <a:cubicBezTo>
                    <a:pt x="31" y="183"/>
                    <a:pt x="1" y="213"/>
                    <a:pt x="183" y="213"/>
                  </a:cubicBezTo>
                  <a:cubicBezTo>
                    <a:pt x="365" y="213"/>
                    <a:pt x="578" y="153"/>
                    <a:pt x="791" y="92"/>
                  </a:cubicBezTo>
                  <a:cubicBezTo>
                    <a:pt x="973" y="31"/>
                    <a:pt x="973" y="1"/>
                    <a:pt x="821"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68"/>
            <p:cNvSpPr/>
            <p:nvPr/>
          </p:nvSpPr>
          <p:spPr>
            <a:xfrm>
              <a:off x="4519100" y="3476025"/>
              <a:ext cx="25100" cy="4600"/>
            </a:xfrm>
            <a:custGeom>
              <a:rect b="b" l="l" r="r" t="t"/>
              <a:pathLst>
                <a:path extrusionOk="0" h="184" w="1004">
                  <a:moveTo>
                    <a:pt x="851" y="1"/>
                  </a:moveTo>
                  <a:cubicBezTo>
                    <a:pt x="639" y="1"/>
                    <a:pt x="426" y="31"/>
                    <a:pt x="213" y="92"/>
                  </a:cubicBezTo>
                  <a:cubicBezTo>
                    <a:pt x="0" y="153"/>
                    <a:pt x="0" y="183"/>
                    <a:pt x="152" y="183"/>
                  </a:cubicBezTo>
                  <a:cubicBezTo>
                    <a:pt x="365" y="183"/>
                    <a:pt x="578" y="153"/>
                    <a:pt x="821" y="92"/>
                  </a:cubicBezTo>
                  <a:cubicBezTo>
                    <a:pt x="1003" y="31"/>
                    <a:pt x="1003" y="1"/>
                    <a:pt x="851"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68"/>
            <p:cNvSpPr/>
            <p:nvPr/>
          </p:nvSpPr>
          <p:spPr>
            <a:xfrm>
              <a:off x="4585975" y="3476025"/>
              <a:ext cx="27375" cy="4600"/>
            </a:xfrm>
            <a:custGeom>
              <a:rect b="b" l="l" r="r" t="t"/>
              <a:pathLst>
                <a:path extrusionOk="0" h="184" w="1095">
                  <a:moveTo>
                    <a:pt x="912" y="1"/>
                  </a:moveTo>
                  <a:cubicBezTo>
                    <a:pt x="699" y="1"/>
                    <a:pt x="456" y="31"/>
                    <a:pt x="243" y="92"/>
                  </a:cubicBezTo>
                  <a:cubicBezTo>
                    <a:pt x="30" y="122"/>
                    <a:pt x="0" y="183"/>
                    <a:pt x="182" y="183"/>
                  </a:cubicBezTo>
                  <a:cubicBezTo>
                    <a:pt x="426" y="153"/>
                    <a:pt x="638" y="153"/>
                    <a:pt x="882" y="92"/>
                  </a:cubicBezTo>
                  <a:cubicBezTo>
                    <a:pt x="1094" y="62"/>
                    <a:pt x="1094" y="1"/>
                    <a:pt x="912"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68"/>
            <p:cNvSpPr/>
            <p:nvPr/>
          </p:nvSpPr>
          <p:spPr>
            <a:xfrm>
              <a:off x="4657400" y="3477550"/>
              <a:ext cx="28125" cy="3825"/>
            </a:xfrm>
            <a:custGeom>
              <a:rect b="b" l="l" r="r" t="t"/>
              <a:pathLst>
                <a:path extrusionOk="0" h="153" w="1125">
                  <a:moveTo>
                    <a:pt x="943" y="1"/>
                  </a:moveTo>
                  <a:cubicBezTo>
                    <a:pt x="699" y="1"/>
                    <a:pt x="456" y="1"/>
                    <a:pt x="243" y="61"/>
                  </a:cubicBezTo>
                  <a:cubicBezTo>
                    <a:pt x="31" y="92"/>
                    <a:pt x="0" y="153"/>
                    <a:pt x="183" y="153"/>
                  </a:cubicBezTo>
                  <a:cubicBezTo>
                    <a:pt x="426" y="153"/>
                    <a:pt x="669" y="122"/>
                    <a:pt x="912" y="92"/>
                  </a:cubicBezTo>
                  <a:cubicBezTo>
                    <a:pt x="1125" y="31"/>
                    <a:pt x="1125" y="1"/>
                    <a:pt x="94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68"/>
            <p:cNvSpPr/>
            <p:nvPr/>
          </p:nvSpPr>
          <p:spPr>
            <a:xfrm>
              <a:off x="4721225" y="3476800"/>
              <a:ext cx="25850" cy="3825"/>
            </a:xfrm>
            <a:custGeom>
              <a:rect b="b" l="l" r="r" t="t"/>
              <a:pathLst>
                <a:path extrusionOk="0" h="153" w="1034">
                  <a:moveTo>
                    <a:pt x="882" y="0"/>
                  </a:moveTo>
                  <a:cubicBezTo>
                    <a:pt x="669" y="0"/>
                    <a:pt x="456" y="31"/>
                    <a:pt x="274" y="91"/>
                  </a:cubicBezTo>
                  <a:cubicBezTo>
                    <a:pt x="61" y="122"/>
                    <a:pt x="1" y="152"/>
                    <a:pt x="122" y="152"/>
                  </a:cubicBezTo>
                  <a:cubicBezTo>
                    <a:pt x="335" y="122"/>
                    <a:pt x="548" y="91"/>
                    <a:pt x="760" y="61"/>
                  </a:cubicBezTo>
                  <a:cubicBezTo>
                    <a:pt x="973" y="0"/>
                    <a:pt x="1034" y="0"/>
                    <a:pt x="882"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68"/>
            <p:cNvSpPr/>
            <p:nvPr/>
          </p:nvSpPr>
          <p:spPr>
            <a:xfrm>
              <a:off x="4777450" y="3473750"/>
              <a:ext cx="25875" cy="4600"/>
            </a:xfrm>
            <a:custGeom>
              <a:rect b="b" l="l" r="r" t="t"/>
              <a:pathLst>
                <a:path extrusionOk="0" h="184" w="1035">
                  <a:moveTo>
                    <a:pt x="913" y="1"/>
                  </a:moveTo>
                  <a:cubicBezTo>
                    <a:pt x="700" y="31"/>
                    <a:pt x="487" y="61"/>
                    <a:pt x="274" y="92"/>
                  </a:cubicBezTo>
                  <a:cubicBezTo>
                    <a:pt x="62" y="153"/>
                    <a:pt x="1" y="183"/>
                    <a:pt x="153" y="183"/>
                  </a:cubicBezTo>
                  <a:cubicBezTo>
                    <a:pt x="366" y="183"/>
                    <a:pt x="578" y="153"/>
                    <a:pt x="791" y="92"/>
                  </a:cubicBezTo>
                  <a:cubicBezTo>
                    <a:pt x="1004" y="61"/>
                    <a:pt x="1034" y="1"/>
                    <a:pt x="91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68"/>
            <p:cNvSpPr/>
            <p:nvPr/>
          </p:nvSpPr>
          <p:spPr>
            <a:xfrm>
              <a:off x="4835975" y="3473750"/>
              <a:ext cx="25100" cy="4600"/>
            </a:xfrm>
            <a:custGeom>
              <a:rect b="b" l="l" r="r" t="t"/>
              <a:pathLst>
                <a:path extrusionOk="0" h="184" w="1004">
                  <a:moveTo>
                    <a:pt x="851" y="1"/>
                  </a:moveTo>
                  <a:cubicBezTo>
                    <a:pt x="639" y="1"/>
                    <a:pt x="456" y="31"/>
                    <a:pt x="243" y="92"/>
                  </a:cubicBezTo>
                  <a:cubicBezTo>
                    <a:pt x="31" y="153"/>
                    <a:pt x="0" y="183"/>
                    <a:pt x="152" y="183"/>
                  </a:cubicBezTo>
                  <a:cubicBezTo>
                    <a:pt x="365" y="183"/>
                    <a:pt x="578" y="153"/>
                    <a:pt x="791" y="92"/>
                  </a:cubicBezTo>
                  <a:cubicBezTo>
                    <a:pt x="973" y="31"/>
                    <a:pt x="1003" y="1"/>
                    <a:pt x="851"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68"/>
            <p:cNvSpPr/>
            <p:nvPr/>
          </p:nvSpPr>
          <p:spPr>
            <a:xfrm>
              <a:off x="4895250" y="3474525"/>
              <a:ext cx="24325" cy="6100"/>
            </a:xfrm>
            <a:custGeom>
              <a:rect b="b" l="l" r="r" t="t"/>
              <a:pathLst>
                <a:path extrusionOk="0" h="244" w="973">
                  <a:moveTo>
                    <a:pt x="851" y="0"/>
                  </a:moveTo>
                  <a:cubicBezTo>
                    <a:pt x="638" y="0"/>
                    <a:pt x="426" y="61"/>
                    <a:pt x="213" y="122"/>
                  </a:cubicBezTo>
                  <a:cubicBezTo>
                    <a:pt x="31" y="182"/>
                    <a:pt x="0" y="243"/>
                    <a:pt x="122" y="243"/>
                  </a:cubicBezTo>
                  <a:cubicBezTo>
                    <a:pt x="334" y="213"/>
                    <a:pt x="547" y="182"/>
                    <a:pt x="760" y="122"/>
                  </a:cubicBezTo>
                  <a:cubicBezTo>
                    <a:pt x="942" y="61"/>
                    <a:pt x="973" y="0"/>
                    <a:pt x="85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68"/>
            <p:cNvSpPr/>
            <p:nvPr/>
          </p:nvSpPr>
          <p:spPr>
            <a:xfrm>
              <a:off x="4954500" y="3476025"/>
              <a:ext cx="25125" cy="6875"/>
            </a:xfrm>
            <a:custGeom>
              <a:rect b="b" l="l" r="r" t="t"/>
              <a:pathLst>
                <a:path extrusionOk="0" h="275" w="1005">
                  <a:moveTo>
                    <a:pt x="852" y="1"/>
                  </a:moveTo>
                  <a:cubicBezTo>
                    <a:pt x="639" y="1"/>
                    <a:pt x="427" y="62"/>
                    <a:pt x="244" y="122"/>
                  </a:cubicBezTo>
                  <a:cubicBezTo>
                    <a:pt x="62" y="183"/>
                    <a:pt x="1" y="274"/>
                    <a:pt x="153" y="274"/>
                  </a:cubicBezTo>
                  <a:cubicBezTo>
                    <a:pt x="366" y="274"/>
                    <a:pt x="579" y="214"/>
                    <a:pt x="791" y="153"/>
                  </a:cubicBezTo>
                  <a:cubicBezTo>
                    <a:pt x="974" y="92"/>
                    <a:pt x="1004" y="1"/>
                    <a:pt x="852"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68"/>
            <p:cNvSpPr/>
            <p:nvPr/>
          </p:nvSpPr>
          <p:spPr>
            <a:xfrm>
              <a:off x="5015300" y="3479075"/>
              <a:ext cx="23575" cy="6850"/>
            </a:xfrm>
            <a:custGeom>
              <a:rect b="b" l="l" r="r" t="t"/>
              <a:pathLst>
                <a:path extrusionOk="0" h="274" w="943">
                  <a:moveTo>
                    <a:pt x="791" y="0"/>
                  </a:moveTo>
                  <a:cubicBezTo>
                    <a:pt x="609" y="0"/>
                    <a:pt x="396" y="31"/>
                    <a:pt x="213" y="122"/>
                  </a:cubicBezTo>
                  <a:cubicBezTo>
                    <a:pt x="31" y="213"/>
                    <a:pt x="1" y="274"/>
                    <a:pt x="153" y="274"/>
                  </a:cubicBezTo>
                  <a:cubicBezTo>
                    <a:pt x="365" y="274"/>
                    <a:pt x="578" y="244"/>
                    <a:pt x="761" y="152"/>
                  </a:cubicBezTo>
                  <a:cubicBezTo>
                    <a:pt x="943" y="61"/>
                    <a:pt x="943" y="0"/>
                    <a:pt x="79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68"/>
            <p:cNvSpPr/>
            <p:nvPr/>
          </p:nvSpPr>
          <p:spPr>
            <a:xfrm>
              <a:off x="5076100" y="3481350"/>
              <a:ext cx="23575" cy="8375"/>
            </a:xfrm>
            <a:custGeom>
              <a:rect b="b" l="l" r="r" t="t"/>
              <a:pathLst>
                <a:path extrusionOk="0" h="335" w="943">
                  <a:moveTo>
                    <a:pt x="791" y="1"/>
                  </a:moveTo>
                  <a:cubicBezTo>
                    <a:pt x="578" y="1"/>
                    <a:pt x="395" y="61"/>
                    <a:pt x="213" y="153"/>
                  </a:cubicBezTo>
                  <a:cubicBezTo>
                    <a:pt x="31" y="244"/>
                    <a:pt x="0" y="335"/>
                    <a:pt x="152" y="335"/>
                  </a:cubicBezTo>
                  <a:cubicBezTo>
                    <a:pt x="365" y="335"/>
                    <a:pt x="578" y="274"/>
                    <a:pt x="760" y="183"/>
                  </a:cubicBezTo>
                  <a:cubicBezTo>
                    <a:pt x="912" y="92"/>
                    <a:pt x="943" y="1"/>
                    <a:pt x="791"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68"/>
            <p:cNvSpPr/>
            <p:nvPr/>
          </p:nvSpPr>
          <p:spPr>
            <a:xfrm>
              <a:off x="5137650" y="3484400"/>
              <a:ext cx="22050" cy="9900"/>
            </a:xfrm>
            <a:custGeom>
              <a:rect b="b" l="l" r="r" t="t"/>
              <a:pathLst>
                <a:path extrusionOk="0" h="396" w="882">
                  <a:moveTo>
                    <a:pt x="730" y="0"/>
                  </a:moveTo>
                  <a:cubicBezTo>
                    <a:pt x="517" y="31"/>
                    <a:pt x="335" y="91"/>
                    <a:pt x="152" y="183"/>
                  </a:cubicBezTo>
                  <a:cubicBezTo>
                    <a:pt x="0" y="274"/>
                    <a:pt x="0" y="395"/>
                    <a:pt x="152" y="395"/>
                  </a:cubicBezTo>
                  <a:cubicBezTo>
                    <a:pt x="335" y="365"/>
                    <a:pt x="547" y="335"/>
                    <a:pt x="730" y="213"/>
                  </a:cubicBezTo>
                  <a:cubicBezTo>
                    <a:pt x="882" y="122"/>
                    <a:pt x="882" y="0"/>
                    <a:pt x="730"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68"/>
            <p:cNvSpPr/>
            <p:nvPr/>
          </p:nvSpPr>
          <p:spPr>
            <a:xfrm>
              <a:off x="5198450" y="3487425"/>
              <a:ext cx="21300" cy="9900"/>
            </a:xfrm>
            <a:custGeom>
              <a:rect b="b" l="l" r="r" t="t"/>
              <a:pathLst>
                <a:path extrusionOk="0" h="396" w="852">
                  <a:moveTo>
                    <a:pt x="699" y="1"/>
                  </a:moveTo>
                  <a:cubicBezTo>
                    <a:pt x="486" y="1"/>
                    <a:pt x="304" y="92"/>
                    <a:pt x="152" y="183"/>
                  </a:cubicBezTo>
                  <a:cubicBezTo>
                    <a:pt x="0" y="305"/>
                    <a:pt x="0" y="396"/>
                    <a:pt x="152" y="396"/>
                  </a:cubicBezTo>
                  <a:cubicBezTo>
                    <a:pt x="334" y="396"/>
                    <a:pt x="517" y="335"/>
                    <a:pt x="699" y="214"/>
                  </a:cubicBezTo>
                  <a:cubicBezTo>
                    <a:pt x="851" y="122"/>
                    <a:pt x="851" y="1"/>
                    <a:pt x="699"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68"/>
            <p:cNvSpPr/>
            <p:nvPr/>
          </p:nvSpPr>
          <p:spPr>
            <a:xfrm>
              <a:off x="5258475" y="3489700"/>
              <a:ext cx="21300" cy="11425"/>
            </a:xfrm>
            <a:custGeom>
              <a:rect b="b" l="l" r="r" t="t"/>
              <a:pathLst>
                <a:path extrusionOk="0" h="457" w="852">
                  <a:moveTo>
                    <a:pt x="699" y="1"/>
                  </a:moveTo>
                  <a:cubicBezTo>
                    <a:pt x="487" y="31"/>
                    <a:pt x="304" y="92"/>
                    <a:pt x="152" y="214"/>
                  </a:cubicBezTo>
                  <a:cubicBezTo>
                    <a:pt x="0" y="335"/>
                    <a:pt x="0" y="457"/>
                    <a:pt x="152" y="457"/>
                  </a:cubicBezTo>
                  <a:cubicBezTo>
                    <a:pt x="335" y="427"/>
                    <a:pt x="547" y="366"/>
                    <a:pt x="699" y="244"/>
                  </a:cubicBezTo>
                  <a:cubicBezTo>
                    <a:pt x="851" y="123"/>
                    <a:pt x="851" y="1"/>
                    <a:pt x="699"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68"/>
            <p:cNvSpPr/>
            <p:nvPr/>
          </p:nvSpPr>
          <p:spPr>
            <a:xfrm>
              <a:off x="5317750" y="3491225"/>
              <a:ext cx="21300" cy="11425"/>
            </a:xfrm>
            <a:custGeom>
              <a:rect b="b" l="l" r="r" t="t"/>
              <a:pathLst>
                <a:path extrusionOk="0" h="457" w="852">
                  <a:moveTo>
                    <a:pt x="699" y="1"/>
                  </a:moveTo>
                  <a:cubicBezTo>
                    <a:pt x="486" y="1"/>
                    <a:pt x="304" y="92"/>
                    <a:pt x="152" y="244"/>
                  </a:cubicBezTo>
                  <a:cubicBezTo>
                    <a:pt x="0" y="366"/>
                    <a:pt x="31" y="457"/>
                    <a:pt x="152" y="457"/>
                  </a:cubicBezTo>
                  <a:cubicBezTo>
                    <a:pt x="365" y="457"/>
                    <a:pt x="547" y="366"/>
                    <a:pt x="699" y="244"/>
                  </a:cubicBezTo>
                  <a:cubicBezTo>
                    <a:pt x="851" y="122"/>
                    <a:pt x="821" y="1"/>
                    <a:pt x="699"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68"/>
            <p:cNvSpPr/>
            <p:nvPr/>
          </p:nvSpPr>
          <p:spPr>
            <a:xfrm>
              <a:off x="5377000" y="3491225"/>
              <a:ext cx="19800" cy="12950"/>
            </a:xfrm>
            <a:custGeom>
              <a:rect b="b" l="l" r="r" t="t"/>
              <a:pathLst>
                <a:path extrusionOk="0" h="518" w="792">
                  <a:moveTo>
                    <a:pt x="639" y="1"/>
                  </a:moveTo>
                  <a:cubicBezTo>
                    <a:pt x="457" y="31"/>
                    <a:pt x="275" y="122"/>
                    <a:pt x="153" y="244"/>
                  </a:cubicBezTo>
                  <a:cubicBezTo>
                    <a:pt x="1" y="396"/>
                    <a:pt x="1" y="518"/>
                    <a:pt x="153" y="518"/>
                  </a:cubicBezTo>
                  <a:cubicBezTo>
                    <a:pt x="335" y="487"/>
                    <a:pt x="518" y="396"/>
                    <a:pt x="639" y="244"/>
                  </a:cubicBezTo>
                  <a:cubicBezTo>
                    <a:pt x="791" y="122"/>
                    <a:pt x="791" y="1"/>
                    <a:pt x="639"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68"/>
            <p:cNvSpPr/>
            <p:nvPr/>
          </p:nvSpPr>
          <p:spPr>
            <a:xfrm>
              <a:off x="5434000" y="3489700"/>
              <a:ext cx="19775" cy="13725"/>
            </a:xfrm>
            <a:custGeom>
              <a:rect b="b" l="l" r="r" t="t"/>
              <a:pathLst>
                <a:path extrusionOk="0" h="549" w="791">
                  <a:moveTo>
                    <a:pt x="639" y="1"/>
                  </a:moveTo>
                  <a:cubicBezTo>
                    <a:pt x="457" y="31"/>
                    <a:pt x="274" y="123"/>
                    <a:pt x="153" y="275"/>
                  </a:cubicBezTo>
                  <a:cubicBezTo>
                    <a:pt x="1" y="427"/>
                    <a:pt x="31" y="548"/>
                    <a:pt x="153" y="548"/>
                  </a:cubicBezTo>
                  <a:cubicBezTo>
                    <a:pt x="365" y="518"/>
                    <a:pt x="548" y="396"/>
                    <a:pt x="669" y="275"/>
                  </a:cubicBezTo>
                  <a:cubicBezTo>
                    <a:pt x="791" y="123"/>
                    <a:pt x="791" y="1"/>
                    <a:pt x="639"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68"/>
            <p:cNvSpPr/>
            <p:nvPr/>
          </p:nvSpPr>
          <p:spPr>
            <a:xfrm>
              <a:off x="5490225" y="3486675"/>
              <a:ext cx="19800" cy="13700"/>
            </a:xfrm>
            <a:custGeom>
              <a:rect b="b" l="l" r="r" t="t"/>
              <a:pathLst>
                <a:path extrusionOk="0" h="548" w="792">
                  <a:moveTo>
                    <a:pt x="639" y="0"/>
                  </a:moveTo>
                  <a:cubicBezTo>
                    <a:pt x="457" y="31"/>
                    <a:pt x="275" y="152"/>
                    <a:pt x="153" y="304"/>
                  </a:cubicBezTo>
                  <a:cubicBezTo>
                    <a:pt x="1" y="426"/>
                    <a:pt x="1" y="548"/>
                    <a:pt x="153" y="548"/>
                  </a:cubicBezTo>
                  <a:cubicBezTo>
                    <a:pt x="335" y="517"/>
                    <a:pt x="518" y="396"/>
                    <a:pt x="639" y="244"/>
                  </a:cubicBezTo>
                  <a:cubicBezTo>
                    <a:pt x="791" y="122"/>
                    <a:pt x="761" y="0"/>
                    <a:pt x="639"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68"/>
            <p:cNvSpPr/>
            <p:nvPr/>
          </p:nvSpPr>
          <p:spPr>
            <a:xfrm>
              <a:off x="3152800" y="3436525"/>
              <a:ext cx="11425" cy="13700"/>
            </a:xfrm>
            <a:custGeom>
              <a:rect b="b" l="l" r="r" t="t"/>
              <a:pathLst>
                <a:path extrusionOk="0" h="548" w="457">
                  <a:moveTo>
                    <a:pt x="244" y="0"/>
                  </a:moveTo>
                  <a:cubicBezTo>
                    <a:pt x="92" y="0"/>
                    <a:pt x="1" y="122"/>
                    <a:pt x="1" y="274"/>
                  </a:cubicBezTo>
                  <a:cubicBezTo>
                    <a:pt x="1" y="395"/>
                    <a:pt x="92" y="517"/>
                    <a:pt x="244" y="547"/>
                  </a:cubicBezTo>
                  <a:cubicBezTo>
                    <a:pt x="366" y="517"/>
                    <a:pt x="457" y="395"/>
                    <a:pt x="457" y="274"/>
                  </a:cubicBezTo>
                  <a:cubicBezTo>
                    <a:pt x="457" y="122"/>
                    <a:pt x="366" y="0"/>
                    <a:pt x="24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68"/>
            <p:cNvSpPr/>
            <p:nvPr/>
          </p:nvSpPr>
          <p:spPr>
            <a:xfrm>
              <a:off x="3201450" y="3437275"/>
              <a:ext cx="12175" cy="13700"/>
            </a:xfrm>
            <a:custGeom>
              <a:rect b="b" l="l" r="r" t="t"/>
              <a:pathLst>
                <a:path extrusionOk="0" h="548" w="487">
                  <a:moveTo>
                    <a:pt x="274" y="1"/>
                  </a:moveTo>
                  <a:cubicBezTo>
                    <a:pt x="122" y="1"/>
                    <a:pt x="30" y="122"/>
                    <a:pt x="30" y="274"/>
                  </a:cubicBezTo>
                  <a:cubicBezTo>
                    <a:pt x="0" y="396"/>
                    <a:pt x="91" y="517"/>
                    <a:pt x="243" y="548"/>
                  </a:cubicBezTo>
                  <a:cubicBezTo>
                    <a:pt x="365" y="517"/>
                    <a:pt x="486" y="396"/>
                    <a:pt x="486" y="274"/>
                  </a:cubicBezTo>
                  <a:cubicBezTo>
                    <a:pt x="486" y="122"/>
                    <a:pt x="395" y="1"/>
                    <a:pt x="27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68"/>
            <p:cNvSpPr/>
            <p:nvPr/>
          </p:nvSpPr>
          <p:spPr>
            <a:xfrm>
              <a:off x="3250825" y="3438050"/>
              <a:ext cx="12200" cy="13700"/>
            </a:xfrm>
            <a:custGeom>
              <a:rect b="b" l="l" r="r" t="t"/>
              <a:pathLst>
                <a:path extrusionOk="0" h="548" w="488">
                  <a:moveTo>
                    <a:pt x="274" y="0"/>
                  </a:moveTo>
                  <a:cubicBezTo>
                    <a:pt x="122" y="0"/>
                    <a:pt x="31" y="122"/>
                    <a:pt x="31" y="274"/>
                  </a:cubicBezTo>
                  <a:cubicBezTo>
                    <a:pt x="1" y="395"/>
                    <a:pt x="92" y="547"/>
                    <a:pt x="214" y="547"/>
                  </a:cubicBezTo>
                  <a:cubicBezTo>
                    <a:pt x="366" y="517"/>
                    <a:pt x="457" y="426"/>
                    <a:pt x="457" y="274"/>
                  </a:cubicBezTo>
                  <a:cubicBezTo>
                    <a:pt x="487" y="152"/>
                    <a:pt x="396" y="0"/>
                    <a:pt x="27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68"/>
            <p:cNvSpPr/>
            <p:nvPr/>
          </p:nvSpPr>
          <p:spPr>
            <a:xfrm>
              <a:off x="3299475" y="3438050"/>
              <a:ext cx="12925" cy="13700"/>
            </a:xfrm>
            <a:custGeom>
              <a:rect b="b" l="l" r="r" t="t"/>
              <a:pathLst>
                <a:path extrusionOk="0" h="548" w="517">
                  <a:moveTo>
                    <a:pt x="304" y="0"/>
                  </a:moveTo>
                  <a:cubicBezTo>
                    <a:pt x="152" y="0"/>
                    <a:pt x="61" y="122"/>
                    <a:pt x="31" y="274"/>
                  </a:cubicBezTo>
                  <a:cubicBezTo>
                    <a:pt x="0" y="395"/>
                    <a:pt x="91" y="517"/>
                    <a:pt x="213" y="547"/>
                  </a:cubicBezTo>
                  <a:cubicBezTo>
                    <a:pt x="365" y="517"/>
                    <a:pt x="456" y="426"/>
                    <a:pt x="486" y="274"/>
                  </a:cubicBezTo>
                  <a:cubicBezTo>
                    <a:pt x="517" y="122"/>
                    <a:pt x="426" y="0"/>
                    <a:pt x="30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68"/>
            <p:cNvSpPr/>
            <p:nvPr/>
          </p:nvSpPr>
          <p:spPr>
            <a:xfrm>
              <a:off x="3348850" y="3438800"/>
              <a:ext cx="12950" cy="13700"/>
            </a:xfrm>
            <a:custGeom>
              <a:rect b="b" l="l" r="r" t="t"/>
              <a:pathLst>
                <a:path extrusionOk="0" h="548" w="518">
                  <a:moveTo>
                    <a:pt x="305" y="0"/>
                  </a:moveTo>
                  <a:cubicBezTo>
                    <a:pt x="153" y="0"/>
                    <a:pt x="31" y="122"/>
                    <a:pt x="31" y="274"/>
                  </a:cubicBezTo>
                  <a:cubicBezTo>
                    <a:pt x="1" y="426"/>
                    <a:pt x="92" y="548"/>
                    <a:pt x="214" y="548"/>
                  </a:cubicBezTo>
                  <a:cubicBezTo>
                    <a:pt x="335" y="548"/>
                    <a:pt x="457" y="426"/>
                    <a:pt x="487" y="274"/>
                  </a:cubicBezTo>
                  <a:cubicBezTo>
                    <a:pt x="518" y="122"/>
                    <a:pt x="426" y="0"/>
                    <a:pt x="30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68"/>
            <p:cNvSpPr/>
            <p:nvPr/>
          </p:nvSpPr>
          <p:spPr>
            <a:xfrm>
              <a:off x="3397500" y="3439550"/>
              <a:ext cx="12925" cy="13700"/>
            </a:xfrm>
            <a:custGeom>
              <a:rect b="b" l="l" r="r" t="t"/>
              <a:pathLst>
                <a:path extrusionOk="0" h="548" w="517">
                  <a:moveTo>
                    <a:pt x="335" y="1"/>
                  </a:moveTo>
                  <a:cubicBezTo>
                    <a:pt x="183" y="1"/>
                    <a:pt x="61" y="122"/>
                    <a:pt x="61" y="274"/>
                  </a:cubicBezTo>
                  <a:cubicBezTo>
                    <a:pt x="0" y="426"/>
                    <a:pt x="91" y="548"/>
                    <a:pt x="213" y="548"/>
                  </a:cubicBezTo>
                  <a:cubicBezTo>
                    <a:pt x="365" y="518"/>
                    <a:pt x="456" y="426"/>
                    <a:pt x="487" y="274"/>
                  </a:cubicBezTo>
                  <a:cubicBezTo>
                    <a:pt x="517" y="122"/>
                    <a:pt x="456" y="1"/>
                    <a:pt x="33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68"/>
            <p:cNvSpPr/>
            <p:nvPr/>
          </p:nvSpPr>
          <p:spPr>
            <a:xfrm>
              <a:off x="3446875" y="3439550"/>
              <a:ext cx="12950" cy="14475"/>
            </a:xfrm>
            <a:custGeom>
              <a:rect b="b" l="l" r="r" t="t"/>
              <a:pathLst>
                <a:path extrusionOk="0" h="579" w="518">
                  <a:moveTo>
                    <a:pt x="335" y="1"/>
                  </a:moveTo>
                  <a:cubicBezTo>
                    <a:pt x="183" y="31"/>
                    <a:pt x="62" y="153"/>
                    <a:pt x="31" y="305"/>
                  </a:cubicBezTo>
                  <a:cubicBezTo>
                    <a:pt x="1" y="457"/>
                    <a:pt x="62" y="578"/>
                    <a:pt x="183" y="578"/>
                  </a:cubicBezTo>
                  <a:cubicBezTo>
                    <a:pt x="335" y="548"/>
                    <a:pt x="457" y="426"/>
                    <a:pt x="487" y="305"/>
                  </a:cubicBezTo>
                  <a:cubicBezTo>
                    <a:pt x="518" y="153"/>
                    <a:pt x="457" y="1"/>
                    <a:pt x="33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68"/>
            <p:cNvSpPr/>
            <p:nvPr/>
          </p:nvSpPr>
          <p:spPr>
            <a:xfrm>
              <a:off x="3495525" y="3440325"/>
              <a:ext cx="13700" cy="14450"/>
            </a:xfrm>
            <a:custGeom>
              <a:rect b="b" l="l" r="r" t="t"/>
              <a:pathLst>
                <a:path extrusionOk="0" h="578" w="548">
                  <a:moveTo>
                    <a:pt x="365" y="0"/>
                  </a:moveTo>
                  <a:cubicBezTo>
                    <a:pt x="213" y="31"/>
                    <a:pt x="91" y="122"/>
                    <a:pt x="61" y="274"/>
                  </a:cubicBezTo>
                  <a:cubicBezTo>
                    <a:pt x="0" y="456"/>
                    <a:pt x="61" y="578"/>
                    <a:pt x="183" y="578"/>
                  </a:cubicBezTo>
                  <a:cubicBezTo>
                    <a:pt x="335" y="547"/>
                    <a:pt x="456" y="426"/>
                    <a:pt x="487" y="304"/>
                  </a:cubicBezTo>
                  <a:cubicBezTo>
                    <a:pt x="547" y="122"/>
                    <a:pt x="487" y="0"/>
                    <a:pt x="36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68"/>
            <p:cNvSpPr/>
            <p:nvPr/>
          </p:nvSpPr>
          <p:spPr>
            <a:xfrm>
              <a:off x="3544150" y="3441075"/>
              <a:ext cx="14475" cy="14475"/>
            </a:xfrm>
            <a:custGeom>
              <a:rect b="b" l="l" r="r" t="t"/>
              <a:pathLst>
                <a:path extrusionOk="0" h="579" w="579">
                  <a:moveTo>
                    <a:pt x="396" y="1"/>
                  </a:moveTo>
                  <a:cubicBezTo>
                    <a:pt x="244" y="31"/>
                    <a:pt x="122" y="122"/>
                    <a:pt x="61" y="274"/>
                  </a:cubicBezTo>
                  <a:cubicBezTo>
                    <a:pt x="1" y="426"/>
                    <a:pt x="61" y="578"/>
                    <a:pt x="183" y="578"/>
                  </a:cubicBezTo>
                  <a:cubicBezTo>
                    <a:pt x="335" y="548"/>
                    <a:pt x="487" y="426"/>
                    <a:pt x="517" y="274"/>
                  </a:cubicBezTo>
                  <a:cubicBezTo>
                    <a:pt x="578" y="122"/>
                    <a:pt x="548" y="1"/>
                    <a:pt x="396"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68"/>
            <p:cNvSpPr/>
            <p:nvPr/>
          </p:nvSpPr>
          <p:spPr>
            <a:xfrm>
              <a:off x="3593550" y="3441850"/>
              <a:ext cx="14450" cy="14450"/>
            </a:xfrm>
            <a:custGeom>
              <a:rect b="b" l="l" r="r" t="t"/>
              <a:pathLst>
                <a:path extrusionOk="0" h="578" w="578">
                  <a:moveTo>
                    <a:pt x="426" y="0"/>
                  </a:moveTo>
                  <a:cubicBezTo>
                    <a:pt x="243" y="0"/>
                    <a:pt x="122" y="122"/>
                    <a:pt x="61" y="274"/>
                  </a:cubicBezTo>
                  <a:cubicBezTo>
                    <a:pt x="0" y="426"/>
                    <a:pt x="61" y="578"/>
                    <a:pt x="183" y="578"/>
                  </a:cubicBezTo>
                  <a:cubicBezTo>
                    <a:pt x="335" y="547"/>
                    <a:pt x="456" y="426"/>
                    <a:pt x="517" y="274"/>
                  </a:cubicBezTo>
                  <a:cubicBezTo>
                    <a:pt x="578" y="122"/>
                    <a:pt x="547" y="0"/>
                    <a:pt x="426"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68"/>
            <p:cNvSpPr/>
            <p:nvPr/>
          </p:nvSpPr>
          <p:spPr>
            <a:xfrm>
              <a:off x="3642175" y="3441850"/>
              <a:ext cx="15225" cy="15200"/>
            </a:xfrm>
            <a:custGeom>
              <a:rect b="b" l="l" r="r" t="t"/>
              <a:pathLst>
                <a:path extrusionOk="0" h="608" w="609">
                  <a:moveTo>
                    <a:pt x="457" y="0"/>
                  </a:moveTo>
                  <a:cubicBezTo>
                    <a:pt x="274" y="30"/>
                    <a:pt x="153" y="152"/>
                    <a:pt x="92" y="304"/>
                  </a:cubicBezTo>
                  <a:cubicBezTo>
                    <a:pt x="1" y="456"/>
                    <a:pt x="61" y="608"/>
                    <a:pt x="183" y="608"/>
                  </a:cubicBezTo>
                  <a:cubicBezTo>
                    <a:pt x="335" y="578"/>
                    <a:pt x="487" y="456"/>
                    <a:pt x="548" y="304"/>
                  </a:cubicBezTo>
                  <a:cubicBezTo>
                    <a:pt x="609" y="152"/>
                    <a:pt x="578" y="0"/>
                    <a:pt x="457"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68"/>
            <p:cNvSpPr/>
            <p:nvPr/>
          </p:nvSpPr>
          <p:spPr>
            <a:xfrm>
              <a:off x="3691575" y="3442600"/>
              <a:ext cx="15225" cy="14450"/>
            </a:xfrm>
            <a:custGeom>
              <a:rect b="b" l="l" r="r" t="t"/>
              <a:pathLst>
                <a:path extrusionOk="0" h="578" w="609">
                  <a:moveTo>
                    <a:pt x="456" y="0"/>
                  </a:moveTo>
                  <a:cubicBezTo>
                    <a:pt x="274" y="31"/>
                    <a:pt x="122" y="152"/>
                    <a:pt x="61" y="304"/>
                  </a:cubicBezTo>
                  <a:cubicBezTo>
                    <a:pt x="0" y="456"/>
                    <a:pt x="31" y="578"/>
                    <a:pt x="152" y="578"/>
                  </a:cubicBezTo>
                  <a:cubicBezTo>
                    <a:pt x="304" y="548"/>
                    <a:pt x="456" y="456"/>
                    <a:pt x="517" y="304"/>
                  </a:cubicBezTo>
                  <a:cubicBezTo>
                    <a:pt x="608" y="122"/>
                    <a:pt x="578" y="0"/>
                    <a:pt x="456"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68"/>
            <p:cNvSpPr/>
            <p:nvPr/>
          </p:nvSpPr>
          <p:spPr>
            <a:xfrm>
              <a:off x="3740200" y="3443350"/>
              <a:ext cx="15225" cy="14475"/>
            </a:xfrm>
            <a:custGeom>
              <a:rect b="b" l="l" r="r" t="t"/>
              <a:pathLst>
                <a:path extrusionOk="0" h="579" w="609">
                  <a:moveTo>
                    <a:pt x="457" y="1"/>
                  </a:moveTo>
                  <a:cubicBezTo>
                    <a:pt x="305" y="31"/>
                    <a:pt x="153" y="122"/>
                    <a:pt x="92" y="274"/>
                  </a:cubicBezTo>
                  <a:cubicBezTo>
                    <a:pt x="1" y="457"/>
                    <a:pt x="31" y="578"/>
                    <a:pt x="153" y="578"/>
                  </a:cubicBezTo>
                  <a:cubicBezTo>
                    <a:pt x="305" y="548"/>
                    <a:pt x="457" y="457"/>
                    <a:pt x="517" y="305"/>
                  </a:cubicBezTo>
                  <a:cubicBezTo>
                    <a:pt x="609" y="122"/>
                    <a:pt x="578" y="1"/>
                    <a:pt x="457"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68"/>
            <p:cNvSpPr/>
            <p:nvPr/>
          </p:nvSpPr>
          <p:spPr>
            <a:xfrm>
              <a:off x="3788825" y="3444125"/>
              <a:ext cx="16000" cy="14450"/>
            </a:xfrm>
            <a:custGeom>
              <a:rect b="b" l="l" r="r" t="t"/>
              <a:pathLst>
                <a:path extrusionOk="0" h="578" w="640">
                  <a:moveTo>
                    <a:pt x="518" y="0"/>
                  </a:moveTo>
                  <a:cubicBezTo>
                    <a:pt x="335" y="0"/>
                    <a:pt x="183" y="122"/>
                    <a:pt x="92" y="274"/>
                  </a:cubicBezTo>
                  <a:cubicBezTo>
                    <a:pt x="1" y="456"/>
                    <a:pt x="31" y="578"/>
                    <a:pt x="153" y="578"/>
                  </a:cubicBezTo>
                  <a:cubicBezTo>
                    <a:pt x="335" y="547"/>
                    <a:pt x="487" y="426"/>
                    <a:pt x="548" y="274"/>
                  </a:cubicBezTo>
                  <a:cubicBezTo>
                    <a:pt x="639" y="122"/>
                    <a:pt x="639" y="0"/>
                    <a:pt x="518"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68"/>
            <p:cNvSpPr/>
            <p:nvPr/>
          </p:nvSpPr>
          <p:spPr>
            <a:xfrm>
              <a:off x="3844300" y="3445650"/>
              <a:ext cx="22075" cy="15200"/>
            </a:xfrm>
            <a:custGeom>
              <a:rect b="b" l="l" r="r" t="t"/>
              <a:pathLst>
                <a:path extrusionOk="0" h="608" w="883">
                  <a:moveTo>
                    <a:pt x="639" y="0"/>
                  </a:moveTo>
                  <a:cubicBezTo>
                    <a:pt x="426" y="0"/>
                    <a:pt x="244" y="91"/>
                    <a:pt x="122" y="274"/>
                  </a:cubicBezTo>
                  <a:cubicBezTo>
                    <a:pt x="1" y="426"/>
                    <a:pt x="122" y="608"/>
                    <a:pt x="274" y="608"/>
                  </a:cubicBezTo>
                  <a:cubicBezTo>
                    <a:pt x="487" y="578"/>
                    <a:pt x="670" y="486"/>
                    <a:pt x="791" y="304"/>
                  </a:cubicBezTo>
                  <a:cubicBezTo>
                    <a:pt x="882" y="152"/>
                    <a:pt x="822" y="0"/>
                    <a:pt x="639"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68"/>
            <p:cNvSpPr/>
            <p:nvPr/>
          </p:nvSpPr>
          <p:spPr>
            <a:xfrm>
              <a:off x="3917250" y="3448675"/>
              <a:ext cx="21300" cy="14475"/>
            </a:xfrm>
            <a:custGeom>
              <a:rect b="b" l="l" r="r" t="t"/>
              <a:pathLst>
                <a:path extrusionOk="0" h="579" w="852">
                  <a:moveTo>
                    <a:pt x="609" y="1"/>
                  </a:moveTo>
                  <a:cubicBezTo>
                    <a:pt x="396" y="1"/>
                    <a:pt x="214" y="92"/>
                    <a:pt x="92" y="274"/>
                  </a:cubicBezTo>
                  <a:cubicBezTo>
                    <a:pt x="1" y="457"/>
                    <a:pt x="92" y="578"/>
                    <a:pt x="274" y="578"/>
                  </a:cubicBezTo>
                  <a:cubicBezTo>
                    <a:pt x="457" y="578"/>
                    <a:pt x="639" y="457"/>
                    <a:pt x="761" y="305"/>
                  </a:cubicBezTo>
                  <a:cubicBezTo>
                    <a:pt x="852" y="122"/>
                    <a:pt x="791" y="1"/>
                    <a:pt x="609"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68"/>
            <p:cNvSpPr/>
            <p:nvPr/>
          </p:nvSpPr>
          <p:spPr>
            <a:xfrm>
              <a:off x="3987925" y="3450200"/>
              <a:ext cx="20550" cy="14450"/>
            </a:xfrm>
            <a:custGeom>
              <a:rect b="b" l="l" r="r" t="t"/>
              <a:pathLst>
                <a:path extrusionOk="0" h="578" w="822">
                  <a:moveTo>
                    <a:pt x="578" y="0"/>
                  </a:moveTo>
                  <a:cubicBezTo>
                    <a:pt x="365" y="0"/>
                    <a:pt x="183" y="122"/>
                    <a:pt x="92" y="274"/>
                  </a:cubicBezTo>
                  <a:cubicBezTo>
                    <a:pt x="1" y="456"/>
                    <a:pt x="61" y="578"/>
                    <a:pt x="244" y="578"/>
                  </a:cubicBezTo>
                  <a:cubicBezTo>
                    <a:pt x="426" y="578"/>
                    <a:pt x="609" y="456"/>
                    <a:pt x="700" y="304"/>
                  </a:cubicBezTo>
                  <a:cubicBezTo>
                    <a:pt x="821" y="152"/>
                    <a:pt x="761" y="0"/>
                    <a:pt x="578"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68"/>
            <p:cNvSpPr/>
            <p:nvPr/>
          </p:nvSpPr>
          <p:spPr>
            <a:xfrm>
              <a:off x="4055550" y="3450950"/>
              <a:ext cx="20550" cy="14475"/>
            </a:xfrm>
            <a:custGeom>
              <a:rect b="b" l="l" r="r" t="t"/>
              <a:pathLst>
                <a:path extrusionOk="0" h="579" w="822">
                  <a:moveTo>
                    <a:pt x="578" y="1"/>
                  </a:moveTo>
                  <a:cubicBezTo>
                    <a:pt x="396" y="31"/>
                    <a:pt x="214" y="122"/>
                    <a:pt x="92" y="274"/>
                  </a:cubicBezTo>
                  <a:cubicBezTo>
                    <a:pt x="1" y="426"/>
                    <a:pt x="62" y="578"/>
                    <a:pt x="244" y="578"/>
                  </a:cubicBezTo>
                  <a:cubicBezTo>
                    <a:pt x="426" y="548"/>
                    <a:pt x="609" y="457"/>
                    <a:pt x="700" y="274"/>
                  </a:cubicBezTo>
                  <a:cubicBezTo>
                    <a:pt x="822" y="122"/>
                    <a:pt x="761" y="1"/>
                    <a:pt x="578"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68"/>
            <p:cNvSpPr/>
            <p:nvPr/>
          </p:nvSpPr>
          <p:spPr>
            <a:xfrm>
              <a:off x="4122425" y="3450950"/>
              <a:ext cx="19775" cy="13700"/>
            </a:xfrm>
            <a:custGeom>
              <a:rect b="b" l="l" r="r" t="t"/>
              <a:pathLst>
                <a:path extrusionOk="0" h="548" w="791">
                  <a:moveTo>
                    <a:pt x="578" y="1"/>
                  </a:moveTo>
                  <a:cubicBezTo>
                    <a:pt x="365" y="31"/>
                    <a:pt x="213" y="122"/>
                    <a:pt x="92" y="274"/>
                  </a:cubicBezTo>
                  <a:cubicBezTo>
                    <a:pt x="1" y="426"/>
                    <a:pt x="31" y="548"/>
                    <a:pt x="213" y="548"/>
                  </a:cubicBezTo>
                  <a:cubicBezTo>
                    <a:pt x="396" y="518"/>
                    <a:pt x="578" y="426"/>
                    <a:pt x="700" y="274"/>
                  </a:cubicBezTo>
                  <a:cubicBezTo>
                    <a:pt x="791" y="122"/>
                    <a:pt x="730" y="1"/>
                    <a:pt x="578"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68"/>
            <p:cNvSpPr/>
            <p:nvPr/>
          </p:nvSpPr>
          <p:spPr>
            <a:xfrm>
              <a:off x="4187025" y="3450950"/>
              <a:ext cx="20525" cy="12200"/>
            </a:xfrm>
            <a:custGeom>
              <a:rect b="b" l="l" r="r" t="t"/>
              <a:pathLst>
                <a:path extrusionOk="0" h="488" w="821">
                  <a:moveTo>
                    <a:pt x="608" y="1"/>
                  </a:moveTo>
                  <a:cubicBezTo>
                    <a:pt x="426" y="1"/>
                    <a:pt x="243" y="92"/>
                    <a:pt x="122" y="244"/>
                  </a:cubicBezTo>
                  <a:cubicBezTo>
                    <a:pt x="0" y="396"/>
                    <a:pt x="61" y="487"/>
                    <a:pt x="213" y="487"/>
                  </a:cubicBezTo>
                  <a:cubicBezTo>
                    <a:pt x="395" y="487"/>
                    <a:pt x="578" y="396"/>
                    <a:pt x="699" y="244"/>
                  </a:cubicBezTo>
                  <a:cubicBezTo>
                    <a:pt x="821" y="92"/>
                    <a:pt x="760" y="1"/>
                    <a:pt x="608"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68"/>
            <p:cNvSpPr/>
            <p:nvPr/>
          </p:nvSpPr>
          <p:spPr>
            <a:xfrm>
              <a:off x="4251600" y="3450200"/>
              <a:ext cx="20550" cy="12175"/>
            </a:xfrm>
            <a:custGeom>
              <a:rect b="b" l="l" r="r" t="t"/>
              <a:pathLst>
                <a:path extrusionOk="0" h="487" w="822">
                  <a:moveTo>
                    <a:pt x="609" y="0"/>
                  </a:moveTo>
                  <a:cubicBezTo>
                    <a:pt x="426" y="0"/>
                    <a:pt x="244" y="92"/>
                    <a:pt x="123" y="244"/>
                  </a:cubicBezTo>
                  <a:cubicBezTo>
                    <a:pt x="1" y="365"/>
                    <a:pt x="31" y="487"/>
                    <a:pt x="183" y="487"/>
                  </a:cubicBezTo>
                  <a:cubicBezTo>
                    <a:pt x="396" y="456"/>
                    <a:pt x="548" y="365"/>
                    <a:pt x="700" y="244"/>
                  </a:cubicBezTo>
                  <a:cubicBezTo>
                    <a:pt x="822" y="92"/>
                    <a:pt x="761" y="0"/>
                    <a:pt x="609"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68"/>
            <p:cNvSpPr/>
            <p:nvPr/>
          </p:nvSpPr>
          <p:spPr>
            <a:xfrm>
              <a:off x="4315450" y="3449450"/>
              <a:ext cx="20525" cy="10650"/>
            </a:xfrm>
            <a:custGeom>
              <a:rect b="b" l="l" r="r" t="t"/>
              <a:pathLst>
                <a:path extrusionOk="0" h="426" w="821">
                  <a:moveTo>
                    <a:pt x="639" y="0"/>
                  </a:moveTo>
                  <a:cubicBezTo>
                    <a:pt x="456" y="0"/>
                    <a:pt x="274" y="91"/>
                    <a:pt x="122" y="213"/>
                  </a:cubicBezTo>
                  <a:cubicBezTo>
                    <a:pt x="0" y="365"/>
                    <a:pt x="31" y="426"/>
                    <a:pt x="183" y="426"/>
                  </a:cubicBezTo>
                  <a:cubicBezTo>
                    <a:pt x="395" y="426"/>
                    <a:pt x="578" y="334"/>
                    <a:pt x="699" y="213"/>
                  </a:cubicBezTo>
                  <a:cubicBezTo>
                    <a:pt x="821" y="91"/>
                    <a:pt x="790" y="0"/>
                    <a:pt x="639"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68"/>
            <p:cNvSpPr/>
            <p:nvPr/>
          </p:nvSpPr>
          <p:spPr>
            <a:xfrm>
              <a:off x="4379275" y="3448675"/>
              <a:ext cx="22050" cy="10675"/>
            </a:xfrm>
            <a:custGeom>
              <a:rect b="b" l="l" r="r" t="t"/>
              <a:pathLst>
                <a:path extrusionOk="0" h="427" w="882">
                  <a:moveTo>
                    <a:pt x="669" y="1"/>
                  </a:moveTo>
                  <a:cubicBezTo>
                    <a:pt x="487" y="1"/>
                    <a:pt x="304" y="92"/>
                    <a:pt x="152" y="213"/>
                  </a:cubicBezTo>
                  <a:cubicBezTo>
                    <a:pt x="0" y="335"/>
                    <a:pt x="31" y="426"/>
                    <a:pt x="213" y="426"/>
                  </a:cubicBezTo>
                  <a:cubicBezTo>
                    <a:pt x="396" y="396"/>
                    <a:pt x="578" y="335"/>
                    <a:pt x="730" y="213"/>
                  </a:cubicBezTo>
                  <a:cubicBezTo>
                    <a:pt x="882" y="92"/>
                    <a:pt x="852" y="1"/>
                    <a:pt x="669"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68"/>
            <p:cNvSpPr/>
            <p:nvPr/>
          </p:nvSpPr>
          <p:spPr>
            <a:xfrm>
              <a:off x="4444625" y="3447925"/>
              <a:ext cx="22050" cy="9900"/>
            </a:xfrm>
            <a:custGeom>
              <a:rect b="b" l="l" r="r" t="t"/>
              <a:pathLst>
                <a:path extrusionOk="0" h="396" w="882">
                  <a:moveTo>
                    <a:pt x="669" y="0"/>
                  </a:moveTo>
                  <a:cubicBezTo>
                    <a:pt x="487" y="31"/>
                    <a:pt x="304" y="91"/>
                    <a:pt x="122" y="213"/>
                  </a:cubicBezTo>
                  <a:cubicBezTo>
                    <a:pt x="0" y="335"/>
                    <a:pt x="0" y="395"/>
                    <a:pt x="183" y="395"/>
                  </a:cubicBezTo>
                  <a:cubicBezTo>
                    <a:pt x="365" y="395"/>
                    <a:pt x="578" y="304"/>
                    <a:pt x="730" y="213"/>
                  </a:cubicBezTo>
                  <a:cubicBezTo>
                    <a:pt x="882" y="91"/>
                    <a:pt x="852" y="0"/>
                    <a:pt x="669"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68"/>
            <p:cNvSpPr/>
            <p:nvPr/>
          </p:nvSpPr>
          <p:spPr>
            <a:xfrm>
              <a:off x="4510725" y="3447925"/>
              <a:ext cx="22075" cy="9900"/>
            </a:xfrm>
            <a:custGeom>
              <a:rect b="b" l="l" r="r" t="t"/>
              <a:pathLst>
                <a:path extrusionOk="0" h="396" w="883">
                  <a:moveTo>
                    <a:pt x="700" y="0"/>
                  </a:moveTo>
                  <a:cubicBezTo>
                    <a:pt x="487" y="31"/>
                    <a:pt x="305" y="91"/>
                    <a:pt x="122" y="213"/>
                  </a:cubicBezTo>
                  <a:cubicBezTo>
                    <a:pt x="1" y="304"/>
                    <a:pt x="1" y="395"/>
                    <a:pt x="183" y="395"/>
                  </a:cubicBezTo>
                  <a:cubicBezTo>
                    <a:pt x="366" y="365"/>
                    <a:pt x="578" y="304"/>
                    <a:pt x="761" y="213"/>
                  </a:cubicBezTo>
                  <a:cubicBezTo>
                    <a:pt x="882" y="91"/>
                    <a:pt x="852" y="0"/>
                    <a:pt x="700"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68"/>
            <p:cNvSpPr/>
            <p:nvPr/>
          </p:nvSpPr>
          <p:spPr>
            <a:xfrm>
              <a:off x="4578375" y="3448675"/>
              <a:ext cx="22800" cy="9150"/>
            </a:xfrm>
            <a:custGeom>
              <a:rect b="b" l="l" r="r" t="t"/>
              <a:pathLst>
                <a:path extrusionOk="0" h="366" w="912">
                  <a:moveTo>
                    <a:pt x="699" y="1"/>
                  </a:moveTo>
                  <a:cubicBezTo>
                    <a:pt x="517" y="31"/>
                    <a:pt x="304" y="92"/>
                    <a:pt x="122" y="183"/>
                  </a:cubicBezTo>
                  <a:cubicBezTo>
                    <a:pt x="0" y="274"/>
                    <a:pt x="0" y="365"/>
                    <a:pt x="182" y="365"/>
                  </a:cubicBezTo>
                  <a:cubicBezTo>
                    <a:pt x="395" y="365"/>
                    <a:pt x="578" y="305"/>
                    <a:pt x="760" y="213"/>
                  </a:cubicBezTo>
                  <a:cubicBezTo>
                    <a:pt x="912" y="92"/>
                    <a:pt x="882" y="1"/>
                    <a:pt x="699"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68"/>
            <p:cNvSpPr/>
            <p:nvPr/>
          </p:nvSpPr>
          <p:spPr>
            <a:xfrm>
              <a:off x="4647525" y="3450950"/>
              <a:ext cx="23575" cy="8400"/>
            </a:xfrm>
            <a:custGeom>
              <a:rect b="b" l="l" r="r" t="t"/>
              <a:pathLst>
                <a:path extrusionOk="0" h="336" w="943">
                  <a:moveTo>
                    <a:pt x="730" y="1"/>
                  </a:moveTo>
                  <a:cubicBezTo>
                    <a:pt x="547" y="1"/>
                    <a:pt x="334" y="62"/>
                    <a:pt x="152" y="153"/>
                  </a:cubicBezTo>
                  <a:cubicBezTo>
                    <a:pt x="0" y="244"/>
                    <a:pt x="31" y="335"/>
                    <a:pt x="213" y="335"/>
                  </a:cubicBezTo>
                  <a:cubicBezTo>
                    <a:pt x="426" y="335"/>
                    <a:pt x="608" y="274"/>
                    <a:pt x="790" y="183"/>
                  </a:cubicBezTo>
                  <a:cubicBezTo>
                    <a:pt x="942" y="92"/>
                    <a:pt x="912" y="1"/>
                    <a:pt x="730"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68"/>
            <p:cNvSpPr/>
            <p:nvPr/>
          </p:nvSpPr>
          <p:spPr>
            <a:xfrm>
              <a:off x="4719700" y="3454000"/>
              <a:ext cx="24350" cy="7825"/>
            </a:xfrm>
            <a:custGeom>
              <a:rect b="b" l="l" r="r" t="t"/>
              <a:pathLst>
                <a:path extrusionOk="0" h="313" w="974">
                  <a:moveTo>
                    <a:pt x="730" y="0"/>
                  </a:moveTo>
                  <a:cubicBezTo>
                    <a:pt x="548" y="0"/>
                    <a:pt x="335" y="31"/>
                    <a:pt x="153" y="152"/>
                  </a:cubicBezTo>
                  <a:cubicBezTo>
                    <a:pt x="1" y="244"/>
                    <a:pt x="31" y="304"/>
                    <a:pt x="213" y="304"/>
                  </a:cubicBezTo>
                  <a:cubicBezTo>
                    <a:pt x="251" y="310"/>
                    <a:pt x="289" y="312"/>
                    <a:pt x="326" y="312"/>
                  </a:cubicBezTo>
                  <a:cubicBezTo>
                    <a:pt x="501" y="312"/>
                    <a:pt x="671" y="258"/>
                    <a:pt x="821" y="183"/>
                  </a:cubicBezTo>
                  <a:cubicBezTo>
                    <a:pt x="973" y="92"/>
                    <a:pt x="913" y="0"/>
                    <a:pt x="730"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68"/>
            <p:cNvSpPr/>
            <p:nvPr/>
          </p:nvSpPr>
          <p:spPr>
            <a:xfrm>
              <a:off x="4784300" y="3452475"/>
              <a:ext cx="19025" cy="8375"/>
            </a:xfrm>
            <a:custGeom>
              <a:rect b="b" l="l" r="r" t="t"/>
              <a:pathLst>
                <a:path extrusionOk="0" h="335" w="761">
                  <a:moveTo>
                    <a:pt x="608" y="1"/>
                  </a:moveTo>
                  <a:cubicBezTo>
                    <a:pt x="456" y="31"/>
                    <a:pt x="274" y="92"/>
                    <a:pt x="122" y="183"/>
                  </a:cubicBezTo>
                  <a:cubicBezTo>
                    <a:pt x="0" y="274"/>
                    <a:pt x="0" y="335"/>
                    <a:pt x="122" y="335"/>
                  </a:cubicBezTo>
                  <a:cubicBezTo>
                    <a:pt x="304" y="305"/>
                    <a:pt x="456" y="244"/>
                    <a:pt x="608" y="153"/>
                  </a:cubicBezTo>
                  <a:cubicBezTo>
                    <a:pt x="760" y="61"/>
                    <a:pt x="760" y="1"/>
                    <a:pt x="608"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68"/>
            <p:cNvSpPr/>
            <p:nvPr/>
          </p:nvSpPr>
          <p:spPr>
            <a:xfrm>
              <a:off x="4839775" y="3449450"/>
              <a:ext cx="19775" cy="8375"/>
            </a:xfrm>
            <a:custGeom>
              <a:rect b="b" l="l" r="r" t="t"/>
              <a:pathLst>
                <a:path extrusionOk="0" h="335" w="791">
                  <a:moveTo>
                    <a:pt x="639" y="0"/>
                  </a:moveTo>
                  <a:cubicBezTo>
                    <a:pt x="456" y="30"/>
                    <a:pt x="304" y="91"/>
                    <a:pt x="152" y="182"/>
                  </a:cubicBezTo>
                  <a:cubicBezTo>
                    <a:pt x="0" y="274"/>
                    <a:pt x="0" y="334"/>
                    <a:pt x="152" y="334"/>
                  </a:cubicBezTo>
                  <a:cubicBezTo>
                    <a:pt x="304" y="304"/>
                    <a:pt x="487" y="243"/>
                    <a:pt x="639" y="152"/>
                  </a:cubicBezTo>
                  <a:cubicBezTo>
                    <a:pt x="791" y="61"/>
                    <a:pt x="791" y="0"/>
                    <a:pt x="639"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68"/>
            <p:cNvSpPr/>
            <p:nvPr/>
          </p:nvSpPr>
          <p:spPr>
            <a:xfrm>
              <a:off x="4896750" y="3447150"/>
              <a:ext cx="19800" cy="8400"/>
            </a:xfrm>
            <a:custGeom>
              <a:rect b="b" l="l" r="r" t="t"/>
              <a:pathLst>
                <a:path extrusionOk="0" h="336" w="792">
                  <a:moveTo>
                    <a:pt x="639" y="1"/>
                  </a:moveTo>
                  <a:cubicBezTo>
                    <a:pt x="457" y="31"/>
                    <a:pt x="274" y="92"/>
                    <a:pt x="122" y="183"/>
                  </a:cubicBezTo>
                  <a:cubicBezTo>
                    <a:pt x="1" y="274"/>
                    <a:pt x="1" y="335"/>
                    <a:pt x="122" y="335"/>
                  </a:cubicBezTo>
                  <a:cubicBezTo>
                    <a:pt x="305" y="335"/>
                    <a:pt x="487" y="274"/>
                    <a:pt x="639" y="183"/>
                  </a:cubicBezTo>
                  <a:cubicBezTo>
                    <a:pt x="791" y="92"/>
                    <a:pt x="791" y="1"/>
                    <a:pt x="639"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68"/>
            <p:cNvSpPr/>
            <p:nvPr/>
          </p:nvSpPr>
          <p:spPr>
            <a:xfrm>
              <a:off x="4953750" y="3446400"/>
              <a:ext cx="20550" cy="8375"/>
            </a:xfrm>
            <a:custGeom>
              <a:rect b="b" l="l" r="r" t="t"/>
              <a:pathLst>
                <a:path extrusionOk="0" h="335" w="822">
                  <a:moveTo>
                    <a:pt x="639" y="0"/>
                  </a:moveTo>
                  <a:cubicBezTo>
                    <a:pt x="457" y="0"/>
                    <a:pt x="305" y="61"/>
                    <a:pt x="153" y="183"/>
                  </a:cubicBezTo>
                  <a:cubicBezTo>
                    <a:pt x="1" y="274"/>
                    <a:pt x="1" y="335"/>
                    <a:pt x="153" y="335"/>
                  </a:cubicBezTo>
                  <a:cubicBezTo>
                    <a:pt x="335" y="335"/>
                    <a:pt x="517" y="274"/>
                    <a:pt x="669" y="183"/>
                  </a:cubicBezTo>
                  <a:cubicBezTo>
                    <a:pt x="821" y="61"/>
                    <a:pt x="791" y="0"/>
                    <a:pt x="639"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68"/>
            <p:cNvSpPr/>
            <p:nvPr/>
          </p:nvSpPr>
          <p:spPr>
            <a:xfrm>
              <a:off x="5011500" y="3445650"/>
              <a:ext cx="20550" cy="9125"/>
            </a:xfrm>
            <a:custGeom>
              <a:rect b="b" l="l" r="r" t="t"/>
              <a:pathLst>
                <a:path extrusionOk="0" h="365" w="822">
                  <a:moveTo>
                    <a:pt x="639" y="0"/>
                  </a:moveTo>
                  <a:cubicBezTo>
                    <a:pt x="457" y="0"/>
                    <a:pt x="274" y="91"/>
                    <a:pt x="153" y="182"/>
                  </a:cubicBezTo>
                  <a:cubicBezTo>
                    <a:pt x="1" y="304"/>
                    <a:pt x="1" y="365"/>
                    <a:pt x="153" y="365"/>
                  </a:cubicBezTo>
                  <a:cubicBezTo>
                    <a:pt x="335" y="365"/>
                    <a:pt x="517" y="304"/>
                    <a:pt x="669" y="182"/>
                  </a:cubicBezTo>
                  <a:cubicBezTo>
                    <a:pt x="821" y="91"/>
                    <a:pt x="791" y="0"/>
                    <a:pt x="639"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68"/>
            <p:cNvSpPr/>
            <p:nvPr/>
          </p:nvSpPr>
          <p:spPr>
            <a:xfrm>
              <a:off x="5070025" y="3445650"/>
              <a:ext cx="19775" cy="9900"/>
            </a:xfrm>
            <a:custGeom>
              <a:rect b="b" l="l" r="r" t="t"/>
              <a:pathLst>
                <a:path extrusionOk="0" h="396" w="791">
                  <a:moveTo>
                    <a:pt x="608" y="0"/>
                  </a:moveTo>
                  <a:cubicBezTo>
                    <a:pt x="426" y="0"/>
                    <a:pt x="274" y="91"/>
                    <a:pt x="122" y="213"/>
                  </a:cubicBezTo>
                  <a:cubicBezTo>
                    <a:pt x="0" y="304"/>
                    <a:pt x="0" y="395"/>
                    <a:pt x="152" y="395"/>
                  </a:cubicBezTo>
                  <a:cubicBezTo>
                    <a:pt x="334" y="395"/>
                    <a:pt x="517" y="304"/>
                    <a:pt x="669" y="213"/>
                  </a:cubicBezTo>
                  <a:cubicBezTo>
                    <a:pt x="790" y="91"/>
                    <a:pt x="760" y="0"/>
                    <a:pt x="608"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68"/>
            <p:cNvSpPr/>
            <p:nvPr/>
          </p:nvSpPr>
          <p:spPr>
            <a:xfrm>
              <a:off x="5128525" y="3445650"/>
              <a:ext cx="19775" cy="10650"/>
            </a:xfrm>
            <a:custGeom>
              <a:rect b="b" l="l" r="r" t="t"/>
              <a:pathLst>
                <a:path extrusionOk="0" h="426" w="791">
                  <a:moveTo>
                    <a:pt x="609" y="0"/>
                  </a:moveTo>
                  <a:cubicBezTo>
                    <a:pt x="426" y="30"/>
                    <a:pt x="244" y="91"/>
                    <a:pt x="122" y="213"/>
                  </a:cubicBezTo>
                  <a:cubicBezTo>
                    <a:pt x="1" y="334"/>
                    <a:pt x="31" y="426"/>
                    <a:pt x="153" y="426"/>
                  </a:cubicBezTo>
                  <a:cubicBezTo>
                    <a:pt x="335" y="426"/>
                    <a:pt x="517" y="334"/>
                    <a:pt x="669" y="213"/>
                  </a:cubicBezTo>
                  <a:cubicBezTo>
                    <a:pt x="791" y="91"/>
                    <a:pt x="760" y="0"/>
                    <a:pt x="609"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68"/>
            <p:cNvSpPr/>
            <p:nvPr/>
          </p:nvSpPr>
          <p:spPr>
            <a:xfrm>
              <a:off x="5187050" y="3445650"/>
              <a:ext cx="19775" cy="11400"/>
            </a:xfrm>
            <a:custGeom>
              <a:rect b="b" l="l" r="r" t="t"/>
              <a:pathLst>
                <a:path extrusionOk="0" h="456" w="791">
                  <a:moveTo>
                    <a:pt x="608" y="0"/>
                  </a:moveTo>
                  <a:cubicBezTo>
                    <a:pt x="426" y="30"/>
                    <a:pt x="243" y="122"/>
                    <a:pt x="122" y="243"/>
                  </a:cubicBezTo>
                  <a:cubicBezTo>
                    <a:pt x="0" y="365"/>
                    <a:pt x="30" y="456"/>
                    <a:pt x="182" y="456"/>
                  </a:cubicBezTo>
                  <a:cubicBezTo>
                    <a:pt x="365" y="456"/>
                    <a:pt x="517" y="365"/>
                    <a:pt x="669" y="243"/>
                  </a:cubicBezTo>
                  <a:cubicBezTo>
                    <a:pt x="790" y="122"/>
                    <a:pt x="760" y="0"/>
                    <a:pt x="608"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68"/>
            <p:cNvSpPr/>
            <p:nvPr/>
          </p:nvSpPr>
          <p:spPr>
            <a:xfrm>
              <a:off x="5245550" y="3446400"/>
              <a:ext cx="19025" cy="11425"/>
            </a:xfrm>
            <a:custGeom>
              <a:rect b="b" l="l" r="r" t="t"/>
              <a:pathLst>
                <a:path extrusionOk="0" h="457" w="761">
                  <a:moveTo>
                    <a:pt x="578" y="0"/>
                  </a:moveTo>
                  <a:cubicBezTo>
                    <a:pt x="396" y="0"/>
                    <a:pt x="244" y="92"/>
                    <a:pt x="122" y="213"/>
                  </a:cubicBezTo>
                  <a:cubicBezTo>
                    <a:pt x="1" y="365"/>
                    <a:pt x="31" y="456"/>
                    <a:pt x="183" y="456"/>
                  </a:cubicBezTo>
                  <a:cubicBezTo>
                    <a:pt x="365" y="456"/>
                    <a:pt x="517" y="365"/>
                    <a:pt x="639" y="244"/>
                  </a:cubicBezTo>
                  <a:cubicBezTo>
                    <a:pt x="760" y="92"/>
                    <a:pt x="730" y="0"/>
                    <a:pt x="578"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68"/>
            <p:cNvSpPr/>
            <p:nvPr/>
          </p:nvSpPr>
          <p:spPr>
            <a:xfrm>
              <a:off x="5304075" y="3445650"/>
              <a:ext cx="18250" cy="12925"/>
            </a:xfrm>
            <a:custGeom>
              <a:rect b="b" l="l" r="r" t="t"/>
              <a:pathLst>
                <a:path extrusionOk="0" h="517" w="730">
                  <a:moveTo>
                    <a:pt x="578" y="0"/>
                  </a:moveTo>
                  <a:cubicBezTo>
                    <a:pt x="395" y="30"/>
                    <a:pt x="213" y="122"/>
                    <a:pt x="91" y="274"/>
                  </a:cubicBezTo>
                  <a:cubicBezTo>
                    <a:pt x="0" y="395"/>
                    <a:pt x="30" y="517"/>
                    <a:pt x="152" y="517"/>
                  </a:cubicBezTo>
                  <a:cubicBezTo>
                    <a:pt x="334" y="486"/>
                    <a:pt x="517" y="395"/>
                    <a:pt x="638" y="243"/>
                  </a:cubicBezTo>
                  <a:cubicBezTo>
                    <a:pt x="730" y="122"/>
                    <a:pt x="699" y="0"/>
                    <a:pt x="578"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68"/>
            <p:cNvSpPr/>
            <p:nvPr/>
          </p:nvSpPr>
          <p:spPr>
            <a:xfrm>
              <a:off x="5361825" y="3444875"/>
              <a:ext cx="18250" cy="12950"/>
            </a:xfrm>
            <a:custGeom>
              <a:rect b="b" l="l" r="r" t="t"/>
              <a:pathLst>
                <a:path extrusionOk="0" h="518" w="730">
                  <a:moveTo>
                    <a:pt x="547" y="1"/>
                  </a:moveTo>
                  <a:cubicBezTo>
                    <a:pt x="365" y="31"/>
                    <a:pt x="213" y="122"/>
                    <a:pt x="91" y="274"/>
                  </a:cubicBezTo>
                  <a:cubicBezTo>
                    <a:pt x="0" y="396"/>
                    <a:pt x="30" y="517"/>
                    <a:pt x="152" y="517"/>
                  </a:cubicBezTo>
                  <a:cubicBezTo>
                    <a:pt x="334" y="487"/>
                    <a:pt x="517" y="396"/>
                    <a:pt x="638" y="274"/>
                  </a:cubicBezTo>
                  <a:cubicBezTo>
                    <a:pt x="730" y="122"/>
                    <a:pt x="699" y="1"/>
                    <a:pt x="547"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68"/>
            <p:cNvSpPr/>
            <p:nvPr/>
          </p:nvSpPr>
          <p:spPr>
            <a:xfrm>
              <a:off x="5418800" y="3443350"/>
              <a:ext cx="18275" cy="12950"/>
            </a:xfrm>
            <a:custGeom>
              <a:rect b="b" l="l" r="r" t="t"/>
              <a:pathLst>
                <a:path extrusionOk="0" h="518" w="731">
                  <a:moveTo>
                    <a:pt x="548" y="1"/>
                  </a:moveTo>
                  <a:cubicBezTo>
                    <a:pt x="366" y="31"/>
                    <a:pt x="214" y="122"/>
                    <a:pt x="92" y="274"/>
                  </a:cubicBezTo>
                  <a:cubicBezTo>
                    <a:pt x="1" y="426"/>
                    <a:pt x="31" y="518"/>
                    <a:pt x="183" y="518"/>
                  </a:cubicBezTo>
                  <a:cubicBezTo>
                    <a:pt x="335" y="487"/>
                    <a:pt x="517" y="396"/>
                    <a:pt x="609" y="244"/>
                  </a:cubicBezTo>
                  <a:cubicBezTo>
                    <a:pt x="730" y="122"/>
                    <a:pt x="700" y="1"/>
                    <a:pt x="548"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68"/>
            <p:cNvSpPr/>
            <p:nvPr/>
          </p:nvSpPr>
          <p:spPr>
            <a:xfrm>
              <a:off x="5475050" y="3441075"/>
              <a:ext cx="18250" cy="12950"/>
            </a:xfrm>
            <a:custGeom>
              <a:rect b="b" l="l" r="r" t="t"/>
              <a:pathLst>
                <a:path extrusionOk="0" h="518" w="730">
                  <a:moveTo>
                    <a:pt x="547" y="1"/>
                  </a:moveTo>
                  <a:cubicBezTo>
                    <a:pt x="365" y="31"/>
                    <a:pt x="213" y="122"/>
                    <a:pt x="122" y="274"/>
                  </a:cubicBezTo>
                  <a:cubicBezTo>
                    <a:pt x="0" y="426"/>
                    <a:pt x="30" y="517"/>
                    <a:pt x="152" y="517"/>
                  </a:cubicBezTo>
                  <a:cubicBezTo>
                    <a:pt x="334" y="487"/>
                    <a:pt x="517" y="396"/>
                    <a:pt x="608" y="244"/>
                  </a:cubicBezTo>
                  <a:cubicBezTo>
                    <a:pt x="730" y="92"/>
                    <a:pt x="699" y="1"/>
                    <a:pt x="547"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68"/>
            <p:cNvSpPr/>
            <p:nvPr/>
          </p:nvSpPr>
          <p:spPr>
            <a:xfrm>
              <a:off x="5530500" y="3437275"/>
              <a:ext cx="17525" cy="12950"/>
            </a:xfrm>
            <a:custGeom>
              <a:rect b="b" l="l" r="r" t="t"/>
              <a:pathLst>
                <a:path extrusionOk="0" h="518" w="701">
                  <a:moveTo>
                    <a:pt x="548" y="1"/>
                  </a:moveTo>
                  <a:cubicBezTo>
                    <a:pt x="366" y="31"/>
                    <a:pt x="214" y="122"/>
                    <a:pt x="92" y="274"/>
                  </a:cubicBezTo>
                  <a:cubicBezTo>
                    <a:pt x="1" y="426"/>
                    <a:pt x="31" y="517"/>
                    <a:pt x="153" y="517"/>
                  </a:cubicBezTo>
                  <a:cubicBezTo>
                    <a:pt x="335" y="487"/>
                    <a:pt x="487" y="396"/>
                    <a:pt x="609" y="244"/>
                  </a:cubicBezTo>
                  <a:cubicBezTo>
                    <a:pt x="700" y="92"/>
                    <a:pt x="670" y="1"/>
                    <a:pt x="548"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68"/>
            <p:cNvSpPr/>
            <p:nvPr/>
          </p:nvSpPr>
          <p:spPr>
            <a:xfrm>
              <a:off x="3151275" y="3386375"/>
              <a:ext cx="13725" cy="13700"/>
            </a:xfrm>
            <a:custGeom>
              <a:rect b="b" l="l" r="r" t="t"/>
              <a:pathLst>
                <a:path extrusionOk="0" h="548" w="549">
                  <a:moveTo>
                    <a:pt x="305" y="0"/>
                  </a:moveTo>
                  <a:cubicBezTo>
                    <a:pt x="1" y="61"/>
                    <a:pt x="1" y="487"/>
                    <a:pt x="305" y="547"/>
                  </a:cubicBezTo>
                  <a:cubicBezTo>
                    <a:pt x="457" y="547"/>
                    <a:pt x="548" y="426"/>
                    <a:pt x="548" y="274"/>
                  </a:cubicBezTo>
                  <a:cubicBezTo>
                    <a:pt x="548" y="152"/>
                    <a:pt x="457" y="31"/>
                    <a:pt x="30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68"/>
            <p:cNvSpPr/>
            <p:nvPr/>
          </p:nvSpPr>
          <p:spPr>
            <a:xfrm>
              <a:off x="3205250" y="3387125"/>
              <a:ext cx="12925" cy="12950"/>
            </a:xfrm>
            <a:custGeom>
              <a:rect b="b" l="l" r="r" t="t"/>
              <a:pathLst>
                <a:path extrusionOk="0" h="518" w="517">
                  <a:moveTo>
                    <a:pt x="274" y="1"/>
                  </a:moveTo>
                  <a:cubicBezTo>
                    <a:pt x="152" y="1"/>
                    <a:pt x="30" y="122"/>
                    <a:pt x="30" y="244"/>
                  </a:cubicBezTo>
                  <a:cubicBezTo>
                    <a:pt x="0" y="396"/>
                    <a:pt x="91" y="517"/>
                    <a:pt x="243" y="517"/>
                  </a:cubicBezTo>
                  <a:cubicBezTo>
                    <a:pt x="365" y="517"/>
                    <a:pt x="486" y="396"/>
                    <a:pt x="486" y="274"/>
                  </a:cubicBezTo>
                  <a:cubicBezTo>
                    <a:pt x="517" y="122"/>
                    <a:pt x="426" y="1"/>
                    <a:pt x="27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68"/>
            <p:cNvSpPr/>
            <p:nvPr/>
          </p:nvSpPr>
          <p:spPr>
            <a:xfrm>
              <a:off x="3256900" y="3387125"/>
              <a:ext cx="14475" cy="13700"/>
            </a:xfrm>
            <a:custGeom>
              <a:rect b="b" l="l" r="r" t="t"/>
              <a:pathLst>
                <a:path extrusionOk="0" h="548" w="579">
                  <a:moveTo>
                    <a:pt x="366" y="1"/>
                  </a:moveTo>
                  <a:cubicBezTo>
                    <a:pt x="214" y="1"/>
                    <a:pt x="92" y="122"/>
                    <a:pt x="62" y="274"/>
                  </a:cubicBezTo>
                  <a:cubicBezTo>
                    <a:pt x="1" y="396"/>
                    <a:pt x="123" y="517"/>
                    <a:pt x="244" y="548"/>
                  </a:cubicBezTo>
                  <a:cubicBezTo>
                    <a:pt x="396" y="517"/>
                    <a:pt x="518" y="426"/>
                    <a:pt x="548" y="274"/>
                  </a:cubicBezTo>
                  <a:cubicBezTo>
                    <a:pt x="579" y="122"/>
                    <a:pt x="487" y="1"/>
                    <a:pt x="366"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68"/>
            <p:cNvSpPr/>
            <p:nvPr/>
          </p:nvSpPr>
          <p:spPr>
            <a:xfrm>
              <a:off x="3310100" y="3387125"/>
              <a:ext cx="13700" cy="13700"/>
            </a:xfrm>
            <a:custGeom>
              <a:rect b="b" l="l" r="r" t="t"/>
              <a:pathLst>
                <a:path extrusionOk="0" h="548" w="548">
                  <a:moveTo>
                    <a:pt x="365" y="1"/>
                  </a:moveTo>
                  <a:cubicBezTo>
                    <a:pt x="213" y="31"/>
                    <a:pt x="61" y="122"/>
                    <a:pt x="31" y="274"/>
                  </a:cubicBezTo>
                  <a:cubicBezTo>
                    <a:pt x="1" y="426"/>
                    <a:pt x="61" y="548"/>
                    <a:pt x="213" y="548"/>
                  </a:cubicBezTo>
                  <a:cubicBezTo>
                    <a:pt x="335" y="517"/>
                    <a:pt x="487" y="426"/>
                    <a:pt x="517" y="274"/>
                  </a:cubicBezTo>
                  <a:cubicBezTo>
                    <a:pt x="548" y="122"/>
                    <a:pt x="487" y="1"/>
                    <a:pt x="36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68"/>
            <p:cNvSpPr/>
            <p:nvPr/>
          </p:nvSpPr>
          <p:spPr>
            <a:xfrm>
              <a:off x="3362525" y="3387125"/>
              <a:ext cx="14475" cy="13700"/>
            </a:xfrm>
            <a:custGeom>
              <a:rect b="b" l="l" r="r" t="t"/>
              <a:pathLst>
                <a:path extrusionOk="0" h="548" w="579">
                  <a:moveTo>
                    <a:pt x="396" y="1"/>
                  </a:moveTo>
                  <a:cubicBezTo>
                    <a:pt x="244" y="31"/>
                    <a:pt x="92" y="122"/>
                    <a:pt x="31" y="274"/>
                  </a:cubicBezTo>
                  <a:cubicBezTo>
                    <a:pt x="1" y="426"/>
                    <a:pt x="62" y="548"/>
                    <a:pt x="183" y="548"/>
                  </a:cubicBezTo>
                  <a:cubicBezTo>
                    <a:pt x="335" y="548"/>
                    <a:pt x="457" y="426"/>
                    <a:pt x="518" y="274"/>
                  </a:cubicBezTo>
                  <a:cubicBezTo>
                    <a:pt x="579" y="122"/>
                    <a:pt x="518" y="1"/>
                    <a:pt x="396"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68"/>
            <p:cNvSpPr/>
            <p:nvPr/>
          </p:nvSpPr>
          <p:spPr>
            <a:xfrm>
              <a:off x="3414200" y="3387125"/>
              <a:ext cx="16000" cy="14475"/>
            </a:xfrm>
            <a:custGeom>
              <a:rect b="b" l="l" r="r" t="t"/>
              <a:pathLst>
                <a:path extrusionOk="0" h="579" w="640">
                  <a:moveTo>
                    <a:pt x="457" y="1"/>
                  </a:moveTo>
                  <a:cubicBezTo>
                    <a:pt x="305" y="31"/>
                    <a:pt x="153" y="153"/>
                    <a:pt x="92" y="305"/>
                  </a:cubicBezTo>
                  <a:cubicBezTo>
                    <a:pt x="1" y="457"/>
                    <a:pt x="62" y="578"/>
                    <a:pt x="183" y="578"/>
                  </a:cubicBezTo>
                  <a:cubicBezTo>
                    <a:pt x="366" y="548"/>
                    <a:pt x="487" y="457"/>
                    <a:pt x="578" y="305"/>
                  </a:cubicBezTo>
                  <a:cubicBezTo>
                    <a:pt x="639" y="153"/>
                    <a:pt x="609" y="1"/>
                    <a:pt x="457"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68"/>
            <p:cNvSpPr/>
            <p:nvPr/>
          </p:nvSpPr>
          <p:spPr>
            <a:xfrm>
              <a:off x="3466650" y="3387875"/>
              <a:ext cx="15975" cy="13725"/>
            </a:xfrm>
            <a:custGeom>
              <a:rect b="b" l="l" r="r" t="t"/>
              <a:pathLst>
                <a:path extrusionOk="0" h="549" w="639">
                  <a:moveTo>
                    <a:pt x="487" y="1"/>
                  </a:moveTo>
                  <a:cubicBezTo>
                    <a:pt x="304" y="1"/>
                    <a:pt x="152" y="123"/>
                    <a:pt x="91" y="275"/>
                  </a:cubicBezTo>
                  <a:cubicBezTo>
                    <a:pt x="0" y="427"/>
                    <a:pt x="31" y="548"/>
                    <a:pt x="183" y="548"/>
                  </a:cubicBezTo>
                  <a:cubicBezTo>
                    <a:pt x="335" y="518"/>
                    <a:pt x="487" y="427"/>
                    <a:pt x="578" y="275"/>
                  </a:cubicBezTo>
                  <a:cubicBezTo>
                    <a:pt x="639" y="123"/>
                    <a:pt x="608" y="1"/>
                    <a:pt x="487"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68"/>
            <p:cNvSpPr/>
            <p:nvPr/>
          </p:nvSpPr>
          <p:spPr>
            <a:xfrm>
              <a:off x="3519075" y="3387875"/>
              <a:ext cx="16750" cy="14475"/>
            </a:xfrm>
            <a:custGeom>
              <a:rect b="b" l="l" r="r" t="t"/>
              <a:pathLst>
                <a:path extrusionOk="0" h="579" w="670">
                  <a:moveTo>
                    <a:pt x="517" y="1"/>
                  </a:moveTo>
                  <a:cubicBezTo>
                    <a:pt x="335" y="31"/>
                    <a:pt x="183" y="123"/>
                    <a:pt x="92" y="275"/>
                  </a:cubicBezTo>
                  <a:cubicBezTo>
                    <a:pt x="1" y="427"/>
                    <a:pt x="31" y="578"/>
                    <a:pt x="152" y="578"/>
                  </a:cubicBezTo>
                  <a:cubicBezTo>
                    <a:pt x="335" y="548"/>
                    <a:pt x="487" y="427"/>
                    <a:pt x="578" y="275"/>
                  </a:cubicBezTo>
                  <a:cubicBezTo>
                    <a:pt x="669" y="123"/>
                    <a:pt x="669" y="1"/>
                    <a:pt x="517"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68"/>
            <p:cNvSpPr/>
            <p:nvPr/>
          </p:nvSpPr>
          <p:spPr>
            <a:xfrm>
              <a:off x="3571500" y="3387875"/>
              <a:ext cx="17500" cy="14475"/>
            </a:xfrm>
            <a:custGeom>
              <a:rect b="b" l="l" r="r" t="t"/>
              <a:pathLst>
                <a:path extrusionOk="0" h="579" w="700">
                  <a:moveTo>
                    <a:pt x="548" y="1"/>
                  </a:moveTo>
                  <a:cubicBezTo>
                    <a:pt x="366" y="31"/>
                    <a:pt x="214" y="123"/>
                    <a:pt x="92" y="305"/>
                  </a:cubicBezTo>
                  <a:cubicBezTo>
                    <a:pt x="1" y="457"/>
                    <a:pt x="1" y="578"/>
                    <a:pt x="153" y="578"/>
                  </a:cubicBezTo>
                  <a:cubicBezTo>
                    <a:pt x="335" y="548"/>
                    <a:pt x="487" y="427"/>
                    <a:pt x="578" y="305"/>
                  </a:cubicBezTo>
                  <a:cubicBezTo>
                    <a:pt x="700" y="123"/>
                    <a:pt x="700" y="1"/>
                    <a:pt x="548"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68"/>
            <p:cNvSpPr/>
            <p:nvPr/>
          </p:nvSpPr>
          <p:spPr>
            <a:xfrm>
              <a:off x="3623950" y="3387875"/>
              <a:ext cx="18250" cy="14475"/>
            </a:xfrm>
            <a:custGeom>
              <a:rect b="b" l="l" r="r" t="t"/>
              <a:pathLst>
                <a:path extrusionOk="0" h="579" w="730">
                  <a:moveTo>
                    <a:pt x="578" y="1"/>
                  </a:moveTo>
                  <a:cubicBezTo>
                    <a:pt x="395" y="31"/>
                    <a:pt x="213" y="153"/>
                    <a:pt x="122" y="305"/>
                  </a:cubicBezTo>
                  <a:cubicBezTo>
                    <a:pt x="0" y="457"/>
                    <a:pt x="0" y="578"/>
                    <a:pt x="122" y="578"/>
                  </a:cubicBezTo>
                  <a:cubicBezTo>
                    <a:pt x="304" y="548"/>
                    <a:pt x="486" y="457"/>
                    <a:pt x="578" y="305"/>
                  </a:cubicBezTo>
                  <a:cubicBezTo>
                    <a:pt x="699" y="153"/>
                    <a:pt x="730" y="1"/>
                    <a:pt x="578"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68"/>
            <p:cNvSpPr/>
            <p:nvPr/>
          </p:nvSpPr>
          <p:spPr>
            <a:xfrm>
              <a:off x="3675625" y="3388650"/>
              <a:ext cx="19775" cy="14450"/>
            </a:xfrm>
            <a:custGeom>
              <a:rect b="b" l="l" r="r" t="t"/>
              <a:pathLst>
                <a:path extrusionOk="0" h="578" w="791">
                  <a:moveTo>
                    <a:pt x="638" y="0"/>
                  </a:moveTo>
                  <a:cubicBezTo>
                    <a:pt x="456" y="31"/>
                    <a:pt x="274" y="122"/>
                    <a:pt x="152" y="274"/>
                  </a:cubicBezTo>
                  <a:cubicBezTo>
                    <a:pt x="0" y="426"/>
                    <a:pt x="0" y="578"/>
                    <a:pt x="152" y="578"/>
                  </a:cubicBezTo>
                  <a:cubicBezTo>
                    <a:pt x="334" y="517"/>
                    <a:pt x="486" y="426"/>
                    <a:pt x="638" y="274"/>
                  </a:cubicBezTo>
                  <a:cubicBezTo>
                    <a:pt x="760" y="122"/>
                    <a:pt x="790" y="0"/>
                    <a:pt x="638"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68"/>
            <p:cNvSpPr/>
            <p:nvPr/>
          </p:nvSpPr>
          <p:spPr>
            <a:xfrm>
              <a:off x="3728050" y="3388650"/>
              <a:ext cx="20525" cy="14450"/>
            </a:xfrm>
            <a:custGeom>
              <a:rect b="b" l="l" r="r" t="t"/>
              <a:pathLst>
                <a:path extrusionOk="0" h="578" w="821">
                  <a:moveTo>
                    <a:pt x="669" y="0"/>
                  </a:moveTo>
                  <a:cubicBezTo>
                    <a:pt x="487" y="31"/>
                    <a:pt x="304" y="122"/>
                    <a:pt x="152" y="274"/>
                  </a:cubicBezTo>
                  <a:cubicBezTo>
                    <a:pt x="0" y="456"/>
                    <a:pt x="0" y="578"/>
                    <a:pt x="122" y="578"/>
                  </a:cubicBezTo>
                  <a:cubicBezTo>
                    <a:pt x="335" y="547"/>
                    <a:pt x="487" y="426"/>
                    <a:pt x="639" y="274"/>
                  </a:cubicBezTo>
                  <a:cubicBezTo>
                    <a:pt x="791" y="122"/>
                    <a:pt x="821" y="0"/>
                    <a:pt x="669"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68"/>
            <p:cNvSpPr/>
            <p:nvPr/>
          </p:nvSpPr>
          <p:spPr>
            <a:xfrm>
              <a:off x="3779725" y="3388650"/>
              <a:ext cx="22050" cy="14450"/>
            </a:xfrm>
            <a:custGeom>
              <a:rect b="b" l="l" r="r" t="t"/>
              <a:pathLst>
                <a:path extrusionOk="0" h="578" w="882">
                  <a:moveTo>
                    <a:pt x="760" y="0"/>
                  </a:moveTo>
                  <a:cubicBezTo>
                    <a:pt x="547" y="31"/>
                    <a:pt x="335" y="152"/>
                    <a:pt x="183" y="304"/>
                  </a:cubicBezTo>
                  <a:cubicBezTo>
                    <a:pt x="31" y="456"/>
                    <a:pt x="0" y="578"/>
                    <a:pt x="152" y="578"/>
                  </a:cubicBezTo>
                  <a:cubicBezTo>
                    <a:pt x="335" y="547"/>
                    <a:pt x="517" y="456"/>
                    <a:pt x="669" y="304"/>
                  </a:cubicBezTo>
                  <a:cubicBezTo>
                    <a:pt x="851" y="122"/>
                    <a:pt x="882" y="0"/>
                    <a:pt x="760"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68"/>
            <p:cNvSpPr/>
            <p:nvPr/>
          </p:nvSpPr>
          <p:spPr>
            <a:xfrm>
              <a:off x="3832150" y="3388650"/>
              <a:ext cx="22825" cy="15225"/>
            </a:xfrm>
            <a:custGeom>
              <a:rect b="b" l="l" r="r" t="t"/>
              <a:pathLst>
                <a:path extrusionOk="0" h="609" w="913">
                  <a:moveTo>
                    <a:pt x="791" y="0"/>
                  </a:moveTo>
                  <a:cubicBezTo>
                    <a:pt x="548" y="61"/>
                    <a:pt x="365" y="152"/>
                    <a:pt x="213" y="304"/>
                  </a:cubicBezTo>
                  <a:cubicBezTo>
                    <a:pt x="31" y="456"/>
                    <a:pt x="1" y="608"/>
                    <a:pt x="122" y="608"/>
                  </a:cubicBezTo>
                  <a:cubicBezTo>
                    <a:pt x="335" y="547"/>
                    <a:pt x="517" y="456"/>
                    <a:pt x="669" y="304"/>
                  </a:cubicBezTo>
                  <a:cubicBezTo>
                    <a:pt x="852" y="152"/>
                    <a:pt x="912" y="0"/>
                    <a:pt x="79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68"/>
            <p:cNvSpPr/>
            <p:nvPr/>
          </p:nvSpPr>
          <p:spPr>
            <a:xfrm>
              <a:off x="3889900" y="3390175"/>
              <a:ext cx="25100" cy="15225"/>
            </a:xfrm>
            <a:custGeom>
              <a:rect b="b" l="l" r="r" t="t"/>
              <a:pathLst>
                <a:path extrusionOk="0" h="609" w="1004">
                  <a:moveTo>
                    <a:pt x="821" y="0"/>
                  </a:moveTo>
                  <a:cubicBezTo>
                    <a:pt x="578" y="31"/>
                    <a:pt x="365" y="122"/>
                    <a:pt x="183" y="274"/>
                  </a:cubicBezTo>
                  <a:cubicBezTo>
                    <a:pt x="1" y="456"/>
                    <a:pt x="1" y="608"/>
                    <a:pt x="183" y="608"/>
                  </a:cubicBezTo>
                  <a:cubicBezTo>
                    <a:pt x="396" y="578"/>
                    <a:pt x="639" y="486"/>
                    <a:pt x="821" y="304"/>
                  </a:cubicBezTo>
                  <a:cubicBezTo>
                    <a:pt x="1004" y="152"/>
                    <a:pt x="1004" y="0"/>
                    <a:pt x="82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68"/>
            <p:cNvSpPr/>
            <p:nvPr/>
          </p:nvSpPr>
          <p:spPr>
            <a:xfrm>
              <a:off x="3959050" y="3392450"/>
              <a:ext cx="24350" cy="15225"/>
            </a:xfrm>
            <a:custGeom>
              <a:rect b="b" l="l" r="r" t="t"/>
              <a:pathLst>
                <a:path extrusionOk="0" h="609" w="974">
                  <a:moveTo>
                    <a:pt x="791" y="0"/>
                  </a:moveTo>
                  <a:cubicBezTo>
                    <a:pt x="548" y="31"/>
                    <a:pt x="335" y="122"/>
                    <a:pt x="183" y="304"/>
                  </a:cubicBezTo>
                  <a:cubicBezTo>
                    <a:pt x="1" y="456"/>
                    <a:pt x="31" y="608"/>
                    <a:pt x="183" y="608"/>
                  </a:cubicBezTo>
                  <a:cubicBezTo>
                    <a:pt x="426" y="578"/>
                    <a:pt x="639" y="487"/>
                    <a:pt x="791" y="335"/>
                  </a:cubicBezTo>
                  <a:cubicBezTo>
                    <a:pt x="943" y="152"/>
                    <a:pt x="973" y="0"/>
                    <a:pt x="79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68"/>
            <p:cNvSpPr/>
            <p:nvPr/>
          </p:nvSpPr>
          <p:spPr>
            <a:xfrm>
              <a:off x="4027450" y="3394725"/>
              <a:ext cx="22825" cy="15225"/>
            </a:xfrm>
            <a:custGeom>
              <a:rect b="b" l="l" r="r" t="t"/>
              <a:pathLst>
                <a:path extrusionOk="0" h="609" w="913">
                  <a:moveTo>
                    <a:pt x="730" y="1"/>
                  </a:moveTo>
                  <a:cubicBezTo>
                    <a:pt x="487" y="31"/>
                    <a:pt x="304" y="122"/>
                    <a:pt x="152" y="304"/>
                  </a:cubicBezTo>
                  <a:cubicBezTo>
                    <a:pt x="0" y="456"/>
                    <a:pt x="0" y="608"/>
                    <a:pt x="183" y="608"/>
                  </a:cubicBezTo>
                  <a:cubicBezTo>
                    <a:pt x="395" y="578"/>
                    <a:pt x="608" y="487"/>
                    <a:pt x="760" y="304"/>
                  </a:cubicBezTo>
                  <a:cubicBezTo>
                    <a:pt x="912" y="153"/>
                    <a:pt x="882" y="1"/>
                    <a:pt x="730"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68"/>
            <p:cNvSpPr/>
            <p:nvPr/>
          </p:nvSpPr>
          <p:spPr>
            <a:xfrm>
              <a:off x="4094325" y="3396250"/>
              <a:ext cx="22050" cy="15225"/>
            </a:xfrm>
            <a:custGeom>
              <a:rect b="b" l="l" r="r" t="t"/>
              <a:pathLst>
                <a:path extrusionOk="0" h="609" w="882">
                  <a:moveTo>
                    <a:pt x="699" y="0"/>
                  </a:moveTo>
                  <a:cubicBezTo>
                    <a:pt x="456" y="31"/>
                    <a:pt x="274" y="122"/>
                    <a:pt x="122" y="304"/>
                  </a:cubicBezTo>
                  <a:cubicBezTo>
                    <a:pt x="0" y="456"/>
                    <a:pt x="30" y="608"/>
                    <a:pt x="182" y="608"/>
                  </a:cubicBezTo>
                  <a:cubicBezTo>
                    <a:pt x="395" y="578"/>
                    <a:pt x="608" y="487"/>
                    <a:pt x="730" y="304"/>
                  </a:cubicBezTo>
                  <a:cubicBezTo>
                    <a:pt x="882" y="152"/>
                    <a:pt x="851" y="0"/>
                    <a:pt x="699"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68"/>
            <p:cNvSpPr/>
            <p:nvPr/>
          </p:nvSpPr>
          <p:spPr>
            <a:xfrm>
              <a:off x="4160425" y="3397000"/>
              <a:ext cx="21300" cy="15225"/>
            </a:xfrm>
            <a:custGeom>
              <a:rect b="b" l="l" r="r" t="t"/>
              <a:pathLst>
                <a:path extrusionOk="0" h="609" w="852">
                  <a:moveTo>
                    <a:pt x="669" y="1"/>
                  </a:moveTo>
                  <a:cubicBezTo>
                    <a:pt x="426" y="31"/>
                    <a:pt x="244" y="153"/>
                    <a:pt x="122" y="305"/>
                  </a:cubicBezTo>
                  <a:cubicBezTo>
                    <a:pt x="0" y="487"/>
                    <a:pt x="31" y="609"/>
                    <a:pt x="183" y="609"/>
                  </a:cubicBezTo>
                  <a:cubicBezTo>
                    <a:pt x="396" y="609"/>
                    <a:pt x="578" y="487"/>
                    <a:pt x="730" y="335"/>
                  </a:cubicBezTo>
                  <a:cubicBezTo>
                    <a:pt x="852" y="153"/>
                    <a:pt x="821" y="1"/>
                    <a:pt x="669"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68"/>
            <p:cNvSpPr/>
            <p:nvPr/>
          </p:nvSpPr>
          <p:spPr>
            <a:xfrm>
              <a:off x="4225775" y="3398525"/>
              <a:ext cx="20550" cy="15225"/>
            </a:xfrm>
            <a:custGeom>
              <a:rect b="b" l="l" r="r" t="t"/>
              <a:pathLst>
                <a:path extrusionOk="0" h="609" w="822">
                  <a:moveTo>
                    <a:pt x="639" y="1"/>
                  </a:moveTo>
                  <a:cubicBezTo>
                    <a:pt x="426" y="31"/>
                    <a:pt x="244" y="152"/>
                    <a:pt x="122" y="304"/>
                  </a:cubicBezTo>
                  <a:cubicBezTo>
                    <a:pt x="1" y="487"/>
                    <a:pt x="31" y="608"/>
                    <a:pt x="183" y="608"/>
                  </a:cubicBezTo>
                  <a:cubicBezTo>
                    <a:pt x="396" y="578"/>
                    <a:pt x="578" y="487"/>
                    <a:pt x="700" y="304"/>
                  </a:cubicBezTo>
                  <a:cubicBezTo>
                    <a:pt x="821" y="152"/>
                    <a:pt x="791" y="1"/>
                    <a:pt x="639"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68"/>
            <p:cNvSpPr/>
            <p:nvPr/>
          </p:nvSpPr>
          <p:spPr>
            <a:xfrm>
              <a:off x="4290375" y="3399275"/>
              <a:ext cx="20525" cy="14475"/>
            </a:xfrm>
            <a:custGeom>
              <a:rect b="b" l="l" r="r" t="t"/>
              <a:pathLst>
                <a:path extrusionOk="0" h="579" w="821">
                  <a:moveTo>
                    <a:pt x="608" y="1"/>
                  </a:moveTo>
                  <a:cubicBezTo>
                    <a:pt x="426" y="1"/>
                    <a:pt x="243" y="122"/>
                    <a:pt x="122" y="274"/>
                  </a:cubicBezTo>
                  <a:cubicBezTo>
                    <a:pt x="0" y="457"/>
                    <a:pt x="31" y="578"/>
                    <a:pt x="213" y="578"/>
                  </a:cubicBezTo>
                  <a:cubicBezTo>
                    <a:pt x="395" y="548"/>
                    <a:pt x="578" y="457"/>
                    <a:pt x="699" y="305"/>
                  </a:cubicBezTo>
                  <a:cubicBezTo>
                    <a:pt x="821" y="122"/>
                    <a:pt x="790" y="1"/>
                    <a:pt x="608"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68"/>
            <p:cNvSpPr/>
            <p:nvPr/>
          </p:nvSpPr>
          <p:spPr>
            <a:xfrm>
              <a:off x="4354950" y="3400050"/>
              <a:ext cx="20550" cy="14450"/>
            </a:xfrm>
            <a:custGeom>
              <a:rect b="b" l="l" r="r" t="t"/>
              <a:pathLst>
                <a:path extrusionOk="0" h="578" w="822">
                  <a:moveTo>
                    <a:pt x="609" y="0"/>
                  </a:moveTo>
                  <a:cubicBezTo>
                    <a:pt x="396" y="0"/>
                    <a:pt x="244" y="122"/>
                    <a:pt x="122" y="274"/>
                  </a:cubicBezTo>
                  <a:cubicBezTo>
                    <a:pt x="1" y="456"/>
                    <a:pt x="62" y="578"/>
                    <a:pt x="214" y="578"/>
                  </a:cubicBezTo>
                  <a:cubicBezTo>
                    <a:pt x="426" y="547"/>
                    <a:pt x="609" y="456"/>
                    <a:pt x="700" y="274"/>
                  </a:cubicBezTo>
                  <a:cubicBezTo>
                    <a:pt x="821" y="122"/>
                    <a:pt x="761" y="0"/>
                    <a:pt x="609"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68"/>
            <p:cNvSpPr/>
            <p:nvPr/>
          </p:nvSpPr>
          <p:spPr>
            <a:xfrm>
              <a:off x="4420300" y="3400800"/>
              <a:ext cx="19800" cy="14475"/>
            </a:xfrm>
            <a:custGeom>
              <a:rect b="b" l="l" r="r" t="t"/>
              <a:pathLst>
                <a:path extrusionOk="0" h="579" w="792">
                  <a:moveTo>
                    <a:pt x="578" y="1"/>
                  </a:moveTo>
                  <a:cubicBezTo>
                    <a:pt x="366" y="1"/>
                    <a:pt x="214" y="122"/>
                    <a:pt x="92" y="274"/>
                  </a:cubicBezTo>
                  <a:cubicBezTo>
                    <a:pt x="1" y="426"/>
                    <a:pt x="31" y="578"/>
                    <a:pt x="214" y="578"/>
                  </a:cubicBezTo>
                  <a:cubicBezTo>
                    <a:pt x="396" y="548"/>
                    <a:pt x="578" y="457"/>
                    <a:pt x="700" y="274"/>
                  </a:cubicBezTo>
                  <a:cubicBezTo>
                    <a:pt x="791" y="122"/>
                    <a:pt x="730" y="1"/>
                    <a:pt x="578"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68"/>
            <p:cNvSpPr/>
            <p:nvPr/>
          </p:nvSpPr>
          <p:spPr>
            <a:xfrm>
              <a:off x="4485650" y="3401575"/>
              <a:ext cx="19025" cy="14450"/>
            </a:xfrm>
            <a:custGeom>
              <a:rect b="b" l="l" r="r" t="t"/>
              <a:pathLst>
                <a:path extrusionOk="0" h="578" w="761">
                  <a:moveTo>
                    <a:pt x="548" y="0"/>
                  </a:moveTo>
                  <a:cubicBezTo>
                    <a:pt x="366" y="0"/>
                    <a:pt x="183" y="122"/>
                    <a:pt x="92" y="274"/>
                  </a:cubicBezTo>
                  <a:cubicBezTo>
                    <a:pt x="1" y="426"/>
                    <a:pt x="31" y="578"/>
                    <a:pt x="214" y="578"/>
                  </a:cubicBezTo>
                  <a:cubicBezTo>
                    <a:pt x="396" y="547"/>
                    <a:pt x="578" y="456"/>
                    <a:pt x="670" y="304"/>
                  </a:cubicBezTo>
                  <a:cubicBezTo>
                    <a:pt x="761" y="122"/>
                    <a:pt x="700" y="0"/>
                    <a:pt x="548"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68"/>
            <p:cNvSpPr/>
            <p:nvPr/>
          </p:nvSpPr>
          <p:spPr>
            <a:xfrm>
              <a:off x="4551000" y="3402325"/>
              <a:ext cx="19800" cy="14450"/>
            </a:xfrm>
            <a:custGeom>
              <a:rect b="b" l="l" r="r" t="t"/>
              <a:pathLst>
                <a:path extrusionOk="0" h="578" w="792">
                  <a:moveTo>
                    <a:pt x="548" y="0"/>
                  </a:moveTo>
                  <a:cubicBezTo>
                    <a:pt x="366" y="31"/>
                    <a:pt x="183" y="122"/>
                    <a:pt x="92" y="304"/>
                  </a:cubicBezTo>
                  <a:cubicBezTo>
                    <a:pt x="1" y="456"/>
                    <a:pt x="62" y="578"/>
                    <a:pt x="244" y="578"/>
                  </a:cubicBezTo>
                  <a:cubicBezTo>
                    <a:pt x="426" y="578"/>
                    <a:pt x="609" y="456"/>
                    <a:pt x="700" y="304"/>
                  </a:cubicBezTo>
                  <a:cubicBezTo>
                    <a:pt x="791" y="152"/>
                    <a:pt x="700" y="0"/>
                    <a:pt x="548"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68"/>
            <p:cNvSpPr/>
            <p:nvPr/>
          </p:nvSpPr>
          <p:spPr>
            <a:xfrm>
              <a:off x="4617875" y="3403850"/>
              <a:ext cx="19025" cy="14450"/>
            </a:xfrm>
            <a:custGeom>
              <a:rect b="b" l="l" r="r" t="t"/>
              <a:pathLst>
                <a:path extrusionOk="0" h="578" w="761">
                  <a:moveTo>
                    <a:pt x="517" y="0"/>
                  </a:moveTo>
                  <a:cubicBezTo>
                    <a:pt x="305" y="31"/>
                    <a:pt x="153" y="122"/>
                    <a:pt x="61" y="304"/>
                  </a:cubicBezTo>
                  <a:cubicBezTo>
                    <a:pt x="1" y="456"/>
                    <a:pt x="61" y="578"/>
                    <a:pt x="244" y="578"/>
                  </a:cubicBezTo>
                  <a:cubicBezTo>
                    <a:pt x="426" y="578"/>
                    <a:pt x="609" y="487"/>
                    <a:pt x="700" y="304"/>
                  </a:cubicBezTo>
                  <a:cubicBezTo>
                    <a:pt x="761" y="183"/>
                    <a:pt x="669" y="0"/>
                    <a:pt x="517"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68"/>
            <p:cNvSpPr/>
            <p:nvPr/>
          </p:nvSpPr>
          <p:spPr>
            <a:xfrm>
              <a:off x="4685500" y="3406125"/>
              <a:ext cx="19025" cy="14450"/>
            </a:xfrm>
            <a:custGeom>
              <a:rect b="b" l="l" r="r" t="t"/>
              <a:pathLst>
                <a:path extrusionOk="0" h="578" w="761">
                  <a:moveTo>
                    <a:pt x="487" y="0"/>
                  </a:moveTo>
                  <a:cubicBezTo>
                    <a:pt x="305" y="0"/>
                    <a:pt x="122" y="122"/>
                    <a:pt x="62" y="274"/>
                  </a:cubicBezTo>
                  <a:cubicBezTo>
                    <a:pt x="1" y="426"/>
                    <a:pt x="92" y="578"/>
                    <a:pt x="274" y="578"/>
                  </a:cubicBezTo>
                  <a:cubicBezTo>
                    <a:pt x="457" y="578"/>
                    <a:pt x="609" y="456"/>
                    <a:pt x="700" y="304"/>
                  </a:cubicBezTo>
                  <a:cubicBezTo>
                    <a:pt x="761" y="152"/>
                    <a:pt x="639" y="0"/>
                    <a:pt x="487"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68"/>
            <p:cNvSpPr/>
            <p:nvPr/>
          </p:nvSpPr>
          <p:spPr>
            <a:xfrm>
              <a:off x="4754650" y="3408400"/>
              <a:ext cx="18275" cy="15225"/>
            </a:xfrm>
            <a:custGeom>
              <a:rect b="b" l="l" r="r" t="t"/>
              <a:pathLst>
                <a:path extrusionOk="0" h="609" w="731">
                  <a:moveTo>
                    <a:pt x="426" y="1"/>
                  </a:moveTo>
                  <a:cubicBezTo>
                    <a:pt x="244" y="1"/>
                    <a:pt x="92" y="122"/>
                    <a:pt x="62" y="305"/>
                  </a:cubicBezTo>
                  <a:cubicBezTo>
                    <a:pt x="1" y="457"/>
                    <a:pt x="122" y="609"/>
                    <a:pt x="274" y="609"/>
                  </a:cubicBezTo>
                  <a:cubicBezTo>
                    <a:pt x="457" y="609"/>
                    <a:pt x="639" y="487"/>
                    <a:pt x="700" y="335"/>
                  </a:cubicBezTo>
                  <a:cubicBezTo>
                    <a:pt x="730" y="153"/>
                    <a:pt x="609" y="1"/>
                    <a:pt x="426"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68"/>
            <p:cNvSpPr/>
            <p:nvPr/>
          </p:nvSpPr>
          <p:spPr>
            <a:xfrm>
              <a:off x="4817725" y="3407650"/>
              <a:ext cx="15225" cy="14450"/>
            </a:xfrm>
            <a:custGeom>
              <a:rect b="b" l="l" r="r" t="t"/>
              <a:pathLst>
                <a:path extrusionOk="0" h="578" w="609">
                  <a:moveTo>
                    <a:pt x="335" y="0"/>
                  </a:moveTo>
                  <a:cubicBezTo>
                    <a:pt x="183" y="31"/>
                    <a:pt x="62" y="152"/>
                    <a:pt x="31" y="335"/>
                  </a:cubicBezTo>
                  <a:cubicBezTo>
                    <a:pt x="1" y="487"/>
                    <a:pt x="62" y="578"/>
                    <a:pt x="214" y="578"/>
                  </a:cubicBezTo>
                  <a:cubicBezTo>
                    <a:pt x="366" y="578"/>
                    <a:pt x="487" y="456"/>
                    <a:pt x="548" y="304"/>
                  </a:cubicBezTo>
                  <a:cubicBezTo>
                    <a:pt x="609" y="152"/>
                    <a:pt x="487" y="0"/>
                    <a:pt x="33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68"/>
            <p:cNvSpPr/>
            <p:nvPr/>
          </p:nvSpPr>
          <p:spPr>
            <a:xfrm>
              <a:off x="4873975" y="3405375"/>
              <a:ext cx="15200" cy="13700"/>
            </a:xfrm>
            <a:custGeom>
              <a:rect b="b" l="l" r="r" t="t"/>
              <a:pathLst>
                <a:path extrusionOk="0" h="548" w="608">
                  <a:moveTo>
                    <a:pt x="365" y="0"/>
                  </a:moveTo>
                  <a:cubicBezTo>
                    <a:pt x="182" y="0"/>
                    <a:pt x="61" y="152"/>
                    <a:pt x="30" y="304"/>
                  </a:cubicBezTo>
                  <a:cubicBezTo>
                    <a:pt x="0" y="456"/>
                    <a:pt x="61" y="547"/>
                    <a:pt x="213" y="547"/>
                  </a:cubicBezTo>
                  <a:cubicBezTo>
                    <a:pt x="365" y="547"/>
                    <a:pt x="517" y="426"/>
                    <a:pt x="547" y="274"/>
                  </a:cubicBezTo>
                  <a:cubicBezTo>
                    <a:pt x="608" y="122"/>
                    <a:pt x="486" y="0"/>
                    <a:pt x="36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68"/>
            <p:cNvSpPr/>
            <p:nvPr/>
          </p:nvSpPr>
          <p:spPr>
            <a:xfrm>
              <a:off x="4930200" y="3403075"/>
              <a:ext cx="15975" cy="14475"/>
            </a:xfrm>
            <a:custGeom>
              <a:rect b="b" l="l" r="r" t="t"/>
              <a:pathLst>
                <a:path extrusionOk="0" h="579" w="639">
                  <a:moveTo>
                    <a:pt x="365" y="1"/>
                  </a:moveTo>
                  <a:cubicBezTo>
                    <a:pt x="213" y="31"/>
                    <a:pt x="92" y="153"/>
                    <a:pt x="61" y="305"/>
                  </a:cubicBezTo>
                  <a:cubicBezTo>
                    <a:pt x="0" y="457"/>
                    <a:pt x="92" y="578"/>
                    <a:pt x="213" y="578"/>
                  </a:cubicBezTo>
                  <a:cubicBezTo>
                    <a:pt x="395" y="548"/>
                    <a:pt x="517" y="426"/>
                    <a:pt x="578" y="274"/>
                  </a:cubicBezTo>
                  <a:cubicBezTo>
                    <a:pt x="639" y="153"/>
                    <a:pt x="517" y="1"/>
                    <a:pt x="36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68"/>
            <p:cNvSpPr/>
            <p:nvPr/>
          </p:nvSpPr>
          <p:spPr>
            <a:xfrm>
              <a:off x="4987175" y="3401575"/>
              <a:ext cx="16000" cy="13700"/>
            </a:xfrm>
            <a:custGeom>
              <a:rect b="b" l="l" r="r" t="t"/>
              <a:pathLst>
                <a:path extrusionOk="0" h="548" w="640">
                  <a:moveTo>
                    <a:pt x="396" y="0"/>
                  </a:moveTo>
                  <a:cubicBezTo>
                    <a:pt x="214" y="30"/>
                    <a:pt x="92" y="122"/>
                    <a:pt x="62" y="304"/>
                  </a:cubicBezTo>
                  <a:cubicBezTo>
                    <a:pt x="1" y="456"/>
                    <a:pt x="92" y="547"/>
                    <a:pt x="214" y="547"/>
                  </a:cubicBezTo>
                  <a:cubicBezTo>
                    <a:pt x="396" y="547"/>
                    <a:pt x="518" y="426"/>
                    <a:pt x="579" y="274"/>
                  </a:cubicBezTo>
                  <a:cubicBezTo>
                    <a:pt x="639" y="152"/>
                    <a:pt x="548" y="0"/>
                    <a:pt x="396"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68"/>
            <p:cNvSpPr/>
            <p:nvPr/>
          </p:nvSpPr>
          <p:spPr>
            <a:xfrm>
              <a:off x="5044950" y="3400050"/>
              <a:ext cx="15975" cy="14450"/>
            </a:xfrm>
            <a:custGeom>
              <a:rect b="b" l="l" r="r" t="t"/>
              <a:pathLst>
                <a:path extrusionOk="0" h="578" w="639">
                  <a:moveTo>
                    <a:pt x="365" y="0"/>
                  </a:moveTo>
                  <a:cubicBezTo>
                    <a:pt x="213" y="31"/>
                    <a:pt x="91" y="152"/>
                    <a:pt x="30" y="304"/>
                  </a:cubicBezTo>
                  <a:cubicBezTo>
                    <a:pt x="0" y="456"/>
                    <a:pt x="61" y="578"/>
                    <a:pt x="213" y="578"/>
                  </a:cubicBezTo>
                  <a:cubicBezTo>
                    <a:pt x="365" y="547"/>
                    <a:pt x="517" y="456"/>
                    <a:pt x="578" y="304"/>
                  </a:cubicBezTo>
                  <a:cubicBezTo>
                    <a:pt x="638" y="152"/>
                    <a:pt x="517" y="0"/>
                    <a:pt x="36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68"/>
            <p:cNvSpPr/>
            <p:nvPr/>
          </p:nvSpPr>
          <p:spPr>
            <a:xfrm>
              <a:off x="5102700" y="3399950"/>
              <a:ext cx="15150" cy="13800"/>
            </a:xfrm>
            <a:custGeom>
              <a:rect b="b" l="l" r="r" t="t"/>
              <a:pathLst>
                <a:path extrusionOk="0" h="552" w="606">
                  <a:moveTo>
                    <a:pt x="403" y="0"/>
                  </a:moveTo>
                  <a:cubicBezTo>
                    <a:pt x="391" y="0"/>
                    <a:pt x="378" y="2"/>
                    <a:pt x="365" y="4"/>
                  </a:cubicBezTo>
                  <a:cubicBezTo>
                    <a:pt x="213" y="4"/>
                    <a:pt x="91" y="126"/>
                    <a:pt x="31" y="278"/>
                  </a:cubicBezTo>
                  <a:cubicBezTo>
                    <a:pt x="0" y="430"/>
                    <a:pt x="61" y="551"/>
                    <a:pt x="213" y="551"/>
                  </a:cubicBezTo>
                  <a:cubicBezTo>
                    <a:pt x="365" y="551"/>
                    <a:pt x="517" y="430"/>
                    <a:pt x="578" y="278"/>
                  </a:cubicBezTo>
                  <a:cubicBezTo>
                    <a:pt x="605" y="139"/>
                    <a:pt x="532" y="0"/>
                    <a:pt x="40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68"/>
            <p:cNvSpPr/>
            <p:nvPr/>
          </p:nvSpPr>
          <p:spPr>
            <a:xfrm>
              <a:off x="5160450" y="3398525"/>
              <a:ext cx="15225" cy="13700"/>
            </a:xfrm>
            <a:custGeom>
              <a:rect b="b" l="l" r="r" t="t"/>
              <a:pathLst>
                <a:path extrusionOk="0" h="548" w="609">
                  <a:moveTo>
                    <a:pt x="365" y="1"/>
                  </a:moveTo>
                  <a:cubicBezTo>
                    <a:pt x="213" y="1"/>
                    <a:pt x="61" y="122"/>
                    <a:pt x="31" y="274"/>
                  </a:cubicBezTo>
                  <a:cubicBezTo>
                    <a:pt x="0" y="456"/>
                    <a:pt x="61" y="548"/>
                    <a:pt x="213" y="548"/>
                  </a:cubicBezTo>
                  <a:cubicBezTo>
                    <a:pt x="365" y="548"/>
                    <a:pt x="517" y="426"/>
                    <a:pt x="547" y="274"/>
                  </a:cubicBezTo>
                  <a:cubicBezTo>
                    <a:pt x="608" y="152"/>
                    <a:pt x="517" y="1"/>
                    <a:pt x="36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68"/>
            <p:cNvSpPr/>
            <p:nvPr/>
          </p:nvSpPr>
          <p:spPr>
            <a:xfrm>
              <a:off x="5218200" y="3397775"/>
              <a:ext cx="15225" cy="13700"/>
            </a:xfrm>
            <a:custGeom>
              <a:rect b="b" l="l" r="r" t="t"/>
              <a:pathLst>
                <a:path extrusionOk="0" h="548" w="609">
                  <a:moveTo>
                    <a:pt x="365" y="0"/>
                  </a:moveTo>
                  <a:cubicBezTo>
                    <a:pt x="213" y="0"/>
                    <a:pt x="61" y="122"/>
                    <a:pt x="31" y="274"/>
                  </a:cubicBezTo>
                  <a:cubicBezTo>
                    <a:pt x="0" y="426"/>
                    <a:pt x="61" y="547"/>
                    <a:pt x="213" y="547"/>
                  </a:cubicBezTo>
                  <a:cubicBezTo>
                    <a:pt x="365" y="547"/>
                    <a:pt x="517" y="426"/>
                    <a:pt x="547" y="274"/>
                  </a:cubicBezTo>
                  <a:cubicBezTo>
                    <a:pt x="608" y="152"/>
                    <a:pt x="517" y="0"/>
                    <a:pt x="36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68"/>
            <p:cNvSpPr/>
            <p:nvPr/>
          </p:nvSpPr>
          <p:spPr>
            <a:xfrm>
              <a:off x="5275175" y="3396250"/>
              <a:ext cx="16000" cy="14450"/>
            </a:xfrm>
            <a:custGeom>
              <a:rect b="b" l="l" r="r" t="t"/>
              <a:pathLst>
                <a:path extrusionOk="0" h="578" w="640">
                  <a:moveTo>
                    <a:pt x="396" y="0"/>
                  </a:moveTo>
                  <a:cubicBezTo>
                    <a:pt x="244" y="31"/>
                    <a:pt x="92" y="152"/>
                    <a:pt x="62" y="304"/>
                  </a:cubicBezTo>
                  <a:cubicBezTo>
                    <a:pt x="1" y="456"/>
                    <a:pt x="92" y="578"/>
                    <a:pt x="214" y="578"/>
                  </a:cubicBezTo>
                  <a:cubicBezTo>
                    <a:pt x="396" y="578"/>
                    <a:pt x="548" y="456"/>
                    <a:pt x="578" y="304"/>
                  </a:cubicBezTo>
                  <a:cubicBezTo>
                    <a:pt x="639" y="152"/>
                    <a:pt x="548" y="0"/>
                    <a:pt x="396"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68"/>
            <p:cNvSpPr/>
            <p:nvPr/>
          </p:nvSpPr>
          <p:spPr>
            <a:xfrm>
              <a:off x="5332950" y="3395475"/>
              <a:ext cx="15975" cy="14475"/>
            </a:xfrm>
            <a:custGeom>
              <a:rect b="b" l="l" r="r" t="t"/>
              <a:pathLst>
                <a:path extrusionOk="0" h="579" w="639">
                  <a:moveTo>
                    <a:pt x="395" y="1"/>
                  </a:moveTo>
                  <a:cubicBezTo>
                    <a:pt x="243" y="1"/>
                    <a:pt x="91" y="123"/>
                    <a:pt x="61" y="305"/>
                  </a:cubicBezTo>
                  <a:cubicBezTo>
                    <a:pt x="0" y="457"/>
                    <a:pt x="61" y="578"/>
                    <a:pt x="213" y="578"/>
                  </a:cubicBezTo>
                  <a:cubicBezTo>
                    <a:pt x="365" y="548"/>
                    <a:pt x="517" y="426"/>
                    <a:pt x="578" y="274"/>
                  </a:cubicBezTo>
                  <a:cubicBezTo>
                    <a:pt x="638" y="123"/>
                    <a:pt x="547" y="1"/>
                    <a:pt x="39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68"/>
            <p:cNvSpPr/>
            <p:nvPr/>
          </p:nvSpPr>
          <p:spPr>
            <a:xfrm>
              <a:off x="5389925" y="3393975"/>
              <a:ext cx="16000" cy="14450"/>
            </a:xfrm>
            <a:custGeom>
              <a:rect b="b" l="l" r="r" t="t"/>
              <a:pathLst>
                <a:path extrusionOk="0" h="578" w="640">
                  <a:moveTo>
                    <a:pt x="396" y="0"/>
                  </a:moveTo>
                  <a:cubicBezTo>
                    <a:pt x="244" y="31"/>
                    <a:pt x="122" y="122"/>
                    <a:pt x="62" y="304"/>
                  </a:cubicBezTo>
                  <a:cubicBezTo>
                    <a:pt x="1" y="456"/>
                    <a:pt x="92" y="578"/>
                    <a:pt x="213" y="578"/>
                  </a:cubicBezTo>
                  <a:cubicBezTo>
                    <a:pt x="396" y="547"/>
                    <a:pt x="517" y="426"/>
                    <a:pt x="578" y="274"/>
                  </a:cubicBezTo>
                  <a:cubicBezTo>
                    <a:pt x="639" y="122"/>
                    <a:pt x="548" y="0"/>
                    <a:pt x="396"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68"/>
            <p:cNvSpPr/>
            <p:nvPr/>
          </p:nvSpPr>
          <p:spPr>
            <a:xfrm>
              <a:off x="5446925" y="3392450"/>
              <a:ext cx="15975" cy="13700"/>
            </a:xfrm>
            <a:custGeom>
              <a:rect b="b" l="l" r="r" t="t"/>
              <a:pathLst>
                <a:path extrusionOk="0" h="548" w="639">
                  <a:moveTo>
                    <a:pt x="426" y="0"/>
                  </a:moveTo>
                  <a:cubicBezTo>
                    <a:pt x="244" y="0"/>
                    <a:pt x="122" y="122"/>
                    <a:pt x="61" y="274"/>
                  </a:cubicBezTo>
                  <a:cubicBezTo>
                    <a:pt x="0" y="456"/>
                    <a:pt x="92" y="547"/>
                    <a:pt x="213" y="547"/>
                  </a:cubicBezTo>
                  <a:cubicBezTo>
                    <a:pt x="396" y="547"/>
                    <a:pt x="517" y="426"/>
                    <a:pt x="578" y="274"/>
                  </a:cubicBezTo>
                  <a:cubicBezTo>
                    <a:pt x="639" y="122"/>
                    <a:pt x="548" y="0"/>
                    <a:pt x="426"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68"/>
            <p:cNvSpPr/>
            <p:nvPr/>
          </p:nvSpPr>
          <p:spPr>
            <a:xfrm>
              <a:off x="5503925" y="3390175"/>
              <a:ext cx="15200" cy="14450"/>
            </a:xfrm>
            <a:custGeom>
              <a:rect b="b" l="l" r="r" t="t"/>
              <a:pathLst>
                <a:path extrusionOk="0" h="578" w="608">
                  <a:moveTo>
                    <a:pt x="395" y="0"/>
                  </a:moveTo>
                  <a:cubicBezTo>
                    <a:pt x="243" y="31"/>
                    <a:pt x="91" y="152"/>
                    <a:pt x="61" y="304"/>
                  </a:cubicBezTo>
                  <a:cubicBezTo>
                    <a:pt x="0" y="456"/>
                    <a:pt x="61" y="578"/>
                    <a:pt x="182" y="578"/>
                  </a:cubicBezTo>
                  <a:cubicBezTo>
                    <a:pt x="365" y="547"/>
                    <a:pt x="517" y="426"/>
                    <a:pt x="547" y="274"/>
                  </a:cubicBezTo>
                  <a:cubicBezTo>
                    <a:pt x="608" y="122"/>
                    <a:pt x="547" y="0"/>
                    <a:pt x="39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68"/>
            <p:cNvSpPr/>
            <p:nvPr/>
          </p:nvSpPr>
          <p:spPr>
            <a:xfrm>
              <a:off x="5559375" y="3387125"/>
              <a:ext cx="16000" cy="13700"/>
            </a:xfrm>
            <a:custGeom>
              <a:rect b="b" l="l" r="r" t="t"/>
              <a:pathLst>
                <a:path extrusionOk="0" h="548" w="640">
                  <a:moveTo>
                    <a:pt x="427" y="1"/>
                  </a:moveTo>
                  <a:cubicBezTo>
                    <a:pt x="275" y="31"/>
                    <a:pt x="123" y="122"/>
                    <a:pt x="62" y="274"/>
                  </a:cubicBezTo>
                  <a:cubicBezTo>
                    <a:pt x="1" y="426"/>
                    <a:pt x="62" y="548"/>
                    <a:pt x="214" y="548"/>
                  </a:cubicBezTo>
                  <a:cubicBezTo>
                    <a:pt x="366" y="517"/>
                    <a:pt x="518" y="396"/>
                    <a:pt x="578" y="244"/>
                  </a:cubicBezTo>
                  <a:cubicBezTo>
                    <a:pt x="639" y="92"/>
                    <a:pt x="578" y="1"/>
                    <a:pt x="427"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68"/>
            <p:cNvSpPr/>
            <p:nvPr/>
          </p:nvSpPr>
          <p:spPr>
            <a:xfrm>
              <a:off x="3152800" y="3336975"/>
              <a:ext cx="13700" cy="12950"/>
            </a:xfrm>
            <a:custGeom>
              <a:rect b="b" l="l" r="r" t="t"/>
              <a:pathLst>
                <a:path extrusionOk="0" h="518" w="548">
                  <a:moveTo>
                    <a:pt x="274" y="0"/>
                  </a:moveTo>
                  <a:cubicBezTo>
                    <a:pt x="122" y="0"/>
                    <a:pt x="1" y="122"/>
                    <a:pt x="1" y="274"/>
                  </a:cubicBezTo>
                  <a:cubicBezTo>
                    <a:pt x="1" y="396"/>
                    <a:pt x="122" y="517"/>
                    <a:pt x="274" y="517"/>
                  </a:cubicBezTo>
                  <a:cubicBezTo>
                    <a:pt x="426" y="517"/>
                    <a:pt x="548" y="396"/>
                    <a:pt x="548" y="274"/>
                  </a:cubicBezTo>
                  <a:cubicBezTo>
                    <a:pt x="548" y="122"/>
                    <a:pt x="426" y="0"/>
                    <a:pt x="27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68"/>
            <p:cNvSpPr/>
            <p:nvPr/>
          </p:nvSpPr>
          <p:spPr>
            <a:xfrm>
              <a:off x="3210550" y="3336875"/>
              <a:ext cx="15175" cy="13050"/>
            </a:xfrm>
            <a:custGeom>
              <a:rect b="b" l="l" r="r" t="t"/>
              <a:pathLst>
                <a:path extrusionOk="0" h="522" w="607">
                  <a:moveTo>
                    <a:pt x="374" y="1"/>
                  </a:moveTo>
                  <a:cubicBezTo>
                    <a:pt x="361" y="1"/>
                    <a:pt x="348" y="2"/>
                    <a:pt x="335" y="4"/>
                  </a:cubicBezTo>
                  <a:cubicBezTo>
                    <a:pt x="183" y="4"/>
                    <a:pt x="62" y="126"/>
                    <a:pt x="31" y="278"/>
                  </a:cubicBezTo>
                  <a:cubicBezTo>
                    <a:pt x="1" y="400"/>
                    <a:pt x="122" y="521"/>
                    <a:pt x="274" y="521"/>
                  </a:cubicBezTo>
                  <a:cubicBezTo>
                    <a:pt x="426" y="521"/>
                    <a:pt x="548" y="400"/>
                    <a:pt x="578" y="278"/>
                  </a:cubicBezTo>
                  <a:cubicBezTo>
                    <a:pt x="606" y="139"/>
                    <a:pt x="507" y="1"/>
                    <a:pt x="37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68"/>
            <p:cNvSpPr/>
            <p:nvPr/>
          </p:nvSpPr>
          <p:spPr>
            <a:xfrm>
              <a:off x="3269125" y="3336875"/>
              <a:ext cx="15100" cy="13150"/>
            </a:xfrm>
            <a:custGeom>
              <a:rect b="b" l="l" r="r" t="t"/>
              <a:pathLst>
                <a:path extrusionOk="0" h="526" w="604">
                  <a:moveTo>
                    <a:pt x="401" y="1"/>
                  </a:moveTo>
                  <a:cubicBezTo>
                    <a:pt x="389" y="1"/>
                    <a:pt x="376" y="2"/>
                    <a:pt x="363" y="4"/>
                  </a:cubicBezTo>
                  <a:cubicBezTo>
                    <a:pt x="211" y="4"/>
                    <a:pt x="90" y="126"/>
                    <a:pt x="29" y="278"/>
                  </a:cubicBezTo>
                  <a:cubicBezTo>
                    <a:pt x="1" y="389"/>
                    <a:pt x="74" y="525"/>
                    <a:pt x="203" y="525"/>
                  </a:cubicBezTo>
                  <a:cubicBezTo>
                    <a:pt x="215" y="525"/>
                    <a:pt x="228" y="524"/>
                    <a:pt x="241" y="521"/>
                  </a:cubicBezTo>
                  <a:cubicBezTo>
                    <a:pt x="393" y="521"/>
                    <a:pt x="515" y="430"/>
                    <a:pt x="576" y="278"/>
                  </a:cubicBezTo>
                  <a:cubicBezTo>
                    <a:pt x="604" y="139"/>
                    <a:pt x="530" y="1"/>
                    <a:pt x="401"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68"/>
            <p:cNvSpPr/>
            <p:nvPr/>
          </p:nvSpPr>
          <p:spPr>
            <a:xfrm>
              <a:off x="3326825" y="3336975"/>
              <a:ext cx="16750" cy="12950"/>
            </a:xfrm>
            <a:custGeom>
              <a:rect b="b" l="l" r="r" t="t"/>
              <a:pathLst>
                <a:path extrusionOk="0" h="518" w="670">
                  <a:moveTo>
                    <a:pt x="426" y="0"/>
                  </a:moveTo>
                  <a:cubicBezTo>
                    <a:pt x="274" y="0"/>
                    <a:pt x="122" y="122"/>
                    <a:pt x="61" y="274"/>
                  </a:cubicBezTo>
                  <a:cubicBezTo>
                    <a:pt x="0" y="396"/>
                    <a:pt x="92" y="517"/>
                    <a:pt x="213" y="517"/>
                  </a:cubicBezTo>
                  <a:cubicBezTo>
                    <a:pt x="396" y="517"/>
                    <a:pt x="548" y="396"/>
                    <a:pt x="608" y="274"/>
                  </a:cubicBezTo>
                  <a:cubicBezTo>
                    <a:pt x="669" y="122"/>
                    <a:pt x="578" y="0"/>
                    <a:pt x="426"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68"/>
            <p:cNvSpPr/>
            <p:nvPr/>
          </p:nvSpPr>
          <p:spPr>
            <a:xfrm>
              <a:off x="3385325" y="3336975"/>
              <a:ext cx="17500" cy="13700"/>
            </a:xfrm>
            <a:custGeom>
              <a:rect b="b" l="l" r="r" t="t"/>
              <a:pathLst>
                <a:path extrusionOk="0" h="548" w="700">
                  <a:moveTo>
                    <a:pt x="457" y="0"/>
                  </a:moveTo>
                  <a:cubicBezTo>
                    <a:pt x="305" y="31"/>
                    <a:pt x="153" y="122"/>
                    <a:pt x="62" y="274"/>
                  </a:cubicBezTo>
                  <a:cubicBezTo>
                    <a:pt x="1" y="426"/>
                    <a:pt x="31" y="548"/>
                    <a:pt x="183" y="548"/>
                  </a:cubicBezTo>
                  <a:cubicBezTo>
                    <a:pt x="366" y="517"/>
                    <a:pt x="518" y="426"/>
                    <a:pt x="609" y="274"/>
                  </a:cubicBezTo>
                  <a:cubicBezTo>
                    <a:pt x="700" y="122"/>
                    <a:pt x="609" y="0"/>
                    <a:pt x="457"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68"/>
            <p:cNvSpPr/>
            <p:nvPr/>
          </p:nvSpPr>
          <p:spPr>
            <a:xfrm>
              <a:off x="3443075" y="3337725"/>
              <a:ext cx="19025" cy="12950"/>
            </a:xfrm>
            <a:custGeom>
              <a:rect b="b" l="l" r="r" t="t"/>
              <a:pathLst>
                <a:path extrusionOk="0" h="518" w="761">
                  <a:moveTo>
                    <a:pt x="518" y="1"/>
                  </a:moveTo>
                  <a:cubicBezTo>
                    <a:pt x="335" y="1"/>
                    <a:pt x="183" y="92"/>
                    <a:pt x="92" y="244"/>
                  </a:cubicBezTo>
                  <a:cubicBezTo>
                    <a:pt x="1" y="396"/>
                    <a:pt x="31" y="518"/>
                    <a:pt x="183" y="518"/>
                  </a:cubicBezTo>
                  <a:cubicBezTo>
                    <a:pt x="366" y="487"/>
                    <a:pt x="518" y="366"/>
                    <a:pt x="639" y="244"/>
                  </a:cubicBezTo>
                  <a:cubicBezTo>
                    <a:pt x="761" y="92"/>
                    <a:pt x="670" y="1"/>
                    <a:pt x="518"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68"/>
            <p:cNvSpPr/>
            <p:nvPr/>
          </p:nvSpPr>
          <p:spPr>
            <a:xfrm>
              <a:off x="3500850" y="3337725"/>
              <a:ext cx="19775" cy="12950"/>
            </a:xfrm>
            <a:custGeom>
              <a:rect b="b" l="l" r="r" t="t"/>
              <a:pathLst>
                <a:path extrusionOk="0" h="518" w="791">
                  <a:moveTo>
                    <a:pt x="578" y="1"/>
                  </a:moveTo>
                  <a:cubicBezTo>
                    <a:pt x="395" y="1"/>
                    <a:pt x="243" y="92"/>
                    <a:pt x="122" y="244"/>
                  </a:cubicBezTo>
                  <a:cubicBezTo>
                    <a:pt x="0" y="396"/>
                    <a:pt x="30" y="518"/>
                    <a:pt x="182" y="518"/>
                  </a:cubicBezTo>
                  <a:cubicBezTo>
                    <a:pt x="365" y="487"/>
                    <a:pt x="547" y="366"/>
                    <a:pt x="669" y="244"/>
                  </a:cubicBezTo>
                  <a:cubicBezTo>
                    <a:pt x="790" y="92"/>
                    <a:pt x="730" y="1"/>
                    <a:pt x="578"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68"/>
            <p:cNvSpPr/>
            <p:nvPr/>
          </p:nvSpPr>
          <p:spPr>
            <a:xfrm>
              <a:off x="3559350" y="3337725"/>
              <a:ext cx="20550" cy="12950"/>
            </a:xfrm>
            <a:custGeom>
              <a:rect b="b" l="l" r="r" t="t"/>
              <a:pathLst>
                <a:path extrusionOk="0" h="518" w="822">
                  <a:moveTo>
                    <a:pt x="608" y="1"/>
                  </a:moveTo>
                  <a:cubicBezTo>
                    <a:pt x="426" y="1"/>
                    <a:pt x="244" y="92"/>
                    <a:pt x="122" y="244"/>
                  </a:cubicBezTo>
                  <a:cubicBezTo>
                    <a:pt x="0" y="396"/>
                    <a:pt x="0" y="518"/>
                    <a:pt x="122" y="518"/>
                  </a:cubicBezTo>
                  <a:cubicBezTo>
                    <a:pt x="335" y="487"/>
                    <a:pt x="517" y="366"/>
                    <a:pt x="669" y="244"/>
                  </a:cubicBezTo>
                  <a:cubicBezTo>
                    <a:pt x="821" y="92"/>
                    <a:pt x="760" y="1"/>
                    <a:pt x="608"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68"/>
            <p:cNvSpPr/>
            <p:nvPr/>
          </p:nvSpPr>
          <p:spPr>
            <a:xfrm>
              <a:off x="3617100" y="3337725"/>
              <a:ext cx="22075" cy="12950"/>
            </a:xfrm>
            <a:custGeom>
              <a:rect b="b" l="l" r="r" t="t"/>
              <a:pathLst>
                <a:path extrusionOk="0" h="518" w="883">
                  <a:moveTo>
                    <a:pt x="669" y="1"/>
                  </a:moveTo>
                  <a:cubicBezTo>
                    <a:pt x="487" y="31"/>
                    <a:pt x="305" y="92"/>
                    <a:pt x="183" y="244"/>
                  </a:cubicBezTo>
                  <a:cubicBezTo>
                    <a:pt x="1" y="396"/>
                    <a:pt x="1" y="518"/>
                    <a:pt x="153" y="518"/>
                  </a:cubicBezTo>
                  <a:cubicBezTo>
                    <a:pt x="365" y="457"/>
                    <a:pt x="548" y="366"/>
                    <a:pt x="700" y="244"/>
                  </a:cubicBezTo>
                  <a:cubicBezTo>
                    <a:pt x="882" y="92"/>
                    <a:pt x="821" y="1"/>
                    <a:pt x="669"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68"/>
            <p:cNvSpPr/>
            <p:nvPr/>
          </p:nvSpPr>
          <p:spPr>
            <a:xfrm>
              <a:off x="3674100" y="3338500"/>
              <a:ext cx="23575" cy="12175"/>
            </a:xfrm>
            <a:custGeom>
              <a:rect b="b" l="l" r="r" t="t"/>
              <a:pathLst>
                <a:path extrusionOk="0" h="487" w="943">
                  <a:moveTo>
                    <a:pt x="730" y="0"/>
                  </a:moveTo>
                  <a:cubicBezTo>
                    <a:pt x="547" y="0"/>
                    <a:pt x="365" y="61"/>
                    <a:pt x="213" y="213"/>
                  </a:cubicBezTo>
                  <a:cubicBezTo>
                    <a:pt x="31" y="365"/>
                    <a:pt x="0" y="487"/>
                    <a:pt x="152" y="487"/>
                  </a:cubicBezTo>
                  <a:cubicBezTo>
                    <a:pt x="365" y="426"/>
                    <a:pt x="578" y="335"/>
                    <a:pt x="760" y="213"/>
                  </a:cubicBezTo>
                  <a:cubicBezTo>
                    <a:pt x="942" y="61"/>
                    <a:pt x="882" y="0"/>
                    <a:pt x="730"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68"/>
            <p:cNvSpPr/>
            <p:nvPr/>
          </p:nvSpPr>
          <p:spPr>
            <a:xfrm>
              <a:off x="3731850" y="3338500"/>
              <a:ext cx="25100" cy="12175"/>
            </a:xfrm>
            <a:custGeom>
              <a:rect b="b" l="l" r="r" t="t"/>
              <a:pathLst>
                <a:path extrusionOk="0" h="487" w="1004">
                  <a:moveTo>
                    <a:pt x="791" y="0"/>
                  </a:moveTo>
                  <a:cubicBezTo>
                    <a:pt x="608" y="0"/>
                    <a:pt x="395" y="91"/>
                    <a:pt x="243" y="213"/>
                  </a:cubicBezTo>
                  <a:cubicBezTo>
                    <a:pt x="31" y="365"/>
                    <a:pt x="0" y="487"/>
                    <a:pt x="152" y="487"/>
                  </a:cubicBezTo>
                  <a:cubicBezTo>
                    <a:pt x="365" y="426"/>
                    <a:pt x="608" y="335"/>
                    <a:pt x="791" y="213"/>
                  </a:cubicBezTo>
                  <a:cubicBezTo>
                    <a:pt x="1003" y="61"/>
                    <a:pt x="943" y="0"/>
                    <a:pt x="79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68"/>
            <p:cNvSpPr/>
            <p:nvPr/>
          </p:nvSpPr>
          <p:spPr>
            <a:xfrm>
              <a:off x="3789600" y="3338500"/>
              <a:ext cx="26625" cy="12175"/>
            </a:xfrm>
            <a:custGeom>
              <a:rect b="b" l="l" r="r" t="t"/>
              <a:pathLst>
                <a:path extrusionOk="0" h="487" w="1065">
                  <a:moveTo>
                    <a:pt x="851" y="0"/>
                  </a:moveTo>
                  <a:cubicBezTo>
                    <a:pt x="639" y="0"/>
                    <a:pt x="456" y="91"/>
                    <a:pt x="304" y="213"/>
                  </a:cubicBezTo>
                  <a:cubicBezTo>
                    <a:pt x="61" y="365"/>
                    <a:pt x="0" y="487"/>
                    <a:pt x="122" y="487"/>
                  </a:cubicBezTo>
                  <a:cubicBezTo>
                    <a:pt x="365" y="426"/>
                    <a:pt x="608" y="335"/>
                    <a:pt x="821" y="213"/>
                  </a:cubicBezTo>
                  <a:cubicBezTo>
                    <a:pt x="1064" y="61"/>
                    <a:pt x="1003" y="0"/>
                    <a:pt x="85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68"/>
            <p:cNvSpPr/>
            <p:nvPr/>
          </p:nvSpPr>
          <p:spPr>
            <a:xfrm>
              <a:off x="3846600" y="3338500"/>
              <a:ext cx="28900" cy="12175"/>
            </a:xfrm>
            <a:custGeom>
              <a:rect b="b" l="l" r="r" t="t"/>
              <a:pathLst>
                <a:path extrusionOk="0" h="487" w="1156">
                  <a:moveTo>
                    <a:pt x="942" y="0"/>
                  </a:moveTo>
                  <a:cubicBezTo>
                    <a:pt x="730" y="0"/>
                    <a:pt x="517" y="91"/>
                    <a:pt x="365" y="213"/>
                  </a:cubicBezTo>
                  <a:cubicBezTo>
                    <a:pt x="91" y="365"/>
                    <a:pt x="0" y="487"/>
                    <a:pt x="152" y="487"/>
                  </a:cubicBezTo>
                  <a:cubicBezTo>
                    <a:pt x="426" y="426"/>
                    <a:pt x="669" y="335"/>
                    <a:pt x="882" y="213"/>
                  </a:cubicBezTo>
                  <a:cubicBezTo>
                    <a:pt x="1155" y="61"/>
                    <a:pt x="1094" y="0"/>
                    <a:pt x="942"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68"/>
            <p:cNvSpPr/>
            <p:nvPr/>
          </p:nvSpPr>
          <p:spPr>
            <a:xfrm>
              <a:off x="3904350" y="3338500"/>
              <a:ext cx="29650" cy="12175"/>
            </a:xfrm>
            <a:custGeom>
              <a:rect b="b" l="l" r="r" t="t"/>
              <a:pathLst>
                <a:path extrusionOk="0" h="487" w="1186">
                  <a:moveTo>
                    <a:pt x="1003" y="0"/>
                  </a:moveTo>
                  <a:cubicBezTo>
                    <a:pt x="790" y="31"/>
                    <a:pt x="578" y="91"/>
                    <a:pt x="395" y="213"/>
                  </a:cubicBezTo>
                  <a:cubicBezTo>
                    <a:pt x="91" y="365"/>
                    <a:pt x="0" y="487"/>
                    <a:pt x="152" y="487"/>
                  </a:cubicBezTo>
                  <a:cubicBezTo>
                    <a:pt x="426" y="426"/>
                    <a:pt x="669" y="335"/>
                    <a:pt x="912" y="213"/>
                  </a:cubicBezTo>
                  <a:cubicBezTo>
                    <a:pt x="1186" y="61"/>
                    <a:pt x="1155" y="0"/>
                    <a:pt x="100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68"/>
            <p:cNvSpPr/>
            <p:nvPr/>
          </p:nvSpPr>
          <p:spPr>
            <a:xfrm>
              <a:off x="3963600" y="3338500"/>
              <a:ext cx="29675" cy="12175"/>
            </a:xfrm>
            <a:custGeom>
              <a:rect b="b" l="l" r="r" t="t"/>
              <a:pathLst>
                <a:path extrusionOk="0" h="487" w="1187">
                  <a:moveTo>
                    <a:pt x="1004" y="0"/>
                  </a:moveTo>
                  <a:cubicBezTo>
                    <a:pt x="761" y="31"/>
                    <a:pt x="548" y="91"/>
                    <a:pt x="366" y="213"/>
                  </a:cubicBezTo>
                  <a:cubicBezTo>
                    <a:pt x="92" y="365"/>
                    <a:pt x="1" y="487"/>
                    <a:pt x="153" y="487"/>
                  </a:cubicBezTo>
                  <a:cubicBezTo>
                    <a:pt x="427" y="456"/>
                    <a:pt x="670" y="365"/>
                    <a:pt x="913" y="213"/>
                  </a:cubicBezTo>
                  <a:cubicBezTo>
                    <a:pt x="1186" y="61"/>
                    <a:pt x="1126" y="0"/>
                    <a:pt x="100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68"/>
            <p:cNvSpPr/>
            <p:nvPr/>
          </p:nvSpPr>
          <p:spPr>
            <a:xfrm>
              <a:off x="4025175" y="3338500"/>
              <a:ext cx="27375" cy="12925"/>
            </a:xfrm>
            <a:custGeom>
              <a:rect b="b" l="l" r="r" t="t"/>
              <a:pathLst>
                <a:path extrusionOk="0" h="517" w="1095">
                  <a:moveTo>
                    <a:pt x="882" y="0"/>
                  </a:moveTo>
                  <a:cubicBezTo>
                    <a:pt x="669" y="0"/>
                    <a:pt x="486" y="91"/>
                    <a:pt x="304" y="213"/>
                  </a:cubicBezTo>
                  <a:cubicBezTo>
                    <a:pt x="61" y="395"/>
                    <a:pt x="0" y="517"/>
                    <a:pt x="152" y="517"/>
                  </a:cubicBezTo>
                  <a:cubicBezTo>
                    <a:pt x="395" y="487"/>
                    <a:pt x="638" y="365"/>
                    <a:pt x="851" y="213"/>
                  </a:cubicBezTo>
                  <a:cubicBezTo>
                    <a:pt x="1094" y="61"/>
                    <a:pt x="1033" y="0"/>
                    <a:pt x="882"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68"/>
            <p:cNvSpPr/>
            <p:nvPr/>
          </p:nvSpPr>
          <p:spPr>
            <a:xfrm>
              <a:off x="4085950" y="3338500"/>
              <a:ext cx="25100" cy="13700"/>
            </a:xfrm>
            <a:custGeom>
              <a:rect b="b" l="l" r="r" t="t"/>
              <a:pathLst>
                <a:path extrusionOk="0" h="548" w="1004">
                  <a:moveTo>
                    <a:pt x="791" y="0"/>
                  </a:moveTo>
                  <a:cubicBezTo>
                    <a:pt x="609" y="0"/>
                    <a:pt x="396" y="91"/>
                    <a:pt x="244" y="213"/>
                  </a:cubicBezTo>
                  <a:cubicBezTo>
                    <a:pt x="31" y="395"/>
                    <a:pt x="1" y="547"/>
                    <a:pt x="153" y="547"/>
                  </a:cubicBezTo>
                  <a:cubicBezTo>
                    <a:pt x="396" y="517"/>
                    <a:pt x="609" y="395"/>
                    <a:pt x="791" y="213"/>
                  </a:cubicBezTo>
                  <a:cubicBezTo>
                    <a:pt x="1004" y="61"/>
                    <a:pt x="943" y="0"/>
                    <a:pt x="79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68"/>
            <p:cNvSpPr/>
            <p:nvPr/>
          </p:nvSpPr>
          <p:spPr>
            <a:xfrm>
              <a:off x="4146750" y="3338500"/>
              <a:ext cx="23575" cy="14450"/>
            </a:xfrm>
            <a:custGeom>
              <a:rect b="b" l="l" r="r" t="t"/>
              <a:pathLst>
                <a:path extrusionOk="0" h="578" w="943">
                  <a:moveTo>
                    <a:pt x="699" y="0"/>
                  </a:moveTo>
                  <a:cubicBezTo>
                    <a:pt x="517" y="0"/>
                    <a:pt x="335" y="91"/>
                    <a:pt x="213" y="243"/>
                  </a:cubicBezTo>
                  <a:cubicBezTo>
                    <a:pt x="31" y="426"/>
                    <a:pt x="0" y="578"/>
                    <a:pt x="152" y="578"/>
                  </a:cubicBezTo>
                  <a:cubicBezTo>
                    <a:pt x="395" y="517"/>
                    <a:pt x="608" y="395"/>
                    <a:pt x="760" y="243"/>
                  </a:cubicBezTo>
                  <a:cubicBezTo>
                    <a:pt x="943" y="61"/>
                    <a:pt x="851" y="0"/>
                    <a:pt x="699"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68"/>
            <p:cNvSpPr/>
            <p:nvPr/>
          </p:nvSpPr>
          <p:spPr>
            <a:xfrm>
              <a:off x="4207550" y="3338500"/>
              <a:ext cx="21300" cy="14450"/>
            </a:xfrm>
            <a:custGeom>
              <a:rect b="b" l="l" r="r" t="t"/>
              <a:pathLst>
                <a:path extrusionOk="0" h="578" w="852">
                  <a:moveTo>
                    <a:pt x="638" y="0"/>
                  </a:moveTo>
                  <a:cubicBezTo>
                    <a:pt x="426" y="0"/>
                    <a:pt x="274" y="91"/>
                    <a:pt x="152" y="243"/>
                  </a:cubicBezTo>
                  <a:cubicBezTo>
                    <a:pt x="0" y="426"/>
                    <a:pt x="0" y="578"/>
                    <a:pt x="152" y="578"/>
                  </a:cubicBezTo>
                  <a:cubicBezTo>
                    <a:pt x="365" y="547"/>
                    <a:pt x="578" y="426"/>
                    <a:pt x="699" y="243"/>
                  </a:cubicBezTo>
                  <a:cubicBezTo>
                    <a:pt x="851" y="61"/>
                    <a:pt x="760" y="0"/>
                    <a:pt x="638"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68"/>
            <p:cNvSpPr/>
            <p:nvPr/>
          </p:nvSpPr>
          <p:spPr>
            <a:xfrm>
              <a:off x="4268325" y="3338500"/>
              <a:ext cx="19775" cy="15225"/>
            </a:xfrm>
            <a:custGeom>
              <a:rect b="b" l="l" r="r" t="t"/>
              <a:pathLst>
                <a:path extrusionOk="0" h="609" w="791">
                  <a:moveTo>
                    <a:pt x="548" y="0"/>
                  </a:moveTo>
                  <a:cubicBezTo>
                    <a:pt x="365" y="0"/>
                    <a:pt x="213" y="91"/>
                    <a:pt x="122" y="243"/>
                  </a:cubicBezTo>
                  <a:cubicBezTo>
                    <a:pt x="1" y="456"/>
                    <a:pt x="1" y="608"/>
                    <a:pt x="153" y="608"/>
                  </a:cubicBezTo>
                  <a:cubicBezTo>
                    <a:pt x="365" y="578"/>
                    <a:pt x="548" y="426"/>
                    <a:pt x="669" y="243"/>
                  </a:cubicBezTo>
                  <a:cubicBezTo>
                    <a:pt x="791" y="61"/>
                    <a:pt x="700" y="0"/>
                    <a:pt x="548"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68"/>
            <p:cNvSpPr/>
            <p:nvPr/>
          </p:nvSpPr>
          <p:spPr>
            <a:xfrm>
              <a:off x="4328350" y="3337725"/>
              <a:ext cx="18275" cy="16000"/>
            </a:xfrm>
            <a:custGeom>
              <a:rect b="b" l="l" r="r" t="t"/>
              <a:pathLst>
                <a:path extrusionOk="0" h="640" w="731">
                  <a:moveTo>
                    <a:pt x="487" y="1"/>
                  </a:moveTo>
                  <a:cubicBezTo>
                    <a:pt x="305" y="1"/>
                    <a:pt x="153" y="122"/>
                    <a:pt x="92" y="274"/>
                  </a:cubicBezTo>
                  <a:cubicBezTo>
                    <a:pt x="1" y="487"/>
                    <a:pt x="31" y="639"/>
                    <a:pt x="183" y="639"/>
                  </a:cubicBezTo>
                  <a:cubicBezTo>
                    <a:pt x="396" y="609"/>
                    <a:pt x="548" y="457"/>
                    <a:pt x="639" y="274"/>
                  </a:cubicBezTo>
                  <a:cubicBezTo>
                    <a:pt x="730" y="62"/>
                    <a:pt x="639" y="1"/>
                    <a:pt x="487"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68"/>
            <p:cNvSpPr/>
            <p:nvPr/>
          </p:nvSpPr>
          <p:spPr>
            <a:xfrm>
              <a:off x="4388400" y="3337725"/>
              <a:ext cx="17500" cy="16750"/>
            </a:xfrm>
            <a:custGeom>
              <a:rect b="b" l="l" r="r" t="t"/>
              <a:pathLst>
                <a:path extrusionOk="0" h="670" w="700">
                  <a:moveTo>
                    <a:pt x="456" y="1"/>
                  </a:moveTo>
                  <a:cubicBezTo>
                    <a:pt x="274" y="1"/>
                    <a:pt x="122" y="122"/>
                    <a:pt x="91" y="274"/>
                  </a:cubicBezTo>
                  <a:cubicBezTo>
                    <a:pt x="0" y="487"/>
                    <a:pt x="61" y="670"/>
                    <a:pt x="213" y="670"/>
                  </a:cubicBezTo>
                  <a:cubicBezTo>
                    <a:pt x="395" y="639"/>
                    <a:pt x="578" y="487"/>
                    <a:pt x="638" y="274"/>
                  </a:cubicBezTo>
                  <a:cubicBezTo>
                    <a:pt x="699" y="62"/>
                    <a:pt x="578" y="1"/>
                    <a:pt x="456"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68"/>
            <p:cNvSpPr/>
            <p:nvPr/>
          </p:nvSpPr>
          <p:spPr>
            <a:xfrm>
              <a:off x="4448425" y="3337725"/>
              <a:ext cx="16750" cy="16750"/>
            </a:xfrm>
            <a:custGeom>
              <a:rect b="b" l="l" r="r" t="t"/>
              <a:pathLst>
                <a:path extrusionOk="0" h="670" w="670">
                  <a:moveTo>
                    <a:pt x="396" y="1"/>
                  </a:moveTo>
                  <a:cubicBezTo>
                    <a:pt x="244" y="1"/>
                    <a:pt x="122" y="92"/>
                    <a:pt x="61" y="305"/>
                  </a:cubicBezTo>
                  <a:cubicBezTo>
                    <a:pt x="0" y="518"/>
                    <a:pt x="61" y="670"/>
                    <a:pt x="244" y="670"/>
                  </a:cubicBezTo>
                  <a:cubicBezTo>
                    <a:pt x="396" y="670"/>
                    <a:pt x="548" y="518"/>
                    <a:pt x="608" y="305"/>
                  </a:cubicBezTo>
                  <a:cubicBezTo>
                    <a:pt x="669" y="92"/>
                    <a:pt x="548" y="1"/>
                    <a:pt x="396"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68"/>
            <p:cNvSpPr/>
            <p:nvPr/>
          </p:nvSpPr>
          <p:spPr>
            <a:xfrm>
              <a:off x="4508450" y="3337725"/>
              <a:ext cx="15225" cy="17500"/>
            </a:xfrm>
            <a:custGeom>
              <a:rect b="b" l="l" r="r" t="t"/>
              <a:pathLst>
                <a:path extrusionOk="0" h="700" w="609">
                  <a:moveTo>
                    <a:pt x="335" y="1"/>
                  </a:moveTo>
                  <a:cubicBezTo>
                    <a:pt x="183" y="1"/>
                    <a:pt x="61" y="122"/>
                    <a:pt x="31" y="305"/>
                  </a:cubicBezTo>
                  <a:cubicBezTo>
                    <a:pt x="1" y="518"/>
                    <a:pt x="92" y="700"/>
                    <a:pt x="244" y="700"/>
                  </a:cubicBezTo>
                  <a:cubicBezTo>
                    <a:pt x="396" y="700"/>
                    <a:pt x="548" y="548"/>
                    <a:pt x="578" y="305"/>
                  </a:cubicBezTo>
                  <a:cubicBezTo>
                    <a:pt x="609" y="92"/>
                    <a:pt x="487" y="1"/>
                    <a:pt x="33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68"/>
            <p:cNvSpPr/>
            <p:nvPr/>
          </p:nvSpPr>
          <p:spPr>
            <a:xfrm>
              <a:off x="4569250" y="3337725"/>
              <a:ext cx="13700" cy="17500"/>
            </a:xfrm>
            <a:custGeom>
              <a:rect b="b" l="l" r="r" t="t"/>
              <a:pathLst>
                <a:path extrusionOk="0" h="700" w="548">
                  <a:moveTo>
                    <a:pt x="244" y="1"/>
                  </a:moveTo>
                  <a:cubicBezTo>
                    <a:pt x="92" y="1"/>
                    <a:pt x="0" y="92"/>
                    <a:pt x="0" y="305"/>
                  </a:cubicBezTo>
                  <a:cubicBezTo>
                    <a:pt x="0" y="548"/>
                    <a:pt x="92" y="700"/>
                    <a:pt x="244" y="700"/>
                  </a:cubicBezTo>
                  <a:cubicBezTo>
                    <a:pt x="426" y="700"/>
                    <a:pt x="547" y="548"/>
                    <a:pt x="547" y="305"/>
                  </a:cubicBezTo>
                  <a:cubicBezTo>
                    <a:pt x="547" y="62"/>
                    <a:pt x="396" y="1"/>
                    <a:pt x="24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68"/>
            <p:cNvSpPr/>
            <p:nvPr/>
          </p:nvSpPr>
          <p:spPr>
            <a:xfrm>
              <a:off x="4628525" y="3336975"/>
              <a:ext cx="14450" cy="19025"/>
            </a:xfrm>
            <a:custGeom>
              <a:rect b="b" l="l" r="r" t="t"/>
              <a:pathLst>
                <a:path extrusionOk="0" h="761" w="578">
                  <a:moveTo>
                    <a:pt x="243" y="0"/>
                  </a:moveTo>
                  <a:cubicBezTo>
                    <a:pt x="91" y="0"/>
                    <a:pt x="0" y="122"/>
                    <a:pt x="31" y="335"/>
                  </a:cubicBezTo>
                  <a:cubicBezTo>
                    <a:pt x="61" y="578"/>
                    <a:pt x="183" y="760"/>
                    <a:pt x="335" y="760"/>
                  </a:cubicBezTo>
                  <a:cubicBezTo>
                    <a:pt x="487" y="760"/>
                    <a:pt x="578" y="578"/>
                    <a:pt x="578" y="335"/>
                  </a:cubicBezTo>
                  <a:cubicBezTo>
                    <a:pt x="578" y="152"/>
                    <a:pt x="426" y="0"/>
                    <a:pt x="24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68"/>
            <p:cNvSpPr/>
            <p:nvPr/>
          </p:nvSpPr>
          <p:spPr>
            <a:xfrm>
              <a:off x="4686275" y="3336975"/>
              <a:ext cx="17500" cy="19775"/>
            </a:xfrm>
            <a:custGeom>
              <a:rect b="b" l="l" r="r" t="t"/>
              <a:pathLst>
                <a:path extrusionOk="0" h="791" w="700">
                  <a:moveTo>
                    <a:pt x="243" y="0"/>
                  </a:moveTo>
                  <a:cubicBezTo>
                    <a:pt x="122" y="0"/>
                    <a:pt x="0" y="122"/>
                    <a:pt x="91" y="365"/>
                  </a:cubicBezTo>
                  <a:cubicBezTo>
                    <a:pt x="152" y="608"/>
                    <a:pt x="304" y="791"/>
                    <a:pt x="456" y="791"/>
                  </a:cubicBezTo>
                  <a:cubicBezTo>
                    <a:pt x="608" y="791"/>
                    <a:pt x="699" y="608"/>
                    <a:pt x="639" y="365"/>
                  </a:cubicBezTo>
                  <a:cubicBezTo>
                    <a:pt x="547" y="122"/>
                    <a:pt x="395" y="0"/>
                    <a:pt x="24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68"/>
            <p:cNvSpPr/>
            <p:nvPr/>
          </p:nvSpPr>
          <p:spPr>
            <a:xfrm>
              <a:off x="4746300" y="3336975"/>
              <a:ext cx="18275" cy="20550"/>
            </a:xfrm>
            <a:custGeom>
              <a:rect b="b" l="l" r="r" t="t"/>
              <a:pathLst>
                <a:path extrusionOk="0" h="822" w="731">
                  <a:moveTo>
                    <a:pt x="213" y="0"/>
                  </a:moveTo>
                  <a:cubicBezTo>
                    <a:pt x="61" y="0"/>
                    <a:pt x="1" y="92"/>
                    <a:pt x="92" y="365"/>
                  </a:cubicBezTo>
                  <a:cubicBezTo>
                    <a:pt x="183" y="608"/>
                    <a:pt x="365" y="821"/>
                    <a:pt x="517" y="821"/>
                  </a:cubicBezTo>
                  <a:cubicBezTo>
                    <a:pt x="669" y="821"/>
                    <a:pt x="730" y="608"/>
                    <a:pt x="639" y="365"/>
                  </a:cubicBezTo>
                  <a:cubicBezTo>
                    <a:pt x="517" y="92"/>
                    <a:pt x="365" y="0"/>
                    <a:pt x="21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68"/>
            <p:cNvSpPr/>
            <p:nvPr/>
          </p:nvSpPr>
          <p:spPr>
            <a:xfrm>
              <a:off x="4804825" y="3336975"/>
              <a:ext cx="19000" cy="20550"/>
            </a:xfrm>
            <a:custGeom>
              <a:rect b="b" l="l" r="r" t="t"/>
              <a:pathLst>
                <a:path extrusionOk="0" h="822" w="760">
                  <a:moveTo>
                    <a:pt x="243" y="0"/>
                  </a:moveTo>
                  <a:cubicBezTo>
                    <a:pt x="91" y="0"/>
                    <a:pt x="0" y="122"/>
                    <a:pt x="122" y="365"/>
                  </a:cubicBezTo>
                  <a:cubicBezTo>
                    <a:pt x="213" y="608"/>
                    <a:pt x="395" y="821"/>
                    <a:pt x="547" y="821"/>
                  </a:cubicBezTo>
                  <a:cubicBezTo>
                    <a:pt x="699" y="791"/>
                    <a:pt x="760" y="608"/>
                    <a:pt x="638" y="365"/>
                  </a:cubicBezTo>
                  <a:cubicBezTo>
                    <a:pt x="608" y="152"/>
                    <a:pt x="426" y="31"/>
                    <a:pt x="24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68"/>
            <p:cNvSpPr/>
            <p:nvPr/>
          </p:nvSpPr>
          <p:spPr>
            <a:xfrm>
              <a:off x="4864075" y="3337725"/>
              <a:ext cx="18275" cy="19025"/>
            </a:xfrm>
            <a:custGeom>
              <a:rect b="b" l="l" r="r" t="t"/>
              <a:pathLst>
                <a:path extrusionOk="0" h="761" w="731">
                  <a:moveTo>
                    <a:pt x="214" y="1"/>
                  </a:moveTo>
                  <a:cubicBezTo>
                    <a:pt x="92" y="1"/>
                    <a:pt x="1" y="92"/>
                    <a:pt x="92" y="335"/>
                  </a:cubicBezTo>
                  <a:cubicBezTo>
                    <a:pt x="183" y="578"/>
                    <a:pt x="366" y="761"/>
                    <a:pt x="518" y="761"/>
                  </a:cubicBezTo>
                  <a:cubicBezTo>
                    <a:pt x="670" y="761"/>
                    <a:pt x="730" y="548"/>
                    <a:pt x="639" y="335"/>
                  </a:cubicBezTo>
                  <a:cubicBezTo>
                    <a:pt x="578" y="153"/>
                    <a:pt x="426" y="1"/>
                    <a:pt x="21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68"/>
            <p:cNvSpPr/>
            <p:nvPr/>
          </p:nvSpPr>
          <p:spPr>
            <a:xfrm>
              <a:off x="4923350" y="3337725"/>
              <a:ext cx="17500" cy="18275"/>
            </a:xfrm>
            <a:custGeom>
              <a:rect b="b" l="l" r="r" t="t"/>
              <a:pathLst>
                <a:path extrusionOk="0" h="731" w="700">
                  <a:moveTo>
                    <a:pt x="214" y="1"/>
                  </a:moveTo>
                  <a:cubicBezTo>
                    <a:pt x="92" y="1"/>
                    <a:pt x="1" y="92"/>
                    <a:pt x="92" y="305"/>
                  </a:cubicBezTo>
                  <a:cubicBezTo>
                    <a:pt x="153" y="548"/>
                    <a:pt x="335" y="730"/>
                    <a:pt x="487" y="730"/>
                  </a:cubicBezTo>
                  <a:cubicBezTo>
                    <a:pt x="639" y="730"/>
                    <a:pt x="700" y="548"/>
                    <a:pt x="609" y="305"/>
                  </a:cubicBezTo>
                  <a:cubicBezTo>
                    <a:pt x="548" y="122"/>
                    <a:pt x="396" y="1"/>
                    <a:pt x="21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68"/>
            <p:cNvSpPr/>
            <p:nvPr/>
          </p:nvSpPr>
          <p:spPr>
            <a:xfrm>
              <a:off x="4982625" y="3337725"/>
              <a:ext cx="16750" cy="17500"/>
            </a:xfrm>
            <a:custGeom>
              <a:rect b="b" l="l" r="r" t="t"/>
              <a:pathLst>
                <a:path extrusionOk="0" h="700" w="670">
                  <a:moveTo>
                    <a:pt x="213" y="1"/>
                  </a:moveTo>
                  <a:cubicBezTo>
                    <a:pt x="61" y="1"/>
                    <a:pt x="1" y="92"/>
                    <a:pt x="61" y="305"/>
                  </a:cubicBezTo>
                  <a:cubicBezTo>
                    <a:pt x="122" y="518"/>
                    <a:pt x="305" y="700"/>
                    <a:pt x="457" y="700"/>
                  </a:cubicBezTo>
                  <a:cubicBezTo>
                    <a:pt x="609" y="700"/>
                    <a:pt x="669" y="518"/>
                    <a:pt x="609" y="305"/>
                  </a:cubicBezTo>
                  <a:cubicBezTo>
                    <a:pt x="578" y="122"/>
                    <a:pt x="396" y="1"/>
                    <a:pt x="21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68"/>
            <p:cNvSpPr/>
            <p:nvPr/>
          </p:nvSpPr>
          <p:spPr>
            <a:xfrm>
              <a:off x="5041150" y="3337725"/>
              <a:ext cx="16725" cy="17500"/>
            </a:xfrm>
            <a:custGeom>
              <a:rect b="b" l="l" r="r" t="t"/>
              <a:pathLst>
                <a:path extrusionOk="0" h="700" w="669">
                  <a:moveTo>
                    <a:pt x="243" y="1"/>
                  </a:moveTo>
                  <a:cubicBezTo>
                    <a:pt x="61" y="1"/>
                    <a:pt x="0" y="92"/>
                    <a:pt x="61" y="305"/>
                  </a:cubicBezTo>
                  <a:cubicBezTo>
                    <a:pt x="152" y="518"/>
                    <a:pt x="304" y="700"/>
                    <a:pt x="456" y="700"/>
                  </a:cubicBezTo>
                  <a:cubicBezTo>
                    <a:pt x="608" y="700"/>
                    <a:pt x="669" y="518"/>
                    <a:pt x="608" y="305"/>
                  </a:cubicBezTo>
                  <a:cubicBezTo>
                    <a:pt x="578" y="122"/>
                    <a:pt x="426" y="1"/>
                    <a:pt x="24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68"/>
            <p:cNvSpPr/>
            <p:nvPr/>
          </p:nvSpPr>
          <p:spPr>
            <a:xfrm>
              <a:off x="5099650" y="3336975"/>
              <a:ext cx="16750" cy="17500"/>
            </a:xfrm>
            <a:custGeom>
              <a:rect b="b" l="l" r="r" t="t"/>
              <a:pathLst>
                <a:path extrusionOk="0" h="700" w="670">
                  <a:moveTo>
                    <a:pt x="244" y="0"/>
                  </a:moveTo>
                  <a:cubicBezTo>
                    <a:pt x="92" y="0"/>
                    <a:pt x="1" y="92"/>
                    <a:pt x="61" y="335"/>
                  </a:cubicBezTo>
                  <a:cubicBezTo>
                    <a:pt x="153" y="548"/>
                    <a:pt x="305" y="700"/>
                    <a:pt x="456" y="700"/>
                  </a:cubicBezTo>
                  <a:cubicBezTo>
                    <a:pt x="608" y="700"/>
                    <a:pt x="669" y="548"/>
                    <a:pt x="639" y="335"/>
                  </a:cubicBezTo>
                  <a:cubicBezTo>
                    <a:pt x="578" y="122"/>
                    <a:pt x="426" y="0"/>
                    <a:pt x="24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68"/>
            <p:cNvSpPr/>
            <p:nvPr/>
          </p:nvSpPr>
          <p:spPr>
            <a:xfrm>
              <a:off x="5158925" y="3336975"/>
              <a:ext cx="16750" cy="17500"/>
            </a:xfrm>
            <a:custGeom>
              <a:rect b="b" l="l" r="r" t="t"/>
              <a:pathLst>
                <a:path extrusionOk="0" h="700" w="670">
                  <a:moveTo>
                    <a:pt x="244" y="0"/>
                  </a:moveTo>
                  <a:cubicBezTo>
                    <a:pt x="92" y="0"/>
                    <a:pt x="0" y="92"/>
                    <a:pt x="61" y="304"/>
                  </a:cubicBezTo>
                  <a:cubicBezTo>
                    <a:pt x="122" y="517"/>
                    <a:pt x="274" y="700"/>
                    <a:pt x="426" y="700"/>
                  </a:cubicBezTo>
                  <a:cubicBezTo>
                    <a:pt x="578" y="669"/>
                    <a:pt x="669" y="517"/>
                    <a:pt x="608" y="304"/>
                  </a:cubicBezTo>
                  <a:cubicBezTo>
                    <a:pt x="578" y="122"/>
                    <a:pt x="426" y="0"/>
                    <a:pt x="24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68"/>
            <p:cNvSpPr/>
            <p:nvPr/>
          </p:nvSpPr>
          <p:spPr>
            <a:xfrm>
              <a:off x="5218200" y="3336975"/>
              <a:ext cx="15975" cy="16750"/>
            </a:xfrm>
            <a:custGeom>
              <a:rect b="b" l="l" r="r" t="t"/>
              <a:pathLst>
                <a:path extrusionOk="0" h="670" w="639">
                  <a:moveTo>
                    <a:pt x="243" y="0"/>
                  </a:moveTo>
                  <a:cubicBezTo>
                    <a:pt x="91" y="0"/>
                    <a:pt x="0" y="122"/>
                    <a:pt x="61" y="304"/>
                  </a:cubicBezTo>
                  <a:cubicBezTo>
                    <a:pt x="91" y="517"/>
                    <a:pt x="243" y="669"/>
                    <a:pt x="395" y="669"/>
                  </a:cubicBezTo>
                  <a:cubicBezTo>
                    <a:pt x="547" y="669"/>
                    <a:pt x="639" y="517"/>
                    <a:pt x="578" y="304"/>
                  </a:cubicBezTo>
                  <a:cubicBezTo>
                    <a:pt x="547" y="122"/>
                    <a:pt x="426" y="0"/>
                    <a:pt x="24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68"/>
            <p:cNvSpPr/>
            <p:nvPr/>
          </p:nvSpPr>
          <p:spPr>
            <a:xfrm>
              <a:off x="5277475" y="3336225"/>
              <a:ext cx="15225" cy="16725"/>
            </a:xfrm>
            <a:custGeom>
              <a:rect b="b" l="l" r="r" t="t"/>
              <a:pathLst>
                <a:path extrusionOk="0" h="669" w="609">
                  <a:moveTo>
                    <a:pt x="243" y="0"/>
                  </a:moveTo>
                  <a:cubicBezTo>
                    <a:pt x="91" y="0"/>
                    <a:pt x="0" y="152"/>
                    <a:pt x="31" y="334"/>
                  </a:cubicBezTo>
                  <a:cubicBezTo>
                    <a:pt x="91" y="517"/>
                    <a:pt x="213" y="669"/>
                    <a:pt x="365" y="669"/>
                  </a:cubicBezTo>
                  <a:cubicBezTo>
                    <a:pt x="517" y="669"/>
                    <a:pt x="608" y="517"/>
                    <a:pt x="578" y="334"/>
                  </a:cubicBezTo>
                  <a:cubicBezTo>
                    <a:pt x="547" y="152"/>
                    <a:pt x="395" y="30"/>
                    <a:pt x="24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68"/>
            <p:cNvSpPr/>
            <p:nvPr/>
          </p:nvSpPr>
          <p:spPr>
            <a:xfrm>
              <a:off x="5335975" y="3336225"/>
              <a:ext cx="15225" cy="16725"/>
            </a:xfrm>
            <a:custGeom>
              <a:rect b="b" l="l" r="r" t="t"/>
              <a:pathLst>
                <a:path extrusionOk="0" h="669" w="609">
                  <a:moveTo>
                    <a:pt x="274" y="0"/>
                  </a:moveTo>
                  <a:cubicBezTo>
                    <a:pt x="122" y="0"/>
                    <a:pt x="1" y="152"/>
                    <a:pt x="31" y="334"/>
                  </a:cubicBezTo>
                  <a:cubicBezTo>
                    <a:pt x="61" y="486"/>
                    <a:pt x="183" y="638"/>
                    <a:pt x="365" y="669"/>
                  </a:cubicBezTo>
                  <a:cubicBezTo>
                    <a:pt x="548" y="669"/>
                    <a:pt x="609" y="517"/>
                    <a:pt x="578" y="334"/>
                  </a:cubicBezTo>
                  <a:cubicBezTo>
                    <a:pt x="548" y="152"/>
                    <a:pt x="426" y="30"/>
                    <a:pt x="27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68"/>
            <p:cNvSpPr/>
            <p:nvPr/>
          </p:nvSpPr>
          <p:spPr>
            <a:xfrm>
              <a:off x="5394500" y="3336225"/>
              <a:ext cx="15975" cy="15975"/>
            </a:xfrm>
            <a:custGeom>
              <a:rect b="b" l="l" r="r" t="t"/>
              <a:pathLst>
                <a:path extrusionOk="0" h="639" w="639">
                  <a:moveTo>
                    <a:pt x="274" y="0"/>
                  </a:moveTo>
                  <a:cubicBezTo>
                    <a:pt x="122" y="0"/>
                    <a:pt x="0" y="152"/>
                    <a:pt x="61" y="334"/>
                  </a:cubicBezTo>
                  <a:cubicBezTo>
                    <a:pt x="61" y="486"/>
                    <a:pt x="213" y="638"/>
                    <a:pt x="365" y="638"/>
                  </a:cubicBezTo>
                  <a:cubicBezTo>
                    <a:pt x="517" y="638"/>
                    <a:pt x="638" y="486"/>
                    <a:pt x="608" y="334"/>
                  </a:cubicBezTo>
                  <a:cubicBezTo>
                    <a:pt x="578" y="152"/>
                    <a:pt x="456" y="30"/>
                    <a:pt x="27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68"/>
            <p:cNvSpPr/>
            <p:nvPr/>
          </p:nvSpPr>
          <p:spPr>
            <a:xfrm>
              <a:off x="5453750" y="3336225"/>
              <a:ext cx="15225" cy="15975"/>
            </a:xfrm>
            <a:custGeom>
              <a:rect b="b" l="l" r="r" t="t"/>
              <a:pathLst>
                <a:path extrusionOk="0" h="639" w="609">
                  <a:moveTo>
                    <a:pt x="275" y="0"/>
                  </a:moveTo>
                  <a:cubicBezTo>
                    <a:pt x="123" y="0"/>
                    <a:pt x="1" y="152"/>
                    <a:pt x="31" y="304"/>
                  </a:cubicBezTo>
                  <a:cubicBezTo>
                    <a:pt x="31" y="486"/>
                    <a:pt x="183" y="608"/>
                    <a:pt x="335" y="638"/>
                  </a:cubicBezTo>
                  <a:cubicBezTo>
                    <a:pt x="487" y="608"/>
                    <a:pt x="609" y="456"/>
                    <a:pt x="578" y="304"/>
                  </a:cubicBezTo>
                  <a:cubicBezTo>
                    <a:pt x="578" y="152"/>
                    <a:pt x="457" y="0"/>
                    <a:pt x="27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68"/>
            <p:cNvSpPr/>
            <p:nvPr/>
          </p:nvSpPr>
          <p:spPr>
            <a:xfrm>
              <a:off x="5513025" y="3336225"/>
              <a:ext cx="13700" cy="15200"/>
            </a:xfrm>
            <a:custGeom>
              <a:rect b="b" l="l" r="r" t="t"/>
              <a:pathLst>
                <a:path extrusionOk="0" h="608" w="548">
                  <a:moveTo>
                    <a:pt x="274" y="0"/>
                  </a:moveTo>
                  <a:cubicBezTo>
                    <a:pt x="122" y="0"/>
                    <a:pt x="1" y="152"/>
                    <a:pt x="31" y="304"/>
                  </a:cubicBezTo>
                  <a:cubicBezTo>
                    <a:pt x="1" y="456"/>
                    <a:pt x="122" y="578"/>
                    <a:pt x="305" y="608"/>
                  </a:cubicBezTo>
                  <a:cubicBezTo>
                    <a:pt x="457" y="578"/>
                    <a:pt x="548" y="456"/>
                    <a:pt x="548" y="304"/>
                  </a:cubicBezTo>
                  <a:cubicBezTo>
                    <a:pt x="548" y="152"/>
                    <a:pt x="426" y="0"/>
                    <a:pt x="27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68"/>
            <p:cNvSpPr/>
            <p:nvPr/>
          </p:nvSpPr>
          <p:spPr>
            <a:xfrm>
              <a:off x="5571925" y="3338125"/>
              <a:ext cx="14450" cy="12550"/>
            </a:xfrm>
            <a:custGeom>
              <a:rect b="b" l="l" r="r" t="t"/>
              <a:pathLst>
                <a:path extrusionOk="0" h="502" w="578">
                  <a:moveTo>
                    <a:pt x="289" y="0"/>
                  </a:moveTo>
                  <a:cubicBezTo>
                    <a:pt x="145" y="0"/>
                    <a:pt x="0" y="76"/>
                    <a:pt x="16" y="228"/>
                  </a:cubicBezTo>
                  <a:cubicBezTo>
                    <a:pt x="16" y="350"/>
                    <a:pt x="137" y="502"/>
                    <a:pt x="259" y="502"/>
                  </a:cubicBezTo>
                  <a:cubicBezTo>
                    <a:pt x="411" y="471"/>
                    <a:pt x="532" y="380"/>
                    <a:pt x="563" y="228"/>
                  </a:cubicBezTo>
                  <a:cubicBezTo>
                    <a:pt x="578" y="76"/>
                    <a:pt x="434" y="0"/>
                    <a:pt x="289"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68"/>
            <p:cNvSpPr/>
            <p:nvPr/>
          </p:nvSpPr>
          <p:spPr>
            <a:xfrm>
              <a:off x="3151275" y="3286825"/>
              <a:ext cx="16000" cy="13700"/>
            </a:xfrm>
            <a:custGeom>
              <a:rect b="b" l="l" r="r" t="t"/>
              <a:pathLst>
                <a:path extrusionOk="0" h="548" w="640">
                  <a:moveTo>
                    <a:pt x="366" y="0"/>
                  </a:moveTo>
                  <a:cubicBezTo>
                    <a:pt x="1" y="0"/>
                    <a:pt x="1" y="547"/>
                    <a:pt x="366" y="547"/>
                  </a:cubicBezTo>
                  <a:cubicBezTo>
                    <a:pt x="487" y="547"/>
                    <a:pt x="639" y="426"/>
                    <a:pt x="639" y="274"/>
                  </a:cubicBezTo>
                  <a:cubicBezTo>
                    <a:pt x="639" y="122"/>
                    <a:pt x="487" y="0"/>
                    <a:pt x="366"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68"/>
            <p:cNvSpPr/>
            <p:nvPr/>
          </p:nvSpPr>
          <p:spPr>
            <a:xfrm>
              <a:off x="3214350" y="3287475"/>
              <a:ext cx="13700" cy="13050"/>
            </a:xfrm>
            <a:custGeom>
              <a:rect b="b" l="l" r="r" t="t"/>
              <a:pathLst>
                <a:path extrusionOk="0" h="522" w="548">
                  <a:moveTo>
                    <a:pt x="228" y="0"/>
                  </a:moveTo>
                  <a:cubicBezTo>
                    <a:pt x="98" y="0"/>
                    <a:pt x="1" y="112"/>
                    <a:pt x="1" y="248"/>
                  </a:cubicBezTo>
                  <a:cubicBezTo>
                    <a:pt x="1" y="400"/>
                    <a:pt x="122" y="521"/>
                    <a:pt x="274" y="521"/>
                  </a:cubicBezTo>
                  <a:cubicBezTo>
                    <a:pt x="426" y="521"/>
                    <a:pt x="548" y="430"/>
                    <a:pt x="548" y="278"/>
                  </a:cubicBezTo>
                  <a:cubicBezTo>
                    <a:pt x="548" y="126"/>
                    <a:pt x="426" y="5"/>
                    <a:pt x="274" y="5"/>
                  </a:cubicBezTo>
                  <a:cubicBezTo>
                    <a:pt x="259" y="2"/>
                    <a:pt x="243" y="0"/>
                    <a:pt x="228"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68"/>
            <p:cNvSpPr/>
            <p:nvPr/>
          </p:nvSpPr>
          <p:spPr>
            <a:xfrm>
              <a:off x="3275150" y="3288975"/>
              <a:ext cx="14450" cy="13075"/>
            </a:xfrm>
            <a:custGeom>
              <a:rect b="b" l="l" r="r" t="t"/>
              <a:pathLst>
                <a:path extrusionOk="0" h="523" w="578">
                  <a:moveTo>
                    <a:pt x="258" y="1"/>
                  </a:moveTo>
                  <a:cubicBezTo>
                    <a:pt x="128" y="1"/>
                    <a:pt x="28" y="113"/>
                    <a:pt x="0" y="249"/>
                  </a:cubicBezTo>
                  <a:cubicBezTo>
                    <a:pt x="0" y="401"/>
                    <a:pt x="122" y="522"/>
                    <a:pt x="274" y="522"/>
                  </a:cubicBezTo>
                  <a:cubicBezTo>
                    <a:pt x="426" y="522"/>
                    <a:pt x="548" y="401"/>
                    <a:pt x="578" y="249"/>
                  </a:cubicBezTo>
                  <a:cubicBezTo>
                    <a:pt x="578" y="113"/>
                    <a:pt x="480" y="1"/>
                    <a:pt x="351" y="1"/>
                  </a:cubicBezTo>
                  <a:cubicBezTo>
                    <a:pt x="336" y="1"/>
                    <a:pt x="320" y="2"/>
                    <a:pt x="304" y="6"/>
                  </a:cubicBezTo>
                  <a:cubicBezTo>
                    <a:pt x="289" y="2"/>
                    <a:pt x="273" y="1"/>
                    <a:pt x="258"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68"/>
            <p:cNvSpPr/>
            <p:nvPr/>
          </p:nvSpPr>
          <p:spPr>
            <a:xfrm>
              <a:off x="3336700" y="3290625"/>
              <a:ext cx="14475" cy="12950"/>
            </a:xfrm>
            <a:custGeom>
              <a:rect b="b" l="l" r="r" t="t"/>
              <a:pathLst>
                <a:path extrusionOk="0" h="518" w="579">
                  <a:moveTo>
                    <a:pt x="304" y="0"/>
                  </a:moveTo>
                  <a:cubicBezTo>
                    <a:pt x="153" y="0"/>
                    <a:pt x="31" y="92"/>
                    <a:pt x="1" y="244"/>
                  </a:cubicBezTo>
                  <a:cubicBezTo>
                    <a:pt x="1" y="395"/>
                    <a:pt x="92" y="517"/>
                    <a:pt x="244" y="517"/>
                  </a:cubicBezTo>
                  <a:cubicBezTo>
                    <a:pt x="396" y="517"/>
                    <a:pt x="517" y="426"/>
                    <a:pt x="548" y="274"/>
                  </a:cubicBezTo>
                  <a:cubicBezTo>
                    <a:pt x="578" y="122"/>
                    <a:pt x="456" y="0"/>
                    <a:pt x="30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68"/>
            <p:cNvSpPr/>
            <p:nvPr/>
          </p:nvSpPr>
          <p:spPr>
            <a:xfrm>
              <a:off x="3397500" y="3293650"/>
              <a:ext cx="15225" cy="11575"/>
            </a:xfrm>
            <a:custGeom>
              <a:rect b="b" l="l" r="r" t="t"/>
              <a:pathLst>
                <a:path extrusionOk="0" h="463" w="609">
                  <a:moveTo>
                    <a:pt x="335" y="1"/>
                  </a:moveTo>
                  <a:cubicBezTo>
                    <a:pt x="183" y="1"/>
                    <a:pt x="61" y="92"/>
                    <a:pt x="0" y="214"/>
                  </a:cubicBezTo>
                  <a:cubicBezTo>
                    <a:pt x="0" y="350"/>
                    <a:pt x="98" y="462"/>
                    <a:pt x="205" y="462"/>
                  </a:cubicBezTo>
                  <a:cubicBezTo>
                    <a:pt x="218" y="462"/>
                    <a:pt x="231" y="460"/>
                    <a:pt x="243" y="457"/>
                  </a:cubicBezTo>
                  <a:cubicBezTo>
                    <a:pt x="263" y="461"/>
                    <a:pt x="282" y="463"/>
                    <a:pt x="301" y="463"/>
                  </a:cubicBezTo>
                  <a:cubicBezTo>
                    <a:pt x="426" y="463"/>
                    <a:pt x="525" y="376"/>
                    <a:pt x="578" y="244"/>
                  </a:cubicBezTo>
                  <a:cubicBezTo>
                    <a:pt x="608" y="123"/>
                    <a:pt x="487" y="1"/>
                    <a:pt x="33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68"/>
            <p:cNvSpPr/>
            <p:nvPr/>
          </p:nvSpPr>
          <p:spPr>
            <a:xfrm>
              <a:off x="3458275" y="3296700"/>
              <a:ext cx="15225" cy="11425"/>
            </a:xfrm>
            <a:custGeom>
              <a:rect b="b" l="l" r="r" t="t"/>
              <a:pathLst>
                <a:path extrusionOk="0" h="457" w="609">
                  <a:moveTo>
                    <a:pt x="366" y="1"/>
                  </a:moveTo>
                  <a:cubicBezTo>
                    <a:pt x="214" y="1"/>
                    <a:pt x="92" y="92"/>
                    <a:pt x="31" y="213"/>
                  </a:cubicBezTo>
                  <a:cubicBezTo>
                    <a:pt x="1" y="335"/>
                    <a:pt x="92" y="456"/>
                    <a:pt x="244" y="456"/>
                  </a:cubicBezTo>
                  <a:cubicBezTo>
                    <a:pt x="396" y="456"/>
                    <a:pt x="548" y="365"/>
                    <a:pt x="578" y="244"/>
                  </a:cubicBezTo>
                  <a:cubicBezTo>
                    <a:pt x="609" y="122"/>
                    <a:pt x="518" y="1"/>
                    <a:pt x="366"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68"/>
            <p:cNvSpPr/>
            <p:nvPr/>
          </p:nvSpPr>
          <p:spPr>
            <a:xfrm>
              <a:off x="3519075" y="3300350"/>
              <a:ext cx="15975" cy="10200"/>
            </a:xfrm>
            <a:custGeom>
              <a:rect b="b" l="l" r="r" t="t"/>
              <a:pathLst>
                <a:path extrusionOk="0" h="408" w="639">
                  <a:moveTo>
                    <a:pt x="336" y="1"/>
                  </a:moveTo>
                  <a:cubicBezTo>
                    <a:pt x="206" y="1"/>
                    <a:pt x="88" y="83"/>
                    <a:pt x="61" y="189"/>
                  </a:cubicBezTo>
                  <a:cubicBezTo>
                    <a:pt x="1" y="310"/>
                    <a:pt x="122" y="402"/>
                    <a:pt x="274" y="402"/>
                  </a:cubicBezTo>
                  <a:cubicBezTo>
                    <a:pt x="290" y="406"/>
                    <a:pt x="307" y="408"/>
                    <a:pt x="323" y="408"/>
                  </a:cubicBezTo>
                  <a:cubicBezTo>
                    <a:pt x="434" y="408"/>
                    <a:pt x="556" y="325"/>
                    <a:pt x="608" y="219"/>
                  </a:cubicBezTo>
                  <a:cubicBezTo>
                    <a:pt x="639" y="98"/>
                    <a:pt x="548" y="6"/>
                    <a:pt x="396" y="6"/>
                  </a:cubicBezTo>
                  <a:cubicBezTo>
                    <a:pt x="376" y="2"/>
                    <a:pt x="356" y="1"/>
                    <a:pt x="336"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68"/>
            <p:cNvSpPr/>
            <p:nvPr/>
          </p:nvSpPr>
          <p:spPr>
            <a:xfrm>
              <a:off x="3580625" y="3304100"/>
              <a:ext cx="15975" cy="9350"/>
            </a:xfrm>
            <a:custGeom>
              <a:rect b="b" l="l" r="r" t="t"/>
              <a:pathLst>
                <a:path extrusionOk="0" h="374" w="639">
                  <a:moveTo>
                    <a:pt x="318" y="1"/>
                  </a:moveTo>
                  <a:cubicBezTo>
                    <a:pt x="194" y="1"/>
                    <a:pt x="81" y="60"/>
                    <a:pt x="31" y="160"/>
                  </a:cubicBezTo>
                  <a:cubicBezTo>
                    <a:pt x="1" y="282"/>
                    <a:pt x="92" y="373"/>
                    <a:pt x="244" y="373"/>
                  </a:cubicBezTo>
                  <a:cubicBezTo>
                    <a:pt x="365" y="373"/>
                    <a:pt x="517" y="312"/>
                    <a:pt x="578" y="191"/>
                  </a:cubicBezTo>
                  <a:cubicBezTo>
                    <a:pt x="639" y="100"/>
                    <a:pt x="548" y="8"/>
                    <a:pt x="396" y="8"/>
                  </a:cubicBezTo>
                  <a:cubicBezTo>
                    <a:pt x="370" y="3"/>
                    <a:pt x="344" y="1"/>
                    <a:pt x="318"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68"/>
            <p:cNvSpPr/>
            <p:nvPr/>
          </p:nvSpPr>
          <p:spPr>
            <a:xfrm>
              <a:off x="3641425" y="3307350"/>
              <a:ext cx="15975" cy="8575"/>
            </a:xfrm>
            <a:custGeom>
              <a:rect b="b" l="l" r="r" t="t"/>
              <a:pathLst>
                <a:path extrusionOk="0" h="343" w="639">
                  <a:moveTo>
                    <a:pt x="395" y="0"/>
                  </a:moveTo>
                  <a:cubicBezTo>
                    <a:pt x="274" y="0"/>
                    <a:pt x="122" y="61"/>
                    <a:pt x="61" y="152"/>
                  </a:cubicBezTo>
                  <a:cubicBezTo>
                    <a:pt x="0" y="243"/>
                    <a:pt x="91" y="334"/>
                    <a:pt x="243" y="334"/>
                  </a:cubicBezTo>
                  <a:cubicBezTo>
                    <a:pt x="264" y="340"/>
                    <a:pt x="286" y="342"/>
                    <a:pt x="308" y="342"/>
                  </a:cubicBezTo>
                  <a:cubicBezTo>
                    <a:pt x="415" y="342"/>
                    <a:pt x="533" y="283"/>
                    <a:pt x="608" y="182"/>
                  </a:cubicBezTo>
                  <a:cubicBezTo>
                    <a:pt x="639" y="91"/>
                    <a:pt x="547" y="0"/>
                    <a:pt x="39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68"/>
            <p:cNvSpPr/>
            <p:nvPr/>
          </p:nvSpPr>
          <p:spPr>
            <a:xfrm>
              <a:off x="3702200" y="3311150"/>
              <a:ext cx="17500" cy="7800"/>
            </a:xfrm>
            <a:custGeom>
              <a:rect b="b" l="l" r="r" t="t"/>
              <a:pathLst>
                <a:path extrusionOk="0" h="312" w="700">
                  <a:moveTo>
                    <a:pt x="457" y="0"/>
                  </a:moveTo>
                  <a:cubicBezTo>
                    <a:pt x="305" y="0"/>
                    <a:pt x="153" y="30"/>
                    <a:pt x="62" y="152"/>
                  </a:cubicBezTo>
                  <a:cubicBezTo>
                    <a:pt x="1" y="213"/>
                    <a:pt x="92" y="304"/>
                    <a:pt x="244" y="304"/>
                  </a:cubicBezTo>
                  <a:cubicBezTo>
                    <a:pt x="271" y="309"/>
                    <a:pt x="297" y="312"/>
                    <a:pt x="322" y="312"/>
                  </a:cubicBezTo>
                  <a:cubicBezTo>
                    <a:pt x="439" y="312"/>
                    <a:pt x="539" y="257"/>
                    <a:pt x="639" y="182"/>
                  </a:cubicBezTo>
                  <a:cubicBezTo>
                    <a:pt x="700" y="91"/>
                    <a:pt x="609" y="0"/>
                    <a:pt x="457"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68"/>
            <p:cNvSpPr/>
            <p:nvPr/>
          </p:nvSpPr>
          <p:spPr>
            <a:xfrm>
              <a:off x="3763750" y="3313975"/>
              <a:ext cx="16750" cy="7075"/>
            </a:xfrm>
            <a:custGeom>
              <a:rect b="b" l="l" r="r" t="t"/>
              <a:pathLst>
                <a:path extrusionOk="0" h="283" w="670">
                  <a:moveTo>
                    <a:pt x="359" y="1"/>
                  </a:moveTo>
                  <a:cubicBezTo>
                    <a:pt x="253" y="1"/>
                    <a:pt x="137" y="55"/>
                    <a:pt x="62" y="130"/>
                  </a:cubicBezTo>
                  <a:cubicBezTo>
                    <a:pt x="1" y="191"/>
                    <a:pt x="62" y="282"/>
                    <a:pt x="214" y="282"/>
                  </a:cubicBezTo>
                  <a:cubicBezTo>
                    <a:pt x="366" y="282"/>
                    <a:pt x="487" y="221"/>
                    <a:pt x="609" y="161"/>
                  </a:cubicBezTo>
                  <a:cubicBezTo>
                    <a:pt x="670" y="69"/>
                    <a:pt x="578" y="9"/>
                    <a:pt x="426" y="9"/>
                  </a:cubicBezTo>
                  <a:cubicBezTo>
                    <a:pt x="405" y="3"/>
                    <a:pt x="382" y="1"/>
                    <a:pt x="359"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68"/>
            <p:cNvSpPr/>
            <p:nvPr/>
          </p:nvSpPr>
          <p:spPr>
            <a:xfrm>
              <a:off x="3824550" y="3316450"/>
              <a:ext cx="16750" cy="6100"/>
            </a:xfrm>
            <a:custGeom>
              <a:rect b="b" l="l" r="r" t="t"/>
              <a:pathLst>
                <a:path extrusionOk="0" h="244" w="670">
                  <a:moveTo>
                    <a:pt x="457" y="1"/>
                  </a:moveTo>
                  <a:cubicBezTo>
                    <a:pt x="305" y="1"/>
                    <a:pt x="183" y="31"/>
                    <a:pt x="61" y="122"/>
                  </a:cubicBezTo>
                  <a:cubicBezTo>
                    <a:pt x="1" y="183"/>
                    <a:pt x="61" y="244"/>
                    <a:pt x="244" y="244"/>
                  </a:cubicBezTo>
                  <a:cubicBezTo>
                    <a:pt x="365" y="244"/>
                    <a:pt x="517" y="214"/>
                    <a:pt x="608" y="122"/>
                  </a:cubicBezTo>
                  <a:cubicBezTo>
                    <a:pt x="669" y="62"/>
                    <a:pt x="608" y="1"/>
                    <a:pt x="457"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68"/>
            <p:cNvSpPr/>
            <p:nvPr/>
          </p:nvSpPr>
          <p:spPr>
            <a:xfrm>
              <a:off x="3885350" y="3318450"/>
              <a:ext cx="17500" cy="5625"/>
            </a:xfrm>
            <a:custGeom>
              <a:rect b="b" l="l" r="r" t="t"/>
              <a:pathLst>
                <a:path extrusionOk="0" h="225" w="700">
                  <a:moveTo>
                    <a:pt x="378" y="1"/>
                  </a:moveTo>
                  <a:cubicBezTo>
                    <a:pt x="274" y="1"/>
                    <a:pt x="183" y="35"/>
                    <a:pt x="91" y="103"/>
                  </a:cubicBezTo>
                  <a:cubicBezTo>
                    <a:pt x="0" y="164"/>
                    <a:pt x="91" y="225"/>
                    <a:pt x="243" y="225"/>
                  </a:cubicBezTo>
                  <a:cubicBezTo>
                    <a:pt x="365" y="225"/>
                    <a:pt x="517" y="194"/>
                    <a:pt x="639" y="103"/>
                  </a:cubicBezTo>
                  <a:cubicBezTo>
                    <a:pt x="699" y="42"/>
                    <a:pt x="639" y="12"/>
                    <a:pt x="487" y="12"/>
                  </a:cubicBezTo>
                  <a:cubicBezTo>
                    <a:pt x="449" y="4"/>
                    <a:pt x="412" y="1"/>
                    <a:pt x="378"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68"/>
            <p:cNvSpPr/>
            <p:nvPr/>
          </p:nvSpPr>
          <p:spPr>
            <a:xfrm>
              <a:off x="3946900" y="3319500"/>
              <a:ext cx="17500" cy="5350"/>
            </a:xfrm>
            <a:custGeom>
              <a:rect b="b" l="l" r="r" t="t"/>
              <a:pathLst>
                <a:path extrusionOk="0" h="214" w="700">
                  <a:moveTo>
                    <a:pt x="487" y="0"/>
                  </a:moveTo>
                  <a:cubicBezTo>
                    <a:pt x="335" y="0"/>
                    <a:pt x="183" y="31"/>
                    <a:pt x="61" y="92"/>
                  </a:cubicBezTo>
                  <a:cubicBezTo>
                    <a:pt x="0" y="152"/>
                    <a:pt x="61" y="213"/>
                    <a:pt x="213" y="213"/>
                  </a:cubicBezTo>
                  <a:cubicBezTo>
                    <a:pt x="365" y="213"/>
                    <a:pt x="487" y="183"/>
                    <a:pt x="608" y="92"/>
                  </a:cubicBezTo>
                  <a:cubicBezTo>
                    <a:pt x="699" y="31"/>
                    <a:pt x="639" y="0"/>
                    <a:pt x="487"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68"/>
            <p:cNvSpPr/>
            <p:nvPr/>
          </p:nvSpPr>
          <p:spPr>
            <a:xfrm>
              <a:off x="4006175" y="3319500"/>
              <a:ext cx="16725" cy="5350"/>
            </a:xfrm>
            <a:custGeom>
              <a:rect b="b" l="l" r="r" t="t"/>
              <a:pathLst>
                <a:path extrusionOk="0" h="214" w="669">
                  <a:moveTo>
                    <a:pt x="456" y="0"/>
                  </a:moveTo>
                  <a:cubicBezTo>
                    <a:pt x="334" y="0"/>
                    <a:pt x="213" y="31"/>
                    <a:pt x="91" y="92"/>
                  </a:cubicBezTo>
                  <a:cubicBezTo>
                    <a:pt x="0" y="152"/>
                    <a:pt x="61" y="213"/>
                    <a:pt x="213" y="213"/>
                  </a:cubicBezTo>
                  <a:cubicBezTo>
                    <a:pt x="334" y="213"/>
                    <a:pt x="456" y="152"/>
                    <a:pt x="578" y="92"/>
                  </a:cubicBezTo>
                  <a:cubicBezTo>
                    <a:pt x="669" y="31"/>
                    <a:pt x="608" y="0"/>
                    <a:pt x="456"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68"/>
            <p:cNvSpPr/>
            <p:nvPr/>
          </p:nvSpPr>
          <p:spPr>
            <a:xfrm>
              <a:off x="4062400" y="3318525"/>
              <a:ext cx="15975" cy="5550"/>
            </a:xfrm>
            <a:custGeom>
              <a:rect b="b" l="l" r="r" t="t"/>
              <a:pathLst>
                <a:path extrusionOk="0" h="222" w="639">
                  <a:moveTo>
                    <a:pt x="357" y="1"/>
                  </a:moveTo>
                  <a:cubicBezTo>
                    <a:pt x="251" y="1"/>
                    <a:pt x="136" y="51"/>
                    <a:pt x="61" y="100"/>
                  </a:cubicBezTo>
                  <a:cubicBezTo>
                    <a:pt x="0" y="161"/>
                    <a:pt x="31" y="222"/>
                    <a:pt x="183" y="222"/>
                  </a:cubicBezTo>
                  <a:cubicBezTo>
                    <a:pt x="335" y="222"/>
                    <a:pt x="456" y="161"/>
                    <a:pt x="578" y="100"/>
                  </a:cubicBezTo>
                  <a:cubicBezTo>
                    <a:pt x="639" y="39"/>
                    <a:pt x="578" y="9"/>
                    <a:pt x="426" y="9"/>
                  </a:cubicBezTo>
                  <a:cubicBezTo>
                    <a:pt x="404" y="3"/>
                    <a:pt x="380" y="1"/>
                    <a:pt x="357"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68"/>
            <p:cNvSpPr/>
            <p:nvPr/>
          </p:nvSpPr>
          <p:spPr>
            <a:xfrm>
              <a:off x="4117875" y="3317225"/>
              <a:ext cx="15975" cy="5325"/>
            </a:xfrm>
            <a:custGeom>
              <a:rect b="b" l="l" r="r" t="t"/>
              <a:pathLst>
                <a:path extrusionOk="0" h="213" w="639">
                  <a:moveTo>
                    <a:pt x="426" y="0"/>
                  </a:moveTo>
                  <a:cubicBezTo>
                    <a:pt x="304" y="0"/>
                    <a:pt x="152" y="31"/>
                    <a:pt x="61" y="122"/>
                  </a:cubicBezTo>
                  <a:cubicBezTo>
                    <a:pt x="0" y="183"/>
                    <a:pt x="61" y="213"/>
                    <a:pt x="213" y="213"/>
                  </a:cubicBezTo>
                  <a:cubicBezTo>
                    <a:pt x="335" y="213"/>
                    <a:pt x="456" y="183"/>
                    <a:pt x="578" y="91"/>
                  </a:cubicBezTo>
                  <a:cubicBezTo>
                    <a:pt x="639" y="31"/>
                    <a:pt x="578" y="0"/>
                    <a:pt x="426"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68"/>
            <p:cNvSpPr/>
            <p:nvPr/>
          </p:nvSpPr>
          <p:spPr>
            <a:xfrm>
              <a:off x="4174100" y="3315700"/>
              <a:ext cx="15225" cy="6100"/>
            </a:xfrm>
            <a:custGeom>
              <a:rect b="b" l="l" r="r" t="t"/>
              <a:pathLst>
                <a:path extrusionOk="0" h="244" w="609">
                  <a:moveTo>
                    <a:pt x="396" y="0"/>
                  </a:moveTo>
                  <a:cubicBezTo>
                    <a:pt x="274" y="0"/>
                    <a:pt x="153" y="31"/>
                    <a:pt x="61" y="122"/>
                  </a:cubicBezTo>
                  <a:cubicBezTo>
                    <a:pt x="1" y="183"/>
                    <a:pt x="61" y="244"/>
                    <a:pt x="213" y="244"/>
                  </a:cubicBezTo>
                  <a:cubicBezTo>
                    <a:pt x="335" y="244"/>
                    <a:pt x="457" y="183"/>
                    <a:pt x="548" y="92"/>
                  </a:cubicBezTo>
                  <a:cubicBezTo>
                    <a:pt x="609" y="31"/>
                    <a:pt x="517" y="0"/>
                    <a:pt x="396"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68"/>
            <p:cNvSpPr/>
            <p:nvPr/>
          </p:nvSpPr>
          <p:spPr>
            <a:xfrm>
              <a:off x="4230325" y="3313425"/>
              <a:ext cx="14475" cy="6850"/>
            </a:xfrm>
            <a:custGeom>
              <a:rect b="b" l="l" r="r" t="t"/>
              <a:pathLst>
                <a:path extrusionOk="0" h="274" w="579">
                  <a:moveTo>
                    <a:pt x="366" y="0"/>
                  </a:moveTo>
                  <a:cubicBezTo>
                    <a:pt x="244" y="0"/>
                    <a:pt x="122" y="61"/>
                    <a:pt x="31" y="152"/>
                  </a:cubicBezTo>
                  <a:cubicBezTo>
                    <a:pt x="1" y="213"/>
                    <a:pt x="62" y="274"/>
                    <a:pt x="214" y="274"/>
                  </a:cubicBezTo>
                  <a:cubicBezTo>
                    <a:pt x="335" y="274"/>
                    <a:pt x="457" y="213"/>
                    <a:pt x="548" y="122"/>
                  </a:cubicBezTo>
                  <a:cubicBezTo>
                    <a:pt x="578" y="61"/>
                    <a:pt x="518" y="0"/>
                    <a:pt x="366"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68"/>
            <p:cNvSpPr/>
            <p:nvPr/>
          </p:nvSpPr>
          <p:spPr>
            <a:xfrm>
              <a:off x="4286575" y="3311900"/>
              <a:ext cx="14450" cy="6850"/>
            </a:xfrm>
            <a:custGeom>
              <a:rect b="b" l="l" r="r" t="t"/>
              <a:pathLst>
                <a:path extrusionOk="0" h="274" w="578">
                  <a:moveTo>
                    <a:pt x="335" y="0"/>
                  </a:moveTo>
                  <a:cubicBezTo>
                    <a:pt x="213" y="0"/>
                    <a:pt x="91" y="61"/>
                    <a:pt x="31" y="152"/>
                  </a:cubicBezTo>
                  <a:cubicBezTo>
                    <a:pt x="0" y="213"/>
                    <a:pt x="91" y="274"/>
                    <a:pt x="213" y="274"/>
                  </a:cubicBezTo>
                  <a:cubicBezTo>
                    <a:pt x="335" y="274"/>
                    <a:pt x="456" y="213"/>
                    <a:pt x="547" y="122"/>
                  </a:cubicBezTo>
                  <a:cubicBezTo>
                    <a:pt x="578" y="61"/>
                    <a:pt x="486" y="0"/>
                    <a:pt x="33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68"/>
            <p:cNvSpPr/>
            <p:nvPr/>
          </p:nvSpPr>
          <p:spPr>
            <a:xfrm>
              <a:off x="4342800" y="3309625"/>
              <a:ext cx="13700" cy="7050"/>
            </a:xfrm>
            <a:custGeom>
              <a:rect b="b" l="l" r="r" t="t"/>
              <a:pathLst>
                <a:path extrusionOk="0" h="282" w="548">
                  <a:moveTo>
                    <a:pt x="335" y="0"/>
                  </a:moveTo>
                  <a:cubicBezTo>
                    <a:pt x="213" y="0"/>
                    <a:pt x="92" y="61"/>
                    <a:pt x="31" y="152"/>
                  </a:cubicBezTo>
                  <a:cubicBezTo>
                    <a:pt x="0" y="243"/>
                    <a:pt x="92" y="274"/>
                    <a:pt x="213" y="274"/>
                  </a:cubicBezTo>
                  <a:cubicBezTo>
                    <a:pt x="234" y="279"/>
                    <a:pt x="255" y="282"/>
                    <a:pt x="276" y="282"/>
                  </a:cubicBezTo>
                  <a:cubicBezTo>
                    <a:pt x="376" y="282"/>
                    <a:pt x="472" y="223"/>
                    <a:pt x="548" y="122"/>
                  </a:cubicBezTo>
                  <a:cubicBezTo>
                    <a:pt x="548" y="61"/>
                    <a:pt x="456" y="0"/>
                    <a:pt x="33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68"/>
            <p:cNvSpPr/>
            <p:nvPr/>
          </p:nvSpPr>
          <p:spPr>
            <a:xfrm>
              <a:off x="4399025" y="3307350"/>
              <a:ext cx="13700" cy="7600"/>
            </a:xfrm>
            <a:custGeom>
              <a:rect b="b" l="l" r="r" t="t"/>
              <a:pathLst>
                <a:path extrusionOk="0" h="304" w="548">
                  <a:moveTo>
                    <a:pt x="305" y="0"/>
                  </a:moveTo>
                  <a:cubicBezTo>
                    <a:pt x="183" y="0"/>
                    <a:pt x="31" y="61"/>
                    <a:pt x="1" y="152"/>
                  </a:cubicBezTo>
                  <a:cubicBezTo>
                    <a:pt x="1" y="243"/>
                    <a:pt x="92" y="304"/>
                    <a:pt x="244" y="304"/>
                  </a:cubicBezTo>
                  <a:cubicBezTo>
                    <a:pt x="365" y="304"/>
                    <a:pt x="457" y="243"/>
                    <a:pt x="517" y="152"/>
                  </a:cubicBezTo>
                  <a:cubicBezTo>
                    <a:pt x="548" y="61"/>
                    <a:pt x="457" y="0"/>
                    <a:pt x="30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68"/>
            <p:cNvSpPr/>
            <p:nvPr/>
          </p:nvSpPr>
          <p:spPr>
            <a:xfrm>
              <a:off x="4455275" y="3305050"/>
              <a:ext cx="13700" cy="8400"/>
            </a:xfrm>
            <a:custGeom>
              <a:rect b="b" l="l" r="r" t="t"/>
              <a:pathLst>
                <a:path extrusionOk="0" h="336" w="548">
                  <a:moveTo>
                    <a:pt x="304" y="1"/>
                  </a:moveTo>
                  <a:cubicBezTo>
                    <a:pt x="152" y="1"/>
                    <a:pt x="30" y="92"/>
                    <a:pt x="0" y="183"/>
                  </a:cubicBezTo>
                  <a:cubicBezTo>
                    <a:pt x="0" y="274"/>
                    <a:pt x="91" y="335"/>
                    <a:pt x="243" y="335"/>
                  </a:cubicBezTo>
                  <a:cubicBezTo>
                    <a:pt x="365" y="335"/>
                    <a:pt x="517" y="244"/>
                    <a:pt x="517" y="153"/>
                  </a:cubicBezTo>
                  <a:cubicBezTo>
                    <a:pt x="547" y="62"/>
                    <a:pt x="426" y="1"/>
                    <a:pt x="30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68"/>
            <p:cNvSpPr/>
            <p:nvPr/>
          </p:nvSpPr>
          <p:spPr>
            <a:xfrm>
              <a:off x="4511500" y="3302775"/>
              <a:ext cx="12925" cy="9150"/>
            </a:xfrm>
            <a:custGeom>
              <a:rect b="b" l="l" r="r" t="t"/>
              <a:pathLst>
                <a:path extrusionOk="0" h="366" w="517">
                  <a:moveTo>
                    <a:pt x="274" y="1"/>
                  </a:moveTo>
                  <a:cubicBezTo>
                    <a:pt x="122" y="31"/>
                    <a:pt x="0" y="92"/>
                    <a:pt x="0" y="183"/>
                  </a:cubicBezTo>
                  <a:cubicBezTo>
                    <a:pt x="0" y="305"/>
                    <a:pt x="91" y="365"/>
                    <a:pt x="243" y="365"/>
                  </a:cubicBezTo>
                  <a:cubicBezTo>
                    <a:pt x="365" y="365"/>
                    <a:pt x="487" y="274"/>
                    <a:pt x="517" y="183"/>
                  </a:cubicBezTo>
                  <a:cubicBezTo>
                    <a:pt x="517" y="92"/>
                    <a:pt x="426" y="1"/>
                    <a:pt x="27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68"/>
            <p:cNvSpPr/>
            <p:nvPr/>
          </p:nvSpPr>
          <p:spPr>
            <a:xfrm>
              <a:off x="4566975" y="3301250"/>
              <a:ext cx="12925" cy="9150"/>
            </a:xfrm>
            <a:custGeom>
              <a:rect b="b" l="l" r="r" t="t"/>
              <a:pathLst>
                <a:path extrusionOk="0" h="366" w="517">
                  <a:moveTo>
                    <a:pt x="274" y="1"/>
                  </a:moveTo>
                  <a:cubicBezTo>
                    <a:pt x="122" y="1"/>
                    <a:pt x="31" y="92"/>
                    <a:pt x="31" y="183"/>
                  </a:cubicBezTo>
                  <a:cubicBezTo>
                    <a:pt x="0" y="305"/>
                    <a:pt x="122" y="366"/>
                    <a:pt x="274" y="366"/>
                  </a:cubicBezTo>
                  <a:cubicBezTo>
                    <a:pt x="426" y="366"/>
                    <a:pt x="517" y="274"/>
                    <a:pt x="517" y="183"/>
                  </a:cubicBezTo>
                  <a:cubicBezTo>
                    <a:pt x="517" y="62"/>
                    <a:pt x="426" y="1"/>
                    <a:pt x="27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68"/>
            <p:cNvSpPr/>
            <p:nvPr/>
          </p:nvSpPr>
          <p:spPr>
            <a:xfrm>
              <a:off x="4623200" y="3299750"/>
              <a:ext cx="12950" cy="9900"/>
            </a:xfrm>
            <a:custGeom>
              <a:rect b="b" l="l" r="r" t="t"/>
              <a:pathLst>
                <a:path extrusionOk="0" h="396" w="518">
                  <a:moveTo>
                    <a:pt x="244" y="0"/>
                  </a:moveTo>
                  <a:cubicBezTo>
                    <a:pt x="122" y="0"/>
                    <a:pt x="0" y="91"/>
                    <a:pt x="0" y="213"/>
                  </a:cubicBezTo>
                  <a:cubicBezTo>
                    <a:pt x="0" y="304"/>
                    <a:pt x="122" y="395"/>
                    <a:pt x="274" y="395"/>
                  </a:cubicBezTo>
                  <a:cubicBezTo>
                    <a:pt x="396" y="395"/>
                    <a:pt x="487" y="304"/>
                    <a:pt x="517" y="182"/>
                  </a:cubicBezTo>
                  <a:cubicBezTo>
                    <a:pt x="487" y="61"/>
                    <a:pt x="365" y="0"/>
                    <a:pt x="24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68"/>
            <p:cNvSpPr/>
            <p:nvPr/>
          </p:nvSpPr>
          <p:spPr>
            <a:xfrm>
              <a:off x="4678675" y="3298225"/>
              <a:ext cx="13700" cy="9900"/>
            </a:xfrm>
            <a:custGeom>
              <a:rect b="b" l="l" r="r" t="t"/>
              <a:pathLst>
                <a:path extrusionOk="0" h="396" w="548">
                  <a:moveTo>
                    <a:pt x="244" y="0"/>
                  </a:moveTo>
                  <a:cubicBezTo>
                    <a:pt x="92" y="0"/>
                    <a:pt x="0" y="91"/>
                    <a:pt x="0" y="213"/>
                  </a:cubicBezTo>
                  <a:cubicBezTo>
                    <a:pt x="61" y="335"/>
                    <a:pt x="152" y="395"/>
                    <a:pt x="304" y="395"/>
                  </a:cubicBezTo>
                  <a:cubicBezTo>
                    <a:pt x="426" y="395"/>
                    <a:pt x="547" y="304"/>
                    <a:pt x="517" y="183"/>
                  </a:cubicBezTo>
                  <a:cubicBezTo>
                    <a:pt x="487" y="61"/>
                    <a:pt x="365" y="0"/>
                    <a:pt x="24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68"/>
            <p:cNvSpPr/>
            <p:nvPr/>
          </p:nvSpPr>
          <p:spPr>
            <a:xfrm>
              <a:off x="4734900" y="3297450"/>
              <a:ext cx="12950" cy="9925"/>
            </a:xfrm>
            <a:custGeom>
              <a:rect b="b" l="l" r="r" t="t"/>
              <a:pathLst>
                <a:path extrusionOk="0" h="397" w="518">
                  <a:moveTo>
                    <a:pt x="213" y="1"/>
                  </a:moveTo>
                  <a:cubicBezTo>
                    <a:pt x="61" y="1"/>
                    <a:pt x="1" y="92"/>
                    <a:pt x="1" y="214"/>
                  </a:cubicBezTo>
                  <a:cubicBezTo>
                    <a:pt x="31" y="335"/>
                    <a:pt x="153" y="396"/>
                    <a:pt x="274" y="396"/>
                  </a:cubicBezTo>
                  <a:cubicBezTo>
                    <a:pt x="426" y="396"/>
                    <a:pt x="517" y="305"/>
                    <a:pt x="487" y="214"/>
                  </a:cubicBezTo>
                  <a:cubicBezTo>
                    <a:pt x="457" y="62"/>
                    <a:pt x="335" y="1"/>
                    <a:pt x="21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68"/>
            <p:cNvSpPr/>
            <p:nvPr/>
          </p:nvSpPr>
          <p:spPr>
            <a:xfrm>
              <a:off x="4791900" y="3299750"/>
              <a:ext cx="15225" cy="9900"/>
            </a:xfrm>
            <a:custGeom>
              <a:rect b="b" l="l" r="r" t="t"/>
              <a:pathLst>
                <a:path extrusionOk="0" h="396" w="609">
                  <a:moveTo>
                    <a:pt x="274" y="0"/>
                  </a:moveTo>
                  <a:cubicBezTo>
                    <a:pt x="122" y="0"/>
                    <a:pt x="0" y="61"/>
                    <a:pt x="31" y="182"/>
                  </a:cubicBezTo>
                  <a:cubicBezTo>
                    <a:pt x="91" y="304"/>
                    <a:pt x="213" y="395"/>
                    <a:pt x="335" y="395"/>
                  </a:cubicBezTo>
                  <a:cubicBezTo>
                    <a:pt x="487" y="395"/>
                    <a:pt x="608" y="304"/>
                    <a:pt x="578" y="213"/>
                  </a:cubicBezTo>
                  <a:cubicBezTo>
                    <a:pt x="517" y="61"/>
                    <a:pt x="395" y="0"/>
                    <a:pt x="27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68"/>
            <p:cNvSpPr/>
            <p:nvPr/>
          </p:nvSpPr>
          <p:spPr>
            <a:xfrm>
              <a:off x="4851925" y="3300500"/>
              <a:ext cx="15225" cy="9900"/>
            </a:xfrm>
            <a:custGeom>
              <a:rect b="b" l="l" r="r" t="t"/>
              <a:pathLst>
                <a:path extrusionOk="0" h="396" w="609">
                  <a:moveTo>
                    <a:pt x="274" y="0"/>
                  </a:moveTo>
                  <a:cubicBezTo>
                    <a:pt x="122" y="0"/>
                    <a:pt x="1" y="92"/>
                    <a:pt x="31" y="183"/>
                  </a:cubicBezTo>
                  <a:cubicBezTo>
                    <a:pt x="92" y="335"/>
                    <a:pt x="213" y="396"/>
                    <a:pt x="335" y="396"/>
                  </a:cubicBezTo>
                  <a:cubicBezTo>
                    <a:pt x="517" y="396"/>
                    <a:pt x="608" y="304"/>
                    <a:pt x="578" y="213"/>
                  </a:cubicBezTo>
                  <a:cubicBezTo>
                    <a:pt x="548" y="61"/>
                    <a:pt x="396" y="0"/>
                    <a:pt x="27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68"/>
            <p:cNvSpPr/>
            <p:nvPr/>
          </p:nvSpPr>
          <p:spPr>
            <a:xfrm>
              <a:off x="4912725" y="3298975"/>
              <a:ext cx="14450" cy="10825"/>
            </a:xfrm>
            <a:custGeom>
              <a:rect b="b" l="l" r="r" t="t"/>
              <a:pathLst>
                <a:path extrusionOk="0" h="433" w="578">
                  <a:moveTo>
                    <a:pt x="243" y="1"/>
                  </a:moveTo>
                  <a:cubicBezTo>
                    <a:pt x="91" y="31"/>
                    <a:pt x="0" y="122"/>
                    <a:pt x="0" y="244"/>
                  </a:cubicBezTo>
                  <a:cubicBezTo>
                    <a:pt x="53" y="349"/>
                    <a:pt x="152" y="432"/>
                    <a:pt x="256" y="432"/>
                  </a:cubicBezTo>
                  <a:cubicBezTo>
                    <a:pt x="272" y="432"/>
                    <a:pt x="288" y="430"/>
                    <a:pt x="304" y="426"/>
                  </a:cubicBezTo>
                  <a:cubicBezTo>
                    <a:pt x="456" y="426"/>
                    <a:pt x="578" y="335"/>
                    <a:pt x="547" y="213"/>
                  </a:cubicBezTo>
                  <a:cubicBezTo>
                    <a:pt x="517" y="92"/>
                    <a:pt x="395" y="1"/>
                    <a:pt x="24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68"/>
            <p:cNvSpPr/>
            <p:nvPr/>
          </p:nvSpPr>
          <p:spPr>
            <a:xfrm>
              <a:off x="4972750" y="3295950"/>
              <a:ext cx="13700" cy="12175"/>
            </a:xfrm>
            <a:custGeom>
              <a:rect b="b" l="l" r="r" t="t"/>
              <a:pathLst>
                <a:path extrusionOk="0" h="487" w="548">
                  <a:moveTo>
                    <a:pt x="244" y="0"/>
                  </a:moveTo>
                  <a:cubicBezTo>
                    <a:pt x="122" y="0"/>
                    <a:pt x="0" y="122"/>
                    <a:pt x="0" y="243"/>
                  </a:cubicBezTo>
                  <a:cubicBezTo>
                    <a:pt x="31" y="395"/>
                    <a:pt x="152" y="486"/>
                    <a:pt x="304" y="486"/>
                  </a:cubicBezTo>
                  <a:cubicBezTo>
                    <a:pt x="456" y="486"/>
                    <a:pt x="548" y="365"/>
                    <a:pt x="548" y="243"/>
                  </a:cubicBezTo>
                  <a:cubicBezTo>
                    <a:pt x="517" y="91"/>
                    <a:pt x="396" y="0"/>
                    <a:pt x="24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68"/>
            <p:cNvSpPr/>
            <p:nvPr/>
          </p:nvSpPr>
          <p:spPr>
            <a:xfrm>
              <a:off x="5032025" y="3291375"/>
              <a:ext cx="14450" cy="13700"/>
            </a:xfrm>
            <a:custGeom>
              <a:rect b="b" l="l" r="r" t="t"/>
              <a:pathLst>
                <a:path extrusionOk="0" h="548" w="578">
                  <a:moveTo>
                    <a:pt x="274" y="1"/>
                  </a:moveTo>
                  <a:cubicBezTo>
                    <a:pt x="122" y="1"/>
                    <a:pt x="0" y="153"/>
                    <a:pt x="31" y="305"/>
                  </a:cubicBezTo>
                  <a:cubicBezTo>
                    <a:pt x="61" y="426"/>
                    <a:pt x="183" y="548"/>
                    <a:pt x="335" y="548"/>
                  </a:cubicBezTo>
                  <a:cubicBezTo>
                    <a:pt x="487" y="517"/>
                    <a:pt x="578" y="396"/>
                    <a:pt x="578" y="244"/>
                  </a:cubicBezTo>
                  <a:cubicBezTo>
                    <a:pt x="547" y="92"/>
                    <a:pt x="426" y="1"/>
                    <a:pt x="27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68"/>
            <p:cNvSpPr/>
            <p:nvPr/>
          </p:nvSpPr>
          <p:spPr>
            <a:xfrm>
              <a:off x="5092050" y="3285975"/>
              <a:ext cx="14475" cy="15300"/>
            </a:xfrm>
            <a:custGeom>
              <a:rect b="b" l="l" r="r" t="t"/>
              <a:pathLst>
                <a:path extrusionOk="0" h="612" w="579">
                  <a:moveTo>
                    <a:pt x="313" y="0"/>
                  </a:moveTo>
                  <a:cubicBezTo>
                    <a:pt x="300" y="0"/>
                    <a:pt x="287" y="1"/>
                    <a:pt x="274" y="4"/>
                  </a:cubicBezTo>
                  <a:cubicBezTo>
                    <a:pt x="122" y="4"/>
                    <a:pt x="1" y="156"/>
                    <a:pt x="31" y="308"/>
                  </a:cubicBezTo>
                  <a:cubicBezTo>
                    <a:pt x="31" y="490"/>
                    <a:pt x="153" y="612"/>
                    <a:pt x="335" y="612"/>
                  </a:cubicBezTo>
                  <a:cubicBezTo>
                    <a:pt x="487" y="581"/>
                    <a:pt x="578" y="430"/>
                    <a:pt x="578" y="278"/>
                  </a:cubicBezTo>
                  <a:cubicBezTo>
                    <a:pt x="550" y="139"/>
                    <a:pt x="447" y="0"/>
                    <a:pt x="31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68"/>
            <p:cNvSpPr/>
            <p:nvPr/>
          </p:nvSpPr>
          <p:spPr>
            <a:xfrm>
              <a:off x="5151325" y="3279225"/>
              <a:ext cx="15225" cy="17500"/>
            </a:xfrm>
            <a:custGeom>
              <a:rect b="b" l="l" r="r" t="t"/>
              <a:pathLst>
                <a:path extrusionOk="0" h="700" w="609">
                  <a:moveTo>
                    <a:pt x="274" y="0"/>
                  </a:moveTo>
                  <a:cubicBezTo>
                    <a:pt x="92" y="61"/>
                    <a:pt x="0" y="213"/>
                    <a:pt x="31" y="396"/>
                  </a:cubicBezTo>
                  <a:cubicBezTo>
                    <a:pt x="31" y="548"/>
                    <a:pt x="152" y="700"/>
                    <a:pt x="335" y="700"/>
                  </a:cubicBezTo>
                  <a:cubicBezTo>
                    <a:pt x="487" y="669"/>
                    <a:pt x="608" y="487"/>
                    <a:pt x="578" y="335"/>
                  </a:cubicBezTo>
                  <a:cubicBezTo>
                    <a:pt x="548" y="152"/>
                    <a:pt x="426" y="0"/>
                    <a:pt x="27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68"/>
            <p:cNvSpPr/>
            <p:nvPr/>
          </p:nvSpPr>
          <p:spPr>
            <a:xfrm>
              <a:off x="5212125" y="3273050"/>
              <a:ext cx="13700" cy="19125"/>
            </a:xfrm>
            <a:custGeom>
              <a:rect b="b" l="l" r="r" t="t"/>
              <a:pathLst>
                <a:path extrusionOk="0" h="765" w="548">
                  <a:moveTo>
                    <a:pt x="277" y="1"/>
                  </a:moveTo>
                  <a:cubicBezTo>
                    <a:pt x="266" y="1"/>
                    <a:pt x="255" y="2"/>
                    <a:pt x="243" y="4"/>
                  </a:cubicBezTo>
                  <a:cubicBezTo>
                    <a:pt x="91" y="4"/>
                    <a:pt x="0" y="217"/>
                    <a:pt x="0" y="430"/>
                  </a:cubicBezTo>
                  <a:cubicBezTo>
                    <a:pt x="0" y="643"/>
                    <a:pt x="152" y="764"/>
                    <a:pt x="304" y="764"/>
                  </a:cubicBezTo>
                  <a:cubicBezTo>
                    <a:pt x="456" y="764"/>
                    <a:pt x="547" y="612"/>
                    <a:pt x="547" y="369"/>
                  </a:cubicBezTo>
                  <a:cubicBezTo>
                    <a:pt x="547" y="172"/>
                    <a:pt x="417" y="1"/>
                    <a:pt x="277"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68"/>
            <p:cNvSpPr/>
            <p:nvPr/>
          </p:nvSpPr>
          <p:spPr>
            <a:xfrm>
              <a:off x="5271375" y="3267075"/>
              <a:ext cx="14475" cy="21300"/>
            </a:xfrm>
            <a:custGeom>
              <a:rect b="b" l="l" r="r" t="t"/>
              <a:pathLst>
                <a:path extrusionOk="0" h="852" w="579">
                  <a:moveTo>
                    <a:pt x="275" y="0"/>
                  </a:moveTo>
                  <a:cubicBezTo>
                    <a:pt x="123" y="30"/>
                    <a:pt x="1" y="243"/>
                    <a:pt x="31" y="456"/>
                  </a:cubicBezTo>
                  <a:cubicBezTo>
                    <a:pt x="31" y="699"/>
                    <a:pt x="153" y="851"/>
                    <a:pt x="305" y="851"/>
                  </a:cubicBezTo>
                  <a:cubicBezTo>
                    <a:pt x="457" y="851"/>
                    <a:pt x="579" y="669"/>
                    <a:pt x="579" y="426"/>
                  </a:cubicBezTo>
                  <a:cubicBezTo>
                    <a:pt x="548" y="182"/>
                    <a:pt x="427" y="0"/>
                    <a:pt x="27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68"/>
            <p:cNvSpPr/>
            <p:nvPr/>
          </p:nvSpPr>
          <p:spPr>
            <a:xfrm>
              <a:off x="5331425" y="3261750"/>
              <a:ext cx="14450" cy="22825"/>
            </a:xfrm>
            <a:custGeom>
              <a:rect b="b" l="l" r="r" t="t"/>
              <a:pathLst>
                <a:path extrusionOk="0" h="913" w="578">
                  <a:moveTo>
                    <a:pt x="274" y="0"/>
                  </a:moveTo>
                  <a:cubicBezTo>
                    <a:pt x="122" y="0"/>
                    <a:pt x="0" y="243"/>
                    <a:pt x="0" y="487"/>
                  </a:cubicBezTo>
                  <a:cubicBezTo>
                    <a:pt x="31" y="730"/>
                    <a:pt x="152" y="912"/>
                    <a:pt x="304" y="912"/>
                  </a:cubicBezTo>
                  <a:cubicBezTo>
                    <a:pt x="456" y="912"/>
                    <a:pt x="578" y="699"/>
                    <a:pt x="547" y="456"/>
                  </a:cubicBezTo>
                  <a:cubicBezTo>
                    <a:pt x="547" y="213"/>
                    <a:pt x="426" y="0"/>
                    <a:pt x="27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68"/>
            <p:cNvSpPr/>
            <p:nvPr/>
          </p:nvSpPr>
          <p:spPr>
            <a:xfrm>
              <a:off x="5391450" y="3257875"/>
              <a:ext cx="13700" cy="24400"/>
            </a:xfrm>
            <a:custGeom>
              <a:rect b="b" l="l" r="r" t="t"/>
              <a:pathLst>
                <a:path extrusionOk="0" h="976" w="548">
                  <a:moveTo>
                    <a:pt x="300" y="1"/>
                  </a:moveTo>
                  <a:cubicBezTo>
                    <a:pt x="291" y="1"/>
                    <a:pt x="283" y="2"/>
                    <a:pt x="274" y="3"/>
                  </a:cubicBezTo>
                  <a:cubicBezTo>
                    <a:pt x="122" y="3"/>
                    <a:pt x="1" y="247"/>
                    <a:pt x="1" y="520"/>
                  </a:cubicBezTo>
                  <a:cubicBezTo>
                    <a:pt x="1" y="794"/>
                    <a:pt x="152" y="976"/>
                    <a:pt x="304" y="976"/>
                  </a:cubicBezTo>
                  <a:cubicBezTo>
                    <a:pt x="456" y="976"/>
                    <a:pt x="548" y="763"/>
                    <a:pt x="548" y="490"/>
                  </a:cubicBezTo>
                  <a:cubicBezTo>
                    <a:pt x="548" y="232"/>
                    <a:pt x="440" y="1"/>
                    <a:pt x="300"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68"/>
            <p:cNvSpPr/>
            <p:nvPr/>
          </p:nvSpPr>
          <p:spPr>
            <a:xfrm>
              <a:off x="5451475" y="3255600"/>
              <a:ext cx="13700" cy="25175"/>
            </a:xfrm>
            <a:custGeom>
              <a:rect b="b" l="l" r="r" t="t"/>
              <a:pathLst>
                <a:path extrusionOk="0" h="1007" w="548">
                  <a:moveTo>
                    <a:pt x="300" y="1"/>
                  </a:moveTo>
                  <a:cubicBezTo>
                    <a:pt x="292" y="1"/>
                    <a:pt x="283" y="1"/>
                    <a:pt x="274" y="3"/>
                  </a:cubicBezTo>
                  <a:cubicBezTo>
                    <a:pt x="122" y="3"/>
                    <a:pt x="1" y="246"/>
                    <a:pt x="1" y="520"/>
                  </a:cubicBezTo>
                  <a:cubicBezTo>
                    <a:pt x="1" y="793"/>
                    <a:pt x="153" y="1006"/>
                    <a:pt x="305" y="1006"/>
                  </a:cubicBezTo>
                  <a:cubicBezTo>
                    <a:pt x="426" y="1006"/>
                    <a:pt x="548" y="793"/>
                    <a:pt x="548" y="520"/>
                  </a:cubicBezTo>
                  <a:cubicBezTo>
                    <a:pt x="548" y="233"/>
                    <a:pt x="440" y="1"/>
                    <a:pt x="300"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68"/>
            <p:cNvSpPr/>
            <p:nvPr/>
          </p:nvSpPr>
          <p:spPr>
            <a:xfrm>
              <a:off x="5511525" y="3255675"/>
              <a:ext cx="14450" cy="25850"/>
            </a:xfrm>
            <a:custGeom>
              <a:rect b="b" l="l" r="r" t="t"/>
              <a:pathLst>
                <a:path extrusionOk="0" h="1034" w="578">
                  <a:moveTo>
                    <a:pt x="274" y="0"/>
                  </a:moveTo>
                  <a:cubicBezTo>
                    <a:pt x="122" y="0"/>
                    <a:pt x="0" y="243"/>
                    <a:pt x="0" y="517"/>
                  </a:cubicBezTo>
                  <a:cubicBezTo>
                    <a:pt x="0" y="790"/>
                    <a:pt x="152" y="1034"/>
                    <a:pt x="304" y="1034"/>
                  </a:cubicBezTo>
                  <a:cubicBezTo>
                    <a:pt x="456" y="1034"/>
                    <a:pt x="578" y="821"/>
                    <a:pt x="547" y="517"/>
                  </a:cubicBezTo>
                  <a:cubicBezTo>
                    <a:pt x="547" y="243"/>
                    <a:pt x="426" y="0"/>
                    <a:pt x="27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68"/>
            <p:cNvSpPr/>
            <p:nvPr/>
          </p:nvSpPr>
          <p:spPr>
            <a:xfrm>
              <a:off x="5572300" y="3257950"/>
              <a:ext cx="13700" cy="25850"/>
            </a:xfrm>
            <a:custGeom>
              <a:rect b="b" l="l" r="r" t="t"/>
              <a:pathLst>
                <a:path extrusionOk="0" h="1034" w="548">
                  <a:moveTo>
                    <a:pt x="274" y="0"/>
                  </a:moveTo>
                  <a:cubicBezTo>
                    <a:pt x="122" y="0"/>
                    <a:pt x="1" y="213"/>
                    <a:pt x="1" y="517"/>
                  </a:cubicBezTo>
                  <a:cubicBezTo>
                    <a:pt x="1" y="791"/>
                    <a:pt x="122" y="1034"/>
                    <a:pt x="274" y="1034"/>
                  </a:cubicBezTo>
                  <a:cubicBezTo>
                    <a:pt x="426" y="1034"/>
                    <a:pt x="548" y="821"/>
                    <a:pt x="548" y="547"/>
                  </a:cubicBezTo>
                  <a:cubicBezTo>
                    <a:pt x="548" y="274"/>
                    <a:pt x="426" y="0"/>
                    <a:pt x="27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68"/>
            <p:cNvSpPr/>
            <p:nvPr/>
          </p:nvSpPr>
          <p:spPr>
            <a:xfrm>
              <a:off x="3151275" y="3236750"/>
              <a:ext cx="16000" cy="13625"/>
            </a:xfrm>
            <a:custGeom>
              <a:rect b="b" l="l" r="r" t="t"/>
              <a:pathLst>
                <a:path extrusionOk="0" h="545" w="640">
                  <a:moveTo>
                    <a:pt x="383" y="1"/>
                  </a:moveTo>
                  <a:cubicBezTo>
                    <a:pt x="315" y="1"/>
                    <a:pt x="244" y="28"/>
                    <a:pt x="183" y="88"/>
                  </a:cubicBezTo>
                  <a:cubicBezTo>
                    <a:pt x="1" y="240"/>
                    <a:pt x="123" y="544"/>
                    <a:pt x="366" y="544"/>
                  </a:cubicBezTo>
                  <a:cubicBezTo>
                    <a:pt x="518" y="544"/>
                    <a:pt x="639" y="423"/>
                    <a:pt x="639" y="271"/>
                  </a:cubicBezTo>
                  <a:cubicBezTo>
                    <a:pt x="639" y="109"/>
                    <a:pt x="518" y="1"/>
                    <a:pt x="38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68"/>
            <p:cNvSpPr/>
            <p:nvPr/>
          </p:nvSpPr>
          <p:spPr>
            <a:xfrm>
              <a:off x="3215875" y="3238075"/>
              <a:ext cx="15975" cy="13050"/>
            </a:xfrm>
            <a:custGeom>
              <a:rect b="b" l="l" r="r" t="t"/>
              <a:pathLst>
                <a:path extrusionOk="0" h="522" w="639">
                  <a:moveTo>
                    <a:pt x="228" y="0"/>
                  </a:moveTo>
                  <a:cubicBezTo>
                    <a:pt x="98" y="0"/>
                    <a:pt x="1" y="112"/>
                    <a:pt x="1" y="248"/>
                  </a:cubicBezTo>
                  <a:cubicBezTo>
                    <a:pt x="1" y="400"/>
                    <a:pt x="122" y="522"/>
                    <a:pt x="274" y="522"/>
                  </a:cubicBezTo>
                  <a:cubicBezTo>
                    <a:pt x="639" y="522"/>
                    <a:pt x="639" y="5"/>
                    <a:pt x="274" y="5"/>
                  </a:cubicBezTo>
                  <a:cubicBezTo>
                    <a:pt x="258" y="2"/>
                    <a:pt x="243" y="0"/>
                    <a:pt x="228"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68"/>
            <p:cNvSpPr/>
            <p:nvPr/>
          </p:nvSpPr>
          <p:spPr>
            <a:xfrm>
              <a:off x="3278200" y="3240475"/>
              <a:ext cx="14450" cy="13050"/>
            </a:xfrm>
            <a:custGeom>
              <a:rect b="b" l="l" r="r" t="t"/>
              <a:pathLst>
                <a:path extrusionOk="0" h="522" w="578">
                  <a:moveTo>
                    <a:pt x="304" y="0"/>
                  </a:moveTo>
                  <a:cubicBezTo>
                    <a:pt x="152" y="0"/>
                    <a:pt x="30" y="91"/>
                    <a:pt x="0" y="243"/>
                  </a:cubicBezTo>
                  <a:cubicBezTo>
                    <a:pt x="0" y="395"/>
                    <a:pt x="122" y="517"/>
                    <a:pt x="274" y="517"/>
                  </a:cubicBezTo>
                  <a:cubicBezTo>
                    <a:pt x="289" y="520"/>
                    <a:pt x="305" y="522"/>
                    <a:pt x="320" y="522"/>
                  </a:cubicBezTo>
                  <a:cubicBezTo>
                    <a:pt x="450" y="522"/>
                    <a:pt x="550" y="410"/>
                    <a:pt x="578" y="274"/>
                  </a:cubicBezTo>
                  <a:cubicBezTo>
                    <a:pt x="578" y="122"/>
                    <a:pt x="456" y="0"/>
                    <a:pt x="30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68"/>
            <p:cNvSpPr/>
            <p:nvPr/>
          </p:nvSpPr>
          <p:spPr>
            <a:xfrm>
              <a:off x="3341250" y="3244875"/>
              <a:ext cx="16250" cy="12450"/>
            </a:xfrm>
            <a:custGeom>
              <a:rect b="b" l="l" r="r" t="t"/>
              <a:pathLst>
                <a:path extrusionOk="0" h="498" w="650">
                  <a:moveTo>
                    <a:pt x="246" y="1"/>
                  </a:moveTo>
                  <a:cubicBezTo>
                    <a:pt x="116" y="1"/>
                    <a:pt x="1" y="87"/>
                    <a:pt x="1" y="219"/>
                  </a:cubicBezTo>
                  <a:cubicBezTo>
                    <a:pt x="1" y="371"/>
                    <a:pt x="122" y="493"/>
                    <a:pt x="244" y="493"/>
                  </a:cubicBezTo>
                  <a:cubicBezTo>
                    <a:pt x="262" y="496"/>
                    <a:pt x="280" y="497"/>
                    <a:pt x="297" y="497"/>
                  </a:cubicBezTo>
                  <a:cubicBezTo>
                    <a:pt x="605" y="497"/>
                    <a:pt x="649" y="5"/>
                    <a:pt x="332" y="5"/>
                  </a:cubicBezTo>
                  <a:cubicBezTo>
                    <a:pt x="323" y="5"/>
                    <a:pt x="314" y="6"/>
                    <a:pt x="305" y="7"/>
                  </a:cubicBezTo>
                  <a:cubicBezTo>
                    <a:pt x="285" y="3"/>
                    <a:pt x="266" y="1"/>
                    <a:pt x="246"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68"/>
            <p:cNvSpPr/>
            <p:nvPr/>
          </p:nvSpPr>
          <p:spPr>
            <a:xfrm>
              <a:off x="3403725" y="3253075"/>
              <a:ext cx="14500" cy="8850"/>
            </a:xfrm>
            <a:custGeom>
              <a:rect b="b" l="l" r="r" t="t"/>
              <a:pathLst>
                <a:path extrusionOk="0" h="354" w="580">
                  <a:moveTo>
                    <a:pt x="475" y="1"/>
                  </a:moveTo>
                  <a:cubicBezTo>
                    <a:pt x="305" y="1"/>
                    <a:pt x="0" y="280"/>
                    <a:pt x="268" y="347"/>
                  </a:cubicBezTo>
                  <a:cubicBezTo>
                    <a:pt x="284" y="351"/>
                    <a:pt x="300" y="353"/>
                    <a:pt x="316" y="353"/>
                  </a:cubicBezTo>
                  <a:cubicBezTo>
                    <a:pt x="427" y="353"/>
                    <a:pt x="545" y="267"/>
                    <a:pt x="572" y="135"/>
                  </a:cubicBezTo>
                  <a:cubicBezTo>
                    <a:pt x="580" y="37"/>
                    <a:pt x="536" y="1"/>
                    <a:pt x="47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68"/>
            <p:cNvSpPr/>
            <p:nvPr/>
          </p:nvSpPr>
          <p:spPr>
            <a:xfrm>
              <a:off x="3465875" y="3256275"/>
              <a:ext cx="15225" cy="11000"/>
            </a:xfrm>
            <a:custGeom>
              <a:rect b="b" l="l" r="r" t="t"/>
              <a:pathLst>
                <a:path extrusionOk="0" h="440" w="609">
                  <a:moveTo>
                    <a:pt x="277" y="1"/>
                  </a:moveTo>
                  <a:cubicBezTo>
                    <a:pt x="152" y="1"/>
                    <a:pt x="54" y="83"/>
                    <a:pt x="1" y="189"/>
                  </a:cubicBezTo>
                  <a:cubicBezTo>
                    <a:pt x="1" y="311"/>
                    <a:pt x="122" y="432"/>
                    <a:pt x="274" y="432"/>
                  </a:cubicBezTo>
                  <a:cubicBezTo>
                    <a:pt x="295" y="437"/>
                    <a:pt x="316" y="440"/>
                    <a:pt x="337" y="440"/>
                  </a:cubicBezTo>
                  <a:cubicBezTo>
                    <a:pt x="443" y="440"/>
                    <a:pt x="553" y="376"/>
                    <a:pt x="578" y="250"/>
                  </a:cubicBezTo>
                  <a:cubicBezTo>
                    <a:pt x="609" y="128"/>
                    <a:pt x="487" y="37"/>
                    <a:pt x="335" y="7"/>
                  </a:cubicBezTo>
                  <a:cubicBezTo>
                    <a:pt x="315" y="3"/>
                    <a:pt x="296" y="1"/>
                    <a:pt x="277"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68"/>
            <p:cNvSpPr/>
            <p:nvPr/>
          </p:nvSpPr>
          <p:spPr>
            <a:xfrm>
              <a:off x="3528200" y="3263125"/>
              <a:ext cx="15225" cy="10200"/>
            </a:xfrm>
            <a:custGeom>
              <a:rect b="b" l="l" r="r" t="t"/>
              <a:pathLst>
                <a:path extrusionOk="0" h="408" w="609">
                  <a:moveTo>
                    <a:pt x="275" y="0"/>
                  </a:moveTo>
                  <a:cubicBezTo>
                    <a:pt x="145" y="0"/>
                    <a:pt x="31" y="83"/>
                    <a:pt x="31" y="188"/>
                  </a:cubicBezTo>
                  <a:cubicBezTo>
                    <a:pt x="0" y="280"/>
                    <a:pt x="122" y="401"/>
                    <a:pt x="274" y="401"/>
                  </a:cubicBezTo>
                  <a:cubicBezTo>
                    <a:pt x="294" y="405"/>
                    <a:pt x="315" y="407"/>
                    <a:pt x="335" y="407"/>
                  </a:cubicBezTo>
                  <a:cubicBezTo>
                    <a:pt x="464" y="407"/>
                    <a:pt x="582" y="328"/>
                    <a:pt x="608" y="249"/>
                  </a:cubicBezTo>
                  <a:cubicBezTo>
                    <a:pt x="608" y="128"/>
                    <a:pt x="487" y="37"/>
                    <a:pt x="335" y="6"/>
                  </a:cubicBezTo>
                  <a:cubicBezTo>
                    <a:pt x="315" y="2"/>
                    <a:pt x="295" y="0"/>
                    <a:pt x="27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68"/>
            <p:cNvSpPr/>
            <p:nvPr/>
          </p:nvSpPr>
          <p:spPr>
            <a:xfrm>
              <a:off x="3591275" y="3270100"/>
              <a:ext cx="15200" cy="9350"/>
            </a:xfrm>
            <a:custGeom>
              <a:rect b="b" l="l" r="r" t="t"/>
              <a:pathLst>
                <a:path extrusionOk="0" h="374" w="608">
                  <a:moveTo>
                    <a:pt x="334" y="1"/>
                  </a:moveTo>
                  <a:cubicBezTo>
                    <a:pt x="182" y="1"/>
                    <a:pt x="30" y="61"/>
                    <a:pt x="0" y="153"/>
                  </a:cubicBezTo>
                  <a:cubicBezTo>
                    <a:pt x="0" y="274"/>
                    <a:pt x="91" y="365"/>
                    <a:pt x="243" y="365"/>
                  </a:cubicBezTo>
                  <a:cubicBezTo>
                    <a:pt x="275" y="371"/>
                    <a:pt x="304" y="373"/>
                    <a:pt x="332" y="373"/>
                  </a:cubicBezTo>
                  <a:cubicBezTo>
                    <a:pt x="465" y="373"/>
                    <a:pt x="552" y="314"/>
                    <a:pt x="578" y="213"/>
                  </a:cubicBezTo>
                  <a:cubicBezTo>
                    <a:pt x="608" y="122"/>
                    <a:pt x="486" y="31"/>
                    <a:pt x="33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68"/>
            <p:cNvSpPr/>
            <p:nvPr/>
          </p:nvSpPr>
          <p:spPr>
            <a:xfrm>
              <a:off x="3653575" y="3277500"/>
              <a:ext cx="15225" cy="8025"/>
            </a:xfrm>
            <a:custGeom>
              <a:rect b="b" l="l" r="r" t="t"/>
              <a:pathLst>
                <a:path extrusionOk="0" h="321" w="609">
                  <a:moveTo>
                    <a:pt x="257" y="1"/>
                  </a:moveTo>
                  <a:cubicBezTo>
                    <a:pt x="143" y="1"/>
                    <a:pt x="56" y="55"/>
                    <a:pt x="31" y="130"/>
                  </a:cubicBezTo>
                  <a:cubicBezTo>
                    <a:pt x="1" y="221"/>
                    <a:pt x="92" y="313"/>
                    <a:pt x="274" y="313"/>
                  </a:cubicBezTo>
                  <a:cubicBezTo>
                    <a:pt x="301" y="318"/>
                    <a:pt x="328" y="320"/>
                    <a:pt x="354" y="320"/>
                  </a:cubicBezTo>
                  <a:cubicBezTo>
                    <a:pt x="475" y="320"/>
                    <a:pt x="578" y="266"/>
                    <a:pt x="578" y="191"/>
                  </a:cubicBezTo>
                  <a:cubicBezTo>
                    <a:pt x="608" y="100"/>
                    <a:pt x="517" y="9"/>
                    <a:pt x="335" y="9"/>
                  </a:cubicBezTo>
                  <a:cubicBezTo>
                    <a:pt x="308" y="3"/>
                    <a:pt x="282" y="1"/>
                    <a:pt x="257"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68"/>
            <p:cNvSpPr/>
            <p:nvPr/>
          </p:nvSpPr>
          <p:spPr>
            <a:xfrm>
              <a:off x="3715875" y="3283775"/>
              <a:ext cx="16000" cy="7625"/>
            </a:xfrm>
            <a:custGeom>
              <a:rect b="b" l="l" r="r" t="t"/>
              <a:pathLst>
                <a:path extrusionOk="0" h="305" w="640">
                  <a:moveTo>
                    <a:pt x="366" y="1"/>
                  </a:moveTo>
                  <a:cubicBezTo>
                    <a:pt x="214" y="1"/>
                    <a:pt x="62" y="31"/>
                    <a:pt x="31" y="122"/>
                  </a:cubicBezTo>
                  <a:cubicBezTo>
                    <a:pt x="1" y="214"/>
                    <a:pt x="123" y="305"/>
                    <a:pt x="275" y="305"/>
                  </a:cubicBezTo>
                  <a:cubicBezTo>
                    <a:pt x="427" y="305"/>
                    <a:pt x="579" y="244"/>
                    <a:pt x="609" y="183"/>
                  </a:cubicBezTo>
                  <a:cubicBezTo>
                    <a:pt x="639" y="92"/>
                    <a:pt x="518" y="31"/>
                    <a:pt x="366"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68"/>
            <p:cNvSpPr/>
            <p:nvPr/>
          </p:nvSpPr>
          <p:spPr>
            <a:xfrm>
              <a:off x="3778200" y="3289650"/>
              <a:ext cx="15975" cy="7075"/>
            </a:xfrm>
            <a:custGeom>
              <a:rect b="b" l="l" r="r" t="t"/>
              <a:pathLst>
                <a:path extrusionOk="0" h="283" w="639">
                  <a:moveTo>
                    <a:pt x="299" y="1"/>
                  </a:moveTo>
                  <a:cubicBezTo>
                    <a:pt x="162" y="1"/>
                    <a:pt x="56" y="51"/>
                    <a:pt x="31" y="100"/>
                  </a:cubicBezTo>
                  <a:cubicBezTo>
                    <a:pt x="0" y="191"/>
                    <a:pt x="122" y="283"/>
                    <a:pt x="274" y="283"/>
                  </a:cubicBezTo>
                  <a:cubicBezTo>
                    <a:pt x="426" y="283"/>
                    <a:pt x="578" y="222"/>
                    <a:pt x="608" y="161"/>
                  </a:cubicBezTo>
                  <a:cubicBezTo>
                    <a:pt x="639" y="100"/>
                    <a:pt x="548" y="9"/>
                    <a:pt x="396" y="9"/>
                  </a:cubicBezTo>
                  <a:cubicBezTo>
                    <a:pt x="362" y="3"/>
                    <a:pt x="330" y="1"/>
                    <a:pt x="299"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68"/>
            <p:cNvSpPr/>
            <p:nvPr/>
          </p:nvSpPr>
          <p:spPr>
            <a:xfrm>
              <a:off x="3841275" y="3294425"/>
              <a:ext cx="15975" cy="6100"/>
            </a:xfrm>
            <a:custGeom>
              <a:rect b="b" l="l" r="r" t="t"/>
              <a:pathLst>
                <a:path extrusionOk="0" h="244" w="639">
                  <a:moveTo>
                    <a:pt x="365" y="0"/>
                  </a:moveTo>
                  <a:cubicBezTo>
                    <a:pt x="213" y="0"/>
                    <a:pt x="61" y="31"/>
                    <a:pt x="31" y="122"/>
                  </a:cubicBezTo>
                  <a:cubicBezTo>
                    <a:pt x="0" y="183"/>
                    <a:pt x="91" y="243"/>
                    <a:pt x="243" y="243"/>
                  </a:cubicBezTo>
                  <a:cubicBezTo>
                    <a:pt x="395" y="243"/>
                    <a:pt x="578" y="213"/>
                    <a:pt x="608" y="152"/>
                  </a:cubicBezTo>
                  <a:cubicBezTo>
                    <a:pt x="639" y="92"/>
                    <a:pt x="517" y="31"/>
                    <a:pt x="36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68"/>
            <p:cNvSpPr/>
            <p:nvPr/>
          </p:nvSpPr>
          <p:spPr>
            <a:xfrm>
              <a:off x="3903575" y="3298225"/>
              <a:ext cx="16000" cy="5550"/>
            </a:xfrm>
            <a:custGeom>
              <a:rect b="b" l="l" r="r" t="t"/>
              <a:pathLst>
                <a:path extrusionOk="0" h="222" w="640">
                  <a:moveTo>
                    <a:pt x="396" y="0"/>
                  </a:moveTo>
                  <a:cubicBezTo>
                    <a:pt x="213" y="0"/>
                    <a:pt x="92" y="31"/>
                    <a:pt x="31" y="91"/>
                  </a:cubicBezTo>
                  <a:cubicBezTo>
                    <a:pt x="1" y="152"/>
                    <a:pt x="92" y="213"/>
                    <a:pt x="244" y="213"/>
                  </a:cubicBezTo>
                  <a:cubicBezTo>
                    <a:pt x="266" y="219"/>
                    <a:pt x="290" y="221"/>
                    <a:pt x="313" y="221"/>
                  </a:cubicBezTo>
                  <a:cubicBezTo>
                    <a:pt x="419" y="221"/>
                    <a:pt x="534" y="172"/>
                    <a:pt x="609" y="122"/>
                  </a:cubicBezTo>
                  <a:cubicBezTo>
                    <a:pt x="639" y="61"/>
                    <a:pt x="548" y="0"/>
                    <a:pt x="396"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68"/>
            <p:cNvSpPr/>
            <p:nvPr/>
          </p:nvSpPr>
          <p:spPr>
            <a:xfrm>
              <a:off x="3965900" y="3299750"/>
              <a:ext cx="15975" cy="5525"/>
            </a:xfrm>
            <a:custGeom>
              <a:rect b="b" l="l" r="r" t="t"/>
              <a:pathLst>
                <a:path extrusionOk="0" h="221" w="639">
                  <a:moveTo>
                    <a:pt x="395" y="0"/>
                  </a:moveTo>
                  <a:cubicBezTo>
                    <a:pt x="274" y="0"/>
                    <a:pt x="122" y="30"/>
                    <a:pt x="31" y="122"/>
                  </a:cubicBezTo>
                  <a:cubicBezTo>
                    <a:pt x="0" y="182"/>
                    <a:pt x="91" y="213"/>
                    <a:pt x="243" y="213"/>
                  </a:cubicBezTo>
                  <a:cubicBezTo>
                    <a:pt x="266" y="218"/>
                    <a:pt x="288" y="221"/>
                    <a:pt x="310" y="221"/>
                  </a:cubicBezTo>
                  <a:cubicBezTo>
                    <a:pt x="410" y="221"/>
                    <a:pt x="509" y="171"/>
                    <a:pt x="608" y="122"/>
                  </a:cubicBezTo>
                  <a:cubicBezTo>
                    <a:pt x="638" y="61"/>
                    <a:pt x="547" y="0"/>
                    <a:pt x="39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68"/>
            <p:cNvSpPr/>
            <p:nvPr/>
          </p:nvSpPr>
          <p:spPr>
            <a:xfrm>
              <a:off x="4026675" y="3300225"/>
              <a:ext cx="13700" cy="4850"/>
            </a:xfrm>
            <a:custGeom>
              <a:rect b="b" l="l" r="r" t="t"/>
              <a:pathLst>
                <a:path extrusionOk="0" h="194" w="548">
                  <a:moveTo>
                    <a:pt x="249" y="0"/>
                  </a:moveTo>
                  <a:cubicBezTo>
                    <a:pt x="168" y="0"/>
                    <a:pt x="100" y="34"/>
                    <a:pt x="31" y="103"/>
                  </a:cubicBezTo>
                  <a:cubicBezTo>
                    <a:pt x="1" y="163"/>
                    <a:pt x="62" y="194"/>
                    <a:pt x="183" y="194"/>
                  </a:cubicBezTo>
                  <a:cubicBezTo>
                    <a:pt x="305" y="194"/>
                    <a:pt x="426" y="163"/>
                    <a:pt x="518" y="103"/>
                  </a:cubicBezTo>
                  <a:cubicBezTo>
                    <a:pt x="548" y="42"/>
                    <a:pt x="487" y="11"/>
                    <a:pt x="335" y="11"/>
                  </a:cubicBezTo>
                  <a:cubicBezTo>
                    <a:pt x="305" y="4"/>
                    <a:pt x="276" y="0"/>
                    <a:pt x="249"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68"/>
            <p:cNvSpPr/>
            <p:nvPr/>
          </p:nvSpPr>
          <p:spPr>
            <a:xfrm>
              <a:off x="4079875" y="3298975"/>
              <a:ext cx="14475" cy="5350"/>
            </a:xfrm>
            <a:custGeom>
              <a:rect b="b" l="l" r="r" t="t"/>
              <a:pathLst>
                <a:path extrusionOk="0" h="214" w="579">
                  <a:moveTo>
                    <a:pt x="365" y="1"/>
                  </a:moveTo>
                  <a:cubicBezTo>
                    <a:pt x="244" y="1"/>
                    <a:pt x="122" y="31"/>
                    <a:pt x="61" y="122"/>
                  </a:cubicBezTo>
                  <a:cubicBezTo>
                    <a:pt x="1" y="153"/>
                    <a:pt x="92" y="213"/>
                    <a:pt x="213" y="213"/>
                  </a:cubicBezTo>
                  <a:cubicBezTo>
                    <a:pt x="335" y="213"/>
                    <a:pt x="456" y="183"/>
                    <a:pt x="548" y="92"/>
                  </a:cubicBezTo>
                  <a:cubicBezTo>
                    <a:pt x="578" y="31"/>
                    <a:pt x="487" y="1"/>
                    <a:pt x="36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68"/>
            <p:cNvSpPr/>
            <p:nvPr/>
          </p:nvSpPr>
          <p:spPr>
            <a:xfrm>
              <a:off x="4133825" y="3297250"/>
              <a:ext cx="14475" cy="5550"/>
            </a:xfrm>
            <a:custGeom>
              <a:rect b="b" l="l" r="r" t="t"/>
              <a:pathLst>
                <a:path extrusionOk="0" h="222" w="579">
                  <a:moveTo>
                    <a:pt x="299" y="1"/>
                  </a:moveTo>
                  <a:cubicBezTo>
                    <a:pt x="200" y="1"/>
                    <a:pt x="105" y="50"/>
                    <a:pt x="31" y="100"/>
                  </a:cubicBezTo>
                  <a:cubicBezTo>
                    <a:pt x="1" y="161"/>
                    <a:pt x="92" y="222"/>
                    <a:pt x="244" y="222"/>
                  </a:cubicBezTo>
                  <a:cubicBezTo>
                    <a:pt x="335" y="222"/>
                    <a:pt x="457" y="161"/>
                    <a:pt x="548" y="100"/>
                  </a:cubicBezTo>
                  <a:cubicBezTo>
                    <a:pt x="578" y="39"/>
                    <a:pt x="487" y="9"/>
                    <a:pt x="365" y="9"/>
                  </a:cubicBezTo>
                  <a:cubicBezTo>
                    <a:pt x="343" y="3"/>
                    <a:pt x="321" y="1"/>
                    <a:pt x="299"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68"/>
            <p:cNvSpPr/>
            <p:nvPr/>
          </p:nvSpPr>
          <p:spPr>
            <a:xfrm>
              <a:off x="4188550" y="3294425"/>
              <a:ext cx="13700" cy="5350"/>
            </a:xfrm>
            <a:custGeom>
              <a:rect b="b" l="l" r="r" t="t"/>
              <a:pathLst>
                <a:path extrusionOk="0" h="214" w="548">
                  <a:moveTo>
                    <a:pt x="334" y="0"/>
                  </a:moveTo>
                  <a:cubicBezTo>
                    <a:pt x="213" y="0"/>
                    <a:pt x="91" y="31"/>
                    <a:pt x="31" y="122"/>
                  </a:cubicBezTo>
                  <a:cubicBezTo>
                    <a:pt x="0" y="183"/>
                    <a:pt x="91" y="213"/>
                    <a:pt x="213" y="213"/>
                  </a:cubicBezTo>
                  <a:cubicBezTo>
                    <a:pt x="334" y="213"/>
                    <a:pt x="426" y="183"/>
                    <a:pt x="517" y="92"/>
                  </a:cubicBezTo>
                  <a:cubicBezTo>
                    <a:pt x="547" y="31"/>
                    <a:pt x="456" y="0"/>
                    <a:pt x="33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68"/>
            <p:cNvSpPr/>
            <p:nvPr/>
          </p:nvSpPr>
          <p:spPr>
            <a:xfrm>
              <a:off x="4242500" y="3291950"/>
              <a:ext cx="14450" cy="5525"/>
            </a:xfrm>
            <a:custGeom>
              <a:rect b="b" l="l" r="r" t="t"/>
              <a:pathLst>
                <a:path extrusionOk="0" h="221" w="578">
                  <a:moveTo>
                    <a:pt x="273" y="0"/>
                  </a:moveTo>
                  <a:cubicBezTo>
                    <a:pt x="181" y="0"/>
                    <a:pt x="106" y="55"/>
                    <a:pt x="31" y="130"/>
                  </a:cubicBezTo>
                  <a:cubicBezTo>
                    <a:pt x="0" y="191"/>
                    <a:pt x="91" y="221"/>
                    <a:pt x="243" y="221"/>
                  </a:cubicBezTo>
                  <a:cubicBezTo>
                    <a:pt x="335" y="221"/>
                    <a:pt x="456" y="191"/>
                    <a:pt x="547" y="99"/>
                  </a:cubicBezTo>
                  <a:cubicBezTo>
                    <a:pt x="578" y="39"/>
                    <a:pt x="487" y="8"/>
                    <a:pt x="335" y="8"/>
                  </a:cubicBezTo>
                  <a:cubicBezTo>
                    <a:pt x="313" y="3"/>
                    <a:pt x="292" y="0"/>
                    <a:pt x="27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68"/>
            <p:cNvSpPr/>
            <p:nvPr/>
          </p:nvSpPr>
          <p:spPr>
            <a:xfrm>
              <a:off x="4297200" y="3288350"/>
              <a:ext cx="13700" cy="6100"/>
            </a:xfrm>
            <a:custGeom>
              <a:rect b="b" l="l" r="r" t="t"/>
              <a:pathLst>
                <a:path extrusionOk="0" h="244" w="548">
                  <a:moveTo>
                    <a:pt x="335" y="0"/>
                  </a:moveTo>
                  <a:cubicBezTo>
                    <a:pt x="213" y="0"/>
                    <a:pt x="92" y="61"/>
                    <a:pt x="31" y="152"/>
                  </a:cubicBezTo>
                  <a:cubicBezTo>
                    <a:pt x="1" y="213"/>
                    <a:pt x="92" y="243"/>
                    <a:pt x="244" y="243"/>
                  </a:cubicBezTo>
                  <a:cubicBezTo>
                    <a:pt x="365" y="243"/>
                    <a:pt x="487" y="183"/>
                    <a:pt x="517" y="122"/>
                  </a:cubicBezTo>
                  <a:cubicBezTo>
                    <a:pt x="548" y="31"/>
                    <a:pt x="457" y="0"/>
                    <a:pt x="33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68"/>
            <p:cNvSpPr/>
            <p:nvPr/>
          </p:nvSpPr>
          <p:spPr>
            <a:xfrm>
              <a:off x="4351925" y="3284550"/>
              <a:ext cx="13700" cy="6850"/>
            </a:xfrm>
            <a:custGeom>
              <a:rect b="b" l="l" r="r" t="t"/>
              <a:pathLst>
                <a:path extrusionOk="0" h="274" w="548">
                  <a:moveTo>
                    <a:pt x="335" y="0"/>
                  </a:moveTo>
                  <a:cubicBezTo>
                    <a:pt x="183" y="31"/>
                    <a:pt x="61" y="91"/>
                    <a:pt x="31" y="152"/>
                  </a:cubicBezTo>
                  <a:cubicBezTo>
                    <a:pt x="0" y="213"/>
                    <a:pt x="91" y="274"/>
                    <a:pt x="243" y="274"/>
                  </a:cubicBezTo>
                  <a:cubicBezTo>
                    <a:pt x="335" y="274"/>
                    <a:pt x="456" y="213"/>
                    <a:pt x="517" y="122"/>
                  </a:cubicBezTo>
                  <a:cubicBezTo>
                    <a:pt x="547" y="61"/>
                    <a:pt x="456" y="0"/>
                    <a:pt x="33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68"/>
            <p:cNvSpPr/>
            <p:nvPr/>
          </p:nvSpPr>
          <p:spPr>
            <a:xfrm>
              <a:off x="4406625" y="3281300"/>
              <a:ext cx="13575" cy="7075"/>
            </a:xfrm>
            <a:custGeom>
              <a:rect b="b" l="l" r="r" t="t"/>
              <a:pathLst>
                <a:path extrusionOk="0" h="283" w="543">
                  <a:moveTo>
                    <a:pt x="379" y="1"/>
                  </a:moveTo>
                  <a:cubicBezTo>
                    <a:pt x="357" y="1"/>
                    <a:pt x="332" y="3"/>
                    <a:pt x="305" y="9"/>
                  </a:cubicBezTo>
                  <a:cubicBezTo>
                    <a:pt x="183" y="9"/>
                    <a:pt x="61" y="69"/>
                    <a:pt x="31" y="161"/>
                  </a:cubicBezTo>
                  <a:cubicBezTo>
                    <a:pt x="1" y="221"/>
                    <a:pt x="92" y="282"/>
                    <a:pt x="244" y="282"/>
                  </a:cubicBezTo>
                  <a:cubicBezTo>
                    <a:pt x="365" y="252"/>
                    <a:pt x="487" y="191"/>
                    <a:pt x="517" y="130"/>
                  </a:cubicBezTo>
                  <a:cubicBezTo>
                    <a:pt x="542" y="55"/>
                    <a:pt x="485" y="1"/>
                    <a:pt x="379"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68"/>
            <p:cNvSpPr/>
            <p:nvPr/>
          </p:nvSpPr>
          <p:spPr>
            <a:xfrm>
              <a:off x="4461350" y="3277700"/>
              <a:ext cx="13700" cy="6875"/>
            </a:xfrm>
            <a:custGeom>
              <a:rect b="b" l="l" r="r" t="t"/>
              <a:pathLst>
                <a:path extrusionOk="0" h="275" w="548">
                  <a:moveTo>
                    <a:pt x="304" y="1"/>
                  </a:moveTo>
                  <a:cubicBezTo>
                    <a:pt x="183" y="1"/>
                    <a:pt x="31" y="92"/>
                    <a:pt x="31" y="153"/>
                  </a:cubicBezTo>
                  <a:cubicBezTo>
                    <a:pt x="0" y="244"/>
                    <a:pt x="91" y="274"/>
                    <a:pt x="243" y="274"/>
                  </a:cubicBezTo>
                  <a:cubicBezTo>
                    <a:pt x="335" y="274"/>
                    <a:pt x="456" y="213"/>
                    <a:pt x="517" y="122"/>
                  </a:cubicBezTo>
                  <a:cubicBezTo>
                    <a:pt x="547" y="61"/>
                    <a:pt x="456" y="1"/>
                    <a:pt x="30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68"/>
            <p:cNvSpPr/>
            <p:nvPr/>
          </p:nvSpPr>
          <p:spPr>
            <a:xfrm>
              <a:off x="4516050" y="3274475"/>
              <a:ext cx="12950" cy="7050"/>
            </a:xfrm>
            <a:custGeom>
              <a:rect b="b" l="l" r="r" t="t"/>
              <a:pathLst>
                <a:path extrusionOk="0" h="282" w="518">
                  <a:moveTo>
                    <a:pt x="366" y="0"/>
                  </a:moveTo>
                  <a:cubicBezTo>
                    <a:pt x="347" y="0"/>
                    <a:pt x="326" y="3"/>
                    <a:pt x="305" y="8"/>
                  </a:cubicBezTo>
                  <a:cubicBezTo>
                    <a:pt x="153" y="8"/>
                    <a:pt x="31" y="69"/>
                    <a:pt x="1" y="160"/>
                  </a:cubicBezTo>
                  <a:cubicBezTo>
                    <a:pt x="1" y="251"/>
                    <a:pt x="92" y="282"/>
                    <a:pt x="244" y="282"/>
                  </a:cubicBezTo>
                  <a:cubicBezTo>
                    <a:pt x="365" y="282"/>
                    <a:pt x="487" y="221"/>
                    <a:pt x="517" y="130"/>
                  </a:cubicBezTo>
                  <a:cubicBezTo>
                    <a:pt x="517" y="55"/>
                    <a:pt x="456" y="0"/>
                    <a:pt x="366"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68"/>
            <p:cNvSpPr/>
            <p:nvPr/>
          </p:nvSpPr>
          <p:spPr>
            <a:xfrm>
              <a:off x="4570000" y="3271625"/>
              <a:ext cx="13700" cy="7625"/>
            </a:xfrm>
            <a:custGeom>
              <a:rect b="b" l="l" r="r" t="t"/>
              <a:pathLst>
                <a:path extrusionOk="0" h="305" w="548">
                  <a:moveTo>
                    <a:pt x="305" y="0"/>
                  </a:moveTo>
                  <a:cubicBezTo>
                    <a:pt x="183" y="0"/>
                    <a:pt x="62" y="61"/>
                    <a:pt x="31" y="152"/>
                  </a:cubicBezTo>
                  <a:cubicBezTo>
                    <a:pt x="1" y="244"/>
                    <a:pt x="122" y="304"/>
                    <a:pt x="244" y="304"/>
                  </a:cubicBezTo>
                  <a:cubicBezTo>
                    <a:pt x="396" y="304"/>
                    <a:pt x="517" y="213"/>
                    <a:pt x="517" y="122"/>
                  </a:cubicBezTo>
                  <a:cubicBezTo>
                    <a:pt x="548" y="61"/>
                    <a:pt x="457" y="0"/>
                    <a:pt x="30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68"/>
            <p:cNvSpPr/>
            <p:nvPr/>
          </p:nvSpPr>
          <p:spPr>
            <a:xfrm>
              <a:off x="4624725" y="3269150"/>
              <a:ext cx="12925" cy="7825"/>
            </a:xfrm>
            <a:custGeom>
              <a:rect b="b" l="l" r="r" t="t"/>
              <a:pathLst>
                <a:path extrusionOk="0" h="313" w="517">
                  <a:moveTo>
                    <a:pt x="349" y="0"/>
                  </a:moveTo>
                  <a:cubicBezTo>
                    <a:pt x="326" y="0"/>
                    <a:pt x="301" y="3"/>
                    <a:pt x="274" y="8"/>
                  </a:cubicBezTo>
                  <a:cubicBezTo>
                    <a:pt x="152" y="8"/>
                    <a:pt x="31" y="69"/>
                    <a:pt x="0" y="160"/>
                  </a:cubicBezTo>
                  <a:cubicBezTo>
                    <a:pt x="0" y="251"/>
                    <a:pt x="91" y="312"/>
                    <a:pt x="243" y="312"/>
                  </a:cubicBezTo>
                  <a:cubicBezTo>
                    <a:pt x="365" y="312"/>
                    <a:pt x="487" y="221"/>
                    <a:pt x="517" y="130"/>
                  </a:cubicBezTo>
                  <a:cubicBezTo>
                    <a:pt x="517" y="55"/>
                    <a:pt x="455" y="0"/>
                    <a:pt x="349"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68"/>
            <p:cNvSpPr/>
            <p:nvPr/>
          </p:nvSpPr>
          <p:spPr>
            <a:xfrm>
              <a:off x="4678675" y="3267075"/>
              <a:ext cx="12950" cy="7625"/>
            </a:xfrm>
            <a:custGeom>
              <a:rect b="b" l="l" r="r" t="t"/>
              <a:pathLst>
                <a:path extrusionOk="0" h="305" w="518">
                  <a:moveTo>
                    <a:pt x="274" y="0"/>
                  </a:moveTo>
                  <a:cubicBezTo>
                    <a:pt x="122" y="0"/>
                    <a:pt x="0" y="91"/>
                    <a:pt x="0" y="152"/>
                  </a:cubicBezTo>
                  <a:cubicBezTo>
                    <a:pt x="0" y="243"/>
                    <a:pt x="92" y="304"/>
                    <a:pt x="244" y="304"/>
                  </a:cubicBezTo>
                  <a:cubicBezTo>
                    <a:pt x="365" y="304"/>
                    <a:pt x="487" y="243"/>
                    <a:pt x="487" y="152"/>
                  </a:cubicBezTo>
                  <a:cubicBezTo>
                    <a:pt x="517" y="61"/>
                    <a:pt x="395" y="0"/>
                    <a:pt x="27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68"/>
            <p:cNvSpPr/>
            <p:nvPr/>
          </p:nvSpPr>
          <p:spPr>
            <a:xfrm>
              <a:off x="4732625" y="3266300"/>
              <a:ext cx="12175" cy="7625"/>
            </a:xfrm>
            <a:custGeom>
              <a:rect b="b" l="l" r="r" t="t"/>
              <a:pathLst>
                <a:path extrusionOk="0" h="305" w="487">
                  <a:moveTo>
                    <a:pt x="274" y="1"/>
                  </a:moveTo>
                  <a:cubicBezTo>
                    <a:pt x="122" y="1"/>
                    <a:pt x="0" y="61"/>
                    <a:pt x="0" y="153"/>
                  </a:cubicBezTo>
                  <a:cubicBezTo>
                    <a:pt x="0" y="244"/>
                    <a:pt x="92" y="305"/>
                    <a:pt x="244" y="305"/>
                  </a:cubicBezTo>
                  <a:cubicBezTo>
                    <a:pt x="365" y="305"/>
                    <a:pt x="487" y="213"/>
                    <a:pt x="487" y="153"/>
                  </a:cubicBezTo>
                  <a:cubicBezTo>
                    <a:pt x="487" y="61"/>
                    <a:pt x="396" y="1"/>
                    <a:pt x="27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68"/>
            <p:cNvSpPr/>
            <p:nvPr/>
          </p:nvSpPr>
          <p:spPr>
            <a:xfrm>
              <a:off x="4789625" y="3267825"/>
              <a:ext cx="14450" cy="8375"/>
            </a:xfrm>
            <a:custGeom>
              <a:rect b="b" l="l" r="r" t="t"/>
              <a:pathLst>
                <a:path extrusionOk="0" h="335" w="578">
                  <a:moveTo>
                    <a:pt x="304" y="0"/>
                  </a:moveTo>
                  <a:cubicBezTo>
                    <a:pt x="152" y="0"/>
                    <a:pt x="31" y="61"/>
                    <a:pt x="31" y="152"/>
                  </a:cubicBezTo>
                  <a:cubicBezTo>
                    <a:pt x="0" y="244"/>
                    <a:pt x="122" y="335"/>
                    <a:pt x="274" y="335"/>
                  </a:cubicBezTo>
                  <a:cubicBezTo>
                    <a:pt x="426" y="335"/>
                    <a:pt x="547" y="244"/>
                    <a:pt x="578" y="152"/>
                  </a:cubicBezTo>
                  <a:cubicBezTo>
                    <a:pt x="578" y="61"/>
                    <a:pt x="456" y="0"/>
                    <a:pt x="30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68"/>
            <p:cNvSpPr/>
            <p:nvPr/>
          </p:nvSpPr>
          <p:spPr>
            <a:xfrm>
              <a:off x="4850400" y="3266150"/>
              <a:ext cx="14475" cy="9300"/>
            </a:xfrm>
            <a:custGeom>
              <a:rect b="b" l="l" r="r" t="t"/>
              <a:pathLst>
                <a:path extrusionOk="0" h="372" w="579">
                  <a:moveTo>
                    <a:pt x="364" y="1"/>
                  </a:moveTo>
                  <a:cubicBezTo>
                    <a:pt x="345" y="1"/>
                    <a:pt x="325" y="3"/>
                    <a:pt x="305" y="7"/>
                  </a:cubicBezTo>
                  <a:cubicBezTo>
                    <a:pt x="153" y="7"/>
                    <a:pt x="1" y="98"/>
                    <a:pt x="1" y="189"/>
                  </a:cubicBezTo>
                  <a:cubicBezTo>
                    <a:pt x="1" y="280"/>
                    <a:pt x="122" y="371"/>
                    <a:pt x="274" y="371"/>
                  </a:cubicBezTo>
                  <a:cubicBezTo>
                    <a:pt x="426" y="371"/>
                    <a:pt x="548" y="280"/>
                    <a:pt x="578" y="159"/>
                  </a:cubicBezTo>
                  <a:cubicBezTo>
                    <a:pt x="578" y="80"/>
                    <a:pt x="487" y="1"/>
                    <a:pt x="36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68"/>
            <p:cNvSpPr/>
            <p:nvPr/>
          </p:nvSpPr>
          <p:spPr>
            <a:xfrm>
              <a:off x="4911200" y="3260075"/>
              <a:ext cx="13700" cy="10825"/>
            </a:xfrm>
            <a:custGeom>
              <a:rect b="b" l="l" r="r" t="t"/>
              <a:pathLst>
                <a:path extrusionOk="0" h="433" w="548">
                  <a:moveTo>
                    <a:pt x="332" y="1"/>
                  </a:moveTo>
                  <a:cubicBezTo>
                    <a:pt x="313" y="1"/>
                    <a:pt x="294" y="3"/>
                    <a:pt x="274" y="7"/>
                  </a:cubicBezTo>
                  <a:cubicBezTo>
                    <a:pt x="152" y="7"/>
                    <a:pt x="31" y="98"/>
                    <a:pt x="0" y="250"/>
                  </a:cubicBezTo>
                  <a:cubicBezTo>
                    <a:pt x="0" y="371"/>
                    <a:pt x="122" y="432"/>
                    <a:pt x="244" y="432"/>
                  </a:cubicBezTo>
                  <a:cubicBezTo>
                    <a:pt x="396" y="402"/>
                    <a:pt x="517" y="310"/>
                    <a:pt x="548" y="189"/>
                  </a:cubicBezTo>
                  <a:cubicBezTo>
                    <a:pt x="548" y="83"/>
                    <a:pt x="456" y="1"/>
                    <a:pt x="332"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68"/>
            <p:cNvSpPr/>
            <p:nvPr/>
          </p:nvSpPr>
          <p:spPr>
            <a:xfrm>
              <a:off x="4971225" y="3249950"/>
              <a:ext cx="13700" cy="12975"/>
            </a:xfrm>
            <a:custGeom>
              <a:rect b="b" l="l" r="r" t="t"/>
              <a:pathLst>
                <a:path extrusionOk="0" h="519" w="548">
                  <a:moveTo>
                    <a:pt x="354" y="0"/>
                  </a:moveTo>
                  <a:cubicBezTo>
                    <a:pt x="329" y="0"/>
                    <a:pt x="302" y="5"/>
                    <a:pt x="274" y="16"/>
                  </a:cubicBezTo>
                  <a:cubicBezTo>
                    <a:pt x="122" y="16"/>
                    <a:pt x="31" y="138"/>
                    <a:pt x="1" y="320"/>
                  </a:cubicBezTo>
                  <a:cubicBezTo>
                    <a:pt x="1" y="420"/>
                    <a:pt x="82" y="519"/>
                    <a:pt x="194" y="519"/>
                  </a:cubicBezTo>
                  <a:cubicBezTo>
                    <a:pt x="219" y="519"/>
                    <a:pt x="246" y="514"/>
                    <a:pt x="274" y="503"/>
                  </a:cubicBezTo>
                  <a:cubicBezTo>
                    <a:pt x="426" y="503"/>
                    <a:pt x="548" y="351"/>
                    <a:pt x="548" y="199"/>
                  </a:cubicBezTo>
                  <a:cubicBezTo>
                    <a:pt x="548" y="99"/>
                    <a:pt x="467" y="0"/>
                    <a:pt x="35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68"/>
            <p:cNvSpPr/>
            <p:nvPr/>
          </p:nvSpPr>
          <p:spPr>
            <a:xfrm>
              <a:off x="5030500" y="3236525"/>
              <a:ext cx="14475" cy="16125"/>
            </a:xfrm>
            <a:custGeom>
              <a:rect b="b" l="l" r="r" t="t"/>
              <a:pathLst>
                <a:path extrusionOk="0" h="645" w="579">
                  <a:moveTo>
                    <a:pt x="361" y="1"/>
                  </a:moveTo>
                  <a:cubicBezTo>
                    <a:pt x="343" y="1"/>
                    <a:pt x="324" y="2"/>
                    <a:pt x="305" y="6"/>
                  </a:cubicBezTo>
                  <a:cubicBezTo>
                    <a:pt x="153" y="67"/>
                    <a:pt x="31" y="219"/>
                    <a:pt x="31" y="371"/>
                  </a:cubicBezTo>
                  <a:cubicBezTo>
                    <a:pt x="1" y="523"/>
                    <a:pt x="153" y="645"/>
                    <a:pt x="305" y="645"/>
                  </a:cubicBezTo>
                  <a:cubicBezTo>
                    <a:pt x="456" y="584"/>
                    <a:pt x="578" y="432"/>
                    <a:pt x="578" y="249"/>
                  </a:cubicBezTo>
                  <a:cubicBezTo>
                    <a:pt x="578" y="90"/>
                    <a:pt x="485" y="1"/>
                    <a:pt x="361"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68"/>
            <p:cNvSpPr/>
            <p:nvPr/>
          </p:nvSpPr>
          <p:spPr>
            <a:xfrm>
              <a:off x="5090600" y="3222125"/>
              <a:ext cx="14400" cy="18475"/>
            </a:xfrm>
            <a:custGeom>
              <a:rect b="b" l="l" r="r" t="t"/>
              <a:pathLst>
                <a:path extrusionOk="0" h="739" w="576">
                  <a:moveTo>
                    <a:pt x="340" y="1"/>
                  </a:moveTo>
                  <a:cubicBezTo>
                    <a:pt x="328" y="1"/>
                    <a:pt x="315" y="2"/>
                    <a:pt x="302" y="5"/>
                  </a:cubicBezTo>
                  <a:cubicBezTo>
                    <a:pt x="119" y="96"/>
                    <a:pt x="28" y="248"/>
                    <a:pt x="28" y="430"/>
                  </a:cubicBezTo>
                  <a:cubicBezTo>
                    <a:pt x="1" y="621"/>
                    <a:pt x="121" y="739"/>
                    <a:pt x="255" y="739"/>
                  </a:cubicBezTo>
                  <a:cubicBezTo>
                    <a:pt x="271" y="739"/>
                    <a:pt x="286" y="737"/>
                    <a:pt x="302" y="734"/>
                  </a:cubicBezTo>
                  <a:cubicBezTo>
                    <a:pt x="454" y="673"/>
                    <a:pt x="575" y="491"/>
                    <a:pt x="575" y="309"/>
                  </a:cubicBezTo>
                  <a:cubicBezTo>
                    <a:pt x="575" y="142"/>
                    <a:pt x="474" y="1"/>
                    <a:pt x="340"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68"/>
            <p:cNvSpPr/>
            <p:nvPr/>
          </p:nvSpPr>
          <p:spPr>
            <a:xfrm>
              <a:off x="5150575" y="3206175"/>
              <a:ext cx="14450" cy="21500"/>
            </a:xfrm>
            <a:custGeom>
              <a:rect b="b" l="l" r="r" t="t"/>
              <a:pathLst>
                <a:path extrusionOk="0" h="860" w="578">
                  <a:moveTo>
                    <a:pt x="342" y="1"/>
                  </a:moveTo>
                  <a:cubicBezTo>
                    <a:pt x="329" y="1"/>
                    <a:pt x="317" y="2"/>
                    <a:pt x="304" y="4"/>
                  </a:cubicBezTo>
                  <a:cubicBezTo>
                    <a:pt x="122" y="126"/>
                    <a:pt x="0" y="308"/>
                    <a:pt x="0" y="521"/>
                  </a:cubicBezTo>
                  <a:cubicBezTo>
                    <a:pt x="0" y="716"/>
                    <a:pt x="102" y="859"/>
                    <a:pt x="235" y="859"/>
                  </a:cubicBezTo>
                  <a:cubicBezTo>
                    <a:pt x="248" y="859"/>
                    <a:pt x="261" y="858"/>
                    <a:pt x="274" y="856"/>
                  </a:cubicBezTo>
                  <a:cubicBezTo>
                    <a:pt x="456" y="764"/>
                    <a:pt x="578" y="582"/>
                    <a:pt x="547" y="369"/>
                  </a:cubicBezTo>
                  <a:cubicBezTo>
                    <a:pt x="547" y="147"/>
                    <a:pt x="471" y="1"/>
                    <a:pt x="342"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68"/>
            <p:cNvSpPr/>
            <p:nvPr/>
          </p:nvSpPr>
          <p:spPr>
            <a:xfrm>
              <a:off x="5210600" y="3190225"/>
              <a:ext cx="13700" cy="24525"/>
            </a:xfrm>
            <a:custGeom>
              <a:rect b="b" l="l" r="r" t="t"/>
              <a:pathLst>
                <a:path extrusionOk="0" h="981" w="548">
                  <a:moveTo>
                    <a:pt x="307" y="1"/>
                  </a:moveTo>
                  <a:cubicBezTo>
                    <a:pt x="296" y="1"/>
                    <a:pt x="285" y="2"/>
                    <a:pt x="274" y="4"/>
                  </a:cubicBezTo>
                  <a:cubicBezTo>
                    <a:pt x="122" y="65"/>
                    <a:pt x="0" y="308"/>
                    <a:pt x="0" y="551"/>
                  </a:cubicBezTo>
                  <a:cubicBezTo>
                    <a:pt x="0" y="805"/>
                    <a:pt x="105" y="980"/>
                    <a:pt x="241" y="980"/>
                  </a:cubicBezTo>
                  <a:cubicBezTo>
                    <a:pt x="252" y="980"/>
                    <a:pt x="263" y="979"/>
                    <a:pt x="274" y="977"/>
                  </a:cubicBezTo>
                  <a:cubicBezTo>
                    <a:pt x="426" y="946"/>
                    <a:pt x="547" y="703"/>
                    <a:pt x="547" y="430"/>
                  </a:cubicBezTo>
                  <a:cubicBezTo>
                    <a:pt x="547" y="176"/>
                    <a:pt x="443" y="1"/>
                    <a:pt x="307"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68"/>
            <p:cNvSpPr/>
            <p:nvPr/>
          </p:nvSpPr>
          <p:spPr>
            <a:xfrm>
              <a:off x="5270625" y="3175050"/>
              <a:ext cx="13700" cy="26750"/>
            </a:xfrm>
            <a:custGeom>
              <a:rect b="b" l="l" r="r" t="t"/>
              <a:pathLst>
                <a:path extrusionOk="0" h="1070" w="548">
                  <a:moveTo>
                    <a:pt x="303" y="0"/>
                  </a:moveTo>
                  <a:cubicBezTo>
                    <a:pt x="293" y="0"/>
                    <a:pt x="284" y="1"/>
                    <a:pt x="274" y="3"/>
                  </a:cubicBezTo>
                  <a:cubicBezTo>
                    <a:pt x="122" y="34"/>
                    <a:pt x="1" y="307"/>
                    <a:pt x="1" y="611"/>
                  </a:cubicBezTo>
                  <a:cubicBezTo>
                    <a:pt x="1" y="867"/>
                    <a:pt x="107" y="1070"/>
                    <a:pt x="245" y="1070"/>
                  </a:cubicBezTo>
                  <a:cubicBezTo>
                    <a:pt x="255" y="1070"/>
                    <a:pt x="264" y="1069"/>
                    <a:pt x="274" y="1067"/>
                  </a:cubicBezTo>
                  <a:cubicBezTo>
                    <a:pt x="426" y="1037"/>
                    <a:pt x="548" y="794"/>
                    <a:pt x="548" y="490"/>
                  </a:cubicBezTo>
                  <a:cubicBezTo>
                    <a:pt x="548" y="205"/>
                    <a:pt x="441" y="0"/>
                    <a:pt x="30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68"/>
            <p:cNvSpPr/>
            <p:nvPr/>
          </p:nvSpPr>
          <p:spPr>
            <a:xfrm>
              <a:off x="5330650" y="3161375"/>
              <a:ext cx="13700" cy="29025"/>
            </a:xfrm>
            <a:custGeom>
              <a:rect b="b" l="l" r="r" t="t"/>
              <a:pathLst>
                <a:path extrusionOk="0" h="1161" w="548">
                  <a:moveTo>
                    <a:pt x="300" y="1"/>
                  </a:moveTo>
                  <a:cubicBezTo>
                    <a:pt x="292" y="1"/>
                    <a:pt x="283" y="1"/>
                    <a:pt x="274" y="3"/>
                  </a:cubicBezTo>
                  <a:cubicBezTo>
                    <a:pt x="122" y="33"/>
                    <a:pt x="1" y="337"/>
                    <a:pt x="1" y="641"/>
                  </a:cubicBezTo>
                  <a:cubicBezTo>
                    <a:pt x="1" y="955"/>
                    <a:pt x="107" y="1161"/>
                    <a:pt x="246" y="1161"/>
                  </a:cubicBezTo>
                  <a:cubicBezTo>
                    <a:pt x="255" y="1161"/>
                    <a:pt x="265" y="1160"/>
                    <a:pt x="274" y="1158"/>
                  </a:cubicBezTo>
                  <a:cubicBezTo>
                    <a:pt x="426" y="1158"/>
                    <a:pt x="548" y="885"/>
                    <a:pt x="548" y="550"/>
                  </a:cubicBezTo>
                  <a:cubicBezTo>
                    <a:pt x="548" y="235"/>
                    <a:pt x="440" y="1"/>
                    <a:pt x="300"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68"/>
            <p:cNvSpPr/>
            <p:nvPr/>
          </p:nvSpPr>
          <p:spPr>
            <a:xfrm>
              <a:off x="5389925" y="3149975"/>
              <a:ext cx="14475" cy="31300"/>
            </a:xfrm>
            <a:custGeom>
              <a:rect b="b" l="l" r="r" t="t"/>
              <a:pathLst>
                <a:path extrusionOk="0" h="1252" w="579">
                  <a:moveTo>
                    <a:pt x="328" y="1"/>
                  </a:moveTo>
                  <a:cubicBezTo>
                    <a:pt x="320" y="1"/>
                    <a:pt x="312" y="2"/>
                    <a:pt x="305" y="3"/>
                  </a:cubicBezTo>
                  <a:cubicBezTo>
                    <a:pt x="153" y="34"/>
                    <a:pt x="1" y="338"/>
                    <a:pt x="1" y="672"/>
                  </a:cubicBezTo>
                  <a:cubicBezTo>
                    <a:pt x="29" y="1016"/>
                    <a:pt x="139" y="1252"/>
                    <a:pt x="279" y="1252"/>
                  </a:cubicBezTo>
                  <a:cubicBezTo>
                    <a:pt x="288" y="1252"/>
                    <a:pt x="296" y="1251"/>
                    <a:pt x="305" y="1249"/>
                  </a:cubicBezTo>
                  <a:cubicBezTo>
                    <a:pt x="457" y="1249"/>
                    <a:pt x="578" y="945"/>
                    <a:pt x="578" y="611"/>
                  </a:cubicBezTo>
                  <a:cubicBezTo>
                    <a:pt x="578" y="265"/>
                    <a:pt x="469" y="1"/>
                    <a:pt x="328"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68"/>
            <p:cNvSpPr/>
            <p:nvPr/>
          </p:nvSpPr>
          <p:spPr>
            <a:xfrm>
              <a:off x="5450725" y="3141675"/>
              <a:ext cx="13700" cy="33475"/>
            </a:xfrm>
            <a:custGeom>
              <a:rect b="b" l="l" r="r" t="t"/>
              <a:pathLst>
                <a:path extrusionOk="0" h="1339" w="548">
                  <a:moveTo>
                    <a:pt x="274" y="1"/>
                  </a:moveTo>
                  <a:cubicBezTo>
                    <a:pt x="122" y="31"/>
                    <a:pt x="0" y="335"/>
                    <a:pt x="0" y="700"/>
                  </a:cubicBezTo>
                  <a:cubicBezTo>
                    <a:pt x="0" y="1065"/>
                    <a:pt x="122" y="1338"/>
                    <a:pt x="274" y="1338"/>
                  </a:cubicBezTo>
                  <a:cubicBezTo>
                    <a:pt x="426" y="1338"/>
                    <a:pt x="547" y="1034"/>
                    <a:pt x="547" y="670"/>
                  </a:cubicBezTo>
                  <a:cubicBezTo>
                    <a:pt x="547" y="305"/>
                    <a:pt x="426" y="1"/>
                    <a:pt x="27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68"/>
            <p:cNvSpPr/>
            <p:nvPr/>
          </p:nvSpPr>
          <p:spPr>
            <a:xfrm>
              <a:off x="5510750" y="3137875"/>
              <a:ext cx="14475" cy="35000"/>
            </a:xfrm>
            <a:custGeom>
              <a:rect b="b" l="l" r="r" t="t"/>
              <a:pathLst>
                <a:path extrusionOk="0" h="1400" w="579">
                  <a:moveTo>
                    <a:pt x="305" y="1"/>
                  </a:moveTo>
                  <a:cubicBezTo>
                    <a:pt x="153" y="1"/>
                    <a:pt x="1" y="335"/>
                    <a:pt x="1" y="730"/>
                  </a:cubicBezTo>
                  <a:cubicBezTo>
                    <a:pt x="1" y="1095"/>
                    <a:pt x="153" y="1399"/>
                    <a:pt x="305" y="1399"/>
                  </a:cubicBezTo>
                  <a:cubicBezTo>
                    <a:pt x="457" y="1399"/>
                    <a:pt x="578" y="1095"/>
                    <a:pt x="578" y="700"/>
                  </a:cubicBezTo>
                  <a:cubicBezTo>
                    <a:pt x="578" y="335"/>
                    <a:pt x="457" y="1"/>
                    <a:pt x="30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68"/>
            <p:cNvSpPr/>
            <p:nvPr/>
          </p:nvSpPr>
          <p:spPr>
            <a:xfrm>
              <a:off x="5571550" y="3139350"/>
              <a:ext cx="14450" cy="35025"/>
            </a:xfrm>
            <a:custGeom>
              <a:rect b="b" l="l" r="r" t="t"/>
              <a:pathLst>
                <a:path extrusionOk="0" h="1401" w="578">
                  <a:moveTo>
                    <a:pt x="285" y="1"/>
                  </a:moveTo>
                  <a:cubicBezTo>
                    <a:pt x="140" y="1"/>
                    <a:pt x="0" y="323"/>
                    <a:pt x="0" y="702"/>
                  </a:cubicBezTo>
                  <a:cubicBezTo>
                    <a:pt x="0" y="1066"/>
                    <a:pt x="152" y="1401"/>
                    <a:pt x="304" y="1401"/>
                  </a:cubicBezTo>
                  <a:cubicBezTo>
                    <a:pt x="456" y="1401"/>
                    <a:pt x="578" y="1127"/>
                    <a:pt x="578" y="732"/>
                  </a:cubicBezTo>
                  <a:cubicBezTo>
                    <a:pt x="578" y="337"/>
                    <a:pt x="426" y="3"/>
                    <a:pt x="304" y="3"/>
                  </a:cubicBezTo>
                  <a:cubicBezTo>
                    <a:pt x="298" y="1"/>
                    <a:pt x="291" y="1"/>
                    <a:pt x="28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68"/>
            <p:cNvSpPr/>
            <p:nvPr/>
          </p:nvSpPr>
          <p:spPr>
            <a:xfrm>
              <a:off x="3152050" y="3187125"/>
              <a:ext cx="15225" cy="13850"/>
            </a:xfrm>
            <a:custGeom>
              <a:rect b="b" l="l" r="r" t="t"/>
              <a:pathLst>
                <a:path extrusionOk="0" h="554" w="609">
                  <a:moveTo>
                    <a:pt x="333" y="0"/>
                  </a:moveTo>
                  <a:cubicBezTo>
                    <a:pt x="271" y="0"/>
                    <a:pt x="208" y="21"/>
                    <a:pt x="152" y="67"/>
                  </a:cubicBezTo>
                  <a:cubicBezTo>
                    <a:pt x="0" y="219"/>
                    <a:pt x="92" y="523"/>
                    <a:pt x="335" y="554"/>
                  </a:cubicBezTo>
                  <a:cubicBezTo>
                    <a:pt x="487" y="554"/>
                    <a:pt x="608" y="432"/>
                    <a:pt x="608" y="280"/>
                  </a:cubicBezTo>
                  <a:cubicBezTo>
                    <a:pt x="608" y="111"/>
                    <a:pt x="476" y="0"/>
                    <a:pt x="33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68"/>
            <p:cNvSpPr/>
            <p:nvPr/>
          </p:nvSpPr>
          <p:spPr>
            <a:xfrm>
              <a:off x="3216650" y="3188675"/>
              <a:ext cx="14450" cy="13175"/>
            </a:xfrm>
            <a:custGeom>
              <a:rect b="b" l="l" r="r" t="t"/>
              <a:pathLst>
                <a:path extrusionOk="0" h="527" w="578">
                  <a:moveTo>
                    <a:pt x="227" y="1"/>
                  </a:moveTo>
                  <a:cubicBezTo>
                    <a:pt x="98" y="1"/>
                    <a:pt x="0" y="112"/>
                    <a:pt x="0" y="249"/>
                  </a:cubicBezTo>
                  <a:cubicBezTo>
                    <a:pt x="0" y="400"/>
                    <a:pt x="122" y="522"/>
                    <a:pt x="274" y="522"/>
                  </a:cubicBezTo>
                  <a:cubicBezTo>
                    <a:pt x="289" y="525"/>
                    <a:pt x="305" y="527"/>
                    <a:pt x="320" y="527"/>
                  </a:cubicBezTo>
                  <a:cubicBezTo>
                    <a:pt x="450" y="527"/>
                    <a:pt x="550" y="415"/>
                    <a:pt x="578" y="279"/>
                  </a:cubicBezTo>
                  <a:cubicBezTo>
                    <a:pt x="547" y="127"/>
                    <a:pt x="426" y="5"/>
                    <a:pt x="274" y="5"/>
                  </a:cubicBezTo>
                  <a:cubicBezTo>
                    <a:pt x="258" y="2"/>
                    <a:pt x="242" y="1"/>
                    <a:pt x="227"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68"/>
            <p:cNvSpPr/>
            <p:nvPr/>
          </p:nvSpPr>
          <p:spPr>
            <a:xfrm>
              <a:off x="3279700" y="3192475"/>
              <a:ext cx="14475" cy="13175"/>
            </a:xfrm>
            <a:custGeom>
              <a:rect b="b" l="l" r="r" t="t"/>
              <a:pathLst>
                <a:path extrusionOk="0" h="527" w="579">
                  <a:moveTo>
                    <a:pt x="236" y="1"/>
                  </a:moveTo>
                  <a:cubicBezTo>
                    <a:pt x="123" y="1"/>
                    <a:pt x="1" y="112"/>
                    <a:pt x="1" y="248"/>
                  </a:cubicBezTo>
                  <a:cubicBezTo>
                    <a:pt x="1" y="400"/>
                    <a:pt x="122" y="522"/>
                    <a:pt x="274" y="522"/>
                  </a:cubicBezTo>
                  <a:cubicBezTo>
                    <a:pt x="290" y="525"/>
                    <a:pt x="306" y="527"/>
                    <a:pt x="321" y="527"/>
                  </a:cubicBezTo>
                  <a:cubicBezTo>
                    <a:pt x="451" y="527"/>
                    <a:pt x="551" y="415"/>
                    <a:pt x="578" y="279"/>
                  </a:cubicBezTo>
                  <a:cubicBezTo>
                    <a:pt x="548" y="127"/>
                    <a:pt x="426" y="5"/>
                    <a:pt x="274" y="5"/>
                  </a:cubicBezTo>
                  <a:cubicBezTo>
                    <a:pt x="262" y="2"/>
                    <a:pt x="249" y="1"/>
                    <a:pt x="236"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68"/>
            <p:cNvSpPr/>
            <p:nvPr/>
          </p:nvSpPr>
          <p:spPr>
            <a:xfrm>
              <a:off x="3342775" y="3198550"/>
              <a:ext cx="14475" cy="13075"/>
            </a:xfrm>
            <a:custGeom>
              <a:rect b="b" l="l" r="r" t="t"/>
              <a:pathLst>
                <a:path extrusionOk="0" h="523" w="579">
                  <a:moveTo>
                    <a:pt x="257" y="1"/>
                  </a:moveTo>
                  <a:cubicBezTo>
                    <a:pt x="122" y="1"/>
                    <a:pt x="1" y="110"/>
                    <a:pt x="1" y="218"/>
                  </a:cubicBezTo>
                  <a:cubicBezTo>
                    <a:pt x="1" y="370"/>
                    <a:pt x="122" y="492"/>
                    <a:pt x="274" y="522"/>
                  </a:cubicBezTo>
                  <a:cubicBezTo>
                    <a:pt x="426" y="522"/>
                    <a:pt x="578" y="431"/>
                    <a:pt x="578" y="309"/>
                  </a:cubicBezTo>
                  <a:cubicBezTo>
                    <a:pt x="578" y="157"/>
                    <a:pt x="457" y="36"/>
                    <a:pt x="305" y="5"/>
                  </a:cubicBezTo>
                  <a:cubicBezTo>
                    <a:pt x="289" y="2"/>
                    <a:pt x="273" y="1"/>
                    <a:pt x="257"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68"/>
            <p:cNvSpPr/>
            <p:nvPr/>
          </p:nvSpPr>
          <p:spPr>
            <a:xfrm>
              <a:off x="3405850" y="3206875"/>
              <a:ext cx="14475" cy="11725"/>
            </a:xfrm>
            <a:custGeom>
              <a:rect b="b" l="l" r="r" t="t"/>
              <a:pathLst>
                <a:path extrusionOk="0" h="469" w="579">
                  <a:moveTo>
                    <a:pt x="245" y="1"/>
                  </a:moveTo>
                  <a:cubicBezTo>
                    <a:pt x="115" y="1"/>
                    <a:pt x="1" y="84"/>
                    <a:pt x="1" y="189"/>
                  </a:cubicBezTo>
                  <a:cubicBezTo>
                    <a:pt x="31" y="341"/>
                    <a:pt x="153" y="463"/>
                    <a:pt x="304" y="463"/>
                  </a:cubicBezTo>
                  <a:cubicBezTo>
                    <a:pt x="324" y="467"/>
                    <a:pt x="344" y="469"/>
                    <a:pt x="363" y="469"/>
                  </a:cubicBezTo>
                  <a:cubicBezTo>
                    <a:pt x="486" y="469"/>
                    <a:pt x="578" y="386"/>
                    <a:pt x="578" y="280"/>
                  </a:cubicBezTo>
                  <a:cubicBezTo>
                    <a:pt x="578" y="128"/>
                    <a:pt x="456" y="7"/>
                    <a:pt x="304" y="7"/>
                  </a:cubicBezTo>
                  <a:cubicBezTo>
                    <a:pt x="285" y="3"/>
                    <a:pt x="265" y="1"/>
                    <a:pt x="24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68"/>
            <p:cNvSpPr/>
            <p:nvPr/>
          </p:nvSpPr>
          <p:spPr>
            <a:xfrm>
              <a:off x="3468925" y="3216000"/>
              <a:ext cx="15225" cy="11000"/>
            </a:xfrm>
            <a:custGeom>
              <a:rect b="b" l="l" r="r" t="t"/>
              <a:pathLst>
                <a:path extrusionOk="0" h="440" w="609">
                  <a:moveTo>
                    <a:pt x="246" y="1"/>
                  </a:moveTo>
                  <a:cubicBezTo>
                    <a:pt x="122" y="1"/>
                    <a:pt x="31" y="83"/>
                    <a:pt x="31" y="189"/>
                  </a:cubicBezTo>
                  <a:cubicBezTo>
                    <a:pt x="0" y="311"/>
                    <a:pt x="152" y="432"/>
                    <a:pt x="304" y="432"/>
                  </a:cubicBezTo>
                  <a:cubicBezTo>
                    <a:pt x="330" y="437"/>
                    <a:pt x="356" y="440"/>
                    <a:pt x="380" y="440"/>
                  </a:cubicBezTo>
                  <a:cubicBezTo>
                    <a:pt x="495" y="440"/>
                    <a:pt x="583" y="381"/>
                    <a:pt x="608" y="280"/>
                  </a:cubicBezTo>
                  <a:cubicBezTo>
                    <a:pt x="608" y="159"/>
                    <a:pt x="456" y="37"/>
                    <a:pt x="304" y="7"/>
                  </a:cubicBezTo>
                  <a:cubicBezTo>
                    <a:pt x="284" y="3"/>
                    <a:pt x="265" y="1"/>
                    <a:pt x="246"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68"/>
            <p:cNvSpPr/>
            <p:nvPr/>
          </p:nvSpPr>
          <p:spPr>
            <a:xfrm>
              <a:off x="3532750" y="3226600"/>
              <a:ext cx="14475" cy="10100"/>
            </a:xfrm>
            <a:custGeom>
              <a:rect b="b" l="l" r="r" t="t"/>
              <a:pathLst>
                <a:path extrusionOk="0" h="404" w="579">
                  <a:moveTo>
                    <a:pt x="216" y="0"/>
                  </a:moveTo>
                  <a:cubicBezTo>
                    <a:pt x="84" y="0"/>
                    <a:pt x="1" y="59"/>
                    <a:pt x="1" y="160"/>
                  </a:cubicBezTo>
                  <a:cubicBezTo>
                    <a:pt x="1" y="251"/>
                    <a:pt x="122" y="373"/>
                    <a:pt x="274" y="403"/>
                  </a:cubicBezTo>
                  <a:cubicBezTo>
                    <a:pt x="426" y="403"/>
                    <a:pt x="578" y="342"/>
                    <a:pt x="578" y="251"/>
                  </a:cubicBezTo>
                  <a:cubicBezTo>
                    <a:pt x="578" y="130"/>
                    <a:pt x="457" y="8"/>
                    <a:pt x="305" y="8"/>
                  </a:cubicBezTo>
                  <a:cubicBezTo>
                    <a:pt x="273" y="3"/>
                    <a:pt x="244" y="0"/>
                    <a:pt x="216"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68"/>
            <p:cNvSpPr/>
            <p:nvPr/>
          </p:nvSpPr>
          <p:spPr>
            <a:xfrm>
              <a:off x="3595825" y="3236475"/>
              <a:ext cx="14450" cy="9525"/>
            </a:xfrm>
            <a:custGeom>
              <a:rect b="b" l="l" r="r" t="t"/>
              <a:pathLst>
                <a:path extrusionOk="0" h="381" w="578">
                  <a:moveTo>
                    <a:pt x="227" y="1"/>
                  </a:moveTo>
                  <a:cubicBezTo>
                    <a:pt x="105" y="1"/>
                    <a:pt x="0" y="60"/>
                    <a:pt x="0" y="160"/>
                  </a:cubicBezTo>
                  <a:cubicBezTo>
                    <a:pt x="0" y="251"/>
                    <a:pt x="122" y="343"/>
                    <a:pt x="274" y="373"/>
                  </a:cubicBezTo>
                  <a:cubicBezTo>
                    <a:pt x="301" y="378"/>
                    <a:pt x="328" y="381"/>
                    <a:pt x="354" y="381"/>
                  </a:cubicBezTo>
                  <a:cubicBezTo>
                    <a:pt x="475" y="381"/>
                    <a:pt x="578" y="326"/>
                    <a:pt x="578" y="251"/>
                  </a:cubicBezTo>
                  <a:cubicBezTo>
                    <a:pt x="578" y="130"/>
                    <a:pt x="456" y="39"/>
                    <a:pt x="304" y="8"/>
                  </a:cubicBezTo>
                  <a:cubicBezTo>
                    <a:pt x="278" y="3"/>
                    <a:pt x="252" y="1"/>
                    <a:pt x="227"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68"/>
            <p:cNvSpPr/>
            <p:nvPr/>
          </p:nvSpPr>
          <p:spPr>
            <a:xfrm>
              <a:off x="3658900" y="3247100"/>
              <a:ext cx="14450" cy="8600"/>
            </a:xfrm>
            <a:custGeom>
              <a:rect b="b" l="l" r="r" t="t"/>
              <a:pathLst>
                <a:path extrusionOk="0" h="344" w="578">
                  <a:moveTo>
                    <a:pt x="224" y="1"/>
                  </a:moveTo>
                  <a:cubicBezTo>
                    <a:pt x="103" y="1"/>
                    <a:pt x="0" y="55"/>
                    <a:pt x="0" y="130"/>
                  </a:cubicBezTo>
                  <a:cubicBezTo>
                    <a:pt x="0" y="222"/>
                    <a:pt x="122" y="313"/>
                    <a:pt x="274" y="343"/>
                  </a:cubicBezTo>
                  <a:cubicBezTo>
                    <a:pt x="456" y="343"/>
                    <a:pt x="578" y="313"/>
                    <a:pt x="578" y="222"/>
                  </a:cubicBezTo>
                  <a:cubicBezTo>
                    <a:pt x="578" y="130"/>
                    <a:pt x="456" y="39"/>
                    <a:pt x="304" y="9"/>
                  </a:cubicBezTo>
                  <a:cubicBezTo>
                    <a:pt x="277" y="3"/>
                    <a:pt x="250" y="1"/>
                    <a:pt x="22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68"/>
            <p:cNvSpPr/>
            <p:nvPr/>
          </p:nvSpPr>
          <p:spPr>
            <a:xfrm>
              <a:off x="3721975" y="3256975"/>
              <a:ext cx="15225" cy="7350"/>
            </a:xfrm>
            <a:custGeom>
              <a:rect b="b" l="l" r="r" t="t"/>
              <a:pathLst>
                <a:path extrusionOk="0" h="294" w="609">
                  <a:moveTo>
                    <a:pt x="224" y="1"/>
                  </a:moveTo>
                  <a:cubicBezTo>
                    <a:pt x="111" y="1"/>
                    <a:pt x="25" y="50"/>
                    <a:pt x="0" y="100"/>
                  </a:cubicBezTo>
                  <a:cubicBezTo>
                    <a:pt x="0" y="191"/>
                    <a:pt x="122" y="283"/>
                    <a:pt x="274" y="283"/>
                  </a:cubicBezTo>
                  <a:cubicBezTo>
                    <a:pt x="319" y="290"/>
                    <a:pt x="361" y="294"/>
                    <a:pt x="398" y="294"/>
                  </a:cubicBezTo>
                  <a:cubicBezTo>
                    <a:pt x="509" y="294"/>
                    <a:pt x="578" y="260"/>
                    <a:pt x="578" y="191"/>
                  </a:cubicBezTo>
                  <a:cubicBezTo>
                    <a:pt x="608" y="100"/>
                    <a:pt x="486" y="39"/>
                    <a:pt x="304" y="9"/>
                  </a:cubicBezTo>
                  <a:cubicBezTo>
                    <a:pt x="276" y="3"/>
                    <a:pt x="249" y="1"/>
                    <a:pt x="22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68"/>
            <p:cNvSpPr/>
            <p:nvPr/>
          </p:nvSpPr>
          <p:spPr>
            <a:xfrm>
              <a:off x="3785025" y="3265550"/>
              <a:ext cx="15225" cy="6850"/>
            </a:xfrm>
            <a:custGeom>
              <a:rect b="b" l="l" r="r" t="t"/>
              <a:pathLst>
                <a:path extrusionOk="0" h="274" w="609">
                  <a:moveTo>
                    <a:pt x="335" y="0"/>
                  </a:moveTo>
                  <a:cubicBezTo>
                    <a:pt x="153" y="0"/>
                    <a:pt x="31" y="31"/>
                    <a:pt x="31" y="91"/>
                  </a:cubicBezTo>
                  <a:cubicBezTo>
                    <a:pt x="1" y="183"/>
                    <a:pt x="123" y="274"/>
                    <a:pt x="305" y="274"/>
                  </a:cubicBezTo>
                  <a:cubicBezTo>
                    <a:pt x="457" y="274"/>
                    <a:pt x="579" y="243"/>
                    <a:pt x="609" y="183"/>
                  </a:cubicBezTo>
                  <a:cubicBezTo>
                    <a:pt x="609" y="91"/>
                    <a:pt x="487" y="31"/>
                    <a:pt x="33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68"/>
            <p:cNvSpPr/>
            <p:nvPr/>
          </p:nvSpPr>
          <p:spPr>
            <a:xfrm>
              <a:off x="3848875" y="3272950"/>
              <a:ext cx="14450" cy="6300"/>
            </a:xfrm>
            <a:custGeom>
              <a:rect b="b" l="l" r="r" t="t"/>
              <a:pathLst>
                <a:path extrusionOk="0" h="252" w="578">
                  <a:moveTo>
                    <a:pt x="221" y="0"/>
                  </a:moveTo>
                  <a:cubicBezTo>
                    <a:pt x="102" y="0"/>
                    <a:pt x="0" y="50"/>
                    <a:pt x="0" y="99"/>
                  </a:cubicBezTo>
                  <a:cubicBezTo>
                    <a:pt x="0" y="160"/>
                    <a:pt x="122" y="251"/>
                    <a:pt x="274" y="251"/>
                  </a:cubicBezTo>
                  <a:cubicBezTo>
                    <a:pt x="426" y="251"/>
                    <a:pt x="578" y="221"/>
                    <a:pt x="578" y="160"/>
                  </a:cubicBezTo>
                  <a:cubicBezTo>
                    <a:pt x="578" y="99"/>
                    <a:pt x="456" y="8"/>
                    <a:pt x="304" y="8"/>
                  </a:cubicBezTo>
                  <a:cubicBezTo>
                    <a:pt x="276" y="3"/>
                    <a:pt x="248" y="0"/>
                    <a:pt x="22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68"/>
            <p:cNvSpPr/>
            <p:nvPr/>
          </p:nvSpPr>
          <p:spPr>
            <a:xfrm>
              <a:off x="3911950" y="3278475"/>
              <a:ext cx="14450" cy="5325"/>
            </a:xfrm>
            <a:custGeom>
              <a:rect b="b" l="l" r="r" t="t"/>
              <a:pathLst>
                <a:path extrusionOk="0" h="213" w="578">
                  <a:moveTo>
                    <a:pt x="304" y="0"/>
                  </a:moveTo>
                  <a:cubicBezTo>
                    <a:pt x="152" y="0"/>
                    <a:pt x="30" y="30"/>
                    <a:pt x="0" y="91"/>
                  </a:cubicBezTo>
                  <a:cubicBezTo>
                    <a:pt x="0" y="152"/>
                    <a:pt x="122" y="213"/>
                    <a:pt x="274" y="213"/>
                  </a:cubicBezTo>
                  <a:cubicBezTo>
                    <a:pt x="426" y="213"/>
                    <a:pt x="578" y="182"/>
                    <a:pt x="578" y="122"/>
                  </a:cubicBezTo>
                  <a:cubicBezTo>
                    <a:pt x="578" y="61"/>
                    <a:pt x="456" y="0"/>
                    <a:pt x="30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68"/>
            <p:cNvSpPr/>
            <p:nvPr/>
          </p:nvSpPr>
          <p:spPr>
            <a:xfrm>
              <a:off x="3975000" y="3281300"/>
              <a:ext cx="15225" cy="4775"/>
            </a:xfrm>
            <a:custGeom>
              <a:rect b="b" l="l" r="r" t="t"/>
              <a:pathLst>
                <a:path extrusionOk="0" h="191" w="609">
                  <a:moveTo>
                    <a:pt x="225" y="1"/>
                  </a:moveTo>
                  <a:cubicBezTo>
                    <a:pt x="111" y="1"/>
                    <a:pt x="26" y="50"/>
                    <a:pt x="1" y="100"/>
                  </a:cubicBezTo>
                  <a:cubicBezTo>
                    <a:pt x="1" y="161"/>
                    <a:pt x="123" y="191"/>
                    <a:pt x="274" y="191"/>
                  </a:cubicBezTo>
                  <a:cubicBezTo>
                    <a:pt x="426" y="191"/>
                    <a:pt x="578" y="161"/>
                    <a:pt x="578" y="100"/>
                  </a:cubicBezTo>
                  <a:cubicBezTo>
                    <a:pt x="609" y="39"/>
                    <a:pt x="487" y="9"/>
                    <a:pt x="305" y="9"/>
                  </a:cubicBezTo>
                  <a:cubicBezTo>
                    <a:pt x="277" y="3"/>
                    <a:pt x="250" y="1"/>
                    <a:pt x="22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68"/>
            <p:cNvSpPr/>
            <p:nvPr/>
          </p:nvSpPr>
          <p:spPr>
            <a:xfrm>
              <a:off x="4035800" y="3281500"/>
              <a:ext cx="12175" cy="5350"/>
            </a:xfrm>
            <a:custGeom>
              <a:rect b="b" l="l" r="r" t="t"/>
              <a:pathLst>
                <a:path extrusionOk="0" h="214" w="487">
                  <a:moveTo>
                    <a:pt x="274" y="1"/>
                  </a:moveTo>
                  <a:cubicBezTo>
                    <a:pt x="122" y="1"/>
                    <a:pt x="1" y="31"/>
                    <a:pt x="1" y="92"/>
                  </a:cubicBezTo>
                  <a:cubicBezTo>
                    <a:pt x="1" y="153"/>
                    <a:pt x="92" y="213"/>
                    <a:pt x="213" y="213"/>
                  </a:cubicBezTo>
                  <a:cubicBezTo>
                    <a:pt x="365" y="213"/>
                    <a:pt x="487" y="153"/>
                    <a:pt x="487" y="92"/>
                  </a:cubicBezTo>
                  <a:cubicBezTo>
                    <a:pt x="487" y="31"/>
                    <a:pt x="396" y="1"/>
                    <a:pt x="27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68"/>
            <p:cNvSpPr/>
            <p:nvPr/>
          </p:nvSpPr>
          <p:spPr>
            <a:xfrm>
              <a:off x="4089000" y="3280750"/>
              <a:ext cx="12175" cy="4575"/>
            </a:xfrm>
            <a:custGeom>
              <a:rect b="b" l="l" r="r" t="t"/>
              <a:pathLst>
                <a:path extrusionOk="0" h="183" w="487">
                  <a:moveTo>
                    <a:pt x="274" y="0"/>
                  </a:moveTo>
                  <a:cubicBezTo>
                    <a:pt x="122" y="0"/>
                    <a:pt x="31" y="61"/>
                    <a:pt x="0" y="91"/>
                  </a:cubicBezTo>
                  <a:cubicBezTo>
                    <a:pt x="0" y="152"/>
                    <a:pt x="91" y="183"/>
                    <a:pt x="213" y="183"/>
                  </a:cubicBezTo>
                  <a:cubicBezTo>
                    <a:pt x="365" y="183"/>
                    <a:pt x="487" y="152"/>
                    <a:pt x="487" y="91"/>
                  </a:cubicBezTo>
                  <a:cubicBezTo>
                    <a:pt x="487" y="31"/>
                    <a:pt x="395" y="0"/>
                    <a:pt x="27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68"/>
            <p:cNvSpPr/>
            <p:nvPr/>
          </p:nvSpPr>
          <p:spPr>
            <a:xfrm>
              <a:off x="4142175" y="3278475"/>
              <a:ext cx="12950" cy="5325"/>
            </a:xfrm>
            <a:custGeom>
              <a:rect b="b" l="l" r="r" t="t"/>
              <a:pathLst>
                <a:path extrusionOk="0" h="213" w="518">
                  <a:moveTo>
                    <a:pt x="275" y="0"/>
                  </a:moveTo>
                  <a:cubicBezTo>
                    <a:pt x="153" y="0"/>
                    <a:pt x="31" y="61"/>
                    <a:pt x="31" y="122"/>
                  </a:cubicBezTo>
                  <a:cubicBezTo>
                    <a:pt x="1" y="152"/>
                    <a:pt x="92" y="213"/>
                    <a:pt x="244" y="213"/>
                  </a:cubicBezTo>
                  <a:cubicBezTo>
                    <a:pt x="366" y="182"/>
                    <a:pt x="487" y="152"/>
                    <a:pt x="518" y="91"/>
                  </a:cubicBezTo>
                  <a:cubicBezTo>
                    <a:pt x="518" y="30"/>
                    <a:pt x="427" y="0"/>
                    <a:pt x="27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68"/>
            <p:cNvSpPr/>
            <p:nvPr/>
          </p:nvSpPr>
          <p:spPr>
            <a:xfrm>
              <a:off x="4196150" y="3275425"/>
              <a:ext cx="12925" cy="5350"/>
            </a:xfrm>
            <a:custGeom>
              <a:rect b="b" l="l" r="r" t="t"/>
              <a:pathLst>
                <a:path extrusionOk="0" h="214" w="517">
                  <a:moveTo>
                    <a:pt x="274" y="0"/>
                  </a:moveTo>
                  <a:cubicBezTo>
                    <a:pt x="152" y="31"/>
                    <a:pt x="30" y="61"/>
                    <a:pt x="30" y="122"/>
                  </a:cubicBezTo>
                  <a:cubicBezTo>
                    <a:pt x="0" y="183"/>
                    <a:pt x="91" y="213"/>
                    <a:pt x="243" y="213"/>
                  </a:cubicBezTo>
                  <a:cubicBezTo>
                    <a:pt x="365" y="213"/>
                    <a:pt x="486" y="152"/>
                    <a:pt x="517" y="92"/>
                  </a:cubicBezTo>
                  <a:cubicBezTo>
                    <a:pt x="517" y="31"/>
                    <a:pt x="426" y="0"/>
                    <a:pt x="27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68"/>
            <p:cNvSpPr/>
            <p:nvPr/>
          </p:nvSpPr>
          <p:spPr>
            <a:xfrm>
              <a:off x="4250100" y="3271625"/>
              <a:ext cx="13700" cy="5350"/>
            </a:xfrm>
            <a:custGeom>
              <a:rect b="b" l="l" r="r" t="t"/>
              <a:pathLst>
                <a:path extrusionOk="0" h="214" w="548">
                  <a:moveTo>
                    <a:pt x="304" y="0"/>
                  </a:moveTo>
                  <a:cubicBezTo>
                    <a:pt x="152" y="0"/>
                    <a:pt x="31" y="61"/>
                    <a:pt x="31" y="122"/>
                  </a:cubicBezTo>
                  <a:cubicBezTo>
                    <a:pt x="0" y="183"/>
                    <a:pt x="122" y="213"/>
                    <a:pt x="243" y="213"/>
                  </a:cubicBezTo>
                  <a:cubicBezTo>
                    <a:pt x="395" y="213"/>
                    <a:pt x="517" y="152"/>
                    <a:pt x="517" y="92"/>
                  </a:cubicBezTo>
                  <a:cubicBezTo>
                    <a:pt x="547" y="31"/>
                    <a:pt x="426" y="0"/>
                    <a:pt x="30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68"/>
            <p:cNvSpPr/>
            <p:nvPr/>
          </p:nvSpPr>
          <p:spPr>
            <a:xfrm>
              <a:off x="4304800" y="3267525"/>
              <a:ext cx="13500" cy="5650"/>
            </a:xfrm>
            <a:custGeom>
              <a:rect b="b" l="l" r="r" t="t"/>
              <a:pathLst>
                <a:path extrusionOk="0" h="226" w="540">
                  <a:moveTo>
                    <a:pt x="399" y="1"/>
                  </a:moveTo>
                  <a:cubicBezTo>
                    <a:pt x="370" y="1"/>
                    <a:pt x="337" y="4"/>
                    <a:pt x="305" y="12"/>
                  </a:cubicBezTo>
                  <a:cubicBezTo>
                    <a:pt x="153" y="12"/>
                    <a:pt x="31" y="73"/>
                    <a:pt x="31" y="134"/>
                  </a:cubicBezTo>
                  <a:cubicBezTo>
                    <a:pt x="1" y="195"/>
                    <a:pt x="92" y="225"/>
                    <a:pt x="244" y="225"/>
                  </a:cubicBezTo>
                  <a:cubicBezTo>
                    <a:pt x="365" y="195"/>
                    <a:pt x="517" y="134"/>
                    <a:pt x="517" y="73"/>
                  </a:cubicBezTo>
                  <a:cubicBezTo>
                    <a:pt x="540" y="29"/>
                    <a:pt x="480" y="1"/>
                    <a:pt x="399"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68"/>
            <p:cNvSpPr/>
            <p:nvPr/>
          </p:nvSpPr>
          <p:spPr>
            <a:xfrm>
              <a:off x="4359525" y="3262500"/>
              <a:ext cx="13700" cy="6100"/>
            </a:xfrm>
            <a:custGeom>
              <a:rect b="b" l="l" r="r" t="t"/>
              <a:pathLst>
                <a:path extrusionOk="0" h="244" w="548">
                  <a:moveTo>
                    <a:pt x="304" y="1"/>
                  </a:moveTo>
                  <a:cubicBezTo>
                    <a:pt x="152" y="31"/>
                    <a:pt x="31" y="92"/>
                    <a:pt x="31" y="153"/>
                  </a:cubicBezTo>
                  <a:cubicBezTo>
                    <a:pt x="0" y="213"/>
                    <a:pt x="91" y="244"/>
                    <a:pt x="243" y="244"/>
                  </a:cubicBezTo>
                  <a:cubicBezTo>
                    <a:pt x="365" y="244"/>
                    <a:pt x="486" y="183"/>
                    <a:pt x="517" y="122"/>
                  </a:cubicBezTo>
                  <a:cubicBezTo>
                    <a:pt x="547" y="31"/>
                    <a:pt x="426" y="1"/>
                    <a:pt x="30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68"/>
            <p:cNvSpPr/>
            <p:nvPr/>
          </p:nvSpPr>
          <p:spPr>
            <a:xfrm>
              <a:off x="4414225" y="3257950"/>
              <a:ext cx="13700" cy="6100"/>
            </a:xfrm>
            <a:custGeom>
              <a:rect b="b" l="l" r="r" t="t"/>
              <a:pathLst>
                <a:path extrusionOk="0" h="244" w="548">
                  <a:moveTo>
                    <a:pt x="305" y="0"/>
                  </a:moveTo>
                  <a:cubicBezTo>
                    <a:pt x="153" y="31"/>
                    <a:pt x="31" y="92"/>
                    <a:pt x="1" y="152"/>
                  </a:cubicBezTo>
                  <a:cubicBezTo>
                    <a:pt x="1" y="213"/>
                    <a:pt x="92" y="244"/>
                    <a:pt x="213" y="244"/>
                  </a:cubicBezTo>
                  <a:cubicBezTo>
                    <a:pt x="365" y="244"/>
                    <a:pt x="487" y="183"/>
                    <a:pt x="517" y="122"/>
                  </a:cubicBezTo>
                  <a:cubicBezTo>
                    <a:pt x="548" y="31"/>
                    <a:pt x="426" y="0"/>
                    <a:pt x="30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68"/>
            <p:cNvSpPr/>
            <p:nvPr/>
          </p:nvSpPr>
          <p:spPr>
            <a:xfrm>
              <a:off x="4468950" y="3253375"/>
              <a:ext cx="12925" cy="6875"/>
            </a:xfrm>
            <a:custGeom>
              <a:rect b="b" l="l" r="r" t="t"/>
              <a:pathLst>
                <a:path extrusionOk="0" h="275" w="517">
                  <a:moveTo>
                    <a:pt x="304" y="1"/>
                  </a:moveTo>
                  <a:cubicBezTo>
                    <a:pt x="152" y="31"/>
                    <a:pt x="31" y="92"/>
                    <a:pt x="0" y="153"/>
                  </a:cubicBezTo>
                  <a:cubicBezTo>
                    <a:pt x="0" y="214"/>
                    <a:pt x="91" y="275"/>
                    <a:pt x="213" y="275"/>
                  </a:cubicBezTo>
                  <a:cubicBezTo>
                    <a:pt x="365" y="244"/>
                    <a:pt x="486" y="183"/>
                    <a:pt x="517" y="123"/>
                  </a:cubicBezTo>
                  <a:cubicBezTo>
                    <a:pt x="517" y="31"/>
                    <a:pt x="426" y="1"/>
                    <a:pt x="30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68"/>
            <p:cNvSpPr/>
            <p:nvPr/>
          </p:nvSpPr>
          <p:spPr>
            <a:xfrm>
              <a:off x="4522900" y="3249375"/>
              <a:ext cx="13550" cy="6325"/>
            </a:xfrm>
            <a:custGeom>
              <a:rect b="b" l="l" r="r" t="t"/>
              <a:pathLst>
                <a:path extrusionOk="0" h="253" w="542">
                  <a:moveTo>
                    <a:pt x="398" y="1"/>
                  </a:moveTo>
                  <a:cubicBezTo>
                    <a:pt x="378" y="1"/>
                    <a:pt x="357" y="3"/>
                    <a:pt x="335" y="9"/>
                  </a:cubicBezTo>
                  <a:cubicBezTo>
                    <a:pt x="183" y="9"/>
                    <a:pt x="61" y="70"/>
                    <a:pt x="31" y="131"/>
                  </a:cubicBezTo>
                  <a:cubicBezTo>
                    <a:pt x="0" y="222"/>
                    <a:pt x="91" y="252"/>
                    <a:pt x="243" y="252"/>
                  </a:cubicBezTo>
                  <a:cubicBezTo>
                    <a:pt x="365" y="252"/>
                    <a:pt x="456" y="191"/>
                    <a:pt x="517" y="100"/>
                  </a:cubicBezTo>
                  <a:cubicBezTo>
                    <a:pt x="542" y="51"/>
                    <a:pt x="486" y="1"/>
                    <a:pt x="398"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68"/>
            <p:cNvSpPr/>
            <p:nvPr/>
          </p:nvSpPr>
          <p:spPr>
            <a:xfrm>
              <a:off x="4577600" y="3245800"/>
              <a:ext cx="13700" cy="6850"/>
            </a:xfrm>
            <a:custGeom>
              <a:rect b="b" l="l" r="r" t="t"/>
              <a:pathLst>
                <a:path extrusionOk="0" h="274" w="548">
                  <a:moveTo>
                    <a:pt x="305" y="0"/>
                  </a:moveTo>
                  <a:cubicBezTo>
                    <a:pt x="183" y="0"/>
                    <a:pt x="92" y="30"/>
                    <a:pt x="31" y="152"/>
                  </a:cubicBezTo>
                  <a:cubicBezTo>
                    <a:pt x="1" y="213"/>
                    <a:pt x="92" y="274"/>
                    <a:pt x="213" y="274"/>
                  </a:cubicBezTo>
                  <a:cubicBezTo>
                    <a:pt x="335" y="274"/>
                    <a:pt x="457" y="213"/>
                    <a:pt x="517" y="122"/>
                  </a:cubicBezTo>
                  <a:cubicBezTo>
                    <a:pt x="548" y="30"/>
                    <a:pt x="457" y="0"/>
                    <a:pt x="30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68"/>
            <p:cNvSpPr/>
            <p:nvPr/>
          </p:nvSpPr>
          <p:spPr>
            <a:xfrm>
              <a:off x="4631550" y="3242550"/>
              <a:ext cx="13575" cy="7050"/>
            </a:xfrm>
            <a:custGeom>
              <a:rect b="b" l="l" r="r" t="t"/>
              <a:pathLst>
                <a:path extrusionOk="0" h="282" w="543">
                  <a:moveTo>
                    <a:pt x="379" y="1"/>
                  </a:moveTo>
                  <a:cubicBezTo>
                    <a:pt x="357" y="1"/>
                    <a:pt x="332" y="3"/>
                    <a:pt x="305" y="8"/>
                  </a:cubicBezTo>
                  <a:cubicBezTo>
                    <a:pt x="183" y="8"/>
                    <a:pt x="31" y="69"/>
                    <a:pt x="31" y="160"/>
                  </a:cubicBezTo>
                  <a:cubicBezTo>
                    <a:pt x="1" y="221"/>
                    <a:pt x="92" y="282"/>
                    <a:pt x="214" y="282"/>
                  </a:cubicBezTo>
                  <a:cubicBezTo>
                    <a:pt x="335" y="282"/>
                    <a:pt x="426" y="221"/>
                    <a:pt x="518" y="130"/>
                  </a:cubicBezTo>
                  <a:cubicBezTo>
                    <a:pt x="543" y="55"/>
                    <a:pt x="485" y="1"/>
                    <a:pt x="379"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68"/>
            <p:cNvSpPr/>
            <p:nvPr/>
          </p:nvSpPr>
          <p:spPr>
            <a:xfrm>
              <a:off x="4684750" y="3240475"/>
              <a:ext cx="13700" cy="6850"/>
            </a:xfrm>
            <a:custGeom>
              <a:rect b="b" l="l" r="r" t="t"/>
              <a:pathLst>
                <a:path extrusionOk="0" h="274" w="548">
                  <a:moveTo>
                    <a:pt x="335" y="0"/>
                  </a:moveTo>
                  <a:cubicBezTo>
                    <a:pt x="213" y="0"/>
                    <a:pt x="92" y="31"/>
                    <a:pt x="31" y="152"/>
                  </a:cubicBezTo>
                  <a:cubicBezTo>
                    <a:pt x="1" y="213"/>
                    <a:pt x="92" y="274"/>
                    <a:pt x="244" y="274"/>
                  </a:cubicBezTo>
                  <a:cubicBezTo>
                    <a:pt x="335" y="274"/>
                    <a:pt x="456" y="213"/>
                    <a:pt x="517" y="122"/>
                  </a:cubicBezTo>
                  <a:cubicBezTo>
                    <a:pt x="548" y="61"/>
                    <a:pt x="456" y="0"/>
                    <a:pt x="33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68"/>
            <p:cNvSpPr/>
            <p:nvPr/>
          </p:nvSpPr>
          <p:spPr>
            <a:xfrm>
              <a:off x="4737950" y="3239500"/>
              <a:ext cx="13700" cy="7075"/>
            </a:xfrm>
            <a:custGeom>
              <a:rect b="b" l="l" r="r" t="t"/>
              <a:pathLst>
                <a:path extrusionOk="0" h="283" w="548">
                  <a:moveTo>
                    <a:pt x="273" y="1"/>
                  </a:moveTo>
                  <a:cubicBezTo>
                    <a:pt x="181" y="1"/>
                    <a:pt x="106" y="55"/>
                    <a:pt x="31" y="130"/>
                  </a:cubicBezTo>
                  <a:cubicBezTo>
                    <a:pt x="0" y="222"/>
                    <a:pt x="91" y="282"/>
                    <a:pt x="243" y="282"/>
                  </a:cubicBezTo>
                  <a:cubicBezTo>
                    <a:pt x="335" y="282"/>
                    <a:pt x="456" y="222"/>
                    <a:pt x="517" y="130"/>
                  </a:cubicBezTo>
                  <a:cubicBezTo>
                    <a:pt x="547" y="70"/>
                    <a:pt x="456" y="9"/>
                    <a:pt x="335" y="9"/>
                  </a:cubicBezTo>
                  <a:cubicBezTo>
                    <a:pt x="313" y="3"/>
                    <a:pt x="292" y="1"/>
                    <a:pt x="27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68"/>
            <p:cNvSpPr/>
            <p:nvPr/>
          </p:nvSpPr>
          <p:spPr>
            <a:xfrm>
              <a:off x="4794925" y="3239500"/>
              <a:ext cx="15850" cy="7075"/>
            </a:xfrm>
            <a:custGeom>
              <a:rect b="b" l="l" r="r" t="t"/>
              <a:pathLst>
                <a:path extrusionOk="0" h="283" w="634">
                  <a:moveTo>
                    <a:pt x="443" y="1"/>
                  </a:moveTo>
                  <a:cubicBezTo>
                    <a:pt x="419" y="1"/>
                    <a:pt x="393" y="3"/>
                    <a:pt x="366" y="9"/>
                  </a:cubicBezTo>
                  <a:cubicBezTo>
                    <a:pt x="214" y="9"/>
                    <a:pt x="62" y="70"/>
                    <a:pt x="31" y="161"/>
                  </a:cubicBezTo>
                  <a:cubicBezTo>
                    <a:pt x="1" y="222"/>
                    <a:pt x="122" y="282"/>
                    <a:pt x="274" y="282"/>
                  </a:cubicBezTo>
                  <a:cubicBezTo>
                    <a:pt x="426" y="282"/>
                    <a:pt x="548" y="222"/>
                    <a:pt x="609" y="130"/>
                  </a:cubicBezTo>
                  <a:cubicBezTo>
                    <a:pt x="634" y="55"/>
                    <a:pt x="556" y="1"/>
                    <a:pt x="44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68"/>
            <p:cNvSpPr/>
            <p:nvPr/>
          </p:nvSpPr>
          <p:spPr>
            <a:xfrm>
              <a:off x="4855725" y="3233425"/>
              <a:ext cx="15100" cy="8600"/>
            </a:xfrm>
            <a:custGeom>
              <a:rect b="b" l="l" r="r" t="t"/>
              <a:pathLst>
                <a:path extrusionOk="0" h="344" w="604">
                  <a:moveTo>
                    <a:pt x="440" y="1"/>
                  </a:moveTo>
                  <a:cubicBezTo>
                    <a:pt x="417" y="1"/>
                    <a:pt x="392" y="3"/>
                    <a:pt x="365" y="9"/>
                  </a:cubicBezTo>
                  <a:cubicBezTo>
                    <a:pt x="213" y="9"/>
                    <a:pt x="92" y="69"/>
                    <a:pt x="31" y="191"/>
                  </a:cubicBezTo>
                  <a:cubicBezTo>
                    <a:pt x="1" y="282"/>
                    <a:pt x="122" y="343"/>
                    <a:pt x="274" y="343"/>
                  </a:cubicBezTo>
                  <a:cubicBezTo>
                    <a:pt x="396" y="343"/>
                    <a:pt x="517" y="252"/>
                    <a:pt x="578" y="130"/>
                  </a:cubicBezTo>
                  <a:cubicBezTo>
                    <a:pt x="603" y="55"/>
                    <a:pt x="546" y="1"/>
                    <a:pt x="440"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68"/>
            <p:cNvSpPr/>
            <p:nvPr/>
          </p:nvSpPr>
          <p:spPr>
            <a:xfrm>
              <a:off x="4915900" y="3219000"/>
              <a:ext cx="14950" cy="11800"/>
            </a:xfrm>
            <a:custGeom>
              <a:rect b="b" l="l" r="r" t="t"/>
              <a:pathLst>
                <a:path extrusionOk="0" h="472" w="598">
                  <a:moveTo>
                    <a:pt x="421" y="0"/>
                  </a:moveTo>
                  <a:cubicBezTo>
                    <a:pt x="401" y="0"/>
                    <a:pt x="380" y="3"/>
                    <a:pt x="360" y="8"/>
                  </a:cubicBezTo>
                  <a:cubicBezTo>
                    <a:pt x="208" y="69"/>
                    <a:pt x="86" y="160"/>
                    <a:pt x="25" y="312"/>
                  </a:cubicBezTo>
                  <a:cubicBezTo>
                    <a:pt x="0" y="413"/>
                    <a:pt x="79" y="472"/>
                    <a:pt x="193" y="472"/>
                  </a:cubicBezTo>
                  <a:cubicBezTo>
                    <a:pt x="217" y="472"/>
                    <a:pt x="242" y="469"/>
                    <a:pt x="268" y="464"/>
                  </a:cubicBezTo>
                  <a:cubicBezTo>
                    <a:pt x="420" y="434"/>
                    <a:pt x="512" y="312"/>
                    <a:pt x="572" y="160"/>
                  </a:cubicBezTo>
                  <a:cubicBezTo>
                    <a:pt x="598" y="59"/>
                    <a:pt x="518" y="0"/>
                    <a:pt x="42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68"/>
            <p:cNvSpPr/>
            <p:nvPr/>
          </p:nvSpPr>
          <p:spPr>
            <a:xfrm>
              <a:off x="4975900" y="3200475"/>
              <a:ext cx="14350" cy="14325"/>
            </a:xfrm>
            <a:custGeom>
              <a:rect b="b" l="l" r="r" t="t"/>
              <a:pathLst>
                <a:path extrusionOk="0" h="573" w="574">
                  <a:moveTo>
                    <a:pt x="419" y="1"/>
                  </a:moveTo>
                  <a:cubicBezTo>
                    <a:pt x="393" y="1"/>
                    <a:pt x="363" y="7"/>
                    <a:pt x="330" y="20"/>
                  </a:cubicBezTo>
                  <a:cubicBezTo>
                    <a:pt x="178" y="80"/>
                    <a:pt x="57" y="202"/>
                    <a:pt x="26" y="384"/>
                  </a:cubicBezTo>
                  <a:cubicBezTo>
                    <a:pt x="0" y="490"/>
                    <a:pt x="65" y="573"/>
                    <a:pt x="183" y="573"/>
                  </a:cubicBezTo>
                  <a:cubicBezTo>
                    <a:pt x="200" y="573"/>
                    <a:pt x="219" y="571"/>
                    <a:pt x="239" y="567"/>
                  </a:cubicBezTo>
                  <a:cubicBezTo>
                    <a:pt x="422" y="506"/>
                    <a:pt x="513" y="354"/>
                    <a:pt x="574" y="202"/>
                  </a:cubicBezTo>
                  <a:cubicBezTo>
                    <a:pt x="574" y="83"/>
                    <a:pt x="517" y="1"/>
                    <a:pt x="419"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68"/>
            <p:cNvSpPr/>
            <p:nvPr/>
          </p:nvSpPr>
          <p:spPr>
            <a:xfrm>
              <a:off x="5035200" y="3176925"/>
              <a:ext cx="14325" cy="17600"/>
            </a:xfrm>
            <a:custGeom>
              <a:rect b="b" l="l" r="r" t="t"/>
              <a:pathLst>
                <a:path extrusionOk="0" h="704" w="573">
                  <a:moveTo>
                    <a:pt x="416" y="1"/>
                  </a:moveTo>
                  <a:cubicBezTo>
                    <a:pt x="390" y="1"/>
                    <a:pt x="361" y="7"/>
                    <a:pt x="329" y="19"/>
                  </a:cubicBezTo>
                  <a:cubicBezTo>
                    <a:pt x="177" y="111"/>
                    <a:pt x="56" y="263"/>
                    <a:pt x="25" y="445"/>
                  </a:cubicBezTo>
                  <a:cubicBezTo>
                    <a:pt x="0" y="595"/>
                    <a:pt x="78" y="704"/>
                    <a:pt x="191" y="704"/>
                  </a:cubicBezTo>
                  <a:cubicBezTo>
                    <a:pt x="216" y="704"/>
                    <a:pt x="242" y="699"/>
                    <a:pt x="268" y="688"/>
                  </a:cubicBezTo>
                  <a:cubicBezTo>
                    <a:pt x="420" y="597"/>
                    <a:pt x="542" y="445"/>
                    <a:pt x="572" y="232"/>
                  </a:cubicBezTo>
                  <a:cubicBezTo>
                    <a:pt x="572" y="88"/>
                    <a:pt x="515" y="1"/>
                    <a:pt x="416"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68"/>
            <p:cNvSpPr/>
            <p:nvPr/>
          </p:nvSpPr>
          <p:spPr>
            <a:xfrm>
              <a:off x="5094475" y="3150875"/>
              <a:ext cx="14325" cy="20850"/>
            </a:xfrm>
            <a:custGeom>
              <a:rect b="b" l="l" r="r" t="t"/>
              <a:pathLst>
                <a:path extrusionOk="0" h="834" w="573">
                  <a:moveTo>
                    <a:pt x="414" y="1"/>
                  </a:moveTo>
                  <a:cubicBezTo>
                    <a:pt x="388" y="1"/>
                    <a:pt x="360" y="9"/>
                    <a:pt x="329" y="28"/>
                  </a:cubicBezTo>
                  <a:cubicBezTo>
                    <a:pt x="147" y="119"/>
                    <a:pt x="25" y="332"/>
                    <a:pt x="25" y="545"/>
                  </a:cubicBezTo>
                  <a:cubicBezTo>
                    <a:pt x="0" y="720"/>
                    <a:pt x="79" y="834"/>
                    <a:pt x="192" y="834"/>
                  </a:cubicBezTo>
                  <a:cubicBezTo>
                    <a:pt x="216" y="834"/>
                    <a:pt x="242" y="829"/>
                    <a:pt x="268" y="818"/>
                  </a:cubicBezTo>
                  <a:cubicBezTo>
                    <a:pt x="451" y="697"/>
                    <a:pt x="542" y="514"/>
                    <a:pt x="572" y="302"/>
                  </a:cubicBezTo>
                  <a:cubicBezTo>
                    <a:pt x="572" y="132"/>
                    <a:pt x="514" y="1"/>
                    <a:pt x="41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68"/>
            <p:cNvSpPr/>
            <p:nvPr/>
          </p:nvSpPr>
          <p:spPr>
            <a:xfrm>
              <a:off x="5153725" y="3123125"/>
              <a:ext cx="14225" cy="24225"/>
            </a:xfrm>
            <a:custGeom>
              <a:rect b="b" l="l" r="r" t="t"/>
              <a:pathLst>
                <a:path extrusionOk="0" h="969" w="569">
                  <a:moveTo>
                    <a:pt x="364" y="0"/>
                  </a:moveTo>
                  <a:cubicBezTo>
                    <a:pt x="344" y="0"/>
                    <a:pt x="322" y="4"/>
                    <a:pt x="300" y="13"/>
                  </a:cubicBezTo>
                  <a:cubicBezTo>
                    <a:pt x="117" y="165"/>
                    <a:pt x="26" y="378"/>
                    <a:pt x="26" y="621"/>
                  </a:cubicBezTo>
                  <a:cubicBezTo>
                    <a:pt x="0" y="828"/>
                    <a:pt x="84" y="969"/>
                    <a:pt x="204" y="969"/>
                  </a:cubicBezTo>
                  <a:cubicBezTo>
                    <a:pt x="225" y="969"/>
                    <a:pt x="247" y="965"/>
                    <a:pt x="269" y="956"/>
                  </a:cubicBezTo>
                  <a:cubicBezTo>
                    <a:pt x="452" y="804"/>
                    <a:pt x="543" y="591"/>
                    <a:pt x="543" y="378"/>
                  </a:cubicBezTo>
                  <a:cubicBezTo>
                    <a:pt x="569" y="145"/>
                    <a:pt x="484" y="0"/>
                    <a:pt x="36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68"/>
            <p:cNvSpPr/>
            <p:nvPr/>
          </p:nvSpPr>
          <p:spPr>
            <a:xfrm>
              <a:off x="5212875" y="3095500"/>
              <a:ext cx="14475" cy="26750"/>
            </a:xfrm>
            <a:custGeom>
              <a:rect b="b" l="l" r="r" t="t"/>
              <a:pathLst>
                <a:path extrusionOk="0" h="1070" w="579">
                  <a:moveTo>
                    <a:pt x="381" y="1"/>
                  </a:moveTo>
                  <a:cubicBezTo>
                    <a:pt x="357" y="1"/>
                    <a:pt x="331" y="8"/>
                    <a:pt x="304" y="24"/>
                  </a:cubicBezTo>
                  <a:cubicBezTo>
                    <a:pt x="122" y="176"/>
                    <a:pt x="1" y="419"/>
                    <a:pt x="31" y="662"/>
                  </a:cubicBezTo>
                  <a:cubicBezTo>
                    <a:pt x="4" y="900"/>
                    <a:pt x="93" y="1069"/>
                    <a:pt x="216" y="1069"/>
                  </a:cubicBezTo>
                  <a:cubicBezTo>
                    <a:pt x="235" y="1069"/>
                    <a:pt x="254" y="1065"/>
                    <a:pt x="274" y="1058"/>
                  </a:cubicBezTo>
                  <a:cubicBezTo>
                    <a:pt x="456" y="906"/>
                    <a:pt x="578" y="662"/>
                    <a:pt x="548" y="419"/>
                  </a:cubicBezTo>
                  <a:cubicBezTo>
                    <a:pt x="573" y="169"/>
                    <a:pt x="494" y="1"/>
                    <a:pt x="381"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68"/>
            <p:cNvSpPr/>
            <p:nvPr/>
          </p:nvSpPr>
          <p:spPr>
            <a:xfrm>
              <a:off x="5272150" y="3068475"/>
              <a:ext cx="13700" cy="30175"/>
            </a:xfrm>
            <a:custGeom>
              <a:rect b="b" l="l" r="r" t="t"/>
              <a:pathLst>
                <a:path extrusionOk="0" h="1207" w="548">
                  <a:moveTo>
                    <a:pt x="354" y="0"/>
                  </a:moveTo>
                  <a:cubicBezTo>
                    <a:pt x="338" y="0"/>
                    <a:pt x="322" y="4"/>
                    <a:pt x="304" y="11"/>
                  </a:cubicBezTo>
                  <a:cubicBezTo>
                    <a:pt x="92" y="193"/>
                    <a:pt x="0" y="467"/>
                    <a:pt x="0" y="710"/>
                  </a:cubicBezTo>
                  <a:cubicBezTo>
                    <a:pt x="0" y="1006"/>
                    <a:pt x="96" y="1207"/>
                    <a:pt x="223" y="1207"/>
                  </a:cubicBezTo>
                  <a:cubicBezTo>
                    <a:pt x="239" y="1207"/>
                    <a:pt x="257" y="1203"/>
                    <a:pt x="274" y="1196"/>
                  </a:cubicBezTo>
                  <a:cubicBezTo>
                    <a:pt x="426" y="1135"/>
                    <a:pt x="548" y="832"/>
                    <a:pt x="548" y="497"/>
                  </a:cubicBezTo>
                  <a:cubicBezTo>
                    <a:pt x="548" y="201"/>
                    <a:pt x="476" y="0"/>
                    <a:pt x="35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68"/>
            <p:cNvSpPr/>
            <p:nvPr/>
          </p:nvSpPr>
          <p:spPr>
            <a:xfrm>
              <a:off x="5331425" y="3044175"/>
              <a:ext cx="13700" cy="33000"/>
            </a:xfrm>
            <a:custGeom>
              <a:rect b="b" l="l" r="r" t="t"/>
              <a:pathLst>
                <a:path extrusionOk="0" h="1320" w="548">
                  <a:moveTo>
                    <a:pt x="349" y="1"/>
                  </a:moveTo>
                  <a:cubicBezTo>
                    <a:pt x="335" y="1"/>
                    <a:pt x="320" y="4"/>
                    <a:pt x="304" y="10"/>
                  </a:cubicBezTo>
                  <a:cubicBezTo>
                    <a:pt x="152" y="41"/>
                    <a:pt x="31" y="405"/>
                    <a:pt x="0" y="770"/>
                  </a:cubicBezTo>
                  <a:cubicBezTo>
                    <a:pt x="0" y="1085"/>
                    <a:pt x="108" y="1320"/>
                    <a:pt x="248" y="1320"/>
                  </a:cubicBezTo>
                  <a:cubicBezTo>
                    <a:pt x="257" y="1320"/>
                    <a:pt x="265" y="1319"/>
                    <a:pt x="274" y="1317"/>
                  </a:cubicBezTo>
                  <a:cubicBezTo>
                    <a:pt x="426" y="1256"/>
                    <a:pt x="547" y="922"/>
                    <a:pt x="547" y="557"/>
                  </a:cubicBezTo>
                  <a:cubicBezTo>
                    <a:pt x="547" y="230"/>
                    <a:pt x="474" y="1"/>
                    <a:pt x="349"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68"/>
            <p:cNvSpPr/>
            <p:nvPr/>
          </p:nvSpPr>
          <p:spPr>
            <a:xfrm>
              <a:off x="5391450" y="3022925"/>
              <a:ext cx="13700" cy="36000"/>
            </a:xfrm>
            <a:custGeom>
              <a:rect b="b" l="l" r="r" t="t"/>
              <a:pathLst>
                <a:path extrusionOk="0" h="1440" w="548">
                  <a:moveTo>
                    <a:pt x="316" y="1"/>
                  </a:moveTo>
                  <a:cubicBezTo>
                    <a:pt x="302" y="1"/>
                    <a:pt x="288" y="3"/>
                    <a:pt x="274" y="9"/>
                  </a:cubicBezTo>
                  <a:cubicBezTo>
                    <a:pt x="122" y="40"/>
                    <a:pt x="1" y="404"/>
                    <a:pt x="1" y="799"/>
                  </a:cubicBezTo>
                  <a:cubicBezTo>
                    <a:pt x="1" y="1174"/>
                    <a:pt x="83" y="1440"/>
                    <a:pt x="221" y="1440"/>
                  </a:cubicBezTo>
                  <a:cubicBezTo>
                    <a:pt x="228" y="1440"/>
                    <a:pt x="236" y="1439"/>
                    <a:pt x="244" y="1438"/>
                  </a:cubicBezTo>
                  <a:cubicBezTo>
                    <a:pt x="396" y="1377"/>
                    <a:pt x="548" y="1043"/>
                    <a:pt x="548" y="647"/>
                  </a:cubicBezTo>
                  <a:cubicBezTo>
                    <a:pt x="548" y="262"/>
                    <a:pt x="448" y="1"/>
                    <a:pt x="316"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68"/>
            <p:cNvSpPr/>
            <p:nvPr/>
          </p:nvSpPr>
          <p:spPr>
            <a:xfrm>
              <a:off x="5450725" y="3006375"/>
              <a:ext cx="14425" cy="38125"/>
            </a:xfrm>
            <a:custGeom>
              <a:rect b="b" l="l" r="r" t="t"/>
              <a:pathLst>
                <a:path extrusionOk="0" h="1525" w="577">
                  <a:moveTo>
                    <a:pt x="323" y="0"/>
                  </a:moveTo>
                  <a:cubicBezTo>
                    <a:pt x="317" y="0"/>
                    <a:pt x="311" y="1"/>
                    <a:pt x="304" y="2"/>
                  </a:cubicBezTo>
                  <a:cubicBezTo>
                    <a:pt x="152" y="33"/>
                    <a:pt x="0" y="428"/>
                    <a:pt x="0" y="823"/>
                  </a:cubicBezTo>
                  <a:cubicBezTo>
                    <a:pt x="0" y="1229"/>
                    <a:pt x="111" y="1524"/>
                    <a:pt x="253" y="1524"/>
                  </a:cubicBezTo>
                  <a:cubicBezTo>
                    <a:pt x="260" y="1524"/>
                    <a:pt x="267" y="1524"/>
                    <a:pt x="274" y="1522"/>
                  </a:cubicBezTo>
                  <a:cubicBezTo>
                    <a:pt x="426" y="1492"/>
                    <a:pt x="547" y="1157"/>
                    <a:pt x="547" y="732"/>
                  </a:cubicBezTo>
                  <a:cubicBezTo>
                    <a:pt x="577" y="324"/>
                    <a:pt x="466" y="0"/>
                    <a:pt x="32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68"/>
            <p:cNvSpPr/>
            <p:nvPr/>
          </p:nvSpPr>
          <p:spPr>
            <a:xfrm>
              <a:off x="5511525" y="2996550"/>
              <a:ext cx="13700" cy="40300"/>
            </a:xfrm>
            <a:custGeom>
              <a:rect b="b" l="l" r="r" t="t"/>
              <a:pathLst>
                <a:path extrusionOk="0" h="1612" w="548">
                  <a:moveTo>
                    <a:pt x="274" y="0"/>
                  </a:moveTo>
                  <a:cubicBezTo>
                    <a:pt x="122" y="31"/>
                    <a:pt x="0" y="395"/>
                    <a:pt x="0" y="851"/>
                  </a:cubicBezTo>
                  <a:cubicBezTo>
                    <a:pt x="0" y="1277"/>
                    <a:pt x="122" y="1611"/>
                    <a:pt x="274" y="1611"/>
                  </a:cubicBezTo>
                  <a:cubicBezTo>
                    <a:pt x="426" y="1581"/>
                    <a:pt x="547" y="1216"/>
                    <a:pt x="547" y="791"/>
                  </a:cubicBezTo>
                  <a:cubicBezTo>
                    <a:pt x="547" y="335"/>
                    <a:pt x="426" y="0"/>
                    <a:pt x="27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68"/>
            <p:cNvSpPr/>
            <p:nvPr/>
          </p:nvSpPr>
          <p:spPr>
            <a:xfrm>
              <a:off x="5571550" y="2994225"/>
              <a:ext cx="14450" cy="41100"/>
            </a:xfrm>
            <a:custGeom>
              <a:rect b="b" l="l" r="r" t="t"/>
              <a:pathLst>
                <a:path extrusionOk="0" h="1644" w="578">
                  <a:moveTo>
                    <a:pt x="288" y="0"/>
                  </a:moveTo>
                  <a:cubicBezTo>
                    <a:pt x="141" y="0"/>
                    <a:pt x="0" y="383"/>
                    <a:pt x="0" y="823"/>
                  </a:cubicBezTo>
                  <a:cubicBezTo>
                    <a:pt x="0" y="1248"/>
                    <a:pt x="152" y="1643"/>
                    <a:pt x="304" y="1643"/>
                  </a:cubicBezTo>
                  <a:cubicBezTo>
                    <a:pt x="456" y="1643"/>
                    <a:pt x="578" y="1279"/>
                    <a:pt x="578" y="823"/>
                  </a:cubicBezTo>
                  <a:cubicBezTo>
                    <a:pt x="578" y="367"/>
                    <a:pt x="426" y="2"/>
                    <a:pt x="304" y="2"/>
                  </a:cubicBezTo>
                  <a:cubicBezTo>
                    <a:pt x="299" y="1"/>
                    <a:pt x="293" y="0"/>
                    <a:pt x="288"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68"/>
            <p:cNvSpPr/>
            <p:nvPr/>
          </p:nvSpPr>
          <p:spPr>
            <a:xfrm>
              <a:off x="3152050" y="3137200"/>
              <a:ext cx="15225" cy="13625"/>
            </a:xfrm>
            <a:custGeom>
              <a:rect b="b" l="l" r="r" t="t"/>
              <a:pathLst>
                <a:path extrusionOk="0" h="545" w="609">
                  <a:moveTo>
                    <a:pt x="352" y="1"/>
                  </a:moveTo>
                  <a:cubicBezTo>
                    <a:pt x="284" y="1"/>
                    <a:pt x="213" y="28"/>
                    <a:pt x="152" y="89"/>
                  </a:cubicBezTo>
                  <a:cubicBezTo>
                    <a:pt x="0" y="241"/>
                    <a:pt x="92" y="514"/>
                    <a:pt x="335" y="545"/>
                  </a:cubicBezTo>
                  <a:cubicBezTo>
                    <a:pt x="487" y="545"/>
                    <a:pt x="608" y="423"/>
                    <a:pt x="608" y="271"/>
                  </a:cubicBezTo>
                  <a:cubicBezTo>
                    <a:pt x="608" y="109"/>
                    <a:pt x="487" y="1"/>
                    <a:pt x="352"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68"/>
            <p:cNvSpPr/>
            <p:nvPr/>
          </p:nvSpPr>
          <p:spPr>
            <a:xfrm>
              <a:off x="3216650" y="3139275"/>
              <a:ext cx="14450" cy="13200"/>
            </a:xfrm>
            <a:custGeom>
              <a:rect b="b" l="l" r="r" t="t"/>
              <a:pathLst>
                <a:path extrusionOk="0" h="528" w="578">
                  <a:moveTo>
                    <a:pt x="227" y="1"/>
                  </a:moveTo>
                  <a:cubicBezTo>
                    <a:pt x="98" y="1"/>
                    <a:pt x="0" y="113"/>
                    <a:pt x="0" y="249"/>
                  </a:cubicBezTo>
                  <a:cubicBezTo>
                    <a:pt x="0" y="401"/>
                    <a:pt x="122" y="522"/>
                    <a:pt x="274" y="522"/>
                  </a:cubicBezTo>
                  <a:cubicBezTo>
                    <a:pt x="289" y="526"/>
                    <a:pt x="305" y="527"/>
                    <a:pt x="320" y="527"/>
                  </a:cubicBezTo>
                  <a:cubicBezTo>
                    <a:pt x="450" y="527"/>
                    <a:pt x="550" y="415"/>
                    <a:pt x="578" y="279"/>
                  </a:cubicBezTo>
                  <a:cubicBezTo>
                    <a:pt x="547" y="127"/>
                    <a:pt x="426" y="6"/>
                    <a:pt x="274" y="6"/>
                  </a:cubicBezTo>
                  <a:cubicBezTo>
                    <a:pt x="258" y="2"/>
                    <a:pt x="242" y="1"/>
                    <a:pt x="227"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68"/>
            <p:cNvSpPr/>
            <p:nvPr/>
          </p:nvSpPr>
          <p:spPr>
            <a:xfrm>
              <a:off x="3279700" y="3144575"/>
              <a:ext cx="14475" cy="13100"/>
            </a:xfrm>
            <a:custGeom>
              <a:rect b="b" l="l" r="r" t="t"/>
              <a:pathLst>
                <a:path extrusionOk="0" h="524" w="579">
                  <a:moveTo>
                    <a:pt x="217" y="1"/>
                  </a:moveTo>
                  <a:cubicBezTo>
                    <a:pt x="93" y="1"/>
                    <a:pt x="1" y="87"/>
                    <a:pt x="1" y="219"/>
                  </a:cubicBezTo>
                  <a:cubicBezTo>
                    <a:pt x="1" y="371"/>
                    <a:pt x="122" y="493"/>
                    <a:pt x="274" y="523"/>
                  </a:cubicBezTo>
                  <a:cubicBezTo>
                    <a:pt x="426" y="523"/>
                    <a:pt x="548" y="432"/>
                    <a:pt x="578" y="280"/>
                  </a:cubicBezTo>
                  <a:cubicBezTo>
                    <a:pt x="548" y="128"/>
                    <a:pt x="426" y="6"/>
                    <a:pt x="274" y="6"/>
                  </a:cubicBezTo>
                  <a:cubicBezTo>
                    <a:pt x="255" y="2"/>
                    <a:pt x="236" y="1"/>
                    <a:pt x="217"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68"/>
            <p:cNvSpPr/>
            <p:nvPr/>
          </p:nvSpPr>
          <p:spPr>
            <a:xfrm>
              <a:off x="3342775" y="3152925"/>
              <a:ext cx="14475" cy="12475"/>
            </a:xfrm>
            <a:custGeom>
              <a:rect b="b" l="l" r="r" t="t"/>
              <a:pathLst>
                <a:path extrusionOk="0" h="499" w="579">
                  <a:moveTo>
                    <a:pt x="226" y="1"/>
                  </a:moveTo>
                  <a:cubicBezTo>
                    <a:pt x="116" y="1"/>
                    <a:pt x="1" y="87"/>
                    <a:pt x="1" y="220"/>
                  </a:cubicBezTo>
                  <a:cubicBezTo>
                    <a:pt x="1" y="371"/>
                    <a:pt x="122" y="493"/>
                    <a:pt x="305" y="493"/>
                  </a:cubicBezTo>
                  <a:cubicBezTo>
                    <a:pt x="325" y="497"/>
                    <a:pt x="344" y="499"/>
                    <a:pt x="363" y="499"/>
                  </a:cubicBezTo>
                  <a:cubicBezTo>
                    <a:pt x="487" y="499"/>
                    <a:pt x="578" y="416"/>
                    <a:pt x="578" y="311"/>
                  </a:cubicBezTo>
                  <a:cubicBezTo>
                    <a:pt x="548" y="128"/>
                    <a:pt x="426" y="37"/>
                    <a:pt x="274" y="7"/>
                  </a:cubicBezTo>
                  <a:cubicBezTo>
                    <a:pt x="259" y="3"/>
                    <a:pt x="242" y="1"/>
                    <a:pt x="226"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68"/>
            <p:cNvSpPr/>
            <p:nvPr/>
          </p:nvSpPr>
          <p:spPr>
            <a:xfrm>
              <a:off x="3405850" y="3163575"/>
              <a:ext cx="14475" cy="12050"/>
            </a:xfrm>
            <a:custGeom>
              <a:rect b="b" l="l" r="r" t="t"/>
              <a:pathLst>
                <a:path extrusionOk="0" h="482" w="579">
                  <a:moveTo>
                    <a:pt x="216" y="0"/>
                  </a:moveTo>
                  <a:cubicBezTo>
                    <a:pt x="92" y="0"/>
                    <a:pt x="1" y="83"/>
                    <a:pt x="1" y="189"/>
                  </a:cubicBezTo>
                  <a:cubicBezTo>
                    <a:pt x="31" y="341"/>
                    <a:pt x="153" y="462"/>
                    <a:pt x="304" y="462"/>
                  </a:cubicBezTo>
                  <a:cubicBezTo>
                    <a:pt x="337" y="475"/>
                    <a:pt x="368" y="481"/>
                    <a:pt x="397" y="481"/>
                  </a:cubicBezTo>
                  <a:cubicBezTo>
                    <a:pt x="503" y="481"/>
                    <a:pt x="578" y="399"/>
                    <a:pt x="578" y="280"/>
                  </a:cubicBezTo>
                  <a:cubicBezTo>
                    <a:pt x="548" y="128"/>
                    <a:pt x="426" y="37"/>
                    <a:pt x="274" y="6"/>
                  </a:cubicBezTo>
                  <a:cubicBezTo>
                    <a:pt x="254" y="2"/>
                    <a:pt x="235" y="0"/>
                    <a:pt x="216"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68"/>
            <p:cNvSpPr/>
            <p:nvPr/>
          </p:nvSpPr>
          <p:spPr>
            <a:xfrm>
              <a:off x="3468925" y="3175725"/>
              <a:ext cx="14450" cy="11725"/>
            </a:xfrm>
            <a:custGeom>
              <a:rect b="b" l="l" r="r" t="t"/>
              <a:pathLst>
                <a:path extrusionOk="0" h="469" w="578">
                  <a:moveTo>
                    <a:pt x="216" y="1"/>
                  </a:moveTo>
                  <a:cubicBezTo>
                    <a:pt x="92" y="1"/>
                    <a:pt x="0" y="83"/>
                    <a:pt x="0" y="189"/>
                  </a:cubicBezTo>
                  <a:cubicBezTo>
                    <a:pt x="31" y="311"/>
                    <a:pt x="152" y="432"/>
                    <a:pt x="304" y="463"/>
                  </a:cubicBezTo>
                  <a:cubicBezTo>
                    <a:pt x="325" y="467"/>
                    <a:pt x="345" y="469"/>
                    <a:pt x="364" y="469"/>
                  </a:cubicBezTo>
                  <a:cubicBezTo>
                    <a:pt x="487" y="469"/>
                    <a:pt x="578" y="390"/>
                    <a:pt x="578" y="311"/>
                  </a:cubicBezTo>
                  <a:cubicBezTo>
                    <a:pt x="548" y="159"/>
                    <a:pt x="426" y="37"/>
                    <a:pt x="274" y="7"/>
                  </a:cubicBezTo>
                  <a:cubicBezTo>
                    <a:pt x="254" y="3"/>
                    <a:pt x="235" y="1"/>
                    <a:pt x="216"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68"/>
            <p:cNvSpPr/>
            <p:nvPr/>
          </p:nvSpPr>
          <p:spPr>
            <a:xfrm>
              <a:off x="3532000" y="3189350"/>
              <a:ext cx="15075" cy="10300"/>
            </a:xfrm>
            <a:custGeom>
              <a:rect b="b" l="l" r="r" t="t"/>
              <a:pathLst>
                <a:path extrusionOk="0" h="412" w="603">
                  <a:moveTo>
                    <a:pt x="216" y="1"/>
                  </a:moveTo>
                  <a:cubicBezTo>
                    <a:pt x="84" y="1"/>
                    <a:pt x="0" y="60"/>
                    <a:pt x="0" y="161"/>
                  </a:cubicBezTo>
                  <a:cubicBezTo>
                    <a:pt x="31" y="252"/>
                    <a:pt x="152" y="373"/>
                    <a:pt x="304" y="404"/>
                  </a:cubicBezTo>
                  <a:cubicBezTo>
                    <a:pt x="336" y="409"/>
                    <a:pt x="367" y="412"/>
                    <a:pt x="395" y="412"/>
                  </a:cubicBezTo>
                  <a:cubicBezTo>
                    <a:pt x="525" y="412"/>
                    <a:pt x="603" y="357"/>
                    <a:pt x="578" y="282"/>
                  </a:cubicBezTo>
                  <a:cubicBezTo>
                    <a:pt x="578" y="161"/>
                    <a:pt x="456" y="39"/>
                    <a:pt x="304" y="9"/>
                  </a:cubicBezTo>
                  <a:cubicBezTo>
                    <a:pt x="273" y="4"/>
                    <a:pt x="243" y="1"/>
                    <a:pt x="216"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68"/>
            <p:cNvSpPr/>
            <p:nvPr/>
          </p:nvSpPr>
          <p:spPr>
            <a:xfrm>
              <a:off x="3595250" y="3203725"/>
              <a:ext cx="15025" cy="9275"/>
            </a:xfrm>
            <a:custGeom>
              <a:rect b="b" l="l" r="r" t="t"/>
              <a:pathLst>
                <a:path extrusionOk="0" h="371" w="601">
                  <a:moveTo>
                    <a:pt x="179" y="0"/>
                  </a:moveTo>
                  <a:cubicBezTo>
                    <a:pt x="66" y="0"/>
                    <a:pt x="0" y="40"/>
                    <a:pt x="23" y="133"/>
                  </a:cubicBezTo>
                  <a:cubicBezTo>
                    <a:pt x="23" y="224"/>
                    <a:pt x="145" y="315"/>
                    <a:pt x="327" y="346"/>
                  </a:cubicBezTo>
                  <a:cubicBezTo>
                    <a:pt x="370" y="363"/>
                    <a:pt x="410" y="370"/>
                    <a:pt x="446" y="370"/>
                  </a:cubicBezTo>
                  <a:cubicBezTo>
                    <a:pt x="538" y="370"/>
                    <a:pt x="601" y="320"/>
                    <a:pt x="601" y="254"/>
                  </a:cubicBezTo>
                  <a:cubicBezTo>
                    <a:pt x="571" y="133"/>
                    <a:pt x="449" y="42"/>
                    <a:pt x="297" y="11"/>
                  </a:cubicBezTo>
                  <a:cubicBezTo>
                    <a:pt x="254" y="4"/>
                    <a:pt x="214" y="0"/>
                    <a:pt x="179"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68"/>
            <p:cNvSpPr/>
            <p:nvPr/>
          </p:nvSpPr>
          <p:spPr>
            <a:xfrm>
              <a:off x="3658325" y="3217375"/>
              <a:ext cx="15025" cy="8200"/>
            </a:xfrm>
            <a:custGeom>
              <a:rect b="b" l="l" r="r" t="t"/>
              <a:pathLst>
                <a:path extrusionOk="0" h="328" w="601">
                  <a:moveTo>
                    <a:pt x="186" y="1"/>
                  </a:moveTo>
                  <a:cubicBezTo>
                    <a:pt x="80" y="1"/>
                    <a:pt x="1" y="35"/>
                    <a:pt x="23" y="104"/>
                  </a:cubicBezTo>
                  <a:cubicBezTo>
                    <a:pt x="23" y="195"/>
                    <a:pt x="175" y="286"/>
                    <a:pt x="327" y="316"/>
                  </a:cubicBezTo>
                  <a:cubicBezTo>
                    <a:pt x="365" y="324"/>
                    <a:pt x="401" y="328"/>
                    <a:pt x="434" y="328"/>
                  </a:cubicBezTo>
                  <a:cubicBezTo>
                    <a:pt x="532" y="328"/>
                    <a:pt x="601" y="294"/>
                    <a:pt x="601" y="225"/>
                  </a:cubicBezTo>
                  <a:cubicBezTo>
                    <a:pt x="601" y="134"/>
                    <a:pt x="449" y="43"/>
                    <a:pt x="297" y="12"/>
                  </a:cubicBezTo>
                  <a:cubicBezTo>
                    <a:pt x="259" y="5"/>
                    <a:pt x="221" y="1"/>
                    <a:pt x="186"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68"/>
            <p:cNvSpPr/>
            <p:nvPr/>
          </p:nvSpPr>
          <p:spPr>
            <a:xfrm>
              <a:off x="3721975" y="3230300"/>
              <a:ext cx="14450" cy="7450"/>
            </a:xfrm>
            <a:custGeom>
              <a:rect b="b" l="l" r="r" t="t"/>
              <a:pathLst>
                <a:path extrusionOk="0" h="298" w="578">
                  <a:moveTo>
                    <a:pt x="167" y="1"/>
                  </a:moveTo>
                  <a:cubicBezTo>
                    <a:pt x="69" y="1"/>
                    <a:pt x="0" y="35"/>
                    <a:pt x="0" y="103"/>
                  </a:cubicBezTo>
                  <a:cubicBezTo>
                    <a:pt x="0" y="194"/>
                    <a:pt x="152" y="255"/>
                    <a:pt x="304" y="286"/>
                  </a:cubicBezTo>
                  <a:cubicBezTo>
                    <a:pt x="345" y="294"/>
                    <a:pt x="383" y="298"/>
                    <a:pt x="418" y="298"/>
                  </a:cubicBezTo>
                  <a:cubicBezTo>
                    <a:pt x="513" y="298"/>
                    <a:pt x="578" y="269"/>
                    <a:pt x="578" y="225"/>
                  </a:cubicBezTo>
                  <a:cubicBezTo>
                    <a:pt x="578" y="134"/>
                    <a:pt x="426" y="42"/>
                    <a:pt x="274" y="12"/>
                  </a:cubicBezTo>
                  <a:cubicBezTo>
                    <a:pt x="236" y="4"/>
                    <a:pt x="200" y="1"/>
                    <a:pt x="167"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68"/>
            <p:cNvSpPr/>
            <p:nvPr/>
          </p:nvSpPr>
          <p:spPr>
            <a:xfrm>
              <a:off x="3785025" y="3242450"/>
              <a:ext cx="15100" cy="6600"/>
            </a:xfrm>
            <a:custGeom>
              <a:rect b="b" l="l" r="r" t="t"/>
              <a:pathLst>
                <a:path extrusionOk="0" h="264" w="604">
                  <a:moveTo>
                    <a:pt x="161" y="1"/>
                  </a:moveTo>
                  <a:cubicBezTo>
                    <a:pt x="66" y="1"/>
                    <a:pt x="1" y="29"/>
                    <a:pt x="1" y="73"/>
                  </a:cubicBezTo>
                  <a:cubicBezTo>
                    <a:pt x="31" y="134"/>
                    <a:pt x="153" y="225"/>
                    <a:pt x="305" y="256"/>
                  </a:cubicBezTo>
                  <a:cubicBezTo>
                    <a:pt x="333" y="261"/>
                    <a:pt x="361" y="264"/>
                    <a:pt x="387" y="264"/>
                  </a:cubicBezTo>
                  <a:cubicBezTo>
                    <a:pt x="507" y="264"/>
                    <a:pt x="603" y="214"/>
                    <a:pt x="579" y="164"/>
                  </a:cubicBezTo>
                  <a:cubicBezTo>
                    <a:pt x="579" y="104"/>
                    <a:pt x="427" y="12"/>
                    <a:pt x="275" y="12"/>
                  </a:cubicBezTo>
                  <a:cubicBezTo>
                    <a:pt x="234" y="4"/>
                    <a:pt x="195" y="1"/>
                    <a:pt x="161"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68"/>
            <p:cNvSpPr/>
            <p:nvPr/>
          </p:nvSpPr>
          <p:spPr>
            <a:xfrm>
              <a:off x="3848100" y="3251875"/>
              <a:ext cx="15225" cy="6100"/>
            </a:xfrm>
            <a:custGeom>
              <a:rect b="b" l="l" r="r" t="t"/>
              <a:pathLst>
                <a:path extrusionOk="0" h="244" w="609">
                  <a:moveTo>
                    <a:pt x="274" y="0"/>
                  </a:moveTo>
                  <a:cubicBezTo>
                    <a:pt x="122" y="0"/>
                    <a:pt x="1" y="31"/>
                    <a:pt x="1" y="91"/>
                  </a:cubicBezTo>
                  <a:cubicBezTo>
                    <a:pt x="31" y="152"/>
                    <a:pt x="153" y="213"/>
                    <a:pt x="305" y="243"/>
                  </a:cubicBezTo>
                  <a:cubicBezTo>
                    <a:pt x="487" y="243"/>
                    <a:pt x="609" y="213"/>
                    <a:pt x="578" y="152"/>
                  </a:cubicBezTo>
                  <a:cubicBezTo>
                    <a:pt x="578" y="91"/>
                    <a:pt x="426" y="31"/>
                    <a:pt x="27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68"/>
            <p:cNvSpPr/>
            <p:nvPr/>
          </p:nvSpPr>
          <p:spPr>
            <a:xfrm>
              <a:off x="3911375" y="3259175"/>
              <a:ext cx="15025" cy="5175"/>
            </a:xfrm>
            <a:custGeom>
              <a:rect b="b" l="l" r="r" t="t"/>
              <a:pathLst>
                <a:path extrusionOk="0" h="207" w="601">
                  <a:moveTo>
                    <a:pt x="153" y="0"/>
                  </a:moveTo>
                  <a:cubicBezTo>
                    <a:pt x="60" y="0"/>
                    <a:pt x="1" y="28"/>
                    <a:pt x="23" y="73"/>
                  </a:cubicBezTo>
                  <a:cubicBezTo>
                    <a:pt x="23" y="134"/>
                    <a:pt x="145" y="195"/>
                    <a:pt x="327" y="195"/>
                  </a:cubicBezTo>
                  <a:cubicBezTo>
                    <a:pt x="368" y="203"/>
                    <a:pt x="406" y="206"/>
                    <a:pt x="441" y="206"/>
                  </a:cubicBezTo>
                  <a:cubicBezTo>
                    <a:pt x="535" y="206"/>
                    <a:pt x="601" y="178"/>
                    <a:pt x="601" y="134"/>
                  </a:cubicBezTo>
                  <a:cubicBezTo>
                    <a:pt x="570" y="73"/>
                    <a:pt x="449" y="12"/>
                    <a:pt x="266" y="12"/>
                  </a:cubicBezTo>
                  <a:cubicBezTo>
                    <a:pt x="226" y="4"/>
                    <a:pt x="187" y="0"/>
                    <a:pt x="15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68"/>
            <p:cNvSpPr/>
            <p:nvPr/>
          </p:nvSpPr>
          <p:spPr>
            <a:xfrm>
              <a:off x="3974400" y="3263050"/>
              <a:ext cx="15075" cy="4800"/>
            </a:xfrm>
            <a:custGeom>
              <a:rect b="b" l="l" r="r" t="t"/>
              <a:pathLst>
                <a:path extrusionOk="0" h="192" w="603">
                  <a:moveTo>
                    <a:pt x="185" y="1"/>
                  </a:moveTo>
                  <a:cubicBezTo>
                    <a:pt x="75" y="1"/>
                    <a:pt x="0" y="45"/>
                    <a:pt x="25" y="70"/>
                  </a:cubicBezTo>
                  <a:cubicBezTo>
                    <a:pt x="25" y="131"/>
                    <a:pt x="177" y="191"/>
                    <a:pt x="329" y="191"/>
                  </a:cubicBezTo>
                  <a:cubicBezTo>
                    <a:pt x="481" y="191"/>
                    <a:pt x="602" y="161"/>
                    <a:pt x="602" y="100"/>
                  </a:cubicBezTo>
                  <a:cubicBezTo>
                    <a:pt x="572" y="40"/>
                    <a:pt x="450" y="9"/>
                    <a:pt x="268" y="9"/>
                  </a:cubicBezTo>
                  <a:cubicBezTo>
                    <a:pt x="239" y="3"/>
                    <a:pt x="211" y="1"/>
                    <a:pt x="18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68"/>
            <p:cNvSpPr/>
            <p:nvPr/>
          </p:nvSpPr>
          <p:spPr>
            <a:xfrm>
              <a:off x="4035050" y="3263275"/>
              <a:ext cx="12925" cy="5325"/>
            </a:xfrm>
            <a:custGeom>
              <a:rect b="b" l="l" r="r" t="t"/>
              <a:pathLst>
                <a:path extrusionOk="0" h="213" w="517">
                  <a:moveTo>
                    <a:pt x="243" y="0"/>
                  </a:moveTo>
                  <a:cubicBezTo>
                    <a:pt x="91" y="0"/>
                    <a:pt x="0" y="61"/>
                    <a:pt x="31" y="122"/>
                  </a:cubicBezTo>
                  <a:cubicBezTo>
                    <a:pt x="31" y="152"/>
                    <a:pt x="152" y="213"/>
                    <a:pt x="274" y="213"/>
                  </a:cubicBezTo>
                  <a:cubicBezTo>
                    <a:pt x="426" y="213"/>
                    <a:pt x="517" y="152"/>
                    <a:pt x="517" y="122"/>
                  </a:cubicBezTo>
                  <a:cubicBezTo>
                    <a:pt x="487" y="61"/>
                    <a:pt x="365" y="0"/>
                    <a:pt x="24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68"/>
            <p:cNvSpPr/>
            <p:nvPr/>
          </p:nvSpPr>
          <p:spPr>
            <a:xfrm>
              <a:off x="4089000" y="3263050"/>
              <a:ext cx="12175" cy="4800"/>
            </a:xfrm>
            <a:custGeom>
              <a:rect b="b" l="l" r="r" t="t"/>
              <a:pathLst>
                <a:path extrusionOk="0" h="192" w="487">
                  <a:moveTo>
                    <a:pt x="296" y="1"/>
                  </a:moveTo>
                  <a:cubicBezTo>
                    <a:pt x="270" y="1"/>
                    <a:pt x="242" y="3"/>
                    <a:pt x="213" y="9"/>
                  </a:cubicBezTo>
                  <a:cubicBezTo>
                    <a:pt x="91" y="9"/>
                    <a:pt x="0" y="40"/>
                    <a:pt x="0" y="100"/>
                  </a:cubicBezTo>
                  <a:cubicBezTo>
                    <a:pt x="0" y="161"/>
                    <a:pt x="122" y="191"/>
                    <a:pt x="274" y="191"/>
                  </a:cubicBezTo>
                  <a:cubicBezTo>
                    <a:pt x="395" y="191"/>
                    <a:pt x="487" y="131"/>
                    <a:pt x="487" y="70"/>
                  </a:cubicBezTo>
                  <a:cubicBezTo>
                    <a:pt x="487" y="45"/>
                    <a:pt x="407" y="1"/>
                    <a:pt x="296"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68"/>
            <p:cNvSpPr/>
            <p:nvPr/>
          </p:nvSpPr>
          <p:spPr>
            <a:xfrm>
              <a:off x="4143700" y="3260775"/>
              <a:ext cx="12200" cy="4800"/>
            </a:xfrm>
            <a:custGeom>
              <a:rect b="b" l="l" r="r" t="t"/>
              <a:pathLst>
                <a:path extrusionOk="0" h="192" w="488">
                  <a:moveTo>
                    <a:pt x="313" y="1"/>
                  </a:moveTo>
                  <a:cubicBezTo>
                    <a:pt x="290" y="1"/>
                    <a:pt x="267" y="3"/>
                    <a:pt x="244" y="9"/>
                  </a:cubicBezTo>
                  <a:cubicBezTo>
                    <a:pt x="92" y="9"/>
                    <a:pt x="1" y="39"/>
                    <a:pt x="1" y="100"/>
                  </a:cubicBezTo>
                  <a:cubicBezTo>
                    <a:pt x="1" y="161"/>
                    <a:pt x="122" y="191"/>
                    <a:pt x="244" y="191"/>
                  </a:cubicBezTo>
                  <a:cubicBezTo>
                    <a:pt x="396" y="191"/>
                    <a:pt x="487" y="131"/>
                    <a:pt x="487" y="70"/>
                  </a:cubicBezTo>
                  <a:cubicBezTo>
                    <a:pt x="487" y="45"/>
                    <a:pt x="408" y="1"/>
                    <a:pt x="31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68"/>
            <p:cNvSpPr/>
            <p:nvPr/>
          </p:nvSpPr>
          <p:spPr>
            <a:xfrm>
              <a:off x="4198425" y="3256900"/>
              <a:ext cx="12925" cy="4875"/>
            </a:xfrm>
            <a:custGeom>
              <a:rect b="b" l="l" r="r" t="t"/>
              <a:pathLst>
                <a:path extrusionOk="0" h="195" w="517">
                  <a:moveTo>
                    <a:pt x="357" y="0"/>
                  </a:moveTo>
                  <a:cubicBezTo>
                    <a:pt x="323" y="0"/>
                    <a:pt x="284" y="4"/>
                    <a:pt x="243" y="12"/>
                  </a:cubicBezTo>
                  <a:cubicBezTo>
                    <a:pt x="91" y="12"/>
                    <a:pt x="0" y="73"/>
                    <a:pt x="0" y="103"/>
                  </a:cubicBezTo>
                  <a:cubicBezTo>
                    <a:pt x="0" y="164"/>
                    <a:pt x="122" y="194"/>
                    <a:pt x="243" y="194"/>
                  </a:cubicBezTo>
                  <a:cubicBezTo>
                    <a:pt x="395" y="194"/>
                    <a:pt x="517" y="134"/>
                    <a:pt x="517" y="73"/>
                  </a:cubicBezTo>
                  <a:cubicBezTo>
                    <a:pt x="517" y="28"/>
                    <a:pt x="452" y="0"/>
                    <a:pt x="357"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68"/>
            <p:cNvSpPr/>
            <p:nvPr/>
          </p:nvSpPr>
          <p:spPr>
            <a:xfrm>
              <a:off x="4253900" y="3252625"/>
              <a:ext cx="12175" cy="5350"/>
            </a:xfrm>
            <a:custGeom>
              <a:rect b="b" l="l" r="r" t="t"/>
              <a:pathLst>
                <a:path extrusionOk="0" h="214" w="487">
                  <a:moveTo>
                    <a:pt x="243" y="1"/>
                  </a:moveTo>
                  <a:cubicBezTo>
                    <a:pt x="122" y="31"/>
                    <a:pt x="0" y="61"/>
                    <a:pt x="0" y="122"/>
                  </a:cubicBezTo>
                  <a:cubicBezTo>
                    <a:pt x="0" y="183"/>
                    <a:pt x="91" y="213"/>
                    <a:pt x="243" y="213"/>
                  </a:cubicBezTo>
                  <a:cubicBezTo>
                    <a:pt x="365" y="213"/>
                    <a:pt x="486" y="153"/>
                    <a:pt x="486" y="92"/>
                  </a:cubicBezTo>
                  <a:cubicBezTo>
                    <a:pt x="486" y="31"/>
                    <a:pt x="395" y="1"/>
                    <a:pt x="24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68"/>
            <p:cNvSpPr/>
            <p:nvPr/>
          </p:nvSpPr>
          <p:spPr>
            <a:xfrm>
              <a:off x="4309375" y="3247775"/>
              <a:ext cx="12925" cy="5625"/>
            </a:xfrm>
            <a:custGeom>
              <a:rect b="b" l="l" r="r" t="t"/>
              <a:pathLst>
                <a:path extrusionOk="0" h="225" w="517">
                  <a:moveTo>
                    <a:pt x="369" y="0"/>
                  </a:moveTo>
                  <a:cubicBezTo>
                    <a:pt x="339" y="0"/>
                    <a:pt x="306" y="4"/>
                    <a:pt x="274" y="12"/>
                  </a:cubicBezTo>
                  <a:cubicBezTo>
                    <a:pt x="122" y="12"/>
                    <a:pt x="0" y="73"/>
                    <a:pt x="0" y="134"/>
                  </a:cubicBezTo>
                  <a:cubicBezTo>
                    <a:pt x="0" y="195"/>
                    <a:pt x="91" y="225"/>
                    <a:pt x="243" y="225"/>
                  </a:cubicBezTo>
                  <a:cubicBezTo>
                    <a:pt x="365" y="195"/>
                    <a:pt x="486" y="134"/>
                    <a:pt x="517" y="73"/>
                  </a:cubicBezTo>
                  <a:cubicBezTo>
                    <a:pt x="517" y="28"/>
                    <a:pt x="452" y="0"/>
                    <a:pt x="369"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68"/>
            <p:cNvSpPr/>
            <p:nvPr/>
          </p:nvSpPr>
          <p:spPr>
            <a:xfrm>
              <a:off x="4364825" y="3242000"/>
              <a:ext cx="13725" cy="6100"/>
            </a:xfrm>
            <a:custGeom>
              <a:rect b="b" l="l" r="r" t="t"/>
              <a:pathLst>
                <a:path extrusionOk="0" h="244" w="549">
                  <a:moveTo>
                    <a:pt x="274" y="0"/>
                  </a:moveTo>
                  <a:cubicBezTo>
                    <a:pt x="153" y="30"/>
                    <a:pt x="31" y="91"/>
                    <a:pt x="1" y="152"/>
                  </a:cubicBezTo>
                  <a:cubicBezTo>
                    <a:pt x="1" y="213"/>
                    <a:pt x="92" y="243"/>
                    <a:pt x="244" y="243"/>
                  </a:cubicBezTo>
                  <a:cubicBezTo>
                    <a:pt x="366" y="213"/>
                    <a:pt x="518" y="152"/>
                    <a:pt x="518" y="91"/>
                  </a:cubicBezTo>
                  <a:cubicBezTo>
                    <a:pt x="548" y="30"/>
                    <a:pt x="426" y="0"/>
                    <a:pt x="27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68"/>
            <p:cNvSpPr/>
            <p:nvPr/>
          </p:nvSpPr>
          <p:spPr>
            <a:xfrm>
              <a:off x="4420300" y="3236675"/>
              <a:ext cx="13700" cy="6100"/>
            </a:xfrm>
            <a:custGeom>
              <a:rect b="b" l="l" r="r" t="t"/>
              <a:pathLst>
                <a:path extrusionOk="0" h="244" w="548">
                  <a:moveTo>
                    <a:pt x="305" y="0"/>
                  </a:moveTo>
                  <a:cubicBezTo>
                    <a:pt x="153" y="31"/>
                    <a:pt x="31" y="91"/>
                    <a:pt x="31" y="152"/>
                  </a:cubicBezTo>
                  <a:cubicBezTo>
                    <a:pt x="1" y="213"/>
                    <a:pt x="92" y="243"/>
                    <a:pt x="244" y="243"/>
                  </a:cubicBezTo>
                  <a:cubicBezTo>
                    <a:pt x="366" y="213"/>
                    <a:pt x="518" y="183"/>
                    <a:pt x="518" y="91"/>
                  </a:cubicBezTo>
                  <a:cubicBezTo>
                    <a:pt x="548" y="31"/>
                    <a:pt x="426" y="0"/>
                    <a:pt x="30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68"/>
            <p:cNvSpPr/>
            <p:nvPr/>
          </p:nvSpPr>
          <p:spPr>
            <a:xfrm>
              <a:off x="4475775" y="3231150"/>
              <a:ext cx="13700" cy="5550"/>
            </a:xfrm>
            <a:custGeom>
              <a:rect b="b" l="l" r="r" t="t"/>
              <a:pathLst>
                <a:path extrusionOk="0" h="222" w="548">
                  <a:moveTo>
                    <a:pt x="382" y="0"/>
                  </a:moveTo>
                  <a:cubicBezTo>
                    <a:pt x="358" y="0"/>
                    <a:pt x="333" y="3"/>
                    <a:pt x="305" y="8"/>
                  </a:cubicBezTo>
                  <a:cubicBezTo>
                    <a:pt x="183" y="8"/>
                    <a:pt x="31" y="69"/>
                    <a:pt x="31" y="130"/>
                  </a:cubicBezTo>
                  <a:cubicBezTo>
                    <a:pt x="1" y="191"/>
                    <a:pt x="92" y="221"/>
                    <a:pt x="244" y="221"/>
                  </a:cubicBezTo>
                  <a:cubicBezTo>
                    <a:pt x="365" y="221"/>
                    <a:pt x="517" y="160"/>
                    <a:pt x="548" y="100"/>
                  </a:cubicBezTo>
                  <a:cubicBezTo>
                    <a:pt x="548" y="50"/>
                    <a:pt x="487" y="0"/>
                    <a:pt x="382"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68"/>
            <p:cNvSpPr/>
            <p:nvPr/>
          </p:nvSpPr>
          <p:spPr>
            <a:xfrm>
              <a:off x="4531250" y="3225825"/>
              <a:ext cx="13700" cy="6300"/>
            </a:xfrm>
            <a:custGeom>
              <a:rect b="b" l="l" r="r" t="t"/>
              <a:pathLst>
                <a:path extrusionOk="0" h="252" w="548">
                  <a:moveTo>
                    <a:pt x="398" y="1"/>
                  </a:moveTo>
                  <a:cubicBezTo>
                    <a:pt x="379" y="1"/>
                    <a:pt x="357" y="3"/>
                    <a:pt x="335" y="9"/>
                  </a:cubicBezTo>
                  <a:cubicBezTo>
                    <a:pt x="183" y="9"/>
                    <a:pt x="61" y="70"/>
                    <a:pt x="31" y="161"/>
                  </a:cubicBezTo>
                  <a:cubicBezTo>
                    <a:pt x="1" y="221"/>
                    <a:pt x="92" y="252"/>
                    <a:pt x="244" y="252"/>
                  </a:cubicBezTo>
                  <a:cubicBezTo>
                    <a:pt x="365" y="252"/>
                    <a:pt x="457" y="191"/>
                    <a:pt x="548" y="100"/>
                  </a:cubicBezTo>
                  <a:cubicBezTo>
                    <a:pt x="548" y="50"/>
                    <a:pt x="487" y="1"/>
                    <a:pt x="398"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68"/>
            <p:cNvSpPr/>
            <p:nvPr/>
          </p:nvSpPr>
          <p:spPr>
            <a:xfrm>
              <a:off x="4586725" y="3221475"/>
              <a:ext cx="13700" cy="6100"/>
            </a:xfrm>
            <a:custGeom>
              <a:rect b="b" l="l" r="r" t="t"/>
              <a:pathLst>
                <a:path extrusionOk="0" h="244" w="548">
                  <a:moveTo>
                    <a:pt x="335" y="0"/>
                  </a:moveTo>
                  <a:cubicBezTo>
                    <a:pt x="213" y="0"/>
                    <a:pt x="92" y="61"/>
                    <a:pt x="31" y="152"/>
                  </a:cubicBezTo>
                  <a:cubicBezTo>
                    <a:pt x="0" y="213"/>
                    <a:pt x="92" y="244"/>
                    <a:pt x="213" y="244"/>
                  </a:cubicBezTo>
                  <a:cubicBezTo>
                    <a:pt x="335" y="244"/>
                    <a:pt x="456" y="213"/>
                    <a:pt x="517" y="122"/>
                  </a:cubicBezTo>
                  <a:cubicBezTo>
                    <a:pt x="548" y="31"/>
                    <a:pt x="456" y="0"/>
                    <a:pt x="33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68"/>
            <p:cNvSpPr/>
            <p:nvPr/>
          </p:nvSpPr>
          <p:spPr>
            <a:xfrm>
              <a:off x="4641425" y="3217675"/>
              <a:ext cx="14475" cy="6850"/>
            </a:xfrm>
            <a:custGeom>
              <a:rect b="b" l="l" r="r" t="t"/>
              <a:pathLst>
                <a:path extrusionOk="0" h="274" w="579">
                  <a:moveTo>
                    <a:pt x="335" y="0"/>
                  </a:moveTo>
                  <a:cubicBezTo>
                    <a:pt x="214" y="0"/>
                    <a:pt x="123" y="61"/>
                    <a:pt x="31" y="152"/>
                  </a:cubicBezTo>
                  <a:cubicBezTo>
                    <a:pt x="1" y="244"/>
                    <a:pt x="92" y="274"/>
                    <a:pt x="214" y="274"/>
                  </a:cubicBezTo>
                  <a:cubicBezTo>
                    <a:pt x="335" y="274"/>
                    <a:pt x="457" y="213"/>
                    <a:pt x="548" y="122"/>
                  </a:cubicBezTo>
                  <a:cubicBezTo>
                    <a:pt x="578" y="61"/>
                    <a:pt x="487" y="0"/>
                    <a:pt x="33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68"/>
            <p:cNvSpPr/>
            <p:nvPr/>
          </p:nvSpPr>
          <p:spPr>
            <a:xfrm>
              <a:off x="4696150" y="3215950"/>
              <a:ext cx="13700" cy="6300"/>
            </a:xfrm>
            <a:custGeom>
              <a:rect b="b" l="l" r="r" t="t"/>
              <a:pathLst>
                <a:path extrusionOk="0" h="252" w="548">
                  <a:moveTo>
                    <a:pt x="271" y="1"/>
                  </a:moveTo>
                  <a:cubicBezTo>
                    <a:pt x="172" y="1"/>
                    <a:pt x="81" y="55"/>
                    <a:pt x="31" y="130"/>
                  </a:cubicBezTo>
                  <a:cubicBezTo>
                    <a:pt x="0" y="191"/>
                    <a:pt x="61" y="252"/>
                    <a:pt x="213" y="252"/>
                  </a:cubicBezTo>
                  <a:cubicBezTo>
                    <a:pt x="335" y="252"/>
                    <a:pt x="426" y="221"/>
                    <a:pt x="517" y="130"/>
                  </a:cubicBezTo>
                  <a:cubicBezTo>
                    <a:pt x="548" y="39"/>
                    <a:pt x="487" y="9"/>
                    <a:pt x="335" y="9"/>
                  </a:cubicBezTo>
                  <a:cubicBezTo>
                    <a:pt x="313" y="3"/>
                    <a:pt x="292" y="1"/>
                    <a:pt x="271"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68"/>
            <p:cNvSpPr/>
            <p:nvPr/>
          </p:nvSpPr>
          <p:spPr>
            <a:xfrm>
              <a:off x="4749350" y="3215200"/>
              <a:ext cx="14450" cy="6300"/>
            </a:xfrm>
            <a:custGeom>
              <a:rect b="b" l="l" r="r" t="t"/>
              <a:pathLst>
                <a:path extrusionOk="0" h="252" w="578">
                  <a:moveTo>
                    <a:pt x="301" y="0"/>
                  </a:moveTo>
                  <a:cubicBezTo>
                    <a:pt x="202" y="0"/>
                    <a:pt x="111" y="55"/>
                    <a:pt x="61" y="130"/>
                  </a:cubicBezTo>
                  <a:cubicBezTo>
                    <a:pt x="0" y="191"/>
                    <a:pt x="91" y="251"/>
                    <a:pt x="213" y="251"/>
                  </a:cubicBezTo>
                  <a:cubicBezTo>
                    <a:pt x="334" y="251"/>
                    <a:pt x="456" y="221"/>
                    <a:pt x="547" y="130"/>
                  </a:cubicBezTo>
                  <a:cubicBezTo>
                    <a:pt x="578" y="69"/>
                    <a:pt x="517" y="8"/>
                    <a:pt x="365" y="8"/>
                  </a:cubicBezTo>
                  <a:cubicBezTo>
                    <a:pt x="343" y="3"/>
                    <a:pt x="322" y="0"/>
                    <a:pt x="30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68"/>
            <p:cNvSpPr/>
            <p:nvPr/>
          </p:nvSpPr>
          <p:spPr>
            <a:xfrm>
              <a:off x="4806600" y="3213100"/>
              <a:ext cx="15725" cy="7075"/>
            </a:xfrm>
            <a:custGeom>
              <a:rect b="b" l="l" r="r" t="t"/>
              <a:pathLst>
                <a:path extrusionOk="0" h="283" w="629">
                  <a:moveTo>
                    <a:pt x="385" y="1"/>
                  </a:moveTo>
                  <a:cubicBezTo>
                    <a:pt x="263" y="1"/>
                    <a:pt x="142" y="62"/>
                    <a:pt x="51" y="153"/>
                  </a:cubicBezTo>
                  <a:cubicBezTo>
                    <a:pt x="1" y="228"/>
                    <a:pt x="53" y="282"/>
                    <a:pt x="158" y="282"/>
                  </a:cubicBezTo>
                  <a:cubicBezTo>
                    <a:pt x="181" y="282"/>
                    <a:pt x="206" y="280"/>
                    <a:pt x="233" y="275"/>
                  </a:cubicBezTo>
                  <a:cubicBezTo>
                    <a:pt x="385" y="275"/>
                    <a:pt x="507" y="214"/>
                    <a:pt x="598" y="92"/>
                  </a:cubicBezTo>
                  <a:cubicBezTo>
                    <a:pt x="628" y="1"/>
                    <a:pt x="537" y="1"/>
                    <a:pt x="38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68"/>
            <p:cNvSpPr/>
            <p:nvPr/>
          </p:nvSpPr>
          <p:spPr>
            <a:xfrm>
              <a:off x="4866725" y="3199575"/>
              <a:ext cx="15200" cy="10025"/>
            </a:xfrm>
            <a:custGeom>
              <a:rect b="b" l="l" r="r" t="t"/>
              <a:pathLst>
                <a:path extrusionOk="0" h="401" w="608">
                  <a:moveTo>
                    <a:pt x="492" y="1"/>
                  </a:moveTo>
                  <a:cubicBezTo>
                    <a:pt x="461" y="1"/>
                    <a:pt x="424" y="8"/>
                    <a:pt x="381" y="25"/>
                  </a:cubicBezTo>
                  <a:cubicBezTo>
                    <a:pt x="229" y="56"/>
                    <a:pt x="108" y="147"/>
                    <a:pt x="47" y="268"/>
                  </a:cubicBezTo>
                  <a:cubicBezTo>
                    <a:pt x="0" y="361"/>
                    <a:pt x="43" y="401"/>
                    <a:pt x="133" y="401"/>
                  </a:cubicBezTo>
                  <a:cubicBezTo>
                    <a:pt x="161" y="401"/>
                    <a:pt x="193" y="397"/>
                    <a:pt x="229" y="390"/>
                  </a:cubicBezTo>
                  <a:cubicBezTo>
                    <a:pt x="381" y="329"/>
                    <a:pt x="503" y="238"/>
                    <a:pt x="564" y="116"/>
                  </a:cubicBezTo>
                  <a:cubicBezTo>
                    <a:pt x="607" y="51"/>
                    <a:pt x="572" y="1"/>
                    <a:pt x="492"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68"/>
            <p:cNvSpPr/>
            <p:nvPr/>
          </p:nvSpPr>
          <p:spPr>
            <a:xfrm>
              <a:off x="4926050" y="3177550"/>
              <a:ext cx="14600" cy="12625"/>
            </a:xfrm>
            <a:custGeom>
              <a:rect b="b" l="l" r="r" t="t"/>
              <a:pathLst>
                <a:path extrusionOk="0" h="505" w="584">
                  <a:moveTo>
                    <a:pt x="469" y="1"/>
                  </a:moveTo>
                  <a:cubicBezTo>
                    <a:pt x="442" y="1"/>
                    <a:pt x="412" y="9"/>
                    <a:pt x="379" y="25"/>
                  </a:cubicBezTo>
                  <a:cubicBezTo>
                    <a:pt x="227" y="86"/>
                    <a:pt x="106" y="207"/>
                    <a:pt x="45" y="359"/>
                  </a:cubicBezTo>
                  <a:cubicBezTo>
                    <a:pt x="0" y="448"/>
                    <a:pt x="53" y="505"/>
                    <a:pt x="133" y="505"/>
                  </a:cubicBezTo>
                  <a:cubicBezTo>
                    <a:pt x="162" y="505"/>
                    <a:pt x="195" y="497"/>
                    <a:pt x="227" y="481"/>
                  </a:cubicBezTo>
                  <a:cubicBezTo>
                    <a:pt x="379" y="420"/>
                    <a:pt x="501" y="298"/>
                    <a:pt x="561" y="146"/>
                  </a:cubicBezTo>
                  <a:cubicBezTo>
                    <a:pt x="584" y="57"/>
                    <a:pt x="541" y="1"/>
                    <a:pt x="469"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68"/>
            <p:cNvSpPr/>
            <p:nvPr/>
          </p:nvSpPr>
          <p:spPr>
            <a:xfrm>
              <a:off x="4985125" y="3148225"/>
              <a:ext cx="14775" cy="15675"/>
            </a:xfrm>
            <a:custGeom>
              <a:rect b="b" l="l" r="r" t="t"/>
              <a:pathLst>
                <a:path extrusionOk="0" h="627" w="591">
                  <a:moveTo>
                    <a:pt x="478" y="1"/>
                  </a:moveTo>
                  <a:cubicBezTo>
                    <a:pt x="445" y="1"/>
                    <a:pt x="404" y="15"/>
                    <a:pt x="357" y="43"/>
                  </a:cubicBezTo>
                  <a:cubicBezTo>
                    <a:pt x="205" y="134"/>
                    <a:pt x="83" y="286"/>
                    <a:pt x="22" y="468"/>
                  </a:cubicBezTo>
                  <a:cubicBezTo>
                    <a:pt x="0" y="555"/>
                    <a:pt x="41" y="627"/>
                    <a:pt x="122" y="627"/>
                  </a:cubicBezTo>
                  <a:cubicBezTo>
                    <a:pt x="154" y="627"/>
                    <a:pt x="192" y="616"/>
                    <a:pt x="235" y="590"/>
                  </a:cubicBezTo>
                  <a:cubicBezTo>
                    <a:pt x="387" y="499"/>
                    <a:pt x="509" y="347"/>
                    <a:pt x="569" y="195"/>
                  </a:cubicBezTo>
                  <a:cubicBezTo>
                    <a:pt x="590" y="69"/>
                    <a:pt x="553" y="1"/>
                    <a:pt x="478"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68"/>
            <p:cNvSpPr/>
            <p:nvPr/>
          </p:nvSpPr>
          <p:spPr>
            <a:xfrm>
              <a:off x="5043625" y="3113850"/>
              <a:ext cx="14250" cy="18875"/>
            </a:xfrm>
            <a:custGeom>
              <a:rect b="b" l="l" r="r" t="t"/>
              <a:pathLst>
                <a:path extrusionOk="0" h="755" w="570">
                  <a:moveTo>
                    <a:pt x="441" y="0"/>
                  </a:moveTo>
                  <a:cubicBezTo>
                    <a:pt x="409" y="0"/>
                    <a:pt x="370" y="15"/>
                    <a:pt x="327" y="50"/>
                  </a:cubicBezTo>
                  <a:cubicBezTo>
                    <a:pt x="175" y="141"/>
                    <a:pt x="53" y="324"/>
                    <a:pt x="23" y="536"/>
                  </a:cubicBezTo>
                  <a:cubicBezTo>
                    <a:pt x="0" y="670"/>
                    <a:pt x="43" y="754"/>
                    <a:pt x="128" y="754"/>
                  </a:cubicBezTo>
                  <a:cubicBezTo>
                    <a:pt x="158" y="754"/>
                    <a:pt x="195" y="743"/>
                    <a:pt x="235" y="719"/>
                  </a:cubicBezTo>
                  <a:cubicBezTo>
                    <a:pt x="418" y="597"/>
                    <a:pt x="509" y="415"/>
                    <a:pt x="570" y="202"/>
                  </a:cubicBezTo>
                  <a:cubicBezTo>
                    <a:pt x="570" y="93"/>
                    <a:pt x="523" y="0"/>
                    <a:pt x="44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68"/>
            <p:cNvSpPr/>
            <p:nvPr/>
          </p:nvSpPr>
          <p:spPr>
            <a:xfrm>
              <a:off x="5102125" y="3075475"/>
              <a:ext cx="14075" cy="22275"/>
            </a:xfrm>
            <a:custGeom>
              <a:rect b="b" l="l" r="r" t="t"/>
              <a:pathLst>
                <a:path extrusionOk="0" h="891" w="563">
                  <a:moveTo>
                    <a:pt x="431" y="0"/>
                  </a:moveTo>
                  <a:cubicBezTo>
                    <a:pt x="401" y="0"/>
                    <a:pt x="366" y="12"/>
                    <a:pt x="327" y="35"/>
                  </a:cubicBezTo>
                  <a:cubicBezTo>
                    <a:pt x="145" y="187"/>
                    <a:pt x="23" y="400"/>
                    <a:pt x="23" y="612"/>
                  </a:cubicBezTo>
                  <a:cubicBezTo>
                    <a:pt x="1" y="793"/>
                    <a:pt x="45" y="890"/>
                    <a:pt x="132" y="890"/>
                  </a:cubicBezTo>
                  <a:cubicBezTo>
                    <a:pt x="162" y="890"/>
                    <a:pt x="197" y="879"/>
                    <a:pt x="236" y="855"/>
                  </a:cubicBezTo>
                  <a:cubicBezTo>
                    <a:pt x="418" y="703"/>
                    <a:pt x="509" y="491"/>
                    <a:pt x="540" y="278"/>
                  </a:cubicBezTo>
                  <a:cubicBezTo>
                    <a:pt x="563" y="97"/>
                    <a:pt x="518" y="0"/>
                    <a:pt x="43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68"/>
            <p:cNvSpPr/>
            <p:nvPr/>
          </p:nvSpPr>
          <p:spPr>
            <a:xfrm>
              <a:off x="5159850" y="3034550"/>
              <a:ext cx="14125" cy="25850"/>
            </a:xfrm>
            <a:custGeom>
              <a:rect b="b" l="l" r="r" t="t"/>
              <a:pathLst>
                <a:path extrusionOk="0" h="1034" w="565">
                  <a:moveTo>
                    <a:pt x="419" y="0"/>
                  </a:moveTo>
                  <a:cubicBezTo>
                    <a:pt x="392" y="0"/>
                    <a:pt x="362" y="10"/>
                    <a:pt x="328" y="30"/>
                  </a:cubicBezTo>
                  <a:cubicBezTo>
                    <a:pt x="146" y="213"/>
                    <a:pt x="55" y="456"/>
                    <a:pt x="24" y="699"/>
                  </a:cubicBezTo>
                  <a:cubicBezTo>
                    <a:pt x="1" y="912"/>
                    <a:pt x="69" y="1033"/>
                    <a:pt x="172" y="1033"/>
                  </a:cubicBezTo>
                  <a:cubicBezTo>
                    <a:pt x="202" y="1033"/>
                    <a:pt x="234" y="1023"/>
                    <a:pt x="267" y="1003"/>
                  </a:cubicBezTo>
                  <a:cubicBezTo>
                    <a:pt x="419" y="821"/>
                    <a:pt x="541" y="578"/>
                    <a:pt x="541" y="334"/>
                  </a:cubicBezTo>
                  <a:cubicBezTo>
                    <a:pt x="565" y="121"/>
                    <a:pt x="515" y="0"/>
                    <a:pt x="419"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68"/>
            <p:cNvSpPr/>
            <p:nvPr/>
          </p:nvSpPr>
          <p:spPr>
            <a:xfrm>
              <a:off x="5218200" y="2993625"/>
              <a:ext cx="13700" cy="29375"/>
            </a:xfrm>
            <a:custGeom>
              <a:rect b="b" l="l" r="r" t="t"/>
              <a:pathLst>
                <a:path extrusionOk="0" h="1175" w="548">
                  <a:moveTo>
                    <a:pt x="385" y="0"/>
                  </a:moveTo>
                  <a:cubicBezTo>
                    <a:pt x="360" y="0"/>
                    <a:pt x="333" y="9"/>
                    <a:pt x="304" y="26"/>
                  </a:cubicBezTo>
                  <a:cubicBezTo>
                    <a:pt x="122" y="239"/>
                    <a:pt x="31" y="482"/>
                    <a:pt x="0" y="756"/>
                  </a:cubicBezTo>
                  <a:cubicBezTo>
                    <a:pt x="0" y="1006"/>
                    <a:pt x="62" y="1174"/>
                    <a:pt x="169" y="1174"/>
                  </a:cubicBezTo>
                  <a:cubicBezTo>
                    <a:pt x="192" y="1174"/>
                    <a:pt x="217" y="1167"/>
                    <a:pt x="243" y="1151"/>
                  </a:cubicBezTo>
                  <a:cubicBezTo>
                    <a:pt x="426" y="938"/>
                    <a:pt x="547" y="664"/>
                    <a:pt x="547" y="421"/>
                  </a:cubicBezTo>
                  <a:cubicBezTo>
                    <a:pt x="547" y="151"/>
                    <a:pt x="488" y="0"/>
                    <a:pt x="38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68"/>
            <p:cNvSpPr/>
            <p:nvPr/>
          </p:nvSpPr>
          <p:spPr>
            <a:xfrm>
              <a:off x="5276700" y="2954175"/>
              <a:ext cx="13700" cy="32275"/>
            </a:xfrm>
            <a:custGeom>
              <a:rect b="b" l="l" r="r" t="t"/>
              <a:pathLst>
                <a:path extrusionOk="0" h="1291" w="548">
                  <a:moveTo>
                    <a:pt x="377" y="0"/>
                  </a:moveTo>
                  <a:cubicBezTo>
                    <a:pt x="355" y="0"/>
                    <a:pt x="331" y="8"/>
                    <a:pt x="305" y="24"/>
                  </a:cubicBezTo>
                  <a:cubicBezTo>
                    <a:pt x="92" y="236"/>
                    <a:pt x="1" y="510"/>
                    <a:pt x="1" y="814"/>
                  </a:cubicBezTo>
                  <a:cubicBezTo>
                    <a:pt x="1" y="1096"/>
                    <a:pt x="65" y="1291"/>
                    <a:pt x="177" y="1291"/>
                  </a:cubicBezTo>
                  <a:cubicBezTo>
                    <a:pt x="198" y="1291"/>
                    <a:pt x="220" y="1284"/>
                    <a:pt x="244" y="1270"/>
                  </a:cubicBezTo>
                  <a:cubicBezTo>
                    <a:pt x="426" y="1057"/>
                    <a:pt x="548" y="753"/>
                    <a:pt x="548" y="479"/>
                  </a:cubicBezTo>
                  <a:cubicBezTo>
                    <a:pt x="548" y="177"/>
                    <a:pt x="485" y="0"/>
                    <a:pt x="377"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68"/>
            <p:cNvSpPr/>
            <p:nvPr/>
          </p:nvSpPr>
          <p:spPr>
            <a:xfrm>
              <a:off x="5334450" y="2917800"/>
              <a:ext cx="14475" cy="34950"/>
            </a:xfrm>
            <a:custGeom>
              <a:rect b="b" l="l" r="r" t="t"/>
              <a:pathLst>
                <a:path extrusionOk="0" h="1398" w="579">
                  <a:moveTo>
                    <a:pt x="366" y="0"/>
                  </a:moveTo>
                  <a:cubicBezTo>
                    <a:pt x="347" y="0"/>
                    <a:pt x="327" y="6"/>
                    <a:pt x="305" y="20"/>
                  </a:cubicBezTo>
                  <a:cubicBezTo>
                    <a:pt x="92" y="232"/>
                    <a:pt x="1" y="536"/>
                    <a:pt x="31" y="840"/>
                  </a:cubicBezTo>
                  <a:cubicBezTo>
                    <a:pt x="4" y="1191"/>
                    <a:pt x="97" y="1398"/>
                    <a:pt x="224" y="1398"/>
                  </a:cubicBezTo>
                  <a:cubicBezTo>
                    <a:pt x="240" y="1398"/>
                    <a:pt x="257" y="1394"/>
                    <a:pt x="274" y="1387"/>
                  </a:cubicBezTo>
                  <a:cubicBezTo>
                    <a:pt x="457" y="1144"/>
                    <a:pt x="578" y="840"/>
                    <a:pt x="548" y="536"/>
                  </a:cubicBezTo>
                  <a:cubicBezTo>
                    <a:pt x="548" y="224"/>
                    <a:pt x="481" y="0"/>
                    <a:pt x="366"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68"/>
            <p:cNvSpPr/>
            <p:nvPr/>
          </p:nvSpPr>
          <p:spPr>
            <a:xfrm>
              <a:off x="5393050" y="2885400"/>
              <a:ext cx="14300" cy="38425"/>
            </a:xfrm>
            <a:custGeom>
              <a:rect b="b" l="l" r="r" t="t"/>
              <a:pathLst>
                <a:path extrusionOk="0" h="1537" w="572">
                  <a:moveTo>
                    <a:pt x="343" y="0"/>
                  </a:moveTo>
                  <a:cubicBezTo>
                    <a:pt x="329" y="0"/>
                    <a:pt x="315" y="3"/>
                    <a:pt x="301" y="9"/>
                  </a:cubicBezTo>
                  <a:cubicBezTo>
                    <a:pt x="149" y="100"/>
                    <a:pt x="28" y="495"/>
                    <a:pt x="28" y="890"/>
                  </a:cubicBezTo>
                  <a:cubicBezTo>
                    <a:pt x="0" y="1276"/>
                    <a:pt x="98" y="1537"/>
                    <a:pt x="229" y="1537"/>
                  </a:cubicBezTo>
                  <a:cubicBezTo>
                    <a:pt x="243" y="1537"/>
                    <a:pt x="257" y="1534"/>
                    <a:pt x="271" y="1528"/>
                  </a:cubicBezTo>
                  <a:cubicBezTo>
                    <a:pt x="423" y="1437"/>
                    <a:pt x="544" y="1042"/>
                    <a:pt x="544" y="647"/>
                  </a:cubicBezTo>
                  <a:cubicBezTo>
                    <a:pt x="572" y="261"/>
                    <a:pt x="475" y="0"/>
                    <a:pt x="34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68"/>
            <p:cNvSpPr/>
            <p:nvPr/>
          </p:nvSpPr>
          <p:spPr>
            <a:xfrm>
              <a:off x="5452250" y="2860475"/>
              <a:ext cx="13700" cy="40525"/>
            </a:xfrm>
            <a:custGeom>
              <a:rect b="b" l="l" r="r" t="t"/>
              <a:pathLst>
                <a:path extrusionOk="0" h="1621" w="548">
                  <a:moveTo>
                    <a:pt x="295" y="0"/>
                  </a:moveTo>
                  <a:cubicBezTo>
                    <a:pt x="288" y="0"/>
                    <a:pt x="281" y="1"/>
                    <a:pt x="274" y="2"/>
                  </a:cubicBezTo>
                  <a:cubicBezTo>
                    <a:pt x="122" y="63"/>
                    <a:pt x="0" y="458"/>
                    <a:pt x="0" y="914"/>
                  </a:cubicBezTo>
                  <a:cubicBezTo>
                    <a:pt x="0" y="1306"/>
                    <a:pt x="103" y="1621"/>
                    <a:pt x="238" y="1621"/>
                  </a:cubicBezTo>
                  <a:cubicBezTo>
                    <a:pt x="250" y="1621"/>
                    <a:pt x="262" y="1618"/>
                    <a:pt x="274" y="1613"/>
                  </a:cubicBezTo>
                  <a:cubicBezTo>
                    <a:pt x="426" y="1553"/>
                    <a:pt x="547" y="1157"/>
                    <a:pt x="547" y="732"/>
                  </a:cubicBezTo>
                  <a:cubicBezTo>
                    <a:pt x="547" y="297"/>
                    <a:pt x="437" y="0"/>
                    <a:pt x="29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68"/>
            <p:cNvSpPr/>
            <p:nvPr/>
          </p:nvSpPr>
          <p:spPr>
            <a:xfrm>
              <a:off x="5511550" y="2843000"/>
              <a:ext cx="14400" cy="41925"/>
            </a:xfrm>
            <a:custGeom>
              <a:rect b="b" l="l" r="r" t="t"/>
              <a:pathLst>
                <a:path extrusionOk="0" h="1677" w="576">
                  <a:moveTo>
                    <a:pt x="321" y="1"/>
                  </a:moveTo>
                  <a:cubicBezTo>
                    <a:pt x="315" y="1"/>
                    <a:pt x="309" y="1"/>
                    <a:pt x="303" y="2"/>
                  </a:cubicBezTo>
                  <a:cubicBezTo>
                    <a:pt x="151" y="33"/>
                    <a:pt x="29" y="428"/>
                    <a:pt x="29" y="884"/>
                  </a:cubicBezTo>
                  <a:cubicBezTo>
                    <a:pt x="0" y="1350"/>
                    <a:pt x="111" y="1676"/>
                    <a:pt x="254" y="1676"/>
                  </a:cubicBezTo>
                  <a:cubicBezTo>
                    <a:pt x="260" y="1676"/>
                    <a:pt x="266" y="1675"/>
                    <a:pt x="273" y="1674"/>
                  </a:cubicBezTo>
                  <a:cubicBezTo>
                    <a:pt x="425" y="1644"/>
                    <a:pt x="546" y="1249"/>
                    <a:pt x="546" y="793"/>
                  </a:cubicBezTo>
                  <a:cubicBezTo>
                    <a:pt x="575" y="355"/>
                    <a:pt x="464" y="1"/>
                    <a:pt x="321"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68"/>
            <p:cNvSpPr/>
            <p:nvPr/>
          </p:nvSpPr>
          <p:spPr>
            <a:xfrm>
              <a:off x="5571550" y="2835450"/>
              <a:ext cx="14450" cy="43325"/>
            </a:xfrm>
            <a:custGeom>
              <a:rect b="b" l="l" r="r" t="t"/>
              <a:pathLst>
                <a:path extrusionOk="0" h="1733" w="578">
                  <a:moveTo>
                    <a:pt x="304" y="0"/>
                  </a:moveTo>
                  <a:cubicBezTo>
                    <a:pt x="152" y="31"/>
                    <a:pt x="0" y="426"/>
                    <a:pt x="0" y="882"/>
                  </a:cubicBezTo>
                  <a:cubicBezTo>
                    <a:pt x="0" y="1368"/>
                    <a:pt x="152" y="1733"/>
                    <a:pt x="304" y="1733"/>
                  </a:cubicBezTo>
                  <a:cubicBezTo>
                    <a:pt x="456" y="1733"/>
                    <a:pt x="578" y="1368"/>
                    <a:pt x="578" y="882"/>
                  </a:cubicBezTo>
                  <a:cubicBezTo>
                    <a:pt x="578" y="396"/>
                    <a:pt x="456" y="0"/>
                    <a:pt x="30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68"/>
            <p:cNvSpPr/>
            <p:nvPr/>
          </p:nvSpPr>
          <p:spPr>
            <a:xfrm>
              <a:off x="3151275" y="3087550"/>
              <a:ext cx="16000" cy="13125"/>
            </a:xfrm>
            <a:custGeom>
              <a:rect b="b" l="l" r="r" t="t"/>
              <a:pathLst>
                <a:path extrusionOk="0" h="525" w="640">
                  <a:moveTo>
                    <a:pt x="368" y="1"/>
                  </a:moveTo>
                  <a:cubicBezTo>
                    <a:pt x="305" y="1"/>
                    <a:pt x="240" y="21"/>
                    <a:pt x="183" y="69"/>
                  </a:cubicBezTo>
                  <a:cubicBezTo>
                    <a:pt x="1" y="220"/>
                    <a:pt x="123" y="524"/>
                    <a:pt x="366" y="524"/>
                  </a:cubicBezTo>
                  <a:cubicBezTo>
                    <a:pt x="518" y="524"/>
                    <a:pt x="639" y="403"/>
                    <a:pt x="639" y="251"/>
                  </a:cubicBezTo>
                  <a:cubicBezTo>
                    <a:pt x="639" y="104"/>
                    <a:pt x="509" y="1"/>
                    <a:pt x="368"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68"/>
            <p:cNvSpPr/>
            <p:nvPr/>
          </p:nvSpPr>
          <p:spPr>
            <a:xfrm>
              <a:off x="3215875" y="3089900"/>
              <a:ext cx="14475" cy="13175"/>
            </a:xfrm>
            <a:custGeom>
              <a:rect b="b" l="l" r="r" t="t"/>
              <a:pathLst>
                <a:path extrusionOk="0" h="527" w="579">
                  <a:moveTo>
                    <a:pt x="228" y="0"/>
                  </a:moveTo>
                  <a:cubicBezTo>
                    <a:pt x="98" y="0"/>
                    <a:pt x="1" y="112"/>
                    <a:pt x="1" y="248"/>
                  </a:cubicBezTo>
                  <a:cubicBezTo>
                    <a:pt x="1" y="400"/>
                    <a:pt x="122" y="522"/>
                    <a:pt x="274" y="522"/>
                  </a:cubicBezTo>
                  <a:cubicBezTo>
                    <a:pt x="290" y="525"/>
                    <a:pt x="306" y="526"/>
                    <a:pt x="322" y="526"/>
                  </a:cubicBezTo>
                  <a:cubicBezTo>
                    <a:pt x="456" y="526"/>
                    <a:pt x="578" y="415"/>
                    <a:pt x="578" y="278"/>
                  </a:cubicBezTo>
                  <a:cubicBezTo>
                    <a:pt x="548" y="126"/>
                    <a:pt x="426" y="5"/>
                    <a:pt x="274" y="5"/>
                  </a:cubicBezTo>
                  <a:cubicBezTo>
                    <a:pt x="258" y="2"/>
                    <a:pt x="243" y="0"/>
                    <a:pt x="228"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68"/>
            <p:cNvSpPr/>
            <p:nvPr/>
          </p:nvSpPr>
          <p:spPr>
            <a:xfrm>
              <a:off x="3278200" y="3096725"/>
              <a:ext cx="14450" cy="13225"/>
            </a:xfrm>
            <a:custGeom>
              <a:rect b="b" l="l" r="r" t="t"/>
              <a:pathLst>
                <a:path extrusionOk="0" h="529" w="578">
                  <a:moveTo>
                    <a:pt x="234" y="1"/>
                  </a:moveTo>
                  <a:cubicBezTo>
                    <a:pt x="122" y="1"/>
                    <a:pt x="0" y="109"/>
                    <a:pt x="0" y="218"/>
                  </a:cubicBezTo>
                  <a:cubicBezTo>
                    <a:pt x="30" y="370"/>
                    <a:pt x="152" y="492"/>
                    <a:pt x="304" y="522"/>
                  </a:cubicBezTo>
                  <a:cubicBezTo>
                    <a:pt x="324" y="526"/>
                    <a:pt x="343" y="528"/>
                    <a:pt x="361" y="528"/>
                  </a:cubicBezTo>
                  <a:cubicBezTo>
                    <a:pt x="485" y="528"/>
                    <a:pt x="578" y="442"/>
                    <a:pt x="578" y="309"/>
                  </a:cubicBezTo>
                  <a:cubicBezTo>
                    <a:pt x="547" y="157"/>
                    <a:pt x="426" y="36"/>
                    <a:pt x="274" y="5"/>
                  </a:cubicBezTo>
                  <a:cubicBezTo>
                    <a:pt x="261" y="2"/>
                    <a:pt x="248" y="1"/>
                    <a:pt x="23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68"/>
            <p:cNvSpPr/>
            <p:nvPr/>
          </p:nvSpPr>
          <p:spPr>
            <a:xfrm>
              <a:off x="3341250" y="3107350"/>
              <a:ext cx="14475" cy="12475"/>
            </a:xfrm>
            <a:custGeom>
              <a:rect b="b" l="l" r="r" t="t"/>
              <a:pathLst>
                <a:path extrusionOk="0" h="499" w="579">
                  <a:moveTo>
                    <a:pt x="207" y="0"/>
                  </a:moveTo>
                  <a:cubicBezTo>
                    <a:pt x="70" y="0"/>
                    <a:pt x="1" y="83"/>
                    <a:pt x="1" y="188"/>
                  </a:cubicBezTo>
                  <a:cubicBezTo>
                    <a:pt x="31" y="340"/>
                    <a:pt x="153" y="462"/>
                    <a:pt x="305" y="492"/>
                  </a:cubicBezTo>
                  <a:cubicBezTo>
                    <a:pt x="325" y="496"/>
                    <a:pt x="344" y="498"/>
                    <a:pt x="363" y="498"/>
                  </a:cubicBezTo>
                  <a:cubicBezTo>
                    <a:pt x="487" y="498"/>
                    <a:pt x="578" y="416"/>
                    <a:pt x="578" y="310"/>
                  </a:cubicBezTo>
                  <a:cubicBezTo>
                    <a:pt x="548" y="158"/>
                    <a:pt x="426" y="36"/>
                    <a:pt x="274" y="6"/>
                  </a:cubicBezTo>
                  <a:cubicBezTo>
                    <a:pt x="250" y="2"/>
                    <a:pt x="228" y="0"/>
                    <a:pt x="207"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68"/>
            <p:cNvSpPr/>
            <p:nvPr/>
          </p:nvSpPr>
          <p:spPr>
            <a:xfrm>
              <a:off x="3404325" y="3120975"/>
              <a:ext cx="13700" cy="11800"/>
            </a:xfrm>
            <a:custGeom>
              <a:rect b="b" l="l" r="r" t="t"/>
              <a:pathLst>
                <a:path extrusionOk="0" h="472" w="548">
                  <a:moveTo>
                    <a:pt x="171" y="0"/>
                  </a:moveTo>
                  <a:cubicBezTo>
                    <a:pt x="63" y="0"/>
                    <a:pt x="1" y="59"/>
                    <a:pt x="1" y="160"/>
                  </a:cubicBezTo>
                  <a:cubicBezTo>
                    <a:pt x="31" y="312"/>
                    <a:pt x="153" y="434"/>
                    <a:pt x="305" y="464"/>
                  </a:cubicBezTo>
                  <a:cubicBezTo>
                    <a:pt x="326" y="469"/>
                    <a:pt x="346" y="472"/>
                    <a:pt x="367" y="472"/>
                  </a:cubicBezTo>
                  <a:cubicBezTo>
                    <a:pt x="464" y="472"/>
                    <a:pt x="548" y="413"/>
                    <a:pt x="548" y="312"/>
                  </a:cubicBezTo>
                  <a:cubicBezTo>
                    <a:pt x="517" y="160"/>
                    <a:pt x="396" y="39"/>
                    <a:pt x="244" y="8"/>
                  </a:cubicBezTo>
                  <a:cubicBezTo>
                    <a:pt x="218" y="3"/>
                    <a:pt x="194" y="0"/>
                    <a:pt x="17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68"/>
            <p:cNvSpPr/>
            <p:nvPr/>
          </p:nvSpPr>
          <p:spPr>
            <a:xfrm>
              <a:off x="3466650" y="3136175"/>
              <a:ext cx="14250" cy="11450"/>
            </a:xfrm>
            <a:custGeom>
              <a:rect b="b" l="l" r="r" t="t"/>
              <a:pathLst>
                <a:path extrusionOk="0" h="458" w="570">
                  <a:moveTo>
                    <a:pt x="171" y="0"/>
                  </a:moveTo>
                  <a:cubicBezTo>
                    <a:pt x="63" y="0"/>
                    <a:pt x="0" y="59"/>
                    <a:pt x="0" y="160"/>
                  </a:cubicBezTo>
                  <a:cubicBezTo>
                    <a:pt x="31" y="312"/>
                    <a:pt x="152" y="403"/>
                    <a:pt x="304" y="434"/>
                  </a:cubicBezTo>
                  <a:cubicBezTo>
                    <a:pt x="345" y="450"/>
                    <a:pt x="383" y="457"/>
                    <a:pt x="417" y="457"/>
                  </a:cubicBezTo>
                  <a:cubicBezTo>
                    <a:pt x="510" y="457"/>
                    <a:pt x="570" y="401"/>
                    <a:pt x="547" y="312"/>
                  </a:cubicBezTo>
                  <a:cubicBezTo>
                    <a:pt x="517" y="160"/>
                    <a:pt x="395" y="38"/>
                    <a:pt x="243" y="8"/>
                  </a:cubicBezTo>
                  <a:cubicBezTo>
                    <a:pt x="217" y="3"/>
                    <a:pt x="193" y="0"/>
                    <a:pt x="17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68"/>
            <p:cNvSpPr/>
            <p:nvPr/>
          </p:nvSpPr>
          <p:spPr>
            <a:xfrm>
              <a:off x="3528950" y="3153250"/>
              <a:ext cx="14475" cy="10350"/>
            </a:xfrm>
            <a:custGeom>
              <a:rect b="b" l="l" r="r" t="t"/>
              <a:pathLst>
                <a:path extrusionOk="0" h="414" w="579">
                  <a:moveTo>
                    <a:pt x="147" y="0"/>
                  </a:moveTo>
                  <a:cubicBezTo>
                    <a:pt x="50" y="0"/>
                    <a:pt x="1" y="57"/>
                    <a:pt x="1" y="146"/>
                  </a:cubicBezTo>
                  <a:cubicBezTo>
                    <a:pt x="1" y="237"/>
                    <a:pt x="153" y="358"/>
                    <a:pt x="305" y="389"/>
                  </a:cubicBezTo>
                  <a:cubicBezTo>
                    <a:pt x="347" y="406"/>
                    <a:pt x="387" y="413"/>
                    <a:pt x="423" y="413"/>
                  </a:cubicBezTo>
                  <a:cubicBezTo>
                    <a:pt x="515" y="413"/>
                    <a:pt x="578" y="363"/>
                    <a:pt x="578" y="298"/>
                  </a:cubicBezTo>
                  <a:cubicBezTo>
                    <a:pt x="517" y="146"/>
                    <a:pt x="396" y="55"/>
                    <a:pt x="274" y="24"/>
                  </a:cubicBezTo>
                  <a:cubicBezTo>
                    <a:pt x="225" y="8"/>
                    <a:pt x="183" y="0"/>
                    <a:pt x="147"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68"/>
            <p:cNvSpPr/>
            <p:nvPr/>
          </p:nvSpPr>
          <p:spPr>
            <a:xfrm>
              <a:off x="3591275" y="3170700"/>
              <a:ext cx="15000" cy="9625"/>
            </a:xfrm>
            <a:custGeom>
              <a:rect b="b" l="l" r="r" t="t"/>
              <a:pathLst>
                <a:path extrusionOk="0" h="385" w="600">
                  <a:moveTo>
                    <a:pt x="155" y="1"/>
                  </a:moveTo>
                  <a:cubicBezTo>
                    <a:pt x="63" y="1"/>
                    <a:pt x="0" y="51"/>
                    <a:pt x="0" y="116"/>
                  </a:cubicBezTo>
                  <a:cubicBezTo>
                    <a:pt x="61" y="238"/>
                    <a:pt x="182" y="329"/>
                    <a:pt x="334" y="360"/>
                  </a:cubicBezTo>
                  <a:cubicBezTo>
                    <a:pt x="377" y="377"/>
                    <a:pt x="417" y="384"/>
                    <a:pt x="452" y="384"/>
                  </a:cubicBezTo>
                  <a:cubicBezTo>
                    <a:pt x="542" y="384"/>
                    <a:pt x="600" y="334"/>
                    <a:pt x="578" y="268"/>
                  </a:cubicBezTo>
                  <a:cubicBezTo>
                    <a:pt x="517" y="147"/>
                    <a:pt x="395" y="56"/>
                    <a:pt x="274" y="25"/>
                  </a:cubicBezTo>
                  <a:cubicBezTo>
                    <a:pt x="231" y="8"/>
                    <a:pt x="191" y="1"/>
                    <a:pt x="15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68"/>
            <p:cNvSpPr/>
            <p:nvPr/>
          </p:nvSpPr>
          <p:spPr>
            <a:xfrm>
              <a:off x="3653850" y="3188000"/>
              <a:ext cx="14950" cy="8700"/>
            </a:xfrm>
            <a:custGeom>
              <a:rect b="b" l="l" r="r" t="t"/>
              <a:pathLst>
                <a:path extrusionOk="0" h="348" w="598">
                  <a:moveTo>
                    <a:pt x="118" y="1"/>
                  </a:moveTo>
                  <a:cubicBezTo>
                    <a:pt x="44" y="1"/>
                    <a:pt x="0" y="34"/>
                    <a:pt x="20" y="93"/>
                  </a:cubicBezTo>
                  <a:cubicBezTo>
                    <a:pt x="81" y="215"/>
                    <a:pt x="202" y="306"/>
                    <a:pt x="324" y="336"/>
                  </a:cubicBezTo>
                  <a:cubicBezTo>
                    <a:pt x="369" y="344"/>
                    <a:pt x="409" y="348"/>
                    <a:pt x="444" y="348"/>
                  </a:cubicBezTo>
                  <a:cubicBezTo>
                    <a:pt x="546" y="348"/>
                    <a:pt x="597" y="313"/>
                    <a:pt x="597" y="245"/>
                  </a:cubicBezTo>
                  <a:cubicBezTo>
                    <a:pt x="567" y="154"/>
                    <a:pt x="415" y="63"/>
                    <a:pt x="263" y="32"/>
                  </a:cubicBezTo>
                  <a:cubicBezTo>
                    <a:pt x="209" y="11"/>
                    <a:pt x="159" y="1"/>
                    <a:pt x="118"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68"/>
            <p:cNvSpPr/>
            <p:nvPr/>
          </p:nvSpPr>
          <p:spPr>
            <a:xfrm>
              <a:off x="3716650" y="3204450"/>
              <a:ext cx="15025" cy="7475"/>
            </a:xfrm>
            <a:custGeom>
              <a:rect b="b" l="l" r="r" t="t"/>
              <a:pathLst>
                <a:path extrusionOk="0" h="299" w="601">
                  <a:moveTo>
                    <a:pt x="135" y="1"/>
                  </a:moveTo>
                  <a:cubicBezTo>
                    <a:pt x="49" y="1"/>
                    <a:pt x="0" y="29"/>
                    <a:pt x="0" y="73"/>
                  </a:cubicBezTo>
                  <a:cubicBezTo>
                    <a:pt x="92" y="195"/>
                    <a:pt x="213" y="286"/>
                    <a:pt x="335" y="286"/>
                  </a:cubicBezTo>
                  <a:cubicBezTo>
                    <a:pt x="375" y="294"/>
                    <a:pt x="414" y="298"/>
                    <a:pt x="448" y="298"/>
                  </a:cubicBezTo>
                  <a:cubicBezTo>
                    <a:pt x="541" y="298"/>
                    <a:pt x="600" y="270"/>
                    <a:pt x="578" y="225"/>
                  </a:cubicBezTo>
                  <a:cubicBezTo>
                    <a:pt x="517" y="104"/>
                    <a:pt x="396" y="43"/>
                    <a:pt x="244" y="13"/>
                  </a:cubicBezTo>
                  <a:cubicBezTo>
                    <a:pt x="203" y="5"/>
                    <a:pt x="166" y="1"/>
                    <a:pt x="13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68"/>
            <p:cNvSpPr/>
            <p:nvPr/>
          </p:nvSpPr>
          <p:spPr>
            <a:xfrm>
              <a:off x="3779150" y="3218900"/>
              <a:ext cx="15025" cy="7450"/>
            </a:xfrm>
            <a:custGeom>
              <a:rect b="b" l="l" r="r" t="t"/>
              <a:pathLst>
                <a:path extrusionOk="0" h="298" w="601">
                  <a:moveTo>
                    <a:pt x="160" y="1"/>
                  </a:moveTo>
                  <a:cubicBezTo>
                    <a:pt x="63" y="1"/>
                    <a:pt x="0" y="35"/>
                    <a:pt x="23" y="103"/>
                  </a:cubicBezTo>
                  <a:cubicBezTo>
                    <a:pt x="84" y="195"/>
                    <a:pt x="206" y="255"/>
                    <a:pt x="358" y="286"/>
                  </a:cubicBezTo>
                  <a:cubicBezTo>
                    <a:pt x="396" y="293"/>
                    <a:pt x="430" y="297"/>
                    <a:pt x="460" y="297"/>
                  </a:cubicBezTo>
                  <a:cubicBezTo>
                    <a:pt x="549" y="297"/>
                    <a:pt x="601" y="263"/>
                    <a:pt x="601" y="195"/>
                  </a:cubicBezTo>
                  <a:cubicBezTo>
                    <a:pt x="570" y="134"/>
                    <a:pt x="418" y="73"/>
                    <a:pt x="266" y="12"/>
                  </a:cubicBezTo>
                  <a:cubicBezTo>
                    <a:pt x="228" y="5"/>
                    <a:pt x="192" y="1"/>
                    <a:pt x="160"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68"/>
            <p:cNvSpPr/>
            <p:nvPr/>
          </p:nvSpPr>
          <p:spPr>
            <a:xfrm>
              <a:off x="3841475" y="3231800"/>
              <a:ext cx="15775" cy="5650"/>
            </a:xfrm>
            <a:custGeom>
              <a:rect b="b" l="l" r="r" t="t"/>
              <a:pathLst>
                <a:path extrusionOk="0" h="226" w="631">
                  <a:moveTo>
                    <a:pt x="153" y="1"/>
                  </a:moveTo>
                  <a:cubicBezTo>
                    <a:pt x="60" y="1"/>
                    <a:pt x="0" y="29"/>
                    <a:pt x="23" y="74"/>
                  </a:cubicBezTo>
                  <a:cubicBezTo>
                    <a:pt x="114" y="134"/>
                    <a:pt x="235" y="195"/>
                    <a:pt x="357" y="226"/>
                  </a:cubicBezTo>
                  <a:cubicBezTo>
                    <a:pt x="509" y="226"/>
                    <a:pt x="631" y="226"/>
                    <a:pt x="600" y="165"/>
                  </a:cubicBezTo>
                  <a:cubicBezTo>
                    <a:pt x="509" y="74"/>
                    <a:pt x="387" y="13"/>
                    <a:pt x="266" y="13"/>
                  </a:cubicBezTo>
                  <a:cubicBezTo>
                    <a:pt x="225" y="5"/>
                    <a:pt x="187" y="1"/>
                    <a:pt x="15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68"/>
            <p:cNvSpPr/>
            <p:nvPr/>
          </p:nvSpPr>
          <p:spPr>
            <a:xfrm>
              <a:off x="3904350" y="3240475"/>
              <a:ext cx="15225" cy="5325"/>
            </a:xfrm>
            <a:custGeom>
              <a:rect b="b" l="l" r="r" t="t"/>
              <a:pathLst>
                <a:path extrusionOk="0" h="213" w="609">
                  <a:moveTo>
                    <a:pt x="243" y="0"/>
                  </a:moveTo>
                  <a:cubicBezTo>
                    <a:pt x="91" y="0"/>
                    <a:pt x="0" y="31"/>
                    <a:pt x="31" y="61"/>
                  </a:cubicBezTo>
                  <a:cubicBezTo>
                    <a:pt x="122" y="152"/>
                    <a:pt x="243" y="213"/>
                    <a:pt x="365" y="213"/>
                  </a:cubicBezTo>
                  <a:cubicBezTo>
                    <a:pt x="517" y="213"/>
                    <a:pt x="608" y="183"/>
                    <a:pt x="578" y="122"/>
                  </a:cubicBezTo>
                  <a:cubicBezTo>
                    <a:pt x="486" y="61"/>
                    <a:pt x="365" y="0"/>
                    <a:pt x="24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68"/>
            <p:cNvSpPr/>
            <p:nvPr/>
          </p:nvSpPr>
          <p:spPr>
            <a:xfrm>
              <a:off x="3966650" y="3245575"/>
              <a:ext cx="15975" cy="4800"/>
            </a:xfrm>
            <a:custGeom>
              <a:rect b="b" l="l" r="r" t="t"/>
              <a:pathLst>
                <a:path extrusionOk="0" h="192" w="639">
                  <a:moveTo>
                    <a:pt x="341" y="1"/>
                  </a:moveTo>
                  <a:cubicBezTo>
                    <a:pt x="319" y="1"/>
                    <a:pt x="296" y="3"/>
                    <a:pt x="274" y="9"/>
                  </a:cubicBezTo>
                  <a:cubicBezTo>
                    <a:pt x="92" y="9"/>
                    <a:pt x="1" y="39"/>
                    <a:pt x="31" y="70"/>
                  </a:cubicBezTo>
                  <a:cubicBezTo>
                    <a:pt x="122" y="161"/>
                    <a:pt x="244" y="191"/>
                    <a:pt x="365" y="191"/>
                  </a:cubicBezTo>
                  <a:cubicBezTo>
                    <a:pt x="517" y="191"/>
                    <a:pt x="639" y="161"/>
                    <a:pt x="608" y="100"/>
                  </a:cubicBezTo>
                  <a:cubicBezTo>
                    <a:pt x="534" y="51"/>
                    <a:pt x="439" y="1"/>
                    <a:pt x="341"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68"/>
            <p:cNvSpPr/>
            <p:nvPr/>
          </p:nvSpPr>
          <p:spPr>
            <a:xfrm>
              <a:off x="4027450" y="3246550"/>
              <a:ext cx="13700" cy="4575"/>
            </a:xfrm>
            <a:custGeom>
              <a:rect b="b" l="l" r="r" t="t"/>
              <a:pathLst>
                <a:path extrusionOk="0" h="183" w="548">
                  <a:moveTo>
                    <a:pt x="213" y="0"/>
                  </a:moveTo>
                  <a:cubicBezTo>
                    <a:pt x="91" y="0"/>
                    <a:pt x="0" y="31"/>
                    <a:pt x="31" y="92"/>
                  </a:cubicBezTo>
                  <a:cubicBezTo>
                    <a:pt x="122" y="152"/>
                    <a:pt x="213" y="183"/>
                    <a:pt x="335" y="183"/>
                  </a:cubicBezTo>
                  <a:cubicBezTo>
                    <a:pt x="456" y="183"/>
                    <a:pt x="547" y="152"/>
                    <a:pt x="517" y="92"/>
                  </a:cubicBezTo>
                  <a:cubicBezTo>
                    <a:pt x="487" y="31"/>
                    <a:pt x="365" y="0"/>
                    <a:pt x="21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68"/>
            <p:cNvSpPr/>
            <p:nvPr/>
          </p:nvSpPr>
          <p:spPr>
            <a:xfrm>
              <a:off x="4082150" y="3245800"/>
              <a:ext cx="14475" cy="4575"/>
            </a:xfrm>
            <a:custGeom>
              <a:rect b="b" l="l" r="r" t="t"/>
              <a:pathLst>
                <a:path extrusionOk="0" h="183" w="579">
                  <a:moveTo>
                    <a:pt x="244" y="0"/>
                  </a:moveTo>
                  <a:cubicBezTo>
                    <a:pt x="92" y="0"/>
                    <a:pt x="1" y="61"/>
                    <a:pt x="31" y="122"/>
                  </a:cubicBezTo>
                  <a:cubicBezTo>
                    <a:pt x="62" y="152"/>
                    <a:pt x="213" y="182"/>
                    <a:pt x="335" y="182"/>
                  </a:cubicBezTo>
                  <a:cubicBezTo>
                    <a:pt x="487" y="182"/>
                    <a:pt x="578" y="152"/>
                    <a:pt x="548" y="91"/>
                  </a:cubicBezTo>
                  <a:cubicBezTo>
                    <a:pt x="517" y="30"/>
                    <a:pt x="396" y="0"/>
                    <a:pt x="24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68"/>
            <p:cNvSpPr/>
            <p:nvPr/>
          </p:nvSpPr>
          <p:spPr>
            <a:xfrm>
              <a:off x="4138375" y="3243500"/>
              <a:ext cx="13725" cy="4600"/>
            </a:xfrm>
            <a:custGeom>
              <a:rect b="b" l="l" r="r" t="t"/>
              <a:pathLst>
                <a:path extrusionOk="0" h="184" w="549">
                  <a:moveTo>
                    <a:pt x="244" y="1"/>
                  </a:moveTo>
                  <a:cubicBezTo>
                    <a:pt x="92" y="1"/>
                    <a:pt x="1" y="62"/>
                    <a:pt x="31" y="122"/>
                  </a:cubicBezTo>
                  <a:cubicBezTo>
                    <a:pt x="31" y="153"/>
                    <a:pt x="183" y="183"/>
                    <a:pt x="305" y="183"/>
                  </a:cubicBezTo>
                  <a:cubicBezTo>
                    <a:pt x="457" y="183"/>
                    <a:pt x="548" y="122"/>
                    <a:pt x="548" y="92"/>
                  </a:cubicBezTo>
                  <a:cubicBezTo>
                    <a:pt x="518" y="31"/>
                    <a:pt x="396" y="1"/>
                    <a:pt x="24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68"/>
            <p:cNvSpPr/>
            <p:nvPr/>
          </p:nvSpPr>
          <p:spPr>
            <a:xfrm>
              <a:off x="4194625" y="3239700"/>
              <a:ext cx="14450" cy="4600"/>
            </a:xfrm>
            <a:custGeom>
              <a:rect b="b" l="l" r="r" t="t"/>
              <a:pathLst>
                <a:path extrusionOk="0" h="184" w="578">
                  <a:moveTo>
                    <a:pt x="274" y="1"/>
                  </a:moveTo>
                  <a:cubicBezTo>
                    <a:pt x="122" y="1"/>
                    <a:pt x="0" y="62"/>
                    <a:pt x="31" y="122"/>
                  </a:cubicBezTo>
                  <a:cubicBezTo>
                    <a:pt x="61" y="153"/>
                    <a:pt x="183" y="183"/>
                    <a:pt x="304" y="183"/>
                  </a:cubicBezTo>
                  <a:cubicBezTo>
                    <a:pt x="456" y="183"/>
                    <a:pt x="578" y="122"/>
                    <a:pt x="547" y="62"/>
                  </a:cubicBezTo>
                  <a:cubicBezTo>
                    <a:pt x="547" y="31"/>
                    <a:pt x="395" y="1"/>
                    <a:pt x="27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68"/>
            <p:cNvSpPr/>
            <p:nvPr/>
          </p:nvSpPr>
          <p:spPr>
            <a:xfrm>
              <a:off x="4252375" y="3234400"/>
              <a:ext cx="13700" cy="5325"/>
            </a:xfrm>
            <a:custGeom>
              <a:rect b="b" l="l" r="r" t="t"/>
              <a:pathLst>
                <a:path extrusionOk="0" h="213" w="548">
                  <a:moveTo>
                    <a:pt x="244" y="0"/>
                  </a:moveTo>
                  <a:cubicBezTo>
                    <a:pt x="92" y="30"/>
                    <a:pt x="0" y="61"/>
                    <a:pt x="0" y="122"/>
                  </a:cubicBezTo>
                  <a:cubicBezTo>
                    <a:pt x="0" y="182"/>
                    <a:pt x="122" y="213"/>
                    <a:pt x="274" y="213"/>
                  </a:cubicBezTo>
                  <a:cubicBezTo>
                    <a:pt x="426" y="182"/>
                    <a:pt x="547" y="122"/>
                    <a:pt x="517" y="91"/>
                  </a:cubicBezTo>
                  <a:cubicBezTo>
                    <a:pt x="517" y="30"/>
                    <a:pt x="395" y="0"/>
                    <a:pt x="24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68"/>
            <p:cNvSpPr/>
            <p:nvPr/>
          </p:nvSpPr>
          <p:spPr>
            <a:xfrm>
              <a:off x="4309375" y="3228000"/>
              <a:ext cx="13700" cy="5650"/>
            </a:xfrm>
            <a:custGeom>
              <a:rect b="b" l="l" r="r" t="t"/>
              <a:pathLst>
                <a:path extrusionOk="0" h="226" w="548">
                  <a:moveTo>
                    <a:pt x="387" y="1"/>
                  </a:moveTo>
                  <a:cubicBezTo>
                    <a:pt x="353" y="1"/>
                    <a:pt x="314" y="5"/>
                    <a:pt x="274" y="13"/>
                  </a:cubicBezTo>
                  <a:cubicBezTo>
                    <a:pt x="122" y="13"/>
                    <a:pt x="0" y="74"/>
                    <a:pt x="30" y="134"/>
                  </a:cubicBezTo>
                  <a:cubicBezTo>
                    <a:pt x="30" y="226"/>
                    <a:pt x="152" y="226"/>
                    <a:pt x="274" y="226"/>
                  </a:cubicBezTo>
                  <a:cubicBezTo>
                    <a:pt x="426" y="226"/>
                    <a:pt x="547" y="165"/>
                    <a:pt x="547" y="74"/>
                  </a:cubicBezTo>
                  <a:cubicBezTo>
                    <a:pt x="547" y="29"/>
                    <a:pt x="482" y="1"/>
                    <a:pt x="387"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68"/>
            <p:cNvSpPr/>
            <p:nvPr/>
          </p:nvSpPr>
          <p:spPr>
            <a:xfrm>
              <a:off x="4367125" y="3221475"/>
              <a:ext cx="13700" cy="6100"/>
            </a:xfrm>
            <a:custGeom>
              <a:rect b="b" l="l" r="r" t="t"/>
              <a:pathLst>
                <a:path extrusionOk="0" h="244" w="548">
                  <a:moveTo>
                    <a:pt x="274" y="0"/>
                  </a:moveTo>
                  <a:cubicBezTo>
                    <a:pt x="122" y="31"/>
                    <a:pt x="0" y="92"/>
                    <a:pt x="0" y="152"/>
                  </a:cubicBezTo>
                  <a:cubicBezTo>
                    <a:pt x="0" y="213"/>
                    <a:pt x="122" y="244"/>
                    <a:pt x="274" y="244"/>
                  </a:cubicBezTo>
                  <a:cubicBezTo>
                    <a:pt x="395" y="213"/>
                    <a:pt x="517" y="183"/>
                    <a:pt x="547" y="92"/>
                  </a:cubicBezTo>
                  <a:cubicBezTo>
                    <a:pt x="547" y="0"/>
                    <a:pt x="426" y="0"/>
                    <a:pt x="27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68"/>
            <p:cNvSpPr/>
            <p:nvPr/>
          </p:nvSpPr>
          <p:spPr>
            <a:xfrm>
              <a:off x="4424875" y="3214625"/>
              <a:ext cx="13700" cy="6325"/>
            </a:xfrm>
            <a:custGeom>
              <a:rect b="b" l="l" r="r" t="t"/>
              <a:pathLst>
                <a:path extrusionOk="0" h="253" w="548">
                  <a:moveTo>
                    <a:pt x="274" y="1"/>
                  </a:moveTo>
                  <a:cubicBezTo>
                    <a:pt x="122" y="31"/>
                    <a:pt x="0" y="92"/>
                    <a:pt x="0" y="153"/>
                  </a:cubicBezTo>
                  <a:cubicBezTo>
                    <a:pt x="0" y="202"/>
                    <a:pt x="61" y="252"/>
                    <a:pt x="166" y="252"/>
                  </a:cubicBezTo>
                  <a:cubicBezTo>
                    <a:pt x="190" y="252"/>
                    <a:pt x="215" y="250"/>
                    <a:pt x="243" y="244"/>
                  </a:cubicBezTo>
                  <a:cubicBezTo>
                    <a:pt x="395" y="244"/>
                    <a:pt x="517" y="183"/>
                    <a:pt x="517" y="92"/>
                  </a:cubicBezTo>
                  <a:cubicBezTo>
                    <a:pt x="547" y="31"/>
                    <a:pt x="426" y="1"/>
                    <a:pt x="27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68"/>
            <p:cNvSpPr/>
            <p:nvPr/>
          </p:nvSpPr>
          <p:spPr>
            <a:xfrm>
              <a:off x="4481850" y="3207800"/>
              <a:ext cx="14475" cy="6850"/>
            </a:xfrm>
            <a:custGeom>
              <a:rect b="b" l="l" r="r" t="t"/>
              <a:pathLst>
                <a:path extrusionOk="0" h="274" w="579">
                  <a:moveTo>
                    <a:pt x="305" y="0"/>
                  </a:moveTo>
                  <a:cubicBezTo>
                    <a:pt x="183" y="31"/>
                    <a:pt x="31" y="91"/>
                    <a:pt x="31" y="152"/>
                  </a:cubicBezTo>
                  <a:cubicBezTo>
                    <a:pt x="1" y="243"/>
                    <a:pt x="122" y="274"/>
                    <a:pt x="274" y="274"/>
                  </a:cubicBezTo>
                  <a:cubicBezTo>
                    <a:pt x="396" y="274"/>
                    <a:pt x="518" y="183"/>
                    <a:pt x="548" y="122"/>
                  </a:cubicBezTo>
                  <a:cubicBezTo>
                    <a:pt x="578" y="31"/>
                    <a:pt x="457" y="0"/>
                    <a:pt x="30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68"/>
            <p:cNvSpPr/>
            <p:nvPr/>
          </p:nvSpPr>
          <p:spPr>
            <a:xfrm>
              <a:off x="4539600" y="3202275"/>
              <a:ext cx="13725" cy="6300"/>
            </a:xfrm>
            <a:custGeom>
              <a:rect b="b" l="l" r="r" t="t"/>
              <a:pathLst>
                <a:path extrusionOk="0" h="252" w="549">
                  <a:moveTo>
                    <a:pt x="382" y="0"/>
                  </a:moveTo>
                  <a:cubicBezTo>
                    <a:pt x="359" y="0"/>
                    <a:pt x="333" y="3"/>
                    <a:pt x="305" y="8"/>
                  </a:cubicBezTo>
                  <a:cubicBezTo>
                    <a:pt x="183" y="8"/>
                    <a:pt x="31" y="100"/>
                    <a:pt x="1" y="160"/>
                  </a:cubicBezTo>
                  <a:cubicBezTo>
                    <a:pt x="1" y="221"/>
                    <a:pt x="92" y="252"/>
                    <a:pt x="244" y="252"/>
                  </a:cubicBezTo>
                  <a:cubicBezTo>
                    <a:pt x="366" y="252"/>
                    <a:pt x="518" y="160"/>
                    <a:pt x="548" y="100"/>
                  </a:cubicBezTo>
                  <a:cubicBezTo>
                    <a:pt x="548" y="50"/>
                    <a:pt x="487" y="0"/>
                    <a:pt x="382"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68"/>
            <p:cNvSpPr/>
            <p:nvPr/>
          </p:nvSpPr>
          <p:spPr>
            <a:xfrm>
              <a:off x="4596600" y="3197150"/>
              <a:ext cx="13700" cy="6875"/>
            </a:xfrm>
            <a:custGeom>
              <a:rect b="b" l="l" r="r" t="t"/>
              <a:pathLst>
                <a:path extrusionOk="0" h="275" w="548">
                  <a:moveTo>
                    <a:pt x="335" y="1"/>
                  </a:moveTo>
                  <a:cubicBezTo>
                    <a:pt x="213" y="1"/>
                    <a:pt x="92" y="61"/>
                    <a:pt x="1" y="153"/>
                  </a:cubicBezTo>
                  <a:cubicBezTo>
                    <a:pt x="1" y="213"/>
                    <a:pt x="92" y="274"/>
                    <a:pt x="213" y="274"/>
                  </a:cubicBezTo>
                  <a:cubicBezTo>
                    <a:pt x="335" y="274"/>
                    <a:pt x="457" y="213"/>
                    <a:pt x="548" y="122"/>
                  </a:cubicBezTo>
                  <a:cubicBezTo>
                    <a:pt x="548" y="31"/>
                    <a:pt x="457" y="1"/>
                    <a:pt x="33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68"/>
            <p:cNvSpPr/>
            <p:nvPr/>
          </p:nvSpPr>
          <p:spPr>
            <a:xfrm>
              <a:off x="4652825" y="3193150"/>
              <a:ext cx="14475" cy="7075"/>
            </a:xfrm>
            <a:custGeom>
              <a:rect b="b" l="l" r="r" t="t"/>
              <a:pathLst>
                <a:path extrusionOk="0" h="283" w="579">
                  <a:moveTo>
                    <a:pt x="273" y="1"/>
                  </a:moveTo>
                  <a:cubicBezTo>
                    <a:pt x="174" y="1"/>
                    <a:pt x="82" y="60"/>
                    <a:pt x="31" y="161"/>
                  </a:cubicBezTo>
                  <a:cubicBezTo>
                    <a:pt x="1" y="221"/>
                    <a:pt x="92" y="282"/>
                    <a:pt x="214" y="282"/>
                  </a:cubicBezTo>
                  <a:cubicBezTo>
                    <a:pt x="335" y="282"/>
                    <a:pt x="457" y="221"/>
                    <a:pt x="548" y="130"/>
                  </a:cubicBezTo>
                  <a:cubicBezTo>
                    <a:pt x="578" y="39"/>
                    <a:pt x="487" y="9"/>
                    <a:pt x="335" y="9"/>
                  </a:cubicBezTo>
                  <a:cubicBezTo>
                    <a:pt x="314" y="3"/>
                    <a:pt x="294" y="1"/>
                    <a:pt x="27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68"/>
            <p:cNvSpPr/>
            <p:nvPr/>
          </p:nvSpPr>
          <p:spPr>
            <a:xfrm>
              <a:off x="4708300" y="3190325"/>
              <a:ext cx="15225" cy="7625"/>
            </a:xfrm>
            <a:custGeom>
              <a:rect b="b" l="l" r="r" t="t"/>
              <a:pathLst>
                <a:path extrusionOk="0" h="305" w="609">
                  <a:moveTo>
                    <a:pt x="366" y="0"/>
                  </a:moveTo>
                  <a:cubicBezTo>
                    <a:pt x="244" y="0"/>
                    <a:pt x="122" y="61"/>
                    <a:pt x="62" y="152"/>
                  </a:cubicBezTo>
                  <a:cubicBezTo>
                    <a:pt x="1" y="243"/>
                    <a:pt x="92" y="304"/>
                    <a:pt x="244" y="304"/>
                  </a:cubicBezTo>
                  <a:cubicBezTo>
                    <a:pt x="366" y="304"/>
                    <a:pt x="487" y="243"/>
                    <a:pt x="548" y="152"/>
                  </a:cubicBezTo>
                  <a:cubicBezTo>
                    <a:pt x="609" y="61"/>
                    <a:pt x="518" y="0"/>
                    <a:pt x="366"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68"/>
            <p:cNvSpPr/>
            <p:nvPr/>
          </p:nvSpPr>
          <p:spPr>
            <a:xfrm>
              <a:off x="4763775" y="3190125"/>
              <a:ext cx="14475" cy="7050"/>
            </a:xfrm>
            <a:custGeom>
              <a:rect b="b" l="l" r="r" t="t"/>
              <a:pathLst>
                <a:path extrusionOk="0" h="282" w="579">
                  <a:moveTo>
                    <a:pt x="301" y="0"/>
                  </a:moveTo>
                  <a:cubicBezTo>
                    <a:pt x="202" y="0"/>
                    <a:pt x="106" y="55"/>
                    <a:pt x="31" y="130"/>
                  </a:cubicBezTo>
                  <a:cubicBezTo>
                    <a:pt x="1" y="221"/>
                    <a:pt x="92" y="282"/>
                    <a:pt x="213" y="282"/>
                  </a:cubicBezTo>
                  <a:cubicBezTo>
                    <a:pt x="335" y="282"/>
                    <a:pt x="457" y="251"/>
                    <a:pt x="548" y="130"/>
                  </a:cubicBezTo>
                  <a:cubicBezTo>
                    <a:pt x="578" y="69"/>
                    <a:pt x="517" y="8"/>
                    <a:pt x="365" y="8"/>
                  </a:cubicBezTo>
                  <a:cubicBezTo>
                    <a:pt x="344" y="3"/>
                    <a:pt x="322" y="0"/>
                    <a:pt x="30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68"/>
            <p:cNvSpPr/>
            <p:nvPr/>
          </p:nvSpPr>
          <p:spPr>
            <a:xfrm>
              <a:off x="4821125" y="3185475"/>
              <a:ext cx="15250" cy="8175"/>
            </a:xfrm>
            <a:custGeom>
              <a:rect b="b" l="l" r="r" t="t"/>
              <a:pathLst>
                <a:path extrusionOk="0" h="327" w="610">
                  <a:moveTo>
                    <a:pt x="483" y="0"/>
                  </a:moveTo>
                  <a:cubicBezTo>
                    <a:pt x="454" y="0"/>
                    <a:pt x="419" y="4"/>
                    <a:pt x="381" y="12"/>
                  </a:cubicBezTo>
                  <a:cubicBezTo>
                    <a:pt x="260" y="12"/>
                    <a:pt x="138" y="103"/>
                    <a:pt x="47" y="194"/>
                  </a:cubicBezTo>
                  <a:cubicBezTo>
                    <a:pt x="1" y="287"/>
                    <a:pt x="43" y="327"/>
                    <a:pt x="133" y="327"/>
                  </a:cubicBezTo>
                  <a:cubicBezTo>
                    <a:pt x="161" y="327"/>
                    <a:pt x="194" y="323"/>
                    <a:pt x="230" y="316"/>
                  </a:cubicBezTo>
                  <a:cubicBezTo>
                    <a:pt x="381" y="285"/>
                    <a:pt x="503" y="194"/>
                    <a:pt x="564" y="103"/>
                  </a:cubicBezTo>
                  <a:cubicBezTo>
                    <a:pt x="609" y="35"/>
                    <a:pt x="570" y="0"/>
                    <a:pt x="48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68"/>
            <p:cNvSpPr/>
            <p:nvPr/>
          </p:nvSpPr>
          <p:spPr>
            <a:xfrm>
              <a:off x="4880225" y="3166725"/>
              <a:ext cx="14775" cy="10225"/>
            </a:xfrm>
            <a:custGeom>
              <a:rect b="b" l="l" r="r" t="t"/>
              <a:pathLst>
                <a:path extrusionOk="0" h="409" w="591">
                  <a:moveTo>
                    <a:pt x="516" y="1"/>
                  </a:moveTo>
                  <a:cubicBezTo>
                    <a:pt x="485" y="1"/>
                    <a:pt x="442" y="11"/>
                    <a:pt x="388" y="32"/>
                  </a:cubicBezTo>
                  <a:cubicBezTo>
                    <a:pt x="236" y="63"/>
                    <a:pt x="115" y="184"/>
                    <a:pt x="24" y="306"/>
                  </a:cubicBezTo>
                  <a:cubicBezTo>
                    <a:pt x="1" y="374"/>
                    <a:pt x="46" y="408"/>
                    <a:pt x="135" y="408"/>
                  </a:cubicBezTo>
                  <a:cubicBezTo>
                    <a:pt x="164" y="408"/>
                    <a:pt x="198" y="405"/>
                    <a:pt x="236" y="397"/>
                  </a:cubicBezTo>
                  <a:cubicBezTo>
                    <a:pt x="388" y="336"/>
                    <a:pt x="480" y="215"/>
                    <a:pt x="571" y="93"/>
                  </a:cubicBezTo>
                  <a:cubicBezTo>
                    <a:pt x="590" y="34"/>
                    <a:pt x="572" y="1"/>
                    <a:pt x="516"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68"/>
            <p:cNvSpPr/>
            <p:nvPr/>
          </p:nvSpPr>
          <p:spPr>
            <a:xfrm>
              <a:off x="4938850" y="3135050"/>
              <a:ext cx="14625" cy="14050"/>
            </a:xfrm>
            <a:custGeom>
              <a:rect b="b" l="l" r="r" t="t"/>
              <a:pathLst>
                <a:path extrusionOk="0" h="562" w="585">
                  <a:moveTo>
                    <a:pt x="501" y="0"/>
                  </a:moveTo>
                  <a:cubicBezTo>
                    <a:pt x="464" y="0"/>
                    <a:pt x="413" y="17"/>
                    <a:pt x="353" y="53"/>
                  </a:cubicBezTo>
                  <a:cubicBezTo>
                    <a:pt x="201" y="144"/>
                    <a:pt x="110" y="266"/>
                    <a:pt x="19" y="448"/>
                  </a:cubicBezTo>
                  <a:cubicBezTo>
                    <a:pt x="1" y="522"/>
                    <a:pt x="27" y="562"/>
                    <a:pt x="84" y="562"/>
                  </a:cubicBezTo>
                  <a:cubicBezTo>
                    <a:pt x="121" y="562"/>
                    <a:pt x="172" y="545"/>
                    <a:pt x="232" y="509"/>
                  </a:cubicBezTo>
                  <a:cubicBezTo>
                    <a:pt x="384" y="418"/>
                    <a:pt x="505" y="296"/>
                    <a:pt x="566" y="114"/>
                  </a:cubicBezTo>
                  <a:cubicBezTo>
                    <a:pt x="585" y="40"/>
                    <a:pt x="558" y="0"/>
                    <a:pt x="50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68"/>
            <p:cNvSpPr/>
            <p:nvPr/>
          </p:nvSpPr>
          <p:spPr>
            <a:xfrm>
              <a:off x="4996550" y="3096325"/>
              <a:ext cx="14700" cy="16850"/>
            </a:xfrm>
            <a:custGeom>
              <a:rect b="b" l="l" r="r" t="t"/>
              <a:pathLst>
                <a:path extrusionOk="0" h="674" w="588">
                  <a:moveTo>
                    <a:pt x="498" y="1"/>
                  </a:moveTo>
                  <a:cubicBezTo>
                    <a:pt x="461" y="1"/>
                    <a:pt x="412" y="18"/>
                    <a:pt x="355" y="52"/>
                  </a:cubicBezTo>
                  <a:cubicBezTo>
                    <a:pt x="204" y="173"/>
                    <a:pt x="82" y="325"/>
                    <a:pt x="21" y="538"/>
                  </a:cubicBezTo>
                  <a:cubicBezTo>
                    <a:pt x="1" y="619"/>
                    <a:pt x="35" y="673"/>
                    <a:pt x="104" y="673"/>
                  </a:cubicBezTo>
                  <a:cubicBezTo>
                    <a:pt x="139" y="673"/>
                    <a:pt x="183" y="660"/>
                    <a:pt x="234" y="629"/>
                  </a:cubicBezTo>
                  <a:cubicBezTo>
                    <a:pt x="386" y="508"/>
                    <a:pt x="507" y="325"/>
                    <a:pt x="568" y="143"/>
                  </a:cubicBezTo>
                  <a:cubicBezTo>
                    <a:pt x="587" y="48"/>
                    <a:pt x="559" y="1"/>
                    <a:pt x="498"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68"/>
            <p:cNvSpPr/>
            <p:nvPr/>
          </p:nvSpPr>
          <p:spPr>
            <a:xfrm>
              <a:off x="5054325" y="3050250"/>
              <a:ext cx="13900" cy="20100"/>
            </a:xfrm>
            <a:custGeom>
              <a:rect b="b" l="l" r="r" t="t"/>
              <a:pathLst>
                <a:path extrusionOk="0" h="804" w="556">
                  <a:moveTo>
                    <a:pt x="469" y="0"/>
                  </a:moveTo>
                  <a:cubicBezTo>
                    <a:pt x="432" y="0"/>
                    <a:pt x="383" y="24"/>
                    <a:pt x="324" y="71"/>
                  </a:cubicBezTo>
                  <a:cubicBezTo>
                    <a:pt x="172" y="223"/>
                    <a:pt x="51" y="405"/>
                    <a:pt x="20" y="618"/>
                  </a:cubicBezTo>
                  <a:cubicBezTo>
                    <a:pt x="1" y="736"/>
                    <a:pt x="32" y="803"/>
                    <a:pt x="89" y="803"/>
                  </a:cubicBezTo>
                  <a:cubicBezTo>
                    <a:pt x="120" y="803"/>
                    <a:pt x="160" y="783"/>
                    <a:pt x="203" y="740"/>
                  </a:cubicBezTo>
                  <a:cubicBezTo>
                    <a:pt x="385" y="588"/>
                    <a:pt x="476" y="405"/>
                    <a:pt x="537" y="193"/>
                  </a:cubicBezTo>
                  <a:cubicBezTo>
                    <a:pt x="556" y="62"/>
                    <a:pt x="528" y="0"/>
                    <a:pt x="469"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68"/>
            <p:cNvSpPr/>
            <p:nvPr/>
          </p:nvSpPr>
          <p:spPr>
            <a:xfrm>
              <a:off x="5111300" y="2999225"/>
              <a:ext cx="13950" cy="23175"/>
            </a:xfrm>
            <a:custGeom>
              <a:rect b="b" l="l" r="r" t="t"/>
              <a:pathLst>
                <a:path extrusionOk="0" h="927" w="558">
                  <a:moveTo>
                    <a:pt x="457" y="0"/>
                  </a:moveTo>
                  <a:cubicBezTo>
                    <a:pt x="422" y="0"/>
                    <a:pt x="377" y="24"/>
                    <a:pt x="325" y="76"/>
                  </a:cubicBezTo>
                  <a:cubicBezTo>
                    <a:pt x="142" y="228"/>
                    <a:pt x="51" y="471"/>
                    <a:pt x="21" y="684"/>
                  </a:cubicBezTo>
                  <a:cubicBezTo>
                    <a:pt x="1" y="846"/>
                    <a:pt x="34" y="927"/>
                    <a:pt x="104" y="927"/>
                  </a:cubicBezTo>
                  <a:cubicBezTo>
                    <a:pt x="139" y="927"/>
                    <a:pt x="183" y="906"/>
                    <a:pt x="234" y="866"/>
                  </a:cubicBezTo>
                  <a:cubicBezTo>
                    <a:pt x="386" y="684"/>
                    <a:pt x="507" y="471"/>
                    <a:pt x="538" y="228"/>
                  </a:cubicBezTo>
                  <a:cubicBezTo>
                    <a:pt x="558" y="88"/>
                    <a:pt x="525" y="0"/>
                    <a:pt x="457"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68"/>
            <p:cNvSpPr/>
            <p:nvPr/>
          </p:nvSpPr>
          <p:spPr>
            <a:xfrm>
              <a:off x="5168050" y="2945825"/>
              <a:ext cx="13475" cy="26225"/>
            </a:xfrm>
            <a:custGeom>
              <a:rect b="b" l="l" r="r" t="t"/>
              <a:pathLst>
                <a:path extrusionOk="0" h="1049" w="539">
                  <a:moveTo>
                    <a:pt x="420" y="1"/>
                  </a:moveTo>
                  <a:cubicBezTo>
                    <a:pt x="388" y="1"/>
                    <a:pt x="348" y="18"/>
                    <a:pt x="304" y="54"/>
                  </a:cubicBezTo>
                  <a:cubicBezTo>
                    <a:pt x="152" y="266"/>
                    <a:pt x="31" y="509"/>
                    <a:pt x="0" y="753"/>
                  </a:cubicBezTo>
                  <a:cubicBezTo>
                    <a:pt x="0" y="946"/>
                    <a:pt x="46" y="1049"/>
                    <a:pt x="116" y="1049"/>
                  </a:cubicBezTo>
                  <a:cubicBezTo>
                    <a:pt x="145" y="1049"/>
                    <a:pt x="177" y="1031"/>
                    <a:pt x="213" y="996"/>
                  </a:cubicBezTo>
                  <a:cubicBezTo>
                    <a:pt x="395" y="813"/>
                    <a:pt x="517" y="540"/>
                    <a:pt x="517" y="297"/>
                  </a:cubicBezTo>
                  <a:cubicBezTo>
                    <a:pt x="538" y="103"/>
                    <a:pt x="499" y="1"/>
                    <a:pt x="420"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68"/>
            <p:cNvSpPr/>
            <p:nvPr/>
          </p:nvSpPr>
          <p:spPr>
            <a:xfrm>
              <a:off x="5224475" y="2892025"/>
              <a:ext cx="14075" cy="28950"/>
            </a:xfrm>
            <a:custGeom>
              <a:rect b="b" l="l" r="r" t="t"/>
              <a:pathLst>
                <a:path extrusionOk="0" h="1158" w="563">
                  <a:moveTo>
                    <a:pt x="418" y="1"/>
                  </a:moveTo>
                  <a:cubicBezTo>
                    <a:pt x="390" y="1"/>
                    <a:pt x="358" y="16"/>
                    <a:pt x="327" y="47"/>
                  </a:cubicBezTo>
                  <a:cubicBezTo>
                    <a:pt x="144" y="260"/>
                    <a:pt x="53" y="534"/>
                    <a:pt x="23" y="807"/>
                  </a:cubicBezTo>
                  <a:cubicBezTo>
                    <a:pt x="0" y="1033"/>
                    <a:pt x="61" y="1158"/>
                    <a:pt x="144" y="1158"/>
                  </a:cubicBezTo>
                  <a:cubicBezTo>
                    <a:pt x="173" y="1158"/>
                    <a:pt x="204" y="1143"/>
                    <a:pt x="236" y="1111"/>
                  </a:cubicBezTo>
                  <a:cubicBezTo>
                    <a:pt x="418" y="899"/>
                    <a:pt x="540" y="625"/>
                    <a:pt x="540" y="351"/>
                  </a:cubicBezTo>
                  <a:cubicBezTo>
                    <a:pt x="562" y="126"/>
                    <a:pt x="501" y="1"/>
                    <a:pt x="418"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68"/>
            <p:cNvSpPr/>
            <p:nvPr/>
          </p:nvSpPr>
          <p:spPr>
            <a:xfrm>
              <a:off x="5281425" y="2839725"/>
              <a:ext cx="13550" cy="32400"/>
            </a:xfrm>
            <a:custGeom>
              <a:rect b="b" l="l" r="r" t="t"/>
              <a:pathLst>
                <a:path extrusionOk="0" h="1296" w="542">
                  <a:moveTo>
                    <a:pt x="392" y="1"/>
                  </a:moveTo>
                  <a:cubicBezTo>
                    <a:pt x="364" y="1"/>
                    <a:pt x="333" y="14"/>
                    <a:pt x="298" y="42"/>
                  </a:cubicBezTo>
                  <a:cubicBezTo>
                    <a:pt x="116" y="285"/>
                    <a:pt x="25" y="559"/>
                    <a:pt x="25" y="863"/>
                  </a:cubicBezTo>
                  <a:cubicBezTo>
                    <a:pt x="1" y="1127"/>
                    <a:pt x="71" y="1296"/>
                    <a:pt x="162" y="1296"/>
                  </a:cubicBezTo>
                  <a:cubicBezTo>
                    <a:pt x="186" y="1296"/>
                    <a:pt x="212" y="1284"/>
                    <a:pt x="237" y="1258"/>
                  </a:cubicBezTo>
                  <a:cubicBezTo>
                    <a:pt x="450" y="1015"/>
                    <a:pt x="541" y="711"/>
                    <a:pt x="541" y="437"/>
                  </a:cubicBezTo>
                  <a:cubicBezTo>
                    <a:pt x="541" y="156"/>
                    <a:pt x="487" y="1"/>
                    <a:pt x="392"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68"/>
            <p:cNvSpPr/>
            <p:nvPr/>
          </p:nvSpPr>
          <p:spPr>
            <a:xfrm>
              <a:off x="5339025" y="2791275"/>
              <a:ext cx="12925" cy="34900"/>
            </a:xfrm>
            <a:custGeom>
              <a:rect b="b" l="l" r="r" t="t"/>
              <a:pathLst>
                <a:path extrusionOk="0" h="1396" w="517">
                  <a:moveTo>
                    <a:pt x="354" y="1"/>
                  </a:moveTo>
                  <a:cubicBezTo>
                    <a:pt x="330" y="1"/>
                    <a:pt x="303" y="12"/>
                    <a:pt x="274" y="35"/>
                  </a:cubicBezTo>
                  <a:cubicBezTo>
                    <a:pt x="91" y="278"/>
                    <a:pt x="0" y="582"/>
                    <a:pt x="0" y="886"/>
                  </a:cubicBezTo>
                  <a:cubicBezTo>
                    <a:pt x="0" y="1214"/>
                    <a:pt x="63" y="1395"/>
                    <a:pt x="171" y="1395"/>
                  </a:cubicBezTo>
                  <a:cubicBezTo>
                    <a:pt x="193" y="1395"/>
                    <a:pt x="218" y="1388"/>
                    <a:pt x="243" y="1372"/>
                  </a:cubicBezTo>
                  <a:cubicBezTo>
                    <a:pt x="426" y="1129"/>
                    <a:pt x="517" y="795"/>
                    <a:pt x="517" y="491"/>
                  </a:cubicBezTo>
                  <a:cubicBezTo>
                    <a:pt x="517" y="196"/>
                    <a:pt x="457" y="1"/>
                    <a:pt x="35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68"/>
            <p:cNvSpPr/>
            <p:nvPr/>
          </p:nvSpPr>
          <p:spPr>
            <a:xfrm>
              <a:off x="5396000" y="2748800"/>
              <a:ext cx="13700" cy="37000"/>
            </a:xfrm>
            <a:custGeom>
              <a:rect b="b" l="l" r="r" t="t"/>
              <a:pathLst>
                <a:path extrusionOk="0" h="1480" w="548">
                  <a:moveTo>
                    <a:pt x="368" y="0"/>
                  </a:moveTo>
                  <a:cubicBezTo>
                    <a:pt x="347" y="0"/>
                    <a:pt x="326" y="11"/>
                    <a:pt x="305" y="32"/>
                  </a:cubicBezTo>
                  <a:cubicBezTo>
                    <a:pt x="92" y="275"/>
                    <a:pt x="1" y="579"/>
                    <a:pt x="1" y="913"/>
                  </a:cubicBezTo>
                  <a:cubicBezTo>
                    <a:pt x="1" y="1252"/>
                    <a:pt x="90" y="1479"/>
                    <a:pt x="212" y="1479"/>
                  </a:cubicBezTo>
                  <a:cubicBezTo>
                    <a:pt x="232" y="1479"/>
                    <a:pt x="253" y="1473"/>
                    <a:pt x="274" y="1460"/>
                  </a:cubicBezTo>
                  <a:cubicBezTo>
                    <a:pt x="457" y="1217"/>
                    <a:pt x="548" y="883"/>
                    <a:pt x="548" y="579"/>
                  </a:cubicBezTo>
                  <a:cubicBezTo>
                    <a:pt x="548" y="227"/>
                    <a:pt x="465" y="0"/>
                    <a:pt x="368"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68"/>
            <p:cNvSpPr/>
            <p:nvPr/>
          </p:nvSpPr>
          <p:spPr>
            <a:xfrm>
              <a:off x="5454525" y="2714225"/>
              <a:ext cx="12950" cy="39400"/>
            </a:xfrm>
            <a:custGeom>
              <a:rect b="b" l="l" r="r" t="t"/>
              <a:pathLst>
                <a:path extrusionOk="0" h="1576" w="518">
                  <a:moveTo>
                    <a:pt x="326" y="0"/>
                  </a:moveTo>
                  <a:cubicBezTo>
                    <a:pt x="310" y="0"/>
                    <a:pt x="292" y="6"/>
                    <a:pt x="274" y="17"/>
                  </a:cubicBezTo>
                  <a:cubicBezTo>
                    <a:pt x="122" y="77"/>
                    <a:pt x="0" y="503"/>
                    <a:pt x="0" y="928"/>
                  </a:cubicBezTo>
                  <a:cubicBezTo>
                    <a:pt x="0" y="1314"/>
                    <a:pt x="75" y="1575"/>
                    <a:pt x="203" y="1575"/>
                  </a:cubicBezTo>
                  <a:cubicBezTo>
                    <a:pt x="216" y="1575"/>
                    <a:pt x="229" y="1572"/>
                    <a:pt x="244" y="1567"/>
                  </a:cubicBezTo>
                  <a:cubicBezTo>
                    <a:pt x="395" y="1475"/>
                    <a:pt x="517" y="1080"/>
                    <a:pt x="517" y="655"/>
                  </a:cubicBezTo>
                  <a:cubicBezTo>
                    <a:pt x="517" y="281"/>
                    <a:pt x="447" y="0"/>
                    <a:pt x="326"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68"/>
            <p:cNvSpPr/>
            <p:nvPr/>
          </p:nvSpPr>
          <p:spPr>
            <a:xfrm>
              <a:off x="5513025" y="2690125"/>
              <a:ext cx="13650" cy="40650"/>
            </a:xfrm>
            <a:custGeom>
              <a:rect b="b" l="l" r="r" t="t"/>
              <a:pathLst>
                <a:path extrusionOk="0" h="1626" w="546">
                  <a:moveTo>
                    <a:pt x="304" y="1"/>
                  </a:moveTo>
                  <a:cubicBezTo>
                    <a:pt x="294" y="1"/>
                    <a:pt x="284" y="3"/>
                    <a:pt x="274" y="8"/>
                  </a:cubicBezTo>
                  <a:cubicBezTo>
                    <a:pt x="122" y="38"/>
                    <a:pt x="1" y="433"/>
                    <a:pt x="1" y="889"/>
                  </a:cubicBezTo>
                  <a:cubicBezTo>
                    <a:pt x="1" y="1309"/>
                    <a:pt x="104" y="1626"/>
                    <a:pt x="215" y="1626"/>
                  </a:cubicBezTo>
                  <a:cubicBezTo>
                    <a:pt x="225" y="1626"/>
                    <a:pt x="234" y="1624"/>
                    <a:pt x="244" y="1619"/>
                  </a:cubicBezTo>
                  <a:cubicBezTo>
                    <a:pt x="396" y="1588"/>
                    <a:pt x="518" y="1163"/>
                    <a:pt x="518" y="737"/>
                  </a:cubicBezTo>
                  <a:cubicBezTo>
                    <a:pt x="546" y="317"/>
                    <a:pt x="419" y="1"/>
                    <a:pt x="30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68"/>
            <p:cNvSpPr/>
            <p:nvPr/>
          </p:nvSpPr>
          <p:spPr>
            <a:xfrm>
              <a:off x="5572300" y="2678875"/>
              <a:ext cx="13700" cy="41850"/>
            </a:xfrm>
            <a:custGeom>
              <a:rect b="b" l="l" r="r" t="t"/>
              <a:pathLst>
                <a:path extrusionOk="0" h="1674" w="548">
                  <a:moveTo>
                    <a:pt x="292" y="0"/>
                  </a:moveTo>
                  <a:cubicBezTo>
                    <a:pt x="286" y="0"/>
                    <a:pt x="280" y="1"/>
                    <a:pt x="274" y="2"/>
                  </a:cubicBezTo>
                  <a:cubicBezTo>
                    <a:pt x="122" y="2"/>
                    <a:pt x="1" y="397"/>
                    <a:pt x="1" y="853"/>
                  </a:cubicBezTo>
                  <a:cubicBezTo>
                    <a:pt x="1" y="1309"/>
                    <a:pt x="122" y="1674"/>
                    <a:pt x="274" y="1674"/>
                  </a:cubicBezTo>
                  <a:cubicBezTo>
                    <a:pt x="426" y="1643"/>
                    <a:pt x="548" y="1248"/>
                    <a:pt x="548" y="792"/>
                  </a:cubicBezTo>
                  <a:cubicBezTo>
                    <a:pt x="548" y="354"/>
                    <a:pt x="436" y="0"/>
                    <a:pt x="292"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68"/>
            <p:cNvSpPr/>
            <p:nvPr/>
          </p:nvSpPr>
          <p:spPr>
            <a:xfrm>
              <a:off x="3151275" y="3037575"/>
              <a:ext cx="16000" cy="13700"/>
            </a:xfrm>
            <a:custGeom>
              <a:rect b="b" l="l" r="r" t="t"/>
              <a:pathLst>
                <a:path extrusionOk="0" h="548" w="640">
                  <a:moveTo>
                    <a:pt x="366" y="1"/>
                  </a:moveTo>
                  <a:cubicBezTo>
                    <a:pt x="1" y="1"/>
                    <a:pt x="1" y="548"/>
                    <a:pt x="366" y="548"/>
                  </a:cubicBezTo>
                  <a:cubicBezTo>
                    <a:pt x="518" y="548"/>
                    <a:pt x="639" y="426"/>
                    <a:pt x="639" y="274"/>
                  </a:cubicBezTo>
                  <a:cubicBezTo>
                    <a:pt x="639" y="122"/>
                    <a:pt x="518" y="1"/>
                    <a:pt x="366"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68"/>
            <p:cNvSpPr/>
            <p:nvPr/>
          </p:nvSpPr>
          <p:spPr>
            <a:xfrm>
              <a:off x="3214350" y="3040500"/>
              <a:ext cx="14475" cy="13825"/>
            </a:xfrm>
            <a:custGeom>
              <a:rect b="b" l="l" r="r" t="t"/>
              <a:pathLst>
                <a:path extrusionOk="0" h="553" w="579">
                  <a:moveTo>
                    <a:pt x="228" y="1"/>
                  </a:moveTo>
                  <a:cubicBezTo>
                    <a:pt x="98" y="1"/>
                    <a:pt x="1" y="112"/>
                    <a:pt x="1" y="248"/>
                  </a:cubicBezTo>
                  <a:cubicBezTo>
                    <a:pt x="1" y="400"/>
                    <a:pt x="122" y="522"/>
                    <a:pt x="305" y="552"/>
                  </a:cubicBezTo>
                  <a:cubicBezTo>
                    <a:pt x="426" y="552"/>
                    <a:pt x="578" y="461"/>
                    <a:pt x="578" y="309"/>
                  </a:cubicBezTo>
                  <a:cubicBezTo>
                    <a:pt x="548" y="157"/>
                    <a:pt x="426" y="36"/>
                    <a:pt x="274" y="5"/>
                  </a:cubicBezTo>
                  <a:cubicBezTo>
                    <a:pt x="259" y="2"/>
                    <a:pt x="243" y="1"/>
                    <a:pt x="228"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68"/>
            <p:cNvSpPr/>
            <p:nvPr/>
          </p:nvSpPr>
          <p:spPr>
            <a:xfrm>
              <a:off x="3276050" y="3049325"/>
              <a:ext cx="14325" cy="13475"/>
            </a:xfrm>
            <a:custGeom>
              <a:rect b="b" l="l" r="r" t="t"/>
              <a:pathLst>
                <a:path extrusionOk="0" h="539" w="573">
                  <a:moveTo>
                    <a:pt x="218" y="1"/>
                  </a:moveTo>
                  <a:cubicBezTo>
                    <a:pt x="98" y="1"/>
                    <a:pt x="0" y="105"/>
                    <a:pt x="25" y="230"/>
                  </a:cubicBezTo>
                  <a:cubicBezTo>
                    <a:pt x="25" y="382"/>
                    <a:pt x="147" y="503"/>
                    <a:pt x="299" y="534"/>
                  </a:cubicBezTo>
                  <a:cubicBezTo>
                    <a:pt x="315" y="537"/>
                    <a:pt x="331" y="538"/>
                    <a:pt x="346" y="538"/>
                  </a:cubicBezTo>
                  <a:cubicBezTo>
                    <a:pt x="475" y="538"/>
                    <a:pt x="572" y="430"/>
                    <a:pt x="572" y="321"/>
                  </a:cubicBezTo>
                  <a:cubicBezTo>
                    <a:pt x="572" y="169"/>
                    <a:pt x="451" y="17"/>
                    <a:pt x="299" y="17"/>
                  </a:cubicBezTo>
                  <a:cubicBezTo>
                    <a:pt x="271" y="6"/>
                    <a:pt x="244" y="1"/>
                    <a:pt x="218"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68"/>
            <p:cNvSpPr/>
            <p:nvPr/>
          </p:nvSpPr>
          <p:spPr>
            <a:xfrm>
              <a:off x="3338225" y="3061750"/>
              <a:ext cx="14300" cy="12800"/>
            </a:xfrm>
            <a:custGeom>
              <a:rect b="b" l="l" r="r" t="t"/>
              <a:pathLst>
                <a:path extrusionOk="0" h="512" w="572">
                  <a:moveTo>
                    <a:pt x="216" y="0"/>
                  </a:moveTo>
                  <a:cubicBezTo>
                    <a:pt x="92" y="0"/>
                    <a:pt x="0" y="83"/>
                    <a:pt x="0" y="189"/>
                  </a:cubicBezTo>
                  <a:cubicBezTo>
                    <a:pt x="31" y="341"/>
                    <a:pt x="152" y="462"/>
                    <a:pt x="304" y="493"/>
                  </a:cubicBezTo>
                  <a:cubicBezTo>
                    <a:pt x="337" y="506"/>
                    <a:pt x="368" y="512"/>
                    <a:pt x="396" y="512"/>
                  </a:cubicBezTo>
                  <a:cubicBezTo>
                    <a:pt x="501" y="512"/>
                    <a:pt x="571" y="430"/>
                    <a:pt x="547" y="310"/>
                  </a:cubicBezTo>
                  <a:cubicBezTo>
                    <a:pt x="547" y="158"/>
                    <a:pt x="426" y="37"/>
                    <a:pt x="274" y="6"/>
                  </a:cubicBezTo>
                  <a:cubicBezTo>
                    <a:pt x="254" y="2"/>
                    <a:pt x="234" y="0"/>
                    <a:pt x="216"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68"/>
            <p:cNvSpPr/>
            <p:nvPr/>
          </p:nvSpPr>
          <p:spPr>
            <a:xfrm>
              <a:off x="3399775" y="3078125"/>
              <a:ext cx="14450" cy="12100"/>
            </a:xfrm>
            <a:custGeom>
              <a:rect b="b" l="l" r="r" t="t"/>
              <a:pathLst>
                <a:path extrusionOk="0" h="484" w="578">
                  <a:moveTo>
                    <a:pt x="179" y="1"/>
                  </a:moveTo>
                  <a:cubicBezTo>
                    <a:pt x="74" y="1"/>
                    <a:pt x="0" y="77"/>
                    <a:pt x="0" y="172"/>
                  </a:cubicBezTo>
                  <a:cubicBezTo>
                    <a:pt x="31" y="324"/>
                    <a:pt x="152" y="446"/>
                    <a:pt x="304" y="476"/>
                  </a:cubicBezTo>
                  <a:cubicBezTo>
                    <a:pt x="336" y="481"/>
                    <a:pt x="364" y="484"/>
                    <a:pt x="390" y="484"/>
                  </a:cubicBezTo>
                  <a:cubicBezTo>
                    <a:pt x="515" y="484"/>
                    <a:pt x="578" y="425"/>
                    <a:pt x="578" y="324"/>
                  </a:cubicBezTo>
                  <a:cubicBezTo>
                    <a:pt x="517" y="172"/>
                    <a:pt x="396" y="50"/>
                    <a:pt x="274" y="20"/>
                  </a:cubicBezTo>
                  <a:cubicBezTo>
                    <a:pt x="241" y="7"/>
                    <a:pt x="209" y="1"/>
                    <a:pt x="179"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68"/>
            <p:cNvSpPr/>
            <p:nvPr/>
          </p:nvSpPr>
          <p:spPr>
            <a:xfrm>
              <a:off x="3461325" y="3097025"/>
              <a:ext cx="14450" cy="11450"/>
            </a:xfrm>
            <a:custGeom>
              <a:rect b="b" l="l" r="r" t="t"/>
              <a:pathLst>
                <a:path extrusionOk="0" h="458" w="578">
                  <a:moveTo>
                    <a:pt x="147" y="0"/>
                  </a:moveTo>
                  <a:cubicBezTo>
                    <a:pt x="49" y="0"/>
                    <a:pt x="0" y="56"/>
                    <a:pt x="0" y="145"/>
                  </a:cubicBezTo>
                  <a:cubicBezTo>
                    <a:pt x="61" y="267"/>
                    <a:pt x="183" y="389"/>
                    <a:pt x="335" y="449"/>
                  </a:cubicBezTo>
                  <a:cubicBezTo>
                    <a:pt x="362" y="455"/>
                    <a:pt x="387" y="457"/>
                    <a:pt x="410" y="457"/>
                  </a:cubicBezTo>
                  <a:cubicBezTo>
                    <a:pt x="516" y="457"/>
                    <a:pt x="578" y="403"/>
                    <a:pt x="578" y="328"/>
                  </a:cubicBezTo>
                  <a:cubicBezTo>
                    <a:pt x="517" y="176"/>
                    <a:pt x="396" y="54"/>
                    <a:pt x="274" y="24"/>
                  </a:cubicBezTo>
                  <a:cubicBezTo>
                    <a:pt x="225" y="8"/>
                    <a:pt x="183" y="0"/>
                    <a:pt x="147"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68"/>
            <p:cNvSpPr/>
            <p:nvPr/>
          </p:nvSpPr>
          <p:spPr>
            <a:xfrm>
              <a:off x="3523125" y="3117375"/>
              <a:ext cx="14750" cy="10500"/>
            </a:xfrm>
            <a:custGeom>
              <a:rect b="b" l="l" r="r" t="t"/>
              <a:pathLst>
                <a:path extrusionOk="0" h="420" w="590">
                  <a:moveTo>
                    <a:pt x="113" y="0"/>
                  </a:moveTo>
                  <a:cubicBezTo>
                    <a:pt x="34" y="0"/>
                    <a:pt x="1" y="41"/>
                    <a:pt x="21" y="122"/>
                  </a:cubicBezTo>
                  <a:cubicBezTo>
                    <a:pt x="51" y="243"/>
                    <a:pt x="173" y="365"/>
                    <a:pt x="325" y="395"/>
                  </a:cubicBezTo>
                  <a:cubicBezTo>
                    <a:pt x="367" y="412"/>
                    <a:pt x="407" y="420"/>
                    <a:pt x="442" y="420"/>
                  </a:cubicBezTo>
                  <a:cubicBezTo>
                    <a:pt x="533" y="420"/>
                    <a:pt x="590" y="370"/>
                    <a:pt x="568" y="304"/>
                  </a:cubicBezTo>
                  <a:cubicBezTo>
                    <a:pt x="507" y="152"/>
                    <a:pt x="386" y="61"/>
                    <a:pt x="264" y="31"/>
                  </a:cubicBezTo>
                  <a:cubicBezTo>
                    <a:pt x="203" y="10"/>
                    <a:pt x="153" y="0"/>
                    <a:pt x="11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68"/>
            <p:cNvSpPr/>
            <p:nvPr/>
          </p:nvSpPr>
          <p:spPr>
            <a:xfrm>
              <a:off x="3584700" y="3138625"/>
              <a:ext cx="14725" cy="9800"/>
            </a:xfrm>
            <a:custGeom>
              <a:rect b="b" l="l" r="r" t="t"/>
              <a:pathLst>
                <a:path extrusionOk="0" h="392" w="589">
                  <a:moveTo>
                    <a:pt x="105" y="0"/>
                  </a:moveTo>
                  <a:cubicBezTo>
                    <a:pt x="31" y="0"/>
                    <a:pt x="0" y="34"/>
                    <a:pt x="20" y="92"/>
                  </a:cubicBezTo>
                  <a:cubicBezTo>
                    <a:pt x="81" y="244"/>
                    <a:pt x="202" y="336"/>
                    <a:pt x="324" y="366"/>
                  </a:cubicBezTo>
                  <a:cubicBezTo>
                    <a:pt x="368" y="384"/>
                    <a:pt x="410" y="391"/>
                    <a:pt x="447" y="391"/>
                  </a:cubicBezTo>
                  <a:cubicBezTo>
                    <a:pt x="534" y="391"/>
                    <a:pt x="589" y="348"/>
                    <a:pt x="567" y="305"/>
                  </a:cubicBezTo>
                  <a:cubicBezTo>
                    <a:pt x="506" y="153"/>
                    <a:pt x="385" y="62"/>
                    <a:pt x="263" y="32"/>
                  </a:cubicBezTo>
                  <a:cubicBezTo>
                    <a:pt x="198" y="10"/>
                    <a:pt x="145" y="0"/>
                    <a:pt x="10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68"/>
            <p:cNvSpPr/>
            <p:nvPr/>
          </p:nvSpPr>
          <p:spPr>
            <a:xfrm>
              <a:off x="3646250" y="3159125"/>
              <a:ext cx="14675" cy="9200"/>
            </a:xfrm>
            <a:custGeom>
              <a:rect b="b" l="l" r="r" t="t"/>
              <a:pathLst>
                <a:path extrusionOk="0" h="368" w="587">
                  <a:moveTo>
                    <a:pt x="105" y="1"/>
                  </a:moveTo>
                  <a:cubicBezTo>
                    <a:pt x="31" y="1"/>
                    <a:pt x="0" y="34"/>
                    <a:pt x="20" y="93"/>
                  </a:cubicBezTo>
                  <a:cubicBezTo>
                    <a:pt x="81" y="215"/>
                    <a:pt x="202" y="306"/>
                    <a:pt x="354" y="336"/>
                  </a:cubicBezTo>
                  <a:cubicBezTo>
                    <a:pt x="408" y="358"/>
                    <a:pt x="454" y="368"/>
                    <a:pt x="490" y="368"/>
                  </a:cubicBezTo>
                  <a:cubicBezTo>
                    <a:pt x="556" y="368"/>
                    <a:pt x="587" y="334"/>
                    <a:pt x="567" y="275"/>
                  </a:cubicBezTo>
                  <a:cubicBezTo>
                    <a:pt x="506" y="154"/>
                    <a:pt x="385" y="63"/>
                    <a:pt x="263" y="32"/>
                  </a:cubicBezTo>
                  <a:cubicBezTo>
                    <a:pt x="199" y="11"/>
                    <a:pt x="145" y="1"/>
                    <a:pt x="10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68"/>
            <p:cNvSpPr/>
            <p:nvPr/>
          </p:nvSpPr>
          <p:spPr>
            <a:xfrm>
              <a:off x="3707800" y="3179225"/>
              <a:ext cx="15450" cy="8100"/>
            </a:xfrm>
            <a:custGeom>
              <a:rect b="b" l="l" r="r" t="t"/>
              <a:pathLst>
                <a:path extrusionOk="0" h="324" w="618">
                  <a:moveTo>
                    <a:pt x="101" y="0"/>
                  </a:moveTo>
                  <a:cubicBezTo>
                    <a:pt x="30" y="0"/>
                    <a:pt x="1" y="22"/>
                    <a:pt x="20" y="79"/>
                  </a:cubicBezTo>
                  <a:cubicBezTo>
                    <a:pt x="111" y="171"/>
                    <a:pt x="233" y="262"/>
                    <a:pt x="354" y="292"/>
                  </a:cubicBezTo>
                  <a:cubicBezTo>
                    <a:pt x="408" y="314"/>
                    <a:pt x="458" y="324"/>
                    <a:pt x="499" y="324"/>
                  </a:cubicBezTo>
                  <a:cubicBezTo>
                    <a:pt x="573" y="324"/>
                    <a:pt x="617" y="290"/>
                    <a:pt x="598" y="231"/>
                  </a:cubicBezTo>
                  <a:cubicBezTo>
                    <a:pt x="506" y="140"/>
                    <a:pt x="385" y="49"/>
                    <a:pt x="263" y="19"/>
                  </a:cubicBezTo>
                  <a:cubicBezTo>
                    <a:pt x="196" y="7"/>
                    <a:pt x="142" y="0"/>
                    <a:pt x="10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68"/>
            <p:cNvSpPr/>
            <p:nvPr/>
          </p:nvSpPr>
          <p:spPr>
            <a:xfrm>
              <a:off x="3769375" y="3197075"/>
              <a:ext cx="15400" cy="7000"/>
            </a:xfrm>
            <a:custGeom>
              <a:rect b="b" l="l" r="r" t="t"/>
              <a:pathLst>
                <a:path extrusionOk="0" h="280" w="616">
                  <a:moveTo>
                    <a:pt x="95" y="1"/>
                  </a:moveTo>
                  <a:cubicBezTo>
                    <a:pt x="28" y="1"/>
                    <a:pt x="0" y="27"/>
                    <a:pt x="19" y="64"/>
                  </a:cubicBezTo>
                  <a:cubicBezTo>
                    <a:pt x="110" y="156"/>
                    <a:pt x="232" y="216"/>
                    <a:pt x="353" y="247"/>
                  </a:cubicBezTo>
                  <a:cubicBezTo>
                    <a:pt x="411" y="270"/>
                    <a:pt x="465" y="280"/>
                    <a:pt x="508" y="280"/>
                  </a:cubicBezTo>
                  <a:cubicBezTo>
                    <a:pt x="576" y="280"/>
                    <a:pt x="615" y="254"/>
                    <a:pt x="597" y="216"/>
                  </a:cubicBezTo>
                  <a:cubicBezTo>
                    <a:pt x="505" y="125"/>
                    <a:pt x="384" y="34"/>
                    <a:pt x="262" y="34"/>
                  </a:cubicBezTo>
                  <a:cubicBezTo>
                    <a:pt x="193" y="11"/>
                    <a:pt x="136" y="1"/>
                    <a:pt x="9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68"/>
            <p:cNvSpPr/>
            <p:nvPr/>
          </p:nvSpPr>
          <p:spPr>
            <a:xfrm>
              <a:off x="3830850" y="3212050"/>
              <a:ext cx="15550" cy="5950"/>
            </a:xfrm>
            <a:custGeom>
              <a:rect b="b" l="l" r="r" t="t"/>
              <a:pathLst>
                <a:path extrusionOk="0" h="238" w="622">
                  <a:moveTo>
                    <a:pt x="119" y="0"/>
                  </a:moveTo>
                  <a:cubicBezTo>
                    <a:pt x="40" y="0"/>
                    <a:pt x="1" y="22"/>
                    <a:pt x="22" y="43"/>
                  </a:cubicBezTo>
                  <a:cubicBezTo>
                    <a:pt x="144" y="134"/>
                    <a:pt x="265" y="195"/>
                    <a:pt x="387" y="225"/>
                  </a:cubicBezTo>
                  <a:cubicBezTo>
                    <a:pt x="428" y="234"/>
                    <a:pt x="464" y="237"/>
                    <a:pt x="495" y="237"/>
                  </a:cubicBezTo>
                  <a:cubicBezTo>
                    <a:pt x="579" y="237"/>
                    <a:pt x="622" y="209"/>
                    <a:pt x="600" y="165"/>
                  </a:cubicBezTo>
                  <a:cubicBezTo>
                    <a:pt x="508" y="73"/>
                    <a:pt x="387" y="43"/>
                    <a:pt x="235" y="13"/>
                  </a:cubicBezTo>
                  <a:cubicBezTo>
                    <a:pt x="190" y="4"/>
                    <a:pt x="151" y="0"/>
                    <a:pt x="119"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68"/>
            <p:cNvSpPr/>
            <p:nvPr/>
          </p:nvSpPr>
          <p:spPr>
            <a:xfrm>
              <a:off x="3892175" y="3223000"/>
              <a:ext cx="16300" cy="4900"/>
            </a:xfrm>
            <a:custGeom>
              <a:rect b="b" l="l" r="r" t="t"/>
              <a:pathLst>
                <a:path extrusionOk="0" h="196" w="652">
                  <a:moveTo>
                    <a:pt x="274" y="0"/>
                  </a:moveTo>
                  <a:cubicBezTo>
                    <a:pt x="92" y="0"/>
                    <a:pt x="1" y="0"/>
                    <a:pt x="62" y="61"/>
                  </a:cubicBezTo>
                  <a:cubicBezTo>
                    <a:pt x="153" y="152"/>
                    <a:pt x="274" y="183"/>
                    <a:pt x="396" y="183"/>
                  </a:cubicBezTo>
                  <a:cubicBezTo>
                    <a:pt x="440" y="191"/>
                    <a:pt x="482" y="195"/>
                    <a:pt x="518" y="195"/>
                  </a:cubicBezTo>
                  <a:cubicBezTo>
                    <a:pt x="603" y="195"/>
                    <a:pt x="652" y="174"/>
                    <a:pt x="609" y="152"/>
                  </a:cubicBezTo>
                  <a:cubicBezTo>
                    <a:pt x="518" y="61"/>
                    <a:pt x="396" y="31"/>
                    <a:pt x="27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68"/>
            <p:cNvSpPr/>
            <p:nvPr/>
          </p:nvSpPr>
          <p:spPr>
            <a:xfrm>
              <a:off x="3953725" y="3229075"/>
              <a:ext cx="16750" cy="4575"/>
            </a:xfrm>
            <a:custGeom>
              <a:rect b="b" l="l" r="r" t="t"/>
              <a:pathLst>
                <a:path extrusionOk="0" h="183" w="670">
                  <a:moveTo>
                    <a:pt x="274" y="0"/>
                  </a:moveTo>
                  <a:cubicBezTo>
                    <a:pt x="92" y="0"/>
                    <a:pt x="1" y="31"/>
                    <a:pt x="62" y="61"/>
                  </a:cubicBezTo>
                  <a:cubicBezTo>
                    <a:pt x="153" y="122"/>
                    <a:pt x="274" y="183"/>
                    <a:pt x="426" y="183"/>
                  </a:cubicBezTo>
                  <a:cubicBezTo>
                    <a:pt x="578" y="183"/>
                    <a:pt x="670" y="183"/>
                    <a:pt x="609" y="91"/>
                  </a:cubicBezTo>
                  <a:cubicBezTo>
                    <a:pt x="518" y="31"/>
                    <a:pt x="396" y="0"/>
                    <a:pt x="27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68"/>
            <p:cNvSpPr/>
            <p:nvPr/>
          </p:nvSpPr>
          <p:spPr>
            <a:xfrm>
              <a:off x="4014525" y="3230600"/>
              <a:ext cx="14475" cy="4575"/>
            </a:xfrm>
            <a:custGeom>
              <a:rect b="b" l="l" r="r" t="t"/>
              <a:pathLst>
                <a:path extrusionOk="0" h="183" w="579">
                  <a:moveTo>
                    <a:pt x="213" y="0"/>
                  </a:moveTo>
                  <a:cubicBezTo>
                    <a:pt x="61" y="0"/>
                    <a:pt x="0" y="30"/>
                    <a:pt x="31" y="91"/>
                  </a:cubicBezTo>
                  <a:cubicBezTo>
                    <a:pt x="122" y="152"/>
                    <a:pt x="244" y="182"/>
                    <a:pt x="365" y="182"/>
                  </a:cubicBezTo>
                  <a:cubicBezTo>
                    <a:pt x="517" y="182"/>
                    <a:pt x="578" y="122"/>
                    <a:pt x="548" y="91"/>
                  </a:cubicBezTo>
                  <a:cubicBezTo>
                    <a:pt x="456" y="30"/>
                    <a:pt x="335" y="0"/>
                    <a:pt x="21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68"/>
            <p:cNvSpPr/>
            <p:nvPr/>
          </p:nvSpPr>
          <p:spPr>
            <a:xfrm>
              <a:off x="4071525" y="3229825"/>
              <a:ext cx="14450" cy="4600"/>
            </a:xfrm>
            <a:custGeom>
              <a:rect b="b" l="l" r="r" t="t"/>
              <a:pathLst>
                <a:path extrusionOk="0" h="184" w="578">
                  <a:moveTo>
                    <a:pt x="213" y="1"/>
                  </a:moveTo>
                  <a:cubicBezTo>
                    <a:pt x="61" y="1"/>
                    <a:pt x="0" y="61"/>
                    <a:pt x="31" y="92"/>
                  </a:cubicBezTo>
                  <a:cubicBezTo>
                    <a:pt x="122" y="153"/>
                    <a:pt x="243" y="183"/>
                    <a:pt x="365" y="183"/>
                  </a:cubicBezTo>
                  <a:cubicBezTo>
                    <a:pt x="487" y="183"/>
                    <a:pt x="578" y="153"/>
                    <a:pt x="547" y="92"/>
                  </a:cubicBezTo>
                  <a:cubicBezTo>
                    <a:pt x="456" y="1"/>
                    <a:pt x="335" y="1"/>
                    <a:pt x="21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68"/>
            <p:cNvSpPr/>
            <p:nvPr/>
          </p:nvSpPr>
          <p:spPr>
            <a:xfrm>
              <a:off x="4129275" y="3226800"/>
              <a:ext cx="14450" cy="4575"/>
            </a:xfrm>
            <a:custGeom>
              <a:rect b="b" l="l" r="r" t="t"/>
              <a:pathLst>
                <a:path extrusionOk="0" h="183" w="578">
                  <a:moveTo>
                    <a:pt x="243" y="0"/>
                  </a:moveTo>
                  <a:cubicBezTo>
                    <a:pt x="91" y="0"/>
                    <a:pt x="0" y="61"/>
                    <a:pt x="31" y="122"/>
                  </a:cubicBezTo>
                  <a:cubicBezTo>
                    <a:pt x="61" y="152"/>
                    <a:pt x="213" y="182"/>
                    <a:pt x="335" y="182"/>
                  </a:cubicBezTo>
                  <a:cubicBezTo>
                    <a:pt x="487" y="182"/>
                    <a:pt x="578" y="122"/>
                    <a:pt x="547" y="61"/>
                  </a:cubicBezTo>
                  <a:cubicBezTo>
                    <a:pt x="517" y="31"/>
                    <a:pt x="395" y="0"/>
                    <a:pt x="24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68"/>
            <p:cNvSpPr/>
            <p:nvPr/>
          </p:nvSpPr>
          <p:spPr>
            <a:xfrm>
              <a:off x="4187775" y="3221925"/>
              <a:ext cx="14475" cy="4900"/>
            </a:xfrm>
            <a:custGeom>
              <a:rect b="b" l="l" r="r" t="t"/>
              <a:pathLst>
                <a:path extrusionOk="0" h="196" w="579">
                  <a:moveTo>
                    <a:pt x="364" y="1"/>
                  </a:moveTo>
                  <a:cubicBezTo>
                    <a:pt x="325" y="1"/>
                    <a:pt x="285" y="5"/>
                    <a:pt x="244" y="13"/>
                  </a:cubicBezTo>
                  <a:cubicBezTo>
                    <a:pt x="92" y="13"/>
                    <a:pt x="1" y="43"/>
                    <a:pt x="31" y="134"/>
                  </a:cubicBezTo>
                  <a:cubicBezTo>
                    <a:pt x="62" y="195"/>
                    <a:pt x="183" y="195"/>
                    <a:pt x="335" y="195"/>
                  </a:cubicBezTo>
                  <a:cubicBezTo>
                    <a:pt x="487" y="195"/>
                    <a:pt x="578" y="134"/>
                    <a:pt x="578" y="74"/>
                  </a:cubicBezTo>
                  <a:cubicBezTo>
                    <a:pt x="556" y="29"/>
                    <a:pt x="469" y="1"/>
                    <a:pt x="36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68"/>
            <p:cNvSpPr/>
            <p:nvPr/>
          </p:nvSpPr>
          <p:spPr>
            <a:xfrm>
              <a:off x="4247050" y="3215400"/>
              <a:ext cx="14475" cy="5625"/>
            </a:xfrm>
            <a:custGeom>
              <a:rect b="b" l="l" r="r" t="t"/>
              <a:pathLst>
                <a:path extrusionOk="0" h="225" w="579">
                  <a:moveTo>
                    <a:pt x="244" y="0"/>
                  </a:moveTo>
                  <a:cubicBezTo>
                    <a:pt x="92" y="31"/>
                    <a:pt x="1" y="61"/>
                    <a:pt x="31" y="152"/>
                  </a:cubicBezTo>
                  <a:cubicBezTo>
                    <a:pt x="31" y="197"/>
                    <a:pt x="112" y="225"/>
                    <a:pt x="216" y="225"/>
                  </a:cubicBezTo>
                  <a:cubicBezTo>
                    <a:pt x="253" y="225"/>
                    <a:pt x="294" y="221"/>
                    <a:pt x="335" y="213"/>
                  </a:cubicBezTo>
                  <a:cubicBezTo>
                    <a:pt x="457" y="213"/>
                    <a:pt x="578" y="152"/>
                    <a:pt x="548" y="91"/>
                  </a:cubicBezTo>
                  <a:cubicBezTo>
                    <a:pt x="548" y="0"/>
                    <a:pt x="396" y="0"/>
                    <a:pt x="24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68"/>
            <p:cNvSpPr/>
            <p:nvPr/>
          </p:nvSpPr>
          <p:spPr>
            <a:xfrm>
              <a:off x="4306325" y="3208550"/>
              <a:ext cx="14450" cy="6100"/>
            </a:xfrm>
            <a:custGeom>
              <a:rect b="b" l="l" r="r" t="t"/>
              <a:pathLst>
                <a:path extrusionOk="0" h="244" w="578">
                  <a:moveTo>
                    <a:pt x="274" y="1"/>
                  </a:moveTo>
                  <a:cubicBezTo>
                    <a:pt x="122" y="31"/>
                    <a:pt x="0" y="92"/>
                    <a:pt x="0" y="153"/>
                  </a:cubicBezTo>
                  <a:cubicBezTo>
                    <a:pt x="31" y="244"/>
                    <a:pt x="152" y="244"/>
                    <a:pt x="304" y="244"/>
                  </a:cubicBezTo>
                  <a:cubicBezTo>
                    <a:pt x="456" y="183"/>
                    <a:pt x="578" y="153"/>
                    <a:pt x="548" y="92"/>
                  </a:cubicBezTo>
                  <a:cubicBezTo>
                    <a:pt x="548" y="1"/>
                    <a:pt x="426" y="1"/>
                    <a:pt x="27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68"/>
            <p:cNvSpPr/>
            <p:nvPr/>
          </p:nvSpPr>
          <p:spPr>
            <a:xfrm>
              <a:off x="4366350" y="3200000"/>
              <a:ext cx="14475" cy="6575"/>
            </a:xfrm>
            <a:custGeom>
              <a:rect b="b" l="l" r="r" t="t"/>
              <a:pathLst>
                <a:path extrusionOk="0" h="263" w="579">
                  <a:moveTo>
                    <a:pt x="354" y="0"/>
                  </a:moveTo>
                  <a:cubicBezTo>
                    <a:pt x="329" y="0"/>
                    <a:pt x="302" y="3"/>
                    <a:pt x="274" y="8"/>
                  </a:cubicBezTo>
                  <a:cubicBezTo>
                    <a:pt x="122" y="39"/>
                    <a:pt x="1" y="69"/>
                    <a:pt x="31" y="160"/>
                  </a:cubicBezTo>
                  <a:cubicBezTo>
                    <a:pt x="31" y="229"/>
                    <a:pt x="99" y="263"/>
                    <a:pt x="198" y="263"/>
                  </a:cubicBezTo>
                  <a:cubicBezTo>
                    <a:pt x="231" y="263"/>
                    <a:pt x="267" y="259"/>
                    <a:pt x="305" y="251"/>
                  </a:cubicBezTo>
                  <a:cubicBezTo>
                    <a:pt x="457" y="221"/>
                    <a:pt x="578" y="160"/>
                    <a:pt x="548" y="99"/>
                  </a:cubicBezTo>
                  <a:cubicBezTo>
                    <a:pt x="548" y="50"/>
                    <a:pt x="467" y="0"/>
                    <a:pt x="35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68"/>
            <p:cNvSpPr/>
            <p:nvPr/>
          </p:nvSpPr>
          <p:spPr>
            <a:xfrm>
              <a:off x="4426375" y="3191825"/>
              <a:ext cx="13725" cy="6875"/>
            </a:xfrm>
            <a:custGeom>
              <a:rect b="b" l="l" r="r" t="t"/>
              <a:pathLst>
                <a:path extrusionOk="0" h="275" w="549">
                  <a:moveTo>
                    <a:pt x="275" y="1"/>
                  </a:moveTo>
                  <a:cubicBezTo>
                    <a:pt x="123" y="31"/>
                    <a:pt x="1" y="92"/>
                    <a:pt x="1" y="183"/>
                  </a:cubicBezTo>
                  <a:cubicBezTo>
                    <a:pt x="1" y="244"/>
                    <a:pt x="123" y="274"/>
                    <a:pt x="275" y="274"/>
                  </a:cubicBezTo>
                  <a:cubicBezTo>
                    <a:pt x="457" y="244"/>
                    <a:pt x="548" y="183"/>
                    <a:pt x="548" y="92"/>
                  </a:cubicBezTo>
                  <a:cubicBezTo>
                    <a:pt x="548" y="31"/>
                    <a:pt x="427" y="1"/>
                    <a:pt x="27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68"/>
            <p:cNvSpPr/>
            <p:nvPr/>
          </p:nvSpPr>
          <p:spPr>
            <a:xfrm>
              <a:off x="4486425" y="3184025"/>
              <a:ext cx="13700" cy="7075"/>
            </a:xfrm>
            <a:custGeom>
              <a:rect b="b" l="l" r="r" t="t"/>
              <a:pathLst>
                <a:path extrusionOk="0" h="283" w="548">
                  <a:moveTo>
                    <a:pt x="354" y="1"/>
                  </a:moveTo>
                  <a:cubicBezTo>
                    <a:pt x="329" y="1"/>
                    <a:pt x="302" y="3"/>
                    <a:pt x="274" y="9"/>
                  </a:cubicBezTo>
                  <a:cubicBezTo>
                    <a:pt x="122" y="9"/>
                    <a:pt x="0" y="100"/>
                    <a:pt x="0" y="161"/>
                  </a:cubicBezTo>
                  <a:cubicBezTo>
                    <a:pt x="0" y="252"/>
                    <a:pt x="91" y="283"/>
                    <a:pt x="243" y="283"/>
                  </a:cubicBezTo>
                  <a:cubicBezTo>
                    <a:pt x="395" y="252"/>
                    <a:pt x="517" y="191"/>
                    <a:pt x="547" y="100"/>
                  </a:cubicBezTo>
                  <a:cubicBezTo>
                    <a:pt x="547" y="51"/>
                    <a:pt x="466" y="1"/>
                    <a:pt x="35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68"/>
            <p:cNvSpPr/>
            <p:nvPr/>
          </p:nvSpPr>
          <p:spPr>
            <a:xfrm>
              <a:off x="4545700" y="3176450"/>
              <a:ext cx="14325" cy="7800"/>
            </a:xfrm>
            <a:custGeom>
              <a:rect b="b" l="l" r="r" t="t"/>
              <a:pathLst>
                <a:path extrusionOk="0" h="312" w="573">
                  <a:moveTo>
                    <a:pt x="381" y="0"/>
                  </a:moveTo>
                  <a:cubicBezTo>
                    <a:pt x="357" y="0"/>
                    <a:pt x="331" y="3"/>
                    <a:pt x="304" y="8"/>
                  </a:cubicBezTo>
                  <a:cubicBezTo>
                    <a:pt x="152" y="38"/>
                    <a:pt x="30" y="99"/>
                    <a:pt x="0" y="190"/>
                  </a:cubicBezTo>
                  <a:cubicBezTo>
                    <a:pt x="0" y="251"/>
                    <a:pt x="91" y="312"/>
                    <a:pt x="243" y="312"/>
                  </a:cubicBezTo>
                  <a:cubicBezTo>
                    <a:pt x="395" y="282"/>
                    <a:pt x="547" y="190"/>
                    <a:pt x="547" y="130"/>
                  </a:cubicBezTo>
                  <a:cubicBezTo>
                    <a:pt x="572" y="55"/>
                    <a:pt x="494" y="0"/>
                    <a:pt x="38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68"/>
            <p:cNvSpPr/>
            <p:nvPr/>
          </p:nvSpPr>
          <p:spPr>
            <a:xfrm>
              <a:off x="4604950" y="3170350"/>
              <a:ext cx="14350" cy="7825"/>
            </a:xfrm>
            <a:custGeom>
              <a:rect b="b" l="l" r="r" t="t"/>
              <a:pathLst>
                <a:path extrusionOk="0" h="313" w="574">
                  <a:moveTo>
                    <a:pt x="382" y="1"/>
                  </a:moveTo>
                  <a:cubicBezTo>
                    <a:pt x="358" y="1"/>
                    <a:pt x="332" y="3"/>
                    <a:pt x="305" y="9"/>
                  </a:cubicBezTo>
                  <a:cubicBezTo>
                    <a:pt x="153" y="9"/>
                    <a:pt x="31" y="100"/>
                    <a:pt x="1" y="191"/>
                  </a:cubicBezTo>
                  <a:cubicBezTo>
                    <a:pt x="1" y="252"/>
                    <a:pt x="92" y="313"/>
                    <a:pt x="244" y="313"/>
                  </a:cubicBezTo>
                  <a:cubicBezTo>
                    <a:pt x="366" y="313"/>
                    <a:pt x="487" y="222"/>
                    <a:pt x="548" y="130"/>
                  </a:cubicBezTo>
                  <a:cubicBezTo>
                    <a:pt x="573" y="55"/>
                    <a:pt x="495" y="1"/>
                    <a:pt x="382"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68"/>
            <p:cNvSpPr/>
            <p:nvPr/>
          </p:nvSpPr>
          <p:spPr>
            <a:xfrm>
              <a:off x="4663475" y="3165250"/>
              <a:ext cx="14450" cy="8375"/>
            </a:xfrm>
            <a:custGeom>
              <a:rect b="b" l="l" r="r" t="t"/>
              <a:pathLst>
                <a:path extrusionOk="0" h="335" w="578">
                  <a:moveTo>
                    <a:pt x="335" y="0"/>
                  </a:moveTo>
                  <a:cubicBezTo>
                    <a:pt x="183" y="0"/>
                    <a:pt x="61" y="61"/>
                    <a:pt x="0" y="182"/>
                  </a:cubicBezTo>
                  <a:cubicBezTo>
                    <a:pt x="0" y="274"/>
                    <a:pt x="92" y="334"/>
                    <a:pt x="213" y="334"/>
                  </a:cubicBezTo>
                  <a:cubicBezTo>
                    <a:pt x="365" y="334"/>
                    <a:pt x="456" y="243"/>
                    <a:pt x="548" y="152"/>
                  </a:cubicBezTo>
                  <a:cubicBezTo>
                    <a:pt x="578" y="61"/>
                    <a:pt x="487" y="0"/>
                    <a:pt x="33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68"/>
            <p:cNvSpPr/>
            <p:nvPr/>
          </p:nvSpPr>
          <p:spPr>
            <a:xfrm>
              <a:off x="4721225" y="3162200"/>
              <a:ext cx="14475" cy="8375"/>
            </a:xfrm>
            <a:custGeom>
              <a:rect b="b" l="l" r="r" t="t"/>
              <a:pathLst>
                <a:path extrusionOk="0" h="335" w="579">
                  <a:moveTo>
                    <a:pt x="335" y="0"/>
                  </a:moveTo>
                  <a:cubicBezTo>
                    <a:pt x="213" y="0"/>
                    <a:pt x="92" y="61"/>
                    <a:pt x="31" y="183"/>
                  </a:cubicBezTo>
                  <a:cubicBezTo>
                    <a:pt x="1" y="274"/>
                    <a:pt x="61" y="335"/>
                    <a:pt x="213" y="335"/>
                  </a:cubicBezTo>
                  <a:cubicBezTo>
                    <a:pt x="335" y="335"/>
                    <a:pt x="456" y="274"/>
                    <a:pt x="548" y="152"/>
                  </a:cubicBezTo>
                  <a:cubicBezTo>
                    <a:pt x="578" y="92"/>
                    <a:pt x="487" y="0"/>
                    <a:pt x="33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68"/>
            <p:cNvSpPr/>
            <p:nvPr/>
          </p:nvSpPr>
          <p:spPr>
            <a:xfrm>
              <a:off x="4777450" y="3161450"/>
              <a:ext cx="15225" cy="8375"/>
            </a:xfrm>
            <a:custGeom>
              <a:rect b="b" l="l" r="r" t="t"/>
              <a:pathLst>
                <a:path extrusionOk="0" h="335" w="609">
                  <a:moveTo>
                    <a:pt x="366" y="0"/>
                  </a:moveTo>
                  <a:cubicBezTo>
                    <a:pt x="244" y="0"/>
                    <a:pt x="122" y="61"/>
                    <a:pt x="62" y="182"/>
                  </a:cubicBezTo>
                  <a:cubicBezTo>
                    <a:pt x="1" y="274"/>
                    <a:pt x="92" y="334"/>
                    <a:pt x="244" y="334"/>
                  </a:cubicBezTo>
                  <a:cubicBezTo>
                    <a:pt x="366" y="334"/>
                    <a:pt x="487" y="274"/>
                    <a:pt x="578" y="182"/>
                  </a:cubicBezTo>
                  <a:cubicBezTo>
                    <a:pt x="609" y="91"/>
                    <a:pt x="518" y="0"/>
                    <a:pt x="366"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68"/>
            <p:cNvSpPr/>
            <p:nvPr/>
          </p:nvSpPr>
          <p:spPr>
            <a:xfrm>
              <a:off x="4835625" y="3155075"/>
              <a:ext cx="14625" cy="9275"/>
            </a:xfrm>
            <a:custGeom>
              <a:rect b="b" l="l" r="r" t="t"/>
              <a:pathLst>
                <a:path extrusionOk="0" h="371" w="585">
                  <a:moveTo>
                    <a:pt x="476" y="1"/>
                  </a:moveTo>
                  <a:cubicBezTo>
                    <a:pt x="449" y="1"/>
                    <a:pt x="417" y="4"/>
                    <a:pt x="379" y="12"/>
                  </a:cubicBezTo>
                  <a:cubicBezTo>
                    <a:pt x="227" y="42"/>
                    <a:pt x="105" y="134"/>
                    <a:pt x="45" y="255"/>
                  </a:cubicBezTo>
                  <a:cubicBezTo>
                    <a:pt x="1" y="321"/>
                    <a:pt x="36" y="371"/>
                    <a:pt x="116" y="371"/>
                  </a:cubicBezTo>
                  <a:cubicBezTo>
                    <a:pt x="147" y="371"/>
                    <a:pt x="185" y="363"/>
                    <a:pt x="227" y="346"/>
                  </a:cubicBezTo>
                  <a:cubicBezTo>
                    <a:pt x="379" y="316"/>
                    <a:pt x="501" y="225"/>
                    <a:pt x="561" y="103"/>
                  </a:cubicBezTo>
                  <a:cubicBezTo>
                    <a:pt x="584" y="35"/>
                    <a:pt x="556" y="1"/>
                    <a:pt x="476"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68"/>
            <p:cNvSpPr/>
            <p:nvPr/>
          </p:nvSpPr>
          <p:spPr>
            <a:xfrm>
              <a:off x="4894000" y="3131025"/>
              <a:ext cx="14675" cy="11475"/>
            </a:xfrm>
            <a:custGeom>
              <a:rect b="b" l="l" r="r" t="t"/>
              <a:pathLst>
                <a:path extrusionOk="0" h="459" w="587">
                  <a:moveTo>
                    <a:pt x="490" y="0"/>
                  </a:moveTo>
                  <a:cubicBezTo>
                    <a:pt x="454" y="0"/>
                    <a:pt x="408" y="10"/>
                    <a:pt x="354" y="32"/>
                  </a:cubicBezTo>
                  <a:cubicBezTo>
                    <a:pt x="202" y="123"/>
                    <a:pt x="111" y="214"/>
                    <a:pt x="20" y="366"/>
                  </a:cubicBezTo>
                  <a:cubicBezTo>
                    <a:pt x="0" y="425"/>
                    <a:pt x="31" y="458"/>
                    <a:pt x="97" y="458"/>
                  </a:cubicBezTo>
                  <a:cubicBezTo>
                    <a:pt x="132" y="458"/>
                    <a:pt x="179" y="448"/>
                    <a:pt x="232" y="427"/>
                  </a:cubicBezTo>
                  <a:cubicBezTo>
                    <a:pt x="354" y="366"/>
                    <a:pt x="476" y="244"/>
                    <a:pt x="567" y="92"/>
                  </a:cubicBezTo>
                  <a:cubicBezTo>
                    <a:pt x="586" y="34"/>
                    <a:pt x="555" y="0"/>
                    <a:pt x="490"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68"/>
            <p:cNvSpPr/>
            <p:nvPr/>
          </p:nvSpPr>
          <p:spPr>
            <a:xfrm>
              <a:off x="4951775" y="3093400"/>
              <a:ext cx="13825" cy="14675"/>
            </a:xfrm>
            <a:custGeom>
              <a:rect b="b" l="l" r="r" t="t"/>
              <a:pathLst>
                <a:path extrusionOk="0" h="587" w="553">
                  <a:moveTo>
                    <a:pt x="482" y="0"/>
                  </a:moveTo>
                  <a:cubicBezTo>
                    <a:pt x="444" y="0"/>
                    <a:pt x="389" y="24"/>
                    <a:pt x="323" y="78"/>
                  </a:cubicBezTo>
                  <a:cubicBezTo>
                    <a:pt x="201" y="169"/>
                    <a:pt x="80" y="321"/>
                    <a:pt x="19" y="473"/>
                  </a:cubicBezTo>
                  <a:cubicBezTo>
                    <a:pt x="0" y="546"/>
                    <a:pt x="27" y="587"/>
                    <a:pt x="77" y="587"/>
                  </a:cubicBezTo>
                  <a:cubicBezTo>
                    <a:pt x="110" y="587"/>
                    <a:pt x="153" y="570"/>
                    <a:pt x="201" y="534"/>
                  </a:cubicBezTo>
                  <a:cubicBezTo>
                    <a:pt x="353" y="412"/>
                    <a:pt x="475" y="260"/>
                    <a:pt x="536" y="108"/>
                  </a:cubicBezTo>
                  <a:cubicBezTo>
                    <a:pt x="553" y="40"/>
                    <a:pt x="531" y="0"/>
                    <a:pt x="482"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68"/>
            <p:cNvSpPr/>
            <p:nvPr/>
          </p:nvSpPr>
          <p:spPr>
            <a:xfrm>
              <a:off x="5008050" y="3044950"/>
              <a:ext cx="13775" cy="17950"/>
            </a:xfrm>
            <a:custGeom>
              <a:rect b="b" l="l" r="r" t="t"/>
              <a:pathLst>
                <a:path extrusionOk="0" h="718" w="551">
                  <a:moveTo>
                    <a:pt x="489" y="1"/>
                  </a:moveTo>
                  <a:cubicBezTo>
                    <a:pt x="455" y="1"/>
                    <a:pt x="406" y="32"/>
                    <a:pt x="351" y="101"/>
                  </a:cubicBezTo>
                  <a:cubicBezTo>
                    <a:pt x="199" y="222"/>
                    <a:pt x="78" y="405"/>
                    <a:pt x="17" y="587"/>
                  </a:cubicBezTo>
                  <a:cubicBezTo>
                    <a:pt x="0" y="671"/>
                    <a:pt x="20" y="717"/>
                    <a:pt x="67" y="717"/>
                  </a:cubicBezTo>
                  <a:cubicBezTo>
                    <a:pt x="105" y="717"/>
                    <a:pt x="161" y="686"/>
                    <a:pt x="230" y="617"/>
                  </a:cubicBezTo>
                  <a:cubicBezTo>
                    <a:pt x="382" y="496"/>
                    <a:pt x="473" y="314"/>
                    <a:pt x="534" y="131"/>
                  </a:cubicBezTo>
                  <a:cubicBezTo>
                    <a:pt x="551" y="48"/>
                    <a:pt x="530" y="1"/>
                    <a:pt x="489"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68"/>
            <p:cNvSpPr/>
            <p:nvPr/>
          </p:nvSpPr>
          <p:spPr>
            <a:xfrm>
              <a:off x="5064275" y="2988800"/>
              <a:ext cx="13800" cy="20850"/>
            </a:xfrm>
            <a:custGeom>
              <a:rect b="b" l="l" r="r" t="t"/>
              <a:pathLst>
                <a:path extrusionOk="0" h="834" w="552">
                  <a:moveTo>
                    <a:pt x="479" y="0"/>
                  </a:moveTo>
                  <a:cubicBezTo>
                    <a:pt x="441" y="0"/>
                    <a:pt x="387" y="32"/>
                    <a:pt x="321" y="97"/>
                  </a:cubicBezTo>
                  <a:cubicBezTo>
                    <a:pt x="169" y="249"/>
                    <a:pt x="78" y="462"/>
                    <a:pt x="17" y="675"/>
                  </a:cubicBezTo>
                  <a:cubicBezTo>
                    <a:pt x="0" y="779"/>
                    <a:pt x="22" y="833"/>
                    <a:pt x="72" y="833"/>
                  </a:cubicBezTo>
                  <a:cubicBezTo>
                    <a:pt x="110" y="833"/>
                    <a:pt x="164" y="801"/>
                    <a:pt x="230" y="736"/>
                  </a:cubicBezTo>
                  <a:cubicBezTo>
                    <a:pt x="382" y="553"/>
                    <a:pt x="473" y="371"/>
                    <a:pt x="534" y="158"/>
                  </a:cubicBezTo>
                  <a:cubicBezTo>
                    <a:pt x="551" y="55"/>
                    <a:pt x="529" y="0"/>
                    <a:pt x="479"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68"/>
            <p:cNvSpPr/>
            <p:nvPr/>
          </p:nvSpPr>
          <p:spPr>
            <a:xfrm>
              <a:off x="5120475" y="2926975"/>
              <a:ext cx="13100" cy="23875"/>
            </a:xfrm>
            <a:custGeom>
              <a:rect b="b" l="l" r="r" t="t"/>
              <a:pathLst>
                <a:path extrusionOk="0" h="955" w="524">
                  <a:moveTo>
                    <a:pt x="443" y="0"/>
                  </a:moveTo>
                  <a:cubicBezTo>
                    <a:pt x="406" y="0"/>
                    <a:pt x="354" y="34"/>
                    <a:pt x="292" y="108"/>
                  </a:cubicBezTo>
                  <a:cubicBezTo>
                    <a:pt x="140" y="291"/>
                    <a:pt x="49" y="534"/>
                    <a:pt x="19" y="777"/>
                  </a:cubicBezTo>
                  <a:cubicBezTo>
                    <a:pt x="0" y="888"/>
                    <a:pt x="27" y="954"/>
                    <a:pt x="78" y="954"/>
                  </a:cubicBezTo>
                  <a:cubicBezTo>
                    <a:pt x="111" y="954"/>
                    <a:pt x="154" y="928"/>
                    <a:pt x="201" y="868"/>
                  </a:cubicBezTo>
                  <a:cubicBezTo>
                    <a:pt x="383" y="656"/>
                    <a:pt x="475" y="443"/>
                    <a:pt x="505" y="200"/>
                  </a:cubicBezTo>
                  <a:cubicBezTo>
                    <a:pt x="523" y="73"/>
                    <a:pt x="498" y="0"/>
                    <a:pt x="44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68"/>
            <p:cNvSpPr/>
            <p:nvPr/>
          </p:nvSpPr>
          <p:spPr>
            <a:xfrm>
              <a:off x="5175925" y="2861500"/>
              <a:ext cx="13150" cy="26200"/>
            </a:xfrm>
            <a:custGeom>
              <a:rect b="b" l="l" r="r" t="t"/>
              <a:pathLst>
                <a:path extrusionOk="0" h="1048" w="526">
                  <a:moveTo>
                    <a:pt x="433" y="0"/>
                  </a:moveTo>
                  <a:cubicBezTo>
                    <a:pt x="396" y="0"/>
                    <a:pt x="349" y="27"/>
                    <a:pt x="293" y="83"/>
                  </a:cubicBezTo>
                  <a:cubicBezTo>
                    <a:pt x="141" y="296"/>
                    <a:pt x="50" y="569"/>
                    <a:pt x="20" y="813"/>
                  </a:cubicBezTo>
                  <a:cubicBezTo>
                    <a:pt x="0" y="967"/>
                    <a:pt x="30" y="1047"/>
                    <a:pt x="93" y="1047"/>
                  </a:cubicBezTo>
                  <a:cubicBezTo>
                    <a:pt x="129" y="1047"/>
                    <a:pt x="177" y="1020"/>
                    <a:pt x="232" y="965"/>
                  </a:cubicBezTo>
                  <a:cubicBezTo>
                    <a:pt x="384" y="752"/>
                    <a:pt x="475" y="509"/>
                    <a:pt x="506" y="235"/>
                  </a:cubicBezTo>
                  <a:cubicBezTo>
                    <a:pt x="525" y="81"/>
                    <a:pt x="496" y="0"/>
                    <a:pt x="43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68"/>
            <p:cNvSpPr/>
            <p:nvPr/>
          </p:nvSpPr>
          <p:spPr>
            <a:xfrm>
              <a:off x="5231350" y="2795850"/>
              <a:ext cx="13200" cy="28875"/>
            </a:xfrm>
            <a:custGeom>
              <a:rect b="b" l="l" r="r" t="t"/>
              <a:pathLst>
                <a:path extrusionOk="0" h="1155" w="528">
                  <a:moveTo>
                    <a:pt x="431" y="0"/>
                  </a:moveTo>
                  <a:cubicBezTo>
                    <a:pt x="395" y="0"/>
                    <a:pt x="349" y="30"/>
                    <a:pt x="295" y="95"/>
                  </a:cubicBezTo>
                  <a:cubicBezTo>
                    <a:pt x="143" y="308"/>
                    <a:pt x="21" y="581"/>
                    <a:pt x="21" y="855"/>
                  </a:cubicBezTo>
                  <a:cubicBezTo>
                    <a:pt x="1" y="1039"/>
                    <a:pt x="36" y="1154"/>
                    <a:pt x="107" y="1154"/>
                  </a:cubicBezTo>
                  <a:cubicBezTo>
                    <a:pt x="141" y="1154"/>
                    <a:pt x="185" y="1127"/>
                    <a:pt x="234" y="1068"/>
                  </a:cubicBezTo>
                  <a:cubicBezTo>
                    <a:pt x="386" y="855"/>
                    <a:pt x="508" y="581"/>
                    <a:pt x="508" y="277"/>
                  </a:cubicBezTo>
                  <a:cubicBezTo>
                    <a:pt x="527" y="101"/>
                    <a:pt x="496" y="0"/>
                    <a:pt x="43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68"/>
            <p:cNvSpPr/>
            <p:nvPr/>
          </p:nvSpPr>
          <p:spPr>
            <a:xfrm>
              <a:off x="5286800" y="2732600"/>
              <a:ext cx="13250" cy="30800"/>
            </a:xfrm>
            <a:custGeom>
              <a:rect b="b" l="l" r="r" t="t"/>
              <a:pathLst>
                <a:path extrusionOk="0" h="1232" w="530">
                  <a:moveTo>
                    <a:pt x="405" y="1"/>
                  </a:moveTo>
                  <a:cubicBezTo>
                    <a:pt x="372" y="1"/>
                    <a:pt x="334" y="24"/>
                    <a:pt x="296" y="72"/>
                  </a:cubicBezTo>
                  <a:cubicBezTo>
                    <a:pt x="113" y="315"/>
                    <a:pt x="22" y="589"/>
                    <a:pt x="22" y="892"/>
                  </a:cubicBezTo>
                  <a:cubicBezTo>
                    <a:pt x="1" y="1108"/>
                    <a:pt x="55" y="1231"/>
                    <a:pt x="132" y="1231"/>
                  </a:cubicBezTo>
                  <a:cubicBezTo>
                    <a:pt x="164" y="1231"/>
                    <a:pt x="200" y="1210"/>
                    <a:pt x="235" y="1166"/>
                  </a:cubicBezTo>
                  <a:cubicBezTo>
                    <a:pt x="417" y="923"/>
                    <a:pt x="509" y="619"/>
                    <a:pt x="509" y="345"/>
                  </a:cubicBezTo>
                  <a:cubicBezTo>
                    <a:pt x="530" y="115"/>
                    <a:pt x="479" y="1"/>
                    <a:pt x="40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68"/>
            <p:cNvSpPr/>
            <p:nvPr/>
          </p:nvSpPr>
          <p:spPr>
            <a:xfrm>
              <a:off x="5343025" y="2673625"/>
              <a:ext cx="13500" cy="32625"/>
            </a:xfrm>
            <a:custGeom>
              <a:rect b="b" l="l" r="r" t="t"/>
              <a:pathLst>
                <a:path extrusionOk="0" h="1305" w="540">
                  <a:moveTo>
                    <a:pt x="403" y="1"/>
                  </a:moveTo>
                  <a:cubicBezTo>
                    <a:pt x="372" y="1"/>
                    <a:pt x="336" y="20"/>
                    <a:pt x="296" y="60"/>
                  </a:cubicBezTo>
                  <a:cubicBezTo>
                    <a:pt x="114" y="303"/>
                    <a:pt x="23" y="607"/>
                    <a:pt x="23" y="911"/>
                  </a:cubicBezTo>
                  <a:cubicBezTo>
                    <a:pt x="0" y="1157"/>
                    <a:pt x="60" y="1304"/>
                    <a:pt x="154" y="1304"/>
                  </a:cubicBezTo>
                  <a:cubicBezTo>
                    <a:pt x="188" y="1304"/>
                    <a:pt x="226" y="1285"/>
                    <a:pt x="266" y="1245"/>
                  </a:cubicBezTo>
                  <a:cubicBezTo>
                    <a:pt x="418" y="1002"/>
                    <a:pt x="539" y="698"/>
                    <a:pt x="539" y="394"/>
                  </a:cubicBezTo>
                  <a:cubicBezTo>
                    <a:pt x="539" y="148"/>
                    <a:pt x="490" y="1"/>
                    <a:pt x="40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68"/>
            <p:cNvSpPr/>
            <p:nvPr/>
          </p:nvSpPr>
          <p:spPr>
            <a:xfrm>
              <a:off x="5399050" y="2621750"/>
              <a:ext cx="13700" cy="34475"/>
            </a:xfrm>
            <a:custGeom>
              <a:rect b="b" l="l" r="r" t="t"/>
              <a:pathLst>
                <a:path extrusionOk="0" h="1379" w="548">
                  <a:moveTo>
                    <a:pt x="361" y="0"/>
                  </a:moveTo>
                  <a:cubicBezTo>
                    <a:pt x="335" y="0"/>
                    <a:pt x="306" y="12"/>
                    <a:pt x="274" y="38"/>
                  </a:cubicBezTo>
                  <a:cubicBezTo>
                    <a:pt x="92" y="281"/>
                    <a:pt x="0" y="585"/>
                    <a:pt x="0" y="889"/>
                  </a:cubicBezTo>
                  <a:cubicBezTo>
                    <a:pt x="0" y="1183"/>
                    <a:pt x="80" y="1379"/>
                    <a:pt x="175" y="1379"/>
                  </a:cubicBezTo>
                  <a:cubicBezTo>
                    <a:pt x="197" y="1379"/>
                    <a:pt x="220" y="1368"/>
                    <a:pt x="244" y="1345"/>
                  </a:cubicBezTo>
                  <a:cubicBezTo>
                    <a:pt x="426" y="1101"/>
                    <a:pt x="548" y="798"/>
                    <a:pt x="517" y="463"/>
                  </a:cubicBezTo>
                  <a:cubicBezTo>
                    <a:pt x="517" y="175"/>
                    <a:pt x="460" y="0"/>
                    <a:pt x="36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68"/>
            <p:cNvSpPr/>
            <p:nvPr/>
          </p:nvSpPr>
          <p:spPr>
            <a:xfrm>
              <a:off x="5455275" y="2579650"/>
              <a:ext cx="14475" cy="35175"/>
            </a:xfrm>
            <a:custGeom>
              <a:rect b="b" l="l" r="r" t="t"/>
              <a:pathLst>
                <a:path extrusionOk="0" h="1407" w="579">
                  <a:moveTo>
                    <a:pt x="366" y="0"/>
                  </a:moveTo>
                  <a:cubicBezTo>
                    <a:pt x="347" y="0"/>
                    <a:pt x="326" y="6"/>
                    <a:pt x="305" y="19"/>
                  </a:cubicBezTo>
                  <a:cubicBezTo>
                    <a:pt x="92" y="263"/>
                    <a:pt x="1" y="567"/>
                    <a:pt x="31" y="871"/>
                  </a:cubicBezTo>
                  <a:cubicBezTo>
                    <a:pt x="31" y="1183"/>
                    <a:pt x="120" y="1407"/>
                    <a:pt x="223" y="1407"/>
                  </a:cubicBezTo>
                  <a:cubicBezTo>
                    <a:pt x="240" y="1407"/>
                    <a:pt x="257" y="1400"/>
                    <a:pt x="274" y="1387"/>
                  </a:cubicBezTo>
                  <a:cubicBezTo>
                    <a:pt x="487" y="1144"/>
                    <a:pt x="578" y="840"/>
                    <a:pt x="548" y="536"/>
                  </a:cubicBezTo>
                  <a:cubicBezTo>
                    <a:pt x="548" y="224"/>
                    <a:pt x="481" y="0"/>
                    <a:pt x="366"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68"/>
            <p:cNvSpPr/>
            <p:nvPr/>
          </p:nvSpPr>
          <p:spPr>
            <a:xfrm>
              <a:off x="5513800" y="2549525"/>
              <a:ext cx="12925" cy="36150"/>
            </a:xfrm>
            <a:custGeom>
              <a:rect b="b" l="l" r="r" t="t"/>
              <a:pathLst>
                <a:path extrusionOk="0" h="1446" w="517">
                  <a:moveTo>
                    <a:pt x="315" y="0"/>
                  </a:moveTo>
                  <a:cubicBezTo>
                    <a:pt x="302" y="0"/>
                    <a:pt x="288" y="3"/>
                    <a:pt x="274" y="9"/>
                  </a:cubicBezTo>
                  <a:cubicBezTo>
                    <a:pt x="122" y="69"/>
                    <a:pt x="0" y="434"/>
                    <a:pt x="0" y="829"/>
                  </a:cubicBezTo>
                  <a:cubicBezTo>
                    <a:pt x="0" y="1187"/>
                    <a:pt x="100" y="1446"/>
                    <a:pt x="232" y="1446"/>
                  </a:cubicBezTo>
                  <a:cubicBezTo>
                    <a:pt x="246" y="1446"/>
                    <a:pt x="260" y="1443"/>
                    <a:pt x="274" y="1437"/>
                  </a:cubicBezTo>
                  <a:cubicBezTo>
                    <a:pt x="395" y="1407"/>
                    <a:pt x="517" y="1012"/>
                    <a:pt x="517" y="617"/>
                  </a:cubicBezTo>
                  <a:cubicBezTo>
                    <a:pt x="517" y="258"/>
                    <a:pt x="442" y="0"/>
                    <a:pt x="31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68"/>
            <p:cNvSpPr/>
            <p:nvPr/>
          </p:nvSpPr>
          <p:spPr>
            <a:xfrm>
              <a:off x="5572300" y="2534525"/>
              <a:ext cx="13700" cy="36550"/>
            </a:xfrm>
            <a:custGeom>
              <a:rect b="b" l="l" r="r" t="t"/>
              <a:pathLst>
                <a:path extrusionOk="0" h="1462" w="548">
                  <a:moveTo>
                    <a:pt x="274" y="1"/>
                  </a:moveTo>
                  <a:cubicBezTo>
                    <a:pt x="122" y="1"/>
                    <a:pt x="1" y="335"/>
                    <a:pt x="1" y="761"/>
                  </a:cubicBezTo>
                  <a:cubicBezTo>
                    <a:pt x="1" y="1139"/>
                    <a:pt x="112" y="1462"/>
                    <a:pt x="255" y="1462"/>
                  </a:cubicBezTo>
                  <a:cubicBezTo>
                    <a:pt x="261" y="1462"/>
                    <a:pt x="268" y="1461"/>
                    <a:pt x="274" y="1460"/>
                  </a:cubicBezTo>
                  <a:cubicBezTo>
                    <a:pt x="426" y="1429"/>
                    <a:pt x="548" y="1095"/>
                    <a:pt x="548" y="700"/>
                  </a:cubicBezTo>
                  <a:cubicBezTo>
                    <a:pt x="548" y="274"/>
                    <a:pt x="426" y="1"/>
                    <a:pt x="27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68"/>
            <p:cNvSpPr/>
            <p:nvPr/>
          </p:nvSpPr>
          <p:spPr>
            <a:xfrm>
              <a:off x="3152800" y="2987425"/>
              <a:ext cx="14475" cy="13700"/>
            </a:xfrm>
            <a:custGeom>
              <a:rect b="b" l="l" r="r" t="t"/>
              <a:pathLst>
                <a:path extrusionOk="0" h="548" w="579">
                  <a:moveTo>
                    <a:pt x="274" y="1"/>
                  </a:moveTo>
                  <a:cubicBezTo>
                    <a:pt x="122" y="1"/>
                    <a:pt x="1" y="122"/>
                    <a:pt x="1" y="274"/>
                  </a:cubicBezTo>
                  <a:cubicBezTo>
                    <a:pt x="1" y="426"/>
                    <a:pt x="153" y="548"/>
                    <a:pt x="305" y="548"/>
                  </a:cubicBezTo>
                  <a:cubicBezTo>
                    <a:pt x="426" y="548"/>
                    <a:pt x="578" y="426"/>
                    <a:pt x="578" y="274"/>
                  </a:cubicBezTo>
                  <a:cubicBezTo>
                    <a:pt x="548" y="122"/>
                    <a:pt x="426" y="1"/>
                    <a:pt x="27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68"/>
            <p:cNvSpPr/>
            <p:nvPr/>
          </p:nvSpPr>
          <p:spPr>
            <a:xfrm>
              <a:off x="3213600" y="2991875"/>
              <a:ext cx="13700" cy="13800"/>
            </a:xfrm>
            <a:custGeom>
              <a:rect b="b" l="l" r="r" t="t"/>
              <a:pathLst>
                <a:path extrusionOk="0" h="552" w="548">
                  <a:moveTo>
                    <a:pt x="228" y="0"/>
                  </a:moveTo>
                  <a:cubicBezTo>
                    <a:pt x="98" y="0"/>
                    <a:pt x="0" y="112"/>
                    <a:pt x="0" y="248"/>
                  </a:cubicBezTo>
                  <a:cubicBezTo>
                    <a:pt x="0" y="400"/>
                    <a:pt x="122" y="522"/>
                    <a:pt x="274" y="552"/>
                  </a:cubicBezTo>
                  <a:cubicBezTo>
                    <a:pt x="426" y="552"/>
                    <a:pt x="548" y="461"/>
                    <a:pt x="548" y="309"/>
                  </a:cubicBezTo>
                  <a:cubicBezTo>
                    <a:pt x="548" y="157"/>
                    <a:pt x="426" y="35"/>
                    <a:pt x="274" y="5"/>
                  </a:cubicBezTo>
                  <a:cubicBezTo>
                    <a:pt x="258" y="2"/>
                    <a:pt x="243" y="0"/>
                    <a:pt x="228"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68"/>
            <p:cNvSpPr/>
            <p:nvPr/>
          </p:nvSpPr>
          <p:spPr>
            <a:xfrm>
              <a:off x="3273725" y="3001725"/>
              <a:ext cx="14375" cy="13475"/>
            </a:xfrm>
            <a:custGeom>
              <a:rect b="b" l="l" r="r" t="t"/>
              <a:pathLst>
                <a:path extrusionOk="0" h="539" w="575">
                  <a:moveTo>
                    <a:pt x="222" y="0"/>
                  </a:moveTo>
                  <a:cubicBezTo>
                    <a:pt x="112" y="0"/>
                    <a:pt x="1" y="86"/>
                    <a:pt x="27" y="219"/>
                  </a:cubicBezTo>
                  <a:cubicBezTo>
                    <a:pt x="27" y="371"/>
                    <a:pt x="149" y="492"/>
                    <a:pt x="301" y="523"/>
                  </a:cubicBezTo>
                  <a:cubicBezTo>
                    <a:pt x="323" y="534"/>
                    <a:pt x="346" y="539"/>
                    <a:pt x="370" y="539"/>
                  </a:cubicBezTo>
                  <a:cubicBezTo>
                    <a:pt x="473" y="539"/>
                    <a:pt x="574" y="440"/>
                    <a:pt x="574" y="340"/>
                  </a:cubicBezTo>
                  <a:cubicBezTo>
                    <a:pt x="544" y="158"/>
                    <a:pt x="422" y="36"/>
                    <a:pt x="270" y="6"/>
                  </a:cubicBezTo>
                  <a:cubicBezTo>
                    <a:pt x="255" y="2"/>
                    <a:pt x="238" y="0"/>
                    <a:pt x="222"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68"/>
            <p:cNvSpPr/>
            <p:nvPr/>
          </p:nvSpPr>
          <p:spPr>
            <a:xfrm>
              <a:off x="3334425" y="3016875"/>
              <a:ext cx="14325" cy="12550"/>
            </a:xfrm>
            <a:custGeom>
              <a:rect b="b" l="l" r="r" t="t"/>
              <a:pathLst>
                <a:path extrusionOk="0" h="502" w="573">
                  <a:moveTo>
                    <a:pt x="201" y="0"/>
                  </a:moveTo>
                  <a:cubicBezTo>
                    <a:pt x="85" y="0"/>
                    <a:pt x="0" y="64"/>
                    <a:pt x="0" y="190"/>
                  </a:cubicBezTo>
                  <a:cubicBezTo>
                    <a:pt x="31" y="342"/>
                    <a:pt x="152" y="464"/>
                    <a:pt x="304" y="494"/>
                  </a:cubicBezTo>
                  <a:cubicBezTo>
                    <a:pt x="330" y="499"/>
                    <a:pt x="356" y="502"/>
                    <a:pt x="379" y="502"/>
                  </a:cubicBezTo>
                  <a:cubicBezTo>
                    <a:pt x="494" y="502"/>
                    <a:pt x="573" y="443"/>
                    <a:pt x="547" y="342"/>
                  </a:cubicBezTo>
                  <a:cubicBezTo>
                    <a:pt x="517" y="190"/>
                    <a:pt x="395" y="38"/>
                    <a:pt x="274" y="8"/>
                  </a:cubicBezTo>
                  <a:cubicBezTo>
                    <a:pt x="249" y="3"/>
                    <a:pt x="224" y="0"/>
                    <a:pt x="20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68"/>
            <p:cNvSpPr/>
            <p:nvPr/>
          </p:nvSpPr>
          <p:spPr>
            <a:xfrm>
              <a:off x="3395225" y="3035875"/>
              <a:ext cx="14250" cy="12200"/>
            </a:xfrm>
            <a:custGeom>
              <a:rect b="b" l="l" r="r" t="t"/>
              <a:pathLst>
                <a:path extrusionOk="0" h="488" w="570">
                  <a:moveTo>
                    <a:pt x="170" y="0"/>
                  </a:moveTo>
                  <a:cubicBezTo>
                    <a:pt x="63" y="0"/>
                    <a:pt x="0" y="59"/>
                    <a:pt x="0" y="160"/>
                  </a:cubicBezTo>
                  <a:cubicBezTo>
                    <a:pt x="30" y="312"/>
                    <a:pt x="152" y="433"/>
                    <a:pt x="304" y="464"/>
                  </a:cubicBezTo>
                  <a:cubicBezTo>
                    <a:pt x="345" y="480"/>
                    <a:pt x="383" y="488"/>
                    <a:pt x="417" y="488"/>
                  </a:cubicBezTo>
                  <a:cubicBezTo>
                    <a:pt x="510" y="488"/>
                    <a:pt x="569" y="431"/>
                    <a:pt x="547" y="342"/>
                  </a:cubicBezTo>
                  <a:cubicBezTo>
                    <a:pt x="517" y="190"/>
                    <a:pt x="395" y="69"/>
                    <a:pt x="243" y="8"/>
                  </a:cubicBezTo>
                  <a:cubicBezTo>
                    <a:pt x="217" y="3"/>
                    <a:pt x="193" y="0"/>
                    <a:pt x="170"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68"/>
            <p:cNvSpPr/>
            <p:nvPr/>
          </p:nvSpPr>
          <p:spPr>
            <a:xfrm>
              <a:off x="3455250" y="3058100"/>
              <a:ext cx="14450" cy="11425"/>
            </a:xfrm>
            <a:custGeom>
              <a:rect b="b" l="l" r="r" t="t"/>
              <a:pathLst>
                <a:path extrusionOk="0" h="457" w="578">
                  <a:moveTo>
                    <a:pt x="113" y="0"/>
                  </a:moveTo>
                  <a:cubicBezTo>
                    <a:pt x="41" y="0"/>
                    <a:pt x="0" y="41"/>
                    <a:pt x="0" y="122"/>
                  </a:cubicBezTo>
                  <a:cubicBezTo>
                    <a:pt x="61" y="274"/>
                    <a:pt x="183" y="395"/>
                    <a:pt x="335" y="426"/>
                  </a:cubicBezTo>
                  <a:cubicBezTo>
                    <a:pt x="385" y="446"/>
                    <a:pt x="429" y="456"/>
                    <a:pt x="465" y="456"/>
                  </a:cubicBezTo>
                  <a:cubicBezTo>
                    <a:pt x="537" y="456"/>
                    <a:pt x="578" y="416"/>
                    <a:pt x="578" y="335"/>
                  </a:cubicBezTo>
                  <a:cubicBezTo>
                    <a:pt x="517" y="183"/>
                    <a:pt x="395" y="61"/>
                    <a:pt x="243" y="31"/>
                  </a:cubicBezTo>
                  <a:cubicBezTo>
                    <a:pt x="193" y="10"/>
                    <a:pt x="149" y="0"/>
                    <a:pt x="11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68"/>
            <p:cNvSpPr/>
            <p:nvPr/>
          </p:nvSpPr>
          <p:spPr>
            <a:xfrm>
              <a:off x="3515550" y="3082050"/>
              <a:ext cx="14700" cy="11025"/>
            </a:xfrm>
            <a:custGeom>
              <a:rect b="b" l="l" r="r" t="t"/>
              <a:pathLst>
                <a:path extrusionOk="0" h="441" w="588">
                  <a:moveTo>
                    <a:pt x="120" y="0"/>
                  </a:moveTo>
                  <a:cubicBezTo>
                    <a:pt x="45" y="0"/>
                    <a:pt x="0" y="47"/>
                    <a:pt x="20" y="106"/>
                  </a:cubicBezTo>
                  <a:cubicBezTo>
                    <a:pt x="81" y="258"/>
                    <a:pt x="202" y="349"/>
                    <a:pt x="354" y="410"/>
                  </a:cubicBezTo>
                  <a:cubicBezTo>
                    <a:pt x="405" y="430"/>
                    <a:pt x="449" y="440"/>
                    <a:pt x="484" y="440"/>
                  </a:cubicBezTo>
                  <a:cubicBezTo>
                    <a:pt x="554" y="440"/>
                    <a:pt x="587" y="400"/>
                    <a:pt x="567" y="319"/>
                  </a:cubicBezTo>
                  <a:cubicBezTo>
                    <a:pt x="506" y="197"/>
                    <a:pt x="385" y="76"/>
                    <a:pt x="263" y="45"/>
                  </a:cubicBezTo>
                  <a:cubicBezTo>
                    <a:pt x="210" y="14"/>
                    <a:pt x="161" y="0"/>
                    <a:pt x="120"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68"/>
            <p:cNvSpPr/>
            <p:nvPr/>
          </p:nvSpPr>
          <p:spPr>
            <a:xfrm>
              <a:off x="3576325" y="3106700"/>
              <a:ext cx="14625" cy="10225"/>
            </a:xfrm>
            <a:custGeom>
              <a:rect b="b" l="l" r="r" t="t"/>
              <a:pathLst>
                <a:path extrusionOk="0" h="409" w="585">
                  <a:moveTo>
                    <a:pt x="97" y="0"/>
                  </a:moveTo>
                  <a:cubicBezTo>
                    <a:pt x="32" y="0"/>
                    <a:pt x="1" y="34"/>
                    <a:pt x="21" y="93"/>
                  </a:cubicBezTo>
                  <a:cubicBezTo>
                    <a:pt x="81" y="214"/>
                    <a:pt x="203" y="336"/>
                    <a:pt x="325" y="366"/>
                  </a:cubicBezTo>
                  <a:cubicBezTo>
                    <a:pt x="393" y="394"/>
                    <a:pt x="455" y="409"/>
                    <a:pt x="500" y="409"/>
                  </a:cubicBezTo>
                  <a:cubicBezTo>
                    <a:pt x="555" y="409"/>
                    <a:pt x="584" y="386"/>
                    <a:pt x="568" y="336"/>
                  </a:cubicBezTo>
                  <a:cubicBezTo>
                    <a:pt x="477" y="184"/>
                    <a:pt x="385" y="93"/>
                    <a:pt x="233" y="32"/>
                  </a:cubicBezTo>
                  <a:cubicBezTo>
                    <a:pt x="180" y="10"/>
                    <a:pt x="133" y="0"/>
                    <a:pt x="97"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68"/>
            <p:cNvSpPr/>
            <p:nvPr/>
          </p:nvSpPr>
          <p:spPr>
            <a:xfrm>
              <a:off x="3636450" y="3131500"/>
              <a:ext cx="14600" cy="9150"/>
            </a:xfrm>
            <a:custGeom>
              <a:rect b="b" l="l" r="r" t="t"/>
              <a:pathLst>
                <a:path extrusionOk="0" h="366" w="584">
                  <a:moveTo>
                    <a:pt x="85" y="1"/>
                  </a:moveTo>
                  <a:cubicBezTo>
                    <a:pt x="29" y="1"/>
                    <a:pt x="0" y="23"/>
                    <a:pt x="17" y="73"/>
                  </a:cubicBezTo>
                  <a:cubicBezTo>
                    <a:pt x="108" y="195"/>
                    <a:pt x="230" y="286"/>
                    <a:pt x="351" y="347"/>
                  </a:cubicBezTo>
                  <a:cubicBezTo>
                    <a:pt x="407" y="358"/>
                    <a:pt x="454" y="365"/>
                    <a:pt x="491" y="365"/>
                  </a:cubicBezTo>
                  <a:cubicBezTo>
                    <a:pt x="554" y="365"/>
                    <a:pt x="583" y="344"/>
                    <a:pt x="564" y="286"/>
                  </a:cubicBezTo>
                  <a:cubicBezTo>
                    <a:pt x="503" y="165"/>
                    <a:pt x="382" y="73"/>
                    <a:pt x="260" y="43"/>
                  </a:cubicBezTo>
                  <a:cubicBezTo>
                    <a:pt x="192" y="16"/>
                    <a:pt x="130" y="1"/>
                    <a:pt x="8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68"/>
            <p:cNvSpPr/>
            <p:nvPr/>
          </p:nvSpPr>
          <p:spPr>
            <a:xfrm>
              <a:off x="3697275" y="3154975"/>
              <a:ext cx="14550" cy="8075"/>
            </a:xfrm>
            <a:custGeom>
              <a:rect b="b" l="l" r="r" t="t"/>
              <a:pathLst>
                <a:path extrusionOk="0" h="323" w="582">
                  <a:moveTo>
                    <a:pt x="53" y="1"/>
                  </a:moveTo>
                  <a:cubicBezTo>
                    <a:pt x="15" y="1"/>
                    <a:pt x="0" y="16"/>
                    <a:pt x="15" y="46"/>
                  </a:cubicBezTo>
                  <a:cubicBezTo>
                    <a:pt x="107" y="168"/>
                    <a:pt x="228" y="259"/>
                    <a:pt x="350" y="289"/>
                  </a:cubicBezTo>
                  <a:cubicBezTo>
                    <a:pt x="408" y="313"/>
                    <a:pt x="457" y="323"/>
                    <a:pt x="494" y="323"/>
                  </a:cubicBezTo>
                  <a:cubicBezTo>
                    <a:pt x="554" y="323"/>
                    <a:pt x="581" y="297"/>
                    <a:pt x="563" y="259"/>
                  </a:cubicBezTo>
                  <a:cubicBezTo>
                    <a:pt x="471" y="138"/>
                    <a:pt x="350" y="77"/>
                    <a:pt x="228" y="46"/>
                  </a:cubicBezTo>
                  <a:cubicBezTo>
                    <a:pt x="152" y="16"/>
                    <a:pt x="91" y="1"/>
                    <a:pt x="5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68"/>
            <p:cNvSpPr/>
            <p:nvPr/>
          </p:nvSpPr>
          <p:spPr>
            <a:xfrm>
              <a:off x="3757200" y="3175800"/>
              <a:ext cx="15325" cy="7325"/>
            </a:xfrm>
            <a:custGeom>
              <a:rect b="b" l="l" r="r" t="t"/>
              <a:pathLst>
                <a:path extrusionOk="0" h="293" w="613">
                  <a:moveTo>
                    <a:pt x="88" y="1"/>
                  </a:moveTo>
                  <a:cubicBezTo>
                    <a:pt x="29" y="1"/>
                    <a:pt x="1" y="27"/>
                    <a:pt x="20" y="64"/>
                  </a:cubicBezTo>
                  <a:cubicBezTo>
                    <a:pt x="141" y="156"/>
                    <a:pt x="263" y="216"/>
                    <a:pt x="384" y="247"/>
                  </a:cubicBezTo>
                  <a:cubicBezTo>
                    <a:pt x="460" y="277"/>
                    <a:pt x="521" y="292"/>
                    <a:pt x="559" y="292"/>
                  </a:cubicBezTo>
                  <a:cubicBezTo>
                    <a:pt x="597" y="292"/>
                    <a:pt x="612" y="277"/>
                    <a:pt x="597" y="247"/>
                  </a:cubicBezTo>
                  <a:cubicBezTo>
                    <a:pt x="476" y="125"/>
                    <a:pt x="384" y="64"/>
                    <a:pt x="233" y="34"/>
                  </a:cubicBezTo>
                  <a:cubicBezTo>
                    <a:pt x="174" y="11"/>
                    <a:pt x="125" y="1"/>
                    <a:pt x="88"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68"/>
            <p:cNvSpPr/>
            <p:nvPr/>
          </p:nvSpPr>
          <p:spPr>
            <a:xfrm>
              <a:off x="3818025" y="3193625"/>
              <a:ext cx="15100" cy="5900"/>
            </a:xfrm>
            <a:custGeom>
              <a:rect b="b" l="l" r="r" t="t"/>
              <a:pathLst>
                <a:path extrusionOk="0" h="236" w="604">
                  <a:moveTo>
                    <a:pt x="78" y="0"/>
                  </a:moveTo>
                  <a:cubicBezTo>
                    <a:pt x="25" y="0"/>
                    <a:pt x="1" y="15"/>
                    <a:pt x="18" y="51"/>
                  </a:cubicBezTo>
                  <a:cubicBezTo>
                    <a:pt x="110" y="142"/>
                    <a:pt x="231" y="202"/>
                    <a:pt x="383" y="202"/>
                  </a:cubicBezTo>
                  <a:cubicBezTo>
                    <a:pt x="441" y="226"/>
                    <a:pt x="490" y="236"/>
                    <a:pt x="526" y="236"/>
                  </a:cubicBezTo>
                  <a:cubicBezTo>
                    <a:pt x="583" y="236"/>
                    <a:pt x="603" y="210"/>
                    <a:pt x="566" y="172"/>
                  </a:cubicBezTo>
                  <a:cubicBezTo>
                    <a:pt x="474" y="111"/>
                    <a:pt x="353" y="51"/>
                    <a:pt x="231" y="20"/>
                  </a:cubicBezTo>
                  <a:cubicBezTo>
                    <a:pt x="168" y="8"/>
                    <a:pt x="116" y="0"/>
                    <a:pt x="78"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68"/>
            <p:cNvSpPr/>
            <p:nvPr/>
          </p:nvSpPr>
          <p:spPr>
            <a:xfrm>
              <a:off x="3878200" y="3206725"/>
              <a:ext cx="15525" cy="4900"/>
            </a:xfrm>
            <a:custGeom>
              <a:rect b="b" l="l" r="r" t="t"/>
              <a:pathLst>
                <a:path extrusionOk="0" h="196" w="621">
                  <a:moveTo>
                    <a:pt x="110" y="0"/>
                  </a:moveTo>
                  <a:cubicBezTo>
                    <a:pt x="33" y="0"/>
                    <a:pt x="0" y="22"/>
                    <a:pt x="43" y="43"/>
                  </a:cubicBezTo>
                  <a:cubicBezTo>
                    <a:pt x="134" y="134"/>
                    <a:pt x="256" y="165"/>
                    <a:pt x="408" y="195"/>
                  </a:cubicBezTo>
                  <a:cubicBezTo>
                    <a:pt x="560" y="195"/>
                    <a:pt x="621" y="195"/>
                    <a:pt x="590" y="134"/>
                  </a:cubicBezTo>
                  <a:cubicBezTo>
                    <a:pt x="469" y="74"/>
                    <a:pt x="347" y="43"/>
                    <a:pt x="225" y="13"/>
                  </a:cubicBezTo>
                  <a:cubicBezTo>
                    <a:pt x="181" y="4"/>
                    <a:pt x="142" y="0"/>
                    <a:pt x="110"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68"/>
            <p:cNvSpPr/>
            <p:nvPr/>
          </p:nvSpPr>
          <p:spPr>
            <a:xfrm>
              <a:off x="3938175" y="3214325"/>
              <a:ext cx="16350" cy="4125"/>
            </a:xfrm>
            <a:custGeom>
              <a:rect b="b" l="l" r="r" t="t"/>
              <a:pathLst>
                <a:path extrusionOk="0" h="165" w="654">
                  <a:moveTo>
                    <a:pt x="120" y="1"/>
                  </a:moveTo>
                  <a:cubicBezTo>
                    <a:pt x="38" y="1"/>
                    <a:pt x="1" y="29"/>
                    <a:pt x="45" y="74"/>
                  </a:cubicBezTo>
                  <a:cubicBezTo>
                    <a:pt x="167" y="134"/>
                    <a:pt x="288" y="165"/>
                    <a:pt x="410" y="165"/>
                  </a:cubicBezTo>
                  <a:cubicBezTo>
                    <a:pt x="592" y="165"/>
                    <a:pt x="653" y="134"/>
                    <a:pt x="623" y="104"/>
                  </a:cubicBezTo>
                  <a:cubicBezTo>
                    <a:pt x="501" y="43"/>
                    <a:pt x="349" y="13"/>
                    <a:pt x="228" y="13"/>
                  </a:cubicBezTo>
                  <a:cubicBezTo>
                    <a:pt x="187" y="5"/>
                    <a:pt x="151" y="1"/>
                    <a:pt x="120"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68"/>
            <p:cNvSpPr/>
            <p:nvPr/>
          </p:nvSpPr>
          <p:spPr>
            <a:xfrm>
              <a:off x="3997800" y="3215850"/>
              <a:ext cx="16000" cy="4125"/>
            </a:xfrm>
            <a:custGeom>
              <a:rect b="b" l="l" r="r" t="t"/>
              <a:pathLst>
                <a:path extrusionOk="0" h="165" w="640">
                  <a:moveTo>
                    <a:pt x="341" y="1"/>
                  </a:moveTo>
                  <a:cubicBezTo>
                    <a:pt x="309" y="1"/>
                    <a:pt x="277" y="4"/>
                    <a:pt x="244" y="13"/>
                  </a:cubicBezTo>
                  <a:cubicBezTo>
                    <a:pt x="92" y="13"/>
                    <a:pt x="1" y="43"/>
                    <a:pt x="62" y="73"/>
                  </a:cubicBezTo>
                  <a:cubicBezTo>
                    <a:pt x="183" y="134"/>
                    <a:pt x="305" y="165"/>
                    <a:pt x="426" y="165"/>
                  </a:cubicBezTo>
                  <a:cubicBezTo>
                    <a:pt x="578" y="165"/>
                    <a:pt x="639" y="104"/>
                    <a:pt x="578" y="73"/>
                  </a:cubicBezTo>
                  <a:cubicBezTo>
                    <a:pt x="512" y="29"/>
                    <a:pt x="429" y="1"/>
                    <a:pt x="341"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68"/>
            <p:cNvSpPr/>
            <p:nvPr/>
          </p:nvSpPr>
          <p:spPr>
            <a:xfrm>
              <a:off x="4057075" y="3214325"/>
              <a:ext cx="15225" cy="4125"/>
            </a:xfrm>
            <a:custGeom>
              <a:rect b="b" l="l" r="r" t="t"/>
              <a:pathLst>
                <a:path extrusionOk="0" h="165" w="609">
                  <a:moveTo>
                    <a:pt x="341" y="1"/>
                  </a:moveTo>
                  <a:cubicBezTo>
                    <a:pt x="309" y="1"/>
                    <a:pt x="276" y="5"/>
                    <a:pt x="244" y="13"/>
                  </a:cubicBezTo>
                  <a:cubicBezTo>
                    <a:pt x="92" y="13"/>
                    <a:pt x="1" y="43"/>
                    <a:pt x="31" y="104"/>
                  </a:cubicBezTo>
                  <a:cubicBezTo>
                    <a:pt x="153" y="165"/>
                    <a:pt x="274" y="165"/>
                    <a:pt x="396" y="165"/>
                  </a:cubicBezTo>
                  <a:cubicBezTo>
                    <a:pt x="548" y="165"/>
                    <a:pt x="609" y="104"/>
                    <a:pt x="578" y="74"/>
                  </a:cubicBezTo>
                  <a:cubicBezTo>
                    <a:pt x="511" y="29"/>
                    <a:pt x="428" y="1"/>
                    <a:pt x="341"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68"/>
            <p:cNvSpPr/>
            <p:nvPr/>
          </p:nvSpPr>
          <p:spPr>
            <a:xfrm>
              <a:off x="4116350" y="3209775"/>
              <a:ext cx="15975" cy="4875"/>
            </a:xfrm>
            <a:custGeom>
              <a:rect b="b" l="l" r="r" t="t"/>
              <a:pathLst>
                <a:path extrusionOk="0" h="195" w="639">
                  <a:moveTo>
                    <a:pt x="341" y="0"/>
                  </a:moveTo>
                  <a:cubicBezTo>
                    <a:pt x="309" y="0"/>
                    <a:pt x="276" y="4"/>
                    <a:pt x="244" y="12"/>
                  </a:cubicBezTo>
                  <a:cubicBezTo>
                    <a:pt x="92" y="12"/>
                    <a:pt x="1" y="73"/>
                    <a:pt x="61" y="104"/>
                  </a:cubicBezTo>
                  <a:cubicBezTo>
                    <a:pt x="153" y="164"/>
                    <a:pt x="274" y="195"/>
                    <a:pt x="396" y="195"/>
                  </a:cubicBezTo>
                  <a:cubicBezTo>
                    <a:pt x="548" y="195"/>
                    <a:pt x="639" y="134"/>
                    <a:pt x="608" y="73"/>
                  </a:cubicBezTo>
                  <a:cubicBezTo>
                    <a:pt x="519" y="29"/>
                    <a:pt x="430" y="0"/>
                    <a:pt x="34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68"/>
            <p:cNvSpPr/>
            <p:nvPr/>
          </p:nvSpPr>
          <p:spPr>
            <a:xfrm>
              <a:off x="4177150" y="3203700"/>
              <a:ext cx="15225" cy="4875"/>
            </a:xfrm>
            <a:custGeom>
              <a:rect b="b" l="l" r="r" t="t"/>
              <a:pathLst>
                <a:path extrusionOk="0" h="195" w="609">
                  <a:moveTo>
                    <a:pt x="363" y="0"/>
                  </a:moveTo>
                  <a:cubicBezTo>
                    <a:pt x="325" y="0"/>
                    <a:pt x="284" y="4"/>
                    <a:pt x="243" y="12"/>
                  </a:cubicBezTo>
                  <a:cubicBezTo>
                    <a:pt x="91" y="12"/>
                    <a:pt x="0" y="73"/>
                    <a:pt x="31" y="134"/>
                  </a:cubicBezTo>
                  <a:cubicBezTo>
                    <a:pt x="61" y="195"/>
                    <a:pt x="213" y="195"/>
                    <a:pt x="365" y="195"/>
                  </a:cubicBezTo>
                  <a:cubicBezTo>
                    <a:pt x="547" y="195"/>
                    <a:pt x="608" y="134"/>
                    <a:pt x="578" y="73"/>
                  </a:cubicBezTo>
                  <a:cubicBezTo>
                    <a:pt x="555" y="29"/>
                    <a:pt x="468" y="0"/>
                    <a:pt x="36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68"/>
            <p:cNvSpPr/>
            <p:nvPr/>
          </p:nvSpPr>
          <p:spPr>
            <a:xfrm>
              <a:off x="4238700" y="3195350"/>
              <a:ext cx="15225" cy="5925"/>
            </a:xfrm>
            <a:custGeom>
              <a:rect b="b" l="l" r="r" t="t"/>
              <a:pathLst>
                <a:path extrusionOk="0" h="237" w="609">
                  <a:moveTo>
                    <a:pt x="355" y="1"/>
                  </a:moveTo>
                  <a:cubicBezTo>
                    <a:pt x="319" y="1"/>
                    <a:pt x="281" y="4"/>
                    <a:pt x="243" y="12"/>
                  </a:cubicBezTo>
                  <a:cubicBezTo>
                    <a:pt x="91" y="42"/>
                    <a:pt x="0" y="103"/>
                    <a:pt x="31" y="164"/>
                  </a:cubicBezTo>
                  <a:cubicBezTo>
                    <a:pt x="53" y="208"/>
                    <a:pt x="124" y="237"/>
                    <a:pt x="232" y="237"/>
                  </a:cubicBezTo>
                  <a:cubicBezTo>
                    <a:pt x="272" y="237"/>
                    <a:pt x="316" y="233"/>
                    <a:pt x="365" y="225"/>
                  </a:cubicBezTo>
                  <a:cubicBezTo>
                    <a:pt x="517" y="225"/>
                    <a:pt x="608" y="164"/>
                    <a:pt x="578" y="103"/>
                  </a:cubicBezTo>
                  <a:cubicBezTo>
                    <a:pt x="555" y="35"/>
                    <a:pt x="464" y="1"/>
                    <a:pt x="35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68"/>
            <p:cNvSpPr/>
            <p:nvPr/>
          </p:nvSpPr>
          <p:spPr>
            <a:xfrm>
              <a:off x="4300250" y="3186225"/>
              <a:ext cx="15225" cy="6675"/>
            </a:xfrm>
            <a:custGeom>
              <a:rect b="b" l="l" r="r" t="t"/>
              <a:pathLst>
                <a:path extrusionOk="0" h="267" w="609">
                  <a:moveTo>
                    <a:pt x="385" y="1"/>
                  </a:moveTo>
                  <a:cubicBezTo>
                    <a:pt x="350" y="1"/>
                    <a:pt x="312" y="5"/>
                    <a:pt x="274" y="12"/>
                  </a:cubicBezTo>
                  <a:cubicBezTo>
                    <a:pt x="122" y="43"/>
                    <a:pt x="0" y="103"/>
                    <a:pt x="31" y="164"/>
                  </a:cubicBezTo>
                  <a:cubicBezTo>
                    <a:pt x="53" y="233"/>
                    <a:pt x="128" y="267"/>
                    <a:pt x="227" y="267"/>
                  </a:cubicBezTo>
                  <a:cubicBezTo>
                    <a:pt x="261" y="267"/>
                    <a:pt x="297" y="263"/>
                    <a:pt x="335" y="255"/>
                  </a:cubicBezTo>
                  <a:cubicBezTo>
                    <a:pt x="517" y="225"/>
                    <a:pt x="608" y="164"/>
                    <a:pt x="578" y="103"/>
                  </a:cubicBezTo>
                  <a:cubicBezTo>
                    <a:pt x="578" y="35"/>
                    <a:pt x="492" y="1"/>
                    <a:pt x="38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68"/>
            <p:cNvSpPr/>
            <p:nvPr/>
          </p:nvSpPr>
          <p:spPr>
            <a:xfrm>
              <a:off x="4362550" y="3176350"/>
              <a:ext cx="15225" cy="7150"/>
            </a:xfrm>
            <a:custGeom>
              <a:rect b="b" l="l" r="r" t="t"/>
              <a:pathLst>
                <a:path extrusionOk="0" h="286" w="609">
                  <a:moveTo>
                    <a:pt x="386" y="1"/>
                  </a:moveTo>
                  <a:cubicBezTo>
                    <a:pt x="350" y="1"/>
                    <a:pt x="312" y="4"/>
                    <a:pt x="274" y="12"/>
                  </a:cubicBezTo>
                  <a:cubicBezTo>
                    <a:pt x="122" y="42"/>
                    <a:pt x="1" y="103"/>
                    <a:pt x="31" y="194"/>
                  </a:cubicBezTo>
                  <a:cubicBezTo>
                    <a:pt x="31" y="286"/>
                    <a:pt x="183" y="286"/>
                    <a:pt x="335" y="286"/>
                  </a:cubicBezTo>
                  <a:cubicBezTo>
                    <a:pt x="487" y="255"/>
                    <a:pt x="609" y="164"/>
                    <a:pt x="578" y="103"/>
                  </a:cubicBezTo>
                  <a:cubicBezTo>
                    <a:pt x="578" y="35"/>
                    <a:pt x="493" y="1"/>
                    <a:pt x="386"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68"/>
            <p:cNvSpPr/>
            <p:nvPr/>
          </p:nvSpPr>
          <p:spPr>
            <a:xfrm>
              <a:off x="4424875" y="3166000"/>
              <a:ext cx="14450" cy="7825"/>
            </a:xfrm>
            <a:custGeom>
              <a:rect b="b" l="l" r="r" t="t"/>
              <a:pathLst>
                <a:path extrusionOk="0" h="313" w="578">
                  <a:moveTo>
                    <a:pt x="274" y="0"/>
                  </a:moveTo>
                  <a:cubicBezTo>
                    <a:pt x="122" y="31"/>
                    <a:pt x="0" y="122"/>
                    <a:pt x="0" y="213"/>
                  </a:cubicBezTo>
                  <a:cubicBezTo>
                    <a:pt x="0" y="263"/>
                    <a:pt x="101" y="313"/>
                    <a:pt x="221" y="313"/>
                  </a:cubicBezTo>
                  <a:cubicBezTo>
                    <a:pt x="248" y="313"/>
                    <a:pt x="276" y="310"/>
                    <a:pt x="304" y="304"/>
                  </a:cubicBezTo>
                  <a:cubicBezTo>
                    <a:pt x="456" y="274"/>
                    <a:pt x="578" y="183"/>
                    <a:pt x="578" y="122"/>
                  </a:cubicBezTo>
                  <a:cubicBezTo>
                    <a:pt x="547" y="31"/>
                    <a:pt x="426" y="0"/>
                    <a:pt x="27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68"/>
            <p:cNvSpPr/>
            <p:nvPr/>
          </p:nvSpPr>
          <p:spPr>
            <a:xfrm>
              <a:off x="4487175" y="3156125"/>
              <a:ext cx="14475" cy="8375"/>
            </a:xfrm>
            <a:custGeom>
              <a:rect b="b" l="l" r="r" t="t"/>
              <a:pathLst>
                <a:path extrusionOk="0" h="335" w="579">
                  <a:moveTo>
                    <a:pt x="274" y="0"/>
                  </a:moveTo>
                  <a:cubicBezTo>
                    <a:pt x="122" y="31"/>
                    <a:pt x="1" y="122"/>
                    <a:pt x="1" y="213"/>
                  </a:cubicBezTo>
                  <a:cubicBezTo>
                    <a:pt x="1" y="304"/>
                    <a:pt x="122" y="335"/>
                    <a:pt x="305" y="335"/>
                  </a:cubicBezTo>
                  <a:cubicBezTo>
                    <a:pt x="426" y="304"/>
                    <a:pt x="578" y="213"/>
                    <a:pt x="578" y="122"/>
                  </a:cubicBezTo>
                  <a:cubicBezTo>
                    <a:pt x="578" y="31"/>
                    <a:pt x="426" y="0"/>
                    <a:pt x="27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68"/>
            <p:cNvSpPr/>
            <p:nvPr/>
          </p:nvSpPr>
          <p:spPr>
            <a:xfrm>
              <a:off x="4548725" y="3147000"/>
              <a:ext cx="14475" cy="8575"/>
            </a:xfrm>
            <a:custGeom>
              <a:rect b="b" l="l" r="r" t="t"/>
              <a:pathLst>
                <a:path extrusionOk="0" h="343" w="579">
                  <a:moveTo>
                    <a:pt x="274" y="1"/>
                  </a:moveTo>
                  <a:cubicBezTo>
                    <a:pt x="122" y="31"/>
                    <a:pt x="1" y="122"/>
                    <a:pt x="1" y="213"/>
                  </a:cubicBezTo>
                  <a:cubicBezTo>
                    <a:pt x="1" y="288"/>
                    <a:pt x="83" y="343"/>
                    <a:pt x="197" y="343"/>
                  </a:cubicBezTo>
                  <a:cubicBezTo>
                    <a:pt x="221" y="343"/>
                    <a:pt x="247" y="340"/>
                    <a:pt x="274" y="335"/>
                  </a:cubicBezTo>
                  <a:cubicBezTo>
                    <a:pt x="426" y="335"/>
                    <a:pt x="548" y="244"/>
                    <a:pt x="578" y="153"/>
                  </a:cubicBezTo>
                  <a:cubicBezTo>
                    <a:pt x="578" y="31"/>
                    <a:pt x="457" y="1"/>
                    <a:pt x="27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68"/>
            <p:cNvSpPr/>
            <p:nvPr/>
          </p:nvSpPr>
          <p:spPr>
            <a:xfrm>
              <a:off x="4609525" y="3138650"/>
              <a:ext cx="14450" cy="9125"/>
            </a:xfrm>
            <a:custGeom>
              <a:rect b="b" l="l" r="r" t="t"/>
              <a:pathLst>
                <a:path extrusionOk="0" h="365" w="578">
                  <a:moveTo>
                    <a:pt x="304" y="0"/>
                  </a:moveTo>
                  <a:cubicBezTo>
                    <a:pt x="152" y="31"/>
                    <a:pt x="31" y="122"/>
                    <a:pt x="31" y="213"/>
                  </a:cubicBezTo>
                  <a:cubicBezTo>
                    <a:pt x="0" y="335"/>
                    <a:pt x="122" y="365"/>
                    <a:pt x="274" y="365"/>
                  </a:cubicBezTo>
                  <a:cubicBezTo>
                    <a:pt x="426" y="365"/>
                    <a:pt x="578" y="274"/>
                    <a:pt x="578" y="152"/>
                  </a:cubicBezTo>
                  <a:cubicBezTo>
                    <a:pt x="578" y="61"/>
                    <a:pt x="456" y="0"/>
                    <a:pt x="30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68"/>
            <p:cNvSpPr/>
            <p:nvPr/>
          </p:nvSpPr>
          <p:spPr>
            <a:xfrm>
              <a:off x="4670300" y="3132575"/>
              <a:ext cx="14475" cy="9900"/>
            </a:xfrm>
            <a:custGeom>
              <a:rect b="b" l="l" r="r" t="t"/>
              <a:pathLst>
                <a:path extrusionOk="0" h="396" w="579">
                  <a:moveTo>
                    <a:pt x="305" y="0"/>
                  </a:moveTo>
                  <a:cubicBezTo>
                    <a:pt x="183" y="0"/>
                    <a:pt x="62" y="91"/>
                    <a:pt x="31" y="213"/>
                  </a:cubicBezTo>
                  <a:cubicBezTo>
                    <a:pt x="1" y="334"/>
                    <a:pt x="123" y="395"/>
                    <a:pt x="275" y="395"/>
                  </a:cubicBezTo>
                  <a:cubicBezTo>
                    <a:pt x="396" y="395"/>
                    <a:pt x="518" y="304"/>
                    <a:pt x="579" y="182"/>
                  </a:cubicBezTo>
                  <a:cubicBezTo>
                    <a:pt x="579" y="61"/>
                    <a:pt x="457" y="0"/>
                    <a:pt x="30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68"/>
            <p:cNvSpPr/>
            <p:nvPr/>
          </p:nvSpPr>
          <p:spPr>
            <a:xfrm>
              <a:off x="4730350" y="3128625"/>
              <a:ext cx="14450" cy="10050"/>
            </a:xfrm>
            <a:custGeom>
              <a:rect b="b" l="l" r="r" t="t"/>
              <a:pathLst>
                <a:path extrusionOk="0" h="402" w="578">
                  <a:moveTo>
                    <a:pt x="257" y="0"/>
                  </a:moveTo>
                  <a:cubicBezTo>
                    <a:pt x="152" y="0"/>
                    <a:pt x="53" y="87"/>
                    <a:pt x="0" y="219"/>
                  </a:cubicBezTo>
                  <a:cubicBezTo>
                    <a:pt x="0" y="310"/>
                    <a:pt x="91" y="401"/>
                    <a:pt x="243" y="401"/>
                  </a:cubicBezTo>
                  <a:cubicBezTo>
                    <a:pt x="365" y="401"/>
                    <a:pt x="487" y="310"/>
                    <a:pt x="547" y="188"/>
                  </a:cubicBezTo>
                  <a:cubicBezTo>
                    <a:pt x="578" y="67"/>
                    <a:pt x="456" y="6"/>
                    <a:pt x="304" y="6"/>
                  </a:cubicBezTo>
                  <a:cubicBezTo>
                    <a:pt x="289" y="2"/>
                    <a:pt x="273" y="0"/>
                    <a:pt x="257"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68"/>
            <p:cNvSpPr/>
            <p:nvPr/>
          </p:nvSpPr>
          <p:spPr>
            <a:xfrm>
              <a:off x="4788850" y="3127250"/>
              <a:ext cx="14475" cy="9900"/>
            </a:xfrm>
            <a:custGeom>
              <a:rect b="b" l="l" r="r" t="t"/>
              <a:pathLst>
                <a:path extrusionOk="0" h="396" w="579">
                  <a:moveTo>
                    <a:pt x="335" y="0"/>
                  </a:moveTo>
                  <a:cubicBezTo>
                    <a:pt x="183" y="0"/>
                    <a:pt x="62" y="61"/>
                    <a:pt x="31" y="213"/>
                  </a:cubicBezTo>
                  <a:cubicBezTo>
                    <a:pt x="1" y="304"/>
                    <a:pt x="92" y="395"/>
                    <a:pt x="244" y="395"/>
                  </a:cubicBezTo>
                  <a:cubicBezTo>
                    <a:pt x="365" y="395"/>
                    <a:pt x="487" y="335"/>
                    <a:pt x="548" y="213"/>
                  </a:cubicBezTo>
                  <a:cubicBezTo>
                    <a:pt x="578" y="91"/>
                    <a:pt x="487" y="0"/>
                    <a:pt x="33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68"/>
            <p:cNvSpPr/>
            <p:nvPr/>
          </p:nvSpPr>
          <p:spPr>
            <a:xfrm>
              <a:off x="4847375" y="3120125"/>
              <a:ext cx="14275" cy="10775"/>
            </a:xfrm>
            <a:custGeom>
              <a:rect b="b" l="l" r="r" t="t"/>
              <a:pathLst>
                <a:path extrusionOk="0" h="431" w="571">
                  <a:moveTo>
                    <a:pt x="419" y="1"/>
                  </a:moveTo>
                  <a:cubicBezTo>
                    <a:pt x="392" y="1"/>
                    <a:pt x="363" y="5"/>
                    <a:pt x="335" y="12"/>
                  </a:cubicBezTo>
                  <a:cubicBezTo>
                    <a:pt x="183" y="42"/>
                    <a:pt x="61" y="164"/>
                    <a:pt x="0" y="285"/>
                  </a:cubicBezTo>
                  <a:cubicBezTo>
                    <a:pt x="0" y="374"/>
                    <a:pt x="49" y="431"/>
                    <a:pt x="123" y="431"/>
                  </a:cubicBezTo>
                  <a:cubicBezTo>
                    <a:pt x="150" y="431"/>
                    <a:pt x="180" y="423"/>
                    <a:pt x="213" y="407"/>
                  </a:cubicBezTo>
                  <a:cubicBezTo>
                    <a:pt x="365" y="376"/>
                    <a:pt x="487" y="285"/>
                    <a:pt x="547" y="133"/>
                  </a:cubicBezTo>
                  <a:cubicBezTo>
                    <a:pt x="571" y="40"/>
                    <a:pt x="505" y="1"/>
                    <a:pt x="419"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68"/>
            <p:cNvSpPr/>
            <p:nvPr/>
          </p:nvSpPr>
          <p:spPr>
            <a:xfrm>
              <a:off x="4904650" y="3093575"/>
              <a:ext cx="13850" cy="12975"/>
            </a:xfrm>
            <a:custGeom>
              <a:rect b="b" l="l" r="r" t="t"/>
              <a:pathLst>
                <a:path extrusionOk="0" h="519" w="554">
                  <a:moveTo>
                    <a:pt x="476" y="0"/>
                  </a:moveTo>
                  <a:cubicBezTo>
                    <a:pt x="439" y="0"/>
                    <a:pt x="386" y="15"/>
                    <a:pt x="323" y="40"/>
                  </a:cubicBezTo>
                  <a:cubicBezTo>
                    <a:pt x="202" y="131"/>
                    <a:pt x="80" y="253"/>
                    <a:pt x="19" y="405"/>
                  </a:cubicBezTo>
                  <a:cubicBezTo>
                    <a:pt x="1" y="479"/>
                    <a:pt x="38" y="519"/>
                    <a:pt x="97" y="519"/>
                  </a:cubicBezTo>
                  <a:cubicBezTo>
                    <a:pt x="136" y="519"/>
                    <a:pt x="184" y="502"/>
                    <a:pt x="232" y="466"/>
                  </a:cubicBezTo>
                  <a:cubicBezTo>
                    <a:pt x="384" y="375"/>
                    <a:pt x="475" y="253"/>
                    <a:pt x="536" y="101"/>
                  </a:cubicBezTo>
                  <a:cubicBezTo>
                    <a:pt x="554" y="30"/>
                    <a:pt x="530" y="0"/>
                    <a:pt x="476"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68"/>
            <p:cNvSpPr/>
            <p:nvPr/>
          </p:nvSpPr>
          <p:spPr>
            <a:xfrm>
              <a:off x="4961700" y="3051250"/>
              <a:ext cx="13350" cy="15725"/>
            </a:xfrm>
            <a:custGeom>
              <a:rect b="b" l="l" r="r" t="t"/>
              <a:pathLst>
                <a:path extrusionOk="0" h="629" w="534">
                  <a:moveTo>
                    <a:pt x="473" y="1"/>
                  </a:moveTo>
                  <a:cubicBezTo>
                    <a:pt x="435" y="1"/>
                    <a:pt x="382" y="31"/>
                    <a:pt x="321" y="92"/>
                  </a:cubicBezTo>
                  <a:cubicBezTo>
                    <a:pt x="169" y="214"/>
                    <a:pt x="78" y="365"/>
                    <a:pt x="17" y="548"/>
                  </a:cubicBezTo>
                  <a:cubicBezTo>
                    <a:pt x="1" y="597"/>
                    <a:pt x="19" y="628"/>
                    <a:pt x="63" y="628"/>
                  </a:cubicBezTo>
                  <a:cubicBezTo>
                    <a:pt x="102" y="628"/>
                    <a:pt x="159" y="604"/>
                    <a:pt x="230" y="548"/>
                  </a:cubicBezTo>
                  <a:cubicBezTo>
                    <a:pt x="351" y="426"/>
                    <a:pt x="473" y="274"/>
                    <a:pt x="534" y="92"/>
                  </a:cubicBezTo>
                  <a:cubicBezTo>
                    <a:pt x="534" y="31"/>
                    <a:pt x="511" y="1"/>
                    <a:pt x="47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68"/>
            <p:cNvSpPr/>
            <p:nvPr/>
          </p:nvSpPr>
          <p:spPr>
            <a:xfrm>
              <a:off x="5017575" y="2995975"/>
              <a:ext cx="13325" cy="18650"/>
            </a:xfrm>
            <a:custGeom>
              <a:rect b="b" l="l" r="r" t="t"/>
              <a:pathLst>
                <a:path extrusionOk="0" h="746" w="533">
                  <a:moveTo>
                    <a:pt x="468" y="0"/>
                  </a:moveTo>
                  <a:cubicBezTo>
                    <a:pt x="426" y="0"/>
                    <a:pt x="366" y="38"/>
                    <a:pt x="305" y="114"/>
                  </a:cubicBezTo>
                  <a:cubicBezTo>
                    <a:pt x="153" y="266"/>
                    <a:pt x="62" y="449"/>
                    <a:pt x="1" y="631"/>
                  </a:cubicBezTo>
                  <a:cubicBezTo>
                    <a:pt x="1" y="707"/>
                    <a:pt x="24" y="745"/>
                    <a:pt x="62" y="745"/>
                  </a:cubicBezTo>
                  <a:cubicBezTo>
                    <a:pt x="100" y="745"/>
                    <a:pt x="153" y="707"/>
                    <a:pt x="214" y="631"/>
                  </a:cubicBezTo>
                  <a:cubicBezTo>
                    <a:pt x="366" y="479"/>
                    <a:pt x="457" y="297"/>
                    <a:pt x="518" y="114"/>
                  </a:cubicBezTo>
                  <a:cubicBezTo>
                    <a:pt x="533" y="38"/>
                    <a:pt x="510" y="0"/>
                    <a:pt x="468"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68"/>
            <p:cNvSpPr/>
            <p:nvPr/>
          </p:nvSpPr>
          <p:spPr>
            <a:xfrm>
              <a:off x="5072675" y="2931725"/>
              <a:ext cx="12900" cy="21350"/>
            </a:xfrm>
            <a:custGeom>
              <a:rect b="b" l="l" r="r" t="t"/>
              <a:pathLst>
                <a:path extrusionOk="0" h="854" w="516">
                  <a:moveTo>
                    <a:pt x="475" y="1"/>
                  </a:moveTo>
                  <a:cubicBezTo>
                    <a:pt x="438" y="1"/>
                    <a:pt x="373" y="48"/>
                    <a:pt x="289" y="131"/>
                  </a:cubicBezTo>
                  <a:cubicBezTo>
                    <a:pt x="168" y="314"/>
                    <a:pt x="46" y="496"/>
                    <a:pt x="16" y="739"/>
                  </a:cubicBezTo>
                  <a:cubicBezTo>
                    <a:pt x="1" y="815"/>
                    <a:pt x="16" y="853"/>
                    <a:pt x="54" y="853"/>
                  </a:cubicBezTo>
                  <a:cubicBezTo>
                    <a:pt x="92" y="853"/>
                    <a:pt x="152" y="815"/>
                    <a:pt x="228" y="739"/>
                  </a:cubicBezTo>
                  <a:cubicBezTo>
                    <a:pt x="380" y="557"/>
                    <a:pt x="472" y="344"/>
                    <a:pt x="502" y="101"/>
                  </a:cubicBezTo>
                  <a:cubicBezTo>
                    <a:pt x="516" y="32"/>
                    <a:pt x="505" y="1"/>
                    <a:pt x="47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68"/>
            <p:cNvSpPr/>
            <p:nvPr/>
          </p:nvSpPr>
          <p:spPr>
            <a:xfrm>
              <a:off x="5127400" y="2861675"/>
              <a:ext cx="12925" cy="22800"/>
            </a:xfrm>
            <a:custGeom>
              <a:rect b="b" l="l" r="r" t="t"/>
              <a:pathLst>
                <a:path extrusionOk="0" h="912" w="517">
                  <a:moveTo>
                    <a:pt x="464" y="0"/>
                  </a:moveTo>
                  <a:cubicBezTo>
                    <a:pt x="426" y="0"/>
                    <a:pt x="365" y="46"/>
                    <a:pt x="289" y="137"/>
                  </a:cubicBezTo>
                  <a:cubicBezTo>
                    <a:pt x="137" y="319"/>
                    <a:pt x="46" y="532"/>
                    <a:pt x="15" y="775"/>
                  </a:cubicBezTo>
                  <a:cubicBezTo>
                    <a:pt x="0" y="866"/>
                    <a:pt x="23" y="912"/>
                    <a:pt x="65" y="912"/>
                  </a:cubicBezTo>
                  <a:cubicBezTo>
                    <a:pt x="106" y="912"/>
                    <a:pt x="167" y="866"/>
                    <a:pt x="228" y="775"/>
                  </a:cubicBezTo>
                  <a:cubicBezTo>
                    <a:pt x="380" y="593"/>
                    <a:pt x="471" y="380"/>
                    <a:pt x="502" y="137"/>
                  </a:cubicBezTo>
                  <a:cubicBezTo>
                    <a:pt x="517" y="46"/>
                    <a:pt x="502" y="0"/>
                    <a:pt x="46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68"/>
            <p:cNvSpPr/>
            <p:nvPr/>
          </p:nvSpPr>
          <p:spPr>
            <a:xfrm>
              <a:off x="5182075" y="2787275"/>
              <a:ext cx="12975" cy="24925"/>
            </a:xfrm>
            <a:custGeom>
              <a:rect b="b" l="l" r="r" t="t"/>
              <a:pathLst>
                <a:path extrusionOk="0" h="997" w="519">
                  <a:moveTo>
                    <a:pt x="449" y="1"/>
                  </a:moveTo>
                  <a:cubicBezTo>
                    <a:pt x="407" y="1"/>
                    <a:pt x="349" y="46"/>
                    <a:pt x="290" y="134"/>
                  </a:cubicBezTo>
                  <a:cubicBezTo>
                    <a:pt x="138" y="347"/>
                    <a:pt x="47" y="590"/>
                    <a:pt x="17" y="833"/>
                  </a:cubicBezTo>
                  <a:cubicBezTo>
                    <a:pt x="1" y="944"/>
                    <a:pt x="26" y="997"/>
                    <a:pt x="71" y="997"/>
                  </a:cubicBezTo>
                  <a:cubicBezTo>
                    <a:pt x="113" y="997"/>
                    <a:pt x="171" y="951"/>
                    <a:pt x="229" y="864"/>
                  </a:cubicBezTo>
                  <a:cubicBezTo>
                    <a:pt x="381" y="651"/>
                    <a:pt x="473" y="408"/>
                    <a:pt x="503" y="164"/>
                  </a:cubicBezTo>
                  <a:cubicBezTo>
                    <a:pt x="519" y="54"/>
                    <a:pt x="494" y="1"/>
                    <a:pt x="449"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68"/>
            <p:cNvSpPr/>
            <p:nvPr/>
          </p:nvSpPr>
          <p:spPr>
            <a:xfrm>
              <a:off x="5236425" y="2712450"/>
              <a:ext cx="12950" cy="26475"/>
            </a:xfrm>
            <a:custGeom>
              <a:rect b="b" l="l" r="r" t="t"/>
              <a:pathLst>
                <a:path extrusionOk="0" h="1059" w="518">
                  <a:moveTo>
                    <a:pt x="434" y="1"/>
                  </a:moveTo>
                  <a:cubicBezTo>
                    <a:pt x="393" y="1"/>
                    <a:pt x="339" y="40"/>
                    <a:pt x="274" y="118"/>
                  </a:cubicBezTo>
                  <a:cubicBezTo>
                    <a:pt x="122" y="331"/>
                    <a:pt x="31" y="604"/>
                    <a:pt x="1" y="878"/>
                  </a:cubicBezTo>
                  <a:cubicBezTo>
                    <a:pt x="1" y="996"/>
                    <a:pt x="29" y="1058"/>
                    <a:pt x="81" y="1058"/>
                  </a:cubicBezTo>
                  <a:cubicBezTo>
                    <a:pt x="121" y="1058"/>
                    <a:pt x="177" y="1019"/>
                    <a:pt x="244" y="939"/>
                  </a:cubicBezTo>
                  <a:cubicBezTo>
                    <a:pt x="396" y="726"/>
                    <a:pt x="487" y="452"/>
                    <a:pt x="518" y="209"/>
                  </a:cubicBezTo>
                  <a:cubicBezTo>
                    <a:pt x="518" y="70"/>
                    <a:pt x="488" y="1"/>
                    <a:pt x="43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68"/>
            <p:cNvSpPr/>
            <p:nvPr/>
          </p:nvSpPr>
          <p:spPr>
            <a:xfrm>
              <a:off x="5291150" y="2640550"/>
              <a:ext cx="12650" cy="27350"/>
            </a:xfrm>
            <a:custGeom>
              <a:rect b="b" l="l" r="r" t="t"/>
              <a:pathLst>
                <a:path extrusionOk="0" h="1094" w="506">
                  <a:moveTo>
                    <a:pt x="408" y="0"/>
                  </a:moveTo>
                  <a:cubicBezTo>
                    <a:pt x="370" y="0"/>
                    <a:pt x="322" y="34"/>
                    <a:pt x="274" y="106"/>
                  </a:cubicBezTo>
                  <a:cubicBezTo>
                    <a:pt x="122" y="319"/>
                    <a:pt x="31" y="593"/>
                    <a:pt x="0" y="866"/>
                  </a:cubicBezTo>
                  <a:cubicBezTo>
                    <a:pt x="0" y="1013"/>
                    <a:pt x="34" y="1094"/>
                    <a:pt x="94" y="1094"/>
                  </a:cubicBezTo>
                  <a:cubicBezTo>
                    <a:pt x="133" y="1094"/>
                    <a:pt x="183" y="1060"/>
                    <a:pt x="243" y="988"/>
                  </a:cubicBezTo>
                  <a:cubicBezTo>
                    <a:pt x="395" y="775"/>
                    <a:pt x="487" y="501"/>
                    <a:pt x="487" y="228"/>
                  </a:cubicBezTo>
                  <a:cubicBezTo>
                    <a:pt x="505" y="81"/>
                    <a:pt x="468" y="0"/>
                    <a:pt x="408"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68"/>
            <p:cNvSpPr/>
            <p:nvPr/>
          </p:nvSpPr>
          <p:spPr>
            <a:xfrm>
              <a:off x="5345850" y="2573700"/>
              <a:ext cx="12950" cy="28025"/>
            </a:xfrm>
            <a:custGeom>
              <a:rect b="b" l="l" r="r" t="t"/>
              <a:pathLst>
                <a:path extrusionOk="0" h="1121" w="518">
                  <a:moveTo>
                    <a:pt x="391" y="1"/>
                  </a:moveTo>
                  <a:cubicBezTo>
                    <a:pt x="355" y="1"/>
                    <a:pt x="315" y="24"/>
                    <a:pt x="274" y="75"/>
                  </a:cubicBezTo>
                  <a:cubicBezTo>
                    <a:pt x="122" y="288"/>
                    <a:pt x="31" y="561"/>
                    <a:pt x="1" y="835"/>
                  </a:cubicBezTo>
                  <a:cubicBezTo>
                    <a:pt x="1" y="1019"/>
                    <a:pt x="42" y="1121"/>
                    <a:pt x="116" y="1121"/>
                  </a:cubicBezTo>
                  <a:cubicBezTo>
                    <a:pt x="151" y="1121"/>
                    <a:pt x="194" y="1097"/>
                    <a:pt x="244" y="1048"/>
                  </a:cubicBezTo>
                  <a:cubicBezTo>
                    <a:pt x="396" y="835"/>
                    <a:pt x="487" y="561"/>
                    <a:pt x="517" y="257"/>
                  </a:cubicBezTo>
                  <a:cubicBezTo>
                    <a:pt x="517" y="95"/>
                    <a:pt x="463" y="1"/>
                    <a:pt x="391"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68"/>
            <p:cNvSpPr/>
            <p:nvPr/>
          </p:nvSpPr>
          <p:spPr>
            <a:xfrm>
              <a:off x="5401325" y="2514650"/>
              <a:ext cx="12950" cy="29000"/>
            </a:xfrm>
            <a:custGeom>
              <a:rect b="b" l="l" r="r" t="t"/>
              <a:pathLst>
                <a:path extrusionOk="0" h="1160" w="518">
                  <a:moveTo>
                    <a:pt x="378" y="1"/>
                  </a:moveTo>
                  <a:cubicBezTo>
                    <a:pt x="345" y="1"/>
                    <a:pt x="310" y="22"/>
                    <a:pt x="274" y="66"/>
                  </a:cubicBezTo>
                  <a:cubicBezTo>
                    <a:pt x="92" y="279"/>
                    <a:pt x="1" y="553"/>
                    <a:pt x="1" y="826"/>
                  </a:cubicBezTo>
                  <a:cubicBezTo>
                    <a:pt x="1" y="1025"/>
                    <a:pt x="65" y="1160"/>
                    <a:pt x="147" y="1160"/>
                  </a:cubicBezTo>
                  <a:cubicBezTo>
                    <a:pt x="178" y="1160"/>
                    <a:pt x="211" y="1141"/>
                    <a:pt x="244" y="1100"/>
                  </a:cubicBezTo>
                  <a:cubicBezTo>
                    <a:pt x="426" y="887"/>
                    <a:pt x="517" y="613"/>
                    <a:pt x="517" y="340"/>
                  </a:cubicBezTo>
                  <a:cubicBezTo>
                    <a:pt x="517" y="125"/>
                    <a:pt x="456" y="1"/>
                    <a:pt x="378"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68"/>
            <p:cNvSpPr/>
            <p:nvPr/>
          </p:nvSpPr>
          <p:spPr>
            <a:xfrm>
              <a:off x="5456800" y="2467000"/>
              <a:ext cx="13700" cy="29400"/>
            </a:xfrm>
            <a:custGeom>
              <a:rect b="b" l="l" r="r" t="t"/>
              <a:pathLst>
                <a:path extrusionOk="0" h="1176" w="548">
                  <a:moveTo>
                    <a:pt x="359" y="1"/>
                  </a:moveTo>
                  <a:cubicBezTo>
                    <a:pt x="332" y="1"/>
                    <a:pt x="304" y="9"/>
                    <a:pt x="274" y="27"/>
                  </a:cubicBezTo>
                  <a:cubicBezTo>
                    <a:pt x="122" y="240"/>
                    <a:pt x="1" y="483"/>
                    <a:pt x="31" y="756"/>
                  </a:cubicBezTo>
                  <a:cubicBezTo>
                    <a:pt x="31" y="1007"/>
                    <a:pt x="93" y="1175"/>
                    <a:pt x="200" y="1175"/>
                  </a:cubicBezTo>
                  <a:cubicBezTo>
                    <a:pt x="223" y="1175"/>
                    <a:pt x="247" y="1168"/>
                    <a:pt x="274" y="1152"/>
                  </a:cubicBezTo>
                  <a:cubicBezTo>
                    <a:pt x="456" y="939"/>
                    <a:pt x="548" y="665"/>
                    <a:pt x="548" y="392"/>
                  </a:cubicBezTo>
                  <a:cubicBezTo>
                    <a:pt x="548" y="147"/>
                    <a:pt x="469" y="1"/>
                    <a:pt x="359"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68"/>
            <p:cNvSpPr/>
            <p:nvPr/>
          </p:nvSpPr>
          <p:spPr>
            <a:xfrm>
              <a:off x="5514550" y="2433925"/>
              <a:ext cx="12950" cy="28700"/>
            </a:xfrm>
            <a:custGeom>
              <a:rect b="b" l="l" r="r" t="t"/>
              <a:pathLst>
                <a:path extrusionOk="0" h="1148" w="518">
                  <a:moveTo>
                    <a:pt x="301" y="1"/>
                  </a:moveTo>
                  <a:cubicBezTo>
                    <a:pt x="283" y="1"/>
                    <a:pt x="263" y="5"/>
                    <a:pt x="244" y="13"/>
                  </a:cubicBezTo>
                  <a:cubicBezTo>
                    <a:pt x="122" y="73"/>
                    <a:pt x="1" y="377"/>
                    <a:pt x="1" y="681"/>
                  </a:cubicBezTo>
                  <a:cubicBezTo>
                    <a:pt x="1" y="950"/>
                    <a:pt x="72" y="1148"/>
                    <a:pt x="194" y="1148"/>
                  </a:cubicBezTo>
                  <a:cubicBezTo>
                    <a:pt x="209" y="1148"/>
                    <a:pt x="226" y="1144"/>
                    <a:pt x="244" y="1137"/>
                  </a:cubicBezTo>
                  <a:cubicBezTo>
                    <a:pt x="396" y="1076"/>
                    <a:pt x="517" y="742"/>
                    <a:pt x="517" y="438"/>
                  </a:cubicBezTo>
                  <a:cubicBezTo>
                    <a:pt x="517" y="173"/>
                    <a:pt x="425" y="1"/>
                    <a:pt x="301"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68"/>
            <p:cNvSpPr/>
            <p:nvPr/>
          </p:nvSpPr>
          <p:spPr>
            <a:xfrm>
              <a:off x="5572300" y="2418200"/>
              <a:ext cx="13700" cy="27450"/>
            </a:xfrm>
            <a:custGeom>
              <a:rect b="b" l="l" r="r" t="t"/>
              <a:pathLst>
                <a:path extrusionOk="0" h="1098" w="548">
                  <a:moveTo>
                    <a:pt x="303" y="0"/>
                  </a:moveTo>
                  <a:cubicBezTo>
                    <a:pt x="293" y="0"/>
                    <a:pt x="284" y="1"/>
                    <a:pt x="274" y="3"/>
                  </a:cubicBezTo>
                  <a:cubicBezTo>
                    <a:pt x="122" y="3"/>
                    <a:pt x="1" y="277"/>
                    <a:pt x="1" y="581"/>
                  </a:cubicBezTo>
                  <a:cubicBezTo>
                    <a:pt x="1" y="885"/>
                    <a:pt x="122" y="1097"/>
                    <a:pt x="274" y="1097"/>
                  </a:cubicBezTo>
                  <a:cubicBezTo>
                    <a:pt x="426" y="1097"/>
                    <a:pt x="548" y="824"/>
                    <a:pt x="548" y="520"/>
                  </a:cubicBezTo>
                  <a:cubicBezTo>
                    <a:pt x="548" y="207"/>
                    <a:pt x="441" y="0"/>
                    <a:pt x="30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68"/>
            <p:cNvSpPr/>
            <p:nvPr/>
          </p:nvSpPr>
          <p:spPr>
            <a:xfrm>
              <a:off x="3152800" y="2938025"/>
              <a:ext cx="13700" cy="13700"/>
            </a:xfrm>
            <a:custGeom>
              <a:rect b="b" l="l" r="r" t="t"/>
              <a:pathLst>
                <a:path extrusionOk="0" h="548" w="548">
                  <a:moveTo>
                    <a:pt x="274" y="1"/>
                  </a:moveTo>
                  <a:cubicBezTo>
                    <a:pt x="122" y="1"/>
                    <a:pt x="1" y="122"/>
                    <a:pt x="1" y="244"/>
                  </a:cubicBezTo>
                  <a:cubicBezTo>
                    <a:pt x="1" y="396"/>
                    <a:pt x="122" y="518"/>
                    <a:pt x="274" y="548"/>
                  </a:cubicBezTo>
                  <a:cubicBezTo>
                    <a:pt x="426" y="548"/>
                    <a:pt x="548" y="426"/>
                    <a:pt x="548" y="274"/>
                  </a:cubicBezTo>
                  <a:cubicBezTo>
                    <a:pt x="548" y="122"/>
                    <a:pt x="426" y="1"/>
                    <a:pt x="27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68"/>
            <p:cNvSpPr/>
            <p:nvPr/>
          </p:nvSpPr>
          <p:spPr>
            <a:xfrm>
              <a:off x="3212075" y="2942475"/>
              <a:ext cx="13700" cy="13825"/>
            </a:xfrm>
            <a:custGeom>
              <a:rect b="b" l="l" r="r" t="t"/>
              <a:pathLst>
                <a:path extrusionOk="0" h="553" w="548">
                  <a:moveTo>
                    <a:pt x="228" y="0"/>
                  </a:moveTo>
                  <a:cubicBezTo>
                    <a:pt x="98" y="0"/>
                    <a:pt x="1" y="112"/>
                    <a:pt x="1" y="248"/>
                  </a:cubicBezTo>
                  <a:cubicBezTo>
                    <a:pt x="1" y="400"/>
                    <a:pt x="122" y="522"/>
                    <a:pt x="274" y="552"/>
                  </a:cubicBezTo>
                  <a:cubicBezTo>
                    <a:pt x="426" y="552"/>
                    <a:pt x="548" y="461"/>
                    <a:pt x="548" y="309"/>
                  </a:cubicBezTo>
                  <a:cubicBezTo>
                    <a:pt x="517" y="157"/>
                    <a:pt x="426" y="36"/>
                    <a:pt x="274" y="5"/>
                  </a:cubicBezTo>
                  <a:cubicBezTo>
                    <a:pt x="258" y="2"/>
                    <a:pt x="243" y="0"/>
                    <a:pt x="228"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68"/>
            <p:cNvSpPr/>
            <p:nvPr/>
          </p:nvSpPr>
          <p:spPr>
            <a:xfrm>
              <a:off x="3271350" y="2954275"/>
              <a:ext cx="13700" cy="13575"/>
            </a:xfrm>
            <a:custGeom>
              <a:rect b="b" l="l" r="r" t="t"/>
              <a:pathLst>
                <a:path extrusionOk="0" h="543" w="548">
                  <a:moveTo>
                    <a:pt x="182" y="0"/>
                  </a:moveTo>
                  <a:cubicBezTo>
                    <a:pt x="76" y="0"/>
                    <a:pt x="1" y="82"/>
                    <a:pt x="1" y="202"/>
                  </a:cubicBezTo>
                  <a:cubicBezTo>
                    <a:pt x="31" y="354"/>
                    <a:pt x="152" y="475"/>
                    <a:pt x="304" y="536"/>
                  </a:cubicBezTo>
                  <a:cubicBezTo>
                    <a:pt x="320" y="540"/>
                    <a:pt x="336" y="542"/>
                    <a:pt x="351" y="542"/>
                  </a:cubicBezTo>
                  <a:cubicBezTo>
                    <a:pt x="455" y="542"/>
                    <a:pt x="548" y="456"/>
                    <a:pt x="548" y="323"/>
                  </a:cubicBezTo>
                  <a:cubicBezTo>
                    <a:pt x="517" y="171"/>
                    <a:pt x="426" y="50"/>
                    <a:pt x="274" y="20"/>
                  </a:cubicBezTo>
                  <a:cubicBezTo>
                    <a:pt x="242" y="7"/>
                    <a:pt x="210" y="0"/>
                    <a:pt x="182"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68"/>
            <p:cNvSpPr/>
            <p:nvPr/>
          </p:nvSpPr>
          <p:spPr>
            <a:xfrm>
              <a:off x="3330625" y="2972025"/>
              <a:ext cx="13700" cy="12975"/>
            </a:xfrm>
            <a:custGeom>
              <a:rect b="b" l="l" r="r" t="t"/>
              <a:pathLst>
                <a:path extrusionOk="0" h="519" w="548">
                  <a:moveTo>
                    <a:pt x="171" y="1"/>
                  </a:moveTo>
                  <a:cubicBezTo>
                    <a:pt x="63" y="1"/>
                    <a:pt x="0" y="60"/>
                    <a:pt x="0" y="161"/>
                  </a:cubicBezTo>
                  <a:cubicBezTo>
                    <a:pt x="31" y="313"/>
                    <a:pt x="152" y="434"/>
                    <a:pt x="304" y="495"/>
                  </a:cubicBezTo>
                  <a:cubicBezTo>
                    <a:pt x="344" y="511"/>
                    <a:pt x="379" y="518"/>
                    <a:pt x="409" y="518"/>
                  </a:cubicBezTo>
                  <a:cubicBezTo>
                    <a:pt x="497" y="518"/>
                    <a:pt x="547" y="456"/>
                    <a:pt x="547" y="343"/>
                  </a:cubicBezTo>
                  <a:cubicBezTo>
                    <a:pt x="517" y="191"/>
                    <a:pt x="396" y="69"/>
                    <a:pt x="244" y="9"/>
                  </a:cubicBezTo>
                  <a:cubicBezTo>
                    <a:pt x="217" y="3"/>
                    <a:pt x="193" y="1"/>
                    <a:pt x="171"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68"/>
            <p:cNvSpPr/>
            <p:nvPr/>
          </p:nvSpPr>
          <p:spPr>
            <a:xfrm>
              <a:off x="3389900" y="2994300"/>
              <a:ext cx="13700" cy="12150"/>
            </a:xfrm>
            <a:custGeom>
              <a:rect b="b" l="l" r="r" t="t"/>
              <a:pathLst>
                <a:path extrusionOk="0" h="486" w="548">
                  <a:moveTo>
                    <a:pt x="118" y="0"/>
                  </a:moveTo>
                  <a:cubicBezTo>
                    <a:pt x="43" y="0"/>
                    <a:pt x="0" y="47"/>
                    <a:pt x="0" y="151"/>
                  </a:cubicBezTo>
                  <a:cubicBezTo>
                    <a:pt x="31" y="303"/>
                    <a:pt x="152" y="425"/>
                    <a:pt x="304" y="455"/>
                  </a:cubicBezTo>
                  <a:cubicBezTo>
                    <a:pt x="355" y="475"/>
                    <a:pt x="399" y="485"/>
                    <a:pt x="435" y="485"/>
                  </a:cubicBezTo>
                  <a:cubicBezTo>
                    <a:pt x="507" y="485"/>
                    <a:pt x="547" y="445"/>
                    <a:pt x="547" y="364"/>
                  </a:cubicBezTo>
                  <a:cubicBezTo>
                    <a:pt x="487" y="212"/>
                    <a:pt x="395" y="90"/>
                    <a:pt x="243" y="29"/>
                  </a:cubicBezTo>
                  <a:cubicBezTo>
                    <a:pt x="195" y="10"/>
                    <a:pt x="153" y="0"/>
                    <a:pt x="118"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68"/>
            <p:cNvSpPr/>
            <p:nvPr/>
          </p:nvSpPr>
          <p:spPr>
            <a:xfrm>
              <a:off x="3448675" y="3019725"/>
              <a:ext cx="14200" cy="11800"/>
            </a:xfrm>
            <a:custGeom>
              <a:rect b="b" l="l" r="r" t="t"/>
              <a:pathLst>
                <a:path extrusionOk="0" h="472" w="568">
                  <a:moveTo>
                    <a:pt x="121" y="1"/>
                  </a:moveTo>
                  <a:cubicBezTo>
                    <a:pt x="45" y="1"/>
                    <a:pt x="0" y="47"/>
                    <a:pt x="20" y="107"/>
                  </a:cubicBezTo>
                  <a:cubicBezTo>
                    <a:pt x="50" y="259"/>
                    <a:pt x="172" y="380"/>
                    <a:pt x="324" y="441"/>
                  </a:cubicBezTo>
                  <a:cubicBezTo>
                    <a:pt x="375" y="461"/>
                    <a:pt x="419" y="471"/>
                    <a:pt x="455" y="471"/>
                  </a:cubicBezTo>
                  <a:cubicBezTo>
                    <a:pt x="527" y="471"/>
                    <a:pt x="567" y="431"/>
                    <a:pt x="567" y="350"/>
                  </a:cubicBezTo>
                  <a:cubicBezTo>
                    <a:pt x="506" y="198"/>
                    <a:pt x="385" y="107"/>
                    <a:pt x="263" y="46"/>
                  </a:cubicBezTo>
                  <a:cubicBezTo>
                    <a:pt x="210" y="14"/>
                    <a:pt x="161" y="1"/>
                    <a:pt x="121"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68"/>
            <p:cNvSpPr/>
            <p:nvPr/>
          </p:nvSpPr>
          <p:spPr>
            <a:xfrm>
              <a:off x="3507950" y="3047425"/>
              <a:ext cx="14200" cy="11300"/>
            </a:xfrm>
            <a:custGeom>
              <a:rect b="b" l="l" r="r" t="t"/>
              <a:pathLst>
                <a:path extrusionOk="0" h="452" w="568">
                  <a:moveTo>
                    <a:pt x="97" y="1"/>
                  </a:moveTo>
                  <a:cubicBezTo>
                    <a:pt x="31" y="1"/>
                    <a:pt x="0" y="34"/>
                    <a:pt x="20" y="93"/>
                  </a:cubicBezTo>
                  <a:cubicBezTo>
                    <a:pt x="81" y="245"/>
                    <a:pt x="172" y="336"/>
                    <a:pt x="324" y="397"/>
                  </a:cubicBezTo>
                  <a:cubicBezTo>
                    <a:pt x="388" y="435"/>
                    <a:pt x="441" y="452"/>
                    <a:pt x="481" y="452"/>
                  </a:cubicBezTo>
                  <a:cubicBezTo>
                    <a:pt x="536" y="452"/>
                    <a:pt x="567" y="420"/>
                    <a:pt x="567" y="367"/>
                  </a:cubicBezTo>
                  <a:cubicBezTo>
                    <a:pt x="476" y="215"/>
                    <a:pt x="385" y="93"/>
                    <a:pt x="233" y="32"/>
                  </a:cubicBezTo>
                  <a:cubicBezTo>
                    <a:pt x="179" y="11"/>
                    <a:pt x="133" y="1"/>
                    <a:pt x="97"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68"/>
            <p:cNvSpPr/>
            <p:nvPr/>
          </p:nvSpPr>
          <p:spPr>
            <a:xfrm>
              <a:off x="3567300" y="3076025"/>
              <a:ext cx="13775" cy="10500"/>
            </a:xfrm>
            <a:custGeom>
              <a:rect b="b" l="l" r="r" t="t"/>
              <a:pathLst>
                <a:path extrusionOk="0" h="420" w="551">
                  <a:moveTo>
                    <a:pt x="67" y="1"/>
                  </a:moveTo>
                  <a:cubicBezTo>
                    <a:pt x="20" y="1"/>
                    <a:pt x="0" y="23"/>
                    <a:pt x="17" y="74"/>
                  </a:cubicBezTo>
                  <a:cubicBezTo>
                    <a:pt x="78" y="226"/>
                    <a:pt x="199" y="317"/>
                    <a:pt x="321" y="378"/>
                  </a:cubicBezTo>
                  <a:cubicBezTo>
                    <a:pt x="389" y="405"/>
                    <a:pt x="445" y="420"/>
                    <a:pt x="483" y="420"/>
                  </a:cubicBezTo>
                  <a:cubicBezTo>
                    <a:pt x="530" y="420"/>
                    <a:pt x="550" y="397"/>
                    <a:pt x="534" y="347"/>
                  </a:cubicBezTo>
                  <a:cubicBezTo>
                    <a:pt x="473" y="226"/>
                    <a:pt x="351" y="104"/>
                    <a:pt x="230" y="43"/>
                  </a:cubicBezTo>
                  <a:cubicBezTo>
                    <a:pt x="161" y="16"/>
                    <a:pt x="105" y="1"/>
                    <a:pt x="67"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68"/>
            <p:cNvSpPr/>
            <p:nvPr/>
          </p:nvSpPr>
          <p:spPr>
            <a:xfrm>
              <a:off x="3626150" y="3104525"/>
              <a:ext cx="14200" cy="9375"/>
            </a:xfrm>
            <a:custGeom>
              <a:rect b="b" l="l" r="r" t="t"/>
              <a:pathLst>
                <a:path extrusionOk="0" h="375" w="568">
                  <a:moveTo>
                    <a:pt x="73" y="1"/>
                  </a:moveTo>
                  <a:cubicBezTo>
                    <a:pt x="22" y="1"/>
                    <a:pt x="0" y="25"/>
                    <a:pt x="34" y="58"/>
                  </a:cubicBezTo>
                  <a:cubicBezTo>
                    <a:pt x="94" y="180"/>
                    <a:pt x="216" y="271"/>
                    <a:pt x="338" y="332"/>
                  </a:cubicBezTo>
                  <a:cubicBezTo>
                    <a:pt x="406" y="359"/>
                    <a:pt x="462" y="374"/>
                    <a:pt x="500" y="374"/>
                  </a:cubicBezTo>
                  <a:cubicBezTo>
                    <a:pt x="547" y="374"/>
                    <a:pt x="567" y="352"/>
                    <a:pt x="550" y="301"/>
                  </a:cubicBezTo>
                  <a:cubicBezTo>
                    <a:pt x="490" y="210"/>
                    <a:pt x="368" y="119"/>
                    <a:pt x="246" y="58"/>
                  </a:cubicBezTo>
                  <a:cubicBezTo>
                    <a:pt x="178" y="17"/>
                    <a:pt x="115" y="1"/>
                    <a:pt x="7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68"/>
            <p:cNvSpPr/>
            <p:nvPr/>
          </p:nvSpPr>
          <p:spPr>
            <a:xfrm>
              <a:off x="3685100" y="3131425"/>
              <a:ext cx="14475" cy="8375"/>
            </a:xfrm>
            <a:custGeom>
              <a:rect b="b" l="l" r="r" t="t"/>
              <a:pathLst>
                <a:path extrusionOk="0" h="335" w="579">
                  <a:moveTo>
                    <a:pt x="54" y="0"/>
                  </a:moveTo>
                  <a:cubicBezTo>
                    <a:pt x="16" y="0"/>
                    <a:pt x="1" y="16"/>
                    <a:pt x="16" y="46"/>
                  </a:cubicBezTo>
                  <a:cubicBezTo>
                    <a:pt x="107" y="168"/>
                    <a:pt x="229" y="259"/>
                    <a:pt x="351" y="289"/>
                  </a:cubicBezTo>
                  <a:cubicBezTo>
                    <a:pt x="427" y="320"/>
                    <a:pt x="487" y="335"/>
                    <a:pt x="525" y="335"/>
                  </a:cubicBezTo>
                  <a:cubicBezTo>
                    <a:pt x="563" y="335"/>
                    <a:pt x="578" y="320"/>
                    <a:pt x="563" y="289"/>
                  </a:cubicBezTo>
                  <a:cubicBezTo>
                    <a:pt x="472" y="198"/>
                    <a:pt x="351" y="107"/>
                    <a:pt x="229" y="46"/>
                  </a:cubicBezTo>
                  <a:cubicBezTo>
                    <a:pt x="153" y="16"/>
                    <a:pt x="92" y="0"/>
                    <a:pt x="5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68"/>
            <p:cNvSpPr/>
            <p:nvPr/>
          </p:nvSpPr>
          <p:spPr>
            <a:xfrm>
              <a:off x="3744375" y="3155750"/>
              <a:ext cx="14475" cy="7625"/>
            </a:xfrm>
            <a:custGeom>
              <a:rect b="b" l="l" r="r" t="t"/>
              <a:pathLst>
                <a:path extrusionOk="0" h="305" w="579">
                  <a:moveTo>
                    <a:pt x="54" y="0"/>
                  </a:moveTo>
                  <a:cubicBezTo>
                    <a:pt x="16" y="0"/>
                    <a:pt x="1" y="15"/>
                    <a:pt x="16" y="46"/>
                  </a:cubicBezTo>
                  <a:cubicBezTo>
                    <a:pt x="107" y="137"/>
                    <a:pt x="229" y="228"/>
                    <a:pt x="381" y="258"/>
                  </a:cubicBezTo>
                  <a:cubicBezTo>
                    <a:pt x="442" y="289"/>
                    <a:pt x="495" y="304"/>
                    <a:pt x="529" y="304"/>
                  </a:cubicBezTo>
                  <a:cubicBezTo>
                    <a:pt x="563" y="304"/>
                    <a:pt x="578" y="289"/>
                    <a:pt x="563" y="258"/>
                  </a:cubicBezTo>
                  <a:cubicBezTo>
                    <a:pt x="472" y="167"/>
                    <a:pt x="350" y="76"/>
                    <a:pt x="229" y="46"/>
                  </a:cubicBezTo>
                  <a:cubicBezTo>
                    <a:pt x="153" y="15"/>
                    <a:pt x="92" y="0"/>
                    <a:pt x="5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68"/>
            <p:cNvSpPr/>
            <p:nvPr/>
          </p:nvSpPr>
          <p:spPr>
            <a:xfrm>
              <a:off x="3803650" y="3176250"/>
              <a:ext cx="14475" cy="6300"/>
            </a:xfrm>
            <a:custGeom>
              <a:rect b="b" l="l" r="r" t="t"/>
              <a:pathLst>
                <a:path extrusionOk="0" h="252" w="579">
                  <a:moveTo>
                    <a:pt x="50" y="1"/>
                  </a:moveTo>
                  <a:cubicBezTo>
                    <a:pt x="16" y="1"/>
                    <a:pt x="1" y="16"/>
                    <a:pt x="16" y="46"/>
                  </a:cubicBezTo>
                  <a:cubicBezTo>
                    <a:pt x="137" y="138"/>
                    <a:pt x="229" y="198"/>
                    <a:pt x="381" y="229"/>
                  </a:cubicBezTo>
                  <a:cubicBezTo>
                    <a:pt x="457" y="244"/>
                    <a:pt x="510" y="252"/>
                    <a:pt x="540" y="252"/>
                  </a:cubicBezTo>
                  <a:cubicBezTo>
                    <a:pt x="571" y="252"/>
                    <a:pt x="578" y="244"/>
                    <a:pt x="563" y="229"/>
                  </a:cubicBezTo>
                  <a:cubicBezTo>
                    <a:pt x="441" y="138"/>
                    <a:pt x="350" y="77"/>
                    <a:pt x="198" y="46"/>
                  </a:cubicBezTo>
                  <a:cubicBezTo>
                    <a:pt x="137" y="16"/>
                    <a:pt x="84" y="1"/>
                    <a:pt x="50"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68"/>
            <p:cNvSpPr/>
            <p:nvPr/>
          </p:nvSpPr>
          <p:spPr>
            <a:xfrm>
              <a:off x="3862925" y="3192025"/>
              <a:ext cx="14625" cy="4700"/>
            </a:xfrm>
            <a:custGeom>
              <a:rect b="b" l="l" r="r" t="t"/>
              <a:pathLst>
                <a:path extrusionOk="0" h="188" w="585">
                  <a:moveTo>
                    <a:pt x="39" y="1"/>
                  </a:moveTo>
                  <a:cubicBezTo>
                    <a:pt x="8" y="1"/>
                    <a:pt x="1" y="8"/>
                    <a:pt x="16" y="23"/>
                  </a:cubicBezTo>
                  <a:cubicBezTo>
                    <a:pt x="137" y="84"/>
                    <a:pt x="259" y="145"/>
                    <a:pt x="381" y="175"/>
                  </a:cubicBezTo>
                  <a:cubicBezTo>
                    <a:pt x="425" y="184"/>
                    <a:pt x="462" y="188"/>
                    <a:pt x="491" y="188"/>
                  </a:cubicBezTo>
                  <a:cubicBezTo>
                    <a:pt x="560" y="188"/>
                    <a:pt x="584" y="166"/>
                    <a:pt x="563" y="145"/>
                  </a:cubicBezTo>
                  <a:cubicBezTo>
                    <a:pt x="441" y="84"/>
                    <a:pt x="320" y="23"/>
                    <a:pt x="198" y="23"/>
                  </a:cubicBezTo>
                  <a:cubicBezTo>
                    <a:pt x="122" y="8"/>
                    <a:pt x="69" y="1"/>
                    <a:pt x="39"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68"/>
            <p:cNvSpPr/>
            <p:nvPr/>
          </p:nvSpPr>
          <p:spPr>
            <a:xfrm>
              <a:off x="3921275" y="3201400"/>
              <a:ext cx="15775" cy="3375"/>
            </a:xfrm>
            <a:custGeom>
              <a:rect b="b" l="l" r="r" t="t"/>
              <a:pathLst>
                <a:path extrusionOk="0" h="135" w="631">
                  <a:moveTo>
                    <a:pt x="95" y="0"/>
                  </a:moveTo>
                  <a:cubicBezTo>
                    <a:pt x="25" y="0"/>
                    <a:pt x="1" y="22"/>
                    <a:pt x="22" y="43"/>
                  </a:cubicBezTo>
                  <a:cubicBezTo>
                    <a:pt x="144" y="104"/>
                    <a:pt x="296" y="135"/>
                    <a:pt x="417" y="135"/>
                  </a:cubicBezTo>
                  <a:cubicBezTo>
                    <a:pt x="569" y="135"/>
                    <a:pt x="630" y="104"/>
                    <a:pt x="569" y="74"/>
                  </a:cubicBezTo>
                  <a:cubicBezTo>
                    <a:pt x="448" y="43"/>
                    <a:pt x="326" y="13"/>
                    <a:pt x="205" y="13"/>
                  </a:cubicBezTo>
                  <a:cubicBezTo>
                    <a:pt x="160" y="4"/>
                    <a:pt x="123" y="0"/>
                    <a:pt x="95"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68"/>
            <p:cNvSpPr/>
            <p:nvPr/>
          </p:nvSpPr>
          <p:spPr>
            <a:xfrm>
              <a:off x="3980325" y="3202175"/>
              <a:ext cx="15975" cy="3650"/>
            </a:xfrm>
            <a:custGeom>
              <a:rect b="b" l="l" r="r" t="t"/>
              <a:pathLst>
                <a:path extrusionOk="0" h="146" w="639">
                  <a:moveTo>
                    <a:pt x="330" y="1"/>
                  </a:moveTo>
                  <a:cubicBezTo>
                    <a:pt x="293" y="1"/>
                    <a:pt x="254" y="4"/>
                    <a:pt x="213" y="12"/>
                  </a:cubicBezTo>
                  <a:cubicBezTo>
                    <a:pt x="61" y="12"/>
                    <a:pt x="1" y="43"/>
                    <a:pt x="61" y="73"/>
                  </a:cubicBezTo>
                  <a:cubicBezTo>
                    <a:pt x="128" y="118"/>
                    <a:pt x="228" y="146"/>
                    <a:pt x="324" y="146"/>
                  </a:cubicBezTo>
                  <a:cubicBezTo>
                    <a:pt x="359" y="146"/>
                    <a:pt x="394" y="142"/>
                    <a:pt x="426" y="134"/>
                  </a:cubicBezTo>
                  <a:cubicBezTo>
                    <a:pt x="578" y="134"/>
                    <a:pt x="639" y="104"/>
                    <a:pt x="609" y="73"/>
                  </a:cubicBezTo>
                  <a:cubicBezTo>
                    <a:pt x="520" y="29"/>
                    <a:pt x="431" y="1"/>
                    <a:pt x="330"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68"/>
            <p:cNvSpPr/>
            <p:nvPr/>
          </p:nvSpPr>
          <p:spPr>
            <a:xfrm>
              <a:off x="4040350" y="3199125"/>
              <a:ext cx="16750" cy="4425"/>
            </a:xfrm>
            <a:custGeom>
              <a:rect b="b" l="l" r="r" t="t"/>
              <a:pathLst>
                <a:path extrusionOk="0" h="177" w="670">
                  <a:moveTo>
                    <a:pt x="330" y="1"/>
                  </a:moveTo>
                  <a:cubicBezTo>
                    <a:pt x="293" y="1"/>
                    <a:pt x="254" y="5"/>
                    <a:pt x="214" y="13"/>
                  </a:cubicBezTo>
                  <a:cubicBezTo>
                    <a:pt x="62" y="13"/>
                    <a:pt x="1" y="43"/>
                    <a:pt x="31" y="104"/>
                  </a:cubicBezTo>
                  <a:cubicBezTo>
                    <a:pt x="120" y="149"/>
                    <a:pt x="209" y="177"/>
                    <a:pt x="310" y="177"/>
                  </a:cubicBezTo>
                  <a:cubicBezTo>
                    <a:pt x="347" y="177"/>
                    <a:pt x="386" y="173"/>
                    <a:pt x="426" y="165"/>
                  </a:cubicBezTo>
                  <a:cubicBezTo>
                    <a:pt x="578" y="165"/>
                    <a:pt x="670" y="104"/>
                    <a:pt x="609" y="74"/>
                  </a:cubicBezTo>
                  <a:cubicBezTo>
                    <a:pt x="520" y="29"/>
                    <a:pt x="431" y="1"/>
                    <a:pt x="330"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68"/>
            <p:cNvSpPr/>
            <p:nvPr/>
          </p:nvSpPr>
          <p:spPr>
            <a:xfrm>
              <a:off x="4101150" y="3192900"/>
              <a:ext cx="16750" cy="5325"/>
            </a:xfrm>
            <a:custGeom>
              <a:rect b="b" l="l" r="r" t="t"/>
              <a:pathLst>
                <a:path extrusionOk="0" h="213" w="670">
                  <a:moveTo>
                    <a:pt x="387" y="1"/>
                  </a:moveTo>
                  <a:cubicBezTo>
                    <a:pt x="337" y="1"/>
                    <a:pt x="288" y="8"/>
                    <a:pt x="244" y="19"/>
                  </a:cubicBezTo>
                  <a:cubicBezTo>
                    <a:pt x="92" y="19"/>
                    <a:pt x="1" y="80"/>
                    <a:pt x="61" y="140"/>
                  </a:cubicBezTo>
                  <a:cubicBezTo>
                    <a:pt x="128" y="185"/>
                    <a:pt x="227" y="213"/>
                    <a:pt x="324" y="213"/>
                  </a:cubicBezTo>
                  <a:cubicBezTo>
                    <a:pt x="359" y="213"/>
                    <a:pt x="394" y="209"/>
                    <a:pt x="426" y="201"/>
                  </a:cubicBezTo>
                  <a:cubicBezTo>
                    <a:pt x="578" y="171"/>
                    <a:pt x="669" y="110"/>
                    <a:pt x="639" y="80"/>
                  </a:cubicBezTo>
                  <a:cubicBezTo>
                    <a:pt x="562" y="22"/>
                    <a:pt x="473" y="1"/>
                    <a:pt x="387"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68"/>
            <p:cNvSpPr/>
            <p:nvPr/>
          </p:nvSpPr>
          <p:spPr>
            <a:xfrm>
              <a:off x="4164225" y="3183950"/>
              <a:ext cx="15975" cy="6075"/>
            </a:xfrm>
            <a:custGeom>
              <a:rect b="b" l="l" r="r" t="t"/>
              <a:pathLst>
                <a:path extrusionOk="0" h="243" w="639">
                  <a:moveTo>
                    <a:pt x="335" y="1"/>
                  </a:moveTo>
                  <a:cubicBezTo>
                    <a:pt x="304" y="1"/>
                    <a:pt x="274" y="4"/>
                    <a:pt x="244" y="12"/>
                  </a:cubicBezTo>
                  <a:cubicBezTo>
                    <a:pt x="92" y="42"/>
                    <a:pt x="0" y="103"/>
                    <a:pt x="31" y="164"/>
                  </a:cubicBezTo>
                  <a:cubicBezTo>
                    <a:pt x="89" y="222"/>
                    <a:pt x="171" y="243"/>
                    <a:pt x="254" y="243"/>
                  </a:cubicBezTo>
                  <a:cubicBezTo>
                    <a:pt x="303" y="243"/>
                    <a:pt x="351" y="236"/>
                    <a:pt x="396" y="225"/>
                  </a:cubicBezTo>
                  <a:cubicBezTo>
                    <a:pt x="548" y="225"/>
                    <a:pt x="639" y="134"/>
                    <a:pt x="608" y="103"/>
                  </a:cubicBezTo>
                  <a:cubicBezTo>
                    <a:pt x="517" y="35"/>
                    <a:pt x="426" y="1"/>
                    <a:pt x="33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68"/>
            <p:cNvSpPr/>
            <p:nvPr/>
          </p:nvSpPr>
          <p:spPr>
            <a:xfrm>
              <a:off x="4227300" y="3174050"/>
              <a:ext cx="15975" cy="6400"/>
            </a:xfrm>
            <a:custGeom>
              <a:rect b="b" l="l" r="r" t="t"/>
              <a:pathLst>
                <a:path extrusionOk="0" h="256" w="639">
                  <a:moveTo>
                    <a:pt x="369" y="1"/>
                  </a:moveTo>
                  <a:cubicBezTo>
                    <a:pt x="327" y="1"/>
                    <a:pt x="284" y="5"/>
                    <a:pt x="243" y="13"/>
                  </a:cubicBezTo>
                  <a:cubicBezTo>
                    <a:pt x="91" y="13"/>
                    <a:pt x="0" y="104"/>
                    <a:pt x="31" y="165"/>
                  </a:cubicBezTo>
                  <a:cubicBezTo>
                    <a:pt x="61" y="256"/>
                    <a:pt x="213" y="256"/>
                    <a:pt x="395" y="256"/>
                  </a:cubicBezTo>
                  <a:cubicBezTo>
                    <a:pt x="547" y="226"/>
                    <a:pt x="639" y="134"/>
                    <a:pt x="608" y="74"/>
                  </a:cubicBezTo>
                  <a:cubicBezTo>
                    <a:pt x="586" y="29"/>
                    <a:pt x="482" y="1"/>
                    <a:pt x="369"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68"/>
            <p:cNvSpPr/>
            <p:nvPr/>
          </p:nvSpPr>
          <p:spPr>
            <a:xfrm>
              <a:off x="4290375" y="3161925"/>
              <a:ext cx="16725" cy="7425"/>
            </a:xfrm>
            <a:custGeom>
              <a:rect b="b" l="l" r="r" t="t"/>
              <a:pathLst>
                <a:path extrusionOk="0" h="297" w="669">
                  <a:moveTo>
                    <a:pt x="391" y="0"/>
                  </a:moveTo>
                  <a:cubicBezTo>
                    <a:pt x="352" y="0"/>
                    <a:pt x="312" y="4"/>
                    <a:pt x="274" y="11"/>
                  </a:cubicBezTo>
                  <a:cubicBezTo>
                    <a:pt x="122" y="42"/>
                    <a:pt x="0" y="103"/>
                    <a:pt x="31" y="194"/>
                  </a:cubicBezTo>
                  <a:cubicBezTo>
                    <a:pt x="76" y="262"/>
                    <a:pt x="173" y="296"/>
                    <a:pt x="283" y="296"/>
                  </a:cubicBezTo>
                  <a:cubicBezTo>
                    <a:pt x="319" y="296"/>
                    <a:pt x="357" y="293"/>
                    <a:pt x="395" y="285"/>
                  </a:cubicBezTo>
                  <a:cubicBezTo>
                    <a:pt x="578" y="255"/>
                    <a:pt x="669" y="194"/>
                    <a:pt x="638" y="103"/>
                  </a:cubicBezTo>
                  <a:cubicBezTo>
                    <a:pt x="616" y="34"/>
                    <a:pt x="507" y="0"/>
                    <a:pt x="391"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68"/>
            <p:cNvSpPr/>
            <p:nvPr/>
          </p:nvSpPr>
          <p:spPr>
            <a:xfrm>
              <a:off x="4354950" y="3149000"/>
              <a:ext cx="16000" cy="8950"/>
            </a:xfrm>
            <a:custGeom>
              <a:rect b="b" l="l" r="r" t="t"/>
              <a:pathLst>
                <a:path extrusionOk="0" h="358" w="640">
                  <a:moveTo>
                    <a:pt x="367" y="1"/>
                  </a:moveTo>
                  <a:cubicBezTo>
                    <a:pt x="328" y="1"/>
                    <a:pt x="287" y="5"/>
                    <a:pt x="244" y="12"/>
                  </a:cubicBezTo>
                  <a:cubicBezTo>
                    <a:pt x="92" y="42"/>
                    <a:pt x="1" y="133"/>
                    <a:pt x="31" y="225"/>
                  </a:cubicBezTo>
                  <a:cubicBezTo>
                    <a:pt x="31" y="317"/>
                    <a:pt x="120" y="357"/>
                    <a:pt x="243" y="357"/>
                  </a:cubicBezTo>
                  <a:cubicBezTo>
                    <a:pt x="281" y="357"/>
                    <a:pt x="322" y="353"/>
                    <a:pt x="366" y="346"/>
                  </a:cubicBezTo>
                  <a:cubicBezTo>
                    <a:pt x="517" y="285"/>
                    <a:pt x="639" y="225"/>
                    <a:pt x="609" y="133"/>
                  </a:cubicBezTo>
                  <a:cubicBezTo>
                    <a:pt x="585" y="40"/>
                    <a:pt x="491" y="1"/>
                    <a:pt x="367"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68"/>
            <p:cNvSpPr/>
            <p:nvPr/>
          </p:nvSpPr>
          <p:spPr>
            <a:xfrm>
              <a:off x="4418800" y="3136175"/>
              <a:ext cx="15975" cy="8850"/>
            </a:xfrm>
            <a:custGeom>
              <a:rect b="b" l="l" r="r" t="t"/>
              <a:pathLst>
                <a:path extrusionOk="0" h="354" w="639">
                  <a:moveTo>
                    <a:pt x="367" y="0"/>
                  </a:moveTo>
                  <a:cubicBezTo>
                    <a:pt x="337" y="0"/>
                    <a:pt x="306" y="3"/>
                    <a:pt x="274" y="8"/>
                  </a:cubicBezTo>
                  <a:cubicBezTo>
                    <a:pt x="122" y="38"/>
                    <a:pt x="0" y="130"/>
                    <a:pt x="30" y="251"/>
                  </a:cubicBezTo>
                  <a:cubicBezTo>
                    <a:pt x="53" y="320"/>
                    <a:pt x="144" y="354"/>
                    <a:pt x="253" y="354"/>
                  </a:cubicBezTo>
                  <a:cubicBezTo>
                    <a:pt x="289" y="354"/>
                    <a:pt x="327" y="350"/>
                    <a:pt x="365" y="342"/>
                  </a:cubicBezTo>
                  <a:cubicBezTo>
                    <a:pt x="517" y="312"/>
                    <a:pt x="638" y="221"/>
                    <a:pt x="608" y="130"/>
                  </a:cubicBezTo>
                  <a:cubicBezTo>
                    <a:pt x="608" y="55"/>
                    <a:pt x="505" y="0"/>
                    <a:pt x="367"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68"/>
            <p:cNvSpPr/>
            <p:nvPr/>
          </p:nvSpPr>
          <p:spPr>
            <a:xfrm>
              <a:off x="4482625" y="3123250"/>
              <a:ext cx="15975" cy="10300"/>
            </a:xfrm>
            <a:custGeom>
              <a:rect b="b" l="l" r="r" t="t"/>
              <a:pathLst>
                <a:path extrusionOk="0" h="412" w="639">
                  <a:moveTo>
                    <a:pt x="364" y="1"/>
                  </a:moveTo>
                  <a:cubicBezTo>
                    <a:pt x="335" y="1"/>
                    <a:pt x="305" y="3"/>
                    <a:pt x="274" y="8"/>
                  </a:cubicBezTo>
                  <a:cubicBezTo>
                    <a:pt x="122" y="39"/>
                    <a:pt x="0" y="160"/>
                    <a:pt x="31" y="251"/>
                  </a:cubicBezTo>
                  <a:cubicBezTo>
                    <a:pt x="56" y="352"/>
                    <a:pt x="144" y="411"/>
                    <a:pt x="277" y="411"/>
                  </a:cubicBezTo>
                  <a:cubicBezTo>
                    <a:pt x="304" y="411"/>
                    <a:pt x="334" y="409"/>
                    <a:pt x="365" y="403"/>
                  </a:cubicBezTo>
                  <a:cubicBezTo>
                    <a:pt x="517" y="373"/>
                    <a:pt x="639" y="251"/>
                    <a:pt x="608" y="160"/>
                  </a:cubicBezTo>
                  <a:cubicBezTo>
                    <a:pt x="608" y="60"/>
                    <a:pt x="504" y="1"/>
                    <a:pt x="36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68"/>
            <p:cNvSpPr/>
            <p:nvPr/>
          </p:nvSpPr>
          <p:spPr>
            <a:xfrm>
              <a:off x="4546450" y="3111150"/>
              <a:ext cx="15225" cy="11000"/>
            </a:xfrm>
            <a:custGeom>
              <a:rect b="b" l="l" r="r" t="t"/>
              <a:pathLst>
                <a:path extrusionOk="0" h="440" w="609">
                  <a:moveTo>
                    <a:pt x="343" y="0"/>
                  </a:moveTo>
                  <a:cubicBezTo>
                    <a:pt x="321" y="0"/>
                    <a:pt x="298" y="2"/>
                    <a:pt x="274" y="6"/>
                  </a:cubicBezTo>
                  <a:cubicBezTo>
                    <a:pt x="122" y="36"/>
                    <a:pt x="0" y="158"/>
                    <a:pt x="31" y="280"/>
                  </a:cubicBezTo>
                  <a:cubicBezTo>
                    <a:pt x="31" y="380"/>
                    <a:pt x="135" y="439"/>
                    <a:pt x="257" y="439"/>
                  </a:cubicBezTo>
                  <a:cubicBezTo>
                    <a:pt x="283" y="439"/>
                    <a:pt x="309" y="437"/>
                    <a:pt x="335" y="432"/>
                  </a:cubicBezTo>
                  <a:cubicBezTo>
                    <a:pt x="487" y="401"/>
                    <a:pt x="608" y="280"/>
                    <a:pt x="608" y="188"/>
                  </a:cubicBezTo>
                  <a:cubicBezTo>
                    <a:pt x="582" y="83"/>
                    <a:pt x="487" y="0"/>
                    <a:pt x="34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68"/>
            <p:cNvSpPr/>
            <p:nvPr/>
          </p:nvSpPr>
          <p:spPr>
            <a:xfrm>
              <a:off x="4610275" y="3101250"/>
              <a:ext cx="14475" cy="10975"/>
            </a:xfrm>
            <a:custGeom>
              <a:rect b="b" l="l" r="r" t="t"/>
              <a:pathLst>
                <a:path extrusionOk="0" h="439" w="579">
                  <a:moveTo>
                    <a:pt x="334" y="1"/>
                  </a:moveTo>
                  <a:cubicBezTo>
                    <a:pt x="314" y="1"/>
                    <a:pt x="294" y="3"/>
                    <a:pt x="274" y="7"/>
                  </a:cubicBezTo>
                  <a:cubicBezTo>
                    <a:pt x="122" y="7"/>
                    <a:pt x="1" y="128"/>
                    <a:pt x="1" y="250"/>
                  </a:cubicBezTo>
                  <a:cubicBezTo>
                    <a:pt x="27" y="356"/>
                    <a:pt x="122" y="438"/>
                    <a:pt x="246" y="438"/>
                  </a:cubicBezTo>
                  <a:cubicBezTo>
                    <a:pt x="265" y="438"/>
                    <a:pt x="285" y="436"/>
                    <a:pt x="305" y="432"/>
                  </a:cubicBezTo>
                  <a:cubicBezTo>
                    <a:pt x="457" y="432"/>
                    <a:pt x="578" y="311"/>
                    <a:pt x="578" y="189"/>
                  </a:cubicBezTo>
                  <a:cubicBezTo>
                    <a:pt x="578" y="84"/>
                    <a:pt x="464" y="1"/>
                    <a:pt x="33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68"/>
            <p:cNvSpPr/>
            <p:nvPr/>
          </p:nvSpPr>
          <p:spPr>
            <a:xfrm>
              <a:off x="4672600" y="3092150"/>
              <a:ext cx="13700" cy="12475"/>
            </a:xfrm>
            <a:custGeom>
              <a:rect b="b" l="l" r="r" t="t"/>
              <a:pathLst>
                <a:path extrusionOk="0" h="499" w="548">
                  <a:moveTo>
                    <a:pt x="322" y="0"/>
                  </a:moveTo>
                  <a:cubicBezTo>
                    <a:pt x="306" y="0"/>
                    <a:pt x="289" y="2"/>
                    <a:pt x="274" y="6"/>
                  </a:cubicBezTo>
                  <a:cubicBezTo>
                    <a:pt x="122" y="36"/>
                    <a:pt x="0" y="128"/>
                    <a:pt x="0" y="280"/>
                  </a:cubicBezTo>
                  <a:cubicBezTo>
                    <a:pt x="0" y="412"/>
                    <a:pt x="115" y="498"/>
                    <a:pt x="225" y="498"/>
                  </a:cubicBezTo>
                  <a:cubicBezTo>
                    <a:pt x="242" y="498"/>
                    <a:pt x="258" y="496"/>
                    <a:pt x="274" y="492"/>
                  </a:cubicBezTo>
                  <a:cubicBezTo>
                    <a:pt x="426" y="492"/>
                    <a:pt x="547" y="371"/>
                    <a:pt x="547" y="219"/>
                  </a:cubicBezTo>
                  <a:cubicBezTo>
                    <a:pt x="547" y="87"/>
                    <a:pt x="432" y="0"/>
                    <a:pt x="322"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68"/>
            <p:cNvSpPr/>
            <p:nvPr/>
          </p:nvSpPr>
          <p:spPr>
            <a:xfrm>
              <a:off x="4734150" y="3086200"/>
              <a:ext cx="13700" cy="12350"/>
            </a:xfrm>
            <a:custGeom>
              <a:rect b="b" l="l" r="r" t="t"/>
              <a:pathLst>
                <a:path extrusionOk="0" h="494" w="548">
                  <a:moveTo>
                    <a:pt x="243" y="1"/>
                  </a:moveTo>
                  <a:cubicBezTo>
                    <a:pt x="122" y="1"/>
                    <a:pt x="0" y="123"/>
                    <a:pt x="0" y="274"/>
                  </a:cubicBezTo>
                  <a:cubicBezTo>
                    <a:pt x="0" y="407"/>
                    <a:pt x="92" y="493"/>
                    <a:pt x="217" y="493"/>
                  </a:cubicBezTo>
                  <a:cubicBezTo>
                    <a:pt x="235" y="493"/>
                    <a:pt x="254" y="491"/>
                    <a:pt x="274" y="487"/>
                  </a:cubicBezTo>
                  <a:cubicBezTo>
                    <a:pt x="395" y="487"/>
                    <a:pt x="517" y="396"/>
                    <a:pt x="547" y="244"/>
                  </a:cubicBezTo>
                  <a:cubicBezTo>
                    <a:pt x="547" y="92"/>
                    <a:pt x="395" y="1"/>
                    <a:pt x="243"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68"/>
            <p:cNvSpPr/>
            <p:nvPr/>
          </p:nvSpPr>
          <p:spPr>
            <a:xfrm>
              <a:off x="4794175" y="3083175"/>
              <a:ext cx="13700" cy="12950"/>
            </a:xfrm>
            <a:custGeom>
              <a:rect b="b" l="l" r="r" t="t"/>
              <a:pathLst>
                <a:path extrusionOk="0" h="518" w="548">
                  <a:moveTo>
                    <a:pt x="274" y="0"/>
                  </a:moveTo>
                  <a:cubicBezTo>
                    <a:pt x="122" y="0"/>
                    <a:pt x="0" y="122"/>
                    <a:pt x="0" y="274"/>
                  </a:cubicBezTo>
                  <a:cubicBezTo>
                    <a:pt x="0" y="426"/>
                    <a:pt x="122" y="517"/>
                    <a:pt x="274" y="517"/>
                  </a:cubicBezTo>
                  <a:cubicBezTo>
                    <a:pt x="396" y="517"/>
                    <a:pt x="517" y="395"/>
                    <a:pt x="548" y="274"/>
                  </a:cubicBezTo>
                  <a:cubicBezTo>
                    <a:pt x="548" y="122"/>
                    <a:pt x="426" y="0"/>
                    <a:pt x="27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68"/>
            <p:cNvSpPr/>
            <p:nvPr/>
          </p:nvSpPr>
          <p:spPr>
            <a:xfrm>
              <a:off x="4852675" y="3078425"/>
              <a:ext cx="13725" cy="12550"/>
            </a:xfrm>
            <a:custGeom>
              <a:rect b="b" l="l" r="r" t="t"/>
              <a:pathLst>
                <a:path extrusionOk="0" h="502" w="549">
                  <a:moveTo>
                    <a:pt x="348" y="0"/>
                  </a:moveTo>
                  <a:cubicBezTo>
                    <a:pt x="324" y="0"/>
                    <a:pt x="300" y="3"/>
                    <a:pt x="275" y="8"/>
                  </a:cubicBezTo>
                  <a:cubicBezTo>
                    <a:pt x="123" y="38"/>
                    <a:pt x="31" y="160"/>
                    <a:pt x="1" y="312"/>
                  </a:cubicBezTo>
                  <a:cubicBezTo>
                    <a:pt x="1" y="439"/>
                    <a:pt x="85" y="502"/>
                    <a:pt x="201" y="502"/>
                  </a:cubicBezTo>
                  <a:cubicBezTo>
                    <a:pt x="225" y="502"/>
                    <a:pt x="249" y="499"/>
                    <a:pt x="275" y="494"/>
                  </a:cubicBezTo>
                  <a:cubicBezTo>
                    <a:pt x="426" y="464"/>
                    <a:pt x="518" y="342"/>
                    <a:pt x="548" y="190"/>
                  </a:cubicBezTo>
                  <a:cubicBezTo>
                    <a:pt x="548" y="64"/>
                    <a:pt x="464" y="0"/>
                    <a:pt x="348"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68"/>
            <p:cNvSpPr/>
            <p:nvPr/>
          </p:nvSpPr>
          <p:spPr>
            <a:xfrm>
              <a:off x="4910450" y="3052975"/>
              <a:ext cx="12925" cy="14075"/>
            </a:xfrm>
            <a:custGeom>
              <a:rect b="b" l="l" r="r" t="t"/>
              <a:pathLst>
                <a:path extrusionOk="0" h="563" w="517">
                  <a:moveTo>
                    <a:pt x="423" y="0"/>
                  </a:moveTo>
                  <a:cubicBezTo>
                    <a:pt x="384" y="0"/>
                    <a:pt x="334" y="17"/>
                    <a:pt x="274" y="53"/>
                  </a:cubicBezTo>
                  <a:cubicBezTo>
                    <a:pt x="122" y="145"/>
                    <a:pt x="30" y="266"/>
                    <a:pt x="0" y="448"/>
                  </a:cubicBezTo>
                  <a:cubicBezTo>
                    <a:pt x="0" y="522"/>
                    <a:pt x="45" y="562"/>
                    <a:pt x="107" y="562"/>
                  </a:cubicBezTo>
                  <a:cubicBezTo>
                    <a:pt x="147" y="562"/>
                    <a:pt x="195" y="545"/>
                    <a:pt x="243" y="509"/>
                  </a:cubicBezTo>
                  <a:cubicBezTo>
                    <a:pt x="395" y="418"/>
                    <a:pt x="486" y="296"/>
                    <a:pt x="517" y="114"/>
                  </a:cubicBezTo>
                  <a:cubicBezTo>
                    <a:pt x="517" y="40"/>
                    <a:pt x="483" y="0"/>
                    <a:pt x="42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68"/>
            <p:cNvSpPr/>
            <p:nvPr/>
          </p:nvSpPr>
          <p:spPr>
            <a:xfrm>
              <a:off x="4966675" y="3009450"/>
              <a:ext cx="12950" cy="16000"/>
            </a:xfrm>
            <a:custGeom>
              <a:rect b="b" l="l" r="r" t="t"/>
              <a:pathLst>
                <a:path extrusionOk="0" h="640" w="518">
                  <a:moveTo>
                    <a:pt x="452" y="1"/>
                  </a:moveTo>
                  <a:cubicBezTo>
                    <a:pt x="411" y="1"/>
                    <a:pt x="350" y="31"/>
                    <a:pt x="274" y="92"/>
                  </a:cubicBezTo>
                  <a:cubicBezTo>
                    <a:pt x="122" y="214"/>
                    <a:pt x="31" y="366"/>
                    <a:pt x="0" y="548"/>
                  </a:cubicBezTo>
                  <a:cubicBezTo>
                    <a:pt x="0" y="609"/>
                    <a:pt x="31" y="639"/>
                    <a:pt x="76" y="639"/>
                  </a:cubicBezTo>
                  <a:cubicBezTo>
                    <a:pt x="122" y="639"/>
                    <a:pt x="183" y="609"/>
                    <a:pt x="243" y="548"/>
                  </a:cubicBezTo>
                  <a:cubicBezTo>
                    <a:pt x="395" y="427"/>
                    <a:pt x="487" y="275"/>
                    <a:pt x="517" y="92"/>
                  </a:cubicBezTo>
                  <a:cubicBezTo>
                    <a:pt x="517" y="31"/>
                    <a:pt x="494" y="1"/>
                    <a:pt x="452"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68"/>
            <p:cNvSpPr/>
            <p:nvPr/>
          </p:nvSpPr>
          <p:spPr>
            <a:xfrm>
              <a:off x="5022150" y="2952175"/>
              <a:ext cx="12925" cy="18475"/>
            </a:xfrm>
            <a:custGeom>
              <a:rect b="b" l="l" r="r" t="t"/>
              <a:pathLst>
                <a:path extrusionOk="0" h="739" w="517">
                  <a:moveTo>
                    <a:pt x="466" y="0"/>
                  </a:moveTo>
                  <a:cubicBezTo>
                    <a:pt x="420" y="0"/>
                    <a:pt x="347" y="55"/>
                    <a:pt x="274" y="164"/>
                  </a:cubicBezTo>
                  <a:cubicBezTo>
                    <a:pt x="122" y="286"/>
                    <a:pt x="31" y="468"/>
                    <a:pt x="0" y="651"/>
                  </a:cubicBezTo>
                  <a:cubicBezTo>
                    <a:pt x="0" y="708"/>
                    <a:pt x="27" y="738"/>
                    <a:pt x="69" y="738"/>
                  </a:cubicBezTo>
                  <a:cubicBezTo>
                    <a:pt x="115" y="738"/>
                    <a:pt x="179" y="700"/>
                    <a:pt x="243" y="620"/>
                  </a:cubicBezTo>
                  <a:cubicBezTo>
                    <a:pt x="395" y="468"/>
                    <a:pt x="487" y="286"/>
                    <a:pt x="517" y="73"/>
                  </a:cubicBezTo>
                  <a:cubicBezTo>
                    <a:pt x="517" y="24"/>
                    <a:pt x="497" y="0"/>
                    <a:pt x="466"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68"/>
            <p:cNvSpPr/>
            <p:nvPr/>
          </p:nvSpPr>
          <p:spPr>
            <a:xfrm>
              <a:off x="5077625" y="2883450"/>
              <a:ext cx="12175" cy="19950"/>
            </a:xfrm>
            <a:custGeom>
              <a:rect b="b" l="l" r="r" t="t"/>
              <a:pathLst>
                <a:path extrusionOk="0" h="798" w="487">
                  <a:moveTo>
                    <a:pt x="438" y="0"/>
                  </a:moveTo>
                  <a:cubicBezTo>
                    <a:pt x="392" y="0"/>
                    <a:pt x="317" y="66"/>
                    <a:pt x="243" y="178"/>
                  </a:cubicBezTo>
                  <a:cubicBezTo>
                    <a:pt x="122" y="330"/>
                    <a:pt x="30" y="512"/>
                    <a:pt x="0" y="725"/>
                  </a:cubicBezTo>
                  <a:cubicBezTo>
                    <a:pt x="0" y="773"/>
                    <a:pt x="15" y="798"/>
                    <a:pt x="42" y="798"/>
                  </a:cubicBezTo>
                  <a:cubicBezTo>
                    <a:pt x="83" y="798"/>
                    <a:pt x="152" y="743"/>
                    <a:pt x="243" y="634"/>
                  </a:cubicBezTo>
                  <a:cubicBezTo>
                    <a:pt x="365" y="482"/>
                    <a:pt x="456" y="269"/>
                    <a:pt x="486" y="87"/>
                  </a:cubicBezTo>
                  <a:cubicBezTo>
                    <a:pt x="486" y="27"/>
                    <a:pt x="468" y="0"/>
                    <a:pt x="438"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68"/>
            <p:cNvSpPr/>
            <p:nvPr/>
          </p:nvSpPr>
          <p:spPr>
            <a:xfrm>
              <a:off x="5131275" y="2807450"/>
              <a:ext cx="12475" cy="21825"/>
            </a:xfrm>
            <a:custGeom>
              <a:rect b="b" l="l" r="r" t="t"/>
              <a:pathLst>
                <a:path extrusionOk="0" h="873" w="499">
                  <a:moveTo>
                    <a:pt x="450" y="1"/>
                  </a:moveTo>
                  <a:cubicBezTo>
                    <a:pt x="404" y="1"/>
                    <a:pt x="330" y="67"/>
                    <a:pt x="255" y="178"/>
                  </a:cubicBezTo>
                  <a:cubicBezTo>
                    <a:pt x="103" y="361"/>
                    <a:pt x="43" y="573"/>
                    <a:pt x="12" y="786"/>
                  </a:cubicBezTo>
                  <a:cubicBezTo>
                    <a:pt x="0" y="845"/>
                    <a:pt x="12" y="872"/>
                    <a:pt x="37" y="872"/>
                  </a:cubicBezTo>
                  <a:cubicBezTo>
                    <a:pt x="77" y="872"/>
                    <a:pt x="151" y="806"/>
                    <a:pt x="225" y="695"/>
                  </a:cubicBezTo>
                  <a:cubicBezTo>
                    <a:pt x="377" y="512"/>
                    <a:pt x="468" y="300"/>
                    <a:pt x="499" y="87"/>
                  </a:cubicBezTo>
                  <a:cubicBezTo>
                    <a:pt x="499" y="28"/>
                    <a:pt x="480" y="1"/>
                    <a:pt x="450"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68"/>
            <p:cNvSpPr/>
            <p:nvPr/>
          </p:nvSpPr>
          <p:spPr>
            <a:xfrm>
              <a:off x="5184750" y="2727450"/>
              <a:ext cx="12950" cy="23075"/>
            </a:xfrm>
            <a:custGeom>
              <a:rect b="b" l="l" r="r" t="t"/>
              <a:pathLst>
                <a:path extrusionOk="0" h="923" w="518">
                  <a:moveTo>
                    <a:pt x="463" y="0"/>
                  </a:moveTo>
                  <a:cubicBezTo>
                    <a:pt x="416" y="0"/>
                    <a:pt x="345" y="62"/>
                    <a:pt x="274" y="187"/>
                  </a:cubicBezTo>
                  <a:cubicBezTo>
                    <a:pt x="122" y="399"/>
                    <a:pt x="31" y="612"/>
                    <a:pt x="1" y="825"/>
                  </a:cubicBezTo>
                  <a:cubicBezTo>
                    <a:pt x="1" y="891"/>
                    <a:pt x="24" y="922"/>
                    <a:pt x="59" y="922"/>
                  </a:cubicBezTo>
                  <a:cubicBezTo>
                    <a:pt x="106" y="922"/>
                    <a:pt x="175" y="868"/>
                    <a:pt x="244" y="764"/>
                  </a:cubicBezTo>
                  <a:cubicBezTo>
                    <a:pt x="396" y="551"/>
                    <a:pt x="487" y="339"/>
                    <a:pt x="518" y="95"/>
                  </a:cubicBezTo>
                  <a:cubicBezTo>
                    <a:pt x="518" y="32"/>
                    <a:pt x="496" y="0"/>
                    <a:pt x="463"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68"/>
            <p:cNvSpPr/>
            <p:nvPr/>
          </p:nvSpPr>
          <p:spPr>
            <a:xfrm>
              <a:off x="5238700" y="2647275"/>
              <a:ext cx="12200" cy="23450"/>
            </a:xfrm>
            <a:custGeom>
              <a:rect b="b" l="l" r="r" t="t"/>
              <a:pathLst>
                <a:path extrusionOk="0" h="938" w="488">
                  <a:moveTo>
                    <a:pt x="442" y="1"/>
                  </a:moveTo>
                  <a:cubicBezTo>
                    <a:pt x="400" y="1"/>
                    <a:pt x="332" y="66"/>
                    <a:pt x="244" y="172"/>
                  </a:cubicBezTo>
                  <a:cubicBezTo>
                    <a:pt x="123" y="384"/>
                    <a:pt x="31" y="597"/>
                    <a:pt x="1" y="840"/>
                  </a:cubicBezTo>
                  <a:cubicBezTo>
                    <a:pt x="1" y="906"/>
                    <a:pt x="24" y="938"/>
                    <a:pt x="59" y="938"/>
                  </a:cubicBezTo>
                  <a:cubicBezTo>
                    <a:pt x="106" y="938"/>
                    <a:pt x="175" y="883"/>
                    <a:pt x="244" y="780"/>
                  </a:cubicBezTo>
                  <a:cubicBezTo>
                    <a:pt x="366" y="567"/>
                    <a:pt x="457" y="354"/>
                    <a:pt x="487" y="111"/>
                  </a:cubicBezTo>
                  <a:cubicBezTo>
                    <a:pt x="487" y="34"/>
                    <a:pt x="471" y="1"/>
                    <a:pt x="442"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68"/>
            <p:cNvSpPr/>
            <p:nvPr/>
          </p:nvSpPr>
          <p:spPr>
            <a:xfrm>
              <a:off x="5292675" y="2569450"/>
              <a:ext cx="12925" cy="24000"/>
            </a:xfrm>
            <a:custGeom>
              <a:rect b="b" l="l" r="r" t="t"/>
              <a:pathLst>
                <a:path extrusionOk="0" h="960" w="517">
                  <a:moveTo>
                    <a:pt x="449" y="1"/>
                  </a:moveTo>
                  <a:cubicBezTo>
                    <a:pt x="399" y="1"/>
                    <a:pt x="326" y="55"/>
                    <a:pt x="243" y="154"/>
                  </a:cubicBezTo>
                  <a:cubicBezTo>
                    <a:pt x="122" y="336"/>
                    <a:pt x="30" y="579"/>
                    <a:pt x="0" y="823"/>
                  </a:cubicBezTo>
                  <a:cubicBezTo>
                    <a:pt x="0" y="914"/>
                    <a:pt x="30" y="959"/>
                    <a:pt x="76" y="959"/>
                  </a:cubicBezTo>
                  <a:cubicBezTo>
                    <a:pt x="122" y="959"/>
                    <a:pt x="182" y="914"/>
                    <a:pt x="243" y="823"/>
                  </a:cubicBezTo>
                  <a:cubicBezTo>
                    <a:pt x="395" y="610"/>
                    <a:pt x="486" y="367"/>
                    <a:pt x="517" y="124"/>
                  </a:cubicBezTo>
                  <a:cubicBezTo>
                    <a:pt x="517" y="40"/>
                    <a:pt x="491" y="1"/>
                    <a:pt x="449"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68"/>
            <p:cNvSpPr/>
            <p:nvPr/>
          </p:nvSpPr>
          <p:spPr>
            <a:xfrm>
              <a:off x="5347375" y="2498425"/>
              <a:ext cx="12175" cy="22925"/>
            </a:xfrm>
            <a:custGeom>
              <a:rect b="b" l="l" r="r" t="t"/>
              <a:pathLst>
                <a:path extrusionOk="0" h="917" w="487">
                  <a:moveTo>
                    <a:pt x="411" y="1"/>
                  </a:moveTo>
                  <a:cubicBezTo>
                    <a:pt x="365" y="1"/>
                    <a:pt x="305" y="47"/>
                    <a:pt x="244" y="138"/>
                  </a:cubicBezTo>
                  <a:cubicBezTo>
                    <a:pt x="92" y="320"/>
                    <a:pt x="1" y="533"/>
                    <a:pt x="1" y="776"/>
                  </a:cubicBezTo>
                  <a:cubicBezTo>
                    <a:pt x="1" y="871"/>
                    <a:pt x="25" y="917"/>
                    <a:pt x="71" y="917"/>
                  </a:cubicBezTo>
                  <a:cubicBezTo>
                    <a:pt x="113" y="917"/>
                    <a:pt x="171" y="879"/>
                    <a:pt x="244" y="806"/>
                  </a:cubicBezTo>
                  <a:cubicBezTo>
                    <a:pt x="396" y="594"/>
                    <a:pt x="487" y="381"/>
                    <a:pt x="487" y="138"/>
                  </a:cubicBezTo>
                  <a:cubicBezTo>
                    <a:pt x="487" y="47"/>
                    <a:pt x="456" y="1"/>
                    <a:pt x="411"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68"/>
            <p:cNvSpPr/>
            <p:nvPr/>
          </p:nvSpPr>
          <p:spPr>
            <a:xfrm>
              <a:off x="5402100" y="2436950"/>
              <a:ext cx="12925" cy="21500"/>
            </a:xfrm>
            <a:custGeom>
              <a:rect b="b" l="l" r="r" t="t"/>
              <a:pathLst>
                <a:path extrusionOk="0" h="860" w="517">
                  <a:moveTo>
                    <a:pt x="405" y="1"/>
                  </a:moveTo>
                  <a:cubicBezTo>
                    <a:pt x="360" y="1"/>
                    <a:pt x="304" y="25"/>
                    <a:pt x="243" y="74"/>
                  </a:cubicBezTo>
                  <a:cubicBezTo>
                    <a:pt x="91" y="256"/>
                    <a:pt x="0" y="469"/>
                    <a:pt x="0" y="682"/>
                  </a:cubicBezTo>
                  <a:cubicBezTo>
                    <a:pt x="0" y="793"/>
                    <a:pt x="45" y="859"/>
                    <a:pt x="108" y="859"/>
                  </a:cubicBezTo>
                  <a:cubicBezTo>
                    <a:pt x="148" y="859"/>
                    <a:pt x="196" y="832"/>
                    <a:pt x="243" y="773"/>
                  </a:cubicBezTo>
                  <a:cubicBezTo>
                    <a:pt x="395" y="591"/>
                    <a:pt x="486" y="378"/>
                    <a:pt x="517" y="165"/>
                  </a:cubicBezTo>
                  <a:cubicBezTo>
                    <a:pt x="517" y="56"/>
                    <a:pt x="473" y="1"/>
                    <a:pt x="405"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68"/>
            <p:cNvSpPr/>
            <p:nvPr/>
          </p:nvSpPr>
          <p:spPr>
            <a:xfrm>
              <a:off x="5457550" y="2388350"/>
              <a:ext cx="12950" cy="19600"/>
            </a:xfrm>
            <a:custGeom>
              <a:rect b="b" l="l" r="r" t="t"/>
              <a:pathLst>
                <a:path extrusionOk="0" h="784" w="518">
                  <a:moveTo>
                    <a:pt x="384" y="0"/>
                  </a:moveTo>
                  <a:cubicBezTo>
                    <a:pt x="350" y="0"/>
                    <a:pt x="312" y="14"/>
                    <a:pt x="274" y="42"/>
                  </a:cubicBezTo>
                  <a:cubicBezTo>
                    <a:pt x="92" y="194"/>
                    <a:pt x="1" y="377"/>
                    <a:pt x="1" y="589"/>
                  </a:cubicBezTo>
                  <a:cubicBezTo>
                    <a:pt x="1" y="715"/>
                    <a:pt x="59" y="783"/>
                    <a:pt x="145" y="783"/>
                  </a:cubicBezTo>
                  <a:cubicBezTo>
                    <a:pt x="183" y="783"/>
                    <a:pt x="227" y="770"/>
                    <a:pt x="274" y="741"/>
                  </a:cubicBezTo>
                  <a:cubicBezTo>
                    <a:pt x="426" y="589"/>
                    <a:pt x="518" y="407"/>
                    <a:pt x="518" y="194"/>
                  </a:cubicBezTo>
                  <a:cubicBezTo>
                    <a:pt x="518" y="68"/>
                    <a:pt x="460" y="0"/>
                    <a:pt x="38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68"/>
            <p:cNvSpPr/>
            <p:nvPr/>
          </p:nvSpPr>
          <p:spPr>
            <a:xfrm>
              <a:off x="5514550" y="2355500"/>
              <a:ext cx="12950" cy="17650"/>
            </a:xfrm>
            <a:custGeom>
              <a:rect b="b" l="l" r="r" t="t"/>
              <a:pathLst>
                <a:path extrusionOk="0" h="706" w="518">
                  <a:moveTo>
                    <a:pt x="334" y="0"/>
                  </a:moveTo>
                  <a:cubicBezTo>
                    <a:pt x="306" y="0"/>
                    <a:pt x="276" y="6"/>
                    <a:pt x="244" y="19"/>
                  </a:cubicBezTo>
                  <a:cubicBezTo>
                    <a:pt x="92" y="110"/>
                    <a:pt x="1" y="262"/>
                    <a:pt x="1" y="444"/>
                  </a:cubicBezTo>
                  <a:cubicBezTo>
                    <a:pt x="1" y="614"/>
                    <a:pt x="78" y="706"/>
                    <a:pt x="186" y="706"/>
                  </a:cubicBezTo>
                  <a:cubicBezTo>
                    <a:pt x="213" y="706"/>
                    <a:pt x="243" y="700"/>
                    <a:pt x="274" y="687"/>
                  </a:cubicBezTo>
                  <a:cubicBezTo>
                    <a:pt x="426" y="596"/>
                    <a:pt x="517" y="414"/>
                    <a:pt x="517" y="232"/>
                  </a:cubicBezTo>
                  <a:cubicBezTo>
                    <a:pt x="517" y="87"/>
                    <a:pt x="441" y="0"/>
                    <a:pt x="334" y="0"/>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68"/>
            <p:cNvSpPr/>
            <p:nvPr/>
          </p:nvSpPr>
          <p:spPr>
            <a:xfrm>
              <a:off x="5572300" y="2342275"/>
              <a:ext cx="13700" cy="15975"/>
            </a:xfrm>
            <a:custGeom>
              <a:rect b="b" l="l" r="r" t="t"/>
              <a:pathLst>
                <a:path extrusionOk="0" h="639" w="548">
                  <a:moveTo>
                    <a:pt x="274" y="1"/>
                  </a:moveTo>
                  <a:cubicBezTo>
                    <a:pt x="122" y="31"/>
                    <a:pt x="1" y="153"/>
                    <a:pt x="1" y="305"/>
                  </a:cubicBezTo>
                  <a:cubicBezTo>
                    <a:pt x="1" y="487"/>
                    <a:pt x="122" y="609"/>
                    <a:pt x="274" y="639"/>
                  </a:cubicBezTo>
                  <a:cubicBezTo>
                    <a:pt x="426" y="609"/>
                    <a:pt x="548" y="457"/>
                    <a:pt x="548" y="274"/>
                  </a:cubicBezTo>
                  <a:cubicBezTo>
                    <a:pt x="548" y="122"/>
                    <a:pt x="426" y="1"/>
                    <a:pt x="274" y="1"/>
                  </a:cubicBezTo>
                  <a:close/>
                </a:path>
              </a:pathLst>
            </a:custGeom>
            <a:solidFill>
              <a:srgbClr val="2838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3" name="Google Shape;8463;p68"/>
          <p:cNvGrpSpPr/>
          <p:nvPr/>
        </p:nvGrpSpPr>
        <p:grpSpPr>
          <a:xfrm>
            <a:off x="6190419" y="1287534"/>
            <a:ext cx="2042397" cy="2041868"/>
            <a:chOff x="5302750" y="488550"/>
            <a:chExt cx="2898250" cy="2897500"/>
          </a:xfrm>
        </p:grpSpPr>
        <p:sp>
          <p:nvSpPr>
            <p:cNvPr id="8464" name="Google Shape;8464;p68"/>
            <p:cNvSpPr/>
            <p:nvPr/>
          </p:nvSpPr>
          <p:spPr>
            <a:xfrm>
              <a:off x="6829875" y="2944825"/>
              <a:ext cx="46200" cy="32550"/>
            </a:xfrm>
            <a:custGeom>
              <a:rect b="b" l="l" r="r" t="t"/>
              <a:pathLst>
                <a:path extrusionOk="0" h="1302" w="1848">
                  <a:moveTo>
                    <a:pt x="929" y="1"/>
                  </a:moveTo>
                  <a:cubicBezTo>
                    <a:pt x="429" y="1"/>
                    <a:pt x="0" y="646"/>
                    <a:pt x="467" y="1113"/>
                  </a:cubicBezTo>
                  <a:cubicBezTo>
                    <a:pt x="606" y="1245"/>
                    <a:pt x="761" y="1301"/>
                    <a:pt x="911" y="1301"/>
                  </a:cubicBezTo>
                  <a:cubicBezTo>
                    <a:pt x="1413" y="1301"/>
                    <a:pt x="1847" y="670"/>
                    <a:pt x="1379" y="201"/>
                  </a:cubicBezTo>
                  <a:cubicBezTo>
                    <a:pt x="1237" y="60"/>
                    <a:pt x="1080" y="1"/>
                    <a:pt x="929"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68"/>
            <p:cNvSpPr/>
            <p:nvPr/>
          </p:nvSpPr>
          <p:spPr>
            <a:xfrm>
              <a:off x="6729075" y="2842700"/>
              <a:ext cx="43325" cy="31950"/>
            </a:xfrm>
            <a:custGeom>
              <a:rect b="b" l="l" r="r" t="t"/>
              <a:pathLst>
                <a:path extrusionOk="0" h="1278" w="1733">
                  <a:moveTo>
                    <a:pt x="863" y="0"/>
                  </a:moveTo>
                  <a:cubicBezTo>
                    <a:pt x="699" y="0"/>
                    <a:pt x="532" y="61"/>
                    <a:pt x="395" y="183"/>
                  </a:cubicBezTo>
                  <a:cubicBezTo>
                    <a:pt x="0" y="608"/>
                    <a:pt x="304" y="1277"/>
                    <a:pt x="851" y="1277"/>
                  </a:cubicBezTo>
                  <a:cubicBezTo>
                    <a:pt x="1429" y="1277"/>
                    <a:pt x="1733" y="608"/>
                    <a:pt x="1307" y="183"/>
                  </a:cubicBezTo>
                  <a:cubicBezTo>
                    <a:pt x="1186" y="61"/>
                    <a:pt x="1026" y="0"/>
                    <a:pt x="863"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68"/>
            <p:cNvSpPr/>
            <p:nvPr/>
          </p:nvSpPr>
          <p:spPr>
            <a:xfrm>
              <a:off x="6626475" y="2740875"/>
              <a:ext cx="43350" cy="31950"/>
            </a:xfrm>
            <a:custGeom>
              <a:rect b="b" l="l" r="r" t="t"/>
              <a:pathLst>
                <a:path extrusionOk="0" h="1278" w="1734">
                  <a:moveTo>
                    <a:pt x="867" y="0"/>
                  </a:moveTo>
                  <a:cubicBezTo>
                    <a:pt x="708" y="0"/>
                    <a:pt x="548" y="61"/>
                    <a:pt x="426" y="183"/>
                  </a:cubicBezTo>
                  <a:cubicBezTo>
                    <a:pt x="1" y="578"/>
                    <a:pt x="305" y="1277"/>
                    <a:pt x="852" y="1277"/>
                  </a:cubicBezTo>
                  <a:cubicBezTo>
                    <a:pt x="1429" y="1277"/>
                    <a:pt x="1733" y="578"/>
                    <a:pt x="1308" y="183"/>
                  </a:cubicBezTo>
                  <a:cubicBezTo>
                    <a:pt x="1186" y="61"/>
                    <a:pt x="1027" y="0"/>
                    <a:pt x="867"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68"/>
            <p:cNvSpPr/>
            <p:nvPr/>
          </p:nvSpPr>
          <p:spPr>
            <a:xfrm>
              <a:off x="6524650" y="2638300"/>
              <a:ext cx="43350" cy="31925"/>
            </a:xfrm>
            <a:custGeom>
              <a:rect b="b" l="l" r="r" t="t"/>
              <a:pathLst>
                <a:path extrusionOk="0" h="1277" w="1734">
                  <a:moveTo>
                    <a:pt x="867" y="0"/>
                  </a:moveTo>
                  <a:cubicBezTo>
                    <a:pt x="708" y="0"/>
                    <a:pt x="548" y="61"/>
                    <a:pt x="426" y="182"/>
                  </a:cubicBezTo>
                  <a:cubicBezTo>
                    <a:pt x="1" y="608"/>
                    <a:pt x="305" y="1277"/>
                    <a:pt x="852" y="1277"/>
                  </a:cubicBezTo>
                  <a:cubicBezTo>
                    <a:pt x="1429" y="1277"/>
                    <a:pt x="1733" y="608"/>
                    <a:pt x="1308" y="182"/>
                  </a:cubicBezTo>
                  <a:cubicBezTo>
                    <a:pt x="1186" y="61"/>
                    <a:pt x="1027" y="0"/>
                    <a:pt x="867"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68"/>
            <p:cNvSpPr/>
            <p:nvPr/>
          </p:nvSpPr>
          <p:spPr>
            <a:xfrm>
              <a:off x="6422825" y="2536475"/>
              <a:ext cx="42575" cy="31925"/>
            </a:xfrm>
            <a:custGeom>
              <a:rect b="b" l="l" r="r" t="t"/>
              <a:pathLst>
                <a:path extrusionOk="0" h="1277" w="1703">
                  <a:moveTo>
                    <a:pt x="852" y="0"/>
                  </a:moveTo>
                  <a:cubicBezTo>
                    <a:pt x="685" y="0"/>
                    <a:pt x="518" y="61"/>
                    <a:pt x="396" y="182"/>
                  </a:cubicBezTo>
                  <a:cubicBezTo>
                    <a:pt x="1" y="578"/>
                    <a:pt x="274" y="1277"/>
                    <a:pt x="852" y="1277"/>
                  </a:cubicBezTo>
                  <a:cubicBezTo>
                    <a:pt x="1429" y="1277"/>
                    <a:pt x="1703" y="578"/>
                    <a:pt x="1308" y="182"/>
                  </a:cubicBezTo>
                  <a:cubicBezTo>
                    <a:pt x="1186" y="61"/>
                    <a:pt x="1019" y="0"/>
                    <a:pt x="852"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68"/>
            <p:cNvSpPr/>
            <p:nvPr/>
          </p:nvSpPr>
          <p:spPr>
            <a:xfrm>
              <a:off x="6320250" y="2434075"/>
              <a:ext cx="43325" cy="32500"/>
            </a:xfrm>
            <a:custGeom>
              <a:rect b="b" l="l" r="r" t="t"/>
              <a:pathLst>
                <a:path extrusionOk="0" h="1300" w="1733">
                  <a:moveTo>
                    <a:pt x="870" y="0"/>
                  </a:moveTo>
                  <a:cubicBezTo>
                    <a:pt x="707" y="0"/>
                    <a:pt x="548" y="69"/>
                    <a:pt x="426" y="205"/>
                  </a:cubicBezTo>
                  <a:cubicBezTo>
                    <a:pt x="0" y="601"/>
                    <a:pt x="304" y="1300"/>
                    <a:pt x="882" y="1300"/>
                  </a:cubicBezTo>
                  <a:cubicBezTo>
                    <a:pt x="1429" y="1300"/>
                    <a:pt x="1733" y="601"/>
                    <a:pt x="1338" y="205"/>
                  </a:cubicBezTo>
                  <a:cubicBezTo>
                    <a:pt x="1201" y="69"/>
                    <a:pt x="1034" y="0"/>
                    <a:pt x="870"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68"/>
            <p:cNvSpPr/>
            <p:nvPr/>
          </p:nvSpPr>
          <p:spPr>
            <a:xfrm>
              <a:off x="6223750" y="2332050"/>
              <a:ext cx="31925" cy="31950"/>
            </a:xfrm>
            <a:custGeom>
              <a:rect b="b" l="l" r="r" t="t"/>
              <a:pathLst>
                <a:path extrusionOk="0" h="1278" w="1277">
                  <a:moveTo>
                    <a:pt x="638" y="1"/>
                  </a:moveTo>
                  <a:cubicBezTo>
                    <a:pt x="274" y="1"/>
                    <a:pt x="0" y="274"/>
                    <a:pt x="0" y="639"/>
                  </a:cubicBezTo>
                  <a:cubicBezTo>
                    <a:pt x="0" y="1004"/>
                    <a:pt x="274" y="1277"/>
                    <a:pt x="638" y="1277"/>
                  </a:cubicBezTo>
                  <a:cubicBezTo>
                    <a:pt x="1003" y="1277"/>
                    <a:pt x="1277" y="1004"/>
                    <a:pt x="1277" y="639"/>
                  </a:cubicBezTo>
                  <a:cubicBezTo>
                    <a:pt x="1277" y="274"/>
                    <a:pt x="1003" y="1"/>
                    <a:pt x="638"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68"/>
            <p:cNvSpPr/>
            <p:nvPr/>
          </p:nvSpPr>
          <p:spPr>
            <a:xfrm>
              <a:off x="6115825" y="2229650"/>
              <a:ext cx="43350" cy="32525"/>
            </a:xfrm>
            <a:custGeom>
              <a:rect b="b" l="l" r="r" t="t"/>
              <a:pathLst>
                <a:path extrusionOk="0" h="1301" w="1734">
                  <a:moveTo>
                    <a:pt x="871" y="1"/>
                  </a:moveTo>
                  <a:cubicBezTo>
                    <a:pt x="708" y="1"/>
                    <a:pt x="548" y="69"/>
                    <a:pt x="427" y="206"/>
                  </a:cubicBezTo>
                  <a:cubicBezTo>
                    <a:pt x="1" y="601"/>
                    <a:pt x="305" y="1300"/>
                    <a:pt x="882" y="1300"/>
                  </a:cubicBezTo>
                  <a:cubicBezTo>
                    <a:pt x="1430" y="1300"/>
                    <a:pt x="1734" y="601"/>
                    <a:pt x="1338" y="206"/>
                  </a:cubicBezTo>
                  <a:cubicBezTo>
                    <a:pt x="1202" y="69"/>
                    <a:pt x="1034" y="1"/>
                    <a:pt x="871"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68"/>
            <p:cNvSpPr/>
            <p:nvPr/>
          </p:nvSpPr>
          <p:spPr>
            <a:xfrm>
              <a:off x="6014000" y="2127650"/>
              <a:ext cx="42600" cy="31925"/>
            </a:xfrm>
            <a:custGeom>
              <a:rect b="b" l="l" r="r" t="t"/>
              <a:pathLst>
                <a:path extrusionOk="0" h="1277" w="1704">
                  <a:moveTo>
                    <a:pt x="852" y="0"/>
                  </a:moveTo>
                  <a:cubicBezTo>
                    <a:pt x="685" y="0"/>
                    <a:pt x="518" y="61"/>
                    <a:pt x="396" y="183"/>
                  </a:cubicBezTo>
                  <a:cubicBezTo>
                    <a:pt x="1" y="578"/>
                    <a:pt x="275" y="1277"/>
                    <a:pt x="852" y="1277"/>
                  </a:cubicBezTo>
                  <a:cubicBezTo>
                    <a:pt x="1430" y="1277"/>
                    <a:pt x="1703" y="578"/>
                    <a:pt x="1308" y="183"/>
                  </a:cubicBezTo>
                  <a:cubicBezTo>
                    <a:pt x="1186" y="61"/>
                    <a:pt x="1019" y="0"/>
                    <a:pt x="852"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68"/>
            <p:cNvSpPr/>
            <p:nvPr/>
          </p:nvSpPr>
          <p:spPr>
            <a:xfrm>
              <a:off x="5911425" y="2025250"/>
              <a:ext cx="43350" cy="32500"/>
            </a:xfrm>
            <a:custGeom>
              <a:rect b="b" l="l" r="r" t="t"/>
              <a:pathLst>
                <a:path extrusionOk="0" h="1300" w="1734">
                  <a:moveTo>
                    <a:pt x="871" y="0"/>
                  </a:moveTo>
                  <a:cubicBezTo>
                    <a:pt x="707" y="0"/>
                    <a:pt x="548" y="69"/>
                    <a:pt x="426" y="206"/>
                  </a:cubicBezTo>
                  <a:cubicBezTo>
                    <a:pt x="1" y="601"/>
                    <a:pt x="304" y="1300"/>
                    <a:pt x="882" y="1300"/>
                  </a:cubicBezTo>
                  <a:cubicBezTo>
                    <a:pt x="1429" y="1300"/>
                    <a:pt x="1733" y="601"/>
                    <a:pt x="1338" y="206"/>
                  </a:cubicBezTo>
                  <a:cubicBezTo>
                    <a:pt x="1201" y="69"/>
                    <a:pt x="1034" y="0"/>
                    <a:pt x="871"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68"/>
            <p:cNvSpPr/>
            <p:nvPr/>
          </p:nvSpPr>
          <p:spPr>
            <a:xfrm>
              <a:off x="5809600" y="1923225"/>
              <a:ext cx="43350" cy="31950"/>
            </a:xfrm>
            <a:custGeom>
              <a:rect b="b" l="l" r="r" t="t"/>
              <a:pathLst>
                <a:path extrusionOk="0" h="1278" w="1734">
                  <a:moveTo>
                    <a:pt x="867" y="1"/>
                  </a:moveTo>
                  <a:cubicBezTo>
                    <a:pt x="707" y="1"/>
                    <a:pt x="548" y="62"/>
                    <a:pt x="426" y="183"/>
                  </a:cubicBezTo>
                  <a:cubicBezTo>
                    <a:pt x="1" y="578"/>
                    <a:pt x="304" y="1277"/>
                    <a:pt x="852" y="1277"/>
                  </a:cubicBezTo>
                  <a:cubicBezTo>
                    <a:pt x="1429" y="1277"/>
                    <a:pt x="1733" y="578"/>
                    <a:pt x="1308" y="183"/>
                  </a:cubicBezTo>
                  <a:cubicBezTo>
                    <a:pt x="1186" y="62"/>
                    <a:pt x="1026" y="1"/>
                    <a:pt x="867"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68"/>
            <p:cNvSpPr/>
            <p:nvPr/>
          </p:nvSpPr>
          <p:spPr>
            <a:xfrm>
              <a:off x="5707025" y="1820850"/>
              <a:ext cx="43325" cy="32500"/>
            </a:xfrm>
            <a:custGeom>
              <a:rect b="b" l="l" r="r" t="t"/>
              <a:pathLst>
                <a:path extrusionOk="0" h="1300" w="1733">
                  <a:moveTo>
                    <a:pt x="870" y="0"/>
                  </a:moveTo>
                  <a:cubicBezTo>
                    <a:pt x="707" y="0"/>
                    <a:pt x="547" y="68"/>
                    <a:pt x="426" y="205"/>
                  </a:cubicBezTo>
                  <a:cubicBezTo>
                    <a:pt x="0" y="600"/>
                    <a:pt x="304" y="1299"/>
                    <a:pt x="882" y="1299"/>
                  </a:cubicBezTo>
                  <a:cubicBezTo>
                    <a:pt x="1459" y="1299"/>
                    <a:pt x="1733" y="600"/>
                    <a:pt x="1337" y="205"/>
                  </a:cubicBezTo>
                  <a:cubicBezTo>
                    <a:pt x="1201" y="68"/>
                    <a:pt x="1034" y="0"/>
                    <a:pt x="870"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68"/>
            <p:cNvSpPr/>
            <p:nvPr/>
          </p:nvSpPr>
          <p:spPr>
            <a:xfrm>
              <a:off x="5605200" y="1718825"/>
              <a:ext cx="42575" cy="31950"/>
            </a:xfrm>
            <a:custGeom>
              <a:rect b="b" l="l" r="r" t="t"/>
              <a:pathLst>
                <a:path extrusionOk="0" h="1278" w="1703">
                  <a:moveTo>
                    <a:pt x="851" y="0"/>
                  </a:moveTo>
                  <a:cubicBezTo>
                    <a:pt x="684" y="0"/>
                    <a:pt x="517" y="61"/>
                    <a:pt x="395" y="183"/>
                  </a:cubicBezTo>
                  <a:cubicBezTo>
                    <a:pt x="0" y="578"/>
                    <a:pt x="274" y="1277"/>
                    <a:pt x="851" y="1277"/>
                  </a:cubicBezTo>
                  <a:cubicBezTo>
                    <a:pt x="1429" y="1277"/>
                    <a:pt x="1702" y="578"/>
                    <a:pt x="1307" y="183"/>
                  </a:cubicBezTo>
                  <a:cubicBezTo>
                    <a:pt x="1185" y="61"/>
                    <a:pt x="1018" y="0"/>
                    <a:pt x="851"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68"/>
            <p:cNvSpPr/>
            <p:nvPr/>
          </p:nvSpPr>
          <p:spPr>
            <a:xfrm>
              <a:off x="5502600" y="1616425"/>
              <a:ext cx="43350" cy="32525"/>
            </a:xfrm>
            <a:custGeom>
              <a:rect b="b" l="l" r="r" t="t"/>
              <a:pathLst>
                <a:path extrusionOk="0" h="1301" w="1734">
                  <a:moveTo>
                    <a:pt x="871" y="1"/>
                  </a:moveTo>
                  <a:cubicBezTo>
                    <a:pt x="707" y="1"/>
                    <a:pt x="548" y="69"/>
                    <a:pt x="426" y="206"/>
                  </a:cubicBezTo>
                  <a:cubicBezTo>
                    <a:pt x="1" y="601"/>
                    <a:pt x="305" y="1300"/>
                    <a:pt x="882" y="1300"/>
                  </a:cubicBezTo>
                  <a:cubicBezTo>
                    <a:pt x="1460" y="1300"/>
                    <a:pt x="1733" y="601"/>
                    <a:pt x="1338" y="206"/>
                  </a:cubicBezTo>
                  <a:cubicBezTo>
                    <a:pt x="1201" y="69"/>
                    <a:pt x="1034" y="1"/>
                    <a:pt x="871"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68"/>
            <p:cNvSpPr/>
            <p:nvPr/>
          </p:nvSpPr>
          <p:spPr>
            <a:xfrm>
              <a:off x="5399000" y="1514400"/>
              <a:ext cx="41325" cy="32400"/>
            </a:xfrm>
            <a:custGeom>
              <a:rect b="b" l="l" r="r" t="t"/>
              <a:pathLst>
                <a:path extrusionOk="0" h="1296" w="1653">
                  <a:moveTo>
                    <a:pt x="923" y="1"/>
                  </a:moveTo>
                  <a:cubicBezTo>
                    <a:pt x="756" y="1"/>
                    <a:pt x="588" y="62"/>
                    <a:pt x="467" y="183"/>
                  </a:cubicBezTo>
                  <a:cubicBezTo>
                    <a:pt x="0" y="650"/>
                    <a:pt x="429" y="1296"/>
                    <a:pt x="928" y="1296"/>
                  </a:cubicBezTo>
                  <a:cubicBezTo>
                    <a:pt x="1080" y="1296"/>
                    <a:pt x="1237" y="1237"/>
                    <a:pt x="1379" y="1095"/>
                  </a:cubicBezTo>
                  <a:cubicBezTo>
                    <a:pt x="1652" y="852"/>
                    <a:pt x="1652" y="427"/>
                    <a:pt x="1379" y="183"/>
                  </a:cubicBezTo>
                  <a:cubicBezTo>
                    <a:pt x="1257" y="62"/>
                    <a:pt x="1090" y="1"/>
                    <a:pt x="923"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68"/>
            <p:cNvSpPr/>
            <p:nvPr/>
          </p:nvSpPr>
          <p:spPr>
            <a:xfrm>
              <a:off x="5302750" y="1412150"/>
              <a:ext cx="33450" cy="32475"/>
            </a:xfrm>
            <a:custGeom>
              <a:rect b="b" l="l" r="r" t="t"/>
              <a:pathLst>
                <a:path extrusionOk="0" h="1299" w="1338">
                  <a:moveTo>
                    <a:pt x="690" y="1"/>
                  </a:moveTo>
                  <a:cubicBezTo>
                    <a:pt x="532" y="1"/>
                    <a:pt x="372" y="62"/>
                    <a:pt x="244" y="200"/>
                  </a:cubicBezTo>
                  <a:cubicBezTo>
                    <a:pt x="1" y="444"/>
                    <a:pt x="1" y="839"/>
                    <a:pt x="244" y="1112"/>
                  </a:cubicBezTo>
                  <a:cubicBezTo>
                    <a:pt x="372" y="1240"/>
                    <a:pt x="532" y="1298"/>
                    <a:pt x="690" y="1298"/>
                  </a:cubicBezTo>
                  <a:cubicBezTo>
                    <a:pt x="1019" y="1298"/>
                    <a:pt x="1338" y="1047"/>
                    <a:pt x="1338" y="656"/>
                  </a:cubicBezTo>
                  <a:cubicBezTo>
                    <a:pt x="1338" y="266"/>
                    <a:pt x="1019" y="1"/>
                    <a:pt x="690"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68"/>
            <p:cNvSpPr/>
            <p:nvPr/>
          </p:nvSpPr>
          <p:spPr>
            <a:xfrm>
              <a:off x="6922000" y="2852125"/>
              <a:ext cx="41150" cy="32400"/>
            </a:xfrm>
            <a:custGeom>
              <a:rect b="b" l="l" r="r" t="t"/>
              <a:pathLst>
                <a:path extrusionOk="0" h="1296" w="1646">
                  <a:moveTo>
                    <a:pt x="922" y="0"/>
                  </a:moveTo>
                  <a:cubicBezTo>
                    <a:pt x="424" y="0"/>
                    <a:pt x="0" y="646"/>
                    <a:pt x="490" y="1113"/>
                  </a:cubicBezTo>
                  <a:cubicBezTo>
                    <a:pt x="612" y="1234"/>
                    <a:pt x="771" y="1295"/>
                    <a:pt x="931" y="1295"/>
                  </a:cubicBezTo>
                  <a:cubicBezTo>
                    <a:pt x="1090" y="1295"/>
                    <a:pt x="1250" y="1234"/>
                    <a:pt x="1372" y="1113"/>
                  </a:cubicBezTo>
                  <a:cubicBezTo>
                    <a:pt x="1645" y="870"/>
                    <a:pt x="1645" y="444"/>
                    <a:pt x="1372" y="201"/>
                  </a:cubicBezTo>
                  <a:cubicBezTo>
                    <a:pt x="1230" y="60"/>
                    <a:pt x="1073" y="0"/>
                    <a:pt x="922"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68"/>
            <p:cNvSpPr/>
            <p:nvPr/>
          </p:nvSpPr>
          <p:spPr>
            <a:xfrm>
              <a:off x="6820000" y="2750300"/>
              <a:ext cx="40550" cy="32400"/>
            </a:xfrm>
            <a:custGeom>
              <a:rect b="b" l="l" r="r" t="t"/>
              <a:pathLst>
                <a:path extrusionOk="0" h="1296" w="1622">
                  <a:moveTo>
                    <a:pt x="928" y="0"/>
                  </a:moveTo>
                  <a:cubicBezTo>
                    <a:pt x="429" y="0"/>
                    <a:pt x="0" y="646"/>
                    <a:pt x="467" y="1113"/>
                  </a:cubicBezTo>
                  <a:cubicBezTo>
                    <a:pt x="588" y="1234"/>
                    <a:pt x="755" y="1295"/>
                    <a:pt x="923" y="1295"/>
                  </a:cubicBezTo>
                  <a:cubicBezTo>
                    <a:pt x="1090" y="1295"/>
                    <a:pt x="1257" y="1234"/>
                    <a:pt x="1379" y="1113"/>
                  </a:cubicBezTo>
                  <a:cubicBezTo>
                    <a:pt x="1622" y="870"/>
                    <a:pt x="1622" y="444"/>
                    <a:pt x="1379" y="201"/>
                  </a:cubicBezTo>
                  <a:cubicBezTo>
                    <a:pt x="1237" y="60"/>
                    <a:pt x="1080" y="0"/>
                    <a:pt x="928"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68"/>
            <p:cNvSpPr/>
            <p:nvPr/>
          </p:nvSpPr>
          <p:spPr>
            <a:xfrm>
              <a:off x="6719200" y="2648175"/>
              <a:ext cx="43325" cy="31925"/>
            </a:xfrm>
            <a:custGeom>
              <a:rect b="b" l="l" r="r" t="t"/>
              <a:pathLst>
                <a:path extrusionOk="0" h="1277" w="1733">
                  <a:moveTo>
                    <a:pt x="851" y="0"/>
                  </a:moveTo>
                  <a:cubicBezTo>
                    <a:pt x="304" y="0"/>
                    <a:pt x="0" y="699"/>
                    <a:pt x="426" y="1094"/>
                  </a:cubicBezTo>
                  <a:cubicBezTo>
                    <a:pt x="547" y="1216"/>
                    <a:pt x="707" y="1277"/>
                    <a:pt x="866" y="1277"/>
                  </a:cubicBezTo>
                  <a:cubicBezTo>
                    <a:pt x="1026" y="1277"/>
                    <a:pt x="1186" y="1216"/>
                    <a:pt x="1307" y="1094"/>
                  </a:cubicBezTo>
                  <a:cubicBezTo>
                    <a:pt x="1733" y="699"/>
                    <a:pt x="1429" y="0"/>
                    <a:pt x="851"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68"/>
            <p:cNvSpPr/>
            <p:nvPr/>
          </p:nvSpPr>
          <p:spPr>
            <a:xfrm>
              <a:off x="6617375" y="2545575"/>
              <a:ext cx="42575" cy="32700"/>
            </a:xfrm>
            <a:custGeom>
              <a:rect b="b" l="l" r="r" t="t"/>
              <a:pathLst>
                <a:path extrusionOk="0" h="1308" w="1703">
                  <a:moveTo>
                    <a:pt x="851" y="1"/>
                  </a:moveTo>
                  <a:cubicBezTo>
                    <a:pt x="274" y="1"/>
                    <a:pt x="0" y="700"/>
                    <a:pt x="395" y="1125"/>
                  </a:cubicBezTo>
                  <a:cubicBezTo>
                    <a:pt x="517" y="1247"/>
                    <a:pt x="684" y="1308"/>
                    <a:pt x="851" y="1308"/>
                  </a:cubicBezTo>
                  <a:cubicBezTo>
                    <a:pt x="1018" y="1308"/>
                    <a:pt x="1186" y="1247"/>
                    <a:pt x="1307" y="1125"/>
                  </a:cubicBezTo>
                  <a:cubicBezTo>
                    <a:pt x="1702" y="700"/>
                    <a:pt x="1429" y="1"/>
                    <a:pt x="851"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68"/>
            <p:cNvSpPr/>
            <p:nvPr/>
          </p:nvSpPr>
          <p:spPr>
            <a:xfrm>
              <a:off x="6520100" y="2443750"/>
              <a:ext cx="32700" cy="32700"/>
            </a:xfrm>
            <a:custGeom>
              <a:rect b="b" l="l" r="r" t="t"/>
              <a:pathLst>
                <a:path extrusionOk="0" h="1308" w="1308">
                  <a:moveTo>
                    <a:pt x="669" y="1"/>
                  </a:moveTo>
                  <a:cubicBezTo>
                    <a:pt x="304" y="1"/>
                    <a:pt x="0" y="305"/>
                    <a:pt x="0" y="639"/>
                  </a:cubicBezTo>
                  <a:cubicBezTo>
                    <a:pt x="0" y="1004"/>
                    <a:pt x="304" y="1308"/>
                    <a:pt x="669" y="1308"/>
                  </a:cubicBezTo>
                  <a:cubicBezTo>
                    <a:pt x="1004" y="1308"/>
                    <a:pt x="1308" y="1004"/>
                    <a:pt x="1308" y="639"/>
                  </a:cubicBezTo>
                  <a:cubicBezTo>
                    <a:pt x="1308" y="305"/>
                    <a:pt x="1004" y="1"/>
                    <a:pt x="669"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68"/>
            <p:cNvSpPr/>
            <p:nvPr/>
          </p:nvSpPr>
          <p:spPr>
            <a:xfrm>
              <a:off x="6412950" y="2341925"/>
              <a:ext cx="42575" cy="31950"/>
            </a:xfrm>
            <a:custGeom>
              <a:rect b="b" l="l" r="r" t="t"/>
              <a:pathLst>
                <a:path extrusionOk="0" h="1278" w="1703">
                  <a:moveTo>
                    <a:pt x="852" y="1"/>
                  </a:moveTo>
                  <a:cubicBezTo>
                    <a:pt x="274" y="1"/>
                    <a:pt x="1" y="669"/>
                    <a:pt x="396" y="1095"/>
                  </a:cubicBezTo>
                  <a:cubicBezTo>
                    <a:pt x="517" y="1217"/>
                    <a:pt x="685" y="1277"/>
                    <a:pt x="852" y="1277"/>
                  </a:cubicBezTo>
                  <a:cubicBezTo>
                    <a:pt x="1019" y="1277"/>
                    <a:pt x="1186" y="1217"/>
                    <a:pt x="1308" y="1095"/>
                  </a:cubicBezTo>
                  <a:cubicBezTo>
                    <a:pt x="1703" y="669"/>
                    <a:pt x="1429" y="1"/>
                    <a:pt x="852"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68"/>
            <p:cNvSpPr/>
            <p:nvPr/>
          </p:nvSpPr>
          <p:spPr>
            <a:xfrm>
              <a:off x="6310375" y="2239350"/>
              <a:ext cx="43325" cy="32500"/>
            </a:xfrm>
            <a:custGeom>
              <a:rect b="b" l="l" r="r" t="t"/>
              <a:pathLst>
                <a:path extrusionOk="0" h="1300" w="1733">
                  <a:moveTo>
                    <a:pt x="882" y="0"/>
                  </a:moveTo>
                  <a:cubicBezTo>
                    <a:pt x="304" y="0"/>
                    <a:pt x="0" y="699"/>
                    <a:pt x="426" y="1095"/>
                  </a:cubicBezTo>
                  <a:cubicBezTo>
                    <a:pt x="547" y="1231"/>
                    <a:pt x="707" y="1300"/>
                    <a:pt x="870" y="1300"/>
                  </a:cubicBezTo>
                  <a:cubicBezTo>
                    <a:pt x="1034" y="1300"/>
                    <a:pt x="1201" y="1231"/>
                    <a:pt x="1338" y="1095"/>
                  </a:cubicBezTo>
                  <a:cubicBezTo>
                    <a:pt x="1733" y="699"/>
                    <a:pt x="1429" y="0"/>
                    <a:pt x="882"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68"/>
            <p:cNvSpPr/>
            <p:nvPr/>
          </p:nvSpPr>
          <p:spPr>
            <a:xfrm>
              <a:off x="6208550" y="2137525"/>
              <a:ext cx="42575" cy="31925"/>
            </a:xfrm>
            <a:custGeom>
              <a:rect b="b" l="l" r="r" t="t"/>
              <a:pathLst>
                <a:path extrusionOk="0" h="1277" w="1703">
                  <a:moveTo>
                    <a:pt x="851" y="0"/>
                  </a:moveTo>
                  <a:cubicBezTo>
                    <a:pt x="274" y="0"/>
                    <a:pt x="0" y="699"/>
                    <a:pt x="395" y="1095"/>
                  </a:cubicBezTo>
                  <a:cubicBezTo>
                    <a:pt x="517" y="1216"/>
                    <a:pt x="684" y="1277"/>
                    <a:pt x="851" y="1277"/>
                  </a:cubicBezTo>
                  <a:cubicBezTo>
                    <a:pt x="1019" y="1277"/>
                    <a:pt x="1186" y="1216"/>
                    <a:pt x="1307" y="1095"/>
                  </a:cubicBezTo>
                  <a:cubicBezTo>
                    <a:pt x="1702" y="699"/>
                    <a:pt x="1429" y="0"/>
                    <a:pt x="851"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68"/>
            <p:cNvSpPr/>
            <p:nvPr/>
          </p:nvSpPr>
          <p:spPr>
            <a:xfrm>
              <a:off x="6105950" y="2034925"/>
              <a:ext cx="43350" cy="32525"/>
            </a:xfrm>
            <a:custGeom>
              <a:rect b="b" l="l" r="r" t="t"/>
              <a:pathLst>
                <a:path extrusionOk="0" h="1301" w="1734">
                  <a:moveTo>
                    <a:pt x="882" y="1"/>
                  </a:moveTo>
                  <a:cubicBezTo>
                    <a:pt x="305" y="1"/>
                    <a:pt x="1" y="700"/>
                    <a:pt x="426" y="1095"/>
                  </a:cubicBezTo>
                  <a:cubicBezTo>
                    <a:pt x="548" y="1232"/>
                    <a:pt x="708" y="1300"/>
                    <a:pt x="871" y="1300"/>
                  </a:cubicBezTo>
                  <a:cubicBezTo>
                    <a:pt x="1034" y="1300"/>
                    <a:pt x="1201" y="1232"/>
                    <a:pt x="1338" y="1095"/>
                  </a:cubicBezTo>
                  <a:cubicBezTo>
                    <a:pt x="1733" y="700"/>
                    <a:pt x="1429" y="1"/>
                    <a:pt x="882"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68"/>
            <p:cNvSpPr/>
            <p:nvPr/>
          </p:nvSpPr>
          <p:spPr>
            <a:xfrm>
              <a:off x="6004125" y="1933100"/>
              <a:ext cx="42575" cy="31950"/>
            </a:xfrm>
            <a:custGeom>
              <a:rect b="b" l="l" r="r" t="t"/>
              <a:pathLst>
                <a:path extrusionOk="0" h="1278" w="1703">
                  <a:moveTo>
                    <a:pt x="852" y="1"/>
                  </a:moveTo>
                  <a:cubicBezTo>
                    <a:pt x="685" y="1"/>
                    <a:pt x="518" y="62"/>
                    <a:pt x="396" y="183"/>
                  </a:cubicBezTo>
                  <a:cubicBezTo>
                    <a:pt x="1" y="578"/>
                    <a:pt x="274" y="1278"/>
                    <a:pt x="852" y="1278"/>
                  </a:cubicBezTo>
                  <a:cubicBezTo>
                    <a:pt x="1429" y="1278"/>
                    <a:pt x="1703" y="578"/>
                    <a:pt x="1308" y="183"/>
                  </a:cubicBezTo>
                  <a:cubicBezTo>
                    <a:pt x="1186" y="62"/>
                    <a:pt x="1019" y="1"/>
                    <a:pt x="852"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68"/>
            <p:cNvSpPr/>
            <p:nvPr/>
          </p:nvSpPr>
          <p:spPr>
            <a:xfrm>
              <a:off x="5901550" y="1830725"/>
              <a:ext cx="43325" cy="32500"/>
            </a:xfrm>
            <a:custGeom>
              <a:rect b="b" l="l" r="r" t="t"/>
              <a:pathLst>
                <a:path extrusionOk="0" h="1300" w="1733">
                  <a:moveTo>
                    <a:pt x="870" y="0"/>
                  </a:moveTo>
                  <a:cubicBezTo>
                    <a:pt x="707" y="0"/>
                    <a:pt x="548" y="69"/>
                    <a:pt x="426" y="205"/>
                  </a:cubicBezTo>
                  <a:cubicBezTo>
                    <a:pt x="0" y="600"/>
                    <a:pt x="304" y="1300"/>
                    <a:pt x="882" y="1300"/>
                  </a:cubicBezTo>
                  <a:cubicBezTo>
                    <a:pt x="1459" y="1300"/>
                    <a:pt x="1733" y="600"/>
                    <a:pt x="1338" y="205"/>
                  </a:cubicBezTo>
                  <a:cubicBezTo>
                    <a:pt x="1201" y="69"/>
                    <a:pt x="1034" y="0"/>
                    <a:pt x="870"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68"/>
            <p:cNvSpPr/>
            <p:nvPr/>
          </p:nvSpPr>
          <p:spPr>
            <a:xfrm>
              <a:off x="5799725" y="1728700"/>
              <a:ext cx="42575" cy="31950"/>
            </a:xfrm>
            <a:custGeom>
              <a:rect b="b" l="l" r="r" t="t"/>
              <a:pathLst>
                <a:path extrusionOk="0" h="1278" w="1703">
                  <a:moveTo>
                    <a:pt x="851" y="1"/>
                  </a:moveTo>
                  <a:cubicBezTo>
                    <a:pt x="684" y="1"/>
                    <a:pt x="517" y="61"/>
                    <a:pt x="396" y="183"/>
                  </a:cubicBezTo>
                  <a:cubicBezTo>
                    <a:pt x="0" y="578"/>
                    <a:pt x="274" y="1277"/>
                    <a:pt x="851" y="1277"/>
                  </a:cubicBezTo>
                  <a:cubicBezTo>
                    <a:pt x="1429" y="1277"/>
                    <a:pt x="1703" y="578"/>
                    <a:pt x="1307" y="183"/>
                  </a:cubicBezTo>
                  <a:cubicBezTo>
                    <a:pt x="1186" y="61"/>
                    <a:pt x="1019" y="1"/>
                    <a:pt x="851"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68"/>
            <p:cNvSpPr/>
            <p:nvPr/>
          </p:nvSpPr>
          <p:spPr>
            <a:xfrm>
              <a:off x="5697125" y="1626300"/>
              <a:ext cx="43350" cy="32525"/>
            </a:xfrm>
            <a:custGeom>
              <a:rect b="b" l="l" r="r" t="t"/>
              <a:pathLst>
                <a:path extrusionOk="0" h="1301" w="1734">
                  <a:moveTo>
                    <a:pt x="871" y="1"/>
                  </a:moveTo>
                  <a:cubicBezTo>
                    <a:pt x="708" y="1"/>
                    <a:pt x="548" y="69"/>
                    <a:pt x="426" y="206"/>
                  </a:cubicBezTo>
                  <a:cubicBezTo>
                    <a:pt x="1" y="601"/>
                    <a:pt x="305" y="1300"/>
                    <a:pt x="882" y="1300"/>
                  </a:cubicBezTo>
                  <a:cubicBezTo>
                    <a:pt x="1460" y="1300"/>
                    <a:pt x="1733" y="601"/>
                    <a:pt x="1338" y="206"/>
                  </a:cubicBezTo>
                  <a:cubicBezTo>
                    <a:pt x="1202" y="69"/>
                    <a:pt x="1034" y="1"/>
                    <a:pt x="871"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68"/>
            <p:cNvSpPr/>
            <p:nvPr/>
          </p:nvSpPr>
          <p:spPr>
            <a:xfrm>
              <a:off x="5595300" y="1524300"/>
              <a:ext cx="42600" cy="31925"/>
            </a:xfrm>
            <a:custGeom>
              <a:rect b="b" l="l" r="r" t="t"/>
              <a:pathLst>
                <a:path extrusionOk="0" h="1277" w="1704">
                  <a:moveTo>
                    <a:pt x="852" y="0"/>
                  </a:moveTo>
                  <a:cubicBezTo>
                    <a:pt x="685" y="0"/>
                    <a:pt x="518" y="61"/>
                    <a:pt x="396" y="183"/>
                  </a:cubicBezTo>
                  <a:cubicBezTo>
                    <a:pt x="1" y="578"/>
                    <a:pt x="274" y="1277"/>
                    <a:pt x="852" y="1277"/>
                  </a:cubicBezTo>
                  <a:cubicBezTo>
                    <a:pt x="1430" y="1277"/>
                    <a:pt x="1703" y="578"/>
                    <a:pt x="1308" y="183"/>
                  </a:cubicBezTo>
                  <a:cubicBezTo>
                    <a:pt x="1186" y="61"/>
                    <a:pt x="1019" y="0"/>
                    <a:pt x="852"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68"/>
            <p:cNvSpPr/>
            <p:nvPr/>
          </p:nvSpPr>
          <p:spPr>
            <a:xfrm>
              <a:off x="5493475" y="1421900"/>
              <a:ext cx="42600" cy="32500"/>
            </a:xfrm>
            <a:custGeom>
              <a:rect b="b" l="l" r="r" t="t"/>
              <a:pathLst>
                <a:path extrusionOk="0" h="1300" w="1704">
                  <a:moveTo>
                    <a:pt x="852" y="0"/>
                  </a:moveTo>
                  <a:cubicBezTo>
                    <a:pt x="685" y="0"/>
                    <a:pt x="518" y="69"/>
                    <a:pt x="396" y="205"/>
                  </a:cubicBezTo>
                  <a:cubicBezTo>
                    <a:pt x="1" y="601"/>
                    <a:pt x="274" y="1300"/>
                    <a:pt x="852" y="1300"/>
                  </a:cubicBezTo>
                  <a:cubicBezTo>
                    <a:pt x="1429" y="1300"/>
                    <a:pt x="1703" y="601"/>
                    <a:pt x="1308" y="205"/>
                  </a:cubicBezTo>
                  <a:cubicBezTo>
                    <a:pt x="1186" y="69"/>
                    <a:pt x="1019" y="0"/>
                    <a:pt x="852"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68"/>
            <p:cNvSpPr/>
            <p:nvPr/>
          </p:nvSpPr>
          <p:spPr>
            <a:xfrm>
              <a:off x="5390900" y="1319875"/>
              <a:ext cx="43350" cy="31950"/>
            </a:xfrm>
            <a:custGeom>
              <a:rect b="b" l="l" r="r" t="t"/>
              <a:pathLst>
                <a:path extrusionOk="0" h="1278" w="1734">
                  <a:moveTo>
                    <a:pt x="852" y="1"/>
                  </a:moveTo>
                  <a:cubicBezTo>
                    <a:pt x="274" y="1"/>
                    <a:pt x="0" y="700"/>
                    <a:pt x="396" y="1095"/>
                  </a:cubicBezTo>
                  <a:cubicBezTo>
                    <a:pt x="532" y="1217"/>
                    <a:pt x="700" y="1277"/>
                    <a:pt x="863" y="1277"/>
                  </a:cubicBezTo>
                  <a:cubicBezTo>
                    <a:pt x="1026" y="1277"/>
                    <a:pt x="1186" y="1217"/>
                    <a:pt x="1307" y="1095"/>
                  </a:cubicBezTo>
                  <a:cubicBezTo>
                    <a:pt x="1733" y="700"/>
                    <a:pt x="1429" y="1"/>
                    <a:pt x="852"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68"/>
            <p:cNvSpPr/>
            <p:nvPr/>
          </p:nvSpPr>
          <p:spPr>
            <a:xfrm>
              <a:off x="7014525" y="2760175"/>
              <a:ext cx="40575" cy="32400"/>
            </a:xfrm>
            <a:custGeom>
              <a:rect b="b" l="l" r="r" t="t"/>
              <a:pathLst>
                <a:path extrusionOk="0" h="1296" w="1623">
                  <a:moveTo>
                    <a:pt x="929" y="1"/>
                  </a:moveTo>
                  <a:cubicBezTo>
                    <a:pt x="429" y="1"/>
                    <a:pt x="0" y="646"/>
                    <a:pt x="467" y="1113"/>
                  </a:cubicBezTo>
                  <a:cubicBezTo>
                    <a:pt x="589" y="1235"/>
                    <a:pt x="756" y="1295"/>
                    <a:pt x="923" y="1295"/>
                  </a:cubicBezTo>
                  <a:cubicBezTo>
                    <a:pt x="1090" y="1295"/>
                    <a:pt x="1257" y="1235"/>
                    <a:pt x="1379" y="1113"/>
                  </a:cubicBezTo>
                  <a:cubicBezTo>
                    <a:pt x="1622" y="839"/>
                    <a:pt x="1622" y="444"/>
                    <a:pt x="1379" y="201"/>
                  </a:cubicBezTo>
                  <a:cubicBezTo>
                    <a:pt x="1238" y="60"/>
                    <a:pt x="1080" y="1"/>
                    <a:pt x="929"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68"/>
            <p:cNvSpPr/>
            <p:nvPr/>
          </p:nvSpPr>
          <p:spPr>
            <a:xfrm>
              <a:off x="6912125" y="2657600"/>
              <a:ext cx="41150" cy="32375"/>
            </a:xfrm>
            <a:custGeom>
              <a:rect b="b" l="l" r="r" t="t"/>
              <a:pathLst>
                <a:path extrusionOk="0" h="1295" w="1646">
                  <a:moveTo>
                    <a:pt x="922" y="0"/>
                  </a:moveTo>
                  <a:cubicBezTo>
                    <a:pt x="423" y="0"/>
                    <a:pt x="0" y="646"/>
                    <a:pt x="490" y="1113"/>
                  </a:cubicBezTo>
                  <a:cubicBezTo>
                    <a:pt x="612" y="1234"/>
                    <a:pt x="771" y="1295"/>
                    <a:pt x="931" y="1295"/>
                  </a:cubicBezTo>
                  <a:cubicBezTo>
                    <a:pt x="1090" y="1295"/>
                    <a:pt x="1250" y="1234"/>
                    <a:pt x="1371" y="1113"/>
                  </a:cubicBezTo>
                  <a:cubicBezTo>
                    <a:pt x="1645" y="869"/>
                    <a:pt x="1645" y="444"/>
                    <a:pt x="1371" y="201"/>
                  </a:cubicBezTo>
                  <a:cubicBezTo>
                    <a:pt x="1230" y="59"/>
                    <a:pt x="1072" y="0"/>
                    <a:pt x="922"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68"/>
            <p:cNvSpPr/>
            <p:nvPr/>
          </p:nvSpPr>
          <p:spPr>
            <a:xfrm>
              <a:off x="6810100" y="2555775"/>
              <a:ext cx="40575" cy="32375"/>
            </a:xfrm>
            <a:custGeom>
              <a:rect b="b" l="l" r="r" t="t"/>
              <a:pathLst>
                <a:path extrusionOk="0" h="1295" w="1623">
                  <a:moveTo>
                    <a:pt x="929" y="0"/>
                  </a:moveTo>
                  <a:cubicBezTo>
                    <a:pt x="430" y="0"/>
                    <a:pt x="1" y="646"/>
                    <a:pt x="468" y="1113"/>
                  </a:cubicBezTo>
                  <a:cubicBezTo>
                    <a:pt x="589" y="1234"/>
                    <a:pt x="756" y="1295"/>
                    <a:pt x="924" y="1295"/>
                  </a:cubicBezTo>
                  <a:cubicBezTo>
                    <a:pt x="1091" y="1295"/>
                    <a:pt x="1258" y="1234"/>
                    <a:pt x="1379" y="1113"/>
                  </a:cubicBezTo>
                  <a:cubicBezTo>
                    <a:pt x="1623" y="869"/>
                    <a:pt x="1623" y="444"/>
                    <a:pt x="1379" y="201"/>
                  </a:cubicBezTo>
                  <a:cubicBezTo>
                    <a:pt x="1238" y="59"/>
                    <a:pt x="1080" y="0"/>
                    <a:pt x="929"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68"/>
            <p:cNvSpPr/>
            <p:nvPr/>
          </p:nvSpPr>
          <p:spPr>
            <a:xfrm>
              <a:off x="6709325" y="2453625"/>
              <a:ext cx="43325" cy="31950"/>
            </a:xfrm>
            <a:custGeom>
              <a:rect b="b" l="l" r="r" t="t"/>
              <a:pathLst>
                <a:path extrusionOk="0" h="1278" w="1733">
                  <a:moveTo>
                    <a:pt x="881" y="1"/>
                  </a:moveTo>
                  <a:cubicBezTo>
                    <a:pt x="304" y="1"/>
                    <a:pt x="0" y="700"/>
                    <a:pt x="426" y="1095"/>
                  </a:cubicBezTo>
                  <a:cubicBezTo>
                    <a:pt x="547" y="1217"/>
                    <a:pt x="707" y="1278"/>
                    <a:pt x="870" y="1278"/>
                  </a:cubicBezTo>
                  <a:cubicBezTo>
                    <a:pt x="1033" y="1278"/>
                    <a:pt x="1201" y="1217"/>
                    <a:pt x="1337" y="1095"/>
                  </a:cubicBezTo>
                  <a:cubicBezTo>
                    <a:pt x="1733" y="700"/>
                    <a:pt x="1429" y="1"/>
                    <a:pt x="881"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68"/>
            <p:cNvSpPr/>
            <p:nvPr/>
          </p:nvSpPr>
          <p:spPr>
            <a:xfrm>
              <a:off x="6607475" y="2351800"/>
              <a:ext cx="42600" cy="31950"/>
            </a:xfrm>
            <a:custGeom>
              <a:rect b="b" l="l" r="r" t="t"/>
              <a:pathLst>
                <a:path extrusionOk="0" h="1278" w="1704">
                  <a:moveTo>
                    <a:pt x="852" y="1"/>
                  </a:moveTo>
                  <a:cubicBezTo>
                    <a:pt x="275" y="1"/>
                    <a:pt x="1" y="670"/>
                    <a:pt x="396" y="1095"/>
                  </a:cubicBezTo>
                  <a:cubicBezTo>
                    <a:pt x="518" y="1217"/>
                    <a:pt x="685" y="1278"/>
                    <a:pt x="852" y="1278"/>
                  </a:cubicBezTo>
                  <a:cubicBezTo>
                    <a:pt x="1019" y="1278"/>
                    <a:pt x="1186" y="1217"/>
                    <a:pt x="1308" y="1095"/>
                  </a:cubicBezTo>
                  <a:cubicBezTo>
                    <a:pt x="1703" y="670"/>
                    <a:pt x="1430" y="1"/>
                    <a:pt x="852"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68"/>
            <p:cNvSpPr/>
            <p:nvPr/>
          </p:nvSpPr>
          <p:spPr>
            <a:xfrm>
              <a:off x="6504900" y="2249225"/>
              <a:ext cx="43350" cy="31950"/>
            </a:xfrm>
            <a:custGeom>
              <a:rect b="b" l="l" r="r" t="t"/>
              <a:pathLst>
                <a:path extrusionOk="0" h="1278" w="1734">
                  <a:moveTo>
                    <a:pt x="882" y="1"/>
                  </a:moveTo>
                  <a:cubicBezTo>
                    <a:pt x="305" y="1"/>
                    <a:pt x="1" y="700"/>
                    <a:pt x="426" y="1095"/>
                  </a:cubicBezTo>
                  <a:cubicBezTo>
                    <a:pt x="548" y="1216"/>
                    <a:pt x="707" y="1277"/>
                    <a:pt x="871" y="1277"/>
                  </a:cubicBezTo>
                  <a:cubicBezTo>
                    <a:pt x="1034" y="1277"/>
                    <a:pt x="1201" y="1216"/>
                    <a:pt x="1338" y="1095"/>
                  </a:cubicBezTo>
                  <a:cubicBezTo>
                    <a:pt x="1733" y="700"/>
                    <a:pt x="1429" y="1"/>
                    <a:pt x="882"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68"/>
            <p:cNvSpPr/>
            <p:nvPr/>
          </p:nvSpPr>
          <p:spPr>
            <a:xfrm>
              <a:off x="6403075" y="2146650"/>
              <a:ext cx="42575" cy="32700"/>
            </a:xfrm>
            <a:custGeom>
              <a:rect b="b" l="l" r="r" t="t"/>
              <a:pathLst>
                <a:path extrusionOk="0" h="1308" w="1703">
                  <a:moveTo>
                    <a:pt x="852" y="0"/>
                  </a:moveTo>
                  <a:cubicBezTo>
                    <a:pt x="274" y="0"/>
                    <a:pt x="1" y="699"/>
                    <a:pt x="396" y="1125"/>
                  </a:cubicBezTo>
                  <a:cubicBezTo>
                    <a:pt x="517" y="1246"/>
                    <a:pt x="684" y="1307"/>
                    <a:pt x="852" y="1307"/>
                  </a:cubicBezTo>
                  <a:cubicBezTo>
                    <a:pt x="1019" y="1307"/>
                    <a:pt x="1186" y="1246"/>
                    <a:pt x="1308" y="1125"/>
                  </a:cubicBezTo>
                  <a:cubicBezTo>
                    <a:pt x="1703" y="699"/>
                    <a:pt x="1429" y="0"/>
                    <a:pt x="852"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68"/>
            <p:cNvSpPr/>
            <p:nvPr/>
          </p:nvSpPr>
          <p:spPr>
            <a:xfrm>
              <a:off x="6300500" y="2044825"/>
              <a:ext cx="43325" cy="32500"/>
            </a:xfrm>
            <a:custGeom>
              <a:rect b="b" l="l" r="r" t="t"/>
              <a:pathLst>
                <a:path extrusionOk="0" h="1300" w="1733">
                  <a:moveTo>
                    <a:pt x="882" y="0"/>
                  </a:moveTo>
                  <a:cubicBezTo>
                    <a:pt x="304" y="0"/>
                    <a:pt x="0" y="699"/>
                    <a:pt x="426" y="1094"/>
                  </a:cubicBezTo>
                  <a:cubicBezTo>
                    <a:pt x="547" y="1231"/>
                    <a:pt x="707" y="1300"/>
                    <a:pt x="870" y="1300"/>
                  </a:cubicBezTo>
                  <a:cubicBezTo>
                    <a:pt x="1034" y="1300"/>
                    <a:pt x="1201" y="1231"/>
                    <a:pt x="1338" y="1094"/>
                  </a:cubicBezTo>
                  <a:cubicBezTo>
                    <a:pt x="1733" y="699"/>
                    <a:pt x="1429" y="0"/>
                    <a:pt x="882"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68"/>
            <p:cNvSpPr/>
            <p:nvPr/>
          </p:nvSpPr>
          <p:spPr>
            <a:xfrm>
              <a:off x="6198675" y="1943000"/>
              <a:ext cx="42575" cy="31925"/>
            </a:xfrm>
            <a:custGeom>
              <a:rect b="b" l="l" r="r" t="t"/>
              <a:pathLst>
                <a:path extrusionOk="0" h="1277" w="1703">
                  <a:moveTo>
                    <a:pt x="851" y="0"/>
                  </a:moveTo>
                  <a:cubicBezTo>
                    <a:pt x="274" y="0"/>
                    <a:pt x="0" y="699"/>
                    <a:pt x="395" y="1094"/>
                  </a:cubicBezTo>
                  <a:cubicBezTo>
                    <a:pt x="517" y="1216"/>
                    <a:pt x="684" y="1277"/>
                    <a:pt x="851" y="1277"/>
                  </a:cubicBezTo>
                  <a:cubicBezTo>
                    <a:pt x="1018" y="1277"/>
                    <a:pt x="1186" y="1216"/>
                    <a:pt x="1307" y="1094"/>
                  </a:cubicBezTo>
                  <a:cubicBezTo>
                    <a:pt x="1702" y="699"/>
                    <a:pt x="1429" y="0"/>
                    <a:pt x="851"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68"/>
            <p:cNvSpPr/>
            <p:nvPr/>
          </p:nvSpPr>
          <p:spPr>
            <a:xfrm>
              <a:off x="6096075" y="1840600"/>
              <a:ext cx="43350" cy="32500"/>
            </a:xfrm>
            <a:custGeom>
              <a:rect b="b" l="l" r="r" t="t"/>
              <a:pathLst>
                <a:path extrusionOk="0" h="1300" w="1734">
                  <a:moveTo>
                    <a:pt x="871" y="0"/>
                  </a:moveTo>
                  <a:cubicBezTo>
                    <a:pt x="707" y="0"/>
                    <a:pt x="548" y="69"/>
                    <a:pt x="426" y="205"/>
                  </a:cubicBezTo>
                  <a:cubicBezTo>
                    <a:pt x="1" y="601"/>
                    <a:pt x="305" y="1300"/>
                    <a:pt x="882" y="1300"/>
                  </a:cubicBezTo>
                  <a:cubicBezTo>
                    <a:pt x="1460" y="1300"/>
                    <a:pt x="1733" y="601"/>
                    <a:pt x="1338" y="205"/>
                  </a:cubicBezTo>
                  <a:cubicBezTo>
                    <a:pt x="1201" y="69"/>
                    <a:pt x="1034" y="0"/>
                    <a:pt x="871"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68"/>
            <p:cNvSpPr/>
            <p:nvPr/>
          </p:nvSpPr>
          <p:spPr>
            <a:xfrm>
              <a:off x="5994250" y="1738575"/>
              <a:ext cx="42575" cy="31950"/>
            </a:xfrm>
            <a:custGeom>
              <a:rect b="b" l="l" r="r" t="t"/>
              <a:pathLst>
                <a:path extrusionOk="0" h="1278" w="1703">
                  <a:moveTo>
                    <a:pt x="852" y="1"/>
                  </a:moveTo>
                  <a:cubicBezTo>
                    <a:pt x="685" y="1"/>
                    <a:pt x="517" y="61"/>
                    <a:pt x="396" y="183"/>
                  </a:cubicBezTo>
                  <a:cubicBezTo>
                    <a:pt x="1" y="578"/>
                    <a:pt x="274" y="1277"/>
                    <a:pt x="852" y="1277"/>
                  </a:cubicBezTo>
                  <a:cubicBezTo>
                    <a:pt x="1429" y="1277"/>
                    <a:pt x="1703" y="578"/>
                    <a:pt x="1308" y="183"/>
                  </a:cubicBezTo>
                  <a:cubicBezTo>
                    <a:pt x="1186" y="61"/>
                    <a:pt x="1019" y="1"/>
                    <a:pt x="852"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68"/>
            <p:cNvSpPr/>
            <p:nvPr/>
          </p:nvSpPr>
          <p:spPr>
            <a:xfrm>
              <a:off x="5891675" y="1636175"/>
              <a:ext cx="43325" cy="32525"/>
            </a:xfrm>
            <a:custGeom>
              <a:rect b="b" l="l" r="r" t="t"/>
              <a:pathLst>
                <a:path extrusionOk="0" h="1301" w="1733">
                  <a:moveTo>
                    <a:pt x="870" y="1"/>
                  </a:moveTo>
                  <a:cubicBezTo>
                    <a:pt x="707" y="1"/>
                    <a:pt x="547" y="69"/>
                    <a:pt x="426" y="206"/>
                  </a:cubicBezTo>
                  <a:cubicBezTo>
                    <a:pt x="0" y="601"/>
                    <a:pt x="304" y="1300"/>
                    <a:pt x="882" y="1300"/>
                  </a:cubicBezTo>
                  <a:cubicBezTo>
                    <a:pt x="1459" y="1300"/>
                    <a:pt x="1733" y="601"/>
                    <a:pt x="1338" y="206"/>
                  </a:cubicBezTo>
                  <a:cubicBezTo>
                    <a:pt x="1201" y="69"/>
                    <a:pt x="1034" y="1"/>
                    <a:pt x="870"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68"/>
            <p:cNvSpPr/>
            <p:nvPr/>
          </p:nvSpPr>
          <p:spPr>
            <a:xfrm>
              <a:off x="5789850" y="1534175"/>
              <a:ext cx="42575" cy="31925"/>
            </a:xfrm>
            <a:custGeom>
              <a:rect b="b" l="l" r="r" t="t"/>
              <a:pathLst>
                <a:path extrusionOk="0" h="1277" w="1703">
                  <a:moveTo>
                    <a:pt x="851" y="0"/>
                  </a:moveTo>
                  <a:cubicBezTo>
                    <a:pt x="684" y="0"/>
                    <a:pt x="517" y="61"/>
                    <a:pt x="395" y="183"/>
                  </a:cubicBezTo>
                  <a:cubicBezTo>
                    <a:pt x="0" y="578"/>
                    <a:pt x="274" y="1277"/>
                    <a:pt x="851" y="1277"/>
                  </a:cubicBezTo>
                  <a:cubicBezTo>
                    <a:pt x="1429" y="1277"/>
                    <a:pt x="1702" y="578"/>
                    <a:pt x="1307" y="183"/>
                  </a:cubicBezTo>
                  <a:cubicBezTo>
                    <a:pt x="1186" y="61"/>
                    <a:pt x="1018" y="0"/>
                    <a:pt x="851"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68"/>
            <p:cNvSpPr/>
            <p:nvPr/>
          </p:nvSpPr>
          <p:spPr>
            <a:xfrm>
              <a:off x="5688025" y="1431775"/>
              <a:ext cx="42575" cy="32500"/>
            </a:xfrm>
            <a:custGeom>
              <a:rect b="b" l="l" r="r" t="t"/>
              <a:pathLst>
                <a:path extrusionOk="0" h="1300" w="1703">
                  <a:moveTo>
                    <a:pt x="851" y="0"/>
                  </a:moveTo>
                  <a:cubicBezTo>
                    <a:pt x="684" y="0"/>
                    <a:pt x="517" y="69"/>
                    <a:pt x="395" y="206"/>
                  </a:cubicBezTo>
                  <a:cubicBezTo>
                    <a:pt x="0" y="601"/>
                    <a:pt x="274" y="1300"/>
                    <a:pt x="851" y="1300"/>
                  </a:cubicBezTo>
                  <a:cubicBezTo>
                    <a:pt x="1429" y="1300"/>
                    <a:pt x="1702" y="601"/>
                    <a:pt x="1307" y="206"/>
                  </a:cubicBezTo>
                  <a:cubicBezTo>
                    <a:pt x="1186" y="69"/>
                    <a:pt x="1018" y="0"/>
                    <a:pt x="851"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68"/>
            <p:cNvSpPr/>
            <p:nvPr/>
          </p:nvSpPr>
          <p:spPr>
            <a:xfrm>
              <a:off x="5585425" y="1329750"/>
              <a:ext cx="43350" cy="31950"/>
            </a:xfrm>
            <a:custGeom>
              <a:rect b="b" l="l" r="r" t="t"/>
              <a:pathLst>
                <a:path extrusionOk="0" h="1278" w="1734">
                  <a:moveTo>
                    <a:pt x="863" y="1"/>
                  </a:moveTo>
                  <a:cubicBezTo>
                    <a:pt x="700" y="1"/>
                    <a:pt x="533" y="62"/>
                    <a:pt x="396" y="183"/>
                  </a:cubicBezTo>
                  <a:cubicBezTo>
                    <a:pt x="1" y="578"/>
                    <a:pt x="274" y="1277"/>
                    <a:pt x="852" y="1277"/>
                  </a:cubicBezTo>
                  <a:cubicBezTo>
                    <a:pt x="1429" y="1277"/>
                    <a:pt x="1733" y="578"/>
                    <a:pt x="1308" y="183"/>
                  </a:cubicBezTo>
                  <a:cubicBezTo>
                    <a:pt x="1186" y="62"/>
                    <a:pt x="1027" y="1"/>
                    <a:pt x="863"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68"/>
            <p:cNvSpPr/>
            <p:nvPr/>
          </p:nvSpPr>
          <p:spPr>
            <a:xfrm>
              <a:off x="5482850" y="1227175"/>
              <a:ext cx="43325" cy="32700"/>
            </a:xfrm>
            <a:custGeom>
              <a:rect b="b" l="l" r="r" t="t"/>
              <a:pathLst>
                <a:path extrusionOk="0" h="1308" w="1733">
                  <a:moveTo>
                    <a:pt x="882" y="0"/>
                  </a:moveTo>
                  <a:cubicBezTo>
                    <a:pt x="304" y="0"/>
                    <a:pt x="0" y="700"/>
                    <a:pt x="426" y="1125"/>
                  </a:cubicBezTo>
                  <a:cubicBezTo>
                    <a:pt x="547" y="1247"/>
                    <a:pt x="707" y="1307"/>
                    <a:pt x="870" y="1307"/>
                  </a:cubicBezTo>
                  <a:cubicBezTo>
                    <a:pt x="1034" y="1307"/>
                    <a:pt x="1201" y="1247"/>
                    <a:pt x="1338" y="1125"/>
                  </a:cubicBezTo>
                  <a:cubicBezTo>
                    <a:pt x="1733" y="700"/>
                    <a:pt x="1429" y="0"/>
                    <a:pt x="882"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68"/>
            <p:cNvSpPr/>
            <p:nvPr/>
          </p:nvSpPr>
          <p:spPr>
            <a:xfrm>
              <a:off x="6699425" y="2259100"/>
              <a:ext cx="43350" cy="31950"/>
            </a:xfrm>
            <a:custGeom>
              <a:rect b="b" l="l" r="r" t="t"/>
              <a:pathLst>
                <a:path extrusionOk="0" h="1278" w="1734">
                  <a:moveTo>
                    <a:pt x="871" y="1"/>
                  </a:moveTo>
                  <a:cubicBezTo>
                    <a:pt x="708" y="1"/>
                    <a:pt x="548" y="61"/>
                    <a:pt x="426" y="183"/>
                  </a:cubicBezTo>
                  <a:cubicBezTo>
                    <a:pt x="1" y="609"/>
                    <a:pt x="305" y="1277"/>
                    <a:pt x="882" y="1277"/>
                  </a:cubicBezTo>
                  <a:cubicBezTo>
                    <a:pt x="1429" y="1277"/>
                    <a:pt x="1733" y="609"/>
                    <a:pt x="1338" y="183"/>
                  </a:cubicBezTo>
                  <a:cubicBezTo>
                    <a:pt x="1202" y="61"/>
                    <a:pt x="1034" y="1"/>
                    <a:pt x="871"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68"/>
            <p:cNvSpPr/>
            <p:nvPr/>
          </p:nvSpPr>
          <p:spPr>
            <a:xfrm>
              <a:off x="6597600" y="2157275"/>
              <a:ext cx="42575" cy="31950"/>
            </a:xfrm>
            <a:custGeom>
              <a:rect b="b" l="l" r="r" t="t"/>
              <a:pathLst>
                <a:path extrusionOk="0" h="1278" w="1703">
                  <a:moveTo>
                    <a:pt x="852" y="1"/>
                  </a:moveTo>
                  <a:cubicBezTo>
                    <a:pt x="685" y="1"/>
                    <a:pt x="518" y="61"/>
                    <a:pt x="396" y="183"/>
                  </a:cubicBezTo>
                  <a:cubicBezTo>
                    <a:pt x="1" y="578"/>
                    <a:pt x="274" y="1277"/>
                    <a:pt x="852" y="1277"/>
                  </a:cubicBezTo>
                  <a:cubicBezTo>
                    <a:pt x="1429" y="1277"/>
                    <a:pt x="1703" y="578"/>
                    <a:pt x="1308" y="183"/>
                  </a:cubicBezTo>
                  <a:cubicBezTo>
                    <a:pt x="1186" y="61"/>
                    <a:pt x="1019" y="1"/>
                    <a:pt x="852"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68"/>
            <p:cNvSpPr/>
            <p:nvPr/>
          </p:nvSpPr>
          <p:spPr>
            <a:xfrm>
              <a:off x="6495025" y="2054700"/>
              <a:ext cx="43325" cy="31925"/>
            </a:xfrm>
            <a:custGeom>
              <a:rect b="b" l="l" r="r" t="t"/>
              <a:pathLst>
                <a:path extrusionOk="0" h="1277" w="1733">
                  <a:moveTo>
                    <a:pt x="867" y="0"/>
                  </a:moveTo>
                  <a:cubicBezTo>
                    <a:pt x="707" y="0"/>
                    <a:pt x="548" y="61"/>
                    <a:pt x="426" y="183"/>
                  </a:cubicBezTo>
                  <a:cubicBezTo>
                    <a:pt x="0" y="608"/>
                    <a:pt x="304" y="1277"/>
                    <a:pt x="882" y="1277"/>
                  </a:cubicBezTo>
                  <a:cubicBezTo>
                    <a:pt x="1429" y="1277"/>
                    <a:pt x="1733" y="608"/>
                    <a:pt x="1307" y="183"/>
                  </a:cubicBezTo>
                  <a:cubicBezTo>
                    <a:pt x="1186" y="61"/>
                    <a:pt x="1026" y="0"/>
                    <a:pt x="867"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68"/>
            <p:cNvSpPr/>
            <p:nvPr/>
          </p:nvSpPr>
          <p:spPr>
            <a:xfrm>
              <a:off x="6393200" y="1952875"/>
              <a:ext cx="42575" cy="31925"/>
            </a:xfrm>
            <a:custGeom>
              <a:rect b="b" l="l" r="r" t="t"/>
              <a:pathLst>
                <a:path extrusionOk="0" h="1277" w="1703">
                  <a:moveTo>
                    <a:pt x="851" y="0"/>
                  </a:moveTo>
                  <a:cubicBezTo>
                    <a:pt x="684" y="0"/>
                    <a:pt x="517" y="61"/>
                    <a:pt x="396" y="183"/>
                  </a:cubicBezTo>
                  <a:cubicBezTo>
                    <a:pt x="0" y="578"/>
                    <a:pt x="274" y="1277"/>
                    <a:pt x="851" y="1277"/>
                  </a:cubicBezTo>
                  <a:cubicBezTo>
                    <a:pt x="1429" y="1277"/>
                    <a:pt x="1703" y="578"/>
                    <a:pt x="1307" y="183"/>
                  </a:cubicBezTo>
                  <a:cubicBezTo>
                    <a:pt x="1186" y="61"/>
                    <a:pt x="1019" y="0"/>
                    <a:pt x="851"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68"/>
            <p:cNvSpPr/>
            <p:nvPr/>
          </p:nvSpPr>
          <p:spPr>
            <a:xfrm>
              <a:off x="6290600" y="1850475"/>
              <a:ext cx="43350" cy="32500"/>
            </a:xfrm>
            <a:custGeom>
              <a:rect b="b" l="l" r="r" t="t"/>
              <a:pathLst>
                <a:path extrusionOk="0" h="1300" w="1734">
                  <a:moveTo>
                    <a:pt x="871" y="0"/>
                  </a:moveTo>
                  <a:cubicBezTo>
                    <a:pt x="708" y="0"/>
                    <a:pt x="548" y="69"/>
                    <a:pt x="427" y="206"/>
                  </a:cubicBezTo>
                  <a:cubicBezTo>
                    <a:pt x="1" y="601"/>
                    <a:pt x="305" y="1300"/>
                    <a:pt x="882" y="1300"/>
                  </a:cubicBezTo>
                  <a:cubicBezTo>
                    <a:pt x="1460" y="1300"/>
                    <a:pt x="1734" y="601"/>
                    <a:pt x="1338" y="206"/>
                  </a:cubicBezTo>
                  <a:cubicBezTo>
                    <a:pt x="1202" y="69"/>
                    <a:pt x="1034" y="0"/>
                    <a:pt x="871"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68"/>
            <p:cNvSpPr/>
            <p:nvPr/>
          </p:nvSpPr>
          <p:spPr>
            <a:xfrm>
              <a:off x="6188775" y="1748450"/>
              <a:ext cx="42600" cy="31950"/>
            </a:xfrm>
            <a:custGeom>
              <a:rect b="b" l="l" r="r" t="t"/>
              <a:pathLst>
                <a:path extrusionOk="0" h="1278" w="1704">
                  <a:moveTo>
                    <a:pt x="852" y="1"/>
                  </a:moveTo>
                  <a:cubicBezTo>
                    <a:pt x="685" y="1"/>
                    <a:pt x="518" y="62"/>
                    <a:pt x="396" y="183"/>
                  </a:cubicBezTo>
                  <a:cubicBezTo>
                    <a:pt x="1" y="578"/>
                    <a:pt x="275" y="1277"/>
                    <a:pt x="852" y="1277"/>
                  </a:cubicBezTo>
                  <a:cubicBezTo>
                    <a:pt x="1430" y="1277"/>
                    <a:pt x="1703" y="578"/>
                    <a:pt x="1308" y="183"/>
                  </a:cubicBezTo>
                  <a:cubicBezTo>
                    <a:pt x="1186" y="62"/>
                    <a:pt x="1019" y="1"/>
                    <a:pt x="852"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68"/>
            <p:cNvSpPr/>
            <p:nvPr/>
          </p:nvSpPr>
          <p:spPr>
            <a:xfrm>
              <a:off x="6092275" y="1645875"/>
              <a:ext cx="31950" cy="32700"/>
            </a:xfrm>
            <a:custGeom>
              <a:rect b="b" l="l" r="r" t="t"/>
              <a:pathLst>
                <a:path extrusionOk="0" h="1308" w="1278">
                  <a:moveTo>
                    <a:pt x="639" y="0"/>
                  </a:moveTo>
                  <a:cubicBezTo>
                    <a:pt x="274" y="0"/>
                    <a:pt x="1" y="304"/>
                    <a:pt x="1" y="639"/>
                  </a:cubicBezTo>
                  <a:cubicBezTo>
                    <a:pt x="1" y="1003"/>
                    <a:pt x="274" y="1307"/>
                    <a:pt x="639" y="1307"/>
                  </a:cubicBezTo>
                  <a:cubicBezTo>
                    <a:pt x="973" y="1307"/>
                    <a:pt x="1277" y="1003"/>
                    <a:pt x="1277" y="639"/>
                  </a:cubicBezTo>
                  <a:cubicBezTo>
                    <a:pt x="1277" y="304"/>
                    <a:pt x="973" y="0"/>
                    <a:pt x="639"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68"/>
            <p:cNvSpPr/>
            <p:nvPr/>
          </p:nvSpPr>
          <p:spPr>
            <a:xfrm>
              <a:off x="5984375" y="1544050"/>
              <a:ext cx="42575" cy="31950"/>
            </a:xfrm>
            <a:custGeom>
              <a:rect b="b" l="l" r="r" t="t"/>
              <a:pathLst>
                <a:path extrusionOk="0" h="1278" w="1703">
                  <a:moveTo>
                    <a:pt x="852" y="0"/>
                  </a:moveTo>
                  <a:cubicBezTo>
                    <a:pt x="684" y="0"/>
                    <a:pt x="517" y="61"/>
                    <a:pt x="396" y="183"/>
                  </a:cubicBezTo>
                  <a:cubicBezTo>
                    <a:pt x="1" y="578"/>
                    <a:pt x="274" y="1277"/>
                    <a:pt x="852" y="1277"/>
                  </a:cubicBezTo>
                  <a:cubicBezTo>
                    <a:pt x="1429" y="1277"/>
                    <a:pt x="1703" y="578"/>
                    <a:pt x="1308" y="183"/>
                  </a:cubicBezTo>
                  <a:cubicBezTo>
                    <a:pt x="1186" y="61"/>
                    <a:pt x="1019" y="0"/>
                    <a:pt x="852"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68"/>
            <p:cNvSpPr/>
            <p:nvPr/>
          </p:nvSpPr>
          <p:spPr>
            <a:xfrm>
              <a:off x="5887875" y="1441475"/>
              <a:ext cx="31925" cy="32700"/>
            </a:xfrm>
            <a:custGeom>
              <a:rect b="b" l="l" r="r" t="t"/>
              <a:pathLst>
                <a:path extrusionOk="0" h="1308" w="1277">
                  <a:moveTo>
                    <a:pt x="639" y="0"/>
                  </a:moveTo>
                  <a:cubicBezTo>
                    <a:pt x="274" y="0"/>
                    <a:pt x="0" y="304"/>
                    <a:pt x="0" y="638"/>
                  </a:cubicBezTo>
                  <a:cubicBezTo>
                    <a:pt x="0" y="1003"/>
                    <a:pt x="274" y="1307"/>
                    <a:pt x="639" y="1307"/>
                  </a:cubicBezTo>
                  <a:cubicBezTo>
                    <a:pt x="973" y="1307"/>
                    <a:pt x="1277" y="1003"/>
                    <a:pt x="1277" y="638"/>
                  </a:cubicBezTo>
                  <a:cubicBezTo>
                    <a:pt x="1277" y="304"/>
                    <a:pt x="973" y="0"/>
                    <a:pt x="639"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68"/>
            <p:cNvSpPr/>
            <p:nvPr/>
          </p:nvSpPr>
          <p:spPr>
            <a:xfrm>
              <a:off x="5779975" y="1339650"/>
              <a:ext cx="43325" cy="31925"/>
            </a:xfrm>
            <a:custGeom>
              <a:rect b="b" l="l" r="r" t="t"/>
              <a:pathLst>
                <a:path extrusionOk="0" h="1277" w="1733">
                  <a:moveTo>
                    <a:pt x="863" y="0"/>
                  </a:moveTo>
                  <a:cubicBezTo>
                    <a:pt x="699" y="0"/>
                    <a:pt x="532" y="61"/>
                    <a:pt x="395" y="182"/>
                  </a:cubicBezTo>
                  <a:cubicBezTo>
                    <a:pt x="0" y="578"/>
                    <a:pt x="274" y="1277"/>
                    <a:pt x="851" y="1277"/>
                  </a:cubicBezTo>
                  <a:cubicBezTo>
                    <a:pt x="1429" y="1277"/>
                    <a:pt x="1733" y="578"/>
                    <a:pt x="1307" y="182"/>
                  </a:cubicBezTo>
                  <a:cubicBezTo>
                    <a:pt x="1186" y="61"/>
                    <a:pt x="1026" y="0"/>
                    <a:pt x="863"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68"/>
            <p:cNvSpPr/>
            <p:nvPr/>
          </p:nvSpPr>
          <p:spPr>
            <a:xfrm>
              <a:off x="5678150" y="1237250"/>
              <a:ext cx="42575" cy="32500"/>
            </a:xfrm>
            <a:custGeom>
              <a:rect b="b" l="l" r="r" t="t"/>
              <a:pathLst>
                <a:path extrusionOk="0" h="1300" w="1703">
                  <a:moveTo>
                    <a:pt x="851" y="0"/>
                  </a:moveTo>
                  <a:cubicBezTo>
                    <a:pt x="684" y="0"/>
                    <a:pt x="517" y="69"/>
                    <a:pt x="395" y="205"/>
                  </a:cubicBezTo>
                  <a:cubicBezTo>
                    <a:pt x="0" y="601"/>
                    <a:pt x="274" y="1300"/>
                    <a:pt x="851" y="1300"/>
                  </a:cubicBezTo>
                  <a:cubicBezTo>
                    <a:pt x="1429" y="1300"/>
                    <a:pt x="1702" y="601"/>
                    <a:pt x="1307" y="205"/>
                  </a:cubicBezTo>
                  <a:cubicBezTo>
                    <a:pt x="1185" y="69"/>
                    <a:pt x="1018" y="0"/>
                    <a:pt x="851"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68"/>
            <p:cNvSpPr/>
            <p:nvPr/>
          </p:nvSpPr>
          <p:spPr>
            <a:xfrm>
              <a:off x="5575550" y="1135225"/>
              <a:ext cx="43350" cy="31950"/>
            </a:xfrm>
            <a:custGeom>
              <a:rect b="b" l="l" r="r" t="t"/>
              <a:pathLst>
                <a:path extrusionOk="0" h="1278" w="1734">
                  <a:moveTo>
                    <a:pt x="852" y="1"/>
                  </a:moveTo>
                  <a:cubicBezTo>
                    <a:pt x="274" y="1"/>
                    <a:pt x="1" y="700"/>
                    <a:pt x="396" y="1095"/>
                  </a:cubicBezTo>
                  <a:cubicBezTo>
                    <a:pt x="533" y="1216"/>
                    <a:pt x="700" y="1277"/>
                    <a:pt x="863" y="1277"/>
                  </a:cubicBezTo>
                  <a:cubicBezTo>
                    <a:pt x="1026" y="1277"/>
                    <a:pt x="1186" y="1216"/>
                    <a:pt x="1308" y="1095"/>
                  </a:cubicBezTo>
                  <a:cubicBezTo>
                    <a:pt x="1733" y="700"/>
                    <a:pt x="1429" y="1"/>
                    <a:pt x="852"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68"/>
            <p:cNvSpPr/>
            <p:nvPr/>
          </p:nvSpPr>
          <p:spPr>
            <a:xfrm>
              <a:off x="6689550" y="2065325"/>
              <a:ext cx="43350" cy="31950"/>
            </a:xfrm>
            <a:custGeom>
              <a:rect b="b" l="l" r="r" t="t"/>
              <a:pathLst>
                <a:path extrusionOk="0" h="1278" w="1734">
                  <a:moveTo>
                    <a:pt x="871" y="1"/>
                  </a:moveTo>
                  <a:cubicBezTo>
                    <a:pt x="707" y="1"/>
                    <a:pt x="548" y="62"/>
                    <a:pt x="426" y="183"/>
                  </a:cubicBezTo>
                  <a:cubicBezTo>
                    <a:pt x="1" y="578"/>
                    <a:pt x="305" y="1277"/>
                    <a:pt x="882" y="1277"/>
                  </a:cubicBezTo>
                  <a:cubicBezTo>
                    <a:pt x="1429" y="1277"/>
                    <a:pt x="1733" y="578"/>
                    <a:pt x="1338" y="183"/>
                  </a:cubicBezTo>
                  <a:cubicBezTo>
                    <a:pt x="1201" y="62"/>
                    <a:pt x="1034" y="1"/>
                    <a:pt x="871"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68"/>
            <p:cNvSpPr/>
            <p:nvPr/>
          </p:nvSpPr>
          <p:spPr>
            <a:xfrm>
              <a:off x="6587725" y="1962750"/>
              <a:ext cx="42575" cy="31925"/>
            </a:xfrm>
            <a:custGeom>
              <a:rect b="b" l="l" r="r" t="t"/>
              <a:pathLst>
                <a:path extrusionOk="0" h="1277" w="1703">
                  <a:moveTo>
                    <a:pt x="852" y="0"/>
                  </a:moveTo>
                  <a:cubicBezTo>
                    <a:pt x="685" y="0"/>
                    <a:pt x="517" y="61"/>
                    <a:pt x="396" y="183"/>
                  </a:cubicBezTo>
                  <a:cubicBezTo>
                    <a:pt x="1" y="578"/>
                    <a:pt x="274" y="1277"/>
                    <a:pt x="852" y="1277"/>
                  </a:cubicBezTo>
                  <a:cubicBezTo>
                    <a:pt x="1429" y="1277"/>
                    <a:pt x="1703" y="578"/>
                    <a:pt x="1308" y="183"/>
                  </a:cubicBezTo>
                  <a:cubicBezTo>
                    <a:pt x="1186" y="61"/>
                    <a:pt x="1019" y="0"/>
                    <a:pt x="852"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68"/>
            <p:cNvSpPr/>
            <p:nvPr/>
          </p:nvSpPr>
          <p:spPr>
            <a:xfrm>
              <a:off x="6485150" y="1860150"/>
              <a:ext cx="43325" cy="31950"/>
            </a:xfrm>
            <a:custGeom>
              <a:rect b="b" l="l" r="r" t="t"/>
              <a:pathLst>
                <a:path extrusionOk="0" h="1278" w="1733">
                  <a:moveTo>
                    <a:pt x="870" y="1"/>
                  </a:moveTo>
                  <a:cubicBezTo>
                    <a:pt x="707" y="1"/>
                    <a:pt x="547" y="62"/>
                    <a:pt x="426" y="183"/>
                  </a:cubicBezTo>
                  <a:cubicBezTo>
                    <a:pt x="0" y="609"/>
                    <a:pt x="304" y="1278"/>
                    <a:pt x="882" y="1278"/>
                  </a:cubicBezTo>
                  <a:cubicBezTo>
                    <a:pt x="1459" y="1278"/>
                    <a:pt x="1733" y="609"/>
                    <a:pt x="1338" y="183"/>
                  </a:cubicBezTo>
                  <a:cubicBezTo>
                    <a:pt x="1201" y="62"/>
                    <a:pt x="1034" y="1"/>
                    <a:pt x="870"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68"/>
            <p:cNvSpPr/>
            <p:nvPr/>
          </p:nvSpPr>
          <p:spPr>
            <a:xfrm>
              <a:off x="6388650" y="1758325"/>
              <a:ext cx="31925" cy="31950"/>
            </a:xfrm>
            <a:custGeom>
              <a:rect b="b" l="l" r="r" t="t"/>
              <a:pathLst>
                <a:path extrusionOk="0" h="1278" w="1277">
                  <a:moveTo>
                    <a:pt x="638" y="1"/>
                  </a:moveTo>
                  <a:cubicBezTo>
                    <a:pt x="304" y="1"/>
                    <a:pt x="0" y="275"/>
                    <a:pt x="0" y="639"/>
                  </a:cubicBezTo>
                  <a:cubicBezTo>
                    <a:pt x="0" y="1004"/>
                    <a:pt x="304" y="1278"/>
                    <a:pt x="638" y="1278"/>
                  </a:cubicBezTo>
                  <a:cubicBezTo>
                    <a:pt x="1003" y="1278"/>
                    <a:pt x="1277" y="1004"/>
                    <a:pt x="1277" y="639"/>
                  </a:cubicBezTo>
                  <a:cubicBezTo>
                    <a:pt x="1277" y="275"/>
                    <a:pt x="1003" y="1"/>
                    <a:pt x="638"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68"/>
            <p:cNvSpPr/>
            <p:nvPr/>
          </p:nvSpPr>
          <p:spPr>
            <a:xfrm>
              <a:off x="6280725" y="1655750"/>
              <a:ext cx="43350" cy="32700"/>
            </a:xfrm>
            <a:custGeom>
              <a:rect b="b" l="l" r="r" t="t"/>
              <a:pathLst>
                <a:path extrusionOk="0" h="1308" w="1734">
                  <a:moveTo>
                    <a:pt x="871" y="1"/>
                  </a:moveTo>
                  <a:cubicBezTo>
                    <a:pt x="708" y="1"/>
                    <a:pt x="548" y="61"/>
                    <a:pt x="426" y="183"/>
                  </a:cubicBezTo>
                  <a:cubicBezTo>
                    <a:pt x="1" y="608"/>
                    <a:pt x="305" y="1308"/>
                    <a:pt x="882" y="1308"/>
                  </a:cubicBezTo>
                  <a:cubicBezTo>
                    <a:pt x="1460" y="1308"/>
                    <a:pt x="1733" y="608"/>
                    <a:pt x="1338" y="183"/>
                  </a:cubicBezTo>
                  <a:cubicBezTo>
                    <a:pt x="1201" y="61"/>
                    <a:pt x="1034" y="1"/>
                    <a:pt x="871"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68"/>
            <p:cNvSpPr/>
            <p:nvPr/>
          </p:nvSpPr>
          <p:spPr>
            <a:xfrm>
              <a:off x="6178900" y="1553925"/>
              <a:ext cx="42575" cy="31950"/>
            </a:xfrm>
            <a:custGeom>
              <a:rect b="b" l="l" r="r" t="t"/>
              <a:pathLst>
                <a:path extrusionOk="0" h="1278" w="1703">
                  <a:moveTo>
                    <a:pt x="852" y="1"/>
                  </a:moveTo>
                  <a:cubicBezTo>
                    <a:pt x="685" y="1"/>
                    <a:pt x="518" y="61"/>
                    <a:pt x="396" y="183"/>
                  </a:cubicBezTo>
                  <a:cubicBezTo>
                    <a:pt x="1" y="578"/>
                    <a:pt x="274" y="1277"/>
                    <a:pt x="852" y="1277"/>
                  </a:cubicBezTo>
                  <a:cubicBezTo>
                    <a:pt x="1429" y="1277"/>
                    <a:pt x="1703" y="578"/>
                    <a:pt x="1308" y="183"/>
                  </a:cubicBezTo>
                  <a:cubicBezTo>
                    <a:pt x="1186" y="61"/>
                    <a:pt x="1019" y="1"/>
                    <a:pt x="852"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68"/>
            <p:cNvSpPr/>
            <p:nvPr/>
          </p:nvSpPr>
          <p:spPr>
            <a:xfrm>
              <a:off x="6077075" y="1451525"/>
              <a:ext cx="42575" cy="32525"/>
            </a:xfrm>
            <a:custGeom>
              <a:rect b="b" l="l" r="r" t="t"/>
              <a:pathLst>
                <a:path extrusionOk="0" h="1301" w="1703">
                  <a:moveTo>
                    <a:pt x="852" y="1"/>
                  </a:moveTo>
                  <a:cubicBezTo>
                    <a:pt x="685" y="1"/>
                    <a:pt x="518" y="69"/>
                    <a:pt x="396" y="206"/>
                  </a:cubicBezTo>
                  <a:cubicBezTo>
                    <a:pt x="1" y="601"/>
                    <a:pt x="274" y="1300"/>
                    <a:pt x="852" y="1300"/>
                  </a:cubicBezTo>
                  <a:cubicBezTo>
                    <a:pt x="1429" y="1300"/>
                    <a:pt x="1703" y="601"/>
                    <a:pt x="1308" y="206"/>
                  </a:cubicBezTo>
                  <a:cubicBezTo>
                    <a:pt x="1186" y="69"/>
                    <a:pt x="1019" y="1"/>
                    <a:pt x="852"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68"/>
            <p:cNvSpPr/>
            <p:nvPr/>
          </p:nvSpPr>
          <p:spPr>
            <a:xfrm>
              <a:off x="5974500" y="1349525"/>
              <a:ext cx="43325" cy="31925"/>
            </a:xfrm>
            <a:custGeom>
              <a:rect b="b" l="l" r="r" t="t"/>
              <a:pathLst>
                <a:path extrusionOk="0" h="1277" w="1733">
                  <a:moveTo>
                    <a:pt x="863" y="0"/>
                  </a:moveTo>
                  <a:cubicBezTo>
                    <a:pt x="699" y="0"/>
                    <a:pt x="532" y="61"/>
                    <a:pt x="396" y="183"/>
                  </a:cubicBezTo>
                  <a:cubicBezTo>
                    <a:pt x="0" y="578"/>
                    <a:pt x="274" y="1277"/>
                    <a:pt x="851" y="1277"/>
                  </a:cubicBezTo>
                  <a:cubicBezTo>
                    <a:pt x="1429" y="1277"/>
                    <a:pt x="1733" y="578"/>
                    <a:pt x="1307" y="183"/>
                  </a:cubicBezTo>
                  <a:cubicBezTo>
                    <a:pt x="1186" y="61"/>
                    <a:pt x="1026" y="0"/>
                    <a:pt x="863"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68"/>
            <p:cNvSpPr/>
            <p:nvPr/>
          </p:nvSpPr>
          <p:spPr>
            <a:xfrm>
              <a:off x="5872675" y="1247125"/>
              <a:ext cx="42575" cy="32500"/>
            </a:xfrm>
            <a:custGeom>
              <a:rect b="b" l="l" r="r" t="t"/>
              <a:pathLst>
                <a:path extrusionOk="0" h="1300" w="1703">
                  <a:moveTo>
                    <a:pt x="851" y="0"/>
                  </a:moveTo>
                  <a:cubicBezTo>
                    <a:pt x="684" y="0"/>
                    <a:pt x="517" y="69"/>
                    <a:pt x="395" y="206"/>
                  </a:cubicBezTo>
                  <a:cubicBezTo>
                    <a:pt x="0" y="601"/>
                    <a:pt x="274" y="1300"/>
                    <a:pt x="851" y="1300"/>
                  </a:cubicBezTo>
                  <a:cubicBezTo>
                    <a:pt x="1429" y="1300"/>
                    <a:pt x="1703" y="601"/>
                    <a:pt x="1307" y="206"/>
                  </a:cubicBezTo>
                  <a:cubicBezTo>
                    <a:pt x="1186" y="69"/>
                    <a:pt x="1019" y="0"/>
                    <a:pt x="851"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68"/>
            <p:cNvSpPr/>
            <p:nvPr/>
          </p:nvSpPr>
          <p:spPr>
            <a:xfrm>
              <a:off x="5770075" y="1145100"/>
              <a:ext cx="43350" cy="31950"/>
            </a:xfrm>
            <a:custGeom>
              <a:rect b="b" l="l" r="r" t="t"/>
              <a:pathLst>
                <a:path extrusionOk="0" h="1278" w="1734">
                  <a:moveTo>
                    <a:pt x="863" y="1"/>
                  </a:moveTo>
                  <a:cubicBezTo>
                    <a:pt x="700" y="1"/>
                    <a:pt x="533" y="62"/>
                    <a:pt x="396" y="183"/>
                  </a:cubicBezTo>
                  <a:cubicBezTo>
                    <a:pt x="1" y="578"/>
                    <a:pt x="274" y="1277"/>
                    <a:pt x="852" y="1277"/>
                  </a:cubicBezTo>
                  <a:cubicBezTo>
                    <a:pt x="1430" y="1277"/>
                    <a:pt x="1733" y="578"/>
                    <a:pt x="1308" y="183"/>
                  </a:cubicBezTo>
                  <a:cubicBezTo>
                    <a:pt x="1186" y="62"/>
                    <a:pt x="1027" y="1"/>
                    <a:pt x="863"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68"/>
            <p:cNvSpPr/>
            <p:nvPr/>
          </p:nvSpPr>
          <p:spPr>
            <a:xfrm>
              <a:off x="5668250" y="1042525"/>
              <a:ext cx="42600" cy="32700"/>
            </a:xfrm>
            <a:custGeom>
              <a:rect b="b" l="l" r="r" t="t"/>
              <a:pathLst>
                <a:path extrusionOk="0" h="1308" w="1704">
                  <a:moveTo>
                    <a:pt x="852" y="0"/>
                  </a:moveTo>
                  <a:cubicBezTo>
                    <a:pt x="274" y="0"/>
                    <a:pt x="1" y="699"/>
                    <a:pt x="396" y="1125"/>
                  </a:cubicBezTo>
                  <a:cubicBezTo>
                    <a:pt x="518" y="1247"/>
                    <a:pt x="685" y="1307"/>
                    <a:pt x="852" y="1307"/>
                  </a:cubicBezTo>
                  <a:cubicBezTo>
                    <a:pt x="1019" y="1307"/>
                    <a:pt x="1186" y="1247"/>
                    <a:pt x="1308" y="1125"/>
                  </a:cubicBezTo>
                  <a:cubicBezTo>
                    <a:pt x="1703" y="699"/>
                    <a:pt x="1430" y="0"/>
                    <a:pt x="852"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68"/>
            <p:cNvSpPr/>
            <p:nvPr/>
          </p:nvSpPr>
          <p:spPr>
            <a:xfrm>
              <a:off x="6679675" y="1870050"/>
              <a:ext cx="43350" cy="31925"/>
            </a:xfrm>
            <a:custGeom>
              <a:rect b="b" l="l" r="r" t="t"/>
              <a:pathLst>
                <a:path extrusionOk="0" h="1277" w="1734">
                  <a:moveTo>
                    <a:pt x="871" y="0"/>
                  </a:moveTo>
                  <a:cubicBezTo>
                    <a:pt x="707" y="0"/>
                    <a:pt x="548" y="61"/>
                    <a:pt x="426" y="182"/>
                  </a:cubicBezTo>
                  <a:cubicBezTo>
                    <a:pt x="1" y="608"/>
                    <a:pt x="305" y="1277"/>
                    <a:pt x="882" y="1277"/>
                  </a:cubicBezTo>
                  <a:cubicBezTo>
                    <a:pt x="1460" y="1277"/>
                    <a:pt x="1733" y="608"/>
                    <a:pt x="1338" y="182"/>
                  </a:cubicBezTo>
                  <a:cubicBezTo>
                    <a:pt x="1201" y="61"/>
                    <a:pt x="1034" y="0"/>
                    <a:pt x="871"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68"/>
            <p:cNvSpPr/>
            <p:nvPr/>
          </p:nvSpPr>
          <p:spPr>
            <a:xfrm>
              <a:off x="6577850" y="1768225"/>
              <a:ext cx="42575" cy="31925"/>
            </a:xfrm>
            <a:custGeom>
              <a:rect b="b" l="l" r="r" t="t"/>
              <a:pathLst>
                <a:path extrusionOk="0" h="1277" w="1703">
                  <a:moveTo>
                    <a:pt x="852" y="0"/>
                  </a:moveTo>
                  <a:cubicBezTo>
                    <a:pt x="684" y="0"/>
                    <a:pt x="517" y="61"/>
                    <a:pt x="396" y="182"/>
                  </a:cubicBezTo>
                  <a:cubicBezTo>
                    <a:pt x="1" y="578"/>
                    <a:pt x="274" y="1277"/>
                    <a:pt x="852" y="1277"/>
                  </a:cubicBezTo>
                  <a:cubicBezTo>
                    <a:pt x="1429" y="1277"/>
                    <a:pt x="1703" y="578"/>
                    <a:pt x="1308" y="182"/>
                  </a:cubicBezTo>
                  <a:cubicBezTo>
                    <a:pt x="1186" y="61"/>
                    <a:pt x="1019" y="0"/>
                    <a:pt x="852"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68"/>
            <p:cNvSpPr/>
            <p:nvPr/>
          </p:nvSpPr>
          <p:spPr>
            <a:xfrm>
              <a:off x="6475275" y="1666400"/>
              <a:ext cx="43325" cy="31925"/>
            </a:xfrm>
            <a:custGeom>
              <a:rect b="b" l="l" r="r" t="t"/>
              <a:pathLst>
                <a:path extrusionOk="0" h="1277" w="1733">
                  <a:moveTo>
                    <a:pt x="870" y="0"/>
                  </a:moveTo>
                  <a:cubicBezTo>
                    <a:pt x="707" y="0"/>
                    <a:pt x="547" y="61"/>
                    <a:pt x="426" y="182"/>
                  </a:cubicBezTo>
                  <a:cubicBezTo>
                    <a:pt x="0" y="578"/>
                    <a:pt x="304" y="1277"/>
                    <a:pt x="882" y="1277"/>
                  </a:cubicBezTo>
                  <a:cubicBezTo>
                    <a:pt x="1459" y="1277"/>
                    <a:pt x="1733" y="578"/>
                    <a:pt x="1338" y="182"/>
                  </a:cubicBezTo>
                  <a:cubicBezTo>
                    <a:pt x="1201" y="61"/>
                    <a:pt x="1034" y="0"/>
                    <a:pt x="870"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68"/>
            <p:cNvSpPr/>
            <p:nvPr/>
          </p:nvSpPr>
          <p:spPr>
            <a:xfrm>
              <a:off x="6378750" y="1563800"/>
              <a:ext cx="31950" cy="31950"/>
            </a:xfrm>
            <a:custGeom>
              <a:rect b="b" l="l" r="r" t="t"/>
              <a:pathLst>
                <a:path extrusionOk="0" h="1278" w="1278">
                  <a:moveTo>
                    <a:pt x="639" y="1"/>
                  </a:moveTo>
                  <a:cubicBezTo>
                    <a:pt x="305" y="1"/>
                    <a:pt x="1" y="274"/>
                    <a:pt x="1" y="639"/>
                  </a:cubicBezTo>
                  <a:cubicBezTo>
                    <a:pt x="1" y="1004"/>
                    <a:pt x="305" y="1277"/>
                    <a:pt x="639" y="1277"/>
                  </a:cubicBezTo>
                  <a:cubicBezTo>
                    <a:pt x="1004" y="1277"/>
                    <a:pt x="1278" y="1004"/>
                    <a:pt x="1278" y="639"/>
                  </a:cubicBezTo>
                  <a:cubicBezTo>
                    <a:pt x="1278" y="274"/>
                    <a:pt x="1004" y="1"/>
                    <a:pt x="639"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68"/>
            <p:cNvSpPr/>
            <p:nvPr/>
          </p:nvSpPr>
          <p:spPr>
            <a:xfrm>
              <a:off x="6271625" y="1461400"/>
              <a:ext cx="42575" cy="32525"/>
            </a:xfrm>
            <a:custGeom>
              <a:rect b="b" l="l" r="r" t="t"/>
              <a:pathLst>
                <a:path extrusionOk="0" h="1301" w="1703">
                  <a:moveTo>
                    <a:pt x="851" y="1"/>
                  </a:moveTo>
                  <a:cubicBezTo>
                    <a:pt x="684" y="1"/>
                    <a:pt x="517" y="69"/>
                    <a:pt x="395" y="206"/>
                  </a:cubicBezTo>
                  <a:cubicBezTo>
                    <a:pt x="0" y="601"/>
                    <a:pt x="274" y="1300"/>
                    <a:pt x="851" y="1300"/>
                  </a:cubicBezTo>
                  <a:cubicBezTo>
                    <a:pt x="1429" y="1300"/>
                    <a:pt x="1702" y="601"/>
                    <a:pt x="1307" y="206"/>
                  </a:cubicBezTo>
                  <a:cubicBezTo>
                    <a:pt x="1186" y="69"/>
                    <a:pt x="1018" y="1"/>
                    <a:pt x="851"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68"/>
            <p:cNvSpPr/>
            <p:nvPr/>
          </p:nvSpPr>
          <p:spPr>
            <a:xfrm>
              <a:off x="6169025" y="1359400"/>
              <a:ext cx="43350" cy="31925"/>
            </a:xfrm>
            <a:custGeom>
              <a:rect b="b" l="l" r="r" t="t"/>
              <a:pathLst>
                <a:path extrusionOk="0" h="1277" w="1734">
                  <a:moveTo>
                    <a:pt x="863" y="0"/>
                  </a:moveTo>
                  <a:cubicBezTo>
                    <a:pt x="700" y="0"/>
                    <a:pt x="533" y="61"/>
                    <a:pt x="396" y="183"/>
                  </a:cubicBezTo>
                  <a:cubicBezTo>
                    <a:pt x="1" y="578"/>
                    <a:pt x="274" y="1277"/>
                    <a:pt x="852" y="1277"/>
                  </a:cubicBezTo>
                  <a:cubicBezTo>
                    <a:pt x="1429" y="1277"/>
                    <a:pt x="1733" y="578"/>
                    <a:pt x="1308" y="183"/>
                  </a:cubicBezTo>
                  <a:cubicBezTo>
                    <a:pt x="1186" y="61"/>
                    <a:pt x="1027" y="0"/>
                    <a:pt x="863"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68"/>
            <p:cNvSpPr/>
            <p:nvPr/>
          </p:nvSpPr>
          <p:spPr>
            <a:xfrm>
              <a:off x="6067200" y="1257000"/>
              <a:ext cx="42575" cy="32500"/>
            </a:xfrm>
            <a:custGeom>
              <a:rect b="b" l="l" r="r" t="t"/>
              <a:pathLst>
                <a:path extrusionOk="0" h="1300" w="1703">
                  <a:moveTo>
                    <a:pt x="852" y="0"/>
                  </a:moveTo>
                  <a:cubicBezTo>
                    <a:pt x="685" y="0"/>
                    <a:pt x="517" y="69"/>
                    <a:pt x="396" y="206"/>
                  </a:cubicBezTo>
                  <a:cubicBezTo>
                    <a:pt x="1" y="601"/>
                    <a:pt x="274" y="1300"/>
                    <a:pt x="852" y="1300"/>
                  </a:cubicBezTo>
                  <a:cubicBezTo>
                    <a:pt x="1429" y="1300"/>
                    <a:pt x="1703" y="601"/>
                    <a:pt x="1308" y="206"/>
                  </a:cubicBezTo>
                  <a:cubicBezTo>
                    <a:pt x="1186" y="69"/>
                    <a:pt x="1019" y="0"/>
                    <a:pt x="852"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68"/>
            <p:cNvSpPr/>
            <p:nvPr/>
          </p:nvSpPr>
          <p:spPr>
            <a:xfrm>
              <a:off x="5964625" y="1154975"/>
              <a:ext cx="43325" cy="31950"/>
            </a:xfrm>
            <a:custGeom>
              <a:rect b="b" l="l" r="r" t="t"/>
              <a:pathLst>
                <a:path extrusionOk="0" h="1278" w="1733">
                  <a:moveTo>
                    <a:pt x="863" y="1"/>
                  </a:moveTo>
                  <a:cubicBezTo>
                    <a:pt x="699" y="1"/>
                    <a:pt x="532" y="62"/>
                    <a:pt x="395" y="183"/>
                  </a:cubicBezTo>
                  <a:cubicBezTo>
                    <a:pt x="0" y="578"/>
                    <a:pt x="274" y="1277"/>
                    <a:pt x="851" y="1277"/>
                  </a:cubicBezTo>
                  <a:cubicBezTo>
                    <a:pt x="1429" y="1277"/>
                    <a:pt x="1733" y="578"/>
                    <a:pt x="1307" y="183"/>
                  </a:cubicBezTo>
                  <a:cubicBezTo>
                    <a:pt x="1186" y="62"/>
                    <a:pt x="1026" y="1"/>
                    <a:pt x="863"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68"/>
            <p:cNvSpPr/>
            <p:nvPr/>
          </p:nvSpPr>
          <p:spPr>
            <a:xfrm>
              <a:off x="5862800" y="1052600"/>
              <a:ext cx="42575" cy="32500"/>
            </a:xfrm>
            <a:custGeom>
              <a:rect b="b" l="l" r="r" t="t"/>
              <a:pathLst>
                <a:path extrusionOk="0" h="1300" w="1703">
                  <a:moveTo>
                    <a:pt x="851" y="0"/>
                  </a:moveTo>
                  <a:cubicBezTo>
                    <a:pt x="684" y="0"/>
                    <a:pt x="517" y="68"/>
                    <a:pt x="395" y="205"/>
                  </a:cubicBezTo>
                  <a:cubicBezTo>
                    <a:pt x="0" y="600"/>
                    <a:pt x="274" y="1299"/>
                    <a:pt x="851" y="1299"/>
                  </a:cubicBezTo>
                  <a:cubicBezTo>
                    <a:pt x="1429" y="1299"/>
                    <a:pt x="1702" y="600"/>
                    <a:pt x="1307" y="205"/>
                  </a:cubicBezTo>
                  <a:cubicBezTo>
                    <a:pt x="1186" y="68"/>
                    <a:pt x="1018" y="0"/>
                    <a:pt x="851"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68"/>
            <p:cNvSpPr/>
            <p:nvPr/>
          </p:nvSpPr>
          <p:spPr>
            <a:xfrm>
              <a:off x="5760200" y="949825"/>
              <a:ext cx="43350" cy="32700"/>
            </a:xfrm>
            <a:custGeom>
              <a:rect b="b" l="l" r="r" t="t"/>
              <a:pathLst>
                <a:path extrusionOk="0" h="1308" w="1734">
                  <a:moveTo>
                    <a:pt x="852" y="0"/>
                  </a:moveTo>
                  <a:cubicBezTo>
                    <a:pt x="305" y="0"/>
                    <a:pt x="1" y="699"/>
                    <a:pt x="426" y="1125"/>
                  </a:cubicBezTo>
                  <a:cubicBezTo>
                    <a:pt x="548" y="1246"/>
                    <a:pt x="707" y="1307"/>
                    <a:pt x="867" y="1307"/>
                  </a:cubicBezTo>
                  <a:cubicBezTo>
                    <a:pt x="1027" y="1307"/>
                    <a:pt x="1186" y="1246"/>
                    <a:pt x="1308" y="1125"/>
                  </a:cubicBezTo>
                  <a:cubicBezTo>
                    <a:pt x="1733" y="699"/>
                    <a:pt x="1429" y="0"/>
                    <a:pt x="852"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68"/>
            <p:cNvSpPr/>
            <p:nvPr/>
          </p:nvSpPr>
          <p:spPr>
            <a:xfrm>
              <a:off x="6874200" y="1879925"/>
              <a:ext cx="43350" cy="31925"/>
            </a:xfrm>
            <a:custGeom>
              <a:rect b="b" l="l" r="r" t="t"/>
              <a:pathLst>
                <a:path extrusionOk="0" h="1277" w="1734">
                  <a:moveTo>
                    <a:pt x="871" y="0"/>
                  </a:moveTo>
                  <a:cubicBezTo>
                    <a:pt x="708" y="0"/>
                    <a:pt x="548" y="61"/>
                    <a:pt x="426" y="183"/>
                  </a:cubicBezTo>
                  <a:cubicBezTo>
                    <a:pt x="1" y="608"/>
                    <a:pt x="305" y="1277"/>
                    <a:pt x="882" y="1277"/>
                  </a:cubicBezTo>
                  <a:cubicBezTo>
                    <a:pt x="1460" y="1277"/>
                    <a:pt x="1733" y="608"/>
                    <a:pt x="1338" y="183"/>
                  </a:cubicBezTo>
                  <a:cubicBezTo>
                    <a:pt x="1202" y="61"/>
                    <a:pt x="1034" y="0"/>
                    <a:pt x="871"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68"/>
            <p:cNvSpPr/>
            <p:nvPr/>
          </p:nvSpPr>
          <p:spPr>
            <a:xfrm>
              <a:off x="6772375" y="1778100"/>
              <a:ext cx="42600" cy="31925"/>
            </a:xfrm>
            <a:custGeom>
              <a:rect b="b" l="l" r="r" t="t"/>
              <a:pathLst>
                <a:path extrusionOk="0" h="1277" w="1704">
                  <a:moveTo>
                    <a:pt x="852" y="0"/>
                  </a:moveTo>
                  <a:cubicBezTo>
                    <a:pt x="685" y="0"/>
                    <a:pt x="518" y="61"/>
                    <a:pt x="396" y="183"/>
                  </a:cubicBezTo>
                  <a:cubicBezTo>
                    <a:pt x="1" y="578"/>
                    <a:pt x="274" y="1277"/>
                    <a:pt x="852" y="1277"/>
                  </a:cubicBezTo>
                  <a:cubicBezTo>
                    <a:pt x="1429" y="1277"/>
                    <a:pt x="1703" y="578"/>
                    <a:pt x="1308" y="183"/>
                  </a:cubicBezTo>
                  <a:cubicBezTo>
                    <a:pt x="1186" y="61"/>
                    <a:pt x="1019" y="0"/>
                    <a:pt x="852"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68"/>
            <p:cNvSpPr/>
            <p:nvPr/>
          </p:nvSpPr>
          <p:spPr>
            <a:xfrm>
              <a:off x="6669800" y="1675700"/>
              <a:ext cx="43325" cy="32500"/>
            </a:xfrm>
            <a:custGeom>
              <a:rect b="b" l="l" r="r" t="t"/>
              <a:pathLst>
                <a:path extrusionOk="0" h="1300" w="1733">
                  <a:moveTo>
                    <a:pt x="871" y="0"/>
                  </a:moveTo>
                  <a:cubicBezTo>
                    <a:pt x="707" y="0"/>
                    <a:pt x="548" y="69"/>
                    <a:pt x="426" y="206"/>
                  </a:cubicBezTo>
                  <a:cubicBezTo>
                    <a:pt x="0" y="601"/>
                    <a:pt x="304" y="1300"/>
                    <a:pt x="882" y="1300"/>
                  </a:cubicBezTo>
                  <a:cubicBezTo>
                    <a:pt x="1459" y="1300"/>
                    <a:pt x="1733" y="601"/>
                    <a:pt x="1338" y="206"/>
                  </a:cubicBezTo>
                  <a:cubicBezTo>
                    <a:pt x="1201" y="69"/>
                    <a:pt x="1034" y="0"/>
                    <a:pt x="871"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68"/>
            <p:cNvSpPr/>
            <p:nvPr/>
          </p:nvSpPr>
          <p:spPr>
            <a:xfrm>
              <a:off x="6567975" y="1573675"/>
              <a:ext cx="42575" cy="31950"/>
            </a:xfrm>
            <a:custGeom>
              <a:rect b="b" l="l" r="r" t="t"/>
              <a:pathLst>
                <a:path extrusionOk="0" h="1278" w="1703">
                  <a:moveTo>
                    <a:pt x="851" y="1"/>
                  </a:moveTo>
                  <a:cubicBezTo>
                    <a:pt x="684" y="1"/>
                    <a:pt x="517" y="62"/>
                    <a:pt x="396" y="183"/>
                  </a:cubicBezTo>
                  <a:cubicBezTo>
                    <a:pt x="0" y="578"/>
                    <a:pt x="274" y="1277"/>
                    <a:pt x="851" y="1277"/>
                  </a:cubicBezTo>
                  <a:cubicBezTo>
                    <a:pt x="1429" y="1277"/>
                    <a:pt x="1703" y="578"/>
                    <a:pt x="1307" y="183"/>
                  </a:cubicBezTo>
                  <a:cubicBezTo>
                    <a:pt x="1186" y="62"/>
                    <a:pt x="1019" y="1"/>
                    <a:pt x="851"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68"/>
            <p:cNvSpPr/>
            <p:nvPr/>
          </p:nvSpPr>
          <p:spPr>
            <a:xfrm>
              <a:off x="6466150" y="1471100"/>
              <a:ext cx="42575" cy="31950"/>
            </a:xfrm>
            <a:custGeom>
              <a:rect b="b" l="l" r="r" t="t"/>
              <a:pathLst>
                <a:path extrusionOk="0" h="1278" w="1703">
                  <a:moveTo>
                    <a:pt x="851" y="0"/>
                  </a:moveTo>
                  <a:cubicBezTo>
                    <a:pt x="684" y="0"/>
                    <a:pt x="517" y="61"/>
                    <a:pt x="396" y="183"/>
                  </a:cubicBezTo>
                  <a:cubicBezTo>
                    <a:pt x="0" y="608"/>
                    <a:pt x="274" y="1277"/>
                    <a:pt x="851" y="1277"/>
                  </a:cubicBezTo>
                  <a:cubicBezTo>
                    <a:pt x="1429" y="1277"/>
                    <a:pt x="1703" y="608"/>
                    <a:pt x="1307" y="183"/>
                  </a:cubicBezTo>
                  <a:cubicBezTo>
                    <a:pt x="1186" y="61"/>
                    <a:pt x="1019" y="0"/>
                    <a:pt x="851"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68"/>
            <p:cNvSpPr/>
            <p:nvPr/>
          </p:nvSpPr>
          <p:spPr>
            <a:xfrm>
              <a:off x="6363550" y="1369275"/>
              <a:ext cx="43350" cy="31950"/>
            </a:xfrm>
            <a:custGeom>
              <a:rect b="b" l="l" r="r" t="t"/>
              <a:pathLst>
                <a:path extrusionOk="0" h="1278" w="1734">
                  <a:moveTo>
                    <a:pt x="863" y="0"/>
                  </a:moveTo>
                  <a:cubicBezTo>
                    <a:pt x="700" y="0"/>
                    <a:pt x="533" y="61"/>
                    <a:pt x="396" y="183"/>
                  </a:cubicBezTo>
                  <a:cubicBezTo>
                    <a:pt x="1" y="578"/>
                    <a:pt x="275" y="1277"/>
                    <a:pt x="852" y="1277"/>
                  </a:cubicBezTo>
                  <a:cubicBezTo>
                    <a:pt x="1430" y="1277"/>
                    <a:pt x="1734" y="578"/>
                    <a:pt x="1308" y="183"/>
                  </a:cubicBezTo>
                  <a:cubicBezTo>
                    <a:pt x="1186" y="61"/>
                    <a:pt x="1027" y="0"/>
                    <a:pt x="863"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68"/>
            <p:cNvSpPr/>
            <p:nvPr/>
          </p:nvSpPr>
          <p:spPr>
            <a:xfrm>
              <a:off x="6261725" y="1267450"/>
              <a:ext cx="42600" cy="31950"/>
            </a:xfrm>
            <a:custGeom>
              <a:rect b="b" l="l" r="r" t="t"/>
              <a:pathLst>
                <a:path extrusionOk="0" h="1278" w="1704">
                  <a:moveTo>
                    <a:pt x="852" y="0"/>
                  </a:moveTo>
                  <a:cubicBezTo>
                    <a:pt x="685" y="0"/>
                    <a:pt x="518" y="61"/>
                    <a:pt x="396" y="183"/>
                  </a:cubicBezTo>
                  <a:cubicBezTo>
                    <a:pt x="1" y="578"/>
                    <a:pt x="275" y="1277"/>
                    <a:pt x="852" y="1277"/>
                  </a:cubicBezTo>
                  <a:cubicBezTo>
                    <a:pt x="1430" y="1277"/>
                    <a:pt x="1703" y="578"/>
                    <a:pt x="1308" y="183"/>
                  </a:cubicBezTo>
                  <a:cubicBezTo>
                    <a:pt x="1186" y="61"/>
                    <a:pt x="1019" y="0"/>
                    <a:pt x="852"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68"/>
            <p:cNvSpPr/>
            <p:nvPr/>
          </p:nvSpPr>
          <p:spPr>
            <a:xfrm>
              <a:off x="6159150" y="1164875"/>
              <a:ext cx="43350" cy="31925"/>
            </a:xfrm>
            <a:custGeom>
              <a:rect b="b" l="l" r="r" t="t"/>
              <a:pathLst>
                <a:path extrusionOk="0" h="1277" w="1734">
                  <a:moveTo>
                    <a:pt x="863" y="0"/>
                  </a:moveTo>
                  <a:cubicBezTo>
                    <a:pt x="700" y="0"/>
                    <a:pt x="532" y="61"/>
                    <a:pt x="396" y="182"/>
                  </a:cubicBezTo>
                  <a:cubicBezTo>
                    <a:pt x="1" y="578"/>
                    <a:pt x="274" y="1277"/>
                    <a:pt x="852" y="1277"/>
                  </a:cubicBezTo>
                  <a:cubicBezTo>
                    <a:pt x="1429" y="1277"/>
                    <a:pt x="1733" y="578"/>
                    <a:pt x="1308" y="182"/>
                  </a:cubicBezTo>
                  <a:cubicBezTo>
                    <a:pt x="1186" y="61"/>
                    <a:pt x="1026" y="0"/>
                    <a:pt x="863"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68"/>
            <p:cNvSpPr/>
            <p:nvPr/>
          </p:nvSpPr>
          <p:spPr>
            <a:xfrm>
              <a:off x="6056575" y="1062475"/>
              <a:ext cx="43325" cy="32500"/>
            </a:xfrm>
            <a:custGeom>
              <a:rect b="b" l="l" r="r" t="t"/>
              <a:pathLst>
                <a:path extrusionOk="0" h="1300" w="1733">
                  <a:moveTo>
                    <a:pt x="866" y="0"/>
                  </a:moveTo>
                  <a:cubicBezTo>
                    <a:pt x="707" y="0"/>
                    <a:pt x="547" y="69"/>
                    <a:pt x="426" y="205"/>
                  </a:cubicBezTo>
                  <a:cubicBezTo>
                    <a:pt x="0" y="601"/>
                    <a:pt x="304" y="1300"/>
                    <a:pt x="851" y="1300"/>
                  </a:cubicBezTo>
                  <a:cubicBezTo>
                    <a:pt x="1429" y="1300"/>
                    <a:pt x="1733" y="601"/>
                    <a:pt x="1307" y="205"/>
                  </a:cubicBezTo>
                  <a:cubicBezTo>
                    <a:pt x="1186" y="69"/>
                    <a:pt x="1026" y="0"/>
                    <a:pt x="86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68"/>
            <p:cNvSpPr/>
            <p:nvPr/>
          </p:nvSpPr>
          <p:spPr>
            <a:xfrm>
              <a:off x="5954750" y="960450"/>
              <a:ext cx="43325" cy="31950"/>
            </a:xfrm>
            <a:custGeom>
              <a:rect b="b" l="l" r="r" t="t"/>
              <a:pathLst>
                <a:path extrusionOk="0" h="1278" w="1733">
                  <a:moveTo>
                    <a:pt x="866" y="1"/>
                  </a:moveTo>
                  <a:cubicBezTo>
                    <a:pt x="707" y="1"/>
                    <a:pt x="547" y="61"/>
                    <a:pt x="426" y="183"/>
                  </a:cubicBezTo>
                  <a:cubicBezTo>
                    <a:pt x="0" y="578"/>
                    <a:pt x="304" y="1277"/>
                    <a:pt x="851" y="1277"/>
                  </a:cubicBezTo>
                  <a:cubicBezTo>
                    <a:pt x="1429" y="1277"/>
                    <a:pt x="1733" y="578"/>
                    <a:pt x="1307" y="183"/>
                  </a:cubicBezTo>
                  <a:cubicBezTo>
                    <a:pt x="1186" y="61"/>
                    <a:pt x="1026" y="1"/>
                    <a:pt x="8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68"/>
            <p:cNvSpPr/>
            <p:nvPr/>
          </p:nvSpPr>
          <p:spPr>
            <a:xfrm>
              <a:off x="5852925" y="857875"/>
              <a:ext cx="42575" cy="32500"/>
            </a:xfrm>
            <a:custGeom>
              <a:rect b="b" l="l" r="r" t="t"/>
              <a:pathLst>
                <a:path extrusionOk="0" h="1300" w="1703">
                  <a:moveTo>
                    <a:pt x="851" y="0"/>
                  </a:moveTo>
                  <a:cubicBezTo>
                    <a:pt x="274" y="0"/>
                    <a:pt x="0" y="699"/>
                    <a:pt x="395" y="1094"/>
                  </a:cubicBezTo>
                  <a:cubicBezTo>
                    <a:pt x="517" y="1231"/>
                    <a:pt x="684" y="1300"/>
                    <a:pt x="851" y="1300"/>
                  </a:cubicBezTo>
                  <a:cubicBezTo>
                    <a:pt x="1018" y="1300"/>
                    <a:pt x="1185" y="1231"/>
                    <a:pt x="1307" y="1094"/>
                  </a:cubicBezTo>
                  <a:cubicBezTo>
                    <a:pt x="1702" y="699"/>
                    <a:pt x="1429" y="0"/>
                    <a:pt x="851"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68"/>
            <p:cNvSpPr/>
            <p:nvPr/>
          </p:nvSpPr>
          <p:spPr>
            <a:xfrm>
              <a:off x="7074825" y="1889800"/>
              <a:ext cx="31925" cy="31950"/>
            </a:xfrm>
            <a:custGeom>
              <a:rect b="b" l="l" r="r" t="t"/>
              <a:pathLst>
                <a:path extrusionOk="0" h="1278" w="1277">
                  <a:moveTo>
                    <a:pt x="639" y="0"/>
                  </a:moveTo>
                  <a:cubicBezTo>
                    <a:pt x="274" y="0"/>
                    <a:pt x="0" y="274"/>
                    <a:pt x="0" y="639"/>
                  </a:cubicBezTo>
                  <a:cubicBezTo>
                    <a:pt x="0" y="1003"/>
                    <a:pt x="274" y="1277"/>
                    <a:pt x="639" y="1277"/>
                  </a:cubicBezTo>
                  <a:cubicBezTo>
                    <a:pt x="973" y="1277"/>
                    <a:pt x="1277" y="1003"/>
                    <a:pt x="1277" y="639"/>
                  </a:cubicBezTo>
                  <a:cubicBezTo>
                    <a:pt x="1277" y="274"/>
                    <a:pt x="973" y="0"/>
                    <a:pt x="639"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68"/>
            <p:cNvSpPr/>
            <p:nvPr/>
          </p:nvSpPr>
          <p:spPr>
            <a:xfrm>
              <a:off x="6966925" y="1787975"/>
              <a:ext cx="42575" cy="31950"/>
            </a:xfrm>
            <a:custGeom>
              <a:rect b="b" l="l" r="r" t="t"/>
              <a:pathLst>
                <a:path extrusionOk="0" h="1278" w="1703">
                  <a:moveTo>
                    <a:pt x="851" y="0"/>
                  </a:moveTo>
                  <a:cubicBezTo>
                    <a:pt x="684" y="0"/>
                    <a:pt x="517" y="61"/>
                    <a:pt x="395" y="183"/>
                  </a:cubicBezTo>
                  <a:cubicBezTo>
                    <a:pt x="0" y="578"/>
                    <a:pt x="274" y="1277"/>
                    <a:pt x="851" y="1277"/>
                  </a:cubicBezTo>
                  <a:cubicBezTo>
                    <a:pt x="1429" y="1277"/>
                    <a:pt x="1702" y="578"/>
                    <a:pt x="1307" y="183"/>
                  </a:cubicBezTo>
                  <a:cubicBezTo>
                    <a:pt x="1186" y="61"/>
                    <a:pt x="1018" y="0"/>
                    <a:pt x="851"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68"/>
            <p:cNvSpPr/>
            <p:nvPr/>
          </p:nvSpPr>
          <p:spPr>
            <a:xfrm>
              <a:off x="6864325" y="1685375"/>
              <a:ext cx="43350" cy="31950"/>
            </a:xfrm>
            <a:custGeom>
              <a:rect b="b" l="l" r="r" t="t"/>
              <a:pathLst>
                <a:path extrusionOk="0" h="1278" w="1734">
                  <a:moveTo>
                    <a:pt x="871" y="1"/>
                  </a:moveTo>
                  <a:cubicBezTo>
                    <a:pt x="707" y="1"/>
                    <a:pt x="548" y="62"/>
                    <a:pt x="426" y="183"/>
                  </a:cubicBezTo>
                  <a:cubicBezTo>
                    <a:pt x="1" y="579"/>
                    <a:pt x="305" y="1278"/>
                    <a:pt x="882" y="1278"/>
                  </a:cubicBezTo>
                  <a:cubicBezTo>
                    <a:pt x="1460" y="1278"/>
                    <a:pt x="1733" y="579"/>
                    <a:pt x="1338" y="183"/>
                  </a:cubicBezTo>
                  <a:cubicBezTo>
                    <a:pt x="1201" y="62"/>
                    <a:pt x="1034" y="1"/>
                    <a:pt x="871"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68"/>
            <p:cNvSpPr/>
            <p:nvPr/>
          </p:nvSpPr>
          <p:spPr>
            <a:xfrm>
              <a:off x="6762500" y="1583550"/>
              <a:ext cx="42575" cy="31950"/>
            </a:xfrm>
            <a:custGeom>
              <a:rect b="b" l="l" r="r" t="t"/>
              <a:pathLst>
                <a:path extrusionOk="0" h="1278" w="1703">
                  <a:moveTo>
                    <a:pt x="852" y="1"/>
                  </a:moveTo>
                  <a:cubicBezTo>
                    <a:pt x="685" y="1"/>
                    <a:pt x="517" y="62"/>
                    <a:pt x="396" y="183"/>
                  </a:cubicBezTo>
                  <a:cubicBezTo>
                    <a:pt x="1" y="579"/>
                    <a:pt x="274" y="1278"/>
                    <a:pt x="852" y="1278"/>
                  </a:cubicBezTo>
                  <a:cubicBezTo>
                    <a:pt x="1429" y="1278"/>
                    <a:pt x="1703" y="579"/>
                    <a:pt x="1308" y="183"/>
                  </a:cubicBezTo>
                  <a:cubicBezTo>
                    <a:pt x="1186" y="62"/>
                    <a:pt x="1019" y="1"/>
                    <a:pt x="852"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68"/>
            <p:cNvSpPr/>
            <p:nvPr/>
          </p:nvSpPr>
          <p:spPr>
            <a:xfrm>
              <a:off x="6660675" y="1480975"/>
              <a:ext cx="42575" cy="31950"/>
            </a:xfrm>
            <a:custGeom>
              <a:rect b="b" l="l" r="r" t="t"/>
              <a:pathLst>
                <a:path extrusionOk="0" h="1278" w="1703">
                  <a:moveTo>
                    <a:pt x="852" y="1"/>
                  </a:moveTo>
                  <a:cubicBezTo>
                    <a:pt x="685" y="1"/>
                    <a:pt x="517" y="61"/>
                    <a:pt x="396" y="183"/>
                  </a:cubicBezTo>
                  <a:cubicBezTo>
                    <a:pt x="1" y="608"/>
                    <a:pt x="274" y="1277"/>
                    <a:pt x="852" y="1277"/>
                  </a:cubicBezTo>
                  <a:cubicBezTo>
                    <a:pt x="1429" y="1277"/>
                    <a:pt x="1703" y="608"/>
                    <a:pt x="1308" y="183"/>
                  </a:cubicBezTo>
                  <a:cubicBezTo>
                    <a:pt x="1186" y="61"/>
                    <a:pt x="1019" y="1"/>
                    <a:pt x="852"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68"/>
            <p:cNvSpPr/>
            <p:nvPr/>
          </p:nvSpPr>
          <p:spPr>
            <a:xfrm>
              <a:off x="6558100" y="1379150"/>
              <a:ext cx="43325" cy="31950"/>
            </a:xfrm>
            <a:custGeom>
              <a:rect b="b" l="l" r="r" t="t"/>
              <a:pathLst>
                <a:path extrusionOk="0" h="1278" w="1733">
                  <a:moveTo>
                    <a:pt x="863" y="1"/>
                  </a:moveTo>
                  <a:cubicBezTo>
                    <a:pt x="699" y="1"/>
                    <a:pt x="532" y="61"/>
                    <a:pt x="395" y="183"/>
                  </a:cubicBezTo>
                  <a:cubicBezTo>
                    <a:pt x="0" y="578"/>
                    <a:pt x="274" y="1277"/>
                    <a:pt x="851" y="1277"/>
                  </a:cubicBezTo>
                  <a:cubicBezTo>
                    <a:pt x="1429" y="1277"/>
                    <a:pt x="1733" y="578"/>
                    <a:pt x="1307" y="183"/>
                  </a:cubicBezTo>
                  <a:cubicBezTo>
                    <a:pt x="1186" y="61"/>
                    <a:pt x="1026" y="1"/>
                    <a:pt x="863"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68"/>
            <p:cNvSpPr/>
            <p:nvPr/>
          </p:nvSpPr>
          <p:spPr>
            <a:xfrm>
              <a:off x="6455500" y="1276750"/>
              <a:ext cx="43350" cy="32525"/>
            </a:xfrm>
            <a:custGeom>
              <a:rect b="b" l="l" r="r" t="t"/>
              <a:pathLst>
                <a:path extrusionOk="0" h="1301" w="1734">
                  <a:moveTo>
                    <a:pt x="867" y="1"/>
                  </a:moveTo>
                  <a:cubicBezTo>
                    <a:pt x="708" y="1"/>
                    <a:pt x="548" y="69"/>
                    <a:pt x="426" y="206"/>
                  </a:cubicBezTo>
                  <a:cubicBezTo>
                    <a:pt x="1" y="601"/>
                    <a:pt x="305" y="1300"/>
                    <a:pt x="852" y="1300"/>
                  </a:cubicBezTo>
                  <a:cubicBezTo>
                    <a:pt x="1429" y="1300"/>
                    <a:pt x="1733" y="601"/>
                    <a:pt x="1308" y="206"/>
                  </a:cubicBezTo>
                  <a:cubicBezTo>
                    <a:pt x="1186" y="69"/>
                    <a:pt x="1027" y="1"/>
                    <a:pt x="867"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68"/>
            <p:cNvSpPr/>
            <p:nvPr/>
          </p:nvSpPr>
          <p:spPr>
            <a:xfrm>
              <a:off x="6353675" y="1174750"/>
              <a:ext cx="43350" cy="31925"/>
            </a:xfrm>
            <a:custGeom>
              <a:rect b="b" l="l" r="r" t="t"/>
              <a:pathLst>
                <a:path extrusionOk="0" h="1277" w="1734">
                  <a:moveTo>
                    <a:pt x="863" y="0"/>
                  </a:moveTo>
                  <a:cubicBezTo>
                    <a:pt x="700" y="0"/>
                    <a:pt x="533" y="61"/>
                    <a:pt x="396" y="183"/>
                  </a:cubicBezTo>
                  <a:cubicBezTo>
                    <a:pt x="1" y="578"/>
                    <a:pt x="274" y="1277"/>
                    <a:pt x="852" y="1277"/>
                  </a:cubicBezTo>
                  <a:cubicBezTo>
                    <a:pt x="1429" y="1277"/>
                    <a:pt x="1733" y="578"/>
                    <a:pt x="1308" y="183"/>
                  </a:cubicBezTo>
                  <a:cubicBezTo>
                    <a:pt x="1186" y="61"/>
                    <a:pt x="1027" y="0"/>
                    <a:pt x="863"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68"/>
            <p:cNvSpPr/>
            <p:nvPr/>
          </p:nvSpPr>
          <p:spPr>
            <a:xfrm>
              <a:off x="6251850" y="1072350"/>
              <a:ext cx="42575" cy="32500"/>
            </a:xfrm>
            <a:custGeom>
              <a:rect b="b" l="l" r="r" t="t"/>
              <a:pathLst>
                <a:path extrusionOk="0" h="1300" w="1703">
                  <a:moveTo>
                    <a:pt x="852" y="0"/>
                  </a:moveTo>
                  <a:cubicBezTo>
                    <a:pt x="685" y="0"/>
                    <a:pt x="518" y="69"/>
                    <a:pt x="396" y="206"/>
                  </a:cubicBezTo>
                  <a:cubicBezTo>
                    <a:pt x="1" y="601"/>
                    <a:pt x="274" y="1300"/>
                    <a:pt x="852" y="1300"/>
                  </a:cubicBezTo>
                  <a:cubicBezTo>
                    <a:pt x="1429" y="1300"/>
                    <a:pt x="1703" y="601"/>
                    <a:pt x="1308" y="206"/>
                  </a:cubicBezTo>
                  <a:cubicBezTo>
                    <a:pt x="1186" y="69"/>
                    <a:pt x="1019" y="0"/>
                    <a:pt x="852"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68"/>
            <p:cNvSpPr/>
            <p:nvPr/>
          </p:nvSpPr>
          <p:spPr>
            <a:xfrm>
              <a:off x="6149275" y="970325"/>
              <a:ext cx="43325" cy="31950"/>
            </a:xfrm>
            <a:custGeom>
              <a:rect b="b" l="l" r="r" t="t"/>
              <a:pathLst>
                <a:path extrusionOk="0" h="1278" w="1733">
                  <a:moveTo>
                    <a:pt x="867" y="1"/>
                  </a:moveTo>
                  <a:cubicBezTo>
                    <a:pt x="707" y="1"/>
                    <a:pt x="548" y="62"/>
                    <a:pt x="426" y="183"/>
                  </a:cubicBezTo>
                  <a:cubicBezTo>
                    <a:pt x="0" y="578"/>
                    <a:pt x="304" y="1277"/>
                    <a:pt x="851" y="1277"/>
                  </a:cubicBezTo>
                  <a:cubicBezTo>
                    <a:pt x="1429" y="1277"/>
                    <a:pt x="1733" y="578"/>
                    <a:pt x="1307" y="183"/>
                  </a:cubicBezTo>
                  <a:cubicBezTo>
                    <a:pt x="1186" y="62"/>
                    <a:pt x="1026" y="1"/>
                    <a:pt x="867"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68"/>
            <p:cNvSpPr/>
            <p:nvPr/>
          </p:nvSpPr>
          <p:spPr>
            <a:xfrm>
              <a:off x="6047450" y="868500"/>
              <a:ext cx="42575" cy="31950"/>
            </a:xfrm>
            <a:custGeom>
              <a:rect b="b" l="l" r="r" t="t"/>
              <a:pathLst>
                <a:path extrusionOk="0" h="1278" w="1703">
                  <a:moveTo>
                    <a:pt x="851" y="1"/>
                  </a:moveTo>
                  <a:cubicBezTo>
                    <a:pt x="684" y="1"/>
                    <a:pt x="517" y="62"/>
                    <a:pt x="396" y="183"/>
                  </a:cubicBezTo>
                  <a:cubicBezTo>
                    <a:pt x="0" y="578"/>
                    <a:pt x="274" y="1277"/>
                    <a:pt x="851" y="1277"/>
                  </a:cubicBezTo>
                  <a:cubicBezTo>
                    <a:pt x="1429" y="1277"/>
                    <a:pt x="1703" y="578"/>
                    <a:pt x="1307" y="183"/>
                  </a:cubicBezTo>
                  <a:cubicBezTo>
                    <a:pt x="1186" y="62"/>
                    <a:pt x="1019" y="1"/>
                    <a:pt x="851"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68"/>
            <p:cNvSpPr/>
            <p:nvPr/>
          </p:nvSpPr>
          <p:spPr>
            <a:xfrm>
              <a:off x="5944850" y="765925"/>
              <a:ext cx="43350" cy="31925"/>
            </a:xfrm>
            <a:custGeom>
              <a:rect b="b" l="l" r="r" t="t"/>
              <a:pathLst>
                <a:path extrusionOk="0" h="1277" w="1734">
                  <a:moveTo>
                    <a:pt x="852" y="0"/>
                  </a:moveTo>
                  <a:cubicBezTo>
                    <a:pt x="305" y="0"/>
                    <a:pt x="1" y="699"/>
                    <a:pt x="426" y="1095"/>
                  </a:cubicBezTo>
                  <a:cubicBezTo>
                    <a:pt x="548" y="1216"/>
                    <a:pt x="708" y="1277"/>
                    <a:pt x="867" y="1277"/>
                  </a:cubicBezTo>
                  <a:cubicBezTo>
                    <a:pt x="1027" y="1277"/>
                    <a:pt x="1186" y="1216"/>
                    <a:pt x="1308" y="1095"/>
                  </a:cubicBezTo>
                  <a:cubicBezTo>
                    <a:pt x="1733" y="699"/>
                    <a:pt x="1430" y="0"/>
                    <a:pt x="852"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68"/>
            <p:cNvSpPr/>
            <p:nvPr/>
          </p:nvSpPr>
          <p:spPr>
            <a:xfrm>
              <a:off x="7263275" y="1899675"/>
              <a:ext cx="43350" cy="31950"/>
            </a:xfrm>
            <a:custGeom>
              <a:rect b="b" l="l" r="r" t="t"/>
              <a:pathLst>
                <a:path extrusionOk="0" h="1278" w="1734">
                  <a:moveTo>
                    <a:pt x="871" y="1"/>
                  </a:moveTo>
                  <a:cubicBezTo>
                    <a:pt x="707" y="1"/>
                    <a:pt x="548" y="61"/>
                    <a:pt x="426" y="183"/>
                  </a:cubicBezTo>
                  <a:cubicBezTo>
                    <a:pt x="0" y="608"/>
                    <a:pt x="304" y="1277"/>
                    <a:pt x="882" y="1277"/>
                  </a:cubicBezTo>
                  <a:cubicBezTo>
                    <a:pt x="1459" y="1277"/>
                    <a:pt x="1733" y="608"/>
                    <a:pt x="1338" y="183"/>
                  </a:cubicBezTo>
                  <a:cubicBezTo>
                    <a:pt x="1201" y="61"/>
                    <a:pt x="1034" y="1"/>
                    <a:pt x="871"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68"/>
            <p:cNvSpPr/>
            <p:nvPr/>
          </p:nvSpPr>
          <p:spPr>
            <a:xfrm>
              <a:off x="7161450" y="1797850"/>
              <a:ext cx="42575" cy="31950"/>
            </a:xfrm>
            <a:custGeom>
              <a:rect b="b" l="l" r="r" t="t"/>
              <a:pathLst>
                <a:path extrusionOk="0" h="1278" w="1703">
                  <a:moveTo>
                    <a:pt x="852" y="1"/>
                  </a:moveTo>
                  <a:cubicBezTo>
                    <a:pt x="684" y="1"/>
                    <a:pt x="517" y="61"/>
                    <a:pt x="396" y="183"/>
                  </a:cubicBezTo>
                  <a:cubicBezTo>
                    <a:pt x="0" y="578"/>
                    <a:pt x="274" y="1277"/>
                    <a:pt x="852" y="1277"/>
                  </a:cubicBezTo>
                  <a:cubicBezTo>
                    <a:pt x="1429" y="1277"/>
                    <a:pt x="1703" y="578"/>
                    <a:pt x="1307" y="183"/>
                  </a:cubicBezTo>
                  <a:cubicBezTo>
                    <a:pt x="1186" y="61"/>
                    <a:pt x="1019" y="1"/>
                    <a:pt x="852"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68"/>
            <p:cNvSpPr/>
            <p:nvPr/>
          </p:nvSpPr>
          <p:spPr>
            <a:xfrm>
              <a:off x="7058875" y="1695275"/>
              <a:ext cx="43325" cy="31925"/>
            </a:xfrm>
            <a:custGeom>
              <a:rect b="b" l="l" r="r" t="t"/>
              <a:pathLst>
                <a:path extrusionOk="0" h="1277" w="1733">
                  <a:moveTo>
                    <a:pt x="870" y="0"/>
                  </a:moveTo>
                  <a:cubicBezTo>
                    <a:pt x="707" y="0"/>
                    <a:pt x="547" y="61"/>
                    <a:pt x="426" y="183"/>
                  </a:cubicBezTo>
                  <a:cubicBezTo>
                    <a:pt x="0" y="608"/>
                    <a:pt x="304" y="1277"/>
                    <a:pt x="882" y="1277"/>
                  </a:cubicBezTo>
                  <a:cubicBezTo>
                    <a:pt x="1459" y="1277"/>
                    <a:pt x="1733" y="608"/>
                    <a:pt x="1337" y="183"/>
                  </a:cubicBezTo>
                  <a:cubicBezTo>
                    <a:pt x="1201" y="61"/>
                    <a:pt x="1033" y="0"/>
                    <a:pt x="870"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68"/>
            <p:cNvSpPr/>
            <p:nvPr/>
          </p:nvSpPr>
          <p:spPr>
            <a:xfrm>
              <a:off x="6957050" y="1593450"/>
              <a:ext cx="42575" cy="31925"/>
            </a:xfrm>
            <a:custGeom>
              <a:rect b="b" l="l" r="r" t="t"/>
              <a:pathLst>
                <a:path extrusionOk="0" h="1277" w="1703">
                  <a:moveTo>
                    <a:pt x="851" y="0"/>
                  </a:moveTo>
                  <a:cubicBezTo>
                    <a:pt x="684" y="0"/>
                    <a:pt x="517" y="61"/>
                    <a:pt x="395" y="183"/>
                  </a:cubicBezTo>
                  <a:cubicBezTo>
                    <a:pt x="0" y="578"/>
                    <a:pt x="274" y="1277"/>
                    <a:pt x="851" y="1277"/>
                  </a:cubicBezTo>
                  <a:cubicBezTo>
                    <a:pt x="1429" y="1277"/>
                    <a:pt x="1702" y="578"/>
                    <a:pt x="1307" y="183"/>
                  </a:cubicBezTo>
                  <a:cubicBezTo>
                    <a:pt x="1185" y="61"/>
                    <a:pt x="1018" y="0"/>
                    <a:pt x="851"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68"/>
            <p:cNvSpPr/>
            <p:nvPr/>
          </p:nvSpPr>
          <p:spPr>
            <a:xfrm>
              <a:off x="6854450" y="1490850"/>
              <a:ext cx="43350" cy="31950"/>
            </a:xfrm>
            <a:custGeom>
              <a:rect b="b" l="l" r="r" t="t"/>
              <a:pathLst>
                <a:path extrusionOk="0" h="1278" w="1734">
                  <a:moveTo>
                    <a:pt x="867" y="1"/>
                  </a:moveTo>
                  <a:cubicBezTo>
                    <a:pt x="707" y="1"/>
                    <a:pt x="548" y="62"/>
                    <a:pt x="426" y="183"/>
                  </a:cubicBezTo>
                  <a:cubicBezTo>
                    <a:pt x="1" y="609"/>
                    <a:pt x="305" y="1277"/>
                    <a:pt x="852" y="1277"/>
                  </a:cubicBezTo>
                  <a:cubicBezTo>
                    <a:pt x="1429" y="1277"/>
                    <a:pt x="1733" y="609"/>
                    <a:pt x="1308" y="183"/>
                  </a:cubicBezTo>
                  <a:cubicBezTo>
                    <a:pt x="1186" y="62"/>
                    <a:pt x="1026" y="1"/>
                    <a:pt x="867"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68"/>
            <p:cNvSpPr/>
            <p:nvPr/>
          </p:nvSpPr>
          <p:spPr>
            <a:xfrm>
              <a:off x="6757950" y="1389025"/>
              <a:ext cx="31925" cy="31950"/>
            </a:xfrm>
            <a:custGeom>
              <a:rect b="b" l="l" r="r" t="t"/>
              <a:pathLst>
                <a:path extrusionOk="0" h="1278" w="1277">
                  <a:moveTo>
                    <a:pt x="639" y="1"/>
                  </a:moveTo>
                  <a:cubicBezTo>
                    <a:pt x="304" y="1"/>
                    <a:pt x="0" y="274"/>
                    <a:pt x="0" y="639"/>
                  </a:cubicBezTo>
                  <a:cubicBezTo>
                    <a:pt x="0" y="973"/>
                    <a:pt x="304" y="1277"/>
                    <a:pt x="639" y="1277"/>
                  </a:cubicBezTo>
                  <a:cubicBezTo>
                    <a:pt x="1003" y="1277"/>
                    <a:pt x="1277" y="973"/>
                    <a:pt x="1277" y="639"/>
                  </a:cubicBezTo>
                  <a:cubicBezTo>
                    <a:pt x="1277" y="274"/>
                    <a:pt x="1003" y="1"/>
                    <a:pt x="639"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68"/>
            <p:cNvSpPr/>
            <p:nvPr/>
          </p:nvSpPr>
          <p:spPr>
            <a:xfrm>
              <a:off x="6656125" y="1286450"/>
              <a:ext cx="31925" cy="31925"/>
            </a:xfrm>
            <a:custGeom>
              <a:rect b="b" l="l" r="r" t="t"/>
              <a:pathLst>
                <a:path extrusionOk="0" h="1277" w="1277">
                  <a:moveTo>
                    <a:pt x="639" y="0"/>
                  </a:moveTo>
                  <a:cubicBezTo>
                    <a:pt x="274" y="0"/>
                    <a:pt x="0" y="304"/>
                    <a:pt x="0" y="639"/>
                  </a:cubicBezTo>
                  <a:cubicBezTo>
                    <a:pt x="0" y="1003"/>
                    <a:pt x="274" y="1277"/>
                    <a:pt x="639" y="1277"/>
                  </a:cubicBezTo>
                  <a:cubicBezTo>
                    <a:pt x="1003" y="1277"/>
                    <a:pt x="1277" y="1003"/>
                    <a:pt x="1277" y="639"/>
                  </a:cubicBezTo>
                  <a:cubicBezTo>
                    <a:pt x="1277" y="304"/>
                    <a:pt x="1003" y="0"/>
                    <a:pt x="639"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68"/>
            <p:cNvSpPr/>
            <p:nvPr/>
          </p:nvSpPr>
          <p:spPr>
            <a:xfrm>
              <a:off x="6548225" y="1184625"/>
              <a:ext cx="43325" cy="31925"/>
            </a:xfrm>
            <a:custGeom>
              <a:rect b="b" l="l" r="r" t="t"/>
              <a:pathLst>
                <a:path extrusionOk="0" h="1277" w="1733">
                  <a:moveTo>
                    <a:pt x="863" y="0"/>
                  </a:moveTo>
                  <a:cubicBezTo>
                    <a:pt x="699" y="0"/>
                    <a:pt x="532" y="61"/>
                    <a:pt x="395" y="183"/>
                  </a:cubicBezTo>
                  <a:cubicBezTo>
                    <a:pt x="0" y="578"/>
                    <a:pt x="274" y="1277"/>
                    <a:pt x="851" y="1277"/>
                  </a:cubicBezTo>
                  <a:cubicBezTo>
                    <a:pt x="1429" y="1277"/>
                    <a:pt x="1733" y="578"/>
                    <a:pt x="1307" y="183"/>
                  </a:cubicBezTo>
                  <a:cubicBezTo>
                    <a:pt x="1186" y="61"/>
                    <a:pt x="1026" y="0"/>
                    <a:pt x="863"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68"/>
            <p:cNvSpPr/>
            <p:nvPr/>
          </p:nvSpPr>
          <p:spPr>
            <a:xfrm>
              <a:off x="6446400" y="1082025"/>
              <a:ext cx="42575" cy="31950"/>
            </a:xfrm>
            <a:custGeom>
              <a:rect b="b" l="l" r="r" t="t"/>
              <a:pathLst>
                <a:path extrusionOk="0" h="1278" w="1703">
                  <a:moveTo>
                    <a:pt x="851" y="1"/>
                  </a:moveTo>
                  <a:cubicBezTo>
                    <a:pt x="684" y="1"/>
                    <a:pt x="517" y="62"/>
                    <a:pt x="395" y="183"/>
                  </a:cubicBezTo>
                  <a:cubicBezTo>
                    <a:pt x="0" y="609"/>
                    <a:pt x="274" y="1278"/>
                    <a:pt x="851" y="1278"/>
                  </a:cubicBezTo>
                  <a:cubicBezTo>
                    <a:pt x="1429" y="1278"/>
                    <a:pt x="1702" y="609"/>
                    <a:pt x="1307" y="183"/>
                  </a:cubicBezTo>
                  <a:cubicBezTo>
                    <a:pt x="1186" y="62"/>
                    <a:pt x="1018" y="1"/>
                    <a:pt x="851"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68"/>
            <p:cNvSpPr/>
            <p:nvPr/>
          </p:nvSpPr>
          <p:spPr>
            <a:xfrm>
              <a:off x="6343800" y="980200"/>
              <a:ext cx="43350" cy="31950"/>
            </a:xfrm>
            <a:custGeom>
              <a:rect b="b" l="l" r="r" t="t"/>
              <a:pathLst>
                <a:path extrusionOk="0" h="1278" w="1734">
                  <a:moveTo>
                    <a:pt x="867" y="1"/>
                  </a:moveTo>
                  <a:cubicBezTo>
                    <a:pt x="707" y="1"/>
                    <a:pt x="548" y="62"/>
                    <a:pt x="426" y="183"/>
                  </a:cubicBezTo>
                  <a:cubicBezTo>
                    <a:pt x="1" y="578"/>
                    <a:pt x="305" y="1278"/>
                    <a:pt x="852" y="1278"/>
                  </a:cubicBezTo>
                  <a:cubicBezTo>
                    <a:pt x="1429" y="1278"/>
                    <a:pt x="1733" y="578"/>
                    <a:pt x="1308" y="183"/>
                  </a:cubicBezTo>
                  <a:cubicBezTo>
                    <a:pt x="1186" y="62"/>
                    <a:pt x="1027" y="1"/>
                    <a:pt x="867"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68"/>
            <p:cNvSpPr/>
            <p:nvPr/>
          </p:nvSpPr>
          <p:spPr>
            <a:xfrm>
              <a:off x="6241975" y="877825"/>
              <a:ext cx="42575" cy="32500"/>
            </a:xfrm>
            <a:custGeom>
              <a:rect b="b" l="l" r="r" t="t"/>
              <a:pathLst>
                <a:path extrusionOk="0" h="1300" w="1703">
                  <a:moveTo>
                    <a:pt x="852" y="0"/>
                  </a:moveTo>
                  <a:cubicBezTo>
                    <a:pt x="685" y="0"/>
                    <a:pt x="517" y="68"/>
                    <a:pt x="396" y="205"/>
                  </a:cubicBezTo>
                  <a:cubicBezTo>
                    <a:pt x="1" y="600"/>
                    <a:pt x="274" y="1300"/>
                    <a:pt x="852" y="1300"/>
                  </a:cubicBezTo>
                  <a:cubicBezTo>
                    <a:pt x="1429" y="1300"/>
                    <a:pt x="1703" y="600"/>
                    <a:pt x="1308" y="205"/>
                  </a:cubicBezTo>
                  <a:cubicBezTo>
                    <a:pt x="1186" y="68"/>
                    <a:pt x="1019" y="0"/>
                    <a:pt x="852"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68"/>
            <p:cNvSpPr/>
            <p:nvPr/>
          </p:nvSpPr>
          <p:spPr>
            <a:xfrm>
              <a:off x="6139400" y="775800"/>
              <a:ext cx="43325" cy="31950"/>
            </a:xfrm>
            <a:custGeom>
              <a:rect b="b" l="l" r="r" t="t"/>
              <a:pathLst>
                <a:path extrusionOk="0" h="1278" w="1733">
                  <a:moveTo>
                    <a:pt x="867" y="0"/>
                  </a:moveTo>
                  <a:cubicBezTo>
                    <a:pt x="707" y="0"/>
                    <a:pt x="547" y="61"/>
                    <a:pt x="426" y="183"/>
                  </a:cubicBezTo>
                  <a:cubicBezTo>
                    <a:pt x="0" y="578"/>
                    <a:pt x="304" y="1277"/>
                    <a:pt x="851" y="1277"/>
                  </a:cubicBezTo>
                  <a:cubicBezTo>
                    <a:pt x="1429" y="1277"/>
                    <a:pt x="1733" y="578"/>
                    <a:pt x="1307" y="183"/>
                  </a:cubicBezTo>
                  <a:cubicBezTo>
                    <a:pt x="1186" y="61"/>
                    <a:pt x="1026" y="0"/>
                    <a:pt x="867"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68"/>
            <p:cNvSpPr/>
            <p:nvPr/>
          </p:nvSpPr>
          <p:spPr>
            <a:xfrm>
              <a:off x="6037575" y="673225"/>
              <a:ext cx="42575" cy="32500"/>
            </a:xfrm>
            <a:custGeom>
              <a:rect b="b" l="l" r="r" t="t"/>
              <a:pathLst>
                <a:path extrusionOk="0" h="1300" w="1703">
                  <a:moveTo>
                    <a:pt x="851" y="0"/>
                  </a:moveTo>
                  <a:cubicBezTo>
                    <a:pt x="274" y="0"/>
                    <a:pt x="0" y="699"/>
                    <a:pt x="395" y="1094"/>
                  </a:cubicBezTo>
                  <a:cubicBezTo>
                    <a:pt x="517" y="1231"/>
                    <a:pt x="684" y="1299"/>
                    <a:pt x="851" y="1299"/>
                  </a:cubicBezTo>
                  <a:cubicBezTo>
                    <a:pt x="1018" y="1299"/>
                    <a:pt x="1186" y="1231"/>
                    <a:pt x="1307" y="1094"/>
                  </a:cubicBezTo>
                  <a:cubicBezTo>
                    <a:pt x="1702" y="699"/>
                    <a:pt x="1429" y="0"/>
                    <a:pt x="851"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68"/>
            <p:cNvSpPr/>
            <p:nvPr/>
          </p:nvSpPr>
          <p:spPr>
            <a:xfrm>
              <a:off x="7457800" y="1909550"/>
              <a:ext cx="43350" cy="31950"/>
            </a:xfrm>
            <a:custGeom>
              <a:rect b="b" l="l" r="r" t="t"/>
              <a:pathLst>
                <a:path extrusionOk="0" h="1278" w="1734">
                  <a:moveTo>
                    <a:pt x="871" y="1"/>
                  </a:moveTo>
                  <a:cubicBezTo>
                    <a:pt x="707" y="1"/>
                    <a:pt x="548" y="61"/>
                    <a:pt x="426" y="183"/>
                  </a:cubicBezTo>
                  <a:cubicBezTo>
                    <a:pt x="1" y="578"/>
                    <a:pt x="305" y="1277"/>
                    <a:pt x="882" y="1277"/>
                  </a:cubicBezTo>
                  <a:cubicBezTo>
                    <a:pt x="1460" y="1277"/>
                    <a:pt x="1733" y="578"/>
                    <a:pt x="1338" y="183"/>
                  </a:cubicBezTo>
                  <a:cubicBezTo>
                    <a:pt x="1201" y="61"/>
                    <a:pt x="1034" y="1"/>
                    <a:pt x="871"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68"/>
            <p:cNvSpPr/>
            <p:nvPr/>
          </p:nvSpPr>
          <p:spPr>
            <a:xfrm>
              <a:off x="7355975" y="1807150"/>
              <a:ext cx="42575" cy="32525"/>
            </a:xfrm>
            <a:custGeom>
              <a:rect b="b" l="l" r="r" t="t"/>
              <a:pathLst>
                <a:path extrusionOk="0" h="1301" w="1703">
                  <a:moveTo>
                    <a:pt x="852" y="1"/>
                  </a:moveTo>
                  <a:cubicBezTo>
                    <a:pt x="685" y="1"/>
                    <a:pt x="517" y="69"/>
                    <a:pt x="396" y="206"/>
                  </a:cubicBezTo>
                  <a:cubicBezTo>
                    <a:pt x="1" y="601"/>
                    <a:pt x="274" y="1300"/>
                    <a:pt x="852" y="1300"/>
                  </a:cubicBezTo>
                  <a:cubicBezTo>
                    <a:pt x="1429" y="1300"/>
                    <a:pt x="1703" y="601"/>
                    <a:pt x="1308" y="206"/>
                  </a:cubicBezTo>
                  <a:cubicBezTo>
                    <a:pt x="1186" y="69"/>
                    <a:pt x="1019" y="1"/>
                    <a:pt x="852"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68"/>
            <p:cNvSpPr/>
            <p:nvPr/>
          </p:nvSpPr>
          <p:spPr>
            <a:xfrm>
              <a:off x="7253400" y="1705150"/>
              <a:ext cx="43325" cy="31925"/>
            </a:xfrm>
            <a:custGeom>
              <a:rect b="b" l="l" r="r" t="t"/>
              <a:pathLst>
                <a:path extrusionOk="0" h="1277" w="1733">
                  <a:moveTo>
                    <a:pt x="867" y="0"/>
                  </a:moveTo>
                  <a:cubicBezTo>
                    <a:pt x="707" y="0"/>
                    <a:pt x="547" y="61"/>
                    <a:pt x="426" y="183"/>
                  </a:cubicBezTo>
                  <a:cubicBezTo>
                    <a:pt x="0" y="608"/>
                    <a:pt x="304" y="1277"/>
                    <a:pt x="851" y="1277"/>
                  </a:cubicBezTo>
                  <a:cubicBezTo>
                    <a:pt x="1429" y="1277"/>
                    <a:pt x="1733" y="608"/>
                    <a:pt x="1307" y="183"/>
                  </a:cubicBezTo>
                  <a:cubicBezTo>
                    <a:pt x="1186" y="61"/>
                    <a:pt x="1026" y="0"/>
                    <a:pt x="867"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68"/>
            <p:cNvSpPr/>
            <p:nvPr/>
          </p:nvSpPr>
          <p:spPr>
            <a:xfrm>
              <a:off x="7151575" y="1603325"/>
              <a:ext cx="42575" cy="31925"/>
            </a:xfrm>
            <a:custGeom>
              <a:rect b="b" l="l" r="r" t="t"/>
              <a:pathLst>
                <a:path extrusionOk="0" h="1277" w="1703">
                  <a:moveTo>
                    <a:pt x="851" y="0"/>
                  </a:moveTo>
                  <a:cubicBezTo>
                    <a:pt x="684" y="0"/>
                    <a:pt x="517" y="61"/>
                    <a:pt x="395" y="183"/>
                  </a:cubicBezTo>
                  <a:cubicBezTo>
                    <a:pt x="0" y="578"/>
                    <a:pt x="274" y="1277"/>
                    <a:pt x="851" y="1277"/>
                  </a:cubicBezTo>
                  <a:cubicBezTo>
                    <a:pt x="1429" y="1277"/>
                    <a:pt x="1702" y="578"/>
                    <a:pt x="1307" y="183"/>
                  </a:cubicBezTo>
                  <a:cubicBezTo>
                    <a:pt x="1186" y="61"/>
                    <a:pt x="1019" y="0"/>
                    <a:pt x="851"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68"/>
            <p:cNvSpPr/>
            <p:nvPr/>
          </p:nvSpPr>
          <p:spPr>
            <a:xfrm>
              <a:off x="7049750" y="1500725"/>
              <a:ext cx="42575" cy="31950"/>
            </a:xfrm>
            <a:custGeom>
              <a:rect b="b" l="l" r="r" t="t"/>
              <a:pathLst>
                <a:path extrusionOk="0" h="1278" w="1703">
                  <a:moveTo>
                    <a:pt x="851" y="1"/>
                  </a:moveTo>
                  <a:cubicBezTo>
                    <a:pt x="684" y="1"/>
                    <a:pt x="517" y="62"/>
                    <a:pt x="395" y="183"/>
                  </a:cubicBezTo>
                  <a:cubicBezTo>
                    <a:pt x="0" y="609"/>
                    <a:pt x="274" y="1277"/>
                    <a:pt x="851" y="1277"/>
                  </a:cubicBezTo>
                  <a:cubicBezTo>
                    <a:pt x="1429" y="1277"/>
                    <a:pt x="1702" y="609"/>
                    <a:pt x="1307" y="183"/>
                  </a:cubicBezTo>
                  <a:cubicBezTo>
                    <a:pt x="1186" y="62"/>
                    <a:pt x="1019" y="1"/>
                    <a:pt x="851"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68"/>
            <p:cNvSpPr/>
            <p:nvPr/>
          </p:nvSpPr>
          <p:spPr>
            <a:xfrm>
              <a:off x="6947150" y="1398900"/>
              <a:ext cx="43350" cy="31950"/>
            </a:xfrm>
            <a:custGeom>
              <a:rect b="b" l="l" r="r" t="t"/>
              <a:pathLst>
                <a:path extrusionOk="0" h="1278" w="1734">
                  <a:moveTo>
                    <a:pt x="863" y="1"/>
                  </a:moveTo>
                  <a:cubicBezTo>
                    <a:pt x="700" y="1"/>
                    <a:pt x="533" y="62"/>
                    <a:pt x="396" y="183"/>
                  </a:cubicBezTo>
                  <a:cubicBezTo>
                    <a:pt x="1" y="578"/>
                    <a:pt x="274" y="1277"/>
                    <a:pt x="852" y="1277"/>
                  </a:cubicBezTo>
                  <a:cubicBezTo>
                    <a:pt x="1429" y="1277"/>
                    <a:pt x="1733" y="578"/>
                    <a:pt x="1308" y="183"/>
                  </a:cubicBezTo>
                  <a:cubicBezTo>
                    <a:pt x="1186" y="62"/>
                    <a:pt x="1027" y="1"/>
                    <a:pt x="863"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68"/>
            <p:cNvSpPr/>
            <p:nvPr/>
          </p:nvSpPr>
          <p:spPr>
            <a:xfrm>
              <a:off x="6845325" y="1296325"/>
              <a:ext cx="42575" cy="31950"/>
            </a:xfrm>
            <a:custGeom>
              <a:rect b="b" l="l" r="r" t="t"/>
              <a:pathLst>
                <a:path extrusionOk="0" h="1278" w="1703">
                  <a:moveTo>
                    <a:pt x="852" y="0"/>
                  </a:moveTo>
                  <a:cubicBezTo>
                    <a:pt x="685" y="0"/>
                    <a:pt x="518" y="61"/>
                    <a:pt x="396" y="183"/>
                  </a:cubicBezTo>
                  <a:cubicBezTo>
                    <a:pt x="1" y="608"/>
                    <a:pt x="274" y="1277"/>
                    <a:pt x="852" y="1277"/>
                  </a:cubicBezTo>
                  <a:cubicBezTo>
                    <a:pt x="1429" y="1277"/>
                    <a:pt x="1703" y="608"/>
                    <a:pt x="1308" y="183"/>
                  </a:cubicBezTo>
                  <a:cubicBezTo>
                    <a:pt x="1186" y="61"/>
                    <a:pt x="1019" y="0"/>
                    <a:pt x="852"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68"/>
            <p:cNvSpPr/>
            <p:nvPr/>
          </p:nvSpPr>
          <p:spPr>
            <a:xfrm>
              <a:off x="6742750" y="1194500"/>
              <a:ext cx="43325" cy="31950"/>
            </a:xfrm>
            <a:custGeom>
              <a:rect b="b" l="l" r="r" t="t"/>
              <a:pathLst>
                <a:path extrusionOk="0" h="1278" w="1733">
                  <a:moveTo>
                    <a:pt x="863" y="0"/>
                  </a:moveTo>
                  <a:cubicBezTo>
                    <a:pt x="700" y="0"/>
                    <a:pt x="532" y="61"/>
                    <a:pt x="396" y="183"/>
                  </a:cubicBezTo>
                  <a:cubicBezTo>
                    <a:pt x="0" y="578"/>
                    <a:pt x="274" y="1277"/>
                    <a:pt x="852" y="1277"/>
                  </a:cubicBezTo>
                  <a:cubicBezTo>
                    <a:pt x="1429" y="1277"/>
                    <a:pt x="1733" y="578"/>
                    <a:pt x="1307" y="183"/>
                  </a:cubicBezTo>
                  <a:cubicBezTo>
                    <a:pt x="1186" y="61"/>
                    <a:pt x="1026" y="0"/>
                    <a:pt x="863"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68"/>
            <p:cNvSpPr/>
            <p:nvPr/>
          </p:nvSpPr>
          <p:spPr>
            <a:xfrm>
              <a:off x="6640925" y="1091925"/>
              <a:ext cx="42575" cy="31925"/>
            </a:xfrm>
            <a:custGeom>
              <a:rect b="b" l="l" r="r" t="t"/>
              <a:pathLst>
                <a:path extrusionOk="0" h="1277" w="1703">
                  <a:moveTo>
                    <a:pt x="851" y="0"/>
                  </a:moveTo>
                  <a:cubicBezTo>
                    <a:pt x="684" y="0"/>
                    <a:pt x="517" y="61"/>
                    <a:pt x="396" y="182"/>
                  </a:cubicBezTo>
                  <a:cubicBezTo>
                    <a:pt x="0" y="608"/>
                    <a:pt x="274" y="1277"/>
                    <a:pt x="851" y="1277"/>
                  </a:cubicBezTo>
                  <a:cubicBezTo>
                    <a:pt x="1429" y="1277"/>
                    <a:pt x="1703" y="608"/>
                    <a:pt x="1307" y="182"/>
                  </a:cubicBezTo>
                  <a:cubicBezTo>
                    <a:pt x="1186" y="61"/>
                    <a:pt x="1019" y="0"/>
                    <a:pt x="851"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68"/>
            <p:cNvSpPr/>
            <p:nvPr/>
          </p:nvSpPr>
          <p:spPr>
            <a:xfrm>
              <a:off x="6538325" y="990100"/>
              <a:ext cx="43350" cy="31925"/>
            </a:xfrm>
            <a:custGeom>
              <a:rect b="b" l="l" r="r" t="t"/>
              <a:pathLst>
                <a:path extrusionOk="0" h="1277" w="1734">
                  <a:moveTo>
                    <a:pt x="867" y="0"/>
                  </a:moveTo>
                  <a:cubicBezTo>
                    <a:pt x="708" y="0"/>
                    <a:pt x="548" y="61"/>
                    <a:pt x="427" y="182"/>
                  </a:cubicBezTo>
                  <a:cubicBezTo>
                    <a:pt x="1" y="578"/>
                    <a:pt x="305" y="1277"/>
                    <a:pt x="852" y="1277"/>
                  </a:cubicBezTo>
                  <a:cubicBezTo>
                    <a:pt x="1430" y="1277"/>
                    <a:pt x="1734" y="578"/>
                    <a:pt x="1308" y="182"/>
                  </a:cubicBezTo>
                  <a:cubicBezTo>
                    <a:pt x="1186" y="61"/>
                    <a:pt x="1027" y="0"/>
                    <a:pt x="867"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68"/>
            <p:cNvSpPr/>
            <p:nvPr/>
          </p:nvSpPr>
          <p:spPr>
            <a:xfrm>
              <a:off x="6436500" y="887500"/>
              <a:ext cx="43350" cy="31950"/>
            </a:xfrm>
            <a:custGeom>
              <a:rect b="b" l="l" r="r" t="t"/>
              <a:pathLst>
                <a:path extrusionOk="0" h="1278" w="1734">
                  <a:moveTo>
                    <a:pt x="867" y="1"/>
                  </a:moveTo>
                  <a:cubicBezTo>
                    <a:pt x="708" y="1"/>
                    <a:pt x="548" y="61"/>
                    <a:pt x="426" y="183"/>
                  </a:cubicBezTo>
                  <a:cubicBezTo>
                    <a:pt x="1" y="578"/>
                    <a:pt x="305" y="1277"/>
                    <a:pt x="852" y="1277"/>
                  </a:cubicBezTo>
                  <a:cubicBezTo>
                    <a:pt x="1430" y="1277"/>
                    <a:pt x="1734" y="578"/>
                    <a:pt x="1308" y="183"/>
                  </a:cubicBezTo>
                  <a:cubicBezTo>
                    <a:pt x="1186" y="61"/>
                    <a:pt x="1027" y="1"/>
                    <a:pt x="867"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68"/>
            <p:cNvSpPr/>
            <p:nvPr/>
          </p:nvSpPr>
          <p:spPr>
            <a:xfrm>
              <a:off x="6333925" y="785675"/>
              <a:ext cx="43350" cy="31950"/>
            </a:xfrm>
            <a:custGeom>
              <a:rect b="b" l="l" r="r" t="t"/>
              <a:pathLst>
                <a:path extrusionOk="0" h="1278" w="1734">
                  <a:moveTo>
                    <a:pt x="867" y="1"/>
                  </a:moveTo>
                  <a:cubicBezTo>
                    <a:pt x="707" y="1"/>
                    <a:pt x="548" y="61"/>
                    <a:pt x="426" y="183"/>
                  </a:cubicBezTo>
                  <a:cubicBezTo>
                    <a:pt x="1" y="578"/>
                    <a:pt x="304" y="1277"/>
                    <a:pt x="852" y="1277"/>
                  </a:cubicBezTo>
                  <a:cubicBezTo>
                    <a:pt x="1429" y="1277"/>
                    <a:pt x="1733" y="578"/>
                    <a:pt x="1308" y="183"/>
                  </a:cubicBezTo>
                  <a:cubicBezTo>
                    <a:pt x="1186" y="61"/>
                    <a:pt x="1026" y="1"/>
                    <a:pt x="867"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68"/>
            <p:cNvSpPr/>
            <p:nvPr/>
          </p:nvSpPr>
          <p:spPr>
            <a:xfrm>
              <a:off x="6232100" y="683275"/>
              <a:ext cx="42575" cy="32525"/>
            </a:xfrm>
            <a:custGeom>
              <a:rect b="b" l="l" r="r" t="t"/>
              <a:pathLst>
                <a:path extrusionOk="0" h="1301" w="1703">
                  <a:moveTo>
                    <a:pt x="852" y="1"/>
                  </a:moveTo>
                  <a:cubicBezTo>
                    <a:pt x="684" y="1"/>
                    <a:pt x="517" y="69"/>
                    <a:pt x="396" y="206"/>
                  </a:cubicBezTo>
                  <a:cubicBezTo>
                    <a:pt x="1" y="601"/>
                    <a:pt x="274" y="1300"/>
                    <a:pt x="852" y="1300"/>
                  </a:cubicBezTo>
                  <a:cubicBezTo>
                    <a:pt x="1429" y="1300"/>
                    <a:pt x="1703" y="601"/>
                    <a:pt x="1308" y="206"/>
                  </a:cubicBezTo>
                  <a:cubicBezTo>
                    <a:pt x="1186" y="69"/>
                    <a:pt x="1019" y="1"/>
                    <a:pt x="852"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68"/>
            <p:cNvSpPr/>
            <p:nvPr/>
          </p:nvSpPr>
          <p:spPr>
            <a:xfrm>
              <a:off x="6129525" y="581275"/>
              <a:ext cx="43325" cy="31925"/>
            </a:xfrm>
            <a:custGeom>
              <a:rect b="b" l="l" r="r" t="t"/>
              <a:pathLst>
                <a:path extrusionOk="0" h="1277" w="1733">
                  <a:moveTo>
                    <a:pt x="851" y="0"/>
                  </a:moveTo>
                  <a:cubicBezTo>
                    <a:pt x="304" y="0"/>
                    <a:pt x="0" y="699"/>
                    <a:pt x="426" y="1094"/>
                  </a:cubicBezTo>
                  <a:cubicBezTo>
                    <a:pt x="547" y="1216"/>
                    <a:pt x="707" y="1277"/>
                    <a:pt x="866" y="1277"/>
                  </a:cubicBezTo>
                  <a:cubicBezTo>
                    <a:pt x="1026" y="1277"/>
                    <a:pt x="1186" y="1216"/>
                    <a:pt x="1307" y="1094"/>
                  </a:cubicBezTo>
                  <a:cubicBezTo>
                    <a:pt x="1733" y="699"/>
                    <a:pt x="1429" y="0"/>
                    <a:pt x="851"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68"/>
            <p:cNvSpPr/>
            <p:nvPr/>
          </p:nvSpPr>
          <p:spPr>
            <a:xfrm>
              <a:off x="7652350" y="1918675"/>
              <a:ext cx="43325" cy="32700"/>
            </a:xfrm>
            <a:custGeom>
              <a:rect b="b" l="l" r="r" t="t"/>
              <a:pathLst>
                <a:path extrusionOk="0" h="1308" w="1733">
                  <a:moveTo>
                    <a:pt x="882" y="0"/>
                  </a:moveTo>
                  <a:cubicBezTo>
                    <a:pt x="304" y="0"/>
                    <a:pt x="0" y="700"/>
                    <a:pt x="426" y="1125"/>
                  </a:cubicBezTo>
                  <a:cubicBezTo>
                    <a:pt x="547" y="1247"/>
                    <a:pt x="707" y="1307"/>
                    <a:pt x="870" y="1307"/>
                  </a:cubicBezTo>
                  <a:cubicBezTo>
                    <a:pt x="1034" y="1307"/>
                    <a:pt x="1201" y="1247"/>
                    <a:pt x="1338" y="1125"/>
                  </a:cubicBezTo>
                  <a:cubicBezTo>
                    <a:pt x="1733" y="700"/>
                    <a:pt x="1459" y="0"/>
                    <a:pt x="882"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68"/>
            <p:cNvSpPr/>
            <p:nvPr/>
          </p:nvSpPr>
          <p:spPr>
            <a:xfrm>
              <a:off x="7550525" y="1816850"/>
              <a:ext cx="42575" cy="32700"/>
            </a:xfrm>
            <a:custGeom>
              <a:rect b="b" l="l" r="r" t="t"/>
              <a:pathLst>
                <a:path extrusionOk="0" h="1308" w="1703">
                  <a:moveTo>
                    <a:pt x="851" y="0"/>
                  </a:moveTo>
                  <a:cubicBezTo>
                    <a:pt x="274" y="0"/>
                    <a:pt x="0" y="700"/>
                    <a:pt x="395" y="1125"/>
                  </a:cubicBezTo>
                  <a:cubicBezTo>
                    <a:pt x="517" y="1247"/>
                    <a:pt x="684" y="1307"/>
                    <a:pt x="851" y="1307"/>
                  </a:cubicBezTo>
                  <a:cubicBezTo>
                    <a:pt x="1018" y="1307"/>
                    <a:pt x="1186" y="1247"/>
                    <a:pt x="1307" y="1125"/>
                  </a:cubicBezTo>
                  <a:cubicBezTo>
                    <a:pt x="1702" y="700"/>
                    <a:pt x="1429" y="0"/>
                    <a:pt x="851"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68"/>
            <p:cNvSpPr/>
            <p:nvPr/>
          </p:nvSpPr>
          <p:spPr>
            <a:xfrm>
              <a:off x="7447925" y="1715025"/>
              <a:ext cx="43350" cy="31950"/>
            </a:xfrm>
            <a:custGeom>
              <a:rect b="b" l="l" r="r" t="t"/>
              <a:pathLst>
                <a:path extrusionOk="0" h="1278" w="1734">
                  <a:moveTo>
                    <a:pt x="882" y="0"/>
                  </a:moveTo>
                  <a:cubicBezTo>
                    <a:pt x="305" y="0"/>
                    <a:pt x="1" y="700"/>
                    <a:pt x="426" y="1095"/>
                  </a:cubicBezTo>
                  <a:cubicBezTo>
                    <a:pt x="548" y="1216"/>
                    <a:pt x="707" y="1277"/>
                    <a:pt x="871" y="1277"/>
                  </a:cubicBezTo>
                  <a:cubicBezTo>
                    <a:pt x="1034" y="1277"/>
                    <a:pt x="1201" y="1216"/>
                    <a:pt x="1338" y="1095"/>
                  </a:cubicBezTo>
                  <a:cubicBezTo>
                    <a:pt x="1733" y="700"/>
                    <a:pt x="1460" y="0"/>
                    <a:pt x="882"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68"/>
            <p:cNvSpPr/>
            <p:nvPr/>
          </p:nvSpPr>
          <p:spPr>
            <a:xfrm>
              <a:off x="7346100" y="1612450"/>
              <a:ext cx="42575" cy="32700"/>
            </a:xfrm>
            <a:custGeom>
              <a:rect b="b" l="l" r="r" t="t"/>
              <a:pathLst>
                <a:path extrusionOk="0" h="1308" w="1703">
                  <a:moveTo>
                    <a:pt x="852" y="0"/>
                  </a:moveTo>
                  <a:cubicBezTo>
                    <a:pt x="274" y="0"/>
                    <a:pt x="1" y="699"/>
                    <a:pt x="396" y="1125"/>
                  </a:cubicBezTo>
                  <a:cubicBezTo>
                    <a:pt x="517" y="1246"/>
                    <a:pt x="685" y="1307"/>
                    <a:pt x="852" y="1307"/>
                  </a:cubicBezTo>
                  <a:cubicBezTo>
                    <a:pt x="1019" y="1307"/>
                    <a:pt x="1186" y="1246"/>
                    <a:pt x="1308" y="1125"/>
                  </a:cubicBezTo>
                  <a:cubicBezTo>
                    <a:pt x="1703" y="699"/>
                    <a:pt x="1429" y="0"/>
                    <a:pt x="852"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68"/>
            <p:cNvSpPr/>
            <p:nvPr/>
          </p:nvSpPr>
          <p:spPr>
            <a:xfrm>
              <a:off x="7239725" y="3353525"/>
              <a:ext cx="43325" cy="32525"/>
            </a:xfrm>
            <a:custGeom>
              <a:rect b="b" l="l" r="r" t="t"/>
              <a:pathLst>
                <a:path extrusionOk="0" h="1301" w="1733">
                  <a:moveTo>
                    <a:pt x="870" y="1"/>
                  </a:moveTo>
                  <a:cubicBezTo>
                    <a:pt x="707" y="1"/>
                    <a:pt x="547" y="69"/>
                    <a:pt x="426" y="206"/>
                  </a:cubicBezTo>
                  <a:cubicBezTo>
                    <a:pt x="0" y="601"/>
                    <a:pt x="304" y="1300"/>
                    <a:pt x="882" y="1300"/>
                  </a:cubicBezTo>
                  <a:cubicBezTo>
                    <a:pt x="1459" y="1300"/>
                    <a:pt x="1733" y="601"/>
                    <a:pt x="1338" y="206"/>
                  </a:cubicBezTo>
                  <a:cubicBezTo>
                    <a:pt x="1201" y="69"/>
                    <a:pt x="1034" y="1"/>
                    <a:pt x="870"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68"/>
            <p:cNvSpPr/>
            <p:nvPr/>
          </p:nvSpPr>
          <p:spPr>
            <a:xfrm>
              <a:off x="7137900" y="3251525"/>
              <a:ext cx="42575" cy="31925"/>
            </a:xfrm>
            <a:custGeom>
              <a:rect b="b" l="l" r="r" t="t"/>
              <a:pathLst>
                <a:path extrusionOk="0" h="1277" w="1703">
                  <a:moveTo>
                    <a:pt x="851" y="0"/>
                  </a:moveTo>
                  <a:cubicBezTo>
                    <a:pt x="684" y="0"/>
                    <a:pt x="517" y="61"/>
                    <a:pt x="395" y="183"/>
                  </a:cubicBezTo>
                  <a:cubicBezTo>
                    <a:pt x="0" y="578"/>
                    <a:pt x="274" y="1277"/>
                    <a:pt x="851" y="1277"/>
                  </a:cubicBezTo>
                  <a:cubicBezTo>
                    <a:pt x="1429" y="1277"/>
                    <a:pt x="1702" y="578"/>
                    <a:pt x="1307" y="183"/>
                  </a:cubicBezTo>
                  <a:cubicBezTo>
                    <a:pt x="1186" y="61"/>
                    <a:pt x="1018" y="0"/>
                    <a:pt x="851"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68"/>
            <p:cNvSpPr/>
            <p:nvPr/>
          </p:nvSpPr>
          <p:spPr>
            <a:xfrm>
              <a:off x="7036075" y="3149700"/>
              <a:ext cx="42575" cy="31925"/>
            </a:xfrm>
            <a:custGeom>
              <a:rect b="b" l="l" r="r" t="t"/>
              <a:pathLst>
                <a:path extrusionOk="0" h="1277" w="1703">
                  <a:moveTo>
                    <a:pt x="851" y="0"/>
                  </a:moveTo>
                  <a:cubicBezTo>
                    <a:pt x="684" y="0"/>
                    <a:pt x="517" y="61"/>
                    <a:pt x="395" y="183"/>
                  </a:cubicBezTo>
                  <a:cubicBezTo>
                    <a:pt x="0" y="578"/>
                    <a:pt x="274" y="1277"/>
                    <a:pt x="851" y="1277"/>
                  </a:cubicBezTo>
                  <a:cubicBezTo>
                    <a:pt x="1429" y="1277"/>
                    <a:pt x="1702" y="578"/>
                    <a:pt x="1307" y="183"/>
                  </a:cubicBezTo>
                  <a:cubicBezTo>
                    <a:pt x="1186" y="61"/>
                    <a:pt x="1018" y="0"/>
                    <a:pt x="851"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68"/>
            <p:cNvSpPr/>
            <p:nvPr/>
          </p:nvSpPr>
          <p:spPr>
            <a:xfrm>
              <a:off x="6933475" y="3047100"/>
              <a:ext cx="43350" cy="31950"/>
            </a:xfrm>
            <a:custGeom>
              <a:rect b="b" l="l" r="r" t="t"/>
              <a:pathLst>
                <a:path extrusionOk="0" h="1278" w="1734">
                  <a:moveTo>
                    <a:pt x="863" y="1"/>
                  </a:moveTo>
                  <a:cubicBezTo>
                    <a:pt x="700" y="1"/>
                    <a:pt x="533" y="62"/>
                    <a:pt x="396" y="183"/>
                  </a:cubicBezTo>
                  <a:cubicBezTo>
                    <a:pt x="1" y="609"/>
                    <a:pt x="274" y="1277"/>
                    <a:pt x="852" y="1277"/>
                  </a:cubicBezTo>
                  <a:cubicBezTo>
                    <a:pt x="1429" y="1277"/>
                    <a:pt x="1733" y="609"/>
                    <a:pt x="1308" y="183"/>
                  </a:cubicBezTo>
                  <a:cubicBezTo>
                    <a:pt x="1186" y="62"/>
                    <a:pt x="1027" y="1"/>
                    <a:pt x="863"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68"/>
            <p:cNvSpPr/>
            <p:nvPr/>
          </p:nvSpPr>
          <p:spPr>
            <a:xfrm>
              <a:off x="7332425" y="3261400"/>
              <a:ext cx="42575" cy="31950"/>
            </a:xfrm>
            <a:custGeom>
              <a:rect b="b" l="l" r="r" t="t"/>
              <a:pathLst>
                <a:path extrusionOk="0" h="1278" w="1703">
                  <a:moveTo>
                    <a:pt x="852" y="0"/>
                  </a:moveTo>
                  <a:cubicBezTo>
                    <a:pt x="684" y="0"/>
                    <a:pt x="517" y="61"/>
                    <a:pt x="396" y="183"/>
                  </a:cubicBezTo>
                  <a:cubicBezTo>
                    <a:pt x="0" y="578"/>
                    <a:pt x="274" y="1277"/>
                    <a:pt x="852" y="1277"/>
                  </a:cubicBezTo>
                  <a:cubicBezTo>
                    <a:pt x="1429" y="1277"/>
                    <a:pt x="1703" y="578"/>
                    <a:pt x="1308" y="183"/>
                  </a:cubicBezTo>
                  <a:cubicBezTo>
                    <a:pt x="1186" y="61"/>
                    <a:pt x="1019" y="0"/>
                    <a:pt x="852"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68"/>
            <p:cNvSpPr/>
            <p:nvPr/>
          </p:nvSpPr>
          <p:spPr>
            <a:xfrm>
              <a:off x="7230600" y="3158825"/>
              <a:ext cx="42575" cy="32700"/>
            </a:xfrm>
            <a:custGeom>
              <a:rect b="b" l="l" r="r" t="t"/>
              <a:pathLst>
                <a:path extrusionOk="0" h="1308" w="1703">
                  <a:moveTo>
                    <a:pt x="852" y="0"/>
                  </a:moveTo>
                  <a:cubicBezTo>
                    <a:pt x="274" y="0"/>
                    <a:pt x="0" y="699"/>
                    <a:pt x="396" y="1125"/>
                  </a:cubicBezTo>
                  <a:cubicBezTo>
                    <a:pt x="517" y="1246"/>
                    <a:pt x="684" y="1307"/>
                    <a:pt x="852" y="1307"/>
                  </a:cubicBezTo>
                  <a:cubicBezTo>
                    <a:pt x="1019" y="1307"/>
                    <a:pt x="1186" y="1246"/>
                    <a:pt x="1307" y="1125"/>
                  </a:cubicBezTo>
                  <a:cubicBezTo>
                    <a:pt x="1703" y="699"/>
                    <a:pt x="1429" y="0"/>
                    <a:pt x="852"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68"/>
            <p:cNvSpPr/>
            <p:nvPr/>
          </p:nvSpPr>
          <p:spPr>
            <a:xfrm>
              <a:off x="7128025" y="3057000"/>
              <a:ext cx="43325" cy="31925"/>
            </a:xfrm>
            <a:custGeom>
              <a:rect b="b" l="l" r="r" t="t"/>
              <a:pathLst>
                <a:path extrusionOk="0" h="1277" w="1733">
                  <a:moveTo>
                    <a:pt x="851" y="0"/>
                  </a:moveTo>
                  <a:cubicBezTo>
                    <a:pt x="274" y="0"/>
                    <a:pt x="0" y="699"/>
                    <a:pt x="395" y="1094"/>
                  </a:cubicBezTo>
                  <a:cubicBezTo>
                    <a:pt x="532" y="1216"/>
                    <a:pt x="699" y="1277"/>
                    <a:pt x="863" y="1277"/>
                  </a:cubicBezTo>
                  <a:cubicBezTo>
                    <a:pt x="1026" y="1277"/>
                    <a:pt x="1185" y="1216"/>
                    <a:pt x="1307" y="1094"/>
                  </a:cubicBezTo>
                  <a:cubicBezTo>
                    <a:pt x="1733" y="699"/>
                    <a:pt x="1429" y="0"/>
                    <a:pt x="851"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68"/>
            <p:cNvSpPr/>
            <p:nvPr/>
          </p:nvSpPr>
          <p:spPr>
            <a:xfrm>
              <a:off x="7026200" y="2955175"/>
              <a:ext cx="42575" cy="31925"/>
            </a:xfrm>
            <a:custGeom>
              <a:rect b="b" l="l" r="r" t="t"/>
              <a:pathLst>
                <a:path extrusionOk="0" h="1277" w="1703">
                  <a:moveTo>
                    <a:pt x="851" y="0"/>
                  </a:moveTo>
                  <a:cubicBezTo>
                    <a:pt x="274" y="0"/>
                    <a:pt x="0" y="669"/>
                    <a:pt x="395" y="1094"/>
                  </a:cubicBezTo>
                  <a:cubicBezTo>
                    <a:pt x="517" y="1216"/>
                    <a:pt x="684" y="1277"/>
                    <a:pt x="851" y="1277"/>
                  </a:cubicBezTo>
                  <a:cubicBezTo>
                    <a:pt x="1018" y="1277"/>
                    <a:pt x="1185" y="1216"/>
                    <a:pt x="1307" y="1094"/>
                  </a:cubicBezTo>
                  <a:cubicBezTo>
                    <a:pt x="1702" y="669"/>
                    <a:pt x="1429" y="0"/>
                    <a:pt x="851"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68"/>
            <p:cNvSpPr/>
            <p:nvPr/>
          </p:nvSpPr>
          <p:spPr>
            <a:xfrm>
              <a:off x="7424375" y="3168875"/>
              <a:ext cx="43325" cy="32525"/>
            </a:xfrm>
            <a:custGeom>
              <a:rect b="b" l="l" r="r" t="t"/>
              <a:pathLst>
                <a:path extrusionOk="0" h="1301" w="1733">
                  <a:moveTo>
                    <a:pt x="867" y="1"/>
                  </a:moveTo>
                  <a:cubicBezTo>
                    <a:pt x="707" y="1"/>
                    <a:pt x="547" y="69"/>
                    <a:pt x="426" y="206"/>
                  </a:cubicBezTo>
                  <a:cubicBezTo>
                    <a:pt x="0" y="601"/>
                    <a:pt x="304" y="1300"/>
                    <a:pt x="851" y="1300"/>
                  </a:cubicBezTo>
                  <a:cubicBezTo>
                    <a:pt x="1429" y="1300"/>
                    <a:pt x="1733" y="601"/>
                    <a:pt x="1307" y="206"/>
                  </a:cubicBezTo>
                  <a:cubicBezTo>
                    <a:pt x="1186" y="69"/>
                    <a:pt x="1026" y="1"/>
                    <a:pt x="867"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68"/>
            <p:cNvSpPr/>
            <p:nvPr/>
          </p:nvSpPr>
          <p:spPr>
            <a:xfrm>
              <a:off x="7327875" y="3066875"/>
              <a:ext cx="31925" cy="31925"/>
            </a:xfrm>
            <a:custGeom>
              <a:rect b="b" l="l" r="r" t="t"/>
              <a:pathLst>
                <a:path extrusionOk="0" h="1277" w="1277">
                  <a:moveTo>
                    <a:pt x="638" y="0"/>
                  </a:moveTo>
                  <a:cubicBezTo>
                    <a:pt x="304" y="0"/>
                    <a:pt x="0" y="274"/>
                    <a:pt x="0" y="638"/>
                  </a:cubicBezTo>
                  <a:cubicBezTo>
                    <a:pt x="0" y="1003"/>
                    <a:pt x="304" y="1277"/>
                    <a:pt x="638" y="1277"/>
                  </a:cubicBezTo>
                  <a:cubicBezTo>
                    <a:pt x="1003" y="1277"/>
                    <a:pt x="1277" y="1003"/>
                    <a:pt x="1277" y="638"/>
                  </a:cubicBezTo>
                  <a:cubicBezTo>
                    <a:pt x="1277" y="274"/>
                    <a:pt x="1003" y="0"/>
                    <a:pt x="638"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68"/>
            <p:cNvSpPr/>
            <p:nvPr/>
          </p:nvSpPr>
          <p:spPr>
            <a:xfrm>
              <a:off x="7220725" y="2964275"/>
              <a:ext cx="42575" cy="32700"/>
            </a:xfrm>
            <a:custGeom>
              <a:rect b="b" l="l" r="r" t="t"/>
              <a:pathLst>
                <a:path extrusionOk="0" h="1308" w="1703">
                  <a:moveTo>
                    <a:pt x="851" y="1"/>
                  </a:moveTo>
                  <a:cubicBezTo>
                    <a:pt x="274" y="1"/>
                    <a:pt x="0" y="700"/>
                    <a:pt x="395" y="1125"/>
                  </a:cubicBezTo>
                  <a:cubicBezTo>
                    <a:pt x="517" y="1247"/>
                    <a:pt x="684" y="1308"/>
                    <a:pt x="851" y="1308"/>
                  </a:cubicBezTo>
                  <a:cubicBezTo>
                    <a:pt x="1019" y="1308"/>
                    <a:pt x="1186" y="1247"/>
                    <a:pt x="1307" y="1125"/>
                  </a:cubicBezTo>
                  <a:cubicBezTo>
                    <a:pt x="1702" y="700"/>
                    <a:pt x="1429" y="1"/>
                    <a:pt x="851"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68"/>
            <p:cNvSpPr/>
            <p:nvPr/>
          </p:nvSpPr>
          <p:spPr>
            <a:xfrm>
              <a:off x="7118125" y="2862450"/>
              <a:ext cx="43350" cy="31950"/>
            </a:xfrm>
            <a:custGeom>
              <a:rect b="b" l="l" r="r" t="t"/>
              <a:pathLst>
                <a:path extrusionOk="0" h="1278" w="1734">
                  <a:moveTo>
                    <a:pt x="852" y="1"/>
                  </a:moveTo>
                  <a:cubicBezTo>
                    <a:pt x="274" y="1"/>
                    <a:pt x="1" y="700"/>
                    <a:pt x="396" y="1095"/>
                  </a:cubicBezTo>
                  <a:cubicBezTo>
                    <a:pt x="533" y="1217"/>
                    <a:pt x="700" y="1277"/>
                    <a:pt x="863" y="1277"/>
                  </a:cubicBezTo>
                  <a:cubicBezTo>
                    <a:pt x="1027" y="1277"/>
                    <a:pt x="1186" y="1217"/>
                    <a:pt x="1308" y="1095"/>
                  </a:cubicBezTo>
                  <a:cubicBezTo>
                    <a:pt x="1733" y="700"/>
                    <a:pt x="1430" y="1"/>
                    <a:pt x="852"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68"/>
            <p:cNvSpPr/>
            <p:nvPr/>
          </p:nvSpPr>
          <p:spPr>
            <a:xfrm>
              <a:off x="7517075" y="3076750"/>
              <a:ext cx="43350" cy="31925"/>
            </a:xfrm>
            <a:custGeom>
              <a:rect b="b" l="l" r="r" t="t"/>
              <a:pathLst>
                <a:path extrusionOk="0" h="1277" w="1734">
                  <a:moveTo>
                    <a:pt x="863" y="0"/>
                  </a:moveTo>
                  <a:cubicBezTo>
                    <a:pt x="700" y="0"/>
                    <a:pt x="533" y="61"/>
                    <a:pt x="396" y="183"/>
                  </a:cubicBezTo>
                  <a:cubicBezTo>
                    <a:pt x="1" y="578"/>
                    <a:pt x="274" y="1277"/>
                    <a:pt x="852" y="1277"/>
                  </a:cubicBezTo>
                  <a:cubicBezTo>
                    <a:pt x="1429" y="1277"/>
                    <a:pt x="1733" y="578"/>
                    <a:pt x="1308" y="183"/>
                  </a:cubicBezTo>
                  <a:cubicBezTo>
                    <a:pt x="1186" y="61"/>
                    <a:pt x="1027" y="0"/>
                    <a:pt x="863"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68"/>
            <p:cNvSpPr/>
            <p:nvPr/>
          </p:nvSpPr>
          <p:spPr>
            <a:xfrm>
              <a:off x="7415250" y="2974350"/>
              <a:ext cx="42575" cy="32500"/>
            </a:xfrm>
            <a:custGeom>
              <a:rect b="b" l="l" r="r" t="t"/>
              <a:pathLst>
                <a:path extrusionOk="0" h="1300" w="1703">
                  <a:moveTo>
                    <a:pt x="852" y="0"/>
                  </a:moveTo>
                  <a:cubicBezTo>
                    <a:pt x="685" y="0"/>
                    <a:pt x="517" y="69"/>
                    <a:pt x="396" y="206"/>
                  </a:cubicBezTo>
                  <a:cubicBezTo>
                    <a:pt x="1" y="601"/>
                    <a:pt x="274" y="1300"/>
                    <a:pt x="852" y="1300"/>
                  </a:cubicBezTo>
                  <a:cubicBezTo>
                    <a:pt x="1429" y="1300"/>
                    <a:pt x="1703" y="601"/>
                    <a:pt x="1308" y="206"/>
                  </a:cubicBezTo>
                  <a:cubicBezTo>
                    <a:pt x="1186" y="69"/>
                    <a:pt x="1019" y="0"/>
                    <a:pt x="852"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68"/>
            <p:cNvSpPr/>
            <p:nvPr/>
          </p:nvSpPr>
          <p:spPr>
            <a:xfrm>
              <a:off x="7312675" y="2872525"/>
              <a:ext cx="43325" cy="32500"/>
            </a:xfrm>
            <a:custGeom>
              <a:rect b="b" l="l" r="r" t="t"/>
              <a:pathLst>
                <a:path extrusionOk="0" h="1300" w="1733">
                  <a:moveTo>
                    <a:pt x="863" y="0"/>
                  </a:moveTo>
                  <a:cubicBezTo>
                    <a:pt x="699" y="0"/>
                    <a:pt x="532" y="69"/>
                    <a:pt x="395" y="206"/>
                  </a:cubicBezTo>
                  <a:cubicBezTo>
                    <a:pt x="0" y="601"/>
                    <a:pt x="274" y="1300"/>
                    <a:pt x="851" y="1300"/>
                  </a:cubicBezTo>
                  <a:cubicBezTo>
                    <a:pt x="1429" y="1300"/>
                    <a:pt x="1733" y="601"/>
                    <a:pt x="1307" y="206"/>
                  </a:cubicBezTo>
                  <a:cubicBezTo>
                    <a:pt x="1186" y="69"/>
                    <a:pt x="1026" y="0"/>
                    <a:pt x="863"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68"/>
            <p:cNvSpPr/>
            <p:nvPr/>
          </p:nvSpPr>
          <p:spPr>
            <a:xfrm>
              <a:off x="7210850" y="2769950"/>
              <a:ext cx="42575" cy="32500"/>
            </a:xfrm>
            <a:custGeom>
              <a:rect b="b" l="l" r="r" t="t"/>
              <a:pathLst>
                <a:path extrusionOk="0" h="1300" w="1703">
                  <a:moveTo>
                    <a:pt x="851" y="0"/>
                  </a:moveTo>
                  <a:cubicBezTo>
                    <a:pt x="684" y="0"/>
                    <a:pt x="517" y="68"/>
                    <a:pt x="395" y="205"/>
                  </a:cubicBezTo>
                  <a:cubicBezTo>
                    <a:pt x="0" y="600"/>
                    <a:pt x="274" y="1299"/>
                    <a:pt x="851" y="1299"/>
                  </a:cubicBezTo>
                  <a:cubicBezTo>
                    <a:pt x="1429" y="1299"/>
                    <a:pt x="1702" y="600"/>
                    <a:pt x="1307" y="205"/>
                  </a:cubicBezTo>
                  <a:cubicBezTo>
                    <a:pt x="1186" y="68"/>
                    <a:pt x="1018" y="0"/>
                    <a:pt x="851"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68"/>
            <p:cNvSpPr/>
            <p:nvPr/>
          </p:nvSpPr>
          <p:spPr>
            <a:xfrm>
              <a:off x="7112050" y="2667925"/>
              <a:ext cx="40575" cy="32400"/>
            </a:xfrm>
            <a:custGeom>
              <a:rect b="b" l="l" r="r" t="t"/>
              <a:pathLst>
                <a:path extrusionOk="0" h="1296" w="1623">
                  <a:moveTo>
                    <a:pt x="715" y="0"/>
                  </a:moveTo>
                  <a:cubicBezTo>
                    <a:pt x="555" y="0"/>
                    <a:pt x="396" y="61"/>
                    <a:pt x="274" y="183"/>
                  </a:cubicBezTo>
                  <a:cubicBezTo>
                    <a:pt x="1" y="426"/>
                    <a:pt x="1" y="852"/>
                    <a:pt x="274" y="1095"/>
                  </a:cubicBezTo>
                  <a:cubicBezTo>
                    <a:pt x="409" y="1236"/>
                    <a:pt x="561" y="1295"/>
                    <a:pt x="708" y="1295"/>
                  </a:cubicBezTo>
                  <a:cubicBezTo>
                    <a:pt x="1194" y="1295"/>
                    <a:pt x="1622" y="649"/>
                    <a:pt x="1156" y="183"/>
                  </a:cubicBezTo>
                  <a:cubicBezTo>
                    <a:pt x="1034" y="61"/>
                    <a:pt x="875" y="0"/>
                    <a:pt x="71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68"/>
            <p:cNvSpPr/>
            <p:nvPr/>
          </p:nvSpPr>
          <p:spPr>
            <a:xfrm>
              <a:off x="7010225" y="2566100"/>
              <a:ext cx="40625" cy="32075"/>
            </a:xfrm>
            <a:custGeom>
              <a:rect b="b" l="l" r="r" t="t"/>
              <a:pathLst>
                <a:path extrusionOk="0" h="1283" w="1625">
                  <a:moveTo>
                    <a:pt x="715" y="0"/>
                  </a:moveTo>
                  <a:cubicBezTo>
                    <a:pt x="555" y="0"/>
                    <a:pt x="396" y="61"/>
                    <a:pt x="274" y="183"/>
                  </a:cubicBezTo>
                  <a:cubicBezTo>
                    <a:pt x="1" y="426"/>
                    <a:pt x="1" y="821"/>
                    <a:pt x="274" y="1095"/>
                  </a:cubicBezTo>
                  <a:cubicBezTo>
                    <a:pt x="407" y="1227"/>
                    <a:pt x="556" y="1283"/>
                    <a:pt x="702" y="1283"/>
                  </a:cubicBezTo>
                  <a:cubicBezTo>
                    <a:pt x="1190" y="1283"/>
                    <a:pt x="1624" y="651"/>
                    <a:pt x="1156" y="183"/>
                  </a:cubicBezTo>
                  <a:cubicBezTo>
                    <a:pt x="1034" y="61"/>
                    <a:pt x="875" y="0"/>
                    <a:pt x="71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68"/>
            <p:cNvSpPr/>
            <p:nvPr/>
          </p:nvSpPr>
          <p:spPr>
            <a:xfrm>
              <a:off x="6907650" y="2463525"/>
              <a:ext cx="40550" cy="32375"/>
            </a:xfrm>
            <a:custGeom>
              <a:rect b="b" l="l" r="r" t="t"/>
              <a:pathLst>
                <a:path extrusionOk="0" h="1295" w="1622">
                  <a:moveTo>
                    <a:pt x="715" y="0"/>
                  </a:moveTo>
                  <a:cubicBezTo>
                    <a:pt x="555" y="0"/>
                    <a:pt x="395" y="61"/>
                    <a:pt x="274" y="182"/>
                  </a:cubicBezTo>
                  <a:cubicBezTo>
                    <a:pt x="0" y="426"/>
                    <a:pt x="0" y="851"/>
                    <a:pt x="274" y="1094"/>
                  </a:cubicBezTo>
                  <a:cubicBezTo>
                    <a:pt x="408" y="1236"/>
                    <a:pt x="560" y="1295"/>
                    <a:pt x="707" y="1295"/>
                  </a:cubicBezTo>
                  <a:cubicBezTo>
                    <a:pt x="1193" y="1295"/>
                    <a:pt x="1622" y="649"/>
                    <a:pt x="1155" y="182"/>
                  </a:cubicBezTo>
                  <a:cubicBezTo>
                    <a:pt x="1034" y="61"/>
                    <a:pt x="874" y="0"/>
                    <a:pt x="71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68"/>
            <p:cNvSpPr/>
            <p:nvPr/>
          </p:nvSpPr>
          <p:spPr>
            <a:xfrm>
              <a:off x="6805825" y="2361700"/>
              <a:ext cx="40600" cy="32075"/>
            </a:xfrm>
            <a:custGeom>
              <a:rect b="b" l="l" r="r" t="t"/>
              <a:pathLst>
                <a:path extrusionOk="0" h="1283" w="1624">
                  <a:moveTo>
                    <a:pt x="699" y="0"/>
                  </a:moveTo>
                  <a:cubicBezTo>
                    <a:pt x="532" y="0"/>
                    <a:pt x="365" y="61"/>
                    <a:pt x="243" y="182"/>
                  </a:cubicBezTo>
                  <a:cubicBezTo>
                    <a:pt x="0" y="426"/>
                    <a:pt x="0" y="821"/>
                    <a:pt x="243" y="1094"/>
                  </a:cubicBezTo>
                  <a:cubicBezTo>
                    <a:pt x="383" y="1227"/>
                    <a:pt x="538" y="1282"/>
                    <a:pt x="687" y="1282"/>
                  </a:cubicBezTo>
                  <a:cubicBezTo>
                    <a:pt x="1189" y="1282"/>
                    <a:pt x="1624" y="651"/>
                    <a:pt x="1155" y="182"/>
                  </a:cubicBezTo>
                  <a:cubicBezTo>
                    <a:pt x="1034" y="61"/>
                    <a:pt x="867" y="0"/>
                    <a:pt x="699"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68"/>
            <p:cNvSpPr/>
            <p:nvPr/>
          </p:nvSpPr>
          <p:spPr>
            <a:xfrm>
              <a:off x="7609775" y="2984225"/>
              <a:ext cx="42600" cy="32525"/>
            </a:xfrm>
            <a:custGeom>
              <a:rect b="b" l="l" r="r" t="t"/>
              <a:pathLst>
                <a:path extrusionOk="0" h="1301" w="1704">
                  <a:moveTo>
                    <a:pt x="852" y="1"/>
                  </a:moveTo>
                  <a:cubicBezTo>
                    <a:pt x="685" y="1"/>
                    <a:pt x="518" y="69"/>
                    <a:pt x="396" y="206"/>
                  </a:cubicBezTo>
                  <a:cubicBezTo>
                    <a:pt x="1" y="601"/>
                    <a:pt x="274" y="1300"/>
                    <a:pt x="852" y="1300"/>
                  </a:cubicBezTo>
                  <a:cubicBezTo>
                    <a:pt x="1430" y="1300"/>
                    <a:pt x="1703" y="601"/>
                    <a:pt x="1308" y="206"/>
                  </a:cubicBezTo>
                  <a:cubicBezTo>
                    <a:pt x="1186" y="69"/>
                    <a:pt x="1019" y="1"/>
                    <a:pt x="852"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68"/>
            <p:cNvSpPr/>
            <p:nvPr/>
          </p:nvSpPr>
          <p:spPr>
            <a:xfrm>
              <a:off x="7507200" y="2882225"/>
              <a:ext cx="43350" cy="31925"/>
            </a:xfrm>
            <a:custGeom>
              <a:rect b="b" l="l" r="r" t="t"/>
              <a:pathLst>
                <a:path extrusionOk="0" h="1277" w="1734">
                  <a:moveTo>
                    <a:pt x="863" y="0"/>
                  </a:moveTo>
                  <a:cubicBezTo>
                    <a:pt x="700" y="0"/>
                    <a:pt x="532" y="61"/>
                    <a:pt x="396" y="182"/>
                  </a:cubicBezTo>
                  <a:cubicBezTo>
                    <a:pt x="1" y="578"/>
                    <a:pt x="274" y="1277"/>
                    <a:pt x="852" y="1277"/>
                  </a:cubicBezTo>
                  <a:cubicBezTo>
                    <a:pt x="1429" y="1277"/>
                    <a:pt x="1733" y="578"/>
                    <a:pt x="1308" y="182"/>
                  </a:cubicBezTo>
                  <a:cubicBezTo>
                    <a:pt x="1186" y="61"/>
                    <a:pt x="1026" y="0"/>
                    <a:pt x="863"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68"/>
            <p:cNvSpPr/>
            <p:nvPr/>
          </p:nvSpPr>
          <p:spPr>
            <a:xfrm>
              <a:off x="7405375" y="2779825"/>
              <a:ext cx="43350" cy="32500"/>
            </a:xfrm>
            <a:custGeom>
              <a:rect b="b" l="l" r="r" t="t"/>
              <a:pathLst>
                <a:path extrusionOk="0" h="1300" w="1734">
                  <a:moveTo>
                    <a:pt x="867" y="0"/>
                  </a:moveTo>
                  <a:cubicBezTo>
                    <a:pt x="707" y="0"/>
                    <a:pt x="548" y="69"/>
                    <a:pt x="426" y="205"/>
                  </a:cubicBezTo>
                  <a:cubicBezTo>
                    <a:pt x="0" y="601"/>
                    <a:pt x="304" y="1300"/>
                    <a:pt x="852" y="1300"/>
                  </a:cubicBezTo>
                  <a:cubicBezTo>
                    <a:pt x="1429" y="1300"/>
                    <a:pt x="1733" y="601"/>
                    <a:pt x="1307" y="205"/>
                  </a:cubicBezTo>
                  <a:cubicBezTo>
                    <a:pt x="1186" y="69"/>
                    <a:pt x="1026" y="0"/>
                    <a:pt x="867"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68"/>
            <p:cNvSpPr/>
            <p:nvPr/>
          </p:nvSpPr>
          <p:spPr>
            <a:xfrm>
              <a:off x="7302800" y="2677800"/>
              <a:ext cx="43325" cy="31950"/>
            </a:xfrm>
            <a:custGeom>
              <a:rect b="b" l="l" r="r" t="t"/>
              <a:pathLst>
                <a:path extrusionOk="0" h="1278" w="1733">
                  <a:moveTo>
                    <a:pt x="866" y="1"/>
                  </a:moveTo>
                  <a:cubicBezTo>
                    <a:pt x="707" y="1"/>
                    <a:pt x="547" y="61"/>
                    <a:pt x="426" y="183"/>
                  </a:cubicBezTo>
                  <a:cubicBezTo>
                    <a:pt x="0" y="578"/>
                    <a:pt x="304" y="1277"/>
                    <a:pt x="851" y="1277"/>
                  </a:cubicBezTo>
                  <a:cubicBezTo>
                    <a:pt x="1429" y="1277"/>
                    <a:pt x="1733" y="578"/>
                    <a:pt x="1307" y="183"/>
                  </a:cubicBezTo>
                  <a:cubicBezTo>
                    <a:pt x="1185" y="61"/>
                    <a:pt x="1026" y="1"/>
                    <a:pt x="8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68"/>
            <p:cNvSpPr/>
            <p:nvPr/>
          </p:nvSpPr>
          <p:spPr>
            <a:xfrm>
              <a:off x="7204775" y="2575400"/>
              <a:ext cx="40475" cy="32325"/>
            </a:xfrm>
            <a:custGeom>
              <a:rect b="b" l="l" r="r" t="t"/>
              <a:pathLst>
                <a:path extrusionOk="0" h="1293" w="1619">
                  <a:moveTo>
                    <a:pt x="699" y="1"/>
                  </a:moveTo>
                  <a:cubicBezTo>
                    <a:pt x="532" y="1"/>
                    <a:pt x="365" y="69"/>
                    <a:pt x="243" y="206"/>
                  </a:cubicBezTo>
                  <a:cubicBezTo>
                    <a:pt x="0" y="449"/>
                    <a:pt x="0" y="844"/>
                    <a:pt x="243" y="1087"/>
                  </a:cubicBezTo>
                  <a:cubicBezTo>
                    <a:pt x="388" y="1232"/>
                    <a:pt x="549" y="1292"/>
                    <a:pt x="703" y="1292"/>
                  </a:cubicBezTo>
                  <a:cubicBezTo>
                    <a:pt x="1198" y="1292"/>
                    <a:pt x="1619" y="670"/>
                    <a:pt x="1155" y="206"/>
                  </a:cubicBezTo>
                  <a:cubicBezTo>
                    <a:pt x="1033" y="69"/>
                    <a:pt x="866" y="1"/>
                    <a:pt x="699"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68"/>
            <p:cNvSpPr/>
            <p:nvPr/>
          </p:nvSpPr>
          <p:spPr>
            <a:xfrm>
              <a:off x="7102175" y="2473575"/>
              <a:ext cx="40550" cy="32225"/>
            </a:xfrm>
            <a:custGeom>
              <a:rect b="b" l="l" r="r" t="t"/>
              <a:pathLst>
                <a:path extrusionOk="0" h="1289" w="1622">
                  <a:moveTo>
                    <a:pt x="711" y="1"/>
                  </a:moveTo>
                  <a:cubicBezTo>
                    <a:pt x="548" y="1"/>
                    <a:pt x="381" y="69"/>
                    <a:pt x="244" y="206"/>
                  </a:cubicBezTo>
                  <a:cubicBezTo>
                    <a:pt x="1" y="449"/>
                    <a:pt x="1" y="844"/>
                    <a:pt x="244" y="1087"/>
                  </a:cubicBezTo>
                  <a:cubicBezTo>
                    <a:pt x="386" y="1229"/>
                    <a:pt x="544" y="1288"/>
                    <a:pt x="695" y="1288"/>
                  </a:cubicBezTo>
                  <a:cubicBezTo>
                    <a:pt x="1194" y="1288"/>
                    <a:pt x="1622" y="649"/>
                    <a:pt x="1156" y="206"/>
                  </a:cubicBezTo>
                  <a:cubicBezTo>
                    <a:pt x="1034" y="69"/>
                    <a:pt x="874" y="1"/>
                    <a:pt x="711"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68"/>
            <p:cNvSpPr/>
            <p:nvPr/>
          </p:nvSpPr>
          <p:spPr>
            <a:xfrm>
              <a:off x="7000350" y="2371575"/>
              <a:ext cx="40575" cy="32375"/>
            </a:xfrm>
            <a:custGeom>
              <a:rect b="b" l="l" r="r" t="t"/>
              <a:pathLst>
                <a:path extrusionOk="0" h="1295" w="1623">
                  <a:moveTo>
                    <a:pt x="700" y="0"/>
                  </a:moveTo>
                  <a:cubicBezTo>
                    <a:pt x="532" y="0"/>
                    <a:pt x="365" y="61"/>
                    <a:pt x="244" y="183"/>
                  </a:cubicBezTo>
                  <a:cubicBezTo>
                    <a:pt x="1" y="426"/>
                    <a:pt x="1" y="821"/>
                    <a:pt x="244" y="1094"/>
                  </a:cubicBezTo>
                  <a:cubicBezTo>
                    <a:pt x="385" y="1236"/>
                    <a:pt x="543" y="1295"/>
                    <a:pt x="694" y="1295"/>
                  </a:cubicBezTo>
                  <a:cubicBezTo>
                    <a:pt x="1193" y="1295"/>
                    <a:pt x="1622" y="649"/>
                    <a:pt x="1156" y="183"/>
                  </a:cubicBezTo>
                  <a:cubicBezTo>
                    <a:pt x="1034" y="61"/>
                    <a:pt x="867" y="0"/>
                    <a:pt x="700"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68"/>
            <p:cNvSpPr/>
            <p:nvPr/>
          </p:nvSpPr>
          <p:spPr>
            <a:xfrm>
              <a:off x="6897775" y="2268975"/>
              <a:ext cx="40550" cy="32400"/>
            </a:xfrm>
            <a:custGeom>
              <a:rect b="b" l="l" r="r" t="t"/>
              <a:pathLst>
                <a:path extrusionOk="0" h="1296" w="1622">
                  <a:moveTo>
                    <a:pt x="714" y="1"/>
                  </a:moveTo>
                  <a:cubicBezTo>
                    <a:pt x="555" y="1"/>
                    <a:pt x="395" y="62"/>
                    <a:pt x="274" y="183"/>
                  </a:cubicBezTo>
                  <a:cubicBezTo>
                    <a:pt x="0" y="426"/>
                    <a:pt x="0" y="852"/>
                    <a:pt x="274" y="1095"/>
                  </a:cubicBezTo>
                  <a:cubicBezTo>
                    <a:pt x="408" y="1236"/>
                    <a:pt x="560" y="1296"/>
                    <a:pt x="707" y="1296"/>
                  </a:cubicBezTo>
                  <a:cubicBezTo>
                    <a:pt x="1193" y="1296"/>
                    <a:pt x="1622" y="650"/>
                    <a:pt x="1155" y="183"/>
                  </a:cubicBezTo>
                  <a:cubicBezTo>
                    <a:pt x="1034" y="62"/>
                    <a:pt x="874" y="1"/>
                    <a:pt x="714"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68"/>
            <p:cNvSpPr/>
            <p:nvPr/>
          </p:nvSpPr>
          <p:spPr>
            <a:xfrm>
              <a:off x="6795950" y="2167150"/>
              <a:ext cx="40550" cy="32400"/>
            </a:xfrm>
            <a:custGeom>
              <a:rect b="b" l="l" r="r" t="t"/>
              <a:pathLst>
                <a:path extrusionOk="0" h="1296" w="1622">
                  <a:moveTo>
                    <a:pt x="699" y="1"/>
                  </a:moveTo>
                  <a:cubicBezTo>
                    <a:pt x="532" y="1"/>
                    <a:pt x="365" y="62"/>
                    <a:pt x="243" y="183"/>
                  </a:cubicBezTo>
                  <a:cubicBezTo>
                    <a:pt x="0" y="426"/>
                    <a:pt x="0" y="821"/>
                    <a:pt x="243" y="1095"/>
                  </a:cubicBezTo>
                  <a:cubicBezTo>
                    <a:pt x="385" y="1236"/>
                    <a:pt x="542" y="1296"/>
                    <a:pt x="694" y="1296"/>
                  </a:cubicBezTo>
                  <a:cubicBezTo>
                    <a:pt x="1193" y="1296"/>
                    <a:pt x="1622" y="650"/>
                    <a:pt x="1155" y="183"/>
                  </a:cubicBezTo>
                  <a:cubicBezTo>
                    <a:pt x="1034" y="62"/>
                    <a:pt x="866" y="1"/>
                    <a:pt x="699"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68"/>
            <p:cNvSpPr/>
            <p:nvPr/>
          </p:nvSpPr>
          <p:spPr>
            <a:xfrm>
              <a:off x="7701725" y="2891525"/>
              <a:ext cx="43350" cy="32500"/>
            </a:xfrm>
            <a:custGeom>
              <a:rect b="b" l="l" r="r" t="t"/>
              <a:pathLst>
                <a:path extrusionOk="0" h="1300" w="1734">
                  <a:moveTo>
                    <a:pt x="863" y="0"/>
                  </a:moveTo>
                  <a:cubicBezTo>
                    <a:pt x="700" y="0"/>
                    <a:pt x="533" y="69"/>
                    <a:pt x="396" y="206"/>
                  </a:cubicBezTo>
                  <a:cubicBezTo>
                    <a:pt x="1" y="601"/>
                    <a:pt x="274" y="1300"/>
                    <a:pt x="852" y="1300"/>
                  </a:cubicBezTo>
                  <a:cubicBezTo>
                    <a:pt x="1429" y="1300"/>
                    <a:pt x="1733" y="601"/>
                    <a:pt x="1308" y="206"/>
                  </a:cubicBezTo>
                  <a:cubicBezTo>
                    <a:pt x="1186" y="69"/>
                    <a:pt x="1027" y="0"/>
                    <a:pt x="863"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68"/>
            <p:cNvSpPr/>
            <p:nvPr/>
          </p:nvSpPr>
          <p:spPr>
            <a:xfrm>
              <a:off x="7599900" y="2789700"/>
              <a:ext cx="42575" cy="32500"/>
            </a:xfrm>
            <a:custGeom>
              <a:rect b="b" l="l" r="r" t="t"/>
              <a:pathLst>
                <a:path extrusionOk="0" h="1300" w="1703">
                  <a:moveTo>
                    <a:pt x="852" y="0"/>
                  </a:moveTo>
                  <a:cubicBezTo>
                    <a:pt x="685" y="0"/>
                    <a:pt x="518" y="69"/>
                    <a:pt x="396" y="206"/>
                  </a:cubicBezTo>
                  <a:cubicBezTo>
                    <a:pt x="1" y="601"/>
                    <a:pt x="274" y="1300"/>
                    <a:pt x="852" y="1300"/>
                  </a:cubicBezTo>
                  <a:cubicBezTo>
                    <a:pt x="1429" y="1300"/>
                    <a:pt x="1703" y="601"/>
                    <a:pt x="1308" y="206"/>
                  </a:cubicBezTo>
                  <a:cubicBezTo>
                    <a:pt x="1186" y="69"/>
                    <a:pt x="1019" y="0"/>
                    <a:pt x="852"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68"/>
            <p:cNvSpPr/>
            <p:nvPr/>
          </p:nvSpPr>
          <p:spPr>
            <a:xfrm>
              <a:off x="7497325" y="2687675"/>
              <a:ext cx="43325" cy="31950"/>
            </a:xfrm>
            <a:custGeom>
              <a:rect b="b" l="l" r="r" t="t"/>
              <a:pathLst>
                <a:path extrusionOk="0" h="1278" w="1733">
                  <a:moveTo>
                    <a:pt x="867" y="1"/>
                  </a:moveTo>
                  <a:cubicBezTo>
                    <a:pt x="707" y="1"/>
                    <a:pt x="547" y="62"/>
                    <a:pt x="426" y="183"/>
                  </a:cubicBezTo>
                  <a:cubicBezTo>
                    <a:pt x="0" y="578"/>
                    <a:pt x="304" y="1277"/>
                    <a:pt x="851" y="1277"/>
                  </a:cubicBezTo>
                  <a:cubicBezTo>
                    <a:pt x="1429" y="1277"/>
                    <a:pt x="1733" y="578"/>
                    <a:pt x="1307" y="183"/>
                  </a:cubicBezTo>
                  <a:cubicBezTo>
                    <a:pt x="1186" y="62"/>
                    <a:pt x="1026" y="1"/>
                    <a:pt x="867"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68"/>
            <p:cNvSpPr/>
            <p:nvPr/>
          </p:nvSpPr>
          <p:spPr>
            <a:xfrm>
              <a:off x="7395500" y="2585275"/>
              <a:ext cx="42575" cy="32525"/>
            </a:xfrm>
            <a:custGeom>
              <a:rect b="b" l="l" r="r" t="t"/>
              <a:pathLst>
                <a:path extrusionOk="0" h="1301" w="1703">
                  <a:moveTo>
                    <a:pt x="851" y="1"/>
                  </a:moveTo>
                  <a:cubicBezTo>
                    <a:pt x="684" y="1"/>
                    <a:pt x="517" y="69"/>
                    <a:pt x="395" y="206"/>
                  </a:cubicBezTo>
                  <a:cubicBezTo>
                    <a:pt x="0" y="601"/>
                    <a:pt x="274" y="1300"/>
                    <a:pt x="851" y="1300"/>
                  </a:cubicBezTo>
                  <a:cubicBezTo>
                    <a:pt x="1429" y="1300"/>
                    <a:pt x="1702" y="601"/>
                    <a:pt x="1307" y="206"/>
                  </a:cubicBezTo>
                  <a:cubicBezTo>
                    <a:pt x="1186" y="69"/>
                    <a:pt x="1019" y="1"/>
                    <a:pt x="851"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68"/>
            <p:cNvSpPr/>
            <p:nvPr/>
          </p:nvSpPr>
          <p:spPr>
            <a:xfrm>
              <a:off x="7296700" y="2483275"/>
              <a:ext cx="40575" cy="32400"/>
            </a:xfrm>
            <a:custGeom>
              <a:rect b="b" l="l" r="r" t="t"/>
              <a:pathLst>
                <a:path extrusionOk="0" h="1296" w="1623">
                  <a:moveTo>
                    <a:pt x="715" y="0"/>
                  </a:moveTo>
                  <a:cubicBezTo>
                    <a:pt x="556" y="0"/>
                    <a:pt x="396" y="61"/>
                    <a:pt x="274" y="183"/>
                  </a:cubicBezTo>
                  <a:cubicBezTo>
                    <a:pt x="1" y="426"/>
                    <a:pt x="1" y="851"/>
                    <a:pt x="274" y="1095"/>
                  </a:cubicBezTo>
                  <a:cubicBezTo>
                    <a:pt x="409" y="1236"/>
                    <a:pt x="561" y="1295"/>
                    <a:pt x="708" y="1295"/>
                  </a:cubicBezTo>
                  <a:cubicBezTo>
                    <a:pt x="1194" y="1295"/>
                    <a:pt x="1623" y="649"/>
                    <a:pt x="1156" y="183"/>
                  </a:cubicBezTo>
                  <a:cubicBezTo>
                    <a:pt x="1034" y="61"/>
                    <a:pt x="875" y="0"/>
                    <a:pt x="71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68"/>
            <p:cNvSpPr/>
            <p:nvPr/>
          </p:nvSpPr>
          <p:spPr>
            <a:xfrm>
              <a:off x="7194875" y="2380875"/>
              <a:ext cx="40575" cy="32975"/>
            </a:xfrm>
            <a:custGeom>
              <a:rect b="b" l="l" r="r" t="t"/>
              <a:pathLst>
                <a:path extrusionOk="0" h="1319" w="1623">
                  <a:moveTo>
                    <a:pt x="700" y="1"/>
                  </a:moveTo>
                  <a:cubicBezTo>
                    <a:pt x="533" y="1"/>
                    <a:pt x="366" y="69"/>
                    <a:pt x="244" y="206"/>
                  </a:cubicBezTo>
                  <a:cubicBezTo>
                    <a:pt x="1" y="449"/>
                    <a:pt x="1" y="844"/>
                    <a:pt x="244" y="1118"/>
                  </a:cubicBezTo>
                  <a:cubicBezTo>
                    <a:pt x="385" y="1259"/>
                    <a:pt x="543" y="1318"/>
                    <a:pt x="694" y="1318"/>
                  </a:cubicBezTo>
                  <a:cubicBezTo>
                    <a:pt x="1194" y="1318"/>
                    <a:pt x="1623" y="672"/>
                    <a:pt x="1156" y="206"/>
                  </a:cubicBezTo>
                  <a:cubicBezTo>
                    <a:pt x="1034" y="69"/>
                    <a:pt x="867" y="1"/>
                    <a:pt x="700"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68"/>
            <p:cNvSpPr/>
            <p:nvPr/>
          </p:nvSpPr>
          <p:spPr>
            <a:xfrm>
              <a:off x="7092300" y="2278850"/>
              <a:ext cx="40325" cy="31675"/>
            </a:xfrm>
            <a:custGeom>
              <a:rect b="b" l="l" r="r" t="t"/>
              <a:pathLst>
                <a:path extrusionOk="0" h="1267" w="1613">
                  <a:moveTo>
                    <a:pt x="715" y="1"/>
                  </a:moveTo>
                  <a:cubicBezTo>
                    <a:pt x="555" y="1"/>
                    <a:pt x="396" y="62"/>
                    <a:pt x="274" y="183"/>
                  </a:cubicBezTo>
                  <a:cubicBezTo>
                    <a:pt x="0" y="426"/>
                    <a:pt x="0" y="852"/>
                    <a:pt x="274" y="1095"/>
                  </a:cubicBezTo>
                  <a:cubicBezTo>
                    <a:pt x="363" y="1216"/>
                    <a:pt x="478" y="1266"/>
                    <a:pt x="600" y="1266"/>
                  </a:cubicBezTo>
                  <a:cubicBezTo>
                    <a:pt x="1061" y="1266"/>
                    <a:pt x="1612" y="544"/>
                    <a:pt x="1155" y="183"/>
                  </a:cubicBezTo>
                  <a:cubicBezTo>
                    <a:pt x="1034" y="62"/>
                    <a:pt x="874" y="1"/>
                    <a:pt x="715"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68"/>
            <p:cNvSpPr/>
            <p:nvPr/>
          </p:nvSpPr>
          <p:spPr>
            <a:xfrm>
              <a:off x="6990475" y="2177025"/>
              <a:ext cx="40575" cy="32400"/>
            </a:xfrm>
            <a:custGeom>
              <a:rect b="b" l="l" r="r" t="t"/>
              <a:pathLst>
                <a:path extrusionOk="0" h="1296" w="1623">
                  <a:moveTo>
                    <a:pt x="700" y="1"/>
                  </a:moveTo>
                  <a:cubicBezTo>
                    <a:pt x="532" y="1"/>
                    <a:pt x="365" y="62"/>
                    <a:pt x="244" y="183"/>
                  </a:cubicBezTo>
                  <a:cubicBezTo>
                    <a:pt x="0" y="426"/>
                    <a:pt x="0" y="822"/>
                    <a:pt x="244" y="1095"/>
                  </a:cubicBezTo>
                  <a:cubicBezTo>
                    <a:pt x="385" y="1236"/>
                    <a:pt x="543" y="1296"/>
                    <a:pt x="694" y="1296"/>
                  </a:cubicBezTo>
                  <a:cubicBezTo>
                    <a:pt x="1193" y="1296"/>
                    <a:pt x="1622" y="650"/>
                    <a:pt x="1155" y="183"/>
                  </a:cubicBezTo>
                  <a:cubicBezTo>
                    <a:pt x="1034" y="62"/>
                    <a:pt x="867" y="1"/>
                    <a:pt x="700"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68"/>
            <p:cNvSpPr/>
            <p:nvPr/>
          </p:nvSpPr>
          <p:spPr>
            <a:xfrm>
              <a:off x="6887900" y="2074650"/>
              <a:ext cx="41300" cy="32200"/>
            </a:xfrm>
            <a:custGeom>
              <a:rect b="b" l="l" r="r" t="t"/>
              <a:pathLst>
                <a:path extrusionOk="0" h="1288" w="1652">
                  <a:moveTo>
                    <a:pt x="718" y="0"/>
                  </a:moveTo>
                  <a:cubicBezTo>
                    <a:pt x="555" y="0"/>
                    <a:pt x="395" y="69"/>
                    <a:pt x="274" y="205"/>
                  </a:cubicBezTo>
                  <a:cubicBezTo>
                    <a:pt x="0" y="448"/>
                    <a:pt x="0" y="844"/>
                    <a:pt x="274" y="1087"/>
                  </a:cubicBezTo>
                  <a:cubicBezTo>
                    <a:pt x="415" y="1229"/>
                    <a:pt x="574" y="1288"/>
                    <a:pt x="725" y="1288"/>
                  </a:cubicBezTo>
                  <a:cubicBezTo>
                    <a:pt x="1224" y="1288"/>
                    <a:pt x="1652" y="648"/>
                    <a:pt x="1185" y="205"/>
                  </a:cubicBezTo>
                  <a:cubicBezTo>
                    <a:pt x="1049" y="69"/>
                    <a:pt x="881" y="0"/>
                    <a:pt x="718"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68"/>
            <p:cNvSpPr/>
            <p:nvPr/>
          </p:nvSpPr>
          <p:spPr>
            <a:xfrm>
              <a:off x="6786050" y="1972625"/>
              <a:ext cx="40575" cy="32400"/>
            </a:xfrm>
            <a:custGeom>
              <a:rect b="b" l="l" r="r" t="t"/>
              <a:pathLst>
                <a:path extrusionOk="0" h="1296" w="1623">
                  <a:moveTo>
                    <a:pt x="700" y="1"/>
                  </a:moveTo>
                  <a:cubicBezTo>
                    <a:pt x="533" y="1"/>
                    <a:pt x="366" y="61"/>
                    <a:pt x="244" y="183"/>
                  </a:cubicBezTo>
                  <a:cubicBezTo>
                    <a:pt x="1" y="426"/>
                    <a:pt x="1" y="821"/>
                    <a:pt x="244" y="1095"/>
                  </a:cubicBezTo>
                  <a:cubicBezTo>
                    <a:pt x="385" y="1236"/>
                    <a:pt x="543" y="1295"/>
                    <a:pt x="694" y="1295"/>
                  </a:cubicBezTo>
                  <a:cubicBezTo>
                    <a:pt x="1194" y="1295"/>
                    <a:pt x="1623" y="650"/>
                    <a:pt x="1156" y="183"/>
                  </a:cubicBezTo>
                  <a:cubicBezTo>
                    <a:pt x="1034" y="61"/>
                    <a:pt x="867" y="1"/>
                    <a:pt x="700"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68"/>
            <p:cNvSpPr/>
            <p:nvPr/>
          </p:nvSpPr>
          <p:spPr>
            <a:xfrm>
              <a:off x="7799750" y="2799375"/>
              <a:ext cx="31950" cy="32700"/>
            </a:xfrm>
            <a:custGeom>
              <a:rect b="b" l="l" r="r" t="t"/>
              <a:pathLst>
                <a:path extrusionOk="0" h="1308" w="1278">
                  <a:moveTo>
                    <a:pt x="639" y="1"/>
                  </a:moveTo>
                  <a:cubicBezTo>
                    <a:pt x="274" y="1"/>
                    <a:pt x="1" y="305"/>
                    <a:pt x="1" y="639"/>
                  </a:cubicBezTo>
                  <a:cubicBezTo>
                    <a:pt x="1" y="1004"/>
                    <a:pt x="274" y="1308"/>
                    <a:pt x="639" y="1308"/>
                  </a:cubicBezTo>
                  <a:cubicBezTo>
                    <a:pt x="1004" y="1308"/>
                    <a:pt x="1277" y="1004"/>
                    <a:pt x="1277" y="639"/>
                  </a:cubicBezTo>
                  <a:cubicBezTo>
                    <a:pt x="1277" y="305"/>
                    <a:pt x="1004" y="1"/>
                    <a:pt x="639"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68"/>
            <p:cNvSpPr/>
            <p:nvPr/>
          </p:nvSpPr>
          <p:spPr>
            <a:xfrm>
              <a:off x="7691850" y="2697550"/>
              <a:ext cx="43350" cy="31950"/>
            </a:xfrm>
            <a:custGeom>
              <a:rect b="b" l="l" r="r" t="t"/>
              <a:pathLst>
                <a:path extrusionOk="0" h="1278" w="1734">
                  <a:moveTo>
                    <a:pt x="867" y="1"/>
                  </a:moveTo>
                  <a:cubicBezTo>
                    <a:pt x="707" y="1"/>
                    <a:pt x="548" y="62"/>
                    <a:pt x="426" y="183"/>
                  </a:cubicBezTo>
                  <a:cubicBezTo>
                    <a:pt x="1" y="578"/>
                    <a:pt x="305" y="1278"/>
                    <a:pt x="852" y="1278"/>
                  </a:cubicBezTo>
                  <a:cubicBezTo>
                    <a:pt x="1429" y="1278"/>
                    <a:pt x="1733" y="578"/>
                    <a:pt x="1308" y="183"/>
                  </a:cubicBezTo>
                  <a:cubicBezTo>
                    <a:pt x="1186" y="62"/>
                    <a:pt x="1027" y="1"/>
                    <a:pt x="867"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68"/>
            <p:cNvSpPr/>
            <p:nvPr/>
          </p:nvSpPr>
          <p:spPr>
            <a:xfrm>
              <a:off x="7590025" y="2595175"/>
              <a:ext cx="42575" cy="32500"/>
            </a:xfrm>
            <a:custGeom>
              <a:rect b="b" l="l" r="r" t="t"/>
              <a:pathLst>
                <a:path extrusionOk="0" h="1300" w="1703">
                  <a:moveTo>
                    <a:pt x="852" y="0"/>
                  </a:moveTo>
                  <a:cubicBezTo>
                    <a:pt x="685" y="0"/>
                    <a:pt x="517" y="68"/>
                    <a:pt x="396" y="205"/>
                  </a:cubicBezTo>
                  <a:cubicBezTo>
                    <a:pt x="1" y="600"/>
                    <a:pt x="274" y="1300"/>
                    <a:pt x="852" y="1300"/>
                  </a:cubicBezTo>
                  <a:cubicBezTo>
                    <a:pt x="1429" y="1300"/>
                    <a:pt x="1703" y="600"/>
                    <a:pt x="1308" y="205"/>
                  </a:cubicBezTo>
                  <a:cubicBezTo>
                    <a:pt x="1186" y="68"/>
                    <a:pt x="1019" y="0"/>
                    <a:pt x="852"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68"/>
            <p:cNvSpPr/>
            <p:nvPr/>
          </p:nvSpPr>
          <p:spPr>
            <a:xfrm>
              <a:off x="7487450" y="2493150"/>
              <a:ext cx="43325" cy="31950"/>
            </a:xfrm>
            <a:custGeom>
              <a:rect b="b" l="l" r="r" t="t"/>
              <a:pathLst>
                <a:path extrusionOk="0" h="1278" w="1733">
                  <a:moveTo>
                    <a:pt x="866" y="0"/>
                  </a:moveTo>
                  <a:cubicBezTo>
                    <a:pt x="707" y="0"/>
                    <a:pt x="547" y="61"/>
                    <a:pt x="426" y="183"/>
                  </a:cubicBezTo>
                  <a:cubicBezTo>
                    <a:pt x="0" y="578"/>
                    <a:pt x="304" y="1277"/>
                    <a:pt x="851" y="1277"/>
                  </a:cubicBezTo>
                  <a:cubicBezTo>
                    <a:pt x="1429" y="1277"/>
                    <a:pt x="1733" y="578"/>
                    <a:pt x="1307" y="183"/>
                  </a:cubicBezTo>
                  <a:cubicBezTo>
                    <a:pt x="1186" y="61"/>
                    <a:pt x="1026" y="0"/>
                    <a:pt x="866"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68"/>
            <p:cNvSpPr/>
            <p:nvPr/>
          </p:nvSpPr>
          <p:spPr>
            <a:xfrm>
              <a:off x="7389425" y="2390750"/>
              <a:ext cx="40425" cy="32625"/>
            </a:xfrm>
            <a:custGeom>
              <a:rect b="b" l="l" r="r" t="t"/>
              <a:pathLst>
                <a:path extrusionOk="0" h="1305" w="1617">
                  <a:moveTo>
                    <a:pt x="699" y="1"/>
                  </a:moveTo>
                  <a:cubicBezTo>
                    <a:pt x="532" y="1"/>
                    <a:pt x="365" y="69"/>
                    <a:pt x="243" y="206"/>
                  </a:cubicBezTo>
                  <a:cubicBezTo>
                    <a:pt x="0" y="449"/>
                    <a:pt x="0" y="844"/>
                    <a:pt x="243" y="1087"/>
                  </a:cubicBezTo>
                  <a:cubicBezTo>
                    <a:pt x="390" y="1241"/>
                    <a:pt x="553" y="1305"/>
                    <a:pt x="709" y="1305"/>
                  </a:cubicBezTo>
                  <a:cubicBezTo>
                    <a:pt x="1202" y="1305"/>
                    <a:pt x="1617" y="668"/>
                    <a:pt x="1155" y="206"/>
                  </a:cubicBezTo>
                  <a:cubicBezTo>
                    <a:pt x="1034" y="69"/>
                    <a:pt x="866" y="1"/>
                    <a:pt x="699"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68"/>
            <p:cNvSpPr/>
            <p:nvPr/>
          </p:nvSpPr>
          <p:spPr>
            <a:xfrm>
              <a:off x="7286825" y="2288750"/>
              <a:ext cx="40575" cy="32375"/>
            </a:xfrm>
            <a:custGeom>
              <a:rect b="b" l="l" r="r" t="t"/>
              <a:pathLst>
                <a:path extrusionOk="0" h="1295" w="1623">
                  <a:moveTo>
                    <a:pt x="715" y="0"/>
                  </a:moveTo>
                  <a:cubicBezTo>
                    <a:pt x="555" y="0"/>
                    <a:pt x="396" y="61"/>
                    <a:pt x="274" y="182"/>
                  </a:cubicBezTo>
                  <a:cubicBezTo>
                    <a:pt x="1" y="426"/>
                    <a:pt x="1" y="851"/>
                    <a:pt x="274" y="1094"/>
                  </a:cubicBezTo>
                  <a:cubicBezTo>
                    <a:pt x="409" y="1236"/>
                    <a:pt x="561" y="1295"/>
                    <a:pt x="708" y="1295"/>
                  </a:cubicBezTo>
                  <a:cubicBezTo>
                    <a:pt x="1194" y="1295"/>
                    <a:pt x="1622" y="649"/>
                    <a:pt x="1156" y="182"/>
                  </a:cubicBezTo>
                  <a:cubicBezTo>
                    <a:pt x="1034" y="61"/>
                    <a:pt x="875" y="0"/>
                    <a:pt x="715"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68"/>
            <p:cNvSpPr/>
            <p:nvPr/>
          </p:nvSpPr>
          <p:spPr>
            <a:xfrm>
              <a:off x="7185000" y="2186350"/>
              <a:ext cx="40575" cy="32950"/>
            </a:xfrm>
            <a:custGeom>
              <a:rect b="b" l="l" r="r" t="t"/>
              <a:pathLst>
                <a:path extrusionOk="0" h="1318" w="1623">
                  <a:moveTo>
                    <a:pt x="700" y="0"/>
                  </a:moveTo>
                  <a:cubicBezTo>
                    <a:pt x="533" y="0"/>
                    <a:pt x="365" y="69"/>
                    <a:pt x="244" y="205"/>
                  </a:cubicBezTo>
                  <a:cubicBezTo>
                    <a:pt x="1" y="449"/>
                    <a:pt x="1" y="844"/>
                    <a:pt x="244" y="1117"/>
                  </a:cubicBezTo>
                  <a:cubicBezTo>
                    <a:pt x="385" y="1259"/>
                    <a:pt x="543" y="1318"/>
                    <a:pt x="694" y="1318"/>
                  </a:cubicBezTo>
                  <a:cubicBezTo>
                    <a:pt x="1194" y="1318"/>
                    <a:pt x="1622" y="672"/>
                    <a:pt x="1156" y="205"/>
                  </a:cubicBezTo>
                  <a:cubicBezTo>
                    <a:pt x="1034" y="69"/>
                    <a:pt x="867" y="0"/>
                    <a:pt x="700"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68"/>
            <p:cNvSpPr/>
            <p:nvPr/>
          </p:nvSpPr>
          <p:spPr>
            <a:xfrm>
              <a:off x="7082425" y="2084325"/>
              <a:ext cx="41325" cy="32400"/>
            </a:xfrm>
            <a:custGeom>
              <a:rect b="b" l="l" r="r" t="t"/>
              <a:pathLst>
                <a:path extrusionOk="0" h="1296" w="1653">
                  <a:moveTo>
                    <a:pt x="718" y="1"/>
                  </a:moveTo>
                  <a:cubicBezTo>
                    <a:pt x="555" y="1"/>
                    <a:pt x="395" y="61"/>
                    <a:pt x="274" y="183"/>
                  </a:cubicBezTo>
                  <a:cubicBezTo>
                    <a:pt x="0" y="426"/>
                    <a:pt x="0" y="852"/>
                    <a:pt x="274" y="1095"/>
                  </a:cubicBezTo>
                  <a:cubicBezTo>
                    <a:pt x="415" y="1236"/>
                    <a:pt x="573" y="1295"/>
                    <a:pt x="724" y="1295"/>
                  </a:cubicBezTo>
                  <a:cubicBezTo>
                    <a:pt x="1224" y="1295"/>
                    <a:pt x="1652" y="650"/>
                    <a:pt x="1186" y="183"/>
                  </a:cubicBezTo>
                  <a:cubicBezTo>
                    <a:pt x="1049" y="61"/>
                    <a:pt x="882" y="1"/>
                    <a:pt x="718"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68"/>
            <p:cNvSpPr/>
            <p:nvPr/>
          </p:nvSpPr>
          <p:spPr>
            <a:xfrm>
              <a:off x="6980600" y="1982500"/>
              <a:ext cx="40550" cy="32400"/>
            </a:xfrm>
            <a:custGeom>
              <a:rect b="b" l="l" r="r" t="t"/>
              <a:pathLst>
                <a:path extrusionOk="0" h="1296" w="1622">
                  <a:moveTo>
                    <a:pt x="699" y="1"/>
                  </a:moveTo>
                  <a:cubicBezTo>
                    <a:pt x="532" y="1"/>
                    <a:pt x="365" y="61"/>
                    <a:pt x="243" y="183"/>
                  </a:cubicBezTo>
                  <a:cubicBezTo>
                    <a:pt x="0" y="426"/>
                    <a:pt x="0" y="821"/>
                    <a:pt x="243" y="1095"/>
                  </a:cubicBezTo>
                  <a:cubicBezTo>
                    <a:pt x="385" y="1236"/>
                    <a:pt x="542" y="1295"/>
                    <a:pt x="694" y="1295"/>
                  </a:cubicBezTo>
                  <a:cubicBezTo>
                    <a:pt x="1193" y="1295"/>
                    <a:pt x="1622" y="650"/>
                    <a:pt x="1155" y="183"/>
                  </a:cubicBezTo>
                  <a:cubicBezTo>
                    <a:pt x="1034" y="61"/>
                    <a:pt x="867" y="1"/>
                    <a:pt x="699"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68"/>
            <p:cNvSpPr/>
            <p:nvPr/>
          </p:nvSpPr>
          <p:spPr>
            <a:xfrm>
              <a:off x="7891700" y="2707450"/>
              <a:ext cx="32700" cy="31925"/>
            </a:xfrm>
            <a:custGeom>
              <a:rect b="b" l="l" r="r" t="t"/>
              <a:pathLst>
                <a:path extrusionOk="0" h="1277" w="1308">
                  <a:moveTo>
                    <a:pt x="639" y="0"/>
                  </a:moveTo>
                  <a:cubicBezTo>
                    <a:pt x="305" y="0"/>
                    <a:pt x="1" y="274"/>
                    <a:pt x="1" y="638"/>
                  </a:cubicBezTo>
                  <a:cubicBezTo>
                    <a:pt x="1" y="1003"/>
                    <a:pt x="305" y="1277"/>
                    <a:pt x="639" y="1277"/>
                  </a:cubicBezTo>
                  <a:cubicBezTo>
                    <a:pt x="1004" y="1277"/>
                    <a:pt x="1308" y="1003"/>
                    <a:pt x="1308" y="638"/>
                  </a:cubicBezTo>
                  <a:cubicBezTo>
                    <a:pt x="1308" y="274"/>
                    <a:pt x="1004" y="0"/>
                    <a:pt x="639"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68"/>
            <p:cNvSpPr/>
            <p:nvPr/>
          </p:nvSpPr>
          <p:spPr>
            <a:xfrm>
              <a:off x="7784550" y="2605050"/>
              <a:ext cx="42600" cy="32500"/>
            </a:xfrm>
            <a:custGeom>
              <a:rect b="b" l="l" r="r" t="t"/>
              <a:pathLst>
                <a:path extrusionOk="0" h="1300" w="1704">
                  <a:moveTo>
                    <a:pt x="852" y="0"/>
                  </a:moveTo>
                  <a:cubicBezTo>
                    <a:pt x="685" y="0"/>
                    <a:pt x="518" y="69"/>
                    <a:pt x="396" y="205"/>
                  </a:cubicBezTo>
                  <a:cubicBezTo>
                    <a:pt x="1" y="601"/>
                    <a:pt x="275" y="1300"/>
                    <a:pt x="852" y="1300"/>
                  </a:cubicBezTo>
                  <a:cubicBezTo>
                    <a:pt x="1430" y="1300"/>
                    <a:pt x="1703" y="601"/>
                    <a:pt x="1308" y="205"/>
                  </a:cubicBezTo>
                  <a:cubicBezTo>
                    <a:pt x="1186" y="69"/>
                    <a:pt x="1019" y="0"/>
                    <a:pt x="852"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68"/>
            <p:cNvSpPr/>
            <p:nvPr/>
          </p:nvSpPr>
          <p:spPr>
            <a:xfrm>
              <a:off x="7681975" y="2503025"/>
              <a:ext cx="43350" cy="31950"/>
            </a:xfrm>
            <a:custGeom>
              <a:rect b="b" l="l" r="r" t="t"/>
              <a:pathLst>
                <a:path extrusionOk="0" h="1278" w="1734">
                  <a:moveTo>
                    <a:pt x="867" y="1"/>
                  </a:moveTo>
                  <a:cubicBezTo>
                    <a:pt x="707" y="1"/>
                    <a:pt x="548" y="61"/>
                    <a:pt x="426" y="183"/>
                  </a:cubicBezTo>
                  <a:cubicBezTo>
                    <a:pt x="1" y="578"/>
                    <a:pt x="304" y="1277"/>
                    <a:pt x="852" y="1277"/>
                  </a:cubicBezTo>
                  <a:cubicBezTo>
                    <a:pt x="1429" y="1277"/>
                    <a:pt x="1733" y="578"/>
                    <a:pt x="1308" y="183"/>
                  </a:cubicBezTo>
                  <a:cubicBezTo>
                    <a:pt x="1186" y="61"/>
                    <a:pt x="1026" y="1"/>
                    <a:pt x="867"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68"/>
            <p:cNvSpPr/>
            <p:nvPr/>
          </p:nvSpPr>
          <p:spPr>
            <a:xfrm>
              <a:off x="7580150" y="2400625"/>
              <a:ext cx="42575" cy="32525"/>
            </a:xfrm>
            <a:custGeom>
              <a:rect b="b" l="l" r="r" t="t"/>
              <a:pathLst>
                <a:path extrusionOk="0" h="1301" w="1703">
                  <a:moveTo>
                    <a:pt x="852" y="1"/>
                  </a:moveTo>
                  <a:cubicBezTo>
                    <a:pt x="684" y="1"/>
                    <a:pt x="517" y="69"/>
                    <a:pt x="396" y="206"/>
                  </a:cubicBezTo>
                  <a:cubicBezTo>
                    <a:pt x="1" y="601"/>
                    <a:pt x="274" y="1300"/>
                    <a:pt x="852" y="1300"/>
                  </a:cubicBezTo>
                  <a:cubicBezTo>
                    <a:pt x="1429" y="1300"/>
                    <a:pt x="1703" y="601"/>
                    <a:pt x="1308" y="206"/>
                  </a:cubicBezTo>
                  <a:cubicBezTo>
                    <a:pt x="1186" y="69"/>
                    <a:pt x="1019" y="1"/>
                    <a:pt x="852"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68"/>
            <p:cNvSpPr/>
            <p:nvPr/>
          </p:nvSpPr>
          <p:spPr>
            <a:xfrm>
              <a:off x="7481375" y="2298625"/>
              <a:ext cx="40550" cy="32375"/>
            </a:xfrm>
            <a:custGeom>
              <a:rect b="b" l="l" r="r" t="t"/>
              <a:pathLst>
                <a:path extrusionOk="0" h="1295" w="1622">
                  <a:moveTo>
                    <a:pt x="714" y="0"/>
                  </a:moveTo>
                  <a:cubicBezTo>
                    <a:pt x="555" y="0"/>
                    <a:pt x="395" y="61"/>
                    <a:pt x="274" y="183"/>
                  </a:cubicBezTo>
                  <a:cubicBezTo>
                    <a:pt x="0" y="426"/>
                    <a:pt x="0" y="851"/>
                    <a:pt x="274" y="1094"/>
                  </a:cubicBezTo>
                  <a:cubicBezTo>
                    <a:pt x="408" y="1236"/>
                    <a:pt x="560" y="1295"/>
                    <a:pt x="707" y="1295"/>
                  </a:cubicBezTo>
                  <a:cubicBezTo>
                    <a:pt x="1193" y="1295"/>
                    <a:pt x="1622" y="649"/>
                    <a:pt x="1155" y="183"/>
                  </a:cubicBezTo>
                  <a:cubicBezTo>
                    <a:pt x="1034" y="61"/>
                    <a:pt x="874" y="0"/>
                    <a:pt x="714"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68"/>
            <p:cNvSpPr/>
            <p:nvPr/>
          </p:nvSpPr>
          <p:spPr>
            <a:xfrm>
              <a:off x="7379550" y="2196225"/>
              <a:ext cx="40550" cy="32950"/>
            </a:xfrm>
            <a:custGeom>
              <a:rect b="b" l="l" r="r" t="t"/>
              <a:pathLst>
                <a:path extrusionOk="0" h="1318" w="1622">
                  <a:moveTo>
                    <a:pt x="699" y="0"/>
                  </a:moveTo>
                  <a:cubicBezTo>
                    <a:pt x="532" y="0"/>
                    <a:pt x="365" y="69"/>
                    <a:pt x="243" y="206"/>
                  </a:cubicBezTo>
                  <a:cubicBezTo>
                    <a:pt x="0" y="449"/>
                    <a:pt x="0" y="844"/>
                    <a:pt x="243" y="1117"/>
                  </a:cubicBezTo>
                  <a:cubicBezTo>
                    <a:pt x="384" y="1259"/>
                    <a:pt x="542" y="1318"/>
                    <a:pt x="693" y="1318"/>
                  </a:cubicBezTo>
                  <a:cubicBezTo>
                    <a:pt x="1193" y="1318"/>
                    <a:pt x="1622" y="672"/>
                    <a:pt x="1155" y="206"/>
                  </a:cubicBezTo>
                  <a:cubicBezTo>
                    <a:pt x="1033" y="69"/>
                    <a:pt x="866" y="0"/>
                    <a:pt x="699"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68"/>
            <p:cNvSpPr/>
            <p:nvPr/>
          </p:nvSpPr>
          <p:spPr>
            <a:xfrm>
              <a:off x="7276950" y="2094200"/>
              <a:ext cx="41325" cy="32400"/>
            </a:xfrm>
            <a:custGeom>
              <a:rect b="b" l="l" r="r" t="t"/>
              <a:pathLst>
                <a:path extrusionOk="0" h="1296" w="1653">
                  <a:moveTo>
                    <a:pt x="719" y="1"/>
                  </a:moveTo>
                  <a:cubicBezTo>
                    <a:pt x="555" y="1"/>
                    <a:pt x="396" y="62"/>
                    <a:pt x="274" y="183"/>
                  </a:cubicBezTo>
                  <a:cubicBezTo>
                    <a:pt x="1" y="426"/>
                    <a:pt x="1" y="852"/>
                    <a:pt x="274" y="1095"/>
                  </a:cubicBezTo>
                  <a:cubicBezTo>
                    <a:pt x="415" y="1236"/>
                    <a:pt x="573" y="1296"/>
                    <a:pt x="724" y="1296"/>
                  </a:cubicBezTo>
                  <a:cubicBezTo>
                    <a:pt x="1224" y="1296"/>
                    <a:pt x="1653" y="650"/>
                    <a:pt x="1186" y="183"/>
                  </a:cubicBezTo>
                  <a:cubicBezTo>
                    <a:pt x="1049" y="62"/>
                    <a:pt x="882" y="1"/>
                    <a:pt x="719"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68"/>
            <p:cNvSpPr/>
            <p:nvPr/>
          </p:nvSpPr>
          <p:spPr>
            <a:xfrm>
              <a:off x="7175125" y="1991825"/>
              <a:ext cx="40450" cy="32600"/>
            </a:xfrm>
            <a:custGeom>
              <a:rect b="b" l="l" r="r" t="t"/>
              <a:pathLst>
                <a:path extrusionOk="0" h="1304" w="1618">
                  <a:moveTo>
                    <a:pt x="700" y="0"/>
                  </a:moveTo>
                  <a:cubicBezTo>
                    <a:pt x="533" y="0"/>
                    <a:pt x="365" y="68"/>
                    <a:pt x="244" y="205"/>
                  </a:cubicBezTo>
                  <a:cubicBezTo>
                    <a:pt x="1" y="448"/>
                    <a:pt x="1" y="843"/>
                    <a:pt x="244" y="1087"/>
                  </a:cubicBezTo>
                  <a:cubicBezTo>
                    <a:pt x="390" y="1240"/>
                    <a:pt x="554" y="1304"/>
                    <a:pt x="710" y="1304"/>
                  </a:cubicBezTo>
                  <a:cubicBezTo>
                    <a:pt x="1202" y="1304"/>
                    <a:pt x="1617" y="667"/>
                    <a:pt x="1156" y="205"/>
                  </a:cubicBezTo>
                  <a:cubicBezTo>
                    <a:pt x="1034" y="68"/>
                    <a:pt x="867" y="0"/>
                    <a:pt x="700"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68"/>
            <p:cNvSpPr/>
            <p:nvPr/>
          </p:nvSpPr>
          <p:spPr>
            <a:xfrm>
              <a:off x="7979100" y="2614925"/>
              <a:ext cx="42575" cy="32500"/>
            </a:xfrm>
            <a:custGeom>
              <a:rect b="b" l="l" r="r" t="t"/>
              <a:pathLst>
                <a:path extrusionOk="0" h="1300" w="1703">
                  <a:moveTo>
                    <a:pt x="851" y="0"/>
                  </a:moveTo>
                  <a:cubicBezTo>
                    <a:pt x="684" y="0"/>
                    <a:pt x="517" y="69"/>
                    <a:pt x="395" y="206"/>
                  </a:cubicBezTo>
                  <a:cubicBezTo>
                    <a:pt x="0" y="601"/>
                    <a:pt x="274" y="1300"/>
                    <a:pt x="851" y="1300"/>
                  </a:cubicBezTo>
                  <a:cubicBezTo>
                    <a:pt x="1429" y="1300"/>
                    <a:pt x="1702" y="601"/>
                    <a:pt x="1307" y="206"/>
                  </a:cubicBezTo>
                  <a:cubicBezTo>
                    <a:pt x="1186" y="69"/>
                    <a:pt x="1019" y="0"/>
                    <a:pt x="851"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68"/>
            <p:cNvSpPr/>
            <p:nvPr/>
          </p:nvSpPr>
          <p:spPr>
            <a:xfrm>
              <a:off x="7876500" y="2512900"/>
              <a:ext cx="43350" cy="31950"/>
            </a:xfrm>
            <a:custGeom>
              <a:rect b="b" l="l" r="r" t="t"/>
              <a:pathLst>
                <a:path extrusionOk="0" h="1278" w="1734">
                  <a:moveTo>
                    <a:pt x="867" y="1"/>
                  </a:moveTo>
                  <a:cubicBezTo>
                    <a:pt x="708" y="1"/>
                    <a:pt x="548" y="62"/>
                    <a:pt x="426" y="183"/>
                  </a:cubicBezTo>
                  <a:cubicBezTo>
                    <a:pt x="1" y="578"/>
                    <a:pt x="305" y="1277"/>
                    <a:pt x="852" y="1277"/>
                  </a:cubicBezTo>
                  <a:cubicBezTo>
                    <a:pt x="1429" y="1277"/>
                    <a:pt x="1733" y="578"/>
                    <a:pt x="1308" y="183"/>
                  </a:cubicBezTo>
                  <a:cubicBezTo>
                    <a:pt x="1186" y="62"/>
                    <a:pt x="1027" y="1"/>
                    <a:pt x="867"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68"/>
            <p:cNvSpPr/>
            <p:nvPr/>
          </p:nvSpPr>
          <p:spPr>
            <a:xfrm>
              <a:off x="7774675" y="2410500"/>
              <a:ext cx="42575" cy="32525"/>
            </a:xfrm>
            <a:custGeom>
              <a:rect b="b" l="l" r="r" t="t"/>
              <a:pathLst>
                <a:path extrusionOk="0" h="1301" w="1703">
                  <a:moveTo>
                    <a:pt x="852" y="1"/>
                  </a:moveTo>
                  <a:cubicBezTo>
                    <a:pt x="685" y="1"/>
                    <a:pt x="518" y="69"/>
                    <a:pt x="396" y="206"/>
                  </a:cubicBezTo>
                  <a:cubicBezTo>
                    <a:pt x="1" y="601"/>
                    <a:pt x="274" y="1300"/>
                    <a:pt x="852" y="1300"/>
                  </a:cubicBezTo>
                  <a:cubicBezTo>
                    <a:pt x="1429" y="1300"/>
                    <a:pt x="1703" y="601"/>
                    <a:pt x="1308" y="206"/>
                  </a:cubicBezTo>
                  <a:cubicBezTo>
                    <a:pt x="1186" y="69"/>
                    <a:pt x="1019" y="1"/>
                    <a:pt x="852"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68"/>
            <p:cNvSpPr/>
            <p:nvPr/>
          </p:nvSpPr>
          <p:spPr>
            <a:xfrm>
              <a:off x="7672100" y="2308500"/>
              <a:ext cx="43325" cy="31925"/>
            </a:xfrm>
            <a:custGeom>
              <a:rect b="b" l="l" r="r" t="t"/>
              <a:pathLst>
                <a:path extrusionOk="0" h="1277" w="1733">
                  <a:moveTo>
                    <a:pt x="867" y="0"/>
                  </a:moveTo>
                  <a:cubicBezTo>
                    <a:pt x="707" y="0"/>
                    <a:pt x="548" y="61"/>
                    <a:pt x="426" y="183"/>
                  </a:cubicBezTo>
                  <a:cubicBezTo>
                    <a:pt x="0" y="578"/>
                    <a:pt x="304" y="1277"/>
                    <a:pt x="851" y="1277"/>
                  </a:cubicBezTo>
                  <a:cubicBezTo>
                    <a:pt x="1429" y="1277"/>
                    <a:pt x="1733" y="578"/>
                    <a:pt x="1307" y="183"/>
                  </a:cubicBezTo>
                  <a:cubicBezTo>
                    <a:pt x="1186" y="61"/>
                    <a:pt x="1026" y="0"/>
                    <a:pt x="867"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68"/>
            <p:cNvSpPr/>
            <p:nvPr/>
          </p:nvSpPr>
          <p:spPr>
            <a:xfrm>
              <a:off x="7574075" y="2206100"/>
              <a:ext cx="40550" cy="32225"/>
            </a:xfrm>
            <a:custGeom>
              <a:rect b="b" l="l" r="r" t="t"/>
              <a:pathLst>
                <a:path extrusionOk="0" h="1289" w="1622">
                  <a:moveTo>
                    <a:pt x="699" y="1"/>
                  </a:moveTo>
                  <a:cubicBezTo>
                    <a:pt x="532" y="1"/>
                    <a:pt x="365" y="69"/>
                    <a:pt x="244" y="206"/>
                  </a:cubicBezTo>
                  <a:cubicBezTo>
                    <a:pt x="0" y="449"/>
                    <a:pt x="0" y="844"/>
                    <a:pt x="244" y="1087"/>
                  </a:cubicBezTo>
                  <a:cubicBezTo>
                    <a:pt x="385" y="1229"/>
                    <a:pt x="544" y="1288"/>
                    <a:pt x="695" y="1288"/>
                  </a:cubicBezTo>
                  <a:cubicBezTo>
                    <a:pt x="1194" y="1288"/>
                    <a:pt x="1622" y="649"/>
                    <a:pt x="1155" y="206"/>
                  </a:cubicBezTo>
                  <a:cubicBezTo>
                    <a:pt x="1034" y="69"/>
                    <a:pt x="867" y="1"/>
                    <a:pt x="699"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68"/>
            <p:cNvSpPr/>
            <p:nvPr/>
          </p:nvSpPr>
          <p:spPr>
            <a:xfrm>
              <a:off x="7471475" y="2104075"/>
              <a:ext cx="41325" cy="32400"/>
            </a:xfrm>
            <a:custGeom>
              <a:rect b="b" l="l" r="r" t="t"/>
              <a:pathLst>
                <a:path extrusionOk="0" h="1296" w="1653">
                  <a:moveTo>
                    <a:pt x="719" y="1"/>
                  </a:moveTo>
                  <a:cubicBezTo>
                    <a:pt x="556" y="1"/>
                    <a:pt x="396" y="62"/>
                    <a:pt x="274" y="183"/>
                  </a:cubicBezTo>
                  <a:cubicBezTo>
                    <a:pt x="1" y="426"/>
                    <a:pt x="1" y="852"/>
                    <a:pt x="274" y="1095"/>
                  </a:cubicBezTo>
                  <a:cubicBezTo>
                    <a:pt x="416" y="1236"/>
                    <a:pt x="573" y="1296"/>
                    <a:pt x="725" y="1296"/>
                  </a:cubicBezTo>
                  <a:cubicBezTo>
                    <a:pt x="1224" y="1296"/>
                    <a:pt x="1653" y="650"/>
                    <a:pt x="1186" y="183"/>
                  </a:cubicBezTo>
                  <a:cubicBezTo>
                    <a:pt x="1050" y="62"/>
                    <a:pt x="882" y="1"/>
                    <a:pt x="719"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68"/>
            <p:cNvSpPr/>
            <p:nvPr/>
          </p:nvSpPr>
          <p:spPr>
            <a:xfrm>
              <a:off x="7369650" y="2001700"/>
              <a:ext cx="40575" cy="32950"/>
            </a:xfrm>
            <a:custGeom>
              <a:rect b="b" l="l" r="r" t="t"/>
              <a:pathLst>
                <a:path extrusionOk="0" h="1318" w="1623">
                  <a:moveTo>
                    <a:pt x="700" y="0"/>
                  </a:moveTo>
                  <a:cubicBezTo>
                    <a:pt x="533" y="0"/>
                    <a:pt x="366" y="69"/>
                    <a:pt x="244" y="205"/>
                  </a:cubicBezTo>
                  <a:cubicBezTo>
                    <a:pt x="1" y="448"/>
                    <a:pt x="1" y="844"/>
                    <a:pt x="244" y="1117"/>
                  </a:cubicBezTo>
                  <a:cubicBezTo>
                    <a:pt x="385" y="1258"/>
                    <a:pt x="543" y="1318"/>
                    <a:pt x="694" y="1318"/>
                  </a:cubicBezTo>
                  <a:cubicBezTo>
                    <a:pt x="1194" y="1318"/>
                    <a:pt x="1623" y="672"/>
                    <a:pt x="1156" y="205"/>
                  </a:cubicBezTo>
                  <a:cubicBezTo>
                    <a:pt x="1034" y="69"/>
                    <a:pt x="867" y="0"/>
                    <a:pt x="700"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68"/>
            <p:cNvSpPr/>
            <p:nvPr/>
          </p:nvSpPr>
          <p:spPr>
            <a:xfrm>
              <a:off x="8071050" y="2522775"/>
              <a:ext cx="43325" cy="31950"/>
            </a:xfrm>
            <a:custGeom>
              <a:rect b="b" l="l" r="r" t="t"/>
              <a:pathLst>
                <a:path extrusionOk="0" h="1278" w="1733">
                  <a:moveTo>
                    <a:pt x="866" y="1"/>
                  </a:moveTo>
                  <a:cubicBezTo>
                    <a:pt x="707" y="1"/>
                    <a:pt x="547" y="62"/>
                    <a:pt x="426" y="183"/>
                  </a:cubicBezTo>
                  <a:cubicBezTo>
                    <a:pt x="0" y="578"/>
                    <a:pt x="304" y="1278"/>
                    <a:pt x="851" y="1278"/>
                  </a:cubicBezTo>
                  <a:cubicBezTo>
                    <a:pt x="1429" y="1278"/>
                    <a:pt x="1733" y="578"/>
                    <a:pt x="1307" y="183"/>
                  </a:cubicBezTo>
                  <a:cubicBezTo>
                    <a:pt x="1186" y="62"/>
                    <a:pt x="1026" y="1"/>
                    <a:pt x="866"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68"/>
            <p:cNvSpPr/>
            <p:nvPr/>
          </p:nvSpPr>
          <p:spPr>
            <a:xfrm>
              <a:off x="7969225" y="2420400"/>
              <a:ext cx="42575" cy="32500"/>
            </a:xfrm>
            <a:custGeom>
              <a:rect b="b" l="l" r="r" t="t"/>
              <a:pathLst>
                <a:path extrusionOk="0" h="1300" w="1703">
                  <a:moveTo>
                    <a:pt x="851" y="0"/>
                  </a:moveTo>
                  <a:cubicBezTo>
                    <a:pt x="684" y="0"/>
                    <a:pt x="517" y="69"/>
                    <a:pt x="395" y="205"/>
                  </a:cubicBezTo>
                  <a:cubicBezTo>
                    <a:pt x="0" y="600"/>
                    <a:pt x="274" y="1300"/>
                    <a:pt x="851" y="1300"/>
                  </a:cubicBezTo>
                  <a:cubicBezTo>
                    <a:pt x="1429" y="1300"/>
                    <a:pt x="1702" y="600"/>
                    <a:pt x="1307" y="205"/>
                  </a:cubicBezTo>
                  <a:cubicBezTo>
                    <a:pt x="1186" y="69"/>
                    <a:pt x="1018" y="0"/>
                    <a:pt x="851"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68"/>
            <p:cNvSpPr/>
            <p:nvPr/>
          </p:nvSpPr>
          <p:spPr>
            <a:xfrm>
              <a:off x="7866625" y="2318375"/>
              <a:ext cx="43350" cy="31950"/>
            </a:xfrm>
            <a:custGeom>
              <a:rect b="b" l="l" r="r" t="t"/>
              <a:pathLst>
                <a:path extrusionOk="0" h="1278" w="1734">
                  <a:moveTo>
                    <a:pt x="867" y="1"/>
                  </a:moveTo>
                  <a:cubicBezTo>
                    <a:pt x="707" y="1"/>
                    <a:pt x="548" y="61"/>
                    <a:pt x="426" y="183"/>
                  </a:cubicBezTo>
                  <a:cubicBezTo>
                    <a:pt x="1" y="578"/>
                    <a:pt x="305" y="1277"/>
                    <a:pt x="852" y="1277"/>
                  </a:cubicBezTo>
                  <a:cubicBezTo>
                    <a:pt x="1429" y="1277"/>
                    <a:pt x="1733" y="578"/>
                    <a:pt x="1308" y="183"/>
                  </a:cubicBezTo>
                  <a:cubicBezTo>
                    <a:pt x="1186" y="61"/>
                    <a:pt x="1027" y="1"/>
                    <a:pt x="867"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68"/>
            <p:cNvSpPr/>
            <p:nvPr/>
          </p:nvSpPr>
          <p:spPr>
            <a:xfrm>
              <a:off x="7764800" y="2215975"/>
              <a:ext cx="42575" cy="32525"/>
            </a:xfrm>
            <a:custGeom>
              <a:rect b="b" l="l" r="r" t="t"/>
              <a:pathLst>
                <a:path extrusionOk="0" h="1301" w="1703">
                  <a:moveTo>
                    <a:pt x="852" y="1"/>
                  </a:moveTo>
                  <a:cubicBezTo>
                    <a:pt x="685" y="1"/>
                    <a:pt x="517" y="69"/>
                    <a:pt x="396" y="206"/>
                  </a:cubicBezTo>
                  <a:cubicBezTo>
                    <a:pt x="1" y="601"/>
                    <a:pt x="274" y="1300"/>
                    <a:pt x="852" y="1300"/>
                  </a:cubicBezTo>
                  <a:cubicBezTo>
                    <a:pt x="1429" y="1300"/>
                    <a:pt x="1703" y="601"/>
                    <a:pt x="1308" y="206"/>
                  </a:cubicBezTo>
                  <a:cubicBezTo>
                    <a:pt x="1186" y="69"/>
                    <a:pt x="1019" y="1"/>
                    <a:pt x="852"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68"/>
            <p:cNvSpPr/>
            <p:nvPr/>
          </p:nvSpPr>
          <p:spPr>
            <a:xfrm>
              <a:off x="7666025" y="2113975"/>
              <a:ext cx="40725" cy="32375"/>
            </a:xfrm>
            <a:custGeom>
              <a:rect b="b" l="l" r="r" t="t"/>
              <a:pathLst>
                <a:path extrusionOk="0" h="1295" w="1629">
                  <a:moveTo>
                    <a:pt x="718" y="0"/>
                  </a:moveTo>
                  <a:cubicBezTo>
                    <a:pt x="555" y="0"/>
                    <a:pt x="395" y="61"/>
                    <a:pt x="274" y="182"/>
                  </a:cubicBezTo>
                  <a:cubicBezTo>
                    <a:pt x="0" y="426"/>
                    <a:pt x="0" y="851"/>
                    <a:pt x="274" y="1094"/>
                  </a:cubicBezTo>
                  <a:cubicBezTo>
                    <a:pt x="415" y="1236"/>
                    <a:pt x="571" y="1295"/>
                    <a:pt x="720" y="1295"/>
                  </a:cubicBezTo>
                  <a:cubicBezTo>
                    <a:pt x="1213" y="1295"/>
                    <a:pt x="1629" y="649"/>
                    <a:pt x="1186" y="182"/>
                  </a:cubicBezTo>
                  <a:cubicBezTo>
                    <a:pt x="1049" y="61"/>
                    <a:pt x="882" y="0"/>
                    <a:pt x="718"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68"/>
            <p:cNvSpPr/>
            <p:nvPr/>
          </p:nvSpPr>
          <p:spPr>
            <a:xfrm>
              <a:off x="7564200" y="2011575"/>
              <a:ext cx="40550" cy="32200"/>
            </a:xfrm>
            <a:custGeom>
              <a:rect b="b" l="l" r="r" t="t"/>
              <a:pathLst>
                <a:path extrusionOk="0" h="1288" w="1622">
                  <a:moveTo>
                    <a:pt x="699" y="0"/>
                  </a:moveTo>
                  <a:cubicBezTo>
                    <a:pt x="532" y="0"/>
                    <a:pt x="365" y="69"/>
                    <a:pt x="243" y="205"/>
                  </a:cubicBezTo>
                  <a:cubicBezTo>
                    <a:pt x="0" y="449"/>
                    <a:pt x="0" y="844"/>
                    <a:pt x="243" y="1087"/>
                  </a:cubicBezTo>
                  <a:cubicBezTo>
                    <a:pt x="385" y="1229"/>
                    <a:pt x="543" y="1288"/>
                    <a:pt x="695" y="1288"/>
                  </a:cubicBezTo>
                  <a:cubicBezTo>
                    <a:pt x="1194" y="1288"/>
                    <a:pt x="1621" y="648"/>
                    <a:pt x="1155" y="205"/>
                  </a:cubicBezTo>
                  <a:cubicBezTo>
                    <a:pt x="1034" y="69"/>
                    <a:pt x="866" y="0"/>
                    <a:pt x="699"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68"/>
            <p:cNvSpPr/>
            <p:nvPr/>
          </p:nvSpPr>
          <p:spPr>
            <a:xfrm>
              <a:off x="8169075" y="2430075"/>
              <a:ext cx="31925" cy="32700"/>
            </a:xfrm>
            <a:custGeom>
              <a:rect b="b" l="l" r="r" t="t"/>
              <a:pathLst>
                <a:path extrusionOk="0" h="1308" w="1277">
                  <a:moveTo>
                    <a:pt x="638" y="1"/>
                  </a:moveTo>
                  <a:cubicBezTo>
                    <a:pt x="274" y="1"/>
                    <a:pt x="0" y="305"/>
                    <a:pt x="0" y="639"/>
                  </a:cubicBezTo>
                  <a:cubicBezTo>
                    <a:pt x="0" y="1004"/>
                    <a:pt x="274" y="1308"/>
                    <a:pt x="638" y="1308"/>
                  </a:cubicBezTo>
                  <a:cubicBezTo>
                    <a:pt x="1003" y="1308"/>
                    <a:pt x="1277" y="1004"/>
                    <a:pt x="1277" y="639"/>
                  </a:cubicBezTo>
                  <a:cubicBezTo>
                    <a:pt x="1277" y="305"/>
                    <a:pt x="1003" y="1"/>
                    <a:pt x="638"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68"/>
            <p:cNvSpPr/>
            <p:nvPr/>
          </p:nvSpPr>
          <p:spPr>
            <a:xfrm>
              <a:off x="8061150" y="2328250"/>
              <a:ext cx="43350" cy="31950"/>
            </a:xfrm>
            <a:custGeom>
              <a:rect b="b" l="l" r="r" t="t"/>
              <a:pathLst>
                <a:path extrusionOk="0" h="1278" w="1734">
                  <a:moveTo>
                    <a:pt x="852" y="1"/>
                  </a:moveTo>
                  <a:cubicBezTo>
                    <a:pt x="305" y="1"/>
                    <a:pt x="1" y="669"/>
                    <a:pt x="427" y="1095"/>
                  </a:cubicBezTo>
                  <a:cubicBezTo>
                    <a:pt x="548" y="1216"/>
                    <a:pt x="708" y="1277"/>
                    <a:pt x="867" y="1277"/>
                  </a:cubicBezTo>
                  <a:cubicBezTo>
                    <a:pt x="1027" y="1277"/>
                    <a:pt x="1186" y="1216"/>
                    <a:pt x="1308" y="1095"/>
                  </a:cubicBezTo>
                  <a:cubicBezTo>
                    <a:pt x="1734" y="669"/>
                    <a:pt x="1430" y="1"/>
                    <a:pt x="852"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68"/>
            <p:cNvSpPr/>
            <p:nvPr/>
          </p:nvSpPr>
          <p:spPr>
            <a:xfrm>
              <a:off x="7959325" y="2225675"/>
              <a:ext cx="42600" cy="32500"/>
            </a:xfrm>
            <a:custGeom>
              <a:rect b="b" l="l" r="r" t="t"/>
              <a:pathLst>
                <a:path extrusionOk="0" h="1300" w="1704">
                  <a:moveTo>
                    <a:pt x="852" y="0"/>
                  </a:moveTo>
                  <a:cubicBezTo>
                    <a:pt x="275" y="0"/>
                    <a:pt x="1" y="699"/>
                    <a:pt x="396" y="1094"/>
                  </a:cubicBezTo>
                  <a:cubicBezTo>
                    <a:pt x="518" y="1231"/>
                    <a:pt x="685" y="1300"/>
                    <a:pt x="852" y="1300"/>
                  </a:cubicBezTo>
                  <a:cubicBezTo>
                    <a:pt x="1019" y="1300"/>
                    <a:pt x="1186" y="1231"/>
                    <a:pt x="1308" y="1094"/>
                  </a:cubicBezTo>
                  <a:cubicBezTo>
                    <a:pt x="1703" y="699"/>
                    <a:pt x="1430" y="0"/>
                    <a:pt x="852"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68"/>
            <p:cNvSpPr/>
            <p:nvPr/>
          </p:nvSpPr>
          <p:spPr>
            <a:xfrm>
              <a:off x="7856750" y="2123850"/>
              <a:ext cx="43350" cy="31925"/>
            </a:xfrm>
            <a:custGeom>
              <a:rect b="b" l="l" r="r" t="t"/>
              <a:pathLst>
                <a:path extrusionOk="0" h="1277" w="1734">
                  <a:moveTo>
                    <a:pt x="882" y="0"/>
                  </a:moveTo>
                  <a:cubicBezTo>
                    <a:pt x="304" y="0"/>
                    <a:pt x="1" y="699"/>
                    <a:pt x="426" y="1094"/>
                  </a:cubicBezTo>
                  <a:cubicBezTo>
                    <a:pt x="548" y="1216"/>
                    <a:pt x="707" y="1277"/>
                    <a:pt x="871" y="1277"/>
                  </a:cubicBezTo>
                  <a:cubicBezTo>
                    <a:pt x="1034" y="1277"/>
                    <a:pt x="1201" y="1216"/>
                    <a:pt x="1338" y="1094"/>
                  </a:cubicBezTo>
                  <a:cubicBezTo>
                    <a:pt x="1733" y="699"/>
                    <a:pt x="1429" y="0"/>
                    <a:pt x="882"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68"/>
            <p:cNvSpPr/>
            <p:nvPr/>
          </p:nvSpPr>
          <p:spPr>
            <a:xfrm>
              <a:off x="7753250" y="2021150"/>
              <a:ext cx="46025" cy="32500"/>
            </a:xfrm>
            <a:custGeom>
              <a:rect b="b" l="l" r="r" t="t"/>
              <a:pathLst>
                <a:path extrusionOk="0" h="1300" w="1841">
                  <a:moveTo>
                    <a:pt x="909" y="0"/>
                  </a:moveTo>
                  <a:cubicBezTo>
                    <a:pt x="416" y="0"/>
                    <a:pt x="1" y="637"/>
                    <a:pt x="463" y="1099"/>
                  </a:cubicBezTo>
                  <a:cubicBezTo>
                    <a:pt x="604" y="1241"/>
                    <a:pt x="763" y="1300"/>
                    <a:pt x="914" y="1300"/>
                  </a:cubicBezTo>
                  <a:cubicBezTo>
                    <a:pt x="1413" y="1300"/>
                    <a:pt x="1841" y="660"/>
                    <a:pt x="1375" y="218"/>
                  </a:cubicBezTo>
                  <a:cubicBezTo>
                    <a:pt x="1228" y="64"/>
                    <a:pt x="1065" y="0"/>
                    <a:pt x="909"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68"/>
            <p:cNvSpPr/>
            <p:nvPr/>
          </p:nvSpPr>
          <p:spPr>
            <a:xfrm>
              <a:off x="7249600" y="1510625"/>
              <a:ext cx="31925" cy="31925"/>
            </a:xfrm>
            <a:custGeom>
              <a:rect b="b" l="l" r="r" t="t"/>
              <a:pathLst>
                <a:path extrusionOk="0" h="1277" w="1277">
                  <a:moveTo>
                    <a:pt x="639" y="0"/>
                  </a:moveTo>
                  <a:cubicBezTo>
                    <a:pt x="274" y="0"/>
                    <a:pt x="0" y="274"/>
                    <a:pt x="0" y="638"/>
                  </a:cubicBezTo>
                  <a:cubicBezTo>
                    <a:pt x="0" y="1003"/>
                    <a:pt x="274" y="1277"/>
                    <a:pt x="639" y="1277"/>
                  </a:cubicBezTo>
                  <a:cubicBezTo>
                    <a:pt x="973" y="1277"/>
                    <a:pt x="1277" y="1003"/>
                    <a:pt x="1277" y="638"/>
                  </a:cubicBezTo>
                  <a:cubicBezTo>
                    <a:pt x="1277" y="274"/>
                    <a:pt x="973" y="0"/>
                    <a:pt x="639"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68"/>
            <p:cNvSpPr/>
            <p:nvPr/>
          </p:nvSpPr>
          <p:spPr>
            <a:xfrm>
              <a:off x="7147000" y="1408800"/>
              <a:ext cx="31950" cy="31925"/>
            </a:xfrm>
            <a:custGeom>
              <a:rect b="b" l="l" r="r" t="t"/>
              <a:pathLst>
                <a:path extrusionOk="0" h="1277" w="1278">
                  <a:moveTo>
                    <a:pt x="639" y="0"/>
                  </a:moveTo>
                  <a:cubicBezTo>
                    <a:pt x="305" y="0"/>
                    <a:pt x="1" y="274"/>
                    <a:pt x="1" y="638"/>
                  </a:cubicBezTo>
                  <a:cubicBezTo>
                    <a:pt x="1" y="973"/>
                    <a:pt x="305" y="1277"/>
                    <a:pt x="639" y="1277"/>
                  </a:cubicBezTo>
                  <a:cubicBezTo>
                    <a:pt x="1004" y="1277"/>
                    <a:pt x="1278" y="973"/>
                    <a:pt x="1278" y="638"/>
                  </a:cubicBezTo>
                  <a:cubicBezTo>
                    <a:pt x="1278" y="274"/>
                    <a:pt x="1004" y="0"/>
                    <a:pt x="639"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68"/>
            <p:cNvSpPr/>
            <p:nvPr/>
          </p:nvSpPr>
          <p:spPr>
            <a:xfrm>
              <a:off x="7039875" y="1306200"/>
              <a:ext cx="42575" cy="31950"/>
            </a:xfrm>
            <a:custGeom>
              <a:rect b="b" l="l" r="r" t="t"/>
              <a:pathLst>
                <a:path extrusionOk="0" h="1278" w="1703">
                  <a:moveTo>
                    <a:pt x="851" y="1"/>
                  </a:moveTo>
                  <a:cubicBezTo>
                    <a:pt x="274" y="1"/>
                    <a:pt x="0" y="700"/>
                    <a:pt x="395" y="1095"/>
                  </a:cubicBezTo>
                  <a:cubicBezTo>
                    <a:pt x="517" y="1216"/>
                    <a:pt x="684" y="1277"/>
                    <a:pt x="851" y="1277"/>
                  </a:cubicBezTo>
                  <a:cubicBezTo>
                    <a:pt x="1018" y="1277"/>
                    <a:pt x="1186" y="1216"/>
                    <a:pt x="1307" y="1095"/>
                  </a:cubicBezTo>
                  <a:cubicBezTo>
                    <a:pt x="1702" y="700"/>
                    <a:pt x="1429" y="1"/>
                    <a:pt x="851"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68"/>
            <p:cNvSpPr/>
            <p:nvPr/>
          </p:nvSpPr>
          <p:spPr>
            <a:xfrm>
              <a:off x="6937275" y="1204375"/>
              <a:ext cx="43350" cy="31950"/>
            </a:xfrm>
            <a:custGeom>
              <a:rect b="b" l="l" r="r" t="t"/>
              <a:pathLst>
                <a:path extrusionOk="0" h="1278" w="1734">
                  <a:moveTo>
                    <a:pt x="852" y="1"/>
                  </a:moveTo>
                  <a:cubicBezTo>
                    <a:pt x="274" y="1"/>
                    <a:pt x="1" y="669"/>
                    <a:pt x="396" y="1095"/>
                  </a:cubicBezTo>
                  <a:cubicBezTo>
                    <a:pt x="533" y="1216"/>
                    <a:pt x="700" y="1277"/>
                    <a:pt x="863" y="1277"/>
                  </a:cubicBezTo>
                  <a:cubicBezTo>
                    <a:pt x="1027" y="1277"/>
                    <a:pt x="1186" y="1216"/>
                    <a:pt x="1308" y="1095"/>
                  </a:cubicBezTo>
                  <a:cubicBezTo>
                    <a:pt x="1733" y="669"/>
                    <a:pt x="1429" y="1"/>
                    <a:pt x="852"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68"/>
            <p:cNvSpPr/>
            <p:nvPr/>
          </p:nvSpPr>
          <p:spPr>
            <a:xfrm>
              <a:off x="6835450" y="1101800"/>
              <a:ext cx="42575" cy="32125"/>
            </a:xfrm>
            <a:custGeom>
              <a:rect b="b" l="l" r="r" t="t"/>
              <a:pathLst>
                <a:path extrusionOk="0" h="1285" w="1703">
                  <a:moveTo>
                    <a:pt x="852" y="0"/>
                  </a:moveTo>
                  <a:cubicBezTo>
                    <a:pt x="274" y="0"/>
                    <a:pt x="1" y="699"/>
                    <a:pt x="426" y="1125"/>
                  </a:cubicBezTo>
                  <a:cubicBezTo>
                    <a:pt x="548" y="1231"/>
                    <a:pt x="707" y="1284"/>
                    <a:pt x="867" y="1284"/>
                  </a:cubicBezTo>
                  <a:cubicBezTo>
                    <a:pt x="1027" y="1284"/>
                    <a:pt x="1186" y="1231"/>
                    <a:pt x="1308" y="1125"/>
                  </a:cubicBezTo>
                  <a:cubicBezTo>
                    <a:pt x="1703" y="699"/>
                    <a:pt x="1429" y="0"/>
                    <a:pt x="852"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68"/>
            <p:cNvSpPr/>
            <p:nvPr/>
          </p:nvSpPr>
          <p:spPr>
            <a:xfrm>
              <a:off x="6732875" y="999975"/>
              <a:ext cx="43325" cy="31925"/>
            </a:xfrm>
            <a:custGeom>
              <a:rect b="b" l="l" r="r" t="t"/>
              <a:pathLst>
                <a:path extrusionOk="0" h="1277" w="1733">
                  <a:moveTo>
                    <a:pt x="851" y="0"/>
                  </a:moveTo>
                  <a:cubicBezTo>
                    <a:pt x="304" y="0"/>
                    <a:pt x="0" y="669"/>
                    <a:pt x="426" y="1094"/>
                  </a:cubicBezTo>
                  <a:cubicBezTo>
                    <a:pt x="547" y="1216"/>
                    <a:pt x="707" y="1277"/>
                    <a:pt x="867" y="1277"/>
                  </a:cubicBezTo>
                  <a:cubicBezTo>
                    <a:pt x="1026" y="1277"/>
                    <a:pt x="1186" y="1216"/>
                    <a:pt x="1307" y="1094"/>
                  </a:cubicBezTo>
                  <a:cubicBezTo>
                    <a:pt x="1733" y="669"/>
                    <a:pt x="1429" y="0"/>
                    <a:pt x="851"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68"/>
            <p:cNvSpPr/>
            <p:nvPr/>
          </p:nvSpPr>
          <p:spPr>
            <a:xfrm>
              <a:off x="6631050" y="897375"/>
              <a:ext cx="42575" cy="31950"/>
            </a:xfrm>
            <a:custGeom>
              <a:rect b="b" l="l" r="r" t="t"/>
              <a:pathLst>
                <a:path extrusionOk="0" h="1278" w="1703">
                  <a:moveTo>
                    <a:pt x="851" y="1"/>
                  </a:moveTo>
                  <a:cubicBezTo>
                    <a:pt x="274" y="1"/>
                    <a:pt x="0" y="700"/>
                    <a:pt x="395" y="1095"/>
                  </a:cubicBezTo>
                  <a:cubicBezTo>
                    <a:pt x="517" y="1217"/>
                    <a:pt x="684" y="1277"/>
                    <a:pt x="851" y="1277"/>
                  </a:cubicBezTo>
                  <a:cubicBezTo>
                    <a:pt x="1019" y="1277"/>
                    <a:pt x="1186" y="1217"/>
                    <a:pt x="1307" y="1095"/>
                  </a:cubicBezTo>
                  <a:cubicBezTo>
                    <a:pt x="1702" y="700"/>
                    <a:pt x="1429" y="1"/>
                    <a:pt x="851"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68"/>
            <p:cNvSpPr/>
            <p:nvPr/>
          </p:nvSpPr>
          <p:spPr>
            <a:xfrm>
              <a:off x="6528450" y="795550"/>
              <a:ext cx="43350" cy="31950"/>
            </a:xfrm>
            <a:custGeom>
              <a:rect b="b" l="l" r="r" t="t"/>
              <a:pathLst>
                <a:path extrusionOk="0" h="1278" w="1734">
                  <a:moveTo>
                    <a:pt x="852" y="1"/>
                  </a:moveTo>
                  <a:cubicBezTo>
                    <a:pt x="305" y="1"/>
                    <a:pt x="1" y="669"/>
                    <a:pt x="426" y="1095"/>
                  </a:cubicBezTo>
                  <a:cubicBezTo>
                    <a:pt x="548" y="1217"/>
                    <a:pt x="708" y="1277"/>
                    <a:pt x="867" y="1277"/>
                  </a:cubicBezTo>
                  <a:cubicBezTo>
                    <a:pt x="1027" y="1277"/>
                    <a:pt x="1186" y="1217"/>
                    <a:pt x="1308" y="1095"/>
                  </a:cubicBezTo>
                  <a:cubicBezTo>
                    <a:pt x="1733" y="669"/>
                    <a:pt x="1429" y="1"/>
                    <a:pt x="852"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68"/>
            <p:cNvSpPr/>
            <p:nvPr/>
          </p:nvSpPr>
          <p:spPr>
            <a:xfrm>
              <a:off x="6426625" y="692975"/>
              <a:ext cx="42575" cy="31925"/>
            </a:xfrm>
            <a:custGeom>
              <a:rect b="b" l="l" r="r" t="t"/>
              <a:pathLst>
                <a:path extrusionOk="0" h="1277" w="1703">
                  <a:moveTo>
                    <a:pt x="852" y="0"/>
                  </a:moveTo>
                  <a:cubicBezTo>
                    <a:pt x="274" y="0"/>
                    <a:pt x="1" y="699"/>
                    <a:pt x="396" y="1095"/>
                  </a:cubicBezTo>
                  <a:cubicBezTo>
                    <a:pt x="518" y="1216"/>
                    <a:pt x="685" y="1277"/>
                    <a:pt x="852" y="1277"/>
                  </a:cubicBezTo>
                  <a:cubicBezTo>
                    <a:pt x="1019" y="1277"/>
                    <a:pt x="1186" y="1216"/>
                    <a:pt x="1308" y="1095"/>
                  </a:cubicBezTo>
                  <a:cubicBezTo>
                    <a:pt x="1703" y="699"/>
                    <a:pt x="1429" y="0"/>
                    <a:pt x="852"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68"/>
            <p:cNvSpPr/>
            <p:nvPr/>
          </p:nvSpPr>
          <p:spPr>
            <a:xfrm>
              <a:off x="6324050" y="591150"/>
              <a:ext cx="43325" cy="31925"/>
            </a:xfrm>
            <a:custGeom>
              <a:rect b="b" l="l" r="r" t="t"/>
              <a:pathLst>
                <a:path extrusionOk="0" h="1277" w="1733">
                  <a:moveTo>
                    <a:pt x="851" y="0"/>
                  </a:moveTo>
                  <a:cubicBezTo>
                    <a:pt x="304" y="0"/>
                    <a:pt x="0" y="669"/>
                    <a:pt x="426" y="1095"/>
                  </a:cubicBezTo>
                  <a:cubicBezTo>
                    <a:pt x="548" y="1216"/>
                    <a:pt x="707" y="1277"/>
                    <a:pt x="867" y="1277"/>
                  </a:cubicBezTo>
                  <a:cubicBezTo>
                    <a:pt x="1026" y="1277"/>
                    <a:pt x="1186" y="1216"/>
                    <a:pt x="1307" y="1095"/>
                  </a:cubicBezTo>
                  <a:cubicBezTo>
                    <a:pt x="1733" y="669"/>
                    <a:pt x="1429" y="0"/>
                    <a:pt x="851" y="0"/>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68"/>
            <p:cNvSpPr/>
            <p:nvPr/>
          </p:nvSpPr>
          <p:spPr>
            <a:xfrm>
              <a:off x="6222225" y="488550"/>
              <a:ext cx="42575" cy="32525"/>
            </a:xfrm>
            <a:custGeom>
              <a:rect b="b" l="l" r="r" t="t"/>
              <a:pathLst>
                <a:path extrusionOk="0" h="1301" w="1703">
                  <a:moveTo>
                    <a:pt x="851" y="1"/>
                  </a:moveTo>
                  <a:cubicBezTo>
                    <a:pt x="274" y="1"/>
                    <a:pt x="0" y="700"/>
                    <a:pt x="396" y="1095"/>
                  </a:cubicBezTo>
                  <a:cubicBezTo>
                    <a:pt x="517" y="1232"/>
                    <a:pt x="684" y="1300"/>
                    <a:pt x="851" y="1300"/>
                  </a:cubicBezTo>
                  <a:cubicBezTo>
                    <a:pt x="1019" y="1300"/>
                    <a:pt x="1186" y="1232"/>
                    <a:pt x="1307" y="1095"/>
                  </a:cubicBezTo>
                  <a:cubicBezTo>
                    <a:pt x="1703" y="700"/>
                    <a:pt x="1429" y="1"/>
                    <a:pt x="851" y="1"/>
                  </a:cubicBezTo>
                  <a:close/>
                </a:path>
              </a:pathLst>
            </a:custGeom>
            <a:solidFill>
              <a:srgbClr val="253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84" name="Google Shape;8684;p68"/>
          <p:cNvSpPr txBox="1"/>
          <p:nvPr/>
        </p:nvSpPr>
        <p:spPr>
          <a:xfrm>
            <a:off x="715100" y="1078050"/>
            <a:ext cx="3856800" cy="469500"/>
          </a:xfrm>
          <a:prstGeom prst="rect">
            <a:avLst/>
          </a:prstGeom>
          <a:noFill/>
          <a:ln>
            <a:noFill/>
          </a:ln>
        </p:spPr>
        <p:txBody>
          <a:bodyPr anchorCtr="0" anchor="t" bIns="91425" lIns="91425" spcFirstLastPara="1" rIns="91425" wrap="square" tIns="91425">
            <a:noAutofit/>
          </a:bodyPr>
          <a:lstStyle/>
          <a:p>
            <a:pPr indent="-317500" lvl="0" marL="457200" marR="50800" rtl="0" algn="l">
              <a:spcBef>
                <a:spcPts val="0"/>
              </a:spcBef>
              <a:spcAft>
                <a:spcPts val="0"/>
              </a:spcAft>
              <a:buClr>
                <a:schemeClr val="dk2"/>
              </a:buClr>
              <a:buSzPts val="1400"/>
              <a:buFont typeface="PT Sans Narrow"/>
              <a:buChar char="●"/>
            </a:pPr>
            <a:r>
              <a:rPr lang="en" sz="1200">
                <a:solidFill>
                  <a:schemeClr val="dk2"/>
                </a:solidFill>
                <a:uFill>
                  <a:noFill/>
                </a:uFill>
                <a:latin typeface="PT Sans Narrow"/>
                <a:ea typeface="PT Sans Narrow"/>
                <a:cs typeface="PT Sans Narrow"/>
                <a:sym typeface="PT Sans Narrow"/>
                <a:hlinkClick r:id="rId3">
                  <a:extLst>
                    <a:ext uri="{A12FA001-AC4F-418D-AE19-62706E023703}">
                      <ahyp:hlinkClr val="tx"/>
                    </a:ext>
                  </a:extLst>
                </a:hlinkClick>
              </a:rPr>
              <a:t>Flat abstract wireframe background</a:t>
            </a:r>
            <a:endParaRPr>
              <a:solidFill>
                <a:schemeClr val="dk2"/>
              </a:solidFill>
              <a:latin typeface="PT Sans Narrow"/>
              <a:ea typeface="PT Sans Narrow"/>
              <a:cs typeface="PT Sans Narrow"/>
              <a:sym typeface="PT Sans Narrow"/>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88" name="Shape 8688"/>
        <p:cNvGrpSpPr/>
        <p:nvPr/>
      </p:nvGrpSpPr>
      <p:grpSpPr>
        <a:xfrm>
          <a:off x="0" y="0"/>
          <a:ext cx="0" cy="0"/>
          <a:chOff x="0" y="0"/>
          <a:chExt cx="0" cy="0"/>
        </a:xfrm>
      </p:grpSpPr>
      <p:sp>
        <p:nvSpPr>
          <p:cNvPr id="8689" name="Google Shape;8689;p69"/>
          <p:cNvSpPr txBox="1"/>
          <p:nvPr>
            <p:ph idx="1" type="subTitle"/>
          </p:nvPr>
        </p:nvSpPr>
        <p:spPr>
          <a:xfrm>
            <a:off x="720000" y="1041625"/>
            <a:ext cx="7264200" cy="3567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500">
                <a:latin typeface="Big Shoulders Text"/>
                <a:ea typeface="Big Shoulders Text"/>
                <a:cs typeface="Big Shoulders Text"/>
                <a:sym typeface="Big Shoulders Text"/>
              </a:rPr>
              <a:t>Photos</a:t>
            </a:r>
            <a:endParaRPr sz="2500">
              <a:latin typeface="Big Shoulders Text"/>
              <a:ea typeface="Big Shoulders Text"/>
              <a:cs typeface="Big Shoulders Text"/>
              <a:sym typeface="Big Shoulders Text"/>
            </a:endParaRPr>
          </a:p>
          <a:p>
            <a:pPr indent="-317500" lvl="0" marL="457200" marR="50800" rtl="0" algn="l">
              <a:spcBef>
                <a:spcPts val="0"/>
              </a:spcBef>
              <a:spcAft>
                <a:spcPts val="0"/>
              </a:spcAft>
              <a:buSzPts val="1400"/>
              <a:buChar char="●"/>
            </a:pPr>
            <a:r>
              <a:rPr lang="en" sz="1200">
                <a:latin typeface="Verdana"/>
                <a:ea typeface="Verdana"/>
                <a:cs typeface="Verdana"/>
                <a:sym typeface="Verdana"/>
              </a:rPr>
              <a:t>M</a:t>
            </a:r>
            <a:r>
              <a:rPr lang="en" sz="1200">
                <a:uFill>
                  <a:noFill/>
                </a:uFill>
                <a:latin typeface="Verdana"/>
                <a:ea typeface="Verdana"/>
                <a:cs typeface="Verdana"/>
                <a:sym typeface="Verdana"/>
                <a:hlinkClick r:id="rId3"/>
              </a:rPr>
              <a:t>edium shot doctor with stethoscope</a:t>
            </a:r>
            <a:endParaRPr sz="1200">
              <a:latin typeface="Verdana"/>
              <a:ea typeface="Verdana"/>
              <a:cs typeface="Verdana"/>
              <a:sym typeface="Verdana"/>
            </a:endParaRPr>
          </a:p>
          <a:p>
            <a:pPr indent="-317500" lvl="0" marL="457200" marR="50800" rtl="0" algn="l">
              <a:spcBef>
                <a:spcPts val="0"/>
              </a:spcBef>
              <a:spcAft>
                <a:spcPts val="0"/>
              </a:spcAft>
              <a:buSzPts val="1400"/>
              <a:buChar char="●"/>
            </a:pPr>
            <a:r>
              <a:rPr lang="en" sz="1200">
                <a:latin typeface="Verdana"/>
                <a:ea typeface="Verdana"/>
                <a:cs typeface="Verdana"/>
                <a:sym typeface="Verdana"/>
              </a:rPr>
              <a:t>F</a:t>
            </a:r>
            <a:r>
              <a:rPr lang="en" sz="1200">
                <a:uFill>
                  <a:noFill/>
                </a:uFill>
                <a:latin typeface="Verdana"/>
                <a:ea typeface="Verdana"/>
                <a:cs typeface="Verdana"/>
                <a:sym typeface="Verdana"/>
                <a:hlinkClick r:id="rId4"/>
              </a:rPr>
              <a:t>emales doctor at hospital with stethoscope</a:t>
            </a:r>
            <a:endParaRPr sz="1200">
              <a:latin typeface="Verdana"/>
              <a:ea typeface="Verdana"/>
              <a:cs typeface="Verdana"/>
              <a:sym typeface="Verdana"/>
            </a:endParaRPr>
          </a:p>
          <a:p>
            <a:pPr indent="-317500" lvl="0" marL="457200" marR="50800" rtl="0" algn="l">
              <a:spcBef>
                <a:spcPts val="0"/>
              </a:spcBef>
              <a:spcAft>
                <a:spcPts val="0"/>
              </a:spcAft>
              <a:buSzPts val="1400"/>
              <a:buChar char="●"/>
            </a:pPr>
            <a:r>
              <a:rPr lang="en" sz="1200">
                <a:latin typeface="Verdana"/>
                <a:ea typeface="Verdana"/>
                <a:cs typeface="Verdana"/>
                <a:sym typeface="Verdana"/>
              </a:rPr>
              <a:t>D</a:t>
            </a:r>
            <a:r>
              <a:rPr lang="en" sz="1200">
                <a:uFill>
                  <a:noFill/>
                </a:uFill>
                <a:latin typeface="Verdana"/>
                <a:ea typeface="Verdana"/>
                <a:cs typeface="Verdana"/>
                <a:sym typeface="Verdana"/>
                <a:hlinkClick r:id="rId5"/>
              </a:rPr>
              <a:t>octor writing medical prescription</a:t>
            </a:r>
            <a:endParaRPr sz="1200">
              <a:latin typeface="Verdana"/>
              <a:ea typeface="Verdana"/>
              <a:cs typeface="Verdana"/>
              <a:sym typeface="Verdana"/>
            </a:endParaRPr>
          </a:p>
          <a:p>
            <a:pPr indent="-317500" lvl="0" marL="457200" marR="50800" rtl="0" algn="l">
              <a:spcBef>
                <a:spcPts val="0"/>
              </a:spcBef>
              <a:spcAft>
                <a:spcPts val="0"/>
              </a:spcAft>
              <a:buSzPts val="1400"/>
              <a:buChar char="●"/>
            </a:pPr>
            <a:r>
              <a:rPr lang="en" sz="1200">
                <a:latin typeface="Verdana"/>
                <a:ea typeface="Verdana"/>
                <a:cs typeface="Verdana"/>
                <a:sym typeface="Verdana"/>
              </a:rPr>
              <a:t>O</a:t>
            </a:r>
            <a:r>
              <a:rPr lang="en" sz="1200">
                <a:uFill>
                  <a:noFill/>
                </a:uFill>
                <a:latin typeface="Verdana"/>
                <a:ea typeface="Verdana"/>
                <a:cs typeface="Verdana"/>
                <a:sym typeface="Verdana"/>
                <a:hlinkClick r:id="rId6"/>
              </a:rPr>
              <a:t>verhead view of broken cigarette on white surface</a:t>
            </a:r>
            <a:endParaRPr sz="1200">
              <a:latin typeface="Verdana"/>
              <a:ea typeface="Verdana"/>
              <a:cs typeface="Verdana"/>
              <a:sym typeface="Verdana"/>
            </a:endParaRPr>
          </a:p>
          <a:p>
            <a:pPr indent="-317500" lvl="0" marL="457200" marR="50800" rtl="0" algn="l">
              <a:spcBef>
                <a:spcPts val="0"/>
              </a:spcBef>
              <a:spcAft>
                <a:spcPts val="0"/>
              </a:spcAft>
              <a:buSzPts val="1400"/>
              <a:buChar char="●"/>
            </a:pPr>
            <a:r>
              <a:rPr lang="en" sz="1200">
                <a:latin typeface="Verdana"/>
                <a:ea typeface="Verdana"/>
                <a:cs typeface="Verdana"/>
                <a:sym typeface="Verdana"/>
              </a:rPr>
              <a:t>C</a:t>
            </a:r>
            <a:r>
              <a:rPr lang="en" sz="1200">
                <a:uFill>
                  <a:noFill/>
                </a:uFill>
                <a:latin typeface="Verdana"/>
                <a:ea typeface="Verdana"/>
                <a:cs typeface="Verdana"/>
                <a:sym typeface="Verdana"/>
                <a:hlinkClick r:id="rId7"/>
              </a:rPr>
              <a:t>lose-up of a man's hand breaking the cigarette against white background</a:t>
            </a:r>
            <a:endParaRPr sz="1200">
              <a:latin typeface="Verdana"/>
              <a:ea typeface="Verdana"/>
              <a:cs typeface="Verdana"/>
              <a:sym typeface="Verdana"/>
            </a:endParaRPr>
          </a:p>
          <a:p>
            <a:pPr indent="-317500" lvl="0" marL="457200" marR="50800" rtl="0" algn="l">
              <a:spcBef>
                <a:spcPts val="0"/>
              </a:spcBef>
              <a:spcAft>
                <a:spcPts val="0"/>
              </a:spcAft>
              <a:buSzPts val="1400"/>
              <a:buChar char="●"/>
            </a:pPr>
            <a:r>
              <a:rPr lang="en" sz="1200">
                <a:latin typeface="Verdana"/>
                <a:ea typeface="Verdana"/>
                <a:cs typeface="Verdana"/>
                <a:sym typeface="Verdana"/>
              </a:rPr>
              <a:t>E</a:t>
            </a:r>
            <a:r>
              <a:rPr lang="en" sz="1200">
                <a:uFill>
                  <a:noFill/>
                </a:uFill>
                <a:latin typeface="Verdana"/>
                <a:ea typeface="Verdana"/>
                <a:cs typeface="Verdana"/>
                <a:sym typeface="Verdana"/>
                <a:hlinkClick r:id="rId8"/>
              </a:rPr>
              <a:t>lder patient with medical mask and covid recovery center female doctor embraced</a:t>
            </a:r>
            <a:endParaRPr sz="1200">
              <a:latin typeface="Verdana"/>
              <a:ea typeface="Verdana"/>
              <a:cs typeface="Verdana"/>
              <a:sym typeface="Verdana"/>
            </a:endParaRPr>
          </a:p>
          <a:p>
            <a:pPr indent="-317500" lvl="0" marL="457200" marR="50800" rtl="0" algn="l">
              <a:spcBef>
                <a:spcPts val="0"/>
              </a:spcBef>
              <a:spcAft>
                <a:spcPts val="0"/>
              </a:spcAft>
              <a:buSzPts val="1400"/>
              <a:buChar char="●"/>
            </a:pPr>
            <a:r>
              <a:rPr lang="en" sz="1200">
                <a:latin typeface="Verdana"/>
                <a:ea typeface="Verdana"/>
                <a:cs typeface="Verdana"/>
                <a:sym typeface="Verdana"/>
              </a:rPr>
              <a:t>C</a:t>
            </a:r>
            <a:r>
              <a:rPr lang="en" sz="1200">
                <a:uFill>
                  <a:noFill/>
                </a:uFill>
                <a:latin typeface="Verdana"/>
                <a:ea typeface="Verdana"/>
                <a:cs typeface="Verdana"/>
                <a:sym typeface="Verdana"/>
                <a:hlinkClick r:id="rId9"/>
              </a:rPr>
              <a:t>ovid recovery center female doctor holding elderly patient's hands</a:t>
            </a:r>
            <a:endParaRPr sz="1200">
              <a:latin typeface="Verdana"/>
              <a:ea typeface="Verdana"/>
              <a:cs typeface="Verdana"/>
              <a:sym typeface="Verdana"/>
            </a:endParaRPr>
          </a:p>
          <a:p>
            <a:pPr indent="-317500" lvl="0" marL="457200" marR="50800" rtl="0" algn="l">
              <a:spcBef>
                <a:spcPts val="0"/>
              </a:spcBef>
              <a:spcAft>
                <a:spcPts val="0"/>
              </a:spcAft>
              <a:buSzPts val="1400"/>
              <a:buChar char="●"/>
            </a:pPr>
            <a:r>
              <a:rPr lang="en" sz="1200">
                <a:latin typeface="Verdana"/>
                <a:ea typeface="Verdana"/>
                <a:cs typeface="Verdana"/>
                <a:sym typeface="Verdana"/>
              </a:rPr>
              <a:t>Y</a:t>
            </a:r>
            <a:r>
              <a:rPr lang="en" sz="1200">
                <a:uFill>
                  <a:noFill/>
                </a:uFill>
                <a:latin typeface="Verdana"/>
                <a:ea typeface="Verdana"/>
                <a:cs typeface="Verdana"/>
                <a:sym typeface="Verdana"/>
                <a:hlinkClick r:id="rId10"/>
              </a:rPr>
              <a:t>oung sick man staying in his bed</a:t>
            </a:r>
            <a:endParaRPr sz="1200">
              <a:latin typeface="Verdana"/>
              <a:ea typeface="Verdana"/>
              <a:cs typeface="Verdana"/>
              <a:sym typeface="Verdana"/>
            </a:endParaRPr>
          </a:p>
          <a:p>
            <a:pPr indent="-317500" lvl="0" marL="457200" marR="50800" rtl="0" algn="l">
              <a:spcBef>
                <a:spcPts val="0"/>
              </a:spcBef>
              <a:spcAft>
                <a:spcPts val="1000"/>
              </a:spcAft>
              <a:buSzPts val="1400"/>
              <a:buChar char="●"/>
            </a:pPr>
            <a:r>
              <a:rPr lang="en" sz="1200">
                <a:latin typeface="Verdana"/>
                <a:ea typeface="Verdana"/>
                <a:cs typeface="Verdana"/>
                <a:sym typeface="Verdana"/>
              </a:rPr>
              <a:t>P</a:t>
            </a:r>
            <a:r>
              <a:rPr lang="en" sz="1200">
                <a:uFill>
                  <a:noFill/>
                </a:uFill>
                <a:latin typeface="Verdana"/>
                <a:ea typeface="Verdana"/>
                <a:cs typeface="Verdana"/>
                <a:sym typeface="Verdana"/>
                <a:hlinkClick r:id="rId11"/>
              </a:rPr>
              <a:t>atient experiencing stomachache</a:t>
            </a:r>
            <a:endParaRPr/>
          </a:p>
        </p:txBody>
      </p:sp>
      <p:sp>
        <p:nvSpPr>
          <p:cNvPr id="8690" name="Google Shape;8690;p69"/>
          <p:cNvSpPr txBox="1"/>
          <p:nvPr>
            <p:ph type="title"/>
          </p:nvPr>
        </p:nvSpPr>
        <p:spPr>
          <a:xfrm>
            <a:off x="2156375" y="445025"/>
            <a:ext cx="48312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sp>
        <p:nvSpPr>
          <p:cNvPr id="8691" name="Google Shape;8691;p69"/>
          <p:cNvSpPr/>
          <p:nvPr/>
        </p:nvSpPr>
        <p:spPr>
          <a:xfrm>
            <a:off x="7669775" y="666255"/>
            <a:ext cx="1227734" cy="1117449"/>
          </a:xfrm>
          <a:custGeom>
            <a:rect b="b" l="l" r="r" t="t"/>
            <a:pathLst>
              <a:path extrusionOk="0" h="32231" w="35412">
                <a:moveTo>
                  <a:pt x="17702" y="0"/>
                </a:moveTo>
                <a:cubicBezTo>
                  <a:pt x="10394" y="0"/>
                  <a:pt x="3782" y="5013"/>
                  <a:pt x="2037" y="12437"/>
                </a:cubicBezTo>
                <a:cubicBezTo>
                  <a:pt x="0" y="21100"/>
                  <a:pt x="5350" y="29763"/>
                  <a:pt x="14013" y="31799"/>
                </a:cubicBezTo>
                <a:cubicBezTo>
                  <a:pt x="15252" y="32090"/>
                  <a:pt x="16491" y="32230"/>
                  <a:pt x="17711" y="32230"/>
                </a:cubicBezTo>
                <a:cubicBezTo>
                  <a:pt x="25018" y="32230"/>
                  <a:pt x="31630" y="27221"/>
                  <a:pt x="33375" y="19823"/>
                </a:cubicBezTo>
                <a:cubicBezTo>
                  <a:pt x="35411" y="11161"/>
                  <a:pt x="30062" y="2467"/>
                  <a:pt x="21399" y="431"/>
                </a:cubicBezTo>
                <a:cubicBezTo>
                  <a:pt x="20160" y="140"/>
                  <a:pt x="18921" y="0"/>
                  <a:pt x="17702" y="0"/>
                </a:cubicBezTo>
                <a:close/>
              </a:path>
            </a:pathLst>
          </a:custGeom>
          <a:solidFill>
            <a:srgbClr val="E4BE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69"/>
          <p:cNvSpPr/>
          <p:nvPr/>
        </p:nvSpPr>
        <p:spPr>
          <a:xfrm flipH="1" rot="5400000">
            <a:off x="4919069" y="4466073"/>
            <a:ext cx="303975" cy="152025"/>
          </a:xfrm>
          <a:custGeom>
            <a:rect b="b" l="l" r="r" t="t"/>
            <a:pathLst>
              <a:path extrusionOk="0" fill="none" h="6081" w="12159">
                <a:moveTo>
                  <a:pt x="0" y="6080"/>
                </a:moveTo>
                <a:cubicBezTo>
                  <a:pt x="0" y="2737"/>
                  <a:pt x="2736" y="1"/>
                  <a:pt x="6079" y="1"/>
                </a:cubicBezTo>
                <a:cubicBezTo>
                  <a:pt x="9453" y="1"/>
                  <a:pt x="12158" y="2737"/>
                  <a:pt x="12158" y="6080"/>
                </a:cubicBezTo>
              </a:path>
            </a:pathLst>
          </a:custGeom>
          <a:noFill/>
          <a:ln cap="flat" cmpd="sng" w="57000">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93" name="Google Shape;8693;p69"/>
          <p:cNvGrpSpPr/>
          <p:nvPr/>
        </p:nvGrpSpPr>
        <p:grpSpPr>
          <a:xfrm>
            <a:off x="7535476" y="535006"/>
            <a:ext cx="592199" cy="593411"/>
            <a:chOff x="4811650" y="1895450"/>
            <a:chExt cx="378450" cy="379225"/>
          </a:xfrm>
        </p:grpSpPr>
        <p:sp>
          <p:nvSpPr>
            <p:cNvPr id="8694" name="Google Shape;8694;p69"/>
            <p:cNvSpPr/>
            <p:nvPr/>
          </p:nvSpPr>
          <p:spPr>
            <a:xfrm>
              <a:off x="4811650" y="1895450"/>
              <a:ext cx="378450" cy="379225"/>
            </a:xfrm>
            <a:custGeom>
              <a:rect b="b" l="l" r="r" t="t"/>
              <a:pathLst>
                <a:path extrusionOk="0" fill="none" h="15169" w="15138">
                  <a:moveTo>
                    <a:pt x="9119" y="882"/>
                  </a:moveTo>
                  <a:cubicBezTo>
                    <a:pt x="12828" y="1733"/>
                    <a:pt x="15138" y="5442"/>
                    <a:pt x="14256" y="9150"/>
                  </a:cubicBezTo>
                  <a:cubicBezTo>
                    <a:pt x="13405" y="12858"/>
                    <a:pt x="9697" y="15168"/>
                    <a:pt x="5989" y="14287"/>
                  </a:cubicBezTo>
                  <a:cubicBezTo>
                    <a:pt x="2280" y="13436"/>
                    <a:pt x="1" y="9728"/>
                    <a:pt x="852" y="6019"/>
                  </a:cubicBezTo>
                  <a:cubicBezTo>
                    <a:pt x="1733" y="2311"/>
                    <a:pt x="5441" y="1"/>
                    <a:pt x="9119" y="882"/>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69"/>
            <p:cNvSpPr/>
            <p:nvPr/>
          </p:nvSpPr>
          <p:spPr>
            <a:xfrm>
              <a:off x="4882325" y="1966125"/>
              <a:ext cx="236350" cy="237125"/>
            </a:xfrm>
            <a:custGeom>
              <a:rect b="b" l="l" r="r" t="t"/>
              <a:pathLst>
                <a:path extrusionOk="0" fill="none" h="9485" w="9454">
                  <a:moveTo>
                    <a:pt x="9453" y="4742"/>
                  </a:moveTo>
                  <a:cubicBezTo>
                    <a:pt x="9453" y="7356"/>
                    <a:pt x="7356" y="9484"/>
                    <a:pt x="4742" y="9484"/>
                  </a:cubicBezTo>
                  <a:cubicBezTo>
                    <a:pt x="2128" y="9484"/>
                    <a:pt x="0" y="7356"/>
                    <a:pt x="0" y="4742"/>
                  </a:cubicBezTo>
                  <a:cubicBezTo>
                    <a:pt x="0" y="2128"/>
                    <a:pt x="2128" y="1"/>
                    <a:pt x="4742" y="1"/>
                  </a:cubicBezTo>
                  <a:cubicBezTo>
                    <a:pt x="7356" y="1"/>
                    <a:pt x="9453" y="2128"/>
                    <a:pt x="9453" y="4742"/>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69"/>
            <p:cNvSpPr/>
            <p:nvPr/>
          </p:nvSpPr>
          <p:spPr>
            <a:xfrm>
              <a:off x="4928675" y="2012475"/>
              <a:ext cx="143650" cy="144425"/>
            </a:xfrm>
            <a:custGeom>
              <a:rect b="b" l="l" r="r" t="t"/>
              <a:pathLst>
                <a:path extrusionOk="0" fill="none" h="5777" w="5746">
                  <a:moveTo>
                    <a:pt x="5745" y="2888"/>
                  </a:moveTo>
                  <a:cubicBezTo>
                    <a:pt x="5745" y="4499"/>
                    <a:pt x="4469" y="5776"/>
                    <a:pt x="2888" y="5776"/>
                  </a:cubicBezTo>
                  <a:cubicBezTo>
                    <a:pt x="1277" y="5776"/>
                    <a:pt x="1" y="4499"/>
                    <a:pt x="1" y="2888"/>
                  </a:cubicBezTo>
                  <a:cubicBezTo>
                    <a:pt x="1" y="1308"/>
                    <a:pt x="1277" y="1"/>
                    <a:pt x="2888" y="1"/>
                  </a:cubicBezTo>
                  <a:cubicBezTo>
                    <a:pt x="4469" y="1"/>
                    <a:pt x="5745" y="1308"/>
                    <a:pt x="5745" y="2888"/>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69"/>
            <p:cNvSpPr/>
            <p:nvPr/>
          </p:nvSpPr>
          <p:spPr>
            <a:xfrm>
              <a:off x="4968950" y="2053525"/>
              <a:ext cx="63100" cy="63100"/>
            </a:xfrm>
            <a:custGeom>
              <a:rect b="b" l="l" r="r" t="t"/>
              <a:pathLst>
                <a:path extrusionOk="0" fill="none" h="2524" w="2524">
                  <a:moveTo>
                    <a:pt x="2523" y="1246"/>
                  </a:moveTo>
                  <a:cubicBezTo>
                    <a:pt x="2523" y="1946"/>
                    <a:pt x="1946" y="2523"/>
                    <a:pt x="1277" y="2523"/>
                  </a:cubicBezTo>
                  <a:cubicBezTo>
                    <a:pt x="578" y="2523"/>
                    <a:pt x="1" y="1946"/>
                    <a:pt x="1" y="1246"/>
                  </a:cubicBezTo>
                  <a:cubicBezTo>
                    <a:pt x="1" y="578"/>
                    <a:pt x="578" y="0"/>
                    <a:pt x="1277" y="0"/>
                  </a:cubicBezTo>
                  <a:cubicBezTo>
                    <a:pt x="1946" y="0"/>
                    <a:pt x="2523" y="578"/>
                    <a:pt x="2523" y="1246"/>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8" name="Google Shape;8698;p69"/>
          <p:cNvGrpSpPr/>
          <p:nvPr/>
        </p:nvGrpSpPr>
        <p:grpSpPr>
          <a:xfrm>
            <a:off x="7358927" y="3673315"/>
            <a:ext cx="812240" cy="779010"/>
            <a:chOff x="76650" y="3861300"/>
            <a:chExt cx="1531950" cy="1469275"/>
          </a:xfrm>
        </p:grpSpPr>
        <p:sp>
          <p:nvSpPr>
            <p:cNvPr id="8699" name="Google Shape;8699;p69"/>
            <p:cNvSpPr/>
            <p:nvPr/>
          </p:nvSpPr>
          <p:spPr>
            <a:xfrm>
              <a:off x="76650" y="3861300"/>
              <a:ext cx="1513725" cy="1379225"/>
            </a:xfrm>
            <a:custGeom>
              <a:rect b="b" l="l" r="r" t="t"/>
              <a:pathLst>
                <a:path extrusionOk="0" h="55169" w="60549">
                  <a:moveTo>
                    <a:pt x="30289" y="0"/>
                  </a:moveTo>
                  <a:cubicBezTo>
                    <a:pt x="23230" y="0"/>
                    <a:pt x="16171" y="2690"/>
                    <a:pt x="10791" y="8070"/>
                  </a:cubicBezTo>
                  <a:cubicBezTo>
                    <a:pt x="0" y="18861"/>
                    <a:pt x="0" y="36308"/>
                    <a:pt x="10791" y="47098"/>
                  </a:cubicBezTo>
                  <a:cubicBezTo>
                    <a:pt x="16171" y="52478"/>
                    <a:pt x="23230" y="55168"/>
                    <a:pt x="30289" y="55168"/>
                  </a:cubicBezTo>
                  <a:cubicBezTo>
                    <a:pt x="37349" y="55168"/>
                    <a:pt x="44408" y="52478"/>
                    <a:pt x="49788" y="47098"/>
                  </a:cubicBezTo>
                  <a:cubicBezTo>
                    <a:pt x="60548" y="36308"/>
                    <a:pt x="60548" y="18861"/>
                    <a:pt x="49788" y="8070"/>
                  </a:cubicBezTo>
                  <a:cubicBezTo>
                    <a:pt x="44408" y="2690"/>
                    <a:pt x="37349" y="0"/>
                    <a:pt x="30289" y="0"/>
                  </a:cubicBezTo>
                  <a:close/>
                </a:path>
              </a:pathLst>
            </a:custGeom>
            <a:solidFill>
              <a:srgbClr val="96A8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69"/>
            <p:cNvSpPr/>
            <p:nvPr/>
          </p:nvSpPr>
          <p:spPr>
            <a:xfrm>
              <a:off x="919350" y="4640575"/>
              <a:ext cx="689250" cy="690000"/>
            </a:xfrm>
            <a:custGeom>
              <a:rect b="b" l="l" r="r" t="t"/>
              <a:pathLst>
                <a:path extrusionOk="0" fill="none" h="27600" w="27570">
                  <a:moveTo>
                    <a:pt x="27570" y="0"/>
                  </a:moveTo>
                  <a:cubicBezTo>
                    <a:pt x="27570" y="15228"/>
                    <a:pt x="15229" y="27599"/>
                    <a:pt x="1" y="27599"/>
                  </a:cubicBezTo>
                </a:path>
              </a:pathLst>
            </a:custGeom>
            <a:noFill/>
            <a:ln cap="flat" cmpd="sng" w="66875">
              <a:solidFill>
                <a:srgbClr val="E4BEB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1" name="Google Shape;8701;p69"/>
          <p:cNvGrpSpPr/>
          <p:nvPr/>
        </p:nvGrpSpPr>
        <p:grpSpPr>
          <a:xfrm>
            <a:off x="6063763" y="4073100"/>
            <a:ext cx="378450" cy="379225"/>
            <a:chOff x="4811650" y="1895450"/>
            <a:chExt cx="378450" cy="379225"/>
          </a:xfrm>
        </p:grpSpPr>
        <p:sp>
          <p:nvSpPr>
            <p:cNvPr id="8702" name="Google Shape;8702;p69"/>
            <p:cNvSpPr/>
            <p:nvPr/>
          </p:nvSpPr>
          <p:spPr>
            <a:xfrm>
              <a:off x="4811650" y="1895450"/>
              <a:ext cx="378450" cy="379225"/>
            </a:xfrm>
            <a:custGeom>
              <a:rect b="b" l="l" r="r" t="t"/>
              <a:pathLst>
                <a:path extrusionOk="0" fill="none" h="15169" w="15138">
                  <a:moveTo>
                    <a:pt x="9119" y="882"/>
                  </a:moveTo>
                  <a:cubicBezTo>
                    <a:pt x="12828" y="1733"/>
                    <a:pt x="15138" y="5442"/>
                    <a:pt x="14256" y="9150"/>
                  </a:cubicBezTo>
                  <a:cubicBezTo>
                    <a:pt x="13405" y="12858"/>
                    <a:pt x="9697" y="15168"/>
                    <a:pt x="5989" y="14287"/>
                  </a:cubicBezTo>
                  <a:cubicBezTo>
                    <a:pt x="2280" y="13436"/>
                    <a:pt x="1" y="9728"/>
                    <a:pt x="852" y="6019"/>
                  </a:cubicBezTo>
                  <a:cubicBezTo>
                    <a:pt x="1733" y="2311"/>
                    <a:pt x="5441" y="1"/>
                    <a:pt x="9119" y="882"/>
                  </a:cubicBezTo>
                  <a:close/>
                </a:path>
              </a:pathLst>
            </a:custGeom>
            <a:noFill/>
            <a:ln cap="flat" cmpd="sng" w="19050">
              <a:solidFill>
                <a:schemeClr val="dk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69"/>
            <p:cNvSpPr/>
            <p:nvPr/>
          </p:nvSpPr>
          <p:spPr>
            <a:xfrm>
              <a:off x="4882325" y="1966125"/>
              <a:ext cx="236350" cy="237125"/>
            </a:xfrm>
            <a:custGeom>
              <a:rect b="b" l="l" r="r" t="t"/>
              <a:pathLst>
                <a:path extrusionOk="0" fill="none" h="9485" w="9454">
                  <a:moveTo>
                    <a:pt x="9453" y="4742"/>
                  </a:moveTo>
                  <a:cubicBezTo>
                    <a:pt x="9453" y="7356"/>
                    <a:pt x="7356" y="9484"/>
                    <a:pt x="4742" y="9484"/>
                  </a:cubicBezTo>
                  <a:cubicBezTo>
                    <a:pt x="2128" y="9484"/>
                    <a:pt x="0" y="7356"/>
                    <a:pt x="0" y="4742"/>
                  </a:cubicBezTo>
                  <a:cubicBezTo>
                    <a:pt x="0" y="2128"/>
                    <a:pt x="2128" y="1"/>
                    <a:pt x="4742" y="1"/>
                  </a:cubicBezTo>
                  <a:cubicBezTo>
                    <a:pt x="7356" y="1"/>
                    <a:pt x="9453" y="2128"/>
                    <a:pt x="9453" y="4742"/>
                  </a:cubicBezTo>
                  <a:close/>
                </a:path>
              </a:pathLst>
            </a:custGeom>
            <a:noFill/>
            <a:ln cap="flat" cmpd="sng" w="19050">
              <a:solidFill>
                <a:schemeClr val="dk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69"/>
            <p:cNvSpPr/>
            <p:nvPr/>
          </p:nvSpPr>
          <p:spPr>
            <a:xfrm>
              <a:off x="4928675" y="2012475"/>
              <a:ext cx="143650" cy="144425"/>
            </a:xfrm>
            <a:custGeom>
              <a:rect b="b" l="l" r="r" t="t"/>
              <a:pathLst>
                <a:path extrusionOk="0" fill="none" h="5777" w="5746">
                  <a:moveTo>
                    <a:pt x="5745" y="2888"/>
                  </a:moveTo>
                  <a:cubicBezTo>
                    <a:pt x="5745" y="4499"/>
                    <a:pt x="4469" y="5776"/>
                    <a:pt x="2888" y="5776"/>
                  </a:cubicBezTo>
                  <a:cubicBezTo>
                    <a:pt x="1277" y="5776"/>
                    <a:pt x="1" y="4499"/>
                    <a:pt x="1" y="2888"/>
                  </a:cubicBezTo>
                  <a:cubicBezTo>
                    <a:pt x="1" y="1308"/>
                    <a:pt x="1277" y="1"/>
                    <a:pt x="2888" y="1"/>
                  </a:cubicBezTo>
                  <a:cubicBezTo>
                    <a:pt x="4469" y="1"/>
                    <a:pt x="5745" y="1308"/>
                    <a:pt x="5745" y="2888"/>
                  </a:cubicBezTo>
                  <a:close/>
                </a:path>
              </a:pathLst>
            </a:custGeom>
            <a:noFill/>
            <a:ln cap="flat" cmpd="sng" w="19050">
              <a:solidFill>
                <a:schemeClr val="dk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69"/>
            <p:cNvSpPr/>
            <p:nvPr/>
          </p:nvSpPr>
          <p:spPr>
            <a:xfrm>
              <a:off x="4968950" y="2053525"/>
              <a:ext cx="63100" cy="63100"/>
            </a:xfrm>
            <a:custGeom>
              <a:rect b="b" l="l" r="r" t="t"/>
              <a:pathLst>
                <a:path extrusionOk="0" fill="none" h="2524" w="2524">
                  <a:moveTo>
                    <a:pt x="2523" y="1246"/>
                  </a:moveTo>
                  <a:cubicBezTo>
                    <a:pt x="2523" y="1946"/>
                    <a:pt x="1946" y="2523"/>
                    <a:pt x="1277" y="2523"/>
                  </a:cubicBezTo>
                  <a:cubicBezTo>
                    <a:pt x="578" y="2523"/>
                    <a:pt x="1" y="1946"/>
                    <a:pt x="1" y="1246"/>
                  </a:cubicBezTo>
                  <a:cubicBezTo>
                    <a:pt x="1" y="578"/>
                    <a:pt x="578" y="0"/>
                    <a:pt x="1277" y="0"/>
                  </a:cubicBezTo>
                  <a:cubicBezTo>
                    <a:pt x="1946" y="0"/>
                    <a:pt x="2523" y="578"/>
                    <a:pt x="2523" y="1246"/>
                  </a:cubicBezTo>
                  <a:close/>
                </a:path>
              </a:pathLst>
            </a:custGeom>
            <a:noFill/>
            <a:ln cap="flat" cmpd="sng" w="19050">
              <a:solidFill>
                <a:schemeClr val="dk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06" name="Google Shape;8706;p69"/>
          <p:cNvSpPr/>
          <p:nvPr/>
        </p:nvSpPr>
        <p:spPr>
          <a:xfrm>
            <a:off x="7984125" y="1641369"/>
            <a:ext cx="416622" cy="379198"/>
          </a:xfrm>
          <a:custGeom>
            <a:rect b="b" l="l" r="r" t="t"/>
            <a:pathLst>
              <a:path extrusionOk="0" h="32231" w="35412">
                <a:moveTo>
                  <a:pt x="17702" y="0"/>
                </a:moveTo>
                <a:cubicBezTo>
                  <a:pt x="10394" y="0"/>
                  <a:pt x="3782" y="5013"/>
                  <a:pt x="2037" y="12437"/>
                </a:cubicBezTo>
                <a:cubicBezTo>
                  <a:pt x="0" y="21100"/>
                  <a:pt x="5350" y="29763"/>
                  <a:pt x="14013" y="31799"/>
                </a:cubicBezTo>
                <a:cubicBezTo>
                  <a:pt x="15252" y="32090"/>
                  <a:pt x="16491" y="32230"/>
                  <a:pt x="17711" y="32230"/>
                </a:cubicBezTo>
                <a:cubicBezTo>
                  <a:pt x="25018" y="32230"/>
                  <a:pt x="31630" y="27221"/>
                  <a:pt x="33375" y="19823"/>
                </a:cubicBezTo>
                <a:cubicBezTo>
                  <a:pt x="35411" y="11161"/>
                  <a:pt x="30062" y="2467"/>
                  <a:pt x="21399" y="431"/>
                </a:cubicBezTo>
                <a:cubicBezTo>
                  <a:pt x="20160" y="140"/>
                  <a:pt x="18921" y="0"/>
                  <a:pt x="17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69"/>
          <p:cNvSpPr/>
          <p:nvPr/>
        </p:nvSpPr>
        <p:spPr>
          <a:xfrm rot="-5400000">
            <a:off x="7002744" y="1049998"/>
            <a:ext cx="303975" cy="152025"/>
          </a:xfrm>
          <a:custGeom>
            <a:rect b="b" l="l" r="r" t="t"/>
            <a:pathLst>
              <a:path extrusionOk="0" fill="none" h="6081" w="12159">
                <a:moveTo>
                  <a:pt x="0" y="6080"/>
                </a:moveTo>
                <a:cubicBezTo>
                  <a:pt x="0" y="2737"/>
                  <a:pt x="2736" y="1"/>
                  <a:pt x="6079" y="1"/>
                </a:cubicBezTo>
                <a:cubicBezTo>
                  <a:pt x="9453" y="1"/>
                  <a:pt x="12158" y="2737"/>
                  <a:pt x="12158" y="6080"/>
                </a:cubicBezTo>
              </a:path>
            </a:pathLst>
          </a:custGeom>
          <a:noFill/>
          <a:ln cap="flat" cmpd="sng" w="57000">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11" name="Shape 8711"/>
        <p:cNvGrpSpPr/>
        <p:nvPr/>
      </p:nvGrpSpPr>
      <p:grpSpPr>
        <a:xfrm>
          <a:off x="0" y="0"/>
          <a:ext cx="0" cy="0"/>
          <a:chOff x="0" y="0"/>
          <a:chExt cx="0" cy="0"/>
        </a:xfrm>
      </p:grpSpPr>
      <p:sp>
        <p:nvSpPr>
          <p:cNvPr id="8712" name="Google Shape;8712;p70"/>
          <p:cNvSpPr txBox="1"/>
          <p:nvPr>
            <p:ph idx="1" type="subTitle"/>
          </p:nvPr>
        </p:nvSpPr>
        <p:spPr>
          <a:xfrm>
            <a:off x="720000" y="1041625"/>
            <a:ext cx="7264200" cy="35670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2500">
                <a:latin typeface="Big Shoulders Text"/>
                <a:ea typeface="Big Shoulders Text"/>
                <a:cs typeface="Big Shoulders Text"/>
                <a:sym typeface="Big Shoulders Text"/>
              </a:rPr>
              <a:t>Photos</a:t>
            </a:r>
            <a:endParaRPr sz="2500">
              <a:latin typeface="Big Shoulders Text"/>
              <a:ea typeface="Big Shoulders Text"/>
              <a:cs typeface="Big Shoulders Text"/>
              <a:sym typeface="Big Shoulders Text"/>
            </a:endParaRPr>
          </a:p>
          <a:p>
            <a:pPr indent="-317500" lvl="0" marL="457200" marR="50800" rtl="0" algn="l">
              <a:lnSpc>
                <a:spcPct val="100000"/>
              </a:lnSpc>
              <a:spcBef>
                <a:spcPts val="0"/>
              </a:spcBef>
              <a:spcAft>
                <a:spcPts val="0"/>
              </a:spcAft>
              <a:buSzPts val="1400"/>
              <a:buChar char="●"/>
            </a:pPr>
            <a:r>
              <a:rPr lang="en" sz="1200">
                <a:latin typeface="Verdana"/>
                <a:ea typeface="Verdana"/>
                <a:cs typeface="Verdana"/>
                <a:sym typeface="Verdana"/>
              </a:rPr>
              <a:t>C</a:t>
            </a:r>
            <a:r>
              <a:rPr lang="en" sz="1200">
                <a:uFill>
                  <a:noFill/>
                </a:uFill>
                <a:latin typeface="Verdana"/>
                <a:ea typeface="Verdana"/>
                <a:cs typeface="Verdana"/>
                <a:sym typeface="Verdana"/>
                <a:hlinkClick r:id="rId3"/>
              </a:rPr>
              <a:t>ovid recovery center female doctor giving elder patient pills from bottle in hand</a:t>
            </a:r>
            <a:endParaRPr sz="1200">
              <a:latin typeface="Verdana"/>
              <a:ea typeface="Verdana"/>
              <a:cs typeface="Verdana"/>
              <a:sym typeface="Verdana"/>
            </a:endParaRPr>
          </a:p>
          <a:p>
            <a:pPr indent="-317500" lvl="0" marL="457200" marR="50800" rtl="0" algn="l">
              <a:lnSpc>
                <a:spcPct val="100000"/>
              </a:lnSpc>
              <a:spcBef>
                <a:spcPts val="0"/>
              </a:spcBef>
              <a:spcAft>
                <a:spcPts val="0"/>
              </a:spcAft>
              <a:buSzPts val="1400"/>
              <a:buChar char="●"/>
            </a:pPr>
            <a:r>
              <a:rPr lang="en" sz="1200">
                <a:latin typeface="Verdana"/>
                <a:ea typeface="Verdana"/>
                <a:cs typeface="Verdana"/>
                <a:sym typeface="Verdana"/>
              </a:rPr>
              <a:t>S</a:t>
            </a:r>
            <a:r>
              <a:rPr lang="en" sz="1200">
                <a:uFill>
                  <a:noFill/>
                </a:uFill>
                <a:latin typeface="Verdana"/>
                <a:ea typeface="Verdana"/>
                <a:cs typeface="Verdana"/>
                <a:sym typeface="Verdana"/>
                <a:hlinkClick r:id="rId4"/>
              </a:rPr>
              <a:t>enior woman talking with her doctor</a:t>
            </a:r>
            <a:endParaRPr sz="1200">
              <a:latin typeface="Verdana"/>
              <a:ea typeface="Verdana"/>
              <a:cs typeface="Verdana"/>
              <a:sym typeface="Verdana"/>
            </a:endParaRPr>
          </a:p>
          <a:p>
            <a:pPr indent="-317500" lvl="0" marL="457200" marR="50800" rtl="0" algn="l">
              <a:lnSpc>
                <a:spcPct val="100000"/>
              </a:lnSpc>
              <a:spcBef>
                <a:spcPts val="0"/>
              </a:spcBef>
              <a:spcAft>
                <a:spcPts val="0"/>
              </a:spcAft>
              <a:buSzPts val="1400"/>
              <a:buChar char="●"/>
            </a:pPr>
            <a:r>
              <a:rPr lang="en" sz="1200">
                <a:latin typeface="Verdana"/>
                <a:ea typeface="Verdana"/>
                <a:cs typeface="Verdana"/>
                <a:sym typeface="Verdana"/>
              </a:rPr>
              <a:t>C</a:t>
            </a:r>
            <a:r>
              <a:rPr lang="en" sz="1200">
                <a:uFill>
                  <a:noFill/>
                </a:uFill>
                <a:latin typeface="Verdana"/>
                <a:ea typeface="Verdana"/>
                <a:cs typeface="Verdana"/>
                <a:sym typeface="Verdana"/>
                <a:hlinkClick r:id="rId5"/>
              </a:rPr>
              <a:t>ovid recovery center female doctor holding older patient's hands</a:t>
            </a:r>
            <a:endParaRPr sz="1200">
              <a:latin typeface="Verdana"/>
              <a:ea typeface="Verdana"/>
              <a:cs typeface="Verdana"/>
              <a:sym typeface="Verdana"/>
            </a:endParaRPr>
          </a:p>
          <a:p>
            <a:pPr indent="-317500" lvl="0" marL="457200" marR="50800" rtl="0" algn="l">
              <a:lnSpc>
                <a:spcPct val="100000"/>
              </a:lnSpc>
              <a:spcBef>
                <a:spcPts val="0"/>
              </a:spcBef>
              <a:spcAft>
                <a:spcPts val="0"/>
              </a:spcAft>
              <a:buSzPts val="1400"/>
              <a:buChar char="●"/>
            </a:pPr>
            <a:r>
              <a:rPr lang="en" sz="1200">
                <a:latin typeface="Verdana"/>
                <a:ea typeface="Verdana"/>
                <a:cs typeface="Verdana"/>
                <a:sym typeface="Verdana"/>
              </a:rPr>
              <a:t>F</a:t>
            </a:r>
            <a:r>
              <a:rPr lang="en" sz="1200">
                <a:uFill>
                  <a:noFill/>
                </a:uFill>
                <a:latin typeface="Verdana"/>
                <a:ea typeface="Verdana"/>
                <a:cs typeface="Verdana"/>
                <a:sym typeface="Verdana"/>
                <a:hlinkClick r:id="rId6"/>
              </a:rPr>
              <a:t>ront view of smiley covid recovery center female doctor</a:t>
            </a:r>
            <a:endParaRPr sz="1200">
              <a:latin typeface="Verdana"/>
              <a:ea typeface="Verdana"/>
              <a:cs typeface="Verdana"/>
              <a:sym typeface="Verdana"/>
            </a:endParaRPr>
          </a:p>
          <a:p>
            <a:pPr indent="-317500" lvl="0" marL="457200" marR="50800" rtl="0" algn="l">
              <a:lnSpc>
                <a:spcPct val="100000"/>
              </a:lnSpc>
              <a:spcBef>
                <a:spcPts val="0"/>
              </a:spcBef>
              <a:spcAft>
                <a:spcPts val="0"/>
              </a:spcAft>
              <a:buSzPts val="1400"/>
              <a:buChar char="●"/>
            </a:pPr>
            <a:r>
              <a:rPr lang="en" sz="1200">
                <a:latin typeface="Verdana"/>
                <a:ea typeface="Verdana"/>
                <a:cs typeface="Verdana"/>
                <a:sym typeface="Verdana"/>
              </a:rPr>
              <a:t>F</a:t>
            </a:r>
            <a:r>
              <a:rPr lang="en" sz="1200">
                <a:uFill>
                  <a:noFill/>
                </a:uFill>
                <a:latin typeface="Verdana"/>
                <a:ea typeface="Verdana"/>
                <a:cs typeface="Verdana"/>
                <a:sym typeface="Verdana"/>
                <a:hlinkClick r:id="rId7"/>
              </a:rPr>
              <a:t>emale doctor at hospital with stethoscope</a:t>
            </a:r>
            <a:endParaRPr sz="1200">
              <a:latin typeface="Verdana"/>
              <a:ea typeface="Verdana"/>
              <a:cs typeface="Verdana"/>
              <a:sym typeface="Verdana"/>
            </a:endParaRPr>
          </a:p>
          <a:p>
            <a:pPr indent="-317500" lvl="0" marL="457200" marR="50800" rtl="0" algn="l">
              <a:lnSpc>
                <a:spcPct val="100000"/>
              </a:lnSpc>
              <a:spcBef>
                <a:spcPts val="0"/>
              </a:spcBef>
              <a:spcAft>
                <a:spcPts val="0"/>
              </a:spcAft>
              <a:buSzPts val="1400"/>
              <a:buChar char="●"/>
            </a:pPr>
            <a:r>
              <a:rPr lang="en" sz="1200">
                <a:latin typeface="Verdana"/>
                <a:ea typeface="Verdana"/>
                <a:cs typeface="Verdana"/>
                <a:sym typeface="Verdana"/>
              </a:rPr>
              <a:t>W</a:t>
            </a:r>
            <a:r>
              <a:rPr lang="en" sz="1200">
                <a:uFill>
                  <a:noFill/>
                </a:uFill>
                <a:latin typeface="Verdana"/>
                <a:ea typeface="Verdana"/>
                <a:cs typeface="Verdana"/>
                <a:sym typeface="Verdana"/>
                <a:hlinkClick r:id="rId8"/>
              </a:rPr>
              <a:t>orried woman having stomachache</a:t>
            </a:r>
            <a:endParaRPr sz="2400">
              <a:latin typeface="Big Shoulders Text"/>
              <a:ea typeface="Big Shoulders Text"/>
              <a:cs typeface="Big Shoulders Text"/>
              <a:sym typeface="Big Shoulders Text"/>
            </a:endParaRPr>
          </a:p>
          <a:p>
            <a:pPr indent="0" lvl="0" marL="0" rtl="0" algn="l">
              <a:lnSpc>
                <a:spcPct val="100000"/>
              </a:lnSpc>
              <a:spcBef>
                <a:spcPts val="1000"/>
              </a:spcBef>
              <a:spcAft>
                <a:spcPts val="0"/>
              </a:spcAft>
              <a:buNone/>
            </a:pPr>
            <a:r>
              <a:rPr lang="en" sz="2500">
                <a:latin typeface="Big Shoulders Text"/>
                <a:ea typeface="Big Shoulders Text"/>
                <a:cs typeface="Big Shoulders Text"/>
                <a:sym typeface="Big Shoulders Text"/>
              </a:rPr>
              <a:t>Vectors</a:t>
            </a:r>
            <a:endParaRPr sz="2500">
              <a:latin typeface="Big Shoulders Text"/>
              <a:ea typeface="Big Shoulders Text"/>
              <a:cs typeface="Big Shoulders Text"/>
              <a:sym typeface="Big Shoulders Text"/>
            </a:endParaRPr>
          </a:p>
          <a:p>
            <a:pPr indent="-317500" lvl="0" marL="457200" marR="50800" rtl="0" algn="l">
              <a:lnSpc>
                <a:spcPct val="100000"/>
              </a:lnSpc>
              <a:spcBef>
                <a:spcPts val="0"/>
              </a:spcBef>
              <a:spcAft>
                <a:spcPts val="0"/>
              </a:spcAft>
              <a:buSzPts val="1400"/>
              <a:buChar char="●"/>
            </a:pPr>
            <a:r>
              <a:rPr lang="en" sz="1200">
                <a:latin typeface="Verdana"/>
                <a:ea typeface="Verdana"/>
                <a:cs typeface="Verdana"/>
                <a:sym typeface="Verdana"/>
              </a:rPr>
              <a:t>F</a:t>
            </a:r>
            <a:r>
              <a:rPr lang="en" sz="1200">
                <a:uFill>
                  <a:noFill/>
                </a:uFill>
                <a:latin typeface="Verdana"/>
                <a:ea typeface="Verdana"/>
                <a:cs typeface="Verdana"/>
                <a:sym typeface="Verdana"/>
                <a:hlinkClick r:id="rId9"/>
              </a:rPr>
              <a:t>lat abstract wireframe background</a:t>
            </a:r>
            <a:endParaRPr/>
          </a:p>
        </p:txBody>
      </p:sp>
      <p:sp>
        <p:nvSpPr>
          <p:cNvPr id="8713" name="Google Shape;8713;p70"/>
          <p:cNvSpPr txBox="1"/>
          <p:nvPr>
            <p:ph type="title"/>
          </p:nvPr>
        </p:nvSpPr>
        <p:spPr>
          <a:xfrm>
            <a:off x="2156375" y="445025"/>
            <a:ext cx="48312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Resources</a:t>
            </a:r>
            <a:endParaRPr/>
          </a:p>
        </p:txBody>
      </p:sp>
      <p:grpSp>
        <p:nvGrpSpPr>
          <p:cNvPr id="8714" name="Google Shape;8714;p70"/>
          <p:cNvGrpSpPr/>
          <p:nvPr/>
        </p:nvGrpSpPr>
        <p:grpSpPr>
          <a:xfrm rot="10800000">
            <a:off x="7600600" y="404225"/>
            <a:ext cx="828300" cy="654275"/>
            <a:chOff x="2024375" y="213075"/>
            <a:chExt cx="828300" cy="654275"/>
          </a:xfrm>
        </p:grpSpPr>
        <p:sp>
          <p:nvSpPr>
            <p:cNvPr id="8715" name="Google Shape;8715;p70"/>
            <p:cNvSpPr/>
            <p:nvPr/>
          </p:nvSpPr>
          <p:spPr>
            <a:xfrm>
              <a:off x="2024375" y="213075"/>
              <a:ext cx="828300" cy="654275"/>
            </a:xfrm>
            <a:custGeom>
              <a:rect b="b" l="l" r="r" t="t"/>
              <a:pathLst>
                <a:path extrusionOk="0" fill="none" h="26171" w="33132">
                  <a:moveTo>
                    <a:pt x="27417" y="0"/>
                  </a:moveTo>
                  <a:cubicBezTo>
                    <a:pt x="31824" y="4377"/>
                    <a:pt x="33131" y="10973"/>
                    <a:pt x="30761" y="16718"/>
                  </a:cubicBezTo>
                  <a:cubicBezTo>
                    <a:pt x="28390" y="22432"/>
                    <a:pt x="22767" y="26171"/>
                    <a:pt x="16566" y="26171"/>
                  </a:cubicBezTo>
                  <a:cubicBezTo>
                    <a:pt x="10365" y="26171"/>
                    <a:pt x="4772" y="22432"/>
                    <a:pt x="2401" y="16718"/>
                  </a:cubicBezTo>
                  <a:cubicBezTo>
                    <a:pt x="0" y="10973"/>
                    <a:pt x="1338" y="4377"/>
                    <a:pt x="5715" y="0"/>
                  </a:cubicBezTo>
                </a:path>
              </a:pathLst>
            </a:custGeom>
            <a:noFill/>
            <a:ln cap="flat" cmpd="sng" w="66875">
              <a:solidFill>
                <a:srgbClr val="E4BEB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70"/>
            <p:cNvSpPr/>
            <p:nvPr/>
          </p:nvSpPr>
          <p:spPr>
            <a:xfrm>
              <a:off x="2194575" y="241175"/>
              <a:ext cx="488650" cy="488650"/>
            </a:xfrm>
            <a:custGeom>
              <a:rect b="b" l="l" r="r" t="t"/>
              <a:pathLst>
                <a:path extrusionOk="0" fill="none" h="19546" w="19546">
                  <a:moveTo>
                    <a:pt x="19545" y="9758"/>
                  </a:moveTo>
                  <a:cubicBezTo>
                    <a:pt x="19545" y="15168"/>
                    <a:pt x="15168" y="19545"/>
                    <a:pt x="9758" y="19545"/>
                  </a:cubicBezTo>
                  <a:cubicBezTo>
                    <a:pt x="4378" y="19545"/>
                    <a:pt x="1" y="15168"/>
                    <a:pt x="1" y="9758"/>
                  </a:cubicBezTo>
                  <a:cubicBezTo>
                    <a:pt x="1" y="4378"/>
                    <a:pt x="4378" y="1"/>
                    <a:pt x="9758" y="1"/>
                  </a:cubicBezTo>
                  <a:cubicBezTo>
                    <a:pt x="15168" y="1"/>
                    <a:pt x="19545" y="4378"/>
                    <a:pt x="19545" y="9758"/>
                  </a:cubicBezTo>
                  <a:close/>
                </a:path>
              </a:pathLst>
            </a:custGeom>
            <a:solidFill>
              <a:schemeClr val="lt2"/>
            </a:solidFill>
            <a:ln cap="flat" cmpd="sng" w="3810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7" name="Google Shape;8717;p70"/>
          <p:cNvGrpSpPr/>
          <p:nvPr/>
        </p:nvGrpSpPr>
        <p:grpSpPr>
          <a:xfrm>
            <a:off x="5958275" y="4212785"/>
            <a:ext cx="312819" cy="303975"/>
            <a:chOff x="5500600" y="4525473"/>
            <a:chExt cx="312819" cy="303975"/>
          </a:xfrm>
        </p:grpSpPr>
        <p:sp>
          <p:nvSpPr>
            <p:cNvPr id="8718" name="Google Shape;8718;p70"/>
            <p:cNvSpPr/>
            <p:nvPr/>
          </p:nvSpPr>
          <p:spPr>
            <a:xfrm flipH="1" rot="5400000">
              <a:off x="5585419" y="4601448"/>
              <a:ext cx="303975" cy="152025"/>
            </a:xfrm>
            <a:custGeom>
              <a:rect b="b" l="l" r="r" t="t"/>
              <a:pathLst>
                <a:path extrusionOk="0" fill="none" h="6081" w="12159">
                  <a:moveTo>
                    <a:pt x="0" y="6080"/>
                  </a:moveTo>
                  <a:cubicBezTo>
                    <a:pt x="0" y="2737"/>
                    <a:pt x="2736" y="1"/>
                    <a:pt x="6079" y="1"/>
                  </a:cubicBezTo>
                  <a:cubicBezTo>
                    <a:pt x="9453" y="1"/>
                    <a:pt x="12158" y="2737"/>
                    <a:pt x="12158" y="6080"/>
                  </a:cubicBezTo>
                </a:path>
              </a:pathLst>
            </a:custGeom>
            <a:noFill/>
            <a:ln cap="flat" cmpd="sng" w="57000">
              <a:solidFill>
                <a:srgbClr val="24344D"/>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70"/>
            <p:cNvSpPr/>
            <p:nvPr/>
          </p:nvSpPr>
          <p:spPr>
            <a:xfrm>
              <a:off x="5500600" y="4582088"/>
              <a:ext cx="191525" cy="190750"/>
            </a:xfrm>
            <a:custGeom>
              <a:rect b="b" l="l" r="r" t="t"/>
              <a:pathLst>
                <a:path extrusionOk="0" h="7630" w="7661">
                  <a:moveTo>
                    <a:pt x="3071" y="0"/>
                  </a:moveTo>
                  <a:lnTo>
                    <a:pt x="3071" y="3040"/>
                  </a:lnTo>
                  <a:lnTo>
                    <a:pt x="1" y="3040"/>
                  </a:lnTo>
                  <a:lnTo>
                    <a:pt x="1" y="4559"/>
                  </a:lnTo>
                  <a:lnTo>
                    <a:pt x="3071" y="4559"/>
                  </a:lnTo>
                  <a:lnTo>
                    <a:pt x="3071" y="7629"/>
                  </a:lnTo>
                  <a:lnTo>
                    <a:pt x="4591" y="7629"/>
                  </a:lnTo>
                  <a:lnTo>
                    <a:pt x="4591" y="4559"/>
                  </a:lnTo>
                  <a:lnTo>
                    <a:pt x="7661" y="4559"/>
                  </a:lnTo>
                  <a:lnTo>
                    <a:pt x="7661" y="3040"/>
                  </a:lnTo>
                  <a:lnTo>
                    <a:pt x="4591" y="3040"/>
                  </a:lnTo>
                  <a:lnTo>
                    <a:pt x="459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20" name="Google Shape;8720;p70"/>
          <p:cNvSpPr/>
          <p:nvPr/>
        </p:nvSpPr>
        <p:spPr>
          <a:xfrm>
            <a:off x="4547424" y="3768846"/>
            <a:ext cx="731966" cy="666215"/>
          </a:xfrm>
          <a:custGeom>
            <a:rect b="b" l="l" r="r" t="t"/>
            <a:pathLst>
              <a:path extrusionOk="0" h="32231" w="35412">
                <a:moveTo>
                  <a:pt x="17702" y="0"/>
                </a:moveTo>
                <a:cubicBezTo>
                  <a:pt x="10394" y="0"/>
                  <a:pt x="3782" y="5013"/>
                  <a:pt x="2037" y="12437"/>
                </a:cubicBezTo>
                <a:cubicBezTo>
                  <a:pt x="0" y="21100"/>
                  <a:pt x="5350" y="29763"/>
                  <a:pt x="14013" y="31799"/>
                </a:cubicBezTo>
                <a:cubicBezTo>
                  <a:pt x="15252" y="32090"/>
                  <a:pt x="16491" y="32230"/>
                  <a:pt x="17711" y="32230"/>
                </a:cubicBezTo>
                <a:cubicBezTo>
                  <a:pt x="25018" y="32230"/>
                  <a:pt x="31630" y="27221"/>
                  <a:pt x="33375" y="19823"/>
                </a:cubicBezTo>
                <a:cubicBezTo>
                  <a:pt x="35411" y="11161"/>
                  <a:pt x="30062" y="2467"/>
                  <a:pt x="21399" y="431"/>
                </a:cubicBezTo>
                <a:cubicBezTo>
                  <a:pt x="20160" y="140"/>
                  <a:pt x="18921" y="0"/>
                  <a:pt x="17702" y="0"/>
                </a:cubicBezTo>
                <a:close/>
              </a:path>
            </a:pathLst>
          </a:custGeom>
          <a:solidFill>
            <a:srgbClr val="E4BE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21" name="Google Shape;8721;p70"/>
          <p:cNvGrpSpPr/>
          <p:nvPr/>
        </p:nvGrpSpPr>
        <p:grpSpPr>
          <a:xfrm>
            <a:off x="4467086" y="3690584"/>
            <a:ext cx="353056" cy="353817"/>
            <a:chOff x="4811650" y="1895450"/>
            <a:chExt cx="378450" cy="379225"/>
          </a:xfrm>
        </p:grpSpPr>
        <p:sp>
          <p:nvSpPr>
            <p:cNvPr id="8722" name="Google Shape;8722;p70"/>
            <p:cNvSpPr/>
            <p:nvPr/>
          </p:nvSpPr>
          <p:spPr>
            <a:xfrm>
              <a:off x="4811650" y="1895450"/>
              <a:ext cx="378450" cy="379225"/>
            </a:xfrm>
            <a:custGeom>
              <a:rect b="b" l="l" r="r" t="t"/>
              <a:pathLst>
                <a:path extrusionOk="0" fill="none" h="15169" w="15138">
                  <a:moveTo>
                    <a:pt x="9119" y="882"/>
                  </a:moveTo>
                  <a:cubicBezTo>
                    <a:pt x="12828" y="1733"/>
                    <a:pt x="15138" y="5442"/>
                    <a:pt x="14256" y="9150"/>
                  </a:cubicBezTo>
                  <a:cubicBezTo>
                    <a:pt x="13405" y="12858"/>
                    <a:pt x="9697" y="15168"/>
                    <a:pt x="5989" y="14287"/>
                  </a:cubicBezTo>
                  <a:cubicBezTo>
                    <a:pt x="2280" y="13436"/>
                    <a:pt x="1" y="9728"/>
                    <a:pt x="852" y="6019"/>
                  </a:cubicBezTo>
                  <a:cubicBezTo>
                    <a:pt x="1733" y="2311"/>
                    <a:pt x="5441" y="1"/>
                    <a:pt x="9119" y="882"/>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70"/>
            <p:cNvSpPr/>
            <p:nvPr/>
          </p:nvSpPr>
          <p:spPr>
            <a:xfrm>
              <a:off x="4882325" y="1966125"/>
              <a:ext cx="236350" cy="237125"/>
            </a:xfrm>
            <a:custGeom>
              <a:rect b="b" l="l" r="r" t="t"/>
              <a:pathLst>
                <a:path extrusionOk="0" fill="none" h="9485" w="9454">
                  <a:moveTo>
                    <a:pt x="9453" y="4742"/>
                  </a:moveTo>
                  <a:cubicBezTo>
                    <a:pt x="9453" y="7356"/>
                    <a:pt x="7356" y="9484"/>
                    <a:pt x="4742" y="9484"/>
                  </a:cubicBezTo>
                  <a:cubicBezTo>
                    <a:pt x="2128" y="9484"/>
                    <a:pt x="0" y="7356"/>
                    <a:pt x="0" y="4742"/>
                  </a:cubicBezTo>
                  <a:cubicBezTo>
                    <a:pt x="0" y="2128"/>
                    <a:pt x="2128" y="1"/>
                    <a:pt x="4742" y="1"/>
                  </a:cubicBezTo>
                  <a:cubicBezTo>
                    <a:pt x="7356" y="1"/>
                    <a:pt x="9453" y="2128"/>
                    <a:pt x="9453" y="4742"/>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70"/>
            <p:cNvSpPr/>
            <p:nvPr/>
          </p:nvSpPr>
          <p:spPr>
            <a:xfrm>
              <a:off x="4928675" y="2012475"/>
              <a:ext cx="143650" cy="144425"/>
            </a:xfrm>
            <a:custGeom>
              <a:rect b="b" l="l" r="r" t="t"/>
              <a:pathLst>
                <a:path extrusionOk="0" fill="none" h="5777" w="5746">
                  <a:moveTo>
                    <a:pt x="5745" y="2888"/>
                  </a:moveTo>
                  <a:cubicBezTo>
                    <a:pt x="5745" y="4499"/>
                    <a:pt x="4469" y="5776"/>
                    <a:pt x="2888" y="5776"/>
                  </a:cubicBezTo>
                  <a:cubicBezTo>
                    <a:pt x="1277" y="5776"/>
                    <a:pt x="1" y="4499"/>
                    <a:pt x="1" y="2888"/>
                  </a:cubicBezTo>
                  <a:cubicBezTo>
                    <a:pt x="1" y="1308"/>
                    <a:pt x="1277" y="1"/>
                    <a:pt x="2888" y="1"/>
                  </a:cubicBezTo>
                  <a:cubicBezTo>
                    <a:pt x="4469" y="1"/>
                    <a:pt x="5745" y="1308"/>
                    <a:pt x="5745" y="2888"/>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70"/>
            <p:cNvSpPr/>
            <p:nvPr/>
          </p:nvSpPr>
          <p:spPr>
            <a:xfrm>
              <a:off x="4968950" y="2053525"/>
              <a:ext cx="63100" cy="63100"/>
            </a:xfrm>
            <a:custGeom>
              <a:rect b="b" l="l" r="r" t="t"/>
              <a:pathLst>
                <a:path extrusionOk="0" fill="none" h="2524" w="2524">
                  <a:moveTo>
                    <a:pt x="2523" y="1246"/>
                  </a:moveTo>
                  <a:cubicBezTo>
                    <a:pt x="2523" y="1946"/>
                    <a:pt x="1946" y="2523"/>
                    <a:pt x="1277" y="2523"/>
                  </a:cubicBezTo>
                  <a:cubicBezTo>
                    <a:pt x="578" y="2523"/>
                    <a:pt x="1" y="1946"/>
                    <a:pt x="1" y="1246"/>
                  </a:cubicBezTo>
                  <a:cubicBezTo>
                    <a:pt x="1" y="578"/>
                    <a:pt x="578" y="0"/>
                    <a:pt x="1277" y="0"/>
                  </a:cubicBezTo>
                  <a:cubicBezTo>
                    <a:pt x="1946" y="0"/>
                    <a:pt x="2523" y="578"/>
                    <a:pt x="2523" y="1246"/>
                  </a:cubicBezTo>
                  <a:close/>
                </a:path>
              </a:pathLst>
            </a:custGeom>
            <a:noFill/>
            <a:ln cap="flat" cmpd="sng" w="1905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6" name="Google Shape;8726;p70"/>
          <p:cNvGrpSpPr/>
          <p:nvPr/>
        </p:nvGrpSpPr>
        <p:grpSpPr>
          <a:xfrm>
            <a:off x="7358927" y="3673315"/>
            <a:ext cx="812240" cy="779010"/>
            <a:chOff x="76650" y="3861300"/>
            <a:chExt cx="1531950" cy="1469275"/>
          </a:xfrm>
        </p:grpSpPr>
        <p:sp>
          <p:nvSpPr>
            <p:cNvPr id="8727" name="Google Shape;8727;p70"/>
            <p:cNvSpPr/>
            <p:nvPr/>
          </p:nvSpPr>
          <p:spPr>
            <a:xfrm>
              <a:off x="76650" y="3861300"/>
              <a:ext cx="1513725" cy="1379225"/>
            </a:xfrm>
            <a:custGeom>
              <a:rect b="b" l="l" r="r" t="t"/>
              <a:pathLst>
                <a:path extrusionOk="0" h="55169" w="60549">
                  <a:moveTo>
                    <a:pt x="30289" y="0"/>
                  </a:moveTo>
                  <a:cubicBezTo>
                    <a:pt x="23230" y="0"/>
                    <a:pt x="16171" y="2690"/>
                    <a:pt x="10791" y="8070"/>
                  </a:cubicBezTo>
                  <a:cubicBezTo>
                    <a:pt x="0" y="18861"/>
                    <a:pt x="0" y="36308"/>
                    <a:pt x="10791" y="47098"/>
                  </a:cubicBezTo>
                  <a:cubicBezTo>
                    <a:pt x="16171" y="52478"/>
                    <a:pt x="23230" y="55168"/>
                    <a:pt x="30289" y="55168"/>
                  </a:cubicBezTo>
                  <a:cubicBezTo>
                    <a:pt x="37349" y="55168"/>
                    <a:pt x="44408" y="52478"/>
                    <a:pt x="49788" y="47098"/>
                  </a:cubicBezTo>
                  <a:cubicBezTo>
                    <a:pt x="60548" y="36308"/>
                    <a:pt x="60548" y="18861"/>
                    <a:pt x="49788" y="8070"/>
                  </a:cubicBezTo>
                  <a:cubicBezTo>
                    <a:pt x="44408" y="2690"/>
                    <a:pt x="37349" y="0"/>
                    <a:pt x="30289" y="0"/>
                  </a:cubicBezTo>
                  <a:close/>
                </a:path>
              </a:pathLst>
            </a:custGeom>
            <a:solidFill>
              <a:srgbClr val="96A8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70"/>
            <p:cNvSpPr/>
            <p:nvPr/>
          </p:nvSpPr>
          <p:spPr>
            <a:xfrm>
              <a:off x="919350" y="4640575"/>
              <a:ext cx="689250" cy="690000"/>
            </a:xfrm>
            <a:custGeom>
              <a:rect b="b" l="l" r="r" t="t"/>
              <a:pathLst>
                <a:path extrusionOk="0" fill="none" h="27600" w="27570">
                  <a:moveTo>
                    <a:pt x="27570" y="0"/>
                  </a:moveTo>
                  <a:cubicBezTo>
                    <a:pt x="27570" y="15228"/>
                    <a:pt x="15229" y="27599"/>
                    <a:pt x="1" y="27599"/>
                  </a:cubicBezTo>
                </a:path>
              </a:pathLst>
            </a:custGeom>
            <a:noFill/>
            <a:ln cap="flat" cmpd="sng" w="66875">
              <a:solidFill>
                <a:srgbClr val="E4BEB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9" name="Google Shape;8729;p70"/>
          <p:cNvGrpSpPr/>
          <p:nvPr/>
        </p:nvGrpSpPr>
        <p:grpSpPr>
          <a:xfrm>
            <a:off x="7692088" y="2754975"/>
            <a:ext cx="378450" cy="379225"/>
            <a:chOff x="4811650" y="1895450"/>
            <a:chExt cx="378450" cy="379225"/>
          </a:xfrm>
        </p:grpSpPr>
        <p:sp>
          <p:nvSpPr>
            <p:cNvPr id="8730" name="Google Shape;8730;p70"/>
            <p:cNvSpPr/>
            <p:nvPr/>
          </p:nvSpPr>
          <p:spPr>
            <a:xfrm>
              <a:off x="4811650" y="1895450"/>
              <a:ext cx="378450" cy="379225"/>
            </a:xfrm>
            <a:custGeom>
              <a:rect b="b" l="l" r="r" t="t"/>
              <a:pathLst>
                <a:path extrusionOk="0" fill="none" h="15169" w="15138">
                  <a:moveTo>
                    <a:pt x="9119" y="882"/>
                  </a:moveTo>
                  <a:cubicBezTo>
                    <a:pt x="12828" y="1733"/>
                    <a:pt x="15138" y="5442"/>
                    <a:pt x="14256" y="9150"/>
                  </a:cubicBezTo>
                  <a:cubicBezTo>
                    <a:pt x="13405" y="12858"/>
                    <a:pt x="9697" y="15168"/>
                    <a:pt x="5989" y="14287"/>
                  </a:cubicBezTo>
                  <a:cubicBezTo>
                    <a:pt x="2280" y="13436"/>
                    <a:pt x="1" y="9728"/>
                    <a:pt x="852" y="6019"/>
                  </a:cubicBezTo>
                  <a:cubicBezTo>
                    <a:pt x="1733" y="2311"/>
                    <a:pt x="5441" y="1"/>
                    <a:pt x="9119" y="882"/>
                  </a:cubicBezTo>
                  <a:close/>
                </a:path>
              </a:pathLst>
            </a:custGeom>
            <a:noFill/>
            <a:ln cap="flat" cmpd="sng" w="19050">
              <a:solidFill>
                <a:schemeClr val="dk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70"/>
            <p:cNvSpPr/>
            <p:nvPr/>
          </p:nvSpPr>
          <p:spPr>
            <a:xfrm>
              <a:off x="4882325" y="1966125"/>
              <a:ext cx="236350" cy="237125"/>
            </a:xfrm>
            <a:custGeom>
              <a:rect b="b" l="l" r="r" t="t"/>
              <a:pathLst>
                <a:path extrusionOk="0" fill="none" h="9485" w="9454">
                  <a:moveTo>
                    <a:pt x="9453" y="4742"/>
                  </a:moveTo>
                  <a:cubicBezTo>
                    <a:pt x="9453" y="7356"/>
                    <a:pt x="7356" y="9484"/>
                    <a:pt x="4742" y="9484"/>
                  </a:cubicBezTo>
                  <a:cubicBezTo>
                    <a:pt x="2128" y="9484"/>
                    <a:pt x="0" y="7356"/>
                    <a:pt x="0" y="4742"/>
                  </a:cubicBezTo>
                  <a:cubicBezTo>
                    <a:pt x="0" y="2128"/>
                    <a:pt x="2128" y="1"/>
                    <a:pt x="4742" y="1"/>
                  </a:cubicBezTo>
                  <a:cubicBezTo>
                    <a:pt x="7356" y="1"/>
                    <a:pt x="9453" y="2128"/>
                    <a:pt x="9453" y="4742"/>
                  </a:cubicBezTo>
                  <a:close/>
                </a:path>
              </a:pathLst>
            </a:custGeom>
            <a:noFill/>
            <a:ln cap="flat" cmpd="sng" w="19050">
              <a:solidFill>
                <a:schemeClr val="dk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70"/>
            <p:cNvSpPr/>
            <p:nvPr/>
          </p:nvSpPr>
          <p:spPr>
            <a:xfrm>
              <a:off x="4928675" y="2012475"/>
              <a:ext cx="143650" cy="144425"/>
            </a:xfrm>
            <a:custGeom>
              <a:rect b="b" l="l" r="r" t="t"/>
              <a:pathLst>
                <a:path extrusionOk="0" fill="none" h="5777" w="5746">
                  <a:moveTo>
                    <a:pt x="5745" y="2888"/>
                  </a:moveTo>
                  <a:cubicBezTo>
                    <a:pt x="5745" y="4499"/>
                    <a:pt x="4469" y="5776"/>
                    <a:pt x="2888" y="5776"/>
                  </a:cubicBezTo>
                  <a:cubicBezTo>
                    <a:pt x="1277" y="5776"/>
                    <a:pt x="1" y="4499"/>
                    <a:pt x="1" y="2888"/>
                  </a:cubicBezTo>
                  <a:cubicBezTo>
                    <a:pt x="1" y="1308"/>
                    <a:pt x="1277" y="1"/>
                    <a:pt x="2888" y="1"/>
                  </a:cubicBezTo>
                  <a:cubicBezTo>
                    <a:pt x="4469" y="1"/>
                    <a:pt x="5745" y="1308"/>
                    <a:pt x="5745" y="2888"/>
                  </a:cubicBezTo>
                  <a:close/>
                </a:path>
              </a:pathLst>
            </a:custGeom>
            <a:noFill/>
            <a:ln cap="flat" cmpd="sng" w="19050">
              <a:solidFill>
                <a:schemeClr val="dk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70"/>
            <p:cNvSpPr/>
            <p:nvPr/>
          </p:nvSpPr>
          <p:spPr>
            <a:xfrm>
              <a:off x="4968950" y="2053525"/>
              <a:ext cx="63100" cy="63100"/>
            </a:xfrm>
            <a:custGeom>
              <a:rect b="b" l="l" r="r" t="t"/>
              <a:pathLst>
                <a:path extrusionOk="0" fill="none" h="2524" w="2524">
                  <a:moveTo>
                    <a:pt x="2523" y="1246"/>
                  </a:moveTo>
                  <a:cubicBezTo>
                    <a:pt x="2523" y="1946"/>
                    <a:pt x="1946" y="2523"/>
                    <a:pt x="1277" y="2523"/>
                  </a:cubicBezTo>
                  <a:cubicBezTo>
                    <a:pt x="578" y="2523"/>
                    <a:pt x="1" y="1946"/>
                    <a:pt x="1" y="1246"/>
                  </a:cubicBezTo>
                  <a:cubicBezTo>
                    <a:pt x="1" y="578"/>
                    <a:pt x="578" y="0"/>
                    <a:pt x="1277" y="0"/>
                  </a:cubicBezTo>
                  <a:cubicBezTo>
                    <a:pt x="1946" y="0"/>
                    <a:pt x="2523" y="578"/>
                    <a:pt x="2523" y="1246"/>
                  </a:cubicBezTo>
                  <a:close/>
                </a:path>
              </a:pathLst>
            </a:custGeom>
            <a:noFill/>
            <a:ln cap="flat" cmpd="sng" w="19050">
              <a:solidFill>
                <a:schemeClr val="dk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737" name="Shape 8737"/>
        <p:cNvGrpSpPr/>
        <p:nvPr/>
      </p:nvGrpSpPr>
      <p:grpSpPr>
        <a:xfrm>
          <a:off x="0" y="0"/>
          <a:ext cx="0" cy="0"/>
          <a:chOff x="0" y="0"/>
          <a:chExt cx="0" cy="0"/>
        </a:xfrm>
      </p:grpSpPr>
      <p:sp>
        <p:nvSpPr>
          <p:cNvPr id="8738" name="Google Shape;8738;p71"/>
          <p:cNvSpPr txBox="1"/>
          <p:nvPr/>
        </p:nvSpPr>
        <p:spPr>
          <a:xfrm>
            <a:off x="1048350" y="902900"/>
            <a:ext cx="7047300" cy="26865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chemeClr val="dk1"/>
              </a:buClr>
              <a:buSzPts val="1100"/>
              <a:buFont typeface="Arial"/>
              <a:buNone/>
            </a:pPr>
            <a:r>
              <a:rPr lang="en" sz="1100">
                <a:solidFill>
                  <a:schemeClr val="lt1"/>
                </a:solidFill>
              </a:rPr>
              <a:t>In order to use this template, you must credit </a:t>
            </a:r>
            <a:r>
              <a:rPr b="1" lang="en" sz="1100" u="sng">
                <a:solidFill>
                  <a:srgbClr val="869FB2"/>
                </a:solidFill>
                <a:hlinkClick r:id="rId3">
                  <a:extLst>
                    <a:ext uri="{A12FA001-AC4F-418D-AE19-62706E023703}">
                      <ahyp:hlinkClr val="tx"/>
                    </a:ext>
                  </a:extLst>
                </a:hlinkClick>
              </a:rPr>
              <a:t>Slidesgo</a:t>
            </a:r>
            <a:r>
              <a:rPr lang="en" sz="1100">
                <a:solidFill>
                  <a:srgbClr val="435D74"/>
                </a:solidFill>
              </a:rPr>
              <a:t> </a:t>
            </a:r>
            <a:r>
              <a:rPr lang="en" sz="1100">
                <a:solidFill>
                  <a:schemeClr val="lt1"/>
                </a:solidFill>
              </a:rPr>
              <a:t>by keeping the </a:t>
            </a:r>
            <a:r>
              <a:rPr b="1" lang="en" sz="1100" u="sng">
                <a:solidFill>
                  <a:schemeClr val="hlink"/>
                </a:solidFill>
                <a:hlinkClick action="ppaction://hlinksldjump" r:id="rId4"/>
              </a:rPr>
              <a:t>Thanks</a:t>
            </a:r>
            <a:r>
              <a:rPr lang="en" sz="1100">
                <a:solidFill>
                  <a:srgbClr val="869FB2"/>
                </a:solidFill>
              </a:rPr>
              <a:t> </a:t>
            </a:r>
            <a:r>
              <a:rPr lang="en" sz="1100">
                <a:solidFill>
                  <a:schemeClr val="lt1"/>
                </a:solidFill>
              </a:rPr>
              <a:t>slide.</a:t>
            </a:r>
            <a:endParaRPr sz="1100">
              <a:solidFill>
                <a:schemeClr val="lt1"/>
              </a:solidFill>
            </a:endParaRPr>
          </a:p>
          <a:p>
            <a:pPr indent="0" lvl="0" marL="0" rtl="0" algn="l">
              <a:lnSpc>
                <a:spcPct val="115000"/>
              </a:lnSpc>
              <a:spcBef>
                <a:spcPts val="1400"/>
              </a:spcBef>
              <a:spcAft>
                <a:spcPts val="0"/>
              </a:spcAft>
              <a:buClr>
                <a:schemeClr val="dk1"/>
              </a:buClr>
              <a:buSzPts val="1100"/>
              <a:buFont typeface="Arial"/>
              <a:buNone/>
            </a:pPr>
            <a:r>
              <a:rPr b="1" lang="en" sz="1000">
                <a:solidFill>
                  <a:srgbClr val="869FB2"/>
                </a:solidFill>
              </a:rPr>
              <a:t>You are allowed to:</a:t>
            </a:r>
            <a:endParaRPr b="1" sz="1000">
              <a:solidFill>
                <a:srgbClr val="869FB2"/>
              </a:solidFill>
            </a:endParaRPr>
          </a:p>
          <a:p>
            <a:pPr indent="0" lvl="0" marL="0" rtl="0" algn="l">
              <a:lnSpc>
                <a:spcPct val="115000"/>
              </a:lnSpc>
              <a:spcBef>
                <a:spcPts val="400"/>
              </a:spcBef>
              <a:spcAft>
                <a:spcPts val="0"/>
              </a:spcAft>
              <a:buClr>
                <a:schemeClr val="dk1"/>
              </a:buClr>
              <a:buSzPts val="1100"/>
              <a:buFont typeface="Arial"/>
              <a:buNone/>
            </a:pPr>
            <a:r>
              <a:rPr lang="en" sz="1000">
                <a:solidFill>
                  <a:schemeClr val="lt1"/>
                </a:solidFill>
              </a:rPr>
              <a:t>- Modify this template.</a:t>
            </a:r>
            <a:endParaRPr sz="1000">
              <a:solidFill>
                <a:schemeClr val="lt1"/>
              </a:solidFill>
            </a:endParaRPr>
          </a:p>
          <a:p>
            <a:pPr indent="0" lvl="0" marL="0" rtl="0" algn="l">
              <a:lnSpc>
                <a:spcPct val="115000"/>
              </a:lnSpc>
              <a:spcBef>
                <a:spcPts val="0"/>
              </a:spcBef>
              <a:spcAft>
                <a:spcPts val="0"/>
              </a:spcAft>
              <a:buClr>
                <a:schemeClr val="dk1"/>
              </a:buClr>
              <a:buSzPts val="1100"/>
              <a:buFont typeface="Arial"/>
              <a:buNone/>
            </a:pPr>
            <a:r>
              <a:rPr lang="en" sz="1000">
                <a:solidFill>
                  <a:schemeClr val="lt1"/>
                </a:solidFill>
              </a:rPr>
              <a:t>- Use it for both personal and commercial projects.</a:t>
            </a:r>
            <a:endParaRPr sz="1000">
              <a:solidFill>
                <a:schemeClr val="lt1"/>
              </a:solidFill>
            </a:endParaRPr>
          </a:p>
          <a:p>
            <a:pPr indent="0" lvl="0" marL="0" rtl="0" algn="l">
              <a:lnSpc>
                <a:spcPct val="115000"/>
              </a:lnSpc>
              <a:spcBef>
                <a:spcPts val="1400"/>
              </a:spcBef>
              <a:spcAft>
                <a:spcPts val="0"/>
              </a:spcAft>
              <a:buClr>
                <a:schemeClr val="dk1"/>
              </a:buClr>
              <a:buSzPts val="1100"/>
              <a:buFont typeface="Arial"/>
              <a:buNone/>
            </a:pPr>
            <a:r>
              <a:rPr b="1" lang="en" sz="1000">
                <a:solidFill>
                  <a:srgbClr val="869FB2"/>
                </a:solidFill>
              </a:rPr>
              <a:t>You are not allowed to:</a:t>
            </a:r>
            <a:endParaRPr b="1" sz="1000">
              <a:solidFill>
                <a:srgbClr val="869FB2"/>
              </a:solidFill>
            </a:endParaRPr>
          </a:p>
          <a:p>
            <a:pPr indent="0" lvl="0" marL="0" rtl="0" algn="l">
              <a:lnSpc>
                <a:spcPct val="115000"/>
              </a:lnSpc>
              <a:spcBef>
                <a:spcPts val="400"/>
              </a:spcBef>
              <a:spcAft>
                <a:spcPts val="0"/>
              </a:spcAft>
              <a:buClr>
                <a:schemeClr val="dk1"/>
              </a:buClr>
              <a:buSzPts val="1100"/>
              <a:buFont typeface="Arial"/>
              <a:buNone/>
            </a:pPr>
            <a:r>
              <a:rPr lang="en" sz="1000">
                <a:solidFill>
                  <a:schemeClr val="lt1"/>
                </a:solidFill>
              </a:rPr>
              <a:t>- Sublicense, sell or rent any of Slidesgo Content (or a modified version of Slidesgo Content).</a:t>
            </a:r>
            <a:endParaRPr sz="1000">
              <a:solidFill>
                <a:schemeClr val="lt1"/>
              </a:solidFill>
            </a:endParaRPr>
          </a:p>
          <a:p>
            <a:pPr indent="0" lvl="0" marL="0" rtl="0" algn="l">
              <a:lnSpc>
                <a:spcPct val="115000"/>
              </a:lnSpc>
              <a:spcBef>
                <a:spcPts val="0"/>
              </a:spcBef>
              <a:spcAft>
                <a:spcPts val="0"/>
              </a:spcAft>
              <a:buClr>
                <a:schemeClr val="dk1"/>
              </a:buClr>
              <a:buSzPts val="1100"/>
              <a:buFont typeface="Arial"/>
              <a:buNone/>
            </a:pPr>
            <a:r>
              <a:rPr lang="en" sz="1000">
                <a:solidFill>
                  <a:schemeClr val="lt1"/>
                </a:solidFill>
              </a:rPr>
              <a:t>- Distribute Slidesgo Content unless it has been expressly authorized by Slidesgo.</a:t>
            </a:r>
            <a:endParaRPr sz="1000">
              <a:solidFill>
                <a:schemeClr val="lt1"/>
              </a:solidFill>
            </a:endParaRPr>
          </a:p>
          <a:p>
            <a:pPr indent="0" lvl="0" marL="0" rtl="0" algn="l">
              <a:lnSpc>
                <a:spcPct val="115000"/>
              </a:lnSpc>
              <a:spcBef>
                <a:spcPts val="0"/>
              </a:spcBef>
              <a:spcAft>
                <a:spcPts val="0"/>
              </a:spcAft>
              <a:buClr>
                <a:schemeClr val="dk1"/>
              </a:buClr>
              <a:buSzPts val="1100"/>
              <a:buFont typeface="Arial"/>
              <a:buNone/>
            </a:pPr>
            <a:r>
              <a:rPr lang="en" sz="1000">
                <a:solidFill>
                  <a:schemeClr val="lt1"/>
                </a:solidFill>
              </a:rPr>
              <a:t>- Include Slidesgo Content in an online or offline database or file.</a:t>
            </a:r>
            <a:endParaRPr sz="1000">
              <a:solidFill>
                <a:schemeClr val="lt1"/>
              </a:solidFill>
            </a:endParaRPr>
          </a:p>
          <a:p>
            <a:pPr indent="0" lvl="0" marL="0" rtl="0" algn="l">
              <a:lnSpc>
                <a:spcPct val="115000"/>
              </a:lnSpc>
              <a:spcBef>
                <a:spcPts val="0"/>
              </a:spcBef>
              <a:spcAft>
                <a:spcPts val="0"/>
              </a:spcAft>
              <a:buClr>
                <a:schemeClr val="dk1"/>
              </a:buClr>
              <a:buSzPts val="1100"/>
              <a:buFont typeface="Arial"/>
              <a:buNone/>
            </a:pPr>
            <a:r>
              <a:rPr lang="en" sz="1000">
                <a:solidFill>
                  <a:schemeClr val="lt1"/>
                </a:solidFill>
              </a:rPr>
              <a:t>- Offer Slidesgo templates (or modified versions of Slidesgo templates) for download.</a:t>
            </a:r>
            <a:endParaRPr sz="1000">
              <a:solidFill>
                <a:schemeClr val="lt1"/>
              </a:solidFill>
            </a:endParaRPr>
          </a:p>
          <a:p>
            <a:pPr indent="0" lvl="0" marL="0" rtl="0" algn="l">
              <a:lnSpc>
                <a:spcPct val="115000"/>
              </a:lnSpc>
              <a:spcBef>
                <a:spcPts val="0"/>
              </a:spcBef>
              <a:spcAft>
                <a:spcPts val="0"/>
              </a:spcAft>
              <a:buClr>
                <a:schemeClr val="dk1"/>
              </a:buClr>
              <a:buSzPts val="1100"/>
              <a:buFont typeface="Arial"/>
              <a:buNone/>
            </a:pPr>
            <a:r>
              <a:rPr lang="en" sz="1000">
                <a:solidFill>
                  <a:schemeClr val="lt1"/>
                </a:solidFill>
              </a:rPr>
              <a:t>- Acquire the copyright of Slidesgo Content.</a:t>
            </a:r>
            <a:endParaRPr sz="1000">
              <a:solidFill>
                <a:srgbClr val="FFFFFF"/>
              </a:solidFill>
            </a:endParaRPr>
          </a:p>
        </p:txBody>
      </p:sp>
      <p:sp>
        <p:nvSpPr>
          <p:cNvPr id="8739" name="Google Shape;8739;p71"/>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a:t>
            </a:r>
            <a:r>
              <a:rPr lang="en" sz="900">
                <a:solidFill>
                  <a:srgbClr val="FFFFFF"/>
                </a:solidFill>
              </a:rPr>
              <a:t>read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5">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6">
                  <a:extLst>
                    <a:ext uri="{A12FA001-AC4F-418D-AE19-62706E023703}">
                      <ahyp:hlinkClr val="tx"/>
                    </a:ext>
                  </a:extLst>
                </a:hlinkClick>
              </a:rPr>
              <a:t>https://slidesgo.com/slidesgo-school</a:t>
            </a:r>
            <a:endParaRPr sz="1000" u="sng">
              <a:solidFill>
                <a:srgbClr val="869FB2"/>
              </a:solidFill>
            </a:endParaRPr>
          </a:p>
        </p:txBody>
      </p:sp>
      <p:sp>
        <p:nvSpPr>
          <p:cNvPr id="8740" name="Google Shape;8740;p71"/>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744" name="Shape 8744"/>
        <p:cNvGrpSpPr/>
        <p:nvPr/>
      </p:nvGrpSpPr>
      <p:grpSpPr>
        <a:xfrm>
          <a:off x="0" y="0"/>
          <a:ext cx="0" cy="0"/>
          <a:chOff x="0" y="0"/>
          <a:chExt cx="0" cy="0"/>
        </a:xfrm>
      </p:grpSpPr>
      <p:sp>
        <p:nvSpPr>
          <p:cNvPr id="8745" name="Google Shape;8745;p72"/>
          <p:cNvSpPr txBox="1"/>
          <p:nvPr/>
        </p:nvSpPr>
        <p:spPr>
          <a:xfrm>
            <a:off x="1048350" y="902900"/>
            <a:ext cx="7047300" cy="3929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000" u="sng">
                <a:solidFill>
                  <a:schemeClr val="hlink"/>
                </a:solidFill>
              </a:rPr>
              <a:t>S</a:t>
            </a:r>
            <a:r>
              <a:rPr b="1" lang="en" sz="1100" u="sng">
                <a:solidFill>
                  <a:schemeClr val="hlink"/>
                </a:solidFill>
                <a:hlinkClick r:id="rId3"/>
              </a:rPr>
              <a:t>lidesgo</a:t>
            </a:r>
            <a:r>
              <a:rPr lang="en" sz="1100">
                <a:solidFill>
                  <a:schemeClr val="lt1"/>
                </a:solidFill>
              </a:rPr>
              <a:t> or keeping the "Thanks" slide.</a:t>
            </a:r>
            <a:endParaRPr sz="11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not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p:txBody>
      </p:sp>
      <p:sp>
        <p:nvSpPr>
          <p:cNvPr id="8746" name="Google Shape;8746;p72"/>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a:t>
            </a:r>
            <a:r>
              <a:rPr lang="en" sz="900">
                <a:solidFill>
                  <a:srgbClr val="FFFFFF"/>
                </a:solidFill>
              </a:rPr>
              <a:t>read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4">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5">
                  <a:extLst>
                    <a:ext uri="{A12FA001-AC4F-418D-AE19-62706E023703}">
                      <ahyp:hlinkClr val="tx"/>
                    </a:ext>
                  </a:extLst>
                </a:hlinkClick>
              </a:rPr>
              <a:t>https://slidesgo.com/slidesgo-school</a:t>
            </a:r>
            <a:endParaRPr sz="1000" u="sng">
              <a:solidFill>
                <a:srgbClr val="869FB2"/>
              </a:solidFill>
            </a:endParaRPr>
          </a:p>
        </p:txBody>
      </p:sp>
      <p:sp>
        <p:nvSpPr>
          <p:cNvPr id="8747" name="Google Shape;8747;p72"/>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751" name="Shape 8751"/>
        <p:cNvGrpSpPr/>
        <p:nvPr/>
      </p:nvGrpSpPr>
      <p:grpSpPr>
        <a:xfrm>
          <a:off x="0" y="0"/>
          <a:ext cx="0" cy="0"/>
          <a:chOff x="0" y="0"/>
          <a:chExt cx="0" cy="0"/>
        </a:xfrm>
      </p:grpSpPr>
      <p:sp>
        <p:nvSpPr>
          <p:cNvPr id="8752" name="Google Shape;8752;p73"/>
          <p:cNvSpPr txBox="1"/>
          <p:nvPr>
            <p:ph idx="4294967295" type="body"/>
          </p:nvPr>
        </p:nvSpPr>
        <p:spPr>
          <a:xfrm>
            <a:off x="1068100" y="1087849"/>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This presentation has been made using the following fonts:</a:t>
            </a:r>
            <a:endParaRPr>
              <a:solidFill>
                <a:srgbClr val="FFFFFF"/>
              </a:solidFill>
              <a:latin typeface="Arial"/>
              <a:ea typeface="Arial"/>
              <a:cs typeface="Arial"/>
              <a:sym typeface="Arial"/>
            </a:endParaRPr>
          </a:p>
          <a:p>
            <a:pPr indent="0" lvl="0" marL="0" rtl="0" algn="l">
              <a:spcBef>
                <a:spcPts val="0"/>
              </a:spcBef>
              <a:spcAft>
                <a:spcPts val="0"/>
              </a:spcAft>
              <a:buNone/>
            </a:pPr>
            <a:r>
              <a:t/>
            </a:r>
            <a:endParaRPr sz="1300">
              <a:solidFill>
                <a:srgbClr val="435D74"/>
              </a:solidFill>
              <a:latin typeface="Arial"/>
              <a:ea typeface="Arial"/>
              <a:cs typeface="Arial"/>
              <a:sym typeface="Arial"/>
            </a:endParaRPr>
          </a:p>
        </p:txBody>
      </p:sp>
      <p:sp>
        <p:nvSpPr>
          <p:cNvPr id="8753" name="Google Shape;8753;p73"/>
          <p:cNvSpPr txBox="1"/>
          <p:nvPr>
            <p:ph idx="4294967295" type="body"/>
          </p:nvPr>
        </p:nvSpPr>
        <p:spPr>
          <a:xfrm>
            <a:off x="1068100" y="1610422"/>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EFEFEF"/>
                </a:solidFill>
                <a:latin typeface="Arial"/>
                <a:ea typeface="Arial"/>
                <a:cs typeface="Arial"/>
                <a:sym typeface="Arial"/>
              </a:rPr>
              <a:t>Big Shoulder Text</a:t>
            </a:r>
            <a:endParaRPr b="1">
              <a:solidFill>
                <a:srgbClr val="EFEFEF"/>
              </a:solidFill>
              <a:latin typeface="Arial"/>
              <a:ea typeface="Arial"/>
              <a:cs typeface="Arial"/>
              <a:sym typeface="Arial"/>
            </a:endParaRPr>
          </a:p>
          <a:p>
            <a:pPr indent="0" lvl="0" marL="0" rtl="0" algn="ctr">
              <a:spcBef>
                <a:spcPts val="0"/>
              </a:spcBef>
              <a:spcAft>
                <a:spcPts val="0"/>
              </a:spcAft>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https://fonts.google.com/specimen/Big+Shoulders+Text</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spcBef>
                <a:spcPts val="0"/>
              </a:spcBef>
              <a:spcAft>
                <a:spcPts val="0"/>
              </a:spcAft>
              <a:buNone/>
            </a:pPr>
            <a:r>
              <a:t/>
            </a:r>
            <a:endParaRPr sz="800">
              <a:solidFill>
                <a:schemeClr val="lt1"/>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PT Sans Narrow</a:t>
            </a:r>
            <a:endParaRPr b="1">
              <a:solidFill>
                <a:schemeClr val="lt1"/>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extLst>
                    <a:ext uri="{A12FA001-AC4F-418D-AE19-62706E023703}">
                      <ahyp:hlinkClr val="tx"/>
                    </a:ext>
                  </a:extLst>
                </a:hlinkClick>
              </a:rPr>
              <a:t>https://fonts.google.com/specimen/PT+Sans+Narrow</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p:txBody>
      </p:sp>
      <p:sp>
        <p:nvSpPr>
          <p:cNvPr id="8754" name="Google Shape;8754;p73"/>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
        <p:nvSpPr>
          <p:cNvPr id="8755" name="Google Shape;8755;p73"/>
          <p:cNvSpPr/>
          <p:nvPr/>
        </p:nvSpPr>
        <p:spPr>
          <a:xfrm>
            <a:off x="2603313" y="3020450"/>
            <a:ext cx="791400" cy="754200"/>
          </a:xfrm>
          <a:prstGeom prst="roundRect">
            <a:avLst>
              <a:gd fmla="val 16667" name="adj"/>
            </a:avLst>
          </a:prstGeom>
          <a:solidFill>
            <a:srgbClr val="00000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73"/>
          <p:cNvSpPr/>
          <p:nvPr/>
        </p:nvSpPr>
        <p:spPr>
          <a:xfrm>
            <a:off x="3665132" y="3020450"/>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73"/>
          <p:cNvSpPr/>
          <p:nvPr/>
        </p:nvSpPr>
        <p:spPr>
          <a:xfrm>
            <a:off x="4726952" y="3020450"/>
            <a:ext cx="791400" cy="754200"/>
          </a:xfrm>
          <a:prstGeom prst="roundRect">
            <a:avLst>
              <a:gd fmla="val 16667" name="adj"/>
            </a:avLst>
          </a:prstGeom>
          <a:solidFill>
            <a:srgbClr val="28384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73"/>
          <p:cNvSpPr txBox="1"/>
          <p:nvPr/>
        </p:nvSpPr>
        <p:spPr>
          <a:xfrm>
            <a:off x="2603313" y="317750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#00000</a:t>
            </a:r>
            <a:endParaRPr sz="1000">
              <a:solidFill>
                <a:srgbClr val="FFFFFF"/>
              </a:solidFill>
            </a:endParaRPr>
          </a:p>
        </p:txBody>
      </p:sp>
      <p:sp>
        <p:nvSpPr>
          <p:cNvPr id="8759" name="Google Shape;8759;p73"/>
          <p:cNvSpPr txBox="1"/>
          <p:nvPr/>
        </p:nvSpPr>
        <p:spPr>
          <a:xfrm>
            <a:off x="3665138" y="317750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283848"/>
                </a:solidFill>
              </a:rPr>
              <a:t>#ffffff</a:t>
            </a:r>
            <a:endParaRPr sz="1000">
              <a:solidFill>
                <a:srgbClr val="283848"/>
              </a:solidFill>
            </a:endParaRPr>
          </a:p>
        </p:txBody>
      </p:sp>
      <p:sp>
        <p:nvSpPr>
          <p:cNvPr id="8760" name="Google Shape;8760;p73"/>
          <p:cNvSpPr txBox="1"/>
          <p:nvPr/>
        </p:nvSpPr>
        <p:spPr>
          <a:xfrm>
            <a:off x="4726963" y="317750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#283848</a:t>
            </a:r>
            <a:endParaRPr sz="1000">
              <a:solidFill>
                <a:srgbClr val="FFFFFF"/>
              </a:solidFill>
            </a:endParaRPr>
          </a:p>
        </p:txBody>
      </p:sp>
      <p:sp>
        <p:nvSpPr>
          <p:cNvPr id="8761" name="Google Shape;8761;p73"/>
          <p:cNvSpPr/>
          <p:nvPr/>
        </p:nvSpPr>
        <p:spPr>
          <a:xfrm>
            <a:off x="5788788" y="3020450"/>
            <a:ext cx="791400" cy="754200"/>
          </a:xfrm>
          <a:prstGeom prst="roundRect">
            <a:avLst>
              <a:gd fmla="val 16667" name="adj"/>
            </a:avLst>
          </a:prstGeom>
          <a:solidFill>
            <a:srgbClr val="96A8A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73"/>
          <p:cNvSpPr txBox="1"/>
          <p:nvPr/>
        </p:nvSpPr>
        <p:spPr>
          <a:xfrm>
            <a:off x="5788788" y="317750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#96a8ac</a:t>
            </a:r>
            <a:endParaRPr sz="1000">
              <a:solidFill>
                <a:srgbClr val="FFFFFF"/>
              </a:solidFill>
            </a:endParaRPr>
          </a:p>
        </p:txBody>
      </p:sp>
      <p:sp>
        <p:nvSpPr>
          <p:cNvPr id="8763" name="Google Shape;8763;p73"/>
          <p:cNvSpPr/>
          <p:nvPr/>
        </p:nvSpPr>
        <p:spPr>
          <a:xfrm>
            <a:off x="4726963" y="3951550"/>
            <a:ext cx="791400" cy="754200"/>
          </a:xfrm>
          <a:prstGeom prst="roundRect">
            <a:avLst>
              <a:gd fmla="val 16667" name="adj"/>
            </a:avLst>
          </a:prstGeom>
          <a:solidFill>
            <a:srgbClr val="FEFAF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73"/>
          <p:cNvSpPr txBox="1"/>
          <p:nvPr/>
        </p:nvSpPr>
        <p:spPr>
          <a:xfrm>
            <a:off x="4726963" y="410860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283848"/>
                </a:solidFill>
              </a:rPr>
              <a:t>#fefaf7</a:t>
            </a:r>
            <a:endParaRPr sz="1000">
              <a:solidFill>
                <a:srgbClr val="283848"/>
              </a:solidFill>
            </a:endParaRPr>
          </a:p>
        </p:txBody>
      </p:sp>
      <p:sp>
        <p:nvSpPr>
          <p:cNvPr id="8765" name="Google Shape;8765;p73"/>
          <p:cNvSpPr/>
          <p:nvPr/>
        </p:nvSpPr>
        <p:spPr>
          <a:xfrm>
            <a:off x="3665138" y="3951550"/>
            <a:ext cx="791400" cy="754200"/>
          </a:xfrm>
          <a:prstGeom prst="roundRect">
            <a:avLst>
              <a:gd fmla="val 16667" name="adj"/>
            </a:avLst>
          </a:prstGeom>
          <a:solidFill>
            <a:srgbClr val="E4BEB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73"/>
          <p:cNvSpPr txBox="1"/>
          <p:nvPr/>
        </p:nvSpPr>
        <p:spPr>
          <a:xfrm>
            <a:off x="3665138" y="410860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#e4beb1</a:t>
            </a:r>
            <a:endParaRPr sz="1000">
              <a:solidFill>
                <a:srgbClr val="FFFFFF"/>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770" name="Shape 8770"/>
        <p:cNvGrpSpPr/>
        <p:nvPr/>
      </p:nvGrpSpPr>
      <p:grpSpPr>
        <a:xfrm>
          <a:off x="0" y="0"/>
          <a:ext cx="0" cy="0"/>
          <a:chOff x="0" y="0"/>
          <a:chExt cx="0" cy="0"/>
        </a:xfrm>
      </p:grpSpPr>
      <p:sp>
        <p:nvSpPr>
          <p:cNvPr id="8771" name="Google Shape;8771;p74"/>
          <p:cNvSpPr txBox="1"/>
          <p:nvPr/>
        </p:nvSpPr>
        <p:spPr>
          <a:xfrm>
            <a:off x="1252425" y="1086401"/>
            <a:ext cx="6630900" cy="852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val="tx"/>
                    </a:ext>
                  </a:extLst>
                </a:hlinkClick>
              </a:rPr>
              <a:t>How it Works.</a:t>
            </a:r>
            <a:endParaRPr sz="1100">
              <a:solidFill>
                <a:srgbClr val="869FB2"/>
              </a:solidFill>
            </a:endParaRPr>
          </a:p>
        </p:txBody>
      </p:sp>
      <p:pic>
        <p:nvPicPr>
          <p:cNvPr id="8772" name="Google Shape;8772;p74"/>
          <p:cNvPicPr preferRelativeResize="0"/>
          <p:nvPr/>
        </p:nvPicPr>
        <p:blipFill rotWithShape="1">
          <a:blip r:embed="rId4">
            <a:alphaModFix/>
          </a:blip>
          <a:srcRect b="16547" l="0" r="0" t="16540"/>
          <a:stretch/>
        </p:blipFill>
        <p:spPr>
          <a:xfrm>
            <a:off x="510820" y="2688639"/>
            <a:ext cx="1606719" cy="1075073"/>
          </a:xfrm>
          <a:prstGeom prst="rect">
            <a:avLst/>
          </a:prstGeom>
          <a:noFill/>
          <a:ln>
            <a:noFill/>
          </a:ln>
        </p:spPr>
      </p:pic>
      <p:sp>
        <p:nvSpPr>
          <p:cNvPr id="8773" name="Google Shape;8773;p74">
            <a:hlinkClick r:id="rId5"/>
          </p:cNvPr>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Pana</a:t>
            </a:r>
            <a:endParaRPr>
              <a:solidFill>
                <a:srgbClr val="869FB2"/>
              </a:solidFill>
            </a:endParaRPr>
          </a:p>
        </p:txBody>
      </p:sp>
      <p:sp>
        <p:nvSpPr>
          <p:cNvPr id="8774" name="Google Shape;8774;p74">
            <a:hlinkClick r:id="rId7"/>
          </p:cNvPr>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Amico</a:t>
            </a:r>
            <a:endParaRPr>
              <a:solidFill>
                <a:srgbClr val="869FB2"/>
              </a:solidFill>
            </a:endParaRPr>
          </a:p>
        </p:txBody>
      </p:sp>
      <p:sp>
        <p:nvSpPr>
          <p:cNvPr id="8775" name="Google Shape;8775;p74">
            <a:hlinkClick r:id="rId9"/>
          </p:cNvPr>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0">
                  <a:extLst>
                    <a:ext uri="{A12FA001-AC4F-418D-AE19-62706E023703}">
                      <ahyp:hlinkClr val="tx"/>
                    </a:ext>
                  </a:extLst>
                </a:hlinkClick>
              </a:rPr>
              <a:t>Bro</a:t>
            </a:r>
            <a:endParaRPr>
              <a:solidFill>
                <a:srgbClr val="869FB2"/>
              </a:solidFill>
            </a:endParaRPr>
          </a:p>
        </p:txBody>
      </p:sp>
      <p:sp>
        <p:nvSpPr>
          <p:cNvPr id="8776" name="Google Shape;8776;p74">
            <a:hlinkClick r:id="rId11"/>
          </p:cNvPr>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2">
                  <a:extLst>
                    <a:ext uri="{A12FA001-AC4F-418D-AE19-62706E023703}">
                      <ahyp:hlinkClr val="tx"/>
                    </a:ext>
                  </a:extLst>
                </a:hlinkClick>
              </a:rPr>
              <a:t>Rafiki</a:t>
            </a:r>
            <a:endParaRPr>
              <a:solidFill>
                <a:srgbClr val="869FB2"/>
              </a:solidFill>
            </a:endParaRPr>
          </a:p>
        </p:txBody>
      </p:sp>
      <p:pic>
        <p:nvPicPr>
          <p:cNvPr id="8777" name="Google Shape;8777;p74"/>
          <p:cNvPicPr preferRelativeResize="0"/>
          <p:nvPr/>
        </p:nvPicPr>
        <p:blipFill rotWithShape="1">
          <a:blip r:embed="rId13">
            <a:alphaModFix/>
          </a:blip>
          <a:srcRect b="0" l="0" r="0" t="0"/>
          <a:stretch/>
        </p:blipFill>
        <p:spPr>
          <a:xfrm>
            <a:off x="2255077" y="2410850"/>
            <a:ext cx="1340595" cy="1340603"/>
          </a:xfrm>
          <a:prstGeom prst="rect">
            <a:avLst/>
          </a:prstGeom>
          <a:noFill/>
          <a:ln>
            <a:noFill/>
          </a:ln>
        </p:spPr>
      </p:pic>
      <p:pic>
        <p:nvPicPr>
          <p:cNvPr id="8778" name="Google Shape;8778;p74"/>
          <p:cNvPicPr preferRelativeResize="0"/>
          <p:nvPr/>
        </p:nvPicPr>
        <p:blipFill rotWithShape="1">
          <a:blip r:embed="rId14">
            <a:alphaModFix/>
          </a:blip>
          <a:srcRect b="8854" l="4194" r="4213" t="11228"/>
          <a:stretch/>
        </p:blipFill>
        <p:spPr>
          <a:xfrm>
            <a:off x="3774275" y="2532512"/>
            <a:ext cx="1448304" cy="1263588"/>
          </a:xfrm>
          <a:prstGeom prst="rect">
            <a:avLst/>
          </a:prstGeom>
          <a:noFill/>
          <a:ln>
            <a:noFill/>
          </a:ln>
        </p:spPr>
      </p:pic>
      <p:pic>
        <p:nvPicPr>
          <p:cNvPr id="8779" name="Google Shape;8779;p74"/>
          <p:cNvPicPr preferRelativeResize="0"/>
          <p:nvPr/>
        </p:nvPicPr>
        <p:blipFill rotWithShape="1">
          <a:blip r:embed="rId15">
            <a:alphaModFix/>
          </a:blip>
          <a:srcRect b="11945" l="0" r="0" t="6567"/>
          <a:stretch/>
        </p:blipFill>
        <p:spPr>
          <a:xfrm>
            <a:off x="5347337" y="2581527"/>
            <a:ext cx="1448284" cy="1180164"/>
          </a:xfrm>
          <a:prstGeom prst="rect">
            <a:avLst/>
          </a:prstGeom>
          <a:noFill/>
          <a:ln>
            <a:noFill/>
          </a:ln>
        </p:spPr>
      </p:pic>
      <p:pic>
        <p:nvPicPr>
          <p:cNvPr id="8780" name="Google Shape;8780;p74"/>
          <p:cNvPicPr preferRelativeResize="0"/>
          <p:nvPr/>
        </p:nvPicPr>
        <p:blipFill rotWithShape="1">
          <a:blip r:embed="rId16">
            <a:alphaModFix/>
          </a:blip>
          <a:srcRect b="17967" l="0" r="0" t="11708"/>
          <a:stretch/>
        </p:blipFill>
        <p:spPr>
          <a:xfrm>
            <a:off x="6836257" y="2523903"/>
            <a:ext cx="1796923" cy="1263600"/>
          </a:xfrm>
          <a:prstGeom prst="rect">
            <a:avLst/>
          </a:prstGeom>
          <a:noFill/>
          <a:ln>
            <a:noFill/>
          </a:ln>
        </p:spPr>
      </p:pic>
      <p:sp>
        <p:nvSpPr>
          <p:cNvPr id="8781" name="Google Shape;8781;p74">
            <a:hlinkClick r:id="rId17"/>
          </p:cNvPr>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8">
                  <a:extLst>
                    <a:ext uri="{A12FA001-AC4F-418D-AE19-62706E023703}">
                      <ahyp:hlinkClr val="tx"/>
                    </a:ext>
                  </a:extLst>
                </a:hlinkClick>
              </a:rPr>
              <a:t>Cuate</a:t>
            </a:r>
            <a:endParaRPr>
              <a:solidFill>
                <a:srgbClr val="869FB2"/>
              </a:solidFill>
            </a:endParaRPr>
          </a:p>
        </p:txBody>
      </p:sp>
      <p:sp>
        <p:nvSpPr>
          <p:cNvPr id="8782" name="Google Shape;8782;p74"/>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786" name="Shape 8786"/>
        <p:cNvGrpSpPr/>
        <p:nvPr/>
      </p:nvGrpSpPr>
      <p:grpSpPr>
        <a:xfrm>
          <a:off x="0" y="0"/>
          <a:ext cx="0" cy="0"/>
          <a:chOff x="0" y="0"/>
          <a:chExt cx="0" cy="0"/>
        </a:xfrm>
      </p:grpSpPr>
      <p:sp>
        <p:nvSpPr>
          <p:cNvPr id="8787" name="Google Shape;8787;p75"/>
          <p:cNvSpPr txBox="1"/>
          <p:nvPr/>
        </p:nvSpPr>
        <p:spPr>
          <a:xfrm>
            <a:off x="1068100" y="1221875"/>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grpSp>
        <p:nvGrpSpPr>
          <p:cNvPr id="8788" name="Google Shape;8788;p75"/>
          <p:cNvGrpSpPr/>
          <p:nvPr/>
        </p:nvGrpSpPr>
        <p:grpSpPr>
          <a:xfrm>
            <a:off x="5156078" y="3085736"/>
            <a:ext cx="474294" cy="551291"/>
            <a:chOff x="4727025" y="1332775"/>
            <a:chExt cx="59900" cy="69625"/>
          </a:xfrm>
        </p:grpSpPr>
        <p:sp>
          <p:nvSpPr>
            <p:cNvPr id="8789" name="Google Shape;8789;p75"/>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75"/>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1" name="Google Shape;8791;p75"/>
          <p:cNvGrpSpPr/>
          <p:nvPr/>
        </p:nvGrpSpPr>
        <p:grpSpPr>
          <a:xfrm>
            <a:off x="5769734" y="2314340"/>
            <a:ext cx="555653" cy="557031"/>
            <a:chOff x="4820425" y="1329900"/>
            <a:chExt cx="70175" cy="70350"/>
          </a:xfrm>
        </p:grpSpPr>
        <p:sp>
          <p:nvSpPr>
            <p:cNvPr id="8792" name="Google Shape;8792;p75"/>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75"/>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75"/>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75"/>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6" name="Google Shape;8796;p75"/>
          <p:cNvGrpSpPr/>
          <p:nvPr/>
        </p:nvGrpSpPr>
        <p:grpSpPr>
          <a:xfrm>
            <a:off x="6396103" y="2318845"/>
            <a:ext cx="582574" cy="533871"/>
            <a:chOff x="4903200" y="1331525"/>
            <a:chExt cx="73575" cy="67425"/>
          </a:xfrm>
        </p:grpSpPr>
        <p:sp>
          <p:nvSpPr>
            <p:cNvPr id="8797" name="Google Shape;8797;p75"/>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75"/>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9" name="Google Shape;8799;p75"/>
          <p:cNvGrpSpPr/>
          <p:nvPr/>
        </p:nvGrpSpPr>
        <p:grpSpPr>
          <a:xfrm>
            <a:off x="5755581" y="3078709"/>
            <a:ext cx="583960" cy="565345"/>
            <a:chOff x="4815575" y="1416800"/>
            <a:chExt cx="73750" cy="71400"/>
          </a:xfrm>
        </p:grpSpPr>
        <p:sp>
          <p:nvSpPr>
            <p:cNvPr id="8800" name="Google Shape;8800;p75"/>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75"/>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75"/>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3" name="Google Shape;8803;p75"/>
          <p:cNvGrpSpPr/>
          <p:nvPr/>
        </p:nvGrpSpPr>
        <p:grpSpPr>
          <a:xfrm>
            <a:off x="6390362" y="3108896"/>
            <a:ext cx="589898" cy="504970"/>
            <a:chOff x="4902475" y="1418875"/>
            <a:chExt cx="74500" cy="63775"/>
          </a:xfrm>
        </p:grpSpPr>
        <p:sp>
          <p:nvSpPr>
            <p:cNvPr id="8804" name="Google Shape;8804;p75"/>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75"/>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6" name="Google Shape;8806;p75"/>
          <p:cNvGrpSpPr/>
          <p:nvPr/>
        </p:nvGrpSpPr>
        <p:grpSpPr>
          <a:xfrm>
            <a:off x="5765577" y="3826000"/>
            <a:ext cx="563967" cy="567127"/>
            <a:chOff x="4818100" y="1507675"/>
            <a:chExt cx="71225" cy="71625"/>
          </a:xfrm>
        </p:grpSpPr>
        <p:sp>
          <p:nvSpPr>
            <p:cNvPr id="8807" name="Google Shape;8807;p75"/>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75"/>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75"/>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75"/>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1" name="Google Shape;8811;p75"/>
          <p:cNvGrpSpPr/>
          <p:nvPr/>
        </p:nvGrpSpPr>
        <p:grpSpPr>
          <a:xfrm>
            <a:off x="5079075" y="3829461"/>
            <a:ext cx="628301" cy="588505"/>
            <a:chOff x="4721450" y="1509475"/>
            <a:chExt cx="79350" cy="74325"/>
          </a:xfrm>
        </p:grpSpPr>
        <p:sp>
          <p:nvSpPr>
            <p:cNvPr id="8812" name="Google Shape;8812;p75"/>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75"/>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75"/>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75"/>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6" name="Google Shape;8816;p75"/>
          <p:cNvGrpSpPr/>
          <p:nvPr/>
        </p:nvGrpSpPr>
        <p:grpSpPr>
          <a:xfrm>
            <a:off x="6424608" y="3814027"/>
            <a:ext cx="557038" cy="562772"/>
            <a:chOff x="4906800" y="1507500"/>
            <a:chExt cx="70350" cy="71075"/>
          </a:xfrm>
        </p:grpSpPr>
        <p:sp>
          <p:nvSpPr>
            <p:cNvPr id="8817" name="Google Shape;8817;p75"/>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75"/>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75"/>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75"/>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75"/>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2" name="Google Shape;8822;p75"/>
          <p:cNvGrpSpPr/>
          <p:nvPr/>
        </p:nvGrpSpPr>
        <p:grpSpPr>
          <a:xfrm>
            <a:off x="4462216" y="2340963"/>
            <a:ext cx="517934" cy="517934"/>
            <a:chOff x="3736598" y="2170606"/>
            <a:chExt cx="404889" cy="404889"/>
          </a:xfrm>
        </p:grpSpPr>
        <p:sp>
          <p:nvSpPr>
            <p:cNvPr id="8823" name="Google Shape;8823;p75"/>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75"/>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75"/>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75"/>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7" name="Google Shape;8827;p75"/>
          <p:cNvGrpSpPr/>
          <p:nvPr/>
        </p:nvGrpSpPr>
        <p:grpSpPr>
          <a:xfrm>
            <a:off x="3729277" y="2341061"/>
            <a:ext cx="586986" cy="517740"/>
            <a:chOff x="3161917" y="2170682"/>
            <a:chExt cx="458870" cy="404737"/>
          </a:xfrm>
        </p:grpSpPr>
        <p:sp>
          <p:nvSpPr>
            <p:cNvPr id="8828" name="Google Shape;8828;p75"/>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75"/>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75"/>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1" name="Google Shape;8831;p75"/>
          <p:cNvGrpSpPr/>
          <p:nvPr/>
        </p:nvGrpSpPr>
        <p:grpSpPr>
          <a:xfrm>
            <a:off x="3752299" y="3102400"/>
            <a:ext cx="540943" cy="517963"/>
            <a:chOff x="3179914" y="2889488"/>
            <a:chExt cx="422876" cy="404911"/>
          </a:xfrm>
        </p:grpSpPr>
        <p:sp>
          <p:nvSpPr>
            <p:cNvPr id="8832" name="Google Shape;8832;p75"/>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75"/>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75"/>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75"/>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75"/>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75"/>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8" name="Google Shape;8838;p75"/>
          <p:cNvGrpSpPr/>
          <p:nvPr/>
        </p:nvGrpSpPr>
        <p:grpSpPr>
          <a:xfrm>
            <a:off x="4453093" y="3102358"/>
            <a:ext cx="536180" cy="518047"/>
            <a:chOff x="3729467" y="2889422"/>
            <a:chExt cx="419153" cy="404977"/>
          </a:xfrm>
        </p:grpSpPr>
        <p:sp>
          <p:nvSpPr>
            <p:cNvPr id="8839" name="Google Shape;8839;p75"/>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75"/>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75"/>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75"/>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75"/>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75"/>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75"/>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6" name="Google Shape;8846;p75"/>
          <p:cNvGrpSpPr/>
          <p:nvPr/>
        </p:nvGrpSpPr>
        <p:grpSpPr>
          <a:xfrm>
            <a:off x="1990126" y="3445787"/>
            <a:ext cx="965351" cy="134611"/>
            <a:chOff x="4411970" y="2962952"/>
            <a:chExt cx="706544" cy="104212"/>
          </a:xfrm>
        </p:grpSpPr>
        <p:sp>
          <p:nvSpPr>
            <p:cNvPr id="8847" name="Google Shape;8847;p75"/>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75"/>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75"/>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75"/>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1" name="Google Shape;8851;p75"/>
          <p:cNvGrpSpPr/>
          <p:nvPr/>
        </p:nvGrpSpPr>
        <p:grpSpPr>
          <a:xfrm>
            <a:off x="1990126" y="3041077"/>
            <a:ext cx="960158" cy="289172"/>
            <a:chOff x="4411970" y="2726085"/>
            <a:chExt cx="643107" cy="193659"/>
          </a:xfrm>
        </p:grpSpPr>
        <p:sp>
          <p:nvSpPr>
            <p:cNvPr id="8852" name="Google Shape;8852;p75"/>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75"/>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75"/>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5" name="Google Shape;8855;p75"/>
          <p:cNvGrpSpPr/>
          <p:nvPr/>
        </p:nvGrpSpPr>
        <p:grpSpPr>
          <a:xfrm>
            <a:off x="998624" y="3295400"/>
            <a:ext cx="811503" cy="252584"/>
            <a:chOff x="4411970" y="4340222"/>
            <a:chExt cx="779467" cy="242683"/>
          </a:xfrm>
        </p:grpSpPr>
        <p:sp>
          <p:nvSpPr>
            <p:cNvPr id="8856" name="Google Shape;8856;p75"/>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75"/>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75"/>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9" name="Google Shape;8859;p75"/>
          <p:cNvGrpSpPr/>
          <p:nvPr/>
        </p:nvGrpSpPr>
        <p:grpSpPr>
          <a:xfrm>
            <a:off x="1990126" y="2709308"/>
            <a:ext cx="965160" cy="216230"/>
            <a:chOff x="4411970" y="2468674"/>
            <a:chExt cx="747317" cy="167425"/>
          </a:xfrm>
        </p:grpSpPr>
        <p:sp>
          <p:nvSpPr>
            <p:cNvPr id="8860" name="Google Shape;8860;p75"/>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75"/>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62" name="Google Shape;8862;p75"/>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63" name="Google Shape;8863;p75"/>
          <p:cNvGrpSpPr/>
          <p:nvPr/>
        </p:nvGrpSpPr>
        <p:grpSpPr>
          <a:xfrm>
            <a:off x="997692" y="2334687"/>
            <a:ext cx="1959041" cy="208784"/>
            <a:chOff x="6336019" y="3733725"/>
            <a:chExt cx="2566206" cy="351310"/>
          </a:xfrm>
        </p:grpSpPr>
        <p:sp>
          <p:nvSpPr>
            <p:cNvPr id="8864" name="Google Shape;8864;p75"/>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75"/>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75"/>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75"/>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8" name="Google Shape;8868;p75"/>
          <p:cNvGrpSpPr/>
          <p:nvPr/>
        </p:nvGrpSpPr>
        <p:grpSpPr>
          <a:xfrm>
            <a:off x="1990126" y="3950602"/>
            <a:ext cx="946551" cy="153200"/>
            <a:chOff x="4404545" y="3301592"/>
            <a:chExt cx="782403" cy="129272"/>
          </a:xfrm>
        </p:grpSpPr>
        <p:sp>
          <p:nvSpPr>
            <p:cNvPr id="8869" name="Google Shape;8869;p75"/>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75"/>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1" name="Google Shape;8871;p75"/>
          <p:cNvGrpSpPr/>
          <p:nvPr/>
        </p:nvGrpSpPr>
        <p:grpSpPr>
          <a:xfrm>
            <a:off x="1990126" y="3695937"/>
            <a:ext cx="962257" cy="139127"/>
            <a:chOff x="4411970" y="3131459"/>
            <a:chExt cx="710520" cy="117397"/>
          </a:xfrm>
        </p:grpSpPr>
        <p:sp>
          <p:nvSpPr>
            <p:cNvPr id="8872" name="Google Shape;8872;p75"/>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75"/>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8874" name="Google Shape;8874;p75"/>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75" name="Google Shape;8875;p75"/>
          <p:cNvGrpSpPr/>
          <p:nvPr/>
        </p:nvGrpSpPr>
        <p:grpSpPr>
          <a:xfrm>
            <a:off x="990271" y="3621603"/>
            <a:ext cx="823838" cy="458988"/>
            <a:chOff x="4411970" y="1801825"/>
            <a:chExt cx="734586" cy="409262"/>
          </a:xfrm>
        </p:grpSpPr>
        <p:sp>
          <p:nvSpPr>
            <p:cNvPr id="8876" name="Google Shape;8876;p75"/>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75"/>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8" name="Google Shape;8878;p75"/>
          <p:cNvGrpSpPr/>
          <p:nvPr/>
        </p:nvGrpSpPr>
        <p:grpSpPr>
          <a:xfrm>
            <a:off x="3095243" y="2339173"/>
            <a:ext cx="521514" cy="521514"/>
            <a:chOff x="5681300" y="2527788"/>
            <a:chExt cx="805800" cy="805800"/>
          </a:xfrm>
        </p:grpSpPr>
        <p:sp>
          <p:nvSpPr>
            <p:cNvPr id="8879" name="Google Shape;8879;p75"/>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75"/>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1" name="Google Shape;8881;p75"/>
          <p:cNvGrpSpPr/>
          <p:nvPr/>
        </p:nvGrpSpPr>
        <p:grpSpPr>
          <a:xfrm>
            <a:off x="3089483" y="3094865"/>
            <a:ext cx="533033" cy="533033"/>
            <a:chOff x="4049800" y="640400"/>
            <a:chExt cx="858900" cy="858900"/>
          </a:xfrm>
        </p:grpSpPr>
        <p:sp>
          <p:nvSpPr>
            <p:cNvPr id="8882" name="Google Shape;8882;p75"/>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75"/>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4" name="Google Shape;8884;p75"/>
          <p:cNvGrpSpPr/>
          <p:nvPr/>
        </p:nvGrpSpPr>
        <p:grpSpPr>
          <a:xfrm>
            <a:off x="3014966" y="3772543"/>
            <a:ext cx="682068" cy="682068"/>
            <a:chOff x="5080188" y="927900"/>
            <a:chExt cx="961200" cy="961200"/>
          </a:xfrm>
        </p:grpSpPr>
        <p:sp>
          <p:nvSpPr>
            <p:cNvPr id="8885" name="Google Shape;8885;p75"/>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75"/>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75"/>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75"/>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75"/>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75"/>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75"/>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75"/>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3" name="Google Shape;8893;p75"/>
          <p:cNvGrpSpPr/>
          <p:nvPr/>
        </p:nvGrpSpPr>
        <p:grpSpPr>
          <a:xfrm>
            <a:off x="4478465" y="3869234"/>
            <a:ext cx="505650" cy="504006"/>
            <a:chOff x="6039282" y="1042577"/>
            <a:chExt cx="734315" cy="731929"/>
          </a:xfrm>
        </p:grpSpPr>
        <p:sp>
          <p:nvSpPr>
            <p:cNvPr id="8894" name="Google Shape;8894;p75"/>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75"/>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75"/>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75"/>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75"/>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75"/>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75"/>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75"/>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75"/>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75"/>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75"/>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75"/>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75"/>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75"/>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75"/>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75"/>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75"/>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75"/>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75"/>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75"/>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75"/>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5" name="Google Shape;8915;p75"/>
          <p:cNvGrpSpPr/>
          <p:nvPr/>
        </p:nvGrpSpPr>
        <p:grpSpPr>
          <a:xfrm>
            <a:off x="5091067" y="2298862"/>
            <a:ext cx="567744" cy="602136"/>
            <a:chOff x="1825800" y="1651625"/>
            <a:chExt cx="539989" cy="571775"/>
          </a:xfrm>
        </p:grpSpPr>
        <p:sp>
          <p:nvSpPr>
            <p:cNvPr id="8916" name="Google Shape;8916;p75"/>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75"/>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75"/>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75"/>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0" name="Google Shape;8920;p75"/>
          <p:cNvGrpSpPr/>
          <p:nvPr/>
        </p:nvGrpSpPr>
        <p:grpSpPr>
          <a:xfrm>
            <a:off x="3765995" y="3855579"/>
            <a:ext cx="508123" cy="507955"/>
            <a:chOff x="1897577" y="2802432"/>
            <a:chExt cx="492176" cy="492014"/>
          </a:xfrm>
        </p:grpSpPr>
        <p:sp>
          <p:nvSpPr>
            <p:cNvPr id="8921" name="Google Shape;8921;p75"/>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75"/>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75"/>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75"/>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75"/>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75"/>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75"/>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75"/>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75"/>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75"/>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75"/>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75"/>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3" name="Google Shape;8933;p75"/>
          <p:cNvGrpSpPr/>
          <p:nvPr/>
        </p:nvGrpSpPr>
        <p:grpSpPr>
          <a:xfrm>
            <a:off x="997525" y="4169123"/>
            <a:ext cx="809227" cy="200842"/>
            <a:chOff x="2013045" y="4813233"/>
            <a:chExt cx="921986" cy="228854"/>
          </a:xfrm>
        </p:grpSpPr>
        <p:sp>
          <p:nvSpPr>
            <p:cNvPr id="8934" name="Google Shape;8934;p75"/>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75"/>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6" name="Google Shape;8936;p75"/>
          <p:cNvGrpSpPr/>
          <p:nvPr/>
        </p:nvGrpSpPr>
        <p:grpSpPr>
          <a:xfrm>
            <a:off x="1005985" y="2656004"/>
            <a:ext cx="792421" cy="269941"/>
            <a:chOff x="1046767" y="4756633"/>
            <a:chExt cx="859646" cy="292841"/>
          </a:xfrm>
        </p:grpSpPr>
        <p:sp>
          <p:nvSpPr>
            <p:cNvPr id="8937" name="Google Shape;8937;p75"/>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75"/>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75"/>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40" name="Google Shape;8940;p75"/>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75"/>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75"/>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75"/>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44" name="Google Shape;8944;p75"/>
          <p:cNvGrpSpPr/>
          <p:nvPr/>
        </p:nvGrpSpPr>
        <p:grpSpPr>
          <a:xfrm>
            <a:off x="7141841" y="2550562"/>
            <a:ext cx="166473" cy="141497"/>
            <a:chOff x="4660325" y="1866850"/>
            <a:chExt cx="68350" cy="58100"/>
          </a:xfrm>
        </p:grpSpPr>
        <p:sp>
          <p:nvSpPr>
            <p:cNvPr id="8945" name="Google Shape;8945;p75"/>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75"/>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7" name="Google Shape;8947;p75"/>
          <p:cNvGrpSpPr/>
          <p:nvPr/>
        </p:nvGrpSpPr>
        <p:grpSpPr>
          <a:xfrm>
            <a:off x="7451186" y="2576286"/>
            <a:ext cx="162515" cy="90049"/>
            <a:chOff x="4791775" y="1877500"/>
            <a:chExt cx="66725" cy="36975"/>
          </a:xfrm>
        </p:grpSpPr>
        <p:sp>
          <p:nvSpPr>
            <p:cNvPr id="8948" name="Google Shape;8948;p75"/>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75"/>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0" name="Google Shape;8950;p75"/>
          <p:cNvGrpSpPr/>
          <p:nvPr/>
        </p:nvGrpSpPr>
        <p:grpSpPr>
          <a:xfrm>
            <a:off x="7772899" y="2576286"/>
            <a:ext cx="144979" cy="90049"/>
            <a:chOff x="4923925" y="1877500"/>
            <a:chExt cx="59525" cy="36975"/>
          </a:xfrm>
        </p:grpSpPr>
        <p:sp>
          <p:nvSpPr>
            <p:cNvPr id="8951" name="Google Shape;8951;p75"/>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75"/>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3" name="Google Shape;8953;p75"/>
          <p:cNvGrpSpPr/>
          <p:nvPr/>
        </p:nvGrpSpPr>
        <p:grpSpPr>
          <a:xfrm>
            <a:off x="8067390" y="2558477"/>
            <a:ext cx="141447" cy="125667"/>
            <a:chOff x="5058450" y="1870100"/>
            <a:chExt cx="58075" cy="51600"/>
          </a:xfrm>
        </p:grpSpPr>
        <p:sp>
          <p:nvSpPr>
            <p:cNvPr id="8954" name="Google Shape;8954;p75"/>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75"/>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6" name="Google Shape;8956;p75"/>
          <p:cNvGrpSpPr/>
          <p:nvPr/>
        </p:nvGrpSpPr>
        <p:grpSpPr>
          <a:xfrm>
            <a:off x="7481905" y="2980885"/>
            <a:ext cx="101077" cy="107645"/>
            <a:chOff x="4811425" y="2065025"/>
            <a:chExt cx="41500" cy="44200"/>
          </a:xfrm>
        </p:grpSpPr>
        <p:sp>
          <p:nvSpPr>
            <p:cNvPr id="8957" name="Google Shape;8957;p75"/>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75"/>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9" name="Google Shape;8959;p75"/>
          <p:cNvGrpSpPr/>
          <p:nvPr/>
        </p:nvGrpSpPr>
        <p:grpSpPr>
          <a:xfrm>
            <a:off x="7774342" y="2981098"/>
            <a:ext cx="120867" cy="107218"/>
            <a:chOff x="4929875" y="2065025"/>
            <a:chExt cx="49625" cy="44025"/>
          </a:xfrm>
        </p:grpSpPr>
        <p:sp>
          <p:nvSpPr>
            <p:cNvPr id="8960" name="Google Shape;8960;p75"/>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75"/>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2" name="Google Shape;8962;p75"/>
          <p:cNvGrpSpPr/>
          <p:nvPr/>
        </p:nvGrpSpPr>
        <p:grpSpPr>
          <a:xfrm>
            <a:off x="8103011" y="2984112"/>
            <a:ext cx="70206" cy="101191"/>
            <a:chOff x="5083925" y="2066350"/>
            <a:chExt cx="28825" cy="41550"/>
          </a:xfrm>
        </p:grpSpPr>
        <p:sp>
          <p:nvSpPr>
            <p:cNvPr id="8963" name="Google Shape;8963;p75"/>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75"/>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5" name="Google Shape;8965;p75"/>
          <p:cNvGrpSpPr/>
          <p:nvPr/>
        </p:nvGrpSpPr>
        <p:grpSpPr>
          <a:xfrm>
            <a:off x="7134565" y="2999759"/>
            <a:ext cx="181026" cy="69896"/>
            <a:chOff x="4659775" y="2072775"/>
            <a:chExt cx="74325" cy="28700"/>
          </a:xfrm>
        </p:grpSpPr>
        <p:sp>
          <p:nvSpPr>
            <p:cNvPr id="8966" name="Google Shape;8966;p75"/>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75"/>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75"/>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9" name="Google Shape;8969;p75"/>
          <p:cNvGrpSpPr/>
          <p:nvPr/>
        </p:nvGrpSpPr>
        <p:grpSpPr>
          <a:xfrm>
            <a:off x="8054421" y="2790324"/>
            <a:ext cx="167387" cy="89197"/>
            <a:chOff x="4662475" y="1976500"/>
            <a:chExt cx="68725" cy="36625"/>
          </a:xfrm>
        </p:grpSpPr>
        <p:sp>
          <p:nvSpPr>
            <p:cNvPr id="8970" name="Google Shape;8970;p75"/>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75"/>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75"/>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3" name="Google Shape;8973;p75"/>
          <p:cNvGrpSpPr/>
          <p:nvPr/>
        </p:nvGrpSpPr>
        <p:grpSpPr>
          <a:xfrm>
            <a:off x="7751326" y="2793764"/>
            <a:ext cx="166899" cy="82317"/>
            <a:chOff x="4920150" y="1977875"/>
            <a:chExt cx="68525" cy="33800"/>
          </a:xfrm>
        </p:grpSpPr>
        <p:sp>
          <p:nvSpPr>
            <p:cNvPr id="8974" name="Google Shape;8974;p75"/>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75"/>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75"/>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7" name="Google Shape;8977;p75"/>
          <p:cNvGrpSpPr/>
          <p:nvPr/>
        </p:nvGrpSpPr>
        <p:grpSpPr>
          <a:xfrm>
            <a:off x="7162483" y="3197682"/>
            <a:ext cx="125190" cy="127859"/>
            <a:chOff x="4676550" y="2160575"/>
            <a:chExt cx="51400" cy="52500"/>
          </a:xfrm>
        </p:grpSpPr>
        <p:sp>
          <p:nvSpPr>
            <p:cNvPr id="8978" name="Google Shape;8978;p75"/>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75"/>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75"/>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1" name="Google Shape;8981;p75"/>
          <p:cNvGrpSpPr/>
          <p:nvPr/>
        </p:nvGrpSpPr>
        <p:grpSpPr>
          <a:xfrm>
            <a:off x="7459741" y="3204714"/>
            <a:ext cx="145405" cy="113794"/>
            <a:chOff x="4768325" y="2163475"/>
            <a:chExt cx="59700" cy="46725"/>
          </a:xfrm>
        </p:grpSpPr>
        <p:sp>
          <p:nvSpPr>
            <p:cNvPr id="8982" name="Google Shape;8982;p75"/>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75"/>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84" name="Google Shape;8984;p75"/>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75"/>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75"/>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75"/>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75"/>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75"/>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90" name="Google Shape;8990;p75"/>
          <p:cNvGrpSpPr/>
          <p:nvPr/>
        </p:nvGrpSpPr>
        <p:grpSpPr>
          <a:xfrm>
            <a:off x="7476059" y="3459808"/>
            <a:ext cx="112768" cy="106853"/>
            <a:chOff x="4768575" y="2253950"/>
            <a:chExt cx="46300" cy="43875"/>
          </a:xfrm>
        </p:grpSpPr>
        <p:sp>
          <p:nvSpPr>
            <p:cNvPr id="8991" name="Google Shape;8991;p75"/>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75"/>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3" name="Google Shape;8993;p75"/>
          <p:cNvGrpSpPr/>
          <p:nvPr/>
        </p:nvGrpSpPr>
        <p:grpSpPr>
          <a:xfrm>
            <a:off x="7775682" y="3948834"/>
            <a:ext cx="118187" cy="146246"/>
            <a:chOff x="4960900" y="2433225"/>
            <a:chExt cx="48525" cy="60050"/>
          </a:xfrm>
        </p:grpSpPr>
        <p:sp>
          <p:nvSpPr>
            <p:cNvPr id="8994" name="Google Shape;8994;p75"/>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75"/>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6" name="Google Shape;8996;p75"/>
          <p:cNvGrpSpPr/>
          <p:nvPr/>
        </p:nvGrpSpPr>
        <p:grpSpPr>
          <a:xfrm>
            <a:off x="7464247" y="4212895"/>
            <a:ext cx="136394" cy="143810"/>
            <a:chOff x="4854075" y="2527625"/>
            <a:chExt cx="56000" cy="59050"/>
          </a:xfrm>
        </p:grpSpPr>
        <p:sp>
          <p:nvSpPr>
            <p:cNvPr id="8997" name="Google Shape;8997;p75"/>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75"/>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99" name="Google Shape;8999;p75"/>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75"/>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75"/>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02" name="Google Shape;9002;p75"/>
          <p:cNvGrpSpPr/>
          <p:nvPr/>
        </p:nvGrpSpPr>
        <p:grpSpPr>
          <a:xfrm>
            <a:off x="8088458" y="3676639"/>
            <a:ext cx="99312" cy="160797"/>
            <a:chOff x="5059700" y="2334775"/>
            <a:chExt cx="40775" cy="66025"/>
          </a:xfrm>
        </p:grpSpPr>
        <p:sp>
          <p:nvSpPr>
            <p:cNvPr id="9003" name="Google Shape;9003;p75"/>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75"/>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75"/>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75"/>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75"/>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75"/>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75"/>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75"/>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75"/>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2" name="Google Shape;9012;p75"/>
          <p:cNvGrpSpPr/>
          <p:nvPr/>
        </p:nvGrpSpPr>
        <p:grpSpPr>
          <a:xfrm>
            <a:off x="8045622" y="3941771"/>
            <a:ext cx="184984" cy="160371"/>
            <a:chOff x="5037700" y="2430325"/>
            <a:chExt cx="75950" cy="65850"/>
          </a:xfrm>
        </p:grpSpPr>
        <p:sp>
          <p:nvSpPr>
            <p:cNvPr id="9013" name="Google Shape;9013;p75"/>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75"/>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5" name="Google Shape;9015;p75"/>
          <p:cNvGrpSpPr/>
          <p:nvPr/>
        </p:nvGrpSpPr>
        <p:grpSpPr>
          <a:xfrm>
            <a:off x="7465128" y="3708223"/>
            <a:ext cx="173014" cy="97629"/>
            <a:chOff x="4756975" y="2341800"/>
            <a:chExt cx="91975" cy="51925"/>
          </a:xfrm>
        </p:grpSpPr>
        <p:sp>
          <p:nvSpPr>
            <p:cNvPr id="9016" name="Google Shape;9016;p75"/>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75"/>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75"/>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75"/>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75"/>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75"/>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75"/>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75"/>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75"/>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75"/>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75"/>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75"/>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75"/>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75"/>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75"/>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75"/>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75"/>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75"/>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75"/>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75"/>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6" name="Google Shape;9036;p75"/>
          <p:cNvGrpSpPr/>
          <p:nvPr/>
        </p:nvGrpSpPr>
        <p:grpSpPr>
          <a:xfrm>
            <a:off x="7732065" y="4196920"/>
            <a:ext cx="212497" cy="175761"/>
            <a:chOff x="4943575" y="2516350"/>
            <a:chExt cx="98675" cy="81700"/>
          </a:xfrm>
        </p:grpSpPr>
        <p:sp>
          <p:nvSpPr>
            <p:cNvPr id="9037" name="Google Shape;9037;p75"/>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75"/>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75"/>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75"/>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75"/>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75"/>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75"/>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75"/>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75"/>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75"/>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75"/>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75"/>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75"/>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75"/>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75"/>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75"/>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75"/>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75"/>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75"/>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75"/>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75"/>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75"/>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75"/>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75"/>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75"/>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75"/>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75"/>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75"/>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75"/>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75"/>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75"/>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75"/>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75"/>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75"/>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75"/>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75"/>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75"/>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75"/>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75"/>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75"/>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75"/>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75"/>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75"/>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75"/>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75"/>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75"/>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75"/>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75"/>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75"/>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75"/>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75"/>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75"/>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75"/>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75"/>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75"/>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75"/>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75"/>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75"/>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75"/>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75"/>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75"/>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75"/>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75"/>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75"/>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75"/>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75"/>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75"/>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75"/>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75"/>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75"/>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75"/>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75"/>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75"/>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75"/>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75"/>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75"/>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75"/>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75"/>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15" name="Google Shape;9115;p75"/>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75"/>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75"/>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75"/>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75"/>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23" name="Shape 9123"/>
        <p:cNvGrpSpPr/>
        <p:nvPr/>
      </p:nvGrpSpPr>
      <p:grpSpPr>
        <a:xfrm>
          <a:off x="0" y="0"/>
          <a:ext cx="0" cy="0"/>
          <a:chOff x="0" y="0"/>
          <a:chExt cx="0" cy="0"/>
        </a:xfrm>
      </p:grpSpPr>
      <p:grpSp>
        <p:nvGrpSpPr>
          <p:cNvPr id="9124" name="Google Shape;9124;p76"/>
          <p:cNvGrpSpPr/>
          <p:nvPr/>
        </p:nvGrpSpPr>
        <p:grpSpPr>
          <a:xfrm>
            <a:off x="719115" y="2852867"/>
            <a:ext cx="2622876" cy="1333540"/>
            <a:chOff x="238125" y="1038125"/>
            <a:chExt cx="7146800" cy="3633625"/>
          </a:xfrm>
        </p:grpSpPr>
        <p:sp>
          <p:nvSpPr>
            <p:cNvPr id="9125" name="Google Shape;9125;p76"/>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76"/>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76"/>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76"/>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76"/>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76"/>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76"/>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76"/>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76"/>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76"/>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76"/>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76"/>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76"/>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76"/>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76"/>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76"/>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76"/>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76"/>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76"/>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76"/>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76"/>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76"/>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76"/>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76"/>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76"/>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76"/>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76"/>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76"/>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76"/>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76"/>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76"/>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76"/>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76"/>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76"/>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76"/>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76"/>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76"/>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76"/>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76"/>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76"/>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76"/>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76"/>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76"/>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76"/>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76"/>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76"/>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76"/>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76"/>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76"/>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76"/>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76"/>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76"/>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76"/>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76"/>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76"/>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76"/>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76"/>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76"/>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76"/>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76"/>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76"/>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76"/>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76"/>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76"/>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76"/>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76"/>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76"/>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76"/>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76"/>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76"/>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76"/>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76"/>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76"/>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76"/>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76"/>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76"/>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76"/>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76"/>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76"/>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76"/>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76"/>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76"/>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76"/>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76"/>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76"/>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76"/>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76"/>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76"/>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76"/>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76"/>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76"/>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76"/>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76"/>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76"/>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76"/>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76"/>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76"/>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76"/>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76"/>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76"/>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76"/>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76"/>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76"/>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76"/>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76"/>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76"/>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76"/>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76"/>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76"/>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76"/>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76"/>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76"/>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76"/>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76"/>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76"/>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76"/>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76"/>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76"/>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76"/>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76"/>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76"/>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76"/>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76"/>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76"/>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76"/>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76"/>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76"/>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76"/>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76"/>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76"/>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76"/>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76"/>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76"/>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76"/>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76"/>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76"/>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76"/>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76"/>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76"/>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76"/>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76"/>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76"/>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76"/>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76"/>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76"/>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76"/>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76"/>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76"/>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76"/>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76"/>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76"/>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76"/>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76"/>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76"/>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76"/>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76"/>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76"/>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76"/>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76"/>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76"/>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76"/>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76"/>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76"/>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76"/>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76"/>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76"/>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76"/>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76"/>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76"/>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76"/>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76"/>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76"/>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76"/>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76"/>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76"/>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76"/>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76"/>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76"/>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76"/>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76"/>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76"/>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76"/>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76"/>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76"/>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76"/>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76"/>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76"/>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76"/>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76"/>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76"/>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76"/>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76"/>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76"/>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76"/>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76"/>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76"/>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76"/>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76"/>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76"/>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76"/>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76"/>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76"/>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76"/>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76"/>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76"/>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76"/>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76"/>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76"/>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76"/>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76"/>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76"/>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76"/>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76"/>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76"/>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76"/>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76"/>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76"/>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76"/>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76"/>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76"/>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76"/>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76"/>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76"/>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76"/>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76"/>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76"/>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76"/>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76"/>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76"/>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76"/>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76"/>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76"/>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76"/>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76"/>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76"/>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76"/>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76"/>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76"/>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76"/>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76"/>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76"/>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76"/>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76"/>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76"/>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76"/>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76"/>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76"/>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76"/>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76"/>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76"/>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76"/>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76"/>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76"/>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76"/>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76"/>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76"/>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76"/>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76"/>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76"/>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76"/>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76"/>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76"/>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76"/>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76"/>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76"/>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76"/>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76"/>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76"/>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76"/>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76"/>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76"/>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76"/>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76"/>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76"/>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76"/>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76"/>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76"/>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76"/>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76"/>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76"/>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76"/>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76"/>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76"/>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76"/>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76"/>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76"/>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76"/>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76"/>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76"/>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76"/>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76"/>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76"/>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76"/>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76"/>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76"/>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76"/>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76"/>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76"/>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76"/>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76"/>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76"/>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76"/>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76"/>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76"/>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76"/>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76"/>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76"/>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76"/>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76"/>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76"/>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76"/>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76"/>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76"/>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76"/>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76"/>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76"/>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76"/>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76"/>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76"/>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76"/>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76"/>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76"/>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76"/>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76"/>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76"/>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76"/>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76"/>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76"/>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76"/>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76"/>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76"/>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76"/>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76"/>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76"/>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76"/>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76"/>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76"/>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76"/>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76"/>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76"/>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76"/>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76"/>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76"/>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76"/>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76"/>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76"/>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76"/>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76"/>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76"/>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76"/>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76"/>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76"/>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76"/>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76"/>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76"/>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76"/>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76"/>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76"/>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76"/>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76"/>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76"/>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76"/>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76"/>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76"/>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76"/>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76"/>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76"/>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76"/>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76"/>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76"/>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76"/>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76"/>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76"/>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76"/>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76"/>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76"/>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76"/>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76"/>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76"/>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76"/>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76"/>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76"/>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76"/>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76"/>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76"/>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76"/>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76"/>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76"/>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76"/>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76"/>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76"/>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76"/>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76"/>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76"/>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76"/>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76"/>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76"/>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76"/>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76"/>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76"/>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76"/>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76"/>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76"/>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76"/>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76"/>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76"/>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76"/>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76"/>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76"/>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76"/>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76"/>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76"/>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76"/>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76"/>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76"/>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76"/>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76"/>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76"/>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76"/>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76"/>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76"/>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76"/>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76"/>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76"/>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76"/>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76"/>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76"/>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76"/>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76"/>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76"/>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76"/>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76"/>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76"/>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76"/>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76"/>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76"/>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76"/>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76"/>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76"/>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76"/>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76"/>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76"/>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76"/>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76"/>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76"/>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76"/>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76"/>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76"/>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76"/>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76"/>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76"/>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76"/>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76"/>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76"/>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76"/>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76"/>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76"/>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76"/>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76"/>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76"/>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76"/>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76"/>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76"/>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76"/>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76"/>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76"/>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76"/>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76"/>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76"/>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76"/>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76"/>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76"/>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76"/>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76"/>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76"/>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76"/>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76"/>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76"/>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76"/>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76"/>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76"/>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76"/>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76"/>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76"/>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76"/>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76"/>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76"/>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76"/>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76"/>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76"/>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76"/>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76"/>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76"/>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76"/>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76"/>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76"/>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76"/>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76"/>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76"/>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76"/>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76"/>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76"/>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76"/>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76"/>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76"/>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76"/>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76"/>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76"/>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76"/>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76"/>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76"/>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76"/>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76"/>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76"/>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76"/>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76"/>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76"/>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76"/>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76"/>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76"/>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76"/>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76"/>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76"/>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76"/>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76"/>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76"/>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76"/>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76"/>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76"/>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76"/>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76"/>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76"/>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76"/>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76"/>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76"/>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76"/>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76"/>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76"/>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76"/>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76"/>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76"/>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76"/>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76"/>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76"/>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76"/>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76"/>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76"/>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76"/>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76"/>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76"/>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76"/>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76"/>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76"/>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76"/>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76"/>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76"/>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76"/>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76"/>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76"/>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76"/>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76"/>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76"/>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76"/>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76"/>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76"/>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76"/>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76"/>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76"/>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76"/>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76"/>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76"/>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76"/>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76"/>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76"/>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76"/>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76"/>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76"/>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76"/>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76"/>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76"/>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76"/>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76"/>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76"/>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76"/>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76"/>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76"/>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76"/>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76"/>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76"/>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76"/>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76"/>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76"/>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76"/>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76"/>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76"/>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76"/>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76"/>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76"/>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76"/>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76"/>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76"/>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76"/>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76"/>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76"/>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76"/>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76"/>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76"/>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76"/>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76"/>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76"/>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76"/>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76"/>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76"/>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76"/>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76"/>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76"/>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76"/>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76"/>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76"/>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76"/>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76"/>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76"/>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76"/>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76"/>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76"/>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76"/>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76"/>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76"/>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76"/>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76"/>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76"/>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76"/>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76"/>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76"/>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76"/>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76"/>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76"/>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76"/>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76"/>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76"/>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76"/>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76"/>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76"/>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76"/>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76"/>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76"/>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76"/>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76"/>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76"/>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76"/>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76"/>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76"/>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76"/>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76"/>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76"/>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76"/>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76"/>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76"/>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76"/>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76"/>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76"/>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76"/>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76"/>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76"/>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76"/>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76"/>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76"/>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76"/>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76"/>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76"/>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76"/>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76"/>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76"/>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76"/>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76"/>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76"/>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76"/>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76"/>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76"/>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76"/>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76"/>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76"/>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76"/>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76"/>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76"/>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76"/>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76"/>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76"/>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76"/>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76"/>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76"/>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76"/>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76"/>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76"/>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76"/>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76"/>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76"/>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76"/>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76"/>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76"/>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76"/>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76"/>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76"/>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76"/>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76"/>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76"/>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76"/>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76"/>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76"/>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76"/>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76"/>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76"/>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76"/>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76"/>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76"/>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76"/>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76"/>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76"/>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76"/>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76"/>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76"/>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76"/>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76"/>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76"/>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76"/>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76"/>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76"/>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76"/>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76"/>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76"/>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76"/>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76"/>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76"/>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76"/>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76"/>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76"/>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76"/>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76"/>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76"/>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76"/>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76"/>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76"/>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76"/>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76"/>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76"/>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76"/>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76"/>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76"/>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76"/>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76"/>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76"/>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76"/>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76"/>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76"/>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76"/>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76"/>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76"/>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76"/>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76"/>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76"/>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76"/>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76"/>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76"/>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76"/>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76"/>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76"/>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76"/>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76"/>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76"/>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76"/>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76"/>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76"/>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76"/>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76"/>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76"/>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76"/>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76"/>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76"/>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76"/>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76"/>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76"/>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76"/>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76"/>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76"/>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76"/>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76"/>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76"/>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76"/>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76"/>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76"/>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76"/>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76"/>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76"/>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76"/>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76"/>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76"/>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76"/>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76"/>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76"/>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76"/>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76"/>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76"/>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76"/>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76"/>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76"/>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76"/>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76"/>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76"/>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76"/>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76"/>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76"/>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76"/>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76"/>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76"/>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76"/>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76"/>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76"/>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76"/>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76"/>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76"/>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76"/>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76"/>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76"/>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76"/>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76"/>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76"/>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76"/>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76"/>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76"/>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76"/>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76"/>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76"/>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76"/>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76"/>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76"/>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76"/>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76"/>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76"/>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76"/>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76"/>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76"/>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76"/>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76"/>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76"/>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76"/>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76"/>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76"/>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76"/>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76"/>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76"/>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76"/>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76"/>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76"/>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76"/>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76"/>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76"/>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76"/>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76"/>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76"/>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76"/>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76"/>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76"/>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76"/>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76"/>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76"/>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76"/>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76"/>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76"/>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76"/>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76"/>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76"/>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76"/>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76"/>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76"/>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76"/>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76"/>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76"/>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76"/>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76"/>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76"/>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76"/>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76"/>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76"/>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76"/>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76"/>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76"/>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76"/>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76"/>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76"/>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76"/>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76"/>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76"/>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76"/>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76"/>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76"/>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76"/>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76"/>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76"/>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76"/>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76"/>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76"/>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76"/>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76"/>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76"/>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76"/>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76"/>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76"/>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76"/>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76"/>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76"/>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76"/>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76"/>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76"/>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76"/>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76"/>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76"/>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76"/>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76"/>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76"/>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76"/>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76"/>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76"/>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76"/>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76"/>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76"/>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76"/>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76"/>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76"/>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76"/>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76"/>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76"/>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76"/>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76"/>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76"/>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76"/>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76"/>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76"/>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76"/>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76"/>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76"/>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76"/>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76"/>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76"/>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76"/>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76"/>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76"/>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76"/>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76"/>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76"/>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76"/>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76"/>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76"/>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76"/>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76"/>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76"/>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76"/>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76"/>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76"/>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76"/>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76"/>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76"/>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76"/>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76"/>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76"/>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76"/>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76"/>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76"/>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76"/>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76"/>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76"/>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76"/>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76"/>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76"/>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76"/>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76"/>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76"/>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76"/>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76"/>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76"/>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76"/>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76"/>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76"/>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76"/>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76"/>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76"/>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76"/>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76"/>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76"/>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76"/>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76"/>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76"/>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76"/>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76"/>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76"/>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76"/>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76"/>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76"/>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76"/>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76"/>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76"/>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76"/>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76"/>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76"/>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76"/>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76"/>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76"/>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76"/>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76"/>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76"/>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76"/>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76"/>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76"/>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76"/>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76"/>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76"/>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76"/>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76"/>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76"/>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76"/>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76"/>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76"/>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76"/>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76"/>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76"/>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76"/>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76"/>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76"/>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76"/>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76"/>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76"/>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76"/>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76"/>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76"/>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76"/>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76"/>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76"/>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76"/>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76"/>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76"/>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76"/>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76"/>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76"/>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76"/>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76"/>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76"/>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76"/>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76"/>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76"/>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76"/>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76"/>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76"/>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76"/>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76"/>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76"/>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76"/>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76"/>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76"/>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76"/>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76"/>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76"/>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76"/>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76"/>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76"/>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76"/>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76"/>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76"/>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76"/>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76"/>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76"/>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76"/>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76"/>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76"/>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76"/>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76"/>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76"/>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76"/>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76"/>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76"/>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76"/>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76"/>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76"/>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76"/>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76"/>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76"/>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76"/>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76"/>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76"/>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76"/>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76"/>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76"/>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76"/>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76"/>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76"/>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76"/>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76"/>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76"/>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76"/>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76"/>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76"/>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76"/>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76"/>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76"/>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76"/>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76"/>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76"/>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76"/>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76"/>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76"/>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76"/>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76"/>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76"/>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76"/>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76"/>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76"/>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76"/>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76"/>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76"/>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76"/>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76"/>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76"/>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76"/>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76"/>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76"/>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76"/>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76"/>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76"/>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76"/>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76"/>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76"/>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76"/>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76"/>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76"/>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76"/>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76"/>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76"/>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76"/>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76"/>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76"/>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76"/>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76"/>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76"/>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76"/>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76"/>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76"/>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76"/>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76"/>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76"/>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76"/>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76"/>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76"/>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76"/>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76"/>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76"/>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76"/>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76"/>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76"/>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76"/>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76"/>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76"/>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76"/>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76"/>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76"/>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76"/>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76"/>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76"/>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76"/>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76"/>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76"/>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76"/>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76"/>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76"/>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76"/>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76"/>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76"/>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76"/>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76"/>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76"/>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76"/>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76"/>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76"/>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76"/>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76"/>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76"/>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76"/>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76"/>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76"/>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76"/>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76"/>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76"/>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76"/>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76"/>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76"/>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76"/>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76"/>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76"/>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76"/>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76"/>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76"/>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76"/>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76"/>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76"/>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76"/>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76"/>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76"/>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76"/>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76"/>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76"/>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76"/>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76"/>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76"/>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76"/>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76"/>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76"/>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76"/>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76"/>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76"/>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76"/>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76"/>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76"/>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76"/>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76"/>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76"/>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76"/>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76"/>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76"/>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76"/>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76"/>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76"/>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76"/>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76"/>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76"/>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76"/>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76"/>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76"/>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76"/>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76"/>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76"/>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76"/>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76"/>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76"/>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76"/>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76"/>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76"/>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76"/>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76"/>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76"/>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76"/>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76"/>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76"/>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76"/>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76"/>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76"/>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76"/>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76"/>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76"/>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76"/>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76"/>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76"/>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76"/>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76"/>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76"/>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76"/>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76"/>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76"/>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76"/>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76"/>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76"/>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76"/>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76"/>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76"/>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76"/>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76"/>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76"/>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76"/>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76"/>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76"/>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76"/>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76"/>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76"/>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76"/>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76"/>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76"/>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76"/>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76"/>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76"/>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76"/>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76"/>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76"/>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76"/>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76"/>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76"/>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76"/>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76"/>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76"/>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76"/>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76"/>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76"/>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76"/>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76"/>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76"/>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76"/>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76"/>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76"/>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76"/>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76"/>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76"/>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76"/>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76"/>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76"/>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76"/>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76"/>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76"/>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76"/>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76"/>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76"/>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76"/>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76"/>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76"/>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76"/>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76"/>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76"/>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76"/>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76"/>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76"/>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76"/>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76"/>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76"/>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76"/>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76"/>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76"/>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76"/>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76"/>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76"/>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76"/>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76"/>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76"/>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76"/>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76"/>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76"/>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76"/>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76"/>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76"/>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76"/>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76"/>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76"/>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76"/>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76"/>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76"/>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76"/>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76"/>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76"/>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76"/>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76"/>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76"/>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76"/>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76"/>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76"/>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76"/>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76"/>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76"/>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76"/>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76"/>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76"/>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76"/>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76"/>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76"/>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76"/>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76"/>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76"/>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76"/>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76"/>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76"/>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76"/>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76"/>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76"/>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76"/>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76"/>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76"/>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76"/>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76"/>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76"/>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76"/>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76"/>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76"/>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76"/>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76"/>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76"/>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76"/>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76"/>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76"/>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76"/>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76"/>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76"/>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76"/>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76"/>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76"/>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76"/>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76"/>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76"/>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76"/>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76"/>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76"/>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76"/>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76"/>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76"/>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76"/>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76"/>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76"/>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76"/>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76"/>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76"/>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76"/>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76"/>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76"/>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76"/>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76"/>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76"/>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76"/>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76"/>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76"/>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76"/>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76"/>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76"/>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76"/>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76"/>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76"/>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76"/>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76"/>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76"/>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76"/>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76"/>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76"/>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76"/>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76"/>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76"/>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76"/>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76"/>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76"/>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76"/>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76"/>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76"/>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76"/>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76"/>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76"/>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76"/>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76"/>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76"/>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76"/>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76"/>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76"/>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76"/>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76"/>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76"/>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76"/>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76"/>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76"/>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76"/>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76"/>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76"/>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76"/>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76"/>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76"/>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76"/>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76"/>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76"/>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76"/>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76"/>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76"/>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76"/>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76"/>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76"/>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76"/>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76"/>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76"/>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76"/>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76"/>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76"/>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76"/>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76"/>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76"/>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76"/>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76"/>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76"/>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76"/>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76"/>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76"/>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76"/>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76"/>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76"/>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76"/>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76"/>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76"/>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76"/>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76"/>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76"/>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76"/>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76"/>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76"/>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76"/>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76"/>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76"/>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76"/>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76"/>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76"/>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76"/>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76"/>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76"/>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76"/>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76"/>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76"/>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76"/>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76"/>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76"/>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76"/>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76"/>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76"/>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76"/>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76"/>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76"/>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76"/>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76"/>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76"/>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76"/>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76"/>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76"/>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76"/>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76"/>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76"/>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76"/>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76"/>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76"/>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76"/>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76"/>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76"/>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76"/>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76"/>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76"/>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76"/>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76"/>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76"/>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76"/>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76"/>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76"/>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76"/>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76"/>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76"/>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76"/>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76"/>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76"/>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76"/>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76"/>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76"/>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76"/>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76"/>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76"/>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76"/>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76"/>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76"/>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76"/>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76"/>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76"/>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76"/>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76"/>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76"/>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76"/>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76"/>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76"/>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76"/>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76"/>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76"/>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76"/>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76"/>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7" name="Google Shape;10697;p76"/>
          <p:cNvGrpSpPr/>
          <p:nvPr/>
        </p:nvGrpSpPr>
        <p:grpSpPr>
          <a:xfrm>
            <a:off x="3574273" y="2854307"/>
            <a:ext cx="2241344" cy="1330656"/>
            <a:chOff x="3597785" y="3065882"/>
            <a:chExt cx="2241344" cy="1330656"/>
          </a:xfrm>
        </p:grpSpPr>
        <p:grpSp>
          <p:nvGrpSpPr>
            <p:cNvPr id="10698" name="Google Shape;10698;p76"/>
            <p:cNvGrpSpPr/>
            <p:nvPr/>
          </p:nvGrpSpPr>
          <p:grpSpPr>
            <a:xfrm>
              <a:off x="5296908" y="3937355"/>
              <a:ext cx="143198" cy="32380"/>
              <a:chOff x="5296908" y="3937355"/>
              <a:chExt cx="143198" cy="32380"/>
            </a:xfrm>
          </p:grpSpPr>
          <p:sp>
            <p:nvSpPr>
              <p:cNvPr id="10699" name="Google Shape;10699;p76"/>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00" name="Google Shape;10700;p76"/>
              <p:cNvGrpSpPr/>
              <p:nvPr/>
            </p:nvGrpSpPr>
            <p:grpSpPr>
              <a:xfrm>
                <a:off x="5402331" y="3937355"/>
                <a:ext cx="37776" cy="32380"/>
                <a:chOff x="5402331" y="3937355"/>
                <a:chExt cx="37776" cy="32380"/>
              </a:xfrm>
            </p:grpSpPr>
            <p:sp>
              <p:nvSpPr>
                <p:cNvPr id="10701" name="Google Shape;10701;p76"/>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76"/>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3" name="Google Shape;10703;p76"/>
              <p:cNvGrpSpPr/>
              <p:nvPr/>
            </p:nvGrpSpPr>
            <p:grpSpPr>
              <a:xfrm>
                <a:off x="5296908" y="3937355"/>
                <a:ext cx="37783" cy="32380"/>
                <a:chOff x="5296908" y="3937355"/>
                <a:chExt cx="37783" cy="32380"/>
              </a:xfrm>
            </p:grpSpPr>
            <p:sp>
              <p:nvSpPr>
                <p:cNvPr id="10704" name="Google Shape;10704;p76"/>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76"/>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706" name="Google Shape;10706;p76"/>
            <p:cNvGrpSpPr/>
            <p:nvPr/>
          </p:nvGrpSpPr>
          <p:grpSpPr>
            <a:xfrm>
              <a:off x="4724163" y="3119631"/>
              <a:ext cx="120838" cy="84218"/>
              <a:chOff x="4724163" y="3119631"/>
              <a:chExt cx="120838" cy="84218"/>
            </a:xfrm>
          </p:grpSpPr>
          <p:grpSp>
            <p:nvGrpSpPr>
              <p:cNvPr id="10707" name="Google Shape;10707;p76"/>
              <p:cNvGrpSpPr/>
              <p:nvPr/>
            </p:nvGrpSpPr>
            <p:grpSpPr>
              <a:xfrm>
                <a:off x="4746712" y="3132773"/>
                <a:ext cx="86869" cy="56424"/>
                <a:chOff x="4746712" y="3132773"/>
                <a:chExt cx="86869" cy="56424"/>
              </a:xfrm>
            </p:grpSpPr>
            <p:sp>
              <p:nvSpPr>
                <p:cNvPr id="10708" name="Google Shape;10708;p76"/>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76"/>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0" name="Google Shape;10710;p76"/>
              <p:cNvGrpSpPr/>
              <p:nvPr/>
            </p:nvGrpSpPr>
            <p:grpSpPr>
              <a:xfrm>
                <a:off x="4773634" y="3143336"/>
                <a:ext cx="37776" cy="32451"/>
                <a:chOff x="4773634" y="3143336"/>
                <a:chExt cx="37776" cy="32451"/>
              </a:xfrm>
            </p:grpSpPr>
            <p:sp>
              <p:nvSpPr>
                <p:cNvPr id="10711" name="Google Shape;10711;p76"/>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76"/>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3" name="Google Shape;10713;p76"/>
              <p:cNvGrpSpPr/>
              <p:nvPr/>
            </p:nvGrpSpPr>
            <p:grpSpPr>
              <a:xfrm>
                <a:off x="4724163" y="3131248"/>
                <a:ext cx="37776" cy="32459"/>
                <a:chOff x="4724163" y="3131248"/>
                <a:chExt cx="37776" cy="32459"/>
              </a:xfrm>
            </p:grpSpPr>
            <p:sp>
              <p:nvSpPr>
                <p:cNvPr id="10714" name="Google Shape;10714;p76"/>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76"/>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6" name="Google Shape;10716;p76"/>
              <p:cNvGrpSpPr/>
              <p:nvPr/>
            </p:nvGrpSpPr>
            <p:grpSpPr>
              <a:xfrm>
                <a:off x="4755081" y="3176054"/>
                <a:ext cx="32357" cy="27795"/>
                <a:chOff x="4755081" y="3176054"/>
                <a:chExt cx="32357" cy="27795"/>
              </a:xfrm>
            </p:grpSpPr>
            <p:sp>
              <p:nvSpPr>
                <p:cNvPr id="10717" name="Google Shape;10717;p76"/>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76"/>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9" name="Google Shape;10719;p76"/>
              <p:cNvGrpSpPr/>
              <p:nvPr/>
            </p:nvGrpSpPr>
            <p:grpSpPr>
              <a:xfrm>
                <a:off x="4812550" y="3119631"/>
                <a:ext cx="32451" cy="27803"/>
                <a:chOff x="4812550" y="3119631"/>
                <a:chExt cx="32451" cy="27803"/>
              </a:xfrm>
            </p:grpSpPr>
            <p:sp>
              <p:nvSpPr>
                <p:cNvPr id="10720" name="Google Shape;10720;p76"/>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76"/>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722" name="Google Shape;10722;p76"/>
            <p:cNvGrpSpPr/>
            <p:nvPr/>
          </p:nvGrpSpPr>
          <p:grpSpPr>
            <a:xfrm>
              <a:off x="5382826" y="4027197"/>
              <a:ext cx="268967" cy="250422"/>
              <a:chOff x="5382826" y="4027197"/>
              <a:chExt cx="268967" cy="250422"/>
            </a:xfrm>
          </p:grpSpPr>
          <p:grpSp>
            <p:nvGrpSpPr>
              <p:cNvPr id="10723" name="Google Shape;10723;p76"/>
              <p:cNvGrpSpPr/>
              <p:nvPr/>
            </p:nvGrpSpPr>
            <p:grpSpPr>
              <a:xfrm>
                <a:off x="5405280" y="4042510"/>
                <a:ext cx="237570" cy="218647"/>
                <a:chOff x="5405280" y="4042510"/>
                <a:chExt cx="237570" cy="218647"/>
              </a:xfrm>
            </p:grpSpPr>
            <p:sp>
              <p:nvSpPr>
                <p:cNvPr id="10724" name="Google Shape;10724;p76"/>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76"/>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76"/>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76"/>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76"/>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76"/>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0" name="Google Shape;10730;p76"/>
              <p:cNvGrpSpPr/>
              <p:nvPr/>
            </p:nvGrpSpPr>
            <p:grpSpPr>
              <a:xfrm>
                <a:off x="5382826" y="4125549"/>
                <a:ext cx="37776" cy="32380"/>
                <a:chOff x="5382826" y="4125549"/>
                <a:chExt cx="37776" cy="32380"/>
              </a:xfrm>
            </p:grpSpPr>
            <p:sp>
              <p:nvSpPr>
                <p:cNvPr id="10731" name="Google Shape;10731;p76"/>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76"/>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3" name="Google Shape;10733;p76"/>
              <p:cNvGrpSpPr/>
              <p:nvPr/>
            </p:nvGrpSpPr>
            <p:grpSpPr>
              <a:xfrm>
                <a:off x="5475680" y="4195587"/>
                <a:ext cx="37783" cy="32364"/>
                <a:chOff x="5475680" y="4195587"/>
                <a:chExt cx="37783" cy="32364"/>
              </a:xfrm>
            </p:grpSpPr>
            <p:sp>
              <p:nvSpPr>
                <p:cNvPr id="10734" name="Google Shape;10734;p76"/>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76"/>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6" name="Google Shape;10736;p76"/>
              <p:cNvGrpSpPr/>
              <p:nvPr/>
            </p:nvGrpSpPr>
            <p:grpSpPr>
              <a:xfrm>
                <a:off x="5532575" y="4027197"/>
                <a:ext cx="33308" cy="32262"/>
                <a:chOff x="5532575" y="4027197"/>
                <a:chExt cx="33308" cy="32262"/>
              </a:xfrm>
            </p:grpSpPr>
            <p:sp>
              <p:nvSpPr>
                <p:cNvPr id="10737" name="Google Shape;10737;p76"/>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76"/>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9" name="Google Shape;10739;p76"/>
              <p:cNvGrpSpPr/>
              <p:nvPr/>
            </p:nvGrpSpPr>
            <p:grpSpPr>
              <a:xfrm>
                <a:off x="5590706" y="4245348"/>
                <a:ext cx="33497" cy="32270"/>
                <a:chOff x="5590706" y="4245348"/>
                <a:chExt cx="33497" cy="32270"/>
              </a:xfrm>
            </p:grpSpPr>
            <p:sp>
              <p:nvSpPr>
                <p:cNvPr id="10740" name="Google Shape;10740;p76"/>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76"/>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2" name="Google Shape;10742;p76"/>
              <p:cNvGrpSpPr/>
              <p:nvPr/>
            </p:nvGrpSpPr>
            <p:grpSpPr>
              <a:xfrm>
                <a:off x="5618681" y="4109677"/>
                <a:ext cx="33112" cy="32357"/>
                <a:chOff x="5618681" y="4109677"/>
                <a:chExt cx="33112" cy="32357"/>
              </a:xfrm>
            </p:grpSpPr>
            <p:sp>
              <p:nvSpPr>
                <p:cNvPr id="10743" name="Google Shape;10743;p76"/>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76"/>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5" name="Google Shape;10745;p76"/>
              <p:cNvGrpSpPr/>
              <p:nvPr/>
            </p:nvGrpSpPr>
            <p:grpSpPr>
              <a:xfrm>
                <a:off x="5479298" y="4128262"/>
                <a:ext cx="31405" cy="26906"/>
                <a:chOff x="5479298" y="4128262"/>
                <a:chExt cx="31405" cy="26906"/>
              </a:xfrm>
            </p:grpSpPr>
            <p:sp>
              <p:nvSpPr>
                <p:cNvPr id="10746" name="Google Shape;10746;p76"/>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76"/>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8" name="Google Shape;10748;p76"/>
              <p:cNvGrpSpPr/>
              <p:nvPr/>
            </p:nvGrpSpPr>
            <p:grpSpPr>
              <a:xfrm>
                <a:off x="5582903" y="4180116"/>
                <a:ext cx="31499" cy="26898"/>
                <a:chOff x="5582903" y="4180116"/>
                <a:chExt cx="31499" cy="26898"/>
              </a:xfrm>
            </p:grpSpPr>
            <p:sp>
              <p:nvSpPr>
                <p:cNvPr id="10749" name="Google Shape;10749;p76"/>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76"/>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751" name="Google Shape;10751;p76"/>
            <p:cNvGrpSpPr/>
            <p:nvPr/>
          </p:nvGrpSpPr>
          <p:grpSpPr>
            <a:xfrm>
              <a:off x="3977681" y="3230323"/>
              <a:ext cx="94584" cy="84085"/>
              <a:chOff x="3977681" y="3230323"/>
              <a:chExt cx="94584" cy="84085"/>
            </a:xfrm>
          </p:grpSpPr>
          <p:grpSp>
            <p:nvGrpSpPr>
              <p:cNvPr id="10752" name="Google Shape;10752;p76"/>
              <p:cNvGrpSpPr/>
              <p:nvPr/>
            </p:nvGrpSpPr>
            <p:grpSpPr>
              <a:xfrm>
                <a:off x="4000135" y="3243041"/>
                <a:ext cx="59570" cy="57186"/>
                <a:chOff x="4000135" y="3243041"/>
                <a:chExt cx="59570" cy="57186"/>
              </a:xfrm>
            </p:grpSpPr>
            <p:sp>
              <p:nvSpPr>
                <p:cNvPr id="10753" name="Google Shape;10753;p76"/>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76"/>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76"/>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6" name="Google Shape;10756;p76"/>
              <p:cNvGrpSpPr/>
              <p:nvPr/>
            </p:nvGrpSpPr>
            <p:grpSpPr>
              <a:xfrm>
                <a:off x="3977681" y="3245872"/>
                <a:ext cx="37783" cy="32380"/>
                <a:chOff x="3977681" y="3245872"/>
                <a:chExt cx="37783" cy="32380"/>
              </a:xfrm>
            </p:grpSpPr>
            <p:sp>
              <p:nvSpPr>
                <p:cNvPr id="10757" name="Google Shape;10757;p76"/>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76"/>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9" name="Google Shape;10759;p76"/>
              <p:cNvGrpSpPr/>
              <p:nvPr/>
            </p:nvGrpSpPr>
            <p:grpSpPr>
              <a:xfrm>
                <a:off x="4040860" y="3262672"/>
                <a:ext cx="31405" cy="27001"/>
                <a:chOff x="4040860" y="3262672"/>
                <a:chExt cx="31405" cy="27001"/>
              </a:xfrm>
            </p:grpSpPr>
            <p:sp>
              <p:nvSpPr>
                <p:cNvPr id="10760" name="Google Shape;10760;p76"/>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76"/>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2" name="Google Shape;10762;p76"/>
              <p:cNvGrpSpPr/>
              <p:nvPr/>
            </p:nvGrpSpPr>
            <p:grpSpPr>
              <a:xfrm>
                <a:off x="4021072" y="3230323"/>
                <a:ext cx="31397" cy="26906"/>
                <a:chOff x="4021072" y="3230323"/>
                <a:chExt cx="31397" cy="26906"/>
              </a:xfrm>
            </p:grpSpPr>
            <p:sp>
              <p:nvSpPr>
                <p:cNvPr id="10763" name="Google Shape;10763;p76"/>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76"/>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5" name="Google Shape;10765;p76"/>
              <p:cNvGrpSpPr/>
              <p:nvPr/>
            </p:nvGrpSpPr>
            <p:grpSpPr>
              <a:xfrm>
                <a:off x="4001472" y="3287462"/>
                <a:ext cx="31499" cy="26945"/>
                <a:chOff x="4001472" y="3287462"/>
                <a:chExt cx="31499" cy="26945"/>
              </a:xfrm>
            </p:grpSpPr>
            <p:sp>
              <p:nvSpPr>
                <p:cNvPr id="10766" name="Google Shape;10766;p76"/>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76"/>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768" name="Google Shape;10768;p76"/>
            <p:cNvGrpSpPr/>
            <p:nvPr/>
          </p:nvGrpSpPr>
          <p:grpSpPr>
            <a:xfrm>
              <a:off x="4084715" y="3258865"/>
              <a:ext cx="184961" cy="137268"/>
              <a:chOff x="4084715" y="3258865"/>
              <a:chExt cx="184961" cy="137268"/>
            </a:xfrm>
          </p:grpSpPr>
          <p:grpSp>
            <p:nvGrpSpPr>
              <p:cNvPr id="10769" name="Google Shape;10769;p76"/>
              <p:cNvGrpSpPr/>
              <p:nvPr/>
            </p:nvGrpSpPr>
            <p:grpSpPr>
              <a:xfrm>
                <a:off x="4107453" y="3271583"/>
                <a:ext cx="153470" cy="110275"/>
                <a:chOff x="4107453" y="3271583"/>
                <a:chExt cx="153470" cy="110275"/>
              </a:xfrm>
            </p:grpSpPr>
            <p:sp>
              <p:nvSpPr>
                <p:cNvPr id="10770" name="Google Shape;10770;p76"/>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76"/>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76"/>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76"/>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4" name="Google Shape;10774;p76"/>
              <p:cNvGrpSpPr/>
              <p:nvPr/>
            </p:nvGrpSpPr>
            <p:grpSpPr>
              <a:xfrm>
                <a:off x="4136947" y="3258865"/>
                <a:ext cx="31499" cy="27001"/>
                <a:chOff x="4136947" y="3258865"/>
                <a:chExt cx="31499" cy="27001"/>
              </a:xfrm>
            </p:grpSpPr>
            <p:sp>
              <p:nvSpPr>
                <p:cNvPr id="10775" name="Google Shape;10775;p76"/>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76"/>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7" name="Google Shape;10777;p76"/>
              <p:cNvGrpSpPr/>
              <p:nvPr/>
            </p:nvGrpSpPr>
            <p:grpSpPr>
              <a:xfrm>
                <a:off x="4084715" y="3266478"/>
                <a:ext cx="31468" cy="26898"/>
                <a:chOff x="4084715" y="3266478"/>
                <a:chExt cx="31468" cy="26898"/>
              </a:xfrm>
            </p:grpSpPr>
            <p:sp>
              <p:nvSpPr>
                <p:cNvPr id="10778" name="Google Shape;10778;p76"/>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76"/>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0" name="Google Shape;10780;p76"/>
              <p:cNvGrpSpPr/>
              <p:nvPr/>
            </p:nvGrpSpPr>
            <p:grpSpPr>
              <a:xfrm>
                <a:off x="4159213" y="3279849"/>
                <a:ext cx="31405" cy="26945"/>
                <a:chOff x="4159213" y="3279849"/>
                <a:chExt cx="31405" cy="26945"/>
              </a:xfrm>
            </p:grpSpPr>
            <p:sp>
              <p:nvSpPr>
                <p:cNvPr id="10781" name="Google Shape;10781;p76"/>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76"/>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3" name="Google Shape;10783;p76"/>
              <p:cNvGrpSpPr/>
              <p:nvPr/>
            </p:nvGrpSpPr>
            <p:grpSpPr>
              <a:xfrm>
                <a:off x="4201550" y="3266502"/>
                <a:ext cx="31405" cy="26883"/>
                <a:chOff x="4201550" y="3266502"/>
                <a:chExt cx="31405" cy="26883"/>
              </a:xfrm>
            </p:grpSpPr>
            <p:sp>
              <p:nvSpPr>
                <p:cNvPr id="10784" name="Google Shape;10784;p76"/>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76"/>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6" name="Google Shape;10786;p76"/>
              <p:cNvGrpSpPr/>
              <p:nvPr/>
            </p:nvGrpSpPr>
            <p:grpSpPr>
              <a:xfrm>
                <a:off x="4201550" y="3338278"/>
                <a:ext cx="31405" cy="26930"/>
                <a:chOff x="4201550" y="3338278"/>
                <a:chExt cx="31405" cy="26930"/>
              </a:xfrm>
            </p:grpSpPr>
            <p:sp>
              <p:nvSpPr>
                <p:cNvPr id="10787" name="Google Shape;10787;p76"/>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76"/>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9" name="Google Shape;10789;p76"/>
              <p:cNvGrpSpPr/>
              <p:nvPr/>
            </p:nvGrpSpPr>
            <p:grpSpPr>
              <a:xfrm>
                <a:off x="4238272" y="3369132"/>
                <a:ext cx="31405" cy="27001"/>
                <a:chOff x="4238272" y="3369132"/>
                <a:chExt cx="31405" cy="27001"/>
              </a:xfrm>
            </p:grpSpPr>
            <p:sp>
              <p:nvSpPr>
                <p:cNvPr id="10790" name="Google Shape;10790;p76"/>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76"/>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792" name="Google Shape;10792;p76"/>
            <p:cNvGrpSpPr/>
            <p:nvPr/>
          </p:nvGrpSpPr>
          <p:grpSpPr>
            <a:xfrm>
              <a:off x="4068639" y="3200169"/>
              <a:ext cx="77643" cy="37272"/>
              <a:chOff x="4068639" y="3200169"/>
              <a:chExt cx="77643" cy="37272"/>
            </a:xfrm>
          </p:grpSpPr>
          <p:sp>
            <p:nvSpPr>
              <p:cNvPr id="10793" name="Google Shape;10793;p76"/>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94" name="Google Shape;10794;p76"/>
              <p:cNvGrpSpPr/>
              <p:nvPr/>
            </p:nvGrpSpPr>
            <p:grpSpPr>
              <a:xfrm>
                <a:off x="4114878" y="3200169"/>
                <a:ext cx="31405" cy="26993"/>
                <a:chOff x="4114878" y="3200169"/>
                <a:chExt cx="31405" cy="26993"/>
              </a:xfrm>
            </p:grpSpPr>
            <p:sp>
              <p:nvSpPr>
                <p:cNvPr id="10795" name="Google Shape;10795;p76"/>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76"/>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7" name="Google Shape;10797;p76"/>
              <p:cNvGrpSpPr/>
              <p:nvPr/>
            </p:nvGrpSpPr>
            <p:grpSpPr>
              <a:xfrm>
                <a:off x="4068639" y="3210535"/>
                <a:ext cx="31499" cy="26906"/>
                <a:chOff x="4068639" y="3210535"/>
                <a:chExt cx="31499" cy="26906"/>
              </a:xfrm>
            </p:grpSpPr>
            <p:sp>
              <p:nvSpPr>
                <p:cNvPr id="10798" name="Google Shape;10798;p76"/>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76"/>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00" name="Google Shape;10800;p76"/>
            <p:cNvGrpSpPr/>
            <p:nvPr/>
          </p:nvGrpSpPr>
          <p:grpSpPr>
            <a:xfrm>
              <a:off x="3869702" y="3066935"/>
              <a:ext cx="382664" cy="190294"/>
              <a:chOff x="3869702" y="3066935"/>
              <a:chExt cx="382664" cy="190294"/>
            </a:xfrm>
          </p:grpSpPr>
          <p:grpSp>
            <p:nvGrpSpPr>
              <p:cNvPr id="10801" name="Google Shape;10801;p76"/>
              <p:cNvGrpSpPr/>
              <p:nvPr/>
            </p:nvGrpSpPr>
            <p:grpSpPr>
              <a:xfrm>
                <a:off x="3888633" y="3082351"/>
                <a:ext cx="351172" cy="160698"/>
                <a:chOff x="3888633" y="3082351"/>
                <a:chExt cx="351172" cy="160698"/>
              </a:xfrm>
            </p:grpSpPr>
            <p:sp>
              <p:nvSpPr>
                <p:cNvPr id="10802" name="Google Shape;10802;p76"/>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76"/>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76"/>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76"/>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76"/>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76"/>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8" name="Google Shape;10808;p76"/>
              <p:cNvGrpSpPr/>
              <p:nvPr/>
            </p:nvGrpSpPr>
            <p:grpSpPr>
              <a:xfrm>
                <a:off x="4143703" y="3066935"/>
                <a:ext cx="37783" cy="32357"/>
                <a:chOff x="4143703" y="3066935"/>
                <a:chExt cx="37783" cy="32357"/>
              </a:xfrm>
            </p:grpSpPr>
            <p:sp>
              <p:nvSpPr>
                <p:cNvPr id="10809" name="Google Shape;10809;p76"/>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76"/>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1" name="Google Shape;10811;p76"/>
              <p:cNvGrpSpPr/>
              <p:nvPr/>
            </p:nvGrpSpPr>
            <p:grpSpPr>
              <a:xfrm>
                <a:off x="4044565" y="3103563"/>
                <a:ext cx="37783" cy="32451"/>
                <a:chOff x="4044565" y="3103563"/>
                <a:chExt cx="37783" cy="32451"/>
              </a:xfrm>
            </p:grpSpPr>
            <p:sp>
              <p:nvSpPr>
                <p:cNvPr id="10812" name="Google Shape;10812;p76"/>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76"/>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4" name="Google Shape;10814;p76"/>
              <p:cNvGrpSpPr/>
              <p:nvPr/>
            </p:nvGrpSpPr>
            <p:grpSpPr>
              <a:xfrm>
                <a:off x="4017454" y="3188237"/>
                <a:ext cx="37776" cy="32357"/>
                <a:chOff x="4017454" y="3188237"/>
                <a:chExt cx="37776" cy="32357"/>
              </a:xfrm>
            </p:grpSpPr>
            <p:sp>
              <p:nvSpPr>
                <p:cNvPr id="10815" name="Google Shape;10815;p76"/>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76"/>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7" name="Google Shape;10817;p76"/>
              <p:cNvGrpSpPr/>
              <p:nvPr/>
            </p:nvGrpSpPr>
            <p:grpSpPr>
              <a:xfrm>
                <a:off x="3921548" y="3157509"/>
                <a:ext cx="37783" cy="32357"/>
                <a:chOff x="3921548" y="3157509"/>
                <a:chExt cx="37783" cy="32357"/>
              </a:xfrm>
            </p:grpSpPr>
            <p:sp>
              <p:nvSpPr>
                <p:cNvPr id="10818" name="Google Shape;10818;p76"/>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76"/>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0" name="Google Shape;10820;p76"/>
              <p:cNvGrpSpPr/>
              <p:nvPr/>
            </p:nvGrpSpPr>
            <p:grpSpPr>
              <a:xfrm>
                <a:off x="3939056" y="3211620"/>
                <a:ext cx="37783" cy="32380"/>
                <a:chOff x="3939056" y="3211620"/>
                <a:chExt cx="37783" cy="32380"/>
              </a:xfrm>
            </p:grpSpPr>
            <p:sp>
              <p:nvSpPr>
                <p:cNvPr id="10821" name="Google Shape;10821;p76"/>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76"/>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3" name="Google Shape;10823;p76"/>
              <p:cNvGrpSpPr/>
              <p:nvPr/>
            </p:nvGrpSpPr>
            <p:grpSpPr>
              <a:xfrm>
                <a:off x="4176240" y="3136965"/>
                <a:ext cx="31405" cy="26930"/>
                <a:chOff x="4176240" y="3136965"/>
                <a:chExt cx="31405" cy="26930"/>
              </a:xfrm>
            </p:grpSpPr>
            <p:sp>
              <p:nvSpPr>
                <p:cNvPr id="10824" name="Google Shape;10824;p76"/>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76"/>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6" name="Google Shape;10826;p76"/>
              <p:cNvGrpSpPr/>
              <p:nvPr/>
            </p:nvGrpSpPr>
            <p:grpSpPr>
              <a:xfrm>
                <a:off x="4133148" y="3152593"/>
                <a:ext cx="31499" cy="27001"/>
                <a:chOff x="4133148" y="3152593"/>
                <a:chExt cx="31499" cy="27001"/>
              </a:xfrm>
            </p:grpSpPr>
            <p:sp>
              <p:nvSpPr>
                <p:cNvPr id="10827" name="Google Shape;10827;p76"/>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76"/>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9" name="Google Shape;10829;p76"/>
              <p:cNvGrpSpPr/>
              <p:nvPr/>
            </p:nvGrpSpPr>
            <p:grpSpPr>
              <a:xfrm>
                <a:off x="4220866" y="3073534"/>
                <a:ext cx="31499" cy="26898"/>
                <a:chOff x="4220866" y="3073534"/>
                <a:chExt cx="31499" cy="26898"/>
              </a:xfrm>
            </p:grpSpPr>
            <p:sp>
              <p:nvSpPr>
                <p:cNvPr id="10830" name="Google Shape;10830;p76"/>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76"/>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2" name="Google Shape;10832;p76"/>
              <p:cNvGrpSpPr/>
              <p:nvPr/>
            </p:nvGrpSpPr>
            <p:grpSpPr>
              <a:xfrm>
                <a:off x="3869702" y="3230323"/>
                <a:ext cx="31499" cy="26906"/>
                <a:chOff x="3869702" y="3230323"/>
                <a:chExt cx="31499" cy="26906"/>
              </a:xfrm>
            </p:grpSpPr>
            <p:sp>
              <p:nvSpPr>
                <p:cNvPr id="10833" name="Google Shape;10833;p76"/>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76"/>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35" name="Google Shape;10835;p76"/>
            <p:cNvGrpSpPr/>
            <p:nvPr/>
          </p:nvGrpSpPr>
          <p:grpSpPr>
            <a:xfrm>
              <a:off x="4271383" y="3065882"/>
              <a:ext cx="304556" cy="341663"/>
              <a:chOff x="4271383" y="3065882"/>
              <a:chExt cx="304556" cy="341663"/>
            </a:xfrm>
          </p:grpSpPr>
          <p:grpSp>
            <p:nvGrpSpPr>
              <p:cNvPr id="10836" name="Google Shape;10836;p76"/>
              <p:cNvGrpSpPr/>
              <p:nvPr/>
            </p:nvGrpSpPr>
            <p:grpSpPr>
              <a:xfrm>
                <a:off x="4293838" y="3078639"/>
                <a:ext cx="269353" cy="311973"/>
                <a:chOff x="4293838" y="3078639"/>
                <a:chExt cx="269353" cy="311973"/>
              </a:xfrm>
            </p:grpSpPr>
            <p:sp>
              <p:nvSpPr>
                <p:cNvPr id="10837" name="Google Shape;10837;p76"/>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76"/>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76"/>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76"/>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76"/>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76"/>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76"/>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76"/>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76"/>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76"/>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76"/>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76"/>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76"/>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76"/>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76"/>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76"/>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76"/>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4" name="Google Shape;10854;p76"/>
              <p:cNvGrpSpPr/>
              <p:nvPr/>
            </p:nvGrpSpPr>
            <p:grpSpPr>
              <a:xfrm>
                <a:off x="4538164" y="3342061"/>
                <a:ext cx="37776" cy="32380"/>
                <a:chOff x="4538164" y="3342061"/>
                <a:chExt cx="37776" cy="32380"/>
              </a:xfrm>
            </p:grpSpPr>
            <p:sp>
              <p:nvSpPr>
                <p:cNvPr id="10855" name="Google Shape;10855;p76"/>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76"/>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7" name="Google Shape;10857;p76"/>
              <p:cNvGrpSpPr/>
              <p:nvPr/>
            </p:nvGrpSpPr>
            <p:grpSpPr>
              <a:xfrm>
                <a:off x="4271383" y="3194742"/>
                <a:ext cx="37783" cy="32420"/>
                <a:chOff x="4271383" y="3194742"/>
                <a:chExt cx="37783" cy="32420"/>
              </a:xfrm>
            </p:grpSpPr>
            <p:sp>
              <p:nvSpPr>
                <p:cNvPr id="10858" name="Google Shape;10858;p76"/>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76"/>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0" name="Google Shape;10860;p76"/>
              <p:cNvGrpSpPr/>
              <p:nvPr/>
            </p:nvGrpSpPr>
            <p:grpSpPr>
              <a:xfrm>
                <a:off x="4284416" y="3084058"/>
                <a:ext cx="37783" cy="32357"/>
                <a:chOff x="4284416" y="3084058"/>
                <a:chExt cx="37783" cy="32357"/>
              </a:xfrm>
            </p:grpSpPr>
            <p:sp>
              <p:nvSpPr>
                <p:cNvPr id="10861" name="Google Shape;10861;p76"/>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76"/>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3" name="Google Shape;10863;p76"/>
              <p:cNvGrpSpPr/>
              <p:nvPr/>
            </p:nvGrpSpPr>
            <p:grpSpPr>
              <a:xfrm>
                <a:off x="4478697" y="3297561"/>
                <a:ext cx="37776" cy="32451"/>
                <a:chOff x="4478697" y="3297561"/>
                <a:chExt cx="37776" cy="32451"/>
              </a:xfrm>
            </p:grpSpPr>
            <p:sp>
              <p:nvSpPr>
                <p:cNvPr id="10864" name="Google Shape;10864;p76"/>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76"/>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6" name="Google Shape;10866;p76"/>
              <p:cNvGrpSpPr/>
              <p:nvPr/>
            </p:nvGrpSpPr>
            <p:grpSpPr>
              <a:xfrm>
                <a:off x="4411813" y="3331711"/>
                <a:ext cx="37776" cy="32451"/>
                <a:chOff x="4411813" y="3331711"/>
                <a:chExt cx="37776" cy="32451"/>
              </a:xfrm>
            </p:grpSpPr>
            <p:sp>
              <p:nvSpPr>
                <p:cNvPr id="10867" name="Google Shape;10867;p76"/>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76"/>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9" name="Google Shape;10869;p76"/>
              <p:cNvGrpSpPr/>
              <p:nvPr/>
            </p:nvGrpSpPr>
            <p:grpSpPr>
              <a:xfrm>
                <a:off x="4337984" y="3375188"/>
                <a:ext cx="37776" cy="32357"/>
                <a:chOff x="4337984" y="3375188"/>
                <a:chExt cx="37776" cy="32357"/>
              </a:xfrm>
            </p:grpSpPr>
            <p:sp>
              <p:nvSpPr>
                <p:cNvPr id="10870" name="Google Shape;10870;p76"/>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76"/>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2" name="Google Shape;10872;p76"/>
              <p:cNvGrpSpPr/>
              <p:nvPr/>
            </p:nvGrpSpPr>
            <p:grpSpPr>
              <a:xfrm>
                <a:off x="4494867" y="3090530"/>
                <a:ext cx="37878" cy="32451"/>
                <a:chOff x="4494867" y="3090530"/>
                <a:chExt cx="37878" cy="32451"/>
              </a:xfrm>
            </p:grpSpPr>
            <p:sp>
              <p:nvSpPr>
                <p:cNvPr id="10873" name="Google Shape;10873;p76"/>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76"/>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5" name="Google Shape;10875;p76"/>
              <p:cNvGrpSpPr/>
              <p:nvPr/>
            </p:nvGrpSpPr>
            <p:grpSpPr>
              <a:xfrm>
                <a:off x="4525124" y="3207774"/>
                <a:ext cx="37783" cy="32420"/>
                <a:chOff x="4525124" y="3207774"/>
                <a:chExt cx="37783" cy="32420"/>
              </a:xfrm>
            </p:grpSpPr>
            <p:sp>
              <p:nvSpPr>
                <p:cNvPr id="10876" name="Google Shape;10876;p76"/>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76"/>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8" name="Google Shape;10878;p76"/>
              <p:cNvGrpSpPr/>
              <p:nvPr/>
            </p:nvGrpSpPr>
            <p:grpSpPr>
              <a:xfrm>
                <a:off x="4440544" y="3176479"/>
                <a:ext cx="31499" cy="26898"/>
                <a:chOff x="4440544" y="3176479"/>
                <a:chExt cx="31499" cy="26898"/>
              </a:xfrm>
            </p:grpSpPr>
            <p:sp>
              <p:nvSpPr>
                <p:cNvPr id="10879" name="Google Shape;10879;p76"/>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76"/>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1" name="Google Shape;10881;p76"/>
              <p:cNvGrpSpPr/>
              <p:nvPr/>
            </p:nvGrpSpPr>
            <p:grpSpPr>
              <a:xfrm>
                <a:off x="4350545" y="3156400"/>
                <a:ext cx="31405" cy="27001"/>
                <a:chOff x="4350545" y="3156400"/>
                <a:chExt cx="31405" cy="27001"/>
              </a:xfrm>
            </p:grpSpPr>
            <p:sp>
              <p:nvSpPr>
                <p:cNvPr id="10882" name="Google Shape;10882;p76"/>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76"/>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4" name="Google Shape;10884;p76"/>
              <p:cNvGrpSpPr/>
              <p:nvPr/>
            </p:nvGrpSpPr>
            <p:grpSpPr>
              <a:xfrm>
                <a:off x="4376703" y="3255058"/>
                <a:ext cx="31405" cy="27001"/>
                <a:chOff x="4376703" y="3255058"/>
                <a:chExt cx="31405" cy="27001"/>
              </a:xfrm>
            </p:grpSpPr>
            <p:sp>
              <p:nvSpPr>
                <p:cNvPr id="10885" name="Google Shape;10885;p76"/>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76"/>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7" name="Google Shape;10887;p76"/>
              <p:cNvGrpSpPr/>
              <p:nvPr/>
            </p:nvGrpSpPr>
            <p:grpSpPr>
              <a:xfrm>
                <a:off x="4331322" y="3283656"/>
                <a:ext cx="31405" cy="26945"/>
                <a:chOff x="4331322" y="3283656"/>
                <a:chExt cx="31405" cy="26945"/>
              </a:xfrm>
            </p:grpSpPr>
            <p:sp>
              <p:nvSpPr>
                <p:cNvPr id="10888" name="Google Shape;10888;p76"/>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76"/>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0" name="Google Shape;10890;p76"/>
              <p:cNvGrpSpPr/>
              <p:nvPr/>
            </p:nvGrpSpPr>
            <p:grpSpPr>
              <a:xfrm>
                <a:off x="4380510" y="3065882"/>
                <a:ext cx="31405" cy="26938"/>
                <a:chOff x="4380510" y="3065882"/>
                <a:chExt cx="31405" cy="26938"/>
              </a:xfrm>
            </p:grpSpPr>
            <p:sp>
              <p:nvSpPr>
                <p:cNvPr id="10891" name="Google Shape;10891;p76"/>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76"/>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93" name="Google Shape;10893;p76"/>
            <p:cNvGrpSpPr/>
            <p:nvPr/>
          </p:nvGrpSpPr>
          <p:grpSpPr>
            <a:xfrm>
              <a:off x="4558998" y="3188237"/>
              <a:ext cx="1280131" cy="1052746"/>
              <a:chOff x="4558998" y="3188237"/>
              <a:chExt cx="1280131" cy="1052746"/>
            </a:xfrm>
          </p:grpSpPr>
          <p:sp>
            <p:nvSpPr>
              <p:cNvPr id="10894" name="Google Shape;10894;p76"/>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95" name="Google Shape;10895;p76"/>
              <p:cNvGrpSpPr/>
              <p:nvPr/>
            </p:nvGrpSpPr>
            <p:grpSpPr>
              <a:xfrm>
                <a:off x="4579164" y="3203653"/>
                <a:ext cx="1244833" cy="1020397"/>
                <a:chOff x="4579164" y="3203653"/>
                <a:chExt cx="1244833" cy="1020397"/>
              </a:xfrm>
            </p:grpSpPr>
            <p:sp>
              <p:nvSpPr>
                <p:cNvPr id="10896" name="Google Shape;10896;p76"/>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76"/>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98" name="Google Shape;10898;p76"/>
                <p:cNvGrpSpPr/>
                <p:nvPr/>
              </p:nvGrpSpPr>
              <p:grpSpPr>
                <a:xfrm>
                  <a:off x="4579164" y="3203653"/>
                  <a:ext cx="1244833" cy="1020397"/>
                  <a:chOff x="4579164" y="3203653"/>
                  <a:chExt cx="1244833" cy="1020397"/>
                </a:xfrm>
              </p:grpSpPr>
              <p:sp>
                <p:nvSpPr>
                  <p:cNvPr id="10899" name="Google Shape;10899;p76"/>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76"/>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01" name="Google Shape;10901;p76"/>
                  <p:cNvGrpSpPr/>
                  <p:nvPr/>
                </p:nvGrpSpPr>
                <p:grpSpPr>
                  <a:xfrm>
                    <a:off x="4579164" y="3203653"/>
                    <a:ext cx="1244833" cy="1020397"/>
                    <a:chOff x="4579164" y="3203653"/>
                    <a:chExt cx="1244833" cy="1020397"/>
                  </a:xfrm>
                </p:grpSpPr>
                <p:sp>
                  <p:nvSpPr>
                    <p:cNvPr id="10902" name="Google Shape;10902;p76"/>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76"/>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76"/>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76"/>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76"/>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76"/>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76"/>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76"/>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10" name="Google Shape;10910;p76"/>
                    <p:cNvGrpSpPr/>
                    <p:nvPr/>
                  </p:nvGrpSpPr>
                  <p:grpSpPr>
                    <a:xfrm>
                      <a:off x="4579164" y="3203653"/>
                      <a:ext cx="1244833" cy="1020397"/>
                      <a:chOff x="4579164" y="3203653"/>
                      <a:chExt cx="1244833" cy="1020397"/>
                    </a:xfrm>
                  </p:grpSpPr>
                  <p:sp>
                    <p:nvSpPr>
                      <p:cNvPr id="10911" name="Google Shape;10911;p76"/>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76"/>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76"/>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76"/>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76"/>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76"/>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76"/>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76"/>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76"/>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76"/>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76"/>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76"/>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76"/>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76"/>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25" name="Google Shape;10925;p76"/>
                      <p:cNvGrpSpPr/>
                      <p:nvPr/>
                    </p:nvGrpSpPr>
                    <p:grpSpPr>
                      <a:xfrm>
                        <a:off x="4579164" y="3203653"/>
                        <a:ext cx="1244833" cy="1020397"/>
                        <a:chOff x="4579164" y="3203653"/>
                        <a:chExt cx="1244833" cy="1020397"/>
                      </a:xfrm>
                    </p:grpSpPr>
                    <p:sp>
                      <p:nvSpPr>
                        <p:cNvPr id="10926" name="Google Shape;10926;p76"/>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76"/>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76"/>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76"/>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76"/>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76"/>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76"/>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76"/>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76"/>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76"/>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76"/>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76"/>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76"/>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76"/>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76"/>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76"/>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76"/>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76"/>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76"/>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76"/>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76"/>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76"/>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76"/>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76"/>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50" name="Google Shape;10950;p76"/>
                        <p:cNvGrpSpPr/>
                        <p:nvPr/>
                      </p:nvGrpSpPr>
                      <p:grpSpPr>
                        <a:xfrm>
                          <a:off x="4579164" y="3203653"/>
                          <a:ext cx="1244833" cy="1020397"/>
                          <a:chOff x="4579164" y="3203653"/>
                          <a:chExt cx="1244833" cy="1020397"/>
                        </a:xfrm>
                      </p:grpSpPr>
                      <p:sp>
                        <p:nvSpPr>
                          <p:cNvPr id="10951" name="Google Shape;10951;p76"/>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52" name="Google Shape;10952;p76"/>
                          <p:cNvGrpSpPr/>
                          <p:nvPr/>
                        </p:nvGrpSpPr>
                        <p:grpSpPr>
                          <a:xfrm>
                            <a:off x="4579164" y="3203653"/>
                            <a:ext cx="1244833" cy="1020397"/>
                            <a:chOff x="4579164" y="3203653"/>
                            <a:chExt cx="1244833" cy="1020397"/>
                          </a:xfrm>
                        </p:grpSpPr>
                        <p:sp>
                          <p:nvSpPr>
                            <p:cNvPr id="10953" name="Google Shape;10953;p76"/>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76"/>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76"/>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76"/>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76"/>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76"/>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76"/>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60" name="Google Shape;10960;p76"/>
                            <p:cNvGrpSpPr/>
                            <p:nvPr/>
                          </p:nvGrpSpPr>
                          <p:grpSpPr>
                            <a:xfrm>
                              <a:off x="4579164" y="3203653"/>
                              <a:ext cx="1244833" cy="1020397"/>
                              <a:chOff x="4579164" y="3203653"/>
                              <a:chExt cx="1244833" cy="1020397"/>
                            </a:xfrm>
                          </p:grpSpPr>
                          <p:sp>
                            <p:nvSpPr>
                              <p:cNvPr id="10961" name="Google Shape;10961;p76"/>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76"/>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76"/>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76"/>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76"/>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76"/>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76"/>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76"/>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76"/>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76"/>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76"/>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76"/>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76"/>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74" name="Google Shape;10974;p76"/>
                              <p:cNvGrpSpPr/>
                              <p:nvPr/>
                            </p:nvGrpSpPr>
                            <p:grpSpPr>
                              <a:xfrm>
                                <a:off x="4579164" y="3203653"/>
                                <a:ext cx="1244833" cy="1020397"/>
                                <a:chOff x="4579164" y="3203653"/>
                                <a:chExt cx="1244833" cy="1020397"/>
                              </a:xfrm>
                            </p:grpSpPr>
                            <p:sp>
                              <p:nvSpPr>
                                <p:cNvPr id="10975" name="Google Shape;10975;p76"/>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76"/>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76"/>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76"/>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76"/>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76"/>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76"/>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82" name="Google Shape;10982;p76"/>
                                <p:cNvGrpSpPr/>
                                <p:nvPr/>
                              </p:nvGrpSpPr>
                              <p:grpSpPr>
                                <a:xfrm>
                                  <a:off x="4579164" y="3203653"/>
                                  <a:ext cx="1244833" cy="1020397"/>
                                  <a:chOff x="4579164" y="3203653"/>
                                  <a:chExt cx="1244833" cy="1020397"/>
                                </a:xfrm>
                              </p:grpSpPr>
                              <p:sp>
                                <p:nvSpPr>
                                  <p:cNvPr id="10983" name="Google Shape;10983;p76"/>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76"/>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76"/>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76"/>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76"/>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88" name="Google Shape;10988;p76"/>
                                  <p:cNvGrpSpPr/>
                                  <p:nvPr/>
                                </p:nvGrpSpPr>
                                <p:grpSpPr>
                                  <a:xfrm>
                                    <a:off x="4579164" y="3203653"/>
                                    <a:ext cx="1244833" cy="1020397"/>
                                    <a:chOff x="4579164" y="3203653"/>
                                    <a:chExt cx="1244833" cy="1020397"/>
                                  </a:xfrm>
                                </p:grpSpPr>
                                <p:sp>
                                  <p:nvSpPr>
                                    <p:cNvPr id="10989" name="Google Shape;10989;p76"/>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76"/>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76"/>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76"/>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10993" name="Google Shape;10993;p76"/>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76"/>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76"/>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996" name="Google Shape;10996;p76"/>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10997" name="Google Shape;10997;p76"/>
              <p:cNvGrpSpPr/>
              <p:nvPr/>
            </p:nvGrpSpPr>
            <p:grpSpPr>
              <a:xfrm>
                <a:off x="4595437" y="3598775"/>
                <a:ext cx="37776" cy="32451"/>
                <a:chOff x="4595437" y="3598775"/>
                <a:chExt cx="37776" cy="32451"/>
              </a:xfrm>
            </p:grpSpPr>
            <p:sp>
              <p:nvSpPr>
                <p:cNvPr id="10998" name="Google Shape;10998;p76"/>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76"/>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0" name="Google Shape;11000;p76"/>
              <p:cNvGrpSpPr/>
              <p:nvPr/>
            </p:nvGrpSpPr>
            <p:grpSpPr>
              <a:xfrm>
                <a:off x="4641864" y="3524443"/>
                <a:ext cx="37776" cy="32380"/>
                <a:chOff x="4641864" y="3524443"/>
                <a:chExt cx="37776" cy="32380"/>
              </a:xfrm>
            </p:grpSpPr>
            <p:sp>
              <p:nvSpPr>
                <p:cNvPr id="11001" name="Google Shape;11001;p76"/>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76"/>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3" name="Google Shape;11003;p76"/>
              <p:cNvGrpSpPr/>
              <p:nvPr/>
            </p:nvGrpSpPr>
            <p:grpSpPr>
              <a:xfrm>
                <a:off x="4648431" y="3893901"/>
                <a:ext cx="37776" cy="32357"/>
                <a:chOff x="4648431" y="3893901"/>
                <a:chExt cx="37776" cy="32357"/>
              </a:xfrm>
            </p:grpSpPr>
            <p:sp>
              <p:nvSpPr>
                <p:cNvPr id="11004" name="Google Shape;11004;p76"/>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76"/>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6" name="Google Shape;11006;p76"/>
              <p:cNvGrpSpPr/>
              <p:nvPr/>
            </p:nvGrpSpPr>
            <p:grpSpPr>
              <a:xfrm>
                <a:off x="4567752" y="3722908"/>
                <a:ext cx="37870" cy="32380"/>
                <a:chOff x="4567752" y="3722908"/>
                <a:chExt cx="37870" cy="32380"/>
              </a:xfrm>
            </p:grpSpPr>
            <p:sp>
              <p:nvSpPr>
                <p:cNvPr id="11007" name="Google Shape;11007;p76"/>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76"/>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9" name="Google Shape;11009;p76"/>
              <p:cNvGrpSpPr/>
              <p:nvPr/>
            </p:nvGrpSpPr>
            <p:grpSpPr>
              <a:xfrm>
                <a:off x="4617506" y="3652052"/>
                <a:ext cx="37783" cy="32357"/>
                <a:chOff x="4617506" y="3652052"/>
                <a:chExt cx="37783" cy="32357"/>
              </a:xfrm>
            </p:grpSpPr>
            <p:sp>
              <p:nvSpPr>
                <p:cNvPr id="11010" name="Google Shape;11010;p76"/>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76"/>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2" name="Google Shape;11012;p76"/>
              <p:cNvGrpSpPr/>
              <p:nvPr/>
            </p:nvGrpSpPr>
            <p:grpSpPr>
              <a:xfrm>
                <a:off x="4739005" y="3554149"/>
                <a:ext cx="37870" cy="32357"/>
                <a:chOff x="4739005" y="3554149"/>
                <a:chExt cx="37870" cy="32357"/>
              </a:xfrm>
            </p:grpSpPr>
            <p:sp>
              <p:nvSpPr>
                <p:cNvPr id="11013" name="Google Shape;11013;p76"/>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76"/>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5" name="Google Shape;11015;p76"/>
              <p:cNvGrpSpPr/>
              <p:nvPr/>
            </p:nvGrpSpPr>
            <p:grpSpPr>
              <a:xfrm>
                <a:off x="4806557" y="3630258"/>
                <a:ext cx="37776" cy="32364"/>
                <a:chOff x="4806557" y="3630258"/>
                <a:chExt cx="37776" cy="32364"/>
              </a:xfrm>
            </p:grpSpPr>
            <p:sp>
              <p:nvSpPr>
                <p:cNvPr id="11016" name="Google Shape;11016;p76"/>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76"/>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8" name="Google Shape;11018;p76"/>
              <p:cNvGrpSpPr/>
              <p:nvPr/>
            </p:nvGrpSpPr>
            <p:grpSpPr>
              <a:xfrm>
                <a:off x="4737007" y="4004357"/>
                <a:ext cx="37870" cy="32357"/>
                <a:chOff x="4737007" y="4004357"/>
                <a:chExt cx="37870" cy="32357"/>
              </a:xfrm>
            </p:grpSpPr>
            <p:sp>
              <p:nvSpPr>
                <p:cNvPr id="11019" name="Google Shape;11019;p76"/>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76"/>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1" name="Google Shape;11021;p76"/>
              <p:cNvGrpSpPr/>
              <p:nvPr/>
            </p:nvGrpSpPr>
            <p:grpSpPr>
              <a:xfrm>
                <a:off x="4773634" y="4208627"/>
                <a:ext cx="37776" cy="32357"/>
                <a:chOff x="4773634" y="4208627"/>
                <a:chExt cx="37776" cy="32357"/>
              </a:xfrm>
            </p:grpSpPr>
            <p:sp>
              <p:nvSpPr>
                <p:cNvPr id="11022" name="Google Shape;11022;p76"/>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76"/>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4" name="Google Shape;11024;p76"/>
              <p:cNvGrpSpPr/>
              <p:nvPr/>
            </p:nvGrpSpPr>
            <p:grpSpPr>
              <a:xfrm>
                <a:off x="4888282" y="4074764"/>
                <a:ext cx="37776" cy="32451"/>
                <a:chOff x="4888282" y="4074764"/>
                <a:chExt cx="37776" cy="32451"/>
              </a:xfrm>
            </p:grpSpPr>
            <p:sp>
              <p:nvSpPr>
                <p:cNvPr id="11025" name="Google Shape;11025;p76"/>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76"/>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7" name="Google Shape;11027;p76"/>
              <p:cNvGrpSpPr/>
              <p:nvPr/>
            </p:nvGrpSpPr>
            <p:grpSpPr>
              <a:xfrm>
                <a:off x="4901315" y="3804271"/>
                <a:ext cx="37776" cy="32364"/>
                <a:chOff x="4901315" y="3804271"/>
                <a:chExt cx="37776" cy="32364"/>
              </a:xfrm>
            </p:grpSpPr>
            <p:sp>
              <p:nvSpPr>
                <p:cNvPr id="11028" name="Google Shape;11028;p76"/>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76"/>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0" name="Google Shape;11030;p76"/>
              <p:cNvGrpSpPr/>
              <p:nvPr/>
            </p:nvGrpSpPr>
            <p:grpSpPr>
              <a:xfrm>
                <a:off x="4866394" y="3715035"/>
                <a:ext cx="37846" cy="32357"/>
                <a:chOff x="4866394" y="3715035"/>
                <a:chExt cx="37846" cy="32357"/>
              </a:xfrm>
            </p:grpSpPr>
            <p:sp>
              <p:nvSpPr>
                <p:cNvPr id="11031" name="Google Shape;11031;p76"/>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76"/>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3" name="Google Shape;11033;p76"/>
              <p:cNvGrpSpPr/>
              <p:nvPr/>
            </p:nvGrpSpPr>
            <p:grpSpPr>
              <a:xfrm>
                <a:off x="4979233" y="3839798"/>
                <a:ext cx="37878" cy="32420"/>
                <a:chOff x="4979233" y="3839798"/>
                <a:chExt cx="37878" cy="32420"/>
              </a:xfrm>
            </p:grpSpPr>
            <p:sp>
              <p:nvSpPr>
                <p:cNvPr id="11034" name="Google Shape;11034;p76"/>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76"/>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6" name="Google Shape;11036;p76"/>
              <p:cNvGrpSpPr/>
              <p:nvPr/>
            </p:nvGrpSpPr>
            <p:grpSpPr>
              <a:xfrm>
                <a:off x="4790662" y="3679147"/>
                <a:ext cx="37783" cy="32380"/>
                <a:chOff x="4790662" y="3679147"/>
                <a:chExt cx="37783" cy="32380"/>
              </a:xfrm>
            </p:grpSpPr>
            <p:sp>
              <p:nvSpPr>
                <p:cNvPr id="11037" name="Google Shape;11037;p76"/>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76"/>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9" name="Google Shape;11039;p76"/>
              <p:cNvGrpSpPr/>
              <p:nvPr/>
            </p:nvGrpSpPr>
            <p:grpSpPr>
              <a:xfrm>
                <a:off x="4857263" y="3557861"/>
                <a:ext cx="37776" cy="32357"/>
                <a:chOff x="4857263" y="3557861"/>
                <a:chExt cx="37776" cy="32357"/>
              </a:xfrm>
            </p:grpSpPr>
            <p:sp>
              <p:nvSpPr>
                <p:cNvPr id="11040" name="Google Shape;11040;p76"/>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76"/>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2" name="Google Shape;11042;p76"/>
              <p:cNvGrpSpPr/>
              <p:nvPr/>
            </p:nvGrpSpPr>
            <p:grpSpPr>
              <a:xfrm>
                <a:off x="4883902" y="3648033"/>
                <a:ext cx="37783" cy="32380"/>
                <a:chOff x="4883902" y="3648033"/>
                <a:chExt cx="37783" cy="32380"/>
              </a:xfrm>
            </p:grpSpPr>
            <p:sp>
              <p:nvSpPr>
                <p:cNvPr id="11043" name="Google Shape;11043;p76"/>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76"/>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5" name="Google Shape;11045;p76"/>
              <p:cNvGrpSpPr/>
              <p:nvPr/>
            </p:nvGrpSpPr>
            <p:grpSpPr>
              <a:xfrm>
                <a:off x="4907780" y="3347220"/>
                <a:ext cx="37878" cy="32357"/>
                <a:chOff x="4907780" y="3347220"/>
                <a:chExt cx="37878" cy="32357"/>
              </a:xfrm>
            </p:grpSpPr>
            <p:sp>
              <p:nvSpPr>
                <p:cNvPr id="11046" name="Google Shape;11046;p76"/>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76"/>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8" name="Google Shape;11048;p76"/>
              <p:cNvGrpSpPr/>
              <p:nvPr/>
            </p:nvGrpSpPr>
            <p:grpSpPr>
              <a:xfrm>
                <a:off x="5065048" y="3738150"/>
                <a:ext cx="37783" cy="32364"/>
                <a:chOff x="5065048" y="3738150"/>
                <a:chExt cx="37783" cy="32364"/>
              </a:xfrm>
            </p:grpSpPr>
            <p:sp>
              <p:nvSpPr>
                <p:cNvPr id="11049" name="Google Shape;11049;p76"/>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76"/>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1" name="Google Shape;11051;p76"/>
              <p:cNvGrpSpPr/>
              <p:nvPr/>
            </p:nvGrpSpPr>
            <p:grpSpPr>
              <a:xfrm>
                <a:off x="5071616" y="3284615"/>
                <a:ext cx="37783" cy="32357"/>
                <a:chOff x="5071616" y="3284615"/>
                <a:chExt cx="37783" cy="32357"/>
              </a:xfrm>
            </p:grpSpPr>
            <p:sp>
              <p:nvSpPr>
                <p:cNvPr id="11052" name="Google Shape;11052;p76"/>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76"/>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4" name="Google Shape;11054;p76"/>
              <p:cNvGrpSpPr/>
              <p:nvPr/>
            </p:nvGrpSpPr>
            <p:grpSpPr>
              <a:xfrm>
                <a:off x="5389291" y="3759921"/>
                <a:ext cx="37783" cy="32380"/>
                <a:chOff x="5389291" y="3759921"/>
                <a:chExt cx="37783" cy="32380"/>
              </a:xfrm>
            </p:grpSpPr>
            <p:sp>
              <p:nvSpPr>
                <p:cNvPr id="11055" name="Google Shape;11055;p76"/>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76"/>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7" name="Google Shape;11057;p76"/>
              <p:cNvGrpSpPr/>
              <p:nvPr/>
            </p:nvGrpSpPr>
            <p:grpSpPr>
              <a:xfrm>
                <a:off x="5431534" y="3632932"/>
                <a:ext cx="37878" cy="32451"/>
                <a:chOff x="5431534" y="3632932"/>
                <a:chExt cx="37878" cy="32451"/>
              </a:xfrm>
            </p:grpSpPr>
            <p:sp>
              <p:nvSpPr>
                <p:cNvPr id="11058" name="Google Shape;11058;p76"/>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76"/>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0" name="Google Shape;11060;p76"/>
              <p:cNvGrpSpPr/>
              <p:nvPr/>
            </p:nvGrpSpPr>
            <p:grpSpPr>
              <a:xfrm>
                <a:off x="5540755" y="3544829"/>
                <a:ext cx="37783" cy="32357"/>
                <a:chOff x="5540755" y="3544829"/>
                <a:chExt cx="37783" cy="32357"/>
              </a:xfrm>
            </p:grpSpPr>
            <p:sp>
              <p:nvSpPr>
                <p:cNvPr id="11061" name="Google Shape;11061;p76"/>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76"/>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3" name="Google Shape;11063;p76"/>
              <p:cNvGrpSpPr/>
              <p:nvPr/>
            </p:nvGrpSpPr>
            <p:grpSpPr>
              <a:xfrm>
                <a:off x="5579293" y="3412107"/>
                <a:ext cx="37776" cy="32357"/>
                <a:chOff x="5579293" y="3412107"/>
                <a:chExt cx="37776" cy="32357"/>
              </a:xfrm>
            </p:grpSpPr>
            <p:sp>
              <p:nvSpPr>
                <p:cNvPr id="11064" name="Google Shape;11064;p76"/>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76"/>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6" name="Google Shape;11066;p76"/>
              <p:cNvGrpSpPr/>
              <p:nvPr/>
            </p:nvGrpSpPr>
            <p:grpSpPr>
              <a:xfrm>
                <a:off x="5801346" y="3284615"/>
                <a:ext cx="37783" cy="32357"/>
                <a:chOff x="5801346" y="3284615"/>
                <a:chExt cx="37783" cy="32357"/>
              </a:xfrm>
            </p:grpSpPr>
            <p:sp>
              <p:nvSpPr>
                <p:cNvPr id="11067" name="Google Shape;11067;p76"/>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76"/>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9" name="Google Shape;11069;p76"/>
              <p:cNvGrpSpPr/>
              <p:nvPr/>
            </p:nvGrpSpPr>
            <p:grpSpPr>
              <a:xfrm>
                <a:off x="5763578" y="3399067"/>
                <a:ext cx="37776" cy="32364"/>
                <a:chOff x="5763578" y="3399067"/>
                <a:chExt cx="37776" cy="32364"/>
              </a:xfrm>
            </p:grpSpPr>
            <p:sp>
              <p:nvSpPr>
                <p:cNvPr id="11070" name="Google Shape;11070;p76"/>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76"/>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2" name="Google Shape;11072;p76"/>
              <p:cNvGrpSpPr/>
              <p:nvPr/>
            </p:nvGrpSpPr>
            <p:grpSpPr>
              <a:xfrm>
                <a:off x="5395858" y="3230952"/>
                <a:ext cx="37776" cy="32364"/>
                <a:chOff x="5395858" y="3230952"/>
                <a:chExt cx="37776" cy="32364"/>
              </a:xfrm>
            </p:grpSpPr>
            <p:sp>
              <p:nvSpPr>
                <p:cNvPr id="11073" name="Google Shape;11073;p76"/>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76"/>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5" name="Google Shape;11075;p76"/>
              <p:cNvGrpSpPr/>
              <p:nvPr/>
            </p:nvGrpSpPr>
            <p:grpSpPr>
              <a:xfrm>
                <a:off x="5264088" y="3188237"/>
                <a:ext cx="37776" cy="32357"/>
                <a:chOff x="5264088" y="3188237"/>
                <a:chExt cx="37776" cy="32357"/>
              </a:xfrm>
            </p:grpSpPr>
            <p:sp>
              <p:nvSpPr>
                <p:cNvPr id="11076" name="Google Shape;11076;p76"/>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76"/>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8" name="Google Shape;11078;p76"/>
              <p:cNvGrpSpPr/>
              <p:nvPr/>
            </p:nvGrpSpPr>
            <p:grpSpPr>
              <a:xfrm>
                <a:off x="5585758" y="3237425"/>
                <a:ext cx="37878" cy="32357"/>
                <a:chOff x="5585758" y="3237425"/>
                <a:chExt cx="37878" cy="32357"/>
              </a:xfrm>
            </p:grpSpPr>
            <p:sp>
              <p:nvSpPr>
                <p:cNvPr id="11079" name="Google Shape;11079;p76"/>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76"/>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1" name="Google Shape;11081;p76"/>
              <p:cNvGrpSpPr/>
              <p:nvPr/>
            </p:nvGrpSpPr>
            <p:grpSpPr>
              <a:xfrm>
                <a:off x="4874196" y="3291088"/>
                <a:ext cx="37878" cy="32451"/>
                <a:chOff x="4874196" y="3291088"/>
                <a:chExt cx="37878" cy="32451"/>
              </a:xfrm>
            </p:grpSpPr>
            <p:sp>
              <p:nvSpPr>
                <p:cNvPr id="11082" name="Google Shape;11082;p76"/>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76"/>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4" name="Google Shape;11084;p76"/>
              <p:cNvGrpSpPr/>
              <p:nvPr/>
            </p:nvGrpSpPr>
            <p:grpSpPr>
              <a:xfrm>
                <a:off x="5197770" y="3785466"/>
                <a:ext cx="37783" cy="32427"/>
                <a:chOff x="5197770" y="3785466"/>
                <a:chExt cx="37783" cy="32427"/>
              </a:xfrm>
            </p:grpSpPr>
            <p:sp>
              <p:nvSpPr>
                <p:cNvPr id="11085" name="Google Shape;11085;p76"/>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76"/>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7" name="Google Shape;11087;p76"/>
              <p:cNvGrpSpPr/>
              <p:nvPr/>
            </p:nvGrpSpPr>
            <p:grpSpPr>
              <a:xfrm>
                <a:off x="5177699" y="3492117"/>
                <a:ext cx="37776" cy="32357"/>
                <a:chOff x="5177699" y="3492117"/>
                <a:chExt cx="37776" cy="32357"/>
              </a:xfrm>
            </p:grpSpPr>
            <p:sp>
              <p:nvSpPr>
                <p:cNvPr id="11088" name="Google Shape;11088;p76"/>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76"/>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0" name="Google Shape;11090;p76"/>
              <p:cNvGrpSpPr/>
              <p:nvPr/>
            </p:nvGrpSpPr>
            <p:grpSpPr>
              <a:xfrm>
                <a:off x="5349431" y="3622346"/>
                <a:ext cx="37870" cy="32380"/>
                <a:chOff x="5349431" y="3622346"/>
                <a:chExt cx="37870" cy="32380"/>
              </a:xfrm>
            </p:grpSpPr>
            <p:sp>
              <p:nvSpPr>
                <p:cNvPr id="11091" name="Google Shape;11091;p76"/>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76"/>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3" name="Google Shape;11093;p76"/>
              <p:cNvGrpSpPr/>
              <p:nvPr/>
            </p:nvGrpSpPr>
            <p:grpSpPr>
              <a:xfrm>
                <a:off x="5068855" y="3563980"/>
                <a:ext cx="53954" cy="46223"/>
                <a:chOff x="5068855" y="3563980"/>
                <a:chExt cx="53954" cy="46223"/>
              </a:xfrm>
            </p:grpSpPr>
            <p:sp>
              <p:nvSpPr>
                <p:cNvPr id="11094" name="Google Shape;11094;p76"/>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76"/>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6" name="Google Shape;11096;p76"/>
              <p:cNvGrpSpPr/>
              <p:nvPr/>
            </p:nvGrpSpPr>
            <p:grpSpPr>
              <a:xfrm>
                <a:off x="5037654" y="3392507"/>
                <a:ext cx="37870" cy="32451"/>
                <a:chOff x="5037654" y="3392507"/>
                <a:chExt cx="37870" cy="32451"/>
              </a:xfrm>
            </p:grpSpPr>
            <p:sp>
              <p:nvSpPr>
                <p:cNvPr id="11097" name="Google Shape;11097;p76"/>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76"/>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9" name="Google Shape;11099;p76"/>
              <p:cNvGrpSpPr/>
              <p:nvPr/>
            </p:nvGrpSpPr>
            <p:grpSpPr>
              <a:xfrm>
                <a:off x="5456560" y="3368629"/>
                <a:ext cx="37870" cy="32451"/>
                <a:chOff x="5456560" y="3368629"/>
                <a:chExt cx="37870" cy="32451"/>
              </a:xfrm>
            </p:grpSpPr>
            <p:sp>
              <p:nvSpPr>
                <p:cNvPr id="11100" name="Google Shape;11100;p76"/>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76"/>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2" name="Google Shape;11102;p76"/>
              <p:cNvGrpSpPr/>
              <p:nvPr/>
            </p:nvGrpSpPr>
            <p:grpSpPr>
              <a:xfrm>
                <a:off x="4755749" y="3501516"/>
                <a:ext cx="46246" cy="39608"/>
                <a:chOff x="4755749" y="3501516"/>
                <a:chExt cx="46246" cy="39608"/>
              </a:xfrm>
            </p:grpSpPr>
            <p:sp>
              <p:nvSpPr>
                <p:cNvPr id="11103" name="Google Shape;11103;p76"/>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76"/>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5" name="Google Shape;11105;p76"/>
              <p:cNvGrpSpPr/>
              <p:nvPr/>
            </p:nvGrpSpPr>
            <p:grpSpPr>
              <a:xfrm>
                <a:off x="4681346" y="3485582"/>
                <a:ext cx="37783" cy="32427"/>
                <a:chOff x="4681346" y="3485582"/>
                <a:chExt cx="37783" cy="32427"/>
              </a:xfrm>
            </p:grpSpPr>
            <p:sp>
              <p:nvSpPr>
                <p:cNvPr id="11106" name="Google Shape;11106;p76"/>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76"/>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8" name="Google Shape;11108;p76"/>
              <p:cNvGrpSpPr/>
              <p:nvPr/>
            </p:nvGrpSpPr>
            <p:grpSpPr>
              <a:xfrm>
                <a:off x="4767067" y="3291088"/>
                <a:ext cx="37878" cy="32451"/>
                <a:chOff x="4767067" y="3291088"/>
                <a:chExt cx="37878" cy="32451"/>
              </a:xfrm>
            </p:grpSpPr>
            <p:sp>
              <p:nvSpPr>
                <p:cNvPr id="11109" name="Google Shape;11109;p76"/>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76"/>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1" name="Google Shape;11111;p76"/>
              <p:cNvGrpSpPr/>
              <p:nvPr/>
            </p:nvGrpSpPr>
            <p:grpSpPr>
              <a:xfrm>
                <a:off x="4687819" y="3405539"/>
                <a:ext cx="37776" cy="32451"/>
                <a:chOff x="4687819" y="3405539"/>
                <a:chExt cx="37776" cy="32451"/>
              </a:xfrm>
            </p:grpSpPr>
            <p:sp>
              <p:nvSpPr>
                <p:cNvPr id="11112" name="Google Shape;11112;p76"/>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76"/>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4" name="Google Shape;11114;p76"/>
              <p:cNvGrpSpPr/>
              <p:nvPr/>
            </p:nvGrpSpPr>
            <p:grpSpPr>
              <a:xfrm>
                <a:off x="4923101" y="3444809"/>
                <a:ext cx="52813" cy="45318"/>
                <a:chOff x="4923101" y="3444809"/>
                <a:chExt cx="52813" cy="45318"/>
              </a:xfrm>
            </p:grpSpPr>
            <p:sp>
              <p:nvSpPr>
                <p:cNvPr id="11115" name="Google Shape;11115;p76"/>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76"/>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7" name="Google Shape;11117;p76"/>
              <p:cNvGrpSpPr/>
              <p:nvPr/>
            </p:nvGrpSpPr>
            <p:grpSpPr>
              <a:xfrm>
                <a:off x="4846040" y="3654750"/>
                <a:ext cx="31405" cy="26993"/>
                <a:chOff x="4846040" y="3654750"/>
                <a:chExt cx="31405" cy="26993"/>
              </a:xfrm>
            </p:grpSpPr>
            <p:sp>
              <p:nvSpPr>
                <p:cNvPr id="11118" name="Google Shape;11118;p76"/>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76"/>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0" name="Google Shape;11120;p76"/>
              <p:cNvGrpSpPr/>
              <p:nvPr/>
            </p:nvGrpSpPr>
            <p:grpSpPr>
              <a:xfrm>
                <a:off x="4925673" y="3691700"/>
                <a:ext cx="40253" cy="34472"/>
                <a:chOff x="4925673" y="3691700"/>
                <a:chExt cx="40253" cy="34472"/>
              </a:xfrm>
            </p:grpSpPr>
            <p:sp>
              <p:nvSpPr>
                <p:cNvPr id="11121" name="Google Shape;11121;p76"/>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76"/>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3" name="Google Shape;11123;p76"/>
              <p:cNvGrpSpPr/>
              <p:nvPr/>
            </p:nvGrpSpPr>
            <p:grpSpPr>
              <a:xfrm>
                <a:off x="4894653" y="3740848"/>
                <a:ext cx="31405" cy="26906"/>
                <a:chOff x="4894653" y="3740848"/>
                <a:chExt cx="31405" cy="26906"/>
              </a:xfrm>
            </p:grpSpPr>
            <p:sp>
              <p:nvSpPr>
                <p:cNvPr id="11124" name="Google Shape;11124;p76"/>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76"/>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6" name="Google Shape;11126;p76"/>
              <p:cNvGrpSpPr/>
              <p:nvPr/>
            </p:nvGrpSpPr>
            <p:grpSpPr>
              <a:xfrm>
                <a:off x="4962300" y="3696348"/>
                <a:ext cx="38255" cy="32773"/>
                <a:chOff x="4962300" y="3696348"/>
                <a:chExt cx="38255" cy="32773"/>
              </a:xfrm>
            </p:grpSpPr>
            <p:sp>
              <p:nvSpPr>
                <p:cNvPr id="11127" name="Google Shape;11127;p76"/>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76"/>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9" name="Google Shape;11129;p76"/>
              <p:cNvGrpSpPr/>
              <p:nvPr/>
            </p:nvGrpSpPr>
            <p:grpSpPr>
              <a:xfrm>
                <a:off x="4980185" y="3743349"/>
                <a:ext cx="31499" cy="26969"/>
                <a:chOff x="4980185" y="3743349"/>
                <a:chExt cx="31499" cy="26969"/>
              </a:xfrm>
            </p:grpSpPr>
            <p:sp>
              <p:nvSpPr>
                <p:cNvPr id="11130" name="Google Shape;11130;p76"/>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76"/>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2" name="Google Shape;11132;p76"/>
              <p:cNvGrpSpPr/>
              <p:nvPr/>
            </p:nvGrpSpPr>
            <p:grpSpPr>
              <a:xfrm>
                <a:off x="5013768" y="3734312"/>
                <a:ext cx="31499" cy="26969"/>
                <a:chOff x="5013768" y="3734312"/>
                <a:chExt cx="31499" cy="26969"/>
              </a:xfrm>
            </p:grpSpPr>
            <p:sp>
              <p:nvSpPr>
                <p:cNvPr id="11133" name="Google Shape;11133;p76"/>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76"/>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5" name="Google Shape;11135;p76"/>
              <p:cNvGrpSpPr/>
              <p:nvPr/>
            </p:nvGrpSpPr>
            <p:grpSpPr>
              <a:xfrm>
                <a:off x="5036703" y="3764545"/>
                <a:ext cx="31499" cy="26898"/>
                <a:chOff x="5036703" y="3764545"/>
                <a:chExt cx="31499" cy="26898"/>
              </a:xfrm>
            </p:grpSpPr>
            <p:sp>
              <p:nvSpPr>
                <p:cNvPr id="11136" name="Google Shape;11136;p76"/>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76"/>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8" name="Google Shape;11138;p76"/>
              <p:cNvGrpSpPr/>
              <p:nvPr/>
            </p:nvGrpSpPr>
            <p:grpSpPr>
              <a:xfrm>
                <a:off x="4953546" y="3768352"/>
                <a:ext cx="31405" cy="26898"/>
                <a:chOff x="4953546" y="3768352"/>
                <a:chExt cx="31405" cy="26898"/>
              </a:xfrm>
            </p:grpSpPr>
            <p:sp>
              <p:nvSpPr>
                <p:cNvPr id="11139" name="Google Shape;11139;p76"/>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76"/>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1" name="Google Shape;11141;p76"/>
              <p:cNvGrpSpPr/>
              <p:nvPr/>
            </p:nvGrpSpPr>
            <p:grpSpPr>
              <a:xfrm>
                <a:off x="4964770" y="3814016"/>
                <a:ext cx="31499" cy="26993"/>
                <a:chOff x="4964770" y="3814016"/>
                <a:chExt cx="31499" cy="26993"/>
              </a:xfrm>
            </p:grpSpPr>
            <p:sp>
              <p:nvSpPr>
                <p:cNvPr id="11142" name="Google Shape;11142;p76"/>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76"/>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4" name="Google Shape;11144;p76"/>
              <p:cNvGrpSpPr/>
              <p:nvPr/>
            </p:nvGrpSpPr>
            <p:grpSpPr>
              <a:xfrm>
                <a:off x="4923290" y="3800504"/>
                <a:ext cx="31468" cy="26898"/>
                <a:chOff x="4923290" y="3800504"/>
                <a:chExt cx="31468" cy="26898"/>
              </a:xfrm>
            </p:grpSpPr>
            <p:sp>
              <p:nvSpPr>
                <p:cNvPr id="11145" name="Google Shape;11145;p76"/>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76"/>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7" name="Google Shape;11147;p76"/>
              <p:cNvGrpSpPr/>
              <p:nvPr/>
            </p:nvGrpSpPr>
            <p:grpSpPr>
              <a:xfrm>
                <a:off x="5108534" y="3650943"/>
                <a:ext cx="31405" cy="26993"/>
                <a:chOff x="5108534" y="3650943"/>
                <a:chExt cx="31405" cy="26993"/>
              </a:xfrm>
            </p:grpSpPr>
            <p:sp>
              <p:nvSpPr>
                <p:cNvPr id="11148" name="Google Shape;11148;p76"/>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76"/>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0" name="Google Shape;11150;p76"/>
              <p:cNvGrpSpPr/>
              <p:nvPr/>
            </p:nvGrpSpPr>
            <p:grpSpPr>
              <a:xfrm>
                <a:off x="5119380" y="3760739"/>
                <a:ext cx="31499" cy="26993"/>
                <a:chOff x="5119380" y="3760739"/>
                <a:chExt cx="31499" cy="26993"/>
              </a:xfrm>
            </p:grpSpPr>
            <p:sp>
              <p:nvSpPr>
                <p:cNvPr id="11151" name="Google Shape;11151;p76"/>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76"/>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3" name="Google Shape;11153;p76"/>
              <p:cNvGrpSpPr/>
              <p:nvPr/>
            </p:nvGrpSpPr>
            <p:grpSpPr>
              <a:xfrm>
                <a:off x="5119380" y="3788235"/>
                <a:ext cx="31499" cy="26993"/>
                <a:chOff x="5119380" y="3788235"/>
                <a:chExt cx="31499" cy="26993"/>
              </a:xfrm>
            </p:grpSpPr>
            <p:sp>
              <p:nvSpPr>
                <p:cNvPr id="11154" name="Google Shape;11154;p76"/>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76"/>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6" name="Google Shape;11156;p76"/>
              <p:cNvGrpSpPr/>
              <p:nvPr/>
            </p:nvGrpSpPr>
            <p:grpSpPr>
              <a:xfrm>
                <a:off x="5158005" y="3875284"/>
                <a:ext cx="31405" cy="27001"/>
                <a:chOff x="5158005" y="3875284"/>
                <a:chExt cx="31405" cy="27001"/>
              </a:xfrm>
            </p:grpSpPr>
            <p:sp>
              <p:nvSpPr>
                <p:cNvPr id="11157" name="Google Shape;11157;p76"/>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76"/>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9" name="Google Shape;11159;p76"/>
              <p:cNvGrpSpPr/>
              <p:nvPr/>
            </p:nvGrpSpPr>
            <p:grpSpPr>
              <a:xfrm>
                <a:off x="5233163" y="3764545"/>
                <a:ext cx="31499" cy="26898"/>
                <a:chOff x="5233163" y="3764545"/>
                <a:chExt cx="31499" cy="26898"/>
              </a:xfrm>
            </p:grpSpPr>
            <p:sp>
              <p:nvSpPr>
                <p:cNvPr id="11160" name="Google Shape;11160;p76"/>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76"/>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2" name="Google Shape;11162;p76"/>
              <p:cNvGrpSpPr/>
              <p:nvPr/>
            </p:nvGrpSpPr>
            <p:grpSpPr>
              <a:xfrm>
                <a:off x="5276168" y="3805545"/>
                <a:ext cx="31499" cy="26906"/>
                <a:chOff x="5276168" y="3805545"/>
                <a:chExt cx="31499" cy="26906"/>
              </a:xfrm>
            </p:grpSpPr>
            <p:sp>
              <p:nvSpPr>
                <p:cNvPr id="11163" name="Google Shape;11163;p76"/>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76"/>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5" name="Google Shape;11165;p76"/>
              <p:cNvGrpSpPr/>
              <p:nvPr/>
            </p:nvGrpSpPr>
            <p:grpSpPr>
              <a:xfrm>
                <a:off x="5294053" y="3851933"/>
                <a:ext cx="31405" cy="26945"/>
                <a:chOff x="5294053" y="3851933"/>
                <a:chExt cx="31405" cy="26945"/>
              </a:xfrm>
            </p:grpSpPr>
            <p:sp>
              <p:nvSpPr>
                <p:cNvPr id="11166" name="Google Shape;11166;p76"/>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76"/>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8" name="Google Shape;11168;p76"/>
              <p:cNvGrpSpPr/>
              <p:nvPr/>
            </p:nvGrpSpPr>
            <p:grpSpPr>
              <a:xfrm>
                <a:off x="5341723" y="3851902"/>
                <a:ext cx="31405" cy="26977"/>
                <a:chOff x="5341723" y="3851902"/>
                <a:chExt cx="31405" cy="26977"/>
              </a:xfrm>
            </p:grpSpPr>
            <p:sp>
              <p:nvSpPr>
                <p:cNvPr id="11169" name="Google Shape;11169;p76"/>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76"/>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1" name="Google Shape;11171;p76"/>
              <p:cNvGrpSpPr/>
              <p:nvPr/>
            </p:nvGrpSpPr>
            <p:grpSpPr>
              <a:xfrm>
                <a:off x="5054871" y="3507855"/>
                <a:ext cx="31405" cy="26993"/>
                <a:chOff x="5054871" y="3507855"/>
                <a:chExt cx="31405" cy="26993"/>
              </a:xfrm>
            </p:grpSpPr>
            <p:sp>
              <p:nvSpPr>
                <p:cNvPr id="11172" name="Google Shape;11172;p76"/>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76"/>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4" name="Google Shape;11174;p76"/>
              <p:cNvGrpSpPr/>
              <p:nvPr/>
            </p:nvGrpSpPr>
            <p:grpSpPr>
              <a:xfrm>
                <a:off x="4876579" y="3675325"/>
                <a:ext cx="31405" cy="26969"/>
                <a:chOff x="4876579" y="3675325"/>
                <a:chExt cx="31405" cy="26969"/>
              </a:xfrm>
            </p:grpSpPr>
            <p:sp>
              <p:nvSpPr>
                <p:cNvPr id="11175" name="Google Shape;11175;p76"/>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76"/>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7" name="Google Shape;11177;p76"/>
              <p:cNvGrpSpPr/>
              <p:nvPr/>
            </p:nvGrpSpPr>
            <p:grpSpPr>
              <a:xfrm>
                <a:off x="4842233" y="3688333"/>
                <a:ext cx="31405" cy="26993"/>
                <a:chOff x="4842233" y="3688333"/>
                <a:chExt cx="31405" cy="26993"/>
              </a:xfrm>
            </p:grpSpPr>
            <p:sp>
              <p:nvSpPr>
                <p:cNvPr id="11178" name="Google Shape;11178;p76"/>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76"/>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0" name="Google Shape;11180;p76"/>
              <p:cNvGrpSpPr/>
              <p:nvPr/>
            </p:nvGrpSpPr>
            <p:grpSpPr>
              <a:xfrm>
                <a:off x="5187876" y="3608032"/>
                <a:ext cx="31405" cy="27001"/>
                <a:chOff x="5187876" y="3608032"/>
                <a:chExt cx="31405" cy="27001"/>
              </a:xfrm>
            </p:grpSpPr>
            <p:sp>
              <p:nvSpPr>
                <p:cNvPr id="11181" name="Google Shape;11181;p76"/>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76"/>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83" name="Google Shape;11183;p76"/>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76"/>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85" name="Google Shape;11185;p76"/>
              <p:cNvGrpSpPr/>
              <p:nvPr/>
            </p:nvGrpSpPr>
            <p:grpSpPr>
              <a:xfrm>
                <a:off x="5269224" y="3304167"/>
                <a:ext cx="40253" cy="34402"/>
                <a:chOff x="5269224" y="3304167"/>
                <a:chExt cx="40253" cy="34402"/>
              </a:xfrm>
            </p:grpSpPr>
            <p:sp>
              <p:nvSpPr>
                <p:cNvPr id="11186" name="Google Shape;11186;p76"/>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76"/>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8" name="Google Shape;11188;p76"/>
              <p:cNvGrpSpPr/>
              <p:nvPr/>
            </p:nvGrpSpPr>
            <p:grpSpPr>
              <a:xfrm>
                <a:off x="5327354" y="3476615"/>
                <a:ext cx="49864" cy="42723"/>
                <a:chOff x="5327354" y="3476615"/>
                <a:chExt cx="49864" cy="42723"/>
              </a:xfrm>
            </p:grpSpPr>
            <p:sp>
              <p:nvSpPr>
                <p:cNvPr id="11189" name="Google Shape;11189;p76"/>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76"/>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91" name="Google Shape;11191;p76"/>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76"/>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93" name="Google Shape;11193;p76"/>
              <p:cNvGrpSpPr/>
              <p:nvPr/>
            </p:nvGrpSpPr>
            <p:grpSpPr>
              <a:xfrm>
                <a:off x="5341723" y="3775957"/>
                <a:ext cx="31405" cy="26898"/>
                <a:chOff x="5341723" y="3775957"/>
                <a:chExt cx="31405" cy="26898"/>
              </a:xfrm>
            </p:grpSpPr>
            <p:sp>
              <p:nvSpPr>
                <p:cNvPr id="11194" name="Google Shape;11194;p76"/>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76"/>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6" name="Google Shape;11196;p76"/>
              <p:cNvGrpSpPr/>
              <p:nvPr/>
            </p:nvGrpSpPr>
            <p:grpSpPr>
              <a:xfrm>
                <a:off x="5439053" y="3699274"/>
                <a:ext cx="31405" cy="26898"/>
                <a:chOff x="5439053" y="3699274"/>
                <a:chExt cx="31405" cy="26898"/>
              </a:xfrm>
            </p:grpSpPr>
            <p:sp>
              <p:nvSpPr>
                <p:cNvPr id="11197" name="Google Shape;11197;p76"/>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76"/>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9" name="Google Shape;11199;p76"/>
              <p:cNvGrpSpPr/>
              <p:nvPr/>
            </p:nvGrpSpPr>
            <p:grpSpPr>
              <a:xfrm>
                <a:off x="5412414" y="3622307"/>
                <a:ext cx="31499" cy="26993"/>
                <a:chOff x="5412414" y="3622307"/>
                <a:chExt cx="31499" cy="26993"/>
              </a:xfrm>
            </p:grpSpPr>
            <p:sp>
              <p:nvSpPr>
                <p:cNvPr id="11200" name="Google Shape;11200;p76"/>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76"/>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2" name="Google Shape;11202;p76"/>
              <p:cNvGrpSpPr/>
              <p:nvPr/>
            </p:nvGrpSpPr>
            <p:grpSpPr>
              <a:xfrm>
                <a:off x="5476254" y="3473949"/>
                <a:ext cx="26835" cy="26930"/>
                <a:chOff x="5476254" y="3473949"/>
                <a:chExt cx="26835" cy="26930"/>
              </a:xfrm>
            </p:grpSpPr>
            <p:sp>
              <p:nvSpPr>
                <p:cNvPr id="11203" name="Google Shape;11203;p76"/>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76"/>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5" name="Google Shape;11205;p76"/>
              <p:cNvGrpSpPr/>
              <p:nvPr/>
            </p:nvGrpSpPr>
            <p:grpSpPr>
              <a:xfrm>
                <a:off x="5564547" y="3481594"/>
                <a:ext cx="31397" cy="26898"/>
                <a:chOff x="5564547" y="3481594"/>
                <a:chExt cx="31397" cy="26898"/>
              </a:xfrm>
            </p:grpSpPr>
            <p:sp>
              <p:nvSpPr>
                <p:cNvPr id="11206" name="Google Shape;11206;p76"/>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76"/>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8" name="Google Shape;11208;p76"/>
              <p:cNvGrpSpPr/>
              <p:nvPr/>
            </p:nvGrpSpPr>
            <p:grpSpPr>
              <a:xfrm>
                <a:off x="5534101" y="3470174"/>
                <a:ext cx="31397" cy="26906"/>
                <a:chOff x="5534101" y="3470174"/>
                <a:chExt cx="31397" cy="26906"/>
              </a:xfrm>
            </p:grpSpPr>
            <p:sp>
              <p:nvSpPr>
                <p:cNvPr id="11209" name="Google Shape;11209;p76"/>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76"/>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1" name="Google Shape;11211;p76"/>
              <p:cNvGrpSpPr/>
              <p:nvPr/>
            </p:nvGrpSpPr>
            <p:grpSpPr>
              <a:xfrm>
                <a:off x="5610879" y="3314486"/>
                <a:ext cx="31499" cy="26938"/>
                <a:chOff x="5610879" y="3314486"/>
                <a:chExt cx="31499" cy="26938"/>
              </a:xfrm>
            </p:grpSpPr>
            <p:sp>
              <p:nvSpPr>
                <p:cNvPr id="11212" name="Google Shape;11212;p76"/>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76"/>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4" name="Google Shape;11214;p76"/>
              <p:cNvGrpSpPr/>
              <p:nvPr/>
            </p:nvGrpSpPr>
            <p:grpSpPr>
              <a:xfrm>
                <a:off x="4834525" y="3501382"/>
                <a:ext cx="31499" cy="26898"/>
                <a:chOff x="4834525" y="3501382"/>
                <a:chExt cx="31499" cy="26898"/>
              </a:xfrm>
            </p:grpSpPr>
            <p:sp>
              <p:nvSpPr>
                <p:cNvPr id="11215" name="Google Shape;11215;p76"/>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76"/>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7" name="Google Shape;11217;p76"/>
              <p:cNvGrpSpPr/>
              <p:nvPr/>
            </p:nvGrpSpPr>
            <p:grpSpPr>
              <a:xfrm>
                <a:off x="4898460" y="3580158"/>
                <a:ext cx="31405" cy="26898"/>
                <a:chOff x="4898460" y="3580158"/>
                <a:chExt cx="31405" cy="26898"/>
              </a:xfrm>
            </p:grpSpPr>
            <p:sp>
              <p:nvSpPr>
                <p:cNvPr id="11218" name="Google Shape;11218;p76"/>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76"/>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0" name="Google Shape;11220;p76"/>
              <p:cNvGrpSpPr/>
              <p:nvPr/>
            </p:nvGrpSpPr>
            <p:grpSpPr>
              <a:xfrm>
                <a:off x="4882667" y="3608032"/>
                <a:ext cx="31499" cy="27001"/>
                <a:chOff x="4882667" y="3608032"/>
                <a:chExt cx="31499" cy="27001"/>
              </a:xfrm>
            </p:grpSpPr>
            <p:sp>
              <p:nvSpPr>
                <p:cNvPr id="11221" name="Google Shape;11221;p76"/>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76"/>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3" name="Google Shape;11223;p76"/>
              <p:cNvGrpSpPr/>
              <p:nvPr/>
            </p:nvGrpSpPr>
            <p:grpSpPr>
              <a:xfrm>
                <a:off x="4843373" y="3631407"/>
                <a:ext cx="16273" cy="16186"/>
                <a:chOff x="4843373" y="3631407"/>
                <a:chExt cx="16273" cy="16186"/>
              </a:xfrm>
            </p:grpSpPr>
            <p:sp>
              <p:nvSpPr>
                <p:cNvPr id="11224" name="Google Shape;11224;p76"/>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76"/>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6" name="Google Shape;11226;p76"/>
              <p:cNvGrpSpPr/>
              <p:nvPr/>
            </p:nvGrpSpPr>
            <p:grpSpPr>
              <a:xfrm>
                <a:off x="4727773" y="3591578"/>
                <a:ext cx="31499" cy="26898"/>
                <a:chOff x="4727773" y="3591578"/>
                <a:chExt cx="31499" cy="26898"/>
              </a:xfrm>
            </p:grpSpPr>
            <p:sp>
              <p:nvSpPr>
                <p:cNvPr id="11227" name="Google Shape;11227;p76"/>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76"/>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29" name="Google Shape;11229;p76"/>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76"/>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31" name="Google Shape;11231;p76"/>
              <p:cNvGrpSpPr/>
              <p:nvPr/>
            </p:nvGrpSpPr>
            <p:grpSpPr>
              <a:xfrm>
                <a:off x="4609421" y="3577398"/>
                <a:ext cx="31499" cy="27001"/>
                <a:chOff x="4609421" y="3577398"/>
                <a:chExt cx="31499" cy="27001"/>
              </a:xfrm>
            </p:grpSpPr>
            <p:sp>
              <p:nvSpPr>
                <p:cNvPr id="11232" name="Google Shape;11232;p76"/>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76"/>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4" name="Google Shape;11234;p76"/>
              <p:cNvGrpSpPr/>
              <p:nvPr/>
            </p:nvGrpSpPr>
            <p:grpSpPr>
              <a:xfrm>
                <a:off x="4649289" y="3577398"/>
                <a:ext cx="31499" cy="27001"/>
                <a:chOff x="4649289" y="3577398"/>
                <a:chExt cx="31499" cy="27001"/>
              </a:xfrm>
            </p:grpSpPr>
            <p:sp>
              <p:nvSpPr>
                <p:cNvPr id="11235" name="Google Shape;11235;p76"/>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76"/>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7" name="Google Shape;11237;p76"/>
              <p:cNvGrpSpPr/>
              <p:nvPr/>
            </p:nvGrpSpPr>
            <p:grpSpPr>
              <a:xfrm>
                <a:off x="4605614" y="3639523"/>
                <a:ext cx="31499" cy="26906"/>
                <a:chOff x="4605614" y="3639523"/>
                <a:chExt cx="31499" cy="26906"/>
              </a:xfrm>
            </p:grpSpPr>
            <p:sp>
              <p:nvSpPr>
                <p:cNvPr id="11238" name="Google Shape;11238;p76"/>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76"/>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0" name="Google Shape;11240;p76"/>
              <p:cNvGrpSpPr/>
              <p:nvPr/>
            </p:nvGrpSpPr>
            <p:grpSpPr>
              <a:xfrm>
                <a:off x="4785149" y="3618846"/>
                <a:ext cx="26930" cy="26843"/>
                <a:chOff x="4785149" y="3618846"/>
                <a:chExt cx="26930" cy="26843"/>
              </a:xfrm>
            </p:grpSpPr>
            <p:sp>
              <p:nvSpPr>
                <p:cNvPr id="11241" name="Google Shape;11241;p76"/>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76"/>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3" name="Google Shape;11243;p76"/>
              <p:cNvGrpSpPr/>
              <p:nvPr/>
            </p:nvGrpSpPr>
            <p:grpSpPr>
              <a:xfrm>
                <a:off x="4810167" y="3601567"/>
                <a:ext cx="31405" cy="26898"/>
                <a:chOff x="4810167" y="3601567"/>
                <a:chExt cx="31405" cy="26898"/>
              </a:xfrm>
            </p:grpSpPr>
            <p:sp>
              <p:nvSpPr>
                <p:cNvPr id="11244" name="Google Shape;11244;p76"/>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76"/>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6" name="Google Shape;11246;p76"/>
              <p:cNvGrpSpPr/>
              <p:nvPr/>
            </p:nvGrpSpPr>
            <p:grpSpPr>
              <a:xfrm>
                <a:off x="4831002" y="3373230"/>
                <a:ext cx="31405" cy="26898"/>
                <a:chOff x="4831002" y="3373230"/>
                <a:chExt cx="31405" cy="26898"/>
              </a:xfrm>
            </p:grpSpPr>
            <p:sp>
              <p:nvSpPr>
                <p:cNvPr id="11247" name="Google Shape;11247;p76"/>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76"/>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9" name="Google Shape;11249;p76"/>
              <p:cNvGrpSpPr/>
              <p:nvPr/>
            </p:nvGrpSpPr>
            <p:grpSpPr>
              <a:xfrm>
                <a:off x="4719311" y="3355054"/>
                <a:ext cx="31499" cy="27001"/>
                <a:chOff x="4719311" y="3355054"/>
                <a:chExt cx="31499" cy="27001"/>
              </a:xfrm>
            </p:grpSpPr>
            <p:sp>
              <p:nvSpPr>
                <p:cNvPr id="11250" name="Google Shape;11250;p76"/>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76"/>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2" name="Google Shape;11252;p76"/>
              <p:cNvGrpSpPr/>
              <p:nvPr/>
            </p:nvGrpSpPr>
            <p:grpSpPr>
              <a:xfrm>
                <a:off x="4798755" y="3450260"/>
                <a:ext cx="26930" cy="26930"/>
                <a:chOff x="4798755" y="3450260"/>
                <a:chExt cx="26930" cy="26930"/>
              </a:xfrm>
            </p:grpSpPr>
            <p:sp>
              <p:nvSpPr>
                <p:cNvPr id="11253" name="Google Shape;11253;p76"/>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76"/>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5" name="Google Shape;11255;p76"/>
              <p:cNvGrpSpPr/>
              <p:nvPr/>
            </p:nvGrpSpPr>
            <p:grpSpPr>
              <a:xfrm>
                <a:off x="4645576" y="3467555"/>
                <a:ext cx="31405" cy="26953"/>
                <a:chOff x="4645576" y="3467555"/>
                <a:chExt cx="31405" cy="26953"/>
              </a:xfrm>
            </p:grpSpPr>
            <p:sp>
              <p:nvSpPr>
                <p:cNvPr id="11256" name="Google Shape;11256;p76"/>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76"/>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8" name="Google Shape;11258;p76"/>
              <p:cNvGrpSpPr/>
              <p:nvPr/>
            </p:nvGrpSpPr>
            <p:grpSpPr>
              <a:xfrm>
                <a:off x="4687631" y="3583965"/>
                <a:ext cx="31499" cy="26898"/>
                <a:chOff x="4687631" y="3583965"/>
                <a:chExt cx="31499" cy="26898"/>
              </a:xfrm>
            </p:grpSpPr>
            <p:sp>
              <p:nvSpPr>
                <p:cNvPr id="11259" name="Google Shape;11259;p76"/>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76"/>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1" name="Google Shape;11261;p76"/>
              <p:cNvGrpSpPr/>
              <p:nvPr/>
            </p:nvGrpSpPr>
            <p:grpSpPr>
              <a:xfrm>
                <a:off x="4719311" y="3471314"/>
                <a:ext cx="31499" cy="27001"/>
                <a:chOff x="4719311" y="3471314"/>
                <a:chExt cx="31499" cy="27001"/>
              </a:xfrm>
            </p:grpSpPr>
            <p:sp>
              <p:nvSpPr>
                <p:cNvPr id="11262" name="Google Shape;11262;p76"/>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76"/>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4" name="Google Shape;11264;p76"/>
              <p:cNvGrpSpPr/>
              <p:nvPr/>
            </p:nvGrpSpPr>
            <p:grpSpPr>
              <a:xfrm>
                <a:off x="4719311" y="3434404"/>
                <a:ext cx="31499" cy="26898"/>
                <a:chOff x="4719311" y="3434404"/>
                <a:chExt cx="31499" cy="26898"/>
              </a:xfrm>
            </p:grpSpPr>
            <p:sp>
              <p:nvSpPr>
                <p:cNvPr id="11265" name="Google Shape;11265;p76"/>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76"/>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7" name="Google Shape;11267;p76"/>
              <p:cNvGrpSpPr/>
              <p:nvPr/>
            </p:nvGrpSpPr>
            <p:grpSpPr>
              <a:xfrm>
                <a:off x="4768876" y="3401772"/>
                <a:ext cx="31499" cy="26898"/>
                <a:chOff x="4768876" y="3401772"/>
                <a:chExt cx="31499" cy="26898"/>
              </a:xfrm>
            </p:grpSpPr>
            <p:sp>
              <p:nvSpPr>
                <p:cNvPr id="11268" name="Google Shape;11268;p76"/>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76"/>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0" name="Google Shape;11270;p76"/>
              <p:cNvGrpSpPr/>
              <p:nvPr/>
            </p:nvGrpSpPr>
            <p:grpSpPr>
              <a:xfrm>
                <a:off x="4762214" y="3471377"/>
                <a:ext cx="26938" cy="26938"/>
                <a:chOff x="4762214" y="3471377"/>
                <a:chExt cx="26938" cy="26938"/>
              </a:xfrm>
            </p:grpSpPr>
            <p:sp>
              <p:nvSpPr>
                <p:cNvPr id="11271" name="Google Shape;11271;p76"/>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76"/>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3" name="Google Shape;11273;p76"/>
              <p:cNvGrpSpPr/>
              <p:nvPr/>
            </p:nvGrpSpPr>
            <p:grpSpPr>
              <a:xfrm>
                <a:off x="4790473" y="3344782"/>
                <a:ext cx="31405" cy="26898"/>
                <a:chOff x="4790473" y="3344782"/>
                <a:chExt cx="31405" cy="26898"/>
              </a:xfrm>
            </p:grpSpPr>
            <p:sp>
              <p:nvSpPr>
                <p:cNvPr id="11274" name="Google Shape;11274;p76"/>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76"/>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6" name="Google Shape;11276;p76"/>
              <p:cNvGrpSpPr/>
              <p:nvPr/>
            </p:nvGrpSpPr>
            <p:grpSpPr>
              <a:xfrm>
                <a:off x="4823774" y="3950733"/>
                <a:ext cx="37398" cy="32034"/>
                <a:chOff x="4823774" y="3950733"/>
                <a:chExt cx="37398" cy="32034"/>
              </a:xfrm>
            </p:grpSpPr>
            <p:sp>
              <p:nvSpPr>
                <p:cNvPr id="11277" name="Google Shape;11277;p76"/>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76"/>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9" name="Google Shape;11279;p76"/>
              <p:cNvGrpSpPr/>
              <p:nvPr/>
            </p:nvGrpSpPr>
            <p:grpSpPr>
              <a:xfrm>
                <a:off x="4823396" y="4110566"/>
                <a:ext cx="31405" cy="26906"/>
                <a:chOff x="4823396" y="4110566"/>
                <a:chExt cx="31405" cy="26906"/>
              </a:xfrm>
            </p:grpSpPr>
            <p:sp>
              <p:nvSpPr>
                <p:cNvPr id="11280" name="Google Shape;11280;p76"/>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76"/>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2" name="Google Shape;11282;p76"/>
              <p:cNvGrpSpPr/>
              <p:nvPr/>
            </p:nvGrpSpPr>
            <p:grpSpPr>
              <a:xfrm>
                <a:off x="4838332" y="3821150"/>
                <a:ext cx="31499" cy="26898"/>
                <a:chOff x="4838332" y="3821150"/>
                <a:chExt cx="31499" cy="26898"/>
              </a:xfrm>
            </p:grpSpPr>
            <p:sp>
              <p:nvSpPr>
                <p:cNvPr id="11283" name="Google Shape;11283;p76"/>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76"/>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5" name="Google Shape;11285;p76"/>
              <p:cNvGrpSpPr/>
              <p:nvPr/>
            </p:nvGrpSpPr>
            <p:grpSpPr>
              <a:xfrm>
                <a:off x="4661275" y="3815007"/>
                <a:ext cx="36824" cy="31523"/>
                <a:chOff x="4661275" y="3815007"/>
                <a:chExt cx="36824" cy="31523"/>
              </a:xfrm>
            </p:grpSpPr>
            <p:sp>
              <p:nvSpPr>
                <p:cNvPr id="11286" name="Google Shape;11286;p76"/>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76"/>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8" name="Google Shape;11288;p76"/>
              <p:cNvGrpSpPr/>
              <p:nvPr/>
            </p:nvGrpSpPr>
            <p:grpSpPr>
              <a:xfrm>
                <a:off x="4558998" y="3851037"/>
                <a:ext cx="33591" cy="28699"/>
                <a:chOff x="4558998" y="3851037"/>
                <a:chExt cx="33591" cy="28699"/>
              </a:xfrm>
            </p:grpSpPr>
            <p:sp>
              <p:nvSpPr>
                <p:cNvPr id="11289" name="Google Shape;11289;p76"/>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76"/>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1" name="Google Shape;11291;p76"/>
              <p:cNvGrpSpPr/>
              <p:nvPr/>
            </p:nvGrpSpPr>
            <p:grpSpPr>
              <a:xfrm>
                <a:off x="4696762" y="3638587"/>
                <a:ext cx="33591" cy="28794"/>
                <a:chOff x="4696762" y="3638587"/>
                <a:chExt cx="33591" cy="28794"/>
              </a:xfrm>
            </p:grpSpPr>
            <p:sp>
              <p:nvSpPr>
                <p:cNvPr id="11292" name="Google Shape;11292;p76"/>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76"/>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4" name="Google Shape;11294;p76"/>
              <p:cNvGrpSpPr/>
              <p:nvPr/>
            </p:nvGrpSpPr>
            <p:grpSpPr>
              <a:xfrm>
                <a:off x="4929479" y="3939140"/>
                <a:ext cx="33497" cy="28692"/>
                <a:chOff x="4929479" y="3939140"/>
                <a:chExt cx="33497" cy="28692"/>
              </a:xfrm>
            </p:grpSpPr>
            <p:sp>
              <p:nvSpPr>
                <p:cNvPr id="11295" name="Google Shape;11295;p76"/>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76"/>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7" name="Google Shape;11297;p76"/>
              <p:cNvGrpSpPr/>
              <p:nvPr/>
            </p:nvGrpSpPr>
            <p:grpSpPr>
              <a:xfrm>
                <a:off x="4907119" y="3986039"/>
                <a:ext cx="33497" cy="28699"/>
                <a:chOff x="4907119" y="3986039"/>
                <a:chExt cx="33497" cy="28699"/>
              </a:xfrm>
            </p:grpSpPr>
            <p:sp>
              <p:nvSpPr>
                <p:cNvPr id="11298" name="Google Shape;11298;p76"/>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76"/>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0" name="Google Shape;11300;p76"/>
              <p:cNvGrpSpPr/>
              <p:nvPr/>
            </p:nvGrpSpPr>
            <p:grpSpPr>
              <a:xfrm>
                <a:off x="4911783" y="4048102"/>
                <a:ext cx="33591" cy="28762"/>
                <a:chOff x="4911783" y="4048102"/>
                <a:chExt cx="33591" cy="28762"/>
              </a:xfrm>
            </p:grpSpPr>
            <p:sp>
              <p:nvSpPr>
                <p:cNvPr id="11301" name="Google Shape;11301;p76"/>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76"/>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03" name="Google Shape;11303;p76"/>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76"/>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05" name="Google Shape;11305;p76"/>
              <p:cNvGrpSpPr/>
              <p:nvPr/>
            </p:nvGrpSpPr>
            <p:grpSpPr>
              <a:xfrm>
                <a:off x="4762623" y="3837847"/>
                <a:ext cx="42416" cy="36273"/>
                <a:chOff x="4762623" y="3837847"/>
                <a:chExt cx="42416" cy="36273"/>
              </a:xfrm>
            </p:grpSpPr>
            <p:sp>
              <p:nvSpPr>
                <p:cNvPr id="11306" name="Google Shape;11306;p76"/>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76"/>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8" name="Google Shape;11308;p76"/>
              <p:cNvGrpSpPr/>
              <p:nvPr/>
            </p:nvGrpSpPr>
            <p:grpSpPr>
              <a:xfrm>
                <a:off x="4746044" y="4104966"/>
                <a:ext cx="33497" cy="28699"/>
                <a:chOff x="4746044" y="4104966"/>
                <a:chExt cx="33497" cy="28699"/>
              </a:xfrm>
            </p:grpSpPr>
            <p:sp>
              <p:nvSpPr>
                <p:cNvPr id="11309" name="Google Shape;11309;p76"/>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76"/>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1" name="Google Shape;11311;p76"/>
              <p:cNvGrpSpPr/>
              <p:nvPr/>
            </p:nvGrpSpPr>
            <p:grpSpPr>
              <a:xfrm>
                <a:off x="4859646" y="4162554"/>
                <a:ext cx="33591" cy="28762"/>
                <a:chOff x="4859646" y="4162554"/>
                <a:chExt cx="33591" cy="28762"/>
              </a:xfrm>
            </p:grpSpPr>
            <p:sp>
              <p:nvSpPr>
                <p:cNvPr id="11312" name="Google Shape;11312;p76"/>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76"/>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314" name="Google Shape;11314;p76"/>
            <p:cNvGrpSpPr/>
            <p:nvPr/>
          </p:nvGrpSpPr>
          <p:grpSpPr>
            <a:xfrm>
              <a:off x="3597785" y="3274438"/>
              <a:ext cx="855610" cy="1122100"/>
              <a:chOff x="3597785" y="3274438"/>
              <a:chExt cx="855610" cy="1122100"/>
            </a:xfrm>
          </p:grpSpPr>
          <p:grpSp>
            <p:nvGrpSpPr>
              <p:cNvPr id="11315" name="Google Shape;11315;p76"/>
              <p:cNvGrpSpPr/>
              <p:nvPr/>
            </p:nvGrpSpPr>
            <p:grpSpPr>
              <a:xfrm>
                <a:off x="3617857" y="3284717"/>
                <a:ext cx="826785" cy="1099165"/>
                <a:chOff x="3617857" y="3284717"/>
                <a:chExt cx="826785" cy="1099165"/>
              </a:xfrm>
            </p:grpSpPr>
            <p:sp>
              <p:nvSpPr>
                <p:cNvPr id="11316" name="Google Shape;11316;p76"/>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76"/>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76"/>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76"/>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76"/>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76"/>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76"/>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76"/>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76"/>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76"/>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76"/>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76"/>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76"/>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76"/>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76"/>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76"/>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76"/>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76"/>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76"/>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76"/>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76"/>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76"/>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76"/>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76"/>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76"/>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76"/>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76"/>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76"/>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76"/>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76"/>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76"/>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76"/>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76"/>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76"/>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76"/>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76"/>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76"/>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76"/>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76"/>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76"/>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76"/>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76"/>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76"/>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76"/>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76"/>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76"/>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76"/>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76"/>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76"/>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76"/>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76"/>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76"/>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76"/>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76"/>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76"/>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76"/>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2" name="Google Shape;11372;p76"/>
              <p:cNvGrpSpPr/>
              <p:nvPr/>
            </p:nvGrpSpPr>
            <p:grpSpPr>
              <a:xfrm>
                <a:off x="4180904" y="4251758"/>
                <a:ext cx="37783" cy="32420"/>
                <a:chOff x="4180904" y="4251758"/>
                <a:chExt cx="37783" cy="32420"/>
              </a:xfrm>
            </p:grpSpPr>
            <p:sp>
              <p:nvSpPr>
                <p:cNvPr id="11373" name="Google Shape;11373;p76"/>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76"/>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5" name="Google Shape;11375;p76"/>
              <p:cNvGrpSpPr/>
              <p:nvPr/>
            </p:nvGrpSpPr>
            <p:grpSpPr>
              <a:xfrm>
                <a:off x="4201644" y="4081324"/>
                <a:ext cx="37783" cy="32364"/>
                <a:chOff x="4201644" y="4081324"/>
                <a:chExt cx="37783" cy="32364"/>
              </a:xfrm>
            </p:grpSpPr>
            <p:sp>
              <p:nvSpPr>
                <p:cNvPr id="11376" name="Google Shape;11376;p76"/>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76"/>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8" name="Google Shape;11378;p76"/>
              <p:cNvGrpSpPr/>
              <p:nvPr/>
            </p:nvGrpSpPr>
            <p:grpSpPr>
              <a:xfrm>
                <a:off x="4284416" y="3887428"/>
                <a:ext cx="37783" cy="32451"/>
                <a:chOff x="4284416" y="3887428"/>
                <a:chExt cx="37783" cy="32451"/>
              </a:xfrm>
            </p:grpSpPr>
            <p:sp>
              <p:nvSpPr>
                <p:cNvPr id="11379" name="Google Shape;11379;p76"/>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76"/>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1" name="Google Shape;11381;p76"/>
              <p:cNvGrpSpPr/>
              <p:nvPr/>
            </p:nvGrpSpPr>
            <p:grpSpPr>
              <a:xfrm>
                <a:off x="4223721" y="3860404"/>
                <a:ext cx="37870" cy="32364"/>
                <a:chOff x="4223721" y="3860404"/>
                <a:chExt cx="37870" cy="32364"/>
              </a:xfrm>
            </p:grpSpPr>
            <p:sp>
              <p:nvSpPr>
                <p:cNvPr id="11382" name="Google Shape;11382;p76"/>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76"/>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4" name="Google Shape;11384;p76"/>
              <p:cNvGrpSpPr/>
              <p:nvPr/>
            </p:nvGrpSpPr>
            <p:grpSpPr>
              <a:xfrm>
                <a:off x="4104889" y="3699242"/>
                <a:ext cx="37776" cy="32357"/>
                <a:chOff x="4104889" y="3699242"/>
                <a:chExt cx="37776" cy="32357"/>
              </a:xfrm>
            </p:grpSpPr>
            <p:sp>
              <p:nvSpPr>
                <p:cNvPr id="11385" name="Google Shape;11385;p76"/>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76"/>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7" name="Google Shape;11387;p76"/>
              <p:cNvGrpSpPr/>
              <p:nvPr/>
            </p:nvGrpSpPr>
            <p:grpSpPr>
              <a:xfrm>
                <a:off x="4143608" y="3475121"/>
                <a:ext cx="37878" cy="32420"/>
                <a:chOff x="4143608" y="3475121"/>
                <a:chExt cx="37878" cy="32420"/>
              </a:xfrm>
            </p:grpSpPr>
            <p:sp>
              <p:nvSpPr>
                <p:cNvPr id="11388" name="Google Shape;11388;p76"/>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76"/>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0" name="Google Shape;11390;p76"/>
              <p:cNvGrpSpPr/>
              <p:nvPr/>
            </p:nvGrpSpPr>
            <p:grpSpPr>
              <a:xfrm>
                <a:off x="4217248" y="3570893"/>
                <a:ext cx="37776" cy="32364"/>
                <a:chOff x="4217248" y="3570893"/>
                <a:chExt cx="37776" cy="32364"/>
              </a:xfrm>
            </p:grpSpPr>
            <p:sp>
              <p:nvSpPr>
                <p:cNvPr id="11391" name="Google Shape;11391;p76"/>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76"/>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3" name="Google Shape;11393;p76"/>
              <p:cNvGrpSpPr/>
              <p:nvPr/>
            </p:nvGrpSpPr>
            <p:grpSpPr>
              <a:xfrm>
                <a:off x="4255307" y="3431612"/>
                <a:ext cx="37776" cy="32451"/>
                <a:chOff x="4255307" y="3431612"/>
                <a:chExt cx="37776" cy="32451"/>
              </a:xfrm>
            </p:grpSpPr>
            <p:sp>
              <p:nvSpPr>
                <p:cNvPr id="11394" name="Google Shape;11394;p76"/>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76"/>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6" name="Google Shape;11396;p76"/>
              <p:cNvGrpSpPr/>
              <p:nvPr/>
            </p:nvGrpSpPr>
            <p:grpSpPr>
              <a:xfrm>
                <a:off x="3853052" y="3577398"/>
                <a:ext cx="37776" cy="32420"/>
                <a:chOff x="3853052" y="3577398"/>
                <a:chExt cx="37776" cy="32420"/>
              </a:xfrm>
            </p:grpSpPr>
            <p:sp>
              <p:nvSpPr>
                <p:cNvPr id="11397" name="Google Shape;11397;p76"/>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76"/>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9" name="Google Shape;11399;p76"/>
              <p:cNvGrpSpPr/>
              <p:nvPr/>
            </p:nvGrpSpPr>
            <p:grpSpPr>
              <a:xfrm>
                <a:off x="4039908" y="3412107"/>
                <a:ext cx="37776" cy="32357"/>
                <a:chOff x="4039908" y="3412107"/>
                <a:chExt cx="37776" cy="32357"/>
              </a:xfrm>
            </p:grpSpPr>
            <p:sp>
              <p:nvSpPr>
                <p:cNvPr id="11400" name="Google Shape;11400;p76"/>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76"/>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2" name="Google Shape;11402;p76"/>
              <p:cNvGrpSpPr/>
              <p:nvPr/>
            </p:nvGrpSpPr>
            <p:grpSpPr>
              <a:xfrm>
                <a:off x="4017360" y="3342061"/>
                <a:ext cx="37870" cy="32380"/>
                <a:chOff x="4017360" y="3342061"/>
                <a:chExt cx="37870" cy="32380"/>
              </a:xfrm>
            </p:grpSpPr>
            <p:sp>
              <p:nvSpPr>
                <p:cNvPr id="11403" name="Google Shape;11403;p76"/>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76"/>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05" name="Google Shape;11405;p76"/>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76"/>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07" name="Google Shape;11407;p76"/>
              <p:cNvGrpSpPr/>
              <p:nvPr/>
            </p:nvGrpSpPr>
            <p:grpSpPr>
              <a:xfrm>
                <a:off x="3750870" y="3418650"/>
                <a:ext cx="37776" cy="32380"/>
                <a:chOff x="3750870" y="3418650"/>
                <a:chExt cx="37776" cy="32380"/>
              </a:xfrm>
            </p:grpSpPr>
            <p:sp>
              <p:nvSpPr>
                <p:cNvPr id="11408" name="Google Shape;11408;p76"/>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76"/>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0" name="Google Shape;11410;p76"/>
              <p:cNvGrpSpPr/>
              <p:nvPr/>
            </p:nvGrpSpPr>
            <p:grpSpPr>
              <a:xfrm>
                <a:off x="3632509" y="3274438"/>
                <a:ext cx="37783" cy="32357"/>
                <a:chOff x="3632509" y="3274438"/>
                <a:chExt cx="37783" cy="32357"/>
              </a:xfrm>
            </p:grpSpPr>
            <p:sp>
              <p:nvSpPr>
                <p:cNvPr id="11411" name="Google Shape;11411;p76"/>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76"/>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3" name="Google Shape;11413;p76"/>
              <p:cNvGrpSpPr/>
              <p:nvPr/>
            </p:nvGrpSpPr>
            <p:grpSpPr>
              <a:xfrm>
                <a:off x="3906424" y="3297561"/>
                <a:ext cx="37776" cy="32451"/>
                <a:chOff x="3906424" y="3297561"/>
                <a:chExt cx="37776" cy="32451"/>
              </a:xfrm>
            </p:grpSpPr>
            <p:sp>
              <p:nvSpPr>
                <p:cNvPr id="11414" name="Google Shape;11414;p76"/>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76"/>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6" name="Google Shape;11416;p76"/>
              <p:cNvGrpSpPr/>
              <p:nvPr/>
            </p:nvGrpSpPr>
            <p:grpSpPr>
              <a:xfrm>
                <a:off x="3866084" y="3412107"/>
                <a:ext cx="37776" cy="32357"/>
                <a:chOff x="3866084" y="3412107"/>
                <a:chExt cx="37776" cy="32357"/>
              </a:xfrm>
            </p:grpSpPr>
            <p:sp>
              <p:nvSpPr>
                <p:cNvPr id="11417" name="Google Shape;11417;p76"/>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76"/>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9" name="Google Shape;11419;p76"/>
              <p:cNvGrpSpPr/>
              <p:nvPr/>
            </p:nvGrpSpPr>
            <p:grpSpPr>
              <a:xfrm>
                <a:off x="4023919" y="3766409"/>
                <a:ext cx="37783" cy="32357"/>
                <a:chOff x="4023919" y="3766409"/>
                <a:chExt cx="37783" cy="32357"/>
              </a:xfrm>
            </p:grpSpPr>
            <p:sp>
              <p:nvSpPr>
                <p:cNvPr id="11420" name="Google Shape;11420;p76"/>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76"/>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2" name="Google Shape;11422;p76"/>
              <p:cNvGrpSpPr/>
              <p:nvPr/>
            </p:nvGrpSpPr>
            <p:grpSpPr>
              <a:xfrm>
                <a:off x="3973882" y="3779449"/>
                <a:ext cx="37776" cy="32357"/>
                <a:chOff x="3973882" y="3779449"/>
                <a:chExt cx="37776" cy="32357"/>
              </a:xfrm>
            </p:grpSpPr>
            <p:sp>
              <p:nvSpPr>
                <p:cNvPr id="11423" name="Google Shape;11423;p76"/>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76"/>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5" name="Google Shape;11425;p76"/>
              <p:cNvGrpSpPr/>
              <p:nvPr/>
            </p:nvGrpSpPr>
            <p:grpSpPr>
              <a:xfrm>
                <a:off x="4073398" y="3838028"/>
                <a:ext cx="37776" cy="32380"/>
                <a:chOff x="4073398" y="3838028"/>
                <a:chExt cx="37776" cy="32380"/>
              </a:xfrm>
            </p:grpSpPr>
            <p:sp>
              <p:nvSpPr>
                <p:cNvPr id="11426" name="Google Shape;11426;p76"/>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76"/>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8" name="Google Shape;11428;p76"/>
              <p:cNvGrpSpPr/>
              <p:nvPr/>
            </p:nvGrpSpPr>
            <p:grpSpPr>
              <a:xfrm>
                <a:off x="4342672" y="4144496"/>
                <a:ext cx="37752" cy="32364"/>
                <a:chOff x="4342672" y="4144496"/>
                <a:chExt cx="37752" cy="32364"/>
              </a:xfrm>
            </p:grpSpPr>
            <p:sp>
              <p:nvSpPr>
                <p:cNvPr id="11429" name="Google Shape;11429;p76"/>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76"/>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1" name="Google Shape;11431;p76"/>
              <p:cNvGrpSpPr/>
              <p:nvPr/>
            </p:nvGrpSpPr>
            <p:grpSpPr>
              <a:xfrm>
                <a:off x="4406386" y="4056872"/>
                <a:ext cx="37783" cy="32364"/>
                <a:chOff x="4406386" y="4056872"/>
                <a:chExt cx="37783" cy="32364"/>
              </a:xfrm>
            </p:grpSpPr>
            <p:sp>
              <p:nvSpPr>
                <p:cNvPr id="11432" name="Google Shape;11432;p76"/>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76"/>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4" name="Google Shape;11434;p76"/>
              <p:cNvGrpSpPr/>
              <p:nvPr/>
            </p:nvGrpSpPr>
            <p:grpSpPr>
              <a:xfrm>
                <a:off x="4284416" y="4245254"/>
                <a:ext cx="37783" cy="32357"/>
                <a:chOff x="4284416" y="4245254"/>
                <a:chExt cx="37783" cy="32357"/>
              </a:xfrm>
            </p:grpSpPr>
            <p:sp>
              <p:nvSpPr>
                <p:cNvPr id="11435" name="Google Shape;11435;p76"/>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76"/>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7" name="Google Shape;11437;p76"/>
              <p:cNvGrpSpPr/>
              <p:nvPr/>
            </p:nvGrpSpPr>
            <p:grpSpPr>
              <a:xfrm>
                <a:off x="4219057" y="4331258"/>
                <a:ext cx="37776" cy="32364"/>
                <a:chOff x="4219057" y="4331258"/>
                <a:chExt cx="37776" cy="32364"/>
              </a:xfrm>
            </p:grpSpPr>
            <p:sp>
              <p:nvSpPr>
                <p:cNvPr id="11438" name="Google Shape;11438;p76"/>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76"/>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0" name="Google Shape;11440;p76"/>
              <p:cNvGrpSpPr/>
              <p:nvPr/>
            </p:nvGrpSpPr>
            <p:grpSpPr>
              <a:xfrm>
                <a:off x="4204122" y="4141688"/>
                <a:ext cx="33497" cy="28699"/>
                <a:chOff x="4204122" y="4141688"/>
                <a:chExt cx="33497" cy="28699"/>
              </a:xfrm>
            </p:grpSpPr>
            <p:sp>
              <p:nvSpPr>
                <p:cNvPr id="11441" name="Google Shape;11441;p76"/>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76"/>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3" name="Google Shape;11443;p76"/>
              <p:cNvGrpSpPr/>
              <p:nvPr/>
            </p:nvGrpSpPr>
            <p:grpSpPr>
              <a:xfrm>
                <a:off x="4301546" y="4003869"/>
                <a:ext cx="38916" cy="33324"/>
                <a:chOff x="4301546" y="4003869"/>
                <a:chExt cx="38916" cy="33324"/>
              </a:xfrm>
            </p:grpSpPr>
            <p:sp>
              <p:nvSpPr>
                <p:cNvPr id="11444" name="Google Shape;11444;p76"/>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76"/>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6" name="Google Shape;11446;p76"/>
              <p:cNvGrpSpPr/>
              <p:nvPr/>
            </p:nvGrpSpPr>
            <p:grpSpPr>
              <a:xfrm>
                <a:off x="4210681" y="3924669"/>
                <a:ext cx="36549" cy="31366"/>
                <a:chOff x="4210681" y="3924669"/>
                <a:chExt cx="36549" cy="31366"/>
              </a:xfrm>
            </p:grpSpPr>
            <p:sp>
              <p:nvSpPr>
                <p:cNvPr id="11447" name="Google Shape;11447;p76"/>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76"/>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9" name="Google Shape;11449;p76"/>
              <p:cNvGrpSpPr/>
              <p:nvPr/>
            </p:nvGrpSpPr>
            <p:grpSpPr>
              <a:xfrm>
                <a:off x="3987771" y="3628874"/>
                <a:ext cx="31499" cy="26993"/>
                <a:chOff x="3987771" y="3628874"/>
                <a:chExt cx="31499" cy="26993"/>
              </a:xfrm>
            </p:grpSpPr>
            <p:sp>
              <p:nvSpPr>
                <p:cNvPr id="11450" name="Google Shape;11450;p76"/>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76"/>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2" name="Google Shape;11452;p76"/>
              <p:cNvGrpSpPr/>
              <p:nvPr/>
            </p:nvGrpSpPr>
            <p:grpSpPr>
              <a:xfrm>
                <a:off x="4087382" y="3775674"/>
                <a:ext cx="31405" cy="26898"/>
                <a:chOff x="4087382" y="3775674"/>
                <a:chExt cx="31405" cy="26898"/>
              </a:xfrm>
            </p:grpSpPr>
            <p:sp>
              <p:nvSpPr>
                <p:cNvPr id="11453" name="Google Shape;11453;p76"/>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76"/>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5" name="Google Shape;11455;p76"/>
              <p:cNvGrpSpPr/>
              <p:nvPr/>
            </p:nvGrpSpPr>
            <p:grpSpPr>
              <a:xfrm>
                <a:off x="4118873" y="3856637"/>
                <a:ext cx="31405" cy="26906"/>
                <a:chOff x="4118873" y="3856637"/>
                <a:chExt cx="31405" cy="26906"/>
              </a:xfrm>
            </p:grpSpPr>
            <p:sp>
              <p:nvSpPr>
                <p:cNvPr id="11456" name="Google Shape;11456;p76"/>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76"/>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8" name="Google Shape;11458;p76"/>
              <p:cNvGrpSpPr/>
              <p:nvPr/>
            </p:nvGrpSpPr>
            <p:grpSpPr>
              <a:xfrm>
                <a:off x="4168541" y="3639523"/>
                <a:ext cx="31499" cy="26906"/>
                <a:chOff x="4168541" y="3639523"/>
                <a:chExt cx="31499" cy="26906"/>
              </a:xfrm>
            </p:grpSpPr>
            <p:sp>
              <p:nvSpPr>
                <p:cNvPr id="11459" name="Google Shape;11459;p76"/>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76"/>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1" name="Google Shape;11461;p76"/>
              <p:cNvGrpSpPr/>
              <p:nvPr/>
            </p:nvGrpSpPr>
            <p:grpSpPr>
              <a:xfrm>
                <a:off x="3965789" y="3393545"/>
                <a:ext cx="31405" cy="26945"/>
                <a:chOff x="3965789" y="3393545"/>
                <a:chExt cx="31405" cy="26945"/>
              </a:xfrm>
            </p:grpSpPr>
            <p:sp>
              <p:nvSpPr>
                <p:cNvPr id="11462" name="Google Shape;11462;p76"/>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76"/>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4" name="Google Shape;11464;p76"/>
              <p:cNvGrpSpPr/>
              <p:nvPr/>
            </p:nvGrpSpPr>
            <p:grpSpPr>
              <a:xfrm>
                <a:off x="3925166" y="3491008"/>
                <a:ext cx="31405" cy="27001"/>
                <a:chOff x="3925166" y="3491008"/>
                <a:chExt cx="31405" cy="27001"/>
              </a:xfrm>
            </p:grpSpPr>
            <p:sp>
              <p:nvSpPr>
                <p:cNvPr id="11465" name="Google Shape;11465;p76"/>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76"/>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7" name="Google Shape;11467;p76"/>
              <p:cNvGrpSpPr/>
              <p:nvPr/>
            </p:nvGrpSpPr>
            <p:grpSpPr>
              <a:xfrm>
                <a:off x="3682845" y="3340976"/>
                <a:ext cx="31397" cy="26898"/>
                <a:chOff x="3682845" y="3340976"/>
                <a:chExt cx="31397" cy="26898"/>
              </a:xfrm>
            </p:grpSpPr>
            <p:sp>
              <p:nvSpPr>
                <p:cNvPr id="11468" name="Google Shape;11468;p76"/>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76"/>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0" name="Google Shape;11470;p76"/>
              <p:cNvGrpSpPr/>
              <p:nvPr/>
            </p:nvGrpSpPr>
            <p:grpSpPr>
              <a:xfrm>
                <a:off x="3795393" y="3353725"/>
                <a:ext cx="31499" cy="26993"/>
                <a:chOff x="3795393" y="3353725"/>
                <a:chExt cx="31499" cy="26993"/>
              </a:xfrm>
            </p:grpSpPr>
            <p:sp>
              <p:nvSpPr>
                <p:cNvPr id="11471" name="Google Shape;11471;p76"/>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76"/>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3" name="Google Shape;11473;p76"/>
              <p:cNvGrpSpPr/>
              <p:nvPr/>
            </p:nvGrpSpPr>
            <p:grpSpPr>
              <a:xfrm>
                <a:off x="4176909" y="4363221"/>
                <a:ext cx="38924" cy="33316"/>
                <a:chOff x="4176909" y="4363221"/>
                <a:chExt cx="38924" cy="33316"/>
              </a:xfrm>
            </p:grpSpPr>
            <p:sp>
              <p:nvSpPr>
                <p:cNvPr id="11474" name="Google Shape;11474;p76"/>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76"/>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6" name="Google Shape;11476;p76"/>
              <p:cNvGrpSpPr/>
              <p:nvPr/>
            </p:nvGrpSpPr>
            <p:grpSpPr>
              <a:xfrm>
                <a:off x="4226191" y="4007660"/>
                <a:ext cx="33560" cy="28770"/>
                <a:chOff x="4226191" y="4007660"/>
                <a:chExt cx="33560" cy="28770"/>
              </a:xfrm>
            </p:grpSpPr>
            <p:sp>
              <p:nvSpPr>
                <p:cNvPr id="11477" name="Google Shape;11477;p76"/>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76"/>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9" name="Google Shape;11479;p76"/>
              <p:cNvGrpSpPr/>
              <p:nvPr/>
            </p:nvGrpSpPr>
            <p:grpSpPr>
              <a:xfrm>
                <a:off x="3597785" y="3377045"/>
                <a:ext cx="33591" cy="28699"/>
                <a:chOff x="3597785" y="3377045"/>
                <a:chExt cx="33591" cy="28699"/>
              </a:xfrm>
            </p:grpSpPr>
            <p:sp>
              <p:nvSpPr>
                <p:cNvPr id="11480" name="Google Shape;11480;p76"/>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76"/>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2" name="Google Shape;11482;p76"/>
              <p:cNvGrpSpPr/>
              <p:nvPr/>
            </p:nvGrpSpPr>
            <p:grpSpPr>
              <a:xfrm>
                <a:off x="3887870" y="3669796"/>
                <a:ext cx="33591" cy="28692"/>
                <a:chOff x="3887870" y="3669796"/>
                <a:chExt cx="33591" cy="28692"/>
              </a:xfrm>
            </p:grpSpPr>
            <p:sp>
              <p:nvSpPr>
                <p:cNvPr id="11483" name="Google Shape;11483;p76"/>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76"/>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5" name="Google Shape;11485;p76"/>
              <p:cNvGrpSpPr/>
              <p:nvPr/>
            </p:nvGrpSpPr>
            <p:grpSpPr>
              <a:xfrm>
                <a:off x="3818320" y="3481625"/>
                <a:ext cx="33497" cy="28770"/>
                <a:chOff x="3818320" y="3481625"/>
                <a:chExt cx="33497" cy="28770"/>
              </a:xfrm>
            </p:grpSpPr>
            <p:sp>
              <p:nvSpPr>
                <p:cNvPr id="11486" name="Google Shape;11486;p76"/>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76"/>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8" name="Google Shape;11488;p76"/>
              <p:cNvGrpSpPr/>
              <p:nvPr/>
            </p:nvGrpSpPr>
            <p:grpSpPr>
              <a:xfrm>
                <a:off x="4278139" y="4120948"/>
                <a:ext cx="37492" cy="32129"/>
                <a:chOff x="4278139" y="4120948"/>
                <a:chExt cx="37492" cy="32129"/>
              </a:xfrm>
            </p:grpSpPr>
            <p:sp>
              <p:nvSpPr>
                <p:cNvPr id="11489" name="Google Shape;11489;p76"/>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76"/>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1" name="Google Shape;11491;p76"/>
              <p:cNvGrpSpPr/>
              <p:nvPr/>
            </p:nvGrpSpPr>
            <p:grpSpPr>
              <a:xfrm>
                <a:off x="4419898" y="3977388"/>
                <a:ext cx="33497" cy="28692"/>
                <a:chOff x="4419898" y="3977388"/>
                <a:chExt cx="33497" cy="28692"/>
              </a:xfrm>
            </p:grpSpPr>
            <p:sp>
              <p:nvSpPr>
                <p:cNvPr id="11492" name="Google Shape;11492;p76"/>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76"/>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4" name="Google Shape;11494;p76"/>
              <p:cNvGrpSpPr/>
              <p:nvPr/>
            </p:nvGrpSpPr>
            <p:grpSpPr>
              <a:xfrm>
                <a:off x="4158930" y="4034684"/>
                <a:ext cx="33497" cy="28762"/>
                <a:chOff x="4158930" y="4034684"/>
                <a:chExt cx="33497" cy="28762"/>
              </a:xfrm>
            </p:grpSpPr>
            <p:sp>
              <p:nvSpPr>
                <p:cNvPr id="11495" name="Google Shape;11495;p76"/>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76"/>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7" name="Google Shape;11497;p76"/>
              <p:cNvGrpSpPr/>
              <p:nvPr/>
            </p:nvGrpSpPr>
            <p:grpSpPr>
              <a:xfrm>
                <a:off x="4134949" y="3957049"/>
                <a:ext cx="33497" cy="28770"/>
                <a:chOff x="4134949" y="3957049"/>
                <a:chExt cx="33497" cy="28770"/>
              </a:xfrm>
            </p:grpSpPr>
            <p:sp>
              <p:nvSpPr>
                <p:cNvPr id="11498" name="Google Shape;11498;p76"/>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76"/>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0" name="Google Shape;11500;p76"/>
              <p:cNvGrpSpPr/>
              <p:nvPr/>
            </p:nvGrpSpPr>
            <p:grpSpPr>
              <a:xfrm>
                <a:off x="4193653" y="4184403"/>
                <a:ext cx="43580" cy="37264"/>
                <a:chOff x="4193653" y="4184403"/>
                <a:chExt cx="43580" cy="37264"/>
              </a:xfrm>
            </p:grpSpPr>
            <p:sp>
              <p:nvSpPr>
                <p:cNvPr id="11501" name="Google Shape;11501;p76"/>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76"/>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3" name="Google Shape;11503;p76"/>
              <p:cNvGrpSpPr/>
              <p:nvPr/>
            </p:nvGrpSpPr>
            <p:grpSpPr>
              <a:xfrm>
                <a:off x="4343600" y="3943844"/>
                <a:ext cx="43580" cy="37312"/>
                <a:chOff x="4343600" y="3943844"/>
                <a:chExt cx="43580" cy="37312"/>
              </a:xfrm>
            </p:grpSpPr>
            <p:sp>
              <p:nvSpPr>
                <p:cNvPr id="11504" name="Google Shape;11504;p76"/>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76"/>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6" name="Google Shape;11506;p76"/>
              <p:cNvGrpSpPr/>
              <p:nvPr/>
            </p:nvGrpSpPr>
            <p:grpSpPr>
              <a:xfrm>
                <a:off x="4172339" y="3381693"/>
                <a:ext cx="31499" cy="27001"/>
                <a:chOff x="4172339" y="3381693"/>
                <a:chExt cx="31499" cy="27001"/>
              </a:xfrm>
            </p:grpSpPr>
            <p:sp>
              <p:nvSpPr>
                <p:cNvPr id="11507" name="Google Shape;11507;p76"/>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76"/>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509" name="Google Shape;11509;p76"/>
          <p:cNvGrpSpPr/>
          <p:nvPr/>
        </p:nvGrpSpPr>
        <p:grpSpPr>
          <a:xfrm>
            <a:off x="6647587" y="3567393"/>
            <a:ext cx="560636" cy="516497"/>
            <a:chOff x="6652051" y="3714143"/>
            <a:chExt cx="560636" cy="516497"/>
          </a:xfrm>
        </p:grpSpPr>
        <p:grpSp>
          <p:nvGrpSpPr>
            <p:cNvPr id="11510" name="Google Shape;11510;p76"/>
            <p:cNvGrpSpPr/>
            <p:nvPr/>
          </p:nvGrpSpPr>
          <p:grpSpPr>
            <a:xfrm>
              <a:off x="6669657" y="3716715"/>
              <a:ext cx="466768" cy="464314"/>
              <a:chOff x="3139766" y="765669"/>
              <a:chExt cx="886380" cy="881888"/>
            </a:xfrm>
          </p:grpSpPr>
          <p:grpSp>
            <p:nvGrpSpPr>
              <p:cNvPr id="11511" name="Google Shape;11511;p76"/>
              <p:cNvGrpSpPr/>
              <p:nvPr/>
            </p:nvGrpSpPr>
            <p:grpSpPr>
              <a:xfrm>
                <a:off x="3139766" y="765669"/>
                <a:ext cx="886380" cy="881888"/>
                <a:chOff x="3139766" y="765669"/>
                <a:chExt cx="886380" cy="881888"/>
              </a:xfrm>
            </p:grpSpPr>
            <p:sp>
              <p:nvSpPr>
                <p:cNvPr id="11512" name="Google Shape;11512;p76"/>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76"/>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76"/>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76"/>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76"/>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76"/>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76"/>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76"/>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76"/>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21" name="Google Shape;11521;p76"/>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76"/>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76"/>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76"/>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25" name="Google Shape;11525;p76"/>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6" name="Google Shape;11526;p76"/>
          <p:cNvGrpSpPr/>
          <p:nvPr/>
        </p:nvGrpSpPr>
        <p:grpSpPr>
          <a:xfrm>
            <a:off x="7646296" y="3047976"/>
            <a:ext cx="104231" cy="320340"/>
            <a:chOff x="7564426" y="3224343"/>
            <a:chExt cx="119985" cy="368801"/>
          </a:xfrm>
        </p:grpSpPr>
        <p:sp>
          <p:nvSpPr>
            <p:cNvPr id="11527" name="Google Shape;11527;p76"/>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76"/>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9" name="Google Shape;11529;p76"/>
          <p:cNvGrpSpPr/>
          <p:nvPr/>
        </p:nvGrpSpPr>
        <p:grpSpPr>
          <a:xfrm>
            <a:off x="7345785" y="3042077"/>
            <a:ext cx="189489" cy="332132"/>
            <a:chOff x="8370831" y="3202002"/>
            <a:chExt cx="218129" cy="382376"/>
          </a:xfrm>
        </p:grpSpPr>
        <p:sp>
          <p:nvSpPr>
            <p:cNvPr id="11530" name="Google Shape;11530;p76"/>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76"/>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2" name="Google Shape;11532;p76"/>
          <p:cNvGrpSpPr/>
          <p:nvPr/>
        </p:nvGrpSpPr>
        <p:grpSpPr>
          <a:xfrm>
            <a:off x="8069174" y="3453209"/>
            <a:ext cx="309429" cy="267000"/>
            <a:chOff x="6742064" y="3750480"/>
            <a:chExt cx="399315" cy="344560"/>
          </a:xfrm>
        </p:grpSpPr>
        <p:sp>
          <p:nvSpPr>
            <p:cNvPr id="11533" name="Google Shape;11533;p76"/>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76"/>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5" name="Google Shape;11535;p76"/>
          <p:cNvGrpSpPr/>
          <p:nvPr/>
        </p:nvGrpSpPr>
        <p:grpSpPr>
          <a:xfrm>
            <a:off x="7608193" y="3804257"/>
            <a:ext cx="180437" cy="281608"/>
            <a:chOff x="7248525" y="3739696"/>
            <a:chExt cx="230531" cy="359790"/>
          </a:xfrm>
        </p:grpSpPr>
        <p:sp>
          <p:nvSpPr>
            <p:cNvPr id="11536" name="Google Shape;11536;p76"/>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76"/>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8" name="Google Shape;11538;p76"/>
          <p:cNvGrpSpPr/>
          <p:nvPr/>
        </p:nvGrpSpPr>
        <p:grpSpPr>
          <a:xfrm>
            <a:off x="7854113" y="3447481"/>
            <a:ext cx="162896" cy="278710"/>
            <a:chOff x="7601242" y="3729267"/>
            <a:chExt cx="222566" cy="380803"/>
          </a:xfrm>
        </p:grpSpPr>
        <p:sp>
          <p:nvSpPr>
            <p:cNvPr id="11539" name="Google Shape;11539;p76"/>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76"/>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41" name="Google Shape;11541;p76"/>
          <p:cNvSpPr/>
          <p:nvPr/>
        </p:nvSpPr>
        <p:spPr>
          <a:xfrm>
            <a:off x="7820139" y="3059838"/>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42" name="Google Shape;11542;p76"/>
          <p:cNvGrpSpPr/>
          <p:nvPr/>
        </p:nvGrpSpPr>
        <p:grpSpPr>
          <a:xfrm>
            <a:off x="7343758" y="3448622"/>
            <a:ext cx="193543" cy="275990"/>
            <a:chOff x="8304647" y="3738687"/>
            <a:chExt cx="225076" cy="320956"/>
          </a:xfrm>
        </p:grpSpPr>
        <p:sp>
          <p:nvSpPr>
            <p:cNvPr id="11543" name="Google Shape;11543;p76"/>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76"/>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76"/>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6" name="Google Shape;11546;p76"/>
          <p:cNvGrpSpPr/>
          <p:nvPr/>
        </p:nvGrpSpPr>
        <p:grpSpPr>
          <a:xfrm>
            <a:off x="7616251" y="3448622"/>
            <a:ext cx="178492" cy="275990"/>
            <a:chOff x="8615101" y="3738687"/>
            <a:chExt cx="207573" cy="320956"/>
          </a:xfrm>
        </p:grpSpPr>
        <p:sp>
          <p:nvSpPr>
            <p:cNvPr id="11547" name="Google Shape;11547;p76"/>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76"/>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76"/>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50" name="Google Shape;11550;p76"/>
          <p:cNvSpPr/>
          <p:nvPr/>
        </p:nvSpPr>
        <p:spPr>
          <a:xfrm>
            <a:off x="8112690" y="3038505"/>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51" name="Google Shape;11551;p76"/>
          <p:cNvGrpSpPr/>
          <p:nvPr/>
        </p:nvGrpSpPr>
        <p:grpSpPr>
          <a:xfrm>
            <a:off x="7841782" y="3851282"/>
            <a:ext cx="187557" cy="187557"/>
            <a:chOff x="8565775" y="671075"/>
            <a:chExt cx="441000" cy="441000"/>
          </a:xfrm>
        </p:grpSpPr>
        <p:sp>
          <p:nvSpPr>
            <p:cNvPr id="11552" name="Google Shape;11552;p76"/>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76"/>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54" name="Google Shape;11554;p76"/>
          <p:cNvSpPr/>
          <p:nvPr/>
        </p:nvSpPr>
        <p:spPr>
          <a:xfrm>
            <a:off x="8127048" y="3847203"/>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76"/>
          <p:cNvSpPr/>
          <p:nvPr/>
        </p:nvSpPr>
        <p:spPr>
          <a:xfrm flipH="1">
            <a:off x="7351235" y="381365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56" name="Google Shape;11556;p76"/>
          <p:cNvGrpSpPr/>
          <p:nvPr/>
        </p:nvGrpSpPr>
        <p:grpSpPr>
          <a:xfrm>
            <a:off x="5996254" y="2923808"/>
            <a:ext cx="587865" cy="517731"/>
            <a:chOff x="6000718" y="3070557"/>
            <a:chExt cx="587865" cy="517731"/>
          </a:xfrm>
        </p:grpSpPr>
        <p:sp>
          <p:nvSpPr>
            <p:cNvPr id="11557" name="Google Shape;11557;p76"/>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76"/>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76"/>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76"/>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76"/>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76"/>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76"/>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76"/>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76"/>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76"/>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7" name="Google Shape;11567;p76"/>
          <p:cNvGrpSpPr/>
          <p:nvPr/>
        </p:nvGrpSpPr>
        <p:grpSpPr>
          <a:xfrm>
            <a:off x="6011059" y="3567468"/>
            <a:ext cx="557665" cy="516387"/>
            <a:chOff x="6015523" y="3714217"/>
            <a:chExt cx="557665" cy="516387"/>
          </a:xfrm>
        </p:grpSpPr>
        <p:grpSp>
          <p:nvGrpSpPr>
            <p:cNvPr id="11568" name="Google Shape;11568;p76"/>
            <p:cNvGrpSpPr/>
            <p:nvPr/>
          </p:nvGrpSpPr>
          <p:grpSpPr>
            <a:xfrm>
              <a:off x="6036094" y="3716980"/>
              <a:ext cx="529822" cy="510480"/>
              <a:chOff x="3148311" y="-545634"/>
              <a:chExt cx="1006118" cy="969572"/>
            </a:xfrm>
          </p:grpSpPr>
          <p:sp>
            <p:nvSpPr>
              <p:cNvPr id="11569" name="Google Shape;11569;p76"/>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76"/>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76"/>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76"/>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76"/>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76"/>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76"/>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76"/>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76"/>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76"/>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79" name="Google Shape;11579;p76"/>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0" name="Google Shape;11580;p76"/>
          <p:cNvGrpSpPr/>
          <p:nvPr/>
        </p:nvGrpSpPr>
        <p:grpSpPr>
          <a:xfrm>
            <a:off x="6639841" y="2926879"/>
            <a:ext cx="576302" cy="511871"/>
            <a:chOff x="6644304" y="3073628"/>
            <a:chExt cx="576302" cy="511871"/>
          </a:xfrm>
        </p:grpSpPr>
        <p:grpSp>
          <p:nvGrpSpPr>
            <p:cNvPr id="11581" name="Google Shape;11581;p76"/>
            <p:cNvGrpSpPr/>
            <p:nvPr/>
          </p:nvGrpSpPr>
          <p:grpSpPr>
            <a:xfrm>
              <a:off x="6712169" y="3073651"/>
              <a:ext cx="481611" cy="506713"/>
              <a:chOff x="1833536" y="-546641"/>
              <a:chExt cx="914567" cy="962419"/>
            </a:xfrm>
          </p:grpSpPr>
          <p:grpSp>
            <p:nvGrpSpPr>
              <p:cNvPr id="11582" name="Google Shape;11582;p76"/>
              <p:cNvGrpSpPr/>
              <p:nvPr/>
            </p:nvGrpSpPr>
            <p:grpSpPr>
              <a:xfrm>
                <a:off x="1833536" y="-524249"/>
                <a:ext cx="914567" cy="940027"/>
                <a:chOff x="1833536" y="-524249"/>
                <a:chExt cx="914567" cy="940027"/>
              </a:xfrm>
            </p:grpSpPr>
            <p:sp>
              <p:nvSpPr>
                <p:cNvPr id="11583" name="Google Shape;11583;p76"/>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76"/>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76"/>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76"/>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76"/>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88" name="Google Shape;11588;p76"/>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76"/>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76"/>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76"/>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92" name="Google Shape;11592;p76"/>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3" name="Google Shape;11593;p76"/>
          <p:cNvGrpSpPr/>
          <p:nvPr/>
        </p:nvGrpSpPr>
        <p:grpSpPr>
          <a:xfrm>
            <a:off x="5904877" y="1016248"/>
            <a:ext cx="2435960" cy="1297725"/>
            <a:chOff x="233350" y="949250"/>
            <a:chExt cx="7137300" cy="3802300"/>
          </a:xfrm>
        </p:grpSpPr>
        <p:sp>
          <p:nvSpPr>
            <p:cNvPr id="11594" name="Google Shape;11594;p76"/>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76"/>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76"/>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76"/>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76"/>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76"/>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76"/>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76"/>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76"/>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76"/>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76"/>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76"/>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76"/>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76"/>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76"/>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76"/>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76"/>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76"/>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76"/>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76"/>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76"/>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76"/>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76"/>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76"/>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76"/>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76"/>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76"/>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76"/>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76"/>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76"/>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76"/>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76"/>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76"/>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76"/>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76"/>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76"/>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76"/>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76"/>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76"/>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76"/>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76"/>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76"/>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76"/>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76"/>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76"/>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76"/>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76"/>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76"/>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76"/>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76"/>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76"/>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5" name="Google Shape;11645;p76"/>
          <p:cNvGrpSpPr/>
          <p:nvPr/>
        </p:nvGrpSpPr>
        <p:grpSpPr>
          <a:xfrm>
            <a:off x="3530626" y="1013128"/>
            <a:ext cx="2078182" cy="1366558"/>
            <a:chOff x="235800" y="830650"/>
            <a:chExt cx="6978450" cy="4588844"/>
          </a:xfrm>
        </p:grpSpPr>
        <p:sp>
          <p:nvSpPr>
            <p:cNvPr id="11646" name="Google Shape;11646;p76"/>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76"/>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76"/>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76"/>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76"/>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76"/>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2" name="Google Shape;11652;p76"/>
          <p:cNvGrpSpPr/>
          <p:nvPr/>
        </p:nvGrpSpPr>
        <p:grpSpPr>
          <a:xfrm>
            <a:off x="698034" y="977939"/>
            <a:ext cx="2665073" cy="1317140"/>
            <a:chOff x="793334" y="1192826"/>
            <a:chExt cx="2665073" cy="1317140"/>
          </a:xfrm>
        </p:grpSpPr>
        <p:sp>
          <p:nvSpPr>
            <p:cNvPr id="11653" name="Google Shape;11653;p76"/>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76"/>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76"/>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76"/>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76"/>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76"/>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76"/>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76"/>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76"/>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76"/>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76"/>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76"/>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76"/>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76"/>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76"/>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76"/>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76"/>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76"/>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76"/>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76"/>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76"/>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76"/>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76"/>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76"/>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76"/>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76"/>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76"/>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76"/>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76"/>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76"/>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76"/>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76"/>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76"/>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76"/>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76"/>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76"/>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76"/>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76"/>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76"/>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76"/>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76"/>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76"/>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76"/>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76"/>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76"/>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76"/>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76"/>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76"/>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76"/>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76"/>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76"/>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76"/>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76"/>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76"/>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76"/>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76"/>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76"/>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76"/>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76"/>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76"/>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76"/>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76"/>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76"/>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76"/>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76"/>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76"/>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76"/>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76"/>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76"/>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76"/>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76"/>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76"/>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76"/>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76"/>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76"/>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76"/>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76"/>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76"/>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76"/>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76"/>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76"/>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76"/>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76"/>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76"/>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76"/>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76"/>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76"/>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76"/>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76"/>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76"/>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76"/>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76"/>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76"/>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76"/>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76"/>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76"/>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76"/>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76"/>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76"/>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76"/>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76"/>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76"/>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76"/>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76"/>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76"/>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76"/>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76"/>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76"/>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76"/>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76"/>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76"/>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76"/>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76"/>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76"/>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76"/>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76"/>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76"/>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76"/>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76"/>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76"/>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76"/>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76"/>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76"/>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76"/>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76"/>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76"/>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76"/>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76"/>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76"/>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76"/>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76"/>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76"/>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76"/>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76"/>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76"/>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76"/>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76"/>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76"/>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76"/>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76"/>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76"/>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76"/>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76"/>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76"/>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76"/>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76"/>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76"/>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76"/>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76"/>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76"/>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76"/>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76"/>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76"/>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76"/>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76"/>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76"/>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76"/>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76"/>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76"/>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76"/>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76"/>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76"/>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76"/>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76"/>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76"/>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76"/>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76"/>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76"/>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76"/>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76"/>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76"/>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76"/>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76"/>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76"/>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76"/>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76"/>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76"/>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76"/>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76"/>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76"/>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76"/>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76"/>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76"/>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76"/>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76"/>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76"/>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76"/>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76"/>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76"/>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76"/>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76"/>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76"/>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76"/>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76"/>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76"/>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76"/>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76"/>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76"/>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76"/>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76"/>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76"/>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76"/>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76"/>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76"/>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76"/>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76"/>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76"/>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76"/>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76"/>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76"/>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76"/>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76"/>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76"/>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76"/>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76"/>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76"/>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76"/>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76"/>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76"/>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76"/>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76"/>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76"/>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76"/>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76"/>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76"/>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76"/>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76"/>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76"/>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76"/>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76"/>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76"/>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76"/>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76"/>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76"/>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76"/>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76"/>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76"/>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76"/>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76"/>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76"/>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76"/>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76"/>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76"/>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76"/>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76"/>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76"/>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76"/>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76"/>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76"/>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76"/>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76"/>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76"/>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76"/>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76"/>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76"/>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76"/>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76"/>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76"/>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76"/>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76"/>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76"/>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76"/>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76"/>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76"/>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76"/>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76"/>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76"/>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76"/>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76"/>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76"/>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76"/>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76"/>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76"/>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76"/>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76"/>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76"/>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76"/>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76"/>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76"/>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76"/>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76"/>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76"/>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76"/>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76"/>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76"/>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76"/>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76"/>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76"/>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76"/>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76"/>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76"/>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76"/>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76"/>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76"/>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76"/>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76"/>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76"/>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76"/>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76"/>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76"/>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76"/>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76"/>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76"/>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76"/>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76"/>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76"/>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76"/>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76"/>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76"/>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76"/>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76"/>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76"/>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76"/>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76"/>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76"/>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76"/>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76"/>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76"/>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76"/>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76"/>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76"/>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76"/>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76"/>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76"/>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76"/>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76"/>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76"/>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76"/>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76"/>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76"/>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76"/>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76"/>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76"/>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76"/>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76"/>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76"/>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76"/>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76"/>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76"/>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76"/>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76"/>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76"/>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76"/>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76"/>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76"/>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76"/>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76"/>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76"/>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76"/>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76"/>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76"/>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76"/>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76"/>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76"/>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76"/>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76"/>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76"/>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76"/>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76"/>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76"/>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76"/>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76"/>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76"/>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76"/>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76"/>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76"/>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76"/>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76"/>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76"/>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76"/>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76"/>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76"/>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76"/>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76"/>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76"/>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76"/>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76"/>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76"/>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76"/>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76"/>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76"/>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76"/>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76"/>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76"/>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76"/>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76"/>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76"/>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76"/>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76"/>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76"/>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76"/>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76"/>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76"/>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76"/>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76"/>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76"/>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76"/>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76"/>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76"/>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76"/>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76"/>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76"/>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76"/>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76"/>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76"/>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76"/>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76"/>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76"/>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76"/>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76"/>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76"/>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76"/>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76"/>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76"/>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76"/>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76"/>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76"/>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76"/>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76"/>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76"/>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76"/>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76"/>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76"/>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76"/>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76"/>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76"/>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76"/>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76"/>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76"/>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76"/>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76"/>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76"/>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76"/>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76"/>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76"/>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76"/>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76"/>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76"/>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76"/>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76"/>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76"/>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76"/>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76"/>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76"/>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76"/>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76"/>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76"/>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76"/>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76"/>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76"/>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76"/>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76"/>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76"/>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76"/>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76"/>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76"/>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76"/>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76"/>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76"/>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76"/>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76"/>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76"/>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76"/>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76"/>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76"/>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76"/>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76"/>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76"/>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76"/>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76"/>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76"/>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76"/>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76"/>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76"/>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76"/>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76"/>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76"/>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76"/>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76"/>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76"/>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76"/>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76"/>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76"/>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76"/>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76"/>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76"/>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76"/>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76"/>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76"/>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76"/>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76"/>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76"/>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76"/>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76"/>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76"/>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76"/>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76"/>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76"/>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76"/>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76"/>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76"/>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76"/>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76"/>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76"/>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76"/>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76"/>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76"/>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76"/>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76"/>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76"/>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76"/>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76"/>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76"/>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76"/>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76"/>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76"/>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76"/>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76"/>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76"/>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76"/>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76"/>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76"/>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76"/>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76"/>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76"/>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76"/>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76"/>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76"/>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76"/>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76"/>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76"/>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76"/>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76"/>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76"/>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76"/>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76"/>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76"/>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76"/>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76"/>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76"/>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76"/>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76"/>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76"/>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76"/>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76"/>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76"/>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76"/>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76"/>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76"/>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76"/>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76"/>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76"/>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76"/>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76"/>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76"/>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76"/>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76"/>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76"/>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76"/>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76"/>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76"/>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76"/>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76"/>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76"/>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76"/>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76"/>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76"/>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76"/>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76"/>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76"/>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76"/>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76"/>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76"/>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76"/>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76"/>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76"/>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76"/>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76"/>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76"/>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76"/>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76"/>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76"/>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76"/>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76"/>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76"/>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76"/>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76"/>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76"/>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76"/>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76"/>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76"/>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76"/>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76"/>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76"/>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76"/>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76"/>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76"/>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76"/>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76"/>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76"/>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76"/>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76"/>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76"/>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76"/>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76"/>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76"/>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76"/>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76"/>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76"/>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76"/>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76"/>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76"/>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76"/>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76"/>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76"/>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76"/>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76"/>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76"/>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76"/>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76"/>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76"/>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76"/>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76"/>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76"/>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76"/>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76"/>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76"/>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76"/>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76"/>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76"/>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76"/>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76"/>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76"/>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76"/>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76"/>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76"/>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76"/>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76"/>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76"/>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76"/>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76"/>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76"/>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76"/>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76"/>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76"/>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76"/>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76"/>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76"/>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76"/>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76"/>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76"/>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76"/>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76"/>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76"/>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76"/>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76"/>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76"/>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76"/>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76"/>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76"/>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76"/>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76"/>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76"/>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76"/>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76"/>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76"/>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76"/>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76"/>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76"/>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76"/>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76"/>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76"/>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76"/>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76"/>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76"/>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76"/>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76"/>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76"/>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76"/>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76"/>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76"/>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76"/>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76"/>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76"/>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76"/>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76"/>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76"/>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76"/>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76"/>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76"/>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76"/>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76"/>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76"/>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76"/>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76"/>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76"/>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76"/>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76"/>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76"/>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76"/>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76"/>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76"/>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76"/>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76"/>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76"/>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76"/>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76"/>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76"/>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76"/>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76"/>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76"/>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76"/>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76"/>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76"/>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76"/>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76"/>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76"/>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76"/>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76"/>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76"/>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76"/>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76"/>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76"/>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76"/>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76"/>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76"/>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76"/>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76"/>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76"/>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76"/>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76"/>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76"/>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76"/>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76"/>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76"/>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76"/>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76"/>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76"/>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76"/>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76"/>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76"/>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76"/>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76"/>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76"/>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76"/>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76"/>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76"/>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76"/>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76"/>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76"/>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76"/>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76"/>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76"/>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76"/>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76"/>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76"/>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76"/>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76"/>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76"/>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76"/>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76"/>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76"/>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76"/>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76"/>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76"/>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76"/>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76"/>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76"/>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76"/>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76"/>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76"/>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76"/>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76"/>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76"/>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76"/>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76"/>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76"/>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76"/>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76"/>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76"/>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76"/>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76"/>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76"/>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76"/>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76"/>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76"/>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76"/>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76"/>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76"/>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76"/>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76"/>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76"/>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76"/>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76"/>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76"/>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76"/>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76"/>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76"/>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76"/>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76"/>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76"/>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76"/>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76"/>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76"/>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76"/>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76"/>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76"/>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76"/>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76"/>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76"/>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76"/>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76"/>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76"/>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76"/>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76"/>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76"/>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76"/>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76"/>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76"/>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76"/>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76"/>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76"/>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76"/>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76"/>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76"/>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76"/>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76"/>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76"/>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76"/>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76"/>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76"/>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76"/>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76"/>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76"/>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76"/>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76"/>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76"/>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76"/>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76"/>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76"/>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76"/>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76"/>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76"/>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76"/>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76"/>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76"/>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76"/>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76"/>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76"/>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76"/>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76"/>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76"/>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76"/>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76"/>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76"/>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76"/>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76"/>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76"/>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76"/>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76"/>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76"/>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76"/>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76"/>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76"/>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76"/>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76"/>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76"/>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76"/>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76"/>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76"/>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76"/>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76"/>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76"/>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76"/>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76"/>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76"/>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76"/>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76"/>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76"/>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76"/>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76"/>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76"/>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76"/>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76"/>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76"/>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76"/>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76"/>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76"/>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76"/>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76"/>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76"/>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76"/>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76"/>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76"/>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76"/>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76"/>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76"/>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76"/>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76"/>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76"/>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76"/>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76"/>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76"/>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76"/>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76"/>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76"/>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76"/>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76"/>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76"/>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76"/>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76"/>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76"/>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76"/>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76"/>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76"/>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76"/>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76"/>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76"/>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76"/>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76"/>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76"/>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76"/>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76"/>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76"/>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76"/>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76"/>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76"/>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76"/>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76"/>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76"/>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76"/>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76"/>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76"/>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76"/>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76"/>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76"/>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76"/>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76"/>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76"/>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76"/>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76"/>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76"/>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76"/>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76"/>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76"/>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76"/>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76"/>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76"/>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76"/>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76"/>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76"/>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76"/>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76"/>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76"/>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76"/>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76"/>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76"/>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76"/>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76"/>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76"/>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76"/>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76"/>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76"/>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76"/>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76"/>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76"/>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76"/>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76"/>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76"/>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76"/>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76"/>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76"/>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76"/>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76"/>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76"/>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76"/>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76"/>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76"/>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76"/>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76"/>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76"/>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76"/>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76"/>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76"/>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76"/>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76"/>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76"/>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76"/>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76"/>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76"/>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76"/>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76"/>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76"/>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76"/>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76"/>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76"/>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76"/>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76"/>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76"/>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76"/>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76"/>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76"/>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76"/>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76"/>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76"/>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76"/>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76"/>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76"/>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76"/>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76"/>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76"/>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76"/>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76"/>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76"/>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76"/>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76"/>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76"/>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76"/>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76"/>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76"/>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76"/>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76"/>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76"/>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76"/>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76"/>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76"/>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76"/>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76"/>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76"/>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76"/>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76"/>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76"/>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76"/>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76"/>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76"/>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76"/>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76"/>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76"/>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76"/>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76"/>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76"/>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76"/>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76"/>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76"/>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76"/>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76"/>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76"/>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76"/>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76"/>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76"/>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76"/>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76"/>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76"/>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76"/>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76"/>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76"/>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76"/>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76"/>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76"/>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76"/>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76"/>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76"/>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76"/>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76"/>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76"/>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76"/>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76"/>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76"/>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76"/>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76"/>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76"/>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76"/>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76"/>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76"/>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76"/>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76"/>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76"/>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76"/>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76"/>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76"/>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76"/>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76"/>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76"/>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76"/>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76"/>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76"/>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76"/>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76"/>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76"/>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76"/>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76"/>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76"/>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76"/>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76"/>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76"/>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76"/>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76"/>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76"/>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76"/>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76"/>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76"/>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76"/>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76"/>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76"/>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76"/>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76"/>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76"/>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76"/>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76"/>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76"/>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76"/>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76"/>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76"/>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76"/>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76"/>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76"/>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76"/>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76"/>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76"/>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76"/>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76"/>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76"/>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76"/>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76"/>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76"/>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76"/>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76"/>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76"/>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76"/>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76"/>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76"/>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76"/>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76"/>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76"/>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76"/>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76"/>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76"/>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76"/>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76"/>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76"/>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76"/>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76"/>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76"/>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76"/>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76"/>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76"/>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76"/>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76"/>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76"/>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76"/>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76"/>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76"/>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76"/>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76"/>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76"/>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76"/>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76"/>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76"/>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76"/>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76"/>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76"/>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76"/>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76"/>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76"/>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76"/>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76"/>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76"/>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76"/>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76"/>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76"/>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76"/>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76"/>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76"/>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76"/>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76"/>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76"/>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76"/>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76"/>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76"/>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76"/>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76"/>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76"/>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76"/>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76"/>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76"/>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76"/>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76"/>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76"/>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76"/>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76"/>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76"/>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76"/>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76"/>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76"/>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76"/>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76"/>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76"/>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76"/>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76"/>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76"/>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76"/>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76"/>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76"/>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76"/>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76"/>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76"/>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76"/>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76"/>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76"/>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76"/>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76"/>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76"/>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76"/>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76"/>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76"/>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76"/>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76"/>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76"/>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76"/>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76"/>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76"/>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76"/>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76"/>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76"/>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76"/>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76"/>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76"/>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76"/>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76"/>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76"/>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76"/>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76"/>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76"/>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76"/>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76"/>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76"/>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76"/>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76"/>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76"/>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76"/>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76"/>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76"/>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76"/>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76"/>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76"/>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76"/>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76"/>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76"/>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76"/>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76"/>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76"/>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76"/>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76"/>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76"/>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76"/>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76"/>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76"/>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76"/>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76"/>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76"/>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76"/>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76"/>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76"/>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76"/>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76"/>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76"/>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76"/>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76"/>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76"/>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76"/>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76"/>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76"/>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76"/>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76"/>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76"/>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76"/>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76"/>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76"/>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76"/>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76"/>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76"/>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76"/>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76"/>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76"/>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76"/>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76"/>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76"/>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76"/>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76"/>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76"/>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76"/>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76"/>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76"/>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76"/>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76"/>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76"/>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76"/>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76"/>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76"/>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76"/>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76"/>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76"/>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76"/>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76"/>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76"/>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76"/>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76"/>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76"/>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76"/>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76"/>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76"/>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76"/>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76"/>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76"/>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76"/>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76"/>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76"/>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76"/>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76"/>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76"/>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76"/>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76"/>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76"/>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76"/>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76"/>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76"/>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76"/>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76"/>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76"/>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76"/>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76"/>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76"/>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76"/>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76"/>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76"/>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76"/>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76"/>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76"/>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76"/>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76"/>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76"/>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76"/>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76"/>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76"/>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76"/>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76"/>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76"/>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76"/>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76"/>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76"/>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76"/>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76"/>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76"/>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76"/>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76"/>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76"/>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76"/>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76"/>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76"/>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76"/>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76"/>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76"/>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76"/>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76"/>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76"/>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76"/>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76"/>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76"/>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76"/>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76"/>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76"/>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76"/>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76"/>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76"/>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76"/>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76"/>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76"/>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76"/>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76"/>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76"/>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76"/>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76"/>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76"/>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76"/>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76"/>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76"/>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76"/>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76"/>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76"/>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76"/>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76"/>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76"/>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76"/>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76"/>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76"/>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76"/>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76"/>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76"/>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76"/>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76"/>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76"/>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76"/>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76"/>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76"/>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76"/>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76"/>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76"/>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76"/>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76"/>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76"/>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76"/>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76"/>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76"/>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76"/>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76"/>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76"/>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76"/>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76"/>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76"/>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76"/>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76"/>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76"/>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76"/>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76"/>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76"/>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76"/>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76"/>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76"/>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76"/>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76"/>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76"/>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76"/>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76"/>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76"/>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76"/>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76"/>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76"/>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76"/>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76"/>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76"/>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76"/>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76"/>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76"/>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76"/>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76"/>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76"/>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76"/>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76"/>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76"/>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76"/>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76"/>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76"/>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76"/>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76"/>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76"/>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76"/>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76"/>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76"/>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76"/>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76"/>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76"/>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76"/>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76"/>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76"/>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76"/>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76"/>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76"/>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76"/>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76"/>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76"/>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76"/>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76"/>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76"/>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76"/>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76"/>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76"/>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76"/>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76"/>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76"/>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76"/>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76"/>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76"/>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76"/>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76"/>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76"/>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76"/>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76"/>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76"/>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76"/>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76"/>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76"/>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76"/>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76"/>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76"/>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76"/>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76"/>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76"/>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76"/>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76"/>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76"/>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76"/>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76"/>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76"/>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76"/>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76"/>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76"/>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76"/>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76"/>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76"/>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76"/>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76"/>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76"/>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76"/>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76"/>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76"/>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76"/>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76"/>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76"/>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76"/>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76"/>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76"/>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76"/>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76"/>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76"/>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76"/>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76"/>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76"/>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76"/>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76"/>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76"/>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76"/>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76"/>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76"/>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76"/>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76"/>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76"/>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76"/>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76"/>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76"/>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76"/>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76"/>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76"/>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76"/>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76"/>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76"/>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76"/>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76"/>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76"/>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76"/>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76"/>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76"/>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76"/>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76"/>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76"/>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76"/>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76"/>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76"/>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76"/>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76"/>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76"/>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76"/>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76"/>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76"/>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76"/>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76"/>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76"/>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76"/>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76"/>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76"/>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76"/>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76"/>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76"/>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76"/>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76"/>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76"/>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76"/>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76"/>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76"/>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76"/>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76"/>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76"/>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76"/>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76"/>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76"/>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76"/>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76"/>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76"/>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76"/>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76"/>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76"/>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76"/>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76"/>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76"/>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76"/>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76"/>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76"/>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76"/>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76"/>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76"/>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76"/>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76"/>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76"/>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76"/>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76"/>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76"/>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76"/>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76"/>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76"/>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76"/>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76"/>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76"/>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76"/>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76"/>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76"/>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76"/>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76"/>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76"/>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76"/>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76"/>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76"/>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76"/>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76"/>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76"/>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76"/>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76"/>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76"/>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76"/>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76"/>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76"/>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76"/>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76"/>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76"/>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76"/>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76"/>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76"/>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76"/>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76"/>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76"/>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76"/>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76"/>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76"/>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76"/>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76"/>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76"/>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76"/>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76"/>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76"/>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76"/>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76"/>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76"/>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76"/>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76"/>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76"/>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76"/>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76"/>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76"/>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76"/>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76"/>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76"/>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76"/>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76"/>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76"/>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76"/>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76"/>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76"/>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76"/>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76"/>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76"/>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76"/>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76"/>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76"/>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76"/>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76"/>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76"/>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76"/>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76"/>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76"/>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76"/>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76"/>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76"/>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76"/>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76"/>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76"/>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76"/>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76"/>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76"/>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76"/>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76"/>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76"/>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76"/>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76"/>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76"/>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76"/>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76"/>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76"/>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76"/>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76"/>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76"/>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76"/>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76"/>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76"/>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76"/>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76"/>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76"/>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76"/>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76"/>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76"/>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76"/>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76"/>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76"/>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76"/>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76"/>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76"/>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76"/>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76"/>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76"/>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76"/>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76"/>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76"/>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76"/>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76"/>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76"/>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76"/>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76"/>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76"/>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76"/>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76"/>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76"/>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76"/>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76"/>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76"/>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76"/>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76"/>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76"/>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76"/>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76"/>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76"/>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76"/>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76"/>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76"/>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76"/>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76"/>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76"/>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76"/>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76"/>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76"/>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76"/>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76"/>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76"/>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76"/>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76"/>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76"/>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76"/>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76"/>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76"/>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76"/>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76"/>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76"/>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76"/>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76"/>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76"/>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76"/>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76"/>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76"/>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76"/>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76"/>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76"/>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76"/>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76"/>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76"/>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76"/>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76"/>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76"/>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76"/>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76"/>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76"/>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76"/>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76"/>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76"/>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76"/>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76"/>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76"/>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76"/>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76"/>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76"/>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76"/>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76"/>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76"/>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76"/>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76"/>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76"/>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76"/>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76"/>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76"/>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76"/>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76"/>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76"/>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76"/>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76"/>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76"/>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76"/>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76"/>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76"/>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76"/>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76"/>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76"/>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76"/>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76"/>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76"/>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76"/>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76"/>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76"/>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76"/>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76"/>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76"/>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76"/>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76"/>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76"/>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76"/>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76"/>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76"/>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76"/>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76"/>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76"/>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76"/>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76"/>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76"/>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76"/>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76"/>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76"/>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76"/>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76"/>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76"/>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76"/>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76"/>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76"/>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76"/>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76"/>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76"/>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76"/>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76"/>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76"/>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76"/>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76"/>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76"/>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76"/>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76"/>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76"/>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76"/>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76"/>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76"/>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76"/>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76"/>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76"/>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76"/>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76"/>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76"/>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76"/>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76"/>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76"/>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76"/>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76"/>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76"/>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76"/>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76"/>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76"/>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76"/>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76"/>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76"/>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76"/>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76"/>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76"/>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76"/>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76"/>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76"/>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76"/>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76"/>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76"/>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76"/>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76"/>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76"/>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76"/>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76"/>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76"/>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76"/>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76"/>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76"/>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76"/>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76"/>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76"/>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76"/>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76"/>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76"/>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76"/>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76"/>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76"/>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76"/>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76"/>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76"/>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76"/>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76"/>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76"/>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76"/>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76"/>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76"/>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76"/>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76"/>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76"/>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76"/>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76"/>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76"/>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76"/>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76"/>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76"/>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76"/>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76"/>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76"/>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76"/>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76"/>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76"/>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76"/>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76"/>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76"/>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76"/>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76"/>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76"/>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76"/>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76"/>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76"/>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76"/>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76"/>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76"/>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76"/>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76"/>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76"/>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76"/>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76"/>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76"/>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76"/>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76"/>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76"/>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76"/>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76"/>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76"/>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76"/>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76"/>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76"/>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76"/>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76"/>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76"/>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76"/>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76"/>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76"/>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76"/>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76"/>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76"/>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76"/>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76"/>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76"/>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76"/>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76"/>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76"/>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76"/>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76"/>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76"/>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76"/>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76"/>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76"/>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76"/>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76"/>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76"/>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76"/>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76"/>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76"/>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76"/>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76"/>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76"/>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76"/>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76"/>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76"/>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76"/>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76"/>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76"/>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76"/>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76"/>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76"/>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76"/>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76"/>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76"/>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76"/>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76"/>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76"/>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76"/>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76"/>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76"/>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76"/>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76"/>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76"/>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76"/>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76"/>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76"/>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76"/>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76"/>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76"/>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76"/>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76"/>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76"/>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76"/>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76"/>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76"/>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76"/>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76"/>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76"/>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76"/>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76"/>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76"/>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76"/>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76"/>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76"/>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76"/>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76"/>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76"/>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76"/>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76"/>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76"/>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76"/>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76"/>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76"/>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76"/>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76"/>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76"/>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76"/>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76"/>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76"/>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76"/>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76"/>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76"/>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76"/>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76"/>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76"/>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76"/>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76"/>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76"/>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76"/>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76"/>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76"/>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76"/>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76"/>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76"/>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76"/>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76"/>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76"/>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76"/>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76"/>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76"/>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76"/>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76"/>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76"/>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76"/>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76"/>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76"/>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76"/>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76"/>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76"/>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76"/>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76"/>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76"/>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76"/>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76"/>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76"/>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76"/>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76"/>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76"/>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76"/>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76"/>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76"/>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76"/>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76"/>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76"/>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76"/>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76"/>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76"/>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76"/>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76"/>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76"/>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76"/>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76"/>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76"/>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76"/>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76"/>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76"/>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76"/>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76"/>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76"/>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76"/>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76"/>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76"/>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76"/>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76"/>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76"/>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76"/>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76"/>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76"/>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76"/>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76"/>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76"/>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76"/>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76"/>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76"/>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76"/>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76"/>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76"/>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76"/>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76"/>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76"/>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76"/>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76"/>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76"/>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76"/>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76"/>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76"/>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76"/>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76"/>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76"/>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76"/>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76"/>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76"/>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76"/>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76"/>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76"/>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76"/>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76"/>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76"/>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76"/>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76"/>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76"/>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76"/>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76"/>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76"/>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76"/>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76"/>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76"/>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76"/>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76"/>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76"/>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76"/>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76"/>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76"/>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76"/>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76"/>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76"/>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76"/>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76"/>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76"/>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76"/>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76"/>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76"/>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76"/>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76"/>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76"/>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76"/>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76"/>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76"/>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76"/>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76"/>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76"/>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76"/>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76"/>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76"/>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76"/>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76"/>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76"/>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76"/>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76"/>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76"/>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76"/>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76"/>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76"/>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76"/>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76"/>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76"/>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76"/>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76"/>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76"/>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76"/>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76"/>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76"/>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76"/>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76"/>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76"/>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76"/>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76"/>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76"/>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76"/>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76"/>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76"/>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76"/>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76"/>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76"/>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76"/>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76"/>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76"/>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76"/>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76"/>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76"/>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76"/>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76"/>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76"/>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76"/>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76"/>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76"/>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76"/>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76"/>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76"/>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76"/>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76"/>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76"/>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76"/>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76"/>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76"/>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76"/>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76"/>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76"/>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76"/>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76"/>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76"/>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76"/>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76"/>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76"/>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76"/>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76"/>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76"/>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76"/>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76"/>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76"/>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76"/>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76"/>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76"/>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76"/>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76"/>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76"/>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76"/>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76"/>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76"/>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76"/>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76"/>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76"/>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76"/>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76"/>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76"/>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76"/>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76"/>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76"/>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76"/>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76"/>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76"/>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76"/>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76"/>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76"/>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76"/>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76"/>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76"/>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76"/>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76"/>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76"/>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76"/>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76"/>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76"/>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76"/>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76"/>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76"/>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76"/>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76"/>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76"/>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76"/>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76"/>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76"/>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76"/>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76"/>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76"/>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76"/>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76"/>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76"/>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76"/>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76"/>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76"/>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76"/>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76"/>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76"/>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76"/>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76"/>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76"/>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76"/>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76"/>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76"/>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76"/>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76"/>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76"/>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76"/>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76"/>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76"/>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76"/>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76"/>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76"/>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76"/>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76"/>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76"/>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76"/>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76"/>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76"/>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76"/>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76"/>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76"/>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76"/>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76"/>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76"/>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76"/>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76"/>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76"/>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76"/>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76"/>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76"/>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76"/>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76"/>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76"/>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76"/>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76"/>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76"/>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76"/>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76"/>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76"/>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76"/>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76"/>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76"/>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76"/>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76"/>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76"/>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76"/>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76"/>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76"/>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76"/>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76"/>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76"/>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76"/>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76"/>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76"/>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76"/>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76"/>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76"/>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76"/>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76"/>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76"/>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76"/>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76"/>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76"/>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76"/>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76"/>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76"/>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76"/>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76"/>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76"/>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76"/>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76"/>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76"/>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76"/>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76"/>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76"/>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76"/>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76"/>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76"/>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76"/>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76"/>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76"/>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76"/>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76"/>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76"/>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76"/>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76"/>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76"/>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76"/>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76"/>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76"/>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76"/>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76"/>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76"/>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76"/>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76"/>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76"/>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76"/>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76"/>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76"/>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76"/>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76"/>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76"/>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76"/>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76"/>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76"/>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76"/>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76"/>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76"/>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76"/>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76"/>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76"/>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76"/>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76"/>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76"/>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76"/>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76"/>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76"/>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76"/>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76"/>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76"/>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76"/>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76"/>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76"/>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76"/>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76"/>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76"/>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76"/>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76"/>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76"/>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76"/>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76"/>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76"/>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76"/>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76"/>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76"/>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76"/>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76"/>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76"/>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76"/>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76"/>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76"/>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76"/>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76"/>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76"/>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76"/>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76"/>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76"/>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76"/>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76"/>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76"/>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76"/>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76"/>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76"/>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76"/>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76"/>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76"/>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76"/>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76"/>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76"/>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76"/>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76"/>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76"/>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76"/>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76"/>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76"/>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76"/>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76"/>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76"/>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76"/>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76"/>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76"/>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76"/>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76"/>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76"/>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76"/>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76"/>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76"/>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76"/>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76"/>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76"/>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76"/>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76"/>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76"/>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76"/>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76"/>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76"/>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76"/>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76"/>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76"/>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76"/>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76"/>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76"/>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76"/>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76"/>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76"/>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76"/>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76"/>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76"/>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76"/>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76"/>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76"/>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76"/>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76"/>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76"/>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76"/>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76"/>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76"/>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76"/>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76"/>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76"/>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76"/>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76"/>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76"/>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76"/>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76"/>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76"/>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76"/>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76"/>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76"/>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76"/>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76"/>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76"/>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76"/>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76"/>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76"/>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76"/>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76"/>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76"/>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76"/>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76"/>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76"/>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76"/>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76"/>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76"/>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76"/>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76"/>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76"/>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76"/>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76"/>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76"/>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76"/>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76"/>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76"/>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76"/>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76"/>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76"/>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76"/>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76"/>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76"/>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76"/>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76"/>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76"/>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76"/>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76"/>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76"/>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76"/>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76"/>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76"/>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76"/>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76"/>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76"/>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76"/>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76"/>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76"/>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76"/>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76"/>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76"/>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76"/>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76"/>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76"/>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76"/>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76"/>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76"/>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76"/>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76"/>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76"/>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76"/>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76"/>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76"/>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76"/>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76"/>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76"/>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76"/>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76"/>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76"/>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76"/>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76"/>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76"/>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76"/>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76"/>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76"/>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76"/>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76"/>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76"/>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76"/>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76"/>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76"/>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76"/>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76"/>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76"/>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76"/>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76"/>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76"/>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76"/>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76"/>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76"/>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76"/>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76"/>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76"/>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76"/>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76"/>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76"/>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76"/>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76"/>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76"/>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76"/>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76"/>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76"/>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76"/>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76"/>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76"/>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76"/>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76"/>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76"/>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76"/>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76"/>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76"/>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76"/>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76"/>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76"/>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76"/>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76"/>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76"/>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76"/>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76"/>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76"/>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76"/>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76"/>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76"/>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76"/>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76"/>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76"/>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76"/>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76"/>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76"/>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76"/>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76"/>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76"/>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76"/>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76"/>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76"/>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76"/>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76"/>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76"/>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76"/>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76"/>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76"/>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76"/>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76"/>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76"/>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76"/>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76"/>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76"/>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76"/>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76"/>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76"/>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76"/>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76"/>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76"/>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76"/>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76"/>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76"/>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76"/>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76"/>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76"/>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76"/>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76"/>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76"/>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76"/>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76"/>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76"/>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76"/>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76"/>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76"/>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76"/>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76"/>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76"/>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76"/>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76"/>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76"/>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76"/>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76"/>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76"/>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76"/>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76"/>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76"/>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76"/>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76"/>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76"/>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76"/>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76"/>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76"/>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76"/>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76"/>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76"/>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76"/>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76"/>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76"/>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76"/>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76"/>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76"/>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76"/>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76"/>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76"/>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76"/>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76"/>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76"/>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76"/>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76"/>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76"/>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76"/>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76"/>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76"/>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76"/>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76"/>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76"/>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76"/>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76"/>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76"/>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76"/>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76"/>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76"/>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76"/>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76"/>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76"/>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76"/>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76"/>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76"/>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76"/>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76"/>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76"/>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76"/>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76"/>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76"/>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76"/>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76"/>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76"/>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76"/>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76"/>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76"/>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76"/>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76"/>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76"/>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76"/>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76"/>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76"/>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76"/>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76"/>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76"/>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76"/>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76"/>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76"/>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76"/>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76"/>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76"/>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76"/>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76"/>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76"/>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76"/>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76"/>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76"/>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76"/>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76"/>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76"/>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76"/>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76"/>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76"/>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76"/>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76"/>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76"/>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76"/>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76"/>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76"/>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76"/>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76"/>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76"/>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76"/>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76"/>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76"/>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76"/>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76"/>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76"/>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76"/>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76"/>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76"/>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76"/>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76"/>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76"/>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76"/>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76"/>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76"/>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76"/>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76"/>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76"/>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76"/>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76"/>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76"/>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76"/>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76"/>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76"/>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76"/>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76"/>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76"/>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76"/>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76"/>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76"/>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76"/>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76"/>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76"/>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76"/>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76"/>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76"/>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76"/>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76"/>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76"/>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76"/>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76"/>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76"/>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76"/>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76"/>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76"/>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76"/>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76"/>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76"/>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76"/>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76"/>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76"/>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76"/>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76"/>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76"/>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76"/>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76"/>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76"/>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76"/>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76"/>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76"/>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76"/>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76"/>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76"/>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76"/>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76"/>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76"/>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76"/>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76"/>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76"/>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76"/>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76"/>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76"/>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76"/>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76"/>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76"/>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76"/>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76"/>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76"/>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76"/>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76"/>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76"/>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76"/>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76"/>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76"/>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76"/>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76"/>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76"/>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76"/>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76"/>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76"/>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76"/>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76"/>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76"/>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76"/>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76"/>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76"/>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76"/>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76"/>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76"/>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76"/>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76"/>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76"/>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76"/>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76"/>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76"/>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76"/>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76"/>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76"/>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76"/>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76"/>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76"/>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76"/>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76"/>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76"/>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76"/>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76"/>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76"/>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76"/>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76"/>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76"/>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76"/>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76"/>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76"/>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76"/>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76"/>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76"/>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76"/>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76"/>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76"/>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76"/>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76"/>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76"/>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76"/>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76"/>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76"/>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76"/>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76"/>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76"/>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76"/>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76"/>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76"/>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76"/>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76"/>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76"/>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76"/>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76"/>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76"/>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76"/>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76"/>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76"/>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76"/>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76"/>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76"/>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76"/>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76"/>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76"/>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76"/>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76"/>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76"/>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76"/>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76"/>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76"/>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76"/>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76"/>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76"/>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76"/>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76"/>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76"/>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76"/>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76"/>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76"/>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76"/>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76"/>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76"/>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76"/>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76"/>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76"/>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76"/>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76"/>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76"/>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76"/>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76"/>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76"/>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76"/>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76"/>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76"/>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76"/>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76"/>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76"/>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76"/>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76"/>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76"/>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76"/>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76"/>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76"/>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76"/>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76"/>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76"/>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76"/>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76"/>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76"/>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76"/>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76"/>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76"/>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76"/>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76"/>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76"/>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76"/>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76"/>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76"/>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76"/>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76"/>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76"/>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76"/>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76"/>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76"/>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76"/>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76"/>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76"/>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76"/>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76"/>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76"/>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76"/>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76"/>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76"/>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76"/>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76"/>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76"/>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76"/>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76"/>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76"/>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76"/>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76"/>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76"/>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76"/>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76"/>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76"/>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76"/>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76"/>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76"/>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76"/>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76"/>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76"/>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76"/>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76"/>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76"/>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76"/>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76"/>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76"/>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76"/>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76"/>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76"/>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76"/>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76"/>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76"/>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76"/>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76"/>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76"/>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76"/>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76"/>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76"/>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76"/>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76"/>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76"/>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76"/>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76"/>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76"/>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76"/>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76"/>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76"/>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76"/>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76"/>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76"/>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76"/>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76"/>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76"/>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76"/>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76"/>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76"/>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76"/>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76"/>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76"/>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76"/>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76"/>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76"/>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76"/>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76"/>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76"/>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76"/>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76"/>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76"/>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76"/>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76"/>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76"/>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76"/>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76"/>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76"/>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76"/>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76"/>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76"/>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76"/>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76"/>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76"/>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76"/>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76"/>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76"/>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76"/>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76"/>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76"/>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76"/>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76"/>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76"/>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76"/>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76"/>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76"/>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76"/>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76"/>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76"/>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76"/>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76"/>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76"/>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76"/>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76"/>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76"/>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76"/>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76"/>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76"/>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76"/>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76"/>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76"/>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76"/>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76"/>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76"/>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76"/>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76"/>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76"/>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76"/>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76"/>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76"/>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76"/>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76"/>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76"/>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76"/>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76"/>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76"/>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76"/>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76"/>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76"/>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76"/>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76"/>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76"/>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76"/>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76"/>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76"/>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76"/>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76"/>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76"/>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76"/>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76"/>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76"/>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76"/>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76"/>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76"/>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76"/>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76"/>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76"/>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76"/>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76"/>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76"/>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76"/>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76"/>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76"/>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76"/>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76"/>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76"/>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76"/>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76"/>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76"/>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76"/>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76"/>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76"/>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76"/>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76"/>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76"/>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76"/>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76"/>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76"/>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76"/>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76"/>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76"/>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76"/>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76"/>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76"/>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76"/>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76"/>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76"/>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76"/>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76"/>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76"/>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76"/>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76"/>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76"/>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76"/>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76"/>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76"/>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76"/>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76"/>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76"/>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76"/>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76"/>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76"/>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76"/>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76"/>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76"/>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76"/>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76"/>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76"/>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76"/>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76"/>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76"/>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76"/>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76"/>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76"/>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76"/>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76"/>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76"/>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76"/>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76"/>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76"/>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76"/>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76"/>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76"/>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76"/>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76"/>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76"/>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76"/>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76"/>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76"/>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76"/>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76"/>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76"/>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76"/>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76"/>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76"/>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76"/>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76"/>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76"/>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76"/>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76"/>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76"/>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76"/>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76"/>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76"/>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76"/>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76"/>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76"/>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76"/>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76"/>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76"/>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76"/>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76"/>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76"/>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76"/>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76"/>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76"/>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76"/>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76"/>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76"/>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76"/>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76"/>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76"/>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76"/>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76"/>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76"/>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76"/>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76"/>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76"/>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76"/>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76"/>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76"/>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76"/>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76"/>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76"/>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76"/>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76"/>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76"/>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76"/>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76"/>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76"/>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76"/>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76"/>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76"/>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76"/>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76"/>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76"/>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76"/>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76"/>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76"/>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76"/>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76"/>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76"/>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76"/>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76"/>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76"/>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76"/>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76"/>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76"/>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76"/>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76"/>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76"/>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76"/>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76"/>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76"/>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76"/>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76"/>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76"/>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76"/>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76"/>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76"/>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76"/>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76"/>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76"/>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76"/>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76"/>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76"/>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76"/>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76"/>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76"/>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76"/>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76"/>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76"/>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76"/>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76"/>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76"/>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76"/>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76"/>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76"/>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76"/>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76"/>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76"/>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76"/>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76"/>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76"/>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76"/>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76"/>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76"/>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76"/>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76"/>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76"/>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76"/>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76"/>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76"/>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76"/>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76"/>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76"/>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76"/>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76"/>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76"/>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76"/>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76"/>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76"/>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76"/>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76"/>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76"/>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76"/>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76"/>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76"/>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76"/>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76"/>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76"/>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76"/>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76"/>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76"/>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76"/>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76"/>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76"/>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76"/>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76"/>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76"/>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76"/>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76"/>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76"/>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76"/>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76"/>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76"/>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76"/>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76"/>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76"/>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76"/>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76"/>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76"/>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76"/>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76"/>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76"/>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76"/>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76"/>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76"/>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76"/>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76"/>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76"/>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76"/>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76"/>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76"/>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76"/>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76"/>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76"/>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76"/>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76"/>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76"/>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76"/>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76"/>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76"/>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76"/>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76"/>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76"/>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76"/>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76"/>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76"/>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76"/>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76"/>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76"/>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76"/>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76"/>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76"/>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76"/>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76"/>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76"/>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76"/>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76"/>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76"/>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76"/>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76"/>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76"/>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76"/>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76"/>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76"/>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76"/>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76"/>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76"/>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76"/>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76"/>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76"/>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76"/>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76"/>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76"/>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76"/>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76"/>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76"/>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76"/>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76"/>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76"/>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76"/>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76"/>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76"/>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76"/>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76"/>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76"/>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76"/>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76"/>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76"/>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76"/>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76"/>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76"/>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76"/>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76"/>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76"/>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76"/>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76"/>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76"/>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76"/>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76"/>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76"/>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76"/>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76"/>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76"/>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76"/>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76"/>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76"/>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76"/>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76"/>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76"/>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76"/>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76"/>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76"/>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76"/>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76"/>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76"/>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76"/>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76"/>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76"/>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76"/>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76"/>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76"/>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76"/>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76"/>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76"/>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76"/>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76"/>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76"/>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76"/>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76"/>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76"/>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76"/>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76"/>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76"/>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76"/>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76"/>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76"/>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76"/>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76"/>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76"/>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76"/>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76"/>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76"/>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76"/>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76"/>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76"/>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76"/>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76"/>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76"/>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76"/>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76"/>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76"/>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76"/>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76"/>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76"/>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76"/>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76"/>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76"/>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76"/>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76"/>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76"/>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76"/>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76"/>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76"/>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76"/>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76"/>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76"/>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76"/>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76"/>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76"/>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76"/>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76"/>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76"/>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76"/>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76"/>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76"/>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76"/>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76"/>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76"/>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76"/>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76"/>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76"/>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76"/>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76"/>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76"/>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76"/>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76"/>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76"/>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76"/>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76"/>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76"/>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76"/>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76"/>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76"/>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76"/>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76"/>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76"/>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76"/>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76"/>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76"/>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76"/>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76"/>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76"/>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76"/>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76"/>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76"/>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76"/>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76"/>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76"/>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76"/>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76"/>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76"/>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76"/>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76"/>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76"/>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76"/>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76"/>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76"/>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76"/>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76"/>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76"/>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76"/>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76"/>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76"/>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76"/>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76"/>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76"/>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76"/>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76"/>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76"/>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76"/>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76"/>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76"/>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76"/>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76"/>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76"/>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76"/>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76"/>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76"/>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76"/>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76"/>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76"/>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76"/>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76"/>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76"/>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76"/>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76"/>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76"/>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76"/>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76"/>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76"/>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76"/>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76"/>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76"/>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76"/>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76"/>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76"/>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76"/>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76"/>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76"/>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76"/>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76"/>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76"/>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76"/>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76"/>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76"/>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76"/>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76"/>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76"/>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76"/>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76"/>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76"/>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76"/>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76"/>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76"/>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76"/>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76"/>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76"/>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76"/>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76"/>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76"/>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76"/>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76"/>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76"/>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76"/>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76"/>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76"/>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76"/>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76"/>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76"/>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76"/>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76"/>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76"/>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76"/>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76"/>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76"/>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76"/>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76"/>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76"/>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76"/>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76"/>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76"/>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76"/>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76"/>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76"/>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76"/>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76"/>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76"/>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76"/>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76"/>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76"/>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76"/>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76"/>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76"/>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76"/>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76"/>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76"/>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76"/>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76"/>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76"/>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76"/>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76"/>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76"/>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76"/>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76"/>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76"/>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76"/>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76"/>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76"/>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76"/>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76"/>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76"/>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76"/>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76"/>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76"/>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76"/>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76"/>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76"/>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76"/>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76"/>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76"/>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76"/>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76"/>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76"/>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76"/>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76"/>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76"/>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76"/>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76"/>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76"/>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76"/>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76"/>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76"/>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76"/>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76"/>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76"/>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76"/>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76"/>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76"/>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76"/>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76"/>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76"/>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76"/>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76"/>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76"/>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76"/>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76"/>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76"/>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76"/>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76"/>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76"/>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76"/>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76"/>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76"/>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76"/>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76"/>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76"/>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76"/>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76"/>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76"/>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76"/>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76"/>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76"/>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76"/>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76"/>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76"/>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76"/>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76"/>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76"/>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76"/>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76"/>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76"/>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76"/>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76"/>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76"/>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76"/>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76"/>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76"/>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76"/>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76"/>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76"/>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76"/>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76"/>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76"/>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76"/>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76"/>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76"/>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76"/>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76"/>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76"/>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76"/>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76"/>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76"/>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76"/>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76"/>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76"/>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76"/>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76"/>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76"/>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76"/>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76"/>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76"/>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76"/>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76"/>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76"/>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76"/>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76"/>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76"/>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76"/>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76"/>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76"/>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76"/>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76"/>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76"/>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76"/>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76"/>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76"/>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76"/>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76"/>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76"/>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76"/>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76"/>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76"/>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76"/>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76"/>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76"/>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76"/>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76"/>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76"/>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76"/>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76"/>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76"/>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76"/>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76"/>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76"/>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76"/>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76"/>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76"/>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76"/>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76"/>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76"/>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76"/>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76"/>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76"/>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76"/>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76"/>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76"/>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76"/>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76"/>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76"/>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76"/>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76"/>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76"/>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76"/>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76"/>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76"/>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76"/>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76"/>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76"/>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76"/>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76"/>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76"/>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76"/>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76"/>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76"/>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76"/>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76"/>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76"/>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76"/>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76"/>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76"/>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76"/>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76"/>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76"/>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76"/>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76"/>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76"/>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76"/>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76"/>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76"/>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76"/>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76"/>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76"/>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76"/>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76"/>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76"/>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76"/>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76"/>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76"/>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76"/>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76"/>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76"/>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76"/>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76"/>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76"/>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76"/>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76"/>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76"/>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76"/>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76"/>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76"/>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76"/>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76"/>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76"/>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76"/>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76"/>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76"/>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76"/>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76"/>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76"/>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76"/>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76"/>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76"/>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76"/>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76"/>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76"/>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76"/>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76"/>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76"/>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76"/>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76"/>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76"/>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76"/>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76"/>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76"/>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76"/>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76"/>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76"/>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76"/>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76"/>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76"/>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76"/>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76"/>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76"/>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76"/>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76"/>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76"/>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76"/>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76"/>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76"/>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76"/>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76"/>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76"/>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76"/>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76"/>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76"/>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76"/>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76"/>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76"/>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76"/>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76"/>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76"/>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76"/>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76"/>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76"/>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76"/>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76"/>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76"/>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76"/>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76"/>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76"/>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76"/>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76"/>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76"/>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76"/>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76"/>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76"/>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76"/>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76"/>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76"/>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76"/>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76"/>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76"/>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76"/>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76"/>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76"/>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76"/>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76"/>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76"/>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76"/>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76"/>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76"/>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76"/>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76"/>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76"/>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76"/>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76"/>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76"/>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76"/>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76"/>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76"/>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76"/>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76"/>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76"/>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76"/>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76"/>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76"/>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76"/>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623" name="Shape 15623"/>
        <p:cNvGrpSpPr/>
        <p:nvPr/>
      </p:nvGrpSpPr>
      <p:grpSpPr>
        <a:xfrm>
          <a:off x="0" y="0"/>
          <a:ext cx="0" cy="0"/>
          <a:chOff x="0" y="0"/>
          <a:chExt cx="0" cy="0"/>
        </a:xfrm>
      </p:grpSpPr>
      <p:grpSp>
        <p:nvGrpSpPr>
          <p:cNvPr id="15624" name="Google Shape;15624;p77"/>
          <p:cNvGrpSpPr/>
          <p:nvPr/>
        </p:nvGrpSpPr>
        <p:grpSpPr>
          <a:xfrm>
            <a:off x="2100561" y="3398658"/>
            <a:ext cx="1102891" cy="760337"/>
            <a:chOff x="4967783" y="2151471"/>
            <a:chExt cx="3920692" cy="2702940"/>
          </a:xfrm>
        </p:grpSpPr>
        <p:grpSp>
          <p:nvGrpSpPr>
            <p:cNvPr id="15625" name="Google Shape;15625;p77"/>
            <p:cNvGrpSpPr/>
            <p:nvPr/>
          </p:nvGrpSpPr>
          <p:grpSpPr>
            <a:xfrm>
              <a:off x="5045709" y="2252109"/>
              <a:ext cx="3761071" cy="2501708"/>
              <a:chOff x="2691784" y="1805334"/>
              <a:chExt cx="3761071" cy="2501708"/>
            </a:xfrm>
          </p:grpSpPr>
          <p:sp>
            <p:nvSpPr>
              <p:cNvPr id="15626" name="Google Shape;15626;p77"/>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77"/>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77"/>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77"/>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77"/>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77"/>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77"/>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3" name="Google Shape;15633;p77"/>
            <p:cNvGrpSpPr/>
            <p:nvPr/>
          </p:nvGrpSpPr>
          <p:grpSpPr>
            <a:xfrm>
              <a:off x="4967783" y="2151471"/>
              <a:ext cx="3920692" cy="2702940"/>
              <a:chOff x="2613858" y="1704696"/>
              <a:chExt cx="3920692" cy="2702940"/>
            </a:xfrm>
          </p:grpSpPr>
          <p:sp>
            <p:nvSpPr>
              <p:cNvPr id="15634" name="Google Shape;15634;p77"/>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77"/>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77"/>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77"/>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77"/>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639" name="Google Shape;15639;p77"/>
          <p:cNvGrpSpPr/>
          <p:nvPr/>
        </p:nvGrpSpPr>
        <p:grpSpPr>
          <a:xfrm>
            <a:off x="3504470" y="1286935"/>
            <a:ext cx="1561911" cy="708580"/>
            <a:chOff x="3530532" y="1496185"/>
            <a:chExt cx="1561911" cy="708580"/>
          </a:xfrm>
        </p:grpSpPr>
        <p:grpSp>
          <p:nvGrpSpPr>
            <p:cNvPr id="15640" name="Google Shape;15640;p77"/>
            <p:cNvGrpSpPr/>
            <p:nvPr/>
          </p:nvGrpSpPr>
          <p:grpSpPr>
            <a:xfrm>
              <a:off x="3720318" y="1857562"/>
              <a:ext cx="1372125" cy="54"/>
              <a:chOff x="3720318" y="1857562"/>
              <a:chExt cx="1372125" cy="54"/>
            </a:xfrm>
          </p:grpSpPr>
          <p:cxnSp>
            <p:nvCxnSpPr>
              <p:cNvPr id="15641" name="Google Shape;15641;p77"/>
              <p:cNvCxnSpPr>
                <a:endCxn id="15642"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5643" name="Google Shape;15643;p77"/>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5644" name="Google Shape;15644;p77"/>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5645" name="Google Shape;15645;p77"/>
              <p:cNvCxnSpPr>
                <a:stCxn id="15642"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15646" name="Google Shape;15646;p77"/>
            <p:cNvGrpSpPr/>
            <p:nvPr/>
          </p:nvGrpSpPr>
          <p:grpSpPr>
            <a:xfrm>
              <a:off x="3567462" y="1496185"/>
              <a:ext cx="286500" cy="272914"/>
              <a:chOff x="3567462" y="1496185"/>
              <a:chExt cx="286500" cy="272914"/>
            </a:xfrm>
          </p:grpSpPr>
          <p:cxnSp>
            <p:nvCxnSpPr>
              <p:cNvPr id="15647" name="Google Shape;15647;p77"/>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15648" name="Google Shape;15648;p77"/>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49" name="Google Shape;15649;p77"/>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77"/>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51" name="Google Shape;15651;p77"/>
            <p:cNvGrpSpPr/>
            <p:nvPr/>
          </p:nvGrpSpPr>
          <p:grpSpPr>
            <a:xfrm>
              <a:off x="3929014" y="1960574"/>
              <a:ext cx="286500" cy="242342"/>
              <a:chOff x="3929014" y="1960574"/>
              <a:chExt cx="286500" cy="242342"/>
            </a:xfrm>
          </p:grpSpPr>
          <p:cxnSp>
            <p:nvCxnSpPr>
              <p:cNvPr id="15652" name="Google Shape;15652;p77"/>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15653" name="Google Shape;15653;p77"/>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4" name="Google Shape;15654;p77"/>
            <p:cNvGrpSpPr/>
            <p:nvPr/>
          </p:nvGrpSpPr>
          <p:grpSpPr>
            <a:xfrm>
              <a:off x="4290828" y="1496185"/>
              <a:ext cx="286500" cy="272914"/>
              <a:chOff x="4290828" y="1496185"/>
              <a:chExt cx="286500" cy="272914"/>
            </a:xfrm>
          </p:grpSpPr>
          <p:cxnSp>
            <p:nvCxnSpPr>
              <p:cNvPr id="15655" name="Google Shape;15655;p77"/>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15656" name="Google Shape;15656;p77"/>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57" name="Google Shape;15657;p77"/>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77"/>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58" name="Google Shape;15658;p77"/>
            <p:cNvGrpSpPr/>
            <p:nvPr/>
          </p:nvGrpSpPr>
          <p:grpSpPr>
            <a:xfrm>
              <a:off x="4657726" y="1959674"/>
              <a:ext cx="286500" cy="245092"/>
              <a:chOff x="4657726" y="1959674"/>
              <a:chExt cx="286500" cy="245092"/>
            </a:xfrm>
          </p:grpSpPr>
          <p:cxnSp>
            <p:nvCxnSpPr>
              <p:cNvPr id="15659" name="Google Shape;15659;p77"/>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15660" name="Google Shape;15660;p77"/>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661" name="Google Shape;15661;p77"/>
          <p:cNvGrpSpPr/>
          <p:nvPr/>
        </p:nvGrpSpPr>
        <p:grpSpPr>
          <a:xfrm>
            <a:off x="3486489" y="2149032"/>
            <a:ext cx="1597032" cy="378649"/>
            <a:chOff x="3512551" y="2358282"/>
            <a:chExt cx="1597032" cy="378649"/>
          </a:xfrm>
        </p:grpSpPr>
        <p:grpSp>
          <p:nvGrpSpPr>
            <p:cNvPr id="15662" name="Google Shape;15662;p77"/>
            <p:cNvGrpSpPr/>
            <p:nvPr/>
          </p:nvGrpSpPr>
          <p:grpSpPr>
            <a:xfrm>
              <a:off x="3738198" y="2553002"/>
              <a:ext cx="1145834" cy="117"/>
              <a:chOff x="3738198" y="2553002"/>
              <a:chExt cx="1145834" cy="117"/>
            </a:xfrm>
          </p:grpSpPr>
          <p:cxnSp>
            <p:nvCxnSpPr>
              <p:cNvPr id="15663" name="Google Shape;15663;p77"/>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15664" name="Google Shape;15664;p77"/>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15665" name="Google Shape;15665;p77"/>
              <p:cNvCxnSpPr>
                <a:stCxn id="15666" idx="6"/>
                <a:endCxn id="15667"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15668" name="Google Shape;15668;p77"/>
            <p:cNvGrpSpPr/>
            <p:nvPr/>
          </p:nvGrpSpPr>
          <p:grpSpPr>
            <a:xfrm>
              <a:off x="3969644" y="2440153"/>
              <a:ext cx="225900" cy="296779"/>
              <a:chOff x="3969644" y="2440153"/>
              <a:chExt cx="225900" cy="296779"/>
            </a:xfrm>
          </p:grpSpPr>
          <p:cxnSp>
            <p:nvCxnSpPr>
              <p:cNvPr id="15669" name="Google Shape;15669;p77"/>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15667" name="Google Shape;15667;p77"/>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77"/>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1" name="Google Shape;15671;p77"/>
            <p:cNvGrpSpPr/>
            <p:nvPr/>
          </p:nvGrpSpPr>
          <p:grpSpPr>
            <a:xfrm>
              <a:off x="4426818" y="2358282"/>
              <a:ext cx="225600" cy="307471"/>
              <a:chOff x="4426818" y="2358282"/>
              <a:chExt cx="225600" cy="307471"/>
            </a:xfrm>
          </p:grpSpPr>
          <p:cxnSp>
            <p:nvCxnSpPr>
              <p:cNvPr id="15672" name="Google Shape;15672;p77"/>
              <p:cNvCxnSpPr>
                <a:stCxn id="15673"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15674" name="Google Shape;15674;p77"/>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77"/>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5" name="Google Shape;15675;p77"/>
            <p:cNvGrpSpPr/>
            <p:nvPr/>
          </p:nvGrpSpPr>
          <p:grpSpPr>
            <a:xfrm>
              <a:off x="4883984" y="2440153"/>
              <a:ext cx="225600" cy="296479"/>
              <a:chOff x="4883984" y="2440153"/>
              <a:chExt cx="225600" cy="296479"/>
            </a:xfrm>
          </p:grpSpPr>
          <p:cxnSp>
            <p:nvCxnSpPr>
              <p:cNvPr id="15676" name="Google Shape;15676;p77"/>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15677" name="Google Shape;15677;p77"/>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77"/>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9" name="Google Shape;15679;p77"/>
            <p:cNvGrpSpPr/>
            <p:nvPr/>
          </p:nvGrpSpPr>
          <p:grpSpPr>
            <a:xfrm>
              <a:off x="3512551" y="2358356"/>
              <a:ext cx="225647" cy="307629"/>
              <a:chOff x="2182679" y="2005014"/>
              <a:chExt cx="792300" cy="1080158"/>
            </a:xfrm>
          </p:grpSpPr>
          <p:cxnSp>
            <p:nvCxnSpPr>
              <p:cNvPr id="15680" name="Google Shape;15680;p77"/>
              <p:cNvCxnSpPr>
                <a:stCxn id="15681"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15666" name="Google Shape;15666;p77"/>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77"/>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682" name="Google Shape;15682;p77"/>
          <p:cNvGrpSpPr/>
          <p:nvPr/>
        </p:nvGrpSpPr>
        <p:grpSpPr>
          <a:xfrm>
            <a:off x="6846571" y="972829"/>
            <a:ext cx="1559809" cy="722610"/>
            <a:chOff x="634175" y="2986275"/>
            <a:chExt cx="3147949" cy="1458344"/>
          </a:xfrm>
        </p:grpSpPr>
        <p:cxnSp>
          <p:nvCxnSpPr>
            <p:cNvPr id="15683" name="Google Shape;15683;p77"/>
            <p:cNvCxnSpPr>
              <a:stCxn id="15684" idx="4"/>
              <a:endCxn id="15685"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15686" name="Google Shape;15686;p77"/>
            <p:cNvCxnSpPr>
              <a:stCxn id="15685" idx="0"/>
              <a:endCxn id="15687"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15688" name="Google Shape;15688;p77"/>
            <p:cNvCxnSpPr>
              <a:stCxn id="15687" idx="4"/>
              <a:endCxn id="15689"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15690" name="Google Shape;15690;p77"/>
            <p:cNvCxnSpPr>
              <a:stCxn id="15689" idx="0"/>
              <a:endCxn id="15691"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15691" name="Google Shape;15691;p77"/>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5687" name="Google Shape;15687;p77"/>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5684" name="Google Shape;15684;p77"/>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5689" name="Google Shape;15689;p77"/>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5685" name="Google Shape;15685;p77"/>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15692" name="Google Shape;15692;p77"/>
          <p:cNvGrpSpPr/>
          <p:nvPr/>
        </p:nvGrpSpPr>
        <p:grpSpPr>
          <a:xfrm>
            <a:off x="3500361" y="2682737"/>
            <a:ext cx="1570719" cy="294123"/>
            <a:chOff x="998425" y="1182125"/>
            <a:chExt cx="1065400" cy="199500"/>
          </a:xfrm>
        </p:grpSpPr>
        <p:sp>
          <p:nvSpPr>
            <p:cNvPr id="15693" name="Google Shape;15693;p77"/>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77"/>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77"/>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77"/>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77"/>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8" name="Google Shape;15698;p77"/>
          <p:cNvGrpSpPr/>
          <p:nvPr/>
        </p:nvGrpSpPr>
        <p:grpSpPr>
          <a:xfrm>
            <a:off x="6843617" y="1800224"/>
            <a:ext cx="1565716" cy="366729"/>
            <a:chOff x="1247650" y="2075423"/>
            <a:chExt cx="6648477" cy="1557238"/>
          </a:xfrm>
        </p:grpSpPr>
        <p:sp>
          <p:nvSpPr>
            <p:cNvPr id="15699" name="Google Shape;15699;p77"/>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77"/>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77"/>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77"/>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77"/>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77"/>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5" name="Google Shape;15705;p77"/>
          <p:cNvGrpSpPr/>
          <p:nvPr/>
        </p:nvGrpSpPr>
        <p:grpSpPr>
          <a:xfrm>
            <a:off x="6827929" y="2949039"/>
            <a:ext cx="1597061" cy="663440"/>
            <a:chOff x="6796238" y="3158297"/>
            <a:chExt cx="1630319" cy="677257"/>
          </a:xfrm>
        </p:grpSpPr>
        <p:cxnSp>
          <p:nvCxnSpPr>
            <p:cNvPr id="15706" name="Google Shape;15706;p77"/>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15707" name="Google Shape;15707;p77"/>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15708" name="Google Shape;15708;p77"/>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15709" name="Google Shape;15709;p77"/>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15710" name="Google Shape;15710;p77"/>
            <p:cNvGrpSpPr/>
            <p:nvPr/>
          </p:nvGrpSpPr>
          <p:grpSpPr>
            <a:xfrm>
              <a:off x="6796238" y="3311904"/>
              <a:ext cx="1630319" cy="377697"/>
              <a:chOff x="6796238" y="3311904"/>
              <a:chExt cx="1630319" cy="377697"/>
            </a:xfrm>
          </p:grpSpPr>
          <p:sp>
            <p:nvSpPr>
              <p:cNvPr id="15711" name="Google Shape;15711;p77"/>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77"/>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77"/>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714" name="Google Shape;15714;p77"/>
          <p:cNvGrpSpPr/>
          <p:nvPr/>
        </p:nvGrpSpPr>
        <p:grpSpPr>
          <a:xfrm>
            <a:off x="5349067" y="970431"/>
            <a:ext cx="1368606" cy="1593805"/>
            <a:chOff x="1839112" y="2209163"/>
            <a:chExt cx="1918159" cy="2233784"/>
          </a:xfrm>
        </p:grpSpPr>
        <p:sp>
          <p:nvSpPr>
            <p:cNvPr id="15715" name="Google Shape;15715;p77"/>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77"/>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77"/>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718" name="Google Shape;15718;p77"/>
            <p:cNvCxnSpPr>
              <a:stCxn id="15715" idx="6"/>
              <a:endCxn id="15716"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15719" name="Google Shape;15719;p77"/>
            <p:cNvCxnSpPr>
              <a:stCxn id="15716" idx="4"/>
              <a:endCxn id="15720"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15721" name="Google Shape;15721;p77"/>
            <p:cNvCxnSpPr>
              <a:stCxn id="15720" idx="6"/>
              <a:endCxn id="15717"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15722" name="Google Shape;15722;p77"/>
            <p:cNvCxnSpPr>
              <a:stCxn id="15717" idx="4"/>
              <a:endCxn id="15723"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15720" name="Google Shape;15720;p77"/>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77"/>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77"/>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725" name="Google Shape;15725;p77"/>
            <p:cNvCxnSpPr>
              <a:endCxn id="15724"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15726" name="Google Shape;15726;p77"/>
          <p:cNvGrpSpPr/>
          <p:nvPr/>
        </p:nvGrpSpPr>
        <p:grpSpPr>
          <a:xfrm>
            <a:off x="3481440" y="976667"/>
            <a:ext cx="1637968" cy="154942"/>
            <a:chOff x="238125" y="2506075"/>
            <a:chExt cx="7115411" cy="673075"/>
          </a:xfrm>
        </p:grpSpPr>
        <p:sp>
          <p:nvSpPr>
            <p:cNvPr id="15727" name="Google Shape;15727;p77"/>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77"/>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77"/>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77"/>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77"/>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32" name="Google Shape;15732;p77"/>
          <p:cNvGrpSpPr/>
          <p:nvPr/>
        </p:nvGrpSpPr>
        <p:grpSpPr>
          <a:xfrm>
            <a:off x="720125" y="1298264"/>
            <a:ext cx="2476762" cy="91743"/>
            <a:chOff x="1464850" y="436376"/>
            <a:chExt cx="6001362" cy="222300"/>
          </a:xfrm>
        </p:grpSpPr>
        <p:sp>
          <p:nvSpPr>
            <p:cNvPr id="15733" name="Google Shape;15733;p77"/>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77"/>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77"/>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77"/>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77"/>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738" name="Google Shape;15738;p77"/>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5739" name="Google Shape;15739;p77"/>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5740" name="Google Shape;15740;p77"/>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5741" name="Google Shape;15741;p77"/>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15742" name="Google Shape;15742;p77"/>
          <p:cNvGrpSpPr/>
          <p:nvPr/>
        </p:nvGrpSpPr>
        <p:grpSpPr>
          <a:xfrm>
            <a:off x="706392" y="2533730"/>
            <a:ext cx="1452710" cy="651923"/>
            <a:chOff x="803162" y="2667727"/>
            <a:chExt cx="1411906" cy="633611"/>
          </a:xfrm>
        </p:grpSpPr>
        <p:cxnSp>
          <p:nvCxnSpPr>
            <p:cNvPr id="15743" name="Google Shape;15743;p77"/>
            <p:cNvCxnSpPr>
              <a:stCxn id="15744" idx="2"/>
              <a:endCxn id="15745"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5746" name="Google Shape;15746;p77"/>
            <p:cNvCxnSpPr>
              <a:stCxn id="15747" idx="0"/>
              <a:endCxn id="15744"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5748" name="Google Shape;15748;p77"/>
            <p:cNvCxnSpPr>
              <a:stCxn id="15747" idx="2"/>
              <a:endCxn id="15749"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5750" name="Google Shape;15750;p77"/>
            <p:cNvCxnSpPr>
              <a:stCxn id="15751" idx="0"/>
              <a:endCxn id="15747"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5752" name="Google Shape;15752;p77"/>
            <p:cNvCxnSpPr>
              <a:stCxn id="15745" idx="2"/>
              <a:endCxn id="15753"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5754" name="Google Shape;15754;p77"/>
            <p:cNvCxnSpPr>
              <a:stCxn id="15755" idx="0"/>
              <a:endCxn id="15745"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15751" name="Google Shape;15751;p77"/>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5749" name="Google Shape;15749;p77"/>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5755" name="Google Shape;15755;p77"/>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5753" name="Google Shape;15753;p77"/>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5745" name="Google Shape;15745;p77"/>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5747" name="Google Shape;15747;p77"/>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5744" name="Google Shape;15744;p77"/>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15756" name="Google Shape;15756;p77"/>
          <p:cNvGrpSpPr/>
          <p:nvPr/>
        </p:nvGrpSpPr>
        <p:grpSpPr>
          <a:xfrm>
            <a:off x="706394" y="969268"/>
            <a:ext cx="2518541" cy="209309"/>
            <a:chOff x="803163" y="1111966"/>
            <a:chExt cx="2447800" cy="203430"/>
          </a:xfrm>
        </p:grpSpPr>
        <p:grpSp>
          <p:nvGrpSpPr>
            <p:cNvPr id="15757" name="Google Shape;15757;p77"/>
            <p:cNvGrpSpPr/>
            <p:nvPr/>
          </p:nvGrpSpPr>
          <p:grpSpPr>
            <a:xfrm>
              <a:off x="1958180" y="1111966"/>
              <a:ext cx="588019" cy="121396"/>
              <a:chOff x="4808316" y="2800065"/>
              <a:chExt cx="1999386" cy="412910"/>
            </a:xfrm>
          </p:grpSpPr>
          <p:sp>
            <p:nvSpPr>
              <p:cNvPr id="15758" name="Google Shape;15758;p77"/>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59" name="Google Shape;15759;p77"/>
              <p:cNvGrpSpPr/>
              <p:nvPr/>
            </p:nvGrpSpPr>
            <p:grpSpPr>
              <a:xfrm>
                <a:off x="4808316" y="2800065"/>
                <a:ext cx="92400" cy="411825"/>
                <a:chOff x="845575" y="2563700"/>
                <a:chExt cx="92400" cy="411825"/>
              </a:xfrm>
            </p:grpSpPr>
            <p:cxnSp>
              <p:nvCxnSpPr>
                <p:cNvPr id="15760" name="Google Shape;15760;p7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5761" name="Google Shape;15761;p7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15762" name="Google Shape;15762;p77"/>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15763" name="Google Shape;15763;p77"/>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64" name="Google Shape;15764;p77"/>
            <p:cNvGrpSpPr/>
            <p:nvPr/>
          </p:nvGrpSpPr>
          <p:grpSpPr>
            <a:xfrm>
              <a:off x="803163" y="1111974"/>
              <a:ext cx="591158" cy="121545"/>
              <a:chOff x="803163" y="1111974"/>
              <a:chExt cx="591158" cy="121545"/>
            </a:xfrm>
          </p:grpSpPr>
          <p:grpSp>
            <p:nvGrpSpPr>
              <p:cNvPr id="15765" name="Google Shape;15765;p77"/>
              <p:cNvGrpSpPr/>
              <p:nvPr/>
            </p:nvGrpSpPr>
            <p:grpSpPr>
              <a:xfrm>
                <a:off x="803163" y="1111974"/>
                <a:ext cx="27175" cy="121077"/>
                <a:chOff x="845575" y="2563700"/>
                <a:chExt cx="92400" cy="411825"/>
              </a:xfrm>
            </p:grpSpPr>
            <p:cxnSp>
              <p:nvCxnSpPr>
                <p:cNvPr id="15766" name="Google Shape;15766;p7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5767" name="Google Shape;15767;p7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68" name="Google Shape;15768;p77"/>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69" name="Google Shape;15769;p77"/>
            <p:cNvGrpSpPr/>
            <p:nvPr/>
          </p:nvGrpSpPr>
          <p:grpSpPr>
            <a:xfrm>
              <a:off x="1381910" y="1194219"/>
              <a:ext cx="588341" cy="121177"/>
              <a:chOff x="1381910" y="1194219"/>
              <a:chExt cx="588341" cy="121177"/>
            </a:xfrm>
          </p:grpSpPr>
          <p:grpSp>
            <p:nvGrpSpPr>
              <p:cNvPr id="15770" name="Google Shape;15770;p77"/>
              <p:cNvGrpSpPr/>
              <p:nvPr/>
            </p:nvGrpSpPr>
            <p:grpSpPr>
              <a:xfrm rot="10800000">
                <a:off x="1381910" y="1194319"/>
                <a:ext cx="27175" cy="121077"/>
                <a:chOff x="2070100" y="2563700"/>
                <a:chExt cx="92400" cy="411825"/>
              </a:xfrm>
            </p:grpSpPr>
            <p:cxnSp>
              <p:nvCxnSpPr>
                <p:cNvPr id="15771" name="Google Shape;15771;p7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5772" name="Google Shape;15772;p7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73" name="Google Shape;15773;p77"/>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4" name="Google Shape;15774;p77"/>
            <p:cNvGrpSpPr/>
            <p:nvPr/>
          </p:nvGrpSpPr>
          <p:grpSpPr>
            <a:xfrm>
              <a:off x="2532079" y="1194219"/>
              <a:ext cx="704927" cy="121177"/>
              <a:chOff x="2532079" y="1194219"/>
              <a:chExt cx="704927" cy="121177"/>
            </a:xfrm>
          </p:grpSpPr>
          <p:grpSp>
            <p:nvGrpSpPr>
              <p:cNvPr id="15775" name="Google Shape;15775;p77"/>
              <p:cNvGrpSpPr/>
              <p:nvPr/>
            </p:nvGrpSpPr>
            <p:grpSpPr>
              <a:xfrm rot="10800000">
                <a:off x="2532079" y="1194319"/>
                <a:ext cx="27175" cy="121077"/>
                <a:chOff x="2070100" y="2563700"/>
                <a:chExt cx="92400" cy="411825"/>
              </a:xfrm>
            </p:grpSpPr>
            <p:cxnSp>
              <p:nvCxnSpPr>
                <p:cNvPr id="15776" name="Google Shape;15776;p7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5777" name="Google Shape;15777;p7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78" name="Google Shape;15778;p77"/>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779" name="Google Shape;15779;p77"/>
          <p:cNvGrpSpPr/>
          <p:nvPr/>
        </p:nvGrpSpPr>
        <p:grpSpPr>
          <a:xfrm>
            <a:off x="3499404" y="3665900"/>
            <a:ext cx="1567778" cy="491677"/>
            <a:chOff x="5194708" y="3484366"/>
            <a:chExt cx="3148148" cy="987304"/>
          </a:xfrm>
        </p:grpSpPr>
        <p:grpSp>
          <p:nvGrpSpPr>
            <p:cNvPr id="15780" name="Google Shape;15780;p77"/>
            <p:cNvGrpSpPr/>
            <p:nvPr/>
          </p:nvGrpSpPr>
          <p:grpSpPr>
            <a:xfrm>
              <a:off x="7531521" y="3484366"/>
              <a:ext cx="811335" cy="987304"/>
              <a:chOff x="3379425" y="1617275"/>
              <a:chExt cx="1090650" cy="1327200"/>
            </a:xfrm>
          </p:grpSpPr>
          <p:sp>
            <p:nvSpPr>
              <p:cNvPr id="15781" name="Google Shape;15781;p77"/>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77"/>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77"/>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4" name="Google Shape;15784;p77"/>
            <p:cNvGrpSpPr/>
            <p:nvPr/>
          </p:nvGrpSpPr>
          <p:grpSpPr>
            <a:xfrm>
              <a:off x="6752546" y="3484366"/>
              <a:ext cx="811428" cy="987304"/>
              <a:chOff x="2332275" y="1617275"/>
              <a:chExt cx="1090775" cy="1327200"/>
            </a:xfrm>
          </p:grpSpPr>
          <p:sp>
            <p:nvSpPr>
              <p:cNvPr id="15785" name="Google Shape;15785;p77"/>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77"/>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77"/>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8" name="Google Shape;15788;p77"/>
            <p:cNvGrpSpPr/>
            <p:nvPr/>
          </p:nvGrpSpPr>
          <p:grpSpPr>
            <a:xfrm>
              <a:off x="5973664" y="3484366"/>
              <a:ext cx="811335" cy="987304"/>
              <a:chOff x="1285250" y="1617275"/>
              <a:chExt cx="1090650" cy="1327200"/>
            </a:xfrm>
          </p:grpSpPr>
          <p:sp>
            <p:nvSpPr>
              <p:cNvPr id="15789" name="Google Shape;15789;p77"/>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77"/>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77"/>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2" name="Google Shape;15792;p77"/>
            <p:cNvGrpSpPr/>
            <p:nvPr/>
          </p:nvGrpSpPr>
          <p:grpSpPr>
            <a:xfrm>
              <a:off x="5194708" y="3484366"/>
              <a:ext cx="811409" cy="987304"/>
              <a:chOff x="238125" y="1617275"/>
              <a:chExt cx="1090750" cy="1327200"/>
            </a:xfrm>
          </p:grpSpPr>
          <p:sp>
            <p:nvSpPr>
              <p:cNvPr id="15793" name="Google Shape;15793;p77"/>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77"/>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77"/>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796" name="Google Shape;15796;p77"/>
          <p:cNvGrpSpPr/>
          <p:nvPr/>
        </p:nvGrpSpPr>
        <p:grpSpPr>
          <a:xfrm>
            <a:off x="3460013" y="3146311"/>
            <a:ext cx="1616964" cy="346256"/>
            <a:chOff x="1808063" y="4294338"/>
            <a:chExt cx="3370782" cy="721817"/>
          </a:xfrm>
        </p:grpSpPr>
        <p:sp>
          <p:nvSpPr>
            <p:cNvPr id="15797" name="Google Shape;15797;p77"/>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77"/>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77"/>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77"/>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77"/>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77"/>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77"/>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77"/>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77"/>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77"/>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7" name="Google Shape;15807;p77"/>
          <p:cNvGrpSpPr/>
          <p:nvPr/>
        </p:nvGrpSpPr>
        <p:grpSpPr>
          <a:xfrm>
            <a:off x="738225" y="3432340"/>
            <a:ext cx="1295882" cy="646587"/>
            <a:chOff x="834100" y="3642869"/>
            <a:chExt cx="1259483" cy="628426"/>
          </a:xfrm>
        </p:grpSpPr>
        <p:sp>
          <p:nvSpPr>
            <p:cNvPr id="15808" name="Google Shape;15808;p77"/>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77"/>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77"/>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77"/>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77"/>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77"/>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77"/>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77"/>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77"/>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77"/>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77"/>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77"/>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77"/>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77"/>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77"/>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77"/>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77"/>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77"/>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77"/>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77"/>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77"/>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77"/>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77"/>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77"/>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77"/>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33" name="Google Shape;15833;p77"/>
            <p:cNvGrpSpPr/>
            <p:nvPr/>
          </p:nvGrpSpPr>
          <p:grpSpPr>
            <a:xfrm>
              <a:off x="1360364" y="3847835"/>
              <a:ext cx="208119" cy="224359"/>
              <a:chOff x="1360769" y="3847100"/>
              <a:chExt cx="208119" cy="224359"/>
            </a:xfrm>
          </p:grpSpPr>
          <p:sp>
            <p:nvSpPr>
              <p:cNvPr id="15834" name="Google Shape;15834;p77"/>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77"/>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77"/>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77"/>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77"/>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77"/>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77"/>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77"/>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77"/>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77"/>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77"/>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77"/>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77"/>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77"/>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77"/>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77"/>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77"/>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77"/>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77"/>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77"/>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54" name="Google Shape;15854;p77"/>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77"/>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77"/>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77"/>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77"/>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77"/>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77"/>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77"/>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77"/>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77"/>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77"/>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77"/>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77"/>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77"/>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8" name="Google Shape;15868;p77"/>
          <p:cNvGrpSpPr/>
          <p:nvPr/>
        </p:nvGrpSpPr>
        <p:grpSpPr>
          <a:xfrm rot="5400000">
            <a:off x="5951338" y="3228837"/>
            <a:ext cx="164064" cy="1414916"/>
            <a:chOff x="4428249" y="1369375"/>
            <a:chExt cx="36905" cy="429569"/>
          </a:xfrm>
        </p:grpSpPr>
        <p:sp>
          <p:nvSpPr>
            <p:cNvPr id="15869" name="Google Shape;15869;p77"/>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77"/>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77"/>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77"/>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77"/>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77"/>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77"/>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77"/>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77"/>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77"/>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77"/>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77"/>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77"/>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77"/>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77"/>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77"/>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77"/>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77"/>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77"/>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77"/>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77"/>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77"/>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77"/>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77"/>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77"/>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77"/>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5" name="Google Shape;15895;p77"/>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6" name="Google Shape;15896;p77"/>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77"/>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77"/>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77"/>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77"/>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1" name="Google Shape;15901;p77"/>
          <p:cNvGrpSpPr/>
          <p:nvPr/>
        </p:nvGrpSpPr>
        <p:grpSpPr>
          <a:xfrm flipH="1" rot="10800000">
            <a:off x="5323767" y="2817380"/>
            <a:ext cx="1419207" cy="24808"/>
            <a:chOff x="219558" y="4738465"/>
            <a:chExt cx="5852400" cy="102300"/>
          </a:xfrm>
        </p:grpSpPr>
        <p:cxnSp>
          <p:nvCxnSpPr>
            <p:cNvPr id="15902" name="Google Shape;15902;p77"/>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15903" name="Google Shape;15903;p77"/>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77"/>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77"/>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77"/>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77"/>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8" name="Google Shape;15908;p77"/>
          <p:cNvGrpSpPr/>
          <p:nvPr/>
        </p:nvGrpSpPr>
        <p:grpSpPr>
          <a:xfrm>
            <a:off x="5335086" y="3190444"/>
            <a:ext cx="1396570" cy="385016"/>
            <a:chOff x="5286284" y="2966544"/>
            <a:chExt cx="1396570" cy="385016"/>
          </a:xfrm>
        </p:grpSpPr>
        <p:cxnSp>
          <p:nvCxnSpPr>
            <p:cNvPr id="15909" name="Google Shape;15909;p77"/>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15910" name="Google Shape;15910;p77"/>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15911" name="Google Shape;15911;p77"/>
            <p:cNvGrpSpPr/>
            <p:nvPr/>
          </p:nvGrpSpPr>
          <p:grpSpPr>
            <a:xfrm>
              <a:off x="5287688" y="3173364"/>
              <a:ext cx="1395166" cy="74100"/>
              <a:chOff x="5287688" y="3173364"/>
              <a:chExt cx="1395166" cy="74100"/>
            </a:xfrm>
          </p:grpSpPr>
          <p:cxnSp>
            <p:nvCxnSpPr>
              <p:cNvPr id="15912" name="Google Shape;15912;p77"/>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15913" name="Google Shape;15913;p77"/>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15914" name="Google Shape;15914;p77"/>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5915" name="Google Shape;15915;p77"/>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5916" name="Google Shape;15916;p77"/>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5917" name="Google Shape;15917;p77"/>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5918" name="Google Shape;15918;p77"/>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5919" name="Google Shape;15919;p77"/>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15920" name="Google Shape;15920;p77"/>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15921" name="Google Shape;15921;p77"/>
          <p:cNvGrpSpPr/>
          <p:nvPr/>
        </p:nvGrpSpPr>
        <p:grpSpPr>
          <a:xfrm>
            <a:off x="2021151" y="1609220"/>
            <a:ext cx="1182276" cy="662027"/>
            <a:chOff x="2029517" y="1732295"/>
            <a:chExt cx="1149068" cy="643432"/>
          </a:xfrm>
        </p:grpSpPr>
        <p:grpSp>
          <p:nvGrpSpPr>
            <p:cNvPr id="15922" name="Google Shape;15922;p77"/>
            <p:cNvGrpSpPr/>
            <p:nvPr/>
          </p:nvGrpSpPr>
          <p:grpSpPr>
            <a:xfrm>
              <a:off x="2708660" y="1746937"/>
              <a:ext cx="455427" cy="244429"/>
              <a:chOff x="2700693" y="1746937"/>
              <a:chExt cx="455427" cy="244429"/>
            </a:xfrm>
          </p:grpSpPr>
          <p:grpSp>
            <p:nvGrpSpPr>
              <p:cNvPr id="15923" name="Google Shape;15923;p77"/>
              <p:cNvGrpSpPr/>
              <p:nvPr/>
            </p:nvGrpSpPr>
            <p:grpSpPr>
              <a:xfrm>
                <a:off x="2905682" y="1782817"/>
                <a:ext cx="250438" cy="208549"/>
                <a:chOff x="2905682" y="1782817"/>
                <a:chExt cx="250438" cy="208549"/>
              </a:xfrm>
            </p:grpSpPr>
            <p:cxnSp>
              <p:nvCxnSpPr>
                <p:cNvPr id="15924" name="Google Shape;15924;p77"/>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5925" name="Google Shape;15925;p77"/>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26" name="Google Shape;15926;p77"/>
              <p:cNvGrpSpPr/>
              <p:nvPr/>
            </p:nvGrpSpPr>
            <p:grpSpPr>
              <a:xfrm>
                <a:off x="2700693" y="1746937"/>
                <a:ext cx="449967" cy="72374"/>
                <a:chOff x="2700693" y="1746937"/>
                <a:chExt cx="449967" cy="72374"/>
              </a:xfrm>
            </p:grpSpPr>
            <p:cxnSp>
              <p:nvCxnSpPr>
                <p:cNvPr id="15927" name="Google Shape;15927;p77"/>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5928" name="Google Shape;15928;p77"/>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929" name="Google Shape;15929;p77"/>
            <p:cNvGrpSpPr/>
            <p:nvPr/>
          </p:nvGrpSpPr>
          <p:grpSpPr>
            <a:xfrm>
              <a:off x="2029517" y="1732295"/>
              <a:ext cx="1149068" cy="643432"/>
              <a:chOff x="2029517" y="1732295"/>
              <a:chExt cx="1149068" cy="643432"/>
            </a:xfrm>
          </p:grpSpPr>
          <p:grpSp>
            <p:nvGrpSpPr>
              <p:cNvPr id="15930" name="Google Shape;15930;p77"/>
              <p:cNvGrpSpPr/>
              <p:nvPr/>
            </p:nvGrpSpPr>
            <p:grpSpPr>
              <a:xfrm>
                <a:off x="2703618" y="2103152"/>
                <a:ext cx="474966" cy="260017"/>
                <a:chOff x="2703618" y="2103152"/>
                <a:chExt cx="474966" cy="260017"/>
              </a:xfrm>
            </p:grpSpPr>
            <p:grpSp>
              <p:nvGrpSpPr>
                <p:cNvPr id="15931" name="Google Shape;15931;p77"/>
                <p:cNvGrpSpPr/>
                <p:nvPr/>
              </p:nvGrpSpPr>
              <p:grpSpPr>
                <a:xfrm>
                  <a:off x="2703618" y="2290640"/>
                  <a:ext cx="450291" cy="72529"/>
                  <a:chOff x="2703618" y="2290640"/>
                  <a:chExt cx="450291" cy="72529"/>
                </a:xfrm>
              </p:grpSpPr>
              <p:cxnSp>
                <p:nvCxnSpPr>
                  <p:cNvPr id="15932" name="Google Shape;15932;p77"/>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5933" name="Google Shape;15933;p77"/>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4" name="Google Shape;15934;p77"/>
                <p:cNvGrpSpPr/>
                <p:nvPr/>
              </p:nvGrpSpPr>
              <p:grpSpPr>
                <a:xfrm>
                  <a:off x="2908607" y="2103152"/>
                  <a:ext cx="269977" cy="223538"/>
                  <a:chOff x="2908607" y="2103152"/>
                  <a:chExt cx="269977" cy="223538"/>
                </a:xfrm>
              </p:grpSpPr>
              <p:cxnSp>
                <p:nvCxnSpPr>
                  <p:cNvPr id="15935" name="Google Shape;15935;p77"/>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5936" name="Google Shape;15936;p77"/>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937" name="Google Shape;15937;p77"/>
              <p:cNvGrpSpPr/>
              <p:nvPr/>
            </p:nvGrpSpPr>
            <p:grpSpPr>
              <a:xfrm>
                <a:off x="2029517" y="1732295"/>
                <a:ext cx="685827" cy="643432"/>
                <a:chOff x="2029517" y="1732295"/>
                <a:chExt cx="685827" cy="643432"/>
              </a:xfrm>
            </p:grpSpPr>
            <p:sp>
              <p:nvSpPr>
                <p:cNvPr id="15938" name="Google Shape;15938;p77"/>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39" name="Google Shape;15939;p77"/>
                <p:cNvGrpSpPr/>
                <p:nvPr/>
              </p:nvGrpSpPr>
              <p:grpSpPr>
                <a:xfrm>
                  <a:off x="2158948" y="1732295"/>
                  <a:ext cx="556396" cy="333108"/>
                  <a:chOff x="2158948" y="1732295"/>
                  <a:chExt cx="556396" cy="333108"/>
                </a:xfrm>
              </p:grpSpPr>
              <p:cxnSp>
                <p:nvCxnSpPr>
                  <p:cNvPr id="15940" name="Google Shape;15940;p77"/>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5941" name="Google Shape;15941;p77"/>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2" name="Google Shape;15942;p77"/>
                <p:cNvGrpSpPr/>
                <p:nvPr/>
              </p:nvGrpSpPr>
              <p:grpSpPr>
                <a:xfrm>
                  <a:off x="2159908" y="2065057"/>
                  <a:ext cx="550884" cy="310670"/>
                  <a:chOff x="2159908" y="2065057"/>
                  <a:chExt cx="550884" cy="310670"/>
                </a:xfrm>
              </p:grpSpPr>
              <p:cxnSp>
                <p:nvCxnSpPr>
                  <p:cNvPr id="15943" name="Google Shape;15943;p77"/>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5944" name="Google Shape;15944;p77"/>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15945" name="Google Shape;15945;p77"/>
          <p:cNvGrpSpPr/>
          <p:nvPr/>
        </p:nvGrpSpPr>
        <p:grpSpPr>
          <a:xfrm>
            <a:off x="706400" y="1556833"/>
            <a:ext cx="962651" cy="810058"/>
            <a:chOff x="732462" y="1766083"/>
            <a:chExt cx="962651" cy="810058"/>
          </a:xfrm>
        </p:grpSpPr>
        <p:grpSp>
          <p:nvGrpSpPr>
            <p:cNvPr id="15946" name="Google Shape;15946;p77"/>
            <p:cNvGrpSpPr/>
            <p:nvPr/>
          </p:nvGrpSpPr>
          <p:grpSpPr>
            <a:xfrm>
              <a:off x="732462" y="1908333"/>
              <a:ext cx="339369" cy="524756"/>
              <a:chOff x="844912" y="1819635"/>
              <a:chExt cx="329836" cy="510016"/>
            </a:xfrm>
          </p:grpSpPr>
          <p:sp>
            <p:nvSpPr>
              <p:cNvPr id="15947" name="Google Shape;15947;p77"/>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77"/>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77"/>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77"/>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77"/>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77"/>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3" name="Google Shape;15953;p77"/>
            <p:cNvGrpSpPr/>
            <p:nvPr/>
          </p:nvGrpSpPr>
          <p:grpSpPr>
            <a:xfrm>
              <a:off x="1184858" y="2256650"/>
              <a:ext cx="510255" cy="319491"/>
              <a:chOff x="1284601" y="2158168"/>
              <a:chExt cx="495923" cy="310517"/>
            </a:xfrm>
          </p:grpSpPr>
          <p:sp>
            <p:nvSpPr>
              <p:cNvPr id="15954" name="Google Shape;15954;p77"/>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55" name="Google Shape;15955;p77"/>
              <p:cNvGrpSpPr/>
              <p:nvPr/>
            </p:nvGrpSpPr>
            <p:grpSpPr>
              <a:xfrm>
                <a:off x="1507666" y="2158168"/>
                <a:ext cx="272858" cy="310517"/>
                <a:chOff x="1507666" y="2158168"/>
                <a:chExt cx="272858" cy="310517"/>
              </a:xfrm>
            </p:grpSpPr>
            <p:grpSp>
              <p:nvGrpSpPr>
                <p:cNvPr id="15956" name="Google Shape;15956;p77"/>
                <p:cNvGrpSpPr/>
                <p:nvPr/>
              </p:nvGrpSpPr>
              <p:grpSpPr>
                <a:xfrm>
                  <a:off x="1507666" y="2176104"/>
                  <a:ext cx="166395" cy="273149"/>
                  <a:chOff x="1507666" y="2176104"/>
                  <a:chExt cx="166395" cy="273149"/>
                </a:xfrm>
              </p:grpSpPr>
              <p:sp>
                <p:nvSpPr>
                  <p:cNvPr id="15957" name="Google Shape;15957;p77"/>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77"/>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9" name="Google Shape;15959;p77"/>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77"/>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77"/>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77"/>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77"/>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64" name="Google Shape;15964;p77"/>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77"/>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966" name="Google Shape;15966;p77"/>
            <p:cNvGrpSpPr/>
            <p:nvPr/>
          </p:nvGrpSpPr>
          <p:grpSpPr>
            <a:xfrm>
              <a:off x="1184858" y="1766083"/>
              <a:ext cx="510255" cy="319491"/>
              <a:chOff x="1284601" y="1681380"/>
              <a:chExt cx="495923" cy="310517"/>
            </a:xfrm>
          </p:grpSpPr>
          <p:sp>
            <p:nvSpPr>
              <p:cNvPr id="15967" name="Google Shape;15967;p77"/>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68" name="Google Shape;15968;p77"/>
              <p:cNvGrpSpPr/>
              <p:nvPr/>
            </p:nvGrpSpPr>
            <p:grpSpPr>
              <a:xfrm>
                <a:off x="1507666" y="1681380"/>
                <a:ext cx="272858" cy="310517"/>
                <a:chOff x="1507666" y="1681380"/>
                <a:chExt cx="272858" cy="310517"/>
              </a:xfrm>
            </p:grpSpPr>
            <p:grpSp>
              <p:nvGrpSpPr>
                <p:cNvPr id="15969" name="Google Shape;15969;p77"/>
                <p:cNvGrpSpPr/>
                <p:nvPr/>
              </p:nvGrpSpPr>
              <p:grpSpPr>
                <a:xfrm>
                  <a:off x="1507666" y="1700120"/>
                  <a:ext cx="166395" cy="272984"/>
                  <a:chOff x="1507666" y="1700120"/>
                  <a:chExt cx="166395" cy="272984"/>
                </a:xfrm>
              </p:grpSpPr>
              <p:sp>
                <p:nvSpPr>
                  <p:cNvPr id="15970" name="Google Shape;15970;p77"/>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77"/>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77"/>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77"/>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77"/>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77"/>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77"/>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77" name="Google Shape;15977;p77"/>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77"/>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5979" name="Google Shape;15979;p77"/>
          <p:cNvGrpSpPr/>
          <p:nvPr/>
        </p:nvGrpSpPr>
        <p:grpSpPr>
          <a:xfrm>
            <a:off x="6815341" y="2324262"/>
            <a:ext cx="1622269" cy="552443"/>
            <a:chOff x="6894650" y="2574740"/>
            <a:chExt cx="1445100" cy="492111"/>
          </a:xfrm>
        </p:grpSpPr>
        <p:sp>
          <p:nvSpPr>
            <p:cNvPr id="15980" name="Google Shape;15980;p77"/>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77"/>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77"/>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77"/>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77"/>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985" name="Google Shape;15985;p77"/>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15986" name="Google Shape;15986;p77"/>
          <p:cNvGrpSpPr/>
          <p:nvPr/>
        </p:nvGrpSpPr>
        <p:grpSpPr>
          <a:xfrm>
            <a:off x="6834884" y="3698518"/>
            <a:ext cx="1583206" cy="475705"/>
            <a:chOff x="6953919" y="3907920"/>
            <a:chExt cx="1377300" cy="475705"/>
          </a:xfrm>
        </p:grpSpPr>
        <p:cxnSp>
          <p:nvCxnSpPr>
            <p:cNvPr id="15987" name="Google Shape;15987;p77"/>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15988" name="Google Shape;15988;p77"/>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15989" name="Google Shape;15989;p77"/>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15990" name="Google Shape;15990;p77"/>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15991" name="Google Shape;15991;p77"/>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15992" name="Google Shape;15992;p77"/>
          <p:cNvGrpSpPr/>
          <p:nvPr/>
        </p:nvGrpSpPr>
        <p:grpSpPr>
          <a:xfrm>
            <a:off x="2338472" y="2459663"/>
            <a:ext cx="836286" cy="824529"/>
            <a:chOff x="2389399" y="2595741"/>
            <a:chExt cx="812796" cy="801369"/>
          </a:xfrm>
        </p:grpSpPr>
        <p:grpSp>
          <p:nvGrpSpPr>
            <p:cNvPr id="15993" name="Google Shape;15993;p77"/>
            <p:cNvGrpSpPr/>
            <p:nvPr/>
          </p:nvGrpSpPr>
          <p:grpSpPr>
            <a:xfrm>
              <a:off x="2492145" y="2881565"/>
              <a:ext cx="607300" cy="229751"/>
              <a:chOff x="2492145" y="2881565"/>
              <a:chExt cx="607300" cy="229751"/>
            </a:xfrm>
          </p:grpSpPr>
          <p:sp>
            <p:nvSpPr>
              <p:cNvPr id="15994" name="Google Shape;15994;p77"/>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77"/>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77"/>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7" name="Google Shape;15997;p77"/>
            <p:cNvGrpSpPr/>
            <p:nvPr/>
          </p:nvGrpSpPr>
          <p:grpSpPr>
            <a:xfrm>
              <a:off x="2389399" y="2595741"/>
              <a:ext cx="812796" cy="296825"/>
              <a:chOff x="2389399" y="2595741"/>
              <a:chExt cx="812796" cy="296825"/>
            </a:xfrm>
          </p:grpSpPr>
          <p:grpSp>
            <p:nvGrpSpPr>
              <p:cNvPr id="15998" name="Google Shape;15998;p77"/>
              <p:cNvGrpSpPr/>
              <p:nvPr/>
            </p:nvGrpSpPr>
            <p:grpSpPr>
              <a:xfrm>
                <a:off x="2389399" y="2595741"/>
                <a:ext cx="363638" cy="296825"/>
                <a:chOff x="2389399" y="2595741"/>
                <a:chExt cx="363638" cy="296825"/>
              </a:xfrm>
            </p:grpSpPr>
            <p:grpSp>
              <p:nvGrpSpPr>
                <p:cNvPr id="15999" name="Google Shape;15999;p77"/>
                <p:cNvGrpSpPr/>
                <p:nvPr/>
              </p:nvGrpSpPr>
              <p:grpSpPr>
                <a:xfrm>
                  <a:off x="2493852" y="2794333"/>
                  <a:ext cx="259185" cy="98232"/>
                  <a:chOff x="2493852" y="2794333"/>
                  <a:chExt cx="259185" cy="98232"/>
                </a:xfrm>
              </p:grpSpPr>
              <p:sp>
                <p:nvSpPr>
                  <p:cNvPr id="16000" name="Google Shape;16000;p77"/>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77"/>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77"/>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03" name="Google Shape;16003;p77"/>
                <p:cNvGrpSpPr/>
                <p:nvPr/>
              </p:nvGrpSpPr>
              <p:grpSpPr>
                <a:xfrm>
                  <a:off x="2389399" y="2595741"/>
                  <a:ext cx="224343" cy="182054"/>
                  <a:chOff x="2389399" y="2595741"/>
                  <a:chExt cx="224343" cy="182054"/>
                </a:xfrm>
              </p:grpSpPr>
              <p:sp>
                <p:nvSpPr>
                  <p:cNvPr id="16004" name="Google Shape;16004;p77"/>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77"/>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006" name="Google Shape;16006;p77"/>
              <p:cNvGrpSpPr/>
              <p:nvPr/>
            </p:nvGrpSpPr>
            <p:grpSpPr>
              <a:xfrm>
                <a:off x="2683630" y="2595741"/>
                <a:ext cx="224334" cy="296825"/>
                <a:chOff x="2683630" y="2595741"/>
                <a:chExt cx="224334" cy="296825"/>
              </a:xfrm>
            </p:grpSpPr>
            <p:grpSp>
              <p:nvGrpSpPr>
                <p:cNvPr id="16007" name="Google Shape;16007;p77"/>
                <p:cNvGrpSpPr/>
                <p:nvPr/>
              </p:nvGrpSpPr>
              <p:grpSpPr>
                <a:xfrm>
                  <a:off x="2788083" y="2794333"/>
                  <a:ext cx="15356" cy="98232"/>
                  <a:chOff x="2788083" y="2794333"/>
                  <a:chExt cx="15356" cy="98232"/>
                </a:xfrm>
              </p:grpSpPr>
              <p:sp>
                <p:nvSpPr>
                  <p:cNvPr id="16008" name="Google Shape;16008;p77"/>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9" name="Google Shape;16009;p77"/>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77"/>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1" name="Google Shape;16011;p77"/>
                <p:cNvGrpSpPr/>
                <p:nvPr/>
              </p:nvGrpSpPr>
              <p:grpSpPr>
                <a:xfrm>
                  <a:off x="2683630" y="2595741"/>
                  <a:ext cx="224334" cy="182054"/>
                  <a:chOff x="2683630" y="2595741"/>
                  <a:chExt cx="224334" cy="182054"/>
                </a:xfrm>
              </p:grpSpPr>
              <p:sp>
                <p:nvSpPr>
                  <p:cNvPr id="16012" name="Google Shape;16012;p77"/>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77"/>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014" name="Google Shape;16014;p77"/>
              <p:cNvGrpSpPr/>
              <p:nvPr/>
            </p:nvGrpSpPr>
            <p:grpSpPr>
              <a:xfrm>
                <a:off x="2838475" y="2595741"/>
                <a:ext cx="363719" cy="296825"/>
                <a:chOff x="2838475" y="2595741"/>
                <a:chExt cx="363719" cy="296825"/>
              </a:xfrm>
            </p:grpSpPr>
            <p:grpSp>
              <p:nvGrpSpPr>
                <p:cNvPr id="16015" name="Google Shape;16015;p77"/>
                <p:cNvGrpSpPr/>
                <p:nvPr/>
              </p:nvGrpSpPr>
              <p:grpSpPr>
                <a:xfrm>
                  <a:off x="2838475" y="2794333"/>
                  <a:ext cx="259185" cy="98232"/>
                  <a:chOff x="2838475" y="2794333"/>
                  <a:chExt cx="259185" cy="98232"/>
                </a:xfrm>
              </p:grpSpPr>
              <p:sp>
                <p:nvSpPr>
                  <p:cNvPr id="16016" name="Google Shape;16016;p77"/>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77"/>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8" name="Google Shape;16018;p77"/>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9" name="Google Shape;16019;p77"/>
                <p:cNvGrpSpPr/>
                <p:nvPr/>
              </p:nvGrpSpPr>
              <p:grpSpPr>
                <a:xfrm>
                  <a:off x="2977852" y="2595741"/>
                  <a:ext cx="224343" cy="182054"/>
                  <a:chOff x="2977852" y="2595741"/>
                  <a:chExt cx="224343" cy="182054"/>
                </a:xfrm>
              </p:grpSpPr>
              <p:sp>
                <p:nvSpPr>
                  <p:cNvPr id="16020" name="Google Shape;16020;p77"/>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77"/>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6022" name="Google Shape;16022;p77"/>
            <p:cNvGrpSpPr/>
            <p:nvPr/>
          </p:nvGrpSpPr>
          <p:grpSpPr>
            <a:xfrm>
              <a:off x="2389399" y="3100241"/>
              <a:ext cx="812796" cy="296869"/>
              <a:chOff x="2389399" y="3100241"/>
              <a:chExt cx="812796" cy="296869"/>
            </a:xfrm>
          </p:grpSpPr>
          <p:grpSp>
            <p:nvGrpSpPr>
              <p:cNvPr id="16023" name="Google Shape;16023;p77"/>
              <p:cNvGrpSpPr/>
              <p:nvPr/>
            </p:nvGrpSpPr>
            <p:grpSpPr>
              <a:xfrm>
                <a:off x="2683630" y="3100241"/>
                <a:ext cx="224334" cy="296869"/>
                <a:chOff x="2683630" y="3100241"/>
                <a:chExt cx="224334" cy="296869"/>
              </a:xfrm>
            </p:grpSpPr>
            <p:grpSp>
              <p:nvGrpSpPr>
                <p:cNvPr id="16024" name="Google Shape;16024;p77"/>
                <p:cNvGrpSpPr/>
                <p:nvPr/>
              </p:nvGrpSpPr>
              <p:grpSpPr>
                <a:xfrm>
                  <a:off x="2788083" y="3100241"/>
                  <a:ext cx="15356" cy="98237"/>
                  <a:chOff x="2788083" y="3100241"/>
                  <a:chExt cx="15356" cy="98237"/>
                </a:xfrm>
              </p:grpSpPr>
              <p:sp>
                <p:nvSpPr>
                  <p:cNvPr id="16025" name="Google Shape;16025;p77"/>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77"/>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77"/>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28" name="Google Shape;16028;p77"/>
                <p:cNvGrpSpPr/>
                <p:nvPr/>
              </p:nvGrpSpPr>
              <p:grpSpPr>
                <a:xfrm>
                  <a:off x="2683630" y="3215065"/>
                  <a:ext cx="224334" cy="182045"/>
                  <a:chOff x="2683630" y="3215065"/>
                  <a:chExt cx="224334" cy="182045"/>
                </a:xfrm>
              </p:grpSpPr>
              <p:sp>
                <p:nvSpPr>
                  <p:cNvPr id="16029" name="Google Shape;16029;p77"/>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77"/>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031" name="Google Shape;16031;p77"/>
              <p:cNvGrpSpPr/>
              <p:nvPr/>
            </p:nvGrpSpPr>
            <p:grpSpPr>
              <a:xfrm>
                <a:off x="2389399" y="3100241"/>
                <a:ext cx="363638" cy="296869"/>
                <a:chOff x="2389399" y="3100241"/>
                <a:chExt cx="363638" cy="296869"/>
              </a:xfrm>
            </p:grpSpPr>
            <p:grpSp>
              <p:nvGrpSpPr>
                <p:cNvPr id="16032" name="Google Shape;16032;p77"/>
                <p:cNvGrpSpPr/>
                <p:nvPr/>
              </p:nvGrpSpPr>
              <p:grpSpPr>
                <a:xfrm>
                  <a:off x="2493852" y="3100241"/>
                  <a:ext cx="259185" cy="98237"/>
                  <a:chOff x="2493852" y="3100241"/>
                  <a:chExt cx="259185" cy="98237"/>
                </a:xfrm>
              </p:grpSpPr>
              <p:sp>
                <p:nvSpPr>
                  <p:cNvPr id="16033" name="Google Shape;16033;p77"/>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77"/>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77"/>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36" name="Google Shape;16036;p77"/>
                <p:cNvGrpSpPr/>
                <p:nvPr/>
              </p:nvGrpSpPr>
              <p:grpSpPr>
                <a:xfrm>
                  <a:off x="2389399" y="3215065"/>
                  <a:ext cx="224343" cy="182045"/>
                  <a:chOff x="2389399" y="3215065"/>
                  <a:chExt cx="224343" cy="182045"/>
                </a:xfrm>
              </p:grpSpPr>
              <p:sp>
                <p:nvSpPr>
                  <p:cNvPr id="16037" name="Google Shape;16037;p77"/>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77"/>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039" name="Google Shape;16039;p77"/>
              <p:cNvGrpSpPr/>
              <p:nvPr/>
            </p:nvGrpSpPr>
            <p:grpSpPr>
              <a:xfrm>
                <a:off x="2838475" y="3100241"/>
                <a:ext cx="363719" cy="296869"/>
                <a:chOff x="2838475" y="3100241"/>
                <a:chExt cx="363719" cy="296869"/>
              </a:xfrm>
            </p:grpSpPr>
            <p:grpSp>
              <p:nvGrpSpPr>
                <p:cNvPr id="16040" name="Google Shape;16040;p77"/>
                <p:cNvGrpSpPr/>
                <p:nvPr/>
              </p:nvGrpSpPr>
              <p:grpSpPr>
                <a:xfrm>
                  <a:off x="2838475" y="3100241"/>
                  <a:ext cx="259185" cy="98237"/>
                  <a:chOff x="2838475" y="3100241"/>
                  <a:chExt cx="259185" cy="98237"/>
                </a:xfrm>
              </p:grpSpPr>
              <p:sp>
                <p:nvSpPr>
                  <p:cNvPr id="16041" name="Google Shape;16041;p77"/>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77"/>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77"/>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4" name="Google Shape;16044;p77"/>
                <p:cNvGrpSpPr/>
                <p:nvPr/>
              </p:nvGrpSpPr>
              <p:grpSpPr>
                <a:xfrm>
                  <a:off x="2977852" y="3215065"/>
                  <a:ext cx="224343" cy="182045"/>
                  <a:chOff x="2977852" y="3215065"/>
                  <a:chExt cx="224343" cy="182045"/>
                </a:xfrm>
              </p:grpSpPr>
              <p:sp>
                <p:nvSpPr>
                  <p:cNvPr id="16045" name="Google Shape;16045;p77"/>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77"/>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050" name="Shape 16050"/>
        <p:cNvGrpSpPr/>
        <p:nvPr/>
      </p:nvGrpSpPr>
      <p:grpSpPr>
        <a:xfrm>
          <a:off x="0" y="0"/>
          <a:ext cx="0" cy="0"/>
          <a:chOff x="0" y="0"/>
          <a:chExt cx="0" cy="0"/>
        </a:xfrm>
      </p:grpSpPr>
      <p:grpSp>
        <p:nvGrpSpPr>
          <p:cNvPr id="16051" name="Google Shape;16051;p78"/>
          <p:cNvGrpSpPr/>
          <p:nvPr/>
        </p:nvGrpSpPr>
        <p:grpSpPr>
          <a:xfrm>
            <a:off x="702075" y="3155925"/>
            <a:ext cx="2390414" cy="1024800"/>
            <a:chOff x="728925" y="3296613"/>
            <a:chExt cx="2390414" cy="1024800"/>
          </a:xfrm>
        </p:grpSpPr>
        <p:grpSp>
          <p:nvGrpSpPr>
            <p:cNvPr id="16052" name="Google Shape;16052;p78"/>
            <p:cNvGrpSpPr/>
            <p:nvPr/>
          </p:nvGrpSpPr>
          <p:grpSpPr>
            <a:xfrm>
              <a:off x="728925" y="3619800"/>
              <a:ext cx="2390414" cy="500893"/>
              <a:chOff x="728925" y="3619800"/>
              <a:chExt cx="2390414" cy="500893"/>
            </a:xfrm>
          </p:grpSpPr>
          <p:sp>
            <p:nvSpPr>
              <p:cNvPr id="16053" name="Google Shape;16053;p78"/>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6054" name="Google Shape;16054;p78"/>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6055" name="Google Shape;16055;p78"/>
            <p:cNvGrpSpPr/>
            <p:nvPr/>
          </p:nvGrpSpPr>
          <p:grpSpPr>
            <a:xfrm>
              <a:off x="1348050" y="3296613"/>
              <a:ext cx="1706152" cy="1024800"/>
              <a:chOff x="1348050" y="3296613"/>
              <a:chExt cx="1706152" cy="1024800"/>
            </a:xfrm>
          </p:grpSpPr>
          <p:sp>
            <p:nvSpPr>
              <p:cNvPr id="16056" name="Google Shape;16056;p78"/>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6057" name="Google Shape;16057;p78"/>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6058" name="Google Shape;16058;p78"/>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6059" name="Google Shape;16059;p78"/>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6060" name="Google Shape;16060;p78"/>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6061" name="Google Shape;16061;p78"/>
            <p:cNvGrpSpPr/>
            <p:nvPr/>
          </p:nvGrpSpPr>
          <p:grpSpPr>
            <a:xfrm>
              <a:off x="1455707" y="3654858"/>
              <a:ext cx="1491150" cy="417657"/>
              <a:chOff x="1455707" y="3654858"/>
              <a:chExt cx="1491150" cy="417657"/>
            </a:xfrm>
          </p:grpSpPr>
          <p:sp>
            <p:nvSpPr>
              <p:cNvPr id="16062" name="Google Shape;16062;p78"/>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78"/>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78"/>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78"/>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78"/>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78"/>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78"/>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78"/>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78"/>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78"/>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78"/>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78"/>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78"/>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78"/>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78"/>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7" name="Google Shape;16077;p78"/>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78"/>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78"/>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78"/>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78"/>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6082" name="Google Shape;16082;p78"/>
          <p:cNvGraphicFramePr/>
          <p:nvPr/>
        </p:nvGraphicFramePr>
        <p:xfrm>
          <a:off x="5937775" y="2153837"/>
          <a:ext cx="3000000" cy="3000000"/>
        </p:xfrm>
        <a:graphic>
          <a:graphicData uri="http://schemas.openxmlformats.org/drawingml/2006/table">
            <a:tbl>
              <a:tblPr>
                <a:noFill/>
                <a:tableStyleId>{578A4C76-F328-4B6F-8488-D71A2A7DAFE3}</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16083" name="Google Shape;16083;p78"/>
          <p:cNvGrpSpPr/>
          <p:nvPr/>
        </p:nvGrpSpPr>
        <p:grpSpPr>
          <a:xfrm>
            <a:off x="710451" y="981601"/>
            <a:ext cx="2396505" cy="976502"/>
            <a:chOff x="749309" y="1112739"/>
            <a:chExt cx="2371603" cy="976502"/>
          </a:xfrm>
        </p:grpSpPr>
        <p:grpSp>
          <p:nvGrpSpPr>
            <p:cNvPr id="16084" name="Google Shape;16084;p78"/>
            <p:cNvGrpSpPr/>
            <p:nvPr/>
          </p:nvGrpSpPr>
          <p:grpSpPr>
            <a:xfrm>
              <a:off x="1092126" y="1112739"/>
              <a:ext cx="2028786" cy="975464"/>
              <a:chOff x="1092126" y="1112739"/>
              <a:chExt cx="2028786" cy="975464"/>
            </a:xfrm>
          </p:grpSpPr>
          <p:sp>
            <p:nvSpPr>
              <p:cNvPr id="16085" name="Google Shape;16085;p78"/>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78"/>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78"/>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78"/>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9" name="Google Shape;16089;p78"/>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0" name="Google Shape;16090;p78"/>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1" name="Google Shape;16091;p78"/>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78"/>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78"/>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78"/>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78"/>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78"/>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78"/>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78"/>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78"/>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78"/>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78"/>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78"/>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78"/>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78"/>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5" name="Google Shape;16105;p78"/>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78"/>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78"/>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78"/>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9" name="Google Shape;16109;p78"/>
            <p:cNvGrpSpPr/>
            <p:nvPr/>
          </p:nvGrpSpPr>
          <p:grpSpPr>
            <a:xfrm>
              <a:off x="749309" y="1112739"/>
              <a:ext cx="314700" cy="975464"/>
              <a:chOff x="749309" y="1112739"/>
              <a:chExt cx="314700" cy="975464"/>
            </a:xfrm>
          </p:grpSpPr>
          <p:sp>
            <p:nvSpPr>
              <p:cNvPr id="16110" name="Google Shape;16110;p78"/>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78"/>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2" name="Google Shape;16112;p78"/>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78"/>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14" name="Google Shape;16114;p78"/>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78"/>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78"/>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78"/>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16118" name="Google Shape;16118;p78"/>
          <p:cNvGraphicFramePr/>
          <p:nvPr/>
        </p:nvGraphicFramePr>
        <p:xfrm>
          <a:off x="5937800" y="981587"/>
          <a:ext cx="3000000" cy="3000000"/>
        </p:xfrm>
        <a:graphic>
          <a:graphicData uri="http://schemas.openxmlformats.org/drawingml/2006/table">
            <a:tbl>
              <a:tblPr>
                <a:noFill/>
                <a:tableStyleId>{578A4C76-F328-4B6F-8488-D71A2A7DAFE3}</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16119" name="Google Shape;16119;p78"/>
          <p:cNvGraphicFramePr/>
          <p:nvPr/>
        </p:nvGraphicFramePr>
        <p:xfrm>
          <a:off x="3358663" y="2153837"/>
          <a:ext cx="3000000" cy="3000000"/>
        </p:xfrm>
        <a:graphic>
          <a:graphicData uri="http://schemas.openxmlformats.org/drawingml/2006/table">
            <a:tbl>
              <a:tblPr>
                <a:noFill/>
                <a:tableStyleId>{578A4C76-F328-4B6F-8488-D71A2A7DAFE3}</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16120" name="Google Shape;16120;p78"/>
          <p:cNvGrpSpPr/>
          <p:nvPr/>
        </p:nvGrpSpPr>
        <p:grpSpPr>
          <a:xfrm>
            <a:off x="3360649" y="3144798"/>
            <a:ext cx="2363377" cy="1047062"/>
            <a:chOff x="3358399" y="3285485"/>
            <a:chExt cx="2363377" cy="1047062"/>
          </a:xfrm>
        </p:grpSpPr>
        <p:grpSp>
          <p:nvGrpSpPr>
            <p:cNvPr id="16121" name="Google Shape;16121;p78"/>
            <p:cNvGrpSpPr/>
            <p:nvPr/>
          </p:nvGrpSpPr>
          <p:grpSpPr>
            <a:xfrm>
              <a:off x="3358412" y="3285485"/>
              <a:ext cx="2363244" cy="139500"/>
              <a:chOff x="3358412" y="3285485"/>
              <a:chExt cx="2363244" cy="139500"/>
            </a:xfrm>
          </p:grpSpPr>
          <p:sp>
            <p:nvSpPr>
              <p:cNvPr id="16122" name="Google Shape;16122;p78"/>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78"/>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78"/>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78"/>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78"/>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7" name="Google Shape;16127;p78"/>
            <p:cNvGrpSpPr/>
            <p:nvPr/>
          </p:nvGrpSpPr>
          <p:grpSpPr>
            <a:xfrm>
              <a:off x="3358412" y="3466996"/>
              <a:ext cx="2363244" cy="139500"/>
              <a:chOff x="3358412" y="3466996"/>
              <a:chExt cx="2363244" cy="139500"/>
            </a:xfrm>
          </p:grpSpPr>
          <p:sp>
            <p:nvSpPr>
              <p:cNvPr id="16128" name="Google Shape;16128;p78"/>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78"/>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78"/>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78"/>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78"/>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33" name="Google Shape;16133;p78"/>
            <p:cNvGrpSpPr/>
            <p:nvPr/>
          </p:nvGrpSpPr>
          <p:grpSpPr>
            <a:xfrm>
              <a:off x="3358412" y="3648507"/>
              <a:ext cx="2363244" cy="139500"/>
              <a:chOff x="3358412" y="3648507"/>
              <a:chExt cx="2363244" cy="139500"/>
            </a:xfrm>
          </p:grpSpPr>
          <p:sp>
            <p:nvSpPr>
              <p:cNvPr id="16134" name="Google Shape;16134;p78"/>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78"/>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78"/>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78"/>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78"/>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39" name="Google Shape;16139;p78"/>
            <p:cNvGrpSpPr/>
            <p:nvPr/>
          </p:nvGrpSpPr>
          <p:grpSpPr>
            <a:xfrm>
              <a:off x="3358412" y="3830018"/>
              <a:ext cx="2363244" cy="139500"/>
              <a:chOff x="3358412" y="3830018"/>
              <a:chExt cx="2363244" cy="139500"/>
            </a:xfrm>
          </p:grpSpPr>
          <p:sp>
            <p:nvSpPr>
              <p:cNvPr id="16140" name="Google Shape;16140;p78"/>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78"/>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78"/>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78"/>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78"/>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45" name="Google Shape;16145;p78"/>
            <p:cNvGrpSpPr/>
            <p:nvPr/>
          </p:nvGrpSpPr>
          <p:grpSpPr>
            <a:xfrm>
              <a:off x="3358399" y="4011514"/>
              <a:ext cx="2363377" cy="139537"/>
              <a:chOff x="3294800" y="4134603"/>
              <a:chExt cx="2638876" cy="152400"/>
            </a:xfrm>
          </p:grpSpPr>
          <p:sp>
            <p:nvSpPr>
              <p:cNvPr id="16146" name="Google Shape;16146;p78"/>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78"/>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78"/>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9" name="Google Shape;16149;p78"/>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78"/>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51" name="Google Shape;16151;p78"/>
            <p:cNvGrpSpPr/>
            <p:nvPr/>
          </p:nvGrpSpPr>
          <p:grpSpPr>
            <a:xfrm>
              <a:off x="3358399" y="4193010"/>
              <a:ext cx="2363377" cy="139537"/>
              <a:chOff x="3294800" y="4134603"/>
              <a:chExt cx="2638876" cy="152400"/>
            </a:xfrm>
          </p:grpSpPr>
          <p:sp>
            <p:nvSpPr>
              <p:cNvPr id="16152" name="Google Shape;16152;p78"/>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78"/>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78"/>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78"/>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78"/>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6157" name="Google Shape;16157;p78"/>
          <p:cNvGraphicFramePr/>
          <p:nvPr/>
        </p:nvGraphicFramePr>
        <p:xfrm>
          <a:off x="711450" y="2153837"/>
          <a:ext cx="3000000" cy="3000000"/>
        </p:xfrm>
        <a:graphic>
          <a:graphicData uri="http://schemas.openxmlformats.org/drawingml/2006/table">
            <a:tbl>
              <a:tblPr>
                <a:noFill/>
                <a:tableStyleId>{578A4C76-F328-4B6F-8488-D71A2A7DAFE3}</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16158" name="Google Shape;16158;p78"/>
          <p:cNvGrpSpPr/>
          <p:nvPr/>
        </p:nvGrpSpPr>
        <p:grpSpPr>
          <a:xfrm>
            <a:off x="4161119" y="2557652"/>
            <a:ext cx="1302095" cy="60959"/>
            <a:chOff x="3558802" y="4011427"/>
            <a:chExt cx="1866000" cy="111300"/>
          </a:xfrm>
        </p:grpSpPr>
        <p:sp>
          <p:nvSpPr>
            <p:cNvPr id="16159" name="Google Shape;16159;p78"/>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78"/>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61" name="Google Shape;16161;p78"/>
          <p:cNvGrpSpPr/>
          <p:nvPr/>
        </p:nvGrpSpPr>
        <p:grpSpPr>
          <a:xfrm>
            <a:off x="4706607" y="2839811"/>
            <a:ext cx="914340" cy="60959"/>
            <a:chOff x="3558802" y="4011427"/>
            <a:chExt cx="1866000" cy="111300"/>
          </a:xfrm>
        </p:grpSpPr>
        <p:sp>
          <p:nvSpPr>
            <p:cNvPr id="16162" name="Google Shape;16162;p78"/>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78"/>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64" name="Google Shape;16164;p78"/>
          <p:cNvGrpSpPr/>
          <p:nvPr/>
        </p:nvGrpSpPr>
        <p:grpSpPr>
          <a:xfrm>
            <a:off x="5874449" y="3167609"/>
            <a:ext cx="2519825" cy="1001454"/>
            <a:chOff x="1906114" y="789980"/>
            <a:chExt cx="1487676" cy="606868"/>
          </a:xfrm>
        </p:grpSpPr>
        <p:cxnSp>
          <p:nvCxnSpPr>
            <p:cNvPr id="16165" name="Google Shape;16165;p78"/>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6166" name="Google Shape;16166;p78"/>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6167" name="Google Shape;16167;p78"/>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16168" name="Google Shape;16168;p78"/>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16169" name="Google Shape;16169;p78"/>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16170" name="Google Shape;16170;p78"/>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16171" name="Google Shape;16171;p78"/>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16172" name="Google Shape;16172;p78"/>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3" name="Google Shape;16173;p78"/>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78"/>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78"/>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78"/>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78"/>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78"/>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16179" name="Google Shape;16179;p78"/>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16180" name="Google Shape;16180;p78"/>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16181" name="Google Shape;16181;p78"/>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82" name="Google Shape;16182;p78"/>
          <p:cNvGrpSpPr/>
          <p:nvPr/>
        </p:nvGrpSpPr>
        <p:grpSpPr>
          <a:xfrm>
            <a:off x="3355812" y="951645"/>
            <a:ext cx="2363393" cy="1005865"/>
            <a:chOff x="3292400" y="1193188"/>
            <a:chExt cx="2615240" cy="1131075"/>
          </a:xfrm>
        </p:grpSpPr>
        <p:sp>
          <p:nvSpPr>
            <p:cNvPr id="16183" name="Google Shape;16183;p78"/>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6184" name="Google Shape;16184;p78"/>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6185" name="Google Shape;16185;p78"/>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16186" name="Google Shape;16186;p78"/>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16187" name="Google Shape;16187;p78"/>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16188" name="Google Shape;16188;p78"/>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16189" name="Google Shape;16189;p78"/>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16190" name="Google Shape;16190;p78"/>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16191" name="Google Shape;16191;p78"/>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16192" name="Google Shape;16192;p78"/>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16193" name="Google Shape;16193;p78"/>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6194" name="Google Shape;16194;p78"/>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16195" name="Google Shape;16195;p78"/>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6196" name="Google Shape;16196;p78"/>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16197" name="Google Shape;16197;p78"/>
            <p:cNvGrpSpPr/>
            <p:nvPr/>
          </p:nvGrpSpPr>
          <p:grpSpPr>
            <a:xfrm>
              <a:off x="3748438" y="1378608"/>
              <a:ext cx="2159202" cy="903971"/>
              <a:chOff x="1683525" y="2179850"/>
              <a:chExt cx="4519050" cy="2134525"/>
            </a:xfrm>
          </p:grpSpPr>
          <p:sp>
            <p:nvSpPr>
              <p:cNvPr id="16198" name="Google Shape;16198;p78"/>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6199" name="Google Shape;16199;p78"/>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6200" name="Google Shape;16200;p78"/>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6201" name="Google Shape;16201;p78"/>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6202" name="Google Shape;16202;p78"/>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6203" name="Google Shape;16203;p78"/>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6204" name="Google Shape;16204;p78"/>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6205" name="Google Shape;16205;p78"/>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6206" name="Google Shape;16206;p78"/>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6207" name="Google Shape;16207;p78"/>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6208" name="Google Shape;16208;p78"/>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6209" name="Google Shape;16209;p78"/>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213" name="Shape 16213"/>
        <p:cNvGrpSpPr/>
        <p:nvPr/>
      </p:nvGrpSpPr>
      <p:grpSpPr>
        <a:xfrm>
          <a:off x="0" y="0"/>
          <a:ext cx="0" cy="0"/>
          <a:chOff x="0" y="0"/>
          <a:chExt cx="0" cy="0"/>
        </a:xfrm>
      </p:grpSpPr>
      <p:grpSp>
        <p:nvGrpSpPr>
          <p:cNvPr id="16214" name="Google Shape;16214;p79"/>
          <p:cNvGrpSpPr/>
          <p:nvPr/>
        </p:nvGrpSpPr>
        <p:grpSpPr>
          <a:xfrm>
            <a:off x="4796684" y="970929"/>
            <a:ext cx="745431" cy="718863"/>
            <a:chOff x="4249973" y="1201875"/>
            <a:chExt cx="1958568" cy="1888762"/>
          </a:xfrm>
        </p:grpSpPr>
        <p:sp>
          <p:nvSpPr>
            <p:cNvPr id="16215" name="Google Shape;16215;p79"/>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16" name="Google Shape;16216;p79"/>
            <p:cNvGrpSpPr/>
            <p:nvPr/>
          </p:nvGrpSpPr>
          <p:grpSpPr>
            <a:xfrm>
              <a:off x="5853086" y="1789142"/>
              <a:ext cx="355454" cy="1048099"/>
              <a:chOff x="5576108" y="2016725"/>
              <a:chExt cx="565200" cy="1666560"/>
            </a:xfrm>
          </p:grpSpPr>
          <p:sp>
            <p:nvSpPr>
              <p:cNvPr id="16217" name="Google Shape;16217;p79"/>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6218" name="Google Shape;16218;p79"/>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19" name="Google Shape;16219;p79"/>
            <p:cNvGrpSpPr/>
            <p:nvPr/>
          </p:nvGrpSpPr>
          <p:grpSpPr>
            <a:xfrm>
              <a:off x="4869455" y="2691676"/>
              <a:ext cx="1013897" cy="398961"/>
              <a:chOff x="4012057" y="3451825"/>
              <a:chExt cx="1612175" cy="634379"/>
            </a:xfrm>
          </p:grpSpPr>
          <p:sp>
            <p:nvSpPr>
              <p:cNvPr id="16220" name="Google Shape;16220;p79"/>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6221" name="Google Shape;16221;p79"/>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22" name="Google Shape;16222;p79"/>
            <p:cNvGrpSpPr/>
            <p:nvPr/>
          </p:nvGrpSpPr>
          <p:grpSpPr>
            <a:xfrm>
              <a:off x="4276937" y="2155961"/>
              <a:ext cx="651965" cy="891358"/>
              <a:chOff x="3069908" y="2599997"/>
              <a:chExt cx="1036675" cy="1417328"/>
            </a:xfrm>
          </p:grpSpPr>
          <p:sp>
            <p:nvSpPr>
              <p:cNvPr id="16223" name="Google Shape;16223;p79"/>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6224" name="Google Shape;16224;p79"/>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25" name="Google Shape;16225;p79"/>
            <p:cNvGrpSpPr/>
            <p:nvPr/>
          </p:nvGrpSpPr>
          <p:grpSpPr>
            <a:xfrm>
              <a:off x="5054918" y="1201875"/>
              <a:ext cx="999548" cy="602711"/>
              <a:chOff x="4306958" y="1082925"/>
              <a:chExt cx="1589359" cy="958358"/>
            </a:xfrm>
          </p:grpSpPr>
          <p:sp>
            <p:nvSpPr>
              <p:cNvPr id="16226" name="Google Shape;16226;p79"/>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6227" name="Google Shape;16227;p79"/>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28" name="Google Shape;16228;p79"/>
            <p:cNvGrpSpPr/>
            <p:nvPr/>
          </p:nvGrpSpPr>
          <p:grpSpPr>
            <a:xfrm>
              <a:off x="4249973" y="1303451"/>
              <a:ext cx="799317" cy="841334"/>
              <a:chOff x="3027033" y="1244439"/>
              <a:chExt cx="1270977" cy="1337786"/>
            </a:xfrm>
          </p:grpSpPr>
          <p:sp>
            <p:nvSpPr>
              <p:cNvPr id="16229" name="Google Shape;16229;p79"/>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6230" name="Google Shape;16230;p79"/>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231" name="Google Shape;16231;p79"/>
          <p:cNvGrpSpPr/>
          <p:nvPr/>
        </p:nvGrpSpPr>
        <p:grpSpPr>
          <a:xfrm>
            <a:off x="713057" y="1849378"/>
            <a:ext cx="761767" cy="729896"/>
            <a:chOff x="2657744" y="2337745"/>
            <a:chExt cx="832987" cy="798137"/>
          </a:xfrm>
        </p:grpSpPr>
        <p:sp>
          <p:nvSpPr>
            <p:cNvPr id="16232" name="Google Shape;16232;p79"/>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79"/>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79"/>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79"/>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6" name="Google Shape;16236;p79"/>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79"/>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38" name="Google Shape;16238;p79"/>
          <p:cNvGrpSpPr/>
          <p:nvPr/>
        </p:nvGrpSpPr>
        <p:grpSpPr>
          <a:xfrm>
            <a:off x="3224022" y="1852584"/>
            <a:ext cx="685569" cy="723586"/>
            <a:chOff x="3398134" y="2057755"/>
            <a:chExt cx="704087" cy="743130"/>
          </a:xfrm>
        </p:grpSpPr>
        <p:grpSp>
          <p:nvGrpSpPr>
            <p:cNvPr id="16239" name="Google Shape;16239;p79"/>
            <p:cNvGrpSpPr/>
            <p:nvPr/>
          </p:nvGrpSpPr>
          <p:grpSpPr>
            <a:xfrm>
              <a:off x="3398134" y="2290183"/>
              <a:ext cx="315300" cy="219900"/>
              <a:chOff x="3398134" y="2290183"/>
              <a:chExt cx="315300" cy="219900"/>
            </a:xfrm>
          </p:grpSpPr>
          <p:sp>
            <p:nvSpPr>
              <p:cNvPr id="16240" name="Google Shape;16240;p79"/>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6241" name="Google Shape;16241;p79"/>
              <p:cNvCxnSpPr>
                <a:stCxn id="16240"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16242" name="Google Shape;16242;p79"/>
            <p:cNvGrpSpPr/>
            <p:nvPr/>
          </p:nvGrpSpPr>
          <p:grpSpPr>
            <a:xfrm>
              <a:off x="3547823" y="2467358"/>
              <a:ext cx="219900" cy="333527"/>
              <a:chOff x="3547823" y="2467358"/>
              <a:chExt cx="219900" cy="333527"/>
            </a:xfrm>
          </p:grpSpPr>
          <p:sp>
            <p:nvSpPr>
              <p:cNvPr id="16243" name="Google Shape;16243;p79"/>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6244" name="Google Shape;16244;p79"/>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16245" name="Google Shape;16245;p79"/>
            <p:cNvGrpSpPr/>
            <p:nvPr/>
          </p:nvGrpSpPr>
          <p:grpSpPr>
            <a:xfrm>
              <a:off x="3734138" y="2467358"/>
              <a:ext cx="219900" cy="333527"/>
              <a:chOff x="3734138" y="2467358"/>
              <a:chExt cx="219900" cy="333527"/>
            </a:xfrm>
          </p:grpSpPr>
          <p:sp>
            <p:nvSpPr>
              <p:cNvPr id="16246" name="Google Shape;16246;p79"/>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6247" name="Google Shape;16247;p79"/>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16248" name="Google Shape;16248;p79"/>
            <p:cNvGrpSpPr/>
            <p:nvPr/>
          </p:nvGrpSpPr>
          <p:grpSpPr>
            <a:xfrm>
              <a:off x="3787560" y="2288011"/>
              <a:ext cx="314661" cy="219900"/>
              <a:chOff x="3787560" y="2288011"/>
              <a:chExt cx="314661" cy="219900"/>
            </a:xfrm>
          </p:grpSpPr>
          <p:sp>
            <p:nvSpPr>
              <p:cNvPr id="16249" name="Google Shape;16249;p79"/>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6250" name="Google Shape;16250;p79"/>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16251" name="Google Shape;16251;p79"/>
            <p:cNvGrpSpPr/>
            <p:nvPr/>
          </p:nvGrpSpPr>
          <p:grpSpPr>
            <a:xfrm>
              <a:off x="3637290" y="2057755"/>
              <a:ext cx="219900" cy="335499"/>
              <a:chOff x="3637290" y="2057755"/>
              <a:chExt cx="219900" cy="335499"/>
            </a:xfrm>
          </p:grpSpPr>
          <p:sp>
            <p:nvSpPr>
              <p:cNvPr id="16252" name="Google Shape;16252;p79"/>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16253" name="Google Shape;16253;p79"/>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16254" name="Google Shape;16254;p79"/>
          <p:cNvGrpSpPr/>
          <p:nvPr/>
        </p:nvGrpSpPr>
        <p:grpSpPr>
          <a:xfrm>
            <a:off x="4899244" y="1859280"/>
            <a:ext cx="710153" cy="710153"/>
            <a:chOff x="5007123" y="2079403"/>
            <a:chExt cx="687600" cy="687600"/>
          </a:xfrm>
        </p:grpSpPr>
        <p:sp>
          <p:nvSpPr>
            <p:cNvPr id="16255" name="Google Shape;16255;p79"/>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79"/>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79"/>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79"/>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59" name="Google Shape;16259;p79"/>
          <p:cNvGrpSpPr/>
          <p:nvPr/>
        </p:nvGrpSpPr>
        <p:grpSpPr>
          <a:xfrm>
            <a:off x="5708681" y="1853787"/>
            <a:ext cx="720998" cy="721183"/>
            <a:chOff x="5797446" y="2063053"/>
            <a:chExt cx="698100" cy="698280"/>
          </a:xfrm>
        </p:grpSpPr>
        <p:sp>
          <p:nvSpPr>
            <p:cNvPr id="16260" name="Google Shape;16260;p79"/>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79"/>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79"/>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79"/>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4" name="Google Shape;16264;p79"/>
          <p:cNvGrpSpPr/>
          <p:nvPr/>
        </p:nvGrpSpPr>
        <p:grpSpPr>
          <a:xfrm>
            <a:off x="8153828" y="3499392"/>
            <a:ext cx="280585" cy="673164"/>
            <a:chOff x="8075075" y="3754290"/>
            <a:chExt cx="255612" cy="613194"/>
          </a:xfrm>
        </p:grpSpPr>
        <p:grpSp>
          <p:nvGrpSpPr>
            <p:cNvPr id="16265" name="Google Shape;16265;p79"/>
            <p:cNvGrpSpPr/>
            <p:nvPr/>
          </p:nvGrpSpPr>
          <p:grpSpPr>
            <a:xfrm>
              <a:off x="8075075" y="3754290"/>
              <a:ext cx="255612" cy="613194"/>
              <a:chOff x="8075075" y="3754290"/>
              <a:chExt cx="255612" cy="613194"/>
            </a:xfrm>
          </p:grpSpPr>
          <p:sp>
            <p:nvSpPr>
              <p:cNvPr id="16266" name="Google Shape;16266;p79"/>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79"/>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68" name="Google Shape;16268;p79"/>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9" name="Google Shape;16269;p79"/>
          <p:cNvGrpSpPr/>
          <p:nvPr/>
        </p:nvGrpSpPr>
        <p:grpSpPr>
          <a:xfrm>
            <a:off x="5270887" y="3488188"/>
            <a:ext cx="470352" cy="683745"/>
            <a:chOff x="1697726" y="3244179"/>
            <a:chExt cx="788124" cy="1146069"/>
          </a:xfrm>
        </p:grpSpPr>
        <p:sp>
          <p:nvSpPr>
            <p:cNvPr id="16270" name="Google Shape;16270;p79"/>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79"/>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72" name="Google Shape;16272;p79"/>
          <p:cNvSpPr/>
          <p:nvPr/>
        </p:nvSpPr>
        <p:spPr>
          <a:xfrm>
            <a:off x="8128351" y="3402190"/>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73" name="Google Shape;16273;p79"/>
          <p:cNvGrpSpPr/>
          <p:nvPr/>
        </p:nvGrpSpPr>
        <p:grpSpPr>
          <a:xfrm>
            <a:off x="5892037" y="3499390"/>
            <a:ext cx="293891" cy="293845"/>
            <a:chOff x="6134814" y="3754290"/>
            <a:chExt cx="293891" cy="293845"/>
          </a:xfrm>
        </p:grpSpPr>
        <p:sp>
          <p:nvSpPr>
            <p:cNvPr id="16274" name="Google Shape;16274;p79"/>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79"/>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6" name="Google Shape;16276;p79"/>
          <p:cNvGrpSpPr/>
          <p:nvPr/>
        </p:nvGrpSpPr>
        <p:grpSpPr>
          <a:xfrm>
            <a:off x="5892037" y="3878061"/>
            <a:ext cx="293891" cy="293891"/>
            <a:chOff x="6134814" y="4086186"/>
            <a:chExt cx="293891" cy="293891"/>
          </a:xfrm>
        </p:grpSpPr>
        <p:sp>
          <p:nvSpPr>
            <p:cNvPr id="16277" name="Google Shape;16277;p79"/>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79"/>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79" name="Google Shape;16279;p79"/>
          <p:cNvSpPr/>
          <p:nvPr/>
        </p:nvSpPr>
        <p:spPr>
          <a:xfrm>
            <a:off x="6930464" y="3498587"/>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79"/>
          <p:cNvSpPr/>
          <p:nvPr/>
        </p:nvSpPr>
        <p:spPr>
          <a:xfrm rot="10800000">
            <a:off x="6336727" y="3496325"/>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81" name="Google Shape;16281;p79"/>
          <p:cNvGrpSpPr/>
          <p:nvPr/>
        </p:nvGrpSpPr>
        <p:grpSpPr>
          <a:xfrm>
            <a:off x="7817013" y="2706754"/>
            <a:ext cx="622883" cy="621944"/>
            <a:chOff x="1187048" y="238125"/>
            <a:chExt cx="5256397" cy="5248476"/>
          </a:xfrm>
        </p:grpSpPr>
        <p:sp>
          <p:nvSpPr>
            <p:cNvPr id="16282" name="Google Shape;16282;p79"/>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79"/>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79"/>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79"/>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86" name="Google Shape;16286;p79"/>
          <p:cNvGrpSpPr/>
          <p:nvPr/>
        </p:nvGrpSpPr>
        <p:grpSpPr>
          <a:xfrm>
            <a:off x="2274118" y="2716363"/>
            <a:ext cx="1310987" cy="612407"/>
            <a:chOff x="238125" y="1188750"/>
            <a:chExt cx="7140450" cy="3335550"/>
          </a:xfrm>
        </p:grpSpPr>
        <p:sp>
          <p:nvSpPr>
            <p:cNvPr id="16287" name="Google Shape;16287;p79"/>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79"/>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79"/>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79"/>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79"/>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92" name="Google Shape;16292;p79"/>
          <p:cNvGrpSpPr/>
          <p:nvPr/>
        </p:nvGrpSpPr>
        <p:grpSpPr>
          <a:xfrm>
            <a:off x="6599990" y="2706917"/>
            <a:ext cx="1110299" cy="621702"/>
            <a:chOff x="238125" y="1335475"/>
            <a:chExt cx="5418735" cy="3034175"/>
          </a:xfrm>
        </p:grpSpPr>
        <p:sp>
          <p:nvSpPr>
            <p:cNvPr id="16293" name="Google Shape;16293;p79"/>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79"/>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79"/>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96" name="Google Shape;16296;p79"/>
          <p:cNvGrpSpPr/>
          <p:nvPr/>
        </p:nvGrpSpPr>
        <p:grpSpPr>
          <a:xfrm>
            <a:off x="5417649" y="2703814"/>
            <a:ext cx="1074451" cy="627181"/>
            <a:chOff x="5359127" y="2910889"/>
            <a:chExt cx="1097723" cy="640831"/>
          </a:xfrm>
        </p:grpSpPr>
        <p:grpSp>
          <p:nvGrpSpPr>
            <p:cNvPr id="16297" name="Google Shape;16297;p79"/>
            <p:cNvGrpSpPr/>
            <p:nvPr/>
          </p:nvGrpSpPr>
          <p:grpSpPr>
            <a:xfrm>
              <a:off x="5929791" y="3263088"/>
              <a:ext cx="527060" cy="287097"/>
              <a:chOff x="5929791" y="3263088"/>
              <a:chExt cx="527060" cy="287097"/>
            </a:xfrm>
          </p:grpSpPr>
          <p:sp>
            <p:nvSpPr>
              <p:cNvPr id="16298" name="Google Shape;16298;p79"/>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6299" name="Google Shape;16299;p79"/>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6300" name="Google Shape;16300;p79"/>
            <p:cNvGrpSpPr/>
            <p:nvPr/>
          </p:nvGrpSpPr>
          <p:grpSpPr>
            <a:xfrm>
              <a:off x="5359127" y="3263089"/>
              <a:ext cx="526428" cy="288631"/>
              <a:chOff x="5359127" y="3263089"/>
              <a:chExt cx="526428" cy="288631"/>
            </a:xfrm>
          </p:grpSpPr>
          <p:sp>
            <p:nvSpPr>
              <p:cNvPr id="16301" name="Google Shape;16301;p79"/>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6302" name="Google Shape;16302;p79"/>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6303" name="Google Shape;16303;p79"/>
            <p:cNvGrpSpPr/>
            <p:nvPr/>
          </p:nvGrpSpPr>
          <p:grpSpPr>
            <a:xfrm>
              <a:off x="5551525" y="2910889"/>
              <a:ext cx="520901" cy="610283"/>
              <a:chOff x="5551525" y="2910889"/>
              <a:chExt cx="520901" cy="610283"/>
            </a:xfrm>
          </p:grpSpPr>
          <p:sp>
            <p:nvSpPr>
              <p:cNvPr id="16304" name="Google Shape;16304;p79"/>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6305" name="Google Shape;16305;p79"/>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6306" name="Google Shape;16306;p79"/>
            <p:cNvGrpSpPr/>
            <p:nvPr/>
          </p:nvGrpSpPr>
          <p:grpSpPr>
            <a:xfrm>
              <a:off x="5743962" y="2919100"/>
              <a:ext cx="623674" cy="284502"/>
              <a:chOff x="5743962" y="2919100"/>
              <a:chExt cx="623674" cy="284502"/>
            </a:xfrm>
          </p:grpSpPr>
          <p:sp>
            <p:nvSpPr>
              <p:cNvPr id="16307" name="Google Shape;16307;p79"/>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6308" name="Google Shape;16308;p79"/>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16309" name="Google Shape;16309;p79"/>
          <p:cNvGrpSpPr/>
          <p:nvPr/>
        </p:nvGrpSpPr>
        <p:grpSpPr>
          <a:xfrm>
            <a:off x="7568863" y="1854526"/>
            <a:ext cx="874976" cy="719600"/>
            <a:chOff x="7608988" y="2093194"/>
            <a:chExt cx="817276" cy="672147"/>
          </a:xfrm>
        </p:grpSpPr>
        <p:cxnSp>
          <p:nvCxnSpPr>
            <p:cNvPr id="16310" name="Google Shape;16310;p79"/>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6311" name="Google Shape;16311;p79"/>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6312" name="Google Shape;16312;p79"/>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6313" name="Google Shape;16313;p79"/>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6314" name="Google Shape;16314;p79"/>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16315" name="Google Shape;16315;p79"/>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16316" name="Google Shape;16316;p79"/>
            <p:cNvGrpSpPr/>
            <p:nvPr/>
          </p:nvGrpSpPr>
          <p:grpSpPr>
            <a:xfrm>
              <a:off x="7721175" y="2093194"/>
              <a:ext cx="599587" cy="623846"/>
              <a:chOff x="7721175" y="2093194"/>
              <a:chExt cx="599587" cy="623846"/>
            </a:xfrm>
          </p:grpSpPr>
          <p:grpSp>
            <p:nvGrpSpPr>
              <p:cNvPr id="16317" name="Google Shape;16317;p79"/>
              <p:cNvGrpSpPr/>
              <p:nvPr/>
            </p:nvGrpSpPr>
            <p:grpSpPr>
              <a:xfrm>
                <a:off x="7721175" y="2093194"/>
                <a:ext cx="291605" cy="623846"/>
                <a:chOff x="9405575" y="2061418"/>
                <a:chExt cx="291605" cy="623846"/>
              </a:xfrm>
            </p:grpSpPr>
            <p:sp>
              <p:nvSpPr>
                <p:cNvPr id="16318" name="Google Shape;16318;p79"/>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79"/>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79"/>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79"/>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79"/>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79"/>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79"/>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25" name="Google Shape;16325;p79"/>
              <p:cNvGrpSpPr/>
              <p:nvPr/>
            </p:nvGrpSpPr>
            <p:grpSpPr>
              <a:xfrm flipH="1">
                <a:off x="8029157" y="2093194"/>
                <a:ext cx="291605" cy="623846"/>
                <a:chOff x="9405575" y="2061418"/>
                <a:chExt cx="291605" cy="623846"/>
              </a:xfrm>
            </p:grpSpPr>
            <p:sp>
              <p:nvSpPr>
                <p:cNvPr id="16326" name="Google Shape;16326;p79"/>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79"/>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79"/>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79"/>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79"/>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79"/>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79"/>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6333" name="Google Shape;16333;p79"/>
          <p:cNvGrpSpPr/>
          <p:nvPr/>
        </p:nvGrpSpPr>
        <p:grpSpPr>
          <a:xfrm>
            <a:off x="4013299" y="970929"/>
            <a:ext cx="712557" cy="785901"/>
            <a:chOff x="4206459" y="1191441"/>
            <a:chExt cx="712557" cy="785901"/>
          </a:xfrm>
        </p:grpSpPr>
        <p:sp>
          <p:nvSpPr>
            <p:cNvPr id="16334" name="Google Shape;16334;p79"/>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79"/>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79"/>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79"/>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38" name="Google Shape;16338;p79"/>
            <p:cNvGrpSpPr/>
            <p:nvPr/>
          </p:nvGrpSpPr>
          <p:grpSpPr>
            <a:xfrm>
              <a:off x="4644280" y="1290523"/>
              <a:ext cx="143716" cy="29463"/>
              <a:chOff x="4644280" y="1290523"/>
              <a:chExt cx="143716" cy="29463"/>
            </a:xfrm>
          </p:grpSpPr>
          <p:sp>
            <p:nvSpPr>
              <p:cNvPr id="16339" name="Google Shape;16339;p79"/>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79"/>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79"/>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79"/>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3" name="Google Shape;16343;p79"/>
            <p:cNvGrpSpPr/>
            <p:nvPr/>
          </p:nvGrpSpPr>
          <p:grpSpPr>
            <a:xfrm>
              <a:off x="4356567" y="1191441"/>
              <a:ext cx="143690" cy="29488"/>
              <a:chOff x="4356567" y="1191441"/>
              <a:chExt cx="143690" cy="29488"/>
            </a:xfrm>
          </p:grpSpPr>
          <p:sp>
            <p:nvSpPr>
              <p:cNvPr id="16344" name="Google Shape;16344;p79"/>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79"/>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79"/>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79"/>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8" name="Google Shape;16348;p79"/>
            <p:cNvGrpSpPr/>
            <p:nvPr/>
          </p:nvGrpSpPr>
          <p:grpSpPr>
            <a:xfrm>
              <a:off x="4339009" y="1863727"/>
              <a:ext cx="143703" cy="29476"/>
              <a:chOff x="4339009" y="1863727"/>
              <a:chExt cx="143703" cy="29476"/>
            </a:xfrm>
          </p:grpSpPr>
          <p:sp>
            <p:nvSpPr>
              <p:cNvPr id="16349" name="Google Shape;16349;p79"/>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0" name="Google Shape;16350;p79"/>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79"/>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79"/>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3" name="Google Shape;16353;p79"/>
            <p:cNvGrpSpPr/>
            <p:nvPr/>
          </p:nvGrpSpPr>
          <p:grpSpPr>
            <a:xfrm>
              <a:off x="4206459" y="1607315"/>
              <a:ext cx="29539" cy="142899"/>
              <a:chOff x="4206459" y="1607315"/>
              <a:chExt cx="29539" cy="142899"/>
            </a:xfrm>
          </p:grpSpPr>
          <p:sp>
            <p:nvSpPr>
              <p:cNvPr id="16354" name="Google Shape;16354;p79"/>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79"/>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79"/>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79"/>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58" name="Google Shape;16358;p79"/>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9" name="Google Shape;16359;p79"/>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79"/>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79"/>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62" name="Google Shape;16362;p79"/>
            <p:cNvGrpSpPr/>
            <p:nvPr/>
          </p:nvGrpSpPr>
          <p:grpSpPr>
            <a:xfrm>
              <a:off x="4889463" y="1423737"/>
              <a:ext cx="29552" cy="142899"/>
              <a:chOff x="4889463" y="1423737"/>
              <a:chExt cx="29552" cy="142899"/>
            </a:xfrm>
          </p:grpSpPr>
          <p:sp>
            <p:nvSpPr>
              <p:cNvPr id="16363" name="Google Shape;16363;p79"/>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79"/>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79"/>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79"/>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67" name="Google Shape;16367;p79"/>
            <p:cNvGrpSpPr/>
            <p:nvPr/>
          </p:nvGrpSpPr>
          <p:grpSpPr>
            <a:xfrm>
              <a:off x="4771663" y="1876896"/>
              <a:ext cx="108651" cy="100447"/>
              <a:chOff x="4771663" y="1876896"/>
              <a:chExt cx="108651" cy="100447"/>
            </a:xfrm>
          </p:grpSpPr>
          <p:sp>
            <p:nvSpPr>
              <p:cNvPr id="16368" name="Google Shape;16368;p79"/>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79"/>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79"/>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79"/>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372" name="Google Shape;16372;p79"/>
          <p:cNvGrpSpPr/>
          <p:nvPr/>
        </p:nvGrpSpPr>
        <p:grpSpPr>
          <a:xfrm>
            <a:off x="4008774" y="1854151"/>
            <a:ext cx="791287" cy="720350"/>
            <a:chOff x="267375" y="1071875"/>
            <a:chExt cx="470500" cy="428550"/>
          </a:xfrm>
        </p:grpSpPr>
        <p:sp>
          <p:nvSpPr>
            <p:cNvPr id="16373" name="Google Shape;16373;p79"/>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4" name="Google Shape;16374;p79"/>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79"/>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79"/>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79"/>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79"/>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79"/>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79"/>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1" name="Google Shape;16381;p79"/>
          <p:cNvGrpSpPr/>
          <p:nvPr/>
        </p:nvGrpSpPr>
        <p:grpSpPr>
          <a:xfrm>
            <a:off x="709269" y="3498781"/>
            <a:ext cx="1408444" cy="673166"/>
            <a:chOff x="712664" y="3693287"/>
            <a:chExt cx="1460738" cy="698160"/>
          </a:xfrm>
        </p:grpSpPr>
        <p:grpSp>
          <p:nvGrpSpPr>
            <p:cNvPr id="16382" name="Google Shape;16382;p79"/>
            <p:cNvGrpSpPr/>
            <p:nvPr/>
          </p:nvGrpSpPr>
          <p:grpSpPr>
            <a:xfrm>
              <a:off x="1380079" y="4133090"/>
              <a:ext cx="234048" cy="258099"/>
              <a:chOff x="1380079" y="4133090"/>
              <a:chExt cx="234048" cy="258099"/>
            </a:xfrm>
          </p:grpSpPr>
          <p:sp>
            <p:nvSpPr>
              <p:cNvPr id="16383" name="Google Shape;16383;p79"/>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79"/>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79"/>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6" name="Google Shape;16386;p79"/>
            <p:cNvGrpSpPr/>
            <p:nvPr/>
          </p:nvGrpSpPr>
          <p:grpSpPr>
            <a:xfrm>
              <a:off x="884610" y="3864082"/>
              <a:ext cx="1118566" cy="527275"/>
              <a:chOff x="890961" y="3865463"/>
              <a:chExt cx="1115221" cy="525698"/>
            </a:xfrm>
          </p:grpSpPr>
          <p:sp>
            <p:nvSpPr>
              <p:cNvPr id="16387" name="Google Shape;16387;p79"/>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79"/>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79"/>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0" name="Google Shape;16390;p79"/>
            <p:cNvGrpSpPr/>
            <p:nvPr/>
          </p:nvGrpSpPr>
          <p:grpSpPr>
            <a:xfrm>
              <a:off x="712664" y="3693287"/>
              <a:ext cx="1460738" cy="698160"/>
              <a:chOff x="712664" y="3693025"/>
              <a:chExt cx="1460738" cy="698160"/>
            </a:xfrm>
          </p:grpSpPr>
          <p:sp>
            <p:nvSpPr>
              <p:cNvPr id="16391" name="Google Shape;16391;p79"/>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2" name="Google Shape;16392;p79"/>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79"/>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79"/>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79"/>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79"/>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397" name="Google Shape;16397;p79"/>
          <p:cNvGrpSpPr/>
          <p:nvPr/>
        </p:nvGrpSpPr>
        <p:grpSpPr>
          <a:xfrm>
            <a:off x="3146985" y="970929"/>
            <a:ext cx="795485" cy="738831"/>
            <a:chOff x="3348603" y="1236445"/>
            <a:chExt cx="749256" cy="695894"/>
          </a:xfrm>
        </p:grpSpPr>
        <p:grpSp>
          <p:nvGrpSpPr>
            <p:cNvPr id="16398" name="Google Shape;16398;p79"/>
            <p:cNvGrpSpPr/>
            <p:nvPr/>
          </p:nvGrpSpPr>
          <p:grpSpPr>
            <a:xfrm>
              <a:off x="3583779" y="1236445"/>
              <a:ext cx="293795" cy="285811"/>
              <a:chOff x="3750225" y="1774000"/>
              <a:chExt cx="149575" cy="145525"/>
            </a:xfrm>
          </p:grpSpPr>
          <p:sp>
            <p:nvSpPr>
              <p:cNvPr id="16399" name="Google Shape;16399;p79"/>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0" name="Google Shape;16400;p79"/>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1" name="Google Shape;16401;p79"/>
            <p:cNvGrpSpPr/>
            <p:nvPr/>
          </p:nvGrpSpPr>
          <p:grpSpPr>
            <a:xfrm>
              <a:off x="3775534" y="1462599"/>
              <a:ext cx="322325" cy="285958"/>
              <a:chOff x="3847850" y="1889150"/>
              <a:chExt cx="164100" cy="145600"/>
            </a:xfrm>
          </p:grpSpPr>
          <p:sp>
            <p:nvSpPr>
              <p:cNvPr id="16402" name="Google Shape;16402;p79"/>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3" name="Google Shape;16403;p79"/>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4" name="Google Shape;16404;p79"/>
            <p:cNvGrpSpPr/>
            <p:nvPr/>
          </p:nvGrpSpPr>
          <p:grpSpPr>
            <a:xfrm>
              <a:off x="3545329" y="1646528"/>
              <a:ext cx="293746" cy="285811"/>
              <a:chOff x="3730650" y="1982800"/>
              <a:chExt cx="149550" cy="145525"/>
            </a:xfrm>
          </p:grpSpPr>
          <p:sp>
            <p:nvSpPr>
              <p:cNvPr id="16405" name="Google Shape;16405;p79"/>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6" name="Google Shape;16406;p79"/>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7" name="Google Shape;16407;p79"/>
            <p:cNvGrpSpPr/>
            <p:nvPr/>
          </p:nvGrpSpPr>
          <p:grpSpPr>
            <a:xfrm>
              <a:off x="3348603" y="1415046"/>
              <a:ext cx="294384" cy="284387"/>
              <a:chOff x="3630494" y="1864938"/>
              <a:chExt cx="149875" cy="144800"/>
            </a:xfrm>
          </p:grpSpPr>
          <p:sp>
            <p:nvSpPr>
              <p:cNvPr id="16408" name="Google Shape;16408;p79"/>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79"/>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410" name="Google Shape;16410;p79"/>
          <p:cNvGrpSpPr/>
          <p:nvPr/>
        </p:nvGrpSpPr>
        <p:grpSpPr>
          <a:xfrm>
            <a:off x="2268512" y="3493825"/>
            <a:ext cx="1324924" cy="678083"/>
            <a:chOff x="2413923" y="3711366"/>
            <a:chExt cx="1374117" cy="703260"/>
          </a:xfrm>
        </p:grpSpPr>
        <p:grpSp>
          <p:nvGrpSpPr>
            <p:cNvPr id="16411" name="Google Shape;16411;p79"/>
            <p:cNvGrpSpPr/>
            <p:nvPr/>
          </p:nvGrpSpPr>
          <p:grpSpPr>
            <a:xfrm>
              <a:off x="2413923" y="3711366"/>
              <a:ext cx="1374117" cy="703260"/>
              <a:chOff x="2413923" y="3711366"/>
              <a:chExt cx="1374117" cy="703260"/>
            </a:xfrm>
          </p:grpSpPr>
          <p:sp>
            <p:nvSpPr>
              <p:cNvPr id="16412" name="Google Shape;16412;p79"/>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13" name="Google Shape;16413;p79"/>
              <p:cNvGrpSpPr/>
              <p:nvPr/>
            </p:nvGrpSpPr>
            <p:grpSpPr>
              <a:xfrm>
                <a:off x="2600284" y="3808654"/>
                <a:ext cx="234506" cy="138009"/>
                <a:chOff x="2600284" y="3808654"/>
                <a:chExt cx="234506" cy="138009"/>
              </a:xfrm>
            </p:grpSpPr>
            <p:sp>
              <p:nvSpPr>
                <p:cNvPr id="16414" name="Google Shape;16414;p79"/>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415" name="Google Shape;16415;p79"/>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6416" name="Google Shape;16416;p79"/>
              <p:cNvGrpSpPr/>
              <p:nvPr/>
            </p:nvGrpSpPr>
            <p:grpSpPr>
              <a:xfrm>
                <a:off x="3359659" y="3805664"/>
                <a:ext cx="232294" cy="141000"/>
                <a:chOff x="3359659" y="3805664"/>
                <a:chExt cx="232294" cy="141000"/>
              </a:xfrm>
            </p:grpSpPr>
            <p:sp>
              <p:nvSpPr>
                <p:cNvPr id="16417" name="Google Shape;16417;p79"/>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418" name="Google Shape;16418;p79"/>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6419" name="Google Shape;16419;p79"/>
              <p:cNvGrpSpPr/>
              <p:nvPr/>
            </p:nvGrpSpPr>
            <p:grpSpPr>
              <a:xfrm>
                <a:off x="3067316" y="3711366"/>
                <a:ext cx="66900" cy="166809"/>
                <a:chOff x="3067316" y="3711366"/>
                <a:chExt cx="66900" cy="166809"/>
              </a:xfrm>
            </p:grpSpPr>
            <p:sp>
              <p:nvSpPr>
                <p:cNvPr id="16420" name="Google Shape;16420;p79"/>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421" name="Google Shape;16421;p79"/>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6422" name="Google Shape;16422;p79"/>
              <p:cNvGrpSpPr/>
              <p:nvPr/>
            </p:nvGrpSpPr>
            <p:grpSpPr>
              <a:xfrm>
                <a:off x="2413923" y="4058666"/>
                <a:ext cx="224119" cy="66900"/>
                <a:chOff x="2413923" y="4058666"/>
                <a:chExt cx="224119" cy="66900"/>
              </a:xfrm>
            </p:grpSpPr>
            <p:sp>
              <p:nvSpPr>
                <p:cNvPr id="16423" name="Google Shape;16423;p79"/>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424" name="Google Shape;16424;p79"/>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6425" name="Google Shape;16425;p79"/>
              <p:cNvGrpSpPr/>
              <p:nvPr/>
            </p:nvGrpSpPr>
            <p:grpSpPr>
              <a:xfrm>
                <a:off x="3564643" y="4058666"/>
                <a:ext cx="223397" cy="66900"/>
                <a:chOff x="3564643" y="4058666"/>
                <a:chExt cx="223397" cy="66900"/>
              </a:xfrm>
            </p:grpSpPr>
            <p:sp>
              <p:nvSpPr>
                <p:cNvPr id="16426" name="Google Shape;16426;p79"/>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427" name="Google Shape;16427;p79"/>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16428" name="Google Shape;16428;p79"/>
            <p:cNvGrpSpPr/>
            <p:nvPr/>
          </p:nvGrpSpPr>
          <p:grpSpPr>
            <a:xfrm>
              <a:off x="2633353" y="3965763"/>
              <a:ext cx="933975" cy="445687"/>
              <a:chOff x="2633353" y="3965763"/>
              <a:chExt cx="933975" cy="445687"/>
            </a:xfrm>
          </p:grpSpPr>
          <p:sp>
            <p:nvSpPr>
              <p:cNvPr id="16429" name="Google Shape;16429;p79"/>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79"/>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431" name="Google Shape;16431;p79"/>
          <p:cNvGrpSpPr/>
          <p:nvPr/>
        </p:nvGrpSpPr>
        <p:grpSpPr>
          <a:xfrm>
            <a:off x="6392784" y="1044372"/>
            <a:ext cx="1131087" cy="587383"/>
            <a:chOff x="238125" y="999450"/>
            <a:chExt cx="7140700" cy="3708225"/>
          </a:xfrm>
        </p:grpSpPr>
        <p:sp>
          <p:nvSpPr>
            <p:cNvPr id="16432" name="Google Shape;16432;p79"/>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79"/>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79"/>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5" name="Google Shape;16435;p79"/>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6" name="Google Shape;16436;p79"/>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79"/>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79"/>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79"/>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79"/>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1" name="Google Shape;16441;p79"/>
          <p:cNvGrpSpPr/>
          <p:nvPr/>
        </p:nvGrpSpPr>
        <p:grpSpPr>
          <a:xfrm>
            <a:off x="3744234" y="3493867"/>
            <a:ext cx="1375854" cy="678131"/>
            <a:chOff x="3913765" y="3641905"/>
            <a:chExt cx="1522805" cy="750560"/>
          </a:xfrm>
        </p:grpSpPr>
        <p:grpSp>
          <p:nvGrpSpPr>
            <p:cNvPr id="16442" name="Google Shape;16442;p79"/>
            <p:cNvGrpSpPr/>
            <p:nvPr/>
          </p:nvGrpSpPr>
          <p:grpSpPr>
            <a:xfrm>
              <a:off x="3913765" y="3997002"/>
              <a:ext cx="1522805" cy="395463"/>
              <a:chOff x="3913765" y="3997002"/>
              <a:chExt cx="1522805" cy="395463"/>
            </a:xfrm>
          </p:grpSpPr>
          <p:grpSp>
            <p:nvGrpSpPr>
              <p:cNvPr id="16443" name="Google Shape;16443;p79"/>
              <p:cNvGrpSpPr/>
              <p:nvPr/>
            </p:nvGrpSpPr>
            <p:grpSpPr>
              <a:xfrm>
                <a:off x="3913765" y="4138659"/>
                <a:ext cx="507602" cy="253806"/>
                <a:chOff x="3913765" y="4138659"/>
                <a:chExt cx="507602" cy="253806"/>
              </a:xfrm>
            </p:grpSpPr>
            <p:sp>
              <p:nvSpPr>
                <p:cNvPr id="16444" name="Google Shape;16444;p79"/>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79"/>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16446" name="Google Shape;16446;p79"/>
              <p:cNvGrpSpPr/>
              <p:nvPr/>
            </p:nvGrpSpPr>
            <p:grpSpPr>
              <a:xfrm>
                <a:off x="4421361" y="3997002"/>
                <a:ext cx="507618" cy="395463"/>
                <a:chOff x="4421361" y="3997002"/>
                <a:chExt cx="507618" cy="395463"/>
              </a:xfrm>
            </p:grpSpPr>
            <p:sp>
              <p:nvSpPr>
                <p:cNvPr id="16447" name="Google Shape;16447;p79"/>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79"/>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9" name="Google Shape;16449;p79"/>
              <p:cNvGrpSpPr/>
              <p:nvPr/>
            </p:nvGrpSpPr>
            <p:grpSpPr>
              <a:xfrm>
                <a:off x="4928973" y="4189418"/>
                <a:ext cx="507596" cy="203047"/>
                <a:chOff x="4928973" y="4189418"/>
                <a:chExt cx="507596" cy="203047"/>
              </a:xfrm>
            </p:grpSpPr>
            <p:sp>
              <p:nvSpPr>
                <p:cNvPr id="16450" name="Google Shape;16450;p79"/>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1" name="Google Shape;16451;p79"/>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452" name="Google Shape;16452;p79"/>
            <p:cNvGrpSpPr/>
            <p:nvPr/>
          </p:nvGrpSpPr>
          <p:grpSpPr>
            <a:xfrm>
              <a:off x="4482186" y="3641905"/>
              <a:ext cx="397605" cy="349784"/>
              <a:chOff x="2906375" y="1159725"/>
              <a:chExt cx="1860575" cy="1636800"/>
            </a:xfrm>
          </p:grpSpPr>
          <p:sp>
            <p:nvSpPr>
              <p:cNvPr id="16453" name="Google Shape;16453;p79"/>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79"/>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79"/>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79"/>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457" name="Google Shape;16457;p79"/>
          <p:cNvGrpSpPr/>
          <p:nvPr/>
        </p:nvGrpSpPr>
        <p:grpSpPr>
          <a:xfrm>
            <a:off x="6528943" y="1853793"/>
            <a:ext cx="940737" cy="721067"/>
            <a:chOff x="6599718" y="2068734"/>
            <a:chExt cx="940737" cy="721067"/>
          </a:xfrm>
        </p:grpSpPr>
        <p:sp>
          <p:nvSpPr>
            <p:cNvPr id="16458" name="Google Shape;16458;p79"/>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79"/>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79"/>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1" name="Google Shape;16461;p79"/>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79"/>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79"/>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64" name="Google Shape;16464;p79"/>
            <p:cNvGrpSpPr/>
            <p:nvPr/>
          </p:nvGrpSpPr>
          <p:grpSpPr>
            <a:xfrm>
              <a:off x="6836957" y="2068734"/>
              <a:ext cx="461892" cy="721067"/>
              <a:chOff x="6836957" y="2068734"/>
              <a:chExt cx="461892" cy="721067"/>
            </a:xfrm>
          </p:grpSpPr>
          <p:sp>
            <p:nvSpPr>
              <p:cNvPr id="16465" name="Google Shape;16465;p79"/>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79"/>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79"/>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79"/>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79"/>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79"/>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71" name="Google Shape;16471;p79"/>
              <p:cNvGrpSpPr/>
              <p:nvPr/>
            </p:nvGrpSpPr>
            <p:grpSpPr>
              <a:xfrm>
                <a:off x="6836957" y="2068734"/>
                <a:ext cx="461892" cy="721067"/>
                <a:chOff x="6836957" y="2068734"/>
                <a:chExt cx="461892" cy="721067"/>
              </a:xfrm>
            </p:grpSpPr>
            <p:sp>
              <p:nvSpPr>
                <p:cNvPr id="16472" name="Google Shape;16472;p79"/>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79"/>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79"/>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79"/>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79"/>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79"/>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79"/>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6479" name="Google Shape;16479;p79"/>
          <p:cNvGrpSpPr/>
          <p:nvPr/>
        </p:nvGrpSpPr>
        <p:grpSpPr>
          <a:xfrm>
            <a:off x="2412262" y="1858139"/>
            <a:ext cx="712577" cy="712374"/>
            <a:chOff x="2559249" y="2069323"/>
            <a:chExt cx="685566" cy="685634"/>
          </a:xfrm>
        </p:grpSpPr>
        <p:sp>
          <p:nvSpPr>
            <p:cNvPr id="16480" name="Google Shape;16480;p79"/>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1" name="Google Shape;16481;p79"/>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2" name="Google Shape;16482;p79"/>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79"/>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79"/>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79"/>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79"/>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79"/>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8" name="Google Shape;16488;p79"/>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9" name="Google Shape;16489;p79"/>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79"/>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79"/>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79"/>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93" name="Google Shape;16493;p79"/>
          <p:cNvGrpSpPr/>
          <p:nvPr/>
        </p:nvGrpSpPr>
        <p:grpSpPr>
          <a:xfrm>
            <a:off x="7594699" y="970929"/>
            <a:ext cx="845645" cy="711911"/>
            <a:chOff x="951975" y="315800"/>
            <a:chExt cx="5860325" cy="4933550"/>
          </a:xfrm>
        </p:grpSpPr>
        <p:sp>
          <p:nvSpPr>
            <p:cNvPr id="16494" name="Google Shape;16494;p79"/>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5" name="Google Shape;16495;p79"/>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6" name="Google Shape;16496;p79"/>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79"/>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79"/>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79"/>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79"/>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79"/>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02" name="Google Shape;16502;p79"/>
          <p:cNvGrpSpPr/>
          <p:nvPr/>
        </p:nvGrpSpPr>
        <p:grpSpPr>
          <a:xfrm>
            <a:off x="3691828" y="2707037"/>
            <a:ext cx="1617932" cy="621724"/>
            <a:chOff x="3862800" y="3038525"/>
            <a:chExt cx="1329006" cy="510698"/>
          </a:xfrm>
        </p:grpSpPr>
        <p:sp>
          <p:nvSpPr>
            <p:cNvPr id="16503" name="Google Shape;16503;p79"/>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79"/>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505" name="Google Shape;16505;p79"/>
            <p:cNvGrpSpPr/>
            <p:nvPr/>
          </p:nvGrpSpPr>
          <p:grpSpPr>
            <a:xfrm>
              <a:off x="3967075" y="3040337"/>
              <a:ext cx="1019927" cy="402126"/>
              <a:chOff x="3967075" y="3040337"/>
              <a:chExt cx="1019927" cy="402126"/>
            </a:xfrm>
          </p:grpSpPr>
          <p:sp>
            <p:nvSpPr>
              <p:cNvPr id="16506" name="Google Shape;16506;p79"/>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79"/>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08" name="Google Shape;16508;p79"/>
            <p:cNvGrpSpPr/>
            <p:nvPr/>
          </p:nvGrpSpPr>
          <p:grpSpPr>
            <a:xfrm>
              <a:off x="4186700" y="3040337"/>
              <a:ext cx="390475" cy="183289"/>
              <a:chOff x="4186700" y="3040337"/>
              <a:chExt cx="390475" cy="183289"/>
            </a:xfrm>
          </p:grpSpPr>
          <p:sp>
            <p:nvSpPr>
              <p:cNvPr id="16509" name="Google Shape;16509;p79"/>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79"/>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1" name="Google Shape;16511;p79"/>
            <p:cNvGrpSpPr/>
            <p:nvPr/>
          </p:nvGrpSpPr>
          <p:grpSpPr>
            <a:xfrm>
              <a:off x="4073727" y="3040337"/>
              <a:ext cx="697794" cy="296263"/>
              <a:chOff x="4073727" y="3040337"/>
              <a:chExt cx="697794" cy="296263"/>
            </a:xfrm>
          </p:grpSpPr>
          <p:sp>
            <p:nvSpPr>
              <p:cNvPr id="16512" name="Google Shape;16512;p79"/>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3" name="Google Shape;16513;p79"/>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4" name="Google Shape;16514;p79"/>
            <p:cNvGrpSpPr/>
            <p:nvPr/>
          </p:nvGrpSpPr>
          <p:grpSpPr>
            <a:xfrm>
              <a:off x="3862800" y="3038525"/>
              <a:ext cx="1329006" cy="510698"/>
              <a:chOff x="3862800" y="3038525"/>
              <a:chExt cx="1329006" cy="510698"/>
            </a:xfrm>
          </p:grpSpPr>
          <p:sp>
            <p:nvSpPr>
              <p:cNvPr id="16515" name="Google Shape;16515;p79"/>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6" name="Google Shape;16516;p79"/>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517" name="Google Shape;16517;p79"/>
          <p:cNvGrpSpPr/>
          <p:nvPr/>
        </p:nvGrpSpPr>
        <p:grpSpPr>
          <a:xfrm>
            <a:off x="700150" y="970929"/>
            <a:ext cx="883205" cy="775176"/>
            <a:chOff x="649648" y="271400"/>
            <a:chExt cx="6215377" cy="5455143"/>
          </a:xfrm>
        </p:grpSpPr>
        <p:sp>
          <p:nvSpPr>
            <p:cNvPr id="16518" name="Google Shape;16518;p79"/>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79"/>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79"/>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79"/>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79"/>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3" name="Google Shape;16523;p79"/>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79"/>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79"/>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79"/>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79"/>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8" name="Google Shape;16528;p79"/>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79"/>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30" name="Google Shape;16530;p79"/>
          <p:cNvGrpSpPr/>
          <p:nvPr/>
        </p:nvGrpSpPr>
        <p:grpSpPr>
          <a:xfrm>
            <a:off x="2308452" y="970929"/>
            <a:ext cx="767704" cy="815489"/>
            <a:chOff x="2499700" y="1135950"/>
            <a:chExt cx="732402" cy="777990"/>
          </a:xfrm>
        </p:grpSpPr>
        <p:grpSp>
          <p:nvGrpSpPr>
            <p:cNvPr id="16531" name="Google Shape;16531;p79"/>
            <p:cNvGrpSpPr/>
            <p:nvPr/>
          </p:nvGrpSpPr>
          <p:grpSpPr>
            <a:xfrm>
              <a:off x="2499700" y="1135950"/>
              <a:ext cx="732402" cy="694705"/>
              <a:chOff x="2499700" y="1135950"/>
              <a:chExt cx="732402" cy="694705"/>
            </a:xfrm>
          </p:grpSpPr>
          <p:sp>
            <p:nvSpPr>
              <p:cNvPr id="16532" name="Google Shape;16532;p79"/>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3" name="Google Shape;16533;p79"/>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4" name="Google Shape;16534;p79"/>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5" name="Google Shape;16535;p79"/>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79"/>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79"/>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79"/>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79"/>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79"/>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79"/>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79"/>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79"/>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79"/>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5" name="Google Shape;16545;p79"/>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6" name="Google Shape;16546;p79"/>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79"/>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79"/>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79"/>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79"/>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79"/>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2" name="Google Shape;16552;p79"/>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3" name="Google Shape;16553;p79"/>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79"/>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79"/>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79"/>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79"/>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79"/>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59" name="Google Shape;16559;p79"/>
            <p:cNvGrpSpPr/>
            <p:nvPr/>
          </p:nvGrpSpPr>
          <p:grpSpPr>
            <a:xfrm>
              <a:off x="2517909" y="1188726"/>
              <a:ext cx="702702" cy="725214"/>
              <a:chOff x="2517909" y="1188726"/>
              <a:chExt cx="702702" cy="725214"/>
            </a:xfrm>
          </p:grpSpPr>
          <p:sp>
            <p:nvSpPr>
              <p:cNvPr id="16560" name="Google Shape;16560;p79"/>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79"/>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79"/>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79"/>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79"/>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565" name="Google Shape;16565;p79"/>
          <p:cNvGrpSpPr/>
          <p:nvPr/>
        </p:nvGrpSpPr>
        <p:grpSpPr>
          <a:xfrm>
            <a:off x="1654184" y="970929"/>
            <a:ext cx="583439" cy="870229"/>
            <a:chOff x="1716825" y="1121550"/>
            <a:chExt cx="622800" cy="928938"/>
          </a:xfrm>
        </p:grpSpPr>
        <p:grpSp>
          <p:nvGrpSpPr>
            <p:cNvPr id="16566" name="Google Shape;16566;p79"/>
            <p:cNvGrpSpPr/>
            <p:nvPr/>
          </p:nvGrpSpPr>
          <p:grpSpPr>
            <a:xfrm>
              <a:off x="1716825" y="1121550"/>
              <a:ext cx="622800" cy="928938"/>
              <a:chOff x="1716825" y="1121550"/>
              <a:chExt cx="622800" cy="928938"/>
            </a:xfrm>
          </p:grpSpPr>
          <p:cxnSp>
            <p:nvCxnSpPr>
              <p:cNvPr id="16567" name="Google Shape;16567;p79"/>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16568" name="Google Shape;16568;p79"/>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69" name="Google Shape;16569;p79"/>
            <p:cNvGrpSpPr/>
            <p:nvPr/>
          </p:nvGrpSpPr>
          <p:grpSpPr>
            <a:xfrm>
              <a:off x="1768050" y="1172775"/>
              <a:ext cx="520200" cy="832000"/>
              <a:chOff x="1768050" y="1172775"/>
              <a:chExt cx="520200" cy="832000"/>
            </a:xfrm>
          </p:grpSpPr>
          <p:cxnSp>
            <p:nvCxnSpPr>
              <p:cNvPr id="16570" name="Google Shape;16570;p79"/>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16571" name="Google Shape;16571;p79"/>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2" name="Google Shape;16572;p79"/>
            <p:cNvGrpSpPr/>
            <p:nvPr/>
          </p:nvGrpSpPr>
          <p:grpSpPr>
            <a:xfrm>
              <a:off x="1820100" y="1225475"/>
              <a:ext cx="416400" cy="729575"/>
              <a:chOff x="1820100" y="1225475"/>
              <a:chExt cx="416400" cy="729575"/>
            </a:xfrm>
          </p:grpSpPr>
          <p:cxnSp>
            <p:nvCxnSpPr>
              <p:cNvPr id="16573" name="Google Shape;16573;p79"/>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16574" name="Google Shape;16574;p79"/>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5" name="Google Shape;16575;p79"/>
            <p:cNvGrpSpPr/>
            <p:nvPr/>
          </p:nvGrpSpPr>
          <p:grpSpPr>
            <a:xfrm>
              <a:off x="1874250" y="1278825"/>
              <a:ext cx="308100" cy="605275"/>
              <a:chOff x="1874250" y="1278825"/>
              <a:chExt cx="308100" cy="605275"/>
            </a:xfrm>
          </p:grpSpPr>
          <p:cxnSp>
            <p:nvCxnSpPr>
              <p:cNvPr id="16576" name="Google Shape;16576;p79"/>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16577" name="Google Shape;16577;p79"/>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578" name="Google Shape;16578;p79"/>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9" name="Google Shape;16579;p79"/>
          <p:cNvGrpSpPr/>
          <p:nvPr/>
        </p:nvGrpSpPr>
        <p:grpSpPr>
          <a:xfrm>
            <a:off x="1574007" y="1857250"/>
            <a:ext cx="739072" cy="714152"/>
            <a:chOff x="4334725" y="1355875"/>
            <a:chExt cx="3106650" cy="3001900"/>
          </a:xfrm>
        </p:grpSpPr>
        <p:grpSp>
          <p:nvGrpSpPr>
            <p:cNvPr id="16580" name="Google Shape;16580;p79"/>
            <p:cNvGrpSpPr/>
            <p:nvPr/>
          </p:nvGrpSpPr>
          <p:grpSpPr>
            <a:xfrm>
              <a:off x="4516050" y="1724875"/>
              <a:ext cx="2693725" cy="2632900"/>
              <a:chOff x="4516050" y="1724875"/>
              <a:chExt cx="2693725" cy="2632900"/>
            </a:xfrm>
          </p:grpSpPr>
          <p:sp>
            <p:nvSpPr>
              <p:cNvPr id="16581" name="Google Shape;16581;p79"/>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79"/>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3" name="Google Shape;16583;p79"/>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4" name="Google Shape;16584;p79"/>
            <p:cNvGrpSpPr/>
            <p:nvPr/>
          </p:nvGrpSpPr>
          <p:grpSpPr>
            <a:xfrm>
              <a:off x="4334725" y="1355875"/>
              <a:ext cx="3106650" cy="2709650"/>
              <a:chOff x="4334725" y="1355875"/>
              <a:chExt cx="3106650" cy="2709650"/>
            </a:xfrm>
          </p:grpSpPr>
          <p:sp>
            <p:nvSpPr>
              <p:cNvPr id="16585" name="Google Shape;16585;p79"/>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6" name="Google Shape;16586;p79"/>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79"/>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588" name="Google Shape;16588;p79"/>
          <p:cNvGrpSpPr/>
          <p:nvPr/>
        </p:nvGrpSpPr>
        <p:grpSpPr>
          <a:xfrm>
            <a:off x="7690956" y="3488021"/>
            <a:ext cx="312074" cy="684173"/>
            <a:chOff x="7645573" y="3754300"/>
            <a:chExt cx="293855" cy="644170"/>
          </a:xfrm>
        </p:grpSpPr>
        <p:sp>
          <p:nvSpPr>
            <p:cNvPr id="16589" name="Google Shape;16589;p79"/>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79"/>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91" name="Google Shape;16591;p79"/>
          <p:cNvGrpSpPr/>
          <p:nvPr/>
        </p:nvGrpSpPr>
        <p:grpSpPr>
          <a:xfrm>
            <a:off x="5612944" y="970929"/>
            <a:ext cx="709011" cy="739359"/>
            <a:chOff x="5830645" y="1256617"/>
            <a:chExt cx="530340" cy="553040"/>
          </a:xfrm>
        </p:grpSpPr>
        <p:grpSp>
          <p:nvGrpSpPr>
            <p:cNvPr id="16592" name="Google Shape;16592;p79"/>
            <p:cNvGrpSpPr/>
            <p:nvPr/>
          </p:nvGrpSpPr>
          <p:grpSpPr>
            <a:xfrm>
              <a:off x="5830645" y="1256617"/>
              <a:ext cx="259743" cy="269909"/>
              <a:chOff x="5830645" y="1256617"/>
              <a:chExt cx="259743" cy="269909"/>
            </a:xfrm>
          </p:grpSpPr>
          <p:sp>
            <p:nvSpPr>
              <p:cNvPr id="16593" name="Google Shape;16593;p79"/>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79"/>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95" name="Google Shape;16595;p79"/>
            <p:cNvGrpSpPr/>
            <p:nvPr/>
          </p:nvGrpSpPr>
          <p:grpSpPr>
            <a:xfrm>
              <a:off x="6101293" y="1256617"/>
              <a:ext cx="259692" cy="269909"/>
              <a:chOff x="6101293" y="1256617"/>
              <a:chExt cx="259692" cy="269909"/>
            </a:xfrm>
          </p:grpSpPr>
          <p:sp>
            <p:nvSpPr>
              <p:cNvPr id="16596" name="Google Shape;16596;p79"/>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7" name="Google Shape;16597;p79"/>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98" name="Google Shape;16598;p79"/>
            <p:cNvGrpSpPr/>
            <p:nvPr/>
          </p:nvGrpSpPr>
          <p:grpSpPr>
            <a:xfrm>
              <a:off x="5830645" y="1539749"/>
              <a:ext cx="259692" cy="269909"/>
              <a:chOff x="5830645" y="1539749"/>
              <a:chExt cx="259692" cy="269909"/>
            </a:xfrm>
          </p:grpSpPr>
          <p:sp>
            <p:nvSpPr>
              <p:cNvPr id="16599" name="Google Shape;16599;p79"/>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0" name="Google Shape;16600;p79"/>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1" name="Google Shape;16601;p79"/>
            <p:cNvGrpSpPr/>
            <p:nvPr/>
          </p:nvGrpSpPr>
          <p:grpSpPr>
            <a:xfrm>
              <a:off x="6101293" y="1539749"/>
              <a:ext cx="259692" cy="269909"/>
              <a:chOff x="6101293" y="1539749"/>
              <a:chExt cx="259692" cy="269909"/>
            </a:xfrm>
          </p:grpSpPr>
          <p:sp>
            <p:nvSpPr>
              <p:cNvPr id="16602" name="Google Shape;16602;p79"/>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79"/>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04" name="Google Shape;16604;p79"/>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5" name="Google Shape;16605;p79"/>
          <p:cNvGrpSpPr/>
          <p:nvPr/>
        </p:nvGrpSpPr>
        <p:grpSpPr>
          <a:xfrm>
            <a:off x="714438" y="2707044"/>
            <a:ext cx="1452955" cy="621360"/>
            <a:chOff x="732422" y="2990152"/>
            <a:chExt cx="1337773" cy="572102"/>
          </a:xfrm>
        </p:grpSpPr>
        <p:sp>
          <p:nvSpPr>
            <p:cNvPr id="16606" name="Google Shape;16606;p79"/>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79"/>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79"/>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79"/>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79"/>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1" name="Google Shape;16611;p79"/>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615" name="Shape 16615"/>
        <p:cNvGrpSpPr/>
        <p:nvPr/>
      </p:nvGrpSpPr>
      <p:grpSpPr>
        <a:xfrm>
          <a:off x="0" y="0"/>
          <a:ext cx="0" cy="0"/>
          <a:chOff x="0" y="0"/>
          <a:chExt cx="0" cy="0"/>
        </a:xfrm>
      </p:grpSpPr>
      <p:grpSp>
        <p:nvGrpSpPr>
          <p:cNvPr id="16616" name="Google Shape;16616;p80"/>
          <p:cNvGrpSpPr/>
          <p:nvPr/>
        </p:nvGrpSpPr>
        <p:grpSpPr>
          <a:xfrm>
            <a:off x="708575" y="965865"/>
            <a:ext cx="1636117" cy="1526144"/>
            <a:chOff x="729238" y="1179665"/>
            <a:chExt cx="1636117" cy="1526144"/>
          </a:xfrm>
        </p:grpSpPr>
        <p:grpSp>
          <p:nvGrpSpPr>
            <p:cNvPr id="16617" name="Google Shape;16617;p80"/>
            <p:cNvGrpSpPr/>
            <p:nvPr/>
          </p:nvGrpSpPr>
          <p:grpSpPr>
            <a:xfrm>
              <a:off x="729238" y="1179665"/>
              <a:ext cx="80700" cy="1526144"/>
              <a:chOff x="729238" y="1179665"/>
              <a:chExt cx="80700" cy="1526144"/>
            </a:xfrm>
          </p:grpSpPr>
          <p:sp>
            <p:nvSpPr>
              <p:cNvPr id="16618" name="Google Shape;16618;p80"/>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9" name="Google Shape;16619;p80"/>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0" name="Google Shape;16620;p80"/>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80"/>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80"/>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80"/>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4" name="Google Shape;16624;p80"/>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5" name="Google Shape;16625;p80"/>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80"/>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80"/>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28" name="Google Shape;16628;p80"/>
            <p:cNvGrpSpPr/>
            <p:nvPr/>
          </p:nvGrpSpPr>
          <p:grpSpPr>
            <a:xfrm>
              <a:off x="903098" y="1179665"/>
              <a:ext cx="80700" cy="1526144"/>
              <a:chOff x="903098" y="1179665"/>
              <a:chExt cx="80700" cy="1526144"/>
            </a:xfrm>
          </p:grpSpPr>
          <p:sp>
            <p:nvSpPr>
              <p:cNvPr id="16629" name="Google Shape;16629;p80"/>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80"/>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80"/>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80"/>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3" name="Google Shape;16633;p80"/>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80"/>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80"/>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80"/>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7" name="Google Shape;16637;p80"/>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8" name="Google Shape;16638;p80"/>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39" name="Google Shape;16639;p80"/>
            <p:cNvGrpSpPr/>
            <p:nvPr/>
          </p:nvGrpSpPr>
          <p:grpSpPr>
            <a:xfrm>
              <a:off x="1076958" y="1179665"/>
              <a:ext cx="80700" cy="1526144"/>
              <a:chOff x="1076958" y="1179665"/>
              <a:chExt cx="80700" cy="1526144"/>
            </a:xfrm>
          </p:grpSpPr>
          <p:sp>
            <p:nvSpPr>
              <p:cNvPr id="16640" name="Google Shape;16640;p80"/>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1" name="Google Shape;16641;p80"/>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2" name="Google Shape;16642;p80"/>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3" name="Google Shape;16643;p80"/>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80"/>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80"/>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80"/>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7" name="Google Shape;16647;p80"/>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8" name="Google Shape;16648;p80"/>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9" name="Google Shape;16649;p80"/>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50" name="Google Shape;16650;p80"/>
            <p:cNvGrpSpPr/>
            <p:nvPr/>
          </p:nvGrpSpPr>
          <p:grpSpPr>
            <a:xfrm>
              <a:off x="1247707" y="1179665"/>
              <a:ext cx="80700" cy="1526144"/>
              <a:chOff x="1247707" y="1179665"/>
              <a:chExt cx="80700" cy="1526144"/>
            </a:xfrm>
          </p:grpSpPr>
          <p:sp>
            <p:nvSpPr>
              <p:cNvPr id="16651" name="Google Shape;16651;p80"/>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80"/>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80"/>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80"/>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80"/>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80"/>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7" name="Google Shape;16657;p80"/>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8" name="Google Shape;16658;p80"/>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9" name="Google Shape;16659;p80"/>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80"/>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61" name="Google Shape;16661;p80"/>
            <p:cNvGrpSpPr/>
            <p:nvPr/>
          </p:nvGrpSpPr>
          <p:grpSpPr>
            <a:xfrm>
              <a:off x="1421567" y="1179665"/>
              <a:ext cx="80700" cy="1526144"/>
              <a:chOff x="1421567" y="1179665"/>
              <a:chExt cx="80700" cy="1526144"/>
            </a:xfrm>
          </p:grpSpPr>
          <p:sp>
            <p:nvSpPr>
              <p:cNvPr id="16662" name="Google Shape;16662;p80"/>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3" name="Google Shape;16663;p80"/>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80"/>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80"/>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80"/>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80"/>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80"/>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80"/>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0" name="Google Shape;16670;p80"/>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1" name="Google Shape;16671;p80"/>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72" name="Google Shape;16672;p80"/>
            <p:cNvGrpSpPr/>
            <p:nvPr/>
          </p:nvGrpSpPr>
          <p:grpSpPr>
            <a:xfrm>
              <a:off x="1592327" y="1179665"/>
              <a:ext cx="80700" cy="1526144"/>
              <a:chOff x="1592327" y="1179665"/>
              <a:chExt cx="80700" cy="1526144"/>
            </a:xfrm>
          </p:grpSpPr>
          <p:sp>
            <p:nvSpPr>
              <p:cNvPr id="16673" name="Google Shape;16673;p80"/>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80"/>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80"/>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80"/>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7" name="Google Shape;16677;p80"/>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8" name="Google Shape;16678;p80"/>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9" name="Google Shape;16679;p80"/>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0" name="Google Shape;16680;p80"/>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1" name="Google Shape;16681;p80"/>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80"/>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83" name="Google Shape;16683;p80"/>
            <p:cNvGrpSpPr/>
            <p:nvPr/>
          </p:nvGrpSpPr>
          <p:grpSpPr>
            <a:xfrm>
              <a:off x="1766187" y="1179665"/>
              <a:ext cx="80700" cy="1526144"/>
              <a:chOff x="1766187" y="1179665"/>
              <a:chExt cx="80700" cy="1526144"/>
            </a:xfrm>
          </p:grpSpPr>
          <p:sp>
            <p:nvSpPr>
              <p:cNvPr id="16684" name="Google Shape;16684;p80"/>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80"/>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80"/>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7" name="Google Shape;16687;p80"/>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8" name="Google Shape;16688;p80"/>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80"/>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80"/>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80"/>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80"/>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80"/>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94" name="Google Shape;16694;p80"/>
            <p:cNvGrpSpPr/>
            <p:nvPr/>
          </p:nvGrpSpPr>
          <p:grpSpPr>
            <a:xfrm>
              <a:off x="1936935" y="1179665"/>
              <a:ext cx="80700" cy="1526144"/>
              <a:chOff x="1936935" y="1179665"/>
              <a:chExt cx="80700" cy="1526144"/>
            </a:xfrm>
          </p:grpSpPr>
          <p:sp>
            <p:nvSpPr>
              <p:cNvPr id="16695" name="Google Shape;16695;p80"/>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80"/>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7" name="Google Shape;16697;p80"/>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8" name="Google Shape;16698;p80"/>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9" name="Google Shape;16699;p80"/>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80"/>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80"/>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80"/>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80"/>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4" name="Google Shape;16704;p80"/>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05" name="Google Shape;16705;p80"/>
            <p:cNvGrpSpPr/>
            <p:nvPr/>
          </p:nvGrpSpPr>
          <p:grpSpPr>
            <a:xfrm>
              <a:off x="2110795" y="1179665"/>
              <a:ext cx="80700" cy="1526144"/>
              <a:chOff x="2110795" y="1179665"/>
              <a:chExt cx="80700" cy="1526144"/>
            </a:xfrm>
          </p:grpSpPr>
          <p:sp>
            <p:nvSpPr>
              <p:cNvPr id="16706" name="Google Shape;16706;p80"/>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80"/>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80"/>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80"/>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0" name="Google Shape;16710;p80"/>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1" name="Google Shape;16711;p80"/>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80"/>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80"/>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80"/>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80"/>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16" name="Google Shape;16716;p80"/>
            <p:cNvGrpSpPr/>
            <p:nvPr/>
          </p:nvGrpSpPr>
          <p:grpSpPr>
            <a:xfrm>
              <a:off x="2284655" y="1179665"/>
              <a:ext cx="80700" cy="1526144"/>
              <a:chOff x="2284655" y="1179665"/>
              <a:chExt cx="80700" cy="1526144"/>
            </a:xfrm>
          </p:grpSpPr>
          <p:sp>
            <p:nvSpPr>
              <p:cNvPr id="16717" name="Google Shape;16717;p80"/>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8" name="Google Shape;16718;p80"/>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9" name="Google Shape;16719;p80"/>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0" name="Google Shape;16720;p80"/>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1" name="Google Shape;16721;p80"/>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80"/>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80"/>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4" name="Google Shape;16724;p80"/>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5" name="Google Shape;16725;p80"/>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80"/>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727" name="Google Shape;16727;p80"/>
          <p:cNvGrpSpPr/>
          <p:nvPr/>
        </p:nvGrpSpPr>
        <p:grpSpPr>
          <a:xfrm>
            <a:off x="2603242" y="985003"/>
            <a:ext cx="1364248" cy="1102133"/>
            <a:chOff x="2623904" y="1198803"/>
            <a:chExt cx="1364248" cy="1102133"/>
          </a:xfrm>
        </p:grpSpPr>
        <p:grpSp>
          <p:nvGrpSpPr>
            <p:cNvPr id="16728" name="Google Shape;16728;p80"/>
            <p:cNvGrpSpPr/>
            <p:nvPr/>
          </p:nvGrpSpPr>
          <p:grpSpPr>
            <a:xfrm>
              <a:off x="2623907" y="1198803"/>
              <a:ext cx="1364245" cy="273000"/>
              <a:chOff x="2623907" y="1198803"/>
              <a:chExt cx="1364245" cy="273000"/>
            </a:xfrm>
          </p:grpSpPr>
          <p:sp>
            <p:nvSpPr>
              <p:cNvPr id="16729" name="Google Shape;16729;p80"/>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0" name="Google Shape;16730;p80"/>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1" name="Google Shape;16731;p80"/>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80"/>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80"/>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34" name="Google Shape;16734;p80"/>
            <p:cNvGrpSpPr/>
            <p:nvPr/>
          </p:nvGrpSpPr>
          <p:grpSpPr>
            <a:xfrm>
              <a:off x="2623904" y="1476964"/>
              <a:ext cx="1364245" cy="273000"/>
              <a:chOff x="2623904" y="1476964"/>
              <a:chExt cx="1364245" cy="273000"/>
            </a:xfrm>
          </p:grpSpPr>
          <p:sp>
            <p:nvSpPr>
              <p:cNvPr id="16735" name="Google Shape;16735;p80"/>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6" name="Google Shape;16736;p80"/>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7" name="Google Shape;16737;p80"/>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8" name="Google Shape;16738;p80"/>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80"/>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40" name="Google Shape;16740;p80"/>
            <p:cNvGrpSpPr/>
            <p:nvPr/>
          </p:nvGrpSpPr>
          <p:grpSpPr>
            <a:xfrm>
              <a:off x="2623907" y="1749775"/>
              <a:ext cx="1364245" cy="273000"/>
              <a:chOff x="2623907" y="1749775"/>
              <a:chExt cx="1364245" cy="273000"/>
            </a:xfrm>
          </p:grpSpPr>
          <p:sp>
            <p:nvSpPr>
              <p:cNvPr id="16741" name="Google Shape;16741;p80"/>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2" name="Google Shape;16742;p80"/>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3" name="Google Shape;16743;p80"/>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4" name="Google Shape;16744;p80"/>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80"/>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46" name="Google Shape;16746;p80"/>
            <p:cNvGrpSpPr/>
            <p:nvPr/>
          </p:nvGrpSpPr>
          <p:grpSpPr>
            <a:xfrm>
              <a:off x="2623904" y="2027936"/>
              <a:ext cx="1364245" cy="273000"/>
              <a:chOff x="2623904" y="2027936"/>
              <a:chExt cx="1364245" cy="273000"/>
            </a:xfrm>
          </p:grpSpPr>
          <p:sp>
            <p:nvSpPr>
              <p:cNvPr id="16747" name="Google Shape;16747;p80"/>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8" name="Google Shape;16748;p80"/>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80"/>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0" name="Google Shape;16750;p80"/>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1" name="Google Shape;16751;p80"/>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752" name="Google Shape;16752;p80"/>
          <p:cNvGrpSpPr/>
          <p:nvPr/>
        </p:nvGrpSpPr>
        <p:grpSpPr>
          <a:xfrm>
            <a:off x="2592703" y="2444186"/>
            <a:ext cx="1387541" cy="159124"/>
            <a:chOff x="3200660" y="2180272"/>
            <a:chExt cx="2563824" cy="378237"/>
          </a:xfrm>
        </p:grpSpPr>
        <p:sp>
          <p:nvSpPr>
            <p:cNvPr id="16753" name="Google Shape;16753;p80"/>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4" name="Google Shape;16754;p80"/>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80"/>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80"/>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80"/>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80"/>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80"/>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0" name="Google Shape;16760;p80"/>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1" name="Google Shape;16761;p80"/>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2" name="Google Shape;16762;p80"/>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3" name="Google Shape;16763;p80"/>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80"/>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5" name="Google Shape;16765;p80"/>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6" name="Google Shape;16766;p80"/>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80"/>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80"/>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9" name="Google Shape;16769;p80"/>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0" name="Google Shape;16770;p80"/>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71" name="Google Shape;16771;p80"/>
          <p:cNvGrpSpPr/>
          <p:nvPr/>
        </p:nvGrpSpPr>
        <p:grpSpPr>
          <a:xfrm>
            <a:off x="2589227" y="2722011"/>
            <a:ext cx="1390502" cy="159625"/>
            <a:chOff x="3530150" y="2790075"/>
            <a:chExt cx="1962600" cy="225300"/>
          </a:xfrm>
        </p:grpSpPr>
        <p:sp>
          <p:nvSpPr>
            <p:cNvPr id="16772" name="Google Shape;16772;p80"/>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3" name="Google Shape;16773;p80"/>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74" name="Google Shape;16774;p80"/>
          <p:cNvGrpSpPr/>
          <p:nvPr/>
        </p:nvGrpSpPr>
        <p:grpSpPr>
          <a:xfrm>
            <a:off x="2589880" y="3000337"/>
            <a:ext cx="1411629" cy="153761"/>
            <a:chOff x="3558802" y="4011427"/>
            <a:chExt cx="1866000" cy="111300"/>
          </a:xfrm>
        </p:grpSpPr>
        <p:sp>
          <p:nvSpPr>
            <p:cNvPr id="16775" name="Google Shape;16775;p80"/>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80"/>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77" name="Google Shape;16777;p80"/>
          <p:cNvGrpSpPr/>
          <p:nvPr/>
        </p:nvGrpSpPr>
        <p:grpSpPr>
          <a:xfrm>
            <a:off x="2589573" y="2205736"/>
            <a:ext cx="1383503" cy="119749"/>
            <a:chOff x="3465975" y="2270276"/>
            <a:chExt cx="1986364" cy="171929"/>
          </a:xfrm>
        </p:grpSpPr>
        <p:sp>
          <p:nvSpPr>
            <p:cNvPr id="16778" name="Google Shape;16778;p80"/>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80"/>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0" name="Google Shape;16780;p80"/>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1" name="Google Shape;16781;p80"/>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2" name="Google Shape;16782;p80"/>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3" name="Google Shape;16783;p80"/>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4" name="Google Shape;16784;p80"/>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80"/>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86" name="Google Shape;16786;p80"/>
          <p:cNvGrpSpPr/>
          <p:nvPr/>
        </p:nvGrpSpPr>
        <p:grpSpPr>
          <a:xfrm>
            <a:off x="2600580" y="3569387"/>
            <a:ext cx="1369531" cy="195460"/>
            <a:chOff x="723300" y="4253549"/>
            <a:chExt cx="2276482" cy="324900"/>
          </a:xfrm>
        </p:grpSpPr>
        <p:sp>
          <p:nvSpPr>
            <p:cNvPr id="16787" name="Google Shape;16787;p80"/>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80"/>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80"/>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80"/>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1" name="Google Shape;16791;p80"/>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92" name="Google Shape;16792;p80"/>
          <p:cNvGrpSpPr/>
          <p:nvPr/>
        </p:nvGrpSpPr>
        <p:grpSpPr>
          <a:xfrm>
            <a:off x="2590141" y="3270567"/>
            <a:ext cx="1389066" cy="180119"/>
            <a:chOff x="705948" y="3788465"/>
            <a:chExt cx="2308953" cy="299400"/>
          </a:xfrm>
        </p:grpSpPr>
        <p:sp>
          <p:nvSpPr>
            <p:cNvPr id="16793" name="Google Shape;16793;p80"/>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80"/>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80"/>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80"/>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7" name="Google Shape;16797;p80"/>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98" name="Google Shape;16798;p80"/>
          <p:cNvGrpSpPr/>
          <p:nvPr/>
        </p:nvGrpSpPr>
        <p:grpSpPr>
          <a:xfrm>
            <a:off x="2638078" y="3883547"/>
            <a:ext cx="1304609" cy="294074"/>
            <a:chOff x="2658741" y="4097347"/>
            <a:chExt cx="1304609" cy="294074"/>
          </a:xfrm>
        </p:grpSpPr>
        <p:grpSp>
          <p:nvGrpSpPr>
            <p:cNvPr id="16799" name="Google Shape;16799;p80"/>
            <p:cNvGrpSpPr/>
            <p:nvPr/>
          </p:nvGrpSpPr>
          <p:grpSpPr>
            <a:xfrm>
              <a:off x="2658741" y="4097347"/>
              <a:ext cx="118572" cy="294074"/>
              <a:chOff x="3343310" y="4475555"/>
              <a:chExt cx="127717" cy="316753"/>
            </a:xfrm>
          </p:grpSpPr>
          <p:sp>
            <p:nvSpPr>
              <p:cNvPr id="16800" name="Google Shape;16800;p8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8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02" name="Google Shape;16802;p80"/>
            <p:cNvGrpSpPr/>
            <p:nvPr/>
          </p:nvGrpSpPr>
          <p:grpSpPr>
            <a:xfrm>
              <a:off x="3815519" y="4098388"/>
              <a:ext cx="147831" cy="291991"/>
              <a:chOff x="3527539" y="4476677"/>
              <a:chExt cx="159232" cy="314510"/>
            </a:xfrm>
          </p:grpSpPr>
          <p:sp>
            <p:nvSpPr>
              <p:cNvPr id="16803" name="Google Shape;16803;p8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8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05" name="Google Shape;16805;p80"/>
            <p:cNvGrpSpPr/>
            <p:nvPr/>
          </p:nvGrpSpPr>
          <p:grpSpPr>
            <a:xfrm>
              <a:off x="3511696" y="4098388"/>
              <a:ext cx="147831" cy="291991"/>
              <a:chOff x="3527539" y="4476677"/>
              <a:chExt cx="159232" cy="314510"/>
            </a:xfrm>
          </p:grpSpPr>
          <p:sp>
            <p:nvSpPr>
              <p:cNvPr id="16806" name="Google Shape;16806;p8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8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08" name="Google Shape;16808;p80"/>
            <p:cNvGrpSpPr/>
            <p:nvPr/>
          </p:nvGrpSpPr>
          <p:grpSpPr>
            <a:xfrm>
              <a:off x="3207874" y="4098388"/>
              <a:ext cx="147831" cy="291991"/>
              <a:chOff x="3527539" y="4476677"/>
              <a:chExt cx="159232" cy="314510"/>
            </a:xfrm>
          </p:grpSpPr>
          <p:sp>
            <p:nvSpPr>
              <p:cNvPr id="16809" name="Google Shape;16809;p8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0" name="Google Shape;16810;p8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11" name="Google Shape;16811;p80"/>
            <p:cNvGrpSpPr/>
            <p:nvPr/>
          </p:nvGrpSpPr>
          <p:grpSpPr>
            <a:xfrm>
              <a:off x="2933305" y="4097347"/>
              <a:ext cx="118572" cy="294074"/>
              <a:chOff x="3343310" y="4475555"/>
              <a:chExt cx="127717" cy="316753"/>
            </a:xfrm>
          </p:grpSpPr>
          <p:sp>
            <p:nvSpPr>
              <p:cNvPr id="16812" name="Google Shape;16812;p8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3" name="Google Shape;16813;p8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814" name="Google Shape;16814;p80"/>
          <p:cNvGrpSpPr/>
          <p:nvPr/>
        </p:nvGrpSpPr>
        <p:grpSpPr>
          <a:xfrm>
            <a:off x="4256908" y="1866669"/>
            <a:ext cx="1433821" cy="191501"/>
            <a:chOff x="4273350" y="2080469"/>
            <a:chExt cx="1433821" cy="191501"/>
          </a:xfrm>
        </p:grpSpPr>
        <p:grpSp>
          <p:nvGrpSpPr>
            <p:cNvPr id="16815" name="Google Shape;16815;p80"/>
            <p:cNvGrpSpPr/>
            <p:nvPr/>
          </p:nvGrpSpPr>
          <p:grpSpPr>
            <a:xfrm>
              <a:off x="4273350" y="2080469"/>
              <a:ext cx="1433821" cy="0"/>
              <a:chOff x="5224975" y="2962250"/>
              <a:chExt cx="1544400" cy="0"/>
            </a:xfrm>
          </p:grpSpPr>
          <p:cxnSp>
            <p:nvCxnSpPr>
              <p:cNvPr id="16816" name="Google Shape;16816;p80"/>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6817" name="Google Shape;16817;p80"/>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16818" name="Google Shape;16818;p80"/>
            <p:cNvGrpSpPr/>
            <p:nvPr/>
          </p:nvGrpSpPr>
          <p:grpSpPr>
            <a:xfrm>
              <a:off x="4273350" y="2271969"/>
              <a:ext cx="1433821" cy="0"/>
              <a:chOff x="5224975" y="2962250"/>
              <a:chExt cx="1544400" cy="0"/>
            </a:xfrm>
          </p:grpSpPr>
          <p:cxnSp>
            <p:nvCxnSpPr>
              <p:cNvPr id="16819" name="Google Shape;16819;p80"/>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6820" name="Google Shape;16820;p80"/>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16821" name="Google Shape;16821;p80"/>
          <p:cNvGrpSpPr/>
          <p:nvPr/>
        </p:nvGrpSpPr>
        <p:grpSpPr>
          <a:xfrm>
            <a:off x="4258463" y="969236"/>
            <a:ext cx="1430711" cy="743389"/>
            <a:chOff x="5159450" y="1919950"/>
            <a:chExt cx="1541050" cy="862500"/>
          </a:xfrm>
        </p:grpSpPr>
        <p:sp>
          <p:nvSpPr>
            <p:cNvPr id="16822" name="Google Shape;16822;p80"/>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16823" name="Google Shape;16823;p80"/>
            <p:cNvGrpSpPr/>
            <p:nvPr/>
          </p:nvGrpSpPr>
          <p:grpSpPr>
            <a:xfrm>
              <a:off x="5159450" y="1919950"/>
              <a:ext cx="1541050" cy="862500"/>
              <a:chOff x="5159450" y="1919950"/>
              <a:chExt cx="1541050" cy="862500"/>
            </a:xfrm>
          </p:grpSpPr>
          <p:cxnSp>
            <p:nvCxnSpPr>
              <p:cNvPr id="16824" name="Google Shape;16824;p80"/>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16825" name="Google Shape;16825;p80"/>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16826" name="Google Shape;16826;p80"/>
          <p:cNvGrpSpPr/>
          <p:nvPr/>
        </p:nvGrpSpPr>
        <p:grpSpPr>
          <a:xfrm>
            <a:off x="4248577" y="2192564"/>
            <a:ext cx="1450484" cy="1052087"/>
            <a:chOff x="5230575" y="1554475"/>
            <a:chExt cx="2137150" cy="1550150"/>
          </a:xfrm>
        </p:grpSpPr>
        <p:sp>
          <p:nvSpPr>
            <p:cNvPr id="16827" name="Google Shape;16827;p80"/>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8" name="Google Shape;16828;p80"/>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80"/>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0" name="Google Shape;16830;p80"/>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1" name="Google Shape;16831;p80"/>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2" name="Google Shape;16832;p80"/>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80"/>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80"/>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80"/>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80"/>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80"/>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8" name="Google Shape;16838;p80"/>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9" name="Google Shape;16839;p80"/>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40" name="Google Shape;16840;p80"/>
          <p:cNvGrpSpPr/>
          <p:nvPr/>
        </p:nvGrpSpPr>
        <p:grpSpPr>
          <a:xfrm rot="10800000">
            <a:off x="4265127" y="3284753"/>
            <a:ext cx="1417383" cy="887946"/>
            <a:chOff x="5645403" y="2920021"/>
            <a:chExt cx="2650800" cy="2180614"/>
          </a:xfrm>
        </p:grpSpPr>
        <p:sp>
          <p:nvSpPr>
            <p:cNvPr id="16841" name="Google Shape;16841;p80"/>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842" name="Google Shape;16842;p80"/>
            <p:cNvCxnSpPr>
              <a:stCxn id="16841"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16843" name="Google Shape;16843;p80"/>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844" name="Google Shape;16844;p80"/>
            <p:cNvCxnSpPr>
              <a:endCxn id="16843"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16845" name="Google Shape;16845;p80"/>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846" name="Google Shape;16846;p80"/>
            <p:cNvCxnSpPr>
              <a:stCxn id="16845"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16847" name="Google Shape;16847;p80"/>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848" name="Google Shape;16848;p80"/>
            <p:cNvCxnSpPr>
              <a:endCxn id="16847"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16849" name="Google Shape;16849;p80"/>
          <p:cNvGrpSpPr/>
          <p:nvPr/>
        </p:nvGrpSpPr>
        <p:grpSpPr>
          <a:xfrm>
            <a:off x="7365487" y="2188108"/>
            <a:ext cx="1071743" cy="1021579"/>
            <a:chOff x="7189833" y="2022667"/>
            <a:chExt cx="1251159" cy="1192597"/>
          </a:xfrm>
        </p:grpSpPr>
        <p:sp>
          <p:nvSpPr>
            <p:cNvPr id="16850" name="Google Shape;16850;p80"/>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1" name="Google Shape;16851;p80"/>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2" name="Google Shape;16852;p80"/>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3" name="Google Shape;16853;p80"/>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54" name="Google Shape;16854;p80"/>
          <p:cNvGrpSpPr/>
          <p:nvPr/>
        </p:nvGrpSpPr>
        <p:grpSpPr>
          <a:xfrm>
            <a:off x="706758" y="2614515"/>
            <a:ext cx="1695374" cy="1560837"/>
            <a:chOff x="727421" y="2828315"/>
            <a:chExt cx="1695374" cy="1560837"/>
          </a:xfrm>
        </p:grpSpPr>
        <p:grpSp>
          <p:nvGrpSpPr>
            <p:cNvPr id="16855" name="Google Shape;16855;p80"/>
            <p:cNvGrpSpPr/>
            <p:nvPr/>
          </p:nvGrpSpPr>
          <p:grpSpPr>
            <a:xfrm>
              <a:off x="819108" y="2882501"/>
              <a:ext cx="103104" cy="1426186"/>
              <a:chOff x="4674013" y="3100904"/>
              <a:chExt cx="122758" cy="1698043"/>
            </a:xfrm>
          </p:grpSpPr>
          <p:sp>
            <p:nvSpPr>
              <p:cNvPr id="16856" name="Google Shape;16856;p80"/>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7" name="Google Shape;16857;p80"/>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8" name="Google Shape;16858;p80"/>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80"/>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80"/>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80"/>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2" name="Google Shape;16862;p80"/>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63" name="Google Shape;16863;p80"/>
            <p:cNvGrpSpPr/>
            <p:nvPr/>
          </p:nvGrpSpPr>
          <p:grpSpPr>
            <a:xfrm>
              <a:off x="1062475" y="2882501"/>
              <a:ext cx="103104" cy="1426186"/>
              <a:chOff x="4940438" y="3100904"/>
              <a:chExt cx="122758" cy="1698043"/>
            </a:xfrm>
          </p:grpSpPr>
          <p:sp>
            <p:nvSpPr>
              <p:cNvPr id="16864" name="Google Shape;16864;p80"/>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5" name="Google Shape;16865;p80"/>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6" name="Google Shape;16866;p80"/>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7" name="Google Shape;16867;p80"/>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8" name="Google Shape;16868;p80"/>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80"/>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0" name="Google Shape;16870;p80"/>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71" name="Google Shape;16871;p80"/>
            <p:cNvGrpSpPr/>
            <p:nvPr/>
          </p:nvGrpSpPr>
          <p:grpSpPr>
            <a:xfrm>
              <a:off x="1299324" y="2882501"/>
              <a:ext cx="103104" cy="1426186"/>
              <a:chOff x="5206863" y="3100904"/>
              <a:chExt cx="122758" cy="1698043"/>
            </a:xfrm>
          </p:grpSpPr>
          <p:sp>
            <p:nvSpPr>
              <p:cNvPr id="16872" name="Google Shape;16872;p8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3" name="Google Shape;16873;p8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8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5" name="Google Shape;16875;p8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6" name="Google Shape;16876;p8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8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8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79" name="Google Shape;16879;p80"/>
            <p:cNvGrpSpPr/>
            <p:nvPr/>
          </p:nvGrpSpPr>
          <p:grpSpPr>
            <a:xfrm>
              <a:off x="1786057" y="2882501"/>
              <a:ext cx="103104" cy="1426186"/>
              <a:chOff x="6006138" y="3143629"/>
              <a:chExt cx="122758" cy="1698043"/>
            </a:xfrm>
          </p:grpSpPr>
          <p:sp>
            <p:nvSpPr>
              <p:cNvPr id="16880" name="Google Shape;16880;p8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1" name="Google Shape;16881;p8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2" name="Google Shape;16882;p8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8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4" name="Google Shape;16884;p8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5" name="Google Shape;16885;p8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6" name="Google Shape;16886;p8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87" name="Google Shape;16887;p80"/>
            <p:cNvGrpSpPr/>
            <p:nvPr/>
          </p:nvGrpSpPr>
          <p:grpSpPr>
            <a:xfrm>
              <a:off x="2029422" y="2882501"/>
              <a:ext cx="103104" cy="1426186"/>
              <a:chOff x="6805413" y="3100904"/>
              <a:chExt cx="122758" cy="1698043"/>
            </a:xfrm>
          </p:grpSpPr>
          <p:sp>
            <p:nvSpPr>
              <p:cNvPr id="16888" name="Google Shape;16888;p80"/>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9" name="Google Shape;16889;p80"/>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0" name="Google Shape;16890;p80"/>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80"/>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2" name="Google Shape;16892;p80"/>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3" name="Google Shape;16893;p80"/>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4" name="Google Shape;16894;p80"/>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95" name="Google Shape;16895;p80"/>
            <p:cNvGrpSpPr/>
            <p:nvPr/>
          </p:nvGrpSpPr>
          <p:grpSpPr>
            <a:xfrm>
              <a:off x="727421" y="2828315"/>
              <a:ext cx="1695374" cy="1560837"/>
              <a:chOff x="734799" y="2782450"/>
              <a:chExt cx="1571100" cy="1577400"/>
            </a:xfrm>
          </p:grpSpPr>
          <p:cxnSp>
            <p:nvCxnSpPr>
              <p:cNvPr id="16896" name="Google Shape;16896;p80"/>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6897" name="Google Shape;16897;p80"/>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6898" name="Google Shape;16898;p80"/>
            <p:cNvGrpSpPr/>
            <p:nvPr/>
          </p:nvGrpSpPr>
          <p:grpSpPr>
            <a:xfrm>
              <a:off x="2272795" y="2882501"/>
              <a:ext cx="103104" cy="1426186"/>
              <a:chOff x="5206863" y="3100904"/>
              <a:chExt cx="122758" cy="1698043"/>
            </a:xfrm>
          </p:grpSpPr>
          <p:sp>
            <p:nvSpPr>
              <p:cNvPr id="16899" name="Google Shape;16899;p8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0" name="Google Shape;16900;p8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1" name="Google Shape;16901;p8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2" name="Google Shape;16902;p8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3" name="Google Shape;16903;p8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4" name="Google Shape;16904;p8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5" name="Google Shape;16905;p8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06" name="Google Shape;16906;p80"/>
            <p:cNvGrpSpPr/>
            <p:nvPr/>
          </p:nvGrpSpPr>
          <p:grpSpPr>
            <a:xfrm>
              <a:off x="1542694" y="2882501"/>
              <a:ext cx="103104" cy="1426186"/>
              <a:chOff x="6006138" y="3143629"/>
              <a:chExt cx="122758" cy="1698043"/>
            </a:xfrm>
          </p:grpSpPr>
          <p:sp>
            <p:nvSpPr>
              <p:cNvPr id="16907" name="Google Shape;16907;p8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8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8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0" name="Google Shape;16910;p8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1" name="Google Shape;16911;p8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2" name="Google Shape;16912;p8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3" name="Google Shape;16913;p8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914" name="Google Shape;16914;p80"/>
          <p:cNvGrpSpPr/>
          <p:nvPr/>
        </p:nvGrpSpPr>
        <p:grpSpPr>
          <a:xfrm>
            <a:off x="5915338" y="2192087"/>
            <a:ext cx="1248543" cy="1025319"/>
            <a:chOff x="5183758" y="1210600"/>
            <a:chExt cx="3605380" cy="2960783"/>
          </a:xfrm>
        </p:grpSpPr>
        <p:sp>
          <p:nvSpPr>
            <p:cNvPr id="16915" name="Google Shape;16915;p80"/>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6" name="Google Shape;16916;p80"/>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7" name="Google Shape;16917;p80"/>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80"/>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919" name="Google Shape;16919;p80"/>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16920" name="Google Shape;16920;p80"/>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16921" name="Google Shape;16921;p80"/>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16922" name="Google Shape;16922;p80"/>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16923" name="Google Shape;16923;p80"/>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24" name="Google Shape;16924;p80"/>
          <p:cNvGrpSpPr/>
          <p:nvPr/>
        </p:nvGrpSpPr>
        <p:grpSpPr>
          <a:xfrm>
            <a:off x="5772399" y="3330404"/>
            <a:ext cx="2664831" cy="843440"/>
            <a:chOff x="5916567" y="1099697"/>
            <a:chExt cx="2556683" cy="809211"/>
          </a:xfrm>
        </p:grpSpPr>
        <p:sp>
          <p:nvSpPr>
            <p:cNvPr id="16925" name="Google Shape;16925;p80"/>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6" name="Google Shape;16926;p80"/>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7" name="Google Shape;16927;p80"/>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8" name="Google Shape;16928;p80"/>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9" name="Google Shape;16929;p80"/>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80"/>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1" name="Google Shape;16931;p80"/>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2" name="Google Shape;16932;p80"/>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33" name="Google Shape;16933;p80"/>
          <p:cNvGrpSpPr/>
          <p:nvPr/>
        </p:nvGrpSpPr>
        <p:grpSpPr>
          <a:xfrm>
            <a:off x="5879940" y="979263"/>
            <a:ext cx="1299851" cy="1023338"/>
            <a:chOff x="5900602" y="1193063"/>
            <a:chExt cx="1299851" cy="1023338"/>
          </a:xfrm>
        </p:grpSpPr>
        <p:grpSp>
          <p:nvGrpSpPr>
            <p:cNvPr id="16934" name="Google Shape;16934;p80"/>
            <p:cNvGrpSpPr/>
            <p:nvPr/>
          </p:nvGrpSpPr>
          <p:grpSpPr>
            <a:xfrm>
              <a:off x="6743564" y="1193063"/>
              <a:ext cx="456889" cy="700379"/>
              <a:chOff x="6743564" y="1193063"/>
              <a:chExt cx="456889" cy="700379"/>
            </a:xfrm>
          </p:grpSpPr>
          <p:grpSp>
            <p:nvGrpSpPr>
              <p:cNvPr id="16935" name="Google Shape;16935;p80"/>
              <p:cNvGrpSpPr/>
              <p:nvPr/>
            </p:nvGrpSpPr>
            <p:grpSpPr>
              <a:xfrm>
                <a:off x="6743564" y="1690731"/>
                <a:ext cx="214402" cy="202710"/>
                <a:chOff x="6743564" y="1690731"/>
                <a:chExt cx="214402" cy="202710"/>
              </a:xfrm>
            </p:grpSpPr>
            <p:sp>
              <p:nvSpPr>
                <p:cNvPr id="16936" name="Google Shape;16936;p80"/>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7" name="Google Shape;16937;p80"/>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38" name="Google Shape;16938;p80"/>
              <p:cNvGrpSpPr/>
              <p:nvPr/>
            </p:nvGrpSpPr>
            <p:grpSpPr>
              <a:xfrm>
                <a:off x="6915505" y="1193063"/>
                <a:ext cx="284947" cy="589637"/>
                <a:chOff x="6915505" y="1193063"/>
                <a:chExt cx="284947" cy="589637"/>
              </a:xfrm>
            </p:grpSpPr>
            <p:sp>
              <p:nvSpPr>
                <p:cNvPr id="16939" name="Google Shape;16939;p80"/>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940" name="Google Shape;16940;p80"/>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16941" name="Google Shape;16941;p80"/>
            <p:cNvGrpSpPr/>
            <p:nvPr/>
          </p:nvGrpSpPr>
          <p:grpSpPr>
            <a:xfrm>
              <a:off x="6520337" y="1193063"/>
              <a:ext cx="341815" cy="801589"/>
              <a:chOff x="6520337" y="1193063"/>
              <a:chExt cx="341815" cy="801589"/>
            </a:xfrm>
          </p:grpSpPr>
          <p:grpSp>
            <p:nvGrpSpPr>
              <p:cNvPr id="16942" name="Google Shape;16942;p80"/>
              <p:cNvGrpSpPr/>
              <p:nvPr/>
            </p:nvGrpSpPr>
            <p:grpSpPr>
              <a:xfrm>
                <a:off x="6520337" y="1589527"/>
                <a:ext cx="213950" cy="405125"/>
                <a:chOff x="6520337" y="1589527"/>
                <a:chExt cx="213950" cy="405125"/>
              </a:xfrm>
            </p:grpSpPr>
            <p:sp>
              <p:nvSpPr>
                <p:cNvPr id="16943" name="Google Shape;16943;p80"/>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4" name="Google Shape;16944;p80"/>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45" name="Google Shape;16945;p80"/>
              <p:cNvGrpSpPr/>
              <p:nvPr/>
            </p:nvGrpSpPr>
            <p:grpSpPr>
              <a:xfrm>
                <a:off x="6577204" y="1193063"/>
                <a:ext cx="284947" cy="453562"/>
                <a:chOff x="6577204" y="1193063"/>
                <a:chExt cx="284947" cy="453562"/>
              </a:xfrm>
            </p:grpSpPr>
            <p:sp>
              <p:nvSpPr>
                <p:cNvPr id="16946" name="Google Shape;16946;p80"/>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947" name="Google Shape;16947;p80"/>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16948" name="Google Shape;16948;p80"/>
            <p:cNvGrpSpPr/>
            <p:nvPr/>
          </p:nvGrpSpPr>
          <p:grpSpPr>
            <a:xfrm>
              <a:off x="6238903" y="1193063"/>
              <a:ext cx="300475" cy="901782"/>
              <a:chOff x="6238903" y="1193063"/>
              <a:chExt cx="300475" cy="901782"/>
            </a:xfrm>
          </p:grpSpPr>
          <p:grpSp>
            <p:nvGrpSpPr>
              <p:cNvPr id="16949" name="Google Shape;16949;p80"/>
              <p:cNvGrpSpPr/>
              <p:nvPr/>
            </p:nvGrpSpPr>
            <p:grpSpPr>
              <a:xfrm>
                <a:off x="6290865" y="1489315"/>
                <a:ext cx="248514" cy="605530"/>
                <a:chOff x="6290865" y="1489315"/>
                <a:chExt cx="248514" cy="605530"/>
              </a:xfrm>
            </p:grpSpPr>
            <p:sp>
              <p:nvSpPr>
                <p:cNvPr id="16950" name="Google Shape;16950;p80"/>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1" name="Google Shape;16951;p80"/>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2" name="Google Shape;16952;p80"/>
              <p:cNvGrpSpPr/>
              <p:nvPr/>
            </p:nvGrpSpPr>
            <p:grpSpPr>
              <a:xfrm>
                <a:off x="6238903" y="1193063"/>
                <a:ext cx="284947" cy="327512"/>
                <a:chOff x="6238903" y="1193063"/>
                <a:chExt cx="284947" cy="327512"/>
              </a:xfrm>
            </p:grpSpPr>
            <p:sp>
              <p:nvSpPr>
                <p:cNvPr id="16953" name="Google Shape;16953;p80"/>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954" name="Google Shape;16954;p80"/>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16955" name="Google Shape;16955;p80"/>
            <p:cNvGrpSpPr/>
            <p:nvPr/>
          </p:nvGrpSpPr>
          <p:grpSpPr>
            <a:xfrm>
              <a:off x="5900602" y="1193063"/>
              <a:ext cx="444345" cy="1023338"/>
              <a:chOff x="5900602" y="1193063"/>
              <a:chExt cx="444345" cy="1023338"/>
            </a:xfrm>
          </p:grpSpPr>
          <p:grpSp>
            <p:nvGrpSpPr>
              <p:cNvPr id="16956" name="Google Shape;16956;p80"/>
              <p:cNvGrpSpPr/>
              <p:nvPr/>
            </p:nvGrpSpPr>
            <p:grpSpPr>
              <a:xfrm>
                <a:off x="6046501" y="1367785"/>
                <a:ext cx="298446" cy="848616"/>
                <a:chOff x="6046501" y="1367785"/>
                <a:chExt cx="298446" cy="848616"/>
              </a:xfrm>
            </p:grpSpPr>
            <p:sp>
              <p:nvSpPr>
                <p:cNvPr id="16957" name="Google Shape;16957;p80"/>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8" name="Google Shape;16958;p80"/>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9" name="Google Shape;16959;p80"/>
              <p:cNvGrpSpPr/>
              <p:nvPr/>
            </p:nvGrpSpPr>
            <p:grpSpPr>
              <a:xfrm>
                <a:off x="5900602" y="1193063"/>
                <a:ext cx="284947" cy="182312"/>
                <a:chOff x="5900602" y="1193063"/>
                <a:chExt cx="284947" cy="182312"/>
              </a:xfrm>
            </p:grpSpPr>
            <p:sp>
              <p:nvSpPr>
                <p:cNvPr id="16960" name="Google Shape;16960;p80"/>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961" name="Google Shape;16961;p80"/>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16962" name="Google Shape;16962;p80"/>
          <p:cNvGrpSpPr/>
          <p:nvPr/>
        </p:nvGrpSpPr>
        <p:grpSpPr>
          <a:xfrm>
            <a:off x="7217822" y="979408"/>
            <a:ext cx="1219413" cy="1051365"/>
            <a:chOff x="7287122" y="1165658"/>
            <a:chExt cx="1219413" cy="1051365"/>
          </a:xfrm>
        </p:grpSpPr>
        <p:grpSp>
          <p:nvGrpSpPr>
            <p:cNvPr id="16963" name="Google Shape;16963;p80"/>
            <p:cNvGrpSpPr/>
            <p:nvPr/>
          </p:nvGrpSpPr>
          <p:grpSpPr>
            <a:xfrm>
              <a:off x="7287122" y="1969723"/>
              <a:ext cx="1219413" cy="247300"/>
              <a:chOff x="7287122" y="1969723"/>
              <a:chExt cx="1219413" cy="247300"/>
            </a:xfrm>
          </p:grpSpPr>
          <p:sp>
            <p:nvSpPr>
              <p:cNvPr id="16964" name="Google Shape;16964;p80"/>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965" name="Google Shape;16965;p80"/>
              <p:cNvGrpSpPr/>
              <p:nvPr/>
            </p:nvGrpSpPr>
            <p:grpSpPr>
              <a:xfrm>
                <a:off x="7287122" y="2063892"/>
                <a:ext cx="1151753" cy="73428"/>
                <a:chOff x="7287122" y="2063892"/>
                <a:chExt cx="1151753" cy="73428"/>
              </a:xfrm>
            </p:grpSpPr>
            <p:sp>
              <p:nvSpPr>
                <p:cNvPr id="16966" name="Google Shape;16966;p80"/>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967" name="Google Shape;16967;p80"/>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6968" name="Google Shape;16968;p80"/>
            <p:cNvGrpSpPr/>
            <p:nvPr/>
          </p:nvGrpSpPr>
          <p:grpSpPr>
            <a:xfrm>
              <a:off x="7287122" y="1712201"/>
              <a:ext cx="1219403" cy="246767"/>
              <a:chOff x="7287122" y="1712201"/>
              <a:chExt cx="1219403" cy="246767"/>
            </a:xfrm>
          </p:grpSpPr>
          <p:sp>
            <p:nvSpPr>
              <p:cNvPr id="16969" name="Google Shape;16969;p80"/>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970" name="Google Shape;16970;p80"/>
              <p:cNvGrpSpPr/>
              <p:nvPr/>
            </p:nvGrpSpPr>
            <p:grpSpPr>
              <a:xfrm>
                <a:off x="7287122" y="1842861"/>
                <a:ext cx="1005303" cy="73419"/>
                <a:chOff x="7287122" y="1842861"/>
                <a:chExt cx="1005303" cy="73419"/>
              </a:xfrm>
            </p:grpSpPr>
            <p:sp>
              <p:nvSpPr>
                <p:cNvPr id="16971" name="Google Shape;16971;p80"/>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972" name="Google Shape;16972;p80"/>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6973" name="Google Shape;16973;p80"/>
            <p:cNvGrpSpPr/>
            <p:nvPr/>
          </p:nvGrpSpPr>
          <p:grpSpPr>
            <a:xfrm>
              <a:off x="7287122" y="1447520"/>
              <a:ext cx="1219403" cy="286667"/>
              <a:chOff x="7287122" y="1447520"/>
              <a:chExt cx="1219403" cy="286667"/>
            </a:xfrm>
          </p:grpSpPr>
          <p:sp>
            <p:nvSpPr>
              <p:cNvPr id="16974" name="Google Shape;16974;p80"/>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975" name="Google Shape;16975;p80"/>
              <p:cNvGrpSpPr/>
              <p:nvPr/>
            </p:nvGrpSpPr>
            <p:grpSpPr>
              <a:xfrm>
                <a:off x="7287122" y="1581977"/>
                <a:ext cx="852803" cy="73428"/>
                <a:chOff x="7287122" y="1581977"/>
                <a:chExt cx="852803" cy="73428"/>
              </a:xfrm>
            </p:grpSpPr>
            <p:sp>
              <p:nvSpPr>
                <p:cNvPr id="16976" name="Google Shape;16976;p80"/>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977" name="Google Shape;16977;p80"/>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6978" name="Google Shape;16978;p80"/>
            <p:cNvGrpSpPr/>
            <p:nvPr/>
          </p:nvGrpSpPr>
          <p:grpSpPr>
            <a:xfrm>
              <a:off x="7287122" y="1165658"/>
              <a:ext cx="1219403" cy="344253"/>
              <a:chOff x="7287122" y="1165658"/>
              <a:chExt cx="1219403" cy="344253"/>
            </a:xfrm>
          </p:grpSpPr>
          <p:sp>
            <p:nvSpPr>
              <p:cNvPr id="16979" name="Google Shape;16979;p80"/>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980" name="Google Shape;16980;p80"/>
              <p:cNvGrpSpPr/>
              <p:nvPr/>
            </p:nvGrpSpPr>
            <p:grpSpPr>
              <a:xfrm>
                <a:off x="7287122" y="1341025"/>
                <a:ext cx="695703" cy="73419"/>
                <a:chOff x="7287122" y="1341025"/>
                <a:chExt cx="695703" cy="73419"/>
              </a:xfrm>
            </p:grpSpPr>
            <p:sp>
              <p:nvSpPr>
                <p:cNvPr id="16981" name="Google Shape;16981;p80"/>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982" name="Google Shape;16982;p80"/>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986" name="Shape 16986"/>
        <p:cNvGrpSpPr/>
        <p:nvPr/>
      </p:nvGrpSpPr>
      <p:grpSpPr>
        <a:xfrm>
          <a:off x="0" y="0"/>
          <a:ext cx="0" cy="0"/>
          <a:chOff x="0" y="0"/>
          <a:chExt cx="0" cy="0"/>
        </a:xfrm>
      </p:grpSpPr>
      <p:sp>
        <p:nvSpPr>
          <p:cNvPr id="16987" name="Google Shape;16987;p81"/>
          <p:cNvSpPr txBox="1"/>
          <p:nvPr>
            <p:ph idx="4294967295" type="body"/>
          </p:nvPr>
        </p:nvSpPr>
        <p:spPr>
          <a:xfrm>
            <a:off x="828875" y="1176707"/>
            <a:ext cx="7525800" cy="76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16988" name="Google Shape;16988;p81"/>
          <p:cNvGrpSpPr/>
          <p:nvPr/>
        </p:nvGrpSpPr>
        <p:grpSpPr>
          <a:xfrm>
            <a:off x="845855" y="2307733"/>
            <a:ext cx="340168" cy="298978"/>
            <a:chOff x="892750" y="267400"/>
            <a:chExt cx="483125" cy="424625"/>
          </a:xfrm>
        </p:grpSpPr>
        <p:sp>
          <p:nvSpPr>
            <p:cNvPr id="16989" name="Google Shape;16989;p81"/>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990" name="Google Shape;16990;p81"/>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991" name="Google Shape;16991;p81"/>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992" name="Google Shape;16992;p81"/>
          <p:cNvGrpSpPr/>
          <p:nvPr/>
        </p:nvGrpSpPr>
        <p:grpSpPr>
          <a:xfrm>
            <a:off x="1284289" y="2287121"/>
            <a:ext cx="298996" cy="340204"/>
            <a:chOff x="1516475" y="238075"/>
            <a:chExt cx="424650" cy="483175"/>
          </a:xfrm>
        </p:grpSpPr>
        <p:sp>
          <p:nvSpPr>
            <p:cNvPr id="16993" name="Google Shape;16993;p81"/>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994" name="Google Shape;16994;p81"/>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995" name="Google Shape;16995;p81"/>
          <p:cNvGrpSpPr/>
          <p:nvPr/>
        </p:nvGrpSpPr>
        <p:grpSpPr>
          <a:xfrm>
            <a:off x="1677380" y="2367520"/>
            <a:ext cx="341488" cy="179405"/>
            <a:chOff x="2080675" y="352325"/>
            <a:chExt cx="485000" cy="254800"/>
          </a:xfrm>
        </p:grpSpPr>
        <p:sp>
          <p:nvSpPr>
            <p:cNvPr id="16996" name="Google Shape;16996;p81"/>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997" name="Google Shape;16997;p81"/>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998" name="Google Shape;16998;p81"/>
          <p:cNvGrpSpPr/>
          <p:nvPr/>
        </p:nvGrpSpPr>
        <p:grpSpPr>
          <a:xfrm>
            <a:off x="2126559" y="2287138"/>
            <a:ext cx="298996" cy="340168"/>
            <a:chOff x="2705375" y="238125"/>
            <a:chExt cx="424650" cy="483125"/>
          </a:xfrm>
        </p:grpSpPr>
        <p:sp>
          <p:nvSpPr>
            <p:cNvPr id="16999" name="Google Shape;16999;p81"/>
            <p:cNvSpPr/>
            <p:nvPr/>
          </p:nvSpPr>
          <p:spPr>
            <a:xfrm>
              <a:off x="2705375" y="238125"/>
              <a:ext cx="424650" cy="483125"/>
            </a:xfrm>
            <a:custGeom>
              <a:rect b="b" l="l" r="r" t="t"/>
              <a:pathLst>
                <a:path extrusionOk="0" h="19325" w="16986">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000" name="Google Shape;17000;p81"/>
            <p:cNvSpPr/>
            <p:nvPr/>
          </p:nvSpPr>
          <p:spPr>
            <a:xfrm>
              <a:off x="2903525" y="407950"/>
              <a:ext cx="28350" cy="228375"/>
            </a:xfrm>
            <a:custGeom>
              <a:rect b="b" l="l" r="r" t="t"/>
              <a:pathLst>
                <a:path extrusionOk="0" h="9135" w="1134">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001" name="Google Shape;17001;p81"/>
            <p:cNvSpPr/>
            <p:nvPr/>
          </p:nvSpPr>
          <p:spPr>
            <a:xfrm>
              <a:off x="2988450" y="407950"/>
              <a:ext cx="28350" cy="228375"/>
            </a:xfrm>
            <a:custGeom>
              <a:rect b="b" l="l" r="r" t="t"/>
              <a:pathLst>
                <a:path extrusionOk="0" h="9135" w="1134">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002" name="Google Shape;17002;p81"/>
            <p:cNvSpPr/>
            <p:nvPr/>
          </p:nvSpPr>
          <p:spPr>
            <a:xfrm>
              <a:off x="2818625" y="407950"/>
              <a:ext cx="28325" cy="228375"/>
            </a:xfrm>
            <a:custGeom>
              <a:rect b="b" l="l" r="r" t="t"/>
              <a:pathLst>
                <a:path extrusionOk="0" h="9135" w="1133">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7003" name="Google Shape;17003;p81"/>
          <p:cNvGrpSpPr/>
          <p:nvPr/>
        </p:nvGrpSpPr>
        <p:grpSpPr>
          <a:xfrm>
            <a:off x="2542700" y="2287455"/>
            <a:ext cx="301161" cy="339535"/>
            <a:chOff x="3299850" y="238575"/>
            <a:chExt cx="427725" cy="482225"/>
          </a:xfrm>
        </p:grpSpPr>
        <p:sp>
          <p:nvSpPr>
            <p:cNvPr id="17004" name="Google Shape;17004;p81"/>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005" name="Google Shape;17005;p81"/>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006" name="Google Shape;17006;p81"/>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007" name="Google Shape;17007;p81"/>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008" name="Google Shape;17008;p81"/>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7009" name="Google Shape;17009;p81"/>
          <p:cNvGrpSpPr/>
          <p:nvPr/>
        </p:nvGrpSpPr>
        <p:grpSpPr>
          <a:xfrm>
            <a:off x="2929622" y="2287138"/>
            <a:ext cx="352455" cy="340168"/>
            <a:chOff x="3857225" y="238125"/>
            <a:chExt cx="500575" cy="483125"/>
          </a:xfrm>
        </p:grpSpPr>
        <p:sp>
          <p:nvSpPr>
            <p:cNvPr id="17010" name="Google Shape;17010;p81"/>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011" name="Google Shape;17011;p81"/>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012" name="Google Shape;17012;p81"/>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013" name="Google Shape;17013;p81"/>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014" name="Google Shape;17014;p81"/>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015" name="Google Shape;17015;p81"/>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016" name="Google Shape;17016;p81"/>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7017" name="Google Shape;17017;p81"/>
          <p:cNvSpPr/>
          <p:nvPr/>
        </p:nvSpPr>
        <p:spPr>
          <a:xfrm>
            <a:off x="3347096" y="2287135"/>
            <a:ext cx="352455" cy="340116"/>
          </a:xfrm>
          <a:custGeom>
            <a:rect b="b" l="l" r="r" t="t"/>
            <a:pathLst>
              <a:path extrusionOk="0" h="19322" w="20023">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7018" name="Google Shape;17018;p81"/>
          <p:cNvGrpSpPr/>
          <p:nvPr/>
        </p:nvGrpSpPr>
        <p:grpSpPr>
          <a:xfrm>
            <a:off x="3776398" y="2287165"/>
            <a:ext cx="340186" cy="340116"/>
            <a:chOff x="5053900" y="238200"/>
            <a:chExt cx="483150" cy="483050"/>
          </a:xfrm>
        </p:grpSpPr>
        <p:sp>
          <p:nvSpPr>
            <p:cNvPr id="17019" name="Google Shape;17019;p81"/>
            <p:cNvSpPr/>
            <p:nvPr/>
          </p:nvSpPr>
          <p:spPr>
            <a:xfrm>
              <a:off x="5053900" y="238200"/>
              <a:ext cx="483150" cy="483050"/>
            </a:xfrm>
            <a:custGeom>
              <a:rect b="b" l="l" r="r" t="t"/>
              <a:pathLst>
                <a:path extrusionOk="0" h="19322" w="19326">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020" name="Google Shape;17020;p81"/>
            <p:cNvSpPr/>
            <p:nvPr/>
          </p:nvSpPr>
          <p:spPr>
            <a:xfrm>
              <a:off x="5422900" y="465550"/>
              <a:ext cx="56550" cy="28325"/>
            </a:xfrm>
            <a:custGeom>
              <a:rect b="b" l="l" r="r" t="t"/>
              <a:pathLst>
                <a:path extrusionOk="0" h="1133" w="2262">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021" name="Google Shape;17021;p81"/>
            <p:cNvSpPr/>
            <p:nvPr/>
          </p:nvSpPr>
          <p:spPr>
            <a:xfrm>
              <a:off x="5224725" y="578775"/>
              <a:ext cx="141500" cy="28350"/>
            </a:xfrm>
            <a:custGeom>
              <a:rect b="b" l="l" r="r" t="t"/>
              <a:pathLst>
                <a:path extrusionOk="0" h="1134" w="566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022" name="Google Shape;17022;p81"/>
            <p:cNvSpPr/>
            <p:nvPr/>
          </p:nvSpPr>
          <p:spPr>
            <a:xfrm>
              <a:off x="5224725" y="635400"/>
              <a:ext cx="141500" cy="28325"/>
            </a:xfrm>
            <a:custGeom>
              <a:rect b="b" l="l" r="r" t="t"/>
              <a:pathLst>
                <a:path extrusionOk="0" h="1133" w="566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7023" name="Google Shape;17023;p81"/>
          <p:cNvGrpSpPr/>
          <p:nvPr/>
        </p:nvGrpSpPr>
        <p:grpSpPr>
          <a:xfrm>
            <a:off x="4190348" y="2287138"/>
            <a:ext cx="340168" cy="340168"/>
            <a:chOff x="5648375" y="238125"/>
            <a:chExt cx="483125" cy="483125"/>
          </a:xfrm>
        </p:grpSpPr>
        <p:sp>
          <p:nvSpPr>
            <p:cNvPr id="17024" name="Google Shape;17024;p81"/>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025" name="Google Shape;17025;p81"/>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026" name="Google Shape;17026;p81"/>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027" name="Google Shape;17027;p81"/>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028" name="Google Shape;17028;p81"/>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029" name="Google Shape;17029;p81"/>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030" name="Google Shape;17030;p81"/>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031" name="Google Shape;17031;p81"/>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032" name="Google Shape;17032;p81"/>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033" name="Google Shape;17033;p81"/>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7034" name="Google Shape;17034;p81"/>
          <p:cNvGrpSpPr/>
          <p:nvPr/>
        </p:nvGrpSpPr>
        <p:grpSpPr>
          <a:xfrm>
            <a:off x="4607035" y="2287138"/>
            <a:ext cx="340168" cy="340168"/>
            <a:chOff x="6242825" y="238125"/>
            <a:chExt cx="483125" cy="483125"/>
          </a:xfrm>
        </p:grpSpPr>
        <p:sp>
          <p:nvSpPr>
            <p:cNvPr id="17035" name="Google Shape;17035;p81"/>
            <p:cNvSpPr/>
            <p:nvPr/>
          </p:nvSpPr>
          <p:spPr>
            <a:xfrm>
              <a:off x="6242825" y="238125"/>
              <a:ext cx="483125" cy="483125"/>
            </a:xfrm>
            <a:custGeom>
              <a:rect b="b" l="l" r="r" t="t"/>
              <a:pathLst>
                <a:path extrusionOk="0" h="19325" w="19325">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036" name="Google Shape;17036;p81"/>
            <p:cNvSpPr/>
            <p:nvPr/>
          </p:nvSpPr>
          <p:spPr>
            <a:xfrm>
              <a:off x="6328725" y="324025"/>
              <a:ext cx="311400" cy="311400"/>
            </a:xfrm>
            <a:custGeom>
              <a:rect b="b" l="l" r="r" t="t"/>
              <a:pathLst>
                <a:path extrusionOk="0" h="12456" w="12456">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037" name="Google Shape;17037;p81"/>
            <p:cNvSpPr/>
            <p:nvPr/>
          </p:nvSpPr>
          <p:spPr>
            <a:xfrm>
              <a:off x="6441950" y="380575"/>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7038" name="Google Shape;17038;p81"/>
          <p:cNvGrpSpPr/>
          <p:nvPr/>
        </p:nvGrpSpPr>
        <p:grpSpPr>
          <a:xfrm>
            <a:off x="844156" y="2727362"/>
            <a:ext cx="343566" cy="298943"/>
            <a:chOff x="889275" y="861850"/>
            <a:chExt cx="487950" cy="424575"/>
          </a:xfrm>
        </p:grpSpPr>
        <p:sp>
          <p:nvSpPr>
            <p:cNvPr id="17039" name="Google Shape;17039;p81"/>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040" name="Google Shape;17040;p81"/>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041" name="Google Shape;17041;p81"/>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042" name="Google Shape;17042;p81"/>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7043" name="Google Shape;17043;p81"/>
          <p:cNvSpPr/>
          <p:nvPr/>
        </p:nvSpPr>
        <p:spPr>
          <a:xfrm>
            <a:off x="1282125" y="2706628"/>
            <a:ext cx="302974" cy="340204"/>
          </a:xfrm>
          <a:custGeom>
            <a:rect b="b" l="l" r="r" t="t"/>
            <a:pathLst>
              <a:path extrusionOk="0" h="19327" w="17212">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044" name="Google Shape;17044;p81"/>
          <p:cNvSpPr/>
          <p:nvPr/>
        </p:nvSpPr>
        <p:spPr>
          <a:xfrm>
            <a:off x="1677131" y="2706628"/>
            <a:ext cx="341506" cy="340204"/>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7045" name="Google Shape;17045;p81"/>
          <p:cNvGrpSpPr/>
          <p:nvPr/>
        </p:nvGrpSpPr>
        <p:grpSpPr>
          <a:xfrm>
            <a:off x="2105973" y="2706749"/>
            <a:ext cx="340168" cy="340168"/>
            <a:chOff x="2676100" y="832575"/>
            <a:chExt cx="483125" cy="483125"/>
          </a:xfrm>
        </p:grpSpPr>
        <p:sp>
          <p:nvSpPr>
            <p:cNvPr id="17046" name="Google Shape;17046;p81"/>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047" name="Google Shape;17047;p81"/>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048" name="Google Shape;17048;p81"/>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7049" name="Google Shape;17049;p81"/>
          <p:cNvGrpSpPr/>
          <p:nvPr/>
        </p:nvGrpSpPr>
        <p:grpSpPr>
          <a:xfrm>
            <a:off x="2517477" y="2706749"/>
            <a:ext cx="351610" cy="340168"/>
            <a:chOff x="3270550" y="832575"/>
            <a:chExt cx="499375" cy="483125"/>
          </a:xfrm>
        </p:grpSpPr>
        <p:sp>
          <p:nvSpPr>
            <p:cNvPr id="17050" name="Google Shape;17050;p81"/>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051" name="Google Shape;17051;p81"/>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052" name="Google Shape;17052;p81"/>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7053" name="Google Shape;17053;p81"/>
          <p:cNvGrpSpPr/>
          <p:nvPr/>
        </p:nvGrpSpPr>
        <p:grpSpPr>
          <a:xfrm>
            <a:off x="2935756" y="2717381"/>
            <a:ext cx="340186" cy="318904"/>
            <a:chOff x="3865000" y="847675"/>
            <a:chExt cx="483150" cy="452925"/>
          </a:xfrm>
        </p:grpSpPr>
        <p:sp>
          <p:nvSpPr>
            <p:cNvPr id="17054" name="Google Shape;17054;p81"/>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055" name="Google Shape;17055;p81"/>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056" name="Google Shape;17056;p81"/>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057" name="Google Shape;17057;p81"/>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7058" name="Google Shape;17058;p81"/>
          <p:cNvGrpSpPr/>
          <p:nvPr/>
        </p:nvGrpSpPr>
        <p:grpSpPr>
          <a:xfrm>
            <a:off x="3351439" y="2727300"/>
            <a:ext cx="344798" cy="299066"/>
            <a:chOff x="4452900" y="861750"/>
            <a:chExt cx="489700" cy="424750"/>
          </a:xfrm>
        </p:grpSpPr>
        <p:sp>
          <p:nvSpPr>
            <p:cNvPr id="17059" name="Google Shape;17059;p81"/>
            <p:cNvSpPr/>
            <p:nvPr/>
          </p:nvSpPr>
          <p:spPr>
            <a:xfrm>
              <a:off x="4452900" y="861750"/>
              <a:ext cx="489700" cy="424750"/>
            </a:xfrm>
            <a:custGeom>
              <a:rect b="b" l="l" r="r" t="t"/>
              <a:pathLst>
                <a:path extrusionOk="0" h="16990" w="19588">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060" name="Google Shape;17060;p81"/>
            <p:cNvSpPr/>
            <p:nvPr/>
          </p:nvSpPr>
          <p:spPr>
            <a:xfrm>
              <a:off x="4572675" y="1074100"/>
              <a:ext cx="115375" cy="141625"/>
            </a:xfrm>
            <a:custGeom>
              <a:rect b="b" l="l" r="r" t="t"/>
              <a:pathLst>
                <a:path extrusionOk="0" h="5665" w="4615">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061" name="Google Shape;17061;p81"/>
            <p:cNvSpPr/>
            <p:nvPr/>
          </p:nvSpPr>
          <p:spPr>
            <a:xfrm>
              <a:off x="4714225" y="1060000"/>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7062" name="Google Shape;17062;p81"/>
          <p:cNvGrpSpPr/>
          <p:nvPr/>
        </p:nvGrpSpPr>
        <p:grpSpPr>
          <a:xfrm>
            <a:off x="3768671" y="2706758"/>
            <a:ext cx="355641" cy="340151"/>
            <a:chOff x="5049750" y="832600"/>
            <a:chExt cx="505100" cy="483100"/>
          </a:xfrm>
        </p:grpSpPr>
        <p:sp>
          <p:nvSpPr>
            <p:cNvPr id="17063" name="Google Shape;17063;p81"/>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064" name="Google Shape;17064;p81"/>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7065" name="Google Shape;17065;p81"/>
          <p:cNvSpPr/>
          <p:nvPr/>
        </p:nvSpPr>
        <p:spPr>
          <a:xfrm>
            <a:off x="4188930" y="2731276"/>
            <a:ext cx="341700" cy="290899"/>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7066" name="Google Shape;17066;p81"/>
          <p:cNvGrpSpPr/>
          <p:nvPr/>
        </p:nvGrpSpPr>
        <p:grpSpPr>
          <a:xfrm>
            <a:off x="4627621" y="2706749"/>
            <a:ext cx="298996" cy="340168"/>
            <a:chOff x="6272100" y="832575"/>
            <a:chExt cx="424650" cy="483125"/>
          </a:xfrm>
        </p:grpSpPr>
        <p:sp>
          <p:nvSpPr>
            <p:cNvPr id="17067" name="Google Shape;17067;p81"/>
            <p:cNvSpPr/>
            <p:nvPr/>
          </p:nvSpPr>
          <p:spPr>
            <a:xfrm>
              <a:off x="6272100" y="832575"/>
              <a:ext cx="424650" cy="483125"/>
            </a:xfrm>
            <a:custGeom>
              <a:rect b="b" l="l" r="r" t="t"/>
              <a:pathLst>
                <a:path extrusionOk="0" h="19325" w="16986">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068" name="Google Shape;17068;p81"/>
            <p:cNvSpPr/>
            <p:nvPr/>
          </p:nvSpPr>
          <p:spPr>
            <a:xfrm>
              <a:off x="6384200" y="889150"/>
              <a:ext cx="199300" cy="198200"/>
            </a:xfrm>
            <a:custGeom>
              <a:rect b="b" l="l" r="r" t="t"/>
              <a:pathLst>
                <a:path extrusionOk="0" h="7928" w="7972">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7069" name="Google Shape;17069;p81"/>
          <p:cNvGrpSpPr/>
          <p:nvPr/>
        </p:nvGrpSpPr>
        <p:grpSpPr>
          <a:xfrm>
            <a:off x="845828" y="3125798"/>
            <a:ext cx="340221" cy="340186"/>
            <a:chOff x="893650" y="1428000"/>
            <a:chExt cx="483200" cy="483150"/>
          </a:xfrm>
        </p:grpSpPr>
        <p:sp>
          <p:nvSpPr>
            <p:cNvPr id="17070" name="Google Shape;17070;p81"/>
            <p:cNvSpPr/>
            <p:nvPr/>
          </p:nvSpPr>
          <p:spPr>
            <a:xfrm>
              <a:off x="893650" y="1428000"/>
              <a:ext cx="483200" cy="483150"/>
            </a:xfrm>
            <a:custGeom>
              <a:rect b="b" l="l" r="r" t="t"/>
              <a:pathLst>
                <a:path extrusionOk="0" h="19326" w="19328">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071" name="Google Shape;17071;p81"/>
            <p:cNvSpPr/>
            <p:nvPr/>
          </p:nvSpPr>
          <p:spPr>
            <a:xfrm>
              <a:off x="1036150" y="1514825"/>
              <a:ext cx="198175" cy="28325"/>
            </a:xfrm>
            <a:custGeom>
              <a:rect b="b" l="l" r="r" t="t"/>
              <a:pathLst>
                <a:path extrusionOk="0" h="1133" w="7927">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072" name="Google Shape;17072;p81"/>
            <p:cNvSpPr/>
            <p:nvPr/>
          </p:nvSpPr>
          <p:spPr>
            <a:xfrm>
              <a:off x="1036150" y="1571425"/>
              <a:ext cx="198175" cy="28325"/>
            </a:xfrm>
            <a:custGeom>
              <a:rect b="b" l="l" r="r" t="t"/>
              <a:pathLst>
                <a:path extrusionOk="0" h="1133" w="7927">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073" name="Google Shape;17073;p81"/>
            <p:cNvSpPr/>
            <p:nvPr/>
          </p:nvSpPr>
          <p:spPr>
            <a:xfrm>
              <a:off x="1036150" y="1628050"/>
              <a:ext cx="113275" cy="28325"/>
            </a:xfrm>
            <a:custGeom>
              <a:rect b="b" l="l" r="r" t="t"/>
              <a:pathLst>
                <a:path extrusionOk="0" h="1133" w="4531">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7074" name="Google Shape;17074;p81"/>
          <p:cNvSpPr/>
          <p:nvPr/>
        </p:nvSpPr>
        <p:spPr>
          <a:xfrm>
            <a:off x="1263531" y="3186074"/>
            <a:ext cx="340168" cy="219257"/>
          </a:xfrm>
          <a:custGeom>
            <a:rect b="b" l="l" r="r" t="t"/>
            <a:pathLst>
              <a:path extrusionOk="0" h="12456" w="19325">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075" name="Google Shape;17075;p81"/>
          <p:cNvSpPr/>
          <p:nvPr/>
        </p:nvSpPr>
        <p:spPr>
          <a:xfrm>
            <a:off x="1671076" y="3125647"/>
            <a:ext cx="353617" cy="340133"/>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7076" name="Google Shape;17076;p81"/>
          <p:cNvGrpSpPr/>
          <p:nvPr/>
        </p:nvGrpSpPr>
        <p:grpSpPr>
          <a:xfrm>
            <a:off x="2099646" y="3146463"/>
            <a:ext cx="352825" cy="298855"/>
            <a:chOff x="2676100" y="1456375"/>
            <a:chExt cx="501100" cy="424450"/>
          </a:xfrm>
        </p:grpSpPr>
        <p:sp>
          <p:nvSpPr>
            <p:cNvPr id="17077" name="Google Shape;17077;p81"/>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078" name="Google Shape;17078;p81"/>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079" name="Google Shape;17079;p81"/>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7080" name="Google Shape;17080;p81"/>
          <p:cNvGrpSpPr/>
          <p:nvPr/>
        </p:nvGrpSpPr>
        <p:grpSpPr>
          <a:xfrm>
            <a:off x="2523170" y="3125806"/>
            <a:ext cx="340221" cy="340168"/>
            <a:chOff x="3270475" y="1427025"/>
            <a:chExt cx="483200" cy="483125"/>
          </a:xfrm>
        </p:grpSpPr>
        <p:sp>
          <p:nvSpPr>
            <p:cNvPr id="17081" name="Google Shape;17081;p81"/>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082" name="Google Shape;17082;p81"/>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083" name="Google Shape;17083;p81"/>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7084" name="Google Shape;17084;p81"/>
          <p:cNvGrpSpPr/>
          <p:nvPr/>
        </p:nvGrpSpPr>
        <p:grpSpPr>
          <a:xfrm>
            <a:off x="2934083" y="3125780"/>
            <a:ext cx="343530" cy="340221"/>
            <a:chOff x="3860250" y="1427025"/>
            <a:chExt cx="487900" cy="483200"/>
          </a:xfrm>
        </p:grpSpPr>
        <p:sp>
          <p:nvSpPr>
            <p:cNvPr id="17085" name="Google Shape;17085;p81"/>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086" name="Google Shape;17086;p81"/>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087" name="Google Shape;17087;p81"/>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7088" name="Google Shape;17088;p81"/>
          <p:cNvSpPr/>
          <p:nvPr/>
        </p:nvSpPr>
        <p:spPr>
          <a:xfrm>
            <a:off x="3353203" y="3125629"/>
            <a:ext cx="340239" cy="340168"/>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089" name="Google Shape;17089;p81"/>
          <p:cNvSpPr/>
          <p:nvPr/>
        </p:nvSpPr>
        <p:spPr>
          <a:xfrm>
            <a:off x="3774142" y="3125620"/>
            <a:ext cx="343530" cy="340186"/>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7090" name="Google Shape;17090;p81"/>
          <p:cNvGrpSpPr/>
          <p:nvPr/>
        </p:nvGrpSpPr>
        <p:grpSpPr>
          <a:xfrm>
            <a:off x="4190322" y="3125806"/>
            <a:ext cx="340221" cy="340168"/>
            <a:chOff x="5648375" y="1427025"/>
            <a:chExt cx="483200" cy="483125"/>
          </a:xfrm>
        </p:grpSpPr>
        <p:sp>
          <p:nvSpPr>
            <p:cNvPr id="17091" name="Google Shape;17091;p81"/>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092" name="Google Shape;17092;p81"/>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7093" name="Google Shape;17093;p81"/>
          <p:cNvGrpSpPr/>
          <p:nvPr/>
        </p:nvGrpSpPr>
        <p:grpSpPr>
          <a:xfrm>
            <a:off x="4604808" y="3125789"/>
            <a:ext cx="344622" cy="340204"/>
            <a:chOff x="6238300" y="1426975"/>
            <a:chExt cx="489450" cy="483175"/>
          </a:xfrm>
        </p:grpSpPr>
        <p:sp>
          <p:nvSpPr>
            <p:cNvPr id="17094" name="Google Shape;17094;p81"/>
            <p:cNvSpPr/>
            <p:nvPr/>
          </p:nvSpPr>
          <p:spPr>
            <a:xfrm>
              <a:off x="6238300" y="1426975"/>
              <a:ext cx="489450" cy="483175"/>
            </a:xfrm>
            <a:custGeom>
              <a:rect b="b" l="l" r="r" t="t"/>
              <a:pathLst>
                <a:path extrusionOk="0" h="19327" w="19578">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095" name="Google Shape;17095;p81"/>
            <p:cNvSpPr/>
            <p:nvPr/>
          </p:nvSpPr>
          <p:spPr>
            <a:xfrm>
              <a:off x="6426850" y="1596875"/>
              <a:ext cx="115150" cy="113250"/>
            </a:xfrm>
            <a:custGeom>
              <a:rect b="b" l="l" r="r" t="t"/>
              <a:pathLst>
                <a:path extrusionOk="0" h="4530" w="4606">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096" name="Google Shape;17096;p81"/>
            <p:cNvSpPr/>
            <p:nvPr/>
          </p:nvSpPr>
          <p:spPr>
            <a:xfrm>
              <a:off x="6485350" y="1796900"/>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7097" name="Google Shape;17097;p81"/>
          <p:cNvSpPr/>
          <p:nvPr/>
        </p:nvSpPr>
        <p:spPr>
          <a:xfrm>
            <a:off x="865437" y="3545273"/>
            <a:ext cx="300792" cy="338725"/>
          </a:xfrm>
          <a:custGeom>
            <a:rect b="b" l="l" r="r" t="t"/>
            <a:pathLst>
              <a:path extrusionOk="0" h="19243" w="17088">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7098" name="Google Shape;17098;p81"/>
          <p:cNvGrpSpPr/>
          <p:nvPr/>
        </p:nvGrpSpPr>
        <p:grpSpPr>
          <a:xfrm>
            <a:off x="1263703" y="3544794"/>
            <a:ext cx="340168" cy="340186"/>
            <a:chOff x="1487200" y="2021475"/>
            <a:chExt cx="483125" cy="483150"/>
          </a:xfrm>
        </p:grpSpPr>
        <p:sp>
          <p:nvSpPr>
            <p:cNvPr id="17099" name="Google Shape;17099;p81"/>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100" name="Google Shape;17100;p81"/>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101" name="Google Shape;17101;p81"/>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102" name="Google Shape;17102;p81"/>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7103" name="Google Shape;17103;p81"/>
          <p:cNvGrpSpPr/>
          <p:nvPr/>
        </p:nvGrpSpPr>
        <p:grpSpPr>
          <a:xfrm>
            <a:off x="1678040" y="3565398"/>
            <a:ext cx="340168" cy="298978"/>
            <a:chOff x="2081650" y="2050750"/>
            <a:chExt cx="483125" cy="424625"/>
          </a:xfrm>
        </p:grpSpPr>
        <p:sp>
          <p:nvSpPr>
            <p:cNvPr id="17104" name="Google Shape;17104;p81"/>
            <p:cNvSpPr/>
            <p:nvPr/>
          </p:nvSpPr>
          <p:spPr>
            <a:xfrm>
              <a:off x="2081650" y="2050750"/>
              <a:ext cx="483125" cy="424625"/>
            </a:xfrm>
            <a:custGeom>
              <a:rect b="b" l="l" r="r" t="t"/>
              <a:pathLst>
                <a:path extrusionOk="0" h="16985" w="19325">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105" name="Google Shape;17105;p81"/>
            <p:cNvSpPr/>
            <p:nvPr/>
          </p:nvSpPr>
          <p:spPr>
            <a:xfrm>
              <a:off x="2136375" y="2292025"/>
              <a:ext cx="36400" cy="41975"/>
            </a:xfrm>
            <a:custGeom>
              <a:rect b="b" l="l" r="r" t="t"/>
              <a:pathLst>
                <a:path extrusionOk="0" h="1679" w="1456">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106" name="Google Shape;17106;p81"/>
            <p:cNvSpPr/>
            <p:nvPr/>
          </p:nvSpPr>
          <p:spPr>
            <a:xfrm>
              <a:off x="2296850" y="2220800"/>
              <a:ext cx="46075" cy="51650"/>
            </a:xfrm>
            <a:custGeom>
              <a:rect b="b" l="l" r="r" t="t"/>
              <a:pathLst>
                <a:path extrusionOk="0" h="2066" w="1843">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107" name="Google Shape;17107;p81"/>
            <p:cNvSpPr/>
            <p:nvPr/>
          </p:nvSpPr>
          <p:spPr>
            <a:xfrm>
              <a:off x="2158650" y="2216775"/>
              <a:ext cx="47275" cy="51425"/>
            </a:xfrm>
            <a:custGeom>
              <a:rect b="b" l="l" r="r" t="t"/>
              <a:pathLst>
                <a:path extrusionOk="0" h="2057" w="1891">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108" name="Google Shape;17108;p81"/>
            <p:cNvSpPr/>
            <p:nvPr/>
          </p:nvSpPr>
          <p:spPr>
            <a:xfrm>
              <a:off x="2426475" y="2255725"/>
              <a:ext cx="55875" cy="46900"/>
            </a:xfrm>
            <a:custGeom>
              <a:rect b="b" l="l" r="r" t="t"/>
              <a:pathLst>
                <a:path extrusionOk="0" h="1876" w="2235">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109" name="Google Shape;17109;p81"/>
            <p:cNvSpPr/>
            <p:nvPr/>
          </p:nvSpPr>
          <p:spPr>
            <a:xfrm>
              <a:off x="2473050" y="2192325"/>
              <a:ext cx="37000" cy="41500"/>
            </a:xfrm>
            <a:custGeom>
              <a:rect b="b" l="l" r="r" t="t"/>
              <a:pathLst>
                <a:path extrusionOk="0" h="1660" w="148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7110" name="Google Shape;17110;p81"/>
          <p:cNvGrpSpPr/>
          <p:nvPr/>
        </p:nvGrpSpPr>
        <p:grpSpPr>
          <a:xfrm>
            <a:off x="2105973" y="3588721"/>
            <a:ext cx="340168" cy="252332"/>
            <a:chOff x="2676100" y="2083800"/>
            <a:chExt cx="483125" cy="358375"/>
          </a:xfrm>
        </p:grpSpPr>
        <p:sp>
          <p:nvSpPr>
            <p:cNvPr id="17111" name="Google Shape;17111;p81"/>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112" name="Google Shape;17112;p81"/>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7113" name="Google Shape;17113;p81"/>
          <p:cNvGrpSpPr/>
          <p:nvPr/>
        </p:nvGrpSpPr>
        <p:grpSpPr>
          <a:xfrm>
            <a:off x="2531487" y="3554766"/>
            <a:ext cx="323587" cy="320242"/>
            <a:chOff x="3282325" y="2035675"/>
            <a:chExt cx="459575" cy="454825"/>
          </a:xfrm>
        </p:grpSpPr>
        <p:sp>
          <p:nvSpPr>
            <p:cNvPr id="17114" name="Google Shape;17114;p81"/>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115" name="Google Shape;17115;p81"/>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116" name="Google Shape;17116;p81"/>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117" name="Google Shape;17117;p81"/>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7118" name="Google Shape;17118;p81"/>
          <p:cNvSpPr/>
          <p:nvPr/>
        </p:nvSpPr>
        <p:spPr>
          <a:xfrm>
            <a:off x="2940184" y="3556291"/>
            <a:ext cx="330434" cy="316687"/>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119" name="Google Shape;17119;p81"/>
          <p:cNvSpPr/>
          <p:nvPr/>
        </p:nvSpPr>
        <p:spPr>
          <a:xfrm>
            <a:off x="3373188" y="3544543"/>
            <a:ext cx="300263" cy="340186"/>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7120" name="Google Shape;17120;p81"/>
          <p:cNvGrpSpPr/>
          <p:nvPr/>
        </p:nvGrpSpPr>
        <p:grpSpPr>
          <a:xfrm>
            <a:off x="3776187" y="3544803"/>
            <a:ext cx="340608" cy="340168"/>
            <a:chOff x="5053900" y="2021500"/>
            <a:chExt cx="483750" cy="483125"/>
          </a:xfrm>
        </p:grpSpPr>
        <p:sp>
          <p:nvSpPr>
            <p:cNvPr id="17121" name="Google Shape;17121;p81"/>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122" name="Google Shape;17122;p81"/>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123" name="Google Shape;17123;p81"/>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124" name="Google Shape;17124;p81"/>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125" name="Google Shape;17125;p81"/>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126" name="Google Shape;17126;p81"/>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127" name="Google Shape;17127;p81"/>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128" name="Google Shape;17128;p81"/>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7129" name="Google Shape;17129;p81"/>
          <p:cNvSpPr/>
          <p:nvPr/>
        </p:nvSpPr>
        <p:spPr>
          <a:xfrm>
            <a:off x="4249525" y="3544640"/>
            <a:ext cx="220489" cy="339992"/>
          </a:xfrm>
          <a:custGeom>
            <a:rect b="b" l="l" r="r" t="t"/>
            <a:pathLst>
              <a:path extrusionOk="0" h="19315" w="12526">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7130" name="Google Shape;17130;p81"/>
          <p:cNvGrpSpPr/>
          <p:nvPr/>
        </p:nvGrpSpPr>
        <p:grpSpPr>
          <a:xfrm>
            <a:off x="4601286" y="3547971"/>
            <a:ext cx="351663" cy="333831"/>
            <a:chOff x="6222125" y="2025975"/>
            <a:chExt cx="499450" cy="474125"/>
          </a:xfrm>
        </p:grpSpPr>
        <p:sp>
          <p:nvSpPr>
            <p:cNvPr id="17131" name="Google Shape;17131;p81"/>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132" name="Google Shape;17132;p81"/>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133" name="Google Shape;17133;p81"/>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7134" name="Google Shape;17134;p81"/>
          <p:cNvGrpSpPr/>
          <p:nvPr/>
        </p:nvGrpSpPr>
        <p:grpSpPr>
          <a:xfrm>
            <a:off x="5058848" y="2364541"/>
            <a:ext cx="335504" cy="185953"/>
            <a:chOff x="896050" y="2725450"/>
            <a:chExt cx="476500" cy="264100"/>
          </a:xfrm>
        </p:grpSpPr>
        <p:sp>
          <p:nvSpPr>
            <p:cNvPr id="17135" name="Google Shape;17135;p81"/>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136" name="Google Shape;17136;p81"/>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137" name="Google Shape;17137;p81"/>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7138" name="Google Shape;17138;p81"/>
          <p:cNvGrpSpPr/>
          <p:nvPr/>
        </p:nvGrpSpPr>
        <p:grpSpPr>
          <a:xfrm>
            <a:off x="5489588" y="2287425"/>
            <a:ext cx="340168" cy="340186"/>
            <a:chOff x="1487200" y="2615925"/>
            <a:chExt cx="483125" cy="483150"/>
          </a:xfrm>
        </p:grpSpPr>
        <p:sp>
          <p:nvSpPr>
            <p:cNvPr id="17139" name="Google Shape;17139;p81"/>
            <p:cNvSpPr/>
            <p:nvPr/>
          </p:nvSpPr>
          <p:spPr>
            <a:xfrm>
              <a:off x="1601400" y="2844275"/>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140" name="Google Shape;17140;p81"/>
            <p:cNvSpPr/>
            <p:nvPr/>
          </p:nvSpPr>
          <p:spPr>
            <a:xfrm>
              <a:off x="1487200" y="2731050"/>
              <a:ext cx="483125" cy="368025"/>
            </a:xfrm>
            <a:custGeom>
              <a:rect b="b" l="l" r="r" t="t"/>
              <a:pathLst>
                <a:path extrusionOk="0" h="14721" w="19325">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141" name="Google Shape;17141;p81"/>
            <p:cNvSpPr/>
            <p:nvPr/>
          </p:nvSpPr>
          <p:spPr>
            <a:xfrm>
              <a:off x="1658025" y="2615925"/>
              <a:ext cx="141550" cy="143450"/>
            </a:xfrm>
            <a:custGeom>
              <a:rect b="b" l="l" r="r" t="t"/>
              <a:pathLst>
                <a:path extrusionOk="0" h="5738" w="5662">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7142" name="Google Shape;17142;p81"/>
          <p:cNvGrpSpPr/>
          <p:nvPr/>
        </p:nvGrpSpPr>
        <p:grpSpPr>
          <a:xfrm>
            <a:off x="5889537" y="2287425"/>
            <a:ext cx="353564" cy="340186"/>
            <a:chOff x="2077575" y="2615925"/>
            <a:chExt cx="502150" cy="483150"/>
          </a:xfrm>
        </p:grpSpPr>
        <p:sp>
          <p:nvSpPr>
            <p:cNvPr id="17143" name="Google Shape;17143;p81"/>
            <p:cNvSpPr/>
            <p:nvPr/>
          </p:nvSpPr>
          <p:spPr>
            <a:xfrm>
              <a:off x="2213375" y="2817500"/>
              <a:ext cx="151225" cy="148400"/>
            </a:xfrm>
            <a:custGeom>
              <a:rect b="b" l="l" r="r" t="t"/>
              <a:pathLst>
                <a:path extrusionOk="0" h="5936" w="6049">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144" name="Google Shape;17144;p81"/>
            <p:cNvSpPr/>
            <p:nvPr/>
          </p:nvSpPr>
          <p:spPr>
            <a:xfrm>
              <a:off x="2333550" y="2737450"/>
              <a:ext cx="51050" cy="48325"/>
            </a:xfrm>
            <a:custGeom>
              <a:rect b="b" l="l" r="r" t="t"/>
              <a:pathLst>
                <a:path extrusionOk="0" h="1933" w="2042">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145" name="Google Shape;17145;p81"/>
            <p:cNvSpPr/>
            <p:nvPr/>
          </p:nvSpPr>
          <p:spPr>
            <a:xfrm>
              <a:off x="2393550" y="2797500"/>
              <a:ext cx="51125" cy="48375"/>
            </a:xfrm>
            <a:custGeom>
              <a:rect b="b" l="l" r="r" t="t"/>
              <a:pathLst>
                <a:path extrusionOk="0" h="1935" w="2045">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146" name="Google Shape;17146;p81"/>
            <p:cNvSpPr/>
            <p:nvPr/>
          </p:nvSpPr>
          <p:spPr>
            <a:xfrm>
              <a:off x="2077575" y="2615925"/>
              <a:ext cx="502150" cy="483150"/>
            </a:xfrm>
            <a:custGeom>
              <a:rect b="b" l="l" r="r" t="t"/>
              <a:pathLst>
                <a:path extrusionOk="0" h="19326" w="20086">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7147" name="Google Shape;17147;p81"/>
          <p:cNvGrpSpPr/>
          <p:nvPr/>
        </p:nvGrpSpPr>
        <p:grpSpPr>
          <a:xfrm>
            <a:off x="6313326" y="2303452"/>
            <a:ext cx="334536" cy="308132"/>
            <a:chOff x="2680100" y="2638725"/>
            <a:chExt cx="475125" cy="437625"/>
          </a:xfrm>
        </p:grpSpPr>
        <p:sp>
          <p:nvSpPr>
            <p:cNvPr id="17148" name="Google Shape;17148;p81"/>
            <p:cNvSpPr/>
            <p:nvPr/>
          </p:nvSpPr>
          <p:spPr>
            <a:xfrm>
              <a:off x="2680100" y="2638725"/>
              <a:ext cx="475125" cy="437625"/>
            </a:xfrm>
            <a:custGeom>
              <a:rect b="b" l="l" r="r" t="t"/>
              <a:pathLst>
                <a:path extrusionOk="0" h="17505" w="19005">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149" name="Google Shape;17149;p81"/>
            <p:cNvSpPr/>
            <p:nvPr/>
          </p:nvSpPr>
          <p:spPr>
            <a:xfrm>
              <a:off x="2795000" y="2810525"/>
              <a:ext cx="237800" cy="164300"/>
            </a:xfrm>
            <a:custGeom>
              <a:rect b="b" l="l" r="r" t="t"/>
              <a:pathLst>
                <a:path extrusionOk="0" h="6572" w="9512">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150" name="Google Shape;17150;p81"/>
            <p:cNvSpPr/>
            <p:nvPr/>
          </p:nvSpPr>
          <p:spPr>
            <a:xfrm>
              <a:off x="2871900" y="2856725"/>
              <a:ext cx="91525" cy="28350"/>
            </a:xfrm>
            <a:custGeom>
              <a:rect b="b" l="l" r="r" t="t"/>
              <a:pathLst>
                <a:path extrusionOk="0" h="1134" w="3661">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151" name="Google Shape;17151;p81"/>
            <p:cNvSpPr/>
            <p:nvPr/>
          </p:nvSpPr>
          <p:spPr>
            <a:xfrm>
              <a:off x="2845500" y="2900300"/>
              <a:ext cx="144350" cy="28325"/>
            </a:xfrm>
            <a:custGeom>
              <a:rect b="b" l="l" r="r" t="t"/>
              <a:pathLst>
                <a:path extrusionOk="0" h="1133" w="5774">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7152" name="Google Shape;17152;p81"/>
          <p:cNvGrpSpPr/>
          <p:nvPr/>
        </p:nvGrpSpPr>
        <p:grpSpPr>
          <a:xfrm>
            <a:off x="6778965" y="2287425"/>
            <a:ext cx="239183" cy="340186"/>
            <a:chOff x="3342275" y="2615925"/>
            <a:chExt cx="339700" cy="483150"/>
          </a:xfrm>
        </p:grpSpPr>
        <p:sp>
          <p:nvSpPr>
            <p:cNvPr id="17153" name="Google Shape;17153;p81"/>
            <p:cNvSpPr/>
            <p:nvPr/>
          </p:nvSpPr>
          <p:spPr>
            <a:xfrm>
              <a:off x="3342275" y="2615925"/>
              <a:ext cx="339700" cy="483150"/>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154" name="Google Shape;17154;p81"/>
            <p:cNvSpPr/>
            <p:nvPr/>
          </p:nvSpPr>
          <p:spPr>
            <a:xfrm>
              <a:off x="3461600" y="3030200"/>
              <a:ext cx="101025" cy="28325"/>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7155" name="Google Shape;17155;p81"/>
          <p:cNvSpPr/>
          <p:nvPr/>
        </p:nvSpPr>
        <p:spPr>
          <a:xfrm>
            <a:off x="7172212" y="2287100"/>
            <a:ext cx="279052" cy="340186"/>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156" name="Google Shape;17156;p81"/>
          <p:cNvSpPr/>
          <p:nvPr/>
        </p:nvSpPr>
        <p:spPr>
          <a:xfrm>
            <a:off x="7565246" y="2297730"/>
            <a:ext cx="340186" cy="318922"/>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157" name="Google Shape;17157;p81"/>
          <p:cNvSpPr/>
          <p:nvPr/>
        </p:nvSpPr>
        <p:spPr>
          <a:xfrm>
            <a:off x="7990101" y="2297730"/>
            <a:ext cx="340186" cy="318922"/>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7158" name="Google Shape;17158;p81"/>
          <p:cNvGrpSpPr/>
          <p:nvPr/>
        </p:nvGrpSpPr>
        <p:grpSpPr>
          <a:xfrm>
            <a:off x="6415846" y="3956426"/>
            <a:ext cx="339482" cy="339271"/>
            <a:chOff x="5648900" y="2616600"/>
            <a:chExt cx="482150" cy="481850"/>
          </a:xfrm>
        </p:grpSpPr>
        <p:sp>
          <p:nvSpPr>
            <p:cNvPr id="17159" name="Google Shape;17159;p81"/>
            <p:cNvSpPr/>
            <p:nvPr/>
          </p:nvSpPr>
          <p:spPr>
            <a:xfrm>
              <a:off x="5811500" y="2777025"/>
              <a:ext cx="156875" cy="148275"/>
            </a:xfrm>
            <a:custGeom>
              <a:rect b="b" l="l" r="r" t="t"/>
              <a:pathLst>
                <a:path extrusionOk="0" h="5931" w="6275">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160" name="Google Shape;17160;p81"/>
            <p:cNvSpPr/>
            <p:nvPr/>
          </p:nvSpPr>
          <p:spPr>
            <a:xfrm>
              <a:off x="5648900" y="2616600"/>
              <a:ext cx="482150" cy="481850"/>
            </a:xfrm>
            <a:custGeom>
              <a:rect b="b" l="l" r="r" t="t"/>
              <a:pathLst>
                <a:path extrusionOk="0" h="19274" w="19286">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7161" name="Google Shape;17161;p81"/>
          <p:cNvGrpSpPr/>
          <p:nvPr/>
        </p:nvGrpSpPr>
        <p:grpSpPr>
          <a:xfrm>
            <a:off x="4735130" y="3963142"/>
            <a:ext cx="325626" cy="325694"/>
            <a:chOff x="6242825" y="2615925"/>
            <a:chExt cx="483125" cy="483225"/>
          </a:xfrm>
        </p:grpSpPr>
        <p:sp>
          <p:nvSpPr>
            <p:cNvPr id="17162" name="Google Shape;17162;p81"/>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163" name="Google Shape;17163;p81"/>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164" name="Google Shape;17164;p81"/>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165" name="Google Shape;17165;p81"/>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166" name="Google Shape;17166;p81"/>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7167" name="Google Shape;17167;p81"/>
          <p:cNvSpPr/>
          <p:nvPr/>
        </p:nvSpPr>
        <p:spPr>
          <a:xfrm>
            <a:off x="5053509" y="2716141"/>
            <a:ext cx="345977" cy="321175"/>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7168" name="Google Shape;17168;p81"/>
          <p:cNvGrpSpPr/>
          <p:nvPr/>
        </p:nvGrpSpPr>
        <p:grpSpPr>
          <a:xfrm>
            <a:off x="5488629" y="2707036"/>
            <a:ext cx="342087" cy="340186"/>
            <a:chOff x="1487200" y="3210375"/>
            <a:chExt cx="485850" cy="483150"/>
          </a:xfrm>
        </p:grpSpPr>
        <p:sp>
          <p:nvSpPr>
            <p:cNvPr id="17169" name="Google Shape;17169;p81"/>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170" name="Google Shape;17170;p81"/>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171" name="Google Shape;17171;p81"/>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7172" name="Google Shape;17172;p81"/>
          <p:cNvSpPr/>
          <p:nvPr/>
        </p:nvSpPr>
        <p:spPr>
          <a:xfrm>
            <a:off x="5895994" y="2739750"/>
            <a:ext cx="340168" cy="273948"/>
          </a:xfrm>
          <a:custGeom>
            <a:rect b="b" l="l" r="r" t="t"/>
            <a:pathLst>
              <a:path extrusionOk="0" h="15563" w="19325">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173" name="Google Shape;17173;p81"/>
          <p:cNvSpPr/>
          <p:nvPr/>
        </p:nvSpPr>
        <p:spPr>
          <a:xfrm>
            <a:off x="6310174" y="2774289"/>
            <a:ext cx="340221" cy="204858"/>
          </a:xfrm>
          <a:custGeom>
            <a:rect b="b" l="l" r="r" t="t"/>
            <a:pathLst>
              <a:path extrusionOk="0" h="11638" w="19328">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7174" name="Google Shape;17174;p81"/>
          <p:cNvGrpSpPr/>
          <p:nvPr/>
        </p:nvGrpSpPr>
        <p:grpSpPr>
          <a:xfrm>
            <a:off x="6727988" y="2707027"/>
            <a:ext cx="341136" cy="340204"/>
            <a:chOff x="3269875" y="3210400"/>
            <a:chExt cx="484500" cy="483175"/>
          </a:xfrm>
        </p:grpSpPr>
        <p:sp>
          <p:nvSpPr>
            <p:cNvPr id="17175" name="Google Shape;17175;p81"/>
            <p:cNvSpPr/>
            <p:nvPr/>
          </p:nvSpPr>
          <p:spPr>
            <a:xfrm>
              <a:off x="3364000" y="3303850"/>
              <a:ext cx="296300" cy="296300"/>
            </a:xfrm>
            <a:custGeom>
              <a:rect b="b" l="l" r="r" t="t"/>
              <a:pathLst>
                <a:path extrusionOk="0" h="11852" w="11852">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176" name="Google Shape;17176;p81"/>
            <p:cNvSpPr/>
            <p:nvPr/>
          </p:nvSpPr>
          <p:spPr>
            <a:xfrm>
              <a:off x="3269875" y="3210400"/>
              <a:ext cx="484500" cy="483175"/>
            </a:xfrm>
            <a:custGeom>
              <a:rect b="b" l="l" r="r" t="t"/>
              <a:pathLst>
                <a:path extrusionOk="0" h="19327" w="1938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7177" name="Google Shape;17177;p81"/>
          <p:cNvGrpSpPr/>
          <p:nvPr/>
        </p:nvGrpSpPr>
        <p:grpSpPr>
          <a:xfrm>
            <a:off x="7227082" y="2706666"/>
            <a:ext cx="170216" cy="340925"/>
            <a:chOff x="3985700" y="3210375"/>
            <a:chExt cx="241750" cy="484200"/>
          </a:xfrm>
        </p:grpSpPr>
        <p:sp>
          <p:nvSpPr>
            <p:cNvPr id="17178" name="Google Shape;17178;p81"/>
            <p:cNvSpPr/>
            <p:nvPr/>
          </p:nvSpPr>
          <p:spPr>
            <a:xfrm>
              <a:off x="4042700" y="3294475"/>
              <a:ext cx="127750" cy="339425"/>
            </a:xfrm>
            <a:custGeom>
              <a:rect b="b" l="l" r="r" t="t"/>
              <a:pathLst>
                <a:path extrusionOk="0" h="13577" w="511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179" name="Google Shape;17179;p81"/>
            <p:cNvSpPr/>
            <p:nvPr/>
          </p:nvSpPr>
          <p:spPr>
            <a:xfrm>
              <a:off x="3985700" y="3210375"/>
              <a:ext cx="241750" cy="484200"/>
            </a:xfrm>
            <a:custGeom>
              <a:rect b="b" l="l" r="r" t="t"/>
              <a:pathLst>
                <a:path extrusionOk="0" h="19368" w="967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7180" name="Google Shape;17180;p81"/>
          <p:cNvGrpSpPr/>
          <p:nvPr/>
        </p:nvGrpSpPr>
        <p:grpSpPr>
          <a:xfrm>
            <a:off x="7566351" y="2707678"/>
            <a:ext cx="339007" cy="338901"/>
            <a:chOff x="4460225" y="3211300"/>
            <a:chExt cx="481475" cy="481325"/>
          </a:xfrm>
        </p:grpSpPr>
        <p:sp>
          <p:nvSpPr>
            <p:cNvPr id="17181" name="Google Shape;17181;p81"/>
            <p:cNvSpPr/>
            <p:nvPr/>
          </p:nvSpPr>
          <p:spPr>
            <a:xfrm>
              <a:off x="4602350" y="3353250"/>
              <a:ext cx="205125" cy="197375"/>
            </a:xfrm>
            <a:custGeom>
              <a:rect b="b" l="l" r="r" t="t"/>
              <a:pathLst>
                <a:path extrusionOk="0" h="7895" w="8205">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182" name="Google Shape;17182;p81"/>
            <p:cNvSpPr/>
            <p:nvPr/>
          </p:nvSpPr>
          <p:spPr>
            <a:xfrm>
              <a:off x="4460225" y="3211300"/>
              <a:ext cx="481475" cy="481325"/>
            </a:xfrm>
            <a:custGeom>
              <a:rect b="b" l="l" r="r" t="t"/>
              <a:pathLst>
                <a:path extrusionOk="0" h="19253" w="19259">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7183" name="Google Shape;17183;p81"/>
          <p:cNvSpPr/>
          <p:nvPr/>
        </p:nvSpPr>
        <p:spPr>
          <a:xfrm>
            <a:off x="7990101" y="2726454"/>
            <a:ext cx="340186" cy="300545"/>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7184" name="Google Shape;17184;p81"/>
          <p:cNvGrpSpPr/>
          <p:nvPr/>
        </p:nvGrpSpPr>
        <p:grpSpPr>
          <a:xfrm>
            <a:off x="6859688" y="3985756"/>
            <a:ext cx="342034" cy="280654"/>
            <a:chOff x="5647000" y="3252650"/>
            <a:chExt cx="485775" cy="398600"/>
          </a:xfrm>
        </p:grpSpPr>
        <p:sp>
          <p:nvSpPr>
            <p:cNvPr id="17185" name="Google Shape;17185;p81"/>
            <p:cNvSpPr/>
            <p:nvPr/>
          </p:nvSpPr>
          <p:spPr>
            <a:xfrm>
              <a:off x="5762575" y="3252650"/>
              <a:ext cx="113250" cy="143825"/>
            </a:xfrm>
            <a:custGeom>
              <a:rect b="b" l="l" r="r" t="t"/>
              <a:pathLst>
                <a:path extrusionOk="0" h="5753" w="453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186" name="Google Shape;17186;p81"/>
            <p:cNvSpPr/>
            <p:nvPr/>
          </p:nvSpPr>
          <p:spPr>
            <a:xfrm>
              <a:off x="5647000" y="3371750"/>
              <a:ext cx="124425" cy="136450"/>
            </a:xfrm>
            <a:custGeom>
              <a:rect b="b" l="l" r="r" t="t"/>
              <a:pathLst>
                <a:path extrusionOk="0" h="5458" w="4977">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187" name="Google Shape;17187;p81"/>
            <p:cNvSpPr/>
            <p:nvPr/>
          </p:nvSpPr>
          <p:spPr>
            <a:xfrm>
              <a:off x="5904100" y="3252650"/>
              <a:ext cx="113275" cy="143825"/>
            </a:xfrm>
            <a:custGeom>
              <a:rect b="b" l="l" r="r" t="t"/>
              <a:pathLst>
                <a:path extrusionOk="0" h="5753" w="4531">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188" name="Google Shape;17188;p81"/>
            <p:cNvSpPr/>
            <p:nvPr/>
          </p:nvSpPr>
          <p:spPr>
            <a:xfrm>
              <a:off x="5996750" y="3371150"/>
              <a:ext cx="136025" cy="136525"/>
            </a:xfrm>
            <a:custGeom>
              <a:rect b="b" l="l" r="r" t="t"/>
              <a:pathLst>
                <a:path extrusionOk="0" h="5461" w="5441">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189" name="Google Shape;17189;p81"/>
            <p:cNvSpPr/>
            <p:nvPr/>
          </p:nvSpPr>
          <p:spPr>
            <a:xfrm>
              <a:off x="5734275" y="3424700"/>
              <a:ext cx="311325" cy="226550"/>
            </a:xfrm>
            <a:custGeom>
              <a:rect b="b" l="l" r="r" t="t"/>
              <a:pathLst>
                <a:path extrusionOk="0" h="9062" w="12453">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7190" name="Google Shape;17190;p81"/>
          <p:cNvGrpSpPr/>
          <p:nvPr/>
        </p:nvGrpSpPr>
        <p:grpSpPr>
          <a:xfrm>
            <a:off x="5165128" y="3991768"/>
            <a:ext cx="326536" cy="268454"/>
            <a:chOff x="6242450" y="3252800"/>
            <a:chExt cx="484475" cy="398300"/>
          </a:xfrm>
        </p:grpSpPr>
        <p:sp>
          <p:nvSpPr>
            <p:cNvPr id="17191" name="Google Shape;17191;p81"/>
            <p:cNvSpPr/>
            <p:nvPr/>
          </p:nvSpPr>
          <p:spPr>
            <a:xfrm>
              <a:off x="6626825" y="3427175"/>
              <a:ext cx="28325" cy="28350"/>
            </a:xfrm>
            <a:custGeom>
              <a:rect b="b" l="l" r="r" t="t"/>
              <a:pathLst>
                <a:path extrusionOk="0" h="1134" w="1133">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192" name="Google Shape;17192;p81"/>
            <p:cNvSpPr/>
            <p:nvPr/>
          </p:nvSpPr>
          <p:spPr>
            <a:xfrm>
              <a:off x="6508150" y="3418300"/>
              <a:ext cx="45550" cy="68400"/>
            </a:xfrm>
            <a:custGeom>
              <a:rect b="b" l="l" r="r" t="t"/>
              <a:pathLst>
                <a:path extrusionOk="0" h="2736" w="1822">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193" name="Google Shape;17193;p81"/>
            <p:cNvSpPr/>
            <p:nvPr/>
          </p:nvSpPr>
          <p:spPr>
            <a:xfrm>
              <a:off x="6242450" y="3252800"/>
              <a:ext cx="484475" cy="398300"/>
            </a:xfrm>
            <a:custGeom>
              <a:rect b="b" l="l" r="r" t="t"/>
              <a:pathLst>
                <a:path extrusionOk="0" h="15932" w="19379">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7194" name="Google Shape;17194;p81"/>
          <p:cNvGrpSpPr/>
          <p:nvPr/>
        </p:nvGrpSpPr>
        <p:grpSpPr>
          <a:xfrm>
            <a:off x="5077111" y="3126102"/>
            <a:ext cx="298978" cy="340168"/>
            <a:chOff x="922025" y="3804850"/>
            <a:chExt cx="424625" cy="483125"/>
          </a:xfrm>
        </p:grpSpPr>
        <p:sp>
          <p:nvSpPr>
            <p:cNvPr id="17195" name="Google Shape;17195;p81"/>
            <p:cNvSpPr/>
            <p:nvPr/>
          </p:nvSpPr>
          <p:spPr>
            <a:xfrm>
              <a:off x="922025" y="3804850"/>
              <a:ext cx="424625" cy="483125"/>
            </a:xfrm>
            <a:custGeom>
              <a:rect b="b" l="l" r="r" t="t"/>
              <a:pathLst>
                <a:path extrusionOk="0" h="19325" w="16985">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196" name="Google Shape;17196;p81"/>
            <p:cNvSpPr/>
            <p:nvPr/>
          </p:nvSpPr>
          <p:spPr>
            <a:xfrm>
              <a:off x="1135200" y="3869900"/>
              <a:ext cx="37850" cy="28400"/>
            </a:xfrm>
            <a:custGeom>
              <a:rect b="b" l="l" r="r" t="t"/>
              <a:pathLst>
                <a:path extrusionOk="0" h="1136" w="1514">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7197" name="Google Shape;17197;p81"/>
          <p:cNvSpPr/>
          <p:nvPr/>
        </p:nvSpPr>
        <p:spPr>
          <a:xfrm>
            <a:off x="5485351" y="3125004"/>
            <a:ext cx="348301" cy="341418"/>
          </a:xfrm>
          <a:custGeom>
            <a:rect b="b" l="l" r="r" t="t"/>
            <a:pathLst>
              <a:path extrusionOk="0" h="19396" w="19787">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7198" name="Google Shape;17198;p81"/>
          <p:cNvGrpSpPr/>
          <p:nvPr/>
        </p:nvGrpSpPr>
        <p:grpSpPr>
          <a:xfrm>
            <a:off x="5909841" y="3126102"/>
            <a:ext cx="312955" cy="340168"/>
            <a:chOff x="2100300" y="3804850"/>
            <a:chExt cx="444475" cy="483125"/>
          </a:xfrm>
        </p:grpSpPr>
        <p:sp>
          <p:nvSpPr>
            <p:cNvPr id="17199" name="Google Shape;17199;p81"/>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200" name="Google Shape;17200;p81"/>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7201" name="Google Shape;17201;p81"/>
          <p:cNvGrpSpPr/>
          <p:nvPr/>
        </p:nvGrpSpPr>
        <p:grpSpPr>
          <a:xfrm>
            <a:off x="6333463" y="3126102"/>
            <a:ext cx="294261" cy="340168"/>
            <a:chOff x="2708700" y="3804850"/>
            <a:chExt cx="417925" cy="483125"/>
          </a:xfrm>
        </p:grpSpPr>
        <p:sp>
          <p:nvSpPr>
            <p:cNvPr id="17202" name="Google Shape;17202;p81"/>
            <p:cNvSpPr/>
            <p:nvPr/>
          </p:nvSpPr>
          <p:spPr>
            <a:xfrm>
              <a:off x="2708700" y="3804850"/>
              <a:ext cx="417925" cy="483125"/>
            </a:xfrm>
            <a:custGeom>
              <a:rect b="b" l="l" r="r" t="t"/>
              <a:pathLst>
                <a:path extrusionOk="0" h="19325" w="16717">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203" name="Google Shape;17203;p81"/>
            <p:cNvSpPr/>
            <p:nvPr/>
          </p:nvSpPr>
          <p:spPr>
            <a:xfrm>
              <a:off x="2875975" y="4055200"/>
              <a:ext cx="33100" cy="28350"/>
            </a:xfrm>
            <a:custGeom>
              <a:rect b="b" l="l" r="r" t="t"/>
              <a:pathLst>
                <a:path extrusionOk="0" h="1134" w="1324">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204" name="Google Shape;17204;p81"/>
            <p:cNvSpPr/>
            <p:nvPr/>
          </p:nvSpPr>
          <p:spPr>
            <a:xfrm>
              <a:off x="2931025" y="4055200"/>
              <a:ext cx="33075" cy="28350"/>
            </a:xfrm>
            <a:custGeom>
              <a:rect b="b" l="l" r="r" t="t"/>
              <a:pathLst>
                <a:path extrusionOk="0" h="1134" w="1323">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205" name="Google Shape;17205;p81"/>
            <p:cNvSpPr/>
            <p:nvPr/>
          </p:nvSpPr>
          <p:spPr>
            <a:xfrm>
              <a:off x="2903525" y="4008200"/>
              <a:ext cx="28350" cy="28325"/>
            </a:xfrm>
            <a:custGeom>
              <a:rect b="b" l="l" r="r" t="t"/>
              <a:pathLst>
                <a:path extrusionOk="0" h="1133" w="1134">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7206" name="Google Shape;17206;p81"/>
          <p:cNvSpPr/>
          <p:nvPr/>
        </p:nvSpPr>
        <p:spPr>
          <a:xfrm>
            <a:off x="6728094" y="3166169"/>
            <a:ext cx="340168" cy="259074"/>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207" name="Google Shape;17207;p81"/>
          <p:cNvSpPr/>
          <p:nvPr/>
        </p:nvSpPr>
        <p:spPr>
          <a:xfrm>
            <a:off x="7154806" y="3125620"/>
            <a:ext cx="313870" cy="340186"/>
          </a:xfrm>
          <a:custGeom>
            <a:rect b="b" l="l" r="r" t="t"/>
            <a:pathLst>
              <a:path extrusionOk="0" h="19326" w="17831">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7208" name="Google Shape;17208;p81"/>
          <p:cNvGrpSpPr/>
          <p:nvPr/>
        </p:nvGrpSpPr>
        <p:grpSpPr>
          <a:xfrm>
            <a:off x="7570338" y="3127378"/>
            <a:ext cx="331033" cy="337616"/>
            <a:chOff x="4467450" y="3808475"/>
            <a:chExt cx="470150" cy="479500"/>
          </a:xfrm>
        </p:grpSpPr>
        <p:sp>
          <p:nvSpPr>
            <p:cNvPr id="17209" name="Google Shape;17209;p81"/>
            <p:cNvSpPr/>
            <p:nvPr/>
          </p:nvSpPr>
          <p:spPr>
            <a:xfrm>
              <a:off x="4729325" y="3808475"/>
              <a:ext cx="56625" cy="138200"/>
            </a:xfrm>
            <a:custGeom>
              <a:rect b="b" l="l" r="r" t="t"/>
              <a:pathLst>
                <a:path extrusionOk="0" h="5528" w="2265">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210" name="Google Shape;17210;p81"/>
            <p:cNvSpPr/>
            <p:nvPr/>
          </p:nvSpPr>
          <p:spPr>
            <a:xfrm>
              <a:off x="4644400"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211" name="Google Shape;17211;p81"/>
            <p:cNvSpPr/>
            <p:nvPr/>
          </p:nvSpPr>
          <p:spPr>
            <a:xfrm>
              <a:off x="4559475"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212" name="Google Shape;17212;p81"/>
            <p:cNvSpPr/>
            <p:nvPr/>
          </p:nvSpPr>
          <p:spPr>
            <a:xfrm>
              <a:off x="4467450" y="3975675"/>
              <a:ext cx="470150" cy="312300"/>
            </a:xfrm>
            <a:custGeom>
              <a:rect b="b" l="l" r="r" t="t"/>
              <a:pathLst>
                <a:path extrusionOk="0" h="12492" w="18806">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7213" name="Google Shape;17213;p81"/>
          <p:cNvGrpSpPr/>
          <p:nvPr/>
        </p:nvGrpSpPr>
        <p:grpSpPr>
          <a:xfrm>
            <a:off x="7990685" y="3126102"/>
            <a:ext cx="340186" cy="340168"/>
            <a:chOff x="5053900" y="3804850"/>
            <a:chExt cx="483150" cy="483125"/>
          </a:xfrm>
        </p:grpSpPr>
        <p:sp>
          <p:nvSpPr>
            <p:cNvPr id="17214" name="Google Shape;17214;p81"/>
            <p:cNvSpPr/>
            <p:nvPr/>
          </p:nvSpPr>
          <p:spPr>
            <a:xfrm>
              <a:off x="5053900" y="3804850"/>
              <a:ext cx="483150" cy="483125"/>
            </a:xfrm>
            <a:custGeom>
              <a:rect b="b" l="l" r="r" t="t"/>
              <a:pathLst>
                <a:path extrusionOk="0" h="19325" w="19326">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215" name="Google Shape;17215;p81"/>
            <p:cNvSpPr/>
            <p:nvPr/>
          </p:nvSpPr>
          <p:spPr>
            <a:xfrm>
              <a:off x="516812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216" name="Google Shape;17216;p81"/>
            <p:cNvSpPr/>
            <p:nvPr/>
          </p:nvSpPr>
          <p:spPr>
            <a:xfrm>
              <a:off x="5334575" y="3947350"/>
              <a:ext cx="88325" cy="84950"/>
            </a:xfrm>
            <a:custGeom>
              <a:rect b="b" l="l" r="r" t="t"/>
              <a:pathLst>
                <a:path extrusionOk="0" h="3398" w="3533">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217" name="Google Shape;17217;p81"/>
            <p:cNvSpPr/>
            <p:nvPr/>
          </p:nvSpPr>
          <p:spPr>
            <a:xfrm>
              <a:off x="5170150" y="4060600"/>
              <a:ext cx="250650" cy="113225"/>
            </a:xfrm>
            <a:custGeom>
              <a:rect b="b" l="l" r="r" t="t"/>
              <a:pathLst>
                <a:path extrusionOk="0" h="4529" w="10026">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7218" name="Google Shape;17218;p81"/>
          <p:cNvGrpSpPr/>
          <p:nvPr/>
        </p:nvGrpSpPr>
        <p:grpSpPr>
          <a:xfrm>
            <a:off x="7306081" y="3956021"/>
            <a:ext cx="340168" cy="340168"/>
            <a:chOff x="5648375" y="3804850"/>
            <a:chExt cx="483125" cy="483125"/>
          </a:xfrm>
        </p:grpSpPr>
        <p:sp>
          <p:nvSpPr>
            <p:cNvPr id="17219" name="Google Shape;17219;p81"/>
            <p:cNvSpPr/>
            <p:nvPr/>
          </p:nvSpPr>
          <p:spPr>
            <a:xfrm>
              <a:off x="5648375" y="3804850"/>
              <a:ext cx="483125" cy="483125"/>
            </a:xfrm>
            <a:custGeom>
              <a:rect b="b" l="l" r="r" t="t"/>
              <a:pathLst>
                <a:path extrusionOk="0" h="19325" w="19325">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220" name="Google Shape;17220;p81"/>
            <p:cNvSpPr/>
            <p:nvPr/>
          </p:nvSpPr>
          <p:spPr>
            <a:xfrm>
              <a:off x="576257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221" name="Google Shape;17221;p81"/>
            <p:cNvSpPr/>
            <p:nvPr/>
          </p:nvSpPr>
          <p:spPr>
            <a:xfrm>
              <a:off x="5932425" y="3947300"/>
              <a:ext cx="88250" cy="85000"/>
            </a:xfrm>
            <a:custGeom>
              <a:rect b="b" l="l" r="r" t="t"/>
              <a:pathLst>
                <a:path extrusionOk="0" h="3400" w="353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222" name="Google Shape;17222;p81"/>
            <p:cNvSpPr/>
            <p:nvPr/>
          </p:nvSpPr>
          <p:spPr>
            <a:xfrm>
              <a:off x="5762575" y="4060600"/>
              <a:ext cx="254800" cy="141550"/>
            </a:xfrm>
            <a:custGeom>
              <a:rect b="b" l="l" r="r" t="t"/>
              <a:pathLst>
                <a:path extrusionOk="0" h="5662" w="10192">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7223" name="Google Shape;17223;p81"/>
          <p:cNvGrpSpPr/>
          <p:nvPr/>
        </p:nvGrpSpPr>
        <p:grpSpPr>
          <a:xfrm>
            <a:off x="5596036" y="3968278"/>
            <a:ext cx="280923" cy="315449"/>
            <a:chOff x="6276025" y="3812400"/>
            <a:chExt cx="416800" cy="468025"/>
          </a:xfrm>
        </p:grpSpPr>
        <p:sp>
          <p:nvSpPr>
            <p:cNvPr id="17224" name="Google Shape;17224;p81"/>
            <p:cNvSpPr/>
            <p:nvPr/>
          </p:nvSpPr>
          <p:spPr>
            <a:xfrm>
              <a:off x="6276025" y="3812400"/>
              <a:ext cx="416800" cy="468025"/>
            </a:xfrm>
            <a:custGeom>
              <a:rect b="b" l="l" r="r" t="t"/>
              <a:pathLst>
                <a:path extrusionOk="0" h="18721" w="16672">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225" name="Google Shape;17225;p81"/>
            <p:cNvSpPr/>
            <p:nvPr/>
          </p:nvSpPr>
          <p:spPr>
            <a:xfrm>
              <a:off x="6436375" y="4078825"/>
              <a:ext cx="96025" cy="80400"/>
            </a:xfrm>
            <a:custGeom>
              <a:rect b="b" l="l" r="r" t="t"/>
              <a:pathLst>
                <a:path extrusionOk="0" h="3216" w="3841">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226" name="Google Shape;17226;p81"/>
            <p:cNvSpPr/>
            <p:nvPr/>
          </p:nvSpPr>
          <p:spPr>
            <a:xfrm>
              <a:off x="6327450" y="3974775"/>
              <a:ext cx="125550" cy="118300"/>
            </a:xfrm>
            <a:custGeom>
              <a:rect b="b" l="l" r="r" t="t"/>
              <a:pathLst>
                <a:path extrusionOk="0" h="4732" w="5022">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227" name="Google Shape;17227;p81"/>
            <p:cNvSpPr/>
            <p:nvPr/>
          </p:nvSpPr>
          <p:spPr>
            <a:xfrm>
              <a:off x="6515325" y="3974300"/>
              <a:ext cx="126000" cy="118775"/>
            </a:xfrm>
            <a:custGeom>
              <a:rect b="b" l="l" r="r" t="t"/>
              <a:pathLst>
                <a:path extrusionOk="0" h="4751" w="504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7228" name="Google Shape;17228;p81"/>
          <p:cNvGrpSpPr/>
          <p:nvPr/>
        </p:nvGrpSpPr>
        <p:grpSpPr>
          <a:xfrm>
            <a:off x="5055293" y="3545089"/>
            <a:ext cx="342615" cy="340186"/>
            <a:chOff x="890400" y="4399350"/>
            <a:chExt cx="486600" cy="483150"/>
          </a:xfrm>
        </p:grpSpPr>
        <p:sp>
          <p:nvSpPr>
            <p:cNvPr id="17229" name="Google Shape;17229;p81"/>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230" name="Google Shape;17230;p81"/>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231" name="Google Shape;17231;p81"/>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7232" name="Google Shape;17232;p81"/>
          <p:cNvGrpSpPr/>
          <p:nvPr/>
        </p:nvGrpSpPr>
        <p:grpSpPr>
          <a:xfrm>
            <a:off x="5489588" y="3560368"/>
            <a:ext cx="340168" cy="309628"/>
            <a:chOff x="1487200" y="4421025"/>
            <a:chExt cx="483125" cy="439750"/>
          </a:xfrm>
        </p:grpSpPr>
        <p:sp>
          <p:nvSpPr>
            <p:cNvPr id="17233" name="Google Shape;17233;p81"/>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234" name="Google Shape;17234;p81"/>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235" name="Google Shape;17235;p81"/>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236" name="Google Shape;17236;p81"/>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7237" name="Google Shape;17237;p81"/>
          <p:cNvGrpSpPr/>
          <p:nvPr/>
        </p:nvGrpSpPr>
        <p:grpSpPr>
          <a:xfrm>
            <a:off x="5893867" y="3545107"/>
            <a:ext cx="344903" cy="340151"/>
            <a:chOff x="2079300" y="4399325"/>
            <a:chExt cx="489850" cy="483100"/>
          </a:xfrm>
        </p:grpSpPr>
        <p:sp>
          <p:nvSpPr>
            <p:cNvPr id="17238" name="Google Shape;17238;p81"/>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239" name="Google Shape;17239;p81"/>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7240" name="Google Shape;17240;p81"/>
          <p:cNvSpPr/>
          <p:nvPr/>
        </p:nvSpPr>
        <p:spPr>
          <a:xfrm>
            <a:off x="6330757" y="3544569"/>
            <a:ext cx="299049" cy="340133"/>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7241" name="Google Shape;17241;p81"/>
          <p:cNvGrpSpPr/>
          <p:nvPr/>
        </p:nvGrpSpPr>
        <p:grpSpPr>
          <a:xfrm>
            <a:off x="6760439" y="3545107"/>
            <a:ext cx="276236" cy="340151"/>
            <a:chOff x="3316000" y="4399325"/>
            <a:chExt cx="392325" cy="483100"/>
          </a:xfrm>
        </p:grpSpPr>
        <p:sp>
          <p:nvSpPr>
            <p:cNvPr id="17242" name="Google Shape;17242;p81"/>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243" name="Google Shape;17243;p81"/>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7244" name="Google Shape;17244;p81"/>
          <p:cNvGrpSpPr/>
          <p:nvPr/>
        </p:nvGrpSpPr>
        <p:grpSpPr>
          <a:xfrm>
            <a:off x="7185179" y="3545089"/>
            <a:ext cx="254022" cy="340186"/>
            <a:chOff x="3926225" y="4399275"/>
            <a:chExt cx="360775" cy="483150"/>
          </a:xfrm>
        </p:grpSpPr>
        <p:sp>
          <p:nvSpPr>
            <p:cNvPr id="17245" name="Google Shape;17245;p81"/>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246" name="Google Shape;17246;p81"/>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7247" name="Google Shape;17247;p81"/>
          <p:cNvSpPr/>
          <p:nvPr/>
        </p:nvSpPr>
        <p:spPr>
          <a:xfrm>
            <a:off x="7645633" y="3544578"/>
            <a:ext cx="179387" cy="340116"/>
          </a:xfrm>
          <a:custGeom>
            <a:rect b="b" l="l" r="r" t="t"/>
            <a:pathLst>
              <a:path extrusionOk="0" h="19322" w="10191">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7248" name="Google Shape;17248;p81"/>
          <p:cNvGrpSpPr/>
          <p:nvPr/>
        </p:nvGrpSpPr>
        <p:grpSpPr>
          <a:xfrm>
            <a:off x="7990738" y="3545151"/>
            <a:ext cx="340080" cy="340063"/>
            <a:chOff x="5053975" y="4399375"/>
            <a:chExt cx="483000" cy="482975"/>
          </a:xfrm>
        </p:grpSpPr>
        <p:sp>
          <p:nvSpPr>
            <p:cNvPr id="17249" name="Google Shape;17249;p81"/>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250" name="Google Shape;17250;p81"/>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251" name="Google Shape;17251;p81"/>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7252" name="Google Shape;17252;p81"/>
          <p:cNvGrpSpPr/>
          <p:nvPr/>
        </p:nvGrpSpPr>
        <p:grpSpPr>
          <a:xfrm>
            <a:off x="7750609" y="3956042"/>
            <a:ext cx="340168" cy="340168"/>
            <a:chOff x="5648375" y="4399300"/>
            <a:chExt cx="483125" cy="483125"/>
          </a:xfrm>
        </p:grpSpPr>
        <p:sp>
          <p:nvSpPr>
            <p:cNvPr id="17253" name="Google Shape;17253;p81"/>
            <p:cNvSpPr/>
            <p:nvPr/>
          </p:nvSpPr>
          <p:spPr>
            <a:xfrm>
              <a:off x="5648375" y="4399300"/>
              <a:ext cx="483125" cy="483125"/>
            </a:xfrm>
            <a:custGeom>
              <a:rect b="b" l="l" r="r" t="t"/>
              <a:pathLst>
                <a:path extrusionOk="0" h="19325" w="19325">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254" name="Google Shape;17254;p81"/>
            <p:cNvSpPr/>
            <p:nvPr/>
          </p:nvSpPr>
          <p:spPr>
            <a:xfrm>
              <a:off x="5734275" y="4598425"/>
              <a:ext cx="311400" cy="84950"/>
            </a:xfrm>
            <a:custGeom>
              <a:rect b="b" l="l" r="r" t="t"/>
              <a:pathLst>
                <a:path extrusionOk="0" h="3398" w="12456">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7255" name="Google Shape;17255;p81"/>
          <p:cNvGrpSpPr/>
          <p:nvPr/>
        </p:nvGrpSpPr>
        <p:grpSpPr>
          <a:xfrm>
            <a:off x="5981331" y="3974637"/>
            <a:ext cx="330007" cy="302744"/>
            <a:chOff x="6239575" y="4416275"/>
            <a:chExt cx="489625" cy="449175"/>
          </a:xfrm>
        </p:grpSpPr>
        <p:sp>
          <p:nvSpPr>
            <p:cNvPr id="17256" name="Google Shape;17256;p81"/>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257" name="Google Shape;17257;p81"/>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258" name="Google Shape;17258;p81"/>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7259" name="Google Shape;17259;p81"/>
          <p:cNvGrpSpPr/>
          <p:nvPr/>
        </p:nvGrpSpPr>
        <p:grpSpPr>
          <a:xfrm>
            <a:off x="3084610" y="3971815"/>
            <a:ext cx="308234" cy="308234"/>
            <a:chOff x="892750" y="4993750"/>
            <a:chExt cx="483125" cy="483125"/>
          </a:xfrm>
        </p:grpSpPr>
        <p:sp>
          <p:nvSpPr>
            <p:cNvPr id="17260" name="Google Shape;17260;p81"/>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261" name="Google Shape;17261;p81"/>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262" name="Google Shape;17262;p81"/>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7263" name="Google Shape;17263;p81"/>
          <p:cNvGrpSpPr/>
          <p:nvPr/>
        </p:nvGrpSpPr>
        <p:grpSpPr>
          <a:xfrm>
            <a:off x="1491328" y="3979188"/>
            <a:ext cx="293982" cy="293982"/>
            <a:chOff x="2676100" y="4993750"/>
            <a:chExt cx="483125" cy="483125"/>
          </a:xfrm>
        </p:grpSpPr>
        <p:sp>
          <p:nvSpPr>
            <p:cNvPr id="17264" name="Google Shape;17264;p81"/>
            <p:cNvSpPr/>
            <p:nvPr/>
          </p:nvSpPr>
          <p:spPr>
            <a:xfrm>
              <a:off x="267610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265" name="Google Shape;17265;p81"/>
            <p:cNvSpPr/>
            <p:nvPr/>
          </p:nvSpPr>
          <p:spPr>
            <a:xfrm>
              <a:off x="2776125" y="5051350"/>
              <a:ext cx="141550" cy="367950"/>
            </a:xfrm>
            <a:custGeom>
              <a:rect b="b" l="l" r="r" t="t"/>
              <a:pathLst>
                <a:path extrusionOk="0" h="14718" w="5662">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266" name="Google Shape;17266;p81"/>
            <p:cNvSpPr/>
            <p:nvPr/>
          </p:nvSpPr>
          <p:spPr>
            <a:xfrm>
              <a:off x="2945950" y="5051350"/>
              <a:ext cx="113275" cy="367950"/>
            </a:xfrm>
            <a:custGeom>
              <a:rect b="b" l="l" r="r" t="t"/>
              <a:pathLst>
                <a:path extrusionOk="0" h="14718" w="4531">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7267" name="Google Shape;17267;p81"/>
          <p:cNvGrpSpPr/>
          <p:nvPr/>
        </p:nvGrpSpPr>
        <p:grpSpPr>
          <a:xfrm>
            <a:off x="4322435" y="3971815"/>
            <a:ext cx="308234" cy="308234"/>
            <a:chOff x="3270550" y="4993750"/>
            <a:chExt cx="483125" cy="483125"/>
          </a:xfrm>
        </p:grpSpPr>
        <p:sp>
          <p:nvSpPr>
            <p:cNvPr id="17268" name="Google Shape;17268;p81"/>
            <p:cNvSpPr/>
            <p:nvPr/>
          </p:nvSpPr>
          <p:spPr>
            <a:xfrm>
              <a:off x="327055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269" name="Google Shape;17269;p81"/>
            <p:cNvSpPr/>
            <p:nvPr/>
          </p:nvSpPr>
          <p:spPr>
            <a:xfrm>
              <a:off x="3469675" y="5079600"/>
              <a:ext cx="88275" cy="85000"/>
            </a:xfrm>
            <a:custGeom>
              <a:rect b="b" l="l" r="r" t="t"/>
              <a:pathLst>
                <a:path extrusionOk="0" h="3400" w="3531">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270" name="Google Shape;17270;p81"/>
            <p:cNvSpPr/>
            <p:nvPr/>
          </p:nvSpPr>
          <p:spPr>
            <a:xfrm>
              <a:off x="3441375" y="5192875"/>
              <a:ext cx="141475" cy="198175"/>
            </a:xfrm>
            <a:custGeom>
              <a:rect b="b" l="l" r="r" t="t"/>
              <a:pathLst>
                <a:path extrusionOk="0" h="7927" w="5659">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7271" name="Google Shape;17271;p81"/>
          <p:cNvSpPr/>
          <p:nvPr/>
        </p:nvSpPr>
        <p:spPr>
          <a:xfrm>
            <a:off x="1889555" y="3978931"/>
            <a:ext cx="293997" cy="294073"/>
          </a:xfrm>
          <a:custGeom>
            <a:rect b="b" l="l" r="r" t="t"/>
            <a:pathLst>
              <a:path extrusionOk="0" h="19331" w="19326">
                <a:moveTo>
                  <a:pt x="9470" y="1131"/>
                </a:moveTo>
                <a:cubicBezTo>
                  <a:pt x="9519" y="1131"/>
                  <a:pt x="9569" y="1143"/>
                  <a:pt x="9615" y="1165"/>
                </a:cubicBezTo>
                <a:lnTo>
                  <a:pt x="17504" y="5208"/>
                </a:lnTo>
                <a:lnTo>
                  <a:pt x="14283" y="6820"/>
                </a:lnTo>
                <a:lnTo>
                  <a:pt x="6360" y="2756"/>
                </a:lnTo>
                <a:lnTo>
                  <a:pt x="9325" y="1168"/>
                </a:lnTo>
                <a:cubicBezTo>
                  <a:pt x="9369" y="1143"/>
                  <a:pt x="9419" y="1131"/>
                  <a:pt x="9470" y="1131"/>
                </a:cubicBezTo>
                <a:close/>
                <a:moveTo>
                  <a:pt x="5149" y="3405"/>
                </a:moveTo>
                <a:lnTo>
                  <a:pt x="13027" y="7448"/>
                </a:lnTo>
                <a:lnTo>
                  <a:pt x="9467" y="9230"/>
                </a:lnTo>
                <a:lnTo>
                  <a:pt x="1779" y="5208"/>
                </a:lnTo>
                <a:lnTo>
                  <a:pt x="5149" y="3405"/>
                </a:lnTo>
                <a:close/>
                <a:moveTo>
                  <a:pt x="1133" y="6150"/>
                </a:moveTo>
                <a:lnTo>
                  <a:pt x="8896" y="10208"/>
                </a:lnTo>
                <a:lnTo>
                  <a:pt x="8896" y="17935"/>
                </a:lnTo>
                <a:lnTo>
                  <a:pt x="1299" y="13916"/>
                </a:lnTo>
                <a:cubicBezTo>
                  <a:pt x="1196" y="13862"/>
                  <a:pt x="1133" y="13753"/>
                  <a:pt x="1133" y="13638"/>
                </a:cubicBezTo>
                <a:lnTo>
                  <a:pt x="1133" y="6150"/>
                </a:lnTo>
                <a:close/>
                <a:moveTo>
                  <a:pt x="18190" y="6132"/>
                </a:moveTo>
                <a:lnTo>
                  <a:pt x="18190" y="13629"/>
                </a:lnTo>
                <a:cubicBezTo>
                  <a:pt x="18193" y="13744"/>
                  <a:pt x="18126" y="13853"/>
                  <a:pt x="18021" y="13907"/>
                </a:cubicBezTo>
                <a:lnTo>
                  <a:pt x="10028" y="17953"/>
                </a:lnTo>
                <a:lnTo>
                  <a:pt x="10028" y="10217"/>
                </a:lnTo>
                <a:lnTo>
                  <a:pt x="13730" y="8363"/>
                </a:lnTo>
                <a:lnTo>
                  <a:pt x="13730" y="10281"/>
                </a:lnTo>
                <a:cubicBezTo>
                  <a:pt x="13730" y="10592"/>
                  <a:pt x="13984" y="10845"/>
                  <a:pt x="14298" y="10845"/>
                </a:cubicBezTo>
                <a:cubicBezTo>
                  <a:pt x="14609" y="10845"/>
                  <a:pt x="14862" y="10592"/>
                  <a:pt x="14862" y="10281"/>
                </a:cubicBezTo>
                <a:lnTo>
                  <a:pt x="14862" y="7796"/>
                </a:lnTo>
                <a:lnTo>
                  <a:pt x="18190" y="6132"/>
                </a:lnTo>
                <a:close/>
                <a:moveTo>
                  <a:pt x="9473" y="0"/>
                </a:moveTo>
                <a:cubicBezTo>
                  <a:pt x="9238" y="0"/>
                  <a:pt x="9003" y="58"/>
                  <a:pt x="8790"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19" y="19279"/>
                  <a:pt x="10125" y="19176"/>
                </a:cubicBezTo>
                <a:lnTo>
                  <a:pt x="18534" y="14916"/>
                </a:lnTo>
                <a:cubicBezTo>
                  <a:pt x="19020" y="14671"/>
                  <a:pt x="19325" y="14173"/>
                  <a:pt x="19325" y="13629"/>
                </a:cubicBezTo>
                <a:lnTo>
                  <a:pt x="19325" y="5752"/>
                </a:lnTo>
                <a:cubicBezTo>
                  <a:pt x="19325" y="5208"/>
                  <a:pt x="19023" y="4713"/>
                  <a:pt x="18537" y="4465"/>
                </a:cubicBezTo>
                <a:lnTo>
                  <a:pt x="10131" y="160"/>
                </a:lnTo>
                <a:cubicBezTo>
                  <a:pt x="9924" y="53"/>
                  <a:pt x="9698" y="0"/>
                  <a:pt x="9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7272" name="Google Shape;17272;p81"/>
          <p:cNvGrpSpPr/>
          <p:nvPr/>
        </p:nvGrpSpPr>
        <p:grpSpPr>
          <a:xfrm>
            <a:off x="2288093" y="3979142"/>
            <a:ext cx="293997" cy="294073"/>
            <a:chOff x="4459450" y="4993700"/>
            <a:chExt cx="483150" cy="483275"/>
          </a:xfrm>
        </p:grpSpPr>
        <p:sp>
          <p:nvSpPr>
            <p:cNvPr id="17273" name="Google Shape;17273;p81"/>
            <p:cNvSpPr/>
            <p:nvPr/>
          </p:nvSpPr>
          <p:spPr>
            <a:xfrm>
              <a:off x="445945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274" name="Google Shape;17274;p81"/>
            <p:cNvSpPr/>
            <p:nvPr/>
          </p:nvSpPr>
          <p:spPr>
            <a:xfrm>
              <a:off x="4530800" y="5235675"/>
              <a:ext cx="99650" cy="118650"/>
            </a:xfrm>
            <a:custGeom>
              <a:rect b="b" l="l" r="r" t="t"/>
              <a:pathLst>
                <a:path extrusionOk="0" h="4746" w="3986">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7275" name="Google Shape;17275;p81"/>
          <p:cNvGrpSpPr/>
          <p:nvPr/>
        </p:nvGrpSpPr>
        <p:grpSpPr>
          <a:xfrm>
            <a:off x="3497219" y="3971815"/>
            <a:ext cx="308234" cy="308234"/>
            <a:chOff x="1487200" y="4993750"/>
            <a:chExt cx="483125" cy="483125"/>
          </a:xfrm>
        </p:grpSpPr>
        <p:sp>
          <p:nvSpPr>
            <p:cNvPr id="17276" name="Google Shape;17276;p81"/>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277" name="Google Shape;17277;p81"/>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7278" name="Google Shape;17278;p81"/>
          <p:cNvGrpSpPr/>
          <p:nvPr/>
        </p:nvGrpSpPr>
        <p:grpSpPr>
          <a:xfrm>
            <a:off x="3909829" y="3971815"/>
            <a:ext cx="308234" cy="308234"/>
            <a:chOff x="2081650" y="4993750"/>
            <a:chExt cx="483125" cy="483125"/>
          </a:xfrm>
        </p:grpSpPr>
        <p:sp>
          <p:nvSpPr>
            <p:cNvPr id="17279" name="Google Shape;17279;p81"/>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280" name="Google Shape;17280;p81"/>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7281" name="Google Shape;17281;p81"/>
          <p:cNvGrpSpPr/>
          <p:nvPr/>
        </p:nvGrpSpPr>
        <p:grpSpPr>
          <a:xfrm>
            <a:off x="2686471" y="3979142"/>
            <a:ext cx="293997" cy="294073"/>
            <a:chOff x="5053900" y="4993700"/>
            <a:chExt cx="483150" cy="483275"/>
          </a:xfrm>
        </p:grpSpPr>
        <p:sp>
          <p:nvSpPr>
            <p:cNvPr id="17282" name="Google Shape;17282;p81"/>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283" name="Google Shape;17283;p81"/>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7284" name="Google Shape;17284;p81"/>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288" name="Shape 17288"/>
        <p:cNvGrpSpPr/>
        <p:nvPr/>
      </p:nvGrpSpPr>
      <p:grpSpPr>
        <a:xfrm>
          <a:off x="0" y="0"/>
          <a:ext cx="0" cy="0"/>
          <a:chOff x="0" y="0"/>
          <a:chExt cx="0" cy="0"/>
        </a:xfrm>
      </p:grpSpPr>
      <p:sp>
        <p:nvSpPr>
          <p:cNvPr id="17289" name="Google Shape;17289;p82"/>
          <p:cNvSpPr/>
          <p:nvPr/>
        </p:nvSpPr>
        <p:spPr>
          <a:xfrm>
            <a:off x="844100" y="1308173"/>
            <a:ext cx="323667" cy="373560"/>
          </a:xfrm>
          <a:custGeom>
            <a:rect b="b" l="l" r="r" t="t"/>
            <a:pathLst>
              <a:path extrusionOk="0" h="12691" w="10996">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0" name="Google Shape;17290;p82"/>
          <p:cNvSpPr/>
          <p:nvPr/>
        </p:nvSpPr>
        <p:spPr>
          <a:xfrm>
            <a:off x="844104" y="1772778"/>
            <a:ext cx="383008" cy="338738"/>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1" name="Google Shape;17291;p82"/>
          <p:cNvSpPr/>
          <p:nvPr/>
        </p:nvSpPr>
        <p:spPr>
          <a:xfrm>
            <a:off x="852434" y="2202562"/>
            <a:ext cx="366348" cy="373412"/>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292" name="Google Shape;17292;p82"/>
          <p:cNvGrpSpPr/>
          <p:nvPr/>
        </p:nvGrpSpPr>
        <p:grpSpPr>
          <a:xfrm>
            <a:off x="2987728" y="1336070"/>
            <a:ext cx="371882" cy="373766"/>
            <a:chOff x="-41270450" y="1973375"/>
            <a:chExt cx="315850" cy="317450"/>
          </a:xfrm>
        </p:grpSpPr>
        <p:sp>
          <p:nvSpPr>
            <p:cNvPr id="17293" name="Google Shape;17293;p82"/>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4" name="Google Shape;17294;p82"/>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5" name="Google Shape;17295;p82"/>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6" name="Google Shape;17296;p82"/>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97" name="Google Shape;17297;p82"/>
          <p:cNvGrpSpPr/>
          <p:nvPr/>
        </p:nvGrpSpPr>
        <p:grpSpPr>
          <a:xfrm>
            <a:off x="3005407" y="1783026"/>
            <a:ext cx="395871" cy="372088"/>
            <a:chOff x="-41291625" y="2339025"/>
            <a:chExt cx="336225" cy="316025"/>
          </a:xfrm>
        </p:grpSpPr>
        <p:sp>
          <p:nvSpPr>
            <p:cNvPr id="17298" name="Google Shape;17298;p82"/>
            <p:cNvSpPr/>
            <p:nvPr/>
          </p:nvSpPr>
          <p:spPr>
            <a:xfrm>
              <a:off x="-41291625" y="2339025"/>
              <a:ext cx="336225" cy="316025"/>
            </a:xfrm>
            <a:custGeom>
              <a:rect b="b" l="l" r="r" t="t"/>
              <a:pathLst>
                <a:path extrusionOk="0" h="12641" w="13449">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9" name="Google Shape;17299;p82"/>
            <p:cNvSpPr/>
            <p:nvPr/>
          </p:nvSpPr>
          <p:spPr>
            <a:xfrm>
              <a:off x="-41234225" y="26208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00" name="Google Shape;17300;p82"/>
          <p:cNvSpPr/>
          <p:nvPr/>
        </p:nvSpPr>
        <p:spPr>
          <a:xfrm>
            <a:off x="2982027" y="1970041"/>
            <a:ext cx="0" cy="29"/>
          </a:xfrm>
          <a:custGeom>
            <a:rect b="b" l="l" r="r" t="t"/>
            <a:pathLst>
              <a:path extrusionOk="0" h="1" w="0">
                <a:moveTo>
                  <a:pt x="0"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1" name="Google Shape;17301;p82"/>
          <p:cNvSpPr/>
          <p:nvPr/>
        </p:nvSpPr>
        <p:spPr>
          <a:xfrm>
            <a:off x="3016426" y="2215314"/>
            <a:ext cx="376503" cy="373442"/>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2" name="Google Shape;17302;p82"/>
          <p:cNvSpPr/>
          <p:nvPr/>
        </p:nvSpPr>
        <p:spPr>
          <a:xfrm>
            <a:off x="1807487" y="2652012"/>
            <a:ext cx="231859" cy="372824"/>
          </a:xfrm>
          <a:custGeom>
            <a:rect b="b" l="l" r="r" t="t"/>
            <a:pathLst>
              <a:path extrusionOk="0" h="12666" w="7877">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3" name="Google Shape;17303;p82"/>
          <p:cNvSpPr/>
          <p:nvPr/>
        </p:nvSpPr>
        <p:spPr>
          <a:xfrm>
            <a:off x="1759274" y="3082043"/>
            <a:ext cx="328289" cy="374914"/>
          </a:xfrm>
          <a:custGeom>
            <a:rect b="b" l="l" r="r" t="t"/>
            <a:pathLst>
              <a:path extrusionOk="0" h="12737" w="11153">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4" name="Google Shape;17304;p82"/>
          <p:cNvSpPr/>
          <p:nvPr/>
        </p:nvSpPr>
        <p:spPr>
          <a:xfrm>
            <a:off x="1735189" y="3576077"/>
            <a:ext cx="372824" cy="374060"/>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5" name="Google Shape;17305;p82"/>
          <p:cNvSpPr/>
          <p:nvPr/>
        </p:nvSpPr>
        <p:spPr>
          <a:xfrm>
            <a:off x="3953247" y="2652248"/>
            <a:ext cx="374678" cy="372353"/>
          </a:xfrm>
          <a:custGeom>
            <a:rect b="b" l="l" r="r" t="t"/>
            <a:pathLst>
              <a:path extrusionOk="0" h="12650" w="12729">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306" name="Google Shape;17306;p82"/>
          <p:cNvGrpSpPr/>
          <p:nvPr/>
        </p:nvGrpSpPr>
        <p:grpSpPr>
          <a:xfrm>
            <a:off x="1229534" y="1308077"/>
            <a:ext cx="396931" cy="373147"/>
            <a:chOff x="-42804750" y="1949600"/>
            <a:chExt cx="337125" cy="316925"/>
          </a:xfrm>
        </p:grpSpPr>
        <p:sp>
          <p:nvSpPr>
            <p:cNvPr id="17307" name="Google Shape;17307;p82"/>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8" name="Google Shape;17308;p82"/>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9" name="Google Shape;17309;p82"/>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10" name="Google Shape;17310;p82"/>
          <p:cNvGrpSpPr/>
          <p:nvPr/>
        </p:nvGrpSpPr>
        <p:grpSpPr>
          <a:xfrm>
            <a:off x="1292211" y="1760773"/>
            <a:ext cx="335706" cy="364258"/>
            <a:chOff x="-42778750" y="2320125"/>
            <a:chExt cx="285125" cy="309375"/>
          </a:xfrm>
        </p:grpSpPr>
        <p:sp>
          <p:nvSpPr>
            <p:cNvPr id="17311" name="Google Shape;17311;p82"/>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2" name="Google Shape;17312;p82"/>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13" name="Google Shape;17313;p82"/>
          <p:cNvGrpSpPr/>
          <p:nvPr/>
        </p:nvGrpSpPr>
        <p:grpSpPr>
          <a:xfrm>
            <a:off x="1269879" y="2207778"/>
            <a:ext cx="375591" cy="374678"/>
            <a:chOff x="-42796875" y="2680675"/>
            <a:chExt cx="319000" cy="318225"/>
          </a:xfrm>
        </p:grpSpPr>
        <p:sp>
          <p:nvSpPr>
            <p:cNvPr id="17314" name="Google Shape;17314;p82"/>
            <p:cNvSpPr/>
            <p:nvPr/>
          </p:nvSpPr>
          <p:spPr>
            <a:xfrm>
              <a:off x="-42671650" y="2853950"/>
              <a:ext cx="70125" cy="21275"/>
            </a:xfrm>
            <a:custGeom>
              <a:rect b="b" l="l" r="r" t="t"/>
              <a:pathLst>
                <a:path extrusionOk="0" h="851" w="2805">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5" name="Google Shape;17315;p82"/>
            <p:cNvSpPr/>
            <p:nvPr/>
          </p:nvSpPr>
          <p:spPr>
            <a:xfrm>
              <a:off x="-42671650" y="2895675"/>
              <a:ext cx="70125" cy="20525"/>
            </a:xfrm>
            <a:custGeom>
              <a:rect b="b" l="l" r="r" t="t"/>
              <a:pathLst>
                <a:path extrusionOk="0" h="821" w="2805">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6" name="Google Shape;17316;p82"/>
            <p:cNvSpPr/>
            <p:nvPr/>
          </p:nvSpPr>
          <p:spPr>
            <a:xfrm>
              <a:off x="-42796875" y="2680675"/>
              <a:ext cx="319000" cy="318225"/>
            </a:xfrm>
            <a:custGeom>
              <a:rect b="b" l="l" r="r" t="t"/>
              <a:pathLst>
                <a:path extrusionOk="0" h="12729" w="1276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7" name="Google Shape;17317;p82"/>
            <p:cNvSpPr/>
            <p:nvPr/>
          </p:nvSpPr>
          <p:spPr>
            <a:xfrm>
              <a:off x="-42753550" y="2854500"/>
              <a:ext cx="63825" cy="61700"/>
            </a:xfrm>
            <a:custGeom>
              <a:rect b="b" l="l" r="r" t="t"/>
              <a:pathLst>
                <a:path extrusionOk="0" h="2468" w="2553">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8" name="Google Shape;17318;p82"/>
            <p:cNvSpPr/>
            <p:nvPr/>
          </p:nvSpPr>
          <p:spPr>
            <a:xfrm>
              <a:off x="-42581850" y="2853950"/>
              <a:ext cx="63025" cy="61475"/>
            </a:xfrm>
            <a:custGeom>
              <a:rect b="b" l="l" r="r" t="t"/>
              <a:pathLst>
                <a:path extrusionOk="0" h="2459" w="2521">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19" name="Google Shape;17319;p82"/>
          <p:cNvSpPr/>
          <p:nvPr/>
        </p:nvSpPr>
        <p:spPr>
          <a:xfrm>
            <a:off x="3439644" y="1333692"/>
            <a:ext cx="375591" cy="373030"/>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0" name="Google Shape;17320;p82"/>
          <p:cNvSpPr/>
          <p:nvPr/>
        </p:nvSpPr>
        <p:spPr>
          <a:xfrm>
            <a:off x="3459773" y="1815159"/>
            <a:ext cx="380241" cy="318104"/>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1" name="Google Shape;17321;p82"/>
          <p:cNvSpPr/>
          <p:nvPr/>
        </p:nvSpPr>
        <p:spPr>
          <a:xfrm>
            <a:off x="3469303" y="2215314"/>
            <a:ext cx="375620" cy="372441"/>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2" name="Google Shape;17322;p82"/>
          <p:cNvSpPr/>
          <p:nvPr/>
        </p:nvSpPr>
        <p:spPr>
          <a:xfrm>
            <a:off x="2230466" y="2652012"/>
            <a:ext cx="268977" cy="370969"/>
          </a:xfrm>
          <a:custGeom>
            <a:rect b="b" l="l" r="r" t="t"/>
            <a:pathLst>
              <a:path extrusionOk="0" h="12603" w="9138">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3" name="Google Shape;17323;p82"/>
          <p:cNvSpPr/>
          <p:nvPr/>
        </p:nvSpPr>
        <p:spPr>
          <a:xfrm>
            <a:off x="2117481" y="3435574"/>
            <a:ext cx="29" cy="29"/>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324" name="Google Shape;17324;p82"/>
          <p:cNvGrpSpPr/>
          <p:nvPr/>
        </p:nvGrpSpPr>
        <p:grpSpPr>
          <a:xfrm>
            <a:off x="2168150" y="3086053"/>
            <a:ext cx="390426" cy="369586"/>
            <a:chOff x="-39055650" y="2315975"/>
            <a:chExt cx="331600" cy="313900"/>
          </a:xfrm>
        </p:grpSpPr>
        <p:sp>
          <p:nvSpPr>
            <p:cNvPr id="17325" name="Google Shape;17325;p82"/>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6" name="Google Shape;17326;p82"/>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27" name="Google Shape;17327;p82"/>
          <p:cNvSpPr/>
          <p:nvPr/>
        </p:nvSpPr>
        <p:spPr>
          <a:xfrm>
            <a:off x="2174857" y="3604055"/>
            <a:ext cx="374649" cy="318104"/>
          </a:xfrm>
          <a:custGeom>
            <a:rect b="b" l="l" r="r" t="t"/>
            <a:pathLst>
              <a:path extrusionOk="0" h="10807" w="12728">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8" name="Google Shape;17328;p82"/>
          <p:cNvSpPr/>
          <p:nvPr/>
        </p:nvSpPr>
        <p:spPr>
          <a:xfrm>
            <a:off x="3995440" y="3071387"/>
            <a:ext cx="290288" cy="375355"/>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329" name="Google Shape;17329;p82"/>
          <p:cNvGrpSpPr/>
          <p:nvPr/>
        </p:nvGrpSpPr>
        <p:grpSpPr>
          <a:xfrm>
            <a:off x="1659816" y="1308254"/>
            <a:ext cx="380241" cy="371793"/>
            <a:chOff x="-42430625" y="1949750"/>
            <a:chExt cx="322950" cy="315775"/>
          </a:xfrm>
        </p:grpSpPr>
        <p:sp>
          <p:nvSpPr>
            <p:cNvPr id="17330" name="Google Shape;17330;p82"/>
            <p:cNvSpPr/>
            <p:nvPr/>
          </p:nvSpPr>
          <p:spPr>
            <a:xfrm>
              <a:off x="-423534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1" name="Google Shape;17331;p82"/>
            <p:cNvSpPr/>
            <p:nvPr/>
          </p:nvSpPr>
          <p:spPr>
            <a:xfrm>
              <a:off x="-422896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2" name="Google Shape;17332;p82"/>
            <p:cNvSpPr/>
            <p:nvPr/>
          </p:nvSpPr>
          <p:spPr>
            <a:xfrm>
              <a:off x="-42226625" y="2065525"/>
              <a:ext cx="40975" cy="41000"/>
            </a:xfrm>
            <a:custGeom>
              <a:rect b="b" l="l" r="r" t="t"/>
              <a:pathLst>
                <a:path extrusionOk="0" h="1640" w="1639">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3" name="Google Shape;17333;p82"/>
            <p:cNvSpPr/>
            <p:nvPr/>
          </p:nvSpPr>
          <p:spPr>
            <a:xfrm>
              <a:off x="-42430625" y="1949750"/>
              <a:ext cx="322950" cy="315775"/>
            </a:xfrm>
            <a:custGeom>
              <a:rect b="b" l="l" r="r" t="t"/>
              <a:pathLst>
                <a:path extrusionOk="0" h="12631" w="12918">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34" name="Google Shape;17334;p82"/>
          <p:cNvSpPr/>
          <p:nvPr/>
        </p:nvSpPr>
        <p:spPr>
          <a:xfrm>
            <a:off x="1719036" y="1755820"/>
            <a:ext cx="324609" cy="372824"/>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5" name="Google Shape;17335;p82"/>
          <p:cNvSpPr/>
          <p:nvPr/>
        </p:nvSpPr>
        <p:spPr>
          <a:xfrm>
            <a:off x="1696509" y="2188264"/>
            <a:ext cx="370057" cy="372647"/>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6" name="Google Shape;17336;p82"/>
          <p:cNvSpPr/>
          <p:nvPr/>
        </p:nvSpPr>
        <p:spPr>
          <a:xfrm>
            <a:off x="3917021" y="1342493"/>
            <a:ext cx="373766" cy="340357"/>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7" name="Google Shape;17337;p82"/>
          <p:cNvSpPr/>
          <p:nvPr/>
        </p:nvSpPr>
        <p:spPr>
          <a:xfrm>
            <a:off x="3936416" y="1781781"/>
            <a:ext cx="379329" cy="373766"/>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8" name="Google Shape;17338;p82"/>
          <p:cNvSpPr/>
          <p:nvPr/>
        </p:nvSpPr>
        <p:spPr>
          <a:xfrm>
            <a:off x="3906859" y="2214107"/>
            <a:ext cx="373766" cy="373736"/>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9" name="Google Shape;17339;p82"/>
          <p:cNvSpPr/>
          <p:nvPr/>
        </p:nvSpPr>
        <p:spPr>
          <a:xfrm>
            <a:off x="2616350" y="2648981"/>
            <a:ext cx="374678" cy="375620"/>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340" name="Google Shape;17340;p82"/>
          <p:cNvGrpSpPr/>
          <p:nvPr/>
        </p:nvGrpSpPr>
        <p:grpSpPr>
          <a:xfrm>
            <a:off x="2623344" y="3084199"/>
            <a:ext cx="372824" cy="372058"/>
            <a:chOff x="-38686275" y="2314400"/>
            <a:chExt cx="316650" cy="316000"/>
          </a:xfrm>
        </p:grpSpPr>
        <p:sp>
          <p:nvSpPr>
            <p:cNvPr id="17341" name="Google Shape;17341;p82"/>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2" name="Google Shape;17342;p82"/>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43" name="Google Shape;17343;p82"/>
          <p:cNvGrpSpPr/>
          <p:nvPr/>
        </p:nvGrpSpPr>
        <p:grpSpPr>
          <a:xfrm>
            <a:off x="2621946" y="3576239"/>
            <a:ext cx="375620" cy="373736"/>
            <a:chOff x="-38686275" y="2682250"/>
            <a:chExt cx="319025" cy="317425"/>
          </a:xfrm>
        </p:grpSpPr>
        <p:sp>
          <p:nvSpPr>
            <p:cNvPr id="17344" name="Google Shape;17344;p82"/>
            <p:cNvSpPr/>
            <p:nvPr/>
          </p:nvSpPr>
          <p:spPr>
            <a:xfrm>
              <a:off x="-38686275" y="2682250"/>
              <a:ext cx="319025" cy="317425"/>
            </a:xfrm>
            <a:custGeom>
              <a:rect b="b" l="l" r="r" t="t"/>
              <a:pathLst>
                <a:path extrusionOk="0" h="12697" w="12761">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5" name="Google Shape;17345;p82"/>
            <p:cNvSpPr/>
            <p:nvPr/>
          </p:nvSpPr>
          <p:spPr>
            <a:xfrm>
              <a:off x="-38591750" y="2773600"/>
              <a:ext cx="63025" cy="61350"/>
            </a:xfrm>
            <a:custGeom>
              <a:rect b="b" l="l" r="r" t="t"/>
              <a:pathLst>
                <a:path extrusionOk="0" h="2454" w="2521">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46" name="Google Shape;17346;p82"/>
          <p:cNvGrpSpPr/>
          <p:nvPr/>
        </p:nvGrpSpPr>
        <p:grpSpPr>
          <a:xfrm>
            <a:off x="3940328" y="3574782"/>
            <a:ext cx="391368" cy="376650"/>
            <a:chOff x="-37534750" y="2668075"/>
            <a:chExt cx="332400" cy="319900"/>
          </a:xfrm>
        </p:grpSpPr>
        <p:sp>
          <p:nvSpPr>
            <p:cNvPr id="17347" name="Google Shape;17347;p82"/>
            <p:cNvSpPr/>
            <p:nvPr/>
          </p:nvSpPr>
          <p:spPr>
            <a:xfrm>
              <a:off x="-37534750" y="2668075"/>
              <a:ext cx="332400" cy="319900"/>
            </a:xfrm>
            <a:custGeom>
              <a:rect b="b" l="l" r="r" t="t"/>
              <a:pathLst>
                <a:path extrusionOk="0" h="12796" w="13296">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8" name="Google Shape;17348;p82"/>
            <p:cNvSpPr/>
            <p:nvPr/>
          </p:nvSpPr>
          <p:spPr>
            <a:xfrm>
              <a:off x="-37487500" y="2709475"/>
              <a:ext cx="165425" cy="164450"/>
            </a:xfrm>
            <a:custGeom>
              <a:rect b="b" l="l" r="r" t="t"/>
              <a:pathLst>
                <a:path extrusionOk="0" h="6578" w="6617">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49" name="Google Shape;17349;p82"/>
          <p:cNvSpPr/>
          <p:nvPr/>
        </p:nvSpPr>
        <p:spPr>
          <a:xfrm>
            <a:off x="2106751" y="1307496"/>
            <a:ext cx="375591" cy="372588"/>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350" name="Google Shape;17350;p82"/>
          <p:cNvGrpSpPr/>
          <p:nvPr/>
        </p:nvGrpSpPr>
        <p:grpSpPr>
          <a:xfrm>
            <a:off x="2131694" y="1755917"/>
            <a:ext cx="375591" cy="374060"/>
            <a:chOff x="-42062025" y="2316000"/>
            <a:chExt cx="319000" cy="317700"/>
          </a:xfrm>
        </p:grpSpPr>
        <p:sp>
          <p:nvSpPr>
            <p:cNvPr id="17351" name="Google Shape;17351;p82"/>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2" name="Google Shape;17352;p82"/>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53" name="Google Shape;17353;p82"/>
          <p:cNvSpPr/>
          <p:nvPr/>
        </p:nvSpPr>
        <p:spPr>
          <a:xfrm>
            <a:off x="2135027" y="2187352"/>
            <a:ext cx="378387" cy="375296"/>
          </a:xfrm>
          <a:custGeom>
            <a:rect b="b" l="l" r="r" t="t"/>
            <a:pathLst>
              <a:path extrusionOk="0" h="12750" w="12855">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354" name="Google Shape;17354;p82"/>
          <p:cNvGrpSpPr/>
          <p:nvPr/>
        </p:nvGrpSpPr>
        <p:grpSpPr>
          <a:xfrm>
            <a:off x="876569" y="2667020"/>
            <a:ext cx="330143" cy="368173"/>
            <a:chOff x="-40150450" y="1977325"/>
            <a:chExt cx="280400" cy="312700"/>
          </a:xfrm>
        </p:grpSpPr>
        <p:sp>
          <p:nvSpPr>
            <p:cNvPr id="17355" name="Google Shape;17355;p82"/>
            <p:cNvSpPr/>
            <p:nvPr/>
          </p:nvSpPr>
          <p:spPr>
            <a:xfrm>
              <a:off x="-40052800" y="204112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6" name="Google Shape;17356;p82"/>
            <p:cNvSpPr/>
            <p:nvPr/>
          </p:nvSpPr>
          <p:spPr>
            <a:xfrm>
              <a:off x="-40150450" y="1977325"/>
              <a:ext cx="280400" cy="312700"/>
            </a:xfrm>
            <a:custGeom>
              <a:rect b="b" l="l" r="r" t="t"/>
              <a:pathLst>
                <a:path extrusionOk="0" h="12508" w="11216">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7" name="Google Shape;17357;p82"/>
            <p:cNvSpPr/>
            <p:nvPr/>
          </p:nvSpPr>
          <p:spPr>
            <a:xfrm>
              <a:off x="-39925200" y="210807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8" name="Google Shape;17358;p82"/>
            <p:cNvSpPr/>
            <p:nvPr/>
          </p:nvSpPr>
          <p:spPr>
            <a:xfrm>
              <a:off x="-39958275" y="2087025"/>
              <a:ext cx="44925" cy="105350"/>
            </a:xfrm>
            <a:custGeom>
              <a:rect b="b" l="l" r="r" t="t"/>
              <a:pathLst>
                <a:path extrusionOk="0" h="4214" w="1797">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59" name="Google Shape;17359;p82"/>
          <p:cNvGrpSpPr/>
          <p:nvPr/>
        </p:nvGrpSpPr>
        <p:grpSpPr>
          <a:xfrm>
            <a:off x="870534" y="3126239"/>
            <a:ext cx="342211" cy="372824"/>
            <a:chOff x="-40160700" y="2339625"/>
            <a:chExt cx="290650" cy="316650"/>
          </a:xfrm>
        </p:grpSpPr>
        <p:sp>
          <p:nvSpPr>
            <p:cNvPr id="17360" name="Google Shape;17360;p82"/>
            <p:cNvSpPr/>
            <p:nvPr/>
          </p:nvSpPr>
          <p:spPr>
            <a:xfrm>
              <a:off x="-40005525" y="2552600"/>
              <a:ext cx="70900" cy="62175"/>
            </a:xfrm>
            <a:custGeom>
              <a:rect b="b" l="l" r="r" t="t"/>
              <a:pathLst>
                <a:path extrusionOk="0" h="2487" w="2836">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1" name="Google Shape;17361;p82"/>
            <p:cNvSpPr/>
            <p:nvPr/>
          </p:nvSpPr>
          <p:spPr>
            <a:xfrm>
              <a:off x="-40039400" y="2605050"/>
              <a:ext cx="29150" cy="20500"/>
            </a:xfrm>
            <a:custGeom>
              <a:rect b="b" l="l" r="r" t="t"/>
              <a:pathLst>
                <a:path extrusionOk="0" h="820" w="1166">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2" name="Google Shape;17362;p82"/>
            <p:cNvSpPr/>
            <p:nvPr/>
          </p:nvSpPr>
          <p:spPr>
            <a:xfrm>
              <a:off x="-40079575" y="2584575"/>
              <a:ext cx="19725" cy="19725"/>
            </a:xfrm>
            <a:custGeom>
              <a:rect b="b" l="l" r="r" t="t"/>
              <a:pathLst>
                <a:path extrusionOk="0" h="789" w="789">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3" name="Google Shape;17363;p82"/>
            <p:cNvSpPr/>
            <p:nvPr/>
          </p:nvSpPr>
          <p:spPr>
            <a:xfrm>
              <a:off x="-40160700" y="2339625"/>
              <a:ext cx="290650" cy="316650"/>
            </a:xfrm>
            <a:custGeom>
              <a:rect b="b" l="l" r="r" t="t"/>
              <a:pathLst>
                <a:path extrusionOk="0" h="12666" w="11626">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64" name="Google Shape;17364;p82"/>
          <p:cNvGrpSpPr/>
          <p:nvPr/>
        </p:nvGrpSpPr>
        <p:grpSpPr>
          <a:xfrm>
            <a:off x="852359" y="3576695"/>
            <a:ext cx="375591" cy="372824"/>
            <a:chOff x="-40171725" y="2705875"/>
            <a:chExt cx="319000" cy="316650"/>
          </a:xfrm>
        </p:grpSpPr>
        <p:sp>
          <p:nvSpPr>
            <p:cNvPr id="17365" name="Google Shape;17365;p82"/>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6" name="Google Shape;17366;p82"/>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67" name="Google Shape;17367;p82"/>
          <p:cNvGrpSpPr/>
          <p:nvPr/>
        </p:nvGrpSpPr>
        <p:grpSpPr>
          <a:xfrm>
            <a:off x="3109957" y="2651151"/>
            <a:ext cx="272686" cy="373766"/>
            <a:chOff x="-38275925" y="1946600"/>
            <a:chExt cx="231600" cy="317450"/>
          </a:xfrm>
        </p:grpSpPr>
        <p:sp>
          <p:nvSpPr>
            <p:cNvPr id="17368" name="Google Shape;17368;p82"/>
            <p:cNvSpPr/>
            <p:nvPr/>
          </p:nvSpPr>
          <p:spPr>
            <a:xfrm>
              <a:off x="-38275925" y="1946600"/>
              <a:ext cx="231600" cy="317450"/>
            </a:xfrm>
            <a:custGeom>
              <a:rect b="b" l="l" r="r" t="t"/>
              <a:pathLst>
                <a:path extrusionOk="0" h="12698" w="9264">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9" name="Google Shape;17369;p82"/>
            <p:cNvSpPr/>
            <p:nvPr/>
          </p:nvSpPr>
          <p:spPr>
            <a:xfrm>
              <a:off x="-38235750" y="1989125"/>
              <a:ext cx="84300" cy="83525"/>
            </a:xfrm>
            <a:custGeom>
              <a:rect b="b" l="l" r="r" t="t"/>
              <a:pathLst>
                <a:path extrusionOk="0" h="3341" w="3372">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70" name="Google Shape;17370;p82"/>
          <p:cNvSpPr/>
          <p:nvPr/>
        </p:nvSpPr>
        <p:spPr>
          <a:xfrm>
            <a:off x="3057873" y="3082867"/>
            <a:ext cx="374678" cy="374089"/>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1" name="Google Shape;17371;p82"/>
          <p:cNvSpPr/>
          <p:nvPr/>
        </p:nvSpPr>
        <p:spPr>
          <a:xfrm>
            <a:off x="3137950" y="3575768"/>
            <a:ext cx="219821" cy="374678"/>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372" name="Google Shape;17372;p82"/>
          <p:cNvGrpSpPr/>
          <p:nvPr/>
        </p:nvGrpSpPr>
        <p:grpSpPr>
          <a:xfrm>
            <a:off x="2173841" y="4048593"/>
            <a:ext cx="382096" cy="371911"/>
            <a:chOff x="-37190575" y="1951325"/>
            <a:chExt cx="324525" cy="315875"/>
          </a:xfrm>
        </p:grpSpPr>
        <p:sp>
          <p:nvSpPr>
            <p:cNvPr id="17373" name="Google Shape;17373;p82"/>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4" name="Google Shape;17374;p82"/>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5" name="Google Shape;17375;p82"/>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6" name="Google Shape;17376;p82"/>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7" name="Google Shape;17377;p82"/>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78" name="Google Shape;17378;p82"/>
          <p:cNvSpPr/>
          <p:nvPr/>
        </p:nvSpPr>
        <p:spPr>
          <a:xfrm>
            <a:off x="2541596" y="1305641"/>
            <a:ext cx="378387" cy="373736"/>
          </a:xfrm>
          <a:custGeom>
            <a:rect b="b" l="l" r="r" t="t"/>
            <a:pathLst>
              <a:path extrusionOk="0" h="12697" w="12855">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379" name="Google Shape;17379;p82"/>
          <p:cNvGrpSpPr/>
          <p:nvPr/>
        </p:nvGrpSpPr>
        <p:grpSpPr>
          <a:xfrm>
            <a:off x="2574144" y="1834744"/>
            <a:ext cx="373736" cy="293055"/>
            <a:chOff x="-41694200" y="2382950"/>
            <a:chExt cx="317425" cy="248900"/>
          </a:xfrm>
        </p:grpSpPr>
        <p:sp>
          <p:nvSpPr>
            <p:cNvPr id="17380" name="Google Shape;17380;p82"/>
            <p:cNvSpPr/>
            <p:nvPr/>
          </p:nvSpPr>
          <p:spPr>
            <a:xfrm>
              <a:off x="-41694200" y="2382950"/>
              <a:ext cx="317425" cy="248900"/>
            </a:xfrm>
            <a:custGeom>
              <a:rect b="b" l="l" r="r" t="t"/>
              <a:pathLst>
                <a:path extrusionOk="0" h="9956" w="12697">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1" name="Google Shape;17381;p82"/>
            <p:cNvSpPr/>
            <p:nvPr/>
          </p:nvSpPr>
          <p:spPr>
            <a:xfrm>
              <a:off x="-41586600" y="2425550"/>
              <a:ext cx="107450" cy="102925"/>
            </a:xfrm>
            <a:custGeom>
              <a:rect b="b" l="l" r="r" t="t"/>
              <a:pathLst>
                <a:path extrusionOk="0" h="4117" w="4298">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82" name="Google Shape;17382;p82"/>
          <p:cNvGrpSpPr/>
          <p:nvPr/>
        </p:nvGrpSpPr>
        <p:grpSpPr>
          <a:xfrm>
            <a:off x="2570967" y="2188052"/>
            <a:ext cx="375591" cy="373766"/>
            <a:chOff x="-41695775" y="2683025"/>
            <a:chExt cx="319000" cy="317450"/>
          </a:xfrm>
        </p:grpSpPr>
        <p:sp>
          <p:nvSpPr>
            <p:cNvPr id="17383" name="Google Shape;17383;p82"/>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4" name="Google Shape;17384;p82"/>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5" name="Google Shape;17385;p82"/>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86" name="Google Shape;17386;p82"/>
          <p:cNvGrpSpPr/>
          <p:nvPr/>
        </p:nvGrpSpPr>
        <p:grpSpPr>
          <a:xfrm>
            <a:off x="1313266" y="2680822"/>
            <a:ext cx="342211" cy="375620"/>
            <a:chOff x="-39792875" y="1971800"/>
            <a:chExt cx="290650" cy="319025"/>
          </a:xfrm>
        </p:grpSpPr>
        <p:sp>
          <p:nvSpPr>
            <p:cNvPr id="17387" name="Google Shape;17387;p82"/>
            <p:cNvSpPr/>
            <p:nvPr/>
          </p:nvSpPr>
          <p:spPr>
            <a:xfrm>
              <a:off x="-39667650" y="2145075"/>
              <a:ext cx="40975" cy="41775"/>
            </a:xfrm>
            <a:custGeom>
              <a:rect b="b" l="l" r="r" t="t"/>
              <a:pathLst>
                <a:path extrusionOk="0" h="1671" w="1639">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8" name="Google Shape;17388;p82"/>
            <p:cNvSpPr/>
            <p:nvPr/>
          </p:nvSpPr>
          <p:spPr>
            <a:xfrm>
              <a:off x="-39792875" y="1971800"/>
              <a:ext cx="290650" cy="319025"/>
            </a:xfrm>
            <a:custGeom>
              <a:rect b="b" l="l" r="r" t="t"/>
              <a:pathLst>
                <a:path extrusionOk="0" h="12761" w="11626">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89" name="Google Shape;17389;p82"/>
          <p:cNvSpPr/>
          <p:nvPr/>
        </p:nvSpPr>
        <p:spPr>
          <a:xfrm>
            <a:off x="1296433" y="3576475"/>
            <a:ext cx="371911" cy="373265"/>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390" name="Google Shape;17390;p82"/>
          <p:cNvGrpSpPr/>
          <p:nvPr/>
        </p:nvGrpSpPr>
        <p:grpSpPr>
          <a:xfrm>
            <a:off x="3490328" y="2653006"/>
            <a:ext cx="383950" cy="372618"/>
            <a:chOff x="-37956150" y="1948175"/>
            <a:chExt cx="326100" cy="316475"/>
          </a:xfrm>
        </p:grpSpPr>
        <p:sp>
          <p:nvSpPr>
            <p:cNvPr id="17391" name="Google Shape;17391;p82"/>
            <p:cNvSpPr/>
            <p:nvPr/>
          </p:nvSpPr>
          <p:spPr>
            <a:xfrm>
              <a:off x="-37956150" y="1948175"/>
              <a:ext cx="326100" cy="316475"/>
            </a:xfrm>
            <a:custGeom>
              <a:rect b="b" l="l" r="r" t="t"/>
              <a:pathLst>
                <a:path extrusionOk="0" h="12659" w="13044">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2" name="Google Shape;17392;p82"/>
            <p:cNvSpPr/>
            <p:nvPr/>
          </p:nvSpPr>
          <p:spPr>
            <a:xfrm>
              <a:off x="-37729300" y="20545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3" name="Google Shape;17393;p82"/>
            <p:cNvSpPr/>
            <p:nvPr/>
          </p:nvSpPr>
          <p:spPr>
            <a:xfrm>
              <a:off x="-37839575" y="2058625"/>
              <a:ext cx="81950" cy="34300"/>
            </a:xfrm>
            <a:custGeom>
              <a:rect b="b" l="l" r="r" t="t"/>
              <a:pathLst>
                <a:path extrusionOk="0" h="1372" w="3278">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4" name="Google Shape;17394;p82"/>
          <p:cNvGrpSpPr/>
          <p:nvPr/>
        </p:nvGrpSpPr>
        <p:grpSpPr>
          <a:xfrm>
            <a:off x="1323705" y="3129047"/>
            <a:ext cx="324609" cy="374825"/>
            <a:chOff x="-39783425" y="2337925"/>
            <a:chExt cx="275700" cy="318350"/>
          </a:xfrm>
        </p:grpSpPr>
        <p:sp>
          <p:nvSpPr>
            <p:cNvPr id="17395" name="Google Shape;17395;p82"/>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6" name="Google Shape;17396;p82"/>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7" name="Google Shape;17397;p82"/>
          <p:cNvGrpSpPr/>
          <p:nvPr/>
        </p:nvGrpSpPr>
        <p:grpSpPr>
          <a:xfrm>
            <a:off x="3497847" y="3160259"/>
            <a:ext cx="375620" cy="243015"/>
            <a:chOff x="-37953000" y="2379000"/>
            <a:chExt cx="319025" cy="206400"/>
          </a:xfrm>
        </p:grpSpPr>
        <p:sp>
          <p:nvSpPr>
            <p:cNvPr id="17398" name="Google Shape;17398;p82"/>
            <p:cNvSpPr/>
            <p:nvPr/>
          </p:nvSpPr>
          <p:spPr>
            <a:xfrm>
              <a:off x="-37953000" y="2379000"/>
              <a:ext cx="319025" cy="206400"/>
            </a:xfrm>
            <a:custGeom>
              <a:rect b="b" l="l" r="r" t="t"/>
              <a:pathLst>
                <a:path extrusionOk="0" h="8256" w="12761">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9" name="Google Shape;17399;p82"/>
            <p:cNvSpPr/>
            <p:nvPr/>
          </p:nvSpPr>
          <p:spPr>
            <a:xfrm>
              <a:off x="-37780500" y="2419975"/>
              <a:ext cx="110300" cy="104075"/>
            </a:xfrm>
            <a:custGeom>
              <a:rect b="b" l="l" r="r" t="t"/>
              <a:pathLst>
                <a:path extrusionOk="0" h="4163" w="4412">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0" name="Google Shape;17400;p82"/>
            <p:cNvSpPr/>
            <p:nvPr/>
          </p:nvSpPr>
          <p:spPr>
            <a:xfrm>
              <a:off x="-37910450" y="2419975"/>
              <a:ext cx="103200" cy="21275"/>
            </a:xfrm>
            <a:custGeom>
              <a:rect b="b" l="l" r="r" t="t"/>
              <a:pathLst>
                <a:path extrusionOk="0" h="851" w="4128">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1" name="Google Shape;17401;p82"/>
            <p:cNvSpPr/>
            <p:nvPr/>
          </p:nvSpPr>
          <p:spPr>
            <a:xfrm>
              <a:off x="-37910450" y="2461700"/>
              <a:ext cx="103200" cy="21300"/>
            </a:xfrm>
            <a:custGeom>
              <a:rect b="b" l="l" r="r" t="t"/>
              <a:pathLst>
                <a:path extrusionOk="0" h="852" w="4128">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2" name="Google Shape;17402;p82"/>
            <p:cNvSpPr/>
            <p:nvPr/>
          </p:nvSpPr>
          <p:spPr>
            <a:xfrm>
              <a:off x="-37910450" y="2502675"/>
              <a:ext cx="103200" cy="22075"/>
            </a:xfrm>
            <a:custGeom>
              <a:rect b="b" l="l" r="r" t="t"/>
              <a:pathLst>
                <a:path extrusionOk="0" h="883" w="4128">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03" name="Google Shape;17403;p82"/>
          <p:cNvSpPr/>
          <p:nvPr/>
        </p:nvSpPr>
        <p:spPr>
          <a:xfrm>
            <a:off x="3490950" y="3575768"/>
            <a:ext cx="385805" cy="374678"/>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4" name="Google Shape;17404;p82"/>
          <p:cNvSpPr/>
          <p:nvPr/>
        </p:nvSpPr>
        <p:spPr>
          <a:xfrm>
            <a:off x="2669201" y="4047649"/>
            <a:ext cx="268977" cy="373766"/>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5" name="Google Shape;17405;p82"/>
          <p:cNvSpPr txBox="1"/>
          <p:nvPr>
            <p:ph idx="4294967295" type="title"/>
          </p:nvPr>
        </p:nvSpPr>
        <p:spPr>
          <a:xfrm>
            <a:off x="849675" y="722092"/>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7406" name="Google Shape;17406;p82"/>
          <p:cNvSpPr txBox="1"/>
          <p:nvPr>
            <p:ph idx="4294967295" type="title"/>
          </p:nvPr>
        </p:nvSpPr>
        <p:spPr>
          <a:xfrm>
            <a:off x="4858400" y="722092"/>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sp>
        <p:nvSpPr>
          <p:cNvPr id="17407" name="Google Shape;17407;p82"/>
          <p:cNvSpPr/>
          <p:nvPr/>
        </p:nvSpPr>
        <p:spPr>
          <a:xfrm>
            <a:off x="4866545" y="1355406"/>
            <a:ext cx="353180" cy="314589"/>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408" name="Google Shape;17408;p82"/>
          <p:cNvGrpSpPr/>
          <p:nvPr/>
        </p:nvGrpSpPr>
        <p:grpSpPr>
          <a:xfrm>
            <a:off x="4865594" y="1782519"/>
            <a:ext cx="354107" cy="355063"/>
            <a:chOff x="-28467625" y="2331750"/>
            <a:chExt cx="296150" cy="296950"/>
          </a:xfrm>
        </p:grpSpPr>
        <p:sp>
          <p:nvSpPr>
            <p:cNvPr id="17409" name="Google Shape;17409;p82"/>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0" name="Google Shape;17410;p82"/>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11" name="Google Shape;17411;p82"/>
          <p:cNvGrpSpPr/>
          <p:nvPr/>
        </p:nvGrpSpPr>
        <p:grpSpPr>
          <a:xfrm>
            <a:off x="4879719" y="2225601"/>
            <a:ext cx="325858" cy="351327"/>
            <a:chOff x="-28461325" y="2701925"/>
            <a:chExt cx="272525" cy="293825"/>
          </a:xfrm>
        </p:grpSpPr>
        <p:sp>
          <p:nvSpPr>
            <p:cNvPr id="17412" name="Google Shape;17412;p82"/>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3" name="Google Shape;17413;p82"/>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4" name="Google Shape;17414;p82"/>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15" name="Google Shape;17415;p82"/>
          <p:cNvGrpSpPr/>
          <p:nvPr/>
        </p:nvGrpSpPr>
        <p:grpSpPr>
          <a:xfrm>
            <a:off x="7103910" y="1399238"/>
            <a:ext cx="354107" cy="226974"/>
            <a:chOff x="-26585200" y="2025375"/>
            <a:chExt cx="296150" cy="189825"/>
          </a:xfrm>
        </p:grpSpPr>
        <p:sp>
          <p:nvSpPr>
            <p:cNvPr id="17416" name="Google Shape;17416;p82"/>
            <p:cNvSpPr/>
            <p:nvPr/>
          </p:nvSpPr>
          <p:spPr>
            <a:xfrm>
              <a:off x="-26340250" y="2127750"/>
              <a:ext cx="51200" cy="70125"/>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7" name="Google Shape;17417;p82"/>
            <p:cNvSpPr/>
            <p:nvPr/>
          </p:nvSpPr>
          <p:spPr>
            <a:xfrm>
              <a:off x="-26585200" y="2025375"/>
              <a:ext cx="295375" cy="189825"/>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8" name="Google Shape;17418;p82"/>
            <p:cNvSpPr/>
            <p:nvPr/>
          </p:nvSpPr>
          <p:spPr>
            <a:xfrm>
              <a:off x="-26480450" y="2093100"/>
              <a:ext cx="18125" cy="18150"/>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9" name="Google Shape;17419;p82"/>
            <p:cNvSpPr/>
            <p:nvPr/>
          </p:nvSpPr>
          <p:spPr>
            <a:xfrm>
              <a:off x="-26480450" y="212775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0" name="Google Shape;17420;p82"/>
            <p:cNvSpPr/>
            <p:nvPr/>
          </p:nvSpPr>
          <p:spPr>
            <a:xfrm>
              <a:off x="-26480450" y="21624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21" name="Google Shape;17421;p82"/>
          <p:cNvGrpSpPr/>
          <p:nvPr/>
        </p:nvGrpSpPr>
        <p:grpSpPr>
          <a:xfrm>
            <a:off x="7104373" y="1783461"/>
            <a:ext cx="353180" cy="353180"/>
            <a:chOff x="-26584425" y="2340425"/>
            <a:chExt cx="295375" cy="295375"/>
          </a:xfrm>
        </p:grpSpPr>
        <p:sp>
          <p:nvSpPr>
            <p:cNvPr id="17422" name="Google Shape;17422;p82"/>
            <p:cNvSpPr/>
            <p:nvPr/>
          </p:nvSpPr>
          <p:spPr>
            <a:xfrm>
              <a:off x="-26462350" y="2463275"/>
              <a:ext cx="51225" cy="51225"/>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3" name="Google Shape;17423;p82"/>
            <p:cNvSpPr/>
            <p:nvPr/>
          </p:nvSpPr>
          <p:spPr>
            <a:xfrm>
              <a:off x="-26500150" y="2376650"/>
              <a:ext cx="121325" cy="75175"/>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4" name="Google Shape;17424;p82"/>
            <p:cNvSpPr/>
            <p:nvPr/>
          </p:nvSpPr>
          <p:spPr>
            <a:xfrm>
              <a:off x="-26549775" y="2480750"/>
              <a:ext cx="95325" cy="105425"/>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5" name="Google Shape;17425;p82"/>
            <p:cNvSpPr/>
            <p:nvPr/>
          </p:nvSpPr>
          <p:spPr>
            <a:xfrm>
              <a:off x="-26421375" y="2481400"/>
              <a:ext cx="96900" cy="104000"/>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6" name="Google Shape;17426;p82"/>
            <p:cNvSpPr/>
            <p:nvPr/>
          </p:nvSpPr>
          <p:spPr>
            <a:xfrm>
              <a:off x="-26584425" y="2340425"/>
              <a:ext cx="295375" cy="295375"/>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27" name="Google Shape;17427;p82"/>
          <p:cNvGrpSpPr/>
          <p:nvPr/>
        </p:nvGrpSpPr>
        <p:grpSpPr>
          <a:xfrm>
            <a:off x="7099202" y="2224555"/>
            <a:ext cx="363523" cy="353419"/>
            <a:chOff x="-26585200" y="2710400"/>
            <a:chExt cx="304025" cy="295575"/>
          </a:xfrm>
        </p:grpSpPr>
        <p:sp>
          <p:nvSpPr>
            <p:cNvPr id="17428" name="Google Shape;17428;p82"/>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9" name="Google Shape;17429;p82"/>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0" name="Google Shape;17430;p82"/>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1" name="Google Shape;17431;p82"/>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2" name="Google Shape;17432;p82"/>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3" name="Google Shape;17433;p82"/>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4" name="Google Shape;17434;p82"/>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5" name="Google Shape;17435;p82"/>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6" name="Google Shape;17436;p82"/>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7" name="Google Shape;17437;p82"/>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8" name="Google Shape;17438;p82"/>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9" name="Google Shape;17439;p82"/>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40" name="Google Shape;17440;p82"/>
          <p:cNvGrpSpPr/>
          <p:nvPr/>
        </p:nvGrpSpPr>
        <p:grpSpPr>
          <a:xfrm>
            <a:off x="5754337" y="2666033"/>
            <a:ext cx="354136" cy="353210"/>
            <a:chOff x="-24709875" y="1970225"/>
            <a:chExt cx="296175" cy="295400"/>
          </a:xfrm>
        </p:grpSpPr>
        <p:sp>
          <p:nvSpPr>
            <p:cNvPr id="17441" name="Google Shape;17441;p82"/>
            <p:cNvSpPr/>
            <p:nvPr/>
          </p:nvSpPr>
          <p:spPr>
            <a:xfrm>
              <a:off x="-24709875" y="1970225"/>
              <a:ext cx="296175" cy="295400"/>
            </a:xfrm>
            <a:custGeom>
              <a:rect b="b" l="l" r="r" t="t"/>
              <a:pathLst>
                <a:path extrusionOk="0" h="11816" w="11847">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2" name="Google Shape;17442;p82"/>
            <p:cNvSpPr/>
            <p:nvPr/>
          </p:nvSpPr>
          <p:spPr>
            <a:xfrm>
              <a:off x="-24639775" y="209232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43" name="Google Shape;17443;p82"/>
          <p:cNvGrpSpPr/>
          <p:nvPr/>
        </p:nvGrpSpPr>
        <p:grpSpPr>
          <a:xfrm>
            <a:off x="5786352" y="3112911"/>
            <a:ext cx="290107" cy="354107"/>
            <a:chOff x="-24683100" y="2340425"/>
            <a:chExt cx="242625" cy="296150"/>
          </a:xfrm>
        </p:grpSpPr>
        <p:sp>
          <p:nvSpPr>
            <p:cNvPr id="17444" name="Google Shape;17444;p82"/>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5" name="Google Shape;17445;p82"/>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6" name="Google Shape;17446;p82"/>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7" name="Google Shape;17447;p82"/>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48" name="Google Shape;17448;p82"/>
          <p:cNvSpPr/>
          <p:nvPr/>
        </p:nvSpPr>
        <p:spPr>
          <a:xfrm>
            <a:off x="5786789" y="3554076"/>
            <a:ext cx="290077" cy="354136"/>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449" name="Google Shape;17449;p82"/>
          <p:cNvGrpSpPr/>
          <p:nvPr/>
        </p:nvGrpSpPr>
        <p:grpSpPr>
          <a:xfrm>
            <a:off x="7992594" y="2666033"/>
            <a:ext cx="360713" cy="353210"/>
            <a:chOff x="-22881800" y="1971800"/>
            <a:chExt cx="301675" cy="295400"/>
          </a:xfrm>
        </p:grpSpPr>
        <p:sp>
          <p:nvSpPr>
            <p:cNvPr id="17450" name="Google Shape;17450;p82"/>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1" name="Google Shape;17451;p82"/>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2" name="Google Shape;17452;p82"/>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3" name="Google Shape;17453;p82"/>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4" name="Google Shape;17454;p82"/>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5" name="Google Shape;17455;p82"/>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56" name="Google Shape;17456;p82"/>
          <p:cNvSpPr/>
          <p:nvPr/>
        </p:nvSpPr>
        <p:spPr>
          <a:xfrm>
            <a:off x="5326091" y="1335633"/>
            <a:ext cx="314589" cy="354136"/>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7" name="Google Shape;17457;p82"/>
          <p:cNvSpPr/>
          <p:nvPr/>
        </p:nvSpPr>
        <p:spPr>
          <a:xfrm>
            <a:off x="5304434" y="1783074"/>
            <a:ext cx="357903" cy="353897"/>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458" name="Google Shape;17458;p82"/>
          <p:cNvGrpSpPr/>
          <p:nvPr/>
        </p:nvGrpSpPr>
        <p:grpSpPr>
          <a:xfrm>
            <a:off x="5368939" y="2224196"/>
            <a:ext cx="227930" cy="354136"/>
            <a:chOff x="-28043900" y="2701925"/>
            <a:chExt cx="190625" cy="296175"/>
          </a:xfrm>
        </p:grpSpPr>
        <p:sp>
          <p:nvSpPr>
            <p:cNvPr id="17459" name="Google Shape;17459;p82"/>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0" name="Google Shape;17460;p82"/>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1" name="Google Shape;17461;p82"/>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2" name="Google Shape;17462;p82"/>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3" name="Google Shape;17463;p82"/>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64" name="Google Shape;17464;p82"/>
          <p:cNvGrpSpPr/>
          <p:nvPr/>
        </p:nvGrpSpPr>
        <p:grpSpPr>
          <a:xfrm>
            <a:off x="7541805" y="1336135"/>
            <a:ext cx="354136" cy="353180"/>
            <a:chOff x="-26215025" y="1971025"/>
            <a:chExt cx="296175" cy="295375"/>
          </a:xfrm>
        </p:grpSpPr>
        <p:sp>
          <p:nvSpPr>
            <p:cNvPr id="17465" name="Google Shape;17465;p82"/>
            <p:cNvSpPr/>
            <p:nvPr/>
          </p:nvSpPr>
          <p:spPr>
            <a:xfrm>
              <a:off x="-26092950" y="1971025"/>
              <a:ext cx="51225" cy="225275"/>
            </a:xfrm>
            <a:custGeom>
              <a:rect b="b" l="l" r="r" t="t"/>
              <a:pathLst>
                <a:path extrusionOk="0" h="9011" w="2049">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6" name="Google Shape;17466;p82"/>
            <p:cNvSpPr/>
            <p:nvPr/>
          </p:nvSpPr>
          <p:spPr>
            <a:xfrm>
              <a:off x="-26179575"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7" name="Google Shape;17467;p82"/>
            <p:cNvSpPr/>
            <p:nvPr/>
          </p:nvSpPr>
          <p:spPr>
            <a:xfrm>
              <a:off x="-26163050" y="21789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8" name="Google Shape;17468;p82"/>
            <p:cNvSpPr/>
            <p:nvPr/>
          </p:nvSpPr>
          <p:spPr>
            <a:xfrm>
              <a:off x="-26145725"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9" name="Google Shape;17469;p82"/>
            <p:cNvSpPr/>
            <p:nvPr/>
          </p:nvSpPr>
          <p:spPr>
            <a:xfrm>
              <a:off x="-25988975" y="217895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0" name="Google Shape;17470;p82"/>
            <p:cNvSpPr/>
            <p:nvPr/>
          </p:nvSpPr>
          <p:spPr>
            <a:xfrm>
              <a:off x="-260063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1" name="Google Shape;17471;p82"/>
            <p:cNvSpPr/>
            <p:nvPr/>
          </p:nvSpPr>
          <p:spPr>
            <a:xfrm>
              <a:off x="-25972450"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2" name="Google Shape;17472;p82"/>
            <p:cNvSpPr/>
            <p:nvPr/>
          </p:nvSpPr>
          <p:spPr>
            <a:xfrm>
              <a:off x="-26215025" y="2108850"/>
              <a:ext cx="296175" cy="157550"/>
            </a:xfrm>
            <a:custGeom>
              <a:rect b="b" l="l" r="r" t="t"/>
              <a:pathLst>
                <a:path extrusionOk="0" h="6302" w="11847">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73" name="Google Shape;17473;p82"/>
          <p:cNvGrpSpPr/>
          <p:nvPr/>
        </p:nvGrpSpPr>
        <p:grpSpPr>
          <a:xfrm>
            <a:off x="7541327" y="1783924"/>
            <a:ext cx="355093" cy="352253"/>
            <a:chOff x="-26215825" y="2341200"/>
            <a:chExt cx="296975" cy="294600"/>
          </a:xfrm>
        </p:grpSpPr>
        <p:sp>
          <p:nvSpPr>
            <p:cNvPr id="17474" name="Google Shape;17474;p82"/>
            <p:cNvSpPr/>
            <p:nvPr/>
          </p:nvSpPr>
          <p:spPr>
            <a:xfrm>
              <a:off x="-26215025" y="2463275"/>
              <a:ext cx="296175" cy="172525"/>
            </a:xfrm>
            <a:custGeom>
              <a:rect b="b" l="l" r="r" t="t"/>
              <a:pathLst>
                <a:path extrusionOk="0" h="6901" w="11847">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5" name="Google Shape;17475;p82"/>
            <p:cNvSpPr/>
            <p:nvPr/>
          </p:nvSpPr>
          <p:spPr>
            <a:xfrm>
              <a:off x="-26215825" y="2341200"/>
              <a:ext cx="296975" cy="119750"/>
            </a:xfrm>
            <a:custGeom>
              <a:rect b="b" l="l" r="r" t="t"/>
              <a:pathLst>
                <a:path extrusionOk="0" h="4790" w="11879">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76" name="Google Shape;17476;p82"/>
          <p:cNvGrpSpPr/>
          <p:nvPr/>
        </p:nvGrpSpPr>
        <p:grpSpPr>
          <a:xfrm>
            <a:off x="7573357" y="2224674"/>
            <a:ext cx="291033" cy="353180"/>
            <a:chOff x="-26179575" y="2710600"/>
            <a:chExt cx="243400" cy="295375"/>
          </a:xfrm>
        </p:grpSpPr>
        <p:sp>
          <p:nvSpPr>
            <p:cNvPr id="17477" name="Google Shape;17477;p82"/>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8" name="Google Shape;17478;p82"/>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9" name="Google Shape;17479;p82"/>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80" name="Google Shape;17480;p82"/>
          <p:cNvGrpSpPr/>
          <p:nvPr/>
        </p:nvGrpSpPr>
        <p:grpSpPr>
          <a:xfrm>
            <a:off x="6212417" y="2666048"/>
            <a:ext cx="337187" cy="353180"/>
            <a:chOff x="-24328675" y="1971025"/>
            <a:chExt cx="282000" cy="295375"/>
          </a:xfrm>
        </p:grpSpPr>
        <p:sp>
          <p:nvSpPr>
            <p:cNvPr id="17481" name="Google Shape;17481;p82"/>
            <p:cNvSpPr/>
            <p:nvPr/>
          </p:nvSpPr>
          <p:spPr>
            <a:xfrm>
              <a:off x="-24217625" y="2092325"/>
              <a:ext cx="52025" cy="51200"/>
            </a:xfrm>
            <a:custGeom>
              <a:rect b="b" l="l" r="r" t="t"/>
              <a:pathLst>
                <a:path extrusionOk="0" h="2048" w="2081">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2" name="Google Shape;17482;p82"/>
            <p:cNvSpPr/>
            <p:nvPr/>
          </p:nvSpPr>
          <p:spPr>
            <a:xfrm>
              <a:off x="-24328675" y="1971025"/>
              <a:ext cx="282000" cy="295375"/>
            </a:xfrm>
            <a:custGeom>
              <a:rect b="b" l="l" r="r" t="t"/>
              <a:pathLst>
                <a:path extrusionOk="0" h="11815" w="1128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83" name="Google Shape;17483;p82"/>
          <p:cNvGrpSpPr/>
          <p:nvPr/>
        </p:nvGrpSpPr>
        <p:grpSpPr>
          <a:xfrm>
            <a:off x="6214778" y="3113374"/>
            <a:ext cx="332464" cy="353180"/>
            <a:chOff x="-24330250" y="2340425"/>
            <a:chExt cx="278050" cy="295375"/>
          </a:xfrm>
        </p:grpSpPr>
        <p:sp>
          <p:nvSpPr>
            <p:cNvPr id="17484" name="Google Shape;17484;p82"/>
            <p:cNvSpPr/>
            <p:nvPr/>
          </p:nvSpPr>
          <p:spPr>
            <a:xfrm>
              <a:off x="-24330250" y="2340425"/>
              <a:ext cx="278050" cy="295375"/>
            </a:xfrm>
            <a:custGeom>
              <a:rect b="b" l="l" r="r" t="t"/>
              <a:pathLst>
                <a:path extrusionOk="0" h="11815" w="11122">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5" name="Google Shape;17485;p82"/>
            <p:cNvSpPr/>
            <p:nvPr/>
          </p:nvSpPr>
          <p:spPr>
            <a:xfrm>
              <a:off x="-24225500" y="2375850"/>
              <a:ext cx="68550" cy="34700"/>
            </a:xfrm>
            <a:custGeom>
              <a:rect b="b" l="l" r="r" t="t"/>
              <a:pathLst>
                <a:path extrusionOk="0" h="1388" w="2742">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6" name="Google Shape;17486;p82"/>
            <p:cNvSpPr/>
            <p:nvPr/>
          </p:nvSpPr>
          <p:spPr>
            <a:xfrm>
              <a:off x="-24260925" y="2462500"/>
              <a:ext cx="138650" cy="17350"/>
            </a:xfrm>
            <a:custGeom>
              <a:rect b="b" l="l" r="r" t="t"/>
              <a:pathLst>
                <a:path extrusionOk="0" h="694" w="5546">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7" name="Google Shape;17487;p82"/>
            <p:cNvSpPr/>
            <p:nvPr/>
          </p:nvSpPr>
          <p:spPr>
            <a:xfrm>
              <a:off x="-24260150" y="2515275"/>
              <a:ext cx="43350" cy="18125"/>
            </a:xfrm>
            <a:custGeom>
              <a:rect b="b" l="l" r="r" t="t"/>
              <a:pathLst>
                <a:path extrusionOk="0" h="725" w="1734">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8" name="Google Shape;17488;p82"/>
            <p:cNvSpPr/>
            <p:nvPr/>
          </p:nvSpPr>
          <p:spPr>
            <a:xfrm>
              <a:off x="-24260925" y="2549925"/>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9" name="Google Shape;17489;p82"/>
            <p:cNvSpPr/>
            <p:nvPr/>
          </p:nvSpPr>
          <p:spPr>
            <a:xfrm>
              <a:off x="-24165625" y="2515275"/>
              <a:ext cx="43350" cy="18125"/>
            </a:xfrm>
            <a:custGeom>
              <a:rect b="b" l="l" r="r" t="t"/>
              <a:pathLst>
                <a:path extrusionOk="0" h="725" w="1734">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0" name="Google Shape;17490;p82"/>
            <p:cNvSpPr/>
            <p:nvPr/>
          </p:nvSpPr>
          <p:spPr>
            <a:xfrm>
              <a:off x="-24157750" y="2549925"/>
              <a:ext cx="35475" cy="18125"/>
            </a:xfrm>
            <a:custGeom>
              <a:rect b="b" l="l" r="r" t="t"/>
              <a:pathLst>
                <a:path extrusionOk="0" h="725" w="1419">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91" name="Google Shape;17491;p82"/>
          <p:cNvGrpSpPr/>
          <p:nvPr/>
        </p:nvGrpSpPr>
        <p:grpSpPr>
          <a:xfrm>
            <a:off x="6204420" y="3554587"/>
            <a:ext cx="353180" cy="353180"/>
            <a:chOff x="-24338900" y="2710600"/>
            <a:chExt cx="295375" cy="295375"/>
          </a:xfrm>
        </p:grpSpPr>
        <p:sp>
          <p:nvSpPr>
            <p:cNvPr id="17492" name="Google Shape;17492;p82"/>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3" name="Google Shape;17493;p82"/>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94" name="Google Shape;17494;p82"/>
          <p:cNvGrpSpPr/>
          <p:nvPr/>
        </p:nvGrpSpPr>
        <p:grpSpPr>
          <a:xfrm>
            <a:off x="7995419" y="3113972"/>
            <a:ext cx="355063" cy="351984"/>
            <a:chOff x="-22859750" y="2335900"/>
            <a:chExt cx="296950" cy="294375"/>
          </a:xfrm>
        </p:grpSpPr>
        <p:sp>
          <p:nvSpPr>
            <p:cNvPr id="17495" name="Google Shape;17495;p82"/>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6" name="Google Shape;17496;p82"/>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7" name="Google Shape;17497;p82"/>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98" name="Google Shape;17498;p82"/>
          <p:cNvGrpSpPr/>
          <p:nvPr/>
        </p:nvGrpSpPr>
        <p:grpSpPr>
          <a:xfrm>
            <a:off x="5774767" y="1336120"/>
            <a:ext cx="311749" cy="353210"/>
            <a:chOff x="-27710725" y="1959200"/>
            <a:chExt cx="260725" cy="295400"/>
          </a:xfrm>
        </p:grpSpPr>
        <p:sp>
          <p:nvSpPr>
            <p:cNvPr id="17499" name="Google Shape;17499;p82"/>
            <p:cNvSpPr/>
            <p:nvPr/>
          </p:nvSpPr>
          <p:spPr>
            <a:xfrm>
              <a:off x="-27710725" y="1959200"/>
              <a:ext cx="260725" cy="295400"/>
            </a:xfrm>
            <a:custGeom>
              <a:rect b="b" l="l" r="r" t="t"/>
              <a:pathLst>
                <a:path extrusionOk="0" h="11816" w="10429">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0" name="Google Shape;17500;p82"/>
            <p:cNvSpPr/>
            <p:nvPr/>
          </p:nvSpPr>
          <p:spPr>
            <a:xfrm>
              <a:off x="-27502000" y="20844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01" name="Google Shape;17501;p82"/>
          <p:cNvGrpSpPr/>
          <p:nvPr/>
        </p:nvGrpSpPr>
        <p:grpSpPr>
          <a:xfrm>
            <a:off x="5752631" y="1844666"/>
            <a:ext cx="356020" cy="230770"/>
            <a:chOff x="-27728850" y="2382950"/>
            <a:chExt cx="297750" cy="193000"/>
          </a:xfrm>
        </p:grpSpPr>
        <p:sp>
          <p:nvSpPr>
            <p:cNvPr id="17502" name="Google Shape;17502;p82"/>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3" name="Google Shape;17503;p82"/>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4" name="Google Shape;17504;p82"/>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505" name="Google Shape;17505;p82"/>
          <p:cNvSpPr/>
          <p:nvPr/>
        </p:nvSpPr>
        <p:spPr>
          <a:xfrm>
            <a:off x="5753569" y="2230994"/>
            <a:ext cx="355093" cy="340476"/>
          </a:xfrm>
          <a:custGeom>
            <a:rect b="b" l="l" r="r" t="t"/>
            <a:pathLst>
              <a:path extrusionOk="0" h="11390" w="11879">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6" name="Google Shape;17506;p82"/>
          <p:cNvSpPr/>
          <p:nvPr/>
        </p:nvSpPr>
        <p:spPr>
          <a:xfrm>
            <a:off x="7984417" y="1335633"/>
            <a:ext cx="354136" cy="354136"/>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507" name="Google Shape;17507;p82"/>
          <p:cNvGrpSpPr/>
          <p:nvPr/>
        </p:nvGrpSpPr>
        <p:grpSpPr>
          <a:xfrm>
            <a:off x="7983975" y="1792877"/>
            <a:ext cx="354136" cy="334348"/>
            <a:chOff x="-25844850" y="2357750"/>
            <a:chExt cx="296175" cy="279625"/>
          </a:xfrm>
        </p:grpSpPr>
        <p:sp>
          <p:nvSpPr>
            <p:cNvPr id="17508" name="Google Shape;17508;p82"/>
            <p:cNvSpPr/>
            <p:nvPr/>
          </p:nvSpPr>
          <p:spPr>
            <a:xfrm>
              <a:off x="-25792075" y="2428625"/>
              <a:ext cx="191425" cy="208750"/>
            </a:xfrm>
            <a:custGeom>
              <a:rect b="b" l="l" r="r" t="t"/>
              <a:pathLst>
                <a:path extrusionOk="0" h="8350" w="7657">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9" name="Google Shape;17509;p82"/>
            <p:cNvSpPr/>
            <p:nvPr/>
          </p:nvSpPr>
          <p:spPr>
            <a:xfrm>
              <a:off x="-25602250" y="2497950"/>
              <a:ext cx="53575" cy="17350"/>
            </a:xfrm>
            <a:custGeom>
              <a:rect b="b" l="l" r="r" t="t"/>
              <a:pathLst>
                <a:path extrusionOk="0" h="694" w="2143">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0" name="Google Shape;17510;p82"/>
            <p:cNvSpPr/>
            <p:nvPr/>
          </p:nvSpPr>
          <p:spPr>
            <a:xfrm>
              <a:off x="-25844850" y="2497950"/>
              <a:ext cx="52800" cy="17350"/>
            </a:xfrm>
            <a:custGeom>
              <a:rect b="b" l="l" r="r" t="t"/>
              <a:pathLst>
                <a:path extrusionOk="0" h="694" w="2112">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1" name="Google Shape;17511;p82"/>
            <p:cNvSpPr/>
            <p:nvPr/>
          </p:nvSpPr>
          <p:spPr>
            <a:xfrm>
              <a:off x="-25706225" y="2357750"/>
              <a:ext cx="17350" cy="53575"/>
            </a:xfrm>
            <a:custGeom>
              <a:rect b="b" l="l" r="r" t="t"/>
              <a:pathLst>
                <a:path extrusionOk="0" h="2143" w="694">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2" name="Google Shape;17512;p82"/>
            <p:cNvSpPr/>
            <p:nvPr/>
          </p:nvSpPr>
          <p:spPr>
            <a:xfrm>
              <a:off x="-25804675" y="2400275"/>
              <a:ext cx="42550" cy="41775"/>
            </a:xfrm>
            <a:custGeom>
              <a:rect b="b" l="l" r="r" t="t"/>
              <a:pathLst>
                <a:path extrusionOk="0" h="1671" w="1702">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3" name="Google Shape;17513;p82"/>
            <p:cNvSpPr/>
            <p:nvPr/>
          </p:nvSpPr>
          <p:spPr>
            <a:xfrm>
              <a:off x="-25632175" y="2400275"/>
              <a:ext cx="41750" cy="41775"/>
            </a:xfrm>
            <a:custGeom>
              <a:rect b="b" l="l" r="r" t="t"/>
              <a:pathLst>
                <a:path extrusionOk="0" h="1671" w="167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514" name="Google Shape;17514;p82"/>
          <p:cNvSpPr/>
          <p:nvPr/>
        </p:nvSpPr>
        <p:spPr>
          <a:xfrm>
            <a:off x="7982071" y="2224283"/>
            <a:ext cx="358830" cy="353897"/>
          </a:xfrm>
          <a:custGeom>
            <a:rect b="b" l="l" r="r" t="t"/>
            <a:pathLst>
              <a:path extrusionOk="0" h="11839" w="12004">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515" name="Google Shape;17515;p82"/>
          <p:cNvGrpSpPr/>
          <p:nvPr/>
        </p:nvGrpSpPr>
        <p:grpSpPr>
          <a:xfrm>
            <a:off x="6712883" y="2666033"/>
            <a:ext cx="228887" cy="353210"/>
            <a:chOff x="-23917525" y="1970225"/>
            <a:chExt cx="191425" cy="295400"/>
          </a:xfrm>
        </p:grpSpPr>
        <p:sp>
          <p:nvSpPr>
            <p:cNvPr id="17516" name="Google Shape;17516;p82"/>
            <p:cNvSpPr/>
            <p:nvPr/>
          </p:nvSpPr>
          <p:spPr>
            <a:xfrm>
              <a:off x="-23917525" y="1970225"/>
              <a:ext cx="191425" cy="295400"/>
            </a:xfrm>
            <a:custGeom>
              <a:rect b="b" l="l" r="r" t="t"/>
              <a:pathLst>
                <a:path extrusionOk="0" h="11816" w="7657">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7" name="Google Shape;17517;p82"/>
            <p:cNvSpPr/>
            <p:nvPr/>
          </p:nvSpPr>
          <p:spPr>
            <a:xfrm>
              <a:off x="-23882075" y="2041125"/>
              <a:ext cx="121300" cy="121325"/>
            </a:xfrm>
            <a:custGeom>
              <a:rect b="b" l="l" r="r" t="t"/>
              <a:pathLst>
                <a:path extrusionOk="0" h="4853" w="4852">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8" name="Google Shape;17518;p82"/>
            <p:cNvSpPr/>
            <p:nvPr/>
          </p:nvSpPr>
          <p:spPr>
            <a:xfrm>
              <a:off x="-23839550" y="2214400"/>
              <a:ext cx="35475" cy="17350"/>
            </a:xfrm>
            <a:custGeom>
              <a:rect b="b" l="l" r="r" t="t"/>
              <a:pathLst>
                <a:path extrusionOk="0" h="694" w="1419">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19" name="Google Shape;17519;p82"/>
          <p:cNvGrpSpPr/>
          <p:nvPr/>
        </p:nvGrpSpPr>
        <p:grpSpPr>
          <a:xfrm>
            <a:off x="6668164" y="3112911"/>
            <a:ext cx="318325" cy="354107"/>
            <a:chOff x="-23952175" y="2340425"/>
            <a:chExt cx="266225" cy="296150"/>
          </a:xfrm>
        </p:grpSpPr>
        <p:sp>
          <p:nvSpPr>
            <p:cNvPr id="17520" name="Google Shape;17520;p82"/>
            <p:cNvSpPr/>
            <p:nvPr/>
          </p:nvSpPr>
          <p:spPr>
            <a:xfrm>
              <a:off x="-23952175" y="2340425"/>
              <a:ext cx="266225" cy="296150"/>
            </a:xfrm>
            <a:custGeom>
              <a:rect b="b" l="l" r="r" t="t"/>
              <a:pathLst>
                <a:path extrusionOk="0" h="11846" w="10649">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1" name="Google Shape;17521;p82"/>
            <p:cNvSpPr/>
            <p:nvPr/>
          </p:nvSpPr>
          <p:spPr>
            <a:xfrm>
              <a:off x="-23918325" y="2479025"/>
              <a:ext cx="53600" cy="52375"/>
            </a:xfrm>
            <a:custGeom>
              <a:rect b="b" l="l" r="r" t="t"/>
              <a:pathLst>
                <a:path extrusionOk="0" h="2095" w="2144">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522" name="Google Shape;17522;p82"/>
          <p:cNvSpPr/>
          <p:nvPr/>
        </p:nvSpPr>
        <p:spPr>
          <a:xfrm>
            <a:off x="6641253" y="3554898"/>
            <a:ext cx="372969" cy="352492"/>
          </a:xfrm>
          <a:custGeom>
            <a:rect b="b" l="l" r="r" t="t"/>
            <a:pathLst>
              <a:path extrusionOk="0" h="11792" w="12477">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523" name="Google Shape;17523;p82"/>
          <p:cNvGrpSpPr/>
          <p:nvPr/>
        </p:nvGrpSpPr>
        <p:grpSpPr>
          <a:xfrm>
            <a:off x="8053336" y="3553167"/>
            <a:ext cx="239230" cy="356020"/>
            <a:chOff x="-22811700" y="2700350"/>
            <a:chExt cx="200075" cy="297750"/>
          </a:xfrm>
        </p:grpSpPr>
        <p:sp>
          <p:nvSpPr>
            <p:cNvPr id="17524" name="Google Shape;17524;p82"/>
            <p:cNvSpPr/>
            <p:nvPr/>
          </p:nvSpPr>
          <p:spPr>
            <a:xfrm>
              <a:off x="-22811700" y="2700350"/>
              <a:ext cx="86650" cy="296975"/>
            </a:xfrm>
            <a:custGeom>
              <a:rect b="b" l="l" r="r" t="t"/>
              <a:pathLst>
                <a:path extrusionOk="0" h="11879" w="3466">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5" name="Google Shape;17525;p82"/>
            <p:cNvSpPr/>
            <p:nvPr/>
          </p:nvSpPr>
          <p:spPr>
            <a:xfrm>
              <a:off x="-22693550" y="2701225"/>
              <a:ext cx="81925" cy="296875"/>
            </a:xfrm>
            <a:custGeom>
              <a:rect b="b" l="l" r="r" t="t"/>
              <a:pathLst>
                <a:path extrusionOk="0" h="11875" w="3277">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6" name="Google Shape;17526;p82"/>
            <p:cNvSpPr/>
            <p:nvPr/>
          </p:nvSpPr>
          <p:spPr>
            <a:xfrm>
              <a:off x="-22778625" y="27350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27" name="Google Shape;17527;p82"/>
          <p:cNvGrpSpPr/>
          <p:nvPr/>
        </p:nvGrpSpPr>
        <p:grpSpPr>
          <a:xfrm>
            <a:off x="6201787" y="1335656"/>
            <a:ext cx="355063" cy="354136"/>
            <a:chOff x="-27358650" y="1961575"/>
            <a:chExt cx="296950" cy="296175"/>
          </a:xfrm>
        </p:grpSpPr>
        <p:sp>
          <p:nvSpPr>
            <p:cNvPr id="17528" name="Google Shape;17528;p82"/>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9" name="Google Shape;17529;p82"/>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530" name="Google Shape;17530;p82"/>
          <p:cNvSpPr/>
          <p:nvPr/>
        </p:nvSpPr>
        <p:spPr>
          <a:xfrm>
            <a:off x="6243686" y="1783403"/>
            <a:ext cx="272201" cy="353240"/>
          </a:xfrm>
          <a:custGeom>
            <a:rect b="b" l="l" r="r" t="t"/>
            <a:pathLst>
              <a:path extrusionOk="0" h="11817" w="9106">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1" name="Google Shape;17531;p82"/>
          <p:cNvSpPr/>
          <p:nvPr/>
        </p:nvSpPr>
        <p:spPr>
          <a:xfrm>
            <a:off x="6202255" y="2224163"/>
            <a:ext cx="355063" cy="354136"/>
          </a:xfrm>
          <a:custGeom>
            <a:rect b="b" l="l" r="r" t="t"/>
            <a:pathLst>
              <a:path extrusionOk="0" h="11847" w="11878">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532" name="Google Shape;17532;p82"/>
          <p:cNvGrpSpPr/>
          <p:nvPr/>
        </p:nvGrpSpPr>
        <p:grpSpPr>
          <a:xfrm>
            <a:off x="7100357" y="2666048"/>
            <a:ext cx="354136" cy="353180"/>
            <a:chOff x="-23599325" y="1971025"/>
            <a:chExt cx="296175" cy="295375"/>
          </a:xfrm>
        </p:grpSpPr>
        <p:sp>
          <p:nvSpPr>
            <p:cNvPr id="17533" name="Google Shape;17533;p82"/>
            <p:cNvSpPr/>
            <p:nvPr/>
          </p:nvSpPr>
          <p:spPr>
            <a:xfrm>
              <a:off x="-23599325" y="1971025"/>
              <a:ext cx="296175" cy="295375"/>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4" name="Google Shape;17534;p82"/>
            <p:cNvSpPr/>
            <p:nvPr/>
          </p:nvSpPr>
          <p:spPr>
            <a:xfrm>
              <a:off x="-23477250" y="2004100"/>
              <a:ext cx="53575" cy="53575"/>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535" name="Google Shape;17535;p82"/>
          <p:cNvSpPr/>
          <p:nvPr/>
        </p:nvSpPr>
        <p:spPr>
          <a:xfrm>
            <a:off x="7101239" y="3112404"/>
            <a:ext cx="353180" cy="355063"/>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6" name="Google Shape;17536;p82"/>
          <p:cNvSpPr/>
          <p:nvPr/>
        </p:nvSpPr>
        <p:spPr>
          <a:xfrm>
            <a:off x="7098877" y="3565376"/>
            <a:ext cx="357903" cy="331538"/>
          </a:xfrm>
          <a:custGeom>
            <a:rect b="b" l="l" r="r" t="t"/>
            <a:pathLst>
              <a:path extrusionOk="0" h="11091" w="11973">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7" name="Google Shape;17537;p82"/>
          <p:cNvSpPr/>
          <p:nvPr/>
        </p:nvSpPr>
        <p:spPr>
          <a:xfrm>
            <a:off x="6201949" y="4047139"/>
            <a:ext cx="356020" cy="354136"/>
          </a:xfrm>
          <a:custGeom>
            <a:rect b="b" l="l" r="r" t="t"/>
            <a:pathLst>
              <a:path extrusionOk="0" h="11847" w="1191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538" name="Google Shape;17538;p82"/>
          <p:cNvGrpSpPr/>
          <p:nvPr/>
        </p:nvGrpSpPr>
        <p:grpSpPr>
          <a:xfrm>
            <a:off x="6644801" y="1335776"/>
            <a:ext cx="360713" cy="353897"/>
            <a:chOff x="-26993200" y="1961775"/>
            <a:chExt cx="301675" cy="295975"/>
          </a:xfrm>
        </p:grpSpPr>
        <p:sp>
          <p:nvSpPr>
            <p:cNvPr id="17539" name="Google Shape;17539;p82"/>
            <p:cNvSpPr/>
            <p:nvPr/>
          </p:nvSpPr>
          <p:spPr>
            <a:xfrm>
              <a:off x="-26993200" y="1961775"/>
              <a:ext cx="301675" cy="295975"/>
            </a:xfrm>
            <a:custGeom>
              <a:rect b="b" l="l" r="r" t="t"/>
              <a:pathLst>
                <a:path extrusionOk="0" h="11839" w="12067">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0" name="Google Shape;17540;p82"/>
            <p:cNvSpPr/>
            <p:nvPr/>
          </p:nvSpPr>
          <p:spPr>
            <a:xfrm>
              <a:off x="-26900250" y="21647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1" name="Google Shape;17541;p82"/>
            <p:cNvSpPr/>
            <p:nvPr/>
          </p:nvSpPr>
          <p:spPr>
            <a:xfrm>
              <a:off x="-26938075" y="2177375"/>
              <a:ext cx="18150" cy="16575"/>
            </a:xfrm>
            <a:custGeom>
              <a:rect b="b" l="l" r="r" t="t"/>
              <a:pathLst>
                <a:path extrusionOk="0" h="663" w="726">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42" name="Google Shape;17542;p82"/>
          <p:cNvGrpSpPr/>
          <p:nvPr/>
        </p:nvGrpSpPr>
        <p:grpSpPr>
          <a:xfrm>
            <a:off x="6669761" y="1783461"/>
            <a:ext cx="310792" cy="353180"/>
            <a:chOff x="-26970350" y="2332550"/>
            <a:chExt cx="259925" cy="295375"/>
          </a:xfrm>
        </p:grpSpPr>
        <p:sp>
          <p:nvSpPr>
            <p:cNvPr id="17543" name="Google Shape;17543;p82"/>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4" name="Google Shape;17544;p82"/>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45" name="Google Shape;17545;p82"/>
          <p:cNvGrpSpPr/>
          <p:nvPr/>
        </p:nvGrpSpPr>
        <p:grpSpPr>
          <a:xfrm>
            <a:off x="6649046" y="2256226"/>
            <a:ext cx="352223" cy="290077"/>
            <a:chOff x="-26986100" y="2735800"/>
            <a:chExt cx="294575" cy="242600"/>
          </a:xfrm>
        </p:grpSpPr>
        <p:sp>
          <p:nvSpPr>
            <p:cNvPr id="17546" name="Google Shape;17546;p82"/>
            <p:cNvSpPr/>
            <p:nvPr/>
          </p:nvSpPr>
          <p:spPr>
            <a:xfrm>
              <a:off x="-26986100" y="2735800"/>
              <a:ext cx="294575" cy="242600"/>
            </a:xfrm>
            <a:custGeom>
              <a:rect b="b" l="l" r="r" t="t"/>
              <a:pathLst>
                <a:path extrusionOk="0" h="9704" w="11783">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7" name="Google Shape;17547;p82"/>
            <p:cNvSpPr/>
            <p:nvPr/>
          </p:nvSpPr>
          <p:spPr>
            <a:xfrm>
              <a:off x="-26927050" y="2805900"/>
              <a:ext cx="70925" cy="70900"/>
            </a:xfrm>
            <a:custGeom>
              <a:rect b="b" l="l" r="r" t="t"/>
              <a:pathLst>
                <a:path extrusionOk="0" h="2836" w="2837">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48" name="Google Shape;17548;p82"/>
          <p:cNvGrpSpPr/>
          <p:nvPr/>
        </p:nvGrpSpPr>
        <p:grpSpPr>
          <a:xfrm>
            <a:off x="7548093" y="2665569"/>
            <a:ext cx="355063" cy="354136"/>
            <a:chOff x="-23229925" y="1970225"/>
            <a:chExt cx="296950" cy="296175"/>
          </a:xfrm>
        </p:grpSpPr>
        <p:sp>
          <p:nvSpPr>
            <p:cNvPr id="17549" name="Google Shape;17549;p82"/>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0" name="Google Shape;17550;p82"/>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1" name="Google Shape;17551;p82"/>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2" name="Google Shape;17552;p82"/>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53" name="Google Shape;17553;p82"/>
          <p:cNvGrpSpPr/>
          <p:nvPr/>
        </p:nvGrpSpPr>
        <p:grpSpPr>
          <a:xfrm>
            <a:off x="7590466" y="3112432"/>
            <a:ext cx="270318" cy="355063"/>
            <a:chOff x="-23177950" y="2340425"/>
            <a:chExt cx="226075" cy="296950"/>
          </a:xfrm>
        </p:grpSpPr>
        <p:sp>
          <p:nvSpPr>
            <p:cNvPr id="17554" name="Google Shape;17554;p82"/>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5" name="Google Shape;17555;p82"/>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56" name="Google Shape;17556;p82"/>
          <p:cNvGrpSpPr/>
          <p:nvPr/>
        </p:nvGrpSpPr>
        <p:grpSpPr>
          <a:xfrm>
            <a:off x="7548556" y="3554109"/>
            <a:ext cx="354136" cy="354136"/>
            <a:chOff x="-23229150" y="2710600"/>
            <a:chExt cx="296175" cy="296175"/>
          </a:xfrm>
        </p:grpSpPr>
        <p:sp>
          <p:nvSpPr>
            <p:cNvPr id="17557" name="Google Shape;17557;p82"/>
            <p:cNvSpPr/>
            <p:nvPr/>
          </p:nvSpPr>
          <p:spPr>
            <a:xfrm>
              <a:off x="-23177150" y="2727925"/>
              <a:ext cx="191400" cy="258375"/>
            </a:xfrm>
            <a:custGeom>
              <a:rect b="b" l="l" r="r" t="t"/>
              <a:pathLst>
                <a:path extrusionOk="0" h="10335" w="7656">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8" name="Google Shape;17558;p82"/>
            <p:cNvSpPr/>
            <p:nvPr/>
          </p:nvSpPr>
          <p:spPr>
            <a:xfrm>
              <a:off x="-23229150" y="2710600"/>
              <a:ext cx="296175" cy="296175"/>
            </a:xfrm>
            <a:custGeom>
              <a:rect b="b" l="l" r="r" t="t"/>
              <a:pathLst>
                <a:path extrusionOk="0" h="11847" w="11847">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559" name="Google Shape;17559;p82"/>
          <p:cNvSpPr/>
          <p:nvPr/>
        </p:nvSpPr>
        <p:spPr>
          <a:xfrm>
            <a:off x="6650549" y="4047621"/>
            <a:ext cx="354136" cy="353180"/>
          </a:xfrm>
          <a:custGeom>
            <a:rect b="b" l="l" r="r" t="t"/>
            <a:pathLst>
              <a:path extrusionOk="0" h="11815" w="11847">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0" name="Google Shape;17560;p82"/>
          <p:cNvSpPr/>
          <p:nvPr/>
        </p:nvSpPr>
        <p:spPr>
          <a:xfrm>
            <a:off x="4883479" y="2666487"/>
            <a:ext cx="322122" cy="352253"/>
          </a:xfrm>
          <a:custGeom>
            <a:rect b="b" l="l" r="r" t="t"/>
            <a:pathLst>
              <a:path extrusionOk="0" h="11784" w="10776">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561" name="Google Shape;17561;p82"/>
          <p:cNvGrpSpPr/>
          <p:nvPr/>
        </p:nvGrpSpPr>
        <p:grpSpPr>
          <a:xfrm>
            <a:off x="4865631" y="3123732"/>
            <a:ext cx="356946" cy="332464"/>
            <a:chOff x="-25477800" y="2357750"/>
            <a:chExt cx="298525" cy="278050"/>
          </a:xfrm>
        </p:grpSpPr>
        <p:sp>
          <p:nvSpPr>
            <p:cNvPr id="17562" name="Google Shape;17562;p82"/>
            <p:cNvSpPr/>
            <p:nvPr/>
          </p:nvSpPr>
          <p:spPr>
            <a:xfrm>
              <a:off x="-25477800" y="2357750"/>
              <a:ext cx="298525" cy="278050"/>
            </a:xfrm>
            <a:custGeom>
              <a:rect b="b" l="l" r="r" t="t"/>
              <a:pathLst>
                <a:path extrusionOk="0" h="11122" w="11941">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3" name="Google Shape;17563;p82"/>
            <p:cNvSpPr/>
            <p:nvPr/>
          </p:nvSpPr>
          <p:spPr>
            <a:xfrm>
              <a:off x="-25388025" y="2514850"/>
              <a:ext cx="104000" cy="88650"/>
            </a:xfrm>
            <a:custGeom>
              <a:rect b="b" l="l" r="r" t="t"/>
              <a:pathLst>
                <a:path extrusionOk="0" h="3546" w="416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564" name="Google Shape;17564;p82"/>
          <p:cNvSpPr/>
          <p:nvPr/>
        </p:nvSpPr>
        <p:spPr>
          <a:xfrm>
            <a:off x="4867009" y="3554480"/>
            <a:ext cx="355063" cy="353329"/>
          </a:xfrm>
          <a:custGeom>
            <a:rect b="b" l="l" r="r" t="t"/>
            <a:pathLst>
              <a:path extrusionOk="0" h="11820" w="11878">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5" name="Google Shape;17565;p82"/>
          <p:cNvSpPr/>
          <p:nvPr/>
        </p:nvSpPr>
        <p:spPr>
          <a:xfrm>
            <a:off x="5308694" y="2666024"/>
            <a:ext cx="353180" cy="353180"/>
          </a:xfrm>
          <a:custGeom>
            <a:rect b="b" l="l" r="r" t="t"/>
            <a:pathLst>
              <a:path extrusionOk="0" h="11815" w="11815">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566" name="Google Shape;17566;p82"/>
          <p:cNvGrpSpPr/>
          <p:nvPr/>
        </p:nvGrpSpPr>
        <p:grpSpPr>
          <a:xfrm>
            <a:off x="5308265" y="3112911"/>
            <a:ext cx="353180" cy="354107"/>
            <a:chOff x="-25104475" y="2340425"/>
            <a:chExt cx="295375" cy="296150"/>
          </a:xfrm>
        </p:grpSpPr>
        <p:sp>
          <p:nvSpPr>
            <p:cNvPr id="17567" name="Google Shape;17567;p82"/>
            <p:cNvSpPr/>
            <p:nvPr/>
          </p:nvSpPr>
          <p:spPr>
            <a:xfrm>
              <a:off x="-25104475" y="2340425"/>
              <a:ext cx="225275" cy="296150"/>
            </a:xfrm>
            <a:custGeom>
              <a:rect b="b" l="l" r="r" t="t"/>
              <a:pathLst>
                <a:path extrusionOk="0" h="11846" w="9011">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8" name="Google Shape;17568;p82"/>
            <p:cNvSpPr/>
            <p:nvPr/>
          </p:nvSpPr>
          <p:spPr>
            <a:xfrm>
              <a:off x="-25001300" y="2375075"/>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9" name="Google Shape;17569;p82"/>
            <p:cNvSpPr/>
            <p:nvPr/>
          </p:nvSpPr>
          <p:spPr>
            <a:xfrm>
              <a:off x="-25070600" y="2444375"/>
              <a:ext cx="87450" cy="86675"/>
            </a:xfrm>
            <a:custGeom>
              <a:rect b="b" l="l" r="r" t="t"/>
              <a:pathLst>
                <a:path extrusionOk="0" h="3467" w="3498">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0" name="Google Shape;17570;p82"/>
            <p:cNvSpPr/>
            <p:nvPr/>
          </p:nvSpPr>
          <p:spPr>
            <a:xfrm>
              <a:off x="-24966650" y="2479025"/>
              <a:ext cx="52025" cy="18150"/>
            </a:xfrm>
            <a:custGeom>
              <a:rect b="b" l="l" r="r" t="t"/>
              <a:pathLst>
                <a:path extrusionOk="0" h="726" w="2081">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1" name="Google Shape;17571;p82"/>
            <p:cNvSpPr/>
            <p:nvPr/>
          </p:nvSpPr>
          <p:spPr>
            <a:xfrm>
              <a:off x="-24966650" y="2444375"/>
              <a:ext cx="52025" cy="18150"/>
            </a:xfrm>
            <a:custGeom>
              <a:rect b="b" l="l" r="r" t="t"/>
              <a:pathLst>
                <a:path extrusionOk="0" h="726" w="2081">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2" name="Google Shape;17572;p82"/>
            <p:cNvSpPr/>
            <p:nvPr/>
          </p:nvSpPr>
          <p:spPr>
            <a:xfrm>
              <a:off x="-24966650" y="2513700"/>
              <a:ext cx="52025" cy="17350"/>
            </a:xfrm>
            <a:custGeom>
              <a:rect b="b" l="l" r="r" t="t"/>
              <a:pathLst>
                <a:path extrusionOk="0" h="694" w="2081">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3" name="Google Shape;17573;p82"/>
            <p:cNvSpPr/>
            <p:nvPr/>
          </p:nvSpPr>
          <p:spPr>
            <a:xfrm>
              <a:off x="-25071400" y="2549125"/>
              <a:ext cx="156775" cy="17350"/>
            </a:xfrm>
            <a:custGeom>
              <a:rect b="b" l="l" r="r" t="t"/>
              <a:pathLst>
                <a:path extrusionOk="0" h="694" w="6271">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4" name="Google Shape;17574;p82"/>
            <p:cNvSpPr/>
            <p:nvPr/>
          </p:nvSpPr>
          <p:spPr>
            <a:xfrm>
              <a:off x="-25071400" y="2583800"/>
              <a:ext cx="156775" cy="17350"/>
            </a:xfrm>
            <a:custGeom>
              <a:rect b="b" l="l" r="r" t="t"/>
              <a:pathLst>
                <a:path extrusionOk="0" h="694" w="6271">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5" name="Google Shape;17575;p82"/>
            <p:cNvSpPr/>
            <p:nvPr/>
          </p:nvSpPr>
          <p:spPr>
            <a:xfrm>
              <a:off x="-24862675" y="2375850"/>
              <a:ext cx="53575" cy="260725"/>
            </a:xfrm>
            <a:custGeom>
              <a:rect b="b" l="l" r="r" t="t"/>
              <a:pathLst>
                <a:path extrusionOk="0" h="10429" w="2143">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576" name="Google Shape;17576;p82"/>
          <p:cNvSpPr/>
          <p:nvPr/>
        </p:nvSpPr>
        <p:spPr>
          <a:xfrm>
            <a:off x="5306811" y="3599288"/>
            <a:ext cx="356946" cy="263712"/>
          </a:xfrm>
          <a:custGeom>
            <a:rect b="b" l="l" r="r" t="t"/>
            <a:pathLst>
              <a:path extrusionOk="0" h="8822" w="11941">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580" name="Shape 17580"/>
        <p:cNvGrpSpPr/>
        <p:nvPr/>
      </p:nvGrpSpPr>
      <p:grpSpPr>
        <a:xfrm>
          <a:off x="0" y="0"/>
          <a:ext cx="0" cy="0"/>
          <a:chOff x="0" y="0"/>
          <a:chExt cx="0" cy="0"/>
        </a:xfrm>
      </p:grpSpPr>
      <p:sp>
        <p:nvSpPr>
          <p:cNvPr id="17581" name="Google Shape;17581;p83"/>
          <p:cNvSpPr txBox="1"/>
          <p:nvPr>
            <p:ph idx="4294967295" type="title"/>
          </p:nvPr>
        </p:nvSpPr>
        <p:spPr>
          <a:xfrm>
            <a:off x="849675" y="7159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7582" name="Google Shape;17582;p83"/>
          <p:cNvSpPr txBox="1"/>
          <p:nvPr>
            <p:ph idx="4294967295" type="title"/>
          </p:nvPr>
        </p:nvSpPr>
        <p:spPr>
          <a:xfrm>
            <a:off x="4858400" y="7159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7583" name="Google Shape;17583;p83"/>
          <p:cNvGrpSpPr/>
          <p:nvPr/>
        </p:nvGrpSpPr>
        <p:grpSpPr>
          <a:xfrm>
            <a:off x="854368" y="1313920"/>
            <a:ext cx="366269" cy="366240"/>
            <a:chOff x="-65131525" y="1914325"/>
            <a:chExt cx="316650" cy="316625"/>
          </a:xfrm>
        </p:grpSpPr>
        <p:sp>
          <p:nvSpPr>
            <p:cNvPr id="17584" name="Google Shape;17584;p83"/>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5" name="Google Shape;17585;p83"/>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86" name="Google Shape;17586;p83"/>
          <p:cNvGrpSpPr/>
          <p:nvPr/>
        </p:nvGrpSpPr>
        <p:grpSpPr>
          <a:xfrm>
            <a:off x="854368" y="1794207"/>
            <a:ext cx="366269" cy="366269"/>
            <a:chOff x="-65131525" y="2281350"/>
            <a:chExt cx="316650" cy="316650"/>
          </a:xfrm>
        </p:grpSpPr>
        <p:sp>
          <p:nvSpPr>
            <p:cNvPr id="17587" name="Google Shape;17587;p83"/>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8" name="Google Shape;17588;p83"/>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89" name="Google Shape;17589;p83"/>
          <p:cNvGrpSpPr/>
          <p:nvPr/>
        </p:nvGrpSpPr>
        <p:grpSpPr>
          <a:xfrm>
            <a:off x="857564" y="2259206"/>
            <a:ext cx="359878" cy="367165"/>
            <a:chOff x="-65129950" y="2646800"/>
            <a:chExt cx="311125" cy="317425"/>
          </a:xfrm>
        </p:grpSpPr>
        <p:sp>
          <p:nvSpPr>
            <p:cNvPr id="17590" name="Google Shape;17590;p83"/>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1" name="Google Shape;17591;p83"/>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92" name="Google Shape;17592;p83"/>
          <p:cNvGrpSpPr/>
          <p:nvPr/>
        </p:nvGrpSpPr>
        <p:grpSpPr>
          <a:xfrm>
            <a:off x="3060897" y="1312532"/>
            <a:ext cx="368987" cy="369016"/>
            <a:chOff x="-63252250" y="1930850"/>
            <a:chExt cx="319000" cy="319025"/>
          </a:xfrm>
        </p:grpSpPr>
        <p:sp>
          <p:nvSpPr>
            <p:cNvPr id="17593" name="Google Shape;17593;p83"/>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4" name="Google Shape;17594;p83"/>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595" name="Google Shape;17595;p83"/>
          <p:cNvSpPr/>
          <p:nvPr/>
        </p:nvSpPr>
        <p:spPr>
          <a:xfrm>
            <a:off x="3052893" y="1793369"/>
            <a:ext cx="372371" cy="367946"/>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596" name="Google Shape;17596;p83"/>
          <p:cNvGrpSpPr/>
          <p:nvPr/>
        </p:nvGrpSpPr>
        <p:grpSpPr>
          <a:xfrm>
            <a:off x="3061808" y="2258743"/>
            <a:ext cx="367165" cy="368091"/>
            <a:chOff x="-63250675" y="2664125"/>
            <a:chExt cx="317425" cy="318225"/>
          </a:xfrm>
        </p:grpSpPr>
        <p:sp>
          <p:nvSpPr>
            <p:cNvPr id="17597" name="Google Shape;17597;p83"/>
            <p:cNvSpPr/>
            <p:nvPr/>
          </p:nvSpPr>
          <p:spPr>
            <a:xfrm>
              <a:off x="-63250675" y="2664125"/>
              <a:ext cx="317425" cy="318225"/>
            </a:xfrm>
            <a:custGeom>
              <a:rect b="b" l="l" r="r" t="t"/>
              <a:pathLst>
                <a:path extrusionOk="0" h="12729" w="12697">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8" name="Google Shape;17598;p83"/>
            <p:cNvSpPr/>
            <p:nvPr/>
          </p:nvSpPr>
          <p:spPr>
            <a:xfrm>
              <a:off x="-63167975" y="2747625"/>
              <a:ext cx="152025" cy="152025"/>
            </a:xfrm>
            <a:custGeom>
              <a:rect b="b" l="l" r="r" t="t"/>
              <a:pathLst>
                <a:path extrusionOk="0" h="6081" w="6081">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99" name="Google Shape;17599;p83"/>
          <p:cNvGrpSpPr/>
          <p:nvPr/>
        </p:nvGrpSpPr>
        <p:grpSpPr>
          <a:xfrm>
            <a:off x="1738471" y="2735150"/>
            <a:ext cx="363522" cy="361266"/>
            <a:chOff x="-61354075" y="1940500"/>
            <a:chExt cx="314275" cy="312325"/>
          </a:xfrm>
        </p:grpSpPr>
        <p:sp>
          <p:nvSpPr>
            <p:cNvPr id="17600" name="Google Shape;17600;p83"/>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1" name="Google Shape;17601;p83"/>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2" name="Google Shape;17602;p83"/>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3" name="Google Shape;17603;p83"/>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04" name="Google Shape;17604;p83"/>
          <p:cNvGrpSpPr/>
          <p:nvPr/>
        </p:nvGrpSpPr>
        <p:grpSpPr>
          <a:xfrm>
            <a:off x="1737098" y="3183702"/>
            <a:ext cx="366269" cy="336195"/>
            <a:chOff x="-61354875" y="2322300"/>
            <a:chExt cx="316650" cy="290650"/>
          </a:xfrm>
        </p:grpSpPr>
        <p:sp>
          <p:nvSpPr>
            <p:cNvPr id="17605" name="Google Shape;17605;p83"/>
            <p:cNvSpPr/>
            <p:nvPr/>
          </p:nvSpPr>
          <p:spPr>
            <a:xfrm>
              <a:off x="-61354875" y="2322300"/>
              <a:ext cx="316650" cy="290650"/>
            </a:xfrm>
            <a:custGeom>
              <a:rect b="b" l="l" r="r" t="t"/>
              <a:pathLst>
                <a:path extrusionOk="0" h="11626" w="12666">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6" name="Google Shape;17606;p83"/>
            <p:cNvSpPr/>
            <p:nvPr/>
          </p:nvSpPr>
          <p:spPr>
            <a:xfrm>
              <a:off x="-61313925" y="2364050"/>
              <a:ext cx="234750" cy="206375"/>
            </a:xfrm>
            <a:custGeom>
              <a:rect b="b" l="l" r="r" t="t"/>
              <a:pathLst>
                <a:path extrusionOk="0" h="8255" w="939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7" name="Google Shape;17607;p83"/>
            <p:cNvSpPr/>
            <p:nvPr/>
          </p:nvSpPr>
          <p:spPr>
            <a:xfrm>
              <a:off x="-61234375" y="2416225"/>
              <a:ext cx="104775" cy="102225"/>
            </a:xfrm>
            <a:custGeom>
              <a:rect b="b" l="l" r="r" t="t"/>
              <a:pathLst>
                <a:path extrusionOk="0" h="4089" w="4191">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08" name="Google Shape;17608;p83"/>
          <p:cNvGrpSpPr/>
          <p:nvPr/>
        </p:nvGrpSpPr>
        <p:grpSpPr>
          <a:xfrm>
            <a:off x="1737098" y="3611266"/>
            <a:ext cx="366269" cy="366269"/>
            <a:chOff x="-61354875" y="2671225"/>
            <a:chExt cx="316650" cy="316650"/>
          </a:xfrm>
        </p:grpSpPr>
        <p:sp>
          <p:nvSpPr>
            <p:cNvPr id="17609" name="Google Shape;17609;p83"/>
            <p:cNvSpPr/>
            <p:nvPr/>
          </p:nvSpPr>
          <p:spPr>
            <a:xfrm>
              <a:off x="-61354875" y="2671225"/>
              <a:ext cx="316650" cy="316650"/>
            </a:xfrm>
            <a:custGeom>
              <a:rect b="b" l="l" r="r" t="t"/>
              <a:pathLst>
                <a:path extrusionOk="0" h="12666" w="12666">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0" name="Google Shape;17610;p83"/>
            <p:cNvSpPr/>
            <p:nvPr/>
          </p:nvSpPr>
          <p:spPr>
            <a:xfrm>
              <a:off x="-61172925" y="2813775"/>
              <a:ext cx="62225" cy="145725"/>
            </a:xfrm>
            <a:custGeom>
              <a:rect b="b" l="l" r="r" t="t"/>
              <a:pathLst>
                <a:path extrusionOk="0" h="5829" w="2489">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1" name="Google Shape;17611;p83"/>
            <p:cNvSpPr/>
            <p:nvPr/>
          </p:nvSpPr>
          <p:spPr>
            <a:xfrm>
              <a:off x="-61313925" y="2796450"/>
              <a:ext cx="40975" cy="20500"/>
            </a:xfrm>
            <a:custGeom>
              <a:rect b="b" l="l" r="r" t="t"/>
              <a:pathLst>
                <a:path extrusionOk="0" h="820" w="1639">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2" name="Google Shape;17612;p83"/>
            <p:cNvSpPr/>
            <p:nvPr/>
          </p:nvSpPr>
          <p:spPr>
            <a:xfrm>
              <a:off x="-61313925" y="2837400"/>
              <a:ext cx="40975" cy="20500"/>
            </a:xfrm>
            <a:custGeom>
              <a:rect b="b" l="l" r="r" t="t"/>
              <a:pathLst>
                <a:path extrusionOk="0" h="820" w="1639">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3" name="Google Shape;17613;p83"/>
            <p:cNvSpPr/>
            <p:nvPr/>
          </p:nvSpPr>
          <p:spPr>
            <a:xfrm>
              <a:off x="-61313925" y="2877575"/>
              <a:ext cx="40975" cy="22075"/>
            </a:xfrm>
            <a:custGeom>
              <a:rect b="b" l="l" r="r" t="t"/>
              <a:pathLst>
                <a:path extrusionOk="0" h="883" w="1639">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14" name="Google Shape;17614;p83"/>
          <p:cNvGrpSpPr/>
          <p:nvPr/>
        </p:nvGrpSpPr>
        <p:grpSpPr>
          <a:xfrm>
            <a:off x="3952502" y="2731001"/>
            <a:ext cx="368987" cy="369566"/>
            <a:chOff x="-59502375" y="1904375"/>
            <a:chExt cx="319000" cy="319500"/>
          </a:xfrm>
        </p:grpSpPr>
        <p:sp>
          <p:nvSpPr>
            <p:cNvPr id="17615" name="Google Shape;17615;p83"/>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6" name="Google Shape;17616;p83"/>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7" name="Google Shape;17617;p83"/>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18" name="Google Shape;17618;p83"/>
          <p:cNvGrpSpPr/>
          <p:nvPr/>
        </p:nvGrpSpPr>
        <p:grpSpPr>
          <a:xfrm>
            <a:off x="1298621" y="1315207"/>
            <a:ext cx="368987" cy="363666"/>
            <a:chOff x="-64774725" y="1916550"/>
            <a:chExt cx="319000" cy="314400"/>
          </a:xfrm>
        </p:grpSpPr>
        <p:sp>
          <p:nvSpPr>
            <p:cNvPr id="17619" name="Google Shape;17619;p83"/>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0" name="Google Shape;17620;p83"/>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21" name="Google Shape;17621;p83"/>
          <p:cNvGrpSpPr/>
          <p:nvPr/>
        </p:nvGrpSpPr>
        <p:grpSpPr>
          <a:xfrm>
            <a:off x="1299979" y="1792386"/>
            <a:ext cx="366269" cy="369913"/>
            <a:chOff x="-64764500" y="2280550"/>
            <a:chExt cx="316650" cy="319800"/>
          </a:xfrm>
        </p:grpSpPr>
        <p:sp>
          <p:nvSpPr>
            <p:cNvPr id="17622" name="Google Shape;17622;p83"/>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3" name="Google Shape;17623;p83"/>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624" name="Google Shape;17624;p83"/>
          <p:cNvSpPr/>
          <p:nvPr/>
        </p:nvSpPr>
        <p:spPr>
          <a:xfrm>
            <a:off x="1316753" y="2259654"/>
            <a:ext cx="319799" cy="366269"/>
          </a:xfrm>
          <a:custGeom>
            <a:rect b="b" l="l" r="r" t="t"/>
            <a:pathLst>
              <a:path extrusionOk="0" h="12666" w="11059">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625" name="Google Shape;17625;p83"/>
          <p:cNvGrpSpPr/>
          <p:nvPr/>
        </p:nvGrpSpPr>
        <p:grpSpPr>
          <a:xfrm>
            <a:off x="3512023" y="1352163"/>
            <a:ext cx="365344" cy="289753"/>
            <a:chOff x="-62882850" y="1999375"/>
            <a:chExt cx="315850" cy="250500"/>
          </a:xfrm>
        </p:grpSpPr>
        <p:sp>
          <p:nvSpPr>
            <p:cNvPr id="17626" name="Google Shape;17626;p83"/>
            <p:cNvSpPr/>
            <p:nvPr/>
          </p:nvSpPr>
          <p:spPr>
            <a:xfrm>
              <a:off x="-62882850" y="1999375"/>
              <a:ext cx="315850" cy="250500"/>
            </a:xfrm>
            <a:custGeom>
              <a:rect b="b" l="l" r="r" t="t"/>
              <a:pathLst>
                <a:path extrusionOk="0" h="10020" w="12634">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7" name="Google Shape;17627;p83"/>
            <p:cNvSpPr/>
            <p:nvPr/>
          </p:nvSpPr>
          <p:spPr>
            <a:xfrm>
              <a:off x="-62806475" y="2062375"/>
              <a:ext cx="146525" cy="103800"/>
            </a:xfrm>
            <a:custGeom>
              <a:rect b="b" l="l" r="r" t="t"/>
              <a:pathLst>
                <a:path extrusionOk="0" h="4152" w="5861">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28" name="Google Shape;17628;p83"/>
          <p:cNvGrpSpPr/>
          <p:nvPr/>
        </p:nvGrpSpPr>
        <p:grpSpPr>
          <a:xfrm>
            <a:off x="3503362" y="1793745"/>
            <a:ext cx="382665" cy="367194"/>
            <a:chOff x="-62890750" y="2296300"/>
            <a:chExt cx="330825" cy="317450"/>
          </a:xfrm>
        </p:grpSpPr>
        <p:sp>
          <p:nvSpPr>
            <p:cNvPr id="17629" name="Google Shape;17629;p83"/>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0" name="Google Shape;17630;p83"/>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1" name="Google Shape;17631;p83"/>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32" name="Google Shape;17632;p83"/>
          <p:cNvGrpSpPr/>
          <p:nvPr/>
        </p:nvGrpSpPr>
        <p:grpSpPr>
          <a:xfrm>
            <a:off x="3512023" y="2259206"/>
            <a:ext cx="365344" cy="367165"/>
            <a:chOff x="-62882850" y="2664925"/>
            <a:chExt cx="315850" cy="317425"/>
          </a:xfrm>
        </p:grpSpPr>
        <p:sp>
          <p:nvSpPr>
            <p:cNvPr id="17633" name="Google Shape;17633;p83"/>
            <p:cNvSpPr/>
            <p:nvPr/>
          </p:nvSpPr>
          <p:spPr>
            <a:xfrm>
              <a:off x="-62882850" y="2664925"/>
              <a:ext cx="315850" cy="317425"/>
            </a:xfrm>
            <a:custGeom>
              <a:rect b="b" l="l" r="r" t="t"/>
              <a:pathLst>
                <a:path extrusionOk="0" h="12697" w="12634">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4" name="Google Shape;17634;p83"/>
            <p:cNvSpPr/>
            <p:nvPr/>
          </p:nvSpPr>
          <p:spPr>
            <a:xfrm>
              <a:off x="-62756050" y="2702725"/>
              <a:ext cx="62225" cy="146525"/>
            </a:xfrm>
            <a:custGeom>
              <a:rect b="b" l="l" r="r" t="t"/>
              <a:pathLst>
                <a:path extrusionOk="0" h="5861" w="2489">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635" name="Google Shape;17635;p83"/>
          <p:cNvSpPr/>
          <p:nvPr/>
        </p:nvSpPr>
        <p:spPr>
          <a:xfrm>
            <a:off x="2175712" y="2733502"/>
            <a:ext cx="369016" cy="364563"/>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636" name="Google Shape;17636;p83"/>
          <p:cNvGrpSpPr/>
          <p:nvPr/>
        </p:nvGrpSpPr>
        <p:grpSpPr>
          <a:xfrm>
            <a:off x="2183172" y="3171846"/>
            <a:ext cx="366269" cy="359907"/>
            <a:chOff x="-60988625" y="2310475"/>
            <a:chExt cx="316650" cy="311150"/>
          </a:xfrm>
        </p:grpSpPr>
        <p:sp>
          <p:nvSpPr>
            <p:cNvPr id="17637" name="Google Shape;17637;p83"/>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8" name="Google Shape;17638;p83"/>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9" name="Google Shape;17639;p83"/>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0" name="Google Shape;17640;p83"/>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1" name="Google Shape;17641;p83"/>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2" name="Google Shape;17642;p83"/>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43" name="Google Shape;17643;p83"/>
          <p:cNvGrpSpPr/>
          <p:nvPr/>
        </p:nvGrpSpPr>
        <p:grpSpPr>
          <a:xfrm>
            <a:off x="2183634" y="3610009"/>
            <a:ext cx="365344" cy="368785"/>
            <a:chOff x="-60987050" y="2671400"/>
            <a:chExt cx="315850" cy="318825"/>
          </a:xfrm>
        </p:grpSpPr>
        <p:sp>
          <p:nvSpPr>
            <p:cNvPr id="17644" name="Google Shape;17644;p83"/>
            <p:cNvSpPr/>
            <p:nvPr/>
          </p:nvSpPr>
          <p:spPr>
            <a:xfrm>
              <a:off x="-60987050" y="2671400"/>
              <a:ext cx="315850" cy="318825"/>
            </a:xfrm>
            <a:custGeom>
              <a:rect b="b" l="l" r="r" t="t"/>
              <a:pathLst>
                <a:path extrusionOk="0" h="12753" w="12634">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5" name="Google Shape;17645;p83"/>
            <p:cNvSpPr/>
            <p:nvPr/>
          </p:nvSpPr>
          <p:spPr>
            <a:xfrm>
              <a:off x="-60839775" y="2731075"/>
              <a:ext cx="19725" cy="19725"/>
            </a:xfrm>
            <a:custGeom>
              <a:rect b="b" l="l" r="r" t="t"/>
              <a:pathLst>
                <a:path extrusionOk="0" h="789" w="789">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46" name="Google Shape;17646;p83"/>
          <p:cNvGrpSpPr/>
          <p:nvPr/>
        </p:nvGrpSpPr>
        <p:grpSpPr>
          <a:xfrm>
            <a:off x="3952500" y="3172771"/>
            <a:ext cx="368987" cy="358056"/>
            <a:chOff x="-59481900" y="2290800"/>
            <a:chExt cx="319000" cy="309550"/>
          </a:xfrm>
        </p:grpSpPr>
        <p:sp>
          <p:nvSpPr>
            <p:cNvPr id="17647" name="Google Shape;17647;p83"/>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8" name="Google Shape;17648;p83"/>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9" name="Google Shape;17649;p83"/>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0" name="Google Shape;17650;p83"/>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1" name="Google Shape;17651;p83"/>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2" name="Google Shape;17652;p83"/>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53" name="Google Shape;17653;p83"/>
          <p:cNvGrpSpPr/>
          <p:nvPr/>
        </p:nvGrpSpPr>
        <p:grpSpPr>
          <a:xfrm>
            <a:off x="1741805" y="1313544"/>
            <a:ext cx="368987" cy="366992"/>
            <a:chOff x="-64401400" y="1914475"/>
            <a:chExt cx="319000" cy="317275"/>
          </a:xfrm>
        </p:grpSpPr>
        <p:sp>
          <p:nvSpPr>
            <p:cNvPr id="17654" name="Google Shape;17654;p83"/>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5" name="Google Shape;17655;p83"/>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6" name="Google Shape;17656;p83"/>
            <p:cNvSpPr/>
            <p:nvPr/>
          </p:nvSpPr>
          <p:spPr>
            <a:xfrm>
              <a:off x="-64212375" y="2210450"/>
              <a:ext cx="5525" cy="25"/>
            </a:xfrm>
            <a:custGeom>
              <a:rect b="b" l="l" r="r" t="t"/>
              <a:pathLst>
                <a:path extrusionOk="0" h="1" w="221">
                  <a:moveTo>
                    <a:pt x="1" y="1"/>
                  </a:moveTo>
                  <a:lnTo>
                    <a:pt x="221" y="1"/>
                  </a:ln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57" name="Google Shape;17657;p83"/>
          <p:cNvGrpSpPr/>
          <p:nvPr/>
        </p:nvGrpSpPr>
        <p:grpSpPr>
          <a:xfrm>
            <a:off x="1806493" y="1794583"/>
            <a:ext cx="239610" cy="365517"/>
            <a:chOff x="-64343900" y="2282125"/>
            <a:chExt cx="207150" cy="316000"/>
          </a:xfrm>
        </p:grpSpPr>
        <p:sp>
          <p:nvSpPr>
            <p:cNvPr id="17658" name="Google Shape;17658;p83"/>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9" name="Google Shape;17659;p83"/>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660" name="Google Shape;17660;p83"/>
          <p:cNvSpPr/>
          <p:nvPr/>
        </p:nvSpPr>
        <p:spPr>
          <a:xfrm>
            <a:off x="1736288" y="2257833"/>
            <a:ext cx="367165" cy="369913"/>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661" name="Google Shape;17661;p83"/>
          <p:cNvGrpSpPr/>
          <p:nvPr/>
        </p:nvGrpSpPr>
        <p:grpSpPr>
          <a:xfrm>
            <a:off x="3986941" y="1313804"/>
            <a:ext cx="318873" cy="366471"/>
            <a:chOff x="-62496925" y="1931475"/>
            <a:chExt cx="275675" cy="316825"/>
          </a:xfrm>
        </p:grpSpPr>
        <p:sp>
          <p:nvSpPr>
            <p:cNvPr id="17662" name="Google Shape;17662;p83"/>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3" name="Google Shape;17663;p83"/>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64" name="Google Shape;17664;p83"/>
          <p:cNvGrpSpPr/>
          <p:nvPr/>
        </p:nvGrpSpPr>
        <p:grpSpPr>
          <a:xfrm>
            <a:off x="3963691" y="1793629"/>
            <a:ext cx="365373" cy="367426"/>
            <a:chOff x="-62516625" y="2297875"/>
            <a:chExt cx="315875" cy="317650"/>
          </a:xfrm>
        </p:grpSpPr>
        <p:sp>
          <p:nvSpPr>
            <p:cNvPr id="17665" name="Google Shape;17665;p83"/>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6" name="Google Shape;17666;p83"/>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67" name="Google Shape;17667;p83"/>
          <p:cNvGrpSpPr/>
          <p:nvPr/>
        </p:nvGrpSpPr>
        <p:grpSpPr>
          <a:xfrm>
            <a:off x="3962332" y="2275588"/>
            <a:ext cx="368091" cy="334402"/>
            <a:chOff x="-62518200" y="2692475"/>
            <a:chExt cx="318225" cy="289100"/>
          </a:xfrm>
        </p:grpSpPr>
        <p:sp>
          <p:nvSpPr>
            <p:cNvPr id="17668" name="Google Shape;17668;p83"/>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9" name="Google Shape;17669;p83"/>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70" name="Google Shape;17670;p83"/>
          <p:cNvGrpSpPr/>
          <p:nvPr/>
        </p:nvGrpSpPr>
        <p:grpSpPr>
          <a:xfrm>
            <a:off x="2648986" y="2733112"/>
            <a:ext cx="309793" cy="365344"/>
            <a:chOff x="-60597975" y="1939525"/>
            <a:chExt cx="267825" cy="315850"/>
          </a:xfrm>
        </p:grpSpPr>
        <p:sp>
          <p:nvSpPr>
            <p:cNvPr id="17671" name="Google Shape;17671;p83"/>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2" name="Google Shape;17672;p83"/>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73" name="Google Shape;17673;p83"/>
          <p:cNvGrpSpPr/>
          <p:nvPr/>
        </p:nvGrpSpPr>
        <p:grpSpPr>
          <a:xfrm>
            <a:off x="2619389" y="3167537"/>
            <a:ext cx="368987" cy="368525"/>
            <a:chOff x="-60620800" y="2304600"/>
            <a:chExt cx="319000" cy="318600"/>
          </a:xfrm>
        </p:grpSpPr>
        <p:sp>
          <p:nvSpPr>
            <p:cNvPr id="17674" name="Google Shape;17674;p83"/>
            <p:cNvSpPr/>
            <p:nvPr/>
          </p:nvSpPr>
          <p:spPr>
            <a:xfrm>
              <a:off x="-60620800" y="2304600"/>
              <a:ext cx="319000" cy="318600"/>
            </a:xfrm>
            <a:custGeom>
              <a:rect b="b" l="l" r="r" t="t"/>
              <a:pathLst>
                <a:path extrusionOk="0" h="12744" w="1276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5" name="Google Shape;17675;p83"/>
            <p:cNvSpPr/>
            <p:nvPr/>
          </p:nvSpPr>
          <p:spPr>
            <a:xfrm>
              <a:off x="-60491625" y="2560150"/>
              <a:ext cx="144925" cy="20525"/>
            </a:xfrm>
            <a:custGeom>
              <a:rect b="b" l="l" r="r" t="t"/>
              <a:pathLst>
                <a:path extrusionOk="0" h="821" w="5797">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6" name="Google Shape;17676;p83"/>
            <p:cNvSpPr/>
            <p:nvPr/>
          </p:nvSpPr>
          <p:spPr>
            <a:xfrm>
              <a:off x="-60573550" y="2445950"/>
              <a:ext cx="62250" cy="146525"/>
            </a:xfrm>
            <a:custGeom>
              <a:rect b="b" l="l" r="r" t="t"/>
              <a:pathLst>
                <a:path extrusionOk="0" h="5861" w="249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77" name="Google Shape;17677;p83"/>
          <p:cNvGrpSpPr/>
          <p:nvPr/>
        </p:nvGrpSpPr>
        <p:grpSpPr>
          <a:xfrm>
            <a:off x="2620748" y="3663188"/>
            <a:ext cx="366269" cy="262426"/>
            <a:chOff x="-60621600" y="2716100"/>
            <a:chExt cx="316650" cy="226875"/>
          </a:xfrm>
        </p:grpSpPr>
        <p:sp>
          <p:nvSpPr>
            <p:cNvPr id="17678" name="Google Shape;17678;p83"/>
            <p:cNvSpPr/>
            <p:nvPr/>
          </p:nvSpPr>
          <p:spPr>
            <a:xfrm>
              <a:off x="-60621600" y="2716100"/>
              <a:ext cx="316650" cy="226875"/>
            </a:xfrm>
            <a:custGeom>
              <a:rect b="b" l="l" r="r" t="t"/>
              <a:pathLst>
                <a:path extrusionOk="0" h="9075" w="12666">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9" name="Google Shape;17679;p83"/>
            <p:cNvSpPr/>
            <p:nvPr/>
          </p:nvSpPr>
          <p:spPr>
            <a:xfrm>
              <a:off x="-60546775" y="2798025"/>
              <a:ext cx="166225" cy="104775"/>
            </a:xfrm>
            <a:custGeom>
              <a:rect b="b" l="l" r="r" t="t"/>
              <a:pathLst>
                <a:path extrusionOk="0" h="4191" w="6649">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80" name="Google Shape;17680;p83"/>
          <p:cNvGrpSpPr/>
          <p:nvPr/>
        </p:nvGrpSpPr>
        <p:grpSpPr>
          <a:xfrm>
            <a:off x="3957965" y="3611281"/>
            <a:ext cx="358056" cy="366240"/>
            <a:chOff x="-59475600" y="2658625"/>
            <a:chExt cx="309550" cy="316625"/>
          </a:xfrm>
        </p:grpSpPr>
        <p:sp>
          <p:nvSpPr>
            <p:cNvPr id="17681" name="Google Shape;17681;p83"/>
            <p:cNvSpPr/>
            <p:nvPr/>
          </p:nvSpPr>
          <p:spPr>
            <a:xfrm>
              <a:off x="-59427550" y="2913025"/>
              <a:ext cx="19700" cy="19700"/>
            </a:xfrm>
            <a:custGeom>
              <a:rect b="b" l="l" r="r" t="t"/>
              <a:pathLst>
                <a:path extrusionOk="0" h="788" w="788">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2" name="Google Shape;17682;p83"/>
            <p:cNvSpPr/>
            <p:nvPr/>
          </p:nvSpPr>
          <p:spPr>
            <a:xfrm>
              <a:off x="-59428350" y="2699575"/>
              <a:ext cx="20500" cy="152825"/>
            </a:xfrm>
            <a:custGeom>
              <a:rect b="b" l="l" r="r" t="t"/>
              <a:pathLst>
                <a:path extrusionOk="0" h="6113" w="82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3" name="Google Shape;17683;p83"/>
            <p:cNvSpPr/>
            <p:nvPr/>
          </p:nvSpPr>
          <p:spPr>
            <a:xfrm>
              <a:off x="-59330675" y="2913025"/>
              <a:ext cx="19700" cy="19700"/>
            </a:xfrm>
            <a:custGeom>
              <a:rect b="b" l="l" r="r" t="t"/>
              <a:pathLst>
                <a:path extrusionOk="0" h="788" w="788">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4" name="Google Shape;17684;p83"/>
            <p:cNvSpPr/>
            <p:nvPr/>
          </p:nvSpPr>
          <p:spPr>
            <a:xfrm>
              <a:off x="-59330675" y="2699575"/>
              <a:ext cx="20500" cy="152825"/>
            </a:xfrm>
            <a:custGeom>
              <a:rect b="b" l="l" r="r" t="t"/>
              <a:pathLst>
                <a:path extrusionOk="0" h="6113" w="82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5" name="Google Shape;17685;p83"/>
            <p:cNvSpPr/>
            <p:nvPr/>
          </p:nvSpPr>
          <p:spPr>
            <a:xfrm>
              <a:off x="-59475600" y="2658625"/>
              <a:ext cx="309550" cy="316625"/>
            </a:xfrm>
            <a:custGeom>
              <a:rect b="b" l="l" r="r" t="t"/>
              <a:pathLst>
                <a:path extrusionOk="0" h="12665" w="12382">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6" name="Google Shape;17686;p83"/>
            <p:cNvSpPr/>
            <p:nvPr/>
          </p:nvSpPr>
          <p:spPr>
            <a:xfrm>
              <a:off x="-59234600" y="2913025"/>
              <a:ext cx="19725" cy="19700"/>
            </a:xfrm>
            <a:custGeom>
              <a:rect b="b" l="l" r="r" t="t"/>
              <a:pathLst>
                <a:path extrusionOk="0" h="788" w="789">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7" name="Google Shape;17687;p83"/>
            <p:cNvSpPr/>
            <p:nvPr/>
          </p:nvSpPr>
          <p:spPr>
            <a:xfrm>
              <a:off x="-59235375" y="2699575"/>
              <a:ext cx="20500" cy="152825"/>
            </a:xfrm>
            <a:custGeom>
              <a:rect b="b" l="l" r="r" t="t"/>
              <a:pathLst>
                <a:path extrusionOk="0" h="6113" w="82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688" name="Google Shape;17688;p83"/>
          <p:cNvSpPr/>
          <p:nvPr/>
        </p:nvSpPr>
        <p:spPr>
          <a:xfrm>
            <a:off x="2175657" y="1314368"/>
            <a:ext cx="365373" cy="365344"/>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9" name="Google Shape;17689;p83"/>
          <p:cNvSpPr/>
          <p:nvPr/>
        </p:nvSpPr>
        <p:spPr>
          <a:xfrm>
            <a:off x="2203001" y="1792834"/>
            <a:ext cx="310690" cy="369016"/>
          </a:xfrm>
          <a:custGeom>
            <a:rect b="b" l="l" r="r" t="t"/>
            <a:pathLst>
              <a:path extrusionOk="0" h="12761" w="10744">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690" name="Google Shape;17690;p83"/>
          <p:cNvGrpSpPr/>
          <p:nvPr/>
        </p:nvGrpSpPr>
        <p:grpSpPr>
          <a:xfrm>
            <a:off x="2233086" y="2259206"/>
            <a:ext cx="263294" cy="367165"/>
            <a:chOff x="-63987100" y="2646800"/>
            <a:chExt cx="227625" cy="317425"/>
          </a:xfrm>
        </p:grpSpPr>
        <p:sp>
          <p:nvSpPr>
            <p:cNvPr id="17691" name="Google Shape;17691;p83"/>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2" name="Google Shape;17692;p83"/>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93" name="Google Shape;17693;p83"/>
          <p:cNvGrpSpPr/>
          <p:nvPr/>
        </p:nvGrpSpPr>
        <p:grpSpPr>
          <a:xfrm>
            <a:off x="852428" y="2730827"/>
            <a:ext cx="358056" cy="369913"/>
            <a:chOff x="-62148000" y="1930075"/>
            <a:chExt cx="309550" cy="319800"/>
          </a:xfrm>
        </p:grpSpPr>
        <p:sp>
          <p:nvSpPr>
            <p:cNvPr id="17694" name="Google Shape;17694;p83"/>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5" name="Google Shape;17695;p83"/>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96" name="Google Shape;17696;p83"/>
          <p:cNvGrpSpPr/>
          <p:nvPr/>
        </p:nvGrpSpPr>
        <p:grpSpPr>
          <a:xfrm>
            <a:off x="849695" y="3169113"/>
            <a:ext cx="363522" cy="365373"/>
            <a:chOff x="-62150375" y="2297875"/>
            <a:chExt cx="314275" cy="315875"/>
          </a:xfrm>
        </p:grpSpPr>
        <p:sp>
          <p:nvSpPr>
            <p:cNvPr id="17697" name="Google Shape;17697;p83"/>
            <p:cNvSpPr/>
            <p:nvPr/>
          </p:nvSpPr>
          <p:spPr>
            <a:xfrm>
              <a:off x="-61994425" y="2297875"/>
              <a:ext cx="64600" cy="69925"/>
            </a:xfrm>
            <a:custGeom>
              <a:rect b="b" l="l" r="r" t="t"/>
              <a:pathLst>
                <a:path extrusionOk="0" h="2797" w="2584">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8" name="Google Shape;17698;p83"/>
            <p:cNvSpPr/>
            <p:nvPr/>
          </p:nvSpPr>
          <p:spPr>
            <a:xfrm>
              <a:off x="-62150375" y="2338050"/>
              <a:ext cx="314275" cy="275700"/>
            </a:xfrm>
            <a:custGeom>
              <a:rect b="b" l="l" r="r" t="t"/>
              <a:pathLst>
                <a:path extrusionOk="0" h="11028" w="12571">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9" name="Google Shape;17699;p83"/>
            <p:cNvSpPr/>
            <p:nvPr/>
          </p:nvSpPr>
          <p:spPr>
            <a:xfrm>
              <a:off x="-61972375" y="2430200"/>
              <a:ext cx="20500" cy="60675"/>
            </a:xfrm>
            <a:custGeom>
              <a:rect b="b" l="l" r="r" t="t"/>
              <a:pathLst>
                <a:path extrusionOk="0" h="2427" w="82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0" name="Google Shape;17700;p83"/>
            <p:cNvSpPr/>
            <p:nvPr/>
          </p:nvSpPr>
          <p:spPr>
            <a:xfrm>
              <a:off x="-61909350" y="2430200"/>
              <a:ext cx="19700" cy="60675"/>
            </a:xfrm>
            <a:custGeom>
              <a:rect b="b" l="l" r="r" t="t"/>
              <a:pathLst>
                <a:path extrusionOk="0" h="2427" w="788">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1" name="Google Shape;17701;p83"/>
            <p:cNvSpPr/>
            <p:nvPr/>
          </p:nvSpPr>
          <p:spPr>
            <a:xfrm>
              <a:off x="-62033800" y="2430200"/>
              <a:ext cx="21275" cy="60675"/>
            </a:xfrm>
            <a:custGeom>
              <a:rect b="b" l="l" r="r" t="t"/>
              <a:pathLst>
                <a:path extrusionOk="0" h="2427" w="851">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02" name="Google Shape;17702;p83"/>
          <p:cNvGrpSpPr/>
          <p:nvPr/>
        </p:nvGrpSpPr>
        <p:grpSpPr>
          <a:xfrm>
            <a:off x="848322" y="3610356"/>
            <a:ext cx="366269" cy="368091"/>
            <a:chOff x="-62150375" y="2664925"/>
            <a:chExt cx="316650" cy="318225"/>
          </a:xfrm>
        </p:grpSpPr>
        <p:sp>
          <p:nvSpPr>
            <p:cNvPr id="17703" name="Google Shape;17703;p83"/>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4" name="Google Shape;17704;p83"/>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5" name="Google Shape;17705;p83"/>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6" name="Google Shape;17706;p83"/>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07" name="Google Shape;17707;p83"/>
          <p:cNvGrpSpPr/>
          <p:nvPr/>
        </p:nvGrpSpPr>
        <p:grpSpPr>
          <a:xfrm>
            <a:off x="3065911" y="2731333"/>
            <a:ext cx="367165" cy="368901"/>
            <a:chOff x="-60254550" y="1938025"/>
            <a:chExt cx="317425" cy="318925"/>
          </a:xfrm>
        </p:grpSpPr>
        <p:sp>
          <p:nvSpPr>
            <p:cNvPr id="17708" name="Google Shape;17708;p83"/>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9" name="Google Shape;17709;p83"/>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0" name="Google Shape;17710;p83"/>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1" name="Google Shape;17711;p83"/>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12" name="Google Shape;17712;p83"/>
          <p:cNvGrpSpPr/>
          <p:nvPr/>
        </p:nvGrpSpPr>
        <p:grpSpPr>
          <a:xfrm>
            <a:off x="3094149" y="3609907"/>
            <a:ext cx="310690" cy="368987"/>
            <a:chOff x="-60232500" y="2671225"/>
            <a:chExt cx="268600" cy="319000"/>
          </a:xfrm>
        </p:grpSpPr>
        <p:sp>
          <p:nvSpPr>
            <p:cNvPr id="17713" name="Google Shape;17713;p83"/>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4" name="Google Shape;17714;p83"/>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15" name="Google Shape;17715;p83"/>
          <p:cNvGrpSpPr/>
          <p:nvPr/>
        </p:nvGrpSpPr>
        <p:grpSpPr>
          <a:xfrm>
            <a:off x="2179643" y="4058541"/>
            <a:ext cx="365373" cy="368987"/>
            <a:chOff x="-59100700" y="1911950"/>
            <a:chExt cx="315875" cy="319000"/>
          </a:xfrm>
        </p:grpSpPr>
        <p:sp>
          <p:nvSpPr>
            <p:cNvPr id="17716" name="Google Shape;17716;p83"/>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7" name="Google Shape;17717;p83"/>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8" name="Google Shape;17718;p83"/>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9" name="Google Shape;17719;p83"/>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0" name="Google Shape;17720;p83"/>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1" name="Google Shape;17721;p83"/>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2" name="Google Shape;17722;p83"/>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3" name="Google Shape;17723;p83"/>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4" name="Google Shape;17724;p83"/>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5" name="Google Shape;17725;p83"/>
            <p:cNvSpPr/>
            <p:nvPr/>
          </p:nvSpPr>
          <p:spPr>
            <a:xfrm>
              <a:off x="-59100700" y="1911950"/>
              <a:ext cx="315875" cy="319000"/>
            </a:xfrm>
            <a:custGeom>
              <a:rect b="b" l="l" r="r" t="t"/>
              <a:pathLst>
                <a:path extrusionOk="0" h="12760" w="12635">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26" name="Google Shape;17726;p83"/>
          <p:cNvGrpSpPr/>
          <p:nvPr/>
        </p:nvGrpSpPr>
        <p:grpSpPr>
          <a:xfrm>
            <a:off x="2621810" y="1314021"/>
            <a:ext cx="379918" cy="366038"/>
            <a:chOff x="-63665750" y="1914325"/>
            <a:chExt cx="328450" cy="316450"/>
          </a:xfrm>
        </p:grpSpPr>
        <p:sp>
          <p:nvSpPr>
            <p:cNvPr id="17727" name="Google Shape;17727;p83"/>
            <p:cNvSpPr/>
            <p:nvPr/>
          </p:nvSpPr>
          <p:spPr>
            <a:xfrm>
              <a:off x="-63665750" y="1914325"/>
              <a:ext cx="328450" cy="316450"/>
            </a:xfrm>
            <a:custGeom>
              <a:rect b="b" l="l" r="r" t="t"/>
              <a:pathLst>
                <a:path extrusionOk="0" h="12658" w="13138">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8" name="Google Shape;17728;p83"/>
            <p:cNvSpPr/>
            <p:nvPr/>
          </p:nvSpPr>
          <p:spPr>
            <a:xfrm>
              <a:off x="-63524775" y="1955275"/>
              <a:ext cx="123675" cy="134700"/>
            </a:xfrm>
            <a:custGeom>
              <a:rect b="b" l="l" r="r" t="t"/>
              <a:pathLst>
                <a:path extrusionOk="0" h="5388" w="4947">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29" name="Google Shape;17729;p83"/>
          <p:cNvGrpSpPr/>
          <p:nvPr/>
        </p:nvGrpSpPr>
        <p:grpSpPr>
          <a:xfrm>
            <a:off x="2626814" y="1793065"/>
            <a:ext cx="369913" cy="368554"/>
            <a:chOff x="-63666550" y="2278975"/>
            <a:chExt cx="319800" cy="318625"/>
          </a:xfrm>
        </p:grpSpPr>
        <p:sp>
          <p:nvSpPr>
            <p:cNvPr id="17730" name="Google Shape;17730;p83"/>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1" name="Google Shape;17731;p83"/>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32" name="Google Shape;17732;p83"/>
          <p:cNvGrpSpPr/>
          <p:nvPr/>
        </p:nvGrpSpPr>
        <p:grpSpPr>
          <a:xfrm>
            <a:off x="2624081" y="2259090"/>
            <a:ext cx="375378" cy="367397"/>
            <a:chOff x="-63669700" y="2646600"/>
            <a:chExt cx="324525" cy="317625"/>
          </a:xfrm>
        </p:grpSpPr>
        <p:sp>
          <p:nvSpPr>
            <p:cNvPr id="17733" name="Google Shape;17733;p83"/>
            <p:cNvSpPr/>
            <p:nvPr/>
          </p:nvSpPr>
          <p:spPr>
            <a:xfrm>
              <a:off x="-63669700" y="2646600"/>
              <a:ext cx="324525" cy="317550"/>
            </a:xfrm>
            <a:custGeom>
              <a:rect b="b" l="l" r="r" t="t"/>
              <a:pathLst>
                <a:path extrusionOk="0" h="12702" w="12981">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4" name="Google Shape;17734;p83"/>
            <p:cNvSpPr/>
            <p:nvPr/>
          </p:nvSpPr>
          <p:spPr>
            <a:xfrm>
              <a:off x="-63532650" y="2901200"/>
              <a:ext cx="185900" cy="63025"/>
            </a:xfrm>
            <a:custGeom>
              <a:rect b="b" l="l" r="r" t="t"/>
              <a:pathLst>
                <a:path extrusionOk="0" h="2521" w="7436">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35" name="Google Shape;17735;p83"/>
          <p:cNvGrpSpPr/>
          <p:nvPr/>
        </p:nvGrpSpPr>
        <p:grpSpPr>
          <a:xfrm>
            <a:off x="1286361" y="2732418"/>
            <a:ext cx="366269" cy="366732"/>
            <a:chOff x="-61784125" y="1931250"/>
            <a:chExt cx="316650" cy="317050"/>
          </a:xfrm>
        </p:grpSpPr>
        <p:sp>
          <p:nvSpPr>
            <p:cNvPr id="17736" name="Google Shape;17736;p83"/>
            <p:cNvSpPr/>
            <p:nvPr/>
          </p:nvSpPr>
          <p:spPr>
            <a:xfrm>
              <a:off x="-61688025" y="1931250"/>
              <a:ext cx="124450" cy="134300"/>
            </a:xfrm>
            <a:custGeom>
              <a:rect b="b" l="l" r="r" t="t"/>
              <a:pathLst>
                <a:path extrusionOk="0" h="5372" w="4978">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7" name="Google Shape;17737;p83"/>
            <p:cNvSpPr/>
            <p:nvPr/>
          </p:nvSpPr>
          <p:spPr>
            <a:xfrm>
              <a:off x="-61784125" y="2113325"/>
              <a:ext cx="124450" cy="134975"/>
            </a:xfrm>
            <a:custGeom>
              <a:rect b="b" l="l" r="r" t="t"/>
              <a:pathLst>
                <a:path extrusionOk="0" h="5399" w="4978">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8" name="Google Shape;17738;p83"/>
            <p:cNvSpPr/>
            <p:nvPr/>
          </p:nvSpPr>
          <p:spPr>
            <a:xfrm>
              <a:off x="-61591150" y="2113325"/>
              <a:ext cx="123675" cy="134175"/>
            </a:xfrm>
            <a:custGeom>
              <a:rect b="b" l="l" r="r" t="t"/>
              <a:pathLst>
                <a:path extrusionOk="0" h="5367" w="4947">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9" name="Google Shape;17739;p83"/>
            <p:cNvSpPr/>
            <p:nvPr/>
          </p:nvSpPr>
          <p:spPr>
            <a:xfrm>
              <a:off x="-61677800" y="2072225"/>
              <a:ext cx="106350" cy="62450"/>
            </a:xfrm>
            <a:custGeom>
              <a:rect b="b" l="l" r="r" t="t"/>
              <a:pathLst>
                <a:path extrusionOk="0" h="2498" w="4254">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40" name="Google Shape;17740;p83"/>
          <p:cNvGrpSpPr/>
          <p:nvPr/>
        </p:nvGrpSpPr>
        <p:grpSpPr>
          <a:xfrm>
            <a:off x="1286360" y="3168665"/>
            <a:ext cx="366269" cy="366269"/>
            <a:chOff x="-61783350" y="2297100"/>
            <a:chExt cx="316650" cy="316650"/>
          </a:xfrm>
        </p:grpSpPr>
        <p:sp>
          <p:nvSpPr>
            <p:cNvPr id="17741" name="Google Shape;17741;p83"/>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2" name="Google Shape;17742;p83"/>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43" name="Google Shape;17743;p83"/>
          <p:cNvGrpSpPr/>
          <p:nvPr/>
        </p:nvGrpSpPr>
        <p:grpSpPr>
          <a:xfrm>
            <a:off x="1286360" y="3609748"/>
            <a:ext cx="366269" cy="369305"/>
            <a:chOff x="-61782550" y="2664925"/>
            <a:chExt cx="316650" cy="319275"/>
          </a:xfrm>
        </p:grpSpPr>
        <p:sp>
          <p:nvSpPr>
            <p:cNvPr id="17744" name="Google Shape;17744;p83"/>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5" name="Google Shape;17745;p83"/>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6" name="Google Shape;17746;p83"/>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47" name="Google Shape;17747;p83"/>
          <p:cNvGrpSpPr/>
          <p:nvPr/>
        </p:nvGrpSpPr>
        <p:grpSpPr>
          <a:xfrm>
            <a:off x="3508137" y="2741136"/>
            <a:ext cx="367165" cy="349294"/>
            <a:chOff x="-59889100" y="1945025"/>
            <a:chExt cx="317425" cy="301975"/>
          </a:xfrm>
        </p:grpSpPr>
        <p:sp>
          <p:nvSpPr>
            <p:cNvPr id="17748" name="Google Shape;17748;p83"/>
            <p:cNvSpPr/>
            <p:nvPr/>
          </p:nvSpPr>
          <p:spPr>
            <a:xfrm>
              <a:off x="-59845000" y="2074200"/>
              <a:ext cx="63025" cy="61450"/>
            </a:xfrm>
            <a:custGeom>
              <a:rect b="b" l="l" r="r" t="t"/>
              <a:pathLst>
                <a:path extrusionOk="0" h="2458" w="2521">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9" name="Google Shape;17749;p83"/>
            <p:cNvSpPr/>
            <p:nvPr/>
          </p:nvSpPr>
          <p:spPr>
            <a:xfrm>
              <a:off x="-59761500" y="1990700"/>
              <a:ext cx="61450" cy="144950"/>
            </a:xfrm>
            <a:custGeom>
              <a:rect b="b" l="l" r="r" t="t"/>
              <a:pathLst>
                <a:path extrusionOk="0" h="5798" w="2458">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0" name="Google Shape;17750;p83"/>
            <p:cNvSpPr/>
            <p:nvPr/>
          </p:nvSpPr>
          <p:spPr>
            <a:xfrm>
              <a:off x="-59678800" y="2053725"/>
              <a:ext cx="61450" cy="81925"/>
            </a:xfrm>
            <a:custGeom>
              <a:rect b="b" l="l" r="r" t="t"/>
              <a:pathLst>
                <a:path extrusionOk="0" h="3277" w="2458">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1" name="Google Shape;17751;p83"/>
            <p:cNvSpPr/>
            <p:nvPr/>
          </p:nvSpPr>
          <p:spPr>
            <a:xfrm>
              <a:off x="-59889100" y="1945025"/>
              <a:ext cx="317425" cy="301975"/>
            </a:xfrm>
            <a:custGeom>
              <a:rect b="b" l="l" r="r" t="t"/>
              <a:pathLst>
                <a:path extrusionOk="0" h="12079" w="12697">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52" name="Google Shape;17752;p83"/>
          <p:cNvGrpSpPr/>
          <p:nvPr/>
        </p:nvGrpSpPr>
        <p:grpSpPr>
          <a:xfrm>
            <a:off x="3040249" y="3168589"/>
            <a:ext cx="366648" cy="366420"/>
            <a:chOff x="6479471" y="2079003"/>
            <a:chExt cx="348923" cy="348706"/>
          </a:xfrm>
        </p:grpSpPr>
        <p:sp>
          <p:nvSpPr>
            <p:cNvPr id="17753" name="Google Shape;17753;p83"/>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754" name="Google Shape;17754;p83"/>
            <p:cNvGrpSpPr/>
            <p:nvPr/>
          </p:nvGrpSpPr>
          <p:grpSpPr>
            <a:xfrm>
              <a:off x="6520582" y="2079003"/>
              <a:ext cx="307811" cy="348706"/>
              <a:chOff x="-60218325" y="2304850"/>
              <a:chExt cx="279625" cy="316775"/>
            </a:xfrm>
          </p:grpSpPr>
          <p:sp>
            <p:nvSpPr>
              <p:cNvPr id="17755" name="Google Shape;17755;p83"/>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6" name="Google Shape;17756;p83"/>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7" name="Google Shape;17757;p83"/>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8" name="Google Shape;17758;p83"/>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9" name="Google Shape;17759;p83"/>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0" name="Google Shape;17760;p83"/>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1" name="Google Shape;17761;p83"/>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7762" name="Google Shape;17762;p83"/>
          <p:cNvSpPr/>
          <p:nvPr/>
        </p:nvSpPr>
        <p:spPr>
          <a:xfrm>
            <a:off x="3501697" y="3208296"/>
            <a:ext cx="368091" cy="287006"/>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763" name="Google Shape;17763;p83"/>
          <p:cNvGrpSpPr/>
          <p:nvPr/>
        </p:nvGrpSpPr>
        <p:grpSpPr>
          <a:xfrm>
            <a:off x="3507226" y="3611671"/>
            <a:ext cx="368987" cy="365459"/>
            <a:chOff x="-59889100" y="2671925"/>
            <a:chExt cx="319000" cy="315950"/>
          </a:xfrm>
        </p:grpSpPr>
        <p:sp>
          <p:nvSpPr>
            <p:cNvPr id="17764" name="Google Shape;17764;p83"/>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5" name="Google Shape;17765;p83"/>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6" name="Google Shape;17766;p83"/>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7" name="Google Shape;17767;p83"/>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68" name="Google Shape;17768;p83"/>
          <p:cNvGrpSpPr/>
          <p:nvPr/>
        </p:nvGrpSpPr>
        <p:grpSpPr>
          <a:xfrm>
            <a:off x="2620204" y="4054176"/>
            <a:ext cx="367165" cy="366269"/>
            <a:chOff x="-59092025" y="2296300"/>
            <a:chExt cx="317425" cy="316650"/>
          </a:xfrm>
        </p:grpSpPr>
        <p:sp>
          <p:nvSpPr>
            <p:cNvPr id="17769" name="Google Shape;17769;p83"/>
            <p:cNvSpPr/>
            <p:nvPr/>
          </p:nvSpPr>
          <p:spPr>
            <a:xfrm>
              <a:off x="-58994350" y="2382950"/>
              <a:ext cx="122875" cy="133925"/>
            </a:xfrm>
            <a:custGeom>
              <a:rect b="b" l="l" r="r" t="t"/>
              <a:pathLst>
                <a:path extrusionOk="0" h="5357" w="4915">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0" name="Google Shape;17770;p83"/>
            <p:cNvSpPr/>
            <p:nvPr/>
          </p:nvSpPr>
          <p:spPr>
            <a:xfrm>
              <a:off x="-59092025" y="2296300"/>
              <a:ext cx="317425" cy="316650"/>
            </a:xfrm>
            <a:custGeom>
              <a:rect b="b" l="l" r="r" t="t"/>
              <a:pathLst>
                <a:path extrusionOk="0" h="12666" w="12697">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71" name="Google Shape;17771;p83"/>
          <p:cNvGrpSpPr/>
          <p:nvPr/>
        </p:nvGrpSpPr>
        <p:grpSpPr>
          <a:xfrm>
            <a:off x="4865611" y="1305095"/>
            <a:ext cx="353174" cy="347599"/>
            <a:chOff x="683125" y="1955275"/>
            <a:chExt cx="299325" cy="294600"/>
          </a:xfrm>
        </p:grpSpPr>
        <p:sp>
          <p:nvSpPr>
            <p:cNvPr id="17772" name="Google Shape;17772;p83"/>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3" name="Google Shape;17773;p83"/>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4" name="Google Shape;17774;p83"/>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5" name="Google Shape;17775;p83"/>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76" name="Google Shape;17776;p83"/>
          <p:cNvGrpSpPr/>
          <p:nvPr/>
        </p:nvGrpSpPr>
        <p:grpSpPr>
          <a:xfrm>
            <a:off x="4866541" y="1755653"/>
            <a:ext cx="351315" cy="349486"/>
            <a:chOff x="685475" y="2318350"/>
            <a:chExt cx="297750" cy="296200"/>
          </a:xfrm>
        </p:grpSpPr>
        <p:sp>
          <p:nvSpPr>
            <p:cNvPr id="17777" name="Google Shape;17777;p83"/>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8" name="Google Shape;17778;p83"/>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9" name="Google Shape;17779;p83"/>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80" name="Google Shape;17780;p83"/>
          <p:cNvSpPr/>
          <p:nvPr/>
        </p:nvSpPr>
        <p:spPr>
          <a:xfrm>
            <a:off x="4867924" y="2197454"/>
            <a:ext cx="348513" cy="349427"/>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781" name="Google Shape;17781;p83"/>
          <p:cNvGrpSpPr/>
          <p:nvPr/>
        </p:nvGrpSpPr>
        <p:grpSpPr>
          <a:xfrm>
            <a:off x="7094699" y="1304859"/>
            <a:ext cx="309517" cy="348071"/>
            <a:chOff x="2523000" y="1954875"/>
            <a:chExt cx="262325" cy="295000"/>
          </a:xfrm>
        </p:grpSpPr>
        <p:sp>
          <p:nvSpPr>
            <p:cNvPr id="17782" name="Google Shape;17782;p83"/>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3" name="Google Shape;17783;p83"/>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84" name="Google Shape;17784;p83"/>
          <p:cNvGrpSpPr/>
          <p:nvPr/>
        </p:nvGrpSpPr>
        <p:grpSpPr>
          <a:xfrm>
            <a:off x="7073800" y="1756125"/>
            <a:ext cx="351315" cy="348542"/>
            <a:chOff x="2508825" y="2318350"/>
            <a:chExt cx="297750" cy="295400"/>
          </a:xfrm>
        </p:grpSpPr>
        <p:sp>
          <p:nvSpPr>
            <p:cNvPr id="17785" name="Google Shape;17785;p83"/>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6" name="Google Shape;17786;p83"/>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87" name="Google Shape;17787;p83"/>
          <p:cNvSpPr/>
          <p:nvPr/>
        </p:nvSpPr>
        <p:spPr>
          <a:xfrm>
            <a:off x="7074663" y="2197454"/>
            <a:ext cx="349457" cy="349427"/>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788" name="Google Shape;17788;p83"/>
          <p:cNvGrpSpPr/>
          <p:nvPr/>
        </p:nvGrpSpPr>
        <p:grpSpPr>
          <a:xfrm>
            <a:off x="5747373" y="2670178"/>
            <a:ext cx="347599" cy="348513"/>
            <a:chOff x="4321150" y="1946600"/>
            <a:chExt cx="294600" cy="295375"/>
          </a:xfrm>
        </p:grpSpPr>
        <p:sp>
          <p:nvSpPr>
            <p:cNvPr id="17789" name="Google Shape;17789;p83"/>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0" name="Google Shape;17790;p83"/>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1" name="Google Shape;17791;p83"/>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92" name="Google Shape;17792;p83"/>
          <p:cNvSpPr/>
          <p:nvPr/>
        </p:nvSpPr>
        <p:spPr>
          <a:xfrm>
            <a:off x="5744000" y="3170260"/>
            <a:ext cx="354117" cy="326242"/>
          </a:xfrm>
          <a:custGeom>
            <a:rect b="b" l="l" r="r" t="t"/>
            <a:pathLst>
              <a:path extrusionOk="0" h="11060" w="12005">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3" name="Google Shape;17793;p83"/>
          <p:cNvSpPr/>
          <p:nvPr/>
        </p:nvSpPr>
        <p:spPr>
          <a:xfrm>
            <a:off x="5744472" y="3608425"/>
            <a:ext cx="353174" cy="348513"/>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4" name="Google Shape;17794;p83"/>
          <p:cNvSpPr/>
          <p:nvPr/>
        </p:nvSpPr>
        <p:spPr>
          <a:xfrm>
            <a:off x="8020096" y="2671070"/>
            <a:ext cx="224004" cy="346655"/>
          </a:xfrm>
          <a:custGeom>
            <a:rect b="b" l="l" r="r" t="t"/>
            <a:pathLst>
              <a:path extrusionOk="0" h="11752" w="7594">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5" name="Google Shape;17795;p83"/>
          <p:cNvSpPr/>
          <p:nvPr/>
        </p:nvSpPr>
        <p:spPr>
          <a:xfrm>
            <a:off x="5310365" y="1304129"/>
            <a:ext cx="351286" cy="349457"/>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796" name="Google Shape;17796;p83"/>
          <p:cNvGrpSpPr/>
          <p:nvPr/>
        </p:nvGrpSpPr>
        <p:grpSpPr>
          <a:xfrm>
            <a:off x="5309921" y="1756125"/>
            <a:ext cx="352230" cy="348542"/>
            <a:chOff x="1049375" y="2318350"/>
            <a:chExt cx="298525" cy="295400"/>
          </a:xfrm>
        </p:grpSpPr>
        <p:sp>
          <p:nvSpPr>
            <p:cNvPr id="17797" name="Google Shape;17797;p83"/>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8" name="Google Shape;17798;p83"/>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9" name="Google Shape;17799;p83"/>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0" name="Google Shape;17800;p83"/>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01" name="Google Shape;17801;p83"/>
          <p:cNvGrpSpPr/>
          <p:nvPr/>
        </p:nvGrpSpPr>
        <p:grpSpPr>
          <a:xfrm>
            <a:off x="5310393" y="2196576"/>
            <a:ext cx="351286" cy="351286"/>
            <a:chOff x="1049375" y="2680675"/>
            <a:chExt cx="297725" cy="297725"/>
          </a:xfrm>
        </p:grpSpPr>
        <p:sp>
          <p:nvSpPr>
            <p:cNvPr id="17802" name="Google Shape;17802;p83"/>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3" name="Google Shape;17803;p83"/>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04" name="Google Shape;17804;p83"/>
          <p:cNvGrpSpPr/>
          <p:nvPr/>
        </p:nvGrpSpPr>
        <p:grpSpPr>
          <a:xfrm>
            <a:off x="7523845" y="1304623"/>
            <a:ext cx="348513" cy="348542"/>
            <a:chOff x="2872725" y="1954475"/>
            <a:chExt cx="295375" cy="295400"/>
          </a:xfrm>
        </p:grpSpPr>
        <p:sp>
          <p:nvSpPr>
            <p:cNvPr id="17805" name="Google Shape;17805;p83"/>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6" name="Google Shape;17806;p83"/>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7" name="Google Shape;17807;p83"/>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08" name="Google Shape;17808;p83"/>
          <p:cNvGrpSpPr/>
          <p:nvPr/>
        </p:nvGrpSpPr>
        <p:grpSpPr>
          <a:xfrm>
            <a:off x="7545216" y="1755196"/>
            <a:ext cx="305771" cy="350401"/>
            <a:chOff x="2890050" y="2318350"/>
            <a:chExt cx="259150" cy="296975"/>
          </a:xfrm>
        </p:grpSpPr>
        <p:sp>
          <p:nvSpPr>
            <p:cNvPr id="17809" name="Google Shape;17809;p83"/>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0" name="Google Shape;17810;p83"/>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811" name="Google Shape;17811;p83"/>
          <p:cNvSpPr/>
          <p:nvPr/>
        </p:nvSpPr>
        <p:spPr>
          <a:xfrm>
            <a:off x="7585093" y="2196982"/>
            <a:ext cx="225862" cy="350371"/>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812" name="Google Shape;17812;p83"/>
          <p:cNvGrpSpPr/>
          <p:nvPr/>
        </p:nvGrpSpPr>
        <p:grpSpPr>
          <a:xfrm>
            <a:off x="6187732" y="2670650"/>
            <a:ext cx="347569" cy="347569"/>
            <a:chOff x="4685050" y="1945825"/>
            <a:chExt cx="294575" cy="294575"/>
          </a:xfrm>
        </p:grpSpPr>
        <p:sp>
          <p:nvSpPr>
            <p:cNvPr id="17813" name="Google Shape;17813;p83"/>
            <p:cNvSpPr/>
            <p:nvPr/>
          </p:nvSpPr>
          <p:spPr>
            <a:xfrm>
              <a:off x="4720475" y="2086025"/>
              <a:ext cx="104775" cy="121300"/>
            </a:xfrm>
            <a:custGeom>
              <a:rect b="b" l="l" r="r" t="t"/>
              <a:pathLst>
                <a:path extrusionOk="0" h="4852" w="4191">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4" name="Google Shape;17814;p83"/>
            <p:cNvSpPr/>
            <p:nvPr/>
          </p:nvSpPr>
          <p:spPr>
            <a:xfrm>
              <a:off x="4685050" y="1945825"/>
              <a:ext cx="294575" cy="294575"/>
            </a:xfrm>
            <a:custGeom>
              <a:rect b="b" l="l" r="r" t="t"/>
              <a:pathLst>
                <a:path extrusionOk="0" h="11783" w="11783">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5" name="Google Shape;17815;p83"/>
            <p:cNvSpPr/>
            <p:nvPr/>
          </p:nvSpPr>
          <p:spPr>
            <a:xfrm>
              <a:off x="4840200" y="2103350"/>
              <a:ext cx="104775" cy="17350"/>
            </a:xfrm>
            <a:custGeom>
              <a:rect b="b" l="l" r="r" t="t"/>
              <a:pathLst>
                <a:path extrusionOk="0" h="694" w="4191">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6" name="Google Shape;17816;p83"/>
            <p:cNvSpPr/>
            <p:nvPr/>
          </p:nvSpPr>
          <p:spPr>
            <a:xfrm>
              <a:off x="4840200" y="2137200"/>
              <a:ext cx="104775" cy="18150"/>
            </a:xfrm>
            <a:custGeom>
              <a:rect b="b" l="l" r="r" t="t"/>
              <a:pathLst>
                <a:path extrusionOk="0" h="726" w="4191">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7" name="Google Shape;17817;p83"/>
            <p:cNvSpPr/>
            <p:nvPr/>
          </p:nvSpPr>
          <p:spPr>
            <a:xfrm>
              <a:off x="4840200" y="2171875"/>
              <a:ext cx="104775" cy="18125"/>
            </a:xfrm>
            <a:custGeom>
              <a:rect b="b" l="l" r="r" t="t"/>
              <a:pathLst>
                <a:path extrusionOk="0" h="725" w="4191">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818" name="Google Shape;17818;p83"/>
          <p:cNvSpPr/>
          <p:nvPr/>
        </p:nvSpPr>
        <p:spPr>
          <a:xfrm>
            <a:off x="6187137" y="3159582"/>
            <a:ext cx="348513" cy="347599"/>
          </a:xfrm>
          <a:custGeom>
            <a:rect b="b" l="l" r="r" t="t"/>
            <a:pathLst>
              <a:path extrusionOk="0" h="11784" w="11815">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9" name="Google Shape;17819;p83"/>
          <p:cNvSpPr/>
          <p:nvPr/>
        </p:nvSpPr>
        <p:spPr>
          <a:xfrm>
            <a:off x="6208050" y="3607496"/>
            <a:ext cx="306686" cy="350371"/>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820" name="Google Shape;17820;p83"/>
          <p:cNvGrpSpPr/>
          <p:nvPr/>
        </p:nvGrpSpPr>
        <p:grpSpPr>
          <a:xfrm>
            <a:off x="7958004" y="3159625"/>
            <a:ext cx="348513" cy="347599"/>
            <a:chOff x="6131900" y="2301825"/>
            <a:chExt cx="295375" cy="294600"/>
          </a:xfrm>
        </p:grpSpPr>
        <p:sp>
          <p:nvSpPr>
            <p:cNvPr id="17821" name="Google Shape;17821;p83"/>
            <p:cNvSpPr/>
            <p:nvPr/>
          </p:nvSpPr>
          <p:spPr>
            <a:xfrm>
              <a:off x="6131900" y="2301825"/>
              <a:ext cx="295375" cy="294600"/>
            </a:xfrm>
            <a:custGeom>
              <a:rect b="b" l="l" r="r" t="t"/>
              <a:pathLst>
                <a:path extrusionOk="0" h="11784" w="11815">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2" name="Google Shape;17822;p83"/>
            <p:cNvSpPr/>
            <p:nvPr/>
          </p:nvSpPr>
          <p:spPr>
            <a:xfrm>
              <a:off x="6218550" y="2456200"/>
              <a:ext cx="122100" cy="51225"/>
            </a:xfrm>
            <a:custGeom>
              <a:rect b="b" l="l" r="r" t="t"/>
              <a:pathLst>
                <a:path extrusionOk="0" h="2049" w="4884">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3" name="Google Shape;17823;p83"/>
            <p:cNvSpPr/>
            <p:nvPr/>
          </p:nvSpPr>
          <p:spPr>
            <a:xfrm>
              <a:off x="6340625" y="2353025"/>
              <a:ext cx="35475" cy="18125"/>
            </a:xfrm>
            <a:custGeom>
              <a:rect b="b" l="l" r="r" t="t"/>
              <a:pathLst>
                <a:path extrusionOk="0" h="725" w="1419">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4" name="Google Shape;17824;p83"/>
            <p:cNvSpPr/>
            <p:nvPr/>
          </p:nvSpPr>
          <p:spPr>
            <a:xfrm>
              <a:off x="6183100" y="2369550"/>
              <a:ext cx="35475" cy="18150"/>
            </a:xfrm>
            <a:custGeom>
              <a:rect b="b" l="l" r="r" t="t"/>
              <a:pathLst>
                <a:path extrusionOk="0" h="726" w="1419">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25" name="Google Shape;17825;p83"/>
          <p:cNvGrpSpPr/>
          <p:nvPr/>
        </p:nvGrpSpPr>
        <p:grpSpPr>
          <a:xfrm>
            <a:off x="5753997" y="1304166"/>
            <a:ext cx="351315" cy="349457"/>
            <a:chOff x="1412450" y="1954475"/>
            <a:chExt cx="297750" cy="296175"/>
          </a:xfrm>
        </p:grpSpPr>
        <p:sp>
          <p:nvSpPr>
            <p:cNvPr id="17826" name="Google Shape;17826;p83"/>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7" name="Google Shape;17827;p83"/>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828" name="Google Shape;17828;p83"/>
          <p:cNvSpPr/>
          <p:nvPr/>
        </p:nvSpPr>
        <p:spPr>
          <a:xfrm>
            <a:off x="5755346" y="1757482"/>
            <a:ext cx="348542" cy="345740"/>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829" name="Google Shape;17829;p83"/>
          <p:cNvGrpSpPr/>
          <p:nvPr/>
        </p:nvGrpSpPr>
        <p:grpSpPr>
          <a:xfrm>
            <a:off x="5753997" y="2196694"/>
            <a:ext cx="351315" cy="351050"/>
            <a:chOff x="1413250" y="2680675"/>
            <a:chExt cx="297750" cy="297525"/>
          </a:xfrm>
        </p:grpSpPr>
        <p:sp>
          <p:nvSpPr>
            <p:cNvPr id="17830" name="Google Shape;17830;p83"/>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1" name="Google Shape;17831;p83"/>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2" name="Google Shape;17832;p83"/>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3" name="Google Shape;17833;p83"/>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834" name="Google Shape;17834;p83"/>
          <p:cNvSpPr/>
          <p:nvPr/>
        </p:nvSpPr>
        <p:spPr>
          <a:xfrm>
            <a:off x="8012357" y="1304144"/>
            <a:ext cx="270463" cy="349427"/>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5" name="Google Shape;17835;p83"/>
          <p:cNvSpPr/>
          <p:nvPr/>
        </p:nvSpPr>
        <p:spPr>
          <a:xfrm>
            <a:off x="7964498" y="1756331"/>
            <a:ext cx="366182" cy="348041"/>
          </a:xfrm>
          <a:custGeom>
            <a:rect b="b" l="l" r="r" t="t"/>
            <a:pathLst>
              <a:path extrusionOk="0" h="11799" w="12414">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6" name="Google Shape;17836;p83"/>
          <p:cNvSpPr/>
          <p:nvPr/>
        </p:nvSpPr>
        <p:spPr>
          <a:xfrm>
            <a:off x="7971931" y="2197454"/>
            <a:ext cx="351315" cy="349427"/>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837" name="Google Shape;17837;p83"/>
          <p:cNvGrpSpPr/>
          <p:nvPr/>
        </p:nvGrpSpPr>
        <p:grpSpPr>
          <a:xfrm>
            <a:off x="6630407" y="2670311"/>
            <a:ext cx="350371" cy="348247"/>
            <a:chOff x="5045775" y="1946400"/>
            <a:chExt cx="296950" cy="295150"/>
          </a:xfrm>
        </p:grpSpPr>
        <p:sp>
          <p:nvSpPr>
            <p:cNvPr id="17838" name="Google Shape;17838;p83"/>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9" name="Google Shape;17839;p83"/>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40" name="Google Shape;17840;p83"/>
          <p:cNvGrpSpPr/>
          <p:nvPr/>
        </p:nvGrpSpPr>
        <p:grpSpPr>
          <a:xfrm>
            <a:off x="6629006" y="3179138"/>
            <a:ext cx="353174" cy="308573"/>
            <a:chOff x="5046550" y="2327025"/>
            <a:chExt cx="299325" cy="261525"/>
          </a:xfrm>
        </p:grpSpPr>
        <p:sp>
          <p:nvSpPr>
            <p:cNvPr id="17841" name="Google Shape;17841;p83"/>
            <p:cNvSpPr/>
            <p:nvPr/>
          </p:nvSpPr>
          <p:spPr>
            <a:xfrm>
              <a:off x="5046550" y="2448325"/>
              <a:ext cx="297750" cy="140225"/>
            </a:xfrm>
            <a:custGeom>
              <a:rect b="b" l="l" r="r" t="t"/>
              <a:pathLst>
                <a:path extrusionOk="0" h="5609" w="1191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2" name="Google Shape;17842;p83"/>
            <p:cNvSpPr/>
            <p:nvPr/>
          </p:nvSpPr>
          <p:spPr>
            <a:xfrm>
              <a:off x="5241900" y="2327025"/>
              <a:ext cx="103975" cy="121325"/>
            </a:xfrm>
            <a:custGeom>
              <a:rect b="b" l="l" r="r" t="t"/>
              <a:pathLst>
                <a:path extrusionOk="0" h="4853" w="4159">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3" name="Google Shape;17843;p83"/>
            <p:cNvSpPr/>
            <p:nvPr/>
          </p:nvSpPr>
          <p:spPr>
            <a:xfrm>
              <a:off x="5048925" y="2328600"/>
              <a:ext cx="103975" cy="121325"/>
            </a:xfrm>
            <a:custGeom>
              <a:rect b="b" l="l" r="r" t="t"/>
              <a:pathLst>
                <a:path extrusionOk="0" h="4853" w="4159">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844" name="Google Shape;17844;p83"/>
          <p:cNvSpPr/>
          <p:nvPr/>
        </p:nvSpPr>
        <p:spPr>
          <a:xfrm>
            <a:off x="6707866" y="3607496"/>
            <a:ext cx="195185" cy="350371"/>
          </a:xfrm>
          <a:custGeom>
            <a:rect b="b" l="l" r="r" t="t"/>
            <a:pathLst>
              <a:path extrusionOk="0" h="11878" w="6617">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845" name="Google Shape;17845;p83"/>
          <p:cNvGrpSpPr/>
          <p:nvPr/>
        </p:nvGrpSpPr>
        <p:grpSpPr>
          <a:xfrm>
            <a:off x="7956604" y="3608476"/>
            <a:ext cx="351315" cy="348513"/>
            <a:chOff x="6167350" y="2672800"/>
            <a:chExt cx="297750" cy="295375"/>
          </a:xfrm>
        </p:grpSpPr>
        <p:sp>
          <p:nvSpPr>
            <p:cNvPr id="17846" name="Google Shape;17846;p83"/>
            <p:cNvSpPr/>
            <p:nvPr/>
          </p:nvSpPr>
          <p:spPr>
            <a:xfrm>
              <a:off x="6167350" y="2672800"/>
              <a:ext cx="226850" cy="295375"/>
            </a:xfrm>
            <a:custGeom>
              <a:rect b="b" l="l" r="r" t="t"/>
              <a:pathLst>
                <a:path extrusionOk="0" h="11815" w="9074">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7" name="Google Shape;17847;p83"/>
            <p:cNvSpPr/>
            <p:nvPr/>
          </p:nvSpPr>
          <p:spPr>
            <a:xfrm>
              <a:off x="6201225" y="2762575"/>
              <a:ext cx="52775" cy="49650"/>
            </a:xfrm>
            <a:custGeom>
              <a:rect b="b" l="l" r="r" t="t"/>
              <a:pathLst>
                <a:path extrusionOk="0" h="1986" w="2111">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8" name="Google Shape;17848;p83"/>
            <p:cNvSpPr/>
            <p:nvPr/>
          </p:nvSpPr>
          <p:spPr>
            <a:xfrm>
              <a:off x="6308325" y="2882300"/>
              <a:ext cx="51225" cy="49650"/>
            </a:xfrm>
            <a:custGeom>
              <a:rect b="b" l="l" r="r" t="t"/>
              <a:pathLst>
                <a:path extrusionOk="0" h="1986" w="2049">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9" name="Google Shape;17849;p83"/>
            <p:cNvSpPr/>
            <p:nvPr/>
          </p:nvSpPr>
          <p:spPr>
            <a:xfrm>
              <a:off x="6200425" y="2759425"/>
              <a:ext cx="156775" cy="174875"/>
            </a:xfrm>
            <a:custGeom>
              <a:rect b="b" l="l" r="r" t="t"/>
              <a:pathLst>
                <a:path extrusionOk="0" h="6995" w="6271">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0" name="Google Shape;17850;p83"/>
            <p:cNvSpPr/>
            <p:nvPr/>
          </p:nvSpPr>
          <p:spPr>
            <a:xfrm>
              <a:off x="6412300" y="2742900"/>
              <a:ext cx="52800" cy="208725"/>
            </a:xfrm>
            <a:custGeom>
              <a:rect b="b" l="l" r="r" t="t"/>
              <a:pathLst>
                <a:path extrusionOk="0" h="8349" w="2112">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51" name="Google Shape;17851;p83"/>
          <p:cNvGrpSpPr/>
          <p:nvPr/>
        </p:nvGrpSpPr>
        <p:grpSpPr>
          <a:xfrm>
            <a:off x="6197601" y="1303709"/>
            <a:ext cx="347599" cy="350371"/>
            <a:chOff x="1777925" y="1953700"/>
            <a:chExt cx="294600" cy="296950"/>
          </a:xfrm>
        </p:grpSpPr>
        <p:sp>
          <p:nvSpPr>
            <p:cNvPr id="17852" name="Google Shape;17852;p83"/>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3" name="Google Shape;17853;p83"/>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4" name="Google Shape;17854;p83"/>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5" name="Google Shape;17855;p83"/>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56" name="Google Shape;17856;p83"/>
          <p:cNvGrpSpPr/>
          <p:nvPr/>
        </p:nvGrpSpPr>
        <p:grpSpPr>
          <a:xfrm>
            <a:off x="6213411" y="1756597"/>
            <a:ext cx="315977" cy="347599"/>
            <a:chOff x="1790525" y="2319150"/>
            <a:chExt cx="267800" cy="294600"/>
          </a:xfrm>
        </p:grpSpPr>
        <p:sp>
          <p:nvSpPr>
            <p:cNvPr id="17857" name="Google Shape;17857;p83"/>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8" name="Google Shape;17858;p83"/>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859" name="Google Shape;17859;p83"/>
          <p:cNvSpPr/>
          <p:nvPr/>
        </p:nvSpPr>
        <p:spPr>
          <a:xfrm>
            <a:off x="6196153" y="2196982"/>
            <a:ext cx="350401" cy="350371"/>
          </a:xfrm>
          <a:custGeom>
            <a:rect b="b" l="l" r="r" t="t"/>
            <a:pathLst>
              <a:path extrusionOk="0" h="11878" w="11879">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860" name="Google Shape;17860;p83"/>
          <p:cNvGrpSpPr/>
          <p:nvPr/>
        </p:nvGrpSpPr>
        <p:grpSpPr>
          <a:xfrm>
            <a:off x="4866386" y="2670163"/>
            <a:ext cx="349457" cy="348542"/>
            <a:chOff x="3599700" y="1954475"/>
            <a:chExt cx="296175" cy="295400"/>
          </a:xfrm>
        </p:grpSpPr>
        <p:sp>
          <p:nvSpPr>
            <p:cNvPr id="17861" name="Google Shape;17861;p83"/>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2" name="Google Shape;17862;p83"/>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3" name="Google Shape;17863;p83"/>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64" name="Google Shape;17864;p83"/>
          <p:cNvGrpSpPr/>
          <p:nvPr/>
        </p:nvGrpSpPr>
        <p:grpSpPr>
          <a:xfrm>
            <a:off x="4867316" y="3159626"/>
            <a:ext cx="347599" cy="347599"/>
            <a:chOff x="3601275" y="2319150"/>
            <a:chExt cx="294600" cy="294600"/>
          </a:xfrm>
        </p:grpSpPr>
        <p:sp>
          <p:nvSpPr>
            <p:cNvPr id="17865" name="Google Shape;17865;p83"/>
            <p:cNvSpPr/>
            <p:nvPr/>
          </p:nvSpPr>
          <p:spPr>
            <a:xfrm>
              <a:off x="3601275" y="2319150"/>
              <a:ext cx="294600" cy="294600"/>
            </a:xfrm>
            <a:custGeom>
              <a:rect b="b" l="l" r="r" t="t"/>
              <a:pathLst>
                <a:path extrusionOk="0" h="11784" w="11784">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6" name="Google Shape;17866;p83"/>
            <p:cNvSpPr/>
            <p:nvPr/>
          </p:nvSpPr>
          <p:spPr>
            <a:xfrm>
              <a:off x="3713900" y="2434350"/>
              <a:ext cx="55950" cy="52200"/>
            </a:xfrm>
            <a:custGeom>
              <a:rect b="b" l="l" r="r" t="t"/>
              <a:pathLst>
                <a:path extrusionOk="0" h="2088" w="2238">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867" name="Google Shape;17867;p83"/>
          <p:cNvSpPr/>
          <p:nvPr/>
        </p:nvSpPr>
        <p:spPr>
          <a:xfrm>
            <a:off x="4866749" y="3608425"/>
            <a:ext cx="348542" cy="348513"/>
          </a:xfrm>
          <a:custGeom>
            <a:rect b="b" l="l" r="r" t="t"/>
            <a:pathLst>
              <a:path extrusionOk="0" h="11815" w="11816">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868" name="Google Shape;17868;p83"/>
          <p:cNvGrpSpPr/>
          <p:nvPr/>
        </p:nvGrpSpPr>
        <p:grpSpPr>
          <a:xfrm>
            <a:off x="7087019" y="2669721"/>
            <a:ext cx="328071" cy="349427"/>
            <a:chOff x="5421475" y="1945825"/>
            <a:chExt cx="278050" cy="296150"/>
          </a:xfrm>
        </p:grpSpPr>
        <p:sp>
          <p:nvSpPr>
            <p:cNvPr id="17869" name="Google Shape;17869;p83"/>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0" name="Google Shape;17870;p83"/>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1" name="Google Shape;17871;p83"/>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2" name="Google Shape;17872;p83"/>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3" name="Google Shape;17873;p83"/>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4" name="Google Shape;17874;p83"/>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5" name="Google Shape;17875;p83"/>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6" name="Google Shape;17876;p83"/>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877" name="Google Shape;17877;p83"/>
          <p:cNvSpPr/>
          <p:nvPr/>
        </p:nvSpPr>
        <p:spPr>
          <a:xfrm>
            <a:off x="7074326" y="3157723"/>
            <a:ext cx="353174" cy="351315"/>
          </a:xfrm>
          <a:custGeom>
            <a:rect b="b" l="l" r="r" t="t"/>
            <a:pathLst>
              <a:path extrusionOk="0" h="11910" w="11973">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878" name="Google Shape;17878;p83"/>
          <p:cNvGrpSpPr/>
          <p:nvPr/>
        </p:nvGrpSpPr>
        <p:grpSpPr>
          <a:xfrm>
            <a:off x="7075869" y="3670273"/>
            <a:ext cx="350371" cy="224918"/>
            <a:chOff x="5411225" y="2726350"/>
            <a:chExt cx="296950" cy="190625"/>
          </a:xfrm>
        </p:grpSpPr>
        <p:sp>
          <p:nvSpPr>
            <p:cNvPr id="17879" name="Google Shape;17879;p83"/>
            <p:cNvSpPr/>
            <p:nvPr/>
          </p:nvSpPr>
          <p:spPr>
            <a:xfrm>
              <a:off x="5534100" y="2794875"/>
              <a:ext cx="52000" cy="51225"/>
            </a:xfrm>
            <a:custGeom>
              <a:rect b="b" l="l" r="r" t="t"/>
              <a:pathLst>
                <a:path extrusionOk="0" h="2049" w="208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0" name="Google Shape;17880;p83"/>
            <p:cNvSpPr/>
            <p:nvPr/>
          </p:nvSpPr>
          <p:spPr>
            <a:xfrm>
              <a:off x="5411225" y="2726350"/>
              <a:ext cx="296950" cy="190625"/>
            </a:xfrm>
            <a:custGeom>
              <a:rect b="b" l="l" r="r" t="t"/>
              <a:pathLst>
                <a:path extrusionOk="0" h="7625" w="11878">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81" name="Google Shape;17881;p83"/>
          <p:cNvGrpSpPr/>
          <p:nvPr/>
        </p:nvGrpSpPr>
        <p:grpSpPr>
          <a:xfrm>
            <a:off x="6185904" y="4059546"/>
            <a:ext cx="351286" cy="326390"/>
            <a:chOff x="6524150" y="1938725"/>
            <a:chExt cx="297725" cy="276625"/>
          </a:xfrm>
        </p:grpSpPr>
        <p:sp>
          <p:nvSpPr>
            <p:cNvPr id="17882" name="Google Shape;17882;p83"/>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3" name="Google Shape;17883;p83"/>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4" name="Google Shape;17884;p83"/>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5" name="Google Shape;17885;p83"/>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86" name="Google Shape;17886;p83"/>
          <p:cNvGrpSpPr/>
          <p:nvPr/>
        </p:nvGrpSpPr>
        <p:grpSpPr>
          <a:xfrm>
            <a:off x="6637536" y="1304166"/>
            <a:ext cx="350401" cy="349457"/>
            <a:chOff x="2141000" y="1954475"/>
            <a:chExt cx="296975" cy="296175"/>
          </a:xfrm>
        </p:grpSpPr>
        <p:sp>
          <p:nvSpPr>
            <p:cNvPr id="17887" name="Google Shape;17887;p83"/>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8" name="Google Shape;17888;p83"/>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9" name="Google Shape;17889;p83"/>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0" name="Google Shape;17890;p83"/>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91" name="Google Shape;17891;p83"/>
          <p:cNvGrpSpPr/>
          <p:nvPr/>
        </p:nvGrpSpPr>
        <p:grpSpPr>
          <a:xfrm>
            <a:off x="6631047" y="1756007"/>
            <a:ext cx="363380" cy="348778"/>
            <a:chOff x="2140225" y="2318650"/>
            <a:chExt cx="307975" cy="295600"/>
          </a:xfrm>
        </p:grpSpPr>
        <p:sp>
          <p:nvSpPr>
            <p:cNvPr id="17892" name="Google Shape;17892;p83"/>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3" name="Google Shape;17893;p83"/>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94" name="Google Shape;17894;p83"/>
          <p:cNvGrpSpPr/>
          <p:nvPr/>
        </p:nvGrpSpPr>
        <p:grpSpPr>
          <a:xfrm>
            <a:off x="6636607" y="2197505"/>
            <a:ext cx="352259" cy="349427"/>
            <a:chOff x="2139425" y="2682250"/>
            <a:chExt cx="298550" cy="296150"/>
          </a:xfrm>
        </p:grpSpPr>
        <p:sp>
          <p:nvSpPr>
            <p:cNvPr id="17895" name="Google Shape;17895;p83"/>
            <p:cNvSpPr/>
            <p:nvPr/>
          </p:nvSpPr>
          <p:spPr>
            <a:xfrm>
              <a:off x="2139425" y="2787000"/>
              <a:ext cx="159125" cy="191400"/>
            </a:xfrm>
            <a:custGeom>
              <a:rect b="b" l="l" r="r" t="t"/>
              <a:pathLst>
                <a:path extrusionOk="0" h="7656" w="6365">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6" name="Google Shape;17896;p83"/>
            <p:cNvSpPr/>
            <p:nvPr/>
          </p:nvSpPr>
          <p:spPr>
            <a:xfrm>
              <a:off x="2280425" y="2682250"/>
              <a:ext cx="157550" cy="155975"/>
            </a:xfrm>
            <a:custGeom>
              <a:rect b="b" l="l" r="r" t="t"/>
              <a:pathLst>
                <a:path extrusionOk="0" h="6239" w="6302">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7" name="Google Shape;17897;p83"/>
            <p:cNvSpPr/>
            <p:nvPr/>
          </p:nvSpPr>
          <p:spPr>
            <a:xfrm>
              <a:off x="2349725" y="2725550"/>
              <a:ext cx="18150" cy="17375"/>
            </a:xfrm>
            <a:custGeom>
              <a:rect b="b" l="l" r="r" t="t"/>
              <a:pathLst>
                <a:path extrusionOk="0" h="695" w="726">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8" name="Google Shape;17898;p83"/>
            <p:cNvSpPr/>
            <p:nvPr/>
          </p:nvSpPr>
          <p:spPr>
            <a:xfrm>
              <a:off x="2349725" y="2751550"/>
              <a:ext cx="18150" cy="52800"/>
            </a:xfrm>
            <a:custGeom>
              <a:rect b="b" l="l" r="r" t="t"/>
              <a:pathLst>
                <a:path extrusionOk="0" h="2112" w="726">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99" name="Google Shape;17899;p83"/>
          <p:cNvGrpSpPr/>
          <p:nvPr/>
        </p:nvGrpSpPr>
        <p:grpSpPr>
          <a:xfrm>
            <a:off x="5301219" y="2711991"/>
            <a:ext cx="350401" cy="264888"/>
            <a:chOff x="3962775" y="1990700"/>
            <a:chExt cx="296975" cy="224500"/>
          </a:xfrm>
        </p:grpSpPr>
        <p:sp>
          <p:nvSpPr>
            <p:cNvPr id="17900" name="Google Shape;17900;p83"/>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1" name="Google Shape;17901;p83"/>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2" name="Google Shape;17902;p83"/>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3" name="Google Shape;17903;p83"/>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04" name="Google Shape;17904;p83"/>
          <p:cNvGrpSpPr/>
          <p:nvPr/>
        </p:nvGrpSpPr>
        <p:grpSpPr>
          <a:xfrm>
            <a:off x="5301691" y="3158697"/>
            <a:ext cx="349457" cy="349457"/>
            <a:chOff x="3963575" y="2317575"/>
            <a:chExt cx="296175" cy="296175"/>
          </a:xfrm>
        </p:grpSpPr>
        <p:sp>
          <p:nvSpPr>
            <p:cNvPr id="17905" name="Google Shape;17905;p83"/>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6" name="Google Shape;17906;p83"/>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7" name="Google Shape;17907;p83"/>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8" name="Google Shape;17908;p83"/>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9" name="Google Shape;17909;p83"/>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0" name="Google Shape;17910;p83"/>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1" name="Google Shape;17911;p83"/>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2" name="Google Shape;17912;p83"/>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3" name="Google Shape;17913;p83"/>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4" name="Google Shape;17914;p83"/>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5" name="Google Shape;17915;p83"/>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6" name="Google Shape;17916;p83"/>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7" name="Google Shape;17917;p83"/>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8" name="Google Shape;17918;p83"/>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9" name="Google Shape;17919;p83"/>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0" name="Google Shape;17920;p83"/>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21" name="Google Shape;17921;p83"/>
          <p:cNvGrpSpPr/>
          <p:nvPr/>
        </p:nvGrpSpPr>
        <p:grpSpPr>
          <a:xfrm>
            <a:off x="5301691" y="3608476"/>
            <a:ext cx="349457" cy="348513"/>
            <a:chOff x="3962775" y="2683025"/>
            <a:chExt cx="296175" cy="295375"/>
          </a:xfrm>
        </p:grpSpPr>
        <p:sp>
          <p:nvSpPr>
            <p:cNvPr id="17922" name="Google Shape;17922;p83"/>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3" name="Google Shape;17923;p83"/>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4" name="Google Shape;17924;p83"/>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925" name="Google Shape;17925;p83"/>
          <p:cNvSpPr/>
          <p:nvPr/>
        </p:nvSpPr>
        <p:spPr>
          <a:xfrm>
            <a:off x="7513275" y="2670141"/>
            <a:ext cx="354117" cy="348513"/>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926" name="Google Shape;17926;p83"/>
          <p:cNvGrpSpPr/>
          <p:nvPr/>
        </p:nvGrpSpPr>
        <p:grpSpPr>
          <a:xfrm>
            <a:off x="7516228" y="3159168"/>
            <a:ext cx="348513" cy="348513"/>
            <a:chOff x="5775900" y="2308125"/>
            <a:chExt cx="295375" cy="295375"/>
          </a:xfrm>
        </p:grpSpPr>
        <p:sp>
          <p:nvSpPr>
            <p:cNvPr id="17927" name="Google Shape;17927;p83"/>
            <p:cNvSpPr/>
            <p:nvPr/>
          </p:nvSpPr>
          <p:spPr>
            <a:xfrm>
              <a:off x="5984625" y="2482975"/>
              <a:ext cx="18125" cy="18150"/>
            </a:xfrm>
            <a:custGeom>
              <a:rect b="b" l="l" r="r" t="t"/>
              <a:pathLst>
                <a:path extrusionOk="0" h="726" w="725">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8" name="Google Shape;17928;p83"/>
            <p:cNvSpPr/>
            <p:nvPr/>
          </p:nvSpPr>
          <p:spPr>
            <a:xfrm>
              <a:off x="5775900" y="2308125"/>
              <a:ext cx="295375" cy="295375"/>
            </a:xfrm>
            <a:custGeom>
              <a:rect b="b" l="l" r="r" t="t"/>
              <a:pathLst>
                <a:path extrusionOk="0" h="11815" w="11815">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9" name="Google Shape;17929;p83"/>
            <p:cNvSpPr/>
            <p:nvPr/>
          </p:nvSpPr>
          <p:spPr>
            <a:xfrm>
              <a:off x="5984625" y="2508975"/>
              <a:ext cx="18125" cy="61450"/>
            </a:xfrm>
            <a:custGeom>
              <a:rect b="b" l="l" r="r" t="t"/>
              <a:pathLst>
                <a:path extrusionOk="0" h="2458" w="725">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0" name="Google Shape;17930;p83"/>
            <p:cNvSpPr/>
            <p:nvPr/>
          </p:nvSpPr>
          <p:spPr>
            <a:xfrm>
              <a:off x="5845200" y="2395550"/>
              <a:ext cx="122900" cy="17350"/>
            </a:xfrm>
            <a:custGeom>
              <a:rect b="b" l="l" r="r" t="t"/>
              <a:pathLst>
                <a:path extrusionOk="0" h="694" w="4916">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1" name="Google Shape;17931;p83"/>
            <p:cNvSpPr/>
            <p:nvPr/>
          </p:nvSpPr>
          <p:spPr>
            <a:xfrm>
              <a:off x="5845200" y="2431000"/>
              <a:ext cx="122900" cy="17350"/>
            </a:xfrm>
            <a:custGeom>
              <a:rect b="b" l="l" r="r" t="t"/>
              <a:pathLst>
                <a:path extrusionOk="0" h="694" w="4916">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32" name="Google Shape;17932;p83"/>
          <p:cNvGrpSpPr/>
          <p:nvPr/>
        </p:nvGrpSpPr>
        <p:grpSpPr>
          <a:xfrm>
            <a:off x="7537142" y="3608004"/>
            <a:ext cx="306686" cy="349457"/>
            <a:chOff x="5794025" y="2673575"/>
            <a:chExt cx="259925" cy="296175"/>
          </a:xfrm>
        </p:grpSpPr>
        <p:sp>
          <p:nvSpPr>
            <p:cNvPr id="17933" name="Google Shape;17933;p83"/>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4" name="Google Shape;17934;p83"/>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935" name="Google Shape;17935;p83"/>
          <p:cNvSpPr/>
          <p:nvPr/>
        </p:nvSpPr>
        <p:spPr>
          <a:xfrm>
            <a:off x="6637977" y="4079018"/>
            <a:ext cx="349457" cy="348513"/>
          </a:xfrm>
          <a:custGeom>
            <a:rect b="b" l="l" r="r" t="t"/>
            <a:pathLst>
              <a:path extrusionOk="0" h="11815" w="11847">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939" name="Shape 17939"/>
        <p:cNvGrpSpPr/>
        <p:nvPr/>
      </p:nvGrpSpPr>
      <p:grpSpPr>
        <a:xfrm>
          <a:off x="0" y="0"/>
          <a:ext cx="0" cy="0"/>
          <a:chOff x="0" y="0"/>
          <a:chExt cx="0" cy="0"/>
        </a:xfrm>
      </p:grpSpPr>
      <p:sp>
        <p:nvSpPr>
          <p:cNvPr id="17940" name="Google Shape;17940;p84"/>
          <p:cNvSpPr txBox="1"/>
          <p:nvPr>
            <p:ph idx="4294967295" type="title"/>
          </p:nvPr>
        </p:nvSpPr>
        <p:spPr>
          <a:xfrm>
            <a:off x="849675" y="715988"/>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7941" name="Google Shape;17941;p84"/>
          <p:cNvSpPr txBox="1"/>
          <p:nvPr>
            <p:ph idx="4294967295" type="title"/>
          </p:nvPr>
        </p:nvSpPr>
        <p:spPr>
          <a:xfrm>
            <a:off x="4858400" y="715988"/>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7942" name="Google Shape;17942;p84"/>
          <p:cNvGrpSpPr/>
          <p:nvPr/>
        </p:nvGrpSpPr>
        <p:grpSpPr>
          <a:xfrm>
            <a:off x="882957" y="1306638"/>
            <a:ext cx="292442" cy="355741"/>
            <a:chOff x="-35830350" y="1912725"/>
            <a:chExt cx="241050" cy="293225"/>
          </a:xfrm>
        </p:grpSpPr>
        <p:sp>
          <p:nvSpPr>
            <p:cNvPr id="17943" name="Google Shape;17943;p84"/>
            <p:cNvSpPr/>
            <p:nvPr/>
          </p:nvSpPr>
          <p:spPr>
            <a:xfrm>
              <a:off x="-35830350" y="1912725"/>
              <a:ext cx="241050" cy="293225"/>
            </a:xfrm>
            <a:custGeom>
              <a:rect b="b" l="l" r="r" t="t"/>
              <a:pathLst>
                <a:path extrusionOk="0" h="11729" w="9642">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4" name="Google Shape;17944;p84"/>
            <p:cNvSpPr/>
            <p:nvPr/>
          </p:nvSpPr>
          <p:spPr>
            <a:xfrm>
              <a:off x="-35742925" y="1965500"/>
              <a:ext cx="120550" cy="119750"/>
            </a:xfrm>
            <a:custGeom>
              <a:rect b="b" l="l" r="r" t="t"/>
              <a:pathLst>
                <a:path extrusionOk="0" h="4790" w="4822">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45" name="Google Shape;17945;p84"/>
          <p:cNvGrpSpPr/>
          <p:nvPr/>
        </p:nvGrpSpPr>
        <p:grpSpPr>
          <a:xfrm>
            <a:off x="851444" y="1766235"/>
            <a:ext cx="355468" cy="353587"/>
            <a:chOff x="-35854750" y="2272675"/>
            <a:chExt cx="293000" cy="291450"/>
          </a:xfrm>
        </p:grpSpPr>
        <p:sp>
          <p:nvSpPr>
            <p:cNvPr id="17946" name="Google Shape;17946;p84"/>
            <p:cNvSpPr/>
            <p:nvPr/>
          </p:nvSpPr>
          <p:spPr>
            <a:xfrm>
              <a:off x="-35854750" y="2272675"/>
              <a:ext cx="293000" cy="291450"/>
            </a:xfrm>
            <a:custGeom>
              <a:rect b="b" l="l" r="r" t="t"/>
              <a:pathLst>
                <a:path extrusionOk="0" h="11658" w="1172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7" name="Google Shape;17947;p84"/>
            <p:cNvSpPr/>
            <p:nvPr/>
          </p:nvSpPr>
          <p:spPr>
            <a:xfrm>
              <a:off x="-35733475" y="2340425"/>
              <a:ext cx="51225" cy="68550"/>
            </a:xfrm>
            <a:custGeom>
              <a:rect b="b" l="l" r="r" t="t"/>
              <a:pathLst>
                <a:path extrusionOk="0" h="2742" w="2049">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8" name="Google Shape;17948;p84"/>
            <p:cNvSpPr/>
            <p:nvPr/>
          </p:nvSpPr>
          <p:spPr>
            <a:xfrm>
              <a:off x="-35716925" y="24184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49" name="Google Shape;17949;p84"/>
          <p:cNvGrpSpPr/>
          <p:nvPr/>
        </p:nvGrpSpPr>
        <p:grpSpPr>
          <a:xfrm>
            <a:off x="850958" y="2220821"/>
            <a:ext cx="356438" cy="354558"/>
            <a:chOff x="-35853975" y="2631825"/>
            <a:chExt cx="293800" cy="292250"/>
          </a:xfrm>
        </p:grpSpPr>
        <p:sp>
          <p:nvSpPr>
            <p:cNvPr id="17950" name="Google Shape;17950;p84"/>
            <p:cNvSpPr/>
            <p:nvPr/>
          </p:nvSpPr>
          <p:spPr>
            <a:xfrm>
              <a:off x="-35813025" y="2701825"/>
              <a:ext cx="201675" cy="171925"/>
            </a:xfrm>
            <a:custGeom>
              <a:rect b="b" l="l" r="r" t="t"/>
              <a:pathLst>
                <a:path extrusionOk="0" h="6877" w="8067">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1" name="Google Shape;17951;p84"/>
            <p:cNvSpPr/>
            <p:nvPr/>
          </p:nvSpPr>
          <p:spPr>
            <a:xfrm>
              <a:off x="-35853975" y="2631825"/>
              <a:ext cx="293800" cy="292250"/>
            </a:xfrm>
            <a:custGeom>
              <a:rect b="b" l="l" r="r" t="t"/>
              <a:pathLst>
                <a:path extrusionOk="0" h="11690" w="11752">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2" name="Google Shape;17952;p84"/>
            <p:cNvSpPr/>
            <p:nvPr/>
          </p:nvSpPr>
          <p:spPr>
            <a:xfrm>
              <a:off x="-35715350" y="2735025"/>
              <a:ext cx="49650" cy="40675"/>
            </a:xfrm>
            <a:custGeom>
              <a:rect b="b" l="l" r="r" t="t"/>
              <a:pathLst>
                <a:path extrusionOk="0" h="1627" w="1986">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3" name="Google Shape;17953;p84"/>
            <p:cNvSpPr/>
            <p:nvPr/>
          </p:nvSpPr>
          <p:spPr>
            <a:xfrm>
              <a:off x="-35705900" y="2667275"/>
              <a:ext cx="107925" cy="101750"/>
            </a:xfrm>
            <a:custGeom>
              <a:rect b="b" l="l" r="r" t="t"/>
              <a:pathLst>
                <a:path extrusionOk="0" h="4070" w="4317">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4" name="Google Shape;17954;p84"/>
            <p:cNvSpPr/>
            <p:nvPr/>
          </p:nvSpPr>
          <p:spPr>
            <a:xfrm>
              <a:off x="-35709825" y="2700350"/>
              <a:ext cx="77200" cy="68700"/>
            </a:xfrm>
            <a:custGeom>
              <a:rect b="b" l="l" r="r" t="t"/>
              <a:pathLst>
                <a:path extrusionOk="0" h="2748" w="3088">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55" name="Google Shape;17955;p84"/>
          <p:cNvGrpSpPr/>
          <p:nvPr/>
        </p:nvGrpSpPr>
        <p:grpSpPr>
          <a:xfrm>
            <a:off x="3089562" y="1307714"/>
            <a:ext cx="353587" cy="353587"/>
            <a:chOff x="-34032200" y="1916675"/>
            <a:chExt cx="291450" cy="291450"/>
          </a:xfrm>
        </p:grpSpPr>
        <p:sp>
          <p:nvSpPr>
            <p:cNvPr id="17956" name="Google Shape;17956;p84"/>
            <p:cNvSpPr/>
            <p:nvPr/>
          </p:nvSpPr>
          <p:spPr>
            <a:xfrm>
              <a:off x="-34032200" y="1916675"/>
              <a:ext cx="291450" cy="291450"/>
            </a:xfrm>
            <a:custGeom>
              <a:rect b="b" l="l" r="r" t="t"/>
              <a:pathLst>
                <a:path extrusionOk="0" h="11658" w="11658">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7" name="Google Shape;17957;p84"/>
            <p:cNvSpPr/>
            <p:nvPr/>
          </p:nvSpPr>
          <p:spPr>
            <a:xfrm>
              <a:off x="-33999125" y="20190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8" name="Google Shape;17958;p84"/>
            <p:cNvSpPr/>
            <p:nvPr/>
          </p:nvSpPr>
          <p:spPr>
            <a:xfrm>
              <a:off x="-33999900" y="2053725"/>
              <a:ext cx="52000" cy="18125"/>
            </a:xfrm>
            <a:custGeom>
              <a:rect b="b" l="l" r="r" t="t"/>
              <a:pathLst>
                <a:path extrusionOk="0" h="725" w="208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9" name="Google Shape;17959;p84"/>
            <p:cNvSpPr/>
            <p:nvPr/>
          </p:nvSpPr>
          <p:spPr>
            <a:xfrm>
              <a:off x="-33999125" y="2088375"/>
              <a:ext cx="34675" cy="17350"/>
            </a:xfrm>
            <a:custGeom>
              <a:rect b="b" l="l" r="r" t="t"/>
              <a:pathLst>
                <a:path extrusionOk="0" h="694" w="1387">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960" name="Google Shape;17960;p84"/>
          <p:cNvSpPr/>
          <p:nvPr/>
        </p:nvSpPr>
        <p:spPr>
          <a:xfrm>
            <a:off x="3086014" y="1764916"/>
            <a:ext cx="354527" cy="356620"/>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961" name="Google Shape;17961;p84"/>
          <p:cNvGrpSpPr/>
          <p:nvPr/>
        </p:nvGrpSpPr>
        <p:grpSpPr>
          <a:xfrm>
            <a:off x="3089092" y="2220821"/>
            <a:ext cx="354527" cy="354558"/>
            <a:chOff x="-34032200" y="2634975"/>
            <a:chExt cx="292225" cy="292250"/>
          </a:xfrm>
        </p:grpSpPr>
        <p:sp>
          <p:nvSpPr>
            <p:cNvPr id="17962" name="Google Shape;17962;p84"/>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3" name="Google Shape;17963;p84"/>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4" name="Google Shape;17964;p84"/>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65" name="Google Shape;17965;p84"/>
          <p:cNvGrpSpPr/>
          <p:nvPr/>
        </p:nvGrpSpPr>
        <p:grpSpPr>
          <a:xfrm>
            <a:off x="1739487" y="2687069"/>
            <a:ext cx="358379" cy="354527"/>
            <a:chOff x="-32245875" y="1938725"/>
            <a:chExt cx="295400" cy="292225"/>
          </a:xfrm>
        </p:grpSpPr>
        <p:sp>
          <p:nvSpPr>
            <p:cNvPr id="17966" name="Google Shape;17966;p84"/>
            <p:cNvSpPr/>
            <p:nvPr/>
          </p:nvSpPr>
          <p:spPr>
            <a:xfrm>
              <a:off x="-32156075" y="2042700"/>
              <a:ext cx="120525" cy="120525"/>
            </a:xfrm>
            <a:custGeom>
              <a:rect b="b" l="l" r="r" t="t"/>
              <a:pathLst>
                <a:path extrusionOk="0" h="4821" w="4821">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7" name="Google Shape;17967;p84"/>
            <p:cNvSpPr/>
            <p:nvPr/>
          </p:nvSpPr>
          <p:spPr>
            <a:xfrm>
              <a:off x="-32105675" y="2076550"/>
              <a:ext cx="35475" cy="33900"/>
            </a:xfrm>
            <a:custGeom>
              <a:rect b="b" l="l" r="r" t="t"/>
              <a:pathLst>
                <a:path extrusionOk="0" h="1356" w="1419">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8" name="Google Shape;17968;p84"/>
            <p:cNvSpPr/>
            <p:nvPr/>
          </p:nvSpPr>
          <p:spPr>
            <a:xfrm>
              <a:off x="-32245875" y="1938725"/>
              <a:ext cx="295400" cy="292225"/>
            </a:xfrm>
            <a:custGeom>
              <a:rect b="b" l="l" r="r" t="t"/>
              <a:pathLst>
                <a:path extrusionOk="0" h="11689" w="11816">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69" name="Google Shape;17969;p84"/>
          <p:cNvGrpSpPr/>
          <p:nvPr/>
        </p:nvGrpSpPr>
        <p:grpSpPr>
          <a:xfrm>
            <a:off x="1736150" y="3156468"/>
            <a:ext cx="365052" cy="352162"/>
            <a:chOff x="-32243500" y="2299850"/>
            <a:chExt cx="300900" cy="290275"/>
          </a:xfrm>
        </p:grpSpPr>
        <p:sp>
          <p:nvSpPr>
            <p:cNvPr id="17970" name="Google Shape;17970;p84"/>
            <p:cNvSpPr/>
            <p:nvPr/>
          </p:nvSpPr>
          <p:spPr>
            <a:xfrm>
              <a:off x="-32243500" y="2299850"/>
              <a:ext cx="300900" cy="290275"/>
            </a:xfrm>
            <a:custGeom>
              <a:rect b="b" l="l" r="r" t="t"/>
              <a:pathLst>
                <a:path extrusionOk="0" h="11611" w="12036">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1" name="Google Shape;17971;p84"/>
            <p:cNvSpPr/>
            <p:nvPr/>
          </p:nvSpPr>
          <p:spPr>
            <a:xfrm>
              <a:off x="-32048175" y="2342775"/>
              <a:ext cx="55950" cy="51025"/>
            </a:xfrm>
            <a:custGeom>
              <a:rect b="b" l="l" r="r" t="t"/>
              <a:pathLst>
                <a:path extrusionOk="0" h="2041" w="2238">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972" name="Google Shape;17972;p84"/>
          <p:cNvSpPr/>
          <p:nvPr/>
        </p:nvSpPr>
        <p:spPr>
          <a:xfrm>
            <a:off x="1737541" y="3616837"/>
            <a:ext cx="356438" cy="352617"/>
          </a:xfrm>
          <a:custGeom>
            <a:rect b="b" l="l" r="r" t="t"/>
            <a:pathLst>
              <a:path extrusionOk="0" h="11626" w="11752">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973" name="Google Shape;17973;p84"/>
          <p:cNvGrpSpPr/>
          <p:nvPr/>
        </p:nvGrpSpPr>
        <p:grpSpPr>
          <a:xfrm>
            <a:off x="1299432" y="1306759"/>
            <a:ext cx="354527" cy="355498"/>
            <a:chOff x="-35495600" y="1912725"/>
            <a:chExt cx="292225" cy="293025"/>
          </a:xfrm>
        </p:grpSpPr>
        <p:sp>
          <p:nvSpPr>
            <p:cNvPr id="17974" name="Google Shape;17974;p84"/>
            <p:cNvSpPr/>
            <p:nvPr/>
          </p:nvSpPr>
          <p:spPr>
            <a:xfrm>
              <a:off x="-35495600" y="1912725"/>
              <a:ext cx="102400" cy="293025"/>
            </a:xfrm>
            <a:custGeom>
              <a:rect b="b" l="l" r="r" t="t"/>
              <a:pathLst>
                <a:path extrusionOk="0" h="11721" w="4096">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5" name="Google Shape;17975;p84"/>
            <p:cNvSpPr/>
            <p:nvPr/>
          </p:nvSpPr>
          <p:spPr>
            <a:xfrm>
              <a:off x="-35305775" y="1912725"/>
              <a:ext cx="102400" cy="292250"/>
            </a:xfrm>
            <a:custGeom>
              <a:rect b="b" l="l" r="r" t="t"/>
              <a:pathLst>
                <a:path extrusionOk="0" h="11690" w="4096">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6" name="Google Shape;17976;p84"/>
            <p:cNvSpPr/>
            <p:nvPr/>
          </p:nvSpPr>
          <p:spPr>
            <a:xfrm>
              <a:off x="-35427875" y="2017025"/>
              <a:ext cx="155200" cy="85800"/>
            </a:xfrm>
            <a:custGeom>
              <a:rect b="b" l="l" r="r" t="t"/>
              <a:pathLst>
                <a:path extrusionOk="0" h="3432" w="6208">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977" name="Google Shape;17977;p84"/>
          <p:cNvSpPr/>
          <p:nvPr/>
        </p:nvSpPr>
        <p:spPr>
          <a:xfrm>
            <a:off x="1295266" y="1765962"/>
            <a:ext cx="356438" cy="354527"/>
          </a:xfrm>
          <a:custGeom>
            <a:rect b="b" l="l" r="r" t="t"/>
            <a:pathLst>
              <a:path extrusionOk="0" h="11689" w="11752">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978" name="Google Shape;17978;p84"/>
          <p:cNvGrpSpPr/>
          <p:nvPr/>
        </p:nvGrpSpPr>
        <p:grpSpPr>
          <a:xfrm>
            <a:off x="1299432" y="2221307"/>
            <a:ext cx="354527" cy="353587"/>
            <a:chOff x="-35495600" y="2631825"/>
            <a:chExt cx="292225" cy="291450"/>
          </a:xfrm>
        </p:grpSpPr>
        <p:sp>
          <p:nvSpPr>
            <p:cNvPr id="17979" name="Google Shape;17979;p84"/>
            <p:cNvSpPr/>
            <p:nvPr/>
          </p:nvSpPr>
          <p:spPr>
            <a:xfrm>
              <a:off x="-35495600" y="2735025"/>
              <a:ext cx="137075" cy="188250"/>
            </a:xfrm>
            <a:custGeom>
              <a:rect b="b" l="l" r="r" t="t"/>
              <a:pathLst>
                <a:path extrusionOk="0" h="7530" w="5483">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0" name="Google Shape;17980;p84"/>
            <p:cNvSpPr/>
            <p:nvPr/>
          </p:nvSpPr>
          <p:spPr>
            <a:xfrm>
              <a:off x="-35339650" y="2631825"/>
              <a:ext cx="136275" cy="188275"/>
            </a:xfrm>
            <a:custGeom>
              <a:rect b="b" l="l" r="r" t="t"/>
              <a:pathLst>
                <a:path extrusionOk="0" h="7531" w="5451">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1" name="Google Shape;17981;p84"/>
            <p:cNvSpPr/>
            <p:nvPr/>
          </p:nvSpPr>
          <p:spPr>
            <a:xfrm>
              <a:off x="-35341225" y="2836625"/>
              <a:ext cx="85075" cy="84500"/>
            </a:xfrm>
            <a:custGeom>
              <a:rect b="b" l="l" r="r" t="t"/>
              <a:pathLst>
                <a:path extrusionOk="0" h="3380" w="3403">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2" name="Google Shape;17982;p84"/>
            <p:cNvSpPr/>
            <p:nvPr/>
          </p:nvSpPr>
          <p:spPr>
            <a:xfrm>
              <a:off x="-35442050" y="2632625"/>
              <a:ext cx="84300" cy="85075"/>
            </a:xfrm>
            <a:custGeom>
              <a:rect b="b" l="l" r="r" t="t"/>
              <a:pathLst>
                <a:path extrusionOk="0" h="3403" w="3372">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83" name="Google Shape;17983;p84"/>
          <p:cNvGrpSpPr/>
          <p:nvPr/>
        </p:nvGrpSpPr>
        <p:grpSpPr>
          <a:xfrm>
            <a:off x="3537081" y="1307714"/>
            <a:ext cx="353587" cy="353587"/>
            <a:chOff x="-33673825" y="1916675"/>
            <a:chExt cx="291450" cy="291450"/>
          </a:xfrm>
        </p:grpSpPr>
        <p:sp>
          <p:nvSpPr>
            <p:cNvPr id="17984" name="Google Shape;17984;p84"/>
            <p:cNvSpPr/>
            <p:nvPr/>
          </p:nvSpPr>
          <p:spPr>
            <a:xfrm>
              <a:off x="-33486375" y="1950550"/>
              <a:ext cx="85875" cy="85075"/>
            </a:xfrm>
            <a:custGeom>
              <a:rect b="b" l="l" r="r" t="t"/>
              <a:pathLst>
                <a:path extrusionOk="0" h="3403" w="3435">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5" name="Google Shape;17985;p84"/>
            <p:cNvSpPr/>
            <p:nvPr/>
          </p:nvSpPr>
          <p:spPr>
            <a:xfrm>
              <a:off x="-33605300" y="2122250"/>
              <a:ext cx="85075" cy="85875"/>
            </a:xfrm>
            <a:custGeom>
              <a:rect b="b" l="l" r="r" t="t"/>
              <a:pathLst>
                <a:path extrusionOk="0" h="3435" w="3403">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6" name="Google Shape;17986;p84"/>
            <p:cNvSpPr/>
            <p:nvPr/>
          </p:nvSpPr>
          <p:spPr>
            <a:xfrm>
              <a:off x="-33673825" y="1916675"/>
              <a:ext cx="189050" cy="189050"/>
            </a:xfrm>
            <a:custGeom>
              <a:rect b="b" l="l" r="r" t="t"/>
              <a:pathLst>
                <a:path extrusionOk="0" h="7562" w="7562">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7" name="Google Shape;17987;p84"/>
            <p:cNvSpPr/>
            <p:nvPr/>
          </p:nvSpPr>
          <p:spPr>
            <a:xfrm>
              <a:off x="-33503700" y="2070250"/>
              <a:ext cx="121325" cy="137075"/>
            </a:xfrm>
            <a:custGeom>
              <a:rect b="b" l="l" r="r" t="t"/>
              <a:pathLst>
                <a:path extrusionOk="0" h="5483" w="4853">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88" name="Google Shape;17988;p84"/>
          <p:cNvGrpSpPr/>
          <p:nvPr/>
        </p:nvGrpSpPr>
        <p:grpSpPr>
          <a:xfrm>
            <a:off x="3534700" y="1765295"/>
            <a:ext cx="358349" cy="355468"/>
            <a:chOff x="-33676975" y="2275050"/>
            <a:chExt cx="295375" cy="293000"/>
          </a:xfrm>
        </p:grpSpPr>
        <p:sp>
          <p:nvSpPr>
            <p:cNvPr id="17989" name="Google Shape;17989;p84"/>
            <p:cNvSpPr/>
            <p:nvPr/>
          </p:nvSpPr>
          <p:spPr>
            <a:xfrm>
              <a:off x="-33502125" y="2309700"/>
              <a:ext cx="52800" cy="67750"/>
            </a:xfrm>
            <a:custGeom>
              <a:rect b="b" l="l" r="r" t="t"/>
              <a:pathLst>
                <a:path extrusionOk="0" h="2710" w="2112">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0" name="Google Shape;17990;p84"/>
            <p:cNvSpPr/>
            <p:nvPr/>
          </p:nvSpPr>
          <p:spPr>
            <a:xfrm>
              <a:off x="-33484800" y="2395550"/>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1" name="Google Shape;17991;p84"/>
            <p:cNvSpPr/>
            <p:nvPr/>
          </p:nvSpPr>
          <p:spPr>
            <a:xfrm>
              <a:off x="-33676975" y="2275050"/>
              <a:ext cx="295375" cy="293000"/>
            </a:xfrm>
            <a:custGeom>
              <a:rect b="b" l="l" r="r" t="t"/>
              <a:pathLst>
                <a:path extrusionOk="0" h="11720" w="11815">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92" name="Google Shape;17992;p84"/>
          <p:cNvGrpSpPr/>
          <p:nvPr/>
        </p:nvGrpSpPr>
        <p:grpSpPr>
          <a:xfrm>
            <a:off x="3537081" y="2220594"/>
            <a:ext cx="353587" cy="355013"/>
            <a:chOff x="-33673825" y="2634975"/>
            <a:chExt cx="291450" cy="292625"/>
          </a:xfrm>
        </p:grpSpPr>
        <p:sp>
          <p:nvSpPr>
            <p:cNvPr id="17993" name="Google Shape;17993;p84"/>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4" name="Google Shape;17994;p84"/>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95" name="Google Shape;17995;p84"/>
          <p:cNvGrpSpPr/>
          <p:nvPr/>
        </p:nvGrpSpPr>
        <p:grpSpPr>
          <a:xfrm>
            <a:off x="2205089" y="2687509"/>
            <a:ext cx="329687" cy="353648"/>
            <a:chOff x="-31874100" y="1939525"/>
            <a:chExt cx="271750" cy="291500"/>
          </a:xfrm>
        </p:grpSpPr>
        <p:sp>
          <p:nvSpPr>
            <p:cNvPr id="17996" name="Google Shape;17996;p84"/>
            <p:cNvSpPr/>
            <p:nvPr/>
          </p:nvSpPr>
          <p:spPr>
            <a:xfrm>
              <a:off x="-31874100" y="2132475"/>
              <a:ext cx="271750" cy="98550"/>
            </a:xfrm>
            <a:custGeom>
              <a:rect b="b" l="l" r="r" t="t"/>
              <a:pathLst>
                <a:path extrusionOk="0" h="3942" w="1087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7" name="Google Shape;17997;p84"/>
            <p:cNvSpPr/>
            <p:nvPr/>
          </p:nvSpPr>
          <p:spPr>
            <a:xfrm>
              <a:off x="-31830775" y="1939525"/>
              <a:ext cx="189050" cy="189825"/>
            </a:xfrm>
            <a:custGeom>
              <a:rect b="b" l="l" r="r" t="t"/>
              <a:pathLst>
                <a:path extrusionOk="0" h="7593" w="7562">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998" name="Google Shape;17998;p84"/>
          <p:cNvSpPr/>
          <p:nvPr/>
        </p:nvSpPr>
        <p:spPr>
          <a:xfrm>
            <a:off x="2211275" y="3155955"/>
            <a:ext cx="311550" cy="353587"/>
          </a:xfrm>
          <a:custGeom>
            <a:rect b="b" l="l" r="r" t="t"/>
            <a:pathLst>
              <a:path extrusionOk="0" h="11658" w="10272">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999" name="Google Shape;17999;p84"/>
          <p:cNvGrpSpPr/>
          <p:nvPr/>
        </p:nvGrpSpPr>
        <p:grpSpPr>
          <a:xfrm>
            <a:off x="2186451" y="3616531"/>
            <a:ext cx="366963" cy="352768"/>
            <a:chOff x="-31889075" y="2658950"/>
            <a:chExt cx="302475" cy="290775"/>
          </a:xfrm>
        </p:grpSpPr>
        <p:sp>
          <p:nvSpPr>
            <p:cNvPr id="18000" name="Google Shape;18000;p84"/>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1" name="Google Shape;18001;p84"/>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02" name="Google Shape;18002;p84"/>
          <p:cNvSpPr/>
          <p:nvPr/>
        </p:nvSpPr>
        <p:spPr>
          <a:xfrm>
            <a:off x="3974577" y="3155469"/>
            <a:ext cx="356438" cy="354558"/>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003" name="Google Shape;18003;p84"/>
          <p:cNvGrpSpPr/>
          <p:nvPr/>
        </p:nvGrpSpPr>
        <p:grpSpPr>
          <a:xfrm>
            <a:off x="1747421" y="1306759"/>
            <a:ext cx="354527" cy="355498"/>
            <a:chOff x="-35136450" y="1912725"/>
            <a:chExt cx="292225" cy="293025"/>
          </a:xfrm>
        </p:grpSpPr>
        <p:sp>
          <p:nvSpPr>
            <p:cNvPr id="18004" name="Google Shape;18004;p84"/>
            <p:cNvSpPr/>
            <p:nvPr/>
          </p:nvSpPr>
          <p:spPr>
            <a:xfrm>
              <a:off x="-35136450" y="2050575"/>
              <a:ext cx="155975" cy="155175"/>
            </a:xfrm>
            <a:custGeom>
              <a:rect b="b" l="l" r="r" t="t"/>
              <a:pathLst>
                <a:path extrusionOk="0" h="6207" w="6239">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5" name="Google Shape;18005;p84"/>
            <p:cNvSpPr/>
            <p:nvPr/>
          </p:nvSpPr>
          <p:spPr>
            <a:xfrm>
              <a:off x="-34964750" y="1947400"/>
              <a:ext cx="68550" cy="103200"/>
            </a:xfrm>
            <a:custGeom>
              <a:rect b="b" l="l" r="r" t="t"/>
              <a:pathLst>
                <a:path extrusionOk="0" h="4128" w="2742">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6" name="Google Shape;18006;p84"/>
            <p:cNvSpPr/>
            <p:nvPr/>
          </p:nvSpPr>
          <p:spPr>
            <a:xfrm>
              <a:off x="-35016725" y="1912725"/>
              <a:ext cx="172500" cy="172025"/>
            </a:xfrm>
            <a:custGeom>
              <a:rect b="b" l="l" r="r" t="t"/>
              <a:pathLst>
                <a:path extrusionOk="0" h="6881" w="690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07" name="Google Shape;18007;p84"/>
          <p:cNvGrpSpPr/>
          <p:nvPr/>
        </p:nvGrpSpPr>
        <p:grpSpPr>
          <a:xfrm>
            <a:off x="1747891" y="1765978"/>
            <a:ext cx="353587" cy="354103"/>
            <a:chOff x="-35134875" y="2272675"/>
            <a:chExt cx="291450" cy="291875"/>
          </a:xfrm>
        </p:grpSpPr>
        <p:sp>
          <p:nvSpPr>
            <p:cNvPr id="18008" name="Google Shape;18008;p84"/>
            <p:cNvSpPr/>
            <p:nvPr/>
          </p:nvSpPr>
          <p:spPr>
            <a:xfrm>
              <a:off x="-35134875" y="2272675"/>
              <a:ext cx="291450" cy="291875"/>
            </a:xfrm>
            <a:custGeom>
              <a:rect b="b" l="l" r="r" t="t"/>
              <a:pathLst>
                <a:path extrusionOk="0" h="11675" w="11658">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9" name="Google Shape;18009;p84"/>
            <p:cNvSpPr/>
            <p:nvPr/>
          </p:nvSpPr>
          <p:spPr>
            <a:xfrm>
              <a:off x="-35093925" y="2419175"/>
              <a:ext cx="18150" cy="17350"/>
            </a:xfrm>
            <a:custGeom>
              <a:rect b="b" l="l" r="r" t="t"/>
              <a:pathLst>
                <a:path extrusionOk="0" h="694" w="726">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0" name="Google Shape;18010;p84"/>
            <p:cNvSpPr/>
            <p:nvPr/>
          </p:nvSpPr>
          <p:spPr>
            <a:xfrm>
              <a:off x="-350427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1" name="Google Shape;18011;p84"/>
            <p:cNvSpPr/>
            <p:nvPr/>
          </p:nvSpPr>
          <p:spPr>
            <a:xfrm>
              <a:off x="-349915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12" name="Google Shape;18012;p84"/>
          <p:cNvGrpSpPr/>
          <p:nvPr/>
        </p:nvGrpSpPr>
        <p:grpSpPr>
          <a:xfrm>
            <a:off x="1789458" y="2221307"/>
            <a:ext cx="270453" cy="353587"/>
            <a:chOff x="-35101800" y="2631050"/>
            <a:chExt cx="222925" cy="291450"/>
          </a:xfrm>
        </p:grpSpPr>
        <p:sp>
          <p:nvSpPr>
            <p:cNvPr id="18013" name="Google Shape;18013;p84"/>
            <p:cNvSpPr/>
            <p:nvPr/>
          </p:nvSpPr>
          <p:spPr>
            <a:xfrm>
              <a:off x="-34999400" y="2699575"/>
              <a:ext cx="18150" cy="18125"/>
            </a:xfrm>
            <a:custGeom>
              <a:rect b="b" l="l" r="r" t="t"/>
              <a:pathLst>
                <a:path extrusionOk="0" h="725" w="726">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4" name="Google Shape;18014;p84"/>
            <p:cNvSpPr/>
            <p:nvPr/>
          </p:nvSpPr>
          <p:spPr>
            <a:xfrm>
              <a:off x="-34999400" y="2732650"/>
              <a:ext cx="18150" cy="52800"/>
            </a:xfrm>
            <a:custGeom>
              <a:rect b="b" l="l" r="r" t="t"/>
              <a:pathLst>
                <a:path extrusionOk="0" h="2112" w="726">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5" name="Google Shape;18015;p84"/>
            <p:cNvSpPr/>
            <p:nvPr/>
          </p:nvSpPr>
          <p:spPr>
            <a:xfrm>
              <a:off x="-35067125" y="2665700"/>
              <a:ext cx="153600" cy="154400"/>
            </a:xfrm>
            <a:custGeom>
              <a:rect b="b" l="l" r="r" t="t"/>
              <a:pathLst>
                <a:path extrusionOk="0" h="6176" w="6144">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6" name="Google Shape;18016;p84"/>
            <p:cNvSpPr/>
            <p:nvPr/>
          </p:nvSpPr>
          <p:spPr>
            <a:xfrm>
              <a:off x="-35101800" y="2631050"/>
              <a:ext cx="222925" cy="291450"/>
            </a:xfrm>
            <a:custGeom>
              <a:rect b="b" l="l" r="r" t="t"/>
              <a:pathLst>
                <a:path extrusionOk="0" h="11658" w="8917">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17" name="Google Shape;18017;p84"/>
          <p:cNvSpPr/>
          <p:nvPr/>
        </p:nvSpPr>
        <p:spPr>
          <a:xfrm>
            <a:off x="3982155" y="1307046"/>
            <a:ext cx="338270" cy="355255"/>
          </a:xfrm>
          <a:custGeom>
            <a:rect b="b" l="l" r="r" t="t"/>
            <a:pathLst>
              <a:path extrusionOk="0" h="11713" w="11153">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018" name="Google Shape;18018;p84"/>
          <p:cNvGrpSpPr/>
          <p:nvPr/>
        </p:nvGrpSpPr>
        <p:grpSpPr>
          <a:xfrm>
            <a:off x="3977510" y="1765295"/>
            <a:ext cx="353587" cy="355468"/>
            <a:chOff x="-33314675" y="2275050"/>
            <a:chExt cx="291450" cy="293000"/>
          </a:xfrm>
        </p:grpSpPr>
        <p:sp>
          <p:nvSpPr>
            <p:cNvPr id="18019" name="Google Shape;18019;p84"/>
            <p:cNvSpPr/>
            <p:nvPr/>
          </p:nvSpPr>
          <p:spPr>
            <a:xfrm>
              <a:off x="-33143750" y="2275050"/>
              <a:ext cx="120525" cy="120525"/>
            </a:xfrm>
            <a:custGeom>
              <a:rect b="b" l="l" r="r" t="t"/>
              <a:pathLst>
                <a:path extrusionOk="0" h="4821" w="4821">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0" name="Google Shape;18020;p84"/>
            <p:cNvSpPr/>
            <p:nvPr/>
          </p:nvSpPr>
          <p:spPr>
            <a:xfrm>
              <a:off x="-33093350" y="2309700"/>
              <a:ext cx="35475" cy="34675"/>
            </a:xfrm>
            <a:custGeom>
              <a:rect b="b" l="l" r="r" t="t"/>
              <a:pathLst>
                <a:path extrusionOk="0" h="1387" w="1419">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1" name="Google Shape;18021;p84"/>
            <p:cNvSpPr/>
            <p:nvPr/>
          </p:nvSpPr>
          <p:spPr>
            <a:xfrm>
              <a:off x="-33314675" y="2328600"/>
              <a:ext cx="239475" cy="239450"/>
            </a:xfrm>
            <a:custGeom>
              <a:rect b="b" l="l" r="r" t="t"/>
              <a:pathLst>
                <a:path extrusionOk="0" h="9578" w="9579">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22" name="Google Shape;18022;p84"/>
          <p:cNvSpPr/>
          <p:nvPr/>
        </p:nvSpPr>
        <p:spPr>
          <a:xfrm>
            <a:off x="3973071" y="2220094"/>
            <a:ext cx="356438" cy="356468"/>
          </a:xfrm>
          <a:custGeom>
            <a:rect b="b" l="l" r="r" t="t"/>
            <a:pathLst>
              <a:path extrusionOk="0" h="11753" w="11752">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023" name="Google Shape;18023;p84"/>
          <p:cNvGrpSpPr/>
          <p:nvPr/>
        </p:nvGrpSpPr>
        <p:grpSpPr>
          <a:xfrm>
            <a:off x="2639701" y="2687555"/>
            <a:ext cx="353587" cy="353557"/>
            <a:chOff x="-31523625" y="1939525"/>
            <a:chExt cx="291450" cy="291425"/>
          </a:xfrm>
        </p:grpSpPr>
        <p:sp>
          <p:nvSpPr>
            <p:cNvPr id="18024" name="Google Shape;18024;p84"/>
            <p:cNvSpPr/>
            <p:nvPr/>
          </p:nvSpPr>
          <p:spPr>
            <a:xfrm>
              <a:off x="-31523625" y="1939525"/>
              <a:ext cx="291450" cy="291425"/>
            </a:xfrm>
            <a:custGeom>
              <a:rect b="b" l="l" r="r" t="t"/>
              <a:pathLst>
                <a:path extrusionOk="0" h="11657" w="11658">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5" name="Google Shape;18025;p84"/>
            <p:cNvSpPr/>
            <p:nvPr/>
          </p:nvSpPr>
          <p:spPr>
            <a:xfrm>
              <a:off x="-31404675" y="2007250"/>
              <a:ext cx="138625" cy="52800"/>
            </a:xfrm>
            <a:custGeom>
              <a:rect b="b" l="l" r="r" t="t"/>
              <a:pathLst>
                <a:path extrusionOk="0" h="2112" w="5545">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6" name="Google Shape;18026;p84"/>
            <p:cNvSpPr/>
            <p:nvPr/>
          </p:nvSpPr>
          <p:spPr>
            <a:xfrm>
              <a:off x="-31404675" y="2077350"/>
              <a:ext cx="34675" cy="18150"/>
            </a:xfrm>
            <a:custGeom>
              <a:rect b="b" l="l" r="r" t="t"/>
              <a:pathLst>
                <a:path extrusionOk="0" h="726" w="1387">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7" name="Google Shape;18027;p84"/>
            <p:cNvSpPr/>
            <p:nvPr/>
          </p:nvSpPr>
          <p:spPr>
            <a:xfrm>
              <a:off x="-31353475" y="2077350"/>
              <a:ext cx="35450" cy="18150"/>
            </a:xfrm>
            <a:custGeom>
              <a:rect b="b" l="l" r="r" t="t"/>
              <a:pathLst>
                <a:path extrusionOk="0" h="726" w="1418">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8" name="Google Shape;18028;p84"/>
            <p:cNvSpPr/>
            <p:nvPr/>
          </p:nvSpPr>
          <p:spPr>
            <a:xfrm>
              <a:off x="-31301500" y="2077350"/>
              <a:ext cx="35450" cy="18150"/>
            </a:xfrm>
            <a:custGeom>
              <a:rect b="b" l="l" r="r" t="t"/>
              <a:pathLst>
                <a:path extrusionOk="0" h="726" w="1418">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9" name="Google Shape;18029;p84"/>
            <p:cNvSpPr/>
            <p:nvPr/>
          </p:nvSpPr>
          <p:spPr>
            <a:xfrm>
              <a:off x="-31404675" y="2112000"/>
              <a:ext cx="34675" cy="17350"/>
            </a:xfrm>
            <a:custGeom>
              <a:rect b="b" l="l" r="r" t="t"/>
              <a:pathLst>
                <a:path extrusionOk="0" h="694" w="1387">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0" name="Google Shape;18030;p84"/>
            <p:cNvSpPr/>
            <p:nvPr/>
          </p:nvSpPr>
          <p:spPr>
            <a:xfrm>
              <a:off x="-31353475" y="2112000"/>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1" name="Google Shape;18031;p84"/>
            <p:cNvSpPr/>
            <p:nvPr/>
          </p:nvSpPr>
          <p:spPr>
            <a:xfrm>
              <a:off x="-31301500" y="2112000"/>
              <a:ext cx="35450" cy="17350"/>
            </a:xfrm>
            <a:custGeom>
              <a:rect b="b" l="l" r="r" t="t"/>
              <a:pathLst>
                <a:path extrusionOk="0" h="694" w="1418">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2" name="Google Shape;18032;p84"/>
            <p:cNvSpPr/>
            <p:nvPr/>
          </p:nvSpPr>
          <p:spPr>
            <a:xfrm>
              <a:off x="-31404675" y="2145075"/>
              <a:ext cx="34675" cy="18150"/>
            </a:xfrm>
            <a:custGeom>
              <a:rect b="b" l="l" r="r" t="t"/>
              <a:pathLst>
                <a:path extrusionOk="0" h="726" w="1387">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3" name="Google Shape;18033;p84"/>
            <p:cNvSpPr/>
            <p:nvPr/>
          </p:nvSpPr>
          <p:spPr>
            <a:xfrm>
              <a:off x="-31353475" y="2145075"/>
              <a:ext cx="35450" cy="18150"/>
            </a:xfrm>
            <a:custGeom>
              <a:rect b="b" l="l" r="r" t="t"/>
              <a:pathLst>
                <a:path extrusionOk="0" h="726" w="1418">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4" name="Google Shape;18034;p84"/>
            <p:cNvSpPr/>
            <p:nvPr/>
          </p:nvSpPr>
          <p:spPr>
            <a:xfrm>
              <a:off x="-31301500" y="2145075"/>
              <a:ext cx="35450" cy="18150"/>
            </a:xfrm>
            <a:custGeom>
              <a:rect b="b" l="l" r="r" t="t"/>
              <a:pathLst>
                <a:path extrusionOk="0" h="726" w="1418">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35" name="Google Shape;18035;p84"/>
          <p:cNvGrpSpPr/>
          <p:nvPr/>
        </p:nvGrpSpPr>
        <p:grpSpPr>
          <a:xfrm>
            <a:off x="2638746" y="3155755"/>
            <a:ext cx="355498" cy="353587"/>
            <a:chOff x="-31523625" y="2298675"/>
            <a:chExt cx="293025" cy="291450"/>
          </a:xfrm>
        </p:grpSpPr>
        <p:sp>
          <p:nvSpPr>
            <p:cNvPr id="18036" name="Google Shape;18036;p84"/>
            <p:cNvSpPr/>
            <p:nvPr/>
          </p:nvSpPr>
          <p:spPr>
            <a:xfrm>
              <a:off x="-31523625" y="2298675"/>
              <a:ext cx="293025" cy="291450"/>
            </a:xfrm>
            <a:custGeom>
              <a:rect b="b" l="l" r="r" t="t"/>
              <a:pathLst>
                <a:path extrusionOk="0" h="11658" w="11721">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7" name="Google Shape;18037;p84"/>
            <p:cNvSpPr/>
            <p:nvPr/>
          </p:nvSpPr>
          <p:spPr>
            <a:xfrm>
              <a:off x="-31334575" y="2452250"/>
              <a:ext cx="67750" cy="51225"/>
            </a:xfrm>
            <a:custGeom>
              <a:rect b="b" l="l" r="r" t="t"/>
              <a:pathLst>
                <a:path extrusionOk="0" h="2049" w="271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8" name="Google Shape;18038;p84"/>
            <p:cNvSpPr/>
            <p:nvPr/>
          </p:nvSpPr>
          <p:spPr>
            <a:xfrm>
              <a:off x="-31334575" y="2419175"/>
              <a:ext cx="68525" cy="17350"/>
            </a:xfrm>
            <a:custGeom>
              <a:rect b="b" l="l" r="r" t="t"/>
              <a:pathLst>
                <a:path extrusionOk="0" h="694" w="2741">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39" name="Google Shape;18039;p84"/>
          <p:cNvSpPr/>
          <p:nvPr/>
        </p:nvSpPr>
        <p:spPr>
          <a:xfrm>
            <a:off x="2633984" y="3614926"/>
            <a:ext cx="359320" cy="356438"/>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0" name="Google Shape;18040;p84"/>
          <p:cNvSpPr/>
          <p:nvPr/>
        </p:nvSpPr>
        <p:spPr>
          <a:xfrm>
            <a:off x="3975533" y="3616352"/>
            <a:ext cx="354527" cy="353587"/>
          </a:xfrm>
          <a:custGeom>
            <a:rect b="b" l="l" r="r" t="t"/>
            <a:pathLst>
              <a:path extrusionOk="0" h="11658" w="11689">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041" name="Google Shape;18041;p84"/>
          <p:cNvGrpSpPr/>
          <p:nvPr/>
        </p:nvGrpSpPr>
        <p:grpSpPr>
          <a:xfrm>
            <a:off x="2205934" y="1307729"/>
            <a:ext cx="331598" cy="353557"/>
            <a:chOff x="-34767825" y="1914325"/>
            <a:chExt cx="273325" cy="291425"/>
          </a:xfrm>
        </p:grpSpPr>
        <p:sp>
          <p:nvSpPr>
            <p:cNvPr id="18042" name="Google Shape;18042;p84"/>
            <p:cNvSpPr/>
            <p:nvPr/>
          </p:nvSpPr>
          <p:spPr>
            <a:xfrm>
              <a:off x="-34767825" y="1914325"/>
              <a:ext cx="273325" cy="291425"/>
            </a:xfrm>
            <a:custGeom>
              <a:rect b="b" l="l" r="r" t="t"/>
              <a:pathLst>
                <a:path extrusionOk="0" h="11657" w="10933">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3" name="Google Shape;18043;p84"/>
            <p:cNvSpPr/>
            <p:nvPr/>
          </p:nvSpPr>
          <p:spPr>
            <a:xfrm>
              <a:off x="-34579600" y="1947400"/>
              <a:ext cx="17350" cy="18125"/>
            </a:xfrm>
            <a:custGeom>
              <a:rect b="b" l="l" r="r" t="t"/>
              <a:pathLst>
                <a:path extrusionOk="0" h="725" w="694">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4" name="Google Shape;18044;p84"/>
            <p:cNvSpPr/>
            <p:nvPr/>
          </p:nvSpPr>
          <p:spPr>
            <a:xfrm>
              <a:off x="-34581175" y="1982050"/>
              <a:ext cx="18150" cy="52000"/>
            </a:xfrm>
            <a:custGeom>
              <a:rect b="b" l="l" r="r" t="t"/>
              <a:pathLst>
                <a:path extrusionOk="0" h="2080" w="726">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45" name="Google Shape;18045;p84"/>
          <p:cNvGrpSpPr/>
          <p:nvPr/>
        </p:nvGrpSpPr>
        <p:grpSpPr>
          <a:xfrm>
            <a:off x="2193513" y="1765280"/>
            <a:ext cx="356438" cy="355498"/>
            <a:chOff x="-34778075" y="2272675"/>
            <a:chExt cx="293800" cy="293025"/>
          </a:xfrm>
        </p:grpSpPr>
        <p:sp>
          <p:nvSpPr>
            <p:cNvPr id="18046" name="Google Shape;18046;p84"/>
            <p:cNvSpPr/>
            <p:nvPr/>
          </p:nvSpPr>
          <p:spPr>
            <a:xfrm>
              <a:off x="-34725300" y="2324675"/>
              <a:ext cx="187475" cy="188250"/>
            </a:xfrm>
            <a:custGeom>
              <a:rect b="b" l="l" r="r" t="t"/>
              <a:pathLst>
                <a:path extrusionOk="0" h="7530" w="7499">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7" name="Google Shape;18047;p84"/>
            <p:cNvSpPr/>
            <p:nvPr/>
          </p:nvSpPr>
          <p:spPr>
            <a:xfrm>
              <a:off x="-34673325" y="2375850"/>
              <a:ext cx="85100" cy="84300"/>
            </a:xfrm>
            <a:custGeom>
              <a:rect b="b" l="l" r="r" t="t"/>
              <a:pathLst>
                <a:path extrusionOk="0" h="3372" w="3404">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8" name="Google Shape;18048;p84"/>
            <p:cNvSpPr/>
            <p:nvPr/>
          </p:nvSpPr>
          <p:spPr>
            <a:xfrm>
              <a:off x="-34778075" y="2272675"/>
              <a:ext cx="293800" cy="293025"/>
            </a:xfrm>
            <a:custGeom>
              <a:rect b="b" l="l" r="r" t="t"/>
              <a:pathLst>
                <a:path extrusionOk="0" h="11721" w="11752">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49" name="Google Shape;18049;p84"/>
          <p:cNvGrpSpPr/>
          <p:nvPr/>
        </p:nvGrpSpPr>
        <p:grpSpPr>
          <a:xfrm>
            <a:off x="2194939" y="2221307"/>
            <a:ext cx="353587" cy="353587"/>
            <a:chOff x="-34776500" y="2631825"/>
            <a:chExt cx="291450" cy="291450"/>
          </a:xfrm>
        </p:grpSpPr>
        <p:sp>
          <p:nvSpPr>
            <p:cNvPr id="18050" name="Google Shape;18050;p84"/>
            <p:cNvSpPr/>
            <p:nvPr/>
          </p:nvSpPr>
          <p:spPr>
            <a:xfrm>
              <a:off x="-34691425" y="2666500"/>
              <a:ext cx="120525" cy="154400"/>
            </a:xfrm>
            <a:custGeom>
              <a:rect b="b" l="l" r="r" t="t"/>
              <a:pathLst>
                <a:path extrusionOk="0" h="6176" w="4821">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1" name="Google Shape;18051;p84"/>
            <p:cNvSpPr/>
            <p:nvPr/>
          </p:nvSpPr>
          <p:spPr>
            <a:xfrm>
              <a:off x="-34656775" y="2837400"/>
              <a:ext cx="51200" cy="51225"/>
            </a:xfrm>
            <a:custGeom>
              <a:rect b="b" l="l" r="r" t="t"/>
              <a:pathLst>
                <a:path extrusionOk="0" h="2049" w="2048">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2" name="Google Shape;18052;p84"/>
            <p:cNvSpPr/>
            <p:nvPr/>
          </p:nvSpPr>
          <p:spPr>
            <a:xfrm>
              <a:off x="-34776500" y="2631825"/>
              <a:ext cx="291450" cy="291450"/>
            </a:xfrm>
            <a:custGeom>
              <a:rect b="b" l="l" r="r" t="t"/>
              <a:pathLst>
                <a:path extrusionOk="0" h="11658" w="11658">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53" name="Google Shape;18053;p84"/>
          <p:cNvGrpSpPr/>
          <p:nvPr/>
        </p:nvGrpSpPr>
        <p:grpSpPr>
          <a:xfrm>
            <a:off x="853628" y="2685160"/>
            <a:ext cx="354527" cy="358349"/>
            <a:chOff x="-32956300" y="1915900"/>
            <a:chExt cx="292225" cy="295375"/>
          </a:xfrm>
        </p:grpSpPr>
        <p:sp>
          <p:nvSpPr>
            <p:cNvPr id="18054" name="Google Shape;18054;p84"/>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5" name="Google Shape;18055;p84"/>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56" name="Google Shape;18056;p84"/>
          <p:cNvSpPr/>
          <p:nvPr/>
        </p:nvSpPr>
        <p:spPr>
          <a:xfrm>
            <a:off x="850648" y="3155970"/>
            <a:ext cx="354527" cy="353557"/>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7" name="Google Shape;18057;p84"/>
          <p:cNvSpPr/>
          <p:nvPr/>
        </p:nvSpPr>
        <p:spPr>
          <a:xfrm>
            <a:off x="850162" y="3615866"/>
            <a:ext cx="355498" cy="354558"/>
          </a:xfrm>
          <a:custGeom>
            <a:rect b="b" l="l" r="r" t="t"/>
            <a:pathLst>
              <a:path extrusionOk="0" h="11690" w="11721">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058" name="Google Shape;18058;p84"/>
          <p:cNvGrpSpPr/>
          <p:nvPr/>
        </p:nvGrpSpPr>
        <p:grpSpPr>
          <a:xfrm>
            <a:off x="3081101" y="2687555"/>
            <a:ext cx="356438" cy="353557"/>
            <a:chOff x="-31166825" y="1939525"/>
            <a:chExt cx="293800" cy="291425"/>
          </a:xfrm>
        </p:grpSpPr>
        <p:sp>
          <p:nvSpPr>
            <p:cNvPr id="18059" name="Google Shape;18059;p84"/>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0" name="Google Shape;18060;p84"/>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1" name="Google Shape;18061;p84"/>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2" name="Google Shape;18062;p84"/>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3" name="Google Shape;18063;p84"/>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4" name="Google Shape;18064;p84"/>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5" name="Google Shape;18065;p84"/>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6" name="Google Shape;18066;p84"/>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7" name="Google Shape;18067;p84"/>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8" name="Google Shape;18068;p84"/>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9" name="Google Shape;18069;p84"/>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70" name="Google Shape;18070;p84"/>
          <p:cNvGrpSpPr/>
          <p:nvPr/>
        </p:nvGrpSpPr>
        <p:grpSpPr>
          <a:xfrm>
            <a:off x="3082057" y="3155482"/>
            <a:ext cx="354527" cy="354133"/>
            <a:chOff x="-31165250" y="2298675"/>
            <a:chExt cx="292225" cy="291900"/>
          </a:xfrm>
        </p:grpSpPr>
        <p:sp>
          <p:nvSpPr>
            <p:cNvPr id="18071" name="Google Shape;18071;p84"/>
            <p:cNvSpPr/>
            <p:nvPr/>
          </p:nvSpPr>
          <p:spPr>
            <a:xfrm>
              <a:off x="-31003000" y="2332550"/>
              <a:ext cx="86675" cy="103400"/>
            </a:xfrm>
            <a:custGeom>
              <a:rect b="b" l="l" r="r" t="t"/>
              <a:pathLst>
                <a:path extrusionOk="0" h="4136" w="3467">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2" name="Google Shape;18072;p84"/>
            <p:cNvSpPr/>
            <p:nvPr/>
          </p:nvSpPr>
          <p:spPr>
            <a:xfrm>
              <a:off x="-31165250" y="2298675"/>
              <a:ext cx="292225" cy="291900"/>
            </a:xfrm>
            <a:custGeom>
              <a:rect b="b" l="l" r="r" t="t"/>
              <a:pathLst>
                <a:path extrusionOk="0" h="11676" w="11689">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3" name="Google Shape;18073;p84"/>
            <p:cNvSpPr/>
            <p:nvPr/>
          </p:nvSpPr>
          <p:spPr>
            <a:xfrm>
              <a:off x="-31115625" y="2452250"/>
              <a:ext cx="70900" cy="104150"/>
            </a:xfrm>
            <a:custGeom>
              <a:rect b="b" l="l" r="r" t="t"/>
              <a:pathLst>
                <a:path extrusionOk="0" h="4166" w="2836">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74" name="Google Shape;18074;p84"/>
          <p:cNvGrpSpPr/>
          <p:nvPr/>
        </p:nvGrpSpPr>
        <p:grpSpPr>
          <a:xfrm>
            <a:off x="3082542" y="3616136"/>
            <a:ext cx="353557" cy="353557"/>
            <a:chOff x="-31164450" y="2657050"/>
            <a:chExt cx="291425" cy="291425"/>
          </a:xfrm>
        </p:grpSpPr>
        <p:sp>
          <p:nvSpPr>
            <p:cNvPr id="18075" name="Google Shape;18075;p84"/>
            <p:cNvSpPr/>
            <p:nvPr/>
          </p:nvSpPr>
          <p:spPr>
            <a:xfrm>
              <a:off x="-31028975" y="2761000"/>
              <a:ext cx="18125" cy="17350"/>
            </a:xfrm>
            <a:custGeom>
              <a:rect b="b" l="l" r="r" t="t"/>
              <a:pathLst>
                <a:path extrusionOk="0" h="694" w="725">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6" name="Google Shape;18076;p84"/>
            <p:cNvSpPr/>
            <p:nvPr/>
          </p:nvSpPr>
          <p:spPr>
            <a:xfrm>
              <a:off x="-31028975" y="2794075"/>
              <a:ext cx="18125" cy="52025"/>
            </a:xfrm>
            <a:custGeom>
              <a:rect b="b" l="l" r="r" t="t"/>
              <a:pathLst>
                <a:path extrusionOk="0" h="2081" w="725">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7" name="Google Shape;18077;p84"/>
            <p:cNvSpPr/>
            <p:nvPr/>
          </p:nvSpPr>
          <p:spPr>
            <a:xfrm>
              <a:off x="-31164450" y="2657050"/>
              <a:ext cx="291425" cy="291425"/>
            </a:xfrm>
            <a:custGeom>
              <a:rect b="b" l="l" r="r" t="t"/>
              <a:pathLst>
                <a:path extrusionOk="0" h="11657" w="11657">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8" name="Google Shape;18078;p84"/>
            <p:cNvSpPr/>
            <p:nvPr/>
          </p:nvSpPr>
          <p:spPr>
            <a:xfrm>
              <a:off x="-31097500" y="2727125"/>
              <a:ext cx="156750" cy="153925"/>
            </a:xfrm>
            <a:custGeom>
              <a:rect b="b" l="l" r="r" t="t"/>
              <a:pathLst>
                <a:path extrusionOk="0" h="6157" w="627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79" name="Google Shape;18079;p84"/>
          <p:cNvSpPr/>
          <p:nvPr/>
        </p:nvSpPr>
        <p:spPr>
          <a:xfrm>
            <a:off x="2188967" y="4036858"/>
            <a:ext cx="355498" cy="352617"/>
          </a:xfrm>
          <a:custGeom>
            <a:rect b="b" l="l" r="r" t="t"/>
            <a:pathLst>
              <a:path extrusionOk="0" h="11626" w="11721">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080" name="Google Shape;18080;p84"/>
          <p:cNvGrpSpPr/>
          <p:nvPr/>
        </p:nvGrpSpPr>
        <p:grpSpPr>
          <a:xfrm>
            <a:off x="2632987" y="1307366"/>
            <a:ext cx="358349" cy="354285"/>
            <a:chOff x="-34421275" y="1912725"/>
            <a:chExt cx="295375" cy="292025"/>
          </a:xfrm>
        </p:grpSpPr>
        <p:sp>
          <p:nvSpPr>
            <p:cNvPr id="18081" name="Google Shape;18081;p84"/>
            <p:cNvSpPr/>
            <p:nvPr/>
          </p:nvSpPr>
          <p:spPr>
            <a:xfrm>
              <a:off x="-34421275" y="1974375"/>
              <a:ext cx="236300" cy="230375"/>
            </a:xfrm>
            <a:custGeom>
              <a:rect b="b" l="l" r="r" t="t"/>
              <a:pathLst>
                <a:path extrusionOk="0" h="9215" w="9452">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2" name="Google Shape;18082;p84"/>
            <p:cNvSpPr/>
            <p:nvPr/>
          </p:nvSpPr>
          <p:spPr>
            <a:xfrm>
              <a:off x="-34288175" y="1912725"/>
              <a:ext cx="162275" cy="163075"/>
            </a:xfrm>
            <a:custGeom>
              <a:rect b="b" l="l" r="r" t="t"/>
              <a:pathLst>
                <a:path extrusionOk="0" h="6523" w="6491">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83" name="Google Shape;18083;p84"/>
          <p:cNvGrpSpPr/>
          <p:nvPr/>
        </p:nvGrpSpPr>
        <p:grpSpPr>
          <a:xfrm>
            <a:off x="2632032" y="1765280"/>
            <a:ext cx="360260" cy="355498"/>
            <a:chOff x="-34418125" y="2271100"/>
            <a:chExt cx="296950" cy="293025"/>
          </a:xfrm>
        </p:grpSpPr>
        <p:sp>
          <p:nvSpPr>
            <p:cNvPr id="18084" name="Google Shape;18084;p84"/>
            <p:cNvSpPr/>
            <p:nvPr/>
          </p:nvSpPr>
          <p:spPr>
            <a:xfrm>
              <a:off x="-34418125" y="2271100"/>
              <a:ext cx="296950" cy="293025"/>
            </a:xfrm>
            <a:custGeom>
              <a:rect b="b" l="l" r="r" t="t"/>
              <a:pathLst>
                <a:path extrusionOk="0" h="11721" w="11878">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5" name="Google Shape;18085;p84"/>
            <p:cNvSpPr/>
            <p:nvPr/>
          </p:nvSpPr>
          <p:spPr>
            <a:xfrm>
              <a:off x="-34331500" y="23057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6" name="Google Shape;18086;p84"/>
            <p:cNvSpPr/>
            <p:nvPr/>
          </p:nvSpPr>
          <p:spPr>
            <a:xfrm>
              <a:off x="-34331500" y="2341200"/>
              <a:ext cx="17350" cy="69350"/>
            </a:xfrm>
            <a:custGeom>
              <a:rect b="b" l="l" r="r" t="t"/>
              <a:pathLst>
                <a:path extrusionOk="0" h="2774" w="694">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7" name="Google Shape;18087;p84"/>
            <p:cNvSpPr/>
            <p:nvPr/>
          </p:nvSpPr>
          <p:spPr>
            <a:xfrm>
              <a:off x="-34384275" y="2427050"/>
              <a:ext cx="121325" cy="17350"/>
            </a:xfrm>
            <a:custGeom>
              <a:rect b="b" l="l" r="r" t="t"/>
              <a:pathLst>
                <a:path extrusionOk="0" h="694" w="4853">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8" name="Google Shape;18088;p84"/>
            <p:cNvSpPr/>
            <p:nvPr/>
          </p:nvSpPr>
          <p:spPr>
            <a:xfrm>
              <a:off x="-34384275" y="2460125"/>
              <a:ext cx="88250" cy="18150"/>
            </a:xfrm>
            <a:custGeom>
              <a:rect b="b" l="l" r="r" t="t"/>
              <a:pathLst>
                <a:path extrusionOk="0" h="726" w="353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89" name="Google Shape;18089;p84"/>
          <p:cNvGrpSpPr/>
          <p:nvPr/>
        </p:nvGrpSpPr>
        <p:grpSpPr>
          <a:xfrm>
            <a:off x="2632987" y="2221307"/>
            <a:ext cx="358349" cy="353587"/>
            <a:chOff x="-34421275" y="2631050"/>
            <a:chExt cx="295375" cy="291450"/>
          </a:xfrm>
        </p:grpSpPr>
        <p:sp>
          <p:nvSpPr>
            <p:cNvPr id="18090" name="Google Shape;18090;p84"/>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1" name="Google Shape;18091;p84"/>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2" name="Google Shape;18092;p84"/>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3" name="Google Shape;18093;p84"/>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94" name="Google Shape;18094;p84"/>
          <p:cNvSpPr/>
          <p:nvPr/>
        </p:nvSpPr>
        <p:spPr>
          <a:xfrm>
            <a:off x="1299154" y="2687237"/>
            <a:ext cx="353587" cy="354527"/>
          </a:xfrm>
          <a:custGeom>
            <a:rect b="b" l="l" r="r" t="t"/>
            <a:pathLst>
              <a:path extrusionOk="0" h="11689" w="11658">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5" name="Google Shape;18095;p84"/>
          <p:cNvSpPr/>
          <p:nvPr/>
        </p:nvSpPr>
        <p:spPr>
          <a:xfrm>
            <a:off x="1299154" y="3155970"/>
            <a:ext cx="353587" cy="353557"/>
          </a:xfrm>
          <a:custGeom>
            <a:rect b="b" l="l" r="r" t="t"/>
            <a:pathLst>
              <a:path extrusionOk="0" h="11657" w="11658">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6" name="Google Shape;18096;p84"/>
          <p:cNvSpPr/>
          <p:nvPr/>
        </p:nvSpPr>
        <p:spPr>
          <a:xfrm>
            <a:off x="1290085" y="3616003"/>
            <a:ext cx="371724" cy="354285"/>
          </a:xfrm>
          <a:custGeom>
            <a:rect b="b" l="l" r="r" t="t"/>
            <a:pathLst>
              <a:path extrusionOk="0" h="11681" w="12256">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097" name="Google Shape;18097;p84"/>
          <p:cNvGrpSpPr/>
          <p:nvPr/>
        </p:nvGrpSpPr>
        <p:grpSpPr>
          <a:xfrm>
            <a:off x="3537620" y="2688025"/>
            <a:ext cx="353587" cy="352617"/>
            <a:chOff x="-30805300" y="1938725"/>
            <a:chExt cx="291450" cy="290650"/>
          </a:xfrm>
        </p:grpSpPr>
        <p:sp>
          <p:nvSpPr>
            <p:cNvPr id="18098" name="Google Shape;18098;p84"/>
            <p:cNvSpPr/>
            <p:nvPr/>
          </p:nvSpPr>
          <p:spPr>
            <a:xfrm>
              <a:off x="-30805300" y="1938725"/>
              <a:ext cx="291450" cy="290650"/>
            </a:xfrm>
            <a:custGeom>
              <a:rect b="b" l="l" r="r" t="t"/>
              <a:pathLst>
                <a:path extrusionOk="0" h="11626" w="11658">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9" name="Google Shape;18099;p84"/>
            <p:cNvSpPr/>
            <p:nvPr/>
          </p:nvSpPr>
          <p:spPr>
            <a:xfrm>
              <a:off x="-30670625" y="2042700"/>
              <a:ext cx="35475" cy="35450"/>
            </a:xfrm>
            <a:custGeom>
              <a:rect b="b" l="l" r="r" t="t"/>
              <a:pathLst>
                <a:path extrusionOk="0" h="1418" w="1419">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00" name="Google Shape;18100;p84"/>
          <p:cNvGrpSpPr/>
          <p:nvPr/>
        </p:nvGrpSpPr>
        <p:grpSpPr>
          <a:xfrm>
            <a:off x="3538105" y="3155952"/>
            <a:ext cx="352617" cy="353193"/>
            <a:chOff x="-30805300" y="2298675"/>
            <a:chExt cx="290650" cy="291125"/>
          </a:xfrm>
        </p:grpSpPr>
        <p:sp>
          <p:nvSpPr>
            <p:cNvPr id="18101" name="Google Shape;18101;p84"/>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2" name="Google Shape;18102;p84"/>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3" name="Google Shape;18103;p84"/>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4" name="Google Shape;18104;p84"/>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05" name="Google Shape;18105;p84"/>
          <p:cNvGrpSpPr/>
          <p:nvPr/>
        </p:nvGrpSpPr>
        <p:grpSpPr>
          <a:xfrm>
            <a:off x="3537635" y="3616136"/>
            <a:ext cx="353557" cy="353557"/>
            <a:chOff x="-30806075" y="2657050"/>
            <a:chExt cx="291425" cy="291425"/>
          </a:xfrm>
        </p:grpSpPr>
        <p:sp>
          <p:nvSpPr>
            <p:cNvPr id="18106" name="Google Shape;18106;p84"/>
            <p:cNvSpPr/>
            <p:nvPr/>
          </p:nvSpPr>
          <p:spPr>
            <a:xfrm>
              <a:off x="-30806075" y="2657050"/>
              <a:ext cx="291425" cy="291425"/>
            </a:xfrm>
            <a:custGeom>
              <a:rect b="b" l="l" r="r" t="t"/>
              <a:pathLst>
                <a:path extrusionOk="0" h="11657" w="11657">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7" name="Google Shape;18107;p84"/>
            <p:cNvSpPr/>
            <p:nvPr/>
          </p:nvSpPr>
          <p:spPr>
            <a:xfrm>
              <a:off x="-30771425" y="2692475"/>
              <a:ext cx="222125" cy="222925"/>
            </a:xfrm>
            <a:custGeom>
              <a:rect b="b" l="l" r="r" t="t"/>
              <a:pathLst>
                <a:path extrusionOk="0" h="8917" w="8885">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8" name="Google Shape;18108;p84"/>
            <p:cNvSpPr/>
            <p:nvPr/>
          </p:nvSpPr>
          <p:spPr>
            <a:xfrm>
              <a:off x="-30669050" y="2726350"/>
              <a:ext cx="52025" cy="119150"/>
            </a:xfrm>
            <a:custGeom>
              <a:rect b="b" l="l" r="r" t="t"/>
              <a:pathLst>
                <a:path extrusionOk="0" h="4766" w="2081">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09" name="Google Shape;18109;p84"/>
          <p:cNvGrpSpPr/>
          <p:nvPr/>
        </p:nvGrpSpPr>
        <p:grpSpPr>
          <a:xfrm>
            <a:off x="2639681" y="4073943"/>
            <a:ext cx="353557" cy="353557"/>
            <a:chOff x="-30064925" y="2332550"/>
            <a:chExt cx="291425" cy="291425"/>
          </a:xfrm>
        </p:grpSpPr>
        <p:sp>
          <p:nvSpPr>
            <p:cNvPr id="18110" name="Google Shape;18110;p84"/>
            <p:cNvSpPr/>
            <p:nvPr/>
          </p:nvSpPr>
          <p:spPr>
            <a:xfrm>
              <a:off x="-30064925" y="2332550"/>
              <a:ext cx="291425" cy="291425"/>
            </a:xfrm>
            <a:custGeom>
              <a:rect b="b" l="l" r="r" t="t"/>
              <a:pathLst>
                <a:path extrusionOk="0" h="11657" w="11657">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1" name="Google Shape;18111;p84"/>
            <p:cNvSpPr/>
            <p:nvPr/>
          </p:nvSpPr>
          <p:spPr>
            <a:xfrm>
              <a:off x="-29944425" y="2384525"/>
              <a:ext cx="51225" cy="51225"/>
            </a:xfrm>
            <a:custGeom>
              <a:rect b="b" l="l" r="r" t="t"/>
              <a:pathLst>
                <a:path extrusionOk="0" h="2049" w="2049">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2" name="Google Shape;18112;p84"/>
            <p:cNvSpPr/>
            <p:nvPr/>
          </p:nvSpPr>
          <p:spPr>
            <a:xfrm>
              <a:off x="-29944425" y="2452250"/>
              <a:ext cx="51225" cy="119750"/>
            </a:xfrm>
            <a:custGeom>
              <a:rect b="b" l="l" r="r" t="t"/>
              <a:pathLst>
                <a:path extrusionOk="0" h="4790" w="2049">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13" name="Google Shape;18113;p84"/>
          <p:cNvGrpSpPr/>
          <p:nvPr/>
        </p:nvGrpSpPr>
        <p:grpSpPr>
          <a:xfrm>
            <a:off x="3983068" y="2683443"/>
            <a:ext cx="348855" cy="347879"/>
            <a:chOff x="2821450" y="2957850"/>
            <a:chExt cx="259275" cy="258550"/>
          </a:xfrm>
        </p:grpSpPr>
        <p:sp>
          <p:nvSpPr>
            <p:cNvPr id="18114" name="Google Shape;18114;p84"/>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5" name="Google Shape;18115;p84"/>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6" name="Google Shape;18116;p84"/>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rgbClr val="5F7D95"/>
            </a:solidFill>
            <a:ln>
              <a:noFill/>
            </a:ln>
          </p:spPr>
        </p:sp>
      </p:grpSp>
      <p:grpSp>
        <p:nvGrpSpPr>
          <p:cNvPr id="18117" name="Google Shape;18117;p84"/>
          <p:cNvGrpSpPr/>
          <p:nvPr/>
        </p:nvGrpSpPr>
        <p:grpSpPr>
          <a:xfrm>
            <a:off x="4858100" y="1304461"/>
            <a:ext cx="361090" cy="361090"/>
            <a:chOff x="-57970450" y="1903275"/>
            <a:chExt cx="318225" cy="318225"/>
          </a:xfrm>
        </p:grpSpPr>
        <p:sp>
          <p:nvSpPr>
            <p:cNvPr id="18118" name="Google Shape;18118;p84"/>
            <p:cNvSpPr/>
            <p:nvPr/>
          </p:nvSpPr>
          <p:spPr>
            <a:xfrm>
              <a:off x="-57847575" y="2135825"/>
              <a:ext cx="73250" cy="28975"/>
            </a:xfrm>
            <a:custGeom>
              <a:rect b="b" l="l" r="r" t="t"/>
              <a:pathLst>
                <a:path extrusionOk="0" h="1159" w="293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9" name="Google Shape;18119;p84"/>
            <p:cNvSpPr/>
            <p:nvPr/>
          </p:nvSpPr>
          <p:spPr>
            <a:xfrm>
              <a:off x="-57857025"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0" name="Google Shape;18120;p84"/>
            <p:cNvSpPr/>
            <p:nvPr/>
          </p:nvSpPr>
          <p:spPr>
            <a:xfrm>
              <a:off x="-57782200"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1" name="Google Shape;18121;p84"/>
            <p:cNvSpPr/>
            <p:nvPr/>
          </p:nvSpPr>
          <p:spPr>
            <a:xfrm>
              <a:off x="-57970450" y="1903275"/>
              <a:ext cx="318225" cy="318225"/>
            </a:xfrm>
            <a:custGeom>
              <a:rect b="b" l="l" r="r" t="t"/>
              <a:pathLst>
                <a:path extrusionOk="0" h="12729" w="12729">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2" name="Google Shape;18122;p84"/>
          <p:cNvGrpSpPr/>
          <p:nvPr/>
        </p:nvGrpSpPr>
        <p:grpSpPr>
          <a:xfrm>
            <a:off x="4880000" y="1780418"/>
            <a:ext cx="317290" cy="359303"/>
            <a:chOff x="-57950750" y="2296300"/>
            <a:chExt cx="279625" cy="316650"/>
          </a:xfrm>
        </p:grpSpPr>
        <p:sp>
          <p:nvSpPr>
            <p:cNvPr id="18123" name="Google Shape;18123;p84"/>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4" name="Google Shape;18124;p84"/>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5" name="Google Shape;18125;p84"/>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6" name="Google Shape;18126;p84"/>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7" name="Google Shape;18127;p84"/>
          <p:cNvGrpSpPr/>
          <p:nvPr/>
        </p:nvGrpSpPr>
        <p:grpSpPr>
          <a:xfrm>
            <a:off x="4858214" y="2232094"/>
            <a:ext cx="360863" cy="360211"/>
            <a:chOff x="-57969675" y="2687750"/>
            <a:chExt cx="318025" cy="317450"/>
          </a:xfrm>
        </p:grpSpPr>
        <p:sp>
          <p:nvSpPr>
            <p:cNvPr id="18128" name="Google Shape;18128;p84"/>
            <p:cNvSpPr/>
            <p:nvPr/>
          </p:nvSpPr>
          <p:spPr>
            <a:xfrm>
              <a:off x="-57856250" y="285630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9" name="Google Shape;18129;p84"/>
            <p:cNvSpPr/>
            <p:nvPr/>
          </p:nvSpPr>
          <p:spPr>
            <a:xfrm>
              <a:off x="-578460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0" name="Google Shape;18130;p84"/>
            <p:cNvSpPr/>
            <p:nvPr/>
          </p:nvSpPr>
          <p:spPr>
            <a:xfrm>
              <a:off x="-57969675" y="2687750"/>
              <a:ext cx="318025" cy="317450"/>
            </a:xfrm>
            <a:custGeom>
              <a:rect b="b" l="l" r="r" t="t"/>
              <a:pathLst>
                <a:path extrusionOk="0" h="12698" w="12721">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1" name="Google Shape;18131;p84"/>
            <p:cNvSpPr/>
            <p:nvPr/>
          </p:nvSpPr>
          <p:spPr>
            <a:xfrm>
              <a:off x="-57838125" y="2724975"/>
              <a:ext cx="56725" cy="55550"/>
            </a:xfrm>
            <a:custGeom>
              <a:rect b="b" l="l" r="r" t="t"/>
              <a:pathLst>
                <a:path extrusionOk="0" h="2222" w="2269">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32" name="Google Shape;18132;p84"/>
          <p:cNvGrpSpPr/>
          <p:nvPr/>
        </p:nvGrpSpPr>
        <p:grpSpPr>
          <a:xfrm>
            <a:off x="7067397" y="1304461"/>
            <a:ext cx="363785" cy="361090"/>
            <a:chOff x="-56012425" y="1903275"/>
            <a:chExt cx="320600" cy="318225"/>
          </a:xfrm>
        </p:grpSpPr>
        <p:sp>
          <p:nvSpPr>
            <p:cNvPr id="18133" name="Google Shape;18133;p84"/>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4" name="Google Shape;18134;p84"/>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35" name="Google Shape;18135;p84"/>
          <p:cNvGrpSpPr/>
          <p:nvPr/>
        </p:nvGrpSpPr>
        <p:grpSpPr>
          <a:xfrm>
            <a:off x="7068290" y="1778631"/>
            <a:ext cx="361998" cy="361998"/>
            <a:chOff x="-56010850" y="2294725"/>
            <a:chExt cx="319025" cy="319025"/>
          </a:xfrm>
        </p:grpSpPr>
        <p:sp>
          <p:nvSpPr>
            <p:cNvPr id="18136" name="Google Shape;18136;p84"/>
            <p:cNvSpPr/>
            <p:nvPr/>
          </p:nvSpPr>
          <p:spPr>
            <a:xfrm>
              <a:off x="-55906875" y="2527275"/>
              <a:ext cx="73275" cy="29750"/>
            </a:xfrm>
            <a:custGeom>
              <a:rect b="b" l="l" r="r" t="t"/>
              <a:pathLst>
                <a:path extrusionOk="0" h="1190" w="2931">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7" name="Google Shape;18137;p84"/>
            <p:cNvSpPr/>
            <p:nvPr/>
          </p:nvSpPr>
          <p:spPr>
            <a:xfrm>
              <a:off x="-5591632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8" name="Google Shape;18138;p84"/>
            <p:cNvSpPr/>
            <p:nvPr/>
          </p:nvSpPr>
          <p:spPr>
            <a:xfrm>
              <a:off x="-55842300"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9" name="Google Shape;18139;p84"/>
            <p:cNvSpPr/>
            <p:nvPr/>
          </p:nvSpPr>
          <p:spPr>
            <a:xfrm>
              <a:off x="-56010850" y="2294725"/>
              <a:ext cx="319025" cy="319025"/>
            </a:xfrm>
            <a:custGeom>
              <a:rect b="b" l="l" r="r" t="t"/>
              <a:pathLst>
                <a:path extrusionOk="0" h="12761" w="12761">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40" name="Google Shape;18140;p84"/>
          <p:cNvGrpSpPr/>
          <p:nvPr/>
        </p:nvGrpSpPr>
        <p:grpSpPr>
          <a:xfrm>
            <a:off x="7068305" y="2231215"/>
            <a:ext cx="361969" cy="361090"/>
            <a:chOff x="-56010050" y="2686975"/>
            <a:chExt cx="319000" cy="318225"/>
          </a:xfrm>
        </p:grpSpPr>
        <p:sp>
          <p:nvSpPr>
            <p:cNvPr id="18141" name="Google Shape;18141;p84"/>
            <p:cNvSpPr/>
            <p:nvPr/>
          </p:nvSpPr>
          <p:spPr>
            <a:xfrm>
              <a:off x="-55887975" y="2917925"/>
              <a:ext cx="72475" cy="29775"/>
            </a:xfrm>
            <a:custGeom>
              <a:rect b="b" l="l" r="r" t="t"/>
              <a:pathLst>
                <a:path extrusionOk="0" h="1191" w="2899">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2" name="Google Shape;18142;p84"/>
            <p:cNvSpPr/>
            <p:nvPr/>
          </p:nvSpPr>
          <p:spPr>
            <a:xfrm>
              <a:off x="-5589742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3" name="Google Shape;18143;p84"/>
            <p:cNvSpPr/>
            <p:nvPr/>
          </p:nvSpPr>
          <p:spPr>
            <a:xfrm>
              <a:off x="-55822600" y="2854725"/>
              <a:ext cx="17350" cy="18150"/>
            </a:xfrm>
            <a:custGeom>
              <a:rect b="b" l="l" r="r" t="t"/>
              <a:pathLst>
                <a:path extrusionOk="0" h="726" w="694">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4" name="Google Shape;18144;p84"/>
            <p:cNvSpPr/>
            <p:nvPr/>
          </p:nvSpPr>
          <p:spPr>
            <a:xfrm>
              <a:off x="-56010050" y="2686975"/>
              <a:ext cx="319000" cy="318225"/>
            </a:xfrm>
            <a:custGeom>
              <a:rect b="b" l="l" r="r" t="t"/>
              <a:pathLst>
                <a:path extrusionOk="0" h="12729" w="1276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45" name="Google Shape;18145;p84"/>
          <p:cNvGrpSpPr/>
          <p:nvPr/>
        </p:nvGrpSpPr>
        <p:grpSpPr>
          <a:xfrm>
            <a:off x="5753801" y="2684124"/>
            <a:ext cx="361998" cy="361090"/>
            <a:chOff x="-54081175" y="1903275"/>
            <a:chExt cx="319025" cy="318225"/>
          </a:xfrm>
        </p:grpSpPr>
        <p:sp>
          <p:nvSpPr>
            <p:cNvPr id="18146" name="Google Shape;18146;p84"/>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7" name="Google Shape;18147;p84"/>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48" name="Google Shape;18148;p84"/>
          <p:cNvGrpSpPr/>
          <p:nvPr/>
        </p:nvGrpSpPr>
        <p:grpSpPr>
          <a:xfrm>
            <a:off x="5776154" y="3137587"/>
            <a:ext cx="317290" cy="360211"/>
            <a:chOff x="-54063050" y="2296300"/>
            <a:chExt cx="279625" cy="317450"/>
          </a:xfrm>
        </p:grpSpPr>
        <p:sp>
          <p:nvSpPr>
            <p:cNvPr id="18149" name="Google Shape;18149;p84"/>
            <p:cNvSpPr/>
            <p:nvPr/>
          </p:nvSpPr>
          <p:spPr>
            <a:xfrm>
              <a:off x="-53959075" y="2527275"/>
              <a:ext cx="72475" cy="29750"/>
            </a:xfrm>
            <a:custGeom>
              <a:rect b="b" l="l" r="r" t="t"/>
              <a:pathLst>
                <a:path extrusionOk="0" h="1190" w="2899">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0" name="Google Shape;18150;p84"/>
            <p:cNvSpPr/>
            <p:nvPr/>
          </p:nvSpPr>
          <p:spPr>
            <a:xfrm>
              <a:off x="-53969325" y="2482975"/>
              <a:ext cx="18150" cy="17350"/>
            </a:xfrm>
            <a:custGeom>
              <a:rect b="b" l="l" r="r" t="t"/>
              <a:pathLst>
                <a:path extrusionOk="0" h="694" w="726">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1" name="Google Shape;18151;p84"/>
            <p:cNvSpPr/>
            <p:nvPr/>
          </p:nvSpPr>
          <p:spPr>
            <a:xfrm>
              <a:off x="-53894500" y="2482975"/>
              <a:ext cx="18125" cy="17350"/>
            </a:xfrm>
            <a:custGeom>
              <a:rect b="b" l="l" r="r" t="t"/>
              <a:pathLst>
                <a:path extrusionOk="0" h="694" w="725">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2" name="Google Shape;18152;p84"/>
            <p:cNvSpPr/>
            <p:nvPr/>
          </p:nvSpPr>
          <p:spPr>
            <a:xfrm>
              <a:off x="-54063050" y="2296300"/>
              <a:ext cx="279625" cy="317450"/>
            </a:xfrm>
            <a:custGeom>
              <a:rect b="b" l="l" r="r" t="t"/>
              <a:pathLst>
                <a:path extrusionOk="0" h="12698" w="11185">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53" name="Google Shape;18153;p84"/>
          <p:cNvGrpSpPr/>
          <p:nvPr/>
        </p:nvGrpSpPr>
        <p:grpSpPr>
          <a:xfrm>
            <a:off x="5776154" y="3601649"/>
            <a:ext cx="317290" cy="361033"/>
            <a:chOff x="-54061475" y="2685450"/>
            <a:chExt cx="279625" cy="318175"/>
          </a:xfrm>
        </p:grpSpPr>
        <p:sp>
          <p:nvSpPr>
            <p:cNvPr id="18154" name="Google Shape;18154;p84"/>
            <p:cNvSpPr/>
            <p:nvPr/>
          </p:nvSpPr>
          <p:spPr>
            <a:xfrm>
              <a:off x="-53959075" y="2919525"/>
              <a:ext cx="72475" cy="28950"/>
            </a:xfrm>
            <a:custGeom>
              <a:rect b="b" l="l" r="r" t="t"/>
              <a:pathLst>
                <a:path extrusionOk="0" h="1158" w="2899">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5" name="Google Shape;18155;p84"/>
            <p:cNvSpPr/>
            <p:nvPr/>
          </p:nvSpPr>
          <p:spPr>
            <a:xfrm>
              <a:off x="-53969325" y="28547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6" name="Google Shape;18156;p84"/>
            <p:cNvSpPr/>
            <p:nvPr/>
          </p:nvSpPr>
          <p:spPr>
            <a:xfrm>
              <a:off x="-53894500" y="2854725"/>
              <a:ext cx="18125" cy="18150"/>
            </a:xfrm>
            <a:custGeom>
              <a:rect b="b" l="l" r="r" t="t"/>
              <a:pathLst>
                <a:path extrusionOk="0" h="726" w="725">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7" name="Google Shape;18157;p84"/>
            <p:cNvSpPr/>
            <p:nvPr/>
          </p:nvSpPr>
          <p:spPr>
            <a:xfrm>
              <a:off x="-54061475" y="2685450"/>
              <a:ext cx="279625" cy="318175"/>
            </a:xfrm>
            <a:custGeom>
              <a:rect b="b" l="l" r="r" t="t"/>
              <a:pathLst>
                <a:path extrusionOk="0" h="12727" w="11185">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58" name="Google Shape;18158;p84"/>
          <p:cNvGrpSpPr/>
          <p:nvPr/>
        </p:nvGrpSpPr>
        <p:grpSpPr>
          <a:xfrm>
            <a:off x="8029690" y="2693967"/>
            <a:ext cx="275278" cy="361969"/>
            <a:chOff x="-52074300" y="1911950"/>
            <a:chExt cx="242600" cy="319000"/>
          </a:xfrm>
        </p:grpSpPr>
        <p:sp>
          <p:nvSpPr>
            <p:cNvPr id="18159" name="Google Shape;18159;p84"/>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0" name="Google Shape;18160;p84"/>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1" name="Google Shape;18161;p84"/>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2" name="Google Shape;18162;p84"/>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63" name="Google Shape;18163;p84"/>
          <p:cNvGrpSpPr/>
          <p:nvPr/>
        </p:nvGrpSpPr>
        <p:grpSpPr>
          <a:xfrm>
            <a:off x="5287689" y="1305369"/>
            <a:ext cx="361998" cy="361090"/>
            <a:chOff x="-57578225" y="1904075"/>
            <a:chExt cx="319025" cy="318225"/>
          </a:xfrm>
        </p:grpSpPr>
        <p:sp>
          <p:nvSpPr>
            <p:cNvPr id="18164" name="Google Shape;18164;p84"/>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5" name="Google Shape;18165;p84"/>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6" name="Google Shape;18166;p84"/>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7" name="Google Shape;18167;p84"/>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68" name="Google Shape;18168;p84"/>
          <p:cNvGrpSpPr/>
          <p:nvPr/>
        </p:nvGrpSpPr>
        <p:grpSpPr>
          <a:xfrm>
            <a:off x="5310042" y="1778631"/>
            <a:ext cx="317290" cy="361090"/>
            <a:chOff x="-57558525" y="2294725"/>
            <a:chExt cx="279625" cy="318225"/>
          </a:xfrm>
        </p:grpSpPr>
        <p:sp>
          <p:nvSpPr>
            <p:cNvPr id="18169" name="Google Shape;18169;p84"/>
            <p:cNvSpPr/>
            <p:nvPr/>
          </p:nvSpPr>
          <p:spPr>
            <a:xfrm>
              <a:off x="-57455350" y="2498925"/>
              <a:ext cx="72475" cy="29750"/>
            </a:xfrm>
            <a:custGeom>
              <a:rect b="b" l="l" r="r" t="t"/>
              <a:pathLst>
                <a:path extrusionOk="0" h="1190" w="2899">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0" name="Google Shape;18170;p84"/>
            <p:cNvSpPr/>
            <p:nvPr/>
          </p:nvSpPr>
          <p:spPr>
            <a:xfrm>
              <a:off x="-57465575" y="2427050"/>
              <a:ext cx="18125" cy="17350"/>
            </a:xfrm>
            <a:custGeom>
              <a:rect b="b" l="l" r="r" t="t"/>
              <a:pathLst>
                <a:path extrusionOk="0" h="694" w="725">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1" name="Google Shape;18171;p84"/>
            <p:cNvSpPr/>
            <p:nvPr/>
          </p:nvSpPr>
          <p:spPr>
            <a:xfrm>
              <a:off x="-57389975" y="24270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2" name="Google Shape;18172;p84"/>
            <p:cNvSpPr/>
            <p:nvPr/>
          </p:nvSpPr>
          <p:spPr>
            <a:xfrm>
              <a:off x="-57558525" y="2294725"/>
              <a:ext cx="279625" cy="318225"/>
            </a:xfrm>
            <a:custGeom>
              <a:rect b="b" l="l" r="r" t="t"/>
              <a:pathLst>
                <a:path extrusionOk="0" h="12729" w="11185">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3" name="Google Shape;18173;p84"/>
            <p:cNvSpPr/>
            <p:nvPr/>
          </p:nvSpPr>
          <p:spPr>
            <a:xfrm>
              <a:off x="-57521500" y="2332550"/>
              <a:ext cx="204800" cy="241825"/>
            </a:xfrm>
            <a:custGeom>
              <a:rect b="b" l="l" r="r" t="t"/>
              <a:pathLst>
                <a:path extrusionOk="0" h="9673" w="8192">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74" name="Google Shape;18174;p84"/>
          <p:cNvGrpSpPr/>
          <p:nvPr/>
        </p:nvGrpSpPr>
        <p:grpSpPr>
          <a:xfrm>
            <a:off x="5285901" y="2231215"/>
            <a:ext cx="365572" cy="361969"/>
            <a:chOff x="-57579800" y="2686975"/>
            <a:chExt cx="322175" cy="319000"/>
          </a:xfrm>
        </p:grpSpPr>
        <p:sp>
          <p:nvSpPr>
            <p:cNvPr id="18175" name="Google Shape;18175;p84"/>
            <p:cNvSpPr/>
            <p:nvPr/>
          </p:nvSpPr>
          <p:spPr>
            <a:xfrm>
              <a:off x="-57455350" y="2920300"/>
              <a:ext cx="72475" cy="29750"/>
            </a:xfrm>
            <a:custGeom>
              <a:rect b="b" l="l" r="r" t="t"/>
              <a:pathLst>
                <a:path extrusionOk="0" h="1190" w="2899">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6" name="Google Shape;18176;p84"/>
            <p:cNvSpPr/>
            <p:nvPr/>
          </p:nvSpPr>
          <p:spPr>
            <a:xfrm>
              <a:off x="-57579800" y="2686975"/>
              <a:ext cx="322175" cy="319000"/>
            </a:xfrm>
            <a:custGeom>
              <a:rect b="b" l="l" r="r" t="t"/>
              <a:pathLst>
                <a:path extrusionOk="0" h="12760" w="12887">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77" name="Google Shape;18177;p84"/>
          <p:cNvGrpSpPr/>
          <p:nvPr/>
        </p:nvGrpSpPr>
        <p:grpSpPr>
          <a:xfrm>
            <a:off x="7510682" y="1778631"/>
            <a:ext cx="367359" cy="361090"/>
            <a:chOff x="-55620975" y="2294725"/>
            <a:chExt cx="323750" cy="318225"/>
          </a:xfrm>
        </p:grpSpPr>
        <p:sp>
          <p:nvSpPr>
            <p:cNvPr id="18178" name="Google Shape;18178;p84"/>
            <p:cNvSpPr/>
            <p:nvPr/>
          </p:nvSpPr>
          <p:spPr>
            <a:xfrm>
              <a:off x="-55496525" y="2527275"/>
              <a:ext cx="73275" cy="29750"/>
            </a:xfrm>
            <a:custGeom>
              <a:rect b="b" l="l" r="r" t="t"/>
              <a:pathLst>
                <a:path extrusionOk="0" h="1190" w="2931">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9" name="Google Shape;18179;p84"/>
            <p:cNvSpPr/>
            <p:nvPr/>
          </p:nvSpPr>
          <p:spPr>
            <a:xfrm>
              <a:off x="-55505975"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0" name="Google Shape;18180;p84"/>
            <p:cNvSpPr/>
            <p:nvPr/>
          </p:nvSpPr>
          <p:spPr>
            <a:xfrm>
              <a:off x="-55431150"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1" name="Google Shape;18181;p84"/>
            <p:cNvSpPr/>
            <p:nvPr/>
          </p:nvSpPr>
          <p:spPr>
            <a:xfrm>
              <a:off x="-55620975" y="2294725"/>
              <a:ext cx="323750" cy="318225"/>
            </a:xfrm>
            <a:custGeom>
              <a:rect b="b" l="l" r="r" t="t"/>
              <a:pathLst>
                <a:path extrusionOk="0" h="12729" w="1295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2" name="Google Shape;18182;p84"/>
            <p:cNvSpPr/>
            <p:nvPr/>
          </p:nvSpPr>
          <p:spPr>
            <a:xfrm>
              <a:off x="-55450850" y="2482375"/>
              <a:ext cx="39400" cy="38225"/>
            </a:xfrm>
            <a:custGeom>
              <a:rect b="b" l="l" r="r" t="t"/>
              <a:pathLst>
                <a:path extrusionOk="0" h="1529" w="1576">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3" name="Google Shape;18183;p84"/>
            <p:cNvSpPr/>
            <p:nvPr/>
          </p:nvSpPr>
          <p:spPr>
            <a:xfrm>
              <a:off x="-55506775" y="2482375"/>
              <a:ext cx="39400" cy="38225"/>
            </a:xfrm>
            <a:custGeom>
              <a:rect b="b" l="l" r="r" t="t"/>
              <a:pathLst>
                <a:path extrusionOk="0" h="1529" w="1576">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84" name="Google Shape;18184;p84"/>
          <p:cNvGrpSpPr/>
          <p:nvPr/>
        </p:nvGrpSpPr>
        <p:grpSpPr>
          <a:xfrm>
            <a:off x="7512923" y="2231130"/>
            <a:ext cx="362877" cy="361175"/>
            <a:chOff x="-55620175" y="2686900"/>
            <a:chExt cx="319800" cy="318300"/>
          </a:xfrm>
        </p:grpSpPr>
        <p:sp>
          <p:nvSpPr>
            <p:cNvPr id="18185" name="Google Shape;18185;p84"/>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6" name="Google Shape;18186;p84"/>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7" name="Google Shape;18187;p84"/>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8" name="Google Shape;18188;p84"/>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89" name="Google Shape;18189;p84"/>
          <p:cNvGrpSpPr/>
          <p:nvPr/>
        </p:nvGrpSpPr>
        <p:grpSpPr>
          <a:xfrm>
            <a:off x="6198887" y="2684124"/>
            <a:ext cx="361969" cy="361090"/>
            <a:chOff x="-53690500" y="1903275"/>
            <a:chExt cx="319000" cy="318225"/>
          </a:xfrm>
        </p:grpSpPr>
        <p:sp>
          <p:nvSpPr>
            <p:cNvPr id="18190" name="Google Shape;18190;p84"/>
            <p:cNvSpPr/>
            <p:nvPr/>
          </p:nvSpPr>
          <p:spPr>
            <a:xfrm>
              <a:off x="-53567625" y="2136625"/>
              <a:ext cx="71675" cy="29750"/>
            </a:xfrm>
            <a:custGeom>
              <a:rect b="b" l="l" r="r" t="t"/>
              <a:pathLst>
                <a:path extrusionOk="0" h="1190" w="2867">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1" name="Google Shape;18191;p84"/>
            <p:cNvSpPr/>
            <p:nvPr/>
          </p:nvSpPr>
          <p:spPr>
            <a:xfrm>
              <a:off x="-535022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2" name="Google Shape;18192;p84"/>
            <p:cNvSpPr/>
            <p:nvPr/>
          </p:nvSpPr>
          <p:spPr>
            <a:xfrm>
              <a:off x="-53577075"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3" name="Google Shape;18193;p84"/>
            <p:cNvSpPr/>
            <p:nvPr/>
          </p:nvSpPr>
          <p:spPr>
            <a:xfrm>
              <a:off x="-53690500" y="1903275"/>
              <a:ext cx="319000" cy="318225"/>
            </a:xfrm>
            <a:custGeom>
              <a:rect b="b" l="l" r="r" t="t"/>
              <a:pathLst>
                <a:path extrusionOk="0" h="12729" w="1276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94" name="Google Shape;18194;p84"/>
          <p:cNvGrpSpPr/>
          <p:nvPr/>
        </p:nvGrpSpPr>
        <p:grpSpPr>
          <a:xfrm>
            <a:off x="6221226" y="3137587"/>
            <a:ext cx="317290" cy="359303"/>
            <a:chOff x="-53670800" y="2296300"/>
            <a:chExt cx="279625" cy="316650"/>
          </a:xfrm>
        </p:grpSpPr>
        <p:sp>
          <p:nvSpPr>
            <p:cNvPr id="18195" name="Google Shape;18195;p84"/>
            <p:cNvSpPr/>
            <p:nvPr/>
          </p:nvSpPr>
          <p:spPr>
            <a:xfrm>
              <a:off x="-53567625" y="2527275"/>
              <a:ext cx="73250" cy="29750"/>
            </a:xfrm>
            <a:custGeom>
              <a:rect b="b" l="l" r="r" t="t"/>
              <a:pathLst>
                <a:path extrusionOk="0" h="1190" w="293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6" name="Google Shape;18196;p84"/>
            <p:cNvSpPr/>
            <p:nvPr/>
          </p:nvSpPr>
          <p:spPr>
            <a:xfrm>
              <a:off x="-53502250"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7" name="Google Shape;18197;p84"/>
            <p:cNvSpPr/>
            <p:nvPr/>
          </p:nvSpPr>
          <p:spPr>
            <a:xfrm>
              <a:off x="-53577075"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8" name="Google Shape;18198;p84"/>
            <p:cNvSpPr/>
            <p:nvPr/>
          </p:nvSpPr>
          <p:spPr>
            <a:xfrm>
              <a:off x="-53670800" y="2296300"/>
              <a:ext cx="279625" cy="316650"/>
            </a:xfrm>
            <a:custGeom>
              <a:rect b="b" l="l" r="r" t="t"/>
              <a:pathLst>
                <a:path extrusionOk="0" h="12666" w="11185">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99" name="Google Shape;18199;p84"/>
          <p:cNvGrpSpPr/>
          <p:nvPr/>
        </p:nvGrpSpPr>
        <p:grpSpPr>
          <a:xfrm>
            <a:off x="6198887" y="3602925"/>
            <a:ext cx="361969" cy="361544"/>
            <a:chOff x="-53690500" y="2686575"/>
            <a:chExt cx="319000" cy="318625"/>
          </a:xfrm>
        </p:grpSpPr>
        <p:sp>
          <p:nvSpPr>
            <p:cNvPr id="18200" name="Google Shape;18200;p84"/>
            <p:cNvSpPr/>
            <p:nvPr/>
          </p:nvSpPr>
          <p:spPr>
            <a:xfrm>
              <a:off x="-53567625" y="2917925"/>
              <a:ext cx="73250" cy="29775"/>
            </a:xfrm>
            <a:custGeom>
              <a:rect b="b" l="l" r="r" t="t"/>
              <a:pathLst>
                <a:path extrusionOk="0" h="1191" w="293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1" name="Google Shape;18201;p84"/>
            <p:cNvSpPr/>
            <p:nvPr/>
          </p:nvSpPr>
          <p:spPr>
            <a:xfrm>
              <a:off x="-535770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2" name="Google Shape;18202;p84"/>
            <p:cNvSpPr/>
            <p:nvPr/>
          </p:nvSpPr>
          <p:spPr>
            <a:xfrm>
              <a:off x="-5350225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3" name="Google Shape;18203;p84"/>
            <p:cNvSpPr/>
            <p:nvPr/>
          </p:nvSpPr>
          <p:spPr>
            <a:xfrm>
              <a:off x="-53690500" y="2686575"/>
              <a:ext cx="319000" cy="318625"/>
            </a:xfrm>
            <a:custGeom>
              <a:rect b="b" l="l" r="r" t="t"/>
              <a:pathLst>
                <a:path extrusionOk="0" h="12745" w="1276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04" name="Google Shape;18204;p84"/>
          <p:cNvGrpSpPr/>
          <p:nvPr/>
        </p:nvGrpSpPr>
        <p:grpSpPr>
          <a:xfrm>
            <a:off x="8008669" y="3145785"/>
            <a:ext cx="317319" cy="360948"/>
            <a:chOff x="-52092425" y="2303525"/>
            <a:chExt cx="279650" cy="318100"/>
          </a:xfrm>
        </p:grpSpPr>
        <p:sp>
          <p:nvSpPr>
            <p:cNvPr id="18205" name="Google Shape;18205;p84"/>
            <p:cNvSpPr/>
            <p:nvPr/>
          </p:nvSpPr>
          <p:spPr>
            <a:xfrm>
              <a:off x="-51989225" y="2535950"/>
              <a:ext cx="72475" cy="29750"/>
            </a:xfrm>
            <a:custGeom>
              <a:rect b="b" l="l" r="r" t="t"/>
              <a:pathLst>
                <a:path extrusionOk="0" h="1190" w="2899">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6" name="Google Shape;18206;p84"/>
            <p:cNvSpPr/>
            <p:nvPr/>
          </p:nvSpPr>
          <p:spPr>
            <a:xfrm>
              <a:off x="-52092425" y="2303525"/>
              <a:ext cx="279650" cy="318100"/>
            </a:xfrm>
            <a:custGeom>
              <a:rect b="b" l="l" r="r" t="t"/>
              <a:pathLst>
                <a:path extrusionOk="0" h="12724" w="11186">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7" name="Google Shape;18207;p84"/>
            <p:cNvSpPr/>
            <p:nvPr/>
          </p:nvSpPr>
          <p:spPr>
            <a:xfrm>
              <a:off x="-51998675" y="2454625"/>
              <a:ext cx="17325" cy="17350"/>
            </a:xfrm>
            <a:custGeom>
              <a:rect b="b" l="l" r="r" t="t"/>
              <a:pathLst>
                <a:path extrusionOk="0" h="694" w="693">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8" name="Google Shape;18208;p84"/>
            <p:cNvSpPr/>
            <p:nvPr/>
          </p:nvSpPr>
          <p:spPr>
            <a:xfrm>
              <a:off x="-51925450" y="2454625"/>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9" name="Google Shape;18209;p84"/>
            <p:cNvSpPr/>
            <p:nvPr/>
          </p:nvSpPr>
          <p:spPr>
            <a:xfrm>
              <a:off x="-51981350" y="2472725"/>
              <a:ext cx="55925" cy="55950"/>
            </a:xfrm>
            <a:custGeom>
              <a:rect b="b" l="l" r="r" t="t"/>
              <a:pathLst>
                <a:path extrusionOk="0" h="2238" w="2237">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10" name="Google Shape;18210;p84"/>
          <p:cNvGrpSpPr/>
          <p:nvPr/>
        </p:nvGrpSpPr>
        <p:grpSpPr>
          <a:xfrm>
            <a:off x="5727728" y="1306249"/>
            <a:ext cx="363756" cy="361090"/>
            <a:chOff x="-57189125" y="1904850"/>
            <a:chExt cx="320575" cy="318225"/>
          </a:xfrm>
        </p:grpSpPr>
        <p:sp>
          <p:nvSpPr>
            <p:cNvPr id="18211" name="Google Shape;18211;p84"/>
            <p:cNvSpPr/>
            <p:nvPr/>
          </p:nvSpPr>
          <p:spPr>
            <a:xfrm>
              <a:off x="-57073350" y="2072625"/>
              <a:ext cx="18125" cy="17350"/>
            </a:xfrm>
            <a:custGeom>
              <a:rect b="b" l="l" r="r" t="t"/>
              <a:pathLst>
                <a:path extrusionOk="0" h="694" w="725">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2" name="Google Shape;18212;p84"/>
            <p:cNvSpPr/>
            <p:nvPr/>
          </p:nvSpPr>
          <p:spPr>
            <a:xfrm>
              <a:off x="-569985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3" name="Google Shape;18213;p84"/>
            <p:cNvSpPr/>
            <p:nvPr/>
          </p:nvSpPr>
          <p:spPr>
            <a:xfrm>
              <a:off x="-57035550" y="20072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4" name="Google Shape;18214;p84"/>
            <p:cNvSpPr/>
            <p:nvPr/>
          </p:nvSpPr>
          <p:spPr>
            <a:xfrm>
              <a:off x="-57063900" y="2135825"/>
              <a:ext cx="73275" cy="28975"/>
            </a:xfrm>
            <a:custGeom>
              <a:rect b="b" l="l" r="r" t="t"/>
              <a:pathLst>
                <a:path extrusionOk="0" h="1159" w="2931">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5" name="Google Shape;18215;p84"/>
            <p:cNvSpPr/>
            <p:nvPr/>
          </p:nvSpPr>
          <p:spPr>
            <a:xfrm>
              <a:off x="-57189125" y="1904850"/>
              <a:ext cx="320575" cy="318225"/>
            </a:xfrm>
            <a:custGeom>
              <a:rect b="b" l="l" r="r" t="t"/>
              <a:pathLst>
                <a:path extrusionOk="0" h="12729" w="12823">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16" name="Google Shape;18216;p84"/>
          <p:cNvGrpSpPr/>
          <p:nvPr/>
        </p:nvGrpSpPr>
        <p:grpSpPr>
          <a:xfrm>
            <a:off x="5728621" y="1800985"/>
            <a:ext cx="361969" cy="316411"/>
            <a:chOff x="-57187550" y="2314425"/>
            <a:chExt cx="319000" cy="278850"/>
          </a:xfrm>
        </p:grpSpPr>
        <p:sp>
          <p:nvSpPr>
            <p:cNvPr id="18217" name="Google Shape;18217;p84"/>
            <p:cNvSpPr/>
            <p:nvPr/>
          </p:nvSpPr>
          <p:spPr>
            <a:xfrm>
              <a:off x="-57073350" y="2445950"/>
              <a:ext cx="18125" cy="17350"/>
            </a:xfrm>
            <a:custGeom>
              <a:rect b="b" l="l" r="r" t="t"/>
              <a:pathLst>
                <a:path extrusionOk="0" h="694" w="725">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8" name="Google Shape;18218;p84"/>
            <p:cNvSpPr/>
            <p:nvPr/>
          </p:nvSpPr>
          <p:spPr>
            <a:xfrm>
              <a:off x="-56998525" y="24451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9" name="Google Shape;18219;p84"/>
            <p:cNvSpPr/>
            <p:nvPr/>
          </p:nvSpPr>
          <p:spPr>
            <a:xfrm>
              <a:off x="-57063900" y="2508375"/>
              <a:ext cx="73275" cy="29750"/>
            </a:xfrm>
            <a:custGeom>
              <a:rect b="b" l="l" r="r" t="t"/>
              <a:pathLst>
                <a:path extrusionOk="0" h="1190" w="2931">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0" name="Google Shape;18220;p84"/>
            <p:cNvSpPr/>
            <p:nvPr/>
          </p:nvSpPr>
          <p:spPr>
            <a:xfrm>
              <a:off x="-57187550" y="2314425"/>
              <a:ext cx="319000" cy="278850"/>
            </a:xfrm>
            <a:custGeom>
              <a:rect b="b" l="l" r="r" t="t"/>
              <a:pathLst>
                <a:path extrusionOk="0" h="11154" w="1276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21" name="Google Shape;18221;p84"/>
          <p:cNvGrpSpPr/>
          <p:nvPr/>
        </p:nvGrpSpPr>
        <p:grpSpPr>
          <a:xfrm>
            <a:off x="5745585" y="2230534"/>
            <a:ext cx="328042" cy="361771"/>
            <a:chOff x="-57172600" y="2686375"/>
            <a:chExt cx="289100" cy="318825"/>
          </a:xfrm>
        </p:grpSpPr>
        <p:sp>
          <p:nvSpPr>
            <p:cNvPr id="18222" name="Google Shape;18222;p84"/>
            <p:cNvSpPr/>
            <p:nvPr/>
          </p:nvSpPr>
          <p:spPr>
            <a:xfrm>
              <a:off x="-57063900" y="2937625"/>
              <a:ext cx="73275" cy="29750"/>
            </a:xfrm>
            <a:custGeom>
              <a:rect b="b" l="l" r="r" t="t"/>
              <a:pathLst>
                <a:path extrusionOk="0" h="1190" w="2931">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3" name="Google Shape;18223;p84"/>
            <p:cNvSpPr/>
            <p:nvPr/>
          </p:nvSpPr>
          <p:spPr>
            <a:xfrm>
              <a:off x="-57172600" y="2686375"/>
              <a:ext cx="289100" cy="318825"/>
            </a:xfrm>
            <a:custGeom>
              <a:rect b="b" l="l" r="r" t="t"/>
              <a:pathLst>
                <a:path extrusionOk="0" h="12753" w="11564">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24" name="Google Shape;18224;p84"/>
          <p:cNvGrpSpPr/>
          <p:nvPr/>
        </p:nvGrpSpPr>
        <p:grpSpPr>
          <a:xfrm>
            <a:off x="7958434" y="1304461"/>
            <a:ext cx="361090" cy="359303"/>
            <a:chOff x="-55225575" y="1903275"/>
            <a:chExt cx="318225" cy="316650"/>
          </a:xfrm>
        </p:grpSpPr>
        <p:sp>
          <p:nvSpPr>
            <p:cNvPr id="18225" name="Google Shape;18225;p84"/>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6" name="Google Shape;18226;p84"/>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7" name="Google Shape;18227;p84"/>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8" name="Google Shape;18228;p84"/>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9" name="Google Shape;18229;p84"/>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30" name="Google Shape;18230;p84"/>
          <p:cNvGrpSpPr/>
          <p:nvPr/>
        </p:nvGrpSpPr>
        <p:grpSpPr>
          <a:xfrm>
            <a:off x="7969611" y="1780418"/>
            <a:ext cx="338736" cy="359303"/>
            <a:chOff x="-55217700" y="2296300"/>
            <a:chExt cx="298525" cy="316650"/>
          </a:xfrm>
        </p:grpSpPr>
        <p:sp>
          <p:nvSpPr>
            <p:cNvPr id="18231" name="Google Shape;18231;p84"/>
            <p:cNvSpPr/>
            <p:nvPr/>
          </p:nvSpPr>
          <p:spPr>
            <a:xfrm>
              <a:off x="-55105075" y="242627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2" name="Google Shape;18232;p84"/>
            <p:cNvSpPr/>
            <p:nvPr/>
          </p:nvSpPr>
          <p:spPr>
            <a:xfrm>
              <a:off x="-55030250" y="24262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3" name="Google Shape;18233;p84"/>
            <p:cNvSpPr/>
            <p:nvPr/>
          </p:nvSpPr>
          <p:spPr>
            <a:xfrm>
              <a:off x="-55095625" y="2488675"/>
              <a:ext cx="73275" cy="29775"/>
            </a:xfrm>
            <a:custGeom>
              <a:rect b="b" l="l" r="r" t="t"/>
              <a:pathLst>
                <a:path extrusionOk="0" h="1191" w="2931">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4" name="Google Shape;18234;p84"/>
            <p:cNvSpPr/>
            <p:nvPr/>
          </p:nvSpPr>
          <p:spPr>
            <a:xfrm>
              <a:off x="-55217700" y="2296300"/>
              <a:ext cx="298525" cy="316650"/>
            </a:xfrm>
            <a:custGeom>
              <a:rect b="b" l="l" r="r" t="t"/>
              <a:pathLst>
                <a:path extrusionOk="0" h="12666" w="11941">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35" name="Google Shape;18235;p84"/>
          <p:cNvGrpSpPr/>
          <p:nvPr/>
        </p:nvGrpSpPr>
        <p:grpSpPr>
          <a:xfrm>
            <a:off x="7957541" y="2233002"/>
            <a:ext cx="362877" cy="359303"/>
            <a:chOff x="-55229525" y="2688550"/>
            <a:chExt cx="319800" cy="316650"/>
          </a:xfrm>
        </p:grpSpPr>
        <p:sp>
          <p:nvSpPr>
            <p:cNvPr id="18236" name="Google Shape;18236;p84"/>
            <p:cNvSpPr/>
            <p:nvPr/>
          </p:nvSpPr>
          <p:spPr>
            <a:xfrm>
              <a:off x="-55104275" y="2919525"/>
              <a:ext cx="72475" cy="28950"/>
            </a:xfrm>
            <a:custGeom>
              <a:rect b="b" l="l" r="r" t="t"/>
              <a:pathLst>
                <a:path extrusionOk="0" h="1158" w="2899">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7" name="Google Shape;18237;p84"/>
            <p:cNvSpPr/>
            <p:nvPr/>
          </p:nvSpPr>
          <p:spPr>
            <a:xfrm>
              <a:off x="-55039700" y="2856300"/>
              <a:ext cx="18125" cy="17350"/>
            </a:xfrm>
            <a:custGeom>
              <a:rect b="b" l="l" r="r" t="t"/>
              <a:pathLst>
                <a:path extrusionOk="0" h="694" w="725">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8" name="Google Shape;18238;p84"/>
            <p:cNvSpPr/>
            <p:nvPr/>
          </p:nvSpPr>
          <p:spPr>
            <a:xfrm>
              <a:off x="-55113750" y="2856300"/>
              <a:ext cx="17350" cy="17350"/>
            </a:xfrm>
            <a:custGeom>
              <a:rect b="b" l="l" r="r" t="t"/>
              <a:pathLst>
                <a:path extrusionOk="0" h="694" w="694">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9" name="Google Shape;18239;p84"/>
            <p:cNvSpPr/>
            <p:nvPr/>
          </p:nvSpPr>
          <p:spPr>
            <a:xfrm>
              <a:off x="-55229525" y="2688550"/>
              <a:ext cx="319800" cy="316650"/>
            </a:xfrm>
            <a:custGeom>
              <a:rect b="b" l="l" r="r" t="t"/>
              <a:pathLst>
                <a:path extrusionOk="0" h="12666" w="12792">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40" name="Google Shape;18240;p84"/>
          <p:cNvGrpSpPr/>
          <p:nvPr/>
        </p:nvGrpSpPr>
        <p:grpSpPr>
          <a:xfrm>
            <a:off x="6653760" y="2684124"/>
            <a:ext cx="338765" cy="361090"/>
            <a:chOff x="-53288825" y="1903275"/>
            <a:chExt cx="298550" cy="318225"/>
          </a:xfrm>
        </p:grpSpPr>
        <p:sp>
          <p:nvSpPr>
            <p:cNvPr id="18241" name="Google Shape;18241;p84"/>
            <p:cNvSpPr/>
            <p:nvPr/>
          </p:nvSpPr>
          <p:spPr>
            <a:xfrm>
              <a:off x="-53214000" y="2052925"/>
              <a:ext cx="18150" cy="17350"/>
            </a:xfrm>
            <a:custGeom>
              <a:rect b="b" l="l" r="r" t="t"/>
              <a:pathLst>
                <a:path extrusionOk="0" h="694" w="726">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2" name="Google Shape;18242;p84"/>
            <p:cNvSpPr/>
            <p:nvPr/>
          </p:nvSpPr>
          <p:spPr>
            <a:xfrm>
              <a:off x="-53139175" y="205292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3" name="Google Shape;18243;p84"/>
            <p:cNvSpPr/>
            <p:nvPr/>
          </p:nvSpPr>
          <p:spPr>
            <a:xfrm>
              <a:off x="-53288825" y="1903275"/>
              <a:ext cx="298550" cy="318225"/>
            </a:xfrm>
            <a:custGeom>
              <a:rect b="b" l="l" r="r" t="t"/>
              <a:pathLst>
                <a:path extrusionOk="0" h="12729" w="11942">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44" name="Google Shape;18244;p84"/>
          <p:cNvGrpSpPr/>
          <p:nvPr/>
        </p:nvGrpSpPr>
        <p:grpSpPr>
          <a:xfrm>
            <a:off x="6642143" y="3135800"/>
            <a:ext cx="361998" cy="361090"/>
            <a:chOff x="-53299850" y="2294725"/>
            <a:chExt cx="319025" cy="318225"/>
          </a:xfrm>
        </p:grpSpPr>
        <p:sp>
          <p:nvSpPr>
            <p:cNvPr id="18245" name="Google Shape;18245;p84"/>
            <p:cNvSpPr/>
            <p:nvPr/>
          </p:nvSpPr>
          <p:spPr>
            <a:xfrm>
              <a:off x="-53175400" y="2526500"/>
              <a:ext cx="72475" cy="29750"/>
            </a:xfrm>
            <a:custGeom>
              <a:rect b="b" l="l" r="r" t="t"/>
              <a:pathLst>
                <a:path extrusionOk="0" h="1190" w="2899">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6" name="Google Shape;18246;p84"/>
            <p:cNvSpPr/>
            <p:nvPr/>
          </p:nvSpPr>
          <p:spPr>
            <a:xfrm>
              <a:off x="-53299850" y="2294725"/>
              <a:ext cx="319025" cy="318225"/>
            </a:xfrm>
            <a:custGeom>
              <a:rect b="b" l="l" r="r" t="t"/>
              <a:pathLst>
                <a:path extrusionOk="0" h="12729" w="12761">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47" name="Google Shape;18247;p84"/>
          <p:cNvGrpSpPr/>
          <p:nvPr/>
        </p:nvGrpSpPr>
        <p:grpSpPr>
          <a:xfrm>
            <a:off x="6664936" y="3604259"/>
            <a:ext cx="316411" cy="360211"/>
            <a:chOff x="-53278575" y="2687750"/>
            <a:chExt cx="278850" cy="317450"/>
          </a:xfrm>
        </p:grpSpPr>
        <p:sp>
          <p:nvSpPr>
            <p:cNvPr id="18248" name="Google Shape;18248;p84"/>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9" name="Google Shape;18249;p84"/>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0" name="Google Shape;18250;p84"/>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1" name="Google Shape;18251;p84"/>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52" name="Google Shape;18252;p84"/>
          <p:cNvGrpSpPr/>
          <p:nvPr/>
        </p:nvGrpSpPr>
        <p:grpSpPr>
          <a:xfrm>
            <a:off x="7986330" y="3603947"/>
            <a:ext cx="361998" cy="362310"/>
            <a:chOff x="-52101875" y="2687475"/>
            <a:chExt cx="319025" cy="319300"/>
          </a:xfrm>
        </p:grpSpPr>
        <p:sp>
          <p:nvSpPr>
            <p:cNvPr id="18253" name="Google Shape;18253;p84"/>
            <p:cNvSpPr/>
            <p:nvPr/>
          </p:nvSpPr>
          <p:spPr>
            <a:xfrm>
              <a:off x="-519782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4" name="Google Shape;18254;p84"/>
            <p:cNvSpPr/>
            <p:nvPr/>
          </p:nvSpPr>
          <p:spPr>
            <a:xfrm>
              <a:off x="-51988450" y="2857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5" name="Google Shape;18255;p84"/>
            <p:cNvSpPr/>
            <p:nvPr/>
          </p:nvSpPr>
          <p:spPr>
            <a:xfrm>
              <a:off x="-51913625" y="28571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6" name="Google Shape;18256;p84"/>
            <p:cNvSpPr/>
            <p:nvPr/>
          </p:nvSpPr>
          <p:spPr>
            <a:xfrm>
              <a:off x="-52101875" y="2687475"/>
              <a:ext cx="319025" cy="319300"/>
            </a:xfrm>
            <a:custGeom>
              <a:rect b="b" l="l" r="r" t="t"/>
              <a:pathLst>
                <a:path extrusionOk="0" h="12772" w="12761">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57" name="Google Shape;18257;p84"/>
          <p:cNvGrpSpPr/>
          <p:nvPr/>
        </p:nvGrpSpPr>
        <p:grpSpPr>
          <a:xfrm>
            <a:off x="6201079" y="1305369"/>
            <a:ext cx="317290" cy="361090"/>
            <a:chOff x="-56774050" y="1904075"/>
            <a:chExt cx="279625" cy="318225"/>
          </a:xfrm>
        </p:grpSpPr>
        <p:sp>
          <p:nvSpPr>
            <p:cNvPr id="18258" name="Google Shape;18258;p84"/>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9" name="Google Shape;18259;p84"/>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60" name="Google Shape;18260;p84"/>
          <p:cNvGrpSpPr/>
          <p:nvPr/>
        </p:nvGrpSpPr>
        <p:grpSpPr>
          <a:xfrm>
            <a:off x="6201079" y="1778631"/>
            <a:ext cx="317290" cy="361090"/>
            <a:chOff x="-56774850" y="2294725"/>
            <a:chExt cx="279625" cy="318225"/>
          </a:xfrm>
        </p:grpSpPr>
        <p:sp>
          <p:nvSpPr>
            <p:cNvPr id="18261" name="Google Shape;18261;p84"/>
            <p:cNvSpPr/>
            <p:nvPr/>
          </p:nvSpPr>
          <p:spPr>
            <a:xfrm>
              <a:off x="-56681100"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2" name="Google Shape;18262;p84"/>
            <p:cNvSpPr/>
            <p:nvPr/>
          </p:nvSpPr>
          <p:spPr>
            <a:xfrm>
              <a:off x="-56606275"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3" name="Google Shape;18263;p84"/>
            <p:cNvSpPr/>
            <p:nvPr/>
          </p:nvSpPr>
          <p:spPr>
            <a:xfrm>
              <a:off x="-56774850" y="2294725"/>
              <a:ext cx="279625" cy="318225"/>
            </a:xfrm>
            <a:custGeom>
              <a:rect b="b" l="l" r="r" t="t"/>
              <a:pathLst>
                <a:path extrusionOk="0" h="12729" w="11185">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64" name="Google Shape;18264;p84"/>
          <p:cNvGrpSpPr/>
          <p:nvPr/>
        </p:nvGrpSpPr>
        <p:grpSpPr>
          <a:xfrm>
            <a:off x="6222086" y="2231215"/>
            <a:ext cx="275278" cy="360182"/>
            <a:chOff x="-56756725" y="2686975"/>
            <a:chExt cx="242600" cy="317425"/>
          </a:xfrm>
        </p:grpSpPr>
        <p:sp>
          <p:nvSpPr>
            <p:cNvPr id="18265" name="Google Shape;18265;p84"/>
            <p:cNvSpPr/>
            <p:nvPr/>
          </p:nvSpPr>
          <p:spPr>
            <a:xfrm>
              <a:off x="-5668110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6" name="Google Shape;18266;p84"/>
            <p:cNvSpPr/>
            <p:nvPr/>
          </p:nvSpPr>
          <p:spPr>
            <a:xfrm>
              <a:off x="-566062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7" name="Google Shape;18267;p84"/>
            <p:cNvSpPr/>
            <p:nvPr/>
          </p:nvSpPr>
          <p:spPr>
            <a:xfrm>
              <a:off x="-56756725" y="2686975"/>
              <a:ext cx="242600" cy="317425"/>
            </a:xfrm>
            <a:custGeom>
              <a:rect b="b" l="l" r="r" t="t"/>
              <a:pathLst>
                <a:path extrusionOk="0" h="12697" w="9704">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68" name="Google Shape;18268;p84"/>
          <p:cNvGrpSpPr/>
          <p:nvPr/>
        </p:nvGrpSpPr>
        <p:grpSpPr>
          <a:xfrm>
            <a:off x="4870518" y="2684124"/>
            <a:ext cx="337346" cy="361998"/>
            <a:chOff x="-54826975" y="1903275"/>
            <a:chExt cx="297300" cy="319025"/>
          </a:xfrm>
        </p:grpSpPr>
        <p:sp>
          <p:nvSpPr>
            <p:cNvPr id="18269" name="Google Shape;18269;p84"/>
            <p:cNvSpPr/>
            <p:nvPr/>
          </p:nvSpPr>
          <p:spPr>
            <a:xfrm>
              <a:off x="-54712850" y="2135825"/>
              <a:ext cx="73275" cy="28975"/>
            </a:xfrm>
            <a:custGeom>
              <a:rect b="b" l="l" r="r" t="t"/>
              <a:pathLst>
                <a:path extrusionOk="0" h="1159" w="2931">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0" name="Google Shape;18270;p84"/>
            <p:cNvSpPr/>
            <p:nvPr/>
          </p:nvSpPr>
          <p:spPr>
            <a:xfrm>
              <a:off x="-54826975" y="1903275"/>
              <a:ext cx="297300" cy="319025"/>
            </a:xfrm>
            <a:custGeom>
              <a:rect b="b" l="l" r="r" t="t"/>
              <a:pathLst>
                <a:path extrusionOk="0" h="12761" w="11892">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1" name="Google Shape;18271;p84"/>
            <p:cNvSpPr/>
            <p:nvPr/>
          </p:nvSpPr>
          <p:spPr>
            <a:xfrm>
              <a:off x="-54722300" y="1997800"/>
              <a:ext cx="92175" cy="17350"/>
            </a:xfrm>
            <a:custGeom>
              <a:rect b="b" l="l" r="r" t="t"/>
              <a:pathLst>
                <a:path extrusionOk="0" h="694" w="3687">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72" name="Google Shape;18272;p84"/>
          <p:cNvGrpSpPr/>
          <p:nvPr/>
        </p:nvGrpSpPr>
        <p:grpSpPr>
          <a:xfrm>
            <a:off x="4858206" y="3137587"/>
            <a:ext cx="361969" cy="359274"/>
            <a:chOff x="-54836500" y="2296300"/>
            <a:chExt cx="319000" cy="316625"/>
          </a:xfrm>
        </p:grpSpPr>
        <p:sp>
          <p:nvSpPr>
            <p:cNvPr id="18273" name="Google Shape;18273;p84"/>
            <p:cNvSpPr/>
            <p:nvPr/>
          </p:nvSpPr>
          <p:spPr>
            <a:xfrm>
              <a:off x="-54722300" y="244595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4" name="Google Shape;18274;p84"/>
            <p:cNvSpPr/>
            <p:nvPr/>
          </p:nvSpPr>
          <p:spPr>
            <a:xfrm>
              <a:off x="-54647475" y="244595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5" name="Google Shape;18275;p84"/>
            <p:cNvSpPr/>
            <p:nvPr/>
          </p:nvSpPr>
          <p:spPr>
            <a:xfrm>
              <a:off x="-54712850" y="2508375"/>
              <a:ext cx="73275" cy="29750"/>
            </a:xfrm>
            <a:custGeom>
              <a:rect b="b" l="l" r="r" t="t"/>
              <a:pathLst>
                <a:path extrusionOk="0" h="1190" w="2931">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6" name="Google Shape;18276;p84"/>
            <p:cNvSpPr/>
            <p:nvPr/>
          </p:nvSpPr>
          <p:spPr>
            <a:xfrm>
              <a:off x="-54836500" y="2296300"/>
              <a:ext cx="319000" cy="316625"/>
            </a:xfrm>
            <a:custGeom>
              <a:rect b="b" l="l" r="r" t="t"/>
              <a:pathLst>
                <a:path extrusionOk="0" h="12665" w="1276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77" name="Google Shape;18277;p84"/>
          <p:cNvGrpSpPr/>
          <p:nvPr/>
        </p:nvGrpSpPr>
        <p:grpSpPr>
          <a:xfrm>
            <a:off x="4879652" y="3604259"/>
            <a:ext cx="319078" cy="361090"/>
            <a:chOff x="-54817600" y="2687750"/>
            <a:chExt cx="281200" cy="318225"/>
          </a:xfrm>
        </p:grpSpPr>
        <p:sp>
          <p:nvSpPr>
            <p:cNvPr id="18278" name="Google Shape;18278;p84"/>
            <p:cNvSpPr/>
            <p:nvPr/>
          </p:nvSpPr>
          <p:spPr>
            <a:xfrm>
              <a:off x="-54712850" y="2919525"/>
              <a:ext cx="73275" cy="28950"/>
            </a:xfrm>
            <a:custGeom>
              <a:rect b="b" l="l" r="r" t="t"/>
              <a:pathLst>
                <a:path extrusionOk="0" h="1158" w="2931">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9" name="Google Shape;18279;p84"/>
            <p:cNvSpPr/>
            <p:nvPr/>
          </p:nvSpPr>
          <p:spPr>
            <a:xfrm>
              <a:off x="-54722300" y="285630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0" name="Google Shape;18280;p84"/>
            <p:cNvSpPr/>
            <p:nvPr/>
          </p:nvSpPr>
          <p:spPr>
            <a:xfrm>
              <a:off x="-54647475" y="28563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1" name="Google Shape;18281;p84"/>
            <p:cNvSpPr/>
            <p:nvPr/>
          </p:nvSpPr>
          <p:spPr>
            <a:xfrm>
              <a:off x="-54817600" y="2687750"/>
              <a:ext cx="281200" cy="318225"/>
            </a:xfrm>
            <a:custGeom>
              <a:rect b="b" l="l" r="r" t="t"/>
              <a:pathLst>
                <a:path extrusionOk="0" h="12729" w="11248">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82" name="Google Shape;18282;p84"/>
          <p:cNvGrpSpPr/>
          <p:nvPr/>
        </p:nvGrpSpPr>
        <p:grpSpPr>
          <a:xfrm>
            <a:off x="7110476" y="2684124"/>
            <a:ext cx="317290" cy="359303"/>
            <a:chOff x="-52887125" y="1903275"/>
            <a:chExt cx="279625" cy="316650"/>
          </a:xfrm>
        </p:grpSpPr>
        <p:sp>
          <p:nvSpPr>
            <p:cNvPr id="18283" name="Google Shape;18283;p84"/>
            <p:cNvSpPr/>
            <p:nvPr/>
          </p:nvSpPr>
          <p:spPr>
            <a:xfrm>
              <a:off x="-52783950" y="2135825"/>
              <a:ext cx="73275" cy="28975"/>
            </a:xfrm>
            <a:custGeom>
              <a:rect b="b" l="l" r="r" t="t"/>
              <a:pathLst>
                <a:path extrusionOk="0" h="1159" w="2931">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4" name="Google Shape;18284;p84"/>
            <p:cNvSpPr/>
            <p:nvPr/>
          </p:nvSpPr>
          <p:spPr>
            <a:xfrm>
              <a:off x="-52887125" y="1903275"/>
              <a:ext cx="279625" cy="316650"/>
            </a:xfrm>
            <a:custGeom>
              <a:rect b="b" l="l" r="r" t="t"/>
              <a:pathLst>
                <a:path extrusionOk="0" h="12666" w="11185">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85" name="Google Shape;18285;p84"/>
          <p:cNvGrpSpPr/>
          <p:nvPr/>
        </p:nvGrpSpPr>
        <p:grpSpPr>
          <a:xfrm>
            <a:off x="7089030" y="3134920"/>
            <a:ext cx="360182" cy="361969"/>
            <a:chOff x="-52906025" y="2293950"/>
            <a:chExt cx="317425" cy="319000"/>
          </a:xfrm>
        </p:grpSpPr>
        <p:sp>
          <p:nvSpPr>
            <p:cNvPr id="18286" name="Google Shape;18286;p84"/>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7" name="Google Shape;18287;p84"/>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8" name="Google Shape;18288;p84"/>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89" name="Google Shape;18289;p84"/>
          <p:cNvGrpSpPr/>
          <p:nvPr/>
        </p:nvGrpSpPr>
        <p:grpSpPr>
          <a:xfrm>
            <a:off x="7110476" y="3603379"/>
            <a:ext cx="317290" cy="361090"/>
            <a:chOff x="-52887125" y="2686975"/>
            <a:chExt cx="279625" cy="318225"/>
          </a:xfrm>
        </p:grpSpPr>
        <p:sp>
          <p:nvSpPr>
            <p:cNvPr id="18290" name="Google Shape;18290;p84"/>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1" name="Google Shape;18291;p84"/>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2" name="Google Shape;18292;p84"/>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3" name="Google Shape;18293;p84"/>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94" name="Google Shape;18294;p84"/>
          <p:cNvGrpSpPr/>
          <p:nvPr/>
        </p:nvGrpSpPr>
        <p:grpSpPr>
          <a:xfrm>
            <a:off x="6220848" y="4062998"/>
            <a:ext cx="318170" cy="359303"/>
            <a:chOff x="-51722225" y="1915100"/>
            <a:chExt cx="280400" cy="316650"/>
          </a:xfrm>
        </p:grpSpPr>
        <p:sp>
          <p:nvSpPr>
            <p:cNvPr id="18295" name="Google Shape;18295;p84"/>
            <p:cNvSpPr/>
            <p:nvPr/>
          </p:nvSpPr>
          <p:spPr>
            <a:xfrm>
              <a:off x="-51618275" y="2146075"/>
              <a:ext cx="73275" cy="29750"/>
            </a:xfrm>
            <a:custGeom>
              <a:rect b="b" l="l" r="r" t="t"/>
              <a:pathLst>
                <a:path extrusionOk="0" h="1190" w="2931">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6" name="Google Shape;18296;p84"/>
            <p:cNvSpPr/>
            <p:nvPr/>
          </p:nvSpPr>
          <p:spPr>
            <a:xfrm>
              <a:off x="-51627725"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7" name="Google Shape;18297;p84"/>
            <p:cNvSpPr/>
            <p:nvPr/>
          </p:nvSpPr>
          <p:spPr>
            <a:xfrm>
              <a:off x="-51552900"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8" name="Google Shape;18298;p84"/>
            <p:cNvSpPr/>
            <p:nvPr/>
          </p:nvSpPr>
          <p:spPr>
            <a:xfrm>
              <a:off x="-51722225" y="1915100"/>
              <a:ext cx="280400" cy="316650"/>
            </a:xfrm>
            <a:custGeom>
              <a:rect b="b" l="l" r="r" t="t"/>
              <a:pathLst>
                <a:path extrusionOk="0" h="12666" w="11216">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99" name="Google Shape;18299;p84"/>
          <p:cNvGrpSpPr/>
          <p:nvPr/>
        </p:nvGrpSpPr>
        <p:grpSpPr>
          <a:xfrm>
            <a:off x="6616678" y="1303695"/>
            <a:ext cx="370905" cy="360976"/>
            <a:chOff x="-56407800" y="1902600"/>
            <a:chExt cx="326875" cy="318125"/>
          </a:xfrm>
        </p:grpSpPr>
        <p:sp>
          <p:nvSpPr>
            <p:cNvPr id="18300" name="Google Shape;18300;p84"/>
            <p:cNvSpPr/>
            <p:nvPr/>
          </p:nvSpPr>
          <p:spPr>
            <a:xfrm>
              <a:off x="-562896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1" name="Google Shape;18301;p84"/>
            <p:cNvSpPr/>
            <p:nvPr/>
          </p:nvSpPr>
          <p:spPr>
            <a:xfrm>
              <a:off x="-562156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2" name="Google Shape;18302;p84"/>
            <p:cNvSpPr/>
            <p:nvPr/>
          </p:nvSpPr>
          <p:spPr>
            <a:xfrm>
              <a:off x="-56407800" y="1902600"/>
              <a:ext cx="326875" cy="318125"/>
            </a:xfrm>
            <a:custGeom>
              <a:rect b="b" l="l" r="r" t="t"/>
              <a:pathLst>
                <a:path extrusionOk="0" h="12725" w="13075">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03" name="Google Shape;18303;p84"/>
          <p:cNvGrpSpPr/>
          <p:nvPr/>
        </p:nvGrpSpPr>
        <p:grpSpPr>
          <a:xfrm>
            <a:off x="6622479" y="1790262"/>
            <a:ext cx="359303" cy="338736"/>
            <a:chOff x="-56401500" y="2304975"/>
            <a:chExt cx="316650" cy="298525"/>
          </a:xfrm>
        </p:grpSpPr>
        <p:sp>
          <p:nvSpPr>
            <p:cNvPr id="18304" name="Google Shape;18304;p84"/>
            <p:cNvSpPr/>
            <p:nvPr/>
          </p:nvSpPr>
          <p:spPr>
            <a:xfrm>
              <a:off x="-56289650" y="2436500"/>
              <a:ext cx="17325" cy="18150"/>
            </a:xfrm>
            <a:custGeom>
              <a:rect b="b" l="l" r="r" t="t"/>
              <a:pathLst>
                <a:path extrusionOk="0" h="726" w="693">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5" name="Google Shape;18305;p84"/>
            <p:cNvSpPr/>
            <p:nvPr/>
          </p:nvSpPr>
          <p:spPr>
            <a:xfrm>
              <a:off x="-56215625" y="243650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6" name="Google Shape;18306;p84"/>
            <p:cNvSpPr/>
            <p:nvPr/>
          </p:nvSpPr>
          <p:spPr>
            <a:xfrm>
              <a:off x="-56280200" y="2499700"/>
              <a:ext cx="73250" cy="29775"/>
            </a:xfrm>
            <a:custGeom>
              <a:rect b="b" l="l" r="r" t="t"/>
              <a:pathLst>
                <a:path extrusionOk="0" h="1191" w="293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7" name="Google Shape;18307;p84"/>
            <p:cNvSpPr/>
            <p:nvPr/>
          </p:nvSpPr>
          <p:spPr>
            <a:xfrm>
              <a:off x="-56401500" y="2304975"/>
              <a:ext cx="316650" cy="298525"/>
            </a:xfrm>
            <a:custGeom>
              <a:rect b="b" l="l" r="r" t="t"/>
              <a:pathLst>
                <a:path extrusionOk="0" h="11941" w="12666">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08" name="Google Shape;18308;p84"/>
          <p:cNvGrpSpPr/>
          <p:nvPr/>
        </p:nvGrpSpPr>
        <p:grpSpPr>
          <a:xfrm>
            <a:off x="5328863" y="2682337"/>
            <a:ext cx="319985" cy="361090"/>
            <a:chOff x="-54426150" y="1901700"/>
            <a:chExt cx="282000" cy="318225"/>
          </a:xfrm>
        </p:grpSpPr>
        <p:sp>
          <p:nvSpPr>
            <p:cNvPr id="18309" name="Google Shape;18309;p84"/>
            <p:cNvSpPr/>
            <p:nvPr/>
          </p:nvSpPr>
          <p:spPr>
            <a:xfrm>
              <a:off x="-54330850" y="2072625"/>
              <a:ext cx="18150" cy="17350"/>
            </a:xfrm>
            <a:custGeom>
              <a:rect b="b" l="l" r="r" t="t"/>
              <a:pathLst>
                <a:path extrusionOk="0" h="694" w="726">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0" name="Google Shape;18310;p84"/>
            <p:cNvSpPr/>
            <p:nvPr/>
          </p:nvSpPr>
          <p:spPr>
            <a:xfrm>
              <a:off x="-54256800" y="2072625"/>
              <a:ext cx="18125" cy="17350"/>
            </a:xfrm>
            <a:custGeom>
              <a:rect b="b" l="l" r="r" t="t"/>
              <a:pathLst>
                <a:path extrusionOk="0" h="694" w="725">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1" name="Google Shape;18311;p84"/>
            <p:cNvSpPr/>
            <p:nvPr/>
          </p:nvSpPr>
          <p:spPr>
            <a:xfrm>
              <a:off x="-54320600" y="2135825"/>
              <a:ext cx="72475" cy="28975"/>
            </a:xfrm>
            <a:custGeom>
              <a:rect b="b" l="l" r="r" t="t"/>
              <a:pathLst>
                <a:path extrusionOk="0" h="1159" w="2899">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2" name="Google Shape;18312;p84"/>
            <p:cNvSpPr/>
            <p:nvPr/>
          </p:nvSpPr>
          <p:spPr>
            <a:xfrm>
              <a:off x="-54426150" y="1901700"/>
              <a:ext cx="282000" cy="318225"/>
            </a:xfrm>
            <a:custGeom>
              <a:rect b="b" l="l" r="r" t="t"/>
              <a:pathLst>
                <a:path extrusionOk="0" h="12729" w="1128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13" name="Google Shape;18313;p84"/>
          <p:cNvGrpSpPr/>
          <p:nvPr/>
        </p:nvGrpSpPr>
        <p:grpSpPr>
          <a:xfrm>
            <a:off x="5328863" y="3135800"/>
            <a:ext cx="319985" cy="361998"/>
            <a:chOff x="-54426150" y="2294725"/>
            <a:chExt cx="282000" cy="319025"/>
          </a:xfrm>
        </p:grpSpPr>
        <p:sp>
          <p:nvSpPr>
            <p:cNvPr id="18314" name="Google Shape;18314;p84"/>
            <p:cNvSpPr/>
            <p:nvPr/>
          </p:nvSpPr>
          <p:spPr>
            <a:xfrm>
              <a:off x="-54320600" y="2527275"/>
              <a:ext cx="72475" cy="29750"/>
            </a:xfrm>
            <a:custGeom>
              <a:rect b="b" l="l" r="r" t="t"/>
              <a:pathLst>
                <a:path extrusionOk="0" h="1190" w="2899">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5" name="Google Shape;18315;p84"/>
            <p:cNvSpPr/>
            <p:nvPr/>
          </p:nvSpPr>
          <p:spPr>
            <a:xfrm>
              <a:off x="-54330850" y="2464075"/>
              <a:ext cx="18150" cy="18125"/>
            </a:xfrm>
            <a:custGeom>
              <a:rect b="b" l="l" r="r" t="t"/>
              <a:pathLst>
                <a:path extrusionOk="0" h="725" w="726">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6" name="Google Shape;18316;p84"/>
            <p:cNvSpPr/>
            <p:nvPr/>
          </p:nvSpPr>
          <p:spPr>
            <a:xfrm>
              <a:off x="-54256800" y="2464075"/>
              <a:ext cx="18125" cy="18125"/>
            </a:xfrm>
            <a:custGeom>
              <a:rect b="b" l="l" r="r" t="t"/>
              <a:pathLst>
                <a:path extrusionOk="0" h="725" w="725">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7" name="Google Shape;18317;p84"/>
            <p:cNvSpPr/>
            <p:nvPr/>
          </p:nvSpPr>
          <p:spPr>
            <a:xfrm>
              <a:off x="-54426150" y="2294725"/>
              <a:ext cx="282000" cy="319025"/>
            </a:xfrm>
            <a:custGeom>
              <a:rect b="b" l="l" r="r" t="t"/>
              <a:pathLst>
                <a:path extrusionOk="0" h="12761" w="1128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8" name="Google Shape;18318;p84"/>
            <p:cNvSpPr/>
            <p:nvPr/>
          </p:nvSpPr>
          <p:spPr>
            <a:xfrm>
              <a:off x="-54312725" y="2334125"/>
              <a:ext cx="54375" cy="53575"/>
            </a:xfrm>
            <a:custGeom>
              <a:rect b="b" l="l" r="r" t="t"/>
              <a:pathLst>
                <a:path extrusionOk="0" h="2143" w="2175">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19" name="Google Shape;18319;p84"/>
          <p:cNvGrpSpPr/>
          <p:nvPr/>
        </p:nvGrpSpPr>
        <p:grpSpPr>
          <a:xfrm>
            <a:off x="5327076" y="3603379"/>
            <a:ext cx="323560" cy="361969"/>
            <a:chOff x="-54427725" y="2686975"/>
            <a:chExt cx="285150" cy="319000"/>
          </a:xfrm>
        </p:grpSpPr>
        <p:sp>
          <p:nvSpPr>
            <p:cNvPr id="18320" name="Google Shape;18320;p84"/>
            <p:cNvSpPr/>
            <p:nvPr/>
          </p:nvSpPr>
          <p:spPr>
            <a:xfrm>
              <a:off x="-54320600" y="2919525"/>
              <a:ext cx="72475" cy="28950"/>
            </a:xfrm>
            <a:custGeom>
              <a:rect b="b" l="l" r="r" t="t"/>
              <a:pathLst>
                <a:path extrusionOk="0" h="1158" w="2899">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1" name="Google Shape;18321;p84"/>
            <p:cNvSpPr/>
            <p:nvPr/>
          </p:nvSpPr>
          <p:spPr>
            <a:xfrm>
              <a:off x="-54256800" y="28563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2" name="Google Shape;18322;p84"/>
            <p:cNvSpPr/>
            <p:nvPr/>
          </p:nvSpPr>
          <p:spPr>
            <a:xfrm>
              <a:off x="-54330850" y="2856300"/>
              <a:ext cx="18150" cy="17350"/>
            </a:xfrm>
            <a:custGeom>
              <a:rect b="b" l="l" r="r" t="t"/>
              <a:pathLst>
                <a:path extrusionOk="0" h="694" w="726">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3" name="Google Shape;18323;p84"/>
            <p:cNvSpPr/>
            <p:nvPr/>
          </p:nvSpPr>
          <p:spPr>
            <a:xfrm>
              <a:off x="-54427725" y="2686975"/>
              <a:ext cx="285150" cy="319000"/>
            </a:xfrm>
            <a:custGeom>
              <a:rect b="b" l="l" r="r" t="t"/>
              <a:pathLst>
                <a:path extrusionOk="0" h="12760" w="11406">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4" name="Google Shape;18324;p84"/>
            <p:cNvSpPr/>
            <p:nvPr/>
          </p:nvSpPr>
          <p:spPr>
            <a:xfrm>
              <a:off x="-54330850" y="2717875"/>
              <a:ext cx="93750" cy="85425"/>
            </a:xfrm>
            <a:custGeom>
              <a:rect b="b" l="l" r="r" t="t"/>
              <a:pathLst>
                <a:path extrusionOk="0" h="3417" w="375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25" name="Google Shape;18325;p84"/>
          <p:cNvGrpSpPr/>
          <p:nvPr/>
        </p:nvGrpSpPr>
        <p:grpSpPr>
          <a:xfrm>
            <a:off x="7533634" y="2684351"/>
            <a:ext cx="359303" cy="359984"/>
            <a:chOff x="-52513800" y="1903475"/>
            <a:chExt cx="316650" cy="317250"/>
          </a:xfrm>
        </p:grpSpPr>
        <p:sp>
          <p:nvSpPr>
            <p:cNvPr id="18326" name="Google Shape;18326;p84"/>
            <p:cNvSpPr/>
            <p:nvPr/>
          </p:nvSpPr>
          <p:spPr>
            <a:xfrm>
              <a:off x="-52391700" y="2135825"/>
              <a:ext cx="72475" cy="28975"/>
            </a:xfrm>
            <a:custGeom>
              <a:rect b="b" l="l" r="r" t="t"/>
              <a:pathLst>
                <a:path extrusionOk="0" h="1159" w="2899">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7" name="Google Shape;18327;p84"/>
            <p:cNvSpPr/>
            <p:nvPr/>
          </p:nvSpPr>
          <p:spPr>
            <a:xfrm>
              <a:off x="-52513800" y="1903475"/>
              <a:ext cx="316650" cy="317250"/>
            </a:xfrm>
            <a:custGeom>
              <a:rect b="b" l="l" r="r" t="t"/>
              <a:pathLst>
                <a:path extrusionOk="0" h="12690" w="12666">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28" name="Google Shape;18328;p84"/>
          <p:cNvGrpSpPr/>
          <p:nvPr/>
        </p:nvGrpSpPr>
        <p:grpSpPr>
          <a:xfrm>
            <a:off x="7543464" y="3136708"/>
            <a:ext cx="339644" cy="360182"/>
            <a:chOff x="-52505925" y="2295525"/>
            <a:chExt cx="299325" cy="317425"/>
          </a:xfrm>
        </p:grpSpPr>
        <p:sp>
          <p:nvSpPr>
            <p:cNvPr id="18329" name="Google Shape;18329;p84"/>
            <p:cNvSpPr/>
            <p:nvPr/>
          </p:nvSpPr>
          <p:spPr>
            <a:xfrm>
              <a:off x="-52401950" y="2526500"/>
              <a:ext cx="73275" cy="29750"/>
            </a:xfrm>
            <a:custGeom>
              <a:rect b="b" l="l" r="r" t="t"/>
              <a:pathLst>
                <a:path extrusionOk="0" h="1190" w="2931">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0" name="Google Shape;18330;p84"/>
            <p:cNvSpPr/>
            <p:nvPr/>
          </p:nvSpPr>
          <p:spPr>
            <a:xfrm>
              <a:off x="-52411400"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1" name="Google Shape;18331;p84"/>
            <p:cNvSpPr/>
            <p:nvPr/>
          </p:nvSpPr>
          <p:spPr>
            <a:xfrm>
              <a:off x="-5233657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2" name="Google Shape;18332;p84"/>
            <p:cNvSpPr/>
            <p:nvPr/>
          </p:nvSpPr>
          <p:spPr>
            <a:xfrm>
              <a:off x="-52505925" y="2295525"/>
              <a:ext cx="299325" cy="317425"/>
            </a:xfrm>
            <a:custGeom>
              <a:rect b="b" l="l" r="r" t="t"/>
              <a:pathLst>
                <a:path extrusionOk="0" h="12697" w="11973">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33" name="Google Shape;18333;p84"/>
          <p:cNvGrpSpPr/>
          <p:nvPr/>
        </p:nvGrpSpPr>
        <p:grpSpPr>
          <a:xfrm>
            <a:off x="7554641" y="3603379"/>
            <a:ext cx="317290" cy="361090"/>
            <a:chOff x="-52494100" y="2686975"/>
            <a:chExt cx="279625" cy="318225"/>
          </a:xfrm>
        </p:grpSpPr>
        <p:sp>
          <p:nvSpPr>
            <p:cNvPr id="18334" name="Google Shape;18334;p84"/>
            <p:cNvSpPr/>
            <p:nvPr/>
          </p:nvSpPr>
          <p:spPr>
            <a:xfrm>
              <a:off x="-52391700" y="2919525"/>
              <a:ext cx="72475" cy="28950"/>
            </a:xfrm>
            <a:custGeom>
              <a:rect b="b" l="l" r="r" t="t"/>
              <a:pathLst>
                <a:path extrusionOk="0" h="1158" w="2899">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5" name="Google Shape;18335;p84"/>
            <p:cNvSpPr/>
            <p:nvPr/>
          </p:nvSpPr>
          <p:spPr>
            <a:xfrm>
              <a:off x="-52401950" y="2856300"/>
              <a:ext cx="18125" cy="17350"/>
            </a:xfrm>
            <a:custGeom>
              <a:rect b="b" l="l" r="r" t="t"/>
              <a:pathLst>
                <a:path extrusionOk="0" h="694" w="725">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6" name="Google Shape;18336;p84"/>
            <p:cNvSpPr/>
            <p:nvPr/>
          </p:nvSpPr>
          <p:spPr>
            <a:xfrm>
              <a:off x="-52327925" y="2855525"/>
              <a:ext cx="18925" cy="17350"/>
            </a:xfrm>
            <a:custGeom>
              <a:rect b="b" l="l" r="r" t="t"/>
              <a:pathLst>
                <a:path extrusionOk="0" h="694" w="757">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7" name="Google Shape;18337;p84"/>
            <p:cNvSpPr/>
            <p:nvPr/>
          </p:nvSpPr>
          <p:spPr>
            <a:xfrm>
              <a:off x="-52494100" y="2686975"/>
              <a:ext cx="279625" cy="318225"/>
            </a:xfrm>
            <a:custGeom>
              <a:rect b="b" l="l" r="r" t="t"/>
              <a:pathLst>
                <a:path extrusionOk="0" h="12729" w="11185">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38" name="Google Shape;18338;p84"/>
          <p:cNvGrpSpPr/>
          <p:nvPr/>
        </p:nvGrpSpPr>
        <p:grpSpPr>
          <a:xfrm>
            <a:off x="6665412" y="4064322"/>
            <a:ext cx="315503" cy="361090"/>
            <a:chOff x="-51708850" y="2305750"/>
            <a:chExt cx="278050" cy="318225"/>
          </a:xfrm>
        </p:grpSpPr>
        <p:sp>
          <p:nvSpPr>
            <p:cNvPr id="18339" name="Google Shape;18339;p84"/>
            <p:cNvSpPr/>
            <p:nvPr/>
          </p:nvSpPr>
          <p:spPr>
            <a:xfrm>
              <a:off x="-51617475" y="2455400"/>
              <a:ext cx="18125" cy="18150"/>
            </a:xfrm>
            <a:custGeom>
              <a:rect b="b" l="l" r="r" t="t"/>
              <a:pathLst>
                <a:path extrusionOk="0" h="726" w="725">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0" name="Google Shape;18340;p84"/>
            <p:cNvSpPr/>
            <p:nvPr/>
          </p:nvSpPr>
          <p:spPr>
            <a:xfrm>
              <a:off x="-51541875" y="2455400"/>
              <a:ext cx="17350" cy="18150"/>
            </a:xfrm>
            <a:custGeom>
              <a:rect b="b" l="l" r="r" t="t"/>
              <a:pathLst>
                <a:path extrusionOk="0" h="726" w="694">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1" name="Google Shape;18341;p84"/>
            <p:cNvSpPr/>
            <p:nvPr/>
          </p:nvSpPr>
          <p:spPr>
            <a:xfrm>
              <a:off x="-51708850" y="2305750"/>
              <a:ext cx="278050" cy="318225"/>
            </a:xfrm>
            <a:custGeom>
              <a:rect b="b" l="l" r="r" t="t"/>
              <a:pathLst>
                <a:path extrusionOk="0" h="12729" w="11122">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42" name="Google Shape;18342;p84"/>
          <p:cNvGrpSpPr/>
          <p:nvPr/>
        </p:nvGrpSpPr>
        <p:grpSpPr>
          <a:xfrm>
            <a:off x="7536807" y="1306109"/>
            <a:ext cx="319089" cy="362073"/>
            <a:chOff x="1044400" y="2917425"/>
            <a:chExt cx="248125" cy="281550"/>
          </a:xfrm>
        </p:grpSpPr>
        <p:sp>
          <p:nvSpPr>
            <p:cNvPr id="18343" name="Google Shape;18343;p84"/>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4" name="Google Shape;18344;p84"/>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5" name="Google Shape;18345;p84"/>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6" name="Google Shape;18346;p84"/>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7" name="Google Shape;18347;p84"/>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rgbClr val="5F7D95"/>
            </a:solidFill>
            <a:ln>
              <a:noFill/>
            </a:ln>
          </p:spPr>
        </p:sp>
        <p:sp>
          <p:nvSpPr>
            <p:cNvPr id="18348" name="Google Shape;18348;p84"/>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rgbClr val="5F7D95"/>
            </a:solidFill>
            <a:ln>
              <a:noFill/>
            </a:ln>
          </p:spPr>
        </p:sp>
        <p:sp>
          <p:nvSpPr>
            <p:cNvPr id="18349" name="Google Shape;18349;p84"/>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rgbClr val="5F7D95"/>
            </a:solidFill>
            <a:ln>
              <a:noFill/>
            </a:ln>
          </p:spPr>
        </p:sp>
        <p:sp>
          <p:nvSpPr>
            <p:cNvPr id="18350" name="Google Shape;18350;p84"/>
            <p:cNvSpPr/>
            <p:nvPr/>
          </p:nvSpPr>
          <p:spPr>
            <a:xfrm>
              <a:off x="1205975" y="2965750"/>
              <a:ext cx="21000" cy="162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1" name="Google Shape;18351;p84"/>
            <p:cNvSpPr/>
            <p:nvPr/>
          </p:nvSpPr>
          <p:spPr>
            <a:xfrm>
              <a:off x="1082225" y="2937250"/>
              <a:ext cx="11400" cy="264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352" name="Google Shape;18352;p84"/>
          <p:cNvSpPr/>
          <p:nvPr/>
        </p:nvSpPr>
        <p:spPr>
          <a:xfrm>
            <a:off x="6633660" y="2232052"/>
            <a:ext cx="343218" cy="362154"/>
          </a:xfrm>
          <a:custGeom>
            <a:rect b="b" l="l" r="r" t="t"/>
            <a:pathLst>
              <a:path extrusionOk="0" h="11207" w="10621">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356" name="Shape 18356"/>
        <p:cNvGrpSpPr/>
        <p:nvPr/>
      </p:nvGrpSpPr>
      <p:grpSpPr>
        <a:xfrm>
          <a:off x="0" y="0"/>
          <a:ext cx="0" cy="0"/>
          <a:chOff x="0" y="0"/>
          <a:chExt cx="0" cy="0"/>
        </a:xfrm>
      </p:grpSpPr>
      <p:sp>
        <p:nvSpPr>
          <p:cNvPr id="18357" name="Google Shape;18357;p85"/>
          <p:cNvSpPr txBox="1"/>
          <p:nvPr>
            <p:ph idx="4294967295" type="title"/>
          </p:nvPr>
        </p:nvSpPr>
        <p:spPr>
          <a:xfrm>
            <a:off x="849675" y="7152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8358" name="Google Shape;18358;p85"/>
          <p:cNvSpPr txBox="1"/>
          <p:nvPr>
            <p:ph idx="4294967295" type="title"/>
          </p:nvPr>
        </p:nvSpPr>
        <p:spPr>
          <a:xfrm>
            <a:off x="4858400" y="7152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8359" name="Google Shape;18359;p85"/>
          <p:cNvGrpSpPr/>
          <p:nvPr/>
        </p:nvGrpSpPr>
        <p:grpSpPr>
          <a:xfrm>
            <a:off x="889109" y="1303003"/>
            <a:ext cx="278288" cy="357036"/>
            <a:chOff x="-50489600" y="1947400"/>
            <a:chExt cx="233150" cy="299125"/>
          </a:xfrm>
        </p:grpSpPr>
        <p:sp>
          <p:nvSpPr>
            <p:cNvPr id="18360" name="Google Shape;18360;p85"/>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1" name="Google Shape;18361;p85"/>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62" name="Google Shape;18362;p85"/>
          <p:cNvGrpSpPr/>
          <p:nvPr/>
        </p:nvGrpSpPr>
        <p:grpSpPr>
          <a:xfrm>
            <a:off x="849616" y="1757960"/>
            <a:ext cx="357274" cy="358199"/>
            <a:chOff x="-50523475" y="2316000"/>
            <a:chExt cx="299325" cy="300100"/>
          </a:xfrm>
        </p:grpSpPr>
        <p:sp>
          <p:nvSpPr>
            <p:cNvPr id="18363" name="Google Shape;18363;p85"/>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4" name="Google Shape;18364;p85"/>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65" name="Google Shape;18365;p85"/>
          <p:cNvGrpSpPr/>
          <p:nvPr/>
        </p:nvGrpSpPr>
        <p:grpSpPr>
          <a:xfrm>
            <a:off x="848213" y="2207269"/>
            <a:ext cx="360079" cy="357304"/>
            <a:chOff x="-50524250" y="2686150"/>
            <a:chExt cx="301675" cy="299350"/>
          </a:xfrm>
        </p:grpSpPr>
        <p:sp>
          <p:nvSpPr>
            <p:cNvPr id="18366" name="Google Shape;18366;p85"/>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7" name="Google Shape;18367;p85"/>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8" name="Google Shape;18368;p85"/>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9" name="Google Shape;18369;p85"/>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0" name="Google Shape;18370;p85"/>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1" name="Google Shape;18371;p85"/>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72" name="Google Shape;18372;p85"/>
          <p:cNvGrpSpPr/>
          <p:nvPr/>
        </p:nvGrpSpPr>
        <p:grpSpPr>
          <a:xfrm>
            <a:off x="3070976" y="1333082"/>
            <a:ext cx="358199" cy="359154"/>
            <a:chOff x="-48633950" y="1972600"/>
            <a:chExt cx="300100" cy="300900"/>
          </a:xfrm>
        </p:grpSpPr>
        <p:sp>
          <p:nvSpPr>
            <p:cNvPr id="18373" name="Google Shape;18373;p85"/>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4" name="Google Shape;18374;p85"/>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75" name="Google Shape;18375;p85"/>
          <p:cNvGrpSpPr/>
          <p:nvPr/>
        </p:nvGrpSpPr>
        <p:grpSpPr>
          <a:xfrm>
            <a:off x="3070499" y="1788993"/>
            <a:ext cx="359154" cy="361004"/>
            <a:chOff x="-48634750" y="2342000"/>
            <a:chExt cx="300900" cy="302450"/>
          </a:xfrm>
        </p:grpSpPr>
        <p:sp>
          <p:nvSpPr>
            <p:cNvPr id="18376" name="Google Shape;18376;p85"/>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7" name="Google Shape;18377;p85"/>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8" name="Google Shape;18378;p85"/>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9" name="Google Shape;18379;p85"/>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0" name="Google Shape;18380;p85"/>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1" name="Google Shape;18381;p85"/>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2" name="Google Shape;18382;p85"/>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3" name="Google Shape;18383;p85"/>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84" name="Google Shape;18384;p85"/>
          <p:cNvGrpSpPr/>
          <p:nvPr/>
        </p:nvGrpSpPr>
        <p:grpSpPr>
          <a:xfrm>
            <a:off x="3071439" y="2237377"/>
            <a:ext cx="357274" cy="357274"/>
            <a:chOff x="-48633175" y="2711375"/>
            <a:chExt cx="299325" cy="299325"/>
          </a:xfrm>
        </p:grpSpPr>
        <p:sp>
          <p:nvSpPr>
            <p:cNvPr id="18385" name="Google Shape;18385;p85"/>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6" name="Google Shape;18386;p85"/>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87" name="Google Shape;18387;p85"/>
          <p:cNvGrpSpPr/>
          <p:nvPr/>
        </p:nvGrpSpPr>
        <p:grpSpPr>
          <a:xfrm>
            <a:off x="1757928" y="2689329"/>
            <a:ext cx="314006" cy="358229"/>
            <a:chOff x="-46753100" y="1965500"/>
            <a:chExt cx="263075" cy="300125"/>
          </a:xfrm>
        </p:grpSpPr>
        <p:sp>
          <p:nvSpPr>
            <p:cNvPr id="18388" name="Google Shape;18388;p85"/>
            <p:cNvSpPr/>
            <p:nvPr/>
          </p:nvSpPr>
          <p:spPr>
            <a:xfrm>
              <a:off x="-46647575" y="2034825"/>
              <a:ext cx="53575" cy="53575"/>
            </a:xfrm>
            <a:custGeom>
              <a:rect b="b" l="l" r="r" t="t"/>
              <a:pathLst>
                <a:path extrusionOk="0" h="2143" w="2143">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9" name="Google Shape;18389;p85"/>
            <p:cNvSpPr/>
            <p:nvPr/>
          </p:nvSpPr>
          <p:spPr>
            <a:xfrm>
              <a:off x="-46753100" y="1965500"/>
              <a:ext cx="263075" cy="300125"/>
            </a:xfrm>
            <a:custGeom>
              <a:rect b="b" l="l" r="r" t="t"/>
              <a:pathLst>
                <a:path extrusionOk="0" h="12005" w="10523">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90" name="Google Shape;18390;p85"/>
          <p:cNvGrpSpPr/>
          <p:nvPr/>
        </p:nvGrpSpPr>
        <p:grpSpPr>
          <a:xfrm>
            <a:off x="1735354" y="3156542"/>
            <a:ext cx="359154" cy="315916"/>
            <a:chOff x="-46772025" y="2350650"/>
            <a:chExt cx="300900" cy="264675"/>
          </a:xfrm>
        </p:grpSpPr>
        <p:sp>
          <p:nvSpPr>
            <p:cNvPr id="18391" name="Google Shape;18391;p85"/>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2" name="Google Shape;18392;p85"/>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93" name="Google Shape;18393;p85"/>
          <p:cNvGrpSpPr/>
          <p:nvPr/>
        </p:nvGrpSpPr>
        <p:grpSpPr>
          <a:xfrm>
            <a:off x="1735354" y="3590820"/>
            <a:ext cx="359154" cy="359154"/>
            <a:chOff x="-46772025" y="2701925"/>
            <a:chExt cx="300900" cy="300900"/>
          </a:xfrm>
        </p:grpSpPr>
        <p:sp>
          <p:nvSpPr>
            <p:cNvPr id="18394" name="Google Shape;18394;p85"/>
            <p:cNvSpPr/>
            <p:nvPr/>
          </p:nvSpPr>
          <p:spPr>
            <a:xfrm>
              <a:off x="-46647575" y="2826375"/>
              <a:ext cx="53575" cy="53575"/>
            </a:xfrm>
            <a:custGeom>
              <a:rect b="b" l="l" r="r" t="t"/>
              <a:pathLst>
                <a:path extrusionOk="0" h="2143" w="2143">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5" name="Google Shape;18395;p85"/>
            <p:cNvSpPr/>
            <p:nvPr/>
          </p:nvSpPr>
          <p:spPr>
            <a:xfrm>
              <a:off x="-46772025" y="2701925"/>
              <a:ext cx="300900" cy="300900"/>
            </a:xfrm>
            <a:custGeom>
              <a:rect b="b" l="l" r="r" t="t"/>
              <a:pathLst>
                <a:path extrusionOk="0" h="12036" w="12036">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396" name="Google Shape;18396;p85"/>
          <p:cNvSpPr/>
          <p:nvPr/>
        </p:nvSpPr>
        <p:spPr>
          <a:xfrm>
            <a:off x="3964861" y="2731511"/>
            <a:ext cx="358199" cy="359154"/>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397" name="Google Shape;18397;p85"/>
          <p:cNvGrpSpPr/>
          <p:nvPr/>
        </p:nvGrpSpPr>
        <p:grpSpPr>
          <a:xfrm>
            <a:off x="1293035" y="1303928"/>
            <a:ext cx="358199" cy="359154"/>
            <a:chOff x="-50154075" y="1948175"/>
            <a:chExt cx="300100" cy="300900"/>
          </a:xfrm>
        </p:grpSpPr>
        <p:sp>
          <p:nvSpPr>
            <p:cNvPr id="18398" name="Google Shape;18398;p85"/>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9" name="Google Shape;18399;p85"/>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00" name="Google Shape;18400;p85"/>
          <p:cNvGrpSpPr/>
          <p:nvPr/>
        </p:nvGrpSpPr>
        <p:grpSpPr>
          <a:xfrm>
            <a:off x="1293035" y="1758885"/>
            <a:ext cx="358199" cy="358229"/>
            <a:chOff x="-50154850" y="2316775"/>
            <a:chExt cx="300100" cy="300125"/>
          </a:xfrm>
        </p:grpSpPr>
        <p:sp>
          <p:nvSpPr>
            <p:cNvPr id="18401" name="Google Shape;18401;p85"/>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2" name="Google Shape;18402;p85"/>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03" name="Google Shape;18403;p85"/>
          <p:cNvGrpSpPr/>
          <p:nvPr/>
        </p:nvGrpSpPr>
        <p:grpSpPr>
          <a:xfrm>
            <a:off x="1288813" y="2205896"/>
            <a:ext cx="366644" cy="356558"/>
            <a:chOff x="-50158000" y="2685000"/>
            <a:chExt cx="307175" cy="298725"/>
          </a:xfrm>
        </p:grpSpPr>
        <p:sp>
          <p:nvSpPr>
            <p:cNvPr id="18404" name="Google Shape;18404;p85"/>
            <p:cNvSpPr/>
            <p:nvPr/>
          </p:nvSpPr>
          <p:spPr>
            <a:xfrm>
              <a:off x="-50158000" y="2685000"/>
              <a:ext cx="307175" cy="298725"/>
            </a:xfrm>
            <a:custGeom>
              <a:rect b="b" l="l" r="r" t="t"/>
              <a:pathLst>
                <a:path extrusionOk="0" h="11949" w="12287">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5" name="Google Shape;18405;p85"/>
            <p:cNvSpPr/>
            <p:nvPr/>
          </p:nvSpPr>
          <p:spPr>
            <a:xfrm>
              <a:off x="-50058775" y="2838200"/>
              <a:ext cx="51225" cy="49625"/>
            </a:xfrm>
            <a:custGeom>
              <a:rect b="b" l="l" r="r" t="t"/>
              <a:pathLst>
                <a:path extrusionOk="0" h="1985" w="2049">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06" name="Google Shape;18406;p85"/>
          <p:cNvGrpSpPr/>
          <p:nvPr/>
        </p:nvGrpSpPr>
        <p:grpSpPr>
          <a:xfrm>
            <a:off x="3521599" y="1334007"/>
            <a:ext cx="361004" cy="358229"/>
            <a:chOff x="-48266125" y="1973375"/>
            <a:chExt cx="302450" cy="300125"/>
          </a:xfrm>
        </p:grpSpPr>
        <p:sp>
          <p:nvSpPr>
            <p:cNvPr id="18407" name="Google Shape;18407;p85"/>
            <p:cNvSpPr/>
            <p:nvPr/>
          </p:nvSpPr>
          <p:spPr>
            <a:xfrm>
              <a:off x="-48212575" y="2045050"/>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8" name="Google Shape;18408;p85"/>
            <p:cNvSpPr/>
            <p:nvPr/>
          </p:nvSpPr>
          <p:spPr>
            <a:xfrm>
              <a:off x="-48266125" y="1973375"/>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9" name="Google Shape;18409;p85"/>
            <p:cNvSpPr/>
            <p:nvPr/>
          </p:nvSpPr>
          <p:spPr>
            <a:xfrm>
              <a:off x="-48018025" y="1991500"/>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0" name="Google Shape;18410;p85"/>
            <p:cNvSpPr/>
            <p:nvPr/>
          </p:nvSpPr>
          <p:spPr>
            <a:xfrm>
              <a:off x="-48211800" y="2221475"/>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1" name="Google Shape;18411;p85"/>
            <p:cNvSpPr/>
            <p:nvPr/>
          </p:nvSpPr>
          <p:spPr>
            <a:xfrm>
              <a:off x="-48211800" y="2185250"/>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2" name="Google Shape;18412;p85"/>
            <p:cNvSpPr/>
            <p:nvPr/>
          </p:nvSpPr>
          <p:spPr>
            <a:xfrm>
              <a:off x="-48106250" y="2185250"/>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13" name="Google Shape;18413;p85"/>
          <p:cNvGrpSpPr/>
          <p:nvPr/>
        </p:nvGrpSpPr>
        <p:grpSpPr>
          <a:xfrm>
            <a:off x="3548844" y="1789769"/>
            <a:ext cx="306516" cy="358349"/>
            <a:chOff x="-48237000" y="2342650"/>
            <a:chExt cx="256800" cy="300225"/>
          </a:xfrm>
        </p:grpSpPr>
        <p:sp>
          <p:nvSpPr>
            <p:cNvPr id="18414" name="Google Shape;18414;p85"/>
            <p:cNvSpPr/>
            <p:nvPr/>
          </p:nvSpPr>
          <p:spPr>
            <a:xfrm>
              <a:off x="-4823700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5" name="Google Shape;18415;p85"/>
            <p:cNvSpPr/>
            <p:nvPr/>
          </p:nvSpPr>
          <p:spPr>
            <a:xfrm>
              <a:off x="-4819525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6" name="Google Shape;18416;p85"/>
            <p:cNvSpPr/>
            <p:nvPr/>
          </p:nvSpPr>
          <p:spPr>
            <a:xfrm>
              <a:off x="-4815035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17" name="Google Shape;18417;p85"/>
          <p:cNvGrpSpPr/>
          <p:nvPr/>
        </p:nvGrpSpPr>
        <p:grpSpPr>
          <a:xfrm>
            <a:off x="2180338" y="2690046"/>
            <a:ext cx="361034" cy="355633"/>
            <a:chOff x="-46404975" y="1966100"/>
            <a:chExt cx="302475" cy="297950"/>
          </a:xfrm>
        </p:grpSpPr>
        <p:sp>
          <p:nvSpPr>
            <p:cNvPr id="18418" name="Google Shape;18418;p85"/>
            <p:cNvSpPr/>
            <p:nvPr/>
          </p:nvSpPr>
          <p:spPr>
            <a:xfrm>
              <a:off x="-46349850" y="1966100"/>
              <a:ext cx="38625" cy="86850"/>
            </a:xfrm>
            <a:custGeom>
              <a:rect b="b" l="l" r="r" t="t"/>
              <a:pathLst>
                <a:path extrusionOk="0" h="3474" w="1545">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9" name="Google Shape;18419;p85"/>
            <p:cNvSpPr/>
            <p:nvPr/>
          </p:nvSpPr>
          <p:spPr>
            <a:xfrm>
              <a:off x="-46297875" y="1966100"/>
              <a:ext cx="38625" cy="86850"/>
            </a:xfrm>
            <a:custGeom>
              <a:rect b="b" l="l" r="r" t="t"/>
              <a:pathLst>
                <a:path extrusionOk="0" h="3474" w="1545">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0" name="Google Shape;18420;p85"/>
            <p:cNvSpPr/>
            <p:nvPr/>
          </p:nvSpPr>
          <p:spPr>
            <a:xfrm>
              <a:off x="-46244300" y="1966100"/>
              <a:ext cx="38600" cy="86850"/>
            </a:xfrm>
            <a:custGeom>
              <a:rect b="b" l="l" r="r" t="t"/>
              <a:pathLst>
                <a:path extrusionOk="0" h="3474" w="1544">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1" name="Google Shape;18421;p85"/>
            <p:cNvSpPr/>
            <p:nvPr/>
          </p:nvSpPr>
          <p:spPr>
            <a:xfrm>
              <a:off x="-46404975" y="2070250"/>
              <a:ext cx="302475" cy="193800"/>
            </a:xfrm>
            <a:custGeom>
              <a:rect b="b" l="l" r="r" t="t"/>
              <a:pathLst>
                <a:path extrusionOk="0" h="7752" w="12099">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22" name="Google Shape;18422;p85"/>
          <p:cNvGrpSpPr/>
          <p:nvPr/>
        </p:nvGrpSpPr>
        <p:grpSpPr>
          <a:xfrm>
            <a:off x="2181740" y="3135863"/>
            <a:ext cx="358229" cy="358199"/>
            <a:chOff x="-46401050" y="2333325"/>
            <a:chExt cx="300125" cy="300100"/>
          </a:xfrm>
        </p:grpSpPr>
        <p:sp>
          <p:nvSpPr>
            <p:cNvPr id="18423" name="Google Shape;18423;p85"/>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4" name="Google Shape;18424;p85"/>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5" name="Google Shape;18425;p85"/>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6" name="Google Shape;18426;p85"/>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427" name="Google Shape;18427;p85"/>
          <p:cNvSpPr/>
          <p:nvPr/>
        </p:nvSpPr>
        <p:spPr>
          <a:xfrm>
            <a:off x="2183438" y="3591597"/>
            <a:ext cx="360109" cy="359154"/>
          </a:xfrm>
          <a:custGeom>
            <a:rect b="b" l="l" r="r" t="t"/>
            <a:pathLst>
              <a:path extrusionOk="0" h="12036" w="12068">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428" name="Google Shape;18428;p85"/>
          <p:cNvGrpSpPr/>
          <p:nvPr/>
        </p:nvGrpSpPr>
        <p:grpSpPr>
          <a:xfrm>
            <a:off x="3961830" y="3146218"/>
            <a:ext cx="359154" cy="359124"/>
            <a:chOff x="-44914800" y="2342000"/>
            <a:chExt cx="300900" cy="300875"/>
          </a:xfrm>
        </p:grpSpPr>
        <p:sp>
          <p:nvSpPr>
            <p:cNvPr id="18429" name="Google Shape;18429;p85"/>
            <p:cNvSpPr/>
            <p:nvPr/>
          </p:nvSpPr>
          <p:spPr>
            <a:xfrm>
              <a:off x="-44914800" y="2342000"/>
              <a:ext cx="300900" cy="300875"/>
            </a:xfrm>
            <a:custGeom>
              <a:rect b="b" l="l" r="r" t="t"/>
              <a:pathLst>
                <a:path extrusionOk="0" h="12035" w="12036">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0" name="Google Shape;18430;p85"/>
            <p:cNvSpPr/>
            <p:nvPr/>
          </p:nvSpPr>
          <p:spPr>
            <a:xfrm>
              <a:off x="-44860450" y="2412875"/>
              <a:ext cx="193000" cy="159125"/>
            </a:xfrm>
            <a:custGeom>
              <a:rect b="b" l="l" r="r" t="t"/>
              <a:pathLst>
                <a:path extrusionOk="0" h="6365" w="772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1" name="Google Shape;18431;p85"/>
            <p:cNvSpPr/>
            <p:nvPr/>
          </p:nvSpPr>
          <p:spPr>
            <a:xfrm>
              <a:off x="-44791150" y="2439650"/>
              <a:ext cx="52800" cy="53600"/>
            </a:xfrm>
            <a:custGeom>
              <a:rect b="b" l="l" r="r" t="t"/>
              <a:pathLst>
                <a:path extrusionOk="0" h="2144" w="2112">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432" name="Google Shape;18432;p85"/>
          <p:cNvSpPr/>
          <p:nvPr/>
        </p:nvSpPr>
        <p:spPr>
          <a:xfrm>
            <a:off x="1739586" y="1303114"/>
            <a:ext cx="357274" cy="356797"/>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433" name="Google Shape;18433;p85"/>
          <p:cNvGrpSpPr/>
          <p:nvPr/>
        </p:nvGrpSpPr>
        <p:grpSpPr>
          <a:xfrm>
            <a:off x="1735816" y="1758736"/>
            <a:ext cx="359154" cy="357424"/>
            <a:chOff x="-49786250" y="2316650"/>
            <a:chExt cx="300900" cy="299450"/>
          </a:xfrm>
        </p:grpSpPr>
        <p:sp>
          <p:nvSpPr>
            <p:cNvPr id="18434" name="Google Shape;18434;p85"/>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5" name="Google Shape;18435;p85"/>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6" name="Google Shape;18436;p85"/>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7" name="Google Shape;18437;p85"/>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8" name="Google Shape;18438;p85"/>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9" name="Google Shape;18439;p85"/>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0" name="Google Shape;18440;p85"/>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441" name="Google Shape;18441;p85"/>
          <p:cNvSpPr/>
          <p:nvPr/>
        </p:nvSpPr>
        <p:spPr>
          <a:xfrm>
            <a:off x="1731604" y="2205242"/>
            <a:ext cx="373239" cy="359154"/>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2" name="Google Shape;18442;p85"/>
          <p:cNvSpPr/>
          <p:nvPr/>
        </p:nvSpPr>
        <p:spPr>
          <a:xfrm>
            <a:off x="3971472" y="1334832"/>
            <a:ext cx="359154" cy="358199"/>
          </a:xfrm>
          <a:custGeom>
            <a:rect b="b" l="l" r="r" t="t"/>
            <a:pathLst>
              <a:path extrusionOk="0" h="12004" w="12036">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443" name="Google Shape;18443;p85"/>
          <p:cNvGrpSpPr/>
          <p:nvPr/>
        </p:nvGrpSpPr>
        <p:grpSpPr>
          <a:xfrm>
            <a:off x="4033144" y="1788993"/>
            <a:ext cx="230365" cy="359124"/>
            <a:chOff x="-47842400" y="2342000"/>
            <a:chExt cx="193000" cy="300875"/>
          </a:xfrm>
        </p:grpSpPr>
        <p:sp>
          <p:nvSpPr>
            <p:cNvPr id="18444" name="Google Shape;18444;p85"/>
            <p:cNvSpPr/>
            <p:nvPr/>
          </p:nvSpPr>
          <p:spPr>
            <a:xfrm>
              <a:off x="-47809325" y="2412875"/>
              <a:ext cx="124475" cy="124475"/>
            </a:xfrm>
            <a:custGeom>
              <a:rect b="b" l="l" r="r" t="t"/>
              <a:pathLst>
                <a:path extrusionOk="0" h="4979" w="4979">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5" name="Google Shape;18445;p85"/>
            <p:cNvSpPr/>
            <p:nvPr/>
          </p:nvSpPr>
          <p:spPr>
            <a:xfrm>
              <a:off x="-47842400" y="2342000"/>
              <a:ext cx="193000" cy="300875"/>
            </a:xfrm>
            <a:custGeom>
              <a:rect b="b" l="l" r="r" t="t"/>
              <a:pathLst>
                <a:path extrusionOk="0" h="12035" w="772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6" name="Google Shape;18446;p85"/>
            <p:cNvSpPr/>
            <p:nvPr/>
          </p:nvSpPr>
          <p:spPr>
            <a:xfrm>
              <a:off x="-47772300" y="2589300"/>
              <a:ext cx="52800" cy="18150"/>
            </a:xfrm>
            <a:custGeom>
              <a:rect b="b" l="l" r="r" t="t"/>
              <a:pathLst>
                <a:path extrusionOk="0" h="726" w="2112">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47" name="Google Shape;18447;p85"/>
          <p:cNvGrpSpPr/>
          <p:nvPr/>
        </p:nvGrpSpPr>
        <p:grpSpPr>
          <a:xfrm>
            <a:off x="3969212" y="2236452"/>
            <a:ext cx="358229" cy="359154"/>
            <a:chOff x="-47896750" y="2710600"/>
            <a:chExt cx="300125" cy="300900"/>
          </a:xfrm>
        </p:grpSpPr>
        <p:sp>
          <p:nvSpPr>
            <p:cNvPr id="18448" name="Google Shape;18448;p85"/>
            <p:cNvSpPr/>
            <p:nvPr/>
          </p:nvSpPr>
          <p:spPr>
            <a:xfrm>
              <a:off x="-47896750" y="2710600"/>
              <a:ext cx="300125" cy="300900"/>
            </a:xfrm>
            <a:custGeom>
              <a:rect b="b" l="l" r="r" t="t"/>
              <a:pathLst>
                <a:path extrusionOk="0" h="12036" w="12005">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9" name="Google Shape;18449;p85"/>
            <p:cNvSpPr/>
            <p:nvPr/>
          </p:nvSpPr>
          <p:spPr>
            <a:xfrm>
              <a:off x="-47834525" y="2904350"/>
              <a:ext cx="17350" cy="44125"/>
            </a:xfrm>
            <a:custGeom>
              <a:rect b="b" l="l" r="r" t="t"/>
              <a:pathLst>
                <a:path extrusionOk="0" h="1765" w="694">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0" name="Google Shape;18450;p85"/>
            <p:cNvSpPr/>
            <p:nvPr/>
          </p:nvSpPr>
          <p:spPr>
            <a:xfrm>
              <a:off x="-47790400" y="2884475"/>
              <a:ext cx="38600" cy="36450"/>
            </a:xfrm>
            <a:custGeom>
              <a:rect b="b" l="l" r="r" t="t"/>
              <a:pathLst>
                <a:path extrusionOk="0" h="1458" w="1544">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1" name="Google Shape;18451;p85"/>
            <p:cNvSpPr/>
            <p:nvPr/>
          </p:nvSpPr>
          <p:spPr>
            <a:xfrm>
              <a:off x="-47896750" y="2885150"/>
              <a:ext cx="37050" cy="37350"/>
            </a:xfrm>
            <a:custGeom>
              <a:rect b="b" l="l" r="r" t="t"/>
              <a:pathLst>
                <a:path extrusionOk="0" h="1494" w="1482">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52" name="Google Shape;18452;p85"/>
          <p:cNvGrpSpPr/>
          <p:nvPr/>
        </p:nvGrpSpPr>
        <p:grpSpPr>
          <a:xfrm>
            <a:off x="2624852" y="2710009"/>
            <a:ext cx="359154" cy="314991"/>
            <a:chOff x="-46033225" y="1982825"/>
            <a:chExt cx="300900" cy="263900"/>
          </a:xfrm>
        </p:grpSpPr>
        <p:sp>
          <p:nvSpPr>
            <p:cNvPr id="18453" name="Google Shape;18453;p85"/>
            <p:cNvSpPr/>
            <p:nvPr/>
          </p:nvSpPr>
          <p:spPr>
            <a:xfrm>
              <a:off x="-45962325" y="2053725"/>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4" name="Google Shape;18454;p85"/>
            <p:cNvSpPr/>
            <p:nvPr/>
          </p:nvSpPr>
          <p:spPr>
            <a:xfrm>
              <a:off x="-45927675" y="2088375"/>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5" name="Google Shape;18455;p85"/>
            <p:cNvSpPr/>
            <p:nvPr/>
          </p:nvSpPr>
          <p:spPr>
            <a:xfrm>
              <a:off x="-46033225" y="1982825"/>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56" name="Google Shape;18456;p85"/>
          <p:cNvGrpSpPr/>
          <p:nvPr/>
        </p:nvGrpSpPr>
        <p:grpSpPr>
          <a:xfrm>
            <a:off x="2621569" y="3137266"/>
            <a:ext cx="365719" cy="326151"/>
            <a:chOff x="-46034000" y="2334500"/>
            <a:chExt cx="306400" cy="273250"/>
          </a:xfrm>
        </p:grpSpPr>
        <p:sp>
          <p:nvSpPr>
            <p:cNvPr id="18457" name="Google Shape;18457;p85"/>
            <p:cNvSpPr/>
            <p:nvPr/>
          </p:nvSpPr>
          <p:spPr>
            <a:xfrm>
              <a:off x="-46034000" y="2334500"/>
              <a:ext cx="306400" cy="273250"/>
            </a:xfrm>
            <a:custGeom>
              <a:rect b="b" l="l" r="r" t="t"/>
              <a:pathLst>
                <a:path extrusionOk="0" h="10930" w="12256">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8" name="Google Shape;18458;p85"/>
            <p:cNvSpPr/>
            <p:nvPr/>
          </p:nvSpPr>
          <p:spPr>
            <a:xfrm>
              <a:off x="-45879625" y="2374275"/>
              <a:ext cx="105550" cy="104000"/>
            </a:xfrm>
            <a:custGeom>
              <a:rect b="b" l="l" r="r" t="t"/>
              <a:pathLst>
                <a:path extrusionOk="0" h="4160" w="4222">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9" name="Google Shape;18459;p85"/>
            <p:cNvSpPr/>
            <p:nvPr/>
          </p:nvSpPr>
          <p:spPr>
            <a:xfrm>
              <a:off x="-45922950" y="2474125"/>
              <a:ext cx="49625" cy="47475"/>
            </a:xfrm>
            <a:custGeom>
              <a:rect b="b" l="l" r="r" t="t"/>
              <a:pathLst>
                <a:path extrusionOk="0" h="1899" w="1985">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60" name="Google Shape;18460;p85"/>
          <p:cNvGrpSpPr/>
          <p:nvPr/>
        </p:nvGrpSpPr>
        <p:grpSpPr>
          <a:xfrm>
            <a:off x="2667627" y="3591655"/>
            <a:ext cx="273603" cy="356439"/>
            <a:chOff x="-45998575" y="2702625"/>
            <a:chExt cx="229225" cy="298625"/>
          </a:xfrm>
        </p:grpSpPr>
        <p:sp>
          <p:nvSpPr>
            <p:cNvPr id="18461" name="Google Shape;18461;p85"/>
            <p:cNvSpPr/>
            <p:nvPr/>
          </p:nvSpPr>
          <p:spPr>
            <a:xfrm>
              <a:off x="-45944225" y="2702625"/>
              <a:ext cx="125250" cy="298625"/>
            </a:xfrm>
            <a:custGeom>
              <a:rect b="b" l="l" r="r" t="t"/>
              <a:pathLst>
                <a:path extrusionOk="0" h="11945" w="501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2" name="Google Shape;18462;p85"/>
            <p:cNvSpPr/>
            <p:nvPr/>
          </p:nvSpPr>
          <p:spPr>
            <a:xfrm>
              <a:off x="-45804025" y="2755500"/>
              <a:ext cx="34675" cy="18125"/>
            </a:xfrm>
            <a:custGeom>
              <a:rect b="b" l="l" r="r" t="t"/>
              <a:pathLst>
                <a:path extrusionOk="0" h="725" w="1387">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3" name="Google Shape;18463;p85"/>
            <p:cNvSpPr/>
            <p:nvPr/>
          </p:nvSpPr>
          <p:spPr>
            <a:xfrm>
              <a:off x="-45998575" y="2755500"/>
              <a:ext cx="35475" cy="18125"/>
            </a:xfrm>
            <a:custGeom>
              <a:rect b="b" l="l" r="r" t="t"/>
              <a:pathLst>
                <a:path extrusionOk="0" h="725" w="1419">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4" name="Google Shape;18464;p85"/>
            <p:cNvSpPr/>
            <p:nvPr/>
          </p:nvSpPr>
          <p:spPr>
            <a:xfrm>
              <a:off x="-45818200" y="2703175"/>
              <a:ext cx="35475" cy="26100"/>
            </a:xfrm>
            <a:custGeom>
              <a:rect b="b" l="l" r="r" t="t"/>
              <a:pathLst>
                <a:path extrusionOk="0" h="1044" w="1419">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5" name="Google Shape;18465;p85"/>
            <p:cNvSpPr/>
            <p:nvPr/>
          </p:nvSpPr>
          <p:spPr>
            <a:xfrm>
              <a:off x="-45984400" y="2799050"/>
              <a:ext cx="35475" cy="26100"/>
            </a:xfrm>
            <a:custGeom>
              <a:rect b="b" l="l" r="r" t="t"/>
              <a:pathLst>
                <a:path extrusionOk="0" h="1044" w="1419">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6" name="Google Shape;18466;p85"/>
            <p:cNvSpPr/>
            <p:nvPr/>
          </p:nvSpPr>
          <p:spPr>
            <a:xfrm>
              <a:off x="-45815850" y="2799050"/>
              <a:ext cx="33900" cy="25750"/>
            </a:xfrm>
            <a:custGeom>
              <a:rect b="b" l="l" r="r" t="t"/>
              <a:pathLst>
                <a:path extrusionOk="0" h="1030" w="1356">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7" name="Google Shape;18467;p85"/>
            <p:cNvSpPr/>
            <p:nvPr/>
          </p:nvSpPr>
          <p:spPr>
            <a:xfrm>
              <a:off x="-45983600" y="2702750"/>
              <a:ext cx="34675" cy="25525"/>
            </a:xfrm>
            <a:custGeom>
              <a:rect b="b" l="l" r="r" t="t"/>
              <a:pathLst>
                <a:path extrusionOk="0" h="1021" w="1387">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468" name="Google Shape;18468;p85"/>
          <p:cNvSpPr/>
          <p:nvPr/>
        </p:nvSpPr>
        <p:spPr>
          <a:xfrm>
            <a:off x="3986479" y="3612752"/>
            <a:ext cx="314961" cy="358199"/>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9" name="Google Shape;18469;p85"/>
          <p:cNvSpPr/>
          <p:nvPr/>
        </p:nvSpPr>
        <p:spPr>
          <a:xfrm>
            <a:off x="2183447" y="1313199"/>
            <a:ext cx="360079" cy="336595"/>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470" name="Google Shape;18470;p85"/>
          <p:cNvGrpSpPr/>
          <p:nvPr/>
        </p:nvGrpSpPr>
        <p:grpSpPr>
          <a:xfrm>
            <a:off x="2203197" y="2205419"/>
            <a:ext cx="314961" cy="361034"/>
            <a:chOff x="-49398750" y="2684600"/>
            <a:chExt cx="263875" cy="302475"/>
          </a:xfrm>
        </p:grpSpPr>
        <p:sp>
          <p:nvSpPr>
            <p:cNvPr id="18471" name="Google Shape;18471;p85"/>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2" name="Google Shape;18472;p85"/>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3" name="Google Shape;18473;p85"/>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74" name="Google Shape;18474;p85"/>
          <p:cNvGrpSpPr/>
          <p:nvPr/>
        </p:nvGrpSpPr>
        <p:grpSpPr>
          <a:xfrm>
            <a:off x="873121" y="2699684"/>
            <a:ext cx="314006" cy="359154"/>
            <a:chOff x="-47509225" y="1974175"/>
            <a:chExt cx="263075" cy="300900"/>
          </a:xfrm>
        </p:grpSpPr>
        <p:sp>
          <p:nvSpPr>
            <p:cNvPr id="18475" name="Google Shape;18475;p85"/>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6" name="Google Shape;18476;p85"/>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7" name="Google Shape;18477;p85"/>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8" name="Google Shape;18478;p85"/>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9" name="Google Shape;18479;p85"/>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80" name="Google Shape;18480;p85"/>
          <p:cNvGrpSpPr/>
          <p:nvPr/>
        </p:nvGrpSpPr>
        <p:grpSpPr>
          <a:xfrm>
            <a:off x="849622" y="3146218"/>
            <a:ext cx="361004" cy="357961"/>
            <a:chOff x="-47529700" y="2342000"/>
            <a:chExt cx="302450" cy="299900"/>
          </a:xfrm>
        </p:grpSpPr>
        <p:sp>
          <p:nvSpPr>
            <p:cNvPr id="18481" name="Google Shape;18481;p85"/>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2" name="Google Shape;18482;p85"/>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83" name="Google Shape;18483;p85"/>
          <p:cNvGrpSpPr/>
          <p:nvPr/>
        </p:nvGrpSpPr>
        <p:grpSpPr>
          <a:xfrm>
            <a:off x="851025" y="3645367"/>
            <a:ext cx="358199" cy="272648"/>
            <a:chOff x="-47527350" y="2747625"/>
            <a:chExt cx="300100" cy="228425"/>
          </a:xfrm>
        </p:grpSpPr>
        <p:sp>
          <p:nvSpPr>
            <p:cNvPr id="18484" name="Google Shape;18484;p85"/>
            <p:cNvSpPr/>
            <p:nvPr/>
          </p:nvSpPr>
          <p:spPr>
            <a:xfrm>
              <a:off x="-47475350" y="2782275"/>
              <a:ext cx="124450" cy="124475"/>
            </a:xfrm>
            <a:custGeom>
              <a:rect b="b" l="l" r="r" t="t"/>
              <a:pathLst>
                <a:path extrusionOk="0" h="4979" w="4978">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5" name="Google Shape;18485;p85"/>
            <p:cNvSpPr/>
            <p:nvPr/>
          </p:nvSpPr>
          <p:spPr>
            <a:xfrm>
              <a:off x="-47333600" y="278227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6" name="Google Shape;18486;p85"/>
            <p:cNvSpPr/>
            <p:nvPr/>
          </p:nvSpPr>
          <p:spPr>
            <a:xfrm>
              <a:off x="-47333600" y="281772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7" name="Google Shape;18487;p85"/>
            <p:cNvSpPr/>
            <p:nvPr/>
          </p:nvSpPr>
          <p:spPr>
            <a:xfrm>
              <a:off x="-47333600" y="2852375"/>
              <a:ext cx="53600" cy="17350"/>
            </a:xfrm>
            <a:custGeom>
              <a:rect b="b" l="l" r="r" t="t"/>
              <a:pathLst>
                <a:path extrusionOk="0" h="694" w="2144">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8" name="Google Shape;18488;p85"/>
            <p:cNvSpPr/>
            <p:nvPr/>
          </p:nvSpPr>
          <p:spPr>
            <a:xfrm>
              <a:off x="-47333600" y="2887800"/>
              <a:ext cx="53600" cy="17375"/>
            </a:xfrm>
            <a:custGeom>
              <a:rect b="b" l="l" r="r" t="t"/>
              <a:pathLst>
                <a:path extrusionOk="0" h="695" w="2144">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9" name="Google Shape;18489;p85"/>
            <p:cNvSpPr/>
            <p:nvPr/>
          </p:nvSpPr>
          <p:spPr>
            <a:xfrm>
              <a:off x="-47527350" y="2747625"/>
              <a:ext cx="300100" cy="228425"/>
            </a:xfrm>
            <a:custGeom>
              <a:rect b="b" l="l" r="r" t="t"/>
              <a:pathLst>
                <a:path extrusionOk="0" h="9137" w="12004">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490" name="Google Shape;18490;p85"/>
          <p:cNvSpPr/>
          <p:nvPr/>
        </p:nvSpPr>
        <p:spPr>
          <a:xfrm>
            <a:off x="3077474" y="2687082"/>
            <a:ext cx="356319" cy="360795"/>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491" name="Google Shape;18491;p85"/>
          <p:cNvGrpSpPr/>
          <p:nvPr/>
        </p:nvGrpSpPr>
        <p:grpSpPr>
          <a:xfrm>
            <a:off x="3073924" y="3158422"/>
            <a:ext cx="358229" cy="314961"/>
            <a:chOff x="-45664625" y="2352225"/>
            <a:chExt cx="300125" cy="263875"/>
          </a:xfrm>
        </p:grpSpPr>
        <p:sp>
          <p:nvSpPr>
            <p:cNvPr id="18492" name="Google Shape;18492;p85"/>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3" name="Google Shape;18493;p85"/>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4" name="Google Shape;18494;p85"/>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5" name="Google Shape;18495;p85"/>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6" name="Google Shape;18496;p85"/>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7" name="Google Shape;18497;p85"/>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8" name="Google Shape;18498;p85"/>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99" name="Google Shape;18499;p85"/>
          <p:cNvGrpSpPr/>
          <p:nvPr/>
        </p:nvGrpSpPr>
        <p:grpSpPr>
          <a:xfrm>
            <a:off x="3073103" y="3592401"/>
            <a:ext cx="359870" cy="357573"/>
            <a:chOff x="-45665400" y="2703250"/>
            <a:chExt cx="301500" cy="299575"/>
          </a:xfrm>
        </p:grpSpPr>
        <p:sp>
          <p:nvSpPr>
            <p:cNvPr id="18500" name="Google Shape;18500;p85"/>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1" name="Google Shape;18501;p85"/>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2" name="Google Shape;18502;p85"/>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3" name="Google Shape;18503;p85"/>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04" name="Google Shape;18504;p85"/>
          <p:cNvGrpSpPr/>
          <p:nvPr/>
        </p:nvGrpSpPr>
        <p:grpSpPr>
          <a:xfrm>
            <a:off x="2174760" y="4033337"/>
            <a:ext cx="359154" cy="360109"/>
            <a:chOff x="-44528075" y="1982825"/>
            <a:chExt cx="300900" cy="301700"/>
          </a:xfrm>
        </p:grpSpPr>
        <p:sp>
          <p:nvSpPr>
            <p:cNvPr id="18505" name="Google Shape;18505;p85"/>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6" name="Google Shape;18506;p85"/>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7" name="Google Shape;18507;p85"/>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8" name="Google Shape;18508;p85"/>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9" name="Google Shape;18509;p85"/>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0" name="Google Shape;18510;p85"/>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1" name="Google Shape;18511;p85"/>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512" name="Google Shape;18512;p85"/>
          <p:cNvSpPr/>
          <p:nvPr/>
        </p:nvSpPr>
        <p:spPr>
          <a:xfrm>
            <a:off x="2628711" y="1302875"/>
            <a:ext cx="358199" cy="358199"/>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513" name="Google Shape;18513;p85"/>
          <p:cNvGrpSpPr/>
          <p:nvPr/>
        </p:nvGrpSpPr>
        <p:grpSpPr>
          <a:xfrm>
            <a:off x="2625923" y="1758885"/>
            <a:ext cx="358199" cy="358229"/>
            <a:chOff x="-49048250" y="2316775"/>
            <a:chExt cx="300100" cy="300125"/>
          </a:xfrm>
        </p:grpSpPr>
        <p:sp>
          <p:nvSpPr>
            <p:cNvPr id="18514" name="Google Shape;18514;p85"/>
            <p:cNvSpPr/>
            <p:nvPr/>
          </p:nvSpPr>
          <p:spPr>
            <a:xfrm>
              <a:off x="-49048250" y="2316775"/>
              <a:ext cx="300100" cy="300125"/>
            </a:xfrm>
            <a:custGeom>
              <a:rect b="b" l="l" r="r" t="t"/>
              <a:pathLst>
                <a:path extrusionOk="0" h="12005" w="12004">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5" name="Google Shape;18515;p85"/>
            <p:cNvSpPr/>
            <p:nvPr/>
          </p:nvSpPr>
          <p:spPr>
            <a:xfrm>
              <a:off x="-49004150" y="23601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6" name="Google Shape;18516;p85"/>
            <p:cNvSpPr/>
            <p:nvPr/>
          </p:nvSpPr>
          <p:spPr>
            <a:xfrm>
              <a:off x="-48925375" y="2465650"/>
              <a:ext cx="71700" cy="86650"/>
            </a:xfrm>
            <a:custGeom>
              <a:rect b="b" l="l" r="r" t="t"/>
              <a:pathLst>
                <a:path extrusionOk="0" h="3466" w="2868">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7" name="Google Shape;18517;p85"/>
            <p:cNvSpPr/>
            <p:nvPr/>
          </p:nvSpPr>
          <p:spPr>
            <a:xfrm>
              <a:off x="-48977350" y="2431000"/>
              <a:ext cx="157525" cy="157550"/>
            </a:xfrm>
            <a:custGeom>
              <a:rect b="b" l="l" r="r" t="t"/>
              <a:pathLst>
                <a:path extrusionOk="0" h="6302" w="6301">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518" name="Google Shape;18518;p85"/>
          <p:cNvSpPr/>
          <p:nvPr/>
        </p:nvSpPr>
        <p:spPr>
          <a:xfrm>
            <a:off x="2627309" y="2206525"/>
            <a:ext cx="361004" cy="357871"/>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519" name="Google Shape;18519;p85"/>
          <p:cNvGrpSpPr/>
          <p:nvPr/>
        </p:nvGrpSpPr>
        <p:grpSpPr>
          <a:xfrm>
            <a:off x="1290494" y="2699684"/>
            <a:ext cx="360109" cy="358199"/>
            <a:chOff x="-47160325" y="1974175"/>
            <a:chExt cx="301700" cy="300100"/>
          </a:xfrm>
        </p:grpSpPr>
        <p:sp>
          <p:nvSpPr>
            <p:cNvPr id="18520" name="Google Shape;18520;p85"/>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1" name="Google Shape;18521;p85"/>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22" name="Google Shape;18522;p85"/>
          <p:cNvGrpSpPr/>
          <p:nvPr/>
        </p:nvGrpSpPr>
        <p:grpSpPr>
          <a:xfrm>
            <a:off x="1290971" y="3146218"/>
            <a:ext cx="359154" cy="359124"/>
            <a:chOff x="-47159525" y="2342000"/>
            <a:chExt cx="300900" cy="300875"/>
          </a:xfrm>
        </p:grpSpPr>
        <p:sp>
          <p:nvSpPr>
            <p:cNvPr id="18523" name="Google Shape;18523;p85"/>
            <p:cNvSpPr/>
            <p:nvPr/>
          </p:nvSpPr>
          <p:spPr>
            <a:xfrm>
              <a:off x="-47122500" y="2376650"/>
              <a:ext cx="123675" cy="125250"/>
            </a:xfrm>
            <a:custGeom>
              <a:rect b="b" l="l" r="r" t="t"/>
              <a:pathLst>
                <a:path extrusionOk="0" h="5010" w="4947">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4" name="Google Shape;18524;p85"/>
            <p:cNvSpPr/>
            <p:nvPr/>
          </p:nvSpPr>
          <p:spPr>
            <a:xfrm>
              <a:off x="-47159525" y="2342000"/>
              <a:ext cx="300900" cy="300875"/>
            </a:xfrm>
            <a:custGeom>
              <a:rect b="b" l="l" r="r" t="t"/>
              <a:pathLst>
                <a:path extrusionOk="0" h="12035" w="12036">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5" name="Google Shape;18525;p85"/>
            <p:cNvSpPr/>
            <p:nvPr/>
          </p:nvSpPr>
          <p:spPr>
            <a:xfrm>
              <a:off x="-46946075" y="2537325"/>
              <a:ext cx="35450" cy="35475"/>
            </a:xfrm>
            <a:custGeom>
              <a:rect b="b" l="l" r="r" t="t"/>
              <a:pathLst>
                <a:path extrusionOk="0" h="1419" w="1418">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6" name="Google Shape;18526;p85"/>
            <p:cNvSpPr/>
            <p:nvPr/>
          </p:nvSpPr>
          <p:spPr>
            <a:xfrm>
              <a:off x="-47122500" y="253732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7" name="Google Shape;18527;p85"/>
            <p:cNvSpPr/>
            <p:nvPr/>
          </p:nvSpPr>
          <p:spPr>
            <a:xfrm>
              <a:off x="-47122500" y="257277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28" name="Google Shape;18528;p85"/>
          <p:cNvGrpSpPr/>
          <p:nvPr/>
        </p:nvGrpSpPr>
        <p:grpSpPr>
          <a:xfrm>
            <a:off x="1291448" y="3603054"/>
            <a:ext cx="358199" cy="359154"/>
            <a:chOff x="-47157950" y="2712175"/>
            <a:chExt cx="300100" cy="300900"/>
          </a:xfrm>
        </p:grpSpPr>
        <p:sp>
          <p:nvSpPr>
            <p:cNvPr id="18529" name="Google Shape;18529;p85"/>
            <p:cNvSpPr/>
            <p:nvPr/>
          </p:nvSpPr>
          <p:spPr>
            <a:xfrm>
              <a:off x="-47157950" y="2712175"/>
              <a:ext cx="300100" cy="300900"/>
            </a:xfrm>
            <a:custGeom>
              <a:rect b="b" l="l" r="r" t="t"/>
              <a:pathLst>
                <a:path extrusionOk="0" h="12036" w="12004">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0" name="Google Shape;18530;p85"/>
            <p:cNvSpPr/>
            <p:nvPr/>
          </p:nvSpPr>
          <p:spPr>
            <a:xfrm>
              <a:off x="-47087075" y="2852375"/>
              <a:ext cx="17350" cy="17350"/>
            </a:xfrm>
            <a:custGeom>
              <a:rect b="b" l="l" r="r" t="t"/>
              <a:pathLst>
                <a:path extrusionOk="0" h="694" w="694">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1" name="Google Shape;18531;p85"/>
            <p:cNvSpPr/>
            <p:nvPr/>
          </p:nvSpPr>
          <p:spPr>
            <a:xfrm>
              <a:off x="-47052400" y="2852375"/>
              <a:ext cx="17350" cy="17350"/>
            </a:xfrm>
            <a:custGeom>
              <a:rect b="b" l="l" r="r" t="t"/>
              <a:pathLst>
                <a:path extrusionOk="0" h="694" w="694">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2" name="Google Shape;18532;p85"/>
            <p:cNvSpPr/>
            <p:nvPr/>
          </p:nvSpPr>
          <p:spPr>
            <a:xfrm>
              <a:off x="-47051625" y="295790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3" name="Google Shape;18533;p85"/>
            <p:cNvSpPr/>
            <p:nvPr/>
          </p:nvSpPr>
          <p:spPr>
            <a:xfrm>
              <a:off x="-47051625" y="292325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4" name="Google Shape;18534;p85"/>
            <p:cNvSpPr/>
            <p:nvPr/>
          </p:nvSpPr>
          <p:spPr>
            <a:xfrm>
              <a:off x="-47017750" y="2852375"/>
              <a:ext cx="35450" cy="17350"/>
            </a:xfrm>
            <a:custGeom>
              <a:rect b="b" l="l" r="r" t="t"/>
              <a:pathLst>
                <a:path extrusionOk="0" h="694" w="1418">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5" name="Google Shape;18535;p85"/>
            <p:cNvSpPr/>
            <p:nvPr/>
          </p:nvSpPr>
          <p:spPr>
            <a:xfrm>
              <a:off x="-46964975" y="2852375"/>
              <a:ext cx="35450" cy="17350"/>
            </a:xfrm>
            <a:custGeom>
              <a:rect b="b" l="l" r="r" t="t"/>
              <a:pathLst>
                <a:path extrusionOk="0" h="694" w="1418">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536" name="Google Shape;18536;p85"/>
          <p:cNvSpPr/>
          <p:nvPr/>
        </p:nvSpPr>
        <p:spPr>
          <a:xfrm>
            <a:off x="3538211" y="2689200"/>
            <a:ext cx="314961" cy="357274"/>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537" name="Google Shape;18537;p85"/>
          <p:cNvGrpSpPr/>
          <p:nvPr/>
        </p:nvGrpSpPr>
        <p:grpSpPr>
          <a:xfrm>
            <a:off x="3535175" y="3135863"/>
            <a:ext cx="315886" cy="358199"/>
            <a:chOff x="-45278675" y="2333325"/>
            <a:chExt cx="264650" cy="300100"/>
          </a:xfrm>
        </p:grpSpPr>
        <p:sp>
          <p:nvSpPr>
            <p:cNvPr id="18538" name="Google Shape;18538;p85"/>
            <p:cNvSpPr/>
            <p:nvPr/>
          </p:nvSpPr>
          <p:spPr>
            <a:xfrm>
              <a:off x="-45243225" y="2475100"/>
              <a:ext cx="52775" cy="87450"/>
            </a:xfrm>
            <a:custGeom>
              <a:rect b="b" l="l" r="r" t="t"/>
              <a:pathLst>
                <a:path extrusionOk="0" h="3498" w="2111">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9" name="Google Shape;18539;p85"/>
            <p:cNvSpPr/>
            <p:nvPr/>
          </p:nvSpPr>
          <p:spPr>
            <a:xfrm>
              <a:off x="-45172350" y="2475100"/>
              <a:ext cx="52800" cy="89025"/>
            </a:xfrm>
            <a:custGeom>
              <a:rect b="b" l="l" r="r" t="t"/>
              <a:pathLst>
                <a:path extrusionOk="0" h="3561" w="2112">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0" name="Google Shape;18540;p85"/>
            <p:cNvSpPr/>
            <p:nvPr/>
          </p:nvSpPr>
          <p:spPr>
            <a:xfrm>
              <a:off x="-45102250" y="2475100"/>
              <a:ext cx="52800" cy="87450"/>
            </a:xfrm>
            <a:custGeom>
              <a:rect b="b" l="l" r="r" t="t"/>
              <a:pathLst>
                <a:path extrusionOk="0" h="3498" w="2112">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1" name="Google Shape;18541;p85"/>
            <p:cNvSpPr/>
            <p:nvPr/>
          </p:nvSpPr>
          <p:spPr>
            <a:xfrm>
              <a:off x="-45278675" y="2333325"/>
              <a:ext cx="264650" cy="300100"/>
            </a:xfrm>
            <a:custGeom>
              <a:rect b="b" l="l" r="r" t="t"/>
              <a:pathLst>
                <a:path extrusionOk="0" h="12004" w="10586">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42" name="Google Shape;18542;p85"/>
          <p:cNvGrpSpPr/>
          <p:nvPr/>
        </p:nvGrpSpPr>
        <p:grpSpPr>
          <a:xfrm>
            <a:off x="3545500" y="3590820"/>
            <a:ext cx="295237" cy="358229"/>
            <a:chOff x="-45270025" y="2701925"/>
            <a:chExt cx="247350" cy="300125"/>
          </a:xfrm>
        </p:grpSpPr>
        <p:sp>
          <p:nvSpPr>
            <p:cNvPr id="18543" name="Google Shape;18543;p85"/>
            <p:cNvSpPr/>
            <p:nvPr/>
          </p:nvSpPr>
          <p:spPr>
            <a:xfrm>
              <a:off x="-45128250" y="2843700"/>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4" name="Google Shape;18544;p85"/>
            <p:cNvSpPr/>
            <p:nvPr/>
          </p:nvSpPr>
          <p:spPr>
            <a:xfrm>
              <a:off x="-45270025" y="2701925"/>
              <a:ext cx="247350" cy="300125"/>
            </a:xfrm>
            <a:custGeom>
              <a:rect b="b" l="l" r="r" t="t"/>
              <a:pathLst>
                <a:path extrusionOk="0" h="12005" w="9894">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5" name="Google Shape;18545;p85"/>
            <p:cNvSpPr/>
            <p:nvPr/>
          </p:nvSpPr>
          <p:spPr>
            <a:xfrm>
              <a:off x="-45235350" y="2844500"/>
              <a:ext cx="89800" cy="87450"/>
            </a:xfrm>
            <a:custGeom>
              <a:rect b="b" l="l" r="r" t="t"/>
              <a:pathLst>
                <a:path extrusionOk="0" h="3498" w="3592">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6" name="Google Shape;18546;p85"/>
            <p:cNvSpPr/>
            <p:nvPr/>
          </p:nvSpPr>
          <p:spPr>
            <a:xfrm>
              <a:off x="-45128250" y="2879150"/>
              <a:ext cx="18150" cy="52800"/>
            </a:xfrm>
            <a:custGeom>
              <a:rect b="b" l="l" r="r" t="t"/>
              <a:pathLst>
                <a:path extrusionOk="0" h="2112" w="726">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547" name="Google Shape;18547;p85"/>
          <p:cNvSpPr/>
          <p:nvPr/>
        </p:nvSpPr>
        <p:spPr>
          <a:xfrm>
            <a:off x="2628699" y="4061314"/>
            <a:ext cx="358199" cy="358199"/>
          </a:xfrm>
          <a:custGeom>
            <a:rect b="b" l="l" r="r" t="t"/>
            <a:pathLst>
              <a:path extrusionOk="0" h="12004" w="12004">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548" name="Google Shape;18548;p85"/>
          <p:cNvGrpSpPr/>
          <p:nvPr/>
        </p:nvGrpSpPr>
        <p:grpSpPr>
          <a:xfrm>
            <a:off x="2209567" y="1743737"/>
            <a:ext cx="307444" cy="366556"/>
            <a:chOff x="2209567" y="1972337"/>
            <a:chExt cx="307444" cy="366556"/>
          </a:xfrm>
        </p:grpSpPr>
        <p:sp>
          <p:nvSpPr>
            <p:cNvPr id="18549" name="Google Shape;18549;p85"/>
            <p:cNvSpPr/>
            <p:nvPr/>
          </p:nvSpPr>
          <p:spPr>
            <a:xfrm>
              <a:off x="2345143" y="1972337"/>
              <a:ext cx="20709" cy="62097"/>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0" name="Google Shape;18550;p85"/>
            <p:cNvSpPr/>
            <p:nvPr/>
          </p:nvSpPr>
          <p:spPr>
            <a:xfrm>
              <a:off x="2265235" y="1998803"/>
              <a:ext cx="55502" cy="39389"/>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1" name="Google Shape;18551;p85"/>
            <p:cNvSpPr/>
            <p:nvPr/>
          </p:nvSpPr>
          <p:spPr>
            <a:xfrm>
              <a:off x="2393093" y="2000594"/>
              <a:ext cx="51743" cy="38523"/>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552" name="Google Shape;18552;p85"/>
            <p:cNvGrpSpPr/>
            <p:nvPr/>
          </p:nvGrpSpPr>
          <p:grpSpPr>
            <a:xfrm>
              <a:off x="2209567" y="2078266"/>
              <a:ext cx="307444" cy="260626"/>
              <a:chOff x="1636184" y="2959225"/>
              <a:chExt cx="232666" cy="197250"/>
            </a:xfrm>
          </p:grpSpPr>
          <p:sp>
            <p:nvSpPr>
              <p:cNvPr id="18553" name="Google Shape;18553;p85"/>
              <p:cNvSpPr/>
              <p:nvPr/>
            </p:nvSpPr>
            <p:spPr>
              <a:xfrm>
                <a:off x="1649300"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4" name="Google Shape;18554;p85"/>
              <p:cNvSpPr/>
              <p:nvPr/>
            </p:nvSpPr>
            <p:spPr>
              <a:xfrm flipH="1">
                <a:off x="1636184"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5" name="Google Shape;18555;p85"/>
              <p:cNvSpPr/>
              <p:nvPr/>
            </p:nvSpPr>
            <p:spPr>
              <a:xfrm>
                <a:off x="1734750" y="3136775"/>
                <a:ext cx="36900" cy="19650"/>
              </a:xfrm>
              <a:custGeom>
                <a:rect b="b" l="l" r="r" t="t"/>
                <a:pathLst>
                  <a:path extrusionOk="0" h="786" w="1476">
                    <a:moveTo>
                      <a:pt x="0" y="786"/>
                    </a:moveTo>
                    <a:lnTo>
                      <a:pt x="1476" y="786"/>
                    </a:lnTo>
                    <a:lnTo>
                      <a:pt x="762" y="0"/>
                    </a:lnTo>
                    <a:close/>
                  </a:path>
                </a:pathLst>
              </a:custGeom>
              <a:solidFill>
                <a:srgbClr val="5F7D95"/>
              </a:solidFill>
              <a:ln>
                <a:noFill/>
              </a:ln>
            </p:spPr>
          </p:sp>
          <p:sp>
            <p:nvSpPr>
              <p:cNvPr id="18556" name="Google Shape;18556;p85"/>
              <p:cNvSpPr/>
              <p:nvPr/>
            </p:nvSpPr>
            <p:spPr>
              <a:xfrm>
                <a:off x="1684150" y="2963550"/>
                <a:ext cx="139900" cy="11300"/>
              </a:xfrm>
              <a:custGeom>
                <a:rect b="b" l="l" r="r" t="t"/>
                <a:pathLst>
                  <a:path extrusionOk="0" h="452" w="5596">
                    <a:moveTo>
                      <a:pt x="0" y="452"/>
                    </a:moveTo>
                    <a:lnTo>
                      <a:pt x="5596" y="452"/>
                    </a:lnTo>
                    <a:lnTo>
                      <a:pt x="5500" y="0"/>
                    </a:lnTo>
                    <a:lnTo>
                      <a:pt x="238" y="47"/>
                    </a:lnTo>
                    <a:close/>
                  </a:path>
                </a:pathLst>
              </a:custGeom>
              <a:solidFill>
                <a:srgbClr val="5F7D95"/>
              </a:solidFill>
              <a:ln>
                <a:noFill/>
              </a:ln>
            </p:spPr>
          </p:sp>
        </p:grpSp>
      </p:grpSp>
      <p:grpSp>
        <p:nvGrpSpPr>
          <p:cNvPr id="18557" name="Google Shape;18557;p85"/>
          <p:cNvGrpSpPr/>
          <p:nvPr/>
        </p:nvGrpSpPr>
        <p:grpSpPr>
          <a:xfrm>
            <a:off x="3577265" y="2235011"/>
            <a:ext cx="258542" cy="365154"/>
            <a:chOff x="-47300587" y="123275"/>
            <a:chExt cx="190975" cy="269725"/>
          </a:xfrm>
        </p:grpSpPr>
        <p:sp>
          <p:nvSpPr>
            <p:cNvPr id="18558" name="Google Shape;18558;p85"/>
            <p:cNvSpPr/>
            <p:nvPr/>
          </p:nvSpPr>
          <p:spPr>
            <a:xfrm>
              <a:off x="-47300587" y="123275"/>
              <a:ext cx="190975" cy="269725"/>
            </a:xfrm>
            <a:custGeom>
              <a:rect b="b" l="l" r="r" t="t"/>
              <a:pathLst>
                <a:path extrusionOk="0" h="10789" w="7639">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9" name="Google Shape;18559;p85"/>
            <p:cNvSpPr/>
            <p:nvPr/>
          </p:nvSpPr>
          <p:spPr>
            <a:xfrm>
              <a:off x="-47242037" y="188100"/>
              <a:ext cx="15350" cy="31375"/>
            </a:xfrm>
            <a:custGeom>
              <a:rect b="b" l="l" r="r" t="t"/>
              <a:pathLst>
                <a:path extrusionOk="0" h="1255" w="614">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0" name="Google Shape;18560;p85"/>
            <p:cNvSpPr/>
            <p:nvPr/>
          </p:nvSpPr>
          <p:spPr>
            <a:xfrm>
              <a:off x="-47242037" y="234775"/>
              <a:ext cx="15350" cy="31400"/>
            </a:xfrm>
            <a:custGeom>
              <a:rect b="b" l="l" r="r" t="t"/>
              <a:pathLst>
                <a:path extrusionOk="0" h="1256" w="614">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1" name="Google Shape;18561;p85"/>
            <p:cNvSpPr/>
            <p:nvPr/>
          </p:nvSpPr>
          <p:spPr>
            <a:xfrm>
              <a:off x="-47180012" y="172075"/>
              <a:ext cx="15350" cy="31375"/>
            </a:xfrm>
            <a:custGeom>
              <a:rect b="b" l="l" r="r" t="t"/>
              <a:pathLst>
                <a:path extrusionOk="0" h="1255" w="614">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2" name="Google Shape;18562;p85"/>
            <p:cNvSpPr/>
            <p:nvPr/>
          </p:nvSpPr>
          <p:spPr>
            <a:xfrm>
              <a:off x="-47180012" y="218050"/>
              <a:ext cx="15350" cy="32100"/>
            </a:xfrm>
            <a:custGeom>
              <a:rect b="b" l="l" r="r" t="t"/>
              <a:pathLst>
                <a:path extrusionOk="0" h="1284" w="614">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63" name="Google Shape;18563;p85"/>
          <p:cNvGrpSpPr/>
          <p:nvPr/>
        </p:nvGrpSpPr>
        <p:grpSpPr>
          <a:xfrm>
            <a:off x="4870788" y="1304201"/>
            <a:ext cx="342328" cy="339793"/>
            <a:chOff x="-13966675" y="1639700"/>
            <a:chExt cx="354450" cy="351825"/>
          </a:xfrm>
        </p:grpSpPr>
        <p:sp>
          <p:nvSpPr>
            <p:cNvPr id="18564" name="Google Shape;18564;p85"/>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5" name="Google Shape;18565;p85"/>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6" name="Google Shape;18566;p85"/>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7" name="Google Shape;18567;p85"/>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8" name="Google Shape;18568;p85"/>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569" name="Google Shape;18569;p85"/>
          <p:cNvSpPr/>
          <p:nvPr/>
        </p:nvSpPr>
        <p:spPr>
          <a:xfrm>
            <a:off x="4871549" y="1711132"/>
            <a:ext cx="340807" cy="341579"/>
          </a:xfrm>
          <a:custGeom>
            <a:rect b="b" l="l" r="r" t="t"/>
            <a:pathLst>
              <a:path extrusionOk="0" h="14147" w="14115">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0" name="Google Shape;18570;p85"/>
          <p:cNvSpPr/>
          <p:nvPr/>
        </p:nvSpPr>
        <p:spPr>
          <a:xfrm>
            <a:off x="4932020" y="2120859"/>
            <a:ext cx="219864" cy="339286"/>
          </a:xfrm>
          <a:custGeom>
            <a:rect b="b" l="l" r="r" t="t"/>
            <a:pathLst>
              <a:path extrusionOk="0" h="14052" w="9106">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571" name="Google Shape;18571;p85"/>
          <p:cNvGrpSpPr/>
          <p:nvPr/>
        </p:nvGrpSpPr>
        <p:grpSpPr>
          <a:xfrm>
            <a:off x="6667277" y="1303887"/>
            <a:ext cx="340034" cy="340420"/>
            <a:chOff x="-12199250" y="1662675"/>
            <a:chExt cx="352075" cy="352475"/>
          </a:xfrm>
        </p:grpSpPr>
        <p:sp>
          <p:nvSpPr>
            <p:cNvPr id="18572" name="Google Shape;18572;p85"/>
            <p:cNvSpPr/>
            <p:nvPr/>
          </p:nvSpPr>
          <p:spPr>
            <a:xfrm>
              <a:off x="-12004725" y="1710325"/>
              <a:ext cx="116600" cy="76425"/>
            </a:xfrm>
            <a:custGeom>
              <a:rect b="b" l="l" r="r" t="t"/>
              <a:pathLst>
                <a:path extrusionOk="0" h="3057" w="4664">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3" name="Google Shape;18573;p85"/>
            <p:cNvSpPr/>
            <p:nvPr/>
          </p:nvSpPr>
          <p:spPr>
            <a:xfrm>
              <a:off x="-12158300" y="1709525"/>
              <a:ext cx="116600" cy="77225"/>
            </a:xfrm>
            <a:custGeom>
              <a:rect b="b" l="l" r="r" t="t"/>
              <a:pathLst>
                <a:path extrusionOk="0" h="3089" w="4664">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4" name="Google Shape;18574;p85"/>
            <p:cNvSpPr/>
            <p:nvPr/>
          </p:nvSpPr>
          <p:spPr>
            <a:xfrm>
              <a:off x="-12199250" y="1662675"/>
              <a:ext cx="352075" cy="352475"/>
            </a:xfrm>
            <a:custGeom>
              <a:rect b="b" l="l" r="r" t="t"/>
              <a:pathLst>
                <a:path extrusionOk="0" h="14099" w="14083">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75" name="Google Shape;18575;p85"/>
          <p:cNvGrpSpPr/>
          <p:nvPr/>
        </p:nvGrpSpPr>
        <p:grpSpPr>
          <a:xfrm>
            <a:off x="6666130" y="1710754"/>
            <a:ext cx="342328" cy="342328"/>
            <a:chOff x="-12199250" y="2096250"/>
            <a:chExt cx="354450" cy="354450"/>
          </a:xfrm>
        </p:grpSpPr>
        <p:sp>
          <p:nvSpPr>
            <p:cNvPr id="18576" name="Google Shape;18576;p85"/>
            <p:cNvSpPr/>
            <p:nvPr/>
          </p:nvSpPr>
          <p:spPr>
            <a:xfrm>
              <a:off x="-12199250" y="2096250"/>
              <a:ext cx="354450" cy="354450"/>
            </a:xfrm>
            <a:custGeom>
              <a:rect b="b" l="l" r="r" t="t"/>
              <a:pathLst>
                <a:path extrusionOk="0" h="14178" w="14178">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7" name="Google Shape;18577;p85"/>
            <p:cNvSpPr/>
            <p:nvPr/>
          </p:nvSpPr>
          <p:spPr>
            <a:xfrm>
              <a:off x="-12096075" y="2200225"/>
              <a:ext cx="144950" cy="144950"/>
            </a:xfrm>
            <a:custGeom>
              <a:rect b="b" l="l" r="r" t="t"/>
              <a:pathLst>
                <a:path extrusionOk="0" h="5798" w="5798">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78" name="Google Shape;18578;p85"/>
          <p:cNvGrpSpPr/>
          <p:nvPr/>
        </p:nvGrpSpPr>
        <p:grpSpPr>
          <a:xfrm>
            <a:off x="6667277" y="2119708"/>
            <a:ext cx="340034" cy="341579"/>
            <a:chOff x="-12199250" y="2530225"/>
            <a:chExt cx="352075" cy="353675"/>
          </a:xfrm>
        </p:grpSpPr>
        <p:sp>
          <p:nvSpPr>
            <p:cNvPr id="18579" name="Google Shape;18579;p85"/>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0" name="Google Shape;18580;p85"/>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1" name="Google Shape;18581;p85"/>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2" name="Google Shape;18582;p85"/>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583" name="Google Shape;18583;p85"/>
          <p:cNvSpPr/>
          <p:nvPr/>
        </p:nvSpPr>
        <p:spPr>
          <a:xfrm>
            <a:off x="4871163" y="2550438"/>
            <a:ext cx="341579" cy="341772"/>
          </a:xfrm>
          <a:custGeom>
            <a:rect b="b" l="l" r="r" t="t"/>
            <a:pathLst>
              <a:path extrusionOk="0" h="14155" w="14147">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584" name="Google Shape;18584;p85"/>
          <p:cNvGrpSpPr/>
          <p:nvPr/>
        </p:nvGrpSpPr>
        <p:grpSpPr>
          <a:xfrm>
            <a:off x="4870788" y="2959488"/>
            <a:ext cx="342328" cy="339310"/>
            <a:chOff x="-10462550" y="2057650"/>
            <a:chExt cx="354450" cy="351325"/>
          </a:xfrm>
        </p:grpSpPr>
        <p:sp>
          <p:nvSpPr>
            <p:cNvPr id="18585" name="Google Shape;18585;p85"/>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6" name="Google Shape;18586;p85"/>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587" name="Google Shape;18587;p85"/>
          <p:cNvSpPr/>
          <p:nvPr/>
        </p:nvSpPr>
        <p:spPr>
          <a:xfrm>
            <a:off x="7591624" y="2576962"/>
            <a:ext cx="313426" cy="3415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588" name="Google Shape;18588;p85"/>
          <p:cNvGrpSpPr/>
          <p:nvPr/>
        </p:nvGrpSpPr>
        <p:grpSpPr>
          <a:xfrm>
            <a:off x="6649772" y="2551051"/>
            <a:ext cx="375044" cy="340541"/>
            <a:chOff x="-8692750" y="1622100"/>
            <a:chExt cx="388325" cy="352600"/>
          </a:xfrm>
        </p:grpSpPr>
        <p:sp>
          <p:nvSpPr>
            <p:cNvPr id="18589" name="Google Shape;18589;p85"/>
            <p:cNvSpPr/>
            <p:nvPr/>
          </p:nvSpPr>
          <p:spPr>
            <a:xfrm>
              <a:off x="-8692750" y="1622100"/>
              <a:ext cx="388325" cy="352600"/>
            </a:xfrm>
            <a:custGeom>
              <a:rect b="b" l="l" r="r" t="t"/>
              <a:pathLst>
                <a:path extrusionOk="0" h="14104" w="15533">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0" name="Google Shape;18590;p85"/>
            <p:cNvSpPr/>
            <p:nvPr/>
          </p:nvSpPr>
          <p:spPr>
            <a:xfrm>
              <a:off x="-8532875" y="1767625"/>
              <a:ext cx="67775" cy="61850"/>
            </a:xfrm>
            <a:custGeom>
              <a:rect b="b" l="l" r="r" t="t"/>
              <a:pathLst>
                <a:path extrusionOk="0" h="2474" w="2711">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91" name="Google Shape;18591;p85"/>
          <p:cNvGrpSpPr/>
          <p:nvPr/>
        </p:nvGrpSpPr>
        <p:grpSpPr>
          <a:xfrm>
            <a:off x="5304253" y="1303307"/>
            <a:ext cx="341555" cy="341579"/>
            <a:chOff x="-13529550" y="1639425"/>
            <a:chExt cx="353650" cy="353675"/>
          </a:xfrm>
        </p:grpSpPr>
        <p:sp>
          <p:nvSpPr>
            <p:cNvPr id="18592" name="Google Shape;18592;p85"/>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3" name="Google Shape;18593;p85"/>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4" name="Google Shape;18594;p85"/>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5" name="Google Shape;18595;p85"/>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6" name="Google Shape;18596;p85"/>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7" name="Google Shape;18597;p85"/>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8" name="Google Shape;18598;p85"/>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9" name="Google Shape;18599;p85"/>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00" name="Google Shape;18600;p85"/>
          <p:cNvGrpSpPr/>
          <p:nvPr/>
        </p:nvGrpSpPr>
        <p:grpSpPr>
          <a:xfrm>
            <a:off x="5303106" y="1711889"/>
            <a:ext cx="343849" cy="340058"/>
            <a:chOff x="-13531925" y="2075775"/>
            <a:chExt cx="356025" cy="352100"/>
          </a:xfrm>
        </p:grpSpPr>
        <p:sp>
          <p:nvSpPr>
            <p:cNvPr id="18601" name="Google Shape;18601;p85"/>
            <p:cNvSpPr/>
            <p:nvPr/>
          </p:nvSpPr>
          <p:spPr>
            <a:xfrm>
              <a:off x="-13531925" y="2075775"/>
              <a:ext cx="356025" cy="352100"/>
            </a:xfrm>
            <a:custGeom>
              <a:rect b="b" l="l" r="r" t="t"/>
              <a:pathLst>
                <a:path extrusionOk="0" h="14084" w="14241">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2" name="Google Shape;18602;p85"/>
            <p:cNvSpPr/>
            <p:nvPr/>
          </p:nvSpPr>
          <p:spPr>
            <a:xfrm>
              <a:off x="-13384625" y="2282125"/>
              <a:ext cx="63025" cy="60675"/>
            </a:xfrm>
            <a:custGeom>
              <a:rect b="b" l="l" r="r" t="t"/>
              <a:pathLst>
                <a:path extrusionOk="0" h="2427" w="2521">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03" name="Google Shape;18603;p85"/>
          <p:cNvGrpSpPr/>
          <p:nvPr/>
        </p:nvGrpSpPr>
        <p:grpSpPr>
          <a:xfrm>
            <a:off x="5304627" y="2120094"/>
            <a:ext cx="340807" cy="340807"/>
            <a:chOff x="-13528775" y="2507400"/>
            <a:chExt cx="352875" cy="352875"/>
          </a:xfrm>
        </p:grpSpPr>
        <p:sp>
          <p:nvSpPr>
            <p:cNvPr id="18604" name="Google Shape;18604;p85"/>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5" name="Google Shape;18605;p85"/>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6" name="Google Shape;18606;p85"/>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607" name="Google Shape;18607;p85"/>
          <p:cNvSpPr/>
          <p:nvPr/>
        </p:nvSpPr>
        <p:spPr>
          <a:xfrm>
            <a:off x="7123388" y="1334505"/>
            <a:ext cx="341579" cy="279189"/>
          </a:xfrm>
          <a:custGeom>
            <a:rect b="b" l="l" r="r" t="t"/>
            <a:pathLst>
              <a:path extrusionOk="0" h="11563" w="14147">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8" name="Google Shape;18608;p85"/>
          <p:cNvSpPr/>
          <p:nvPr/>
        </p:nvSpPr>
        <p:spPr>
          <a:xfrm>
            <a:off x="7123014" y="1711602"/>
            <a:ext cx="342328" cy="340638"/>
          </a:xfrm>
          <a:custGeom>
            <a:rect b="b" l="l" r="r" t="t"/>
            <a:pathLst>
              <a:path extrusionOk="0" h="14108" w="14178">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609" name="Google Shape;18609;p85"/>
          <p:cNvGrpSpPr/>
          <p:nvPr/>
        </p:nvGrpSpPr>
        <p:grpSpPr>
          <a:xfrm>
            <a:off x="7140133" y="2119708"/>
            <a:ext cx="308090" cy="341579"/>
            <a:chOff x="-11747150" y="2530225"/>
            <a:chExt cx="319000" cy="353675"/>
          </a:xfrm>
        </p:grpSpPr>
        <p:sp>
          <p:nvSpPr>
            <p:cNvPr id="18610" name="Google Shape;18610;p85"/>
            <p:cNvSpPr/>
            <p:nvPr/>
          </p:nvSpPr>
          <p:spPr>
            <a:xfrm>
              <a:off x="-11747150" y="2530225"/>
              <a:ext cx="319000" cy="353675"/>
            </a:xfrm>
            <a:custGeom>
              <a:rect b="b" l="l" r="r" t="t"/>
              <a:pathLst>
                <a:path extrusionOk="0" h="14147" w="1276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1" name="Google Shape;18611;p85"/>
            <p:cNvSpPr/>
            <p:nvPr/>
          </p:nvSpPr>
          <p:spPr>
            <a:xfrm>
              <a:off x="-11640825" y="2592450"/>
              <a:ext cx="104775" cy="42550"/>
            </a:xfrm>
            <a:custGeom>
              <a:rect b="b" l="l" r="r" t="t"/>
              <a:pathLst>
                <a:path extrusionOk="0" h="1702" w="4191">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12" name="Google Shape;18612;p85"/>
          <p:cNvGrpSpPr/>
          <p:nvPr/>
        </p:nvGrpSpPr>
        <p:grpSpPr>
          <a:xfrm>
            <a:off x="5304627" y="2550919"/>
            <a:ext cx="340807" cy="340807"/>
            <a:chOff x="-10027775" y="1622900"/>
            <a:chExt cx="352875" cy="352875"/>
          </a:xfrm>
        </p:grpSpPr>
        <p:sp>
          <p:nvSpPr>
            <p:cNvPr id="18613" name="Google Shape;18613;p85"/>
            <p:cNvSpPr/>
            <p:nvPr/>
          </p:nvSpPr>
          <p:spPr>
            <a:xfrm>
              <a:off x="-10027775" y="1622900"/>
              <a:ext cx="352875" cy="352875"/>
            </a:xfrm>
            <a:custGeom>
              <a:rect b="b" l="l" r="r" t="t"/>
              <a:pathLst>
                <a:path extrusionOk="0" h="14115" w="14115">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4" name="Google Shape;18614;p85"/>
            <p:cNvSpPr/>
            <p:nvPr/>
          </p:nvSpPr>
          <p:spPr>
            <a:xfrm>
              <a:off x="-9923800" y="1705600"/>
              <a:ext cx="145725" cy="20500"/>
            </a:xfrm>
            <a:custGeom>
              <a:rect b="b" l="l" r="r" t="t"/>
              <a:pathLst>
                <a:path extrusionOk="0" h="820" w="5829">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5" name="Google Shape;18615;p85"/>
            <p:cNvSpPr/>
            <p:nvPr/>
          </p:nvSpPr>
          <p:spPr>
            <a:xfrm>
              <a:off x="-9902550" y="1746550"/>
              <a:ext cx="83525" cy="20500"/>
            </a:xfrm>
            <a:custGeom>
              <a:rect b="b" l="l" r="r" t="t"/>
              <a:pathLst>
                <a:path extrusionOk="0" h="820" w="3341">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6" name="Google Shape;18616;p85"/>
            <p:cNvSpPr/>
            <p:nvPr/>
          </p:nvSpPr>
          <p:spPr>
            <a:xfrm>
              <a:off x="-9923800" y="1788300"/>
              <a:ext cx="145725" cy="20500"/>
            </a:xfrm>
            <a:custGeom>
              <a:rect b="b" l="l" r="r" t="t"/>
              <a:pathLst>
                <a:path extrusionOk="0" h="820" w="5829">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7" name="Google Shape;18617;p85"/>
            <p:cNvSpPr/>
            <p:nvPr/>
          </p:nvSpPr>
          <p:spPr>
            <a:xfrm>
              <a:off x="-9901750" y="1828450"/>
              <a:ext cx="83500" cy="21300"/>
            </a:xfrm>
            <a:custGeom>
              <a:rect b="b" l="l" r="r" t="t"/>
              <a:pathLst>
                <a:path extrusionOk="0" h="852" w="334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8" name="Google Shape;18618;p85"/>
            <p:cNvSpPr/>
            <p:nvPr/>
          </p:nvSpPr>
          <p:spPr>
            <a:xfrm>
              <a:off x="-9923025" y="1871000"/>
              <a:ext cx="145725" cy="20500"/>
            </a:xfrm>
            <a:custGeom>
              <a:rect b="b" l="l" r="r" t="t"/>
              <a:pathLst>
                <a:path extrusionOk="0" h="820" w="5829">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619" name="Google Shape;18619;p85"/>
          <p:cNvSpPr/>
          <p:nvPr/>
        </p:nvSpPr>
        <p:spPr>
          <a:xfrm>
            <a:off x="5311472" y="2958272"/>
            <a:ext cx="327116" cy="341748"/>
          </a:xfrm>
          <a:custGeom>
            <a:rect b="b" l="l" r="r" t="t"/>
            <a:pathLst>
              <a:path extrusionOk="0" h="14154" w="13548">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620" name="Google Shape;18620;p85"/>
          <p:cNvGrpSpPr/>
          <p:nvPr/>
        </p:nvGrpSpPr>
        <p:grpSpPr>
          <a:xfrm>
            <a:off x="8031595" y="2576583"/>
            <a:ext cx="322553" cy="342328"/>
            <a:chOff x="-10019125" y="2490075"/>
            <a:chExt cx="333975" cy="354450"/>
          </a:xfrm>
        </p:grpSpPr>
        <p:sp>
          <p:nvSpPr>
            <p:cNvPr id="18621" name="Google Shape;18621;p85"/>
            <p:cNvSpPr/>
            <p:nvPr/>
          </p:nvSpPr>
          <p:spPr>
            <a:xfrm>
              <a:off x="-10019125" y="2490850"/>
              <a:ext cx="333975" cy="353675"/>
            </a:xfrm>
            <a:custGeom>
              <a:rect b="b" l="l" r="r" t="t"/>
              <a:pathLst>
                <a:path extrusionOk="0" h="14147" w="13359">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2" name="Google Shape;18622;p85"/>
            <p:cNvSpPr/>
            <p:nvPr/>
          </p:nvSpPr>
          <p:spPr>
            <a:xfrm>
              <a:off x="-10016750" y="2491050"/>
              <a:ext cx="63825" cy="61850"/>
            </a:xfrm>
            <a:custGeom>
              <a:rect b="b" l="l" r="r" t="t"/>
              <a:pathLst>
                <a:path extrusionOk="0" h="2474" w="2553">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3" name="Google Shape;18623;p85"/>
            <p:cNvSpPr/>
            <p:nvPr/>
          </p:nvSpPr>
          <p:spPr>
            <a:xfrm>
              <a:off x="-9933275" y="2490075"/>
              <a:ext cx="20525" cy="63025"/>
            </a:xfrm>
            <a:custGeom>
              <a:rect b="b" l="l" r="r" t="t"/>
              <a:pathLst>
                <a:path extrusionOk="0" h="2521" w="821">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4" name="Google Shape;18624;p85"/>
            <p:cNvSpPr/>
            <p:nvPr/>
          </p:nvSpPr>
          <p:spPr>
            <a:xfrm>
              <a:off x="-10015975" y="2573550"/>
              <a:ext cx="63050" cy="20500"/>
            </a:xfrm>
            <a:custGeom>
              <a:rect b="b" l="l" r="r" t="t"/>
              <a:pathLst>
                <a:path extrusionOk="0" h="820" w="2522">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25" name="Google Shape;18625;p85"/>
          <p:cNvGrpSpPr/>
          <p:nvPr/>
        </p:nvGrpSpPr>
        <p:grpSpPr>
          <a:xfrm>
            <a:off x="6661180" y="2957593"/>
            <a:ext cx="352227" cy="343100"/>
            <a:chOff x="-8684100" y="2032450"/>
            <a:chExt cx="364700" cy="355250"/>
          </a:xfrm>
        </p:grpSpPr>
        <p:sp>
          <p:nvSpPr>
            <p:cNvPr id="18626" name="Google Shape;18626;p85"/>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7" name="Google Shape;18627;p85"/>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8" name="Google Shape;18628;p85"/>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629" name="Google Shape;18629;p85"/>
          <p:cNvSpPr/>
          <p:nvPr/>
        </p:nvSpPr>
        <p:spPr>
          <a:xfrm>
            <a:off x="5773709" y="1303696"/>
            <a:ext cx="300509" cy="340807"/>
          </a:xfrm>
          <a:custGeom>
            <a:rect b="b" l="l" r="r" t="t"/>
            <a:pathLst>
              <a:path extrusionOk="0" h="14115" w="12446">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630" name="Google Shape;18630;p85"/>
          <p:cNvGrpSpPr/>
          <p:nvPr/>
        </p:nvGrpSpPr>
        <p:grpSpPr>
          <a:xfrm>
            <a:off x="5752039" y="1711056"/>
            <a:ext cx="343849" cy="341724"/>
            <a:chOff x="-13095575" y="2073400"/>
            <a:chExt cx="356025" cy="353825"/>
          </a:xfrm>
        </p:grpSpPr>
        <p:sp>
          <p:nvSpPr>
            <p:cNvPr id="18631" name="Google Shape;18631;p85"/>
            <p:cNvSpPr/>
            <p:nvPr/>
          </p:nvSpPr>
          <p:spPr>
            <a:xfrm>
              <a:off x="-13095575" y="2073400"/>
              <a:ext cx="356025" cy="353825"/>
            </a:xfrm>
            <a:custGeom>
              <a:rect b="b" l="l" r="r" t="t"/>
              <a:pathLst>
                <a:path extrusionOk="0" h="14153" w="14241">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2" name="Google Shape;18632;p85"/>
            <p:cNvSpPr/>
            <p:nvPr/>
          </p:nvSpPr>
          <p:spPr>
            <a:xfrm>
              <a:off x="-13055400" y="2115150"/>
              <a:ext cx="271750" cy="187475"/>
            </a:xfrm>
            <a:custGeom>
              <a:rect b="b" l="l" r="r" t="t"/>
              <a:pathLst>
                <a:path extrusionOk="0" h="7499" w="1087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3" name="Google Shape;18633;p85"/>
            <p:cNvSpPr/>
            <p:nvPr/>
          </p:nvSpPr>
          <p:spPr>
            <a:xfrm>
              <a:off x="-12887650" y="2156100"/>
              <a:ext cx="63050" cy="22100"/>
            </a:xfrm>
            <a:custGeom>
              <a:rect b="b" l="l" r="r" t="t"/>
              <a:pathLst>
                <a:path extrusionOk="0" h="884" w="2522">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4" name="Google Shape;18634;p85"/>
            <p:cNvSpPr/>
            <p:nvPr/>
          </p:nvSpPr>
          <p:spPr>
            <a:xfrm>
              <a:off x="-12888425" y="2198650"/>
              <a:ext cx="63025" cy="21275"/>
            </a:xfrm>
            <a:custGeom>
              <a:rect b="b" l="l" r="r" t="t"/>
              <a:pathLst>
                <a:path extrusionOk="0" h="851" w="2521">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5" name="Google Shape;18635;p85"/>
            <p:cNvSpPr/>
            <p:nvPr/>
          </p:nvSpPr>
          <p:spPr>
            <a:xfrm>
              <a:off x="-12888425" y="2239600"/>
              <a:ext cx="63025" cy="22075"/>
            </a:xfrm>
            <a:custGeom>
              <a:rect b="b" l="l" r="r" t="t"/>
              <a:pathLst>
                <a:path extrusionOk="0" h="883" w="2521">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6" name="Google Shape;18636;p85"/>
            <p:cNvSpPr/>
            <p:nvPr/>
          </p:nvSpPr>
          <p:spPr>
            <a:xfrm>
              <a:off x="-13012875" y="2156100"/>
              <a:ext cx="63025" cy="22100"/>
            </a:xfrm>
            <a:custGeom>
              <a:rect b="b" l="l" r="r" t="t"/>
              <a:pathLst>
                <a:path extrusionOk="0" h="884" w="2521">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7" name="Google Shape;18637;p85"/>
            <p:cNvSpPr/>
            <p:nvPr/>
          </p:nvSpPr>
          <p:spPr>
            <a:xfrm>
              <a:off x="-13012875" y="2198650"/>
              <a:ext cx="63025" cy="21275"/>
            </a:xfrm>
            <a:custGeom>
              <a:rect b="b" l="l" r="r" t="t"/>
              <a:pathLst>
                <a:path extrusionOk="0" h="851" w="2521">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8" name="Google Shape;18638;p85"/>
            <p:cNvSpPr/>
            <p:nvPr/>
          </p:nvSpPr>
          <p:spPr>
            <a:xfrm>
              <a:off x="-13012875" y="2239600"/>
              <a:ext cx="63025" cy="22075"/>
            </a:xfrm>
            <a:custGeom>
              <a:rect b="b" l="l" r="r" t="t"/>
              <a:pathLst>
                <a:path extrusionOk="0" h="883" w="2521">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639" name="Google Shape;18639;p85"/>
          <p:cNvSpPr/>
          <p:nvPr/>
        </p:nvSpPr>
        <p:spPr>
          <a:xfrm>
            <a:off x="5753174" y="2120098"/>
            <a:ext cx="341579" cy="340807"/>
          </a:xfrm>
          <a:custGeom>
            <a:rect b="b" l="l" r="r" t="t"/>
            <a:pathLst>
              <a:path extrusionOk="0" h="14115" w="14147">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640" name="Google Shape;18640;p85"/>
          <p:cNvGrpSpPr/>
          <p:nvPr/>
        </p:nvGrpSpPr>
        <p:grpSpPr>
          <a:xfrm>
            <a:off x="7576787" y="1302885"/>
            <a:ext cx="343100" cy="342424"/>
            <a:chOff x="-11332875" y="1660700"/>
            <a:chExt cx="355250" cy="354550"/>
          </a:xfrm>
        </p:grpSpPr>
        <p:sp>
          <p:nvSpPr>
            <p:cNvPr id="18641" name="Google Shape;18641;p85"/>
            <p:cNvSpPr/>
            <p:nvPr/>
          </p:nvSpPr>
          <p:spPr>
            <a:xfrm>
              <a:off x="-11332875" y="1660700"/>
              <a:ext cx="355250" cy="354550"/>
            </a:xfrm>
            <a:custGeom>
              <a:rect b="b" l="l" r="r" t="t"/>
              <a:pathLst>
                <a:path extrusionOk="0" h="14182" w="1421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2" name="Google Shape;18642;p85"/>
            <p:cNvSpPr/>
            <p:nvPr/>
          </p:nvSpPr>
          <p:spPr>
            <a:xfrm>
              <a:off x="-11072175" y="1734725"/>
              <a:ext cx="41775" cy="41000"/>
            </a:xfrm>
            <a:custGeom>
              <a:rect b="b" l="l" r="r" t="t"/>
              <a:pathLst>
                <a:path extrusionOk="0" h="1640" w="1671">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3" name="Google Shape;18643;p85"/>
            <p:cNvSpPr/>
            <p:nvPr/>
          </p:nvSpPr>
          <p:spPr>
            <a:xfrm>
              <a:off x="-11278525" y="1734725"/>
              <a:ext cx="40975" cy="41000"/>
            </a:xfrm>
            <a:custGeom>
              <a:rect b="b" l="l" r="r" t="t"/>
              <a:pathLst>
                <a:path extrusionOk="0" h="1640" w="1639">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4" name="Google Shape;18644;p85"/>
            <p:cNvSpPr/>
            <p:nvPr/>
          </p:nvSpPr>
          <p:spPr>
            <a:xfrm>
              <a:off x="-11175350" y="1714250"/>
              <a:ext cx="40975" cy="41000"/>
            </a:xfrm>
            <a:custGeom>
              <a:rect b="b" l="l" r="r" t="t"/>
              <a:pathLst>
                <a:path extrusionOk="0" h="1640" w="1639">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645" name="Google Shape;18645;p85"/>
          <p:cNvSpPr/>
          <p:nvPr/>
        </p:nvSpPr>
        <p:spPr>
          <a:xfrm>
            <a:off x="7575652" y="1712279"/>
            <a:ext cx="345370" cy="339286"/>
          </a:xfrm>
          <a:custGeom>
            <a:rect b="b" l="l" r="r" t="t"/>
            <a:pathLst>
              <a:path extrusionOk="0" h="14052" w="14304">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6" name="Google Shape;18646;p85"/>
          <p:cNvSpPr/>
          <p:nvPr/>
        </p:nvSpPr>
        <p:spPr>
          <a:xfrm>
            <a:off x="7576413" y="2141008"/>
            <a:ext cx="343849" cy="298988"/>
          </a:xfrm>
          <a:custGeom>
            <a:rect b="b" l="l" r="r" t="t"/>
            <a:pathLst>
              <a:path extrusionOk="0" h="12383" w="14241">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647" name="Google Shape;18647;p85"/>
          <p:cNvGrpSpPr/>
          <p:nvPr/>
        </p:nvGrpSpPr>
        <p:grpSpPr>
          <a:xfrm>
            <a:off x="5774096" y="2549397"/>
            <a:ext cx="299736" cy="343849"/>
            <a:chOff x="-9570950" y="1622100"/>
            <a:chExt cx="310350" cy="356025"/>
          </a:xfrm>
        </p:grpSpPr>
        <p:sp>
          <p:nvSpPr>
            <p:cNvPr id="18648" name="Google Shape;18648;p85"/>
            <p:cNvSpPr/>
            <p:nvPr/>
          </p:nvSpPr>
          <p:spPr>
            <a:xfrm>
              <a:off x="-9570950" y="1622100"/>
              <a:ext cx="310350" cy="356025"/>
            </a:xfrm>
            <a:custGeom>
              <a:rect b="b" l="l" r="r" t="t"/>
              <a:pathLst>
                <a:path extrusionOk="0" h="14241" w="12414">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9" name="Google Shape;18649;p85"/>
            <p:cNvSpPr/>
            <p:nvPr/>
          </p:nvSpPr>
          <p:spPr>
            <a:xfrm>
              <a:off x="-9426025" y="1695350"/>
              <a:ext cx="63025" cy="62250"/>
            </a:xfrm>
            <a:custGeom>
              <a:rect b="b" l="l" r="r" t="t"/>
              <a:pathLst>
                <a:path extrusionOk="0" h="2490" w="2521">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50" name="Google Shape;18650;p85"/>
          <p:cNvGrpSpPr/>
          <p:nvPr/>
        </p:nvGrpSpPr>
        <p:grpSpPr>
          <a:xfrm>
            <a:off x="5752800" y="2958353"/>
            <a:ext cx="342328" cy="341579"/>
            <a:chOff x="-9594575" y="2056875"/>
            <a:chExt cx="354450" cy="353675"/>
          </a:xfrm>
        </p:grpSpPr>
        <p:sp>
          <p:nvSpPr>
            <p:cNvPr id="18651" name="Google Shape;18651;p85"/>
            <p:cNvSpPr/>
            <p:nvPr/>
          </p:nvSpPr>
          <p:spPr>
            <a:xfrm>
              <a:off x="-9594575" y="2056875"/>
              <a:ext cx="354450" cy="353675"/>
            </a:xfrm>
            <a:custGeom>
              <a:rect b="b" l="l" r="r" t="t"/>
              <a:pathLst>
                <a:path extrusionOk="0" h="14147" w="14178">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2" name="Google Shape;18652;p85"/>
            <p:cNvSpPr/>
            <p:nvPr/>
          </p:nvSpPr>
          <p:spPr>
            <a:xfrm>
              <a:off x="-9342550" y="2305750"/>
              <a:ext cx="62250" cy="62250"/>
            </a:xfrm>
            <a:custGeom>
              <a:rect b="b" l="l" r="r" t="t"/>
              <a:pathLst>
                <a:path extrusionOk="0" h="2490" w="249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3" name="Google Shape;18653;p85"/>
            <p:cNvSpPr/>
            <p:nvPr/>
          </p:nvSpPr>
          <p:spPr>
            <a:xfrm>
              <a:off x="-9552050" y="2305750"/>
              <a:ext cx="63025" cy="62250"/>
            </a:xfrm>
            <a:custGeom>
              <a:rect b="b" l="l" r="r" t="t"/>
              <a:pathLst>
                <a:path extrusionOk="0" h="2490" w="2521">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654" name="Google Shape;18654;p85"/>
          <p:cNvSpPr/>
          <p:nvPr/>
        </p:nvSpPr>
        <p:spPr>
          <a:xfrm>
            <a:off x="7123002" y="2988791"/>
            <a:ext cx="342352" cy="280710"/>
          </a:xfrm>
          <a:custGeom>
            <a:rect b="b" l="l" r="r" t="t"/>
            <a:pathLst>
              <a:path extrusionOk="0" h="11626" w="14179">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655" name="Google Shape;18655;p85"/>
          <p:cNvGrpSpPr/>
          <p:nvPr/>
        </p:nvGrpSpPr>
        <p:grpSpPr>
          <a:xfrm>
            <a:off x="6208482" y="1303693"/>
            <a:ext cx="342328" cy="340807"/>
            <a:chOff x="-12661600" y="1640225"/>
            <a:chExt cx="354450" cy="352875"/>
          </a:xfrm>
        </p:grpSpPr>
        <p:sp>
          <p:nvSpPr>
            <p:cNvPr id="18656" name="Google Shape;18656;p85"/>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7" name="Google Shape;18657;p85"/>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8" name="Google Shape;18658;p85"/>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59" name="Google Shape;18659;p85"/>
          <p:cNvGrpSpPr/>
          <p:nvPr/>
        </p:nvGrpSpPr>
        <p:grpSpPr>
          <a:xfrm>
            <a:off x="6208857" y="1732231"/>
            <a:ext cx="341579" cy="299374"/>
            <a:chOff x="-12660025" y="2096250"/>
            <a:chExt cx="353675" cy="309975"/>
          </a:xfrm>
        </p:grpSpPr>
        <p:sp>
          <p:nvSpPr>
            <p:cNvPr id="18660" name="Google Shape;18660;p85"/>
            <p:cNvSpPr/>
            <p:nvPr/>
          </p:nvSpPr>
          <p:spPr>
            <a:xfrm>
              <a:off x="-12619850" y="2136425"/>
              <a:ext cx="63025" cy="62250"/>
            </a:xfrm>
            <a:custGeom>
              <a:rect b="b" l="l" r="r" t="t"/>
              <a:pathLst>
                <a:path extrusionOk="0" h="2490" w="2521">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1" name="Google Shape;18661;p85"/>
            <p:cNvSpPr/>
            <p:nvPr/>
          </p:nvSpPr>
          <p:spPr>
            <a:xfrm>
              <a:off x="-12496200" y="2136425"/>
              <a:ext cx="63050" cy="62250"/>
            </a:xfrm>
            <a:custGeom>
              <a:rect b="b" l="l" r="r" t="t"/>
              <a:pathLst>
                <a:path extrusionOk="0" h="2490" w="2522">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2" name="Google Shape;18662;p85"/>
            <p:cNvSpPr/>
            <p:nvPr/>
          </p:nvSpPr>
          <p:spPr>
            <a:xfrm>
              <a:off x="-12453650" y="2261650"/>
              <a:ext cx="19700" cy="19725"/>
            </a:xfrm>
            <a:custGeom>
              <a:rect b="b" l="l" r="r" t="t"/>
              <a:pathLst>
                <a:path extrusionOk="0" h="789" w="788">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3" name="Google Shape;18663;p85"/>
            <p:cNvSpPr/>
            <p:nvPr/>
          </p:nvSpPr>
          <p:spPr>
            <a:xfrm>
              <a:off x="-12494625" y="2261650"/>
              <a:ext cx="19725" cy="19725"/>
            </a:xfrm>
            <a:custGeom>
              <a:rect b="b" l="l" r="r" t="t"/>
              <a:pathLst>
                <a:path extrusionOk="0" h="789" w="789">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4" name="Google Shape;18664;p85"/>
            <p:cNvSpPr/>
            <p:nvPr/>
          </p:nvSpPr>
          <p:spPr>
            <a:xfrm>
              <a:off x="-12619850" y="2301825"/>
              <a:ext cx="103200" cy="60675"/>
            </a:xfrm>
            <a:custGeom>
              <a:rect b="b" l="l" r="r" t="t"/>
              <a:pathLst>
                <a:path extrusionOk="0" h="2427" w="4128">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5" name="Google Shape;18665;p85"/>
            <p:cNvSpPr/>
            <p:nvPr/>
          </p:nvSpPr>
          <p:spPr>
            <a:xfrm>
              <a:off x="-12660025" y="2096250"/>
              <a:ext cx="353675" cy="309975"/>
            </a:xfrm>
            <a:custGeom>
              <a:rect b="b" l="l" r="r" t="t"/>
              <a:pathLst>
                <a:path extrusionOk="0" h="12399" w="14147">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66" name="Google Shape;18666;p85"/>
          <p:cNvGrpSpPr/>
          <p:nvPr/>
        </p:nvGrpSpPr>
        <p:grpSpPr>
          <a:xfrm>
            <a:off x="6207335" y="2119527"/>
            <a:ext cx="344622" cy="341941"/>
            <a:chOff x="-12663175" y="2506800"/>
            <a:chExt cx="356825" cy="354050"/>
          </a:xfrm>
        </p:grpSpPr>
        <p:sp>
          <p:nvSpPr>
            <p:cNvPr id="18667" name="Google Shape;18667;p85"/>
            <p:cNvSpPr/>
            <p:nvPr/>
          </p:nvSpPr>
          <p:spPr>
            <a:xfrm>
              <a:off x="-12663175" y="2506800"/>
              <a:ext cx="356825" cy="354050"/>
            </a:xfrm>
            <a:custGeom>
              <a:rect b="b" l="l" r="r" t="t"/>
              <a:pathLst>
                <a:path extrusionOk="0" h="14162" w="14273">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8" name="Google Shape;18668;p85"/>
            <p:cNvSpPr/>
            <p:nvPr/>
          </p:nvSpPr>
          <p:spPr>
            <a:xfrm>
              <a:off x="-12466275" y="2586350"/>
              <a:ext cx="37850" cy="35850"/>
            </a:xfrm>
            <a:custGeom>
              <a:rect b="b" l="l" r="r" t="t"/>
              <a:pathLst>
                <a:path extrusionOk="0" h="1434" w="1514">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9" name="Google Shape;18669;p85"/>
            <p:cNvSpPr/>
            <p:nvPr/>
          </p:nvSpPr>
          <p:spPr>
            <a:xfrm>
              <a:off x="-12422950" y="2630450"/>
              <a:ext cx="37825" cy="35875"/>
            </a:xfrm>
            <a:custGeom>
              <a:rect b="b" l="l" r="r" t="t"/>
              <a:pathLst>
                <a:path extrusionOk="0" h="1435" w="1513">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0" name="Google Shape;18670;p85"/>
            <p:cNvSpPr/>
            <p:nvPr/>
          </p:nvSpPr>
          <p:spPr>
            <a:xfrm>
              <a:off x="-12591500" y="2644250"/>
              <a:ext cx="192200" cy="142975"/>
            </a:xfrm>
            <a:custGeom>
              <a:rect b="b" l="l" r="r" t="t"/>
              <a:pathLst>
                <a:path extrusionOk="0" h="5719" w="7688">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71" name="Google Shape;18671;p85"/>
          <p:cNvGrpSpPr/>
          <p:nvPr/>
        </p:nvGrpSpPr>
        <p:grpSpPr>
          <a:xfrm>
            <a:off x="8022468" y="1303307"/>
            <a:ext cx="340807" cy="341579"/>
            <a:chOff x="-10896525" y="1663050"/>
            <a:chExt cx="352875" cy="353675"/>
          </a:xfrm>
        </p:grpSpPr>
        <p:sp>
          <p:nvSpPr>
            <p:cNvPr id="18672" name="Google Shape;18672;p85"/>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3" name="Google Shape;18673;p85"/>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674" name="Google Shape;18674;p85"/>
          <p:cNvSpPr/>
          <p:nvPr/>
        </p:nvSpPr>
        <p:spPr>
          <a:xfrm>
            <a:off x="8061643" y="1711059"/>
            <a:ext cx="262456" cy="341724"/>
          </a:xfrm>
          <a:custGeom>
            <a:rect b="b" l="l" r="r" t="t"/>
            <a:pathLst>
              <a:path extrusionOk="0" h="14153" w="1087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675" name="Google Shape;18675;p85"/>
          <p:cNvGrpSpPr/>
          <p:nvPr/>
        </p:nvGrpSpPr>
        <p:grpSpPr>
          <a:xfrm>
            <a:off x="8022082" y="2130742"/>
            <a:ext cx="341579" cy="319511"/>
            <a:chOff x="-10898100" y="2542050"/>
            <a:chExt cx="353675" cy="330825"/>
          </a:xfrm>
        </p:grpSpPr>
        <p:sp>
          <p:nvSpPr>
            <p:cNvPr id="18676" name="Google Shape;18676;p85"/>
            <p:cNvSpPr/>
            <p:nvPr/>
          </p:nvSpPr>
          <p:spPr>
            <a:xfrm>
              <a:off x="-10772875" y="2583800"/>
              <a:ext cx="82725" cy="82725"/>
            </a:xfrm>
            <a:custGeom>
              <a:rect b="b" l="l" r="r" t="t"/>
              <a:pathLst>
                <a:path extrusionOk="0" h="3309" w="3309">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7" name="Google Shape;18677;p85"/>
            <p:cNvSpPr/>
            <p:nvPr/>
          </p:nvSpPr>
          <p:spPr>
            <a:xfrm>
              <a:off x="-10772875" y="2749200"/>
              <a:ext cx="82725" cy="81950"/>
            </a:xfrm>
            <a:custGeom>
              <a:rect b="b" l="l" r="r" t="t"/>
              <a:pathLst>
                <a:path extrusionOk="0" h="3278" w="3309">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8" name="Google Shape;18678;p85"/>
            <p:cNvSpPr/>
            <p:nvPr/>
          </p:nvSpPr>
          <p:spPr>
            <a:xfrm>
              <a:off x="-10855575" y="2666500"/>
              <a:ext cx="82725" cy="81925"/>
            </a:xfrm>
            <a:custGeom>
              <a:rect b="b" l="l" r="r" t="t"/>
              <a:pathLst>
                <a:path extrusionOk="0" h="3277" w="3309">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9" name="Google Shape;18679;p85"/>
            <p:cNvSpPr/>
            <p:nvPr/>
          </p:nvSpPr>
          <p:spPr>
            <a:xfrm>
              <a:off x="-10690175" y="2666500"/>
              <a:ext cx="82725" cy="82725"/>
            </a:xfrm>
            <a:custGeom>
              <a:rect b="b" l="l" r="r" t="t"/>
              <a:pathLst>
                <a:path extrusionOk="0" h="3309" w="3309">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0" name="Google Shape;18680;p85"/>
            <p:cNvSpPr/>
            <p:nvPr/>
          </p:nvSpPr>
          <p:spPr>
            <a:xfrm>
              <a:off x="-10752400" y="2686975"/>
              <a:ext cx="41775" cy="40975"/>
            </a:xfrm>
            <a:custGeom>
              <a:rect b="b" l="l" r="r" t="t"/>
              <a:pathLst>
                <a:path extrusionOk="0" h="1639" w="1671">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1" name="Google Shape;18681;p85"/>
            <p:cNvSpPr/>
            <p:nvPr/>
          </p:nvSpPr>
          <p:spPr>
            <a:xfrm>
              <a:off x="-10898100" y="2542050"/>
              <a:ext cx="353675" cy="330825"/>
            </a:xfrm>
            <a:custGeom>
              <a:rect b="b" l="l" r="r" t="t"/>
              <a:pathLst>
                <a:path extrusionOk="0" h="13233" w="14147">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82" name="Google Shape;18682;p85"/>
          <p:cNvGrpSpPr/>
          <p:nvPr/>
        </p:nvGrpSpPr>
        <p:grpSpPr>
          <a:xfrm>
            <a:off x="6209617" y="2551607"/>
            <a:ext cx="340058" cy="339430"/>
            <a:chOff x="-9157450" y="1622750"/>
            <a:chExt cx="352100" cy="351450"/>
          </a:xfrm>
        </p:grpSpPr>
        <p:sp>
          <p:nvSpPr>
            <p:cNvPr id="18683" name="Google Shape;18683;p85"/>
            <p:cNvSpPr/>
            <p:nvPr/>
          </p:nvSpPr>
          <p:spPr>
            <a:xfrm>
              <a:off x="-9034575" y="1706075"/>
              <a:ext cx="229225" cy="268125"/>
            </a:xfrm>
            <a:custGeom>
              <a:rect b="b" l="l" r="r" t="t"/>
              <a:pathLst>
                <a:path extrusionOk="0" h="10725" w="9169">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4" name="Google Shape;18684;p85"/>
            <p:cNvSpPr/>
            <p:nvPr/>
          </p:nvSpPr>
          <p:spPr>
            <a:xfrm>
              <a:off x="-9157450" y="1622750"/>
              <a:ext cx="164625" cy="249850"/>
            </a:xfrm>
            <a:custGeom>
              <a:rect b="b" l="l" r="r" t="t"/>
              <a:pathLst>
                <a:path extrusionOk="0" h="9994" w="6585">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85" name="Google Shape;18685;p85"/>
          <p:cNvGrpSpPr/>
          <p:nvPr/>
        </p:nvGrpSpPr>
        <p:grpSpPr>
          <a:xfrm>
            <a:off x="6247658" y="2959874"/>
            <a:ext cx="263977" cy="338537"/>
            <a:chOff x="-9119650" y="2056875"/>
            <a:chExt cx="273325" cy="350525"/>
          </a:xfrm>
        </p:grpSpPr>
        <p:sp>
          <p:nvSpPr>
            <p:cNvPr id="18686" name="Google Shape;18686;p85"/>
            <p:cNvSpPr/>
            <p:nvPr/>
          </p:nvSpPr>
          <p:spPr>
            <a:xfrm>
              <a:off x="-9023550" y="2056875"/>
              <a:ext cx="82725" cy="82725"/>
            </a:xfrm>
            <a:custGeom>
              <a:rect b="b" l="l" r="r" t="t"/>
              <a:pathLst>
                <a:path extrusionOk="0" h="3309" w="3309">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7" name="Google Shape;18687;p85"/>
            <p:cNvSpPr/>
            <p:nvPr/>
          </p:nvSpPr>
          <p:spPr>
            <a:xfrm>
              <a:off x="-9119650" y="2137200"/>
              <a:ext cx="273325" cy="270200"/>
            </a:xfrm>
            <a:custGeom>
              <a:rect b="b" l="l" r="r" t="t"/>
              <a:pathLst>
                <a:path extrusionOk="0" h="10808" w="10933">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688" name="Google Shape;18688;p85"/>
          <p:cNvSpPr/>
          <p:nvPr/>
        </p:nvSpPr>
        <p:spPr>
          <a:xfrm>
            <a:off x="8022842" y="2988799"/>
            <a:ext cx="340058" cy="341555"/>
          </a:xfrm>
          <a:custGeom>
            <a:rect b="b" l="l" r="r" t="t"/>
            <a:pathLst>
              <a:path extrusionOk="0" h="14146" w="14084">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9" name="Google Shape;18689;p85"/>
          <p:cNvSpPr/>
          <p:nvPr/>
        </p:nvSpPr>
        <p:spPr>
          <a:xfrm>
            <a:off x="7143562" y="2550547"/>
            <a:ext cx="301233" cy="341555"/>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690" name="Google Shape;18690;p85"/>
          <p:cNvGrpSpPr/>
          <p:nvPr/>
        </p:nvGrpSpPr>
        <p:grpSpPr>
          <a:xfrm>
            <a:off x="7576790" y="2989279"/>
            <a:ext cx="343094" cy="341569"/>
            <a:chOff x="6001575" y="3119050"/>
            <a:chExt cx="315025" cy="313625"/>
          </a:xfrm>
        </p:grpSpPr>
        <p:sp>
          <p:nvSpPr>
            <p:cNvPr id="18691" name="Google Shape;18691;p85"/>
            <p:cNvSpPr/>
            <p:nvPr/>
          </p:nvSpPr>
          <p:spPr>
            <a:xfrm>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2" name="Google Shape;18692;p85"/>
            <p:cNvSpPr/>
            <p:nvPr/>
          </p:nvSpPr>
          <p:spPr>
            <a:xfrm flipH="1">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696" name="Shape 18696"/>
        <p:cNvGrpSpPr/>
        <p:nvPr/>
      </p:nvGrpSpPr>
      <p:grpSpPr>
        <a:xfrm>
          <a:off x="0" y="0"/>
          <a:ext cx="0" cy="0"/>
          <a:chOff x="0" y="0"/>
          <a:chExt cx="0" cy="0"/>
        </a:xfrm>
      </p:grpSpPr>
      <p:sp>
        <p:nvSpPr>
          <p:cNvPr id="18697" name="Google Shape;18697;p86"/>
          <p:cNvSpPr/>
          <p:nvPr/>
        </p:nvSpPr>
        <p:spPr>
          <a:xfrm>
            <a:off x="901486" y="1688459"/>
            <a:ext cx="361250" cy="473920"/>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698" name="Google Shape;18698;p86"/>
          <p:cNvGrpSpPr/>
          <p:nvPr/>
        </p:nvGrpSpPr>
        <p:grpSpPr>
          <a:xfrm>
            <a:off x="845233" y="2273195"/>
            <a:ext cx="476329" cy="476213"/>
            <a:chOff x="-21298675" y="2414425"/>
            <a:chExt cx="306400" cy="306325"/>
          </a:xfrm>
        </p:grpSpPr>
        <p:sp>
          <p:nvSpPr>
            <p:cNvPr id="18699" name="Google Shape;18699;p86"/>
            <p:cNvSpPr/>
            <p:nvPr/>
          </p:nvSpPr>
          <p:spPr>
            <a:xfrm>
              <a:off x="-21083650" y="2444575"/>
              <a:ext cx="20500" cy="18525"/>
            </a:xfrm>
            <a:custGeom>
              <a:rect b="b" l="l" r="r" t="t"/>
              <a:pathLst>
                <a:path extrusionOk="0" h="741" w="82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0" name="Google Shape;18700;p86"/>
            <p:cNvSpPr/>
            <p:nvPr/>
          </p:nvSpPr>
          <p:spPr>
            <a:xfrm>
              <a:off x="-21298675" y="2414425"/>
              <a:ext cx="306400" cy="306325"/>
            </a:xfrm>
            <a:custGeom>
              <a:rect b="b" l="l" r="r" t="t"/>
              <a:pathLst>
                <a:path extrusionOk="0" h="12253" w="12256">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1" name="Google Shape;18701;p86"/>
            <p:cNvSpPr/>
            <p:nvPr/>
          </p:nvSpPr>
          <p:spPr>
            <a:xfrm>
              <a:off x="-21171875" y="2521375"/>
              <a:ext cx="73275" cy="66100"/>
            </a:xfrm>
            <a:custGeom>
              <a:rect b="b" l="l" r="r" t="t"/>
              <a:pathLst>
                <a:path extrusionOk="0" h="2644" w="2931">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02" name="Google Shape;18702;p86"/>
          <p:cNvGrpSpPr/>
          <p:nvPr/>
        </p:nvGrpSpPr>
        <p:grpSpPr>
          <a:xfrm>
            <a:off x="844611" y="2865128"/>
            <a:ext cx="477573" cy="445432"/>
            <a:chOff x="-21299475" y="2798025"/>
            <a:chExt cx="307200" cy="286525"/>
          </a:xfrm>
        </p:grpSpPr>
        <p:sp>
          <p:nvSpPr>
            <p:cNvPr id="18703" name="Google Shape;18703;p86"/>
            <p:cNvSpPr/>
            <p:nvPr/>
          </p:nvSpPr>
          <p:spPr>
            <a:xfrm>
              <a:off x="-21153750" y="2798025"/>
              <a:ext cx="17350" cy="53575"/>
            </a:xfrm>
            <a:custGeom>
              <a:rect b="b" l="l" r="r" t="t"/>
              <a:pathLst>
                <a:path extrusionOk="0" h="2143" w="694">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4" name="Google Shape;18704;p86"/>
            <p:cNvSpPr/>
            <p:nvPr/>
          </p:nvSpPr>
          <p:spPr>
            <a:xfrm>
              <a:off x="-21256925" y="2838400"/>
              <a:ext cx="45700" cy="44525"/>
            </a:xfrm>
            <a:custGeom>
              <a:rect b="b" l="l" r="r" t="t"/>
              <a:pathLst>
                <a:path extrusionOk="0" h="1781" w="1828">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5" name="Google Shape;18705;p86"/>
            <p:cNvSpPr/>
            <p:nvPr/>
          </p:nvSpPr>
          <p:spPr>
            <a:xfrm>
              <a:off x="-21079725" y="2838400"/>
              <a:ext cx="45700" cy="44525"/>
            </a:xfrm>
            <a:custGeom>
              <a:rect b="b" l="l" r="r" t="t"/>
              <a:pathLst>
                <a:path extrusionOk="0" h="1781" w="1828">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6" name="Google Shape;18706;p86"/>
            <p:cNvSpPr/>
            <p:nvPr/>
          </p:nvSpPr>
          <p:spPr>
            <a:xfrm>
              <a:off x="-21113575" y="2825000"/>
              <a:ext cx="26800" cy="35050"/>
            </a:xfrm>
            <a:custGeom>
              <a:rect b="b" l="l" r="r" t="t"/>
              <a:pathLst>
                <a:path extrusionOk="0" h="1402" w="1072">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7" name="Google Shape;18707;p86"/>
            <p:cNvSpPr/>
            <p:nvPr/>
          </p:nvSpPr>
          <p:spPr>
            <a:xfrm>
              <a:off x="-21204175" y="2825000"/>
              <a:ext cx="27600" cy="35050"/>
            </a:xfrm>
            <a:custGeom>
              <a:rect b="b" l="l" r="r" t="t"/>
              <a:pathLst>
                <a:path extrusionOk="0" h="1402" w="1104">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8" name="Google Shape;18708;p86"/>
            <p:cNvSpPr/>
            <p:nvPr/>
          </p:nvSpPr>
          <p:spPr>
            <a:xfrm>
              <a:off x="-21297900" y="2940575"/>
              <a:ext cx="54375" cy="18150"/>
            </a:xfrm>
            <a:custGeom>
              <a:rect b="b" l="l" r="r" t="t"/>
              <a:pathLst>
                <a:path extrusionOk="0" h="726" w="2175">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9" name="Google Shape;18709;p86"/>
            <p:cNvSpPr/>
            <p:nvPr/>
          </p:nvSpPr>
          <p:spPr>
            <a:xfrm>
              <a:off x="-21047425" y="2940575"/>
              <a:ext cx="54375" cy="18150"/>
            </a:xfrm>
            <a:custGeom>
              <a:rect b="b" l="l" r="r" t="t"/>
              <a:pathLst>
                <a:path extrusionOk="0" h="726" w="2175">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0" name="Google Shape;18710;p86"/>
            <p:cNvSpPr/>
            <p:nvPr/>
          </p:nvSpPr>
          <p:spPr>
            <a:xfrm>
              <a:off x="-21056100" y="2892750"/>
              <a:ext cx="37050" cy="25150"/>
            </a:xfrm>
            <a:custGeom>
              <a:rect b="b" l="l" r="r" t="t"/>
              <a:pathLst>
                <a:path extrusionOk="0" h="1006" w="1482">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1" name="Google Shape;18711;p86"/>
            <p:cNvSpPr/>
            <p:nvPr/>
          </p:nvSpPr>
          <p:spPr>
            <a:xfrm>
              <a:off x="-21271100" y="2893975"/>
              <a:ext cx="37825" cy="25150"/>
            </a:xfrm>
            <a:custGeom>
              <a:rect b="b" l="l" r="r" t="t"/>
              <a:pathLst>
                <a:path extrusionOk="0" h="1006" w="1513">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2" name="Google Shape;18712;p86"/>
            <p:cNvSpPr/>
            <p:nvPr/>
          </p:nvSpPr>
          <p:spPr>
            <a:xfrm>
              <a:off x="-21298675" y="3049275"/>
              <a:ext cx="306400" cy="35275"/>
            </a:xfrm>
            <a:custGeom>
              <a:rect b="b" l="l" r="r" t="t"/>
              <a:pathLst>
                <a:path extrusionOk="0" h="1411" w="12256">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3" name="Google Shape;18713;p86"/>
            <p:cNvSpPr/>
            <p:nvPr/>
          </p:nvSpPr>
          <p:spPr>
            <a:xfrm>
              <a:off x="-21298675" y="3013050"/>
              <a:ext cx="306400" cy="34675"/>
            </a:xfrm>
            <a:custGeom>
              <a:rect b="b" l="l" r="r" t="t"/>
              <a:pathLst>
                <a:path extrusionOk="0" h="1387" w="12256">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4" name="Google Shape;18714;p86"/>
            <p:cNvSpPr/>
            <p:nvPr/>
          </p:nvSpPr>
          <p:spPr>
            <a:xfrm>
              <a:off x="-21299475" y="2868125"/>
              <a:ext cx="307200" cy="143375"/>
            </a:xfrm>
            <a:custGeom>
              <a:rect b="b" l="l" r="r" t="t"/>
              <a:pathLst>
                <a:path extrusionOk="0" h="5735" w="12288">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715" name="Google Shape;18715;p86"/>
          <p:cNvSpPr/>
          <p:nvPr/>
        </p:nvSpPr>
        <p:spPr>
          <a:xfrm>
            <a:off x="3766168" y="1689838"/>
            <a:ext cx="472676" cy="471160"/>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6" name="Google Shape;18716;p86"/>
          <p:cNvSpPr/>
          <p:nvPr/>
        </p:nvSpPr>
        <p:spPr>
          <a:xfrm>
            <a:off x="3765566" y="2273932"/>
            <a:ext cx="473881" cy="475125"/>
          </a:xfrm>
          <a:custGeom>
            <a:rect b="b" l="l" r="r" t="t"/>
            <a:pathLst>
              <a:path extrusionOk="0" h="12225" w="12193">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7" name="Google Shape;18717;p86"/>
          <p:cNvSpPr/>
          <p:nvPr/>
        </p:nvSpPr>
        <p:spPr>
          <a:xfrm>
            <a:off x="3757598" y="2851126"/>
            <a:ext cx="489816" cy="473881"/>
          </a:xfrm>
          <a:custGeom>
            <a:rect b="b" l="l" r="r" t="t"/>
            <a:pathLst>
              <a:path extrusionOk="0" h="12193" w="12603">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718" name="Google Shape;18718;p86"/>
          <p:cNvGrpSpPr/>
          <p:nvPr/>
        </p:nvGrpSpPr>
        <p:grpSpPr>
          <a:xfrm>
            <a:off x="6713966" y="1688917"/>
            <a:ext cx="413912" cy="472676"/>
            <a:chOff x="-17545650" y="2051350"/>
            <a:chExt cx="266250" cy="304050"/>
          </a:xfrm>
        </p:grpSpPr>
        <p:sp>
          <p:nvSpPr>
            <p:cNvPr id="18719" name="Google Shape;18719;p86"/>
            <p:cNvSpPr/>
            <p:nvPr/>
          </p:nvSpPr>
          <p:spPr>
            <a:xfrm>
              <a:off x="-17475550" y="22301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0" name="Google Shape;18720;p86"/>
            <p:cNvSpPr/>
            <p:nvPr/>
          </p:nvSpPr>
          <p:spPr>
            <a:xfrm>
              <a:off x="-1745822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1" name="Google Shape;18721;p86"/>
            <p:cNvSpPr/>
            <p:nvPr/>
          </p:nvSpPr>
          <p:spPr>
            <a:xfrm>
              <a:off x="-1749367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2" name="Google Shape;18722;p86"/>
            <p:cNvSpPr/>
            <p:nvPr/>
          </p:nvSpPr>
          <p:spPr>
            <a:xfrm>
              <a:off x="-17545650" y="2051350"/>
              <a:ext cx="266250" cy="304050"/>
            </a:xfrm>
            <a:custGeom>
              <a:rect b="b" l="l" r="r" t="t"/>
              <a:pathLst>
                <a:path extrusionOk="0" h="12162" w="1065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723" name="Google Shape;18723;p86"/>
          <p:cNvSpPr/>
          <p:nvPr/>
        </p:nvSpPr>
        <p:spPr>
          <a:xfrm>
            <a:off x="6682919" y="2273951"/>
            <a:ext cx="473881" cy="475086"/>
          </a:xfrm>
          <a:custGeom>
            <a:rect b="b" l="l" r="r" t="t"/>
            <a:pathLst>
              <a:path extrusionOk="0" h="12224" w="12193">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724" name="Google Shape;18724;p86"/>
          <p:cNvGrpSpPr/>
          <p:nvPr/>
        </p:nvGrpSpPr>
        <p:grpSpPr>
          <a:xfrm>
            <a:off x="6684584" y="2865574"/>
            <a:ext cx="472676" cy="444538"/>
            <a:chOff x="-17565350" y="2809825"/>
            <a:chExt cx="304050" cy="285950"/>
          </a:xfrm>
        </p:grpSpPr>
        <p:sp>
          <p:nvSpPr>
            <p:cNvPr id="18725" name="Google Shape;18725;p86"/>
            <p:cNvSpPr/>
            <p:nvPr/>
          </p:nvSpPr>
          <p:spPr>
            <a:xfrm>
              <a:off x="-17458225" y="2970500"/>
              <a:ext cx="18150" cy="17375"/>
            </a:xfrm>
            <a:custGeom>
              <a:rect b="b" l="l" r="r" t="t"/>
              <a:pathLst>
                <a:path extrusionOk="0" h="695" w="726">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6" name="Google Shape;18726;p86"/>
            <p:cNvSpPr/>
            <p:nvPr/>
          </p:nvSpPr>
          <p:spPr>
            <a:xfrm>
              <a:off x="-17385750" y="297050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7" name="Google Shape;18727;p86"/>
            <p:cNvSpPr/>
            <p:nvPr/>
          </p:nvSpPr>
          <p:spPr>
            <a:xfrm>
              <a:off x="-17565350" y="2809825"/>
              <a:ext cx="304050" cy="285950"/>
            </a:xfrm>
            <a:custGeom>
              <a:rect b="b" l="l" r="r" t="t"/>
              <a:pathLst>
                <a:path extrusionOk="0" h="11438" w="12162">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8" name="Google Shape;18728;p86"/>
            <p:cNvSpPr/>
            <p:nvPr/>
          </p:nvSpPr>
          <p:spPr>
            <a:xfrm>
              <a:off x="-17368425" y="2846075"/>
              <a:ext cx="54350" cy="53575"/>
            </a:xfrm>
            <a:custGeom>
              <a:rect b="b" l="l" r="r" t="t"/>
              <a:pathLst>
                <a:path extrusionOk="0" h="2143" w="2174">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9" name="Google Shape;18729;p86"/>
            <p:cNvSpPr/>
            <p:nvPr/>
          </p:nvSpPr>
          <p:spPr>
            <a:xfrm>
              <a:off x="-17511775" y="2846075"/>
              <a:ext cx="52775" cy="53575"/>
            </a:xfrm>
            <a:custGeom>
              <a:rect b="b" l="l" r="r" t="t"/>
              <a:pathLst>
                <a:path extrusionOk="0" h="2143" w="2111">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730" name="Google Shape;18730;p86"/>
          <p:cNvSpPr/>
          <p:nvPr/>
        </p:nvSpPr>
        <p:spPr>
          <a:xfrm>
            <a:off x="2680515" y="3446569"/>
            <a:ext cx="360006" cy="471471"/>
          </a:xfrm>
          <a:custGeom>
            <a:rect b="b" l="l" r="r" t="t"/>
            <a:pathLst>
              <a:path extrusionOk="0" h="12131" w="9263">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1" name="Google Shape;18731;p86"/>
          <p:cNvSpPr/>
          <p:nvPr/>
        </p:nvSpPr>
        <p:spPr>
          <a:xfrm>
            <a:off x="1428633" y="1688459"/>
            <a:ext cx="471471" cy="473920"/>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2" name="Google Shape;18732;p86"/>
          <p:cNvSpPr/>
          <p:nvPr/>
        </p:nvSpPr>
        <p:spPr>
          <a:xfrm>
            <a:off x="1428633" y="2274689"/>
            <a:ext cx="471471" cy="473609"/>
          </a:xfrm>
          <a:custGeom>
            <a:rect b="b" l="l" r="r" t="t"/>
            <a:pathLst>
              <a:path extrusionOk="0" h="12186" w="12131">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733" name="Google Shape;18733;p86"/>
          <p:cNvGrpSpPr/>
          <p:nvPr/>
        </p:nvGrpSpPr>
        <p:grpSpPr>
          <a:xfrm>
            <a:off x="1457493" y="2850904"/>
            <a:ext cx="416283" cy="473881"/>
            <a:chOff x="-20904875" y="2788575"/>
            <a:chExt cx="267775" cy="304825"/>
          </a:xfrm>
        </p:grpSpPr>
        <p:sp>
          <p:nvSpPr>
            <p:cNvPr id="18734" name="Google Shape;18734;p86"/>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5" name="Google Shape;18735;p86"/>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36" name="Google Shape;18736;p86"/>
          <p:cNvGrpSpPr/>
          <p:nvPr/>
        </p:nvGrpSpPr>
        <p:grpSpPr>
          <a:xfrm>
            <a:off x="4397908" y="2275564"/>
            <a:ext cx="360045" cy="471471"/>
            <a:chOff x="-19006700" y="2434925"/>
            <a:chExt cx="231600" cy="303275"/>
          </a:xfrm>
        </p:grpSpPr>
        <p:sp>
          <p:nvSpPr>
            <p:cNvPr id="18737" name="Google Shape;18737;p86"/>
            <p:cNvSpPr/>
            <p:nvPr/>
          </p:nvSpPr>
          <p:spPr>
            <a:xfrm>
              <a:off x="-18906675" y="2552275"/>
              <a:ext cx="36275" cy="44150"/>
            </a:xfrm>
            <a:custGeom>
              <a:rect b="b" l="l" r="r" t="t"/>
              <a:pathLst>
                <a:path extrusionOk="0" h="1766" w="1451">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8" name="Google Shape;18738;p86"/>
            <p:cNvSpPr/>
            <p:nvPr/>
          </p:nvSpPr>
          <p:spPr>
            <a:xfrm>
              <a:off x="-18935800" y="25255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9" name="Google Shape;18739;p86"/>
            <p:cNvSpPr/>
            <p:nvPr/>
          </p:nvSpPr>
          <p:spPr>
            <a:xfrm>
              <a:off x="-18864125" y="252550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0" name="Google Shape;18740;p86"/>
            <p:cNvSpPr/>
            <p:nvPr/>
          </p:nvSpPr>
          <p:spPr>
            <a:xfrm>
              <a:off x="-19006700" y="2434925"/>
              <a:ext cx="231600" cy="303275"/>
            </a:xfrm>
            <a:custGeom>
              <a:rect b="b" l="l" r="r" t="t"/>
              <a:pathLst>
                <a:path extrusionOk="0" h="12131" w="9264">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741" name="Google Shape;18741;p86"/>
          <p:cNvSpPr/>
          <p:nvPr/>
        </p:nvSpPr>
        <p:spPr>
          <a:xfrm>
            <a:off x="4340441" y="2851728"/>
            <a:ext cx="472676" cy="472676"/>
          </a:xfrm>
          <a:custGeom>
            <a:rect b="b" l="l" r="r" t="t"/>
            <a:pathLst>
              <a:path extrusionOk="0" h="12162" w="12162">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2" name="Google Shape;18742;p86"/>
          <p:cNvSpPr/>
          <p:nvPr/>
        </p:nvSpPr>
        <p:spPr>
          <a:xfrm>
            <a:off x="7304850" y="1688478"/>
            <a:ext cx="415117" cy="473881"/>
          </a:xfrm>
          <a:custGeom>
            <a:rect b="b" l="l" r="r" t="t"/>
            <a:pathLst>
              <a:path extrusionOk="0" h="12193" w="10681">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743" name="Google Shape;18743;p86"/>
          <p:cNvGrpSpPr/>
          <p:nvPr/>
        </p:nvGrpSpPr>
        <p:grpSpPr>
          <a:xfrm>
            <a:off x="7276507" y="2289051"/>
            <a:ext cx="473881" cy="444499"/>
            <a:chOff x="-17190425" y="2435725"/>
            <a:chExt cx="304825" cy="285925"/>
          </a:xfrm>
        </p:grpSpPr>
        <p:sp>
          <p:nvSpPr>
            <p:cNvPr id="18744" name="Google Shape;18744;p86"/>
            <p:cNvSpPr/>
            <p:nvPr/>
          </p:nvSpPr>
          <p:spPr>
            <a:xfrm>
              <a:off x="-16994325" y="2596400"/>
              <a:ext cx="18150" cy="17350"/>
            </a:xfrm>
            <a:custGeom>
              <a:rect b="b" l="l" r="r" t="t"/>
              <a:pathLst>
                <a:path extrusionOk="0" h="694" w="726">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5" name="Google Shape;18745;p86"/>
            <p:cNvSpPr/>
            <p:nvPr/>
          </p:nvSpPr>
          <p:spPr>
            <a:xfrm>
              <a:off x="-17100650" y="25964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6" name="Google Shape;18746;p86"/>
            <p:cNvSpPr/>
            <p:nvPr/>
          </p:nvSpPr>
          <p:spPr>
            <a:xfrm>
              <a:off x="-17190425" y="2435725"/>
              <a:ext cx="304825" cy="285925"/>
            </a:xfrm>
            <a:custGeom>
              <a:rect b="b" l="l" r="r" t="t"/>
              <a:pathLst>
                <a:path extrusionOk="0" h="11437" w="12193">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747" name="Google Shape;18747;p86"/>
          <p:cNvSpPr/>
          <p:nvPr/>
        </p:nvSpPr>
        <p:spPr>
          <a:xfrm>
            <a:off x="7277916" y="2853555"/>
            <a:ext cx="468984" cy="469023"/>
          </a:xfrm>
          <a:custGeom>
            <a:rect b="b" l="l" r="r" t="t"/>
            <a:pathLst>
              <a:path extrusionOk="0" h="12068" w="12067">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748" name="Google Shape;18748;p86"/>
          <p:cNvGrpSpPr/>
          <p:nvPr/>
        </p:nvGrpSpPr>
        <p:grpSpPr>
          <a:xfrm>
            <a:off x="4931233" y="3444650"/>
            <a:ext cx="476329" cy="475086"/>
            <a:chOff x="-15719925" y="2416825"/>
            <a:chExt cx="306400" cy="305600"/>
          </a:xfrm>
        </p:grpSpPr>
        <p:sp>
          <p:nvSpPr>
            <p:cNvPr id="18749" name="Google Shape;18749;p86"/>
            <p:cNvSpPr/>
            <p:nvPr/>
          </p:nvSpPr>
          <p:spPr>
            <a:xfrm>
              <a:off x="-15719925" y="2416825"/>
              <a:ext cx="306400" cy="305600"/>
            </a:xfrm>
            <a:custGeom>
              <a:rect b="b" l="l" r="r" t="t"/>
              <a:pathLst>
                <a:path extrusionOk="0" h="12224" w="12256">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0" name="Google Shape;18750;p86"/>
            <p:cNvSpPr/>
            <p:nvPr/>
          </p:nvSpPr>
          <p:spPr>
            <a:xfrm>
              <a:off x="-15467900" y="2686175"/>
              <a:ext cx="53575" cy="17350"/>
            </a:xfrm>
            <a:custGeom>
              <a:rect b="b" l="l" r="r" t="t"/>
              <a:pathLst>
                <a:path extrusionOk="0" h="694" w="2143">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1" name="Google Shape;18751;p86"/>
            <p:cNvSpPr/>
            <p:nvPr/>
          </p:nvSpPr>
          <p:spPr>
            <a:xfrm>
              <a:off x="-15718350" y="2703500"/>
              <a:ext cx="54350" cy="18150"/>
            </a:xfrm>
            <a:custGeom>
              <a:rect b="b" l="l" r="r" t="t"/>
              <a:pathLst>
                <a:path extrusionOk="0" h="726" w="2174">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752" name="Google Shape;18752;p86"/>
          <p:cNvSpPr/>
          <p:nvPr/>
        </p:nvSpPr>
        <p:spPr>
          <a:xfrm>
            <a:off x="2017508" y="1687545"/>
            <a:ext cx="477534" cy="475746"/>
          </a:xfrm>
          <a:custGeom>
            <a:rect b="b" l="l" r="r" t="t"/>
            <a:pathLst>
              <a:path extrusionOk="0" h="12241" w="12287">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3" name="Google Shape;18753;p86"/>
          <p:cNvSpPr/>
          <p:nvPr/>
        </p:nvSpPr>
        <p:spPr>
          <a:xfrm>
            <a:off x="2019335" y="2331824"/>
            <a:ext cx="473881" cy="359346"/>
          </a:xfrm>
          <a:custGeom>
            <a:rect b="b" l="l" r="r" t="t"/>
            <a:pathLst>
              <a:path extrusionOk="0" h="9246" w="12193">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754" name="Google Shape;18754;p86"/>
          <p:cNvGrpSpPr/>
          <p:nvPr/>
        </p:nvGrpSpPr>
        <p:grpSpPr>
          <a:xfrm>
            <a:off x="2017527" y="2851506"/>
            <a:ext cx="479983" cy="472676"/>
            <a:chOff x="-20550425" y="2789350"/>
            <a:chExt cx="308750" cy="304050"/>
          </a:xfrm>
        </p:grpSpPr>
        <p:sp>
          <p:nvSpPr>
            <p:cNvPr id="18755" name="Google Shape;18755;p86"/>
            <p:cNvSpPr/>
            <p:nvPr/>
          </p:nvSpPr>
          <p:spPr>
            <a:xfrm>
              <a:off x="-20550425" y="2824800"/>
              <a:ext cx="308750" cy="268600"/>
            </a:xfrm>
            <a:custGeom>
              <a:rect b="b" l="l" r="r" t="t"/>
              <a:pathLst>
                <a:path extrusionOk="0" h="10744" w="1235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6" name="Google Shape;18756;p86"/>
            <p:cNvSpPr/>
            <p:nvPr/>
          </p:nvSpPr>
          <p:spPr>
            <a:xfrm>
              <a:off x="-20388175" y="2789350"/>
              <a:ext cx="144150" cy="106350"/>
            </a:xfrm>
            <a:custGeom>
              <a:rect b="b" l="l" r="r" t="t"/>
              <a:pathLst>
                <a:path extrusionOk="0" h="4254" w="5766">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57" name="Google Shape;18757;p86"/>
          <p:cNvGrpSpPr/>
          <p:nvPr/>
        </p:nvGrpSpPr>
        <p:grpSpPr>
          <a:xfrm>
            <a:off x="4932894" y="1688158"/>
            <a:ext cx="473920" cy="474192"/>
            <a:chOff x="-18666450" y="2059825"/>
            <a:chExt cx="304850" cy="305025"/>
          </a:xfrm>
        </p:grpSpPr>
        <p:sp>
          <p:nvSpPr>
            <p:cNvPr id="18758" name="Google Shape;18758;p86"/>
            <p:cNvSpPr/>
            <p:nvPr/>
          </p:nvSpPr>
          <p:spPr>
            <a:xfrm>
              <a:off x="-18471100" y="2202575"/>
              <a:ext cx="18125" cy="70925"/>
            </a:xfrm>
            <a:custGeom>
              <a:rect b="b" l="l" r="r" t="t"/>
              <a:pathLst>
                <a:path extrusionOk="0" h="2837" w="725">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9" name="Google Shape;18759;p86"/>
            <p:cNvSpPr/>
            <p:nvPr/>
          </p:nvSpPr>
          <p:spPr>
            <a:xfrm>
              <a:off x="-18666450" y="2059825"/>
              <a:ext cx="304850" cy="305025"/>
            </a:xfrm>
            <a:custGeom>
              <a:rect b="b" l="l" r="r" t="t"/>
              <a:pathLst>
                <a:path extrusionOk="0" h="12201" w="12194">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60" name="Google Shape;18760;p86"/>
          <p:cNvGrpSpPr/>
          <p:nvPr/>
        </p:nvGrpSpPr>
        <p:grpSpPr>
          <a:xfrm>
            <a:off x="4932292" y="2275584"/>
            <a:ext cx="475125" cy="471432"/>
            <a:chOff x="-18668025" y="2435725"/>
            <a:chExt cx="305625" cy="303250"/>
          </a:xfrm>
        </p:grpSpPr>
        <p:sp>
          <p:nvSpPr>
            <p:cNvPr id="18761" name="Google Shape;18761;p86"/>
            <p:cNvSpPr/>
            <p:nvPr/>
          </p:nvSpPr>
          <p:spPr>
            <a:xfrm>
              <a:off x="-18668025" y="2435725"/>
              <a:ext cx="305625" cy="303250"/>
            </a:xfrm>
            <a:custGeom>
              <a:rect b="b" l="l" r="r" t="t"/>
              <a:pathLst>
                <a:path extrusionOk="0" h="12130" w="12225">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2" name="Google Shape;18762;p86"/>
            <p:cNvSpPr/>
            <p:nvPr/>
          </p:nvSpPr>
          <p:spPr>
            <a:xfrm>
              <a:off x="-18596350" y="2524725"/>
              <a:ext cx="160700" cy="178800"/>
            </a:xfrm>
            <a:custGeom>
              <a:rect b="b" l="l" r="r" t="t"/>
              <a:pathLst>
                <a:path extrusionOk="0" h="7152" w="6428">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63" name="Google Shape;18763;p86"/>
          <p:cNvGrpSpPr/>
          <p:nvPr/>
        </p:nvGrpSpPr>
        <p:grpSpPr>
          <a:xfrm>
            <a:off x="4931689" y="2850902"/>
            <a:ext cx="476329" cy="473881"/>
            <a:chOff x="-18668800" y="2807475"/>
            <a:chExt cx="306400" cy="304825"/>
          </a:xfrm>
        </p:grpSpPr>
        <p:sp>
          <p:nvSpPr>
            <p:cNvPr id="18764" name="Google Shape;18764;p86"/>
            <p:cNvSpPr/>
            <p:nvPr/>
          </p:nvSpPr>
          <p:spPr>
            <a:xfrm>
              <a:off x="-18632575" y="2951600"/>
              <a:ext cx="18150" cy="35475"/>
            </a:xfrm>
            <a:custGeom>
              <a:rect b="b" l="l" r="r" t="t"/>
              <a:pathLst>
                <a:path extrusionOk="0" h="1419" w="726">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5" name="Google Shape;18765;p86"/>
            <p:cNvSpPr/>
            <p:nvPr/>
          </p:nvSpPr>
          <p:spPr>
            <a:xfrm>
              <a:off x="-18597125" y="2916175"/>
              <a:ext cx="18125" cy="35450"/>
            </a:xfrm>
            <a:custGeom>
              <a:rect b="b" l="l" r="r" t="t"/>
              <a:pathLst>
                <a:path extrusionOk="0" h="1418" w="725">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6" name="Google Shape;18766;p86"/>
            <p:cNvSpPr/>
            <p:nvPr/>
          </p:nvSpPr>
          <p:spPr>
            <a:xfrm>
              <a:off x="-18668800" y="2807475"/>
              <a:ext cx="306400" cy="304825"/>
            </a:xfrm>
            <a:custGeom>
              <a:rect b="b" l="l" r="r" t="t"/>
              <a:pathLst>
                <a:path extrusionOk="0" h="12193" w="12256">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7" name="Google Shape;18767;p86"/>
            <p:cNvSpPr/>
            <p:nvPr/>
          </p:nvSpPr>
          <p:spPr>
            <a:xfrm>
              <a:off x="-18496300" y="2977800"/>
              <a:ext cx="33100" cy="31925"/>
            </a:xfrm>
            <a:custGeom>
              <a:rect b="b" l="l" r="r" t="t"/>
              <a:pathLst>
                <a:path extrusionOk="0" h="1277" w="1324">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8" name="Google Shape;18768;p86"/>
            <p:cNvSpPr/>
            <p:nvPr/>
          </p:nvSpPr>
          <p:spPr>
            <a:xfrm>
              <a:off x="-18559325" y="3042375"/>
              <a:ext cx="33100" cy="31150"/>
            </a:xfrm>
            <a:custGeom>
              <a:rect b="b" l="l" r="r" t="t"/>
              <a:pathLst>
                <a:path extrusionOk="0" h="1246" w="1324">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9" name="Google Shape;18769;p86"/>
            <p:cNvSpPr/>
            <p:nvPr/>
          </p:nvSpPr>
          <p:spPr>
            <a:xfrm>
              <a:off x="-18559325" y="2991175"/>
              <a:ext cx="33100" cy="31150"/>
            </a:xfrm>
            <a:custGeom>
              <a:rect b="b" l="l" r="r" t="t"/>
              <a:pathLst>
                <a:path extrusionOk="0" h="1246" w="1324">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0" name="Google Shape;18770;p86"/>
            <p:cNvSpPr/>
            <p:nvPr/>
          </p:nvSpPr>
          <p:spPr>
            <a:xfrm>
              <a:off x="-18491575" y="3024275"/>
              <a:ext cx="33100" cy="31925"/>
            </a:xfrm>
            <a:custGeom>
              <a:rect b="b" l="l" r="r" t="t"/>
              <a:pathLst>
                <a:path extrusionOk="0" h="1277" w="1324">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1" name="Google Shape;18771;p86"/>
            <p:cNvSpPr/>
            <p:nvPr/>
          </p:nvSpPr>
          <p:spPr>
            <a:xfrm>
              <a:off x="-18522300" y="2928175"/>
              <a:ext cx="32300" cy="31125"/>
            </a:xfrm>
            <a:custGeom>
              <a:rect b="b" l="l" r="r" t="t"/>
              <a:pathLst>
                <a:path extrusionOk="0" h="1245" w="1292">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2" name="Google Shape;18772;p86"/>
            <p:cNvSpPr/>
            <p:nvPr/>
          </p:nvSpPr>
          <p:spPr>
            <a:xfrm>
              <a:off x="-18446700" y="3004375"/>
              <a:ext cx="33900" cy="31325"/>
            </a:xfrm>
            <a:custGeom>
              <a:rect b="b" l="l" r="r" t="t"/>
              <a:pathLst>
                <a:path extrusionOk="0" h="1253" w="1356">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73" name="Google Shape;18773;p86"/>
          <p:cNvGrpSpPr/>
          <p:nvPr/>
        </p:nvGrpSpPr>
        <p:grpSpPr>
          <a:xfrm>
            <a:off x="7885658" y="1687693"/>
            <a:ext cx="416361" cy="475125"/>
            <a:chOff x="-16798200" y="2050575"/>
            <a:chExt cx="267825" cy="305625"/>
          </a:xfrm>
        </p:grpSpPr>
        <p:sp>
          <p:nvSpPr>
            <p:cNvPr id="18774" name="Google Shape;18774;p86"/>
            <p:cNvSpPr/>
            <p:nvPr/>
          </p:nvSpPr>
          <p:spPr>
            <a:xfrm>
              <a:off x="-16798200" y="2050575"/>
              <a:ext cx="267825" cy="305625"/>
            </a:xfrm>
            <a:custGeom>
              <a:rect b="b" l="l" r="r" t="t"/>
              <a:pathLst>
                <a:path extrusionOk="0" h="12225" w="10713">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5" name="Google Shape;18775;p86"/>
            <p:cNvSpPr/>
            <p:nvPr/>
          </p:nvSpPr>
          <p:spPr>
            <a:xfrm>
              <a:off x="-16743850" y="2123025"/>
              <a:ext cx="52800" cy="52800"/>
            </a:xfrm>
            <a:custGeom>
              <a:rect b="b" l="l" r="r" t="t"/>
              <a:pathLst>
                <a:path extrusionOk="0" h="2112" w="2112">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6" name="Google Shape;18776;p86"/>
            <p:cNvSpPr/>
            <p:nvPr/>
          </p:nvSpPr>
          <p:spPr>
            <a:xfrm>
              <a:off x="-16691075" y="2087600"/>
              <a:ext cx="35475" cy="35450"/>
            </a:xfrm>
            <a:custGeom>
              <a:rect b="b" l="l" r="r" t="t"/>
              <a:pathLst>
                <a:path extrusionOk="0" h="1418" w="1419">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77" name="Google Shape;18777;p86"/>
          <p:cNvGrpSpPr/>
          <p:nvPr/>
        </p:nvGrpSpPr>
        <p:grpSpPr>
          <a:xfrm>
            <a:off x="7856276" y="2852127"/>
            <a:ext cx="475125" cy="471432"/>
            <a:chOff x="-16817100" y="2801175"/>
            <a:chExt cx="305625" cy="303250"/>
          </a:xfrm>
        </p:grpSpPr>
        <p:sp>
          <p:nvSpPr>
            <p:cNvPr id="18778" name="Google Shape;18778;p86"/>
            <p:cNvSpPr/>
            <p:nvPr/>
          </p:nvSpPr>
          <p:spPr>
            <a:xfrm>
              <a:off x="-16817100" y="2801175"/>
              <a:ext cx="305625" cy="232375"/>
            </a:xfrm>
            <a:custGeom>
              <a:rect b="b" l="l" r="r" t="t"/>
              <a:pathLst>
                <a:path extrusionOk="0" h="9295" w="12225">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9" name="Google Shape;18779;p86"/>
            <p:cNvSpPr/>
            <p:nvPr/>
          </p:nvSpPr>
          <p:spPr>
            <a:xfrm>
              <a:off x="-16636725" y="2889375"/>
              <a:ext cx="18125" cy="72500"/>
            </a:xfrm>
            <a:custGeom>
              <a:rect b="b" l="l" r="r" t="t"/>
              <a:pathLst>
                <a:path extrusionOk="0" h="2900" w="725">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0" name="Google Shape;18780;p86"/>
            <p:cNvSpPr/>
            <p:nvPr/>
          </p:nvSpPr>
          <p:spPr>
            <a:xfrm>
              <a:off x="-16708400" y="2889375"/>
              <a:ext cx="17350" cy="72500"/>
            </a:xfrm>
            <a:custGeom>
              <a:rect b="b" l="l" r="r" t="t"/>
              <a:pathLst>
                <a:path extrusionOk="0" h="2900" w="694">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1" name="Google Shape;18781;p86"/>
            <p:cNvSpPr/>
            <p:nvPr/>
          </p:nvSpPr>
          <p:spPr>
            <a:xfrm>
              <a:off x="-1681630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2" name="Google Shape;18782;p86"/>
            <p:cNvSpPr/>
            <p:nvPr/>
          </p:nvSpPr>
          <p:spPr>
            <a:xfrm>
              <a:off x="-16779300" y="3086300"/>
              <a:ext cx="88250" cy="18125"/>
            </a:xfrm>
            <a:custGeom>
              <a:rect b="b" l="l" r="r" t="t"/>
              <a:pathLst>
                <a:path extrusionOk="0" h="725" w="353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3" name="Google Shape;18783;p86"/>
            <p:cNvSpPr/>
            <p:nvPr/>
          </p:nvSpPr>
          <p:spPr>
            <a:xfrm>
              <a:off x="-16636725" y="3086300"/>
              <a:ext cx="88225" cy="18125"/>
            </a:xfrm>
            <a:custGeom>
              <a:rect b="b" l="l" r="r" t="t"/>
              <a:pathLst>
                <a:path extrusionOk="0" h="725" w="3529">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4" name="Google Shape;18784;p86"/>
            <p:cNvSpPr/>
            <p:nvPr/>
          </p:nvSpPr>
          <p:spPr>
            <a:xfrm>
              <a:off x="-1658395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5" name="Google Shape;18785;p86"/>
            <p:cNvSpPr/>
            <p:nvPr/>
          </p:nvSpPr>
          <p:spPr>
            <a:xfrm>
              <a:off x="-16726525" y="3050850"/>
              <a:ext cx="125250" cy="18150"/>
            </a:xfrm>
            <a:custGeom>
              <a:rect b="b" l="l" r="r" t="t"/>
              <a:pathLst>
                <a:path extrusionOk="0" h="726" w="501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86" name="Google Shape;18786;p86"/>
          <p:cNvGrpSpPr/>
          <p:nvPr/>
        </p:nvGrpSpPr>
        <p:grpSpPr>
          <a:xfrm>
            <a:off x="7263396" y="3444614"/>
            <a:ext cx="476329" cy="475125"/>
            <a:chOff x="-15717575" y="2786200"/>
            <a:chExt cx="306400" cy="305625"/>
          </a:xfrm>
        </p:grpSpPr>
        <p:sp>
          <p:nvSpPr>
            <p:cNvPr id="18787" name="Google Shape;18787;p86"/>
            <p:cNvSpPr/>
            <p:nvPr/>
          </p:nvSpPr>
          <p:spPr>
            <a:xfrm>
              <a:off x="-15717575" y="2786200"/>
              <a:ext cx="306400" cy="305625"/>
            </a:xfrm>
            <a:custGeom>
              <a:rect b="b" l="l" r="r" t="t"/>
              <a:pathLst>
                <a:path extrusionOk="0" h="12225" w="12256">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8" name="Google Shape;18788;p86"/>
            <p:cNvSpPr/>
            <p:nvPr/>
          </p:nvSpPr>
          <p:spPr>
            <a:xfrm>
              <a:off x="-15593125" y="2859450"/>
              <a:ext cx="18125" cy="35475"/>
            </a:xfrm>
            <a:custGeom>
              <a:rect b="b" l="l" r="r" t="t"/>
              <a:pathLst>
                <a:path extrusionOk="0" h="1419" w="725">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9" name="Google Shape;18789;p86"/>
            <p:cNvSpPr/>
            <p:nvPr/>
          </p:nvSpPr>
          <p:spPr>
            <a:xfrm>
              <a:off x="-1559312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0" name="Google Shape;18790;p86"/>
            <p:cNvSpPr/>
            <p:nvPr/>
          </p:nvSpPr>
          <p:spPr>
            <a:xfrm>
              <a:off x="-15557675" y="2859450"/>
              <a:ext cx="17350" cy="35475"/>
            </a:xfrm>
            <a:custGeom>
              <a:rect b="b" l="l" r="r" t="t"/>
              <a:pathLst>
                <a:path extrusionOk="0" h="1419" w="694">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1" name="Google Shape;18791;p86"/>
            <p:cNvSpPr/>
            <p:nvPr/>
          </p:nvSpPr>
          <p:spPr>
            <a:xfrm>
              <a:off x="-1555767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2" name="Google Shape;18792;p86"/>
            <p:cNvSpPr/>
            <p:nvPr/>
          </p:nvSpPr>
          <p:spPr>
            <a:xfrm>
              <a:off x="-15575800" y="2913025"/>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3" name="Google Shape;18793;p86"/>
            <p:cNvSpPr/>
            <p:nvPr/>
          </p:nvSpPr>
          <p:spPr>
            <a:xfrm>
              <a:off x="-15575800" y="3019350"/>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94" name="Google Shape;18794;p86"/>
          <p:cNvGrpSpPr/>
          <p:nvPr/>
        </p:nvGrpSpPr>
        <p:grpSpPr>
          <a:xfrm>
            <a:off x="2600969" y="1688296"/>
            <a:ext cx="475125" cy="473920"/>
            <a:chOff x="-20173175" y="2038750"/>
            <a:chExt cx="305625" cy="304850"/>
          </a:xfrm>
        </p:grpSpPr>
        <p:sp>
          <p:nvSpPr>
            <p:cNvPr id="18795" name="Google Shape;18795;p86"/>
            <p:cNvSpPr/>
            <p:nvPr/>
          </p:nvSpPr>
          <p:spPr>
            <a:xfrm>
              <a:off x="-20173175" y="2038750"/>
              <a:ext cx="197725" cy="303275"/>
            </a:xfrm>
            <a:custGeom>
              <a:rect b="b" l="l" r="r" t="t"/>
              <a:pathLst>
                <a:path extrusionOk="0" h="12131" w="7909">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6" name="Google Shape;18796;p86"/>
            <p:cNvSpPr/>
            <p:nvPr/>
          </p:nvSpPr>
          <p:spPr>
            <a:xfrm>
              <a:off x="-19962875" y="2110425"/>
              <a:ext cx="95325" cy="233175"/>
            </a:xfrm>
            <a:custGeom>
              <a:rect b="b" l="l" r="r" t="t"/>
              <a:pathLst>
                <a:path extrusionOk="0" h="9327" w="3813">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797" name="Google Shape;18797;p86"/>
          <p:cNvSpPr/>
          <p:nvPr/>
        </p:nvSpPr>
        <p:spPr>
          <a:xfrm>
            <a:off x="2600972" y="2275467"/>
            <a:ext cx="472676" cy="472054"/>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798" name="Google Shape;18798;p86"/>
          <p:cNvGrpSpPr/>
          <p:nvPr/>
        </p:nvGrpSpPr>
        <p:grpSpPr>
          <a:xfrm>
            <a:off x="2602193" y="2850282"/>
            <a:ext cx="472676" cy="475125"/>
            <a:chOff x="-20173175" y="2787775"/>
            <a:chExt cx="304050" cy="305625"/>
          </a:xfrm>
        </p:grpSpPr>
        <p:sp>
          <p:nvSpPr>
            <p:cNvPr id="18799" name="Google Shape;18799;p86"/>
            <p:cNvSpPr/>
            <p:nvPr/>
          </p:nvSpPr>
          <p:spPr>
            <a:xfrm>
              <a:off x="-19959725" y="2896475"/>
              <a:ext cx="18150" cy="18150"/>
            </a:xfrm>
            <a:custGeom>
              <a:rect b="b" l="l" r="r" t="t"/>
              <a:pathLst>
                <a:path extrusionOk="0" h="726" w="726">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0" name="Google Shape;18800;p86"/>
            <p:cNvSpPr/>
            <p:nvPr/>
          </p:nvSpPr>
          <p:spPr>
            <a:xfrm>
              <a:off x="-19941600" y="28602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1" name="Google Shape;18801;p86"/>
            <p:cNvSpPr/>
            <p:nvPr/>
          </p:nvSpPr>
          <p:spPr>
            <a:xfrm>
              <a:off x="-20102275" y="2895675"/>
              <a:ext cx="18125" cy="17375"/>
            </a:xfrm>
            <a:custGeom>
              <a:rect b="b" l="l" r="r" t="t"/>
              <a:pathLst>
                <a:path extrusionOk="0" h="695" w="725">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2" name="Google Shape;18802;p86"/>
            <p:cNvSpPr/>
            <p:nvPr/>
          </p:nvSpPr>
          <p:spPr>
            <a:xfrm>
              <a:off x="-20120400" y="286025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3" name="Google Shape;18803;p86"/>
            <p:cNvSpPr/>
            <p:nvPr/>
          </p:nvSpPr>
          <p:spPr>
            <a:xfrm>
              <a:off x="-20173175" y="2787775"/>
              <a:ext cx="304050" cy="305625"/>
            </a:xfrm>
            <a:custGeom>
              <a:rect b="b" l="l" r="r" t="t"/>
              <a:pathLst>
                <a:path extrusionOk="0" h="12225" w="12162">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4" name="Google Shape;18804;p86"/>
            <p:cNvSpPr/>
            <p:nvPr/>
          </p:nvSpPr>
          <p:spPr>
            <a:xfrm>
              <a:off x="-19977050" y="2967350"/>
              <a:ext cx="52800" cy="53600"/>
            </a:xfrm>
            <a:custGeom>
              <a:rect b="b" l="l" r="r" t="t"/>
              <a:pathLst>
                <a:path extrusionOk="0" h="2144" w="2112">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5" name="Google Shape;18805;p86"/>
            <p:cNvSpPr/>
            <p:nvPr/>
          </p:nvSpPr>
          <p:spPr>
            <a:xfrm>
              <a:off x="-20119600" y="2967350"/>
              <a:ext cx="52800" cy="52800"/>
            </a:xfrm>
            <a:custGeom>
              <a:rect b="b" l="l" r="r" t="t"/>
              <a:pathLst>
                <a:path extrusionOk="0" h="2112" w="2112">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06" name="Google Shape;18806;p86"/>
          <p:cNvGrpSpPr/>
          <p:nvPr/>
        </p:nvGrpSpPr>
        <p:grpSpPr>
          <a:xfrm>
            <a:off x="5527177" y="2275564"/>
            <a:ext cx="473881" cy="471471"/>
            <a:chOff x="-18294675" y="2434925"/>
            <a:chExt cx="304825" cy="303275"/>
          </a:xfrm>
        </p:grpSpPr>
        <p:sp>
          <p:nvSpPr>
            <p:cNvPr id="18807" name="Google Shape;18807;p86"/>
            <p:cNvSpPr/>
            <p:nvPr/>
          </p:nvSpPr>
          <p:spPr>
            <a:xfrm>
              <a:off x="-18294675" y="2434925"/>
              <a:ext cx="304825" cy="303275"/>
            </a:xfrm>
            <a:custGeom>
              <a:rect b="b" l="l" r="r" t="t"/>
              <a:pathLst>
                <a:path extrusionOk="0" h="12131" w="12193">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8" name="Google Shape;18808;p86"/>
            <p:cNvSpPr/>
            <p:nvPr/>
          </p:nvSpPr>
          <p:spPr>
            <a:xfrm>
              <a:off x="-18223800" y="2559575"/>
              <a:ext cx="37050" cy="36850"/>
            </a:xfrm>
            <a:custGeom>
              <a:rect b="b" l="l" r="r" t="t"/>
              <a:pathLst>
                <a:path extrusionOk="0" h="1474" w="1482">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9" name="Google Shape;18809;p86"/>
            <p:cNvSpPr/>
            <p:nvPr/>
          </p:nvSpPr>
          <p:spPr>
            <a:xfrm>
              <a:off x="-18098550" y="2559575"/>
              <a:ext cx="37825" cy="36850"/>
            </a:xfrm>
            <a:custGeom>
              <a:rect b="b" l="l" r="r" t="t"/>
              <a:pathLst>
                <a:path extrusionOk="0" h="1474" w="1513">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10" name="Google Shape;18810;p86"/>
          <p:cNvGrpSpPr/>
          <p:nvPr/>
        </p:nvGrpSpPr>
        <p:grpSpPr>
          <a:xfrm>
            <a:off x="5583492" y="2852107"/>
            <a:ext cx="361250" cy="471471"/>
            <a:chOff x="-18258450" y="2809825"/>
            <a:chExt cx="232375" cy="303275"/>
          </a:xfrm>
        </p:grpSpPr>
        <p:sp>
          <p:nvSpPr>
            <p:cNvPr id="18811" name="Google Shape;18811;p86"/>
            <p:cNvSpPr/>
            <p:nvPr/>
          </p:nvSpPr>
          <p:spPr>
            <a:xfrm>
              <a:off x="-18177325" y="29083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2" name="Google Shape;18812;p86"/>
            <p:cNvSpPr/>
            <p:nvPr/>
          </p:nvSpPr>
          <p:spPr>
            <a:xfrm>
              <a:off x="-18123775" y="290830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3" name="Google Shape;18813;p86"/>
            <p:cNvSpPr/>
            <p:nvPr/>
          </p:nvSpPr>
          <p:spPr>
            <a:xfrm>
              <a:off x="-18258450" y="2809825"/>
              <a:ext cx="232375" cy="303275"/>
            </a:xfrm>
            <a:custGeom>
              <a:rect b="b" l="l" r="r" t="t"/>
              <a:pathLst>
                <a:path extrusionOk="0" h="12131" w="9295">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814" name="Google Shape;18814;p86"/>
          <p:cNvSpPr/>
          <p:nvPr/>
        </p:nvSpPr>
        <p:spPr>
          <a:xfrm>
            <a:off x="1456589" y="3444743"/>
            <a:ext cx="471471" cy="475125"/>
          </a:xfrm>
          <a:custGeom>
            <a:rect b="b" l="l" r="r" t="t"/>
            <a:pathLst>
              <a:path extrusionOk="0" h="12225" w="12131">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815" name="Google Shape;18815;p86"/>
          <p:cNvGrpSpPr/>
          <p:nvPr/>
        </p:nvGrpSpPr>
        <p:grpSpPr>
          <a:xfrm>
            <a:off x="3793692" y="3445233"/>
            <a:ext cx="415117" cy="473920"/>
            <a:chOff x="-16422500" y="2425450"/>
            <a:chExt cx="267025" cy="304850"/>
          </a:xfrm>
        </p:grpSpPr>
        <p:sp>
          <p:nvSpPr>
            <p:cNvPr id="18816" name="Google Shape;18816;p86"/>
            <p:cNvSpPr/>
            <p:nvPr/>
          </p:nvSpPr>
          <p:spPr>
            <a:xfrm>
              <a:off x="-16350825" y="25152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7" name="Google Shape;18817;p86"/>
            <p:cNvSpPr/>
            <p:nvPr/>
          </p:nvSpPr>
          <p:spPr>
            <a:xfrm>
              <a:off x="-16245275" y="2515275"/>
              <a:ext cx="18125" cy="18125"/>
            </a:xfrm>
            <a:custGeom>
              <a:rect b="b" l="l" r="r" t="t"/>
              <a:pathLst>
                <a:path extrusionOk="0" h="725" w="725">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8" name="Google Shape;18818;p86"/>
            <p:cNvSpPr/>
            <p:nvPr/>
          </p:nvSpPr>
          <p:spPr>
            <a:xfrm>
              <a:off x="-16422500" y="2425450"/>
              <a:ext cx="267025" cy="304850"/>
            </a:xfrm>
            <a:custGeom>
              <a:rect b="b" l="l" r="r" t="t"/>
              <a:pathLst>
                <a:path extrusionOk="0" h="12194" w="10681">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19" name="Google Shape;18819;p86"/>
          <p:cNvGrpSpPr/>
          <p:nvPr/>
        </p:nvGrpSpPr>
        <p:grpSpPr>
          <a:xfrm>
            <a:off x="6096453" y="3445838"/>
            <a:ext cx="473920" cy="472676"/>
            <a:chOff x="-16442200" y="2801175"/>
            <a:chExt cx="304850" cy="304050"/>
          </a:xfrm>
        </p:grpSpPr>
        <p:sp>
          <p:nvSpPr>
            <p:cNvPr id="18820" name="Google Shape;18820;p86"/>
            <p:cNvSpPr/>
            <p:nvPr/>
          </p:nvSpPr>
          <p:spPr>
            <a:xfrm>
              <a:off x="-16369725" y="29429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1" name="Google Shape;18821;p86"/>
            <p:cNvSpPr/>
            <p:nvPr/>
          </p:nvSpPr>
          <p:spPr>
            <a:xfrm>
              <a:off x="-16442200" y="2801175"/>
              <a:ext cx="304850" cy="304050"/>
            </a:xfrm>
            <a:custGeom>
              <a:rect b="b" l="l" r="r" t="t"/>
              <a:pathLst>
                <a:path extrusionOk="0" h="12162" w="12194">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2" name="Google Shape;18822;p86"/>
            <p:cNvSpPr/>
            <p:nvPr/>
          </p:nvSpPr>
          <p:spPr>
            <a:xfrm>
              <a:off x="-16423275" y="2907500"/>
              <a:ext cx="35450" cy="35475"/>
            </a:xfrm>
            <a:custGeom>
              <a:rect b="b" l="l" r="r" t="t"/>
              <a:pathLst>
                <a:path extrusionOk="0" h="1419" w="1418">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823" name="Google Shape;18823;p86"/>
          <p:cNvSpPr/>
          <p:nvPr/>
        </p:nvSpPr>
        <p:spPr>
          <a:xfrm>
            <a:off x="3207661" y="3447191"/>
            <a:ext cx="471432" cy="470228"/>
          </a:xfrm>
          <a:custGeom>
            <a:rect b="b" l="l" r="r" t="t"/>
            <a:pathLst>
              <a:path extrusionOk="0" h="12099" w="1213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4" name="Google Shape;18824;p86"/>
          <p:cNvSpPr/>
          <p:nvPr/>
        </p:nvSpPr>
        <p:spPr>
          <a:xfrm>
            <a:off x="3174039" y="1706376"/>
            <a:ext cx="475125" cy="438086"/>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825" name="Google Shape;18825;p86"/>
          <p:cNvGrpSpPr/>
          <p:nvPr/>
        </p:nvGrpSpPr>
        <p:grpSpPr>
          <a:xfrm>
            <a:off x="3172167" y="2276343"/>
            <a:ext cx="481265" cy="469917"/>
            <a:chOff x="-19802200" y="2416025"/>
            <a:chExt cx="309575" cy="302275"/>
          </a:xfrm>
        </p:grpSpPr>
        <p:sp>
          <p:nvSpPr>
            <p:cNvPr id="18826" name="Google Shape;18826;p86"/>
            <p:cNvSpPr/>
            <p:nvPr/>
          </p:nvSpPr>
          <p:spPr>
            <a:xfrm>
              <a:off x="-19602925" y="25751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7" name="Google Shape;18827;p86"/>
            <p:cNvSpPr/>
            <p:nvPr/>
          </p:nvSpPr>
          <p:spPr>
            <a:xfrm>
              <a:off x="-19710825" y="2575925"/>
              <a:ext cx="18925" cy="17350"/>
            </a:xfrm>
            <a:custGeom>
              <a:rect b="b" l="l" r="r" t="t"/>
              <a:pathLst>
                <a:path extrusionOk="0" h="694" w="757">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8" name="Google Shape;18828;p86"/>
            <p:cNvSpPr/>
            <p:nvPr/>
          </p:nvSpPr>
          <p:spPr>
            <a:xfrm>
              <a:off x="-19602925" y="261135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9" name="Google Shape;18829;p86"/>
            <p:cNvSpPr/>
            <p:nvPr/>
          </p:nvSpPr>
          <p:spPr>
            <a:xfrm>
              <a:off x="-19728150" y="2611350"/>
              <a:ext cx="35450" cy="35475"/>
            </a:xfrm>
            <a:custGeom>
              <a:rect b="b" l="l" r="r" t="t"/>
              <a:pathLst>
                <a:path extrusionOk="0" h="1419" w="1418">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0" name="Google Shape;18830;p86"/>
            <p:cNvSpPr/>
            <p:nvPr/>
          </p:nvSpPr>
          <p:spPr>
            <a:xfrm>
              <a:off x="-19802200" y="2416025"/>
              <a:ext cx="309575" cy="302275"/>
            </a:xfrm>
            <a:custGeom>
              <a:rect b="b" l="l" r="r" t="t"/>
              <a:pathLst>
                <a:path extrusionOk="0" h="12091" w="12383">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31" name="Google Shape;18831;p86"/>
          <p:cNvGrpSpPr/>
          <p:nvPr/>
        </p:nvGrpSpPr>
        <p:grpSpPr>
          <a:xfrm>
            <a:off x="3175238" y="2851506"/>
            <a:ext cx="475125" cy="472676"/>
            <a:chOff x="-19801400" y="2788575"/>
            <a:chExt cx="305625" cy="304050"/>
          </a:xfrm>
        </p:grpSpPr>
        <p:sp>
          <p:nvSpPr>
            <p:cNvPr id="18832" name="Google Shape;18832;p86"/>
            <p:cNvSpPr/>
            <p:nvPr/>
          </p:nvSpPr>
          <p:spPr>
            <a:xfrm>
              <a:off x="-19744700"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3" name="Google Shape;18833;p86"/>
            <p:cNvSpPr/>
            <p:nvPr/>
          </p:nvSpPr>
          <p:spPr>
            <a:xfrm>
              <a:off x="-19709250" y="2967350"/>
              <a:ext cx="52800" cy="18150"/>
            </a:xfrm>
            <a:custGeom>
              <a:rect b="b" l="l" r="r" t="t"/>
              <a:pathLst>
                <a:path extrusionOk="0" h="726" w="2112">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4" name="Google Shape;18834;p86"/>
            <p:cNvSpPr/>
            <p:nvPr/>
          </p:nvSpPr>
          <p:spPr>
            <a:xfrm>
              <a:off x="-19638375" y="2968150"/>
              <a:ext cx="52800" cy="18150"/>
            </a:xfrm>
            <a:custGeom>
              <a:rect b="b" l="l" r="r" t="t"/>
              <a:pathLst>
                <a:path extrusionOk="0" h="726" w="2112">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5" name="Google Shape;18835;p86"/>
            <p:cNvSpPr/>
            <p:nvPr/>
          </p:nvSpPr>
          <p:spPr>
            <a:xfrm>
              <a:off x="-19673800" y="2931925"/>
              <a:ext cx="52775" cy="18125"/>
            </a:xfrm>
            <a:custGeom>
              <a:rect b="b" l="l" r="r" t="t"/>
              <a:pathLst>
                <a:path extrusionOk="0" h="725" w="2111">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6" name="Google Shape;18836;p86"/>
            <p:cNvSpPr/>
            <p:nvPr/>
          </p:nvSpPr>
          <p:spPr>
            <a:xfrm>
              <a:off x="-19602925"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7" name="Google Shape;18837;p86"/>
            <p:cNvSpPr/>
            <p:nvPr/>
          </p:nvSpPr>
          <p:spPr>
            <a:xfrm>
              <a:off x="-19801400" y="2788575"/>
              <a:ext cx="305625" cy="304050"/>
            </a:xfrm>
            <a:custGeom>
              <a:rect b="b" l="l" r="r" t="t"/>
              <a:pathLst>
                <a:path extrusionOk="0" h="12162" w="12225">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38" name="Google Shape;18838;p86"/>
          <p:cNvGrpSpPr/>
          <p:nvPr/>
        </p:nvGrpSpPr>
        <p:grpSpPr>
          <a:xfrm>
            <a:off x="6130314" y="1688916"/>
            <a:ext cx="422463" cy="472676"/>
            <a:chOff x="-17903225" y="2060800"/>
            <a:chExt cx="271750" cy="304050"/>
          </a:xfrm>
        </p:grpSpPr>
        <p:sp>
          <p:nvSpPr>
            <p:cNvPr id="18839" name="Google Shape;18839;p86"/>
            <p:cNvSpPr/>
            <p:nvPr/>
          </p:nvSpPr>
          <p:spPr>
            <a:xfrm>
              <a:off x="-17722875"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0" name="Google Shape;18840;p86"/>
            <p:cNvSpPr/>
            <p:nvPr/>
          </p:nvSpPr>
          <p:spPr>
            <a:xfrm>
              <a:off x="-17829200"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1" name="Google Shape;18841;p86"/>
            <p:cNvSpPr/>
            <p:nvPr/>
          </p:nvSpPr>
          <p:spPr>
            <a:xfrm>
              <a:off x="-17903225" y="2060800"/>
              <a:ext cx="271750" cy="304050"/>
            </a:xfrm>
            <a:custGeom>
              <a:rect b="b" l="l" r="r" t="t"/>
              <a:pathLst>
                <a:path extrusionOk="0" h="12162" w="1087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42" name="Google Shape;18842;p86"/>
          <p:cNvGrpSpPr/>
          <p:nvPr/>
        </p:nvGrpSpPr>
        <p:grpSpPr>
          <a:xfrm>
            <a:off x="6104605" y="2274962"/>
            <a:ext cx="473881" cy="472676"/>
            <a:chOff x="-17918975" y="2435725"/>
            <a:chExt cx="304825" cy="304050"/>
          </a:xfrm>
        </p:grpSpPr>
        <p:sp>
          <p:nvSpPr>
            <p:cNvPr id="18843" name="Google Shape;18843;p86"/>
            <p:cNvSpPr/>
            <p:nvPr/>
          </p:nvSpPr>
          <p:spPr>
            <a:xfrm>
              <a:off x="-17918975" y="2435725"/>
              <a:ext cx="304825" cy="304050"/>
            </a:xfrm>
            <a:custGeom>
              <a:rect b="b" l="l" r="r" t="t"/>
              <a:pathLst>
                <a:path extrusionOk="0" h="12162" w="12193">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4" name="Google Shape;18844;p86"/>
            <p:cNvSpPr/>
            <p:nvPr/>
          </p:nvSpPr>
          <p:spPr>
            <a:xfrm>
              <a:off x="-17865425" y="256015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45" name="Google Shape;18845;p86"/>
          <p:cNvGrpSpPr/>
          <p:nvPr/>
        </p:nvGrpSpPr>
        <p:grpSpPr>
          <a:xfrm>
            <a:off x="6133365" y="2852729"/>
            <a:ext cx="416361" cy="470228"/>
            <a:chOff x="-17899300" y="2810625"/>
            <a:chExt cx="267825" cy="302475"/>
          </a:xfrm>
        </p:grpSpPr>
        <p:sp>
          <p:nvSpPr>
            <p:cNvPr id="18846" name="Google Shape;18846;p86"/>
            <p:cNvSpPr/>
            <p:nvPr/>
          </p:nvSpPr>
          <p:spPr>
            <a:xfrm>
              <a:off x="-17899300" y="2810625"/>
              <a:ext cx="267825" cy="302475"/>
            </a:xfrm>
            <a:custGeom>
              <a:rect b="b" l="l" r="r" t="t"/>
              <a:pathLst>
                <a:path extrusionOk="0" h="12099" w="10713">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7" name="Google Shape;18847;p86"/>
            <p:cNvSpPr/>
            <p:nvPr/>
          </p:nvSpPr>
          <p:spPr>
            <a:xfrm>
              <a:off x="-17740200" y="2952400"/>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8" name="Google Shape;18848;p86"/>
            <p:cNvSpPr/>
            <p:nvPr/>
          </p:nvSpPr>
          <p:spPr>
            <a:xfrm>
              <a:off x="-17811075" y="295240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49" name="Google Shape;18849;p86"/>
          <p:cNvGrpSpPr/>
          <p:nvPr/>
        </p:nvGrpSpPr>
        <p:grpSpPr>
          <a:xfrm>
            <a:off x="2039218" y="3461166"/>
            <a:ext cx="472676" cy="442089"/>
            <a:chOff x="-16066500" y="2060800"/>
            <a:chExt cx="304050" cy="284375"/>
          </a:xfrm>
        </p:grpSpPr>
        <p:sp>
          <p:nvSpPr>
            <p:cNvPr id="18850" name="Google Shape;18850;p86"/>
            <p:cNvSpPr/>
            <p:nvPr/>
          </p:nvSpPr>
          <p:spPr>
            <a:xfrm>
              <a:off x="-15978275" y="2203375"/>
              <a:ext cx="18125" cy="18125"/>
            </a:xfrm>
            <a:custGeom>
              <a:rect b="b" l="l" r="r" t="t"/>
              <a:pathLst>
                <a:path extrusionOk="0" h="725" w="725">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1" name="Google Shape;18851;p86"/>
            <p:cNvSpPr/>
            <p:nvPr/>
          </p:nvSpPr>
          <p:spPr>
            <a:xfrm>
              <a:off x="-15869575" y="220337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2" name="Google Shape;18852;p86"/>
            <p:cNvSpPr/>
            <p:nvPr/>
          </p:nvSpPr>
          <p:spPr>
            <a:xfrm>
              <a:off x="-15954650" y="2186825"/>
              <a:ext cx="78775" cy="88250"/>
            </a:xfrm>
            <a:custGeom>
              <a:rect b="b" l="l" r="r" t="t"/>
              <a:pathLst>
                <a:path extrusionOk="0" h="3530" w="3151">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3" name="Google Shape;18853;p86"/>
            <p:cNvSpPr/>
            <p:nvPr/>
          </p:nvSpPr>
          <p:spPr>
            <a:xfrm>
              <a:off x="-16066500" y="2060800"/>
              <a:ext cx="304050" cy="284375"/>
            </a:xfrm>
            <a:custGeom>
              <a:rect b="b" l="l" r="r" t="t"/>
              <a:pathLst>
                <a:path extrusionOk="0" h="11375" w="12162">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4" name="Google Shape;18854;p86"/>
            <p:cNvSpPr/>
            <p:nvPr/>
          </p:nvSpPr>
          <p:spPr>
            <a:xfrm>
              <a:off x="-15960175" y="2287225"/>
              <a:ext cx="91400" cy="24075"/>
            </a:xfrm>
            <a:custGeom>
              <a:rect b="b" l="l" r="r" t="t"/>
              <a:pathLst>
                <a:path extrusionOk="0" h="963" w="3656">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855" name="Google Shape;18855;p86"/>
          <p:cNvSpPr/>
          <p:nvPr/>
        </p:nvSpPr>
        <p:spPr>
          <a:xfrm>
            <a:off x="4344952" y="3444762"/>
            <a:ext cx="475125" cy="475086"/>
          </a:xfrm>
          <a:custGeom>
            <a:rect b="b" l="l" r="r" t="t"/>
            <a:pathLst>
              <a:path extrusionOk="0" h="12224" w="12225">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6" name="Google Shape;18856;p86"/>
          <p:cNvSpPr/>
          <p:nvPr/>
        </p:nvSpPr>
        <p:spPr>
          <a:xfrm>
            <a:off x="6718741" y="3444898"/>
            <a:ext cx="391876" cy="474814"/>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7" name="Google Shape;18857;p86"/>
          <p:cNvSpPr/>
          <p:nvPr/>
        </p:nvSpPr>
        <p:spPr>
          <a:xfrm>
            <a:off x="5513765" y="3446880"/>
            <a:ext cx="475086" cy="470849"/>
          </a:xfrm>
          <a:custGeom>
            <a:rect b="b" l="l" r="r" t="t"/>
            <a:pathLst>
              <a:path extrusionOk="0" h="12115" w="12224">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858" name="Google Shape;18858;p86"/>
          <p:cNvGrpSpPr/>
          <p:nvPr/>
        </p:nvGrpSpPr>
        <p:grpSpPr>
          <a:xfrm>
            <a:off x="7923925" y="2297751"/>
            <a:ext cx="368362" cy="419314"/>
            <a:chOff x="4995050" y="3245650"/>
            <a:chExt cx="236950" cy="269725"/>
          </a:xfrm>
        </p:grpSpPr>
        <p:sp>
          <p:nvSpPr>
            <p:cNvPr id="18859" name="Google Shape;18859;p86"/>
            <p:cNvSpPr/>
            <p:nvPr/>
          </p:nvSpPr>
          <p:spPr>
            <a:xfrm>
              <a:off x="5074475" y="3356450"/>
              <a:ext cx="16050" cy="16050"/>
            </a:xfrm>
            <a:custGeom>
              <a:rect b="b" l="l" r="r" t="t"/>
              <a:pathLst>
                <a:path extrusionOk="0" h="642" w="642">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0" name="Google Shape;18860;p86"/>
            <p:cNvSpPr/>
            <p:nvPr/>
          </p:nvSpPr>
          <p:spPr>
            <a:xfrm>
              <a:off x="5137200" y="3356450"/>
              <a:ext cx="16050" cy="16050"/>
            </a:xfrm>
            <a:custGeom>
              <a:rect b="b" l="l" r="r" t="t"/>
              <a:pathLst>
                <a:path extrusionOk="0" h="642" w="642">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1" name="Google Shape;18861;p86"/>
            <p:cNvSpPr/>
            <p:nvPr/>
          </p:nvSpPr>
          <p:spPr>
            <a:xfrm>
              <a:off x="5089125" y="3371950"/>
              <a:ext cx="48100" cy="63100"/>
            </a:xfrm>
            <a:custGeom>
              <a:rect b="b" l="l" r="r" t="t"/>
              <a:pathLst>
                <a:path extrusionOk="0" h="2524" w="1924">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862" name="Google Shape;18862;p86"/>
            <p:cNvGrpSpPr/>
            <p:nvPr/>
          </p:nvGrpSpPr>
          <p:grpSpPr>
            <a:xfrm>
              <a:off x="4995050" y="3245650"/>
              <a:ext cx="236950" cy="269725"/>
              <a:chOff x="4995050" y="3245650"/>
              <a:chExt cx="236950" cy="269725"/>
            </a:xfrm>
          </p:grpSpPr>
          <p:sp>
            <p:nvSpPr>
              <p:cNvPr id="18863" name="Google Shape;18863;p86"/>
              <p:cNvSpPr/>
              <p:nvPr/>
            </p:nvSpPr>
            <p:spPr>
              <a:xfrm>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4" name="Google Shape;18864;p86"/>
              <p:cNvSpPr/>
              <p:nvPr/>
            </p:nvSpPr>
            <p:spPr>
              <a:xfrm flipH="1">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865" name="Google Shape;18865;p86"/>
          <p:cNvGrpSpPr/>
          <p:nvPr/>
        </p:nvGrpSpPr>
        <p:grpSpPr>
          <a:xfrm>
            <a:off x="5523718" y="1689744"/>
            <a:ext cx="483749" cy="481292"/>
            <a:chOff x="4724650" y="2885700"/>
            <a:chExt cx="270750" cy="269375"/>
          </a:xfrm>
        </p:grpSpPr>
        <p:sp>
          <p:nvSpPr>
            <p:cNvPr id="18866" name="Google Shape;18866;p86"/>
            <p:cNvSpPr/>
            <p:nvPr/>
          </p:nvSpPr>
          <p:spPr>
            <a:xfrm flipH="1">
              <a:off x="472500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7" name="Google Shape;18867;p86"/>
            <p:cNvSpPr/>
            <p:nvPr/>
          </p:nvSpPr>
          <p:spPr>
            <a:xfrm>
              <a:off x="472465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8" name="Google Shape;18868;p86"/>
            <p:cNvSpPr/>
            <p:nvPr/>
          </p:nvSpPr>
          <p:spPr>
            <a:xfrm>
              <a:off x="4900250" y="3027525"/>
              <a:ext cx="16075" cy="15350"/>
            </a:xfrm>
            <a:custGeom>
              <a:rect b="b" l="l" r="r" t="t"/>
              <a:pathLst>
                <a:path extrusionOk="0" h="614" w="643">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9" name="Google Shape;18869;p86"/>
            <p:cNvSpPr/>
            <p:nvPr/>
          </p:nvSpPr>
          <p:spPr>
            <a:xfrm>
              <a:off x="4805475" y="3027525"/>
              <a:ext cx="15375" cy="15350"/>
            </a:xfrm>
            <a:custGeom>
              <a:rect b="b" l="l" r="r" t="t"/>
              <a:pathLst>
                <a:path extrusionOk="0" h="614" w="615">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0" name="Google Shape;18870;p86"/>
            <p:cNvSpPr/>
            <p:nvPr/>
          </p:nvSpPr>
          <p:spPr>
            <a:xfrm>
              <a:off x="4820825" y="2932750"/>
              <a:ext cx="16050" cy="32075"/>
            </a:xfrm>
            <a:custGeom>
              <a:rect b="b" l="l" r="r" t="t"/>
              <a:pathLst>
                <a:path extrusionOk="0" h="1283" w="642">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1" name="Google Shape;18871;p86"/>
            <p:cNvSpPr/>
            <p:nvPr/>
          </p:nvSpPr>
          <p:spPr>
            <a:xfrm>
              <a:off x="4884925" y="2932750"/>
              <a:ext cx="15350" cy="32075"/>
            </a:xfrm>
            <a:custGeom>
              <a:rect b="b" l="l" r="r" t="t"/>
              <a:pathLst>
                <a:path extrusionOk="0" h="1283" w="614">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2" name="Google Shape;18872;p86"/>
            <p:cNvSpPr/>
            <p:nvPr/>
          </p:nvSpPr>
          <p:spPr>
            <a:xfrm>
              <a:off x="4852175" y="2948775"/>
              <a:ext cx="16050" cy="31400"/>
            </a:xfrm>
            <a:custGeom>
              <a:rect b="b" l="l" r="r" t="t"/>
              <a:pathLst>
                <a:path extrusionOk="0" h="1256" w="642">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73" name="Google Shape;18873;p86"/>
          <p:cNvGrpSpPr/>
          <p:nvPr/>
        </p:nvGrpSpPr>
        <p:grpSpPr>
          <a:xfrm>
            <a:off x="4390823" y="1683870"/>
            <a:ext cx="389425" cy="467822"/>
            <a:chOff x="4459350" y="2882125"/>
            <a:chExt cx="228375" cy="274350"/>
          </a:xfrm>
        </p:grpSpPr>
        <p:sp>
          <p:nvSpPr>
            <p:cNvPr id="18874" name="Google Shape;18874;p86"/>
            <p:cNvSpPr/>
            <p:nvPr/>
          </p:nvSpPr>
          <p:spPr>
            <a:xfrm>
              <a:off x="4537175" y="3045650"/>
              <a:ext cx="15375" cy="15350"/>
            </a:xfrm>
            <a:custGeom>
              <a:rect b="b" l="l" r="r" t="t"/>
              <a:pathLst>
                <a:path extrusionOk="0" h="614" w="615">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5" name="Google Shape;18875;p86"/>
            <p:cNvSpPr/>
            <p:nvPr/>
          </p:nvSpPr>
          <p:spPr>
            <a:xfrm>
              <a:off x="4599900" y="3045650"/>
              <a:ext cx="15350" cy="15350"/>
            </a:xfrm>
            <a:custGeom>
              <a:rect b="b" l="l" r="r" t="t"/>
              <a:pathLst>
                <a:path extrusionOk="0" h="614" w="614">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6" name="Google Shape;18876;p86"/>
            <p:cNvSpPr/>
            <p:nvPr/>
          </p:nvSpPr>
          <p:spPr>
            <a:xfrm>
              <a:off x="446470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7" name="Google Shape;18877;p86"/>
            <p:cNvSpPr/>
            <p:nvPr/>
          </p:nvSpPr>
          <p:spPr>
            <a:xfrm flipH="1">
              <a:off x="445935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8" name="Google Shape;18878;p86"/>
            <p:cNvSpPr/>
            <p:nvPr/>
          </p:nvSpPr>
          <p:spPr>
            <a:xfrm rot="-537108">
              <a:off x="4468759"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sp>
          <p:nvSpPr>
            <p:cNvPr id="18879" name="Google Shape;18879;p86"/>
            <p:cNvSpPr/>
            <p:nvPr/>
          </p:nvSpPr>
          <p:spPr>
            <a:xfrm flipH="1" rot="537108">
              <a:off x="4653897"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grpSp>
      <p:sp>
        <p:nvSpPr>
          <p:cNvPr id="18880" name="Google Shape;18880;p86"/>
          <p:cNvSpPr txBox="1"/>
          <p:nvPr/>
        </p:nvSpPr>
        <p:spPr>
          <a:xfrm>
            <a:off x="1048350" y="721025"/>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884" name="Shape 18884"/>
        <p:cNvGrpSpPr/>
        <p:nvPr/>
      </p:nvGrpSpPr>
      <p:grpSpPr>
        <a:xfrm>
          <a:off x="0" y="0"/>
          <a:ext cx="0" cy="0"/>
          <a:chOff x="0" y="0"/>
          <a:chExt cx="0" cy="0"/>
        </a:xfrm>
      </p:grpSpPr>
      <p:sp>
        <p:nvSpPr>
          <p:cNvPr id="18885" name="Google Shape;18885;p87"/>
          <p:cNvSpPr txBox="1"/>
          <p:nvPr>
            <p:ph idx="4294967295" type="title"/>
          </p:nvPr>
        </p:nvSpPr>
        <p:spPr>
          <a:xfrm>
            <a:off x="1048350" y="719652"/>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8886" name="Google Shape;18886;p87"/>
          <p:cNvSpPr/>
          <p:nvPr/>
        </p:nvSpPr>
        <p:spPr>
          <a:xfrm>
            <a:off x="844100" y="1630139"/>
            <a:ext cx="433284" cy="422781"/>
          </a:xfrm>
          <a:custGeom>
            <a:rect b="b" l="l" r="r" t="t"/>
            <a:pathLst>
              <a:path extrusionOk="0" h="11713" w="12004">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887" name="Google Shape;18887;p87"/>
          <p:cNvGrpSpPr/>
          <p:nvPr/>
        </p:nvGrpSpPr>
        <p:grpSpPr>
          <a:xfrm>
            <a:off x="847082" y="2140412"/>
            <a:ext cx="426462" cy="420796"/>
            <a:chOff x="-6713450" y="2397900"/>
            <a:chExt cx="295375" cy="291450"/>
          </a:xfrm>
        </p:grpSpPr>
        <p:sp>
          <p:nvSpPr>
            <p:cNvPr id="18888" name="Google Shape;18888;p87"/>
            <p:cNvSpPr/>
            <p:nvPr/>
          </p:nvSpPr>
          <p:spPr>
            <a:xfrm>
              <a:off x="-6628400" y="2465650"/>
              <a:ext cx="69350" cy="17350"/>
            </a:xfrm>
            <a:custGeom>
              <a:rect b="b" l="l" r="r" t="t"/>
              <a:pathLst>
                <a:path extrusionOk="0" h="694" w="2774">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9" name="Google Shape;18889;p87"/>
            <p:cNvSpPr/>
            <p:nvPr/>
          </p:nvSpPr>
          <p:spPr>
            <a:xfrm>
              <a:off x="-6713450" y="2397900"/>
              <a:ext cx="295375" cy="291450"/>
            </a:xfrm>
            <a:custGeom>
              <a:rect b="b" l="l" r="r" t="t"/>
              <a:pathLst>
                <a:path extrusionOk="0" h="11658" w="11815">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890" name="Google Shape;18890;p87"/>
          <p:cNvSpPr/>
          <p:nvPr/>
        </p:nvSpPr>
        <p:spPr>
          <a:xfrm>
            <a:off x="859424" y="2660229"/>
            <a:ext cx="426499" cy="421914"/>
          </a:xfrm>
          <a:custGeom>
            <a:rect b="b" l="l" r="r" t="t"/>
            <a:pathLst>
              <a:path extrusionOk="0" h="11689" w="11816">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891" name="Google Shape;18891;p87"/>
          <p:cNvGrpSpPr/>
          <p:nvPr/>
        </p:nvGrpSpPr>
        <p:grpSpPr>
          <a:xfrm>
            <a:off x="3551844" y="1631401"/>
            <a:ext cx="423069" cy="420507"/>
            <a:chOff x="-4932650" y="2046625"/>
            <a:chExt cx="293025" cy="291250"/>
          </a:xfrm>
        </p:grpSpPr>
        <p:sp>
          <p:nvSpPr>
            <p:cNvPr id="18892" name="Google Shape;18892;p87"/>
            <p:cNvSpPr/>
            <p:nvPr/>
          </p:nvSpPr>
          <p:spPr>
            <a:xfrm>
              <a:off x="-4932650" y="2046625"/>
              <a:ext cx="293025" cy="291250"/>
            </a:xfrm>
            <a:custGeom>
              <a:rect b="b" l="l" r="r" t="t"/>
              <a:pathLst>
                <a:path extrusionOk="0" h="11650" w="11721">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3" name="Google Shape;18893;p87"/>
            <p:cNvSpPr/>
            <p:nvPr/>
          </p:nvSpPr>
          <p:spPr>
            <a:xfrm>
              <a:off x="-4802675" y="2115050"/>
              <a:ext cx="122100" cy="86075"/>
            </a:xfrm>
            <a:custGeom>
              <a:rect b="b" l="l" r="r" t="t"/>
              <a:pathLst>
                <a:path extrusionOk="0" h="3443" w="4884">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894" name="Google Shape;18894;p87"/>
          <p:cNvSpPr/>
          <p:nvPr/>
        </p:nvSpPr>
        <p:spPr>
          <a:xfrm>
            <a:off x="3553296" y="2140826"/>
            <a:ext cx="420796" cy="419677"/>
          </a:xfrm>
          <a:custGeom>
            <a:rect b="b" l="l" r="r" t="t"/>
            <a:pathLst>
              <a:path extrusionOk="0" h="11627" w="11658">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895" name="Google Shape;18895;p87"/>
          <p:cNvGrpSpPr/>
          <p:nvPr/>
        </p:nvGrpSpPr>
        <p:grpSpPr>
          <a:xfrm>
            <a:off x="3563775" y="2660957"/>
            <a:ext cx="423069" cy="420796"/>
            <a:chOff x="-4931075" y="2765725"/>
            <a:chExt cx="293025" cy="291450"/>
          </a:xfrm>
        </p:grpSpPr>
        <p:sp>
          <p:nvSpPr>
            <p:cNvPr id="18896" name="Google Shape;18896;p87"/>
            <p:cNvSpPr/>
            <p:nvPr/>
          </p:nvSpPr>
          <p:spPr>
            <a:xfrm>
              <a:off x="-4810550" y="2884650"/>
              <a:ext cx="51225" cy="51225"/>
            </a:xfrm>
            <a:custGeom>
              <a:rect b="b" l="l" r="r" t="t"/>
              <a:pathLst>
                <a:path extrusionOk="0" h="2049" w="2049">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7" name="Google Shape;18897;p87"/>
            <p:cNvSpPr/>
            <p:nvPr/>
          </p:nvSpPr>
          <p:spPr>
            <a:xfrm>
              <a:off x="-4931075" y="2765725"/>
              <a:ext cx="293025" cy="291450"/>
            </a:xfrm>
            <a:custGeom>
              <a:rect b="b" l="l" r="r" t="t"/>
              <a:pathLst>
                <a:path extrusionOk="0" h="11658" w="11721">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98" name="Google Shape;18898;p87"/>
          <p:cNvGrpSpPr/>
          <p:nvPr/>
        </p:nvGrpSpPr>
        <p:grpSpPr>
          <a:xfrm>
            <a:off x="6269343" y="1656289"/>
            <a:ext cx="420796" cy="370732"/>
            <a:chOff x="-3137650" y="2067900"/>
            <a:chExt cx="291450" cy="256775"/>
          </a:xfrm>
        </p:grpSpPr>
        <p:sp>
          <p:nvSpPr>
            <p:cNvPr id="18899" name="Google Shape;18899;p87"/>
            <p:cNvSpPr/>
            <p:nvPr/>
          </p:nvSpPr>
          <p:spPr>
            <a:xfrm>
              <a:off x="-3137650" y="2067900"/>
              <a:ext cx="291450" cy="187475"/>
            </a:xfrm>
            <a:custGeom>
              <a:rect b="b" l="l" r="r" t="t"/>
              <a:pathLst>
                <a:path extrusionOk="0" h="7499" w="11658">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0" name="Google Shape;18900;p87"/>
            <p:cNvSpPr/>
            <p:nvPr/>
          </p:nvSpPr>
          <p:spPr>
            <a:xfrm>
              <a:off x="-3137650" y="2273475"/>
              <a:ext cx="291450" cy="51200"/>
            </a:xfrm>
            <a:custGeom>
              <a:rect b="b" l="l" r="r" t="t"/>
              <a:pathLst>
                <a:path extrusionOk="0" h="2048" w="11658">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1" name="Google Shape;18901;p87"/>
            <p:cNvSpPr/>
            <p:nvPr/>
          </p:nvSpPr>
          <p:spPr>
            <a:xfrm>
              <a:off x="-3035250" y="2103000"/>
              <a:ext cx="104000" cy="118500"/>
            </a:xfrm>
            <a:custGeom>
              <a:rect b="b" l="l" r="r" t="t"/>
              <a:pathLst>
                <a:path extrusionOk="0" h="4740" w="416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02" name="Google Shape;18902;p87"/>
          <p:cNvGrpSpPr/>
          <p:nvPr/>
        </p:nvGrpSpPr>
        <p:grpSpPr>
          <a:xfrm>
            <a:off x="6269343" y="2139926"/>
            <a:ext cx="420796" cy="421770"/>
            <a:chOff x="-3137650" y="2408950"/>
            <a:chExt cx="291450" cy="292125"/>
          </a:xfrm>
        </p:grpSpPr>
        <p:sp>
          <p:nvSpPr>
            <p:cNvPr id="18903" name="Google Shape;18903;p87"/>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4" name="Google Shape;18904;p87"/>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5" name="Google Shape;18905;p87"/>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6" name="Google Shape;18906;p87"/>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7" name="Google Shape;18907;p87"/>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08" name="Google Shape;18908;p87"/>
          <p:cNvGrpSpPr/>
          <p:nvPr/>
        </p:nvGrpSpPr>
        <p:grpSpPr>
          <a:xfrm>
            <a:off x="6281274" y="2685412"/>
            <a:ext cx="420796" cy="371887"/>
            <a:chOff x="-3137650" y="2787000"/>
            <a:chExt cx="291450" cy="257575"/>
          </a:xfrm>
        </p:grpSpPr>
        <p:sp>
          <p:nvSpPr>
            <p:cNvPr id="18909" name="Google Shape;18909;p87"/>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0" name="Google Shape;18910;p87"/>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1" name="Google Shape;18911;p87"/>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2" name="Google Shape;18912;p87"/>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3" name="Google Shape;18913;p87"/>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4" name="Google Shape;18914;p87"/>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5" name="Google Shape;18915;p87"/>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6" name="Google Shape;18916;p87"/>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917" name="Google Shape;18917;p87"/>
          <p:cNvSpPr/>
          <p:nvPr/>
        </p:nvSpPr>
        <p:spPr>
          <a:xfrm>
            <a:off x="1359134" y="3294616"/>
            <a:ext cx="420796" cy="295690"/>
          </a:xfrm>
          <a:custGeom>
            <a:rect b="b" l="l" r="r" t="t"/>
            <a:pathLst>
              <a:path extrusionOk="0" h="8192" w="11658">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8" name="Google Shape;18918;p87"/>
          <p:cNvSpPr/>
          <p:nvPr/>
        </p:nvSpPr>
        <p:spPr>
          <a:xfrm>
            <a:off x="1387926" y="1630482"/>
            <a:ext cx="421914" cy="422095"/>
          </a:xfrm>
          <a:custGeom>
            <a:rect b="b" l="l" r="r" t="t"/>
            <a:pathLst>
              <a:path extrusionOk="0" h="11694" w="11689">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9" name="Google Shape;18919;p87"/>
          <p:cNvSpPr/>
          <p:nvPr/>
        </p:nvSpPr>
        <p:spPr>
          <a:xfrm>
            <a:off x="1386211" y="2139274"/>
            <a:ext cx="425343" cy="422781"/>
          </a:xfrm>
          <a:custGeom>
            <a:rect b="b" l="l" r="r" t="t"/>
            <a:pathLst>
              <a:path extrusionOk="0" h="11713" w="11784">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920" name="Google Shape;18920;p87"/>
          <p:cNvGrpSpPr/>
          <p:nvPr/>
        </p:nvGrpSpPr>
        <p:grpSpPr>
          <a:xfrm>
            <a:off x="1399451" y="2660397"/>
            <a:ext cx="421914" cy="421914"/>
            <a:chOff x="-6354300" y="2757075"/>
            <a:chExt cx="292225" cy="292225"/>
          </a:xfrm>
        </p:grpSpPr>
        <p:sp>
          <p:nvSpPr>
            <p:cNvPr id="18921" name="Google Shape;18921;p87"/>
            <p:cNvSpPr/>
            <p:nvPr/>
          </p:nvSpPr>
          <p:spPr>
            <a:xfrm>
              <a:off x="-6354300" y="2757075"/>
              <a:ext cx="292225" cy="292225"/>
            </a:xfrm>
            <a:custGeom>
              <a:rect b="b" l="l" r="r" t="t"/>
              <a:pathLst>
                <a:path extrusionOk="0" h="11689" w="11689">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2" name="Google Shape;18922;p87"/>
            <p:cNvSpPr/>
            <p:nvPr/>
          </p:nvSpPr>
          <p:spPr>
            <a:xfrm>
              <a:off x="-6268450" y="279015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3" name="Google Shape;18923;p87"/>
            <p:cNvSpPr/>
            <p:nvPr/>
          </p:nvSpPr>
          <p:spPr>
            <a:xfrm>
              <a:off x="-6268450" y="282560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4" name="Google Shape;18924;p87"/>
            <p:cNvSpPr/>
            <p:nvPr/>
          </p:nvSpPr>
          <p:spPr>
            <a:xfrm>
              <a:off x="-6268450" y="2860250"/>
              <a:ext cx="119750" cy="17350"/>
            </a:xfrm>
            <a:custGeom>
              <a:rect b="b" l="l" r="r" t="t"/>
              <a:pathLst>
                <a:path extrusionOk="0" h="694" w="479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25" name="Google Shape;18925;p87"/>
          <p:cNvGrpSpPr/>
          <p:nvPr/>
        </p:nvGrpSpPr>
        <p:grpSpPr>
          <a:xfrm>
            <a:off x="4093454" y="1629560"/>
            <a:ext cx="424188" cy="424188"/>
            <a:chOff x="-4573475" y="2045850"/>
            <a:chExt cx="293800" cy="293800"/>
          </a:xfrm>
        </p:grpSpPr>
        <p:sp>
          <p:nvSpPr>
            <p:cNvPr id="18926" name="Google Shape;18926;p87"/>
            <p:cNvSpPr/>
            <p:nvPr/>
          </p:nvSpPr>
          <p:spPr>
            <a:xfrm>
              <a:off x="-4573475" y="2045850"/>
              <a:ext cx="293800" cy="293800"/>
            </a:xfrm>
            <a:custGeom>
              <a:rect b="b" l="l" r="r" t="t"/>
              <a:pathLst>
                <a:path extrusionOk="0" h="11752" w="11752">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7" name="Google Shape;18927;p87"/>
            <p:cNvSpPr/>
            <p:nvPr/>
          </p:nvSpPr>
          <p:spPr>
            <a:xfrm>
              <a:off x="-4521500" y="2099400"/>
              <a:ext cx="189050" cy="188275"/>
            </a:xfrm>
            <a:custGeom>
              <a:rect b="b" l="l" r="r" t="t"/>
              <a:pathLst>
                <a:path extrusionOk="0" h="7531" w="7562">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28" name="Google Shape;18928;p87"/>
          <p:cNvGrpSpPr/>
          <p:nvPr/>
        </p:nvGrpSpPr>
        <p:grpSpPr>
          <a:xfrm>
            <a:off x="4092877" y="2138699"/>
            <a:ext cx="425343" cy="424225"/>
            <a:chOff x="-4570325" y="2405775"/>
            <a:chExt cx="294600" cy="293825"/>
          </a:xfrm>
        </p:grpSpPr>
        <p:sp>
          <p:nvSpPr>
            <p:cNvPr id="18929" name="Google Shape;18929;p87"/>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0" name="Google Shape;18930;p87"/>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31" name="Google Shape;18931;p87"/>
          <p:cNvGrpSpPr/>
          <p:nvPr/>
        </p:nvGrpSpPr>
        <p:grpSpPr>
          <a:xfrm>
            <a:off x="4105945" y="2659838"/>
            <a:ext cx="423069" cy="423033"/>
            <a:chOff x="-4572700" y="2764950"/>
            <a:chExt cx="293025" cy="293000"/>
          </a:xfrm>
        </p:grpSpPr>
        <p:sp>
          <p:nvSpPr>
            <p:cNvPr id="18932" name="Google Shape;18932;p87"/>
            <p:cNvSpPr/>
            <p:nvPr/>
          </p:nvSpPr>
          <p:spPr>
            <a:xfrm>
              <a:off x="-4572700" y="2764950"/>
              <a:ext cx="293025" cy="293000"/>
            </a:xfrm>
            <a:custGeom>
              <a:rect b="b" l="l" r="r" t="t"/>
              <a:pathLst>
                <a:path extrusionOk="0" h="11720" w="11721">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3" name="Google Shape;18933;p87"/>
            <p:cNvSpPr/>
            <p:nvPr/>
          </p:nvSpPr>
          <p:spPr>
            <a:xfrm>
              <a:off x="-4538825" y="2833475"/>
              <a:ext cx="86650" cy="104775"/>
            </a:xfrm>
            <a:custGeom>
              <a:rect b="b" l="l" r="r" t="t"/>
              <a:pathLst>
                <a:path extrusionOk="0" h="4191" w="3466">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4" name="Google Shape;18934;p87"/>
            <p:cNvSpPr/>
            <p:nvPr/>
          </p:nvSpPr>
          <p:spPr>
            <a:xfrm>
              <a:off x="-4435650" y="2902775"/>
              <a:ext cx="121325" cy="17350"/>
            </a:xfrm>
            <a:custGeom>
              <a:rect b="b" l="l" r="r" t="t"/>
              <a:pathLst>
                <a:path extrusionOk="0" h="694" w="4853">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5" name="Google Shape;18935;p87"/>
            <p:cNvSpPr/>
            <p:nvPr/>
          </p:nvSpPr>
          <p:spPr>
            <a:xfrm>
              <a:off x="-4435650" y="2867325"/>
              <a:ext cx="121325" cy="17350"/>
            </a:xfrm>
            <a:custGeom>
              <a:rect b="b" l="l" r="r" t="t"/>
              <a:pathLst>
                <a:path extrusionOk="0" h="694" w="4853">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6" name="Google Shape;18936;p87"/>
            <p:cNvSpPr/>
            <p:nvPr/>
          </p:nvSpPr>
          <p:spPr>
            <a:xfrm>
              <a:off x="-4435650" y="2833475"/>
              <a:ext cx="121325" cy="18125"/>
            </a:xfrm>
            <a:custGeom>
              <a:rect b="b" l="l" r="r" t="t"/>
              <a:pathLst>
                <a:path extrusionOk="0" h="725" w="4853">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37" name="Google Shape;18937;p87"/>
          <p:cNvGrpSpPr/>
          <p:nvPr/>
        </p:nvGrpSpPr>
        <p:grpSpPr>
          <a:xfrm>
            <a:off x="6824707" y="1631239"/>
            <a:ext cx="414840" cy="420832"/>
            <a:chOff x="-2777700" y="2049775"/>
            <a:chExt cx="287325" cy="291475"/>
          </a:xfrm>
        </p:grpSpPr>
        <p:sp>
          <p:nvSpPr>
            <p:cNvPr id="18938" name="Google Shape;18938;p87"/>
            <p:cNvSpPr/>
            <p:nvPr/>
          </p:nvSpPr>
          <p:spPr>
            <a:xfrm>
              <a:off x="-2777700" y="2049775"/>
              <a:ext cx="287325" cy="291475"/>
            </a:xfrm>
            <a:custGeom>
              <a:rect b="b" l="l" r="r" t="t"/>
              <a:pathLst>
                <a:path extrusionOk="0" h="11659" w="11493">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9" name="Google Shape;18939;p87"/>
            <p:cNvSpPr/>
            <p:nvPr/>
          </p:nvSpPr>
          <p:spPr>
            <a:xfrm>
              <a:off x="-2694200" y="2221475"/>
              <a:ext cx="69325" cy="68550"/>
            </a:xfrm>
            <a:custGeom>
              <a:rect b="b" l="l" r="r" t="t"/>
              <a:pathLst>
                <a:path extrusionOk="0" h="2742" w="2773">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0" name="Google Shape;18940;p87"/>
            <p:cNvSpPr/>
            <p:nvPr/>
          </p:nvSpPr>
          <p:spPr>
            <a:xfrm>
              <a:off x="-2608350" y="2255350"/>
              <a:ext cx="51200" cy="51225"/>
            </a:xfrm>
            <a:custGeom>
              <a:rect b="b" l="l" r="r" t="t"/>
              <a:pathLst>
                <a:path extrusionOk="0" h="2049" w="2048">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41" name="Google Shape;18941;p87"/>
          <p:cNvGrpSpPr/>
          <p:nvPr/>
        </p:nvGrpSpPr>
        <p:grpSpPr>
          <a:xfrm>
            <a:off x="6821170" y="2140431"/>
            <a:ext cx="421914" cy="420759"/>
            <a:chOff x="-2571737" y="2403625"/>
            <a:chExt cx="292225" cy="291425"/>
          </a:xfrm>
        </p:grpSpPr>
        <p:sp>
          <p:nvSpPr>
            <p:cNvPr id="18942" name="Google Shape;18942;p87"/>
            <p:cNvSpPr/>
            <p:nvPr/>
          </p:nvSpPr>
          <p:spPr>
            <a:xfrm>
              <a:off x="-2571737" y="2403625"/>
              <a:ext cx="292225" cy="291425"/>
            </a:xfrm>
            <a:custGeom>
              <a:rect b="b" l="l" r="r" t="t"/>
              <a:pathLst>
                <a:path extrusionOk="0" h="11657" w="11689">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3" name="Google Shape;18943;p87"/>
            <p:cNvSpPr/>
            <p:nvPr/>
          </p:nvSpPr>
          <p:spPr>
            <a:xfrm>
              <a:off x="-2485967" y="2649150"/>
              <a:ext cx="173300" cy="18150"/>
            </a:xfrm>
            <a:custGeom>
              <a:rect b="b" l="l" r="r" t="t"/>
              <a:pathLst>
                <a:path extrusionOk="0" h="726" w="6932">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4" name="Google Shape;18944;p87"/>
            <p:cNvSpPr/>
            <p:nvPr/>
          </p:nvSpPr>
          <p:spPr>
            <a:xfrm>
              <a:off x="-2485967" y="2511325"/>
              <a:ext cx="173300" cy="18150"/>
            </a:xfrm>
            <a:custGeom>
              <a:rect b="b" l="l" r="r" t="t"/>
              <a:pathLst>
                <a:path extrusionOk="0" h="726" w="6932">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5" name="Google Shape;18945;p87"/>
            <p:cNvSpPr/>
            <p:nvPr/>
          </p:nvSpPr>
          <p:spPr>
            <a:xfrm>
              <a:off x="-2540185" y="2511325"/>
              <a:ext cx="18125" cy="18925"/>
            </a:xfrm>
            <a:custGeom>
              <a:rect b="b" l="l" r="r" t="t"/>
              <a:pathLst>
                <a:path extrusionOk="0" h="757" w="725">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6" name="Google Shape;18946;p87"/>
            <p:cNvSpPr/>
            <p:nvPr/>
          </p:nvSpPr>
          <p:spPr>
            <a:xfrm>
              <a:off x="-2485579" y="2580625"/>
              <a:ext cx="172525" cy="17350"/>
            </a:xfrm>
            <a:custGeom>
              <a:rect b="b" l="l" r="r" t="t"/>
              <a:pathLst>
                <a:path extrusionOk="0" h="694" w="6901">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7" name="Google Shape;18947;p87"/>
            <p:cNvSpPr/>
            <p:nvPr/>
          </p:nvSpPr>
          <p:spPr>
            <a:xfrm>
              <a:off x="-2540185" y="25806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8" name="Google Shape;18948;p87"/>
            <p:cNvSpPr/>
            <p:nvPr/>
          </p:nvSpPr>
          <p:spPr>
            <a:xfrm>
              <a:off x="-2540185" y="2649150"/>
              <a:ext cx="18125" cy="18150"/>
            </a:xfrm>
            <a:custGeom>
              <a:rect b="b" l="l" r="r" t="t"/>
              <a:pathLst>
                <a:path extrusionOk="0" h="726" w="725">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49" name="Google Shape;18949;p87"/>
          <p:cNvGrpSpPr/>
          <p:nvPr/>
        </p:nvGrpSpPr>
        <p:grpSpPr>
          <a:xfrm>
            <a:off x="6821170" y="2661534"/>
            <a:ext cx="421914" cy="419640"/>
            <a:chOff x="-2571737" y="2764550"/>
            <a:chExt cx="292225" cy="290650"/>
          </a:xfrm>
        </p:grpSpPr>
        <p:sp>
          <p:nvSpPr>
            <p:cNvPr id="18950" name="Google Shape;18950;p87"/>
            <p:cNvSpPr/>
            <p:nvPr/>
          </p:nvSpPr>
          <p:spPr>
            <a:xfrm>
              <a:off x="-2496085" y="3009100"/>
              <a:ext cx="17350" cy="17350"/>
            </a:xfrm>
            <a:custGeom>
              <a:rect b="b" l="l" r="r" t="t"/>
              <a:pathLst>
                <a:path extrusionOk="0" h="694" w="694">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1" name="Google Shape;18951;p87"/>
            <p:cNvSpPr/>
            <p:nvPr/>
          </p:nvSpPr>
          <p:spPr>
            <a:xfrm>
              <a:off x="-2398548" y="2800375"/>
              <a:ext cx="52000" cy="120525"/>
            </a:xfrm>
            <a:custGeom>
              <a:rect b="b" l="l" r="r" t="t"/>
              <a:pathLst>
                <a:path extrusionOk="0" h="4821" w="208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2" name="Google Shape;18952;p87"/>
            <p:cNvSpPr/>
            <p:nvPr/>
          </p:nvSpPr>
          <p:spPr>
            <a:xfrm>
              <a:off x="-2571737" y="2764550"/>
              <a:ext cx="292225" cy="290650"/>
            </a:xfrm>
            <a:custGeom>
              <a:rect b="b" l="l" r="r" t="t"/>
              <a:pathLst>
                <a:path extrusionOk="0" h="11626" w="11689">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53" name="Google Shape;18953;p87"/>
          <p:cNvGrpSpPr/>
          <p:nvPr/>
        </p:nvGrpSpPr>
        <p:grpSpPr>
          <a:xfrm>
            <a:off x="3020671" y="3230538"/>
            <a:ext cx="421914" cy="423864"/>
            <a:chOff x="-1333975" y="2365850"/>
            <a:chExt cx="292225" cy="293575"/>
          </a:xfrm>
        </p:grpSpPr>
        <p:sp>
          <p:nvSpPr>
            <p:cNvPr id="18954" name="Google Shape;18954;p87"/>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5" name="Google Shape;18955;p87"/>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6" name="Google Shape;18956;p87"/>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7" name="Google Shape;18957;p87"/>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8" name="Google Shape;18958;p87"/>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9" name="Google Shape;18959;p87"/>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0" name="Google Shape;18960;p87"/>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1" name="Google Shape;18961;p87"/>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62" name="Google Shape;18962;p87"/>
          <p:cNvGrpSpPr/>
          <p:nvPr/>
        </p:nvGrpSpPr>
        <p:grpSpPr>
          <a:xfrm>
            <a:off x="1954146" y="2660397"/>
            <a:ext cx="398020" cy="421914"/>
            <a:chOff x="-5995925" y="2757850"/>
            <a:chExt cx="275675" cy="292225"/>
          </a:xfrm>
        </p:grpSpPr>
        <p:sp>
          <p:nvSpPr>
            <p:cNvPr id="18963" name="Google Shape;18963;p87"/>
            <p:cNvSpPr/>
            <p:nvPr/>
          </p:nvSpPr>
          <p:spPr>
            <a:xfrm>
              <a:off x="-5995925" y="2757850"/>
              <a:ext cx="275675" cy="292225"/>
            </a:xfrm>
            <a:custGeom>
              <a:rect b="b" l="l" r="r" t="t"/>
              <a:pathLst>
                <a:path extrusionOk="0" h="11689" w="11027">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4" name="Google Shape;18964;p87"/>
            <p:cNvSpPr/>
            <p:nvPr/>
          </p:nvSpPr>
          <p:spPr>
            <a:xfrm>
              <a:off x="-5892750" y="2808250"/>
              <a:ext cx="137850" cy="69350"/>
            </a:xfrm>
            <a:custGeom>
              <a:rect b="b" l="l" r="r" t="t"/>
              <a:pathLst>
                <a:path extrusionOk="0" h="2774" w="5514">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5" name="Google Shape;18965;p87"/>
            <p:cNvSpPr/>
            <p:nvPr/>
          </p:nvSpPr>
          <p:spPr>
            <a:xfrm>
              <a:off x="-5891975" y="2895675"/>
              <a:ext cx="34700" cy="17375"/>
            </a:xfrm>
            <a:custGeom>
              <a:rect b="b" l="l" r="r" t="t"/>
              <a:pathLst>
                <a:path extrusionOk="0" h="695" w="1388">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6" name="Google Shape;18966;p87"/>
            <p:cNvSpPr/>
            <p:nvPr/>
          </p:nvSpPr>
          <p:spPr>
            <a:xfrm>
              <a:off x="-5891975" y="2928775"/>
              <a:ext cx="34700" cy="18125"/>
            </a:xfrm>
            <a:custGeom>
              <a:rect b="b" l="l" r="r" t="t"/>
              <a:pathLst>
                <a:path extrusionOk="0" h="725" w="1388">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7" name="Google Shape;18967;p87"/>
            <p:cNvSpPr/>
            <p:nvPr/>
          </p:nvSpPr>
          <p:spPr>
            <a:xfrm>
              <a:off x="-58407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8" name="Google Shape;18968;p87"/>
            <p:cNvSpPr/>
            <p:nvPr/>
          </p:nvSpPr>
          <p:spPr>
            <a:xfrm>
              <a:off x="-58407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9" name="Google Shape;18969;p87"/>
            <p:cNvSpPr/>
            <p:nvPr/>
          </p:nvSpPr>
          <p:spPr>
            <a:xfrm>
              <a:off x="-57895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0" name="Google Shape;18970;p87"/>
            <p:cNvSpPr/>
            <p:nvPr/>
          </p:nvSpPr>
          <p:spPr>
            <a:xfrm>
              <a:off x="-57895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1" name="Google Shape;18971;p87"/>
            <p:cNvSpPr/>
            <p:nvPr/>
          </p:nvSpPr>
          <p:spPr>
            <a:xfrm>
              <a:off x="-5858100" y="2998075"/>
              <a:ext cx="68550" cy="17350"/>
            </a:xfrm>
            <a:custGeom>
              <a:rect b="b" l="l" r="r" t="t"/>
              <a:pathLst>
                <a:path extrusionOk="0" h="694" w="2742">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72" name="Google Shape;18972;p87"/>
          <p:cNvGrpSpPr/>
          <p:nvPr/>
        </p:nvGrpSpPr>
        <p:grpSpPr>
          <a:xfrm>
            <a:off x="4634433" y="1631816"/>
            <a:ext cx="421951" cy="419677"/>
            <a:chOff x="-4211975" y="2046625"/>
            <a:chExt cx="292250" cy="290675"/>
          </a:xfrm>
        </p:grpSpPr>
        <p:sp>
          <p:nvSpPr>
            <p:cNvPr id="18973" name="Google Shape;18973;p87"/>
            <p:cNvSpPr/>
            <p:nvPr/>
          </p:nvSpPr>
          <p:spPr>
            <a:xfrm>
              <a:off x="-4211975" y="2081300"/>
              <a:ext cx="256025" cy="256000"/>
            </a:xfrm>
            <a:custGeom>
              <a:rect b="b" l="l" r="r" t="t"/>
              <a:pathLst>
                <a:path extrusionOk="0" h="10240" w="10241">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4" name="Google Shape;18974;p87"/>
            <p:cNvSpPr/>
            <p:nvPr/>
          </p:nvSpPr>
          <p:spPr>
            <a:xfrm>
              <a:off x="-4057600" y="2046625"/>
              <a:ext cx="137875" cy="137875"/>
            </a:xfrm>
            <a:custGeom>
              <a:rect b="b" l="l" r="r" t="t"/>
              <a:pathLst>
                <a:path extrusionOk="0" h="5515" w="5515">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75" name="Google Shape;18975;p87"/>
          <p:cNvGrpSpPr/>
          <p:nvPr/>
        </p:nvGrpSpPr>
        <p:grpSpPr>
          <a:xfrm>
            <a:off x="4684479" y="2138699"/>
            <a:ext cx="321859" cy="424225"/>
            <a:chOff x="-4178875" y="2405775"/>
            <a:chExt cx="222925" cy="293825"/>
          </a:xfrm>
        </p:grpSpPr>
        <p:sp>
          <p:nvSpPr>
            <p:cNvPr id="18976" name="Google Shape;18976;p87"/>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7" name="Google Shape;18977;p87"/>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8" name="Google Shape;18978;p87"/>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79" name="Google Shape;18979;p87"/>
          <p:cNvGrpSpPr/>
          <p:nvPr/>
        </p:nvGrpSpPr>
        <p:grpSpPr>
          <a:xfrm>
            <a:off x="4646942" y="2673483"/>
            <a:ext cx="420796" cy="395746"/>
            <a:chOff x="-4211975" y="2783850"/>
            <a:chExt cx="291450" cy="274100"/>
          </a:xfrm>
        </p:grpSpPr>
        <p:sp>
          <p:nvSpPr>
            <p:cNvPr id="18980" name="Google Shape;18980;p87"/>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1" name="Google Shape;18981;p87"/>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2" name="Google Shape;18982;p87"/>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983" name="Google Shape;18983;p87"/>
          <p:cNvSpPr/>
          <p:nvPr/>
        </p:nvSpPr>
        <p:spPr>
          <a:xfrm>
            <a:off x="7362836" y="1629995"/>
            <a:ext cx="399175" cy="423069"/>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984" name="Google Shape;18984;p87"/>
          <p:cNvGrpSpPr/>
          <p:nvPr/>
        </p:nvGrpSpPr>
        <p:grpSpPr>
          <a:xfrm>
            <a:off x="7351871" y="2140413"/>
            <a:ext cx="420796" cy="420796"/>
            <a:chOff x="-2419325" y="2408150"/>
            <a:chExt cx="291450" cy="291450"/>
          </a:xfrm>
        </p:grpSpPr>
        <p:sp>
          <p:nvSpPr>
            <p:cNvPr id="18985" name="Google Shape;18985;p87"/>
            <p:cNvSpPr/>
            <p:nvPr/>
          </p:nvSpPr>
          <p:spPr>
            <a:xfrm>
              <a:off x="-2419325" y="2408150"/>
              <a:ext cx="291450" cy="291450"/>
            </a:xfrm>
            <a:custGeom>
              <a:rect b="b" l="l" r="r" t="t"/>
              <a:pathLst>
                <a:path extrusionOk="0" h="11658" w="11658">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6" name="Google Shape;18986;p87"/>
            <p:cNvSpPr/>
            <p:nvPr/>
          </p:nvSpPr>
          <p:spPr>
            <a:xfrm>
              <a:off x="-2385475" y="2444375"/>
              <a:ext cx="173325" cy="86675"/>
            </a:xfrm>
            <a:custGeom>
              <a:rect b="b" l="l" r="r" t="t"/>
              <a:pathLst>
                <a:path extrusionOk="0" h="3467" w="6933">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7" name="Google Shape;18987;p87"/>
            <p:cNvSpPr/>
            <p:nvPr/>
          </p:nvSpPr>
          <p:spPr>
            <a:xfrm>
              <a:off x="-2385475" y="2545975"/>
              <a:ext cx="86675" cy="86675"/>
            </a:xfrm>
            <a:custGeom>
              <a:rect b="b" l="l" r="r" t="t"/>
              <a:pathLst>
                <a:path extrusionOk="0" h="3467" w="3467">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8" name="Google Shape;18988;p87"/>
            <p:cNvSpPr/>
            <p:nvPr/>
          </p:nvSpPr>
          <p:spPr>
            <a:xfrm>
              <a:off x="-2281500" y="25467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9" name="Google Shape;18989;p87"/>
            <p:cNvSpPr/>
            <p:nvPr/>
          </p:nvSpPr>
          <p:spPr>
            <a:xfrm>
              <a:off x="-2281500" y="2581425"/>
              <a:ext cx="69350" cy="18150"/>
            </a:xfrm>
            <a:custGeom>
              <a:rect b="b" l="l" r="r" t="t"/>
              <a:pathLst>
                <a:path extrusionOk="0" h="726" w="2774">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0" name="Google Shape;18990;p87"/>
            <p:cNvSpPr/>
            <p:nvPr/>
          </p:nvSpPr>
          <p:spPr>
            <a:xfrm>
              <a:off x="-2281500" y="2616075"/>
              <a:ext cx="69350" cy="17350"/>
            </a:xfrm>
            <a:custGeom>
              <a:rect b="b" l="l" r="r" t="t"/>
              <a:pathLst>
                <a:path extrusionOk="0" h="694" w="2774">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1" name="Google Shape;18991;p87"/>
            <p:cNvSpPr/>
            <p:nvPr/>
          </p:nvSpPr>
          <p:spPr>
            <a:xfrm>
              <a:off x="-2385475" y="2649150"/>
              <a:ext cx="173325" cy="18150"/>
            </a:xfrm>
            <a:custGeom>
              <a:rect b="b" l="l" r="r" t="t"/>
              <a:pathLst>
                <a:path extrusionOk="0" h="726" w="6933">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992" name="Google Shape;18992;p87"/>
          <p:cNvSpPr/>
          <p:nvPr/>
        </p:nvSpPr>
        <p:spPr>
          <a:xfrm>
            <a:off x="7362260" y="2659651"/>
            <a:ext cx="424188" cy="423069"/>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993" name="Google Shape;18993;p87"/>
          <p:cNvGrpSpPr/>
          <p:nvPr/>
        </p:nvGrpSpPr>
        <p:grpSpPr>
          <a:xfrm>
            <a:off x="4673396" y="3231514"/>
            <a:ext cx="420796" cy="421914"/>
            <a:chOff x="-1333200" y="2770450"/>
            <a:chExt cx="291450" cy="292225"/>
          </a:xfrm>
        </p:grpSpPr>
        <p:sp>
          <p:nvSpPr>
            <p:cNvPr id="18994" name="Google Shape;18994;p87"/>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5" name="Google Shape;18995;p87"/>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96" name="Google Shape;18996;p87"/>
          <p:cNvGrpSpPr/>
          <p:nvPr/>
        </p:nvGrpSpPr>
        <p:grpSpPr>
          <a:xfrm>
            <a:off x="2470009" y="1631256"/>
            <a:ext cx="423069" cy="420796"/>
            <a:chOff x="-5635200" y="2037975"/>
            <a:chExt cx="293025" cy="291450"/>
          </a:xfrm>
        </p:grpSpPr>
        <p:sp>
          <p:nvSpPr>
            <p:cNvPr id="18997" name="Google Shape;18997;p87"/>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8" name="Google Shape;18998;p87"/>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99" name="Google Shape;18999;p87"/>
          <p:cNvGrpSpPr/>
          <p:nvPr/>
        </p:nvGrpSpPr>
        <p:grpSpPr>
          <a:xfrm>
            <a:off x="2468295" y="2140412"/>
            <a:ext cx="426499" cy="420796"/>
            <a:chOff x="-5637575" y="2397900"/>
            <a:chExt cx="295400" cy="291450"/>
          </a:xfrm>
        </p:grpSpPr>
        <p:sp>
          <p:nvSpPr>
            <p:cNvPr id="19000" name="Google Shape;19000;p87"/>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1" name="Google Shape;19001;p87"/>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2" name="Google Shape;19002;p87"/>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3" name="Google Shape;19003;p87"/>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04" name="Google Shape;19004;p87"/>
          <p:cNvGrpSpPr/>
          <p:nvPr/>
        </p:nvGrpSpPr>
        <p:grpSpPr>
          <a:xfrm>
            <a:off x="2481958" y="2660397"/>
            <a:ext cx="423033" cy="421914"/>
            <a:chOff x="-5635975" y="2757075"/>
            <a:chExt cx="293000" cy="292225"/>
          </a:xfrm>
        </p:grpSpPr>
        <p:sp>
          <p:nvSpPr>
            <p:cNvPr id="19005" name="Google Shape;19005;p87"/>
            <p:cNvSpPr/>
            <p:nvPr/>
          </p:nvSpPr>
          <p:spPr>
            <a:xfrm>
              <a:off x="-5635975" y="2757075"/>
              <a:ext cx="293000" cy="292225"/>
            </a:xfrm>
            <a:custGeom>
              <a:rect b="b" l="l" r="r" t="t"/>
              <a:pathLst>
                <a:path extrusionOk="0" h="11689" w="1172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6" name="Google Shape;19006;p87"/>
            <p:cNvSpPr/>
            <p:nvPr/>
          </p:nvSpPr>
          <p:spPr>
            <a:xfrm>
              <a:off x="-5584800" y="2790150"/>
              <a:ext cx="189850" cy="138050"/>
            </a:xfrm>
            <a:custGeom>
              <a:rect b="b" l="l" r="r" t="t"/>
              <a:pathLst>
                <a:path extrusionOk="0" h="5522" w="7594">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07" name="Google Shape;19007;p87"/>
          <p:cNvGrpSpPr/>
          <p:nvPr/>
        </p:nvGrpSpPr>
        <p:grpSpPr>
          <a:xfrm>
            <a:off x="5165893" y="1631256"/>
            <a:ext cx="423069" cy="420796"/>
            <a:chOff x="-3854375" y="2046625"/>
            <a:chExt cx="293025" cy="291450"/>
          </a:xfrm>
        </p:grpSpPr>
        <p:sp>
          <p:nvSpPr>
            <p:cNvPr id="19008" name="Google Shape;19008;p87"/>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9" name="Google Shape;19009;p87"/>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10" name="Google Shape;19010;p87"/>
          <p:cNvGrpSpPr/>
          <p:nvPr/>
        </p:nvGrpSpPr>
        <p:grpSpPr>
          <a:xfrm>
            <a:off x="5164756" y="2138717"/>
            <a:ext cx="425343" cy="424188"/>
            <a:chOff x="-3854375" y="2405000"/>
            <a:chExt cx="294600" cy="293800"/>
          </a:xfrm>
        </p:grpSpPr>
        <p:sp>
          <p:nvSpPr>
            <p:cNvPr id="19011" name="Google Shape;19011;p87"/>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2" name="Google Shape;19012;p87"/>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13" name="Google Shape;19013;p87"/>
          <p:cNvGrpSpPr/>
          <p:nvPr/>
        </p:nvGrpSpPr>
        <p:grpSpPr>
          <a:xfrm>
            <a:off x="5178961" y="2659838"/>
            <a:ext cx="420796" cy="423033"/>
            <a:chOff x="-3852025" y="2764950"/>
            <a:chExt cx="291450" cy="293000"/>
          </a:xfrm>
        </p:grpSpPr>
        <p:sp>
          <p:nvSpPr>
            <p:cNvPr id="19014" name="Google Shape;19014;p87"/>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5" name="Google Shape;19015;p87"/>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016" name="Google Shape;19016;p87"/>
          <p:cNvSpPr/>
          <p:nvPr/>
        </p:nvSpPr>
        <p:spPr>
          <a:xfrm>
            <a:off x="7900991" y="1681753"/>
            <a:ext cx="421914" cy="319549"/>
          </a:xfrm>
          <a:custGeom>
            <a:rect b="b" l="l" r="r" t="t"/>
            <a:pathLst>
              <a:path extrusionOk="0" h="8853" w="11689">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7" name="Google Shape;19017;p87"/>
          <p:cNvSpPr/>
          <p:nvPr/>
        </p:nvSpPr>
        <p:spPr>
          <a:xfrm>
            <a:off x="7900991" y="2140284"/>
            <a:ext cx="421914" cy="420759"/>
          </a:xfrm>
          <a:custGeom>
            <a:rect b="b" l="l" r="r" t="t"/>
            <a:pathLst>
              <a:path extrusionOk="0" h="11657" w="11689">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018" name="Google Shape;19018;p87"/>
          <p:cNvGrpSpPr/>
          <p:nvPr/>
        </p:nvGrpSpPr>
        <p:grpSpPr>
          <a:xfrm>
            <a:off x="7901550" y="2660398"/>
            <a:ext cx="420796" cy="421914"/>
            <a:chOff x="-2060175" y="2768875"/>
            <a:chExt cx="291450" cy="292225"/>
          </a:xfrm>
        </p:grpSpPr>
        <p:sp>
          <p:nvSpPr>
            <p:cNvPr id="19019" name="Google Shape;19019;p87"/>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0" name="Google Shape;19020;p87"/>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21" name="Google Shape;19021;p87"/>
          <p:cNvGrpSpPr/>
          <p:nvPr/>
        </p:nvGrpSpPr>
        <p:grpSpPr>
          <a:xfrm>
            <a:off x="1915160" y="3232071"/>
            <a:ext cx="421914" cy="420796"/>
            <a:chOff x="-937025" y="2064750"/>
            <a:chExt cx="292225" cy="291450"/>
          </a:xfrm>
        </p:grpSpPr>
        <p:sp>
          <p:nvSpPr>
            <p:cNvPr id="19022" name="Google Shape;19022;p87"/>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3" name="Google Shape;19023;p87"/>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4" name="Google Shape;19024;p87"/>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25" name="Google Shape;19025;p87"/>
          <p:cNvGrpSpPr/>
          <p:nvPr/>
        </p:nvGrpSpPr>
        <p:grpSpPr>
          <a:xfrm>
            <a:off x="3018323" y="1630697"/>
            <a:ext cx="421951" cy="421914"/>
            <a:chOff x="-5276050" y="2037975"/>
            <a:chExt cx="292250" cy="292225"/>
          </a:xfrm>
        </p:grpSpPr>
        <p:sp>
          <p:nvSpPr>
            <p:cNvPr id="19026" name="Google Shape;19026;p87"/>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7" name="Google Shape;19027;p87"/>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8" name="Google Shape;19028;p87"/>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029" name="Google Shape;19029;p87"/>
          <p:cNvSpPr/>
          <p:nvPr/>
        </p:nvSpPr>
        <p:spPr>
          <a:xfrm>
            <a:off x="3014690" y="2152917"/>
            <a:ext cx="429891" cy="395493"/>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0" name="Google Shape;19030;p87"/>
          <p:cNvSpPr/>
          <p:nvPr/>
        </p:nvSpPr>
        <p:spPr>
          <a:xfrm>
            <a:off x="3030609" y="2660806"/>
            <a:ext cx="421914" cy="420759"/>
          </a:xfrm>
          <a:custGeom>
            <a:rect b="b" l="l" r="r" t="t"/>
            <a:pathLst>
              <a:path extrusionOk="0" h="11657" w="11689">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031" name="Google Shape;19031;p87"/>
          <p:cNvGrpSpPr/>
          <p:nvPr/>
        </p:nvGrpSpPr>
        <p:grpSpPr>
          <a:xfrm>
            <a:off x="5777136" y="1631256"/>
            <a:ext cx="324133" cy="420796"/>
            <a:chOff x="-3462150" y="2046625"/>
            <a:chExt cx="224500" cy="291450"/>
          </a:xfrm>
        </p:grpSpPr>
        <p:sp>
          <p:nvSpPr>
            <p:cNvPr id="19032" name="Google Shape;19032;p87"/>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3" name="Google Shape;19033;p87"/>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4" name="Google Shape;19034;p87"/>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5" name="Google Shape;19035;p87"/>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6" name="Google Shape;19036;p87"/>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7" name="Google Shape;19037;p87"/>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8" name="Google Shape;19038;p87"/>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39" name="Google Shape;19039;p87"/>
          <p:cNvGrpSpPr/>
          <p:nvPr/>
        </p:nvGrpSpPr>
        <p:grpSpPr>
          <a:xfrm>
            <a:off x="5752700" y="2139276"/>
            <a:ext cx="373006" cy="423069"/>
            <a:chOff x="-3478675" y="2405775"/>
            <a:chExt cx="258350" cy="293025"/>
          </a:xfrm>
        </p:grpSpPr>
        <p:sp>
          <p:nvSpPr>
            <p:cNvPr id="19040" name="Google Shape;19040;p87"/>
            <p:cNvSpPr/>
            <p:nvPr/>
          </p:nvSpPr>
          <p:spPr>
            <a:xfrm>
              <a:off x="-3478675" y="2405775"/>
              <a:ext cx="258350" cy="293025"/>
            </a:xfrm>
            <a:custGeom>
              <a:rect b="b" l="l" r="r" t="t"/>
              <a:pathLst>
                <a:path extrusionOk="0" h="11721" w="10334">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1" name="Google Shape;19041;p87"/>
            <p:cNvSpPr/>
            <p:nvPr/>
          </p:nvSpPr>
          <p:spPr>
            <a:xfrm>
              <a:off x="-3408575" y="2509750"/>
              <a:ext cx="17350" cy="154400"/>
            </a:xfrm>
            <a:custGeom>
              <a:rect b="b" l="l" r="r" t="t"/>
              <a:pathLst>
                <a:path extrusionOk="0" h="6176" w="694">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2" name="Google Shape;19042;p87"/>
            <p:cNvSpPr/>
            <p:nvPr/>
          </p:nvSpPr>
          <p:spPr>
            <a:xfrm>
              <a:off x="-33574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3" name="Google Shape;19043;p87"/>
            <p:cNvSpPr/>
            <p:nvPr/>
          </p:nvSpPr>
          <p:spPr>
            <a:xfrm>
              <a:off x="-33062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44" name="Google Shape;19044;p87"/>
          <p:cNvGrpSpPr/>
          <p:nvPr/>
        </p:nvGrpSpPr>
        <p:grpSpPr>
          <a:xfrm>
            <a:off x="5815218" y="2660398"/>
            <a:ext cx="271831" cy="421914"/>
            <a:chOff x="-3443250" y="2765725"/>
            <a:chExt cx="188275" cy="292225"/>
          </a:xfrm>
        </p:grpSpPr>
        <p:sp>
          <p:nvSpPr>
            <p:cNvPr id="19045" name="Google Shape;19045;p87"/>
            <p:cNvSpPr/>
            <p:nvPr/>
          </p:nvSpPr>
          <p:spPr>
            <a:xfrm>
              <a:off x="-3443250" y="2765725"/>
              <a:ext cx="188275" cy="292225"/>
            </a:xfrm>
            <a:custGeom>
              <a:rect b="b" l="l" r="r" t="t"/>
              <a:pathLst>
                <a:path extrusionOk="0" h="11689" w="7531">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6" name="Google Shape;19046;p87"/>
            <p:cNvSpPr/>
            <p:nvPr/>
          </p:nvSpPr>
          <p:spPr>
            <a:xfrm>
              <a:off x="-3411725" y="2799375"/>
              <a:ext cx="124450" cy="86100"/>
            </a:xfrm>
            <a:custGeom>
              <a:rect b="b" l="l" r="r" t="t"/>
              <a:pathLst>
                <a:path extrusionOk="0" h="3444" w="4978">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7" name="Google Shape;19047;p87"/>
            <p:cNvSpPr/>
            <p:nvPr/>
          </p:nvSpPr>
          <p:spPr>
            <a:xfrm>
              <a:off x="-3392825" y="290357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8" name="Google Shape;19048;p87"/>
            <p:cNvSpPr/>
            <p:nvPr/>
          </p:nvSpPr>
          <p:spPr>
            <a:xfrm>
              <a:off x="-3392825" y="293822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49" name="Google Shape;19049;p87"/>
          <p:cNvGrpSpPr/>
          <p:nvPr/>
        </p:nvGrpSpPr>
        <p:grpSpPr>
          <a:xfrm>
            <a:off x="844114" y="3230934"/>
            <a:ext cx="371887" cy="423069"/>
            <a:chOff x="-1684475" y="2049000"/>
            <a:chExt cx="257575" cy="293025"/>
          </a:xfrm>
        </p:grpSpPr>
        <p:sp>
          <p:nvSpPr>
            <p:cNvPr id="19050" name="Google Shape;19050;p87"/>
            <p:cNvSpPr/>
            <p:nvPr/>
          </p:nvSpPr>
          <p:spPr>
            <a:xfrm>
              <a:off x="-1684475" y="2049000"/>
              <a:ext cx="257575" cy="293025"/>
            </a:xfrm>
            <a:custGeom>
              <a:rect b="b" l="l" r="r" t="t"/>
              <a:pathLst>
                <a:path extrusionOk="0" h="11721" w="10303">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1" name="Google Shape;19051;p87"/>
            <p:cNvSpPr/>
            <p:nvPr/>
          </p:nvSpPr>
          <p:spPr>
            <a:xfrm>
              <a:off x="-1615950" y="2238800"/>
              <a:ext cx="120525" cy="18150"/>
            </a:xfrm>
            <a:custGeom>
              <a:rect b="b" l="l" r="r" t="t"/>
              <a:pathLst>
                <a:path extrusionOk="0" h="726" w="4821">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2" name="Google Shape;19052;p87"/>
            <p:cNvSpPr/>
            <p:nvPr/>
          </p:nvSpPr>
          <p:spPr>
            <a:xfrm>
              <a:off x="-1615950" y="2273475"/>
              <a:ext cx="120525" cy="17350"/>
            </a:xfrm>
            <a:custGeom>
              <a:rect b="b" l="l" r="r" t="t"/>
              <a:pathLst>
                <a:path extrusionOk="0" h="694" w="4821">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3" name="Google Shape;19053;p87"/>
            <p:cNvSpPr/>
            <p:nvPr/>
          </p:nvSpPr>
          <p:spPr>
            <a:xfrm>
              <a:off x="-1630925" y="2100975"/>
              <a:ext cx="153625" cy="116600"/>
            </a:xfrm>
            <a:custGeom>
              <a:rect b="b" l="l" r="r" t="t"/>
              <a:pathLst>
                <a:path extrusionOk="0" h="4664" w="6145">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054" name="Google Shape;19054;p87"/>
          <p:cNvSpPr/>
          <p:nvPr/>
        </p:nvSpPr>
        <p:spPr>
          <a:xfrm>
            <a:off x="2472295" y="3231775"/>
            <a:ext cx="440106" cy="421373"/>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055" name="Google Shape;19055;p87"/>
          <p:cNvGrpSpPr/>
          <p:nvPr/>
        </p:nvGrpSpPr>
        <p:grpSpPr>
          <a:xfrm>
            <a:off x="4134007" y="3231514"/>
            <a:ext cx="420796" cy="421914"/>
            <a:chOff x="-1700225" y="2768875"/>
            <a:chExt cx="291450" cy="292225"/>
          </a:xfrm>
        </p:grpSpPr>
        <p:sp>
          <p:nvSpPr>
            <p:cNvPr id="19056" name="Google Shape;19056;p87"/>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7" name="Google Shape;19057;p87"/>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8" name="Google Shape;19058;p87"/>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9" name="Google Shape;19059;p87"/>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0" name="Google Shape;19060;p87"/>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1" name="Google Shape;19061;p87"/>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62" name="Google Shape;19062;p87"/>
          <p:cNvGrpSpPr/>
          <p:nvPr/>
        </p:nvGrpSpPr>
        <p:grpSpPr>
          <a:xfrm>
            <a:off x="3602355" y="3230935"/>
            <a:ext cx="371887" cy="423069"/>
            <a:chOff x="-919700" y="2420750"/>
            <a:chExt cx="257575" cy="293025"/>
          </a:xfrm>
        </p:grpSpPr>
        <p:sp>
          <p:nvSpPr>
            <p:cNvPr id="19063" name="Google Shape;19063;p87"/>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4" name="Google Shape;19064;p87"/>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5" name="Google Shape;19065;p87"/>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66" name="Google Shape;19066;p87"/>
          <p:cNvGrpSpPr/>
          <p:nvPr/>
        </p:nvGrpSpPr>
        <p:grpSpPr>
          <a:xfrm>
            <a:off x="1937547" y="1645950"/>
            <a:ext cx="409531" cy="410617"/>
            <a:chOff x="6679825" y="2693700"/>
            <a:chExt cx="257875" cy="258575"/>
          </a:xfrm>
        </p:grpSpPr>
        <p:sp>
          <p:nvSpPr>
            <p:cNvPr id="19067" name="Google Shape;19067;p87"/>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8" name="Google Shape;19068;p87"/>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69" name="Google Shape;19069;p87"/>
          <p:cNvGrpSpPr/>
          <p:nvPr/>
        </p:nvGrpSpPr>
        <p:grpSpPr>
          <a:xfrm>
            <a:off x="1927121" y="2142110"/>
            <a:ext cx="420531" cy="417262"/>
            <a:chOff x="6790450" y="3119050"/>
            <a:chExt cx="262750" cy="260675"/>
          </a:xfrm>
        </p:grpSpPr>
        <p:sp>
          <p:nvSpPr>
            <p:cNvPr id="19070" name="Google Shape;19070;p87"/>
            <p:cNvSpPr/>
            <p:nvPr/>
          </p:nvSpPr>
          <p:spPr>
            <a:xfrm>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1" name="Google Shape;19071;p87"/>
            <p:cNvSpPr/>
            <p:nvPr/>
          </p:nvSpPr>
          <p:spPr>
            <a:xfrm flipH="1">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72" name="Google Shape;19072;p87"/>
          <p:cNvGrpSpPr/>
          <p:nvPr/>
        </p:nvGrpSpPr>
        <p:grpSpPr>
          <a:xfrm>
            <a:off x="6554233" y="3755436"/>
            <a:ext cx="358093" cy="407391"/>
            <a:chOff x="7660859" y="2571753"/>
            <a:chExt cx="366561" cy="417024"/>
          </a:xfrm>
        </p:grpSpPr>
        <p:sp>
          <p:nvSpPr>
            <p:cNvPr id="19073" name="Google Shape;19073;p87"/>
            <p:cNvSpPr/>
            <p:nvPr/>
          </p:nvSpPr>
          <p:spPr>
            <a:xfrm>
              <a:off x="7770506" y="2633631"/>
              <a:ext cx="147259" cy="146633"/>
            </a:xfrm>
            <a:custGeom>
              <a:rect b="b" l="l" r="r" t="t"/>
              <a:pathLst>
                <a:path extrusionOk="0" h="7026" w="7056">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4" name="Google Shape;19074;p87"/>
            <p:cNvSpPr/>
            <p:nvPr/>
          </p:nvSpPr>
          <p:spPr>
            <a:xfrm>
              <a:off x="7730834" y="2792447"/>
              <a:ext cx="226648" cy="76781"/>
            </a:xfrm>
            <a:custGeom>
              <a:rect b="b" l="l" r="r" t="t"/>
              <a:pathLst>
                <a:path extrusionOk="0" h="3679" w="1086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5" name="Google Shape;19075;p87"/>
            <p:cNvSpPr/>
            <p:nvPr/>
          </p:nvSpPr>
          <p:spPr>
            <a:xfrm>
              <a:off x="7660859" y="2571753"/>
              <a:ext cx="366561" cy="417024"/>
            </a:xfrm>
            <a:custGeom>
              <a:rect b="b" l="l" r="r" t="t"/>
              <a:pathLst>
                <a:path extrusionOk="0" h="19982" w="17564">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76" name="Google Shape;19076;p87"/>
          <p:cNvGrpSpPr/>
          <p:nvPr/>
        </p:nvGrpSpPr>
        <p:grpSpPr>
          <a:xfrm>
            <a:off x="4088914" y="3755436"/>
            <a:ext cx="407391" cy="407391"/>
            <a:chOff x="5566722" y="2571753"/>
            <a:chExt cx="417024" cy="417024"/>
          </a:xfrm>
        </p:grpSpPr>
        <p:sp>
          <p:nvSpPr>
            <p:cNvPr id="19077" name="Google Shape;19077;p87"/>
            <p:cNvSpPr/>
            <p:nvPr/>
          </p:nvSpPr>
          <p:spPr>
            <a:xfrm>
              <a:off x="5566722" y="2571753"/>
              <a:ext cx="417024" cy="417024"/>
            </a:xfrm>
            <a:custGeom>
              <a:rect b="b" l="l" r="r" t="t"/>
              <a:pathLst>
                <a:path extrusionOk="0" h="19982" w="19982">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8" name="Google Shape;19078;p87"/>
            <p:cNvSpPr/>
            <p:nvPr/>
          </p:nvSpPr>
          <p:spPr>
            <a:xfrm>
              <a:off x="5653037" y="2658069"/>
              <a:ext cx="207719" cy="243052"/>
            </a:xfrm>
            <a:custGeom>
              <a:rect b="b" l="l" r="r" t="t"/>
              <a:pathLst>
                <a:path extrusionOk="0" h="11646" w="9953">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79" name="Google Shape;19079;p87"/>
          <p:cNvGrpSpPr/>
          <p:nvPr/>
        </p:nvGrpSpPr>
        <p:grpSpPr>
          <a:xfrm>
            <a:off x="4705247" y="3857692"/>
            <a:ext cx="407381" cy="202880"/>
            <a:chOff x="6090251" y="2676413"/>
            <a:chExt cx="417014" cy="207677"/>
          </a:xfrm>
        </p:grpSpPr>
        <p:sp>
          <p:nvSpPr>
            <p:cNvPr id="19080" name="Google Shape;19080;p87"/>
            <p:cNvSpPr/>
            <p:nvPr/>
          </p:nvSpPr>
          <p:spPr>
            <a:xfrm>
              <a:off x="6237672" y="2725248"/>
              <a:ext cx="61086" cy="158842"/>
            </a:xfrm>
            <a:custGeom>
              <a:rect b="b" l="l" r="r" t="t"/>
              <a:pathLst>
                <a:path extrusionOk="0" h="7611" w="2927">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1" name="Google Shape;19081;p87"/>
            <p:cNvSpPr/>
            <p:nvPr/>
          </p:nvSpPr>
          <p:spPr>
            <a:xfrm>
              <a:off x="6446178" y="2761915"/>
              <a:ext cx="61086" cy="61086"/>
            </a:xfrm>
            <a:custGeom>
              <a:rect b="b" l="l" r="r" t="t"/>
              <a:pathLst>
                <a:path extrusionOk="0" h="2927" w="2927">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2" name="Google Shape;19082;p87"/>
            <p:cNvSpPr/>
            <p:nvPr/>
          </p:nvSpPr>
          <p:spPr>
            <a:xfrm>
              <a:off x="6311758" y="2676413"/>
              <a:ext cx="135446" cy="207677"/>
            </a:xfrm>
            <a:custGeom>
              <a:rect b="b" l="l" r="r" t="t"/>
              <a:pathLst>
                <a:path extrusionOk="0" h="9951" w="649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3" name="Google Shape;19083;p87"/>
            <p:cNvSpPr/>
            <p:nvPr/>
          </p:nvSpPr>
          <p:spPr>
            <a:xfrm>
              <a:off x="6090251" y="2676413"/>
              <a:ext cx="135405" cy="207677"/>
            </a:xfrm>
            <a:custGeom>
              <a:rect b="b" l="l" r="r" t="t"/>
              <a:pathLst>
                <a:path extrusionOk="0" h="9951" w="6488">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84" name="Google Shape;19084;p87"/>
          <p:cNvGrpSpPr/>
          <p:nvPr/>
        </p:nvGrpSpPr>
        <p:grpSpPr>
          <a:xfrm>
            <a:off x="5937901" y="3755436"/>
            <a:ext cx="407391" cy="407391"/>
            <a:chOff x="7137330" y="2571753"/>
            <a:chExt cx="417024" cy="417024"/>
          </a:xfrm>
        </p:grpSpPr>
        <p:sp>
          <p:nvSpPr>
            <p:cNvPr id="19085" name="Google Shape;19085;p87"/>
            <p:cNvSpPr/>
            <p:nvPr/>
          </p:nvSpPr>
          <p:spPr>
            <a:xfrm>
              <a:off x="7235854" y="2645840"/>
              <a:ext cx="219949" cy="268826"/>
            </a:xfrm>
            <a:custGeom>
              <a:rect b="b" l="l" r="r" t="t"/>
              <a:pathLst>
                <a:path extrusionOk="0" h="12881" w="10539">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6" name="Google Shape;19086;p87"/>
            <p:cNvSpPr/>
            <p:nvPr/>
          </p:nvSpPr>
          <p:spPr>
            <a:xfrm>
              <a:off x="7137330" y="2571753"/>
              <a:ext cx="417024" cy="417024"/>
            </a:xfrm>
            <a:custGeom>
              <a:rect b="b" l="l" r="r" t="t"/>
              <a:pathLst>
                <a:path extrusionOk="0" h="19982" w="19982">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7" name="Google Shape;19087;p87"/>
            <p:cNvSpPr/>
            <p:nvPr/>
          </p:nvSpPr>
          <p:spPr>
            <a:xfrm>
              <a:off x="7284751" y="2694716"/>
              <a:ext cx="122173" cy="122194"/>
            </a:xfrm>
            <a:custGeom>
              <a:rect b="b" l="l" r="r" t="t"/>
              <a:pathLst>
                <a:path extrusionOk="0" h="5855" w="5854">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88" name="Google Shape;19088;p87"/>
          <p:cNvGrpSpPr/>
          <p:nvPr/>
        </p:nvGrpSpPr>
        <p:grpSpPr>
          <a:xfrm>
            <a:off x="5321569" y="3755436"/>
            <a:ext cx="407391" cy="407391"/>
            <a:chOff x="6613801" y="2571753"/>
            <a:chExt cx="417024" cy="417024"/>
          </a:xfrm>
        </p:grpSpPr>
        <p:sp>
          <p:nvSpPr>
            <p:cNvPr id="19089" name="Google Shape;19089;p87"/>
            <p:cNvSpPr/>
            <p:nvPr/>
          </p:nvSpPr>
          <p:spPr>
            <a:xfrm>
              <a:off x="6613801" y="2571753"/>
              <a:ext cx="417024" cy="417024"/>
            </a:xfrm>
            <a:custGeom>
              <a:rect b="b" l="l" r="r" t="t"/>
              <a:pathLst>
                <a:path extrusionOk="0" h="19982" w="19982">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0" name="Google Shape;19090;p87"/>
            <p:cNvSpPr/>
            <p:nvPr/>
          </p:nvSpPr>
          <p:spPr>
            <a:xfrm>
              <a:off x="6663449" y="2645840"/>
              <a:ext cx="317704" cy="268826"/>
            </a:xfrm>
            <a:custGeom>
              <a:rect b="b" l="l" r="r" t="t"/>
              <a:pathLst>
                <a:path extrusionOk="0" h="12881" w="15223">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1" name="Google Shape;19091;p87"/>
            <p:cNvSpPr/>
            <p:nvPr/>
          </p:nvSpPr>
          <p:spPr>
            <a:xfrm>
              <a:off x="6748992" y="2768030"/>
              <a:ext cx="48898" cy="48878"/>
            </a:xfrm>
            <a:custGeom>
              <a:rect b="b" l="l" r="r" t="t"/>
              <a:pathLst>
                <a:path extrusionOk="0" h="2342" w="2343">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2" name="Google Shape;19092;p87"/>
            <p:cNvSpPr/>
            <p:nvPr/>
          </p:nvSpPr>
          <p:spPr>
            <a:xfrm>
              <a:off x="6846703" y="2768030"/>
              <a:ext cx="48898" cy="48878"/>
            </a:xfrm>
            <a:custGeom>
              <a:rect b="b" l="l" r="r" t="t"/>
              <a:pathLst>
                <a:path extrusionOk="0" h="2342" w="2343">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3" name="Google Shape;19093;p87"/>
            <p:cNvSpPr/>
            <p:nvPr/>
          </p:nvSpPr>
          <p:spPr>
            <a:xfrm>
              <a:off x="6759469" y="2841323"/>
              <a:ext cx="125658" cy="35938"/>
            </a:xfrm>
            <a:custGeom>
              <a:rect b="b" l="l" r="r" t="t"/>
              <a:pathLst>
                <a:path extrusionOk="0" h="1722" w="6021">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94" name="Google Shape;19094;p87"/>
          <p:cNvGrpSpPr/>
          <p:nvPr/>
        </p:nvGrpSpPr>
        <p:grpSpPr>
          <a:xfrm>
            <a:off x="7908242" y="3238780"/>
            <a:ext cx="407411" cy="407411"/>
            <a:chOff x="2964567" y="2571753"/>
            <a:chExt cx="417045" cy="417045"/>
          </a:xfrm>
        </p:grpSpPr>
        <p:sp>
          <p:nvSpPr>
            <p:cNvPr id="19095" name="Google Shape;19095;p87"/>
            <p:cNvSpPr/>
            <p:nvPr/>
          </p:nvSpPr>
          <p:spPr>
            <a:xfrm>
              <a:off x="2964567" y="2571753"/>
              <a:ext cx="417045" cy="417045"/>
            </a:xfrm>
            <a:custGeom>
              <a:rect b="b" l="l" r="r" t="t"/>
              <a:pathLst>
                <a:path extrusionOk="0" h="19983" w="19983">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6" name="Google Shape;19096;p87"/>
            <p:cNvSpPr/>
            <p:nvPr/>
          </p:nvSpPr>
          <p:spPr>
            <a:xfrm>
              <a:off x="3037777" y="2694715"/>
              <a:ext cx="270642" cy="146633"/>
            </a:xfrm>
            <a:custGeom>
              <a:rect b="b" l="l" r="r" t="t"/>
              <a:pathLst>
                <a:path extrusionOk="0" h="7026" w="12968">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97" name="Google Shape;19097;p87"/>
          <p:cNvGrpSpPr/>
          <p:nvPr/>
        </p:nvGrpSpPr>
        <p:grpSpPr>
          <a:xfrm>
            <a:off x="1623565" y="3815897"/>
            <a:ext cx="407391" cy="286470"/>
            <a:chOff x="3476576" y="2633631"/>
            <a:chExt cx="417024" cy="293244"/>
          </a:xfrm>
        </p:grpSpPr>
        <p:sp>
          <p:nvSpPr>
            <p:cNvPr id="19098" name="Google Shape;19098;p87"/>
            <p:cNvSpPr/>
            <p:nvPr/>
          </p:nvSpPr>
          <p:spPr>
            <a:xfrm>
              <a:off x="3476576" y="2633631"/>
              <a:ext cx="417024" cy="293244"/>
            </a:xfrm>
            <a:custGeom>
              <a:rect b="b" l="l" r="r" t="t"/>
              <a:pathLst>
                <a:path extrusionOk="0" h="14051" w="19982">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9" name="Google Shape;19099;p87"/>
            <p:cNvSpPr/>
            <p:nvPr/>
          </p:nvSpPr>
          <p:spPr>
            <a:xfrm>
              <a:off x="3636206" y="2706945"/>
              <a:ext cx="122194" cy="146633"/>
            </a:xfrm>
            <a:custGeom>
              <a:rect b="b" l="l" r="r" t="t"/>
              <a:pathLst>
                <a:path extrusionOk="0" h="7026" w="5855">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00" name="Google Shape;19100;p87"/>
          <p:cNvGrpSpPr/>
          <p:nvPr/>
        </p:nvGrpSpPr>
        <p:grpSpPr>
          <a:xfrm>
            <a:off x="2239897" y="3755508"/>
            <a:ext cx="407411" cy="407248"/>
            <a:chOff x="3988564" y="2571836"/>
            <a:chExt cx="417045" cy="416878"/>
          </a:xfrm>
        </p:grpSpPr>
        <p:sp>
          <p:nvSpPr>
            <p:cNvPr id="19101" name="Google Shape;19101;p87"/>
            <p:cNvSpPr/>
            <p:nvPr/>
          </p:nvSpPr>
          <p:spPr>
            <a:xfrm>
              <a:off x="4090678" y="2650431"/>
              <a:ext cx="213124" cy="259268"/>
            </a:xfrm>
            <a:custGeom>
              <a:rect b="b" l="l" r="r" t="t"/>
              <a:pathLst>
                <a:path extrusionOk="0" h="12423" w="10212">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2" name="Google Shape;19102;p87"/>
            <p:cNvSpPr/>
            <p:nvPr/>
          </p:nvSpPr>
          <p:spPr>
            <a:xfrm>
              <a:off x="3988564" y="2571836"/>
              <a:ext cx="417045" cy="416878"/>
            </a:xfrm>
            <a:custGeom>
              <a:rect b="b" l="l" r="r" t="t"/>
              <a:pathLst>
                <a:path extrusionOk="0" h="19975" w="19983">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03" name="Google Shape;19103;p87"/>
          <p:cNvGrpSpPr/>
          <p:nvPr/>
        </p:nvGrpSpPr>
        <p:grpSpPr>
          <a:xfrm>
            <a:off x="2856250" y="3755436"/>
            <a:ext cx="407391" cy="407391"/>
            <a:chOff x="4500573" y="2571753"/>
            <a:chExt cx="417024" cy="417024"/>
          </a:xfrm>
        </p:grpSpPr>
        <p:sp>
          <p:nvSpPr>
            <p:cNvPr id="19104" name="Google Shape;19104;p87"/>
            <p:cNvSpPr/>
            <p:nvPr/>
          </p:nvSpPr>
          <p:spPr>
            <a:xfrm>
              <a:off x="4550263" y="2632817"/>
              <a:ext cx="317683" cy="293244"/>
            </a:xfrm>
            <a:custGeom>
              <a:rect b="b" l="l" r="r" t="t"/>
              <a:pathLst>
                <a:path extrusionOk="0" h="14051" w="15222">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5" name="Google Shape;19105;p87"/>
            <p:cNvSpPr/>
            <p:nvPr/>
          </p:nvSpPr>
          <p:spPr>
            <a:xfrm>
              <a:off x="4500573" y="2571753"/>
              <a:ext cx="417024" cy="417024"/>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06" name="Google Shape;19106;p87"/>
          <p:cNvGrpSpPr/>
          <p:nvPr/>
        </p:nvGrpSpPr>
        <p:grpSpPr>
          <a:xfrm>
            <a:off x="3472582" y="3755436"/>
            <a:ext cx="407391" cy="407391"/>
            <a:chOff x="5012603" y="2571753"/>
            <a:chExt cx="417024" cy="417024"/>
          </a:xfrm>
        </p:grpSpPr>
        <p:sp>
          <p:nvSpPr>
            <p:cNvPr id="19107" name="Google Shape;19107;p87"/>
            <p:cNvSpPr/>
            <p:nvPr/>
          </p:nvSpPr>
          <p:spPr>
            <a:xfrm>
              <a:off x="5133124" y="2631210"/>
              <a:ext cx="180818" cy="300048"/>
            </a:xfrm>
            <a:custGeom>
              <a:rect b="b" l="l" r="r" t="t"/>
              <a:pathLst>
                <a:path extrusionOk="0" h="14377" w="8664">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8" name="Google Shape;19108;p87"/>
            <p:cNvSpPr/>
            <p:nvPr/>
          </p:nvSpPr>
          <p:spPr>
            <a:xfrm>
              <a:off x="5012603" y="2571753"/>
              <a:ext cx="417024" cy="417024"/>
            </a:xfrm>
            <a:custGeom>
              <a:rect b="b" l="l" r="r" t="t"/>
              <a:pathLst>
                <a:path extrusionOk="0" h="19982" w="19982">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109" name="Google Shape;19109;p87"/>
          <p:cNvSpPr/>
          <p:nvPr/>
        </p:nvSpPr>
        <p:spPr>
          <a:xfrm>
            <a:off x="5212789" y="3238852"/>
            <a:ext cx="407383" cy="407383"/>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110" name="Google Shape;19110;p87"/>
          <p:cNvGrpSpPr/>
          <p:nvPr/>
        </p:nvGrpSpPr>
        <p:grpSpPr>
          <a:xfrm>
            <a:off x="5733329" y="3238790"/>
            <a:ext cx="407432" cy="407391"/>
            <a:chOff x="812101" y="2571761"/>
            <a:chExt cx="417066" cy="417024"/>
          </a:xfrm>
        </p:grpSpPr>
        <p:sp>
          <p:nvSpPr>
            <p:cNvPr id="19111" name="Google Shape;19111;p87"/>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2" name="Google Shape;19112;p87"/>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3" name="Google Shape;19113;p87"/>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4" name="Google Shape;19114;p87"/>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15" name="Google Shape;19115;p87"/>
          <p:cNvGrpSpPr/>
          <p:nvPr/>
        </p:nvGrpSpPr>
        <p:grpSpPr>
          <a:xfrm>
            <a:off x="6253923" y="3238790"/>
            <a:ext cx="407391" cy="407391"/>
            <a:chOff x="1323129" y="2571761"/>
            <a:chExt cx="417024" cy="417024"/>
          </a:xfrm>
        </p:grpSpPr>
        <p:sp>
          <p:nvSpPr>
            <p:cNvPr id="19116" name="Google Shape;19116;p87"/>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7" name="Google Shape;19117;p87"/>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8" name="Google Shape;19118;p87"/>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9" name="Google Shape;19119;p87"/>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120" name="Google Shape;19120;p87"/>
          <p:cNvSpPr/>
          <p:nvPr/>
        </p:nvSpPr>
        <p:spPr>
          <a:xfrm>
            <a:off x="6827427" y="3275603"/>
            <a:ext cx="409401" cy="333886"/>
          </a:xfrm>
          <a:custGeom>
            <a:rect b="b" l="l" r="r" t="t"/>
            <a:pathLst>
              <a:path extrusionOk="0" h="16377" w="20081">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121" name="Google Shape;19121;p87"/>
          <p:cNvGrpSpPr/>
          <p:nvPr/>
        </p:nvGrpSpPr>
        <p:grpSpPr>
          <a:xfrm>
            <a:off x="7390398" y="3238843"/>
            <a:ext cx="408023" cy="407411"/>
            <a:chOff x="2344476" y="2571761"/>
            <a:chExt cx="417671" cy="417045"/>
          </a:xfrm>
        </p:grpSpPr>
        <p:sp>
          <p:nvSpPr>
            <p:cNvPr id="19122" name="Google Shape;19122;p87"/>
            <p:cNvSpPr/>
            <p:nvPr/>
          </p:nvSpPr>
          <p:spPr>
            <a:xfrm>
              <a:off x="2344476" y="2571761"/>
              <a:ext cx="417671" cy="417045"/>
            </a:xfrm>
            <a:custGeom>
              <a:rect b="b" l="l" r="r" t="t"/>
              <a:pathLst>
                <a:path extrusionOk="0" h="19983" w="20013">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3" name="Google Shape;19123;p87"/>
            <p:cNvSpPr/>
            <p:nvPr/>
          </p:nvSpPr>
          <p:spPr>
            <a:xfrm>
              <a:off x="2421672" y="2657388"/>
              <a:ext cx="260625" cy="243636"/>
            </a:xfrm>
            <a:custGeom>
              <a:rect b="b" l="l" r="r" t="t"/>
              <a:pathLst>
                <a:path extrusionOk="0" h="11674" w="12488">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24" name="Google Shape;19124;p87"/>
          <p:cNvGrpSpPr/>
          <p:nvPr/>
        </p:nvGrpSpPr>
        <p:grpSpPr>
          <a:xfrm>
            <a:off x="7121258" y="3759535"/>
            <a:ext cx="399178" cy="399178"/>
            <a:chOff x="2038375" y="3798025"/>
            <a:chExt cx="841792" cy="841792"/>
          </a:xfrm>
        </p:grpSpPr>
        <p:sp>
          <p:nvSpPr>
            <p:cNvPr id="19125" name="Google Shape;19125;p87"/>
            <p:cNvSpPr/>
            <p:nvPr/>
          </p:nvSpPr>
          <p:spPr>
            <a:xfrm>
              <a:off x="2186646" y="3907135"/>
              <a:ext cx="545341" cy="623694"/>
            </a:xfrm>
            <a:custGeom>
              <a:rect b="b" l="l" r="r" t="t"/>
              <a:pathLst>
                <a:path extrusionOk="0" h="208768" w="182541">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6" name="Google Shape;19126;p87"/>
            <p:cNvSpPr/>
            <p:nvPr/>
          </p:nvSpPr>
          <p:spPr>
            <a:xfrm>
              <a:off x="2038375" y="3798025"/>
              <a:ext cx="841792" cy="841792"/>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130" name="Shape 19130"/>
        <p:cNvGrpSpPr/>
        <p:nvPr/>
      </p:nvGrpSpPr>
      <p:grpSpPr>
        <a:xfrm>
          <a:off x="0" y="0"/>
          <a:ext cx="0" cy="0"/>
          <a:chOff x="0" y="0"/>
          <a:chExt cx="0" cy="0"/>
        </a:xfrm>
      </p:grpSpPr>
      <p:sp>
        <p:nvSpPr>
          <p:cNvPr id="19131" name="Google Shape;19131;p88"/>
          <p:cNvSpPr/>
          <p:nvPr/>
        </p:nvSpPr>
        <p:spPr>
          <a:xfrm>
            <a:off x="1504285" y="2586168"/>
            <a:ext cx="1713187" cy="534976"/>
          </a:xfrm>
          <a:custGeom>
            <a:rect b="b" l="l" r="r" t="t"/>
            <a:pathLst>
              <a:path extrusionOk="0" h="34387" w="110102">
                <a:moveTo>
                  <a:pt x="17194" y="1"/>
                </a:moveTo>
                <a:cubicBezTo>
                  <a:pt x="7695" y="1"/>
                  <a:pt x="1" y="7695"/>
                  <a:pt x="1" y="17194"/>
                </a:cubicBezTo>
                <a:cubicBezTo>
                  <a:pt x="1" y="26693"/>
                  <a:pt x="7695" y="34387"/>
                  <a:pt x="17194" y="34387"/>
                </a:cubicBezTo>
                <a:lnTo>
                  <a:pt x="92908" y="34387"/>
                </a:lnTo>
                <a:cubicBezTo>
                  <a:pt x="102407" y="34387"/>
                  <a:pt x="110102" y="26693"/>
                  <a:pt x="110102" y="17194"/>
                </a:cubicBezTo>
                <a:cubicBezTo>
                  <a:pt x="110102" y="7695"/>
                  <a:pt x="102407" y="1"/>
                  <a:pt x="92908" y="1"/>
                </a:cubicBezTo>
                <a:close/>
              </a:path>
            </a:pathLst>
          </a:custGeom>
          <a:no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2" name="Google Shape;19132;p88"/>
          <p:cNvSpPr/>
          <p:nvPr/>
        </p:nvSpPr>
        <p:spPr>
          <a:xfrm>
            <a:off x="2653822" y="2482830"/>
            <a:ext cx="687939" cy="741642"/>
          </a:xfrm>
          <a:custGeom>
            <a:rect b="b" l="l" r="r" t="t"/>
            <a:pathLst>
              <a:path extrusionOk="0" h="47671" w="44212">
                <a:moveTo>
                  <a:pt x="1" y="1"/>
                </a:moveTo>
                <a:lnTo>
                  <a:pt x="1" y="1379"/>
                </a:lnTo>
                <a:lnTo>
                  <a:pt x="20352" y="1379"/>
                </a:lnTo>
                <a:cubicBezTo>
                  <a:pt x="32758" y="1379"/>
                  <a:pt x="42833" y="11455"/>
                  <a:pt x="42833" y="23836"/>
                </a:cubicBezTo>
                <a:cubicBezTo>
                  <a:pt x="42833" y="36217"/>
                  <a:pt x="32758" y="46292"/>
                  <a:pt x="20352" y="46292"/>
                </a:cubicBezTo>
                <a:lnTo>
                  <a:pt x="1" y="46292"/>
                </a:lnTo>
                <a:lnTo>
                  <a:pt x="1" y="47670"/>
                </a:lnTo>
                <a:lnTo>
                  <a:pt x="20352" y="47670"/>
                </a:lnTo>
                <a:cubicBezTo>
                  <a:pt x="33510" y="47670"/>
                  <a:pt x="44212" y="36969"/>
                  <a:pt x="44212" y="23836"/>
                </a:cubicBezTo>
                <a:cubicBezTo>
                  <a:pt x="44212" y="10678"/>
                  <a:pt x="33510" y="1"/>
                  <a:pt x="2035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3" name="Google Shape;19133;p88"/>
          <p:cNvSpPr/>
          <p:nvPr/>
        </p:nvSpPr>
        <p:spPr>
          <a:xfrm>
            <a:off x="1380284" y="2482830"/>
            <a:ext cx="687550" cy="741642"/>
          </a:xfrm>
          <a:custGeom>
            <a:rect b="b" l="l" r="r" t="t"/>
            <a:pathLst>
              <a:path extrusionOk="0" h="47671" w="44187">
                <a:moveTo>
                  <a:pt x="23835" y="1"/>
                </a:moveTo>
                <a:cubicBezTo>
                  <a:pt x="10677" y="1"/>
                  <a:pt x="1" y="10678"/>
                  <a:pt x="1" y="23836"/>
                </a:cubicBezTo>
                <a:cubicBezTo>
                  <a:pt x="1" y="36969"/>
                  <a:pt x="10677" y="47670"/>
                  <a:pt x="23835" y="47670"/>
                </a:cubicBezTo>
                <a:lnTo>
                  <a:pt x="44186" y="47670"/>
                </a:lnTo>
                <a:lnTo>
                  <a:pt x="44186" y="46292"/>
                </a:lnTo>
                <a:lnTo>
                  <a:pt x="23835" y="46292"/>
                </a:lnTo>
                <a:cubicBezTo>
                  <a:pt x="11454" y="46292"/>
                  <a:pt x="1379" y="36217"/>
                  <a:pt x="1379" y="23836"/>
                </a:cubicBezTo>
                <a:cubicBezTo>
                  <a:pt x="1379" y="11455"/>
                  <a:pt x="11454" y="1379"/>
                  <a:pt x="23835" y="1379"/>
                </a:cubicBezTo>
                <a:lnTo>
                  <a:pt x="44186" y="1379"/>
                </a:lnTo>
                <a:lnTo>
                  <a:pt x="441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4" name="Google Shape;19134;p88"/>
          <p:cNvSpPr/>
          <p:nvPr/>
        </p:nvSpPr>
        <p:spPr>
          <a:xfrm>
            <a:off x="1998733" y="3559838"/>
            <a:ext cx="724194" cy="588011"/>
          </a:xfrm>
          <a:custGeom>
            <a:rect b="b" l="l" r="r" t="t"/>
            <a:pathLst>
              <a:path extrusionOk="0" h="37796" w="46542">
                <a:moveTo>
                  <a:pt x="7544" y="0"/>
                </a:moveTo>
                <a:cubicBezTo>
                  <a:pt x="3384" y="0"/>
                  <a:pt x="0" y="3384"/>
                  <a:pt x="0" y="7569"/>
                </a:cubicBezTo>
                <a:lnTo>
                  <a:pt x="0" y="30226"/>
                </a:lnTo>
                <a:cubicBezTo>
                  <a:pt x="0" y="34412"/>
                  <a:pt x="3384" y="37795"/>
                  <a:pt x="7544" y="37795"/>
                </a:cubicBezTo>
                <a:lnTo>
                  <a:pt x="38998" y="37795"/>
                </a:lnTo>
                <a:cubicBezTo>
                  <a:pt x="43184" y="37795"/>
                  <a:pt x="46542" y="34412"/>
                  <a:pt x="46542" y="30226"/>
                </a:cubicBezTo>
                <a:lnTo>
                  <a:pt x="46542" y="7569"/>
                </a:lnTo>
                <a:cubicBezTo>
                  <a:pt x="46542" y="3384"/>
                  <a:pt x="43184" y="0"/>
                  <a:pt x="38998" y="0"/>
                </a:cubicBezTo>
                <a:close/>
              </a:path>
            </a:pathLst>
          </a:cu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5" name="Google Shape;19135;p88"/>
          <p:cNvSpPr/>
          <p:nvPr/>
        </p:nvSpPr>
        <p:spPr>
          <a:xfrm>
            <a:off x="2949013" y="3559838"/>
            <a:ext cx="724598" cy="588011"/>
          </a:xfrm>
          <a:custGeom>
            <a:rect b="b" l="l" r="r" t="t"/>
            <a:pathLst>
              <a:path extrusionOk="0" h="37796" w="46568">
                <a:moveTo>
                  <a:pt x="7544" y="0"/>
                </a:moveTo>
                <a:cubicBezTo>
                  <a:pt x="3384" y="0"/>
                  <a:pt x="0" y="3384"/>
                  <a:pt x="0" y="7569"/>
                </a:cubicBezTo>
                <a:lnTo>
                  <a:pt x="0" y="30226"/>
                </a:lnTo>
                <a:cubicBezTo>
                  <a:pt x="0" y="34412"/>
                  <a:pt x="3384" y="37795"/>
                  <a:pt x="7544" y="37795"/>
                </a:cubicBezTo>
                <a:lnTo>
                  <a:pt x="38998" y="37795"/>
                </a:lnTo>
                <a:cubicBezTo>
                  <a:pt x="43184" y="37795"/>
                  <a:pt x="46567" y="34412"/>
                  <a:pt x="46567" y="30226"/>
                </a:cubicBezTo>
                <a:lnTo>
                  <a:pt x="46567" y="7569"/>
                </a:lnTo>
                <a:cubicBezTo>
                  <a:pt x="46567" y="3384"/>
                  <a:pt x="43184" y="0"/>
                  <a:pt x="38998" y="0"/>
                </a:cubicBezTo>
                <a:close/>
              </a:path>
            </a:pathLst>
          </a:cu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6" name="Google Shape;19136;p88"/>
          <p:cNvSpPr/>
          <p:nvPr/>
        </p:nvSpPr>
        <p:spPr>
          <a:xfrm>
            <a:off x="1048453" y="3559838"/>
            <a:ext cx="724194" cy="588011"/>
          </a:xfrm>
          <a:custGeom>
            <a:rect b="b" l="l" r="r" t="t"/>
            <a:pathLst>
              <a:path extrusionOk="0" h="37796" w="46542">
                <a:moveTo>
                  <a:pt x="7544" y="0"/>
                </a:moveTo>
                <a:cubicBezTo>
                  <a:pt x="3384" y="0"/>
                  <a:pt x="0" y="3384"/>
                  <a:pt x="0" y="7569"/>
                </a:cubicBezTo>
                <a:lnTo>
                  <a:pt x="0" y="30226"/>
                </a:lnTo>
                <a:cubicBezTo>
                  <a:pt x="0" y="34412"/>
                  <a:pt x="3384" y="37795"/>
                  <a:pt x="7544" y="37795"/>
                </a:cubicBezTo>
                <a:lnTo>
                  <a:pt x="38998" y="37795"/>
                </a:lnTo>
                <a:cubicBezTo>
                  <a:pt x="43158" y="37795"/>
                  <a:pt x="46542" y="34412"/>
                  <a:pt x="46542" y="30226"/>
                </a:cubicBezTo>
                <a:lnTo>
                  <a:pt x="46542" y="7569"/>
                </a:lnTo>
                <a:cubicBezTo>
                  <a:pt x="46542" y="3384"/>
                  <a:pt x="43158" y="0"/>
                  <a:pt x="38998" y="0"/>
                </a:cubicBezTo>
                <a:close/>
              </a:path>
            </a:pathLst>
          </a:cu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7" name="Google Shape;19137;p88"/>
          <p:cNvSpPr/>
          <p:nvPr/>
        </p:nvSpPr>
        <p:spPr>
          <a:xfrm>
            <a:off x="1998733" y="1559475"/>
            <a:ext cx="724194" cy="587996"/>
          </a:xfrm>
          <a:custGeom>
            <a:rect b="b" l="l" r="r" t="t"/>
            <a:pathLst>
              <a:path extrusionOk="0" h="37795" w="46542">
                <a:moveTo>
                  <a:pt x="7544" y="0"/>
                </a:moveTo>
                <a:cubicBezTo>
                  <a:pt x="3384" y="0"/>
                  <a:pt x="0" y="3384"/>
                  <a:pt x="0" y="7569"/>
                </a:cubicBezTo>
                <a:lnTo>
                  <a:pt x="0" y="30226"/>
                </a:lnTo>
                <a:cubicBezTo>
                  <a:pt x="0" y="34412"/>
                  <a:pt x="3384" y="37795"/>
                  <a:pt x="7544" y="37795"/>
                </a:cubicBezTo>
                <a:lnTo>
                  <a:pt x="38998" y="37795"/>
                </a:lnTo>
                <a:cubicBezTo>
                  <a:pt x="43184" y="37795"/>
                  <a:pt x="46542" y="34412"/>
                  <a:pt x="46542" y="30226"/>
                </a:cubicBezTo>
                <a:lnTo>
                  <a:pt x="46542" y="7569"/>
                </a:lnTo>
                <a:cubicBezTo>
                  <a:pt x="46542" y="3384"/>
                  <a:pt x="43184" y="0"/>
                  <a:pt x="38998" y="0"/>
                </a:cubicBezTo>
                <a:close/>
              </a:path>
            </a:pathLst>
          </a:cu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8" name="Google Shape;19138;p88"/>
          <p:cNvSpPr/>
          <p:nvPr/>
        </p:nvSpPr>
        <p:spPr>
          <a:xfrm>
            <a:off x="2949013" y="1559475"/>
            <a:ext cx="724598" cy="587996"/>
          </a:xfrm>
          <a:custGeom>
            <a:rect b="b" l="l" r="r" t="t"/>
            <a:pathLst>
              <a:path extrusionOk="0" h="37795" w="46568">
                <a:moveTo>
                  <a:pt x="7544" y="0"/>
                </a:moveTo>
                <a:cubicBezTo>
                  <a:pt x="3384" y="0"/>
                  <a:pt x="0" y="3384"/>
                  <a:pt x="0" y="7569"/>
                </a:cubicBezTo>
                <a:lnTo>
                  <a:pt x="0" y="30226"/>
                </a:lnTo>
                <a:cubicBezTo>
                  <a:pt x="0" y="34412"/>
                  <a:pt x="3384" y="37795"/>
                  <a:pt x="7544" y="37795"/>
                </a:cubicBezTo>
                <a:lnTo>
                  <a:pt x="38998" y="37795"/>
                </a:lnTo>
                <a:cubicBezTo>
                  <a:pt x="43184" y="37795"/>
                  <a:pt x="46567" y="34412"/>
                  <a:pt x="46567" y="30226"/>
                </a:cubicBezTo>
                <a:lnTo>
                  <a:pt x="46567" y="7569"/>
                </a:lnTo>
                <a:cubicBezTo>
                  <a:pt x="46567" y="3384"/>
                  <a:pt x="43184" y="0"/>
                  <a:pt x="38998" y="0"/>
                </a:cubicBezTo>
                <a:close/>
              </a:path>
            </a:pathLst>
          </a:cu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9" name="Google Shape;19139;p88"/>
          <p:cNvSpPr/>
          <p:nvPr/>
        </p:nvSpPr>
        <p:spPr>
          <a:xfrm>
            <a:off x="1048453" y="1559475"/>
            <a:ext cx="724194" cy="587996"/>
          </a:xfrm>
          <a:custGeom>
            <a:rect b="b" l="l" r="r" t="t"/>
            <a:pathLst>
              <a:path extrusionOk="0" h="37795" w="46542">
                <a:moveTo>
                  <a:pt x="7544" y="0"/>
                </a:moveTo>
                <a:cubicBezTo>
                  <a:pt x="3384" y="0"/>
                  <a:pt x="0" y="3384"/>
                  <a:pt x="0" y="7569"/>
                </a:cubicBezTo>
                <a:lnTo>
                  <a:pt x="0" y="30226"/>
                </a:lnTo>
                <a:cubicBezTo>
                  <a:pt x="0" y="34412"/>
                  <a:pt x="3384" y="37795"/>
                  <a:pt x="7544" y="37795"/>
                </a:cubicBezTo>
                <a:lnTo>
                  <a:pt x="38998" y="37795"/>
                </a:lnTo>
                <a:cubicBezTo>
                  <a:pt x="43158" y="37795"/>
                  <a:pt x="46542" y="34412"/>
                  <a:pt x="46542" y="30226"/>
                </a:cubicBezTo>
                <a:lnTo>
                  <a:pt x="46542" y="7569"/>
                </a:lnTo>
                <a:cubicBezTo>
                  <a:pt x="46542" y="3384"/>
                  <a:pt x="43158" y="0"/>
                  <a:pt x="38998" y="0"/>
                </a:cubicBezTo>
                <a:close/>
              </a:path>
            </a:pathLst>
          </a:cu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0" name="Google Shape;19140;p88"/>
          <p:cNvSpPr/>
          <p:nvPr/>
        </p:nvSpPr>
        <p:spPr>
          <a:xfrm>
            <a:off x="1180249" y="1851536"/>
            <a:ext cx="453169" cy="3905"/>
          </a:xfrm>
          <a:custGeom>
            <a:rect b="b" l="l" r="r" t="t"/>
            <a:pathLst>
              <a:path extrusionOk="0" h="251" w="29124">
                <a:moveTo>
                  <a:pt x="126" y="0"/>
                </a:moveTo>
                <a:cubicBezTo>
                  <a:pt x="51" y="0"/>
                  <a:pt x="1" y="50"/>
                  <a:pt x="1" y="126"/>
                </a:cubicBezTo>
                <a:cubicBezTo>
                  <a:pt x="1" y="176"/>
                  <a:pt x="51" y="251"/>
                  <a:pt x="126" y="251"/>
                </a:cubicBezTo>
                <a:lnTo>
                  <a:pt x="29023" y="251"/>
                </a:lnTo>
                <a:cubicBezTo>
                  <a:pt x="29073" y="251"/>
                  <a:pt x="29123" y="176"/>
                  <a:pt x="29123" y="126"/>
                </a:cubicBezTo>
                <a:cubicBezTo>
                  <a:pt x="29123" y="50"/>
                  <a:pt x="29073" y="0"/>
                  <a:pt x="290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1" name="Google Shape;19141;p88"/>
          <p:cNvSpPr/>
          <p:nvPr/>
        </p:nvSpPr>
        <p:spPr>
          <a:xfrm>
            <a:off x="2132084" y="1851536"/>
            <a:ext cx="453169" cy="3905"/>
          </a:xfrm>
          <a:custGeom>
            <a:rect b="b" l="l" r="r" t="t"/>
            <a:pathLst>
              <a:path extrusionOk="0" h="251" w="29124">
                <a:moveTo>
                  <a:pt x="101" y="0"/>
                </a:moveTo>
                <a:cubicBezTo>
                  <a:pt x="51" y="0"/>
                  <a:pt x="1" y="50"/>
                  <a:pt x="1" y="126"/>
                </a:cubicBezTo>
                <a:cubicBezTo>
                  <a:pt x="1" y="176"/>
                  <a:pt x="51" y="251"/>
                  <a:pt x="101" y="251"/>
                </a:cubicBezTo>
                <a:lnTo>
                  <a:pt x="28998" y="251"/>
                </a:lnTo>
                <a:cubicBezTo>
                  <a:pt x="29074" y="251"/>
                  <a:pt x="29124" y="176"/>
                  <a:pt x="29124" y="126"/>
                </a:cubicBezTo>
                <a:cubicBezTo>
                  <a:pt x="29124" y="50"/>
                  <a:pt x="29074" y="0"/>
                  <a:pt x="2899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2" name="Google Shape;19142;p88"/>
          <p:cNvSpPr/>
          <p:nvPr/>
        </p:nvSpPr>
        <p:spPr>
          <a:xfrm>
            <a:off x="3087047" y="1851536"/>
            <a:ext cx="453169" cy="3905"/>
          </a:xfrm>
          <a:custGeom>
            <a:rect b="b" l="l" r="r" t="t"/>
            <a:pathLst>
              <a:path extrusionOk="0" h="251" w="29124">
                <a:moveTo>
                  <a:pt x="101" y="0"/>
                </a:moveTo>
                <a:cubicBezTo>
                  <a:pt x="51" y="0"/>
                  <a:pt x="1" y="50"/>
                  <a:pt x="1" y="126"/>
                </a:cubicBezTo>
                <a:cubicBezTo>
                  <a:pt x="1" y="176"/>
                  <a:pt x="51" y="251"/>
                  <a:pt x="101" y="251"/>
                </a:cubicBezTo>
                <a:lnTo>
                  <a:pt x="28998" y="251"/>
                </a:lnTo>
                <a:cubicBezTo>
                  <a:pt x="29073" y="251"/>
                  <a:pt x="29124" y="176"/>
                  <a:pt x="29124" y="126"/>
                </a:cubicBezTo>
                <a:cubicBezTo>
                  <a:pt x="29124" y="50"/>
                  <a:pt x="29073" y="0"/>
                  <a:pt x="2899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3" name="Google Shape;19143;p88"/>
          <p:cNvSpPr/>
          <p:nvPr/>
        </p:nvSpPr>
        <p:spPr>
          <a:xfrm>
            <a:off x="3087047" y="3851898"/>
            <a:ext cx="453169" cy="3920"/>
          </a:xfrm>
          <a:custGeom>
            <a:rect b="b" l="l" r="r" t="t"/>
            <a:pathLst>
              <a:path extrusionOk="0" h="252" w="29124">
                <a:moveTo>
                  <a:pt x="101" y="0"/>
                </a:moveTo>
                <a:cubicBezTo>
                  <a:pt x="51" y="0"/>
                  <a:pt x="1" y="51"/>
                  <a:pt x="1" y="126"/>
                </a:cubicBezTo>
                <a:cubicBezTo>
                  <a:pt x="1" y="201"/>
                  <a:pt x="51" y="251"/>
                  <a:pt x="101" y="251"/>
                </a:cubicBezTo>
                <a:lnTo>
                  <a:pt x="28998" y="251"/>
                </a:lnTo>
                <a:cubicBezTo>
                  <a:pt x="29073" y="251"/>
                  <a:pt x="29124" y="201"/>
                  <a:pt x="29124" y="126"/>
                </a:cubicBezTo>
                <a:cubicBezTo>
                  <a:pt x="29124" y="51"/>
                  <a:pt x="29073" y="0"/>
                  <a:pt x="2899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4" name="Google Shape;19144;p88"/>
          <p:cNvSpPr/>
          <p:nvPr/>
        </p:nvSpPr>
        <p:spPr>
          <a:xfrm>
            <a:off x="2132084" y="3851898"/>
            <a:ext cx="453169" cy="3920"/>
          </a:xfrm>
          <a:custGeom>
            <a:rect b="b" l="l" r="r" t="t"/>
            <a:pathLst>
              <a:path extrusionOk="0" h="252" w="29124">
                <a:moveTo>
                  <a:pt x="101" y="0"/>
                </a:moveTo>
                <a:cubicBezTo>
                  <a:pt x="51" y="0"/>
                  <a:pt x="1" y="51"/>
                  <a:pt x="1" y="126"/>
                </a:cubicBezTo>
                <a:cubicBezTo>
                  <a:pt x="1" y="201"/>
                  <a:pt x="51" y="251"/>
                  <a:pt x="101" y="251"/>
                </a:cubicBezTo>
                <a:lnTo>
                  <a:pt x="28998" y="251"/>
                </a:lnTo>
                <a:cubicBezTo>
                  <a:pt x="29074" y="251"/>
                  <a:pt x="29124" y="201"/>
                  <a:pt x="29124" y="126"/>
                </a:cubicBezTo>
                <a:cubicBezTo>
                  <a:pt x="29124" y="51"/>
                  <a:pt x="29074" y="0"/>
                  <a:pt x="2899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5" name="Google Shape;19145;p88"/>
          <p:cNvSpPr/>
          <p:nvPr/>
        </p:nvSpPr>
        <p:spPr>
          <a:xfrm>
            <a:off x="1181416" y="3851898"/>
            <a:ext cx="453169" cy="3920"/>
          </a:xfrm>
          <a:custGeom>
            <a:rect b="b" l="l" r="r" t="t"/>
            <a:pathLst>
              <a:path extrusionOk="0" h="252" w="29124">
                <a:moveTo>
                  <a:pt x="126" y="0"/>
                </a:moveTo>
                <a:cubicBezTo>
                  <a:pt x="51" y="0"/>
                  <a:pt x="1" y="51"/>
                  <a:pt x="1" y="126"/>
                </a:cubicBezTo>
                <a:cubicBezTo>
                  <a:pt x="1" y="201"/>
                  <a:pt x="51" y="251"/>
                  <a:pt x="126" y="251"/>
                </a:cubicBezTo>
                <a:lnTo>
                  <a:pt x="29023" y="251"/>
                </a:lnTo>
                <a:cubicBezTo>
                  <a:pt x="29074" y="251"/>
                  <a:pt x="29124" y="201"/>
                  <a:pt x="29124" y="126"/>
                </a:cubicBezTo>
                <a:cubicBezTo>
                  <a:pt x="29124" y="51"/>
                  <a:pt x="29074" y="0"/>
                  <a:pt x="290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6" name="Google Shape;19146;p88"/>
          <p:cNvSpPr txBox="1"/>
          <p:nvPr/>
        </p:nvSpPr>
        <p:spPr>
          <a:xfrm>
            <a:off x="1644313" y="2717237"/>
            <a:ext cx="1428600" cy="273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Add the title here</a:t>
            </a:r>
            <a:endParaRPr sz="1000">
              <a:solidFill>
                <a:srgbClr val="FFFFFF"/>
              </a:solidFill>
            </a:endParaRPr>
          </a:p>
        </p:txBody>
      </p:sp>
      <p:grpSp>
        <p:nvGrpSpPr>
          <p:cNvPr id="19147" name="Google Shape;19147;p88"/>
          <p:cNvGrpSpPr/>
          <p:nvPr/>
        </p:nvGrpSpPr>
        <p:grpSpPr>
          <a:xfrm>
            <a:off x="1311648" y="1620631"/>
            <a:ext cx="197743" cy="197743"/>
            <a:chOff x="2676100" y="832575"/>
            <a:chExt cx="483125" cy="483125"/>
          </a:xfrm>
        </p:grpSpPr>
        <p:sp>
          <p:nvSpPr>
            <p:cNvPr id="19148" name="Google Shape;19148;p88"/>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149" name="Google Shape;19149;p88"/>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150" name="Google Shape;19150;p88"/>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151" name="Google Shape;19151;p88"/>
          <p:cNvGrpSpPr/>
          <p:nvPr/>
        </p:nvGrpSpPr>
        <p:grpSpPr>
          <a:xfrm>
            <a:off x="2258621" y="1613606"/>
            <a:ext cx="204394" cy="197743"/>
            <a:chOff x="3270550" y="832575"/>
            <a:chExt cx="499375" cy="483125"/>
          </a:xfrm>
        </p:grpSpPr>
        <p:sp>
          <p:nvSpPr>
            <p:cNvPr id="19152" name="Google Shape;19152;p88"/>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153" name="Google Shape;19153;p88"/>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154" name="Google Shape;19154;p88"/>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155" name="Google Shape;19155;p88"/>
          <p:cNvGrpSpPr/>
          <p:nvPr/>
        </p:nvGrpSpPr>
        <p:grpSpPr>
          <a:xfrm>
            <a:off x="3212214" y="1620657"/>
            <a:ext cx="197774" cy="197743"/>
            <a:chOff x="3270475" y="1427025"/>
            <a:chExt cx="483200" cy="483125"/>
          </a:xfrm>
        </p:grpSpPr>
        <p:sp>
          <p:nvSpPr>
            <p:cNvPr id="19156" name="Google Shape;19156;p88"/>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157" name="Google Shape;19157;p88"/>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158" name="Google Shape;19158;p88"/>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9159" name="Google Shape;19159;p88"/>
          <p:cNvSpPr/>
          <p:nvPr/>
        </p:nvSpPr>
        <p:spPr>
          <a:xfrm>
            <a:off x="3212183" y="3615929"/>
            <a:ext cx="197784" cy="197743"/>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160" name="Google Shape;19160;p88"/>
          <p:cNvSpPr/>
          <p:nvPr/>
        </p:nvSpPr>
        <p:spPr>
          <a:xfrm>
            <a:off x="1309717" y="3615924"/>
            <a:ext cx="199697" cy="197753"/>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9161" name="Google Shape;19161;p88"/>
          <p:cNvGrpSpPr/>
          <p:nvPr/>
        </p:nvGrpSpPr>
        <p:grpSpPr>
          <a:xfrm>
            <a:off x="2258607" y="3617777"/>
            <a:ext cx="204425" cy="194059"/>
            <a:chOff x="6222125" y="2025975"/>
            <a:chExt cx="499450" cy="474125"/>
          </a:xfrm>
        </p:grpSpPr>
        <p:sp>
          <p:nvSpPr>
            <p:cNvPr id="19162" name="Google Shape;19162;p88"/>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163" name="Google Shape;19163;p88"/>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164" name="Google Shape;19164;p88"/>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9165" name="Google Shape;19165;p88"/>
          <p:cNvSpPr txBox="1"/>
          <p:nvPr/>
        </p:nvSpPr>
        <p:spPr>
          <a:xfrm>
            <a:off x="1048453" y="1910789"/>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1</a:t>
            </a:r>
            <a:endParaRPr sz="900">
              <a:solidFill>
                <a:srgbClr val="FFFFFF"/>
              </a:solidFill>
            </a:endParaRPr>
          </a:p>
        </p:txBody>
      </p:sp>
      <p:sp>
        <p:nvSpPr>
          <p:cNvPr id="19166" name="Google Shape;19166;p88"/>
          <p:cNvSpPr txBox="1"/>
          <p:nvPr/>
        </p:nvSpPr>
        <p:spPr>
          <a:xfrm>
            <a:off x="1998736" y="1909835"/>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2</a:t>
            </a:r>
            <a:endParaRPr sz="900">
              <a:solidFill>
                <a:srgbClr val="FFFFFF"/>
              </a:solidFill>
            </a:endParaRPr>
          </a:p>
        </p:txBody>
      </p:sp>
      <p:sp>
        <p:nvSpPr>
          <p:cNvPr id="19167" name="Google Shape;19167;p88"/>
          <p:cNvSpPr txBox="1"/>
          <p:nvPr/>
        </p:nvSpPr>
        <p:spPr>
          <a:xfrm>
            <a:off x="2949019" y="1909835"/>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3</a:t>
            </a:r>
            <a:endParaRPr sz="900">
              <a:solidFill>
                <a:srgbClr val="FFFFFF"/>
              </a:solidFill>
            </a:endParaRPr>
          </a:p>
        </p:txBody>
      </p:sp>
      <p:sp>
        <p:nvSpPr>
          <p:cNvPr id="19168" name="Google Shape;19168;p88"/>
          <p:cNvSpPr txBox="1"/>
          <p:nvPr/>
        </p:nvSpPr>
        <p:spPr>
          <a:xfrm>
            <a:off x="1048350" y="3923158"/>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4</a:t>
            </a:r>
            <a:endParaRPr sz="900">
              <a:solidFill>
                <a:srgbClr val="FFFFFF"/>
              </a:solidFill>
            </a:endParaRPr>
          </a:p>
        </p:txBody>
      </p:sp>
      <p:sp>
        <p:nvSpPr>
          <p:cNvPr id="19169" name="Google Shape;19169;p88"/>
          <p:cNvSpPr txBox="1"/>
          <p:nvPr/>
        </p:nvSpPr>
        <p:spPr>
          <a:xfrm>
            <a:off x="1998684" y="3923158"/>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5</a:t>
            </a:r>
            <a:endParaRPr sz="900">
              <a:solidFill>
                <a:srgbClr val="FFFFFF"/>
              </a:solidFill>
            </a:endParaRPr>
          </a:p>
        </p:txBody>
      </p:sp>
      <p:sp>
        <p:nvSpPr>
          <p:cNvPr id="19170" name="Google Shape;19170;p88"/>
          <p:cNvSpPr txBox="1"/>
          <p:nvPr/>
        </p:nvSpPr>
        <p:spPr>
          <a:xfrm>
            <a:off x="2949019" y="3923158"/>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6</a:t>
            </a:r>
            <a:endParaRPr sz="900">
              <a:solidFill>
                <a:srgbClr val="FFFFFF"/>
              </a:solidFill>
            </a:endParaRPr>
          </a:p>
        </p:txBody>
      </p:sp>
      <p:sp>
        <p:nvSpPr>
          <p:cNvPr id="19171" name="Google Shape;19171;p88"/>
          <p:cNvSpPr/>
          <p:nvPr/>
        </p:nvSpPr>
        <p:spPr>
          <a:xfrm>
            <a:off x="1374787" y="2192426"/>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2" name="Google Shape;19172;p88"/>
          <p:cNvSpPr/>
          <p:nvPr/>
        </p:nvSpPr>
        <p:spPr>
          <a:xfrm>
            <a:off x="2326630" y="2192426"/>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3" name="Google Shape;19173;p88"/>
          <p:cNvSpPr/>
          <p:nvPr/>
        </p:nvSpPr>
        <p:spPr>
          <a:xfrm>
            <a:off x="3278485" y="2192426"/>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4" name="Google Shape;19174;p88"/>
          <p:cNvSpPr/>
          <p:nvPr/>
        </p:nvSpPr>
        <p:spPr>
          <a:xfrm>
            <a:off x="1374774" y="345453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5" name="Google Shape;19175;p88"/>
          <p:cNvSpPr/>
          <p:nvPr/>
        </p:nvSpPr>
        <p:spPr>
          <a:xfrm>
            <a:off x="2326617" y="345453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6" name="Google Shape;19176;p88"/>
          <p:cNvSpPr/>
          <p:nvPr/>
        </p:nvSpPr>
        <p:spPr>
          <a:xfrm>
            <a:off x="3278472" y="345453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7" name="Google Shape;19177;p88"/>
          <p:cNvSpPr/>
          <p:nvPr/>
        </p:nvSpPr>
        <p:spPr>
          <a:xfrm>
            <a:off x="2200729" y="245820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8" name="Google Shape;19178;p88"/>
          <p:cNvSpPr/>
          <p:nvPr/>
        </p:nvSpPr>
        <p:spPr>
          <a:xfrm>
            <a:off x="2328782" y="245820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9" name="Google Shape;19179;p88"/>
          <p:cNvSpPr/>
          <p:nvPr/>
        </p:nvSpPr>
        <p:spPr>
          <a:xfrm>
            <a:off x="2456836" y="245820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0" name="Google Shape;19180;p88"/>
          <p:cNvSpPr/>
          <p:nvPr/>
        </p:nvSpPr>
        <p:spPr>
          <a:xfrm>
            <a:off x="2200729" y="3186918"/>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1" name="Google Shape;19181;p88"/>
          <p:cNvSpPr/>
          <p:nvPr/>
        </p:nvSpPr>
        <p:spPr>
          <a:xfrm>
            <a:off x="2328782" y="3186918"/>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2" name="Google Shape;19182;p88"/>
          <p:cNvSpPr/>
          <p:nvPr/>
        </p:nvSpPr>
        <p:spPr>
          <a:xfrm>
            <a:off x="2456836" y="3186918"/>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183" name="Google Shape;19183;p88"/>
          <p:cNvCxnSpPr>
            <a:stCxn id="19171" idx="4"/>
            <a:endCxn id="19177" idx="0"/>
          </p:cNvCxnSpPr>
          <p:nvPr/>
        </p:nvCxnSpPr>
        <p:spPr>
          <a:xfrm flipH="1" rot="-5400000">
            <a:off x="1718737" y="1944326"/>
            <a:ext cx="201900" cy="825900"/>
          </a:xfrm>
          <a:prstGeom prst="curvedConnector3">
            <a:avLst>
              <a:gd fmla="val 49995" name="adj1"/>
            </a:avLst>
          </a:prstGeom>
          <a:noFill/>
          <a:ln cap="flat" cmpd="sng" w="19050">
            <a:solidFill>
              <a:srgbClr val="5F7D95"/>
            </a:solidFill>
            <a:prstDash val="solid"/>
            <a:round/>
            <a:headEnd len="med" w="med" type="none"/>
            <a:tailEnd len="med" w="med" type="none"/>
          </a:ln>
        </p:spPr>
      </p:cxnSp>
      <p:cxnSp>
        <p:nvCxnSpPr>
          <p:cNvPr id="19184" name="Google Shape;19184;p88"/>
          <p:cNvCxnSpPr>
            <a:stCxn id="19173" idx="4"/>
            <a:endCxn id="19179" idx="0"/>
          </p:cNvCxnSpPr>
          <p:nvPr/>
        </p:nvCxnSpPr>
        <p:spPr>
          <a:xfrm rot="5400000">
            <a:off x="2798635" y="1946426"/>
            <a:ext cx="201900" cy="821700"/>
          </a:xfrm>
          <a:prstGeom prst="curvedConnector3">
            <a:avLst>
              <a:gd fmla="val 49995" name="adj1"/>
            </a:avLst>
          </a:prstGeom>
          <a:noFill/>
          <a:ln cap="flat" cmpd="sng" w="19050">
            <a:solidFill>
              <a:srgbClr val="5F7D95"/>
            </a:solidFill>
            <a:prstDash val="solid"/>
            <a:round/>
            <a:headEnd len="med" w="med" type="none"/>
            <a:tailEnd len="med" w="med" type="none"/>
          </a:ln>
        </p:spPr>
      </p:cxnSp>
      <p:cxnSp>
        <p:nvCxnSpPr>
          <p:cNvPr id="19185" name="Google Shape;19185;p88"/>
          <p:cNvCxnSpPr>
            <a:stCxn id="19172" idx="4"/>
            <a:endCxn id="19178" idx="0"/>
          </p:cNvCxnSpPr>
          <p:nvPr/>
        </p:nvCxnSpPr>
        <p:spPr>
          <a:xfrm flipH="1" rot="-5400000">
            <a:off x="2258680" y="2356226"/>
            <a:ext cx="201900" cy="2100"/>
          </a:xfrm>
          <a:prstGeom prst="curvedConnector3">
            <a:avLst>
              <a:gd fmla="val 49995" name="adj1"/>
            </a:avLst>
          </a:prstGeom>
          <a:noFill/>
          <a:ln cap="flat" cmpd="sng" w="19050">
            <a:solidFill>
              <a:srgbClr val="5F7D95"/>
            </a:solidFill>
            <a:prstDash val="solid"/>
            <a:round/>
            <a:headEnd len="med" w="med" type="none"/>
            <a:tailEnd len="med" w="med" type="none"/>
          </a:ln>
        </p:spPr>
      </p:cxnSp>
      <p:cxnSp>
        <p:nvCxnSpPr>
          <p:cNvPr id="19186" name="Google Shape;19186;p88"/>
          <p:cNvCxnSpPr>
            <a:stCxn id="19174" idx="0"/>
            <a:endCxn id="19180" idx="4"/>
          </p:cNvCxnSpPr>
          <p:nvPr/>
        </p:nvCxnSpPr>
        <p:spPr>
          <a:xfrm rot="-5400000">
            <a:off x="1717824" y="2939735"/>
            <a:ext cx="203700" cy="825900"/>
          </a:xfrm>
          <a:prstGeom prst="curvedConnector3">
            <a:avLst>
              <a:gd fmla="val 50004" name="adj1"/>
            </a:avLst>
          </a:prstGeom>
          <a:noFill/>
          <a:ln cap="flat" cmpd="sng" w="19050">
            <a:solidFill>
              <a:srgbClr val="5F7D95"/>
            </a:solidFill>
            <a:prstDash val="solid"/>
            <a:round/>
            <a:headEnd len="med" w="med" type="none"/>
            <a:tailEnd len="med" w="med" type="none"/>
          </a:ln>
        </p:spPr>
      </p:cxnSp>
      <p:cxnSp>
        <p:nvCxnSpPr>
          <p:cNvPr id="19187" name="Google Shape;19187;p88"/>
          <p:cNvCxnSpPr>
            <a:stCxn id="19176" idx="0"/>
            <a:endCxn id="19182" idx="4"/>
          </p:cNvCxnSpPr>
          <p:nvPr/>
        </p:nvCxnSpPr>
        <p:spPr>
          <a:xfrm flipH="1" rot="5400000">
            <a:off x="2797722" y="2941835"/>
            <a:ext cx="203700" cy="821700"/>
          </a:xfrm>
          <a:prstGeom prst="curvedConnector3">
            <a:avLst>
              <a:gd fmla="val 50004" name="adj1"/>
            </a:avLst>
          </a:prstGeom>
          <a:noFill/>
          <a:ln cap="flat" cmpd="sng" w="19050">
            <a:solidFill>
              <a:srgbClr val="5F7D95"/>
            </a:solidFill>
            <a:prstDash val="solid"/>
            <a:round/>
            <a:headEnd len="med" w="med" type="none"/>
            <a:tailEnd len="med" w="med" type="none"/>
          </a:ln>
        </p:spPr>
      </p:cxnSp>
      <p:cxnSp>
        <p:nvCxnSpPr>
          <p:cNvPr id="19188" name="Google Shape;19188;p88"/>
          <p:cNvCxnSpPr>
            <a:stCxn id="19175" idx="0"/>
            <a:endCxn id="19181" idx="4"/>
          </p:cNvCxnSpPr>
          <p:nvPr/>
        </p:nvCxnSpPr>
        <p:spPr>
          <a:xfrm rot="-5400000">
            <a:off x="2257767" y="3351635"/>
            <a:ext cx="203700" cy="2100"/>
          </a:xfrm>
          <a:prstGeom prst="curvedConnector3">
            <a:avLst>
              <a:gd fmla="val 50004" name="adj1"/>
            </a:avLst>
          </a:prstGeom>
          <a:noFill/>
          <a:ln cap="flat" cmpd="sng" w="19050">
            <a:solidFill>
              <a:srgbClr val="5F7D95"/>
            </a:solidFill>
            <a:prstDash val="solid"/>
            <a:round/>
            <a:headEnd len="med" w="med" type="none"/>
            <a:tailEnd len="med" w="med" type="none"/>
          </a:ln>
        </p:spPr>
      </p:cxnSp>
      <p:sp>
        <p:nvSpPr>
          <p:cNvPr id="19189" name="Google Shape;19189;p88"/>
          <p:cNvSpPr/>
          <p:nvPr/>
        </p:nvSpPr>
        <p:spPr>
          <a:xfrm>
            <a:off x="4239724" y="2708319"/>
            <a:ext cx="779136" cy="252234"/>
          </a:xfrm>
          <a:custGeom>
            <a:rect b="b" l="l" r="r" t="t"/>
            <a:pathLst>
              <a:path extrusionOk="0" h="14358" w="44351">
                <a:moveTo>
                  <a:pt x="1599" y="0"/>
                </a:moveTo>
                <a:cubicBezTo>
                  <a:pt x="708" y="0"/>
                  <a:pt x="1" y="708"/>
                  <a:pt x="1" y="1598"/>
                </a:cubicBezTo>
                <a:lnTo>
                  <a:pt x="1" y="5706"/>
                </a:lnTo>
                <a:lnTo>
                  <a:pt x="1484" y="7190"/>
                </a:lnTo>
                <a:lnTo>
                  <a:pt x="1" y="8674"/>
                </a:lnTo>
                <a:lnTo>
                  <a:pt x="1" y="12759"/>
                </a:lnTo>
                <a:cubicBezTo>
                  <a:pt x="1" y="13650"/>
                  <a:pt x="708" y="14357"/>
                  <a:pt x="1599" y="14357"/>
                </a:cubicBezTo>
                <a:lnTo>
                  <a:pt x="41269" y="14357"/>
                </a:lnTo>
                <a:cubicBezTo>
                  <a:pt x="42136" y="14357"/>
                  <a:pt x="42867" y="13650"/>
                  <a:pt x="42867" y="12759"/>
                </a:cubicBezTo>
                <a:lnTo>
                  <a:pt x="42867" y="8674"/>
                </a:lnTo>
                <a:lnTo>
                  <a:pt x="44350" y="7190"/>
                </a:lnTo>
                <a:lnTo>
                  <a:pt x="42867" y="5706"/>
                </a:lnTo>
                <a:lnTo>
                  <a:pt x="42867" y="1598"/>
                </a:lnTo>
                <a:cubicBezTo>
                  <a:pt x="42867" y="708"/>
                  <a:pt x="42136" y="0"/>
                  <a:pt x="41269"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0" name="Google Shape;19190;p88"/>
          <p:cNvSpPr/>
          <p:nvPr/>
        </p:nvSpPr>
        <p:spPr>
          <a:xfrm>
            <a:off x="5018842" y="2708319"/>
            <a:ext cx="779119" cy="252234"/>
          </a:xfrm>
          <a:custGeom>
            <a:rect b="b" l="l" r="r" t="t"/>
            <a:pathLst>
              <a:path extrusionOk="0" h="14358" w="44350">
                <a:moveTo>
                  <a:pt x="42866" y="5706"/>
                </a:moveTo>
                <a:lnTo>
                  <a:pt x="42866" y="1598"/>
                </a:lnTo>
                <a:cubicBezTo>
                  <a:pt x="42866" y="708"/>
                  <a:pt x="42136" y="0"/>
                  <a:pt x="41268" y="0"/>
                </a:cubicBezTo>
                <a:lnTo>
                  <a:pt x="1598" y="0"/>
                </a:lnTo>
                <a:cubicBezTo>
                  <a:pt x="708" y="0"/>
                  <a:pt x="0" y="708"/>
                  <a:pt x="0" y="1598"/>
                </a:cubicBezTo>
                <a:lnTo>
                  <a:pt x="0" y="5706"/>
                </a:lnTo>
                <a:lnTo>
                  <a:pt x="1484" y="7190"/>
                </a:lnTo>
                <a:lnTo>
                  <a:pt x="0" y="8674"/>
                </a:lnTo>
                <a:lnTo>
                  <a:pt x="0" y="12759"/>
                </a:lnTo>
                <a:cubicBezTo>
                  <a:pt x="0" y="13650"/>
                  <a:pt x="708" y="14357"/>
                  <a:pt x="1598" y="14357"/>
                </a:cubicBezTo>
                <a:lnTo>
                  <a:pt x="41268" y="14357"/>
                </a:lnTo>
                <a:cubicBezTo>
                  <a:pt x="42136" y="14357"/>
                  <a:pt x="42866" y="13650"/>
                  <a:pt x="42866" y="12759"/>
                </a:cubicBezTo>
                <a:lnTo>
                  <a:pt x="42866" y="8674"/>
                </a:lnTo>
                <a:lnTo>
                  <a:pt x="44350" y="7190"/>
                </a:lnTo>
                <a:lnTo>
                  <a:pt x="42866" y="5706"/>
                </a:lnTo>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1" name="Google Shape;19191;p88"/>
          <p:cNvSpPr/>
          <p:nvPr/>
        </p:nvSpPr>
        <p:spPr>
          <a:xfrm>
            <a:off x="5797943" y="2708319"/>
            <a:ext cx="778732" cy="252234"/>
          </a:xfrm>
          <a:custGeom>
            <a:rect b="b" l="l" r="r" t="t"/>
            <a:pathLst>
              <a:path extrusionOk="0" h="14358" w="44328">
                <a:moveTo>
                  <a:pt x="42844" y="5706"/>
                </a:moveTo>
                <a:lnTo>
                  <a:pt x="42844" y="1598"/>
                </a:lnTo>
                <a:cubicBezTo>
                  <a:pt x="42844" y="708"/>
                  <a:pt x="42136" y="0"/>
                  <a:pt x="41246" y="0"/>
                </a:cubicBezTo>
                <a:lnTo>
                  <a:pt x="1599" y="0"/>
                </a:lnTo>
                <a:cubicBezTo>
                  <a:pt x="708" y="0"/>
                  <a:pt x="1" y="708"/>
                  <a:pt x="1" y="1598"/>
                </a:cubicBezTo>
                <a:lnTo>
                  <a:pt x="1" y="5706"/>
                </a:lnTo>
                <a:lnTo>
                  <a:pt x="1485" y="7190"/>
                </a:lnTo>
                <a:lnTo>
                  <a:pt x="1" y="8674"/>
                </a:lnTo>
                <a:lnTo>
                  <a:pt x="1" y="12759"/>
                </a:lnTo>
                <a:cubicBezTo>
                  <a:pt x="1" y="13650"/>
                  <a:pt x="708" y="14357"/>
                  <a:pt x="1599" y="14357"/>
                </a:cubicBezTo>
                <a:lnTo>
                  <a:pt x="41246" y="14357"/>
                </a:lnTo>
                <a:cubicBezTo>
                  <a:pt x="42136" y="14357"/>
                  <a:pt x="42844" y="13650"/>
                  <a:pt x="42844" y="12759"/>
                </a:cubicBezTo>
                <a:lnTo>
                  <a:pt x="42844" y="8674"/>
                </a:lnTo>
                <a:lnTo>
                  <a:pt x="44328" y="7190"/>
                </a:lnTo>
                <a:lnTo>
                  <a:pt x="42844" y="5706"/>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9192" name="Google Shape;19192;p88"/>
          <p:cNvSpPr/>
          <p:nvPr/>
        </p:nvSpPr>
        <p:spPr>
          <a:xfrm>
            <a:off x="6576658" y="2708319"/>
            <a:ext cx="779136" cy="252234"/>
          </a:xfrm>
          <a:custGeom>
            <a:rect b="b" l="l" r="r" t="t"/>
            <a:pathLst>
              <a:path extrusionOk="0" h="14358" w="44351">
                <a:moveTo>
                  <a:pt x="42867" y="5706"/>
                </a:moveTo>
                <a:lnTo>
                  <a:pt x="42867" y="1598"/>
                </a:lnTo>
                <a:cubicBezTo>
                  <a:pt x="42867" y="708"/>
                  <a:pt x="42159" y="0"/>
                  <a:pt x="41269" y="0"/>
                </a:cubicBezTo>
                <a:lnTo>
                  <a:pt x="1598" y="0"/>
                </a:lnTo>
                <a:cubicBezTo>
                  <a:pt x="731" y="0"/>
                  <a:pt x="1" y="708"/>
                  <a:pt x="1" y="1598"/>
                </a:cubicBezTo>
                <a:lnTo>
                  <a:pt x="1" y="5706"/>
                </a:lnTo>
                <a:lnTo>
                  <a:pt x="1507" y="7190"/>
                </a:lnTo>
                <a:lnTo>
                  <a:pt x="1" y="8674"/>
                </a:lnTo>
                <a:lnTo>
                  <a:pt x="1" y="12759"/>
                </a:lnTo>
                <a:cubicBezTo>
                  <a:pt x="1" y="13650"/>
                  <a:pt x="731" y="14357"/>
                  <a:pt x="1598" y="14357"/>
                </a:cubicBezTo>
                <a:lnTo>
                  <a:pt x="41269" y="14357"/>
                </a:lnTo>
                <a:cubicBezTo>
                  <a:pt x="42159" y="14357"/>
                  <a:pt x="42867" y="13650"/>
                  <a:pt x="42867" y="12759"/>
                </a:cubicBezTo>
                <a:lnTo>
                  <a:pt x="42867" y="8674"/>
                </a:lnTo>
                <a:lnTo>
                  <a:pt x="44350" y="7190"/>
                </a:lnTo>
                <a:lnTo>
                  <a:pt x="42867" y="57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9193" name="Google Shape;19193;p88"/>
          <p:cNvSpPr/>
          <p:nvPr/>
        </p:nvSpPr>
        <p:spPr>
          <a:xfrm>
            <a:off x="7355776" y="2708319"/>
            <a:ext cx="779119" cy="252234"/>
          </a:xfrm>
          <a:custGeom>
            <a:rect b="b" l="l" r="r" t="t"/>
            <a:pathLst>
              <a:path extrusionOk="0" h="14358" w="44350">
                <a:moveTo>
                  <a:pt x="42866" y="5706"/>
                </a:moveTo>
                <a:lnTo>
                  <a:pt x="42866" y="1598"/>
                </a:lnTo>
                <a:cubicBezTo>
                  <a:pt x="42866" y="708"/>
                  <a:pt x="42159" y="0"/>
                  <a:pt x="41268" y="0"/>
                </a:cubicBezTo>
                <a:lnTo>
                  <a:pt x="1598" y="0"/>
                </a:lnTo>
                <a:cubicBezTo>
                  <a:pt x="731" y="0"/>
                  <a:pt x="0" y="708"/>
                  <a:pt x="0" y="1598"/>
                </a:cubicBezTo>
                <a:lnTo>
                  <a:pt x="0" y="5706"/>
                </a:lnTo>
                <a:lnTo>
                  <a:pt x="1484" y="7190"/>
                </a:lnTo>
                <a:lnTo>
                  <a:pt x="0" y="8674"/>
                </a:lnTo>
                <a:lnTo>
                  <a:pt x="0" y="12759"/>
                </a:lnTo>
                <a:cubicBezTo>
                  <a:pt x="0" y="13650"/>
                  <a:pt x="731" y="14357"/>
                  <a:pt x="1598" y="14357"/>
                </a:cubicBezTo>
                <a:lnTo>
                  <a:pt x="41268" y="14357"/>
                </a:lnTo>
                <a:cubicBezTo>
                  <a:pt x="42159" y="14357"/>
                  <a:pt x="42866" y="13650"/>
                  <a:pt x="42866" y="12759"/>
                </a:cubicBezTo>
                <a:lnTo>
                  <a:pt x="42866" y="8674"/>
                </a:lnTo>
                <a:lnTo>
                  <a:pt x="44350" y="7190"/>
                </a:lnTo>
                <a:lnTo>
                  <a:pt x="42866" y="5706"/>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9194" name="Google Shape;19194;p88"/>
          <p:cNvSpPr/>
          <p:nvPr/>
        </p:nvSpPr>
        <p:spPr>
          <a:xfrm>
            <a:off x="4429400" y="1662350"/>
            <a:ext cx="342847" cy="386555"/>
          </a:xfrm>
          <a:custGeom>
            <a:rect b="b" l="l" r="r" t="t"/>
            <a:pathLst>
              <a:path extrusionOk="0" h="22004" w="19516">
                <a:moveTo>
                  <a:pt x="9758" y="0"/>
                </a:moveTo>
                <a:cubicBezTo>
                  <a:pt x="9456" y="0"/>
                  <a:pt x="9153" y="80"/>
                  <a:pt x="8879" y="240"/>
                </a:cubicBezTo>
                <a:lnTo>
                  <a:pt x="867" y="4851"/>
                </a:lnTo>
                <a:cubicBezTo>
                  <a:pt x="320" y="5170"/>
                  <a:pt x="0" y="5741"/>
                  <a:pt x="0" y="6380"/>
                </a:cubicBezTo>
                <a:lnTo>
                  <a:pt x="0" y="15624"/>
                </a:lnTo>
                <a:cubicBezTo>
                  <a:pt x="0" y="16263"/>
                  <a:pt x="320" y="16834"/>
                  <a:pt x="867" y="17131"/>
                </a:cubicBezTo>
                <a:lnTo>
                  <a:pt x="8879" y="21764"/>
                </a:lnTo>
                <a:cubicBezTo>
                  <a:pt x="9153" y="21924"/>
                  <a:pt x="9456" y="22004"/>
                  <a:pt x="9758" y="22004"/>
                </a:cubicBezTo>
                <a:cubicBezTo>
                  <a:pt x="10060" y="22004"/>
                  <a:pt x="10363" y="21924"/>
                  <a:pt x="10637" y="21764"/>
                </a:cubicBezTo>
                <a:lnTo>
                  <a:pt x="18648" y="17131"/>
                </a:lnTo>
                <a:cubicBezTo>
                  <a:pt x="19196" y="16834"/>
                  <a:pt x="19516" y="16263"/>
                  <a:pt x="19516" y="15624"/>
                </a:cubicBezTo>
                <a:lnTo>
                  <a:pt x="19516" y="6380"/>
                </a:lnTo>
                <a:cubicBezTo>
                  <a:pt x="19516" y="5741"/>
                  <a:pt x="19196" y="5170"/>
                  <a:pt x="18648" y="4851"/>
                </a:cubicBezTo>
                <a:lnTo>
                  <a:pt x="10637" y="240"/>
                </a:lnTo>
                <a:cubicBezTo>
                  <a:pt x="10363" y="80"/>
                  <a:pt x="10060" y="0"/>
                  <a:pt x="9758"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5" name="Google Shape;19195;p88"/>
          <p:cNvSpPr/>
          <p:nvPr/>
        </p:nvSpPr>
        <p:spPr>
          <a:xfrm>
            <a:off x="5244198" y="3658334"/>
            <a:ext cx="342847" cy="386678"/>
          </a:xfrm>
          <a:custGeom>
            <a:rect b="b" l="l" r="r" t="t"/>
            <a:pathLst>
              <a:path extrusionOk="0" h="22011" w="19516">
                <a:moveTo>
                  <a:pt x="9758" y="1"/>
                </a:moveTo>
                <a:cubicBezTo>
                  <a:pt x="9456" y="1"/>
                  <a:pt x="9153" y="75"/>
                  <a:pt x="8879" y="223"/>
                </a:cubicBezTo>
                <a:lnTo>
                  <a:pt x="868" y="4857"/>
                </a:lnTo>
                <a:cubicBezTo>
                  <a:pt x="320" y="5177"/>
                  <a:pt x="0" y="5747"/>
                  <a:pt x="0" y="6363"/>
                </a:cubicBezTo>
                <a:lnTo>
                  <a:pt x="0" y="15630"/>
                </a:lnTo>
                <a:cubicBezTo>
                  <a:pt x="0" y="16247"/>
                  <a:pt x="320" y="16817"/>
                  <a:pt x="868" y="17137"/>
                </a:cubicBezTo>
                <a:lnTo>
                  <a:pt x="8879" y="21770"/>
                </a:lnTo>
                <a:cubicBezTo>
                  <a:pt x="9153" y="21930"/>
                  <a:pt x="9456" y="22010"/>
                  <a:pt x="9758" y="22010"/>
                </a:cubicBezTo>
                <a:cubicBezTo>
                  <a:pt x="10060" y="22010"/>
                  <a:pt x="10363" y="21930"/>
                  <a:pt x="10637" y="21770"/>
                </a:cubicBezTo>
                <a:lnTo>
                  <a:pt x="18648" y="17137"/>
                </a:lnTo>
                <a:cubicBezTo>
                  <a:pt x="19196" y="16817"/>
                  <a:pt x="19516" y="16247"/>
                  <a:pt x="19516" y="15630"/>
                </a:cubicBezTo>
                <a:lnTo>
                  <a:pt x="19516" y="6363"/>
                </a:lnTo>
                <a:cubicBezTo>
                  <a:pt x="19516" y="5747"/>
                  <a:pt x="19196" y="5177"/>
                  <a:pt x="18648" y="4857"/>
                </a:cubicBezTo>
                <a:lnTo>
                  <a:pt x="10637" y="223"/>
                </a:lnTo>
                <a:cubicBezTo>
                  <a:pt x="10363" y="75"/>
                  <a:pt x="10060" y="1"/>
                  <a:pt x="9758"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6" name="Google Shape;19196;p88"/>
          <p:cNvSpPr/>
          <p:nvPr/>
        </p:nvSpPr>
        <p:spPr>
          <a:xfrm>
            <a:off x="6007260" y="1662350"/>
            <a:ext cx="342865" cy="386555"/>
          </a:xfrm>
          <a:custGeom>
            <a:rect b="b" l="l" r="r" t="t"/>
            <a:pathLst>
              <a:path extrusionOk="0" h="22004" w="19517">
                <a:moveTo>
                  <a:pt x="9759" y="0"/>
                </a:moveTo>
                <a:cubicBezTo>
                  <a:pt x="9456" y="0"/>
                  <a:pt x="9154" y="80"/>
                  <a:pt x="8880" y="240"/>
                </a:cubicBezTo>
                <a:lnTo>
                  <a:pt x="868" y="4851"/>
                </a:lnTo>
                <a:cubicBezTo>
                  <a:pt x="320" y="5170"/>
                  <a:pt x="1" y="5741"/>
                  <a:pt x="1" y="6380"/>
                </a:cubicBezTo>
                <a:lnTo>
                  <a:pt x="1" y="15624"/>
                </a:lnTo>
                <a:cubicBezTo>
                  <a:pt x="1" y="16263"/>
                  <a:pt x="320" y="16834"/>
                  <a:pt x="868" y="17131"/>
                </a:cubicBezTo>
                <a:lnTo>
                  <a:pt x="8880" y="21764"/>
                </a:lnTo>
                <a:cubicBezTo>
                  <a:pt x="9154" y="21924"/>
                  <a:pt x="9456" y="22004"/>
                  <a:pt x="9759" y="22004"/>
                </a:cubicBezTo>
                <a:cubicBezTo>
                  <a:pt x="10061" y="22004"/>
                  <a:pt x="10363" y="21924"/>
                  <a:pt x="10637" y="21764"/>
                </a:cubicBezTo>
                <a:lnTo>
                  <a:pt x="18649" y="17131"/>
                </a:lnTo>
                <a:cubicBezTo>
                  <a:pt x="19197" y="16834"/>
                  <a:pt x="19516" y="16263"/>
                  <a:pt x="19516" y="15624"/>
                </a:cubicBezTo>
                <a:lnTo>
                  <a:pt x="19516" y="6380"/>
                </a:lnTo>
                <a:cubicBezTo>
                  <a:pt x="19516" y="5741"/>
                  <a:pt x="19197" y="5170"/>
                  <a:pt x="18649" y="4851"/>
                </a:cubicBezTo>
                <a:lnTo>
                  <a:pt x="10637" y="240"/>
                </a:lnTo>
                <a:cubicBezTo>
                  <a:pt x="10363" y="80"/>
                  <a:pt x="10061" y="0"/>
                  <a:pt x="9759"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7" name="Google Shape;19197;p88"/>
          <p:cNvSpPr/>
          <p:nvPr/>
        </p:nvSpPr>
        <p:spPr>
          <a:xfrm>
            <a:off x="6796005" y="3658439"/>
            <a:ext cx="343251" cy="386661"/>
          </a:xfrm>
          <a:custGeom>
            <a:rect b="b" l="l" r="r" t="t"/>
            <a:pathLst>
              <a:path extrusionOk="0" h="22010" w="19539">
                <a:moveTo>
                  <a:pt x="9761" y="1"/>
                </a:moveTo>
                <a:cubicBezTo>
                  <a:pt x="9461" y="1"/>
                  <a:pt x="9164" y="80"/>
                  <a:pt x="8902" y="240"/>
                </a:cubicBezTo>
                <a:lnTo>
                  <a:pt x="867" y="4874"/>
                </a:lnTo>
                <a:cubicBezTo>
                  <a:pt x="342" y="5171"/>
                  <a:pt x="0" y="5741"/>
                  <a:pt x="0" y="6380"/>
                </a:cubicBezTo>
                <a:lnTo>
                  <a:pt x="0" y="15647"/>
                </a:lnTo>
                <a:cubicBezTo>
                  <a:pt x="0" y="16264"/>
                  <a:pt x="342" y="16834"/>
                  <a:pt x="867" y="17154"/>
                </a:cubicBezTo>
                <a:lnTo>
                  <a:pt x="8902" y="21787"/>
                </a:lnTo>
                <a:cubicBezTo>
                  <a:pt x="9164" y="21936"/>
                  <a:pt x="9461" y="22010"/>
                  <a:pt x="9761" y="22010"/>
                </a:cubicBezTo>
                <a:cubicBezTo>
                  <a:pt x="10060" y="22010"/>
                  <a:pt x="10363" y="21936"/>
                  <a:pt x="10637" y="21787"/>
                </a:cubicBezTo>
                <a:lnTo>
                  <a:pt x="18671" y="17154"/>
                </a:lnTo>
                <a:cubicBezTo>
                  <a:pt x="19196" y="16834"/>
                  <a:pt x="19539" y="16264"/>
                  <a:pt x="19539" y="15647"/>
                </a:cubicBezTo>
                <a:lnTo>
                  <a:pt x="19539" y="6380"/>
                </a:lnTo>
                <a:cubicBezTo>
                  <a:pt x="19539" y="5741"/>
                  <a:pt x="19196" y="5171"/>
                  <a:pt x="18671" y="4874"/>
                </a:cubicBezTo>
                <a:lnTo>
                  <a:pt x="10637" y="240"/>
                </a:lnTo>
                <a:cubicBezTo>
                  <a:pt x="10363" y="80"/>
                  <a:pt x="10060" y="1"/>
                  <a:pt x="9761"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8" name="Google Shape;19198;p88"/>
          <p:cNvSpPr/>
          <p:nvPr/>
        </p:nvSpPr>
        <p:spPr>
          <a:xfrm>
            <a:off x="7585137" y="1662350"/>
            <a:ext cx="342847" cy="386555"/>
          </a:xfrm>
          <a:custGeom>
            <a:rect b="b" l="l" r="r" t="t"/>
            <a:pathLst>
              <a:path extrusionOk="0" h="22004" w="19516">
                <a:moveTo>
                  <a:pt x="9758" y="0"/>
                </a:moveTo>
                <a:cubicBezTo>
                  <a:pt x="9456" y="0"/>
                  <a:pt x="9153" y="80"/>
                  <a:pt x="8879" y="240"/>
                </a:cubicBezTo>
                <a:lnTo>
                  <a:pt x="868" y="4851"/>
                </a:lnTo>
                <a:cubicBezTo>
                  <a:pt x="320" y="5170"/>
                  <a:pt x="0" y="5741"/>
                  <a:pt x="0" y="6380"/>
                </a:cubicBezTo>
                <a:lnTo>
                  <a:pt x="0" y="15624"/>
                </a:lnTo>
                <a:cubicBezTo>
                  <a:pt x="0" y="16263"/>
                  <a:pt x="320" y="16834"/>
                  <a:pt x="868" y="17131"/>
                </a:cubicBezTo>
                <a:lnTo>
                  <a:pt x="8879" y="21764"/>
                </a:lnTo>
                <a:cubicBezTo>
                  <a:pt x="9153" y="21924"/>
                  <a:pt x="9456" y="22004"/>
                  <a:pt x="9758" y="22004"/>
                </a:cubicBezTo>
                <a:cubicBezTo>
                  <a:pt x="10061" y="22004"/>
                  <a:pt x="10363" y="21924"/>
                  <a:pt x="10637" y="21764"/>
                </a:cubicBezTo>
                <a:lnTo>
                  <a:pt x="18649" y="17131"/>
                </a:lnTo>
                <a:cubicBezTo>
                  <a:pt x="19196" y="16834"/>
                  <a:pt x="19516" y="16263"/>
                  <a:pt x="19516" y="15624"/>
                </a:cubicBezTo>
                <a:lnTo>
                  <a:pt x="19516" y="6380"/>
                </a:lnTo>
                <a:cubicBezTo>
                  <a:pt x="19516" y="5741"/>
                  <a:pt x="19196" y="5170"/>
                  <a:pt x="18649" y="4851"/>
                </a:cubicBezTo>
                <a:lnTo>
                  <a:pt x="10637" y="240"/>
                </a:lnTo>
                <a:cubicBezTo>
                  <a:pt x="10363" y="80"/>
                  <a:pt x="10061" y="0"/>
                  <a:pt x="9758"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9" name="Google Shape;19199;p88"/>
          <p:cNvSpPr/>
          <p:nvPr/>
        </p:nvSpPr>
        <p:spPr>
          <a:xfrm>
            <a:off x="4569763" y="2579382"/>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0" name="Google Shape;19200;p88"/>
          <p:cNvSpPr/>
          <p:nvPr/>
        </p:nvSpPr>
        <p:spPr>
          <a:xfrm>
            <a:off x="6147625" y="2579382"/>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1" name="Google Shape;19201;p88"/>
          <p:cNvSpPr/>
          <p:nvPr/>
        </p:nvSpPr>
        <p:spPr>
          <a:xfrm>
            <a:off x="7725475" y="2579382"/>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2" name="Google Shape;19202;p88"/>
          <p:cNvSpPr/>
          <p:nvPr/>
        </p:nvSpPr>
        <p:spPr>
          <a:xfrm>
            <a:off x="5384563" y="2999720"/>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3" name="Google Shape;19203;p88"/>
          <p:cNvSpPr/>
          <p:nvPr/>
        </p:nvSpPr>
        <p:spPr>
          <a:xfrm>
            <a:off x="6936563" y="2999770"/>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4" name="Google Shape;19204;p88"/>
          <p:cNvSpPr txBox="1"/>
          <p:nvPr/>
        </p:nvSpPr>
        <p:spPr>
          <a:xfrm>
            <a:off x="4331422" y="2719909"/>
            <a:ext cx="538800" cy="22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900">
                <a:solidFill>
                  <a:srgbClr val="FFFFFF"/>
                </a:solidFill>
              </a:rPr>
              <a:t>2016</a:t>
            </a:r>
            <a:endParaRPr b="1" sz="900">
              <a:solidFill>
                <a:srgbClr val="FFFFFF"/>
              </a:solidFill>
            </a:endParaRPr>
          </a:p>
        </p:txBody>
      </p:sp>
      <p:sp>
        <p:nvSpPr>
          <p:cNvPr id="19205" name="Google Shape;19205;p88"/>
          <p:cNvSpPr/>
          <p:nvPr/>
        </p:nvSpPr>
        <p:spPr>
          <a:xfrm>
            <a:off x="4569763" y="207525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6" name="Google Shape;19206;p88"/>
          <p:cNvSpPr/>
          <p:nvPr/>
        </p:nvSpPr>
        <p:spPr>
          <a:xfrm>
            <a:off x="6153050" y="207525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7" name="Google Shape;19207;p88"/>
          <p:cNvSpPr/>
          <p:nvPr/>
        </p:nvSpPr>
        <p:spPr>
          <a:xfrm>
            <a:off x="7725475" y="207525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8" name="Google Shape;19208;p88"/>
          <p:cNvSpPr/>
          <p:nvPr/>
        </p:nvSpPr>
        <p:spPr>
          <a:xfrm>
            <a:off x="5384166" y="356959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9" name="Google Shape;19209;p88"/>
          <p:cNvSpPr/>
          <p:nvPr/>
        </p:nvSpPr>
        <p:spPr>
          <a:xfrm>
            <a:off x="6936566" y="356959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210" name="Google Shape;19210;p88"/>
          <p:cNvCxnSpPr>
            <a:stCxn id="19199" idx="0"/>
            <a:endCxn id="19205" idx="4"/>
          </p:cNvCxnSpPr>
          <p:nvPr/>
        </p:nvCxnSpPr>
        <p:spPr>
          <a:xfrm rot="10800000">
            <a:off x="4600813" y="2137482"/>
            <a:ext cx="0" cy="441900"/>
          </a:xfrm>
          <a:prstGeom prst="straightConnector1">
            <a:avLst/>
          </a:prstGeom>
          <a:noFill/>
          <a:ln cap="flat" cmpd="sng" w="9525">
            <a:solidFill>
              <a:srgbClr val="A5B7C6"/>
            </a:solidFill>
            <a:prstDash val="dash"/>
            <a:round/>
            <a:headEnd len="med" w="med" type="none"/>
            <a:tailEnd len="med" w="med" type="none"/>
          </a:ln>
        </p:spPr>
      </p:cxnSp>
      <p:cxnSp>
        <p:nvCxnSpPr>
          <p:cNvPr id="19211" name="Google Shape;19211;p88"/>
          <p:cNvCxnSpPr>
            <a:stCxn id="19200" idx="0"/>
            <a:endCxn id="19206" idx="4"/>
          </p:cNvCxnSpPr>
          <p:nvPr/>
        </p:nvCxnSpPr>
        <p:spPr>
          <a:xfrm flipH="1" rot="10800000">
            <a:off x="6178675" y="2137482"/>
            <a:ext cx="5400" cy="441900"/>
          </a:xfrm>
          <a:prstGeom prst="straightConnector1">
            <a:avLst/>
          </a:prstGeom>
          <a:noFill/>
          <a:ln cap="flat" cmpd="sng" w="9525">
            <a:solidFill>
              <a:srgbClr val="A5B7C6"/>
            </a:solidFill>
            <a:prstDash val="dash"/>
            <a:round/>
            <a:headEnd len="med" w="med" type="none"/>
            <a:tailEnd len="med" w="med" type="none"/>
          </a:ln>
        </p:spPr>
      </p:cxnSp>
      <p:cxnSp>
        <p:nvCxnSpPr>
          <p:cNvPr id="19212" name="Google Shape;19212;p88"/>
          <p:cNvCxnSpPr>
            <a:stCxn id="19201" idx="0"/>
            <a:endCxn id="19207" idx="4"/>
          </p:cNvCxnSpPr>
          <p:nvPr/>
        </p:nvCxnSpPr>
        <p:spPr>
          <a:xfrm rot="10800000">
            <a:off x="7756525" y="2137482"/>
            <a:ext cx="0" cy="441900"/>
          </a:xfrm>
          <a:prstGeom prst="straightConnector1">
            <a:avLst/>
          </a:prstGeom>
          <a:noFill/>
          <a:ln cap="flat" cmpd="sng" w="9525">
            <a:solidFill>
              <a:srgbClr val="A5B7C6"/>
            </a:solidFill>
            <a:prstDash val="dash"/>
            <a:round/>
            <a:headEnd len="med" w="med" type="none"/>
            <a:tailEnd len="med" w="med" type="none"/>
          </a:ln>
        </p:spPr>
      </p:cxnSp>
      <p:cxnSp>
        <p:nvCxnSpPr>
          <p:cNvPr id="19213" name="Google Shape;19213;p88"/>
          <p:cNvCxnSpPr>
            <a:stCxn id="19202" idx="4"/>
            <a:endCxn id="19208" idx="0"/>
          </p:cNvCxnSpPr>
          <p:nvPr/>
        </p:nvCxnSpPr>
        <p:spPr>
          <a:xfrm flipH="1">
            <a:off x="5415313" y="3061820"/>
            <a:ext cx="300" cy="507900"/>
          </a:xfrm>
          <a:prstGeom prst="straightConnector1">
            <a:avLst/>
          </a:prstGeom>
          <a:noFill/>
          <a:ln cap="flat" cmpd="sng" w="9525">
            <a:solidFill>
              <a:srgbClr val="A5B7C6"/>
            </a:solidFill>
            <a:prstDash val="dash"/>
            <a:round/>
            <a:headEnd len="med" w="med" type="none"/>
            <a:tailEnd len="med" w="med" type="none"/>
          </a:ln>
        </p:spPr>
      </p:cxnSp>
      <p:cxnSp>
        <p:nvCxnSpPr>
          <p:cNvPr id="19214" name="Google Shape;19214;p88"/>
          <p:cNvCxnSpPr>
            <a:stCxn id="19203" idx="4"/>
            <a:endCxn id="19209" idx="0"/>
          </p:cNvCxnSpPr>
          <p:nvPr/>
        </p:nvCxnSpPr>
        <p:spPr>
          <a:xfrm>
            <a:off x="6967613" y="3061870"/>
            <a:ext cx="0" cy="507600"/>
          </a:xfrm>
          <a:prstGeom prst="straightConnector1">
            <a:avLst/>
          </a:prstGeom>
          <a:noFill/>
          <a:ln cap="flat" cmpd="sng" w="9525">
            <a:solidFill>
              <a:srgbClr val="A5B7C6"/>
            </a:solidFill>
            <a:prstDash val="dash"/>
            <a:round/>
            <a:headEnd len="med" w="med" type="none"/>
            <a:tailEnd len="med" w="med" type="none"/>
          </a:ln>
        </p:spPr>
      </p:cxnSp>
      <p:sp>
        <p:nvSpPr>
          <p:cNvPr id="19215" name="Google Shape;19215;p88"/>
          <p:cNvSpPr txBox="1"/>
          <p:nvPr/>
        </p:nvSpPr>
        <p:spPr>
          <a:xfrm>
            <a:off x="5138997" y="2719909"/>
            <a:ext cx="538800" cy="22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900">
                <a:solidFill>
                  <a:srgbClr val="FFFFFF"/>
                </a:solidFill>
              </a:rPr>
              <a:t>2017</a:t>
            </a:r>
            <a:endParaRPr b="1" sz="900">
              <a:solidFill>
                <a:srgbClr val="FFFFFF"/>
              </a:solidFill>
            </a:endParaRPr>
          </a:p>
        </p:txBody>
      </p:sp>
      <p:sp>
        <p:nvSpPr>
          <p:cNvPr id="19216" name="Google Shape;19216;p88"/>
          <p:cNvSpPr txBox="1"/>
          <p:nvPr/>
        </p:nvSpPr>
        <p:spPr>
          <a:xfrm>
            <a:off x="5904672" y="2719909"/>
            <a:ext cx="538800" cy="22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900">
                <a:solidFill>
                  <a:srgbClr val="FFFFFF"/>
                </a:solidFill>
              </a:rPr>
              <a:t>2018</a:t>
            </a:r>
            <a:endParaRPr b="1" sz="900">
              <a:solidFill>
                <a:srgbClr val="FFFFFF"/>
              </a:solidFill>
            </a:endParaRPr>
          </a:p>
        </p:txBody>
      </p:sp>
      <p:sp>
        <p:nvSpPr>
          <p:cNvPr id="19217" name="Google Shape;19217;p88"/>
          <p:cNvSpPr txBox="1"/>
          <p:nvPr/>
        </p:nvSpPr>
        <p:spPr>
          <a:xfrm>
            <a:off x="6696822" y="2719909"/>
            <a:ext cx="538800" cy="22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900">
                <a:solidFill>
                  <a:srgbClr val="FFFFFF"/>
                </a:solidFill>
              </a:rPr>
              <a:t>2019</a:t>
            </a:r>
            <a:endParaRPr b="1" sz="900">
              <a:solidFill>
                <a:srgbClr val="FFFFFF"/>
              </a:solidFill>
            </a:endParaRPr>
          </a:p>
        </p:txBody>
      </p:sp>
      <p:sp>
        <p:nvSpPr>
          <p:cNvPr id="19218" name="Google Shape;19218;p88"/>
          <p:cNvSpPr txBox="1"/>
          <p:nvPr/>
        </p:nvSpPr>
        <p:spPr>
          <a:xfrm>
            <a:off x="7488972" y="2719909"/>
            <a:ext cx="538800" cy="22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900">
                <a:solidFill>
                  <a:srgbClr val="FFFFFF"/>
                </a:solidFill>
              </a:rPr>
              <a:t>2020</a:t>
            </a:r>
            <a:endParaRPr b="1" sz="900">
              <a:solidFill>
                <a:srgbClr val="FFFFFF"/>
              </a:solidFill>
            </a:endParaRPr>
          </a:p>
        </p:txBody>
      </p:sp>
      <p:sp>
        <p:nvSpPr>
          <p:cNvPr id="19219" name="Google Shape;19219;p88"/>
          <p:cNvSpPr/>
          <p:nvPr/>
        </p:nvSpPr>
        <p:spPr>
          <a:xfrm>
            <a:off x="6865977" y="3729422"/>
            <a:ext cx="204488" cy="205025"/>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220" name="Google Shape;19220;p88"/>
          <p:cNvGrpSpPr/>
          <p:nvPr/>
        </p:nvGrpSpPr>
        <p:grpSpPr>
          <a:xfrm>
            <a:off x="5307356" y="3748469"/>
            <a:ext cx="206115" cy="206115"/>
            <a:chOff x="1049375" y="2680675"/>
            <a:chExt cx="297725" cy="297725"/>
          </a:xfrm>
        </p:grpSpPr>
        <p:sp>
          <p:nvSpPr>
            <p:cNvPr id="19221" name="Google Shape;19221;p88"/>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2" name="Google Shape;19222;p88"/>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23" name="Google Shape;19223;p88"/>
          <p:cNvGrpSpPr/>
          <p:nvPr/>
        </p:nvGrpSpPr>
        <p:grpSpPr>
          <a:xfrm>
            <a:off x="7653299" y="1758852"/>
            <a:ext cx="205578" cy="204332"/>
            <a:chOff x="5045775" y="1946400"/>
            <a:chExt cx="296950" cy="295150"/>
          </a:xfrm>
        </p:grpSpPr>
        <p:sp>
          <p:nvSpPr>
            <p:cNvPr id="19224" name="Google Shape;19224;p88"/>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5" name="Google Shape;19225;p88"/>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26" name="Google Shape;19226;p88"/>
          <p:cNvGrpSpPr/>
          <p:nvPr/>
        </p:nvGrpSpPr>
        <p:grpSpPr>
          <a:xfrm>
            <a:off x="6076163" y="1764541"/>
            <a:ext cx="205042" cy="204505"/>
            <a:chOff x="3599700" y="1954475"/>
            <a:chExt cx="296175" cy="295400"/>
          </a:xfrm>
        </p:grpSpPr>
        <p:sp>
          <p:nvSpPr>
            <p:cNvPr id="19227" name="Google Shape;19227;p88"/>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8" name="Google Shape;19228;p88"/>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9" name="Google Shape;19229;p88"/>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30" name="Google Shape;19230;p88"/>
          <p:cNvGrpSpPr/>
          <p:nvPr/>
        </p:nvGrpSpPr>
        <p:grpSpPr>
          <a:xfrm>
            <a:off x="4485399" y="1783308"/>
            <a:ext cx="205596" cy="155421"/>
            <a:chOff x="3962775" y="1990700"/>
            <a:chExt cx="296975" cy="224500"/>
          </a:xfrm>
        </p:grpSpPr>
        <p:sp>
          <p:nvSpPr>
            <p:cNvPr id="19231" name="Google Shape;19231;p88"/>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2" name="Google Shape;19232;p88"/>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3" name="Google Shape;19233;p88"/>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4" name="Google Shape;19234;p88"/>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235" name="Google Shape;19235;p88"/>
          <p:cNvSpPr txBox="1"/>
          <p:nvPr/>
        </p:nvSpPr>
        <p:spPr>
          <a:xfrm>
            <a:off x="6405263" y="2090309"/>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“Despite being red, Mars is actually a very cold place”</a:t>
            </a:r>
            <a:endParaRPr sz="800">
              <a:solidFill>
                <a:srgbClr val="A5B7C6"/>
              </a:solidFill>
            </a:endParaRPr>
          </a:p>
        </p:txBody>
      </p:sp>
      <p:sp>
        <p:nvSpPr>
          <p:cNvPr id="19236" name="Google Shape;19236;p88"/>
          <p:cNvSpPr txBox="1"/>
          <p:nvPr/>
        </p:nvSpPr>
        <p:spPr>
          <a:xfrm>
            <a:off x="4827411" y="2090309"/>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“Mercury is closest planet to the Sun and the smallest”</a:t>
            </a:r>
            <a:endParaRPr sz="800">
              <a:solidFill>
                <a:srgbClr val="A5B7C6"/>
              </a:solidFill>
            </a:endParaRPr>
          </a:p>
        </p:txBody>
      </p:sp>
      <p:sp>
        <p:nvSpPr>
          <p:cNvPr id="19237" name="Google Shape;19237;p88"/>
          <p:cNvSpPr txBox="1"/>
          <p:nvPr/>
        </p:nvSpPr>
        <p:spPr>
          <a:xfrm>
            <a:off x="5626377" y="3149746"/>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“Neptune is the farthest-known planet from the Sun”</a:t>
            </a:r>
            <a:endParaRPr sz="800">
              <a:solidFill>
                <a:srgbClr val="A5B7C6"/>
              </a:solidFill>
            </a:endParaRPr>
          </a:p>
        </p:txBody>
      </p:sp>
      <p:sp>
        <p:nvSpPr>
          <p:cNvPr id="19238" name="Google Shape;19238;p88"/>
          <p:cNvSpPr txBox="1"/>
          <p:nvPr/>
        </p:nvSpPr>
        <p:spPr>
          <a:xfrm>
            <a:off x="7178777" y="3136671"/>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“Saturn is a gas giant and has several rings”</a:t>
            </a:r>
            <a:endParaRPr sz="800">
              <a:solidFill>
                <a:srgbClr val="A5B7C6"/>
              </a:solidFill>
            </a:endParaRPr>
          </a:p>
        </p:txBody>
      </p:sp>
      <p:sp>
        <p:nvSpPr>
          <p:cNvPr id="19239" name="Google Shape;19239;p88"/>
          <p:cNvSpPr txBox="1"/>
          <p:nvPr/>
        </p:nvSpPr>
        <p:spPr>
          <a:xfrm>
            <a:off x="4037377" y="3136671"/>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“Venus is the second planet from the Sun and is terribly hot”</a:t>
            </a:r>
            <a:endParaRPr sz="800">
              <a:solidFill>
                <a:srgbClr val="A5B7C6"/>
              </a:solidFill>
            </a:endParaRPr>
          </a:p>
        </p:txBody>
      </p:sp>
      <p:sp>
        <p:nvSpPr>
          <p:cNvPr id="19240" name="Google Shape;19240;p88"/>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Premium infographics</a:t>
            </a:r>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244" name="Shape 19244"/>
        <p:cNvGrpSpPr/>
        <p:nvPr/>
      </p:nvGrpSpPr>
      <p:grpSpPr>
        <a:xfrm>
          <a:off x="0" y="0"/>
          <a:ext cx="0" cy="0"/>
          <a:chOff x="0" y="0"/>
          <a:chExt cx="0" cy="0"/>
        </a:xfrm>
      </p:grpSpPr>
      <p:sp>
        <p:nvSpPr>
          <p:cNvPr id="19245" name="Google Shape;19245;p89"/>
          <p:cNvSpPr/>
          <p:nvPr/>
        </p:nvSpPr>
        <p:spPr>
          <a:xfrm>
            <a:off x="1048350" y="4002146"/>
            <a:ext cx="1655700" cy="73800"/>
          </a:xfrm>
          <a:prstGeom prst="rect">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246" name="Google Shape;19246;p89"/>
          <p:cNvGrpSpPr/>
          <p:nvPr/>
        </p:nvGrpSpPr>
        <p:grpSpPr>
          <a:xfrm>
            <a:off x="1494592" y="1585529"/>
            <a:ext cx="763219" cy="763219"/>
            <a:chOff x="4049800" y="640400"/>
            <a:chExt cx="858900" cy="858900"/>
          </a:xfrm>
        </p:grpSpPr>
        <p:sp>
          <p:nvSpPr>
            <p:cNvPr id="19247" name="Google Shape;19247;p89"/>
            <p:cNvSpPr/>
            <p:nvPr/>
          </p:nvSpPr>
          <p:spPr>
            <a:xfrm>
              <a:off x="4049800" y="640400"/>
              <a:ext cx="858900" cy="858900"/>
            </a:xfrm>
            <a:prstGeom prst="donut">
              <a:avLst>
                <a:gd fmla="val 11951" name="adj"/>
              </a:avLst>
            </a:pr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8" name="Google Shape;19248;p89"/>
            <p:cNvSpPr/>
            <p:nvPr/>
          </p:nvSpPr>
          <p:spPr>
            <a:xfrm>
              <a:off x="4049800" y="640400"/>
              <a:ext cx="858900" cy="858900"/>
            </a:xfrm>
            <a:prstGeom prst="blockArc">
              <a:avLst>
                <a:gd fmla="val 7914150" name="adj1"/>
                <a:gd fmla="val 1926007" name="adj2"/>
                <a:gd fmla="val 12032" name="adj3"/>
              </a:avLst>
            </a:prstGeom>
            <a:solidFill>
              <a:srgbClr val="A5B7C6"/>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249" name="Google Shape;19249;p89"/>
          <p:cNvSpPr/>
          <p:nvPr/>
        </p:nvSpPr>
        <p:spPr>
          <a:xfrm>
            <a:off x="1210102" y="2569615"/>
            <a:ext cx="1332000" cy="1131600"/>
          </a:xfrm>
          <a:prstGeom prst="roundRect">
            <a:avLst>
              <a:gd fmla="val 16667" name="adj"/>
            </a:avLst>
          </a:pr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0" name="Google Shape;19250;p89"/>
          <p:cNvSpPr/>
          <p:nvPr/>
        </p:nvSpPr>
        <p:spPr>
          <a:xfrm>
            <a:off x="1759085" y="3921942"/>
            <a:ext cx="234300" cy="234300"/>
          </a:xfrm>
          <a:prstGeom prst="ellipse">
            <a:avLst/>
          </a:prstGeom>
          <a:solidFill>
            <a:srgbClr val="0E2A47"/>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251" name="Google Shape;19251;p89"/>
          <p:cNvCxnSpPr>
            <a:stCxn id="19247" idx="4"/>
            <a:endCxn id="19249" idx="0"/>
          </p:cNvCxnSpPr>
          <p:nvPr/>
        </p:nvCxnSpPr>
        <p:spPr>
          <a:xfrm>
            <a:off x="1876201" y="2348748"/>
            <a:ext cx="0" cy="220800"/>
          </a:xfrm>
          <a:prstGeom prst="straightConnector1">
            <a:avLst/>
          </a:prstGeom>
          <a:noFill/>
          <a:ln cap="flat" cmpd="sng" w="9525">
            <a:solidFill>
              <a:srgbClr val="D7DFE5"/>
            </a:solidFill>
            <a:prstDash val="solid"/>
            <a:round/>
            <a:headEnd len="med" w="med" type="none"/>
            <a:tailEnd len="med" w="med" type="none"/>
          </a:ln>
        </p:spPr>
      </p:cxnSp>
      <p:cxnSp>
        <p:nvCxnSpPr>
          <p:cNvPr id="19252" name="Google Shape;19252;p89"/>
          <p:cNvCxnSpPr/>
          <p:nvPr/>
        </p:nvCxnSpPr>
        <p:spPr>
          <a:xfrm>
            <a:off x="1876179" y="3701065"/>
            <a:ext cx="0" cy="220800"/>
          </a:xfrm>
          <a:prstGeom prst="straightConnector1">
            <a:avLst/>
          </a:prstGeom>
          <a:noFill/>
          <a:ln cap="flat" cmpd="sng" w="9525">
            <a:solidFill>
              <a:srgbClr val="D7DFE5"/>
            </a:solidFill>
            <a:prstDash val="solid"/>
            <a:round/>
            <a:headEnd len="med" w="med" type="none"/>
            <a:tailEnd len="med" w="med" type="none"/>
          </a:ln>
        </p:spPr>
      </p:cxnSp>
      <p:sp>
        <p:nvSpPr>
          <p:cNvPr id="19253" name="Google Shape;19253;p89"/>
          <p:cNvSpPr txBox="1"/>
          <p:nvPr/>
        </p:nvSpPr>
        <p:spPr>
          <a:xfrm>
            <a:off x="1297398" y="3117684"/>
            <a:ext cx="1157700" cy="45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“Mercury is closest planet to the Sun and the smallest”</a:t>
            </a:r>
            <a:endParaRPr sz="800">
              <a:solidFill>
                <a:srgbClr val="A5B7C6"/>
              </a:solidFill>
            </a:endParaRPr>
          </a:p>
        </p:txBody>
      </p:sp>
      <p:cxnSp>
        <p:nvCxnSpPr>
          <p:cNvPr id="19254" name="Google Shape;19254;p89"/>
          <p:cNvCxnSpPr/>
          <p:nvPr/>
        </p:nvCxnSpPr>
        <p:spPr>
          <a:xfrm>
            <a:off x="1621737" y="2986921"/>
            <a:ext cx="508800" cy="0"/>
          </a:xfrm>
          <a:prstGeom prst="straightConnector1">
            <a:avLst/>
          </a:prstGeom>
          <a:noFill/>
          <a:ln cap="flat" cmpd="sng" w="19050">
            <a:solidFill>
              <a:srgbClr val="A5B7C6"/>
            </a:solidFill>
            <a:prstDash val="solid"/>
            <a:round/>
            <a:headEnd len="med" w="med" type="none"/>
            <a:tailEnd len="med" w="med" type="none"/>
          </a:ln>
        </p:spPr>
      </p:cxnSp>
      <p:sp>
        <p:nvSpPr>
          <p:cNvPr id="19255" name="Google Shape;19255;p89"/>
          <p:cNvSpPr txBox="1"/>
          <p:nvPr/>
        </p:nvSpPr>
        <p:spPr>
          <a:xfrm>
            <a:off x="1454136" y="2733216"/>
            <a:ext cx="844200" cy="220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800">
                <a:solidFill>
                  <a:srgbClr val="A5B7C6"/>
                </a:solidFill>
              </a:rPr>
              <a:t>TITLE 1</a:t>
            </a:r>
            <a:endParaRPr b="1" sz="800">
              <a:solidFill>
                <a:srgbClr val="A5B7C6"/>
              </a:solidFill>
            </a:endParaRPr>
          </a:p>
        </p:txBody>
      </p:sp>
      <p:sp>
        <p:nvSpPr>
          <p:cNvPr id="19256" name="Google Shape;19256;p89"/>
          <p:cNvSpPr txBox="1"/>
          <p:nvPr/>
        </p:nvSpPr>
        <p:spPr>
          <a:xfrm>
            <a:off x="1585964" y="1784457"/>
            <a:ext cx="580500" cy="365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300">
                <a:solidFill>
                  <a:srgbClr val="A5B7C6"/>
                </a:solidFill>
              </a:rPr>
              <a:t>75%</a:t>
            </a:r>
            <a:endParaRPr b="1" sz="1300">
              <a:solidFill>
                <a:srgbClr val="A5B7C6"/>
              </a:solidFill>
            </a:endParaRPr>
          </a:p>
        </p:txBody>
      </p:sp>
      <p:sp>
        <p:nvSpPr>
          <p:cNvPr id="19257" name="Google Shape;19257;p89"/>
          <p:cNvSpPr/>
          <p:nvPr/>
        </p:nvSpPr>
        <p:spPr>
          <a:xfrm>
            <a:off x="3439355" y="1995150"/>
            <a:ext cx="1788300" cy="1788300"/>
          </a:xfrm>
          <a:prstGeom prst="arc">
            <a:avLst>
              <a:gd fmla="val 16200000" name="adj1"/>
              <a:gd fmla="val 5298411" name="adj2"/>
            </a:avLst>
          </a:pr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8" name="Google Shape;19258;p89"/>
          <p:cNvSpPr/>
          <p:nvPr/>
        </p:nvSpPr>
        <p:spPr>
          <a:xfrm>
            <a:off x="6549404" y="1746200"/>
            <a:ext cx="1542300" cy="702000"/>
          </a:xfrm>
          <a:prstGeom prst="roundRect">
            <a:avLst>
              <a:gd fmla="val 16667" name="adj"/>
            </a:avLst>
          </a:prstGeom>
          <a:noFill/>
          <a:ln cap="flat" cmpd="sng" w="9525">
            <a:solidFill>
              <a:srgbClr val="9BABB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259" name="Google Shape;19259;p89"/>
          <p:cNvGrpSpPr/>
          <p:nvPr/>
        </p:nvGrpSpPr>
        <p:grpSpPr>
          <a:xfrm>
            <a:off x="3576486" y="2168116"/>
            <a:ext cx="1443832" cy="1443832"/>
            <a:chOff x="5681300" y="2527788"/>
            <a:chExt cx="805800" cy="805800"/>
          </a:xfrm>
        </p:grpSpPr>
        <p:sp>
          <p:nvSpPr>
            <p:cNvPr id="19260" name="Google Shape;19260;p89"/>
            <p:cNvSpPr/>
            <p:nvPr/>
          </p:nvSpPr>
          <p:spPr>
            <a:xfrm>
              <a:off x="5681300" y="2527788"/>
              <a:ext cx="805800" cy="8058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1" name="Google Shape;19261;p89"/>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62" name="Google Shape;19262;p89"/>
          <p:cNvGrpSpPr/>
          <p:nvPr/>
        </p:nvGrpSpPr>
        <p:grpSpPr>
          <a:xfrm>
            <a:off x="6240887" y="1783888"/>
            <a:ext cx="626590" cy="626590"/>
            <a:chOff x="5681300" y="2527788"/>
            <a:chExt cx="805800" cy="805800"/>
          </a:xfrm>
        </p:grpSpPr>
        <p:sp>
          <p:nvSpPr>
            <p:cNvPr id="19263" name="Google Shape;19263;p89"/>
            <p:cNvSpPr/>
            <p:nvPr/>
          </p:nvSpPr>
          <p:spPr>
            <a:xfrm>
              <a:off x="5681300" y="2527788"/>
              <a:ext cx="805800" cy="8058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4" name="Google Shape;19264;p89"/>
            <p:cNvSpPr/>
            <p:nvPr/>
          </p:nvSpPr>
          <p:spPr>
            <a:xfrm>
              <a:off x="5681300" y="2527788"/>
              <a:ext cx="805800" cy="805800"/>
            </a:xfrm>
            <a:prstGeom prst="pie">
              <a:avLst>
                <a:gd fmla="val 12271918" name="adj1"/>
                <a:gd fmla="val 16200000" name="adj2"/>
              </a:avLst>
            </a:pr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265" name="Google Shape;19265;p89"/>
          <p:cNvSpPr txBox="1"/>
          <p:nvPr/>
        </p:nvSpPr>
        <p:spPr>
          <a:xfrm>
            <a:off x="6993115" y="1876246"/>
            <a:ext cx="1130100" cy="441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800">
                <a:solidFill>
                  <a:srgbClr val="A5B7C6"/>
                </a:solidFill>
              </a:rPr>
              <a:t>“Mercury is closest planet to the Sun and the smallest”</a:t>
            </a:r>
            <a:endParaRPr sz="800">
              <a:solidFill>
                <a:srgbClr val="A5B7C6"/>
              </a:solidFill>
            </a:endParaRPr>
          </a:p>
        </p:txBody>
      </p:sp>
      <p:sp>
        <p:nvSpPr>
          <p:cNvPr id="19266" name="Google Shape;19266;p89"/>
          <p:cNvSpPr/>
          <p:nvPr/>
        </p:nvSpPr>
        <p:spPr>
          <a:xfrm>
            <a:off x="6549404" y="2538300"/>
            <a:ext cx="1542300" cy="702000"/>
          </a:xfrm>
          <a:prstGeom prst="roundRect">
            <a:avLst>
              <a:gd fmla="val 16667" name="adj"/>
            </a:avLst>
          </a:prstGeom>
          <a:noFill/>
          <a:ln cap="flat" cmpd="sng" w="9525">
            <a:solidFill>
              <a:srgbClr val="9BABB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267" name="Google Shape;19267;p89"/>
          <p:cNvGrpSpPr/>
          <p:nvPr/>
        </p:nvGrpSpPr>
        <p:grpSpPr>
          <a:xfrm>
            <a:off x="6240887" y="2575988"/>
            <a:ext cx="626590" cy="626590"/>
            <a:chOff x="5681300" y="2527788"/>
            <a:chExt cx="805800" cy="805800"/>
          </a:xfrm>
        </p:grpSpPr>
        <p:sp>
          <p:nvSpPr>
            <p:cNvPr id="19268" name="Google Shape;19268;p89"/>
            <p:cNvSpPr/>
            <p:nvPr/>
          </p:nvSpPr>
          <p:spPr>
            <a:xfrm>
              <a:off x="5681300" y="2527788"/>
              <a:ext cx="805800" cy="8058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9" name="Google Shape;19269;p89"/>
            <p:cNvSpPr/>
            <p:nvPr/>
          </p:nvSpPr>
          <p:spPr>
            <a:xfrm>
              <a:off x="5681300" y="2527788"/>
              <a:ext cx="805800" cy="805800"/>
            </a:xfrm>
            <a:prstGeom prst="pie">
              <a:avLst>
                <a:gd fmla="val 9253407" name="adj1"/>
                <a:gd fmla="val 16200000" name="adj2"/>
              </a:avLst>
            </a:pr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270" name="Google Shape;19270;p89"/>
          <p:cNvSpPr txBox="1"/>
          <p:nvPr/>
        </p:nvSpPr>
        <p:spPr>
          <a:xfrm>
            <a:off x="6993115" y="2668346"/>
            <a:ext cx="1130100" cy="441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800">
                <a:solidFill>
                  <a:srgbClr val="A5B7C6"/>
                </a:solidFill>
              </a:rPr>
              <a:t>“Mercury is closest planet to the Sun and the smallest”</a:t>
            </a:r>
            <a:endParaRPr sz="800">
              <a:solidFill>
                <a:srgbClr val="A5B7C6"/>
              </a:solidFill>
            </a:endParaRPr>
          </a:p>
        </p:txBody>
      </p:sp>
      <p:sp>
        <p:nvSpPr>
          <p:cNvPr id="19271" name="Google Shape;19271;p89"/>
          <p:cNvSpPr/>
          <p:nvPr/>
        </p:nvSpPr>
        <p:spPr>
          <a:xfrm>
            <a:off x="6549404" y="3330400"/>
            <a:ext cx="1542300" cy="702000"/>
          </a:xfrm>
          <a:prstGeom prst="roundRect">
            <a:avLst>
              <a:gd fmla="val 16667" name="adj"/>
            </a:avLst>
          </a:prstGeom>
          <a:noFill/>
          <a:ln cap="flat" cmpd="sng" w="9525">
            <a:solidFill>
              <a:srgbClr val="9BABB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272" name="Google Shape;19272;p89"/>
          <p:cNvGrpSpPr/>
          <p:nvPr/>
        </p:nvGrpSpPr>
        <p:grpSpPr>
          <a:xfrm>
            <a:off x="6240887" y="3368088"/>
            <a:ext cx="626590" cy="626590"/>
            <a:chOff x="5681300" y="2527788"/>
            <a:chExt cx="805800" cy="805800"/>
          </a:xfrm>
        </p:grpSpPr>
        <p:sp>
          <p:nvSpPr>
            <p:cNvPr id="19273" name="Google Shape;19273;p89"/>
            <p:cNvSpPr/>
            <p:nvPr/>
          </p:nvSpPr>
          <p:spPr>
            <a:xfrm>
              <a:off x="5681300" y="2527788"/>
              <a:ext cx="805800" cy="8058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4" name="Google Shape;19274;p89"/>
            <p:cNvSpPr/>
            <p:nvPr/>
          </p:nvSpPr>
          <p:spPr>
            <a:xfrm>
              <a:off x="5681300" y="2527788"/>
              <a:ext cx="805800" cy="805800"/>
            </a:xfrm>
            <a:prstGeom prst="pie">
              <a:avLst>
                <a:gd fmla="val 5544305"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275" name="Google Shape;19275;p89"/>
          <p:cNvSpPr txBox="1"/>
          <p:nvPr/>
        </p:nvSpPr>
        <p:spPr>
          <a:xfrm>
            <a:off x="6993115" y="3460446"/>
            <a:ext cx="1130100" cy="441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800">
                <a:solidFill>
                  <a:srgbClr val="A5B7C6"/>
                </a:solidFill>
              </a:rPr>
              <a:t>“Mercury is closest planet to the Sun and the smallest”</a:t>
            </a:r>
            <a:endParaRPr sz="800">
              <a:solidFill>
                <a:srgbClr val="A5B7C6"/>
              </a:solidFill>
            </a:endParaRPr>
          </a:p>
        </p:txBody>
      </p:sp>
      <p:sp>
        <p:nvSpPr>
          <p:cNvPr id="19276" name="Google Shape;19276;p89"/>
          <p:cNvSpPr/>
          <p:nvPr/>
        </p:nvSpPr>
        <p:spPr>
          <a:xfrm>
            <a:off x="4229854" y="1929725"/>
            <a:ext cx="137100" cy="1371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7" name="Google Shape;19277;p89"/>
          <p:cNvSpPr/>
          <p:nvPr/>
        </p:nvSpPr>
        <p:spPr>
          <a:xfrm>
            <a:off x="4229854" y="3713250"/>
            <a:ext cx="137100" cy="1371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8" name="Google Shape;19278;p89"/>
          <p:cNvSpPr/>
          <p:nvPr/>
        </p:nvSpPr>
        <p:spPr>
          <a:xfrm>
            <a:off x="5157904" y="2821488"/>
            <a:ext cx="137100" cy="1371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279" name="Google Shape;19279;p89"/>
          <p:cNvCxnSpPr>
            <a:stCxn id="19278" idx="6"/>
            <a:endCxn id="19264" idx="2"/>
          </p:cNvCxnSpPr>
          <p:nvPr/>
        </p:nvCxnSpPr>
        <p:spPr>
          <a:xfrm flipH="1" rot="10800000">
            <a:off x="5295004" y="2097138"/>
            <a:ext cx="945900" cy="792900"/>
          </a:xfrm>
          <a:prstGeom prst="bentConnector3">
            <a:avLst>
              <a:gd fmla="val 51494" name="adj1"/>
            </a:avLst>
          </a:prstGeom>
          <a:noFill/>
          <a:ln cap="flat" cmpd="sng" w="19050">
            <a:solidFill>
              <a:srgbClr val="A5B7C6"/>
            </a:solidFill>
            <a:prstDash val="solid"/>
            <a:round/>
            <a:headEnd len="med" w="med" type="none"/>
            <a:tailEnd len="med" w="med" type="none"/>
          </a:ln>
        </p:spPr>
      </p:cxnSp>
      <p:cxnSp>
        <p:nvCxnSpPr>
          <p:cNvPr id="19280" name="Google Shape;19280;p89"/>
          <p:cNvCxnSpPr>
            <a:stCxn id="19278" idx="6"/>
            <a:endCxn id="19274" idx="2"/>
          </p:cNvCxnSpPr>
          <p:nvPr/>
        </p:nvCxnSpPr>
        <p:spPr>
          <a:xfrm>
            <a:off x="5295004" y="2890038"/>
            <a:ext cx="945900" cy="791400"/>
          </a:xfrm>
          <a:prstGeom prst="bentConnector3">
            <a:avLst>
              <a:gd fmla="val 49999" name="adj1"/>
            </a:avLst>
          </a:prstGeom>
          <a:noFill/>
          <a:ln cap="flat" cmpd="sng" w="19050">
            <a:solidFill>
              <a:srgbClr val="A5B7C6"/>
            </a:solidFill>
            <a:prstDash val="solid"/>
            <a:round/>
            <a:headEnd len="med" w="med" type="none"/>
            <a:tailEnd len="med" w="med" type="none"/>
          </a:ln>
        </p:spPr>
      </p:cxnSp>
      <p:cxnSp>
        <p:nvCxnSpPr>
          <p:cNvPr id="19281" name="Google Shape;19281;p89"/>
          <p:cNvCxnSpPr>
            <a:stCxn id="19278" idx="6"/>
            <a:endCxn id="19269" idx="2"/>
          </p:cNvCxnSpPr>
          <p:nvPr/>
        </p:nvCxnSpPr>
        <p:spPr>
          <a:xfrm flipH="1" rot="10800000">
            <a:off x="5295004" y="2889138"/>
            <a:ext cx="945900" cy="900"/>
          </a:xfrm>
          <a:prstGeom prst="bentConnector3">
            <a:avLst>
              <a:gd fmla="val 49999" name="adj1"/>
            </a:avLst>
          </a:prstGeom>
          <a:noFill/>
          <a:ln cap="flat" cmpd="sng" w="19050">
            <a:solidFill>
              <a:srgbClr val="A5B7C6"/>
            </a:solidFill>
            <a:prstDash val="solid"/>
            <a:round/>
            <a:headEnd len="med" w="med" type="none"/>
            <a:tailEnd len="med" w="med" type="none"/>
          </a:ln>
        </p:spPr>
      </p:cxnSp>
      <p:sp>
        <p:nvSpPr>
          <p:cNvPr id="19282" name="Google Shape;19282;p89"/>
          <p:cNvSpPr txBox="1"/>
          <p:nvPr/>
        </p:nvSpPr>
        <p:spPr>
          <a:xfrm>
            <a:off x="3800713" y="2576693"/>
            <a:ext cx="995400" cy="62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rgbClr val="213B55"/>
                </a:solidFill>
              </a:rPr>
              <a:t>75%</a:t>
            </a:r>
            <a:endParaRPr b="1" sz="3000">
              <a:solidFill>
                <a:srgbClr val="213B55"/>
              </a:solidFill>
            </a:endParaRPr>
          </a:p>
        </p:txBody>
      </p:sp>
      <p:sp>
        <p:nvSpPr>
          <p:cNvPr id="19283" name="Google Shape;19283;p89"/>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Premium infographics</a:t>
            </a:r>
            <a:endParaRPr/>
          </a:p>
        </p:txBody>
      </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287" name="Shape 19287"/>
        <p:cNvGrpSpPr/>
        <p:nvPr/>
      </p:nvGrpSpPr>
      <p:grpSpPr>
        <a:xfrm>
          <a:off x="0" y="0"/>
          <a:ext cx="0" cy="0"/>
          <a:chOff x="0" y="0"/>
          <a:chExt cx="0" cy="0"/>
        </a:xfrm>
      </p:grpSpPr>
      <p:grpSp>
        <p:nvGrpSpPr>
          <p:cNvPr id="19288" name="Google Shape;19288;p90"/>
          <p:cNvGrpSpPr/>
          <p:nvPr/>
        </p:nvGrpSpPr>
        <p:grpSpPr>
          <a:xfrm>
            <a:off x="1771987" y="1740552"/>
            <a:ext cx="345457" cy="303665"/>
            <a:chOff x="4357191" y="1716978"/>
            <a:chExt cx="352004" cy="309420"/>
          </a:xfrm>
        </p:grpSpPr>
        <p:sp>
          <p:nvSpPr>
            <p:cNvPr id="19289" name="Google Shape;19289;p90"/>
            <p:cNvSpPr/>
            <p:nvPr/>
          </p:nvSpPr>
          <p:spPr>
            <a:xfrm>
              <a:off x="4357191" y="1716978"/>
              <a:ext cx="228255" cy="309420"/>
            </a:xfrm>
            <a:custGeom>
              <a:rect b="b" l="l" r="r" t="t"/>
              <a:pathLst>
                <a:path extrusionOk="0" h="19100" w="14092">
                  <a:moveTo>
                    <a:pt x="11545" y="8277"/>
                  </a:moveTo>
                  <a:cubicBezTo>
                    <a:pt x="12248" y="8277"/>
                    <a:pt x="12818" y="8847"/>
                    <a:pt x="12818" y="9550"/>
                  </a:cubicBezTo>
                  <a:cubicBezTo>
                    <a:pt x="12818" y="10254"/>
                    <a:pt x="12248" y="10824"/>
                    <a:pt x="11545" y="10824"/>
                  </a:cubicBezTo>
                  <a:lnTo>
                    <a:pt x="11545" y="8277"/>
                  </a:lnTo>
                  <a:close/>
                  <a:moveTo>
                    <a:pt x="3863" y="6367"/>
                  </a:moveTo>
                  <a:lnTo>
                    <a:pt x="3863" y="12732"/>
                  </a:lnTo>
                  <a:lnTo>
                    <a:pt x="1274" y="12732"/>
                  </a:lnTo>
                  <a:lnTo>
                    <a:pt x="1274" y="6367"/>
                  </a:lnTo>
                  <a:close/>
                  <a:moveTo>
                    <a:pt x="10272" y="2400"/>
                  </a:moveTo>
                  <a:lnTo>
                    <a:pt x="10272" y="16701"/>
                  </a:lnTo>
                  <a:cubicBezTo>
                    <a:pt x="9935" y="16321"/>
                    <a:pt x="9539" y="15893"/>
                    <a:pt x="9107" y="15465"/>
                  </a:cubicBezTo>
                  <a:cubicBezTo>
                    <a:pt x="7582" y="13952"/>
                    <a:pt x="6250" y="13063"/>
                    <a:pt x="5137" y="12810"/>
                  </a:cubicBezTo>
                  <a:lnTo>
                    <a:pt x="5137" y="6290"/>
                  </a:lnTo>
                  <a:cubicBezTo>
                    <a:pt x="6251" y="6038"/>
                    <a:pt x="7582" y="5149"/>
                    <a:pt x="9107" y="3636"/>
                  </a:cubicBezTo>
                  <a:cubicBezTo>
                    <a:pt x="9539" y="3206"/>
                    <a:pt x="9934" y="2780"/>
                    <a:pt x="10272" y="2400"/>
                  </a:cubicBezTo>
                  <a:close/>
                  <a:moveTo>
                    <a:pt x="10909" y="0"/>
                  </a:moveTo>
                  <a:cubicBezTo>
                    <a:pt x="10714" y="0"/>
                    <a:pt x="10524" y="90"/>
                    <a:pt x="10401" y="253"/>
                  </a:cubicBezTo>
                  <a:cubicBezTo>
                    <a:pt x="10392" y="264"/>
                    <a:pt x="9448" y="1504"/>
                    <a:pt x="8211" y="2731"/>
                  </a:cubicBezTo>
                  <a:cubicBezTo>
                    <a:pt x="6675" y="4254"/>
                    <a:pt x="5357" y="5093"/>
                    <a:pt x="4499" y="5093"/>
                  </a:cubicBezTo>
                  <a:lnTo>
                    <a:pt x="637" y="5093"/>
                  </a:lnTo>
                  <a:cubicBezTo>
                    <a:pt x="286" y="5093"/>
                    <a:pt x="0" y="5379"/>
                    <a:pt x="0" y="5729"/>
                  </a:cubicBezTo>
                  <a:lnTo>
                    <a:pt x="0" y="13370"/>
                  </a:lnTo>
                  <a:cubicBezTo>
                    <a:pt x="0" y="13721"/>
                    <a:pt x="286" y="14006"/>
                    <a:pt x="637" y="14006"/>
                  </a:cubicBezTo>
                  <a:lnTo>
                    <a:pt x="4499" y="14006"/>
                  </a:lnTo>
                  <a:cubicBezTo>
                    <a:pt x="5355" y="14006"/>
                    <a:pt x="6669" y="14841"/>
                    <a:pt x="8200" y="16358"/>
                  </a:cubicBezTo>
                  <a:cubicBezTo>
                    <a:pt x="9440" y="17586"/>
                    <a:pt x="10392" y="18835"/>
                    <a:pt x="10401" y="18847"/>
                  </a:cubicBezTo>
                  <a:cubicBezTo>
                    <a:pt x="10524" y="19009"/>
                    <a:pt x="10714" y="19099"/>
                    <a:pt x="10909" y="19099"/>
                  </a:cubicBezTo>
                  <a:cubicBezTo>
                    <a:pt x="10977" y="19099"/>
                    <a:pt x="11045" y="19089"/>
                    <a:pt x="11111" y="19066"/>
                  </a:cubicBezTo>
                  <a:cubicBezTo>
                    <a:pt x="11369" y="18979"/>
                    <a:pt x="11544" y="18736"/>
                    <a:pt x="11544" y="18463"/>
                  </a:cubicBezTo>
                  <a:lnTo>
                    <a:pt x="11544" y="12097"/>
                  </a:lnTo>
                  <a:cubicBezTo>
                    <a:pt x="12949" y="12097"/>
                    <a:pt x="14091" y="10954"/>
                    <a:pt x="14091" y="9550"/>
                  </a:cubicBezTo>
                  <a:cubicBezTo>
                    <a:pt x="14091" y="8144"/>
                    <a:pt x="12949" y="7002"/>
                    <a:pt x="11544" y="7002"/>
                  </a:cubicBezTo>
                  <a:lnTo>
                    <a:pt x="11544" y="638"/>
                  </a:lnTo>
                  <a:cubicBezTo>
                    <a:pt x="11544" y="364"/>
                    <a:pt x="11369" y="120"/>
                    <a:pt x="11111" y="33"/>
                  </a:cubicBezTo>
                  <a:cubicBezTo>
                    <a:pt x="11045" y="11"/>
                    <a:pt x="10977" y="0"/>
                    <a:pt x="109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0" name="Google Shape;19290;p90"/>
            <p:cNvSpPr/>
            <p:nvPr/>
          </p:nvSpPr>
          <p:spPr>
            <a:xfrm>
              <a:off x="4645101" y="1759325"/>
              <a:ext cx="64094" cy="224807"/>
            </a:xfrm>
            <a:custGeom>
              <a:rect b="b" l="l" r="r" t="t"/>
              <a:pathLst>
                <a:path extrusionOk="0" h="13877" w="3957">
                  <a:moveTo>
                    <a:pt x="706" y="0"/>
                  </a:moveTo>
                  <a:cubicBezTo>
                    <a:pt x="543" y="0"/>
                    <a:pt x="380" y="62"/>
                    <a:pt x="256" y="186"/>
                  </a:cubicBezTo>
                  <a:cubicBezTo>
                    <a:pt x="7" y="435"/>
                    <a:pt x="7" y="838"/>
                    <a:pt x="256" y="1087"/>
                  </a:cubicBezTo>
                  <a:cubicBezTo>
                    <a:pt x="1821" y="2651"/>
                    <a:pt x="2682" y="4728"/>
                    <a:pt x="2682" y="6936"/>
                  </a:cubicBezTo>
                  <a:cubicBezTo>
                    <a:pt x="2682" y="9143"/>
                    <a:pt x="1821" y="11219"/>
                    <a:pt x="256" y="12784"/>
                  </a:cubicBezTo>
                  <a:cubicBezTo>
                    <a:pt x="3" y="13033"/>
                    <a:pt x="0" y="13439"/>
                    <a:pt x="250" y="13690"/>
                  </a:cubicBezTo>
                  <a:cubicBezTo>
                    <a:pt x="375" y="13814"/>
                    <a:pt x="538" y="13877"/>
                    <a:pt x="701" y="13877"/>
                  </a:cubicBezTo>
                  <a:cubicBezTo>
                    <a:pt x="866" y="13877"/>
                    <a:pt x="1032" y="13813"/>
                    <a:pt x="1157" y="13686"/>
                  </a:cubicBezTo>
                  <a:cubicBezTo>
                    <a:pt x="2962" y="11879"/>
                    <a:pt x="3957" y="9483"/>
                    <a:pt x="3957" y="6936"/>
                  </a:cubicBezTo>
                  <a:cubicBezTo>
                    <a:pt x="3957" y="4388"/>
                    <a:pt x="2962" y="1992"/>
                    <a:pt x="1157" y="186"/>
                  </a:cubicBezTo>
                  <a:cubicBezTo>
                    <a:pt x="1032" y="62"/>
                    <a:pt x="869"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1" name="Google Shape;19291;p90"/>
            <p:cNvSpPr/>
            <p:nvPr/>
          </p:nvSpPr>
          <p:spPr>
            <a:xfrm>
              <a:off x="4601481" y="1803048"/>
              <a:ext cx="45839" cy="137263"/>
            </a:xfrm>
            <a:custGeom>
              <a:rect b="b" l="l" r="r" t="t"/>
              <a:pathLst>
                <a:path extrusionOk="0" h="8473" w="2830">
                  <a:moveTo>
                    <a:pt x="699" y="1"/>
                  </a:moveTo>
                  <a:cubicBezTo>
                    <a:pt x="536" y="1"/>
                    <a:pt x="374" y="63"/>
                    <a:pt x="249" y="188"/>
                  </a:cubicBezTo>
                  <a:cubicBezTo>
                    <a:pt x="0" y="435"/>
                    <a:pt x="0" y="839"/>
                    <a:pt x="249" y="1087"/>
                  </a:cubicBezTo>
                  <a:cubicBezTo>
                    <a:pt x="1086" y="1922"/>
                    <a:pt x="1557" y="3055"/>
                    <a:pt x="1557" y="4237"/>
                  </a:cubicBezTo>
                  <a:cubicBezTo>
                    <a:pt x="1557" y="5418"/>
                    <a:pt x="1086" y="6551"/>
                    <a:pt x="249" y="7386"/>
                  </a:cubicBezTo>
                  <a:cubicBezTo>
                    <a:pt x="0" y="7635"/>
                    <a:pt x="0" y="8038"/>
                    <a:pt x="249" y="8286"/>
                  </a:cubicBezTo>
                  <a:cubicBezTo>
                    <a:pt x="374" y="8410"/>
                    <a:pt x="536" y="8472"/>
                    <a:pt x="699" y="8472"/>
                  </a:cubicBezTo>
                  <a:cubicBezTo>
                    <a:pt x="862" y="8472"/>
                    <a:pt x="1025" y="8410"/>
                    <a:pt x="1149" y="8286"/>
                  </a:cubicBezTo>
                  <a:cubicBezTo>
                    <a:pt x="2233" y="7203"/>
                    <a:pt x="2830" y="5765"/>
                    <a:pt x="2830" y="4237"/>
                  </a:cubicBezTo>
                  <a:cubicBezTo>
                    <a:pt x="2830" y="2708"/>
                    <a:pt x="2233" y="1270"/>
                    <a:pt x="1149" y="188"/>
                  </a:cubicBezTo>
                  <a:cubicBezTo>
                    <a:pt x="1025" y="63"/>
                    <a:pt x="862" y="1"/>
                    <a:pt x="6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92" name="Google Shape;19292;p90"/>
          <p:cNvGrpSpPr/>
          <p:nvPr/>
        </p:nvGrpSpPr>
        <p:grpSpPr>
          <a:xfrm>
            <a:off x="2524751" y="1719637"/>
            <a:ext cx="345457" cy="345494"/>
            <a:chOff x="3831565" y="1621495"/>
            <a:chExt cx="352004" cy="352042"/>
          </a:xfrm>
        </p:grpSpPr>
        <p:sp>
          <p:nvSpPr>
            <p:cNvPr id="19293" name="Google Shape;19293;p90"/>
            <p:cNvSpPr/>
            <p:nvPr/>
          </p:nvSpPr>
          <p:spPr>
            <a:xfrm>
              <a:off x="3831565" y="1621495"/>
              <a:ext cx="352004" cy="352042"/>
            </a:xfrm>
            <a:custGeom>
              <a:rect b="b" l="l" r="r" t="t"/>
              <a:pathLst>
                <a:path extrusionOk="0" h="21731" w="21732">
                  <a:moveTo>
                    <a:pt x="10866" y="1437"/>
                  </a:moveTo>
                  <a:lnTo>
                    <a:pt x="12377" y="2590"/>
                  </a:lnTo>
                  <a:lnTo>
                    <a:pt x="9356" y="2590"/>
                  </a:lnTo>
                  <a:lnTo>
                    <a:pt x="10866" y="1437"/>
                  </a:lnTo>
                  <a:close/>
                  <a:moveTo>
                    <a:pt x="3864" y="6719"/>
                  </a:moveTo>
                  <a:lnTo>
                    <a:pt x="3864" y="9932"/>
                  </a:lnTo>
                  <a:lnTo>
                    <a:pt x="1704" y="8321"/>
                  </a:lnTo>
                  <a:lnTo>
                    <a:pt x="3864" y="6719"/>
                  </a:lnTo>
                  <a:close/>
                  <a:moveTo>
                    <a:pt x="17870" y="6719"/>
                  </a:moveTo>
                  <a:lnTo>
                    <a:pt x="20028" y="8321"/>
                  </a:lnTo>
                  <a:lnTo>
                    <a:pt x="17870" y="9932"/>
                  </a:lnTo>
                  <a:lnTo>
                    <a:pt x="17870" y="6719"/>
                  </a:lnTo>
                  <a:close/>
                  <a:moveTo>
                    <a:pt x="16596" y="3863"/>
                  </a:moveTo>
                  <a:lnTo>
                    <a:pt x="16596" y="10884"/>
                  </a:lnTo>
                  <a:cubicBezTo>
                    <a:pt x="14364" y="12551"/>
                    <a:pt x="11861" y="14419"/>
                    <a:pt x="10866" y="15163"/>
                  </a:cubicBezTo>
                  <a:cubicBezTo>
                    <a:pt x="9871" y="14419"/>
                    <a:pt x="7369" y="12551"/>
                    <a:pt x="5137" y="10884"/>
                  </a:cubicBezTo>
                  <a:lnTo>
                    <a:pt x="5137" y="3863"/>
                  </a:lnTo>
                  <a:close/>
                  <a:moveTo>
                    <a:pt x="20458" y="9588"/>
                  </a:moveTo>
                  <a:lnTo>
                    <a:pt x="20458" y="20457"/>
                  </a:lnTo>
                  <a:lnTo>
                    <a:pt x="1275" y="20457"/>
                  </a:lnTo>
                  <a:lnTo>
                    <a:pt x="1274" y="9588"/>
                  </a:lnTo>
                  <a:lnTo>
                    <a:pt x="1274" y="9588"/>
                  </a:lnTo>
                  <a:cubicBezTo>
                    <a:pt x="3727" y="11421"/>
                    <a:pt x="9813" y="15964"/>
                    <a:pt x="10484" y="16468"/>
                  </a:cubicBezTo>
                  <a:cubicBezTo>
                    <a:pt x="10597" y="16553"/>
                    <a:pt x="10732" y="16595"/>
                    <a:pt x="10866" y="16595"/>
                  </a:cubicBezTo>
                  <a:cubicBezTo>
                    <a:pt x="11001" y="16595"/>
                    <a:pt x="11135" y="16553"/>
                    <a:pt x="11249" y="16468"/>
                  </a:cubicBezTo>
                  <a:cubicBezTo>
                    <a:pt x="11919" y="15964"/>
                    <a:pt x="18005" y="11421"/>
                    <a:pt x="20458" y="9588"/>
                  </a:cubicBezTo>
                  <a:close/>
                  <a:moveTo>
                    <a:pt x="10867" y="0"/>
                  </a:moveTo>
                  <a:cubicBezTo>
                    <a:pt x="10731" y="0"/>
                    <a:pt x="10595" y="44"/>
                    <a:pt x="10481" y="131"/>
                  </a:cubicBezTo>
                  <a:lnTo>
                    <a:pt x="7256" y="2590"/>
                  </a:lnTo>
                  <a:lnTo>
                    <a:pt x="4501" y="2590"/>
                  </a:lnTo>
                  <a:cubicBezTo>
                    <a:pt x="4501" y="2590"/>
                    <a:pt x="4500" y="2590"/>
                    <a:pt x="4499" y="2590"/>
                  </a:cubicBezTo>
                  <a:cubicBezTo>
                    <a:pt x="4148" y="2590"/>
                    <a:pt x="3865" y="2875"/>
                    <a:pt x="3865" y="3226"/>
                  </a:cubicBezTo>
                  <a:lnTo>
                    <a:pt x="3865" y="5133"/>
                  </a:lnTo>
                  <a:lnTo>
                    <a:pt x="259" y="7807"/>
                  </a:lnTo>
                  <a:cubicBezTo>
                    <a:pt x="98" y="7928"/>
                    <a:pt x="2" y="8117"/>
                    <a:pt x="1" y="8318"/>
                  </a:cubicBezTo>
                  <a:lnTo>
                    <a:pt x="1" y="21094"/>
                  </a:lnTo>
                  <a:cubicBezTo>
                    <a:pt x="1" y="21445"/>
                    <a:pt x="287" y="21730"/>
                    <a:pt x="637" y="21730"/>
                  </a:cubicBezTo>
                  <a:lnTo>
                    <a:pt x="21095" y="21730"/>
                  </a:lnTo>
                  <a:cubicBezTo>
                    <a:pt x="21447" y="21730"/>
                    <a:pt x="21731" y="21446"/>
                    <a:pt x="21731" y="21094"/>
                  </a:cubicBezTo>
                  <a:lnTo>
                    <a:pt x="21731" y="8319"/>
                  </a:lnTo>
                  <a:cubicBezTo>
                    <a:pt x="21731" y="8117"/>
                    <a:pt x="21636" y="7928"/>
                    <a:pt x="21475" y="7807"/>
                  </a:cubicBezTo>
                  <a:lnTo>
                    <a:pt x="17869" y="5133"/>
                  </a:lnTo>
                  <a:lnTo>
                    <a:pt x="17869" y="3226"/>
                  </a:lnTo>
                  <a:cubicBezTo>
                    <a:pt x="17869" y="2875"/>
                    <a:pt x="17584" y="2590"/>
                    <a:pt x="17235" y="2590"/>
                  </a:cubicBezTo>
                  <a:cubicBezTo>
                    <a:pt x="17234" y="2590"/>
                    <a:pt x="17233" y="2590"/>
                    <a:pt x="17232" y="2590"/>
                  </a:cubicBezTo>
                  <a:lnTo>
                    <a:pt x="14476" y="2590"/>
                  </a:lnTo>
                  <a:lnTo>
                    <a:pt x="11254" y="131"/>
                  </a:lnTo>
                  <a:cubicBezTo>
                    <a:pt x="11139" y="44"/>
                    <a:pt x="11003" y="0"/>
                    <a:pt x="108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4" name="Google Shape;19294;p90"/>
            <p:cNvSpPr/>
            <p:nvPr/>
          </p:nvSpPr>
          <p:spPr>
            <a:xfrm>
              <a:off x="3885908" y="1874863"/>
              <a:ext cx="71480" cy="56749"/>
            </a:xfrm>
            <a:custGeom>
              <a:rect b="b" l="l" r="r" t="t"/>
              <a:pathLst>
                <a:path extrusionOk="0" h="3503" w="4413">
                  <a:moveTo>
                    <a:pt x="3692" y="1"/>
                  </a:moveTo>
                  <a:cubicBezTo>
                    <a:pt x="3559" y="1"/>
                    <a:pt x="3425" y="42"/>
                    <a:pt x="3310" y="128"/>
                  </a:cubicBezTo>
                  <a:lnTo>
                    <a:pt x="339" y="2356"/>
                  </a:lnTo>
                  <a:cubicBezTo>
                    <a:pt x="57" y="2567"/>
                    <a:pt x="0" y="2966"/>
                    <a:pt x="212" y="3248"/>
                  </a:cubicBezTo>
                  <a:cubicBezTo>
                    <a:pt x="337" y="3414"/>
                    <a:pt x="528" y="3502"/>
                    <a:pt x="722" y="3502"/>
                  </a:cubicBezTo>
                  <a:cubicBezTo>
                    <a:pt x="855" y="3502"/>
                    <a:pt x="988" y="3461"/>
                    <a:pt x="1103" y="3375"/>
                  </a:cubicBezTo>
                  <a:lnTo>
                    <a:pt x="4073" y="1147"/>
                  </a:lnTo>
                  <a:cubicBezTo>
                    <a:pt x="4355" y="936"/>
                    <a:pt x="4412" y="537"/>
                    <a:pt x="4202" y="255"/>
                  </a:cubicBezTo>
                  <a:cubicBezTo>
                    <a:pt x="4076" y="89"/>
                    <a:pt x="3885" y="1"/>
                    <a:pt x="3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5" name="Google Shape;19295;p90"/>
            <p:cNvSpPr/>
            <p:nvPr/>
          </p:nvSpPr>
          <p:spPr>
            <a:xfrm>
              <a:off x="4057780" y="1874863"/>
              <a:ext cx="71447" cy="56749"/>
            </a:xfrm>
            <a:custGeom>
              <a:rect b="b" l="l" r="r" t="t"/>
              <a:pathLst>
                <a:path extrusionOk="0" h="3503" w="4411">
                  <a:moveTo>
                    <a:pt x="721" y="1"/>
                  </a:moveTo>
                  <a:cubicBezTo>
                    <a:pt x="528" y="1"/>
                    <a:pt x="336" y="89"/>
                    <a:pt x="211" y="255"/>
                  </a:cubicBezTo>
                  <a:cubicBezTo>
                    <a:pt x="1" y="537"/>
                    <a:pt x="57" y="936"/>
                    <a:pt x="338" y="1147"/>
                  </a:cubicBezTo>
                  <a:lnTo>
                    <a:pt x="3309" y="3375"/>
                  </a:lnTo>
                  <a:cubicBezTo>
                    <a:pt x="3423" y="3461"/>
                    <a:pt x="3558" y="3502"/>
                    <a:pt x="3691" y="3502"/>
                  </a:cubicBezTo>
                  <a:cubicBezTo>
                    <a:pt x="3885" y="3502"/>
                    <a:pt x="4076" y="3414"/>
                    <a:pt x="4201" y="3248"/>
                  </a:cubicBezTo>
                  <a:cubicBezTo>
                    <a:pt x="4411" y="2966"/>
                    <a:pt x="4354" y="2567"/>
                    <a:pt x="4074" y="2356"/>
                  </a:cubicBezTo>
                  <a:lnTo>
                    <a:pt x="1103" y="128"/>
                  </a:lnTo>
                  <a:cubicBezTo>
                    <a:pt x="988" y="42"/>
                    <a:pt x="854"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6" name="Google Shape;19296;p90"/>
            <p:cNvSpPr/>
            <p:nvPr/>
          </p:nvSpPr>
          <p:spPr>
            <a:xfrm>
              <a:off x="3956011" y="1725305"/>
              <a:ext cx="103129" cy="20655"/>
            </a:xfrm>
            <a:custGeom>
              <a:rect b="b" l="l" r="r" t="t"/>
              <a:pathLst>
                <a:path extrusionOk="0" h="1275" w="6367">
                  <a:moveTo>
                    <a:pt x="637" y="1"/>
                  </a:moveTo>
                  <a:cubicBezTo>
                    <a:pt x="285" y="1"/>
                    <a:pt x="1" y="285"/>
                    <a:pt x="1" y="637"/>
                  </a:cubicBezTo>
                  <a:cubicBezTo>
                    <a:pt x="1" y="989"/>
                    <a:pt x="285" y="1275"/>
                    <a:pt x="637" y="1275"/>
                  </a:cubicBezTo>
                  <a:lnTo>
                    <a:pt x="5730" y="1275"/>
                  </a:lnTo>
                  <a:cubicBezTo>
                    <a:pt x="6081" y="1275"/>
                    <a:pt x="6367" y="989"/>
                    <a:pt x="6367" y="637"/>
                  </a:cubicBezTo>
                  <a:cubicBezTo>
                    <a:pt x="6367" y="285"/>
                    <a:pt x="6081" y="1"/>
                    <a:pt x="57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7" name="Google Shape;19297;p90"/>
            <p:cNvSpPr/>
            <p:nvPr/>
          </p:nvSpPr>
          <p:spPr>
            <a:xfrm>
              <a:off x="3956011" y="1766566"/>
              <a:ext cx="103129" cy="20639"/>
            </a:xfrm>
            <a:custGeom>
              <a:rect b="b" l="l" r="r" t="t"/>
              <a:pathLst>
                <a:path extrusionOk="0" h="1274" w="6367">
                  <a:moveTo>
                    <a:pt x="637" y="1"/>
                  </a:moveTo>
                  <a:cubicBezTo>
                    <a:pt x="285" y="1"/>
                    <a:pt x="1" y="285"/>
                    <a:pt x="1" y="637"/>
                  </a:cubicBezTo>
                  <a:cubicBezTo>
                    <a:pt x="1" y="989"/>
                    <a:pt x="285" y="1274"/>
                    <a:pt x="637" y="1274"/>
                  </a:cubicBezTo>
                  <a:lnTo>
                    <a:pt x="5730" y="1274"/>
                  </a:lnTo>
                  <a:cubicBezTo>
                    <a:pt x="6081" y="1274"/>
                    <a:pt x="6367" y="989"/>
                    <a:pt x="6367" y="637"/>
                  </a:cubicBezTo>
                  <a:cubicBezTo>
                    <a:pt x="6367" y="285"/>
                    <a:pt x="6081" y="1"/>
                    <a:pt x="57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98" name="Google Shape;19298;p90"/>
          <p:cNvGrpSpPr/>
          <p:nvPr/>
        </p:nvGrpSpPr>
        <p:grpSpPr>
          <a:xfrm>
            <a:off x="3272528" y="1730433"/>
            <a:ext cx="345457" cy="323904"/>
            <a:chOff x="3360396" y="1690377"/>
            <a:chExt cx="352004" cy="330043"/>
          </a:xfrm>
        </p:grpSpPr>
        <p:sp>
          <p:nvSpPr>
            <p:cNvPr id="19299" name="Google Shape;19299;p90"/>
            <p:cNvSpPr/>
            <p:nvPr/>
          </p:nvSpPr>
          <p:spPr>
            <a:xfrm>
              <a:off x="3360396" y="1690377"/>
              <a:ext cx="352004" cy="330043"/>
            </a:xfrm>
            <a:custGeom>
              <a:rect b="b" l="l" r="r" t="t"/>
              <a:pathLst>
                <a:path extrusionOk="0" h="20373" w="21732">
                  <a:moveTo>
                    <a:pt x="20457" y="1274"/>
                  </a:moveTo>
                  <a:lnTo>
                    <a:pt x="20457" y="14006"/>
                  </a:lnTo>
                  <a:lnTo>
                    <a:pt x="1274" y="14006"/>
                  </a:lnTo>
                  <a:lnTo>
                    <a:pt x="1274" y="1274"/>
                  </a:lnTo>
                  <a:close/>
                  <a:moveTo>
                    <a:pt x="20457" y="15279"/>
                  </a:moveTo>
                  <a:lnTo>
                    <a:pt x="20457" y="19099"/>
                  </a:lnTo>
                  <a:lnTo>
                    <a:pt x="1274" y="19099"/>
                  </a:lnTo>
                  <a:lnTo>
                    <a:pt x="1274" y="15279"/>
                  </a:lnTo>
                  <a:close/>
                  <a:moveTo>
                    <a:pt x="635" y="1"/>
                  </a:moveTo>
                  <a:cubicBezTo>
                    <a:pt x="284" y="1"/>
                    <a:pt x="1" y="286"/>
                    <a:pt x="1" y="637"/>
                  </a:cubicBezTo>
                  <a:lnTo>
                    <a:pt x="1" y="19736"/>
                  </a:lnTo>
                  <a:cubicBezTo>
                    <a:pt x="1" y="20088"/>
                    <a:pt x="285" y="20372"/>
                    <a:pt x="637" y="20372"/>
                  </a:cubicBezTo>
                  <a:lnTo>
                    <a:pt x="21094" y="20372"/>
                  </a:lnTo>
                  <a:cubicBezTo>
                    <a:pt x="21446" y="20372"/>
                    <a:pt x="21731" y="20088"/>
                    <a:pt x="21731" y="19736"/>
                  </a:cubicBezTo>
                  <a:lnTo>
                    <a:pt x="21731" y="637"/>
                  </a:lnTo>
                  <a:cubicBezTo>
                    <a:pt x="21731" y="286"/>
                    <a:pt x="21447" y="1"/>
                    <a:pt x="21096" y="1"/>
                  </a:cubicBezTo>
                  <a:cubicBezTo>
                    <a:pt x="21095" y="1"/>
                    <a:pt x="21094" y="1"/>
                    <a:pt x="21094" y="1"/>
                  </a:cubicBezTo>
                  <a:lnTo>
                    <a:pt x="637" y="1"/>
                  </a:lnTo>
                  <a:cubicBezTo>
                    <a:pt x="637" y="1"/>
                    <a:pt x="636" y="1"/>
                    <a:pt x="6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0" name="Google Shape;19300;p90"/>
            <p:cNvSpPr/>
            <p:nvPr/>
          </p:nvSpPr>
          <p:spPr>
            <a:xfrm>
              <a:off x="3401635" y="1937897"/>
              <a:ext cx="269510" cy="61900"/>
            </a:xfrm>
            <a:custGeom>
              <a:rect b="b" l="l" r="r" t="t"/>
              <a:pathLst>
                <a:path extrusionOk="0" h="3821" w="16639">
                  <a:moveTo>
                    <a:pt x="13412" y="0"/>
                  </a:moveTo>
                  <a:cubicBezTo>
                    <a:pt x="13061" y="0"/>
                    <a:pt x="12776" y="285"/>
                    <a:pt x="12776" y="637"/>
                  </a:cubicBezTo>
                  <a:lnTo>
                    <a:pt x="12776" y="1273"/>
                  </a:lnTo>
                  <a:lnTo>
                    <a:pt x="637" y="1273"/>
                  </a:lnTo>
                  <a:cubicBezTo>
                    <a:pt x="285" y="1273"/>
                    <a:pt x="1" y="1559"/>
                    <a:pt x="1" y="1911"/>
                  </a:cubicBezTo>
                  <a:cubicBezTo>
                    <a:pt x="1" y="2262"/>
                    <a:pt x="285" y="2547"/>
                    <a:pt x="637" y="2547"/>
                  </a:cubicBezTo>
                  <a:lnTo>
                    <a:pt x="12776" y="2547"/>
                  </a:lnTo>
                  <a:lnTo>
                    <a:pt x="12776" y="3184"/>
                  </a:lnTo>
                  <a:cubicBezTo>
                    <a:pt x="12776" y="3536"/>
                    <a:pt x="13061" y="3820"/>
                    <a:pt x="13412" y="3820"/>
                  </a:cubicBezTo>
                  <a:cubicBezTo>
                    <a:pt x="13764" y="3820"/>
                    <a:pt x="14050" y="3536"/>
                    <a:pt x="14050" y="3184"/>
                  </a:cubicBezTo>
                  <a:lnTo>
                    <a:pt x="14050" y="2547"/>
                  </a:lnTo>
                  <a:lnTo>
                    <a:pt x="16002" y="2547"/>
                  </a:lnTo>
                  <a:cubicBezTo>
                    <a:pt x="16352" y="2547"/>
                    <a:pt x="16638" y="2262"/>
                    <a:pt x="16638" y="1910"/>
                  </a:cubicBezTo>
                  <a:cubicBezTo>
                    <a:pt x="16638" y="1558"/>
                    <a:pt x="16352" y="1273"/>
                    <a:pt x="16002" y="1273"/>
                  </a:cubicBezTo>
                  <a:lnTo>
                    <a:pt x="14050" y="1273"/>
                  </a:lnTo>
                  <a:lnTo>
                    <a:pt x="14050" y="637"/>
                  </a:lnTo>
                  <a:cubicBezTo>
                    <a:pt x="14050" y="285"/>
                    <a:pt x="13764" y="0"/>
                    <a:pt x="1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1" name="Google Shape;19301;p90"/>
            <p:cNvSpPr/>
            <p:nvPr/>
          </p:nvSpPr>
          <p:spPr>
            <a:xfrm>
              <a:off x="3484826" y="1741926"/>
              <a:ext cx="125417" cy="144423"/>
            </a:xfrm>
            <a:custGeom>
              <a:rect b="b" l="l" r="r" t="t"/>
              <a:pathLst>
                <a:path extrusionOk="0" h="8915" w="7743">
                  <a:moveTo>
                    <a:pt x="1273" y="1763"/>
                  </a:moveTo>
                  <a:lnTo>
                    <a:pt x="5766" y="4459"/>
                  </a:lnTo>
                  <a:lnTo>
                    <a:pt x="1273" y="7154"/>
                  </a:lnTo>
                  <a:lnTo>
                    <a:pt x="1273" y="1763"/>
                  </a:lnTo>
                  <a:close/>
                  <a:moveTo>
                    <a:pt x="638" y="0"/>
                  </a:moveTo>
                  <a:cubicBezTo>
                    <a:pt x="306" y="0"/>
                    <a:pt x="0" y="266"/>
                    <a:pt x="0" y="638"/>
                  </a:cubicBezTo>
                  <a:lnTo>
                    <a:pt x="0" y="8278"/>
                  </a:lnTo>
                  <a:cubicBezTo>
                    <a:pt x="0" y="8507"/>
                    <a:pt x="123" y="8719"/>
                    <a:pt x="323" y="8831"/>
                  </a:cubicBezTo>
                  <a:cubicBezTo>
                    <a:pt x="421" y="8887"/>
                    <a:pt x="529" y="8914"/>
                    <a:pt x="637" y="8914"/>
                  </a:cubicBezTo>
                  <a:cubicBezTo>
                    <a:pt x="750" y="8914"/>
                    <a:pt x="864" y="8884"/>
                    <a:pt x="965" y="8823"/>
                  </a:cubicBezTo>
                  <a:lnTo>
                    <a:pt x="7331" y="5005"/>
                  </a:lnTo>
                  <a:cubicBezTo>
                    <a:pt x="7743" y="4757"/>
                    <a:pt x="7743" y="4160"/>
                    <a:pt x="7331" y="3913"/>
                  </a:cubicBezTo>
                  <a:lnTo>
                    <a:pt x="965" y="93"/>
                  </a:lnTo>
                  <a:cubicBezTo>
                    <a:pt x="860" y="29"/>
                    <a:pt x="747" y="0"/>
                    <a:pt x="6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302" name="Google Shape;19302;p90"/>
          <p:cNvSpPr/>
          <p:nvPr/>
        </p:nvSpPr>
        <p:spPr>
          <a:xfrm>
            <a:off x="4043065" y="1740563"/>
            <a:ext cx="346273" cy="303642"/>
          </a:xfrm>
          <a:custGeom>
            <a:rect b="b" l="l" r="r" t="t"/>
            <a:pathLst>
              <a:path extrusionOk="0" h="19100" w="21785">
                <a:moveTo>
                  <a:pt x="20513" y="2547"/>
                </a:moveTo>
                <a:lnTo>
                  <a:pt x="20513" y="5094"/>
                </a:lnTo>
                <a:lnTo>
                  <a:pt x="5147" y="5094"/>
                </a:lnTo>
                <a:lnTo>
                  <a:pt x="5147" y="2547"/>
                </a:lnTo>
                <a:lnTo>
                  <a:pt x="7737" y="2547"/>
                </a:lnTo>
                <a:lnTo>
                  <a:pt x="7737" y="3183"/>
                </a:lnTo>
                <a:cubicBezTo>
                  <a:pt x="7737" y="3535"/>
                  <a:pt x="8021" y="3820"/>
                  <a:pt x="8373" y="3820"/>
                </a:cubicBezTo>
                <a:cubicBezTo>
                  <a:pt x="8725" y="3820"/>
                  <a:pt x="9010" y="3535"/>
                  <a:pt x="9010" y="3183"/>
                </a:cubicBezTo>
                <a:lnTo>
                  <a:pt x="9010" y="2547"/>
                </a:lnTo>
                <a:lnTo>
                  <a:pt x="12193" y="2547"/>
                </a:lnTo>
                <a:lnTo>
                  <a:pt x="12193" y="3183"/>
                </a:lnTo>
                <a:cubicBezTo>
                  <a:pt x="12193" y="3535"/>
                  <a:pt x="12478" y="3820"/>
                  <a:pt x="12830" y="3820"/>
                </a:cubicBezTo>
                <a:cubicBezTo>
                  <a:pt x="13182" y="3820"/>
                  <a:pt x="13466" y="3535"/>
                  <a:pt x="13466" y="3183"/>
                </a:cubicBezTo>
                <a:lnTo>
                  <a:pt x="13466" y="2547"/>
                </a:lnTo>
                <a:lnTo>
                  <a:pt x="16692" y="2547"/>
                </a:lnTo>
                <a:lnTo>
                  <a:pt x="16692" y="3183"/>
                </a:lnTo>
                <a:cubicBezTo>
                  <a:pt x="16692" y="3535"/>
                  <a:pt x="16977" y="3820"/>
                  <a:pt x="17329" y="3820"/>
                </a:cubicBezTo>
                <a:cubicBezTo>
                  <a:pt x="17681" y="3820"/>
                  <a:pt x="17965" y="3535"/>
                  <a:pt x="17965" y="3183"/>
                </a:cubicBezTo>
                <a:lnTo>
                  <a:pt x="17965" y="2547"/>
                </a:lnTo>
                <a:close/>
                <a:moveTo>
                  <a:pt x="20499" y="6366"/>
                </a:moveTo>
                <a:cubicBezTo>
                  <a:pt x="20357" y="10404"/>
                  <a:pt x="18806" y="13583"/>
                  <a:pt x="17079" y="15279"/>
                </a:cubicBezTo>
                <a:lnTo>
                  <a:pt x="2139" y="15279"/>
                </a:lnTo>
                <a:cubicBezTo>
                  <a:pt x="4096" y="12785"/>
                  <a:pt x="5031" y="9536"/>
                  <a:pt x="5137" y="6366"/>
                </a:cubicBezTo>
                <a:close/>
                <a:moveTo>
                  <a:pt x="20511" y="12306"/>
                </a:moveTo>
                <a:lnTo>
                  <a:pt x="20511" y="17826"/>
                </a:lnTo>
                <a:lnTo>
                  <a:pt x="5147" y="17826"/>
                </a:lnTo>
                <a:lnTo>
                  <a:pt x="5147" y="16553"/>
                </a:lnTo>
                <a:lnTo>
                  <a:pt x="17328" y="16553"/>
                </a:lnTo>
                <a:cubicBezTo>
                  <a:pt x="17477" y="16552"/>
                  <a:pt x="17621" y="16501"/>
                  <a:pt x="17735" y="16405"/>
                </a:cubicBezTo>
                <a:cubicBezTo>
                  <a:pt x="18501" y="15767"/>
                  <a:pt x="19687" y="14250"/>
                  <a:pt x="20511" y="12306"/>
                </a:cubicBezTo>
                <a:close/>
                <a:moveTo>
                  <a:pt x="8372" y="1"/>
                </a:moveTo>
                <a:cubicBezTo>
                  <a:pt x="8021" y="1"/>
                  <a:pt x="7735" y="285"/>
                  <a:pt x="7735" y="637"/>
                </a:cubicBezTo>
                <a:lnTo>
                  <a:pt x="7735" y="1274"/>
                </a:lnTo>
                <a:lnTo>
                  <a:pt x="4511" y="1274"/>
                </a:lnTo>
                <a:cubicBezTo>
                  <a:pt x="4159" y="1274"/>
                  <a:pt x="3874" y="1558"/>
                  <a:pt x="3874" y="1910"/>
                </a:cubicBezTo>
                <a:lnTo>
                  <a:pt x="3874" y="5731"/>
                </a:lnTo>
                <a:cubicBezTo>
                  <a:pt x="3874" y="10421"/>
                  <a:pt x="1924" y="14031"/>
                  <a:pt x="283" y="15427"/>
                </a:cubicBezTo>
                <a:cubicBezTo>
                  <a:pt x="76" y="15598"/>
                  <a:pt x="1" y="15881"/>
                  <a:pt x="92" y="16133"/>
                </a:cubicBezTo>
                <a:cubicBezTo>
                  <a:pt x="182" y="16385"/>
                  <a:pt x="422" y="16552"/>
                  <a:pt x="690" y="16552"/>
                </a:cubicBezTo>
                <a:lnTo>
                  <a:pt x="690" y="16553"/>
                </a:lnTo>
                <a:lnTo>
                  <a:pt x="3874" y="16553"/>
                </a:lnTo>
                <a:lnTo>
                  <a:pt x="3874" y="18463"/>
                </a:lnTo>
                <a:cubicBezTo>
                  <a:pt x="3874" y="18815"/>
                  <a:pt x="4159" y="19099"/>
                  <a:pt x="4511" y="19099"/>
                </a:cubicBezTo>
                <a:lnTo>
                  <a:pt x="21148" y="19099"/>
                </a:lnTo>
                <a:cubicBezTo>
                  <a:pt x="21500" y="19099"/>
                  <a:pt x="21784" y="18815"/>
                  <a:pt x="21784" y="18463"/>
                </a:cubicBezTo>
                <a:lnTo>
                  <a:pt x="21784" y="1910"/>
                </a:lnTo>
                <a:cubicBezTo>
                  <a:pt x="21784" y="1558"/>
                  <a:pt x="21500" y="1274"/>
                  <a:pt x="21148" y="1274"/>
                </a:cubicBezTo>
                <a:lnTo>
                  <a:pt x="17964" y="1274"/>
                </a:lnTo>
                <a:lnTo>
                  <a:pt x="17964" y="637"/>
                </a:lnTo>
                <a:cubicBezTo>
                  <a:pt x="17964" y="285"/>
                  <a:pt x="17680" y="1"/>
                  <a:pt x="17328" y="1"/>
                </a:cubicBezTo>
                <a:cubicBezTo>
                  <a:pt x="16976" y="1"/>
                  <a:pt x="16691" y="285"/>
                  <a:pt x="16691" y="637"/>
                </a:cubicBezTo>
                <a:lnTo>
                  <a:pt x="16691" y="1274"/>
                </a:lnTo>
                <a:lnTo>
                  <a:pt x="13465" y="1274"/>
                </a:lnTo>
                <a:lnTo>
                  <a:pt x="13465" y="637"/>
                </a:lnTo>
                <a:cubicBezTo>
                  <a:pt x="13465" y="285"/>
                  <a:pt x="13181" y="1"/>
                  <a:pt x="12829" y="1"/>
                </a:cubicBezTo>
                <a:cubicBezTo>
                  <a:pt x="12477" y="1"/>
                  <a:pt x="12192" y="285"/>
                  <a:pt x="12192" y="637"/>
                </a:cubicBezTo>
                <a:lnTo>
                  <a:pt x="12192" y="1274"/>
                </a:lnTo>
                <a:lnTo>
                  <a:pt x="9010" y="1274"/>
                </a:lnTo>
                <a:lnTo>
                  <a:pt x="9010" y="637"/>
                </a:lnTo>
                <a:cubicBezTo>
                  <a:pt x="9010" y="285"/>
                  <a:pt x="8724" y="1"/>
                  <a:pt x="83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303" name="Google Shape;19303;p90"/>
          <p:cNvGrpSpPr/>
          <p:nvPr/>
        </p:nvGrpSpPr>
        <p:grpSpPr>
          <a:xfrm>
            <a:off x="4775657" y="1750672"/>
            <a:ext cx="345457" cy="283426"/>
            <a:chOff x="3714862" y="2916604"/>
            <a:chExt cx="352004" cy="288797"/>
          </a:xfrm>
        </p:grpSpPr>
        <p:sp>
          <p:nvSpPr>
            <p:cNvPr id="19304" name="Google Shape;19304;p90"/>
            <p:cNvSpPr/>
            <p:nvPr/>
          </p:nvSpPr>
          <p:spPr>
            <a:xfrm>
              <a:off x="3714862" y="2916604"/>
              <a:ext cx="352004" cy="288797"/>
            </a:xfrm>
            <a:custGeom>
              <a:rect b="b" l="l" r="r" t="t"/>
              <a:pathLst>
                <a:path extrusionOk="0" h="17827" w="21732">
                  <a:moveTo>
                    <a:pt x="14293" y="1273"/>
                  </a:moveTo>
                  <a:lnTo>
                    <a:pt x="15390" y="3467"/>
                  </a:lnTo>
                  <a:cubicBezTo>
                    <a:pt x="15497" y="3683"/>
                    <a:pt x="15718" y="3819"/>
                    <a:pt x="15959" y="3819"/>
                  </a:cubicBezTo>
                  <a:lnTo>
                    <a:pt x="20458" y="3819"/>
                  </a:lnTo>
                  <a:lnTo>
                    <a:pt x="20458" y="6367"/>
                  </a:lnTo>
                  <a:lnTo>
                    <a:pt x="14231" y="6367"/>
                  </a:lnTo>
                  <a:cubicBezTo>
                    <a:pt x="13270" y="5518"/>
                    <a:pt x="12068" y="5093"/>
                    <a:pt x="10866" y="5093"/>
                  </a:cubicBezTo>
                  <a:cubicBezTo>
                    <a:pt x="9664" y="5093"/>
                    <a:pt x="8462" y="5518"/>
                    <a:pt x="7501" y="6367"/>
                  </a:cubicBezTo>
                  <a:lnTo>
                    <a:pt x="1274" y="6367"/>
                  </a:lnTo>
                  <a:lnTo>
                    <a:pt x="1274" y="3819"/>
                  </a:lnTo>
                  <a:lnTo>
                    <a:pt x="5773" y="3819"/>
                  </a:lnTo>
                  <a:cubicBezTo>
                    <a:pt x="6015" y="3819"/>
                    <a:pt x="6235" y="3683"/>
                    <a:pt x="6343" y="3467"/>
                  </a:cubicBezTo>
                  <a:lnTo>
                    <a:pt x="7440" y="1273"/>
                  </a:lnTo>
                  <a:close/>
                  <a:moveTo>
                    <a:pt x="6457" y="7640"/>
                  </a:moveTo>
                  <a:cubicBezTo>
                    <a:pt x="5545" y="9216"/>
                    <a:pt x="5545" y="11158"/>
                    <a:pt x="6457" y="12733"/>
                  </a:cubicBezTo>
                  <a:lnTo>
                    <a:pt x="1274" y="12733"/>
                  </a:lnTo>
                  <a:lnTo>
                    <a:pt x="1274" y="7640"/>
                  </a:lnTo>
                  <a:close/>
                  <a:moveTo>
                    <a:pt x="20458" y="7641"/>
                  </a:moveTo>
                  <a:lnTo>
                    <a:pt x="20458" y="12733"/>
                  </a:lnTo>
                  <a:lnTo>
                    <a:pt x="15275" y="12733"/>
                  </a:lnTo>
                  <a:cubicBezTo>
                    <a:pt x="16187" y="11158"/>
                    <a:pt x="16187" y="9216"/>
                    <a:pt x="15275" y="7641"/>
                  </a:cubicBezTo>
                  <a:close/>
                  <a:moveTo>
                    <a:pt x="10866" y="6367"/>
                  </a:moveTo>
                  <a:cubicBezTo>
                    <a:pt x="12971" y="6367"/>
                    <a:pt x="14686" y="8082"/>
                    <a:pt x="14686" y="10187"/>
                  </a:cubicBezTo>
                  <a:cubicBezTo>
                    <a:pt x="14686" y="12292"/>
                    <a:pt x="12971" y="14007"/>
                    <a:pt x="10866" y="14007"/>
                  </a:cubicBezTo>
                  <a:cubicBezTo>
                    <a:pt x="8761" y="14007"/>
                    <a:pt x="7046" y="12292"/>
                    <a:pt x="7046" y="10187"/>
                  </a:cubicBezTo>
                  <a:cubicBezTo>
                    <a:pt x="7046" y="8080"/>
                    <a:pt x="8761" y="6367"/>
                    <a:pt x="10866" y="6367"/>
                  </a:cubicBezTo>
                  <a:close/>
                  <a:moveTo>
                    <a:pt x="20458" y="14007"/>
                  </a:moveTo>
                  <a:lnTo>
                    <a:pt x="20458" y="16553"/>
                  </a:lnTo>
                  <a:lnTo>
                    <a:pt x="1274" y="16553"/>
                  </a:lnTo>
                  <a:lnTo>
                    <a:pt x="1274" y="14007"/>
                  </a:lnTo>
                  <a:lnTo>
                    <a:pt x="7501" y="14007"/>
                  </a:lnTo>
                  <a:cubicBezTo>
                    <a:pt x="8462" y="14856"/>
                    <a:pt x="9664" y="15280"/>
                    <a:pt x="10866" y="15280"/>
                  </a:cubicBezTo>
                  <a:cubicBezTo>
                    <a:pt x="12068" y="15280"/>
                    <a:pt x="13270" y="14856"/>
                    <a:pt x="14231" y="14007"/>
                  </a:cubicBezTo>
                  <a:close/>
                  <a:moveTo>
                    <a:pt x="7046" y="1"/>
                  </a:moveTo>
                  <a:cubicBezTo>
                    <a:pt x="6805" y="1"/>
                    <a:pt x="6585" y="137"/>
                    <a:pt x="6477" y="353"/>
                  </a:cubicBezTo>
                  <a:lnTo>
                    <a:pt x="5380" y="2548"/>
                  </a:lnTo>
                  <a:lnTo>
                    <a:pt x="3863" y="2548"/>
                  </a:lnTo>
                  <a:lnTo>
                    <a:pt x="3863" y="1911"/>
                  </a:lnTo>
                  <a:cubicBezTo>
                    <a:pt x="3863" y="1559"/>
                    <a:pt x="3578" y="1273"/>
                    <a:pt x="3227" y="1273"/>
                  </a:cubicBezTo>
                  <a:cubicBezTo>
                    <a:pt x="2875" y="1273"/>
                    <a:pt x="2589" y="1559"/>
                    <a:pt x="2589" y="1911"/>
                  </a:cubicBezTo>
                  <a:lnTo>
                    <a:pt x="2589" y="2548"/>
                  </a:lnTo>
                  <a:lnTo>
                    <a:pt x="637" y="2548"/>
                  </a:lnTo>
                  <a:cubicBezTo>
                    <a:pt x="287" y="2548"/>
                    <a:pt x="1" y="2832"/>
                    <a:pt x="1" y="3184"/>
                  </a:cubicBezTo>
                  <a:lnTo>
                    <a:pt x="1" y="17190"/>
                  </a:lnTo>
                  <a:cubicBezTo>
                    <a:pt x="1" y="17542"/>
                    <a:pt x="287" y="17826"/>
                    <a:pt x="637" y="17826"/>
                  </a:cubicBezTo>
                  <a:lnTo>
                    <a:pt x="21095" y="17826"/>
                  </a:lnTo>
                  <a:cubicBezTo>
                    <a:pt x="21447" y="17826"/>
                    <a:pt x="21731" y="17542"/>
                    <a:pt x="21731" y="17190"/>
                  </a:cubicBezTo>
                  <a:lnTo>
                    <a:pt x="21731" y="3184"/>
                  </a:lnTo>
                  <a:cubicBezTo>
                    <a:pt x="21731" y="2832"/>
                    <a:pt x="21447" y="2548"/>
                    <a:pt x="21095" y="2548"/>
                  </a:cubicBezTo>
                  <a:lnTo>
                    <a:pt x="16352" y="2548"/>
                  </a:lnTo>
                  <a:lnTo>
                    <a:pt x="15255" y="353"/>
                  </a:lnTo>
                  <a:cubicBezTo>
                    <a:pt x="15148" y="137"/>
                    <a:pt x="14927" y="1"/>
                    <a:pt x="146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5" name="Google Shape;19305;p90"/>
            <p:cNvSpPr/>
            <p:nvPr/>
          </p:nvSpPr>
          <p:spPr>
            <a:xfrm>
              <a:off x="3859911" y="2957865"/>
              <a:ext cx="61907" cy="20639"/>
            </a:xfrm>
            <a:custGeom>
              <a:rect b="b" l="l" r="r" t="t"/>
              <a:pathLst>
                <a:path extrusionOk="0" h="1274" w="3822">
                  <a:moveTo>
                    <a:pt x="638" y="1"/>
                  </a:moveTo>
                  <a:cubicBezTo>
                    <a:pt x="286" y="1"/>
                    <a:pt x="0" y="285"/>
                    <a:pt x="0" y="637"/>
                  </a:cubicBezTo>
                  <a:cubicBezTo>
                    <a:pt x="0" y="989"/>
                    <a:pt x="286" y="1274"/>
                    <a:pt x="638" y="1274"/>
                  </a:cubicBezTo>
                  <a:lnTo>
                    <a:pt x="3185" y="1274"/>
                  </a:lnTo>
                  <a:cubicBezTo>
                    <a:pt x="3536" y="1274"/>
                    <a:pt x="3822" y="989"/>
                    <a:pt x="3822" y="637"/>
                  </a:cubicBezTo>
                  <a:cubicBezTo>
                    <a:pt x="3822" y="285"/>
                    <a:pt x="3536" y="1"/>
                    <a:pt x="3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6" name="Google Shape;19306;p90"/>
            <p:cNvSpPr/>
            <p:nvPr/>
          </p:nvSpPr>
          <p:spPr>
            <a:xfrm>
              <a:off x="3849593" y="3040356"/>
              <a:ext cx="82542" cy="82523"/>
            </a:xfrm>
            <a:custGeom>
              <a:rect b="b" l="l" r="r" t="t"/>
              <a:pathLst>
                <a:path extrusionOk="0" h="5094" w="5096">
                  <a:moveTo>
                    <a:pt x="2548" y="1275"/>
                  </a:moveTo>
                  <a:cubicBezTo>
                    <a:pt x="3063" y="1275"/>
                    <a:pt x="3527" y="1585"/>
                    <a:pt x="3724" y="2061"/>
                  </a:cubicBezTo>
                  <a:cubicBezTo>
                    <a:pt x="3922" y="2537"/>
                    <a:pt x="3813" y="3085"/>
                    <a:pt x="3449" y="3449"/>
                  </a:cubicBezTo>
                  <a:cubicBezTo>
                    <a:pt x="3205" y="3692"/>
                    <a:pt x="2879" y="3821"/>
                    <a:pt x="2548" y="3821"/>
                  </a:cubicBezTo>
                  <a:cubicBezTo>
                    <a:pt x="2384" y="3821"/>
                    <a:pt x="2219" y="3790"/>
                    <a:pt x="2061" y="3724"/>
                  </a:cubicBezTo>
                  <a:cubicBezTo>
                    <a:pt x="1585" y="3528"/>
                    <a:pt x="1275" y="3064"/>
                    <a:pt x="1275" y="2548"/>
                  </a:cubicBezTo>
                  <a:cubicBezTo>
                    <a:pt x="1275" y="1845"/>
                    <a:pt x="1845" y="1275"/>
                    <a:pt x="2548" y="1275"/>
                  </a:cubicBezTo>
                  <a:close/>
                  <a:moveTo>
                    <a:pt x="2548" y="1"/>
                  </a:moveTo>
                  <a:cubicBezTo>
                    <a:pt x="1143" y="1"/>
                    <a:pt x="1" y="1143"/>
                    <a:pt x="1" y="2548"/>
                  </a:cubicBezTo>
                  <a:cubicBezTo>
                    <a:pt x="1" y="3953"/>
                    <a:pt x="1143" y="5094"/>
                    <a:pt x="2548" y="5094"/>
                  </a:cubicBezTo>
                  <a:cubicBezTo>
                    <a:pt x="3952" y="5094"/>
                    <a:pt x="5095" y="3952"/>
                    <a:pt x="5095" y="2548"/>
                  </a:cubicBezTo>
                  <a:cubicBezTo>
                    <a:pt x="5095" y="1144"/>
                    <a:pt x="3953"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07" name="Google Shape;19307;p90"/>
          <p:cNvGrpSpPr/>
          <p:nvPr/>
        </p:nvGrpSpPr>
        <p:grpSpPr>
          <a:xfrm>
            <a:off x="5522453" y="1740560"/>
            <a:ext cx="345441" cy="303649"/>
            <a:chOff x="3154478" y="2863128"/>
            <a:chExt cx="351988" cy="309404"/>
          </a:xfrm>
        </p:grpSpPr>
        <p:sp>
          <p:nvSpPr>
            <p:cNvPr id="19308" name="Google Shape;19308;p90"/>
            <p:cNvSpPr/>
            <p:nvPr/>
          </p:nvSpPr>
          <p:spPr>
            <a:xfrm>
              <a:off x="3154478" y="2863128"/>
              <a:ext cx="351988" cy="309404"/>
            </a:xfrm>
            <a:custGeom>
              <a:rect b="b" l="l" r="r" t="t"/>
              <a:pathLst>
                <a:path extrusionOk="0" h="19099" w="21731">
                  <a:moveTo>
                    <a:pt x="20456" y="1273"/>
                  </a:moveTo>
                  <a:lnTo>
                    <a:pt x="20456" y="5093"/>
                  </a:lnTo>
                  <a:lnTo>
                    <a:pt x="1273" y="5093"/>
                  </a:lnTo>
                  <a:lnTo>
                    <a:pt x="1273" y="1273"/>
                  </a:lnTo>
                  <a:close/>
                  <a:moveTo>
                    <a:pt x="10865" y="13367"/>
                  </a:moveTo>
                  <a:cubicBezTo>
                    <a:pt x="12271" y="13367"/>
                    <a:pt x="13413" y="14511"/>
                    <a:pt x="13413" y="15915"/>
                  </a:cubicBezTo>
                  <a:cubicBezTo>
                    <a:pt x="13415" y="16648"/>
                    <a:pt x="13099" y="17344"/>
                    <a:pt x="12547" y="17826"/>
                  </a:cubicBezTo>
                  <a:lnTo>
                    <a:pt x="9184" y="17826"/>
                  </a:lnTo>
                  <a:cubicBezTo>
                    <a:pt x="8632" y="17344"/>
                    <a:pt x="8317" y="16648"/>
                    <a:pt x="8318" y="15915"/>
                  </a:cubicBezTo>
                  <a:cubicBezTo>
                    <a:pt x="8318" y="14511"/>
                    <a:pt x="9461" y="13367"/>
                    <a:pt x="10865" y="13367"/>
                  </a:cubicBezTo>
                  <a:close/>
                  <a:moveTo>
                    <a:pt x="10865" y="10823"/>
                  </a:moveTo>
                  <a:cubicBezTo>
                    <a:pt x="13675" y="10823"/>
                    <a:pt x="15959" y="13109"/>
                    <a:pt x="15959" y="15915"/>
                  </a:cubicBezTo>
                  <a:cubicBezTo>
                    <a:pt x="15960" y="16570"/>
                    <a:pt x="15833" y="17219"/>
                    <a:pt x="15587" y="17826"/>
                  </a:cubicBezTo>
                  <a:lnTo>
                    <a:pt x="14170" y="17826"/>
                  </a:lnTo>
                  <a:cubicBezTo>
                    <a:pt x="14506" y="17245"/>
                    <a:pt x="14683" y="16586"/>
                    <a:pt x="14684" y="15915"/>
                  </a:cubicBezTo>
                  <a:cubicBezTo>
                    <a:pt x="14684" y="13809"/>
                    <a:pt x="12971" y="12096"/>
                    <a:pt x="10865" y="12096"/>
                  </a:cubicBezTo>
                  <a:cubicBezTo>
                    <a:pt x="8759" y="12096"/>
                    <a:pt x="7045" y="13809"/>
                    <a:pt x="7045" y="15915"/>
                  </a:cubicBezTo>
                  <a:cubicBezTo>
                    <a:pt x="7046" y="16586"/>
                    <a:pt x="7224" y="17245"/>
                    <a:pt x="7561" y="17826"/>
                  </a:cubicBezTo>
                  <a:lnTo>
                    <a:pt x="6144" y="17826"/>
                  </a:lnTo>
                  <a:cubicBezTo>
                    <a:pt x="5897" y="17219"/>
                    <a:pt x="5771" y="16570"/>
                    <a:pt x="5772" y="15915"/>
                  </a:cubicBezTo>
                  <a:cubicBezTo>
                    <a:pt x="5772" y="13094"/>
                    <a:pt x="8071" y="10823"/>
                    <a:pt x="10865" y="10823"/>
                  </a:cubicBezTo>
                  <a:close/>
                  <a:moveTo>
                    <a:pt x="20456" y="6367"/>
                  </a:moveTo>
                  <a:lnTo>
                    <a:pt x="20456" y="17826"/>
                  </a:lnTo>
                  <a:lnTo>
                    <a:pt x="16939" y="17826"/>
                  </a:lnTo>
                  <a:cubicBezTo>
                    <a:pt x="17070" y="17411"/>
                    <a:pt x="17157" y="16984"/>
                    <a:pt x="17200" y="16551"/>
                  </a:cubicBezTo>
                  <a:lnTo>
                    <a:pt x="18547" y="16551"/>
                  </a:lnTo>
                  <a:cubicBezTo>
                    <a:pt x="18899" y="16551"/>
                    <a:pt x="19183" y="16267"/>
                    <a:pt x="19183" y="15915"/>
                  </a:cubicBezTo>
                  <a:cubicBezTo>
                    <a:pt x="19183" y="15563"/>
                    <a:pt x="18899" y="15278"/>
                    <a:pt x="18547" y="15278"/>
                  </a:cubicBezTo>
                  <a:lnTo>
                    <a:pt x="17200" y="15278"/>
                  </a:lnTo>
                  <a:cubicBezTo>
                    <a:pt x="17075" y="14033"/>
                    <a:pt x="16586" y="12854"/>
                    <a:pt x="15792" y="11887"/>
                  </a:cubicBezTo>
                  <a:lnTo>
                    <a:pt x="16717" y="10962"/>
                  </a:lnTo>
                  <a:cubicBezTo>
                    <a:pt x="16962" y="10713"/>
                    <a:pt x="16959" y="10313"/>
                    <a:pt x="16713" y="10067"/>
                  </a:cubicBezTo>
                  <a:cubicBezTo>
                    <a:pt x="16588" y="9943"/>
                    <a:pt x="16425" y="9881"/>
                    <a:pt x="16262" y="9881"/>
                  </a:cubicBezTo>
                  <a:cubicBezTo>
                    <a:pt x="16101" y="9881"/>
                    <a:pt x="15941" y="9941"/>
                    <a:pt x="15817" y="10062"/>
                  </a:cubicBezTo>
                  <a:lnTo>
                    <a:pt x="14892" y="10987"/>
                  </a:lnTo>
                  <a:cubicBezTo>
                    <a:pt x="13925" y="10193"/>
                    <a:pt x="12746" y="9703"/>
                    <a:pt x="11501" y="9579"/>
                  </a:cubicBezTo>
                  <a:lnTo>
                    <a:pt x="11501" y="8276"/>
                  </a:lnTo>
                  <a:cubicBezTo>
                    <a:pt x="11501" y="7924"/>
                    <a:pt x="11216" y="7639"/>
                    <a:pt x="10864" y="7639"/>
                  </a:cubicBezTo>
                  <a:cubicBezTo>
                    <a:pt x="10512" y="7639"/>
                    <a:pt x="10228" y="7924"/>
                    <a:pt x="10228" y="8276"/>
                  </a:cubicBezTo>
                  <a:lnTo>
                    <a:pt x="10228" y="9580"/>
                  </a:lnTo>
                  <a:cubicBezTo>
                    <a:pt x="8984" y="9705"/>
                    <a:pt x="7803" y="10194"/>
                    <a:pt x="6836" y="10988"/>
                  </a:cubicBezTo>
                  <a:lnTo>
                    <a:pt x="5911" y="10063"/>
                  </a:lnTo>
                  <a:cubicBezTo>
                    <a:pt x="5788" y="9942"/>
                    <a:pt x="5627" y="9881"/>
                    <a:pt x="5466" y="9881"/>
                  </a:cubicBezTo>
                  <a:cubicBezTo>
                    <a:pt x="5303" y="9881"/>
                    <a:pt x="5141" y="9943"/>
                    <a:pt x="5017" y="10067"/>
                  </a:cubicBezTo>
                  <a:cubicBezTo>
                    <a:pt x="4769" y="10315"/>
                    <a:pt x="4768" y="10714"/>
                    <a:pt x="5011" y="10963"/>
                  </a:cubicBezTo>
                  <a:lnTo>
                    <a:pt x="5936" y="11888"/>
                  </a:lnTo>
                  <a:cubicBezTo>
                    <a:pt x="5142" y="12855"/>
                    <a:pt x="4653" y="14034"/>
                    <a:pt x="4528" y="15280"/>
                  </a:cubicBezTo>
                  <a:lnTo>
                    <a:pt x="3224" y="15280"/>
                  </a:lnTo>
                  <a:cubicBezTo>
                    <a:pt x="2872" y="15280"/>
                    <a:pt x="2587" y="15564"/>
                    <a:pt x="2587" y="15916"/>
                  </a:cubicBezTo>
                  <a:cubicBezTo>
                    <a:pt x="2587" y="16268"/>
                    <a:pt x="2872" y="16553"/>
                    <a:pt x="3224" y="16553"/>
                  </a:cubicBezTo>
                  <a:lnTo>
                    <a:pt x="4528" y="16553"/>
                  </a:lnTo>
                  <a:cubicBezTo>
                    <a:pt x="4572" y="16985"/>
                    <a:pt x="4659" y="17413"/>
                    <a:pt x="4789" y="17827"/>
                  </a:cubicBezTo>
                  <a:lnTo>
                    <a:pt x="1273" y="17827"/>
                  </a:lnTo>
                  <a:lnTo>
                    <a:pt x="1273" y="6367"/>
                  </a:lnTo>
                  <a:close/>
                  <a:moveTo>
                    <a:pt x="21097" y="0"/>
                  </a:moveTo>
                  <a:cubicBezTo>
                    <a:pt x="21096" y="0"/>
                    <a:pt x="21095" y="0"/>
                    <a:pt x="21094" y="0"/>
                  </a:cubicBezTo>
                  <a:lnTo>
                    <a:pt x="637" y="0"/>
                  </a:lnTo>
                  <a:cubicBezTo>
                    <a:pt x="285" y="0"/>
                    <a:pt x="0" y="285"/>
                    <a:pt x="0" y="636"/>
                  </a:cubicBezTo>
                  <a:lnTo>
                    <a:pt x="0" y="18462"/>
                  </a:lnTo>
                  <a:cubicBezTo>
                    <a:pt x="0" y="18813"/>
                    <a:pt x="285" y="19098"/>
                    <a:pt x="637" y="19098"/>
                  </a:cubicBezTo>
                  <a:lnTo>
                    <a:pt x="21094" y="19098"/>
                  </a:lnTo>
                  <a:cubicBezTo>
                    <a:pt x="21445" y="19098"/>
                    <a:pt x="21731" y="18814"/>
                    <a:pt x="21731" y="18462"/>
                  </a:cubicBezTo>
                  <a:lnTo>
                    <a:pt x="21731" y="636"/>
                  </a:lnTo>
                  <a:cubicBezTo>
                    <a:pt x="21731" y="285"/>
                    <a:pt x="21446" y="0"/>
                    <a:pt x="21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9" name="Google Shape;19309;p90"/>
            <p:cNvSpPr/>
            <p:nvPr/>
          </p:nvSpPr>
          <p:spPr>
            <a:xfrm>
              <a:off x="3320146" y="2904357"/>
              <a:ext cx="145065" cy="20639"/>
            </a:xfrm>
            <a:custGeom>
              <a:rect b="b" l="l" r="r" t="t"/>
              <a:pathLst>
                <a:path extrusionOk="0" h="1274" w="8956">
                  <a:moveTo>
                    <a:pt x="637" y="1"/>
                  </a:moveTo>
                  <a:cubicBezTo>
                    <a:pt x="285" y="1"/>
                    <a:pt x="1" y="285"/>
                    <a:pt x="1" y="637"/>
                  </a:cubicBezTo>
                  <a:cubicBezTo>
                    <a:pt x="1" y="989"/>
                    <a:pt x="285" y="1274"/>
                    <a:pt x="637" y="1274"/>
                  </a:cubicBezTo>
                  <a:lnTo>
                    <a:pt x="8319" y="1274"/>
                  </a:lnTo>
                  <a:cubicBezTo>
                    <a:pt x="8671" y="1274"/>
                    <a:pt x="8955" y="989"/>
                    <a:pt x="8955" y="637"/>
                  </a:cubicBezTo>
                  <a:cubicBezTo>
                    <a:pt x="8955" y="285"/>
                    <a:pt x="8671" y="1"/>
                    <a:pt x="83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0" name="Google Shape;19310;p90"/>
            <p:cNvSpPr/>
            <p:nvPr/>
          </p:nvSpPr>
          <p:spPr>
            <a:xfrm>
              <a:off x="3195587" y="2904357"/>
              <a:ext cx="21462" cy="20655"/>
            </a:xfrm>
            <a:custGeom>
              <a:rect b="b" l="l" r="r" t="t"/>
              <a:pathLst>
                <a:path extrusionOk="0" h="1275" w="1325">
                  <a:moveTo>
                    <a:pt x="687" y="1"/>
                  </a:moveTo>
                  <a:cubicBezTo>
                    <a:pt x="430" y="1"/>
                    <a:pt x="197" y="156"/>
                    <a:pt x="99" y="394"/>
                  </a:cubicBezTo>
                  <a:cubicBezTo>
                    <a:pt x="0" y="632"/>
                    <a:pt x="56" y="906"/>
                    <a:pt x="237" y="1087"/>
                  </a:cubicBezTo>
                  <a:cubicBezTo>
                    <a:pt x="359" y="1210"/>
                    <a:pt x="523" y="1274"/>
                    <a:pt x="688" y="1274"/>
                  </a:cubicBezTo>
                  <a:cubicBezTo>
                    <a:pt x="770" y="1274"/>
                    <a:pt x="852" y="1259"/>
                    <a:pt x="930" y="1226"/>
                  </a:cubicBezTo>
                  <a:cubicBezTo>
                    <a:pt x="1169" y="1127"/>
                    <a:pt x="1325" y="895"/>
                    <a:pt x="1325" y="637"/>
                  </a:cubicBezTo>
                  <a:cubicBezTo>
                    <a:pt x="1325" y="285"/>
                    <a:pt x="1039" y="1"/>
                    <a:pt x="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1" name="Google Shape;19311;p90"/>
            <p:cNvSpPr/>
            <p:nvPr/>
          </p:nvSpPr>
          <p:spPr>
            <a:xfrm>
              <a:off x="3236842" y="2904357"/>
              <a:ext cx="21445" cy="20655"/>
            </a:xfrm>
            <a:custGeom>
              <a:rect b="b" l="l" r="r" t="t"/>
              <a:pathLst>
                <a:path extrusionOk="0" h="1275" w="1324">
                  <a:moveTo>
                    <a:pt x="687" y="1"/>
                  </a:moveTo>
                  <a:cubicBezTo>
                    <a:pt x="429" y="1"/>
                    <a:pt x="198" y="156"/>
                    <a:pt x="98" y="394"/>
                  </a:cubicBezTo>
                  <a:cubicBezTo>
                    <a:pt x="0" y="632"/>
                    <a:pt x="55" y="906"/>
                    <a:pt x="237" y="1087"/>
                  </a:cubicBezTo>
                  <a:cubicBezTo>
                    <a:pt x="359" y="1210"/>
                    <a:pt x="522" y="1274"/>
                    <a:pt x="688" y="1274"/>
                  </a:cubicBezTo>
                  <a:cubicBezTo>
                    <a:pt x="769" y="1274"/>
                    <a:pt x="852" y="1259"/>
                    <a:pt x="931" y="1226"/>
                  </a:cubicBezTo>
                  <a:cubicBezTo>
                    <a:pt x="1169" y="1127"/>
                    <a:pt x="1324" y="895"/>
                    <a:pt x="1324" y="637"/>
                  </a:cubicBezTo>
                  <a:cubicBezTo>
                    <a:pt x="1324" y="285"/>
                    <a:pt x="1039" y="1"/>
                    <a:pt x="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2" name="Google Shape;19312;p90"/>
            <p:cNvSpPr/>
            <p:nvPr/>
          </p:nvSpPr>
          <p:spPr>
            <a:xfrm>
              <a:off x="3278081" y="2904357"/>
              <a:ext cx="21445" cy="20655"/>
            </a:xfrm>
            <a:custGeom>
              <a:rect b="b" l="l" r="r" t="t"/>
              <a:pathLst>
                <a:path extrusionOk="0" h="1275" w="1324">
                  <a:moveTo>
                    <a:pt x="687" y="1"/>
                  </a:moveTo>
                  <a:cubicBezTo>
                    <a:pt x="430" y="1"/>
                    <a:pt x="198" y="156"/>
                    <a:pt x="100" y="394"/>
                  </a:cubicBezTo>
                  <a:cubicBezTo>
                    <a:pt x="0" y="632"/>
                    <a:pt x="55" y="906"/>
                    <a:pt x="237" y="1087"/>
                  </a:cubicBezTo>
                  <a:cubicBezTo>
                    <a:pt x="360" y="1210"/>
                    <a:pt x="523" y="1274"/>
                    <a:pt x="688" y="1274"/>
                  </a:cubicBezTo>
                  <a:cubicBezTo>
                    <a:pt x="770" y="1274"/>
                    <a:pt x="852" y="1259"/>
                    <a:pt x="931" y="1226"/>
                  </a:cubicBezTo>
                  <a:cubicBezTo>
                    <a:pt x="1169" y="1127"/>
                    <a:pt x="1324" y="895"/>
                    <a:pt x="1324" y="637"/>
                  </a:cubicBezTo>
                  <a:cubicBezTo>
                    <a:pt x="1324" y="285"/>
                    <a:pt x="1039" y="1"/>
                    <a:pt x="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13" name="Google Shape;19313;p90"/>
          <p:cNvGrpSpPr/>
          <p:nvPr/>
        </p:nvGrpSpPr>
        <p:grpSpPr>
          <a:xfrm>
            <a:off x="6272185" y="1740544"/>
            <a:ext cx="345441" cy="303681"/>
            <a:chOff x="2607002" y="2943318"/>
            <a:chExt cx="351988" cy="309436"/>
          </a:xfrm>
        </p:grpSpPr>
        <p:sp>
          <p:nvSpPr>
            <p:cNvPr id="19314" name="Google Shape;19314;p90"/>
            <p:cNvSpPr/>
            <p:nvPr/>
          </p:nvSpPr>
          <p:spPr>
            <a:xfrm>
              <a:off x="2607002" y="2943318"/>
              <a:ext cx="351988" cy="309436"/>
            </a:xfrm>
            <a:custGeom>
              <a:rect b="b" l="l" r="r" t="t"/>
              <a:pathLst>
                <a:path extrusionOk="0" h="19101" w="21731">
                  <a:moveTo>
                    <a:pt x="20458" y="1275"/>
                  </a:moveTo>
                  <a:lnTo>
                    <a:pt x="20458" y="5095"/>
                  </a:lnTo>
                  <a:lnTo>
                    <a:pt x="1275" y="5095"/>
                  </a:lnTo>
                  <a:lnTo>
                    <a:pt x="1275" y="1275"/>
                  </a:lnTo>
                  <a:close/>
                  <a:moveTo>
                    <a:pt x="20458" y="6368"/>
                  </a:moveTo>
                  <a:lnTo>
                    <a:pt x="20458" y="17827"/>
                  </a:lnTo>
                  <a:lnTo>
                    <a:pt x="1275" y="17827"/>
                  </a:lnTo>
                  <a:lnTo>
                    <a:pt x="1275" y="6368"/>
                  </a:lnTo>
                  <a:close/>
                  <a:moveTo>
                    <a:pt x="638" y="0"/>
                  </a:moveTo>
                  <a:cubicBezTo>
                    <a:pt x="286" y="0"/>
                    <a:pt x="0" y="286"/>
                    <a:pt x="0" y="637"/>
                  </a:cubicBezTo>
                  <a:lnTo>
                    <a:pt x="0" y="18464"/>
                  </a:lnTo>
                  <a:cubicBezTo>
                    <a:pt x="0" y="18814"/>
                    <a:pt x="286" y="19100"/>
                    <a:pt x="638" y="19100"/>
                  </a:cubicBezTo>
                  <a:lnTo>
                    <a:pt x="21094" y="19100"/>
                  </a:lnTo>
                  <a:cubicBezTo>
                    <a:pt x="21446" y="19100"/>
                    <a:pt x="21731" y="18814"/>
                    <a:pt x="21731" y="18464"/>
                  </a:cubicBezTo>
                  <a:lnTo>
                    <a:pt x="21731" y="637"/>
                  </a:lnTo>
                  <a:cubicBezTo>
                    <a:pt x="21731" y="286"/>
                    <a:pt x="21446" y="0"/>
                    <a:pt x="2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5" name="Google Shape;19315;p90"/>
            <p:cNvSpPr/>
            <p:nvPr/>
          </p:nvSpPr>
          <p:spPr>
            <a:xfrm>
              <a:off x="2669541" y="3067070"/>
              <a:ext cx="226895" cy="144407"/>
            </a:xfrm>
            <a:custGeom>
              <a:rect b="b" l="l" r="r" t="t"/>
              <a:pathLst>
                <a:path extrusionOk="0" h="8914" w="14008">
                  <a:moveTo>
                    <a:pt x="12736" y="3449"/>
                  </a:moveTo>
                  <a:lnTo>
                    <a:pt x="12734" y="7641"/>
                  </a:lnTo>
                  <a:lnTo>
                    <a:pt x="1275" y="7641"/>
                  </a:lnTo>
                  <a:lnTo>
                    <a:pt x="1275" y="7269"/>
                  </a:lnTo>
                  <a:lnTo>
                    <a:pt x="3186" y="5358"/>
                  </a:lnTo>
                  <a:lnTo>
                    <a:pt x="4645" y="6818"/>
                  </a:lnTo>
                  <a:cubicBezTo>
                    <a:pt x="4770" y="6942"/>
                    <a:pt x="4933" y="7004"/>
                    <a:pt x="5096" y="7004"/>
                  </a:cubicBezTo>
                  <a:cubicBezTo>
                    <a:pt x="5259" y="7004"/>
                    <a:pt x="5422" y="6942"/>
                    <a:pt x="5546" y="6818"/>
                  </a:cubicBezTo>
                  <a:lnTo>
                    <a:pt x="8915" y="3449"/>
                  </a:lnTo>
                  <a:lnTo>
                    <a:pt x="10375" y="4908"/>
                  </a:lnTo>
                  <a:cubicBezTo>
                    <a:pt x="10499" y="5032"/>
                    <a:pt x="10662" y="5094"/>
                    <a:pt x="10825" y="5094"/>
                  </a:cubicBezTo>
                  <a:cubicBezTo>
                    <a:pt x="10989" y="5094"/>
                    <a:pt x="11152" y="5032"/>
                    <a:pt x="11276" y="4908"/>
                  </a:cubicBezTo>
                  <a:lnTo>
                    <a:pt x="12736" y="3449"/>
                  </a:lnTo>
                  <a:close/>
                  <a:moveTo>
                    <a:pt x="638" y="0"/>
                  </a:moveTo>
                  <a:cubicBezTo>
                    <a:pt x="286" y="0"/>
                    <a:pt x="1" y="286"/>
                    <a:pt x="1" y="637"/>
                  </a:cubicBezTo>
                  <a:lnTo>
                    <a:pt x="1" y="8277"/>
                  </a:lnTo>
                  <a:cubicBezTo>
                    <a:pt x="1" y="8629"/>
                    <a:pt x="286" y="8914"/>
                    <a:pt x="637" y="8914"/>
                  </a:cubicBezTo>
                  <a:lnTo>
                    <a:pt x="13371" y="8914"/>
                  </a:lnTo>
                  <a:cubicBezTo>
                    <a:pt x="13721" y="8914"/>
                    <a:pt x="14007" y="8629"/>
                    <a:pt x="14007" y="8277"/>
                  </a:cubicBezTo>
                  <a:lnTo>
                    <a:pt x="14007" y="1911"/>
                  </a:lnTo>
                  <a:cubicBezTo>
                    <a:pt x="14007" y="1653"/>
                    <a:pt x="13851" y="1422"/>
                    <a:pt x="13614" y="1322"/>
                  </a:cubicBezTo>
                  <a:lnTo>
                    <a:pt x="13616" y="1322"/>
                  </a:lnTo>
                  <a:cubicBezTo>
                    <a:pt x="13537" y="1290"/>
                    <a:pt x="13454" y="1274"/>
                    <a:pt x="13372" y="1274"/>
                  </a:cubicBezTo>
                  <a:cubicBezTo>
                    <a:pt x="13206" y="1274"/>
                    <a:pt x="13042" y="1339"/>
                    <a:pt x="12921" y="1461"/>
                  </a:cubicBezTo>
                  <a:lnTo>
                    <a:pt x="10823" y="3557"/>
                  </a:lnTo>
                  <a:lnTo>
                    <a:pt x="9364" y="2098"/>
                  </a:lnTo>
                  <a:cubicBezTo>
                    <a:pt x="9240" y="1973"/>
                    <a:pt x="9077" y="1911"/>
                    <a:pt x="8914" y="1911"/>
                  </a:cubicBezTo>
                  <a:cubicBezTo>
                    <a:pt x="8751" y="1911"/>
                    <a:pt x="8589" y="1973"/>
                    <a:pt x="8464" y="2098"/>
                  </a:cubicBezTo>
                  <a:lnTo>
                    <a:pt x="5094" y="5467"/>
                  </a:lnTo>
                  <a:lnTo>
                    <a:pt x="3634" y="4007"/>
                  </a:lnTo>
                  <a:cubicBezTo>
                    <a:pt x="3510" y="3883"/>
                    <a:pt x="3347" y="3821"/>
                    <a:pt x="3184" y="3821"/>
                  </a:cubicBezTo>
                  <a:cubicBezTo>
                    <a:pt x="3022" y="3821"/>
                    <a:pt x="2859" y="3883"/>
                    <a:pt x="2734" y="4007"/>
                  </a:cubicBezTo>
                  <a:lnTo>
                    <a:pt x="1275" y="5467"/>
                  </a:lnTo>
                  <a:lnTo>
                    <a:pt x="1275" y="637"/>
                  </a:lnTo>
                  <a:cubicBezTo>
                    <a:pt x="1275" y="286"/>
                    <a:pt x="989" y="0"/>
                    <a:pt x="6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6" name="Google Shape;19316;p90"/>
            <p:cNvSpPr/>
            <p:nvPr/>
          </p:nvSpPr>
          <p:spPr>
            <a:xfrm>
              <a:off x="2772686" y="2984579"/>
              <a:ext cx="145065" cy="20639"/>
            </a:xfrm>
            <a:custGeom>
              <a:rect b="b" l="l" r="r" t="t"/>
              <a:pathLst>
                <a:path extrusionOk="0" h="1274" w="8956">
                  <a:moveTo>
                    <a:pt x="637" y="1"/>
                  </a:moveTo>
                  <a:cubicBezTo>
                    <a:pt x="286" y="1"/>
                    <a:pt x="0" y="285"/>
                    <a:pt x="0" y="637"/>
                  </a:cubicBezTo>
                  <a:cubicBezTo>
                    <a:pt x="0" y="989"/>
                    <a:pt x="286" y="1274"/>
                    <a:pt x="637" y="1274"/>
                  </a:cubicBezTo>
                  <a:lnTo>
                    <a:pt x="8319" y="1274"/>
                  </a:lnTo>
                  <a:cubicBezTo>
                    <a:pt x="8671" y="1274"/>
                    <a:pt x="8956" y="989"/>
                    <a:pt x="8956" y="637"/>
                  </a:cubicBezTo>
                  <a:cubicBezTo>
                    <a:pt x="8956" y="285"/>
                    <a:pt x="8671" y="1"/>
                    <a:pt x="83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7" name="Google Shape;19317;p90"/>
            <p:cNvSpPr/>
            <p:nvPr/>
          </p:nvSpPr>
          <p:spPr>
            <a:xfrm>
              <a:off x="2648127" y="2984579"/>
              <a:ext cx="21445" cy="20639"/>
            </a:xfrm>
            <a:custGeom>
              <a:rect b="b" l="l" r="r" t="t"/>
              <a:pathLst>
                <a:path extrusionOk="0" h="1274" w="1324">
                  <a:moveTo>
                    <a:pt x="687" y="1"/>
                  </a:moveTo>
                  <a:cubicBezTo>
                    <a:pt x="429" y="1"/>
                    <a:pt x="198" y="155"/>
                    <a:pt x="100" y="394"/>
                  </a:cubicBezTo>
                  <a:cubicBezTo>
                    <a:pt x="1" y="632"/>
                    <a:pt x="55" y="904"/>
                    <a:pt x="238" y="1087"/>
                  </a:cubicBezTo>
                  <a:cubicBezTo>
                    <a:pt x="359" y="1209"/>
                    <a:pt x="521" y="1274"/>
                    <a:pt x="686" y="1274"/>
                  </a:cubicBezTo>
                  <a:cubicBezTo>
                    <a:pt x="769" y="1274"/>
                    <a:pt x="852" y="1258"/>
                    <a:pt x="931" y="1225"/>
                  </a:cubicBezTo>
                  <a:cubicBezTo>
                    <a:pt x="1169" y="1127"/>
                    <a:pt x="1324" y="894"/>
                    <a:pt x="1324" y="637"/>
                  </a:cubicBezTo>
                  <a:cubicBezTo>
                    <a:pt x="1324" y="285"/>
                    <a:pt x="1039" y="1"/>
                    <a:pt x="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8" name="Google Shape;19318;p90"/>
            <p:cNvSpPr/>
            <p:nvPr/>
          </p:nvSpPr>
          <p:spPr>
            <a:xfrm>
              <a:off x="2689366" y="2984579"/>
              <a:ext cx="21478" cy="20639"/>
            </a:xfrm>
            <a:custGeom>
              <a:rect b="b" l="l" r="r" t="t"/>
              <a:pathLst>
                <a:path extrusionOk="0" h="1274" w="1326">
                  <a:moveTo>
                    <a:pt x="689" y="1"/>
                  </a:moveTo>
                  <a:cubicBezTo>
                    <a:pt x="431" y="1"/>
                    <a:pt x="198" y="155"/>
                    <a:pt x="100" y="394"/>
                  </a:cubicBezTo>
                  <a:cubicBezTo>
                    <a:pt x="1" y="630"/>
                    <a:pt x="56" y="904"/>
                    <a:pt x="237" y="1087"/>
                  </a:cubicBezTo>
                  <a:cubicBezTo>
                    <a:pt x="359" y="1209"/>
                    <a:pt x="522" y="1274"/>
                    <a:pt x="687" y="1274"/>
                  </a:cubicBezTo>
                  <a:cubicBezTo>
                    <a:pt x="769" y="1274"/>
                    <a:pt x="852" y="1258"/>
                    <a:pt x="931" y="1225"/>
                  </a:cubicBezTo>
                  <a:cubicBezTo>
                    <a:pt x="1169" y="1127"/>
                    <a:pt x="1324" y="894"/>
                    <a:pt x="1325" y="637"/>
                  </a:cubicBezTo>
                  <a:cubicBezTo>
                    <a:pt x="1325" y="285"/>
                    <a:pt x="1039" y="1"/>
                    <a:pt x="6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9" name="Google Shape;19319;p90"/>
            <p:cNvSpPr/>
            <p:nvPr/>
          </p:nvSpPr>
          <p:spPr>
            <a:xfrm>
              <a:off x="2730621" y="2984579"/>
              <a:ext cx="21462" cy="20639"/>
            </a:xfrm>
            <a:custGeom>
              <a:rect b="b" l="l" r="r" t="t"/>
              <a:pathLst>
                <a:path extrusionOk="0" h="1274" w="1325">
                  <a:moveTo>
                    <a:pt x="688" y="1"/>
                  </a:moveTo>
                  <a:cubicBezTo>
                    <a:pt x="430" y="1"/>
                    <a:pt x="198" y="155"/>
                    <a:pt x="99" y="394"/>
                  </a:cubicBezTo>
                  <a:cubicBezTo>
                    <a:pt x="1" y="632"/>
                    <a:pt x="55" y="904"/>
                    <a:pt x="238" y="1087"/>
                  </a:cubicBezTo>
                  <a:cubicBezTo>
                    <a:pt x="359" y="1209"/>
                    <a:pt x="521" y="1274"/>
                    <a:pt x="687" y="1274"/>
                  </a:cubicBezTo>
                  <a:cubicBezTo>
                    <a:pt x="769" y="1274"/>
                    <a:pt x="852" y="1258"/>
                    <a:pt x="931" y="1225"/>
                  </a:cubicBezTo>
                  <a:cubicBezTo>
                    <a:pt x="1169" y="1127"/>
                    <a:pt x="1324" y="894"/>
                    <a:pt x="1324" y="637"/>
                  </a:cubicBezTo>
                  <a:cubicBezTo>
                    <a:pt x="1324" y="285"/>
                    <a:pt x="1040"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20" name="Google Shape;19320;p90"/>
          <p:cNvGrpSpPr/>
          <p:nvPr/>
        </p:nvGrpSpPr>
        <p:grpSpPr>
          <a:xfrm>
            <a:off x="7035122" y="1760791"/>
            <a:ext cx="345441" cy="263187"/>
            <a:chOff x="2066945" y="2957412"/>
            <a:chExt cx="351988" cy="268175"/>
          </a:xfrm>
        </p:grpSpPr>
        <p:sp>
          <p:nvSpPr>
            <p:cNvPr id="19321" name="Google Shape;19321;p90"/>
            <p:cNvSpPr/>
            <p:nvPr/>
          </p:nvSpPr>
          <p:spPr>
            <a:xfrm>
              <a:off x="2066945" y="2957412"/>
              <a:ext cx="351988" cy="268175"/>
            </a:xfrm>
            <a:custGeom>
              <a:rect b="b" l="l" r="r" t="t"/>
              <a:pathLst>
                <a:path extrusionOk="0" h="16554" w="21731">
                  <a:moveTo>
                    <a:pt x="5771" y="6629"/>
                  </a:moveTo>
                  <a:lnTo>
                    <a:pt x="8055" y="8913"/>
                  </a:lnTo>
                  <a:lnTo>
                    <a:pt x="7047" y="9923"/>
                  </a:lnTo>
                  <a:lnTo>
                    <a:pt x="6222" y="9100"/>
                  </a:lnTo>
                  <a:cubicBezTo>
                    <a:pt x="6098" y="8975"/>
                    <a:pt x="5935" y="8913"/>
                    <a:pt x="5772" y="8913"/>
                  </a:cubicBezTo>
                  <a:cubicBezTo>
                    <a:pt x="5610" y="8913"/>
                    <a:pt x="5447" y="8975"/>
                    <a:pt x="5323" y="9100"/>
                  </a:cubicBezTo>
                  <a:lnTo>
                    <a:pt x="4499" y="9923"/>
                  </a:lnTo>
                  <a:lnTo>
                    <a:pt x="3478" y="8903"/>
                  </a:lnTo>
                  <a:lnTo>
                    <a:pt x="5771" y="6629"/>
                  </a:lnTo>
                  <a:close/>
                  <a:moveTo>
                    <a:pt x="15960" y="7902"/>
                  </a:moveTo>
                  <a:lnTo>
                    <a:pt x="16974" y="8908"/>
                  </a:lnTo>
                  <a:lnTo>
                    <a:pt x="15959" y="9923"/>
                  </a:lnTo>
                  <a:lnTo>
                    <a:pt x="14949" y="8913"/>
                  </a:lnTo>
                  <a:lnTo>
                    <a:pt x="15960" y="7902"/>
                  </a:lnTo>
                  <a:close/>
                  <a:moveTo>
                    <a:pt x="20458" y="1274"/>
                  </a:moveTo>
                  <a:lnTo>
                    <a:pt x="20457" y="10568"/>
                  </a:lnTo>
                  <a:lnTo>
                    <a:pt x="16406" y="6552"/>
                  </a:lnTo>
                  <a:cubicBezTo>
                    <a:pt x="16282" y="6429"/>
                    <a:pt x="16120" y="6367"/>
                    <a:pt x="15958" y="6367"/>
                  </a:cubicBezTo>
                  <a:cubicBezTo>
                    <a:pt x="15795" y="6367"/>
                    <a:pt x="15632" y="6429"/>
                    <a:pt x="15508" y="6554"/>
                  </a:cubicBezTo>
                  <a:lnTo>
                    <a:pt x="11502" y="10561"/>
                  </a:lnTo>
                  <a:lnTo>
                    <a:pt x="6224" y="5281"/>
                  </a:lnTo>
                  <a:cubicBezTo>
                    <a:pt x="6099" y="5157"/>
                    <a:pt x="5936" y="5095"/>
                    <a:pt x="5773" y="5095"/>
                  </a:cubicBezTo>
                  <a:cubicBezTo>
                    <a:pt x="5611" y="5095"/>
                    <a:pt x="5449" y="5156"/>
                    <a:pt x="5325" y="5279"/>
                  </a:cubicBezTo>
                  <a:lnTo>
                    <a:pt x="1275" y="9297"/>
                  </a:lnTo>
                  <a:lnTo>
                    <a:pt x="1275" y="1274"/>
                  </a:lnTo>
                  <a:close/>
                  <a:moveTo>
                    <a:pt x="2575" y="9798"/>
                  </a:moveTo>
                  <a:lnTo>
                    <a:pt x="4050" y="11274"/>
                  </a:lnTo>
                  <a:cubicBezTo>
                    <a:pt x="4174" y="11398"/>
                    <a:pt x="4337" y="11460"/>
                    <a:pt x="4500" y="11460"/>
                  </a:cubicBezTo>
                  <a:cubicBezTo>
                    <a:pt x="4663" y="11460"/>
                    <a:pt x="4826" y="11398"/>
                    <a:pt x="4951" y="11274"/>
                  </a:cubicBezTo>
                  <a:lnTo>
                    <a:pt x="5772" y="10451"/>
                  </a:lnTo>
                  <a:lnTo>
                    <a:pt x="6597" y="11274"/>
                  </a:lnTo>
                  <a:cubicBezTo>
                    <a:pt x="6721" y="11398"/>
                    <a:pt x="6883" y="11460"/>
                    <a:pt x="7046" y="11460"/>
                  </a:cubicBezTo>
                  <a:cubicBezTo>
                    <a:pt x="7209" y="11460"/>
                    <a:pt x="7372" y="11398"/>
                    <a:pt x="7497" y="11274"/>
                  </a:cubicBezTo>
                  <a:lnTo>
                    <a:pt x="8956" y="9814"/>
                  </a:lnTo>
                  <a:lnTo>
                    <a:pt x="12963" y="13820"/>
                  </a:lnTo>
                  <a:cubicBezTo>
                    <a:pt x="13087" y="13941"/>
                    <a:pt x="13247" y="14002"/>
                    <a:pt x="13408" y="14002"/>
                  </a:cubicBezTo>
                  <a:cubicBezTo>
                    <a:pt x="13571" y="14002"/>
                    <a:pt x="13734" y="13940"/>
                    <a:pt x="13858" y="13816"/>
                  </a:cubicBezTo>
                  <a:cubicBezTo>
                    <a:pt x="14105" y="13568"/>
                    <a:pt x="14106" y="13169"/>
                    <a:pt x="13863" y="12920"/>
                  </a:cubicBezTo>
                  <a:lnTo>
                    <a:pt x="12403" y="11460"/>
                  </a:lnTo>
                  <a:lnTo>
                    <a:pt x="14049" y="9814"/>
                  </a:lnTo>
                  <a:lnTo>
                    <a:pt x="15509" y="11274"/>
                  </a:lnTo>
                  <a:cubicBezTo>
                    <a:pt x="15633" y="11398"/>
                    <a:pt x="15796" y="11460"/>
                    <a:pt x="15959" y="11460"/>
                  </a:cubicBezTo>
                  <a:cubicBezTo>
                    <a:pt x="16122" y="11460"/>
                    <a:pt x="16284" y="11398"/>
                    <a:pt x="16409" y="11274"/>
                  </a:cubicBezTo>
                  <a:lnTo>
                    <a:pt x="17879" y="9804"/>
                  </a:lnTo>
                  <a:lnTo>
                    <a:pt x="20458" y="12363"/>
                  </a:lnTo>
                  <a:lnTo>
                    <a:pt x="20458" y="15281"/>
                  </a:lnTo>
                  <a:lnTo>
                    <a:pt x="1275" y="15281"/>
                  </a:lnTo>
                  <a:lnTo>
                    <a:pt x="1275" y="11089"/>
                  </a:lnTo>
                  <a:lnTo>
                    <a:pt x="2575" y="9798"/>
                  </a:lnTo>
                  <a:close/>
                  <a:moveTo>
                    <a:pt x="637" y="1"/>
                  </a:moveTo>
                  <a:cubicBezTo>
                    <a:pt x="286" y="1"/>
                    <a:pt x="0" y="285"/>
                    <a:pt x="0" y="637"/>
                  </a:cubicBezTo>
                  <a:lnTo>
                    <a:pt x="0" y="15917"/>
                  </a:lnTo>
                  <a:cubicBezTo>
                    <a:pt x="0" y="16268"/>
                    <a:pt x="286" y="16554"/>
                    <a:pt x="637" y="16554"/>
                  </a:cubicBezTo>
                  <a:lnTo>
                    <a:pt x="21094" y="16554"/>
                  </a:lnTo>
                  <a:cubicBezTo>
                    <a:pt x="21446" y="16554"/>
                    <a:pt x="21731" y="16268"/>
                    <a:pt x="21731" y="15917"/>
                  </a:cubicBezTo>
                  <a:lnTo>
                    <a:pt x="21731" y="637"/>
                  </a:lnTo>
                  <a:cubicBezTo>
                    <a:pt x="21731" y="285"/>
                    <a:pt x="21446" y="1"/>
                    <a:pt x="210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2" name="Google Shape;19322;p90"/>
            <p:cNvSpPr/>
            <p:nvPr/>
          </p:nvSpPr>
          <p:spPr>
            <a:xfrm>
              <a:off x="2232629" y="2998673"/>
              <a:ext cx="64304" cy="61900"/>
            </a:xfrm>
            <a:custGeom>
              <a:rect b="b" l="l" r="r" t="t"/>
              <a:pathLst>
                <a:path extrusionOk="0" h="3821" w="3970">
                  <a:moveTo>
                    <a:pt x="1911" y="1273"/>
                  </a:moveTo>
                  <a:cubicBezTo>
                    <a:pt x="2168" y="1273"/>
                    <a:pt x="2401" y="1428"/>
                    <a:pt x="2498" y="1666"/>
                  </a:cubicBezTo>
                  <a:cubicBezTo>
                    <a:pt x="2596" y="1904"/>
                    <a:pt x="2542" y="2178"/>
                    <a:pt x="2361" y="2359"/>
                  </a:cubicBezTo>
                  <a:cubicBezTo>
                    <a:pt x="2239" y="2482"/>
                    <a:pt x="2075" y="2546"/>
                    <a:pt x="1909" y="2546"/>
                  </a:cubicBezTo>
                  <a:cubicBezTo>
                    <a:pt x="1827" y="2546"/>
                    <a:pt x="1745" y="2531"/>
                    <a:pt x="1666" y="2498"/>
                  </a:cubicBezTo>
                  <a:cubicBezTo>
                    <a:pt x="1429" y="2399"/>
                    <a:pt x="1273" y="2167"/>
                    <a:pt x="1273" y="1909"/>
                  </a:cubicBezTo>
                  <a:cubicBezTo>
                    <a:pt x="1274" y="1559"/>
                    <a:pt x="1559" y="1273"/>
                    <a:pt x="1911" y="1273"/>
                  </a:cubicBezTo>
                  <a:close/>
                  <a:moveTo>
                    <a:pt x="1910" y="0"/>
                  </a:moveTo>
                  <a:cubicBezTo>
                    <a:pt x="1664" y="0"/>
                    <a:pt x="1416" y="48"/>
                    <a:pt x="1179" y="145"/>
                  </a:cubicBezTo>
                  <a:cubicBezTo>
                    <a:pt x="466" y="441"/>
                    <a:pt x="0" y="1138"/>
                    <a:pt x="0" y="1911"/>
                  </a:cubicBezTo>
                  <a:cubicBezTo>
                    <a:pt x="1" y="2964"/>
                    <a:pt x="856" y="3819"/>
                    <a:pt x="1911" y="3820"/>
                  </a:cubicBezTo>
                  <a:cubicBezTo>
                    <a:pt x="2682" y="3820"/>
                    <a:pt x="3380" y="3354"/>
                    <a:pt x="3675" y="2641"/>
                  </a:cubicBezTo>
                  <a:cubicBezTo>
                    <a:pt x="3970" y="1928"/>
                    <a:pt x="3807" y="1106"/>
                    <a:pt x="3261" y="560"/>
                  </a:cubicBezTo>
                  <a:cubicBezTo>
                    <a:pt x="2895" y="194"/>
                    <a:pt x="2407" y="0"/>
                    <a:pt x="19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23" name="Google Shape;19323;p90"/>
          <p:cNvGrpSpPr/>
          <p:nvPr/>
        </p:nvGrpSpPr>
        <p:grpSpPr>
          <a:xfrm>
            <a:off x="7788126" y="1719574"/>
            <a:ext cx="345425" cy="345621"/>
            <a:chOff x="1568710" y="2927798"/>
            <a:chExt cx="351972" cy="352172"/>
          </a:xfrm>
        </p:grpSpPr>
        <p:sp>
          <p:nvSpPr>
            <p:cNvPr id="19324" name="Google Shape;19324;p90"/>
            <p:cNvSpPr/>
            <p:nvPr/>
          </p:nvSpPr>
          <p:spPr>
            <a:xfrm>
              <a:off x="1568710" y="2927798"/>
              <a:ext cx="351972" cy="352172"/>
            </a:xfrm>
            <a:custGeom>
              <a:rect b="b" l="l" r="r" t="t"/>
              <a:pathLst>
                <a:path extrusionOk="0" h="21739" w="21730">
                  <a:moveTo>
                    <a:pt x="19820" y="8963"/>
                  </a:moveTo>
                  <a:cubicBezTo>
                    <a:pt x="20170" y="8964"/>
                    <a:pt x="20456" y="9248"/>
                    <a:pt x="20456" y="9600"/>
                  </a:cubicBezTo>
                  <a:lnTo>
                    <a:pt x="20456" y="19828"/>
                  </a:lnTo>
                  <a:cubicBezTo>
                    <a:pt x="20456" y="20180"/>
                    <a:pt x="20170" y="20464"/>
                    <a:pt x="19820" y="20466"/>
                  </a:cubicBezTo>
                  <a:lnTo>
                    <a:pt x="1910" y="20466"/>
                  </a:lnTo>
                  <a:cubicBezTo>
                    <a:pt x="1558" y="20464"/>
                    <a:pt x="1273" y="20180"/>
                    <a:pt x="1273" y="19828"/>
                  </a:cubicBezTo>
                  <a:lnTo>
                    <a:pt x="1273" y="9600"/>
                  </a:lnTo>
                  <a:cubicBezTo>
                    <a:pt x="1273" y="9248"/>
                    <a:pt x="1558" y="8964"/>
                    <a:pt x="1910" y="8963"/>
                  </a:cubicBezTo>
                  <a:close/>
                  <a:moveTo>
                    <a:pt x="14688" y="1"/>
                  </a:moveTo>
                  <a:cubicBezTo>
                    <a:pt x="14450" y="1"/>
                    <a:pt x="14221" y="135"/>
                    <a:pt x="14111" y="365"/>
                  </a:cubicBezTo>
                  <a:lnTo>
                    <a:pt x="10939" y="6879"/>
                  </a:lnTo>
                  <a:lnTo>
                    <a:pt x="7612" y="355"/>
                  </a:lnTo>
                  <a:cubicBezTo>
                    <a:pt x="7499" y="135"/>
                    <a:pt x="7275" y="8"/>
                    <a:pt x="7044" y="8"/>
                  </a:cubicBezTo>
                  <a:cubicBezTo>
                    <a:pt x="6947" y="8"/>
                    <a:pt x="6848" y="31"/>
                    <a:pt x="6755" y="78"/>
                  </a:cubicBezTo>
                  <a:cubicBezTo>
                    <a:pt x="6442" y="237"/>
                    <a:pt x="6317" y="621"/>
                    <a:pt x="6477" y="934"/>
                  </a:cubicBezTo>
                  <a:lnTo>
                    <a:pt x="9925" y="7690"/>
                  </a:lnTo>
                  <a:lnTo>
                    <a:pt x="1910" y="7690"/>
                  </a:lnTo>
                  <a:cubicBezTo>
                    <a:pt x="855" y="7691"/>
                    <a:pt x="1" y="8546"/>
                    <a:pt x="0" y="9600"/>
                  </a:cubicBezTo>
                  <a:lnTo>
                    <a:pt x="0" y="19829"/>
                  </a:lnTo>
                  <a:cubicBezTo>
                    <a:pt x="1" y="20882"/>
                    <a:pt x="855" y="21737"/>
                    <a:pt x="1910" y="21739"/>
                  </a:cubicBezTo>
                  <a:lnTo>
                    <a:pt x="19820" y="21739"/>
                  </a:lnTo>
                  <a:cubicBezTo>
                    <a:pt x="20873" y="21737"/>
                    <a:pt x="21728" y="20882"/>
                    <a:pt x="21729" y="19828"/>
                  </a:cubicBezTo>
                  <a:lnTo>
                    <a:pt x="21729" y="9600"/>
                  </a:lnTo>
                  <a:cubicBezTo>
                    <a:pt x="21728" y="8546"/>
                    <a:pt x="20874" y="7691"/>
                    <a:pt x="19820" y="7690"/>
                  </a:cubicBezTo>
                  <a:lnTo>
                    <a:pt x="11961" y="7690"/>
                  </a:lnTo>
                  <a:lnTo>
                    <a:pt x="15256" y="924"/>
                  </a:lnTo>
                  <a:cubicBezTo>
                    <a:pt x="15416" y="606"/>
                    <a:pt x="15285" y="221"/>
                    <a:pt x="14966" y="65"/>
                  </a:cubicBezTo>
                  <a:cubicBezTo>
                    <a:pt x="14876" y="22"/>
                    <a:pt x="14782" y="1"/>
                    <a:pt x="14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5" name="Google Shape;19325;p90"/>
            <p:cNvSpPr/>
            <p:nvPr/>
          </p:nvSpPr>
          <p:spPr>
            <a:xfrm>
              <a:off x="1775601" y="3114244"/>
              <a:ext cx="103842" cy="20639"/>
            </a:xfrm>
            <a:custGeom>
              <a:rect b="b" l="l" r="r" t="t"/>
              <a:pathLst>
                <a:path extrusionOk="0" h="1274" w="6411">
                  <a:moveTo>
                    <a:pt x="638" y="1"/>
                  </a:moveTo>
                  <a:cubicBezTo>
                    <a:pt x="286" y="1"/>
                    <a:pt x="0" y="285"/>
                    <a:pt x="0" y="637"/>
                  </a:cubicBezTo>
                  <a:cubicBezTo>
                    <a:pt x="0" y="989"/>
                    <a:pt x="286" y="1274"/>
                    <a:pt x="638" y="1274"/>
                  </a:cubicBezTo>
                  <a:lnTo>
                    <a:pt x="5774" y="1274"/>
                  </a:lnTo>
                  <a:cubicBezTo>
                    <a:pt x="6125" y="1274"/>
                    <a:pt x="6410" y="989"/>
                    <a:pt x="6410" y="637"/>
                  </a:cubicBezTo>
                  <a:cubicBezTo>
                    <a:pt x="6410" y="285"/>
                    <a:pt x="6125" y="1"/>
                    <a:pt x="5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6" name="Google Shape;19326;p90"/>
            <p:cNvSpPr/>
            <p:nvPr/>
          </p:nvSpPr>
          <p:spPr>
            <a:xfrm>
              <a:off x="1775601" y="3155489"/>
              <a:ext cx="103842" cy="20671"/>
            </a:xfrm>
            <a:custGeom>
              <a:rect b="b" l="l" r="r" t="t"/>
              <a:pathLst>
                <a:path extrusionOk="0" h="1276" w="6411">
                  <a:moveTo>
                    <a:pt x="638" y="1"/>
                  </a:moveTo>
                  <a:cubicBezTo>
                    <a:pt x="286" y="1"/>
                    <a:pt x="0" y="285"/>
                    <a:pt x="0" y="637"/>
                  </a:cubicBezTo>
                  <a:cubicBezTo>
                    <a:pt x="0" y="989"/>
                    <a:pt x="286" y="1275"/>
                    <a:pt x="638" y="1275"/>
                  </a:cubicBezTo>
                  <a:lnTo>
                    <a:pt x="5774" y="1275"/>
                  </a:lnTo>
                  <a:cubicBezTo>
                    <a:pt x="6125" y="1275"/>
                    <a:pt x="6410" y="989"/>
                    <a:pt x="6410" y="637"/>
                  </a:cubicBezTo>
                  <a:cubicBezTo>
                    <a:pt x="6410" y="285"/>
                    <a:pt x="6125" y="1"/>
                    <a:pt x="5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7" name="Google Shape;19327;p90"/>
            <p:cNvSpPr/>
            <p:nvPr/>
          </p:nvSpPr>
          <p:spPr>
            <a:xfrm>
              <a:off x="1775601" y="3196767"/>
              <a:ext cx="103842" cy="20639"/>
            </a:xfrm>
            <a:custGeom>
              <a:rect b="b" l="l" r="r" t="t"/>
              <a:pathLst>
                <a:path extrusionOk="0" h="1274" w="6411">
                  <a:moveTo>
                    <a:pt x="638" y="0"/>
                  </a:moveTo>
                  <a:cubicBezTo>
                    <a:pt x="286" y="0"/>
                    <a:pt x="0" y="285"/>
                    <a:pt x="0" y="637"/>
                  </a:cubicBezTo>
                  <a:cubicBezTo>
                    <a:pt x="0" y="989"/>
                    <a:pt x="286" y="1273"/>
                    <a:pt x="638" y="1273"/>
                  </a:cubicBezTo>
                  <a:lnTo>
                    <a:pt x="5774" y="1273"/>
                  </a:lnTo>
                  <a:cubicBezTo>
                    <a:pt x="6125" y="1273"/>
                    <a:pt x="6410" y="989"/>
                    <a:pt x="6410" y="637"/>
                  </a:cubicBezTo>
                  <a:cubicBezTo>
                    <a:pt x="6410" y="285"/>
                    <a:pt x="6125" y="0"/>
                    <a:pt x="5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8" name="Google Shape;19328;p90"/>
            <p:cNvSpPr/>
            <p:nvPr/>
          </p:nvSpPr>
          <p:spPr>
            <a:xfrm>
              <a:off x="1649422" y="3093605"/>
              <a:ext cx="64336" cy="61900"/>
            </a:xfrm>
            <a:custGeom>
              <a:rect b="b" l="l" r="r" t="t"/>
              <a:pathLst>
                <a:path extrusionOk="0" h="3821" w="3972">
                  <a:moveTo>
                    <a:pt x="2061" y="1275"/>
                  </a:moveTo>
                  <a:cubicBezTo>
                    <a:pt x="2143" y="1275"/>
                    <a:pt x="2226" y="1291"/>
                    <a:pt x="2306" y="1324"/>
                  </a:cubicBezTo>
                  <a:cubicBezTo>
                    <a:pt x="2542" y="1422"/>
                    <a:pt x="2699" y="1653"/>
                    <a:pt x="2699" y="1911"/>
                  </a:cubicBezTo>
                  <a:cubicBezTo>
                    <a:pt x="2697" y="2263"/>
                    <a:pt x="2413" y="2548"/>
                    <a:pt x="2061" y="2548"/>
                  </a:cubicBezTo>
                  <a:cubicBezTo>
                    <a:pt x="1804" y="2548"/>
                    <a:pt x="1571" y="2393"/>
                    <a:pt x="1473" y="2155"/>
                  </a:cubicBezTo>
                  <a:cubicBezTo>
                    <a:pt x="1375" y="1917"/>
                    <a:pt x="1430" y="1643"/>
                    <a:pt x="1611" y="1461"/>
                  </a:cubicBezTo>
                  <a:cubicBezTo>
                    <a:pt x="1733" y="1340"/>
                    <a:pt x="1895" y="1275"/>
                    <a:pt x="2061" y="1275"/>
                  </a:cubicBezTo>
                  <a:close/>
                  <a:moveTo>
                    <a:pt x="2062" y="1"/>
                  </a:moveTo>
                  <a:cubicBezTo>
                    <a:pt x="1565" y="1"/>
                    <a:pt x="1077" y="195"/>
                    <a:pt x="711" y="560"/>
                  </a:cubicBezTo>
                  <a:cubicBezTo>
                    <a:pt x="165" y="1107"/>
                    <a:pt x="1" y="1929"/>
                    <a:pt x="297" y="2642"/>
                  </a:cubicBezTo>
                  <a:cubicBezTo>
                    <a:pt x="592" y="3356"/>
                    <a:pt x="1289" y="3821"/>
                    <a:pt x="2061" y="3821"/>
                  </a:cubicBezTo>
                  <a:cubicBezTo>
                    <a:pt x="3115" y="3820"/>
                    <a:pt x="3970" y="2966"/>
                    <a:pt x="3972" y="1911"/>
                  </a:cubicBezTo>
                  <a:cubicBezTo>
                    <a:pt x="3972" y="1139"/>
                    <a:pt x="3506" y="443"/>
                    <a:pt x="2793" y="146"/>
                  </a:cubicBezTo>
                  <a:cubicBezTo>
                    <a:pt x="2556" y="48"/>
                    <a:pt x="2308" y="1"/>
                    <a:pt x="2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9" name="Google Shape;19329;p90"/>
            <p:cNvSpPr/>
            <p:nvPr/>
          </p:nvSpPr>
          <p:spPr>
            <a:xfrm>
              <a:off x="1631248" y="3155489"/>
              <a:ext cx="103129" cy="61916"/>
            </a:xfrm>
            <a:custGeom>
              <a:rect b="b" l="l" r="r" t="t"/>
              <a:pathLst>
                <a:path extrusionOk="0" h="3822" w="6367">
                  <a:moveTo>
                    <a:pt x="3184" y="1"/>
                  </a:moveTo>
                  <a:cubicBezTo>
                    <a:pt x="1428" y="1"/>
                    <a:pt x="0" y="1429"/>
                    <a:pt x="0" y="3185"/>
                  </a:cubicBezTo>
                  <a:cubicBezTo>
                    <a:pt x="0" y="3537"/>
                    <a:pt x="285" y="3821"/>
                    <a:pt x="637" y="3821"/>
                  </a:cubicBezTo>
                  <a:cubicBezTo>
                    <a:pt x="989" y="3821"/>
                    <a:pt x="1273" y="3537"/>
                    <a:pt x="1273" y="3185"/>
                  </a:cubicBezTo>
                  <a:cubicBezTo>
                    <a:pt x="1264" y="2123"/>
                    <a:pt x="2122" y="1257"/>
                    <a:pt x="3183" y="1257"/>
                  </a:cubicBezTo>
                  <a:cubicBezTo>
                    <a:pt x="4245" y="1257"/>
                    <a:pt x="5103" y="2123"/>
                    <a:pt x="5094" y="3185"/>
                  </a:cubicBezTo>
                  <a:cubicBezTo>
                    <a:pt x="5094" y="3537"/>
                    <a:pt x="5378" y="3821"/>
                    <a:pt x="5730" y="3821"/>
                  </a:cubicBezTo>
                  <a:cubicBezTo>
                    <a:pt x="6082" y="3821"/>
                    <a:pt x="6367" y="3537"/>
                    <a:pt x="6367" y="3185"/>
                  </a:cubicBezTo>
                  <a:cubicBezTo>
                    <a:pt x="6367" y="1429"/>
                    <a:pt x="4939" y="1"/>
                    <a:pt x="3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30" name="Google Shape;19330;p90"/>
          <p:cNvGrpSpPr/>
          <p:nvPr/>
        </p:nvGrpSpPr>
        <p:grpSpPr>
          <a:xfrm>
            <a:off x="7784081" y="2284330"/>
            <a:ext cx="345441" cy="345494"/>
            <a:chOff x="1075480" y="3034378"/>
            <a:chExt cx="351988" cy="352042"/>
          </a:xfrm>
        </p:grpSpPr>
        <p:sp>
          <p:nvSpPr>
            <p:cNvPr id="19331" name="Google Shape;19331;p90"/>
            <p:cNvSpPr/>
            <p:nvPr/>
          </p:nvSpPr>
          <p:spPr>
            <a:xfrm>
              <a:off x="1075480" y="3034378"/>
              <a:ext cx="351988" cy="352042"/>
            </a:xfrm>
            <a:custGeom>
              <a:rect b="b" l="l" r="r" t="t"/>
              <a:pathLst>
                <a:path extrusionOk="0" h="21731" w="21731">
                  <a:moveTo>
                    <a:pt x="10866" y="1273"/>
                  </a:moveTo>
                  <a:cubicBezTo>
                    <a:pt x="16155" y="1273"/>
                    <a:pt x="20458" y="5577"/>
                    <a:pt x="20458" y="10866"/>
                  </a:cubicBezTo>
                  <a:cubicBezTo>
                    <a:pt x="20458" y="16155"/>
                    <a:pt x="16155" y="20458"/>
                    <a:pt x="10866" y="20458"/>
                  </a:cubicBezTo>
                  <a:cubicBezTo>
                    <a:pt x="5577" y="20458"/>
                    <a:pt x="1273" y="16155"/>
                    <a:pt x="1273" y="10866"/>
                  </a:cubicBezTo>
                  <a:cubicBezTo>
                    <a:pt x="1273" y="5577"/>
                    <a:pt x="5577" y="1273"/>
                    <a:pt x="10866" y="1273"/>
                  </a:cubicBezTo>
                  <a:close/>
                  <a:moveTo>
                    <a:pt x="10866" y="0"/>
                  </a:moveTo>
                  <a:cubicBezTo>
                    <a:pt x="4883" y="0"/>
                    <a:pt x="1" y="4883"/>
                    <a:pt x="1" y="10866"/>
                  </a:cubicBezTo>
                  <a:cubicBezTo>
                    <a:pt x="1" y="16848"/>
                    <a:pt x="4883" y="21731"/>
                    <a:pt x="10866" y="21731"/>
                  </a:cubicBezTo>
                  <a:cubicBezTo>
                    <a:pt x="16848" y="21731"/>
                    <a:pt x="21731" y="16848"/>
                    <a:pt x="21731" y="10866"/>
                  </a:cubicBezTo>
                  <a:cubicBezTo>
                    <a:pt x="21731" y="4883"/>
                    <a:pt x="16848" y="0"/>
                    <a:pt x="108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2" name="Google Shape;19332;p90"/>
            <p:cNvSpPr/>
            <p:nvPr/>
          </p:nvSpPr>
          <p:spPr>
            <a:xfrm>
              <a:off x="1152855" y="3287584"/>
              <a:ext cx="21445" cy="20655"/>
            </a:xfrm>
            <a:custGeom>
              <a:rect b="b" l="l" r="r" t="t"/>
              <a:pathLst>
                <a:path extrusionOk="0" h="1275" w="1324">
                  <a:moveTo>
                    <a:pt x="687" y="1"/>
                  </a:moveTo>
                  <a:cubicBezTo>
                    <a:pt x="429" y="1"/>
                    <a:pt x="196" y="156"/>
                    <a:pt x="98" y="394"/>
                  </a:cubicBezTo>
                  <a:cubicBezTo>
                    <a:pt x="0" y="632"/>
                    <a:pt x="55" y="906"/>
                    <a:pt x="236" y="1088"/>
                  </a:cubicBezTo>
                  <a:cubicBezTo>
                    <a:pt x="358" y="1210"/>
                    <a:pt x="521" y="1274"/>
                    <a:pt x="687" y="1274"/>
                  </a:cubicBezTo>
                  <a:cubicBezTo>
                    <a:pt x="769" y="1274"/>
                    <a:pt x="852" y="1258"/>
                    <a:pt x="931" y="1226"/>
                  </a:cubicBezTo>
                  <a:cubicBezTo>
                    <a:pt x="1168" y="1127"/>
                    <a:pt x="1324" y="895"/>
                    <a:pt x="1324" y="637"/>
                  </a:cubicBezTo>
                  <a:cubicBezTo>
                    <a:pt x="1324" y="287"/>
                    <a:pt x="1038" y="1"/>
                    <a:pt x="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3" name="Google Shape;19333;p90"/>
            <p:cNvSpPr/>
            <p:nvPr/>
          </p:nvSpPr>
          <p:spPr>
            <a:xfrm>
              <a:off x="1327837" y="3112559"/>
              <a:ext cx="21478" cy="20639"/>
            </a:xfrm>
            <a:custGeom>
              <a:rect b="b" l="l" r="r" t="t"/>
              <a:pathLst>
                <a:path extrusionOk="0" h="1274" w="1326">
                  <a:moveTo>
                    <a:pt x="687" y="0"/>
                  </a:moveTo>
                  <a:cubicBezTo>
                    <a:pt x="431" y="0"/>
                    <a:pt x="198" y="157"/>
                    <a:pt x="100" y="393"/>
                  </a:cubicBezTo>
                  <a:cubicBezTo>
                    <a:pt x="0" y="632"/>
                    <a:pt x="56" y="905"/>
                    <a:pt x="237" y="1088"/>
                  </a:cubicBezTo>
                  <a:cubicBezTo>
                    <a:pt x="360" y="1209"/>
                    <a:pt x="523" y="1274"/>
                    <a:pt x="688" y="1274"/>
                  </a:cubicBezTo>
                  <a:cubicBezTo>
                    <a:pt x="770" y="1274"/>
                    <a:pt x="852" y="1258"/>
                    <a:pt x="931" y="1226"/>
                  </a:cubicBezTo>
                  <a:cubicBezTo>
                    <a:pt x="1169" y="1128"/>
                    <a:pt x="1325" y="895"/>
                    <a:pt x="1325" y="638"/>
                  </a:cubicBezTo>
                  <a:cubicBezTo>
                    <a:pt x="1325" y="286"/>
                    <a:pt x="1039" y="0"/>
                    <a:pt x="6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4" name="Google Shape;19334;p90"/>
            <p:cNvSpPr/>
            <p:nvPr/>
          </p:nvSpPr>
          <p:spPr>
            <a:xfrm>
              <a:off x="1152855" y="3112575"/>
              <a:ext cx="22255" cy="20639"/>
            </a:xfrm>
            <a:custGeom>
              <a:rect b="b" l="l" r="r" t="t"/>
              <a:pathLst>
                <a:path extrusionOk="0" h="1274" w="1374">
                  <a:moveTo>
                    <a:pt x="687" y="0"/>
                  </a:moveTo>
                  <a:cubicBezTo>
                    <a:pt x="523" y="0"/>
                    <a:pt x="360" y="62"/>
                    <a:pt x="236" y="186"/>
                  </a:cubicBezTo>
                  <a:cubicBezTo>
                    <a:pt x="55" y="369"/>
                    <a:pt x="0" y="642"/>
                    <a:pt x="98" y="881"/>
                  </a:cubicBezTo>
                  <a:cubicBezTo>
                    <a:pt x="198" y="1118"/>
                    <a:pt x="429" y="1274"/>
                    <a:pt x="687" y="1274"/>
                  </a:cubicBezTo>
                  <a:cubicBezTo>
                    <a:pt x="944" y="1274"/>
                    <a:pt x="1177" y="1118"/>
                    <a:pt x="1275" y="881"/>
                  </a:cubicBezTo>
                  <a:cubicBezTo>
                    <a:pt x="1374" y="642"/>
                    <a:pt x="1318" y="369"/>
                    <a:pt x="1137" y="186"/>
                  </a:cubicBezTo>
                  <a:cubicBezTo>
                    <a:pt x="1013" y="62"/>
                    <a:pt x="850" y="0"/>
                    <a:pt x="6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5" name="Google Shape;19335;p90"/>
            <p:cNvSpPr/>
            <p:nvPr/>
          </p:nvSpPr>
          <p:spPr>
            <a:xfrm>
              <a:off x="1327837" y="3287584"/>
              <a:ext cx="22272" cy="20639"/>
            </a:xfrm>
            <a:custGeom>
              <a:rect b="b" l="l" r="r" t="t"/>
              <a:pathLst>
                <a:path extrusionOk="0" h="1274" w="1375">
                  <a:moveTo>
                    <a:pt x="688" y="1"/>
                  </a:moveTo>
                  <a:cubicBezTo>
                    <a:pt x="525" y="1"/>
                    <a:pt x="362" y="63"/>
                    <a:pt x="237" y="187"/>
                  </a:cubicBezTo>
                  <a:cubicBezTo>
                    <a:pt x="56" y="370"/>
                    <a:pt x="0" y="644"/>
                    <a:pt x="100" y="881"/>
                  </a:cubicBezTo>
                  <a:cubicBezTo>
                    <a:pt x="198" y="1119"/>
                    <a:pt x="431" y="1274"/>
                    <a:pt x="687" y="1274"/>
                  </a:cubicBezTo>
                  <a:cubicBezTo>
                    <a:pt x="945" y="1274"/>
                    <a:pt x="1177" y="1119"/>
                    <a:pt x="1276" y="881"/>
                  </a:cubicBezTo>
                  <a:cubicBezTo>
                    <a:pt x="1374" y="644"/>
                    <a:pt x="1320" y="370"/>
                    <a:pt x="1138" y="187"/>
                  </a:cubicBezTo>
                  <a:cubicBezTo>
                    <a:pt x="1014" y="63"/>
                    <a:pt x="851"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6" name="Google Shape;19336;p90"/>
            <p:cNvSpPr/>
            <p:nvPr/>
          </p:nvSpPr>
          <p:spPr>
            <a:xfrm>
              <a:off x="1241132" y="3076304"/>
              <a:ext cx="20668" cy="41278"/>
            </a:xfrm>
            <a:custGeom>
              <a:rect b="b" l="l" r="r" t="t"/>
              <a:pathLst>
                <a:path extrusionOk="0" h="2548" w="1276">
                  <a:moveTo>
                    <a:pt x="639" y="1"/>
                  </a:moveTo>
                  <a:cubicBezTo>
                    <a:pt x="287" y="1"/>
                    <a:pt x="2" y="287"/>
                    <a:pt x="2" y="637"/>
                  </a:cubicBezTo>
                  <a:lnTo>
                    <a:pt x="2" y="1912"/>
                  </a:lnTo>
                  <a:cubicBezTo>
                    <a:pt x="1" y="2264"/>
                    <a:pt x="287" y="2548"/>
                    <a:pt x="639" y="2548"/>
                  </a:cubicBezTo>
                  <a:cubicBezTo>
                    <a:pt x="991" y="2548"/>
                    <a:pt x="1275" y="2264"/>
                    <a:pt x="1275" y="1912"/>
                  </a:cubicBezTo>
                  <a:lnTo>
                    <a:pt x="1275" y="637"/>
                  </a:lnTo>
                  <a:cubicBezTo>
                    <a:pt x="1275" y="287"/>
                    <a:pt x="991" y="1"/>
                    <a:pt x="6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7" name="Google Shape;19337;p90"/>
            <p:cNvSpPr/>
            <p:nvPr/>
          </p:nvSpPr>
          <p:spPr>
            <a:xfrm>
              <a:off x="1241164" y="3303217"/>
              <a:ext cx="20636" cy="41278"/>
            </a:xfrm>
            <a:custGeom>
              <a:rect b="b" l="l" r="r" t="t"/>
              <a:pathLst>
                <a:path extrusionOk="0" h="2548" w="1274">
                  <a:moveTo>
                    <a:pt x="637" y="0"/>
                  </a:moveTo>
                  <a:cubicBezTo>
                    <a:pt x="285" y="0"/>
                    <a:pt x="0" y="285"/>
                    <a:pt x="0" y="637"/>
                  </a:cubicBezTo>
                  <a:lnTo>
                    <a:pt x="0" y="1911"/>
                  </a:lnTo>
                  <a:cubicBezTo>
                    <a:pt x="0" y="2262"/>
                    <a:pt x="285" y="2548"/>
                    <a:pt x="637" y="2548"/>
                  </a:cubicBezTo>
                  <a:cubicBezTo>
                    <a:pt x="989" y="2548"/>
                    <a:pt x="1273" y="2262"/>
                    <a:pt x="1273" y="1911"/>
                  </a:cubicBezTo>
                  <a:lnTo>
                    <a:pt x="1273" y="637"/>
                  </a:lnTo>
                  <a:cubicBezTo>
                    <a:pt x="1273" y="285"/>
                    <a:pt x="98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8" name="Google Shape;19338;p90"/>
            <p:cNvSpPr/>
            <p:nvPr/>
          </p:nvSpPr>
          <p:spPr>
            <a:xfrm>
              <a:off x="1117399" y="3200088"/>
              <a:ext cx="41287" cy="20639"/>
            </a:xfrm>
            <a:custGeom>
              <a:rect b="b" l="l" r="r" t="t"/>
              <a:pathLst>
                <a:path extrusionOk="0" h="1274" w="2549">
                  <a:moveTo>
                    <a:pt x="637" y="0"/>
                  </a:moveTo>
                  <a:cubicBezTo>
                    <a:pt x="287" y="0"/>
                    <a:pt x="1" y="285"/>
                    <a:pt x="1" y="637"/>
                  </a:cubicBezTo>
                  <a:cubicBezTo>
                    <a:pt x="1" y="989"/>
                    <a:pt x="287" y="1273"/>
                    <a:pt x="637" y="1273"/>
                  </a:cubicBezTo>
                  <a:lnTo>
                    <a:pt x="1912" y="1273"/>
                  </a:lnTo>
                  <a:cubicBezTo>
                    <a:pt x="2264" y="1273"/>
                    <a:pt x="2548" y="989"/>
                    <a:pt x="2548" y="637"/>
                  </a:cubicBezTo>
                  <a:cubicBezTo>
                    <a:pt x="2548" y="285"/>
                    <a:pt x="2264" y="0"/>
                    <a:pt x="1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9" name="Google Shape;19339;p90"/>
            <p:cNvSpPr/>
            <p:nvPr/>
          </p:nvSpPr>
          <p:spPr>
            <a:xfrm>
              <a:off x="1344277" y="3200088"/>
              <a:ext cx="41271" cy="20639"/>
            </a:xfrm>
            <a:custGeom>
              <a:rect b="b" l="l" r="r" t="t"/>
              <a:pathLst>
                <a:path extrusionOk="0" h="1274" w="2548">
                  <a:moveTo>
                    <a:pt x="634" y="0"/>
                  </a:moveTo>
                  <a:cubicBezTo>
                    <a:pt x="284" y="0"/>
                    <a:pt x="0" y="286"/>
                    <a:pt x="0" y="637"/>
                  </a:cubicBezTo>
                  <a:cubicBezTo>
                    <a:pt x="0" y="989"/>
                    <a:pt x="285" y="1273"/>
                    <a:pt x="637" y="1273"/>
                  </a:cubicBezTo>
                  <a:lnTo>
                    <a:pt x="1910" y="1273"/>
                  </a:lnTo>
                  <a:cubicBezTo>
                    <a:pt x="2262" y="1273"/>
                    <a:pt x="2548" y="989"/>
                    <a:pt x="2548" y="637"/>
                  </a:cubicBezTo>
                  <a:cubicBezTo>
                    <a:pt x="2548" y="285"/>
                    <a:pt x="2262" y="0"/>
                    <a:pt x="1910" y="0"/>
                  </a:cubicBezTo>
                  <a:lnTo>
                    <a:pt x="637" y="0"/>
                  </a:lnTo>
                  <a:cubicBezTo>
                    <a:pt x="636" y="0"/>
                    <a:pt x="635" y="0"/>
                    <a:pt x="6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0" name="Google Shape;19340;p90"/>
            <p:cNvSpPr/>
            <p:nvPr/>
          </p:nvSpPr>
          <p:spPr>
            <a:xfrm>
              <a:off x="1241164" y="3138188"/>
              <a:ext cx="83433" cy="144342"/>
            </a:xfrm>
            <a:custGeom>
              <a:rect b="b" l="l" r="r" t="t"/>
              <a:pathLst>
                <a:path extrusionOk="0" h="8910" w="5151">
                  <a:moveTo>
                    <a:pt x="637" y="1"/>
                  </a:moveTo>
                  <a:cubicBezTo>
                    <a:pt x="285" y="1"/>
                    <a:pt x="0" y="285"/>
                    <a:pt x="0" y="637"/>
                  </a:cubicBezTo>
                  <a:lnTo>
                    <a:pt x="0" y="4458"/>
                  </a:lnTo>
                  <a:cubicBezTo>
                    <a:pt x="0" y="4626"/>
                    <a:pt x="68" y="4788"/>
                    <a:pt x="187" y="4908"/>
                  </a:cubicBezTo>
                  <a:lnTo>
                    <a:pt x="4007" y="8728"/>
                  </a:lnTo>
                  <a:cubicBezTo>
                    <a:pt x="4131" y="8849"/>
                    <a:pt x="4291" y="8909"/>
                    <a:pt x="4452" y="8909"/>
                  </a:cubicBezTo>
                  <a:cubicBezTo>
                    <a:pt x="4615" y="8909"/>
                    <a:pt x="4778" y="8847"/>
                    <a:pt x="4902" y="8723"/>
                  </a:cubicBezTo>
                  <a:cubicBezTo>
                    <a:pt x="5149" y="8476"/>
                    <a:pt x="5150" y="8077"/>
                    <a:pt x="4907" y="7827"/>
                  </a:cubicBezTo>
                  <a:lnTo>
                    <a:pt x="1275" y="4194"/>
                  </a:lnTo>
                  <a:lnTo>
                    <a:pt x="1275" y="637"/>
                  </a:lnTo>
                  <a:cubicBezTo>
                    <a:pt x="1275" y="285"/>
                    <a:pt x="989"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41" name="Google Shape;19341;p90"/>
          <p:cNvGrpSpPr/>
          <p:nvPr/>
        </p:nvGrpSpPr>
        <p:grpSpPr>
          <a:xfrm>
            <a:off x="7031076" y="2284330"/>
            <a:ext cx="345457" cy="345494"/>
            <a:chOff x="578524" y="2980383"/>
            <a:chExt cx="352004" cy="352042"/>
          </a:xfrm>
        </p:grpSpPr>
        <p:sp>
          <p:nvSpPr>
            <p:cNvPr id="19342" name="Google Shape;19342;p90"/>
            <p:cNvSpPr/>
            <p:nvPr/>
          </p:nvSpPr>
          <p:spPr>
            <a:xfrm>
              <a:off x="578524" y="2980383"/>
              <a:ext cx="352004" cy="352042"/>
            </a:xfrm>
            <a:custGeom>
              <a:rect b="b" l="l" r="r" t="t"/>
              <a:pathLst>
                <a:path extrusionOk="0" h="21731" w="21732">
                  <a:moveTo>
                    <a:pt x="2547" y="6410"/>
                  </a:moveTo>
                  <a:lnTo>
                    <a:pt x="2547" y="15322"/>
                  </a:lnTo>
                  <a:lnTo>
                    <a:pt x="1274" y="15322"/>
                  </a:lnTo>
                  <a:lnTo>
                    <a:pt x="1274" y="6410"/>
                  </a:lnTo>
                  <a:close/>
                  <a:moveTo>
                    <a:pt x="17911" y="3820"/>
                  </a:moveTo>
                  <a:lnTo>
                    <a:pt x="17911" y="17912"/>
                  </a:lnTo>
                  <a:lnTo>
                    <a:pt x="3820" y="17910"/>
                  </a:lnTo>
                  <a:lnTo>
                    <a:pt x="3820" y="3820"/>
                  </a:lnTo>
                  <a:close/>
                  <a:moveTo>
                    <a:pt x="20457" y="1273"/>
                  </a:moveTo>
                  <a:lnTo>
                    <a:pt x="20457" y="20458"/>
                  </a:lnTo>
                  <a:lnTo>
                    <a:pt x="1274" y="20458"/>
                  </a:lnTo>
                  <a:lnTo>
                    <a:pt x="1274" y="16595"/>
                  </a:lnTo>
                  <a:lnTo>
                    <a:pt x="2547" y="16595"/>
                  </a:lnTo>
                  <a:lnTo>
                    <a:pt x="2547" y="18547"/>
                  </a:lnTo>
                  <a:cubicBezTo>
                    <a:pt x="2547" y="18899"/>
                    <a:pt x="2832" y="19185"/>
                    <a:pt x="3184" y="19185"/>
                  </a:cubicBezTo>
                  <a:lnTo>
                    <a:pt x="18547" y="19185"/>
                  </a:lnTo>
                  <a:cubicBezTo>
                    <a:pt x="18899" y="19185"/>
                    <a:pt x="19184" y="18899"/>
                    <a:pt x="19184" y="18547"/>
                  </a:cubicBezTo>
                  <a:lnTo>
                    <a:pt x="19184" y="3184"/>
                  </a:lnTo>
                  <a:cubicBezTo>
                    <a:pt x="19184" y="2832"/>
                    <a:pt x="18899" y="2547"/>
                    <a:pt x="18547" y="2547"/>
                  </a:cubicBezTo>
                  <a:lnTo>
                    <a:pt x="3183" y="2547"/>
                  </a:lnTo>
                  <a:cubicBezTo>
                    <a:pt x="2831" y="2547"/>
                    <a:pt x="2547" y="2832"/>
                    <a:pt x="2547" y="3184"/>
                  </a:cubicBezTo>
                  <a:lnTo>
                    <a:pt x="2547" y="5136"/>
                  </a:lnTo>
                  <a:lnTo>
                    <a:pt x="1274" y="5136"/>
                  </a:lnTo>
                  <a:lnTo>
                    <a:pt x="1274" y="1273"/>
                  </a:lnTo>
                  <a:close/>
                  <a:moveTo>
                    <a:pt x="637" y="0"/>
                  </a:moveTo>
                  <a:cubicBezTo>
                    <a:pt x="285" y="0"/>
                    <a:pt x="1" y="286"/>
                    <a:pt x="1" y="638"/>
                  </a:cubicBezTo>
                  <a:lnTo>
                    <a:pt x="1" y="21094"/>
                  </a:lnTo>
                  <a:cubicBezTo>
                    <a:pt x="1" y="21446"/>
                    <a:pt x="285" y="21731"/>
                    <a:pt x="637" y="21731"/>
                  </a:cubicBezTo>
                  <a:lnTo>
                    <a:pt x="21095" y="21731"/>
                  </a:lnTo>
                  <a:cubicBezTo>
                    <a:pt x="21447" y="21731"/>
                    <a:pt x="21731" y="21446"/>
                    <a:pt x="21731" y="21094"/>
                  </a:cubicBezTo>
                  <a:lnTo>
                    <a:pt x="21731" y="638"/>
                  </a:lnTo>
                  <a:cubicBezTo>
                    <a:pt x="21731" y="286"/>
                    <a:pt x="21447" y="0"/>
                    <a:pt x="210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3" name="Google Shape;19343;p90"/>
            <p:cNvSpPr/>
            <p:nvPr/>
          </p:nvSpPr>
          <p:spPr>
            <a:xfrm>
              <a:off x="661715" y="3063570"/>
              <a:ext cx="185623" cy="185668"/>
            </a:xfrm>
            <a:custGeom>
              <a:rect b="b" l="l" r="r" t="t"/>
              <a:pathLst>
                <a:path extrusionOk="0" h="11461" w="11460">
                  <a:moveTo>
                    <a:pt x="5730" y="1275"/>
                  </a:moveTo>
                  <a:cubicBezTo>
                    <a:pt x="8186" y="1275"/>
                    <a:pt x="10187" y="3273"/>
                    <a:pt x="10187" y="5730"/>
                  </a:cubicBezTo>
                  <a:cubicBezTo>
                    <a:pt x="10187" y="8188"/>
                    <a:pt x="8187" y="10187"/>
                    <a:pt x="5730" y="10187"/>
                  </a:cubicBezTo>
                  <a:cubicBezTo>
                    <a:pt x="3273" y="10187"/>
                    <a:pt x="1273" y="8188"/>
                    <a:pt x="1273" y="5730"/>
                  </a:cubicBezTo>
                  <a:cubicBezTo>
                    <a:pt x="1273" y="3274"/>
                    <a:pt x="3273" y="1275"/>
                    <a:pt x="5730" y="1275"/>
                  </a:cubicBezTo>
                  <a:close/>
                  <a:moveTo>
                    <a:pt x="5730" y="1"/>
                  </a:moveTo>
                  <a:cubicBezTo>
                    <a:pt x="2570" y="1"/>
                    <a:pt x="0" y="2572"/>
                    <a:pt x="0" y="5730"/>
                  </a:cubicBezTo>
                  <a:cubicBezTo>
                    <a:pt x="0" y="8890"/>
                    <a:pt x="2570" y="11460"/>
                    <a:pt x="5730" y="11460"/>
                  </a:cubicBezTo>
                  <a:cubicBezTo>
                    <a:pt x="8888" y="11460"/>
                    <a:pt x="11460" y="8890"/>
                    <a:pt x="11460" y="5730"/>
                  </a:cubicBezTo>
                  <a:cubicBezTo>
                    <a:pt x="11460" y="2572"/>
                    <a:pt x="8888" y="1"/>
                    <a:pt x="57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4" name="Google Shape;19344;p90"/>
            <p:cNvSpPr/>
            <p:nvPr/>
          </p:nvSpPr>
          <p:spPr>
            <a:xfrm>
              <a:off x="713919" y="3116852"/>
              <a:ext cx="81182" cy="79121"/>
            </a:xfrm>
            <a:custGeom>
              <a:rect b="b" l="l" r="r" t="t"/>
              <a:pathLst>
                <a:path extrusionOk="0" h="4884" w="5012">
                  <a:moveTo>
                    <a:pt x="2507" y="1805"/>
                  </a:moveTo>
                  <a:cubicBezTo>
                    <a:pt x="2589" y="1805"/>
                    <a:pt x="2672" y="1821"/>
                    <a:pt x="2750" y="1854"/>
                  </a:cubicBezTo>
                  <a:cubicBezTo>
                    <a:pt x="2987" y="1952"/>
                    <a:pt x="3143" y="2185"/>
                    <a:pt x="3143" y="2441"/>
                  </a:cubicBezTo>
                  <a:cubicBezTo>
                    <a:pt x="3142" y="2793"/>
                    <a:pt x="2858" y="3078"/>
                    <a:pt x="2507" y="3079"/>
                  </a:cubicBezTo>
                  <a:cubicBezTo>
                    <a:pt x="2249" y="3079"/>
                    <a:pt x="2016" y="2923"/>
                    <a:pt x="1918" y="2685"/>
                  </a:cubicBezTo>
                  <a:cubicBezTo>
                    <a:pt x="1820" y="2448"/>
                    <a:pt x="1874" y="2174"/>
                    <a:pt x="2056" y="1992"/>
                  </a:cubicBezTo>
                  <a:cubicBezTo>
                    <a:pt x="2178" y="1870"/>
                    <a:pt x="2341" y="1805"/>
                    <a:pt x="2507" y="1805"/>
                  </a:cubicBezTo>
                  <a:close/>
                  <a:moveTo>
                    <a:pt x="701" y="0"/>
                  </a:moveTo>
                  <a:cubicBezTo>
                    <a:pt x="538" y="0"/>
                    <a:pt x="375" y="62"/>
                    <a:pt x="251" y="187"/>
                  </a:cubicBezTo>
                  <a:cubicBezTo>
                    <a:pt x="1" y="437"/>
                    <a:pt x="2" y="844"/>
                    <a:pt x="256" y="1092"/>
                  </a:cubicBezTo>
                  <a:lnTo>
                    <a:pt x="783" y="1618"/>
                  </a:lnTo>
                  <a:cubicBezTo>
                    <a:pt x="534" y="2140"/>
                    <a:pt x="534" y="2744"/>
                    <a:pt x="783" y="3264"/>
                  </a:cubicBezTo>
                  <a:lnTo>
                    <a:pt x="256" y="3792"/>
                  </a:lnTo>
                  <a:cubicBezTo>
                    <a:pt x="2" y="4040"/>
                    <a:pt x="1" y="4447"/>
                    <a:pt x="251" y="4698"/>
                  </a:cubicBezTo>
                  <a:cubicBezTo>
                    <a:pt x="375" y="4822"/>
                    <a:pt x="538" y="4884"/>
                    <a:pt x="701" y="4884"/>
                  </a:cubicBezTo>
                  <a:cubicBezTo>
                    <a:pt x="866" y="4884"/>
                    <a:pt x="1031" y="4820"/>
                    <a:pt x="1156" y="4692"/>
                  </a:cubicBezTo>
                  <a:lnTo>
                    <a:pt x="1684" y="4166"/>
                  </a:lnTo>
                  <a:cubicBezTo>
                    <a:pt x="1944" y="4290"/>
                    <a:pt x="2225" y="4352"/>
                    <a:pt x="2506" y="4352"/>
                  </a:cubicBezTo>
                  <a:cubicBezTo>
                    <a:pt x="2788" y="4352"/>
                    <a:pt x="3069" y="4290"/>
                    <a:pt x="3330" y="4166"/>
                  </a:cubicBezTo>
                  <a:lnTo>
                    <a:pt x="3857" y="4692"/>
                  </a:lnTo>
                  <a:cubicBezTo>
                    <a:pt x="3981" y="4820"/>
                    <a:pt x="4147" y="4883"/>
                    <a:pt x="4312" y="4883"/>
                  </a:cubicBezTo>
                  <a:cubicBezTo>
                    <a:pt x="4475" y="4883"/>
                    <a:pt x="4638" y="4822"/>
                    <a:pt x="4762" y="4698"/>
                  </a:cubicBezTo>
                  <a:cubicBezTo>
                    <a:pt x="5012" y="4446"/>
                    <a:pt x="5010" y="4040"/>
                    <a:pt x="4758" y="3792"/>
                  </a:cubicBezTo>
                  <a:lnTo>
                    <a:pt x="4230" y="3264"/>
                  </a:lnTo>
                  <a:cubicBezTo>
                    <a:pt x="4478" y="2744"/>
                    <a:pt x="4478" y="2140"/>
                    <a:pt x="4230" y="1618"/>
                  </a:cubicBezTo>
                  <a:lnTo>
                    <a:pt x="4758" y="1092"/>
                  </a:lnTo>
                  <a:cubicBezTo>
                    <a:pt x="5005" y="843"/>
                    <a:pt x="5005" y="439"/>
                    <a:pt x="4758" y="191"/>
                  </a:cubicBezTo>
                  <a:lnTo>
                    <a:pt x="4758" y="192"/>
                  </a:lnTo>
                  <a:cubicBezTo>
                    <a:pt x="4633" y="67"/>
                    <a:pt x="4470" y="4"/>
                    <a:pt x="4307" y="4"/>
                  </a:cubicBezTo>
                  <a:cubicBezTo>
                    <a:pt x="4144" y="4"/>
                    <a:pt x="3981" y="67"/>
                    <a:pt x="3857" y="192"/>
                  </a:cubicBezTo>
                  <a:lnTo>
                    <a:pt x="3330" y="719"/>
                  </a:lnTo>
                  <a:cubicBezTo>
                    <a:pt x="3069" y="594"/>
                    <a:pt x="2788" y="532"/>
                    <a:pt x="2506" y="532"/>
                  </a:cubicBezTo>
                  <a:cubicBezTo>
                    <a:pt x="2225" y="532"/>
                    <a:pt x="1944" y="594"/>
                    <a:pt x="1684" y="719"/>
                  </a:cubicBezTo>
                  <a:lnTo>
                    <a:pt x="1156" y="192"/>
                  </a:lnTo>
                  <a:cubicBezTo>
                    <a:pt x="1031" y="64"/>
                    <a:pt x="866" y="0"/>
                    <a:pt x="7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45" name="Google Shape;19345;p90"/>
          <p:cNvGrpSpPr/>
          <p:nvPr/>
        </p:nvGrpSpPr>
        <p:grpSpPr>
          <a:xfrm>
            <a:off x="6329546" y="2284338"/>
            <a:ext cx="222643" cy="345478"/>
            <a:chOff x="4146429" y="3942858"/>
            <a:chExt cx="226862" cy="352026"/>
          </a:xfrm>
        </p:grpSpPr>
        <p:sp>
          <p:nvSpPr>
            <p:cNvPr id="19346" name="Google Shape;19346;p90"/>
            <p:cNvSpPr/>
            <p:nvPr/>
          </p:nvSpPr>
          <p:spPr>
            <a:xfrm>
              <a:off x="4146429" y="3942858"/>
              <a:ext cx="226862" cy="352026"/>
            </a:xfrm>
            <a:custGeom>
              <a:rect b="b" l="l" r="r" t="t"/>
              <a:pathLst>
                <a:path extrusionOk="0" h="21730" w="14006">
                  <a:moveTo>
                    <a:pt x="7040" y="3820"/>
                  </a:moveTo>
                  <a:cubicBezTo>
                    <a:pt x="7913" y="3820"/>
                    <a:pt x="8868" y="4538"/>
                    <a:pt x="8914" y="5717"/>
                  </a:cubicBezTo>
                  <a:lnTo>
                    <a:pt x="8915" y="8955"/>
                  </a:lnTo>
                  <a:lnTo>
                    <a:pt x="5091" y="8955"/>
                  </a:lnTo>
                  <a:lnTo>
                    <a:pt x="5092" y="5717"/>
                  </a:lnTo>
                  <a:cubicBezTo>
                    <a:pt x="5138" y="4538"/>
                    <a:pt x="6092" y="3820"/>
                    <a:pt x="6966" y="3820"/>
                  </a:cubicBezTo>
                  <a:cubicBezTo>
                    <a:pt x="6975" y="3820"/>
                    <a:pt x="6984" y="3820"/>
                    <a:pt x="6993" y="3820"/>
                  </a:cubicBezTo>
                  <a:lnTo>
                    <a:pt x="7014" y="3820"/>
                  </a:lnTo>
                  <a:cubicBezTo>
                    <a:pt x="7022" y="3820"/>
                    <a:pt x="7031" y="3820"/>
                    <a:pt x="7040" y="3820"/>
                  </a:cubicBezTo>
                  <a:close/>
                  <a:moveTo>
                    <a:pt x="7002" y="1274"/>
                  </a:moveTo>
                  <a:cubicBezTo>
                    <a:pt x="9335" y="1278"/>
                    <a:pt x="11402" y="3104"/>
                    <a:pt x="11460" y="5688"/>
                  </a:cubicBezTo>
                  <a:lnTo>
                    <a:pt x="11460" y="8955"/>
                  </a:lnTo>
                  <a:lnTo>
                    <a:pt x="10186" y="8955"/>
                  </a:lnTo>
                  <a:lnTo>
                    <a:pt x="10184" y="5705"/>
                  </a:lnTo>
                  <a:cubicBezTo>
                    <a:pt x="10184" y="4040"/>
                    <a:pt x="8779" y="2546"/>
                    <a:pt x="7046" y="2546"/>
                  </a:cubicBezTo>
                  <a:cubicBezTo>
                    <a:pt x="7032" y="2546"/>
                    <a:pt x="7018" y="2547"/>
                    <a:pt x="7003" y="2547"/>
                  </a:cubicBezTo>
                  <a:cubicBezTo>
                    <a:pt x="6990" y="2547"/>
                    <a:pt x="6977" y="2547"/>
                    <a:pt x="6964" y="2547"/>
                  </a:cubicBezTo>
                  <a:cubicBezTo>
                    <a:pt x="5365" y="2547"/>
                    <a:pt x="3885" y="3837"/>
                    <a:pt x="3822" y="5683"/>
                  </a:cubicBezTo>
                  <a:lnTo>
                    <a:pt x="3822" y="5705"/>
                  </a:lnTo>
                  <a:lnTo>
                    <a:pt x="3821" y="8955"/>
                  </a:lnTo>
                  <a:lnTo>
                    <a:pt x="2545" y="8955"/>
                  </a:lnTo>
                  <a:lnTo>
                    <a:pt x="2546" y="5688"/>
                  </a:lnTo>
                  <a:cubicBezTo>
                    <a:pt x="2605" y="3218"/>
                    <a:pt x="4563" y="1278"/>
                    <a:pt x="7002" y="1274"/>
                  </a:cubicBezTo>
                  <a:close/>
                  <a:moveTo>
                    <a:pt x="12733" y="10230"/>
                  </a:moveTo>
                  <a:lnTo>
                    <a:pt x="12733" y="19405"/>
                  </a:lnTo>
                  <a:cubicBezTo>
                    <a:pt x="11930" y="19729"/>
                    <a:pt x="9819" y="20457"/>
                    <a:pt x="7003" y="20457"/>
                  </a:cubicBezTo>
                  <a:cubicBezTo>
                    <a:pt x="4187" y="20457"/>
                    <a:pt x="2074" y="19729"/>
                    <a:pt x="1273" y="19405"/>
                  </a:cubicBezTo>
                  <a:lnTo>
                    <a:pt x="1273" y="10230"/>
                  </a:lnTo>
                  <a:close/>
                  <a:moveTo>
                    <a:pt x="7002" y="1"/>
                  </a:moveTo>
                  <a:cubicBezTo>
                    <a:pt x="3860" y="6"/>
                    <a:pt x="1345" y="2495"/>
                    <a:pt x="1276" y="5667"/>
                  </a:cubicBezTo>
                  <a:cubicBezTo>
                    <a:pt x="1276" y="5671"/>
                    <a:pt x="1273" y="8955"/>
                    <a:pt x="1273" y="8955"/>
                  </a:cubicBezTo>
                  <a:lnTo>
                    <a:pt x="637" y="8955"/>
                  </a:lnTo>
                  <a:cubicBezTo>
                    <a:pt x="285" y="8955"/>
                    <a:pt x="1" y="9241"/>
                    <a:pt x="1" y="9592"/>
                  </a:cubicBezTo>
                  <a:lnTo>
                    <a:pt x="1" y="19820"/>
                  </a:lnTo>
                  <a:cubicBezTo>
                    <a:pt x="1" y="20061"/>
                    <a:pt x="137" y="20282"/>
                    <a:pt x="352" y="20389"/>
                  </a:cubicBezTo>
                  <a:cubicBezTo>
                    <a:pt x="462" y="20445"/>
                    <a:pt x="3078" y="21730"/>
                    <a:pt x="7003" y="21730"/>
                  </a:cubicBezTo>
                  <a:cubicBezTo>
                    <a:pt x="10928" y="21730"/>
                    <a:pt x="13545" y="20445"/>
                    <a:pt x="13654" y="20391"/>
                  </a:cubicBezTo>
                  <a:cubicBezTo>
                    <a:pt x="13870" y="20282"/>
                    <a:pt x="14006" y="20063"/>
                    <a:pt x="14006" y="19822"/>
                  </a:cubicBezTo>
                  <a:lnTo>
                    <a:pt x="14006" y="9592"/>
                  </a:lnTo>
                  <a:cubicBezTo>
                    <a:pt x="14006" y="9241"/>
                    <a:pt x="13721" y="8955"/>
                    <a:pt x="13369" y="8955"/>
                  </a:cubicBezTo>
                  <a:lnTo>
                    <a:pt x="12733" y="8955"/>
                  </a:lnTo>
                  <a:cubicBezTo>
                    <a:pt x="12733" y="8955"/>
                    <a:pt x="12732" y="5671"/>
                    <a:pt x="12732" y="5667"/>
                  </a:cubicBezTo>
                  <a:cubicBezTo>
                    <a:pt x="12659" y="2359"/>
                    <a:pt x="10006" y="6"/>
                    <a:pt x="70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7" name="Google Shape;19347;p90"/>
            <p:cNvSpPr/>
            <p:nvPr/>
          </p:nvSpPr>
          <p:spPr>
            <a:xfrm>
              <a:off x="4228906" y="4149813"/>
              <a:ext cx="61907" cy="82523"/>
            </a:xfrm>
            <a:custGeom>
              <a:rect b="b" l="l" r="r" t="t"/>
              <a:pathLst>
                <a:path extrusionOk="0" h="5094" w="3822">
                  <a:moveTo>
                    <a:pt x="637" y="1"/>
                  </a:moveTo>
                  <a:cubicBezTo>
                    <a:pt x="286" y="1"/>
                    <a:pt x="0" y="285"/>
                    <a:pt x="0" y="637"/>
                  </a:cubicBezTo>
                  <a:cubicBezTo>
                    <a:pt x="0" y="989"/>
                    <a:pt x="286" y="1273"/>
                    <a:pt x="637" y="1273"/>
                  </a:cubicBezTo>
                  <a:lnTo>
                    <a:pt x="1275" y="1273"/>
                  </a:lnTo>
                  <a:lnTo>
                    <a:pt x="1275" y="4457"/>
                  </a:lnTo>
                  <a:cubicBezTo>
                    <a:pt x="1275" y="4808"/>
                    <a:pt x="1559" y="5094"/>
                    <a:pt x="1911" y="5094"/>
                  </a:cubicBezTo>
                  <a:cubicBezTo>
                    <a:pt x="2263" y="5094"/>
                    <a:pt x="2548" y="4808"/>
                    <a:pt x="2548" y="4457"/>
                  </a:cubicBezTo>
                  <a:lnTo>
                    <a:pt x="2548" y="1273"/>
                  </a:lnTo>
                  <a:lnTo>
                    <a:pt x="3184" y="1273"/>
                  </a:lnTo>
                  <a:cubicBezTo>
                    <a:pt x="3536" y="1273"/>
                    <a:pt x="3822" y="989"/>
                    <a:pt x="3822" y="637"/>
                  </a:cubicBezTo>
                  <a:cubicBezTo>
                    <a:pt x="3822" y="285"/>
                    <a:pt x="3536" y="1"/>
                    <a:pt x="3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48" name="Google Shape;19348;p90"/>
          <p:cNvGrpSpPr/>
          <p:nvPr/>
        </p:nvGrpSpPr>
        <p:grpSpPr>
          <a:xfrm>
            <a:off x="5516969" y="2355858"/>
            <a:ext cx="348334" cy="202438"/>
            <a:chOff x="3906398" y="2371004"/>
            <a:chExt cx="354936" cy="206275"/>
          </a:xfrm>
        </p:grpSpPr>
        <p:sp>
          <p:nvSpPr>
            <p:cNvPr id="19349" name="Google Shape;19349;p90"/>
            <p:cNvSpPr/>
            <p:nvPr/>
          </p:nvSpPr>
          <p:spPr>
            <a:xfrm>
              <a:off x="4052953" y="2432856"/>
              <a:ext cx="64320" cy="61916"/>
            </a:xfrm>
            <a:custGeom>
              <a:rect b="b" l="l" r="r" t="t"/>
              <a:pathLst>
                <a:path extrusionOk="0" h="3822" w="3971">
                  <a:moveTo>
                    <a:pt x="1909" y="1274"/>
                  </a:moveTo>
                  <a:cubicBezTo>
                    <a:pt x="2167" y="1274"/>
                    <a:pt x="2399" y="1429"/>
                    <a:pt x="2498" y="1667"/>
                  </a:cubicBezTo>
                  <a:cubicBezTo>
                    <a:pt x="2596" y="1905"/>
                    <a:pt x="2541" y="2178"/>
                    <a:pt x="2359" y="2360"/>
                  </a:cubicBezTo>
                  <a:cubicBezTo>
                    <a:pt x="2238" y="2482"/>
                    <a:pt x="2075" y="2547"/>
                    <a:pt x="1910" y="2547"/>
                  </a:cubicBezTo>
                  <a:cubicBezTo>
                    <a:pt x="1828" y="2547"/>
                    <a:pt x="1745" y="2531"/>
                    <a:pt x="1665" y="2498"/>
                  </a:cubicBezTo>
                  <a:cubicBezTo>
                    <a:pt x="1427" y="2400"/>
                    <a:pt x="1272" y="2167"/>
                    <a:pt x="1272" y="1910"/>
                  </a:cubicBezTo>
                  <a:cubicBezTo>
                    <a:pt x="1272" y="1559"/>
                    <a:pt x="1558" y="1274"/>
                    <a:pt x="1909" y="1274"/>
                  </a:cubicBezTo>
                  <a:close/>
                  <a:moveTo>
                    <a:pt x="1910" y="1"/>
                  </a:moveTo>
                  <a:cubicBezTo>
                    <a:pt x="1664" y="1"/>
                    <a:pt x="1416" y="48"/>
                    <a:pt x="1180" y="147"/>
                  </a:cubicBezTo>
                  <a:cubicBezTo>
                    <a:pt x="465" y="442"/>
                    <a:pt x="1" y="1139"/>
                    <a:pt x="1" y="1910"/>
                  </a:cubicBezTo>
                  <a:cubicBezTo>
                    <a:pt x="1" y="2965"/>
                    <a:pt x="856" y="3820"/>
                    <a:pt x="1910" y="3821"/>
                  </a:cubicBezTo>
                  <a:lnTo>
                    <a:pt x="1910" y="3821"/>
                  </a:lnTo>
                  <a:cubicBezTo>
                    <a:pt x="2682" y="3821"/>
                    <a:pt x="3379" y="3356"/>
                    <a:pt x="3674" y="2642"/>
                  </a:cubicBezTo>
                  <a:cubicBezTo>
                    <a:pt x="3971" y="1929"/>
                    <a:pt x="3806" y="1107"/>
                    <a:pt x="3261" y="561"/>
                  </a:cubicBezTo>
                  <a:cubicBezTo>
                    <a:pt x="2896" y="195"/>
                    <a:pt x="2407" y="1"/>
                    <a:pt x="1910" y="1"/>
                  </a:cubicBezTo>
                  <a:close/>
                  <a:moveTo>
                    <a:pt x="1910" y="3821"/>
                  </a:moveTo>
                  <a:cubicBezTo>
                    <a:pt x="1910" y="3821"/>
                    <a:pt x="1909" y="3821"/>
                    <a:pt x="1909" y="3821"/>
                  </a:cubicBezTo>
                  <a:lnTo>
                    <a:pt x="1910" y="3821"/>
                  </a:lnTo>
                  <a:cubicBezTo>
                    <a:pt x="1910" y="3821"/>
                    <a:pt x="1910" y="3821"/>
                    <a:pt x="1910" y="382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0" name="Google Shape;19350;p90"/>
            <p:cNvSpPr/>
            <p:nvPr/>
          </p:nvSpPr>
          <p:spPr>
            <a:xfrm>
              <a:off x="3906398" y="2371004"/>
              <a:ext cx="354936" cy="206275"/>
            </a:xfrm>
            <a:custGeom>
              <a:rect b="b" l="l" r="r" t="t"/>
              <a:pathLst>
                <a:path extrusionOk="0" h="12733" w="21913">
                  <a:moveTo>
                    <a:pt x="10957" y="2546"/>
                  </a:moveTo>
                  <a:cubicBezTo>
                    <a:pt x="12713" y="2546"/>
                    <a:pt x="14141" y="3974"/>
                    <a:pt x="14141" y="5728"/>
                  </a:cubicBezTo>
                  <a:cubicBezTo>
                    <a:pt x="14141" y="7484"/>
                    <a:pt x="12713" y="8912"/>
                    <a:pt x="10957" y="8912"/>
                  </a:cubicBezTo>
                  <a:cubicBezTo>
                    <a:pt x="9202" y="8912"/>
                    <a:pt x="7775" y="7484"/>
                    <a:pt x="7775" y="5728"/>
                  </a:cubicBezTo>
                  <a:cubicBezTo>
                    <a:pt x="7775" y="3974"/>
                    <a:pt x="9202" y="2546"/>
                    <a:pt x="10957" y="2546"/>
                  </a:cubicBezTo>
                  <a:close/>
                  <a:moveTo>
                    <a:pt x="10842" y="1274"/>
                  </a:moveTo>
                  <a:lnTo>
                    <a:pt x="10842" y="1274"/>
                  </a:lnTo>
                  <a:cubicBezTo>
                    <a:pt x="8437" y="1335"/>
                    <a:pt x="6500" y="3311"/>
                    <a:pt x="6500" y="5728"/>
                  </a:cubicBezTo>
                  <a:cubicBezTo>
                    <a:pt x="6500" y="8186"/>
                    <a:pt x="8500" y="10185"/>
                    <a:pt x="10957" y="10185"/>
                  </a:cubicBezTo>
                  <a:cubicBezTo>
                    <a:pt x="13414" y="10185"/>
                    <a:pt x="15414" y="8186"/>
                    <a:pt x="15414" y="5728"/>
                  </a:cubicBezTo>
                  <a:cubicBezTo>
                    <a:pt x="15414" y="3311"/>
                    <a:pt x="13476" y="1335"/>
                    <a:pt x="11072" y="1274"/>
                  </a:cubicBezTo>
                  <a:lnTo>
                    <a:pt x="11072" y="1274"/>
                  </a:lnTo>
                  <a:cubicBezTo>
                    <a:pt x="13498" y="1305"/>
                    <a:pt x="15830" y="2311"/>
                    <a:pt x="18006" y="4268"/>
                  </a:cubicBezTo>
                  <a:cubicBezTo>
                    <a:pt x="18683" y="4880"/>
                    <a:pt x="19309" y="5550"/>
                    <a:pt x="19877" y="6267"/>
                  </a:cubicBezTo>
                  <a:cubicBezTo>
                    <a:pt x="18505" y="7822"/>
                    <a:pt x="15296" y="11458"/>
                    <a:pt x="10957" y="11458"/>
                  </a:cubicBezTo>
                  <a:cubicBezTo>
                    <a:pt x="6619" y="11458"/>
                    <a:pt x="3409" y="7822"/>
                    <a:pt x="2037" y="6267"/>
                  </a:cubicBezTo>
                  <a:cubicBezTo>
                    <a:pt x="2597" y="5559"/>
                    <a:pt x="3215" y="4899"/>
                    <a:pt x="3883" y="4293"/>
                  </a:cubicBezTo>
                  <a:lnTo>
                    <a:pt x="3883" y="4291"/>
                  </a:lnTo>
                  <a:cubicBezTo>
                    <a:pt x="6065" y="2320"/>
                    <a:pt x="8406" y="1305"/>
                    <a:pt x="10842" y="1274"/>
                  </a:cubicBezTo>
                  <a:close/>
                  <a:moveTo>
                    <a:pt x="10957" y="0"/>
                  </a:moveTo>
                  <a:cubicBezTo>
                    <a:pt x="7936" y="0"/>
                    <a:pt x="5243" y="1346"/>
                    <a:pt x="3028" y="3348"/>
                  </a:cubicBezTo>
                  <a:cubicBezTo>
                    <a:pt x="1733" y="4518"/>
                    <a:pt x="654" y="5898"/>
                    <a:pt x="183" y="6672"/>
                  </a:cubicBezTo>
                  <a:cubicBezTo>
                    <a:pt x="0" y="6972"/>
                    <a:pt x="97" y="7364"/>
                    <a:pt x="397" y="7547"/>
                  </a:cubicBezTo>
                  <a:lnTo>
                    <a:pt x="399" y="7547"/>
                  </a:lnTo>
                  <a:cubicBezTo>
                    <a:pt x="502" y="7609"/>
                    <a:pt x="615" y="7639"/>
                    <a:pt x="728" y="7639"/>
                  </a:cubicBezTo>
                  <a:cubicBezTo>
                    <a:pt x="943" y="7639"/>
                    <a:pt x="1153" y="7530"/>
                    <a:pt x="1273" y="7332"/>
                  </a:cubicBezTo>
                  <a:cubicBezTo>
                    <a:pt x="1273" y="7331"/>
                    <a:pt x="1275" y="7330"/>
                    <a:pt x="1276" y="7328"/>
                  </a:cubicBezTo>
                  <a:cubicBezTo>
                    <a:pt x="2856" y="9109"/>
                    <a:pt x="6246" y="12732"/>
                    <a:pt x="10957" y="12732"/>
                  </a:cubicBezTo>
                  <a:cubicBezTo>
                    <a:pt x="15669" y="12732"/>
                    <a:pt x="19058" y="9109"/>
                    <a:pt x="20638" y="7328"/>
                  </a:cubicBezTo>
                  <a:lnTo>
                    <a:pt x="20642" y="7332"/>
                  </a:lnTo>
                  <a:cubicBezTo>
                    <a:pt x="20761" y="7530"/>
                    <a:pt x="20971" y="7639"/>
                    <a:pt x="21186" y="7639"/>
                  </a:cubicBezTo>
                  <a:cubicBezTo>
                    <a:pt x="21299" y="7639"/>
                    <a:pt x="21413" y="7609"/>
                    <a:pt x="21516" y="7547"/>
                  </a:cubicBezTo>
                  <a:cubicBezTo>
                    <a:pt x="21817" y="7364"/>
                    <a:pt x="21912" y="6972"/>
                    <a:pt x="21730" y="6672"/>
                  </a:cubicBezTo>
                  <a:cubicBezTo>
                    <a:pt x="21203" y="5804"/>
                    <a:pt x="20111" y="4454"/>
                    <a:pt x="18885" y="3348"/>
                  </a:cubicBezTo>
                  <a:cubicBezTo>
                    <a:pt x="16671" y="1346"/>
                    <a:pt x="13978" y="0"/>
                    <a:pt x="10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51" name="Google Shape;19351;p90"/>
          <p:cNvGrpSpPr/>
          <p:nvPr/>
        </p:nvGrpSpPr>
        <p:grpSpPr>
          <a:xfrm>
            <a:off x="4833010" y="2284306"/>
            <a:ext cx="222674" cy="345542"/>
            <a:chOff x="3522161" y="2296938"/>
            <a:chExt cx="226895" cy="352091"/>
          </a:xfrm>
        </p:grpSpPr>
        <p:sp>
          <p:nvSpPr>
            <p:cNvPr id="19352" name="Google Shape;19352;p90"/>
            <p:cNvSpPr/>
            <p:nvPr/>
          </p:nvSpPr>
          <p:spPr>
            <a:xfrm>
              <a:off x="3522161" y="2296938"/>
              <a:ext cx="226895" cy="352091"/>
            </a:xfrm>
            <a:custGeom>
              <a:rect b="b" l="l" r="r" t="t"/>
              <a:pathLst>
                <a:path extrusionOk="0" h="21734" w="14008">
                  <a:moveTo>
                    <a:pt x="7003" y="1275"/>
                  </a:moveTo>
                  <a:cubicBezTo>
                    <a:pt x="10170" y="1275"/>
                    <a:pt x="12733" y="3838"/>
                    <a:pt x="12733" y="7004"/>
                  </a:cubicBezTo>
                  <a:cubicBezTo>
                    <a:pt x="12732" y="8858"/>
                    <a:pt x="11834" y="10597"/>
                    <a:pt x="10326" y="11673"/>
                  </a:cubicBezTo>
                  <a:cubicBezTo>
                    <a:pt x="9429" y="12313"/>
                    <a:pt x="8914" y="13274"/>
                    <a:pt x="8914" y="14310"/>
                  </a:cubicBezTo>
                  <a:lnTo>
                    <a:pt x="8914" y="15365"/>
                  </a:lnTo>
                  <a:lnTo>
                    <a:pt x="5094" y="15365"/>
                  </a:lnTo>
                  <a:lnTo>
                    <a:pt x="5094" y="14231"/>
                  </a:lnTo>
                  <a:cubicBezTo>
                    <a:pt x="5094" y="13237"/>
                    <a:pt x="4591" y="12312"/>
                    <a:pt x="3712" y="11695"/>
                  </a:cubicBezTo>
                  <a:cubicBezTo>
                    <a:pt x="2185" y="10621"/>
                    <a:pt x="1276" y="8871"/>
                    <a:pt x="1273" y="7004"/>
                  </a:cubicBezTo>
                  <a:cubicBezTo>
                    <a:pt x="1273" y="3791"/>
                    <a:pt x="3790" y="1275"/>
                    <a:pt x="7003" y="1275"/>
                  </a:cubicBezTo>
                  <a:close/>
                  <a:moveTo>
                    <a:pt x="8914" y="16638"/>
                  </a:moveTo>
                  <a:lnTo>
                    <a:pt x="8914" y="17911"/>
                  </a:lnTo>
                  <a:lnTo>
                    <a:pt x="5094" y="17911"/>
                  </a:lnTo>
                  <a:lnTo>
                    <a:pt x="5094" y="16638"/>
                  </a:lnTo>
                  <a:close/>
                  <a:moveTo>
                    <a:pt x="8772" y="19185"/>
                  </a:moveTo>
                  <a:cubicBezTo>
                    <a:pt x="8509" y="19887"/>
                    <a:pt x="7888" y="20458"/>
                    <a:pt x="7004" y="20458"/>
                  </a:cubicBezTo>
                  <a:cubicBezTo>
                    <a:pt x="6193" y="20458"/>
                    <a:pt x="5472" y="19948"/>
                    <a:pt x="5202" y="19185"/>
                  </a:cubicBezTo>
                  <a:close/>
                  <a:moveTo>
                    <a:pt x="7004" y="0"/>
                  </a:moveTo>
                  <a:cubicBezTo>
                    <a:pt x="3143" y="0"/>
                    <a:pt x="1" y="3085"/>
                    <a:pt x="1" y="7004"/>
                  </a:cubicBezTo>
                  <a:cubicBezTo>
                    <a:pt x="3" y="9286"/>
                    <a:pt x="1115" y="11424"/>
                    <a:pt x="2980" y="12737"/>
                  </a:cubicBezTo>
                  <a:cubicBezTo>
                    <a:pt x="3515" y="13111"/>
                    <a:pt x="3821" y="13656"/>
                    <a:pt x="3821" y="14229"/>
                  </a:cubicBezTo>
                  <a:lnTo>
                    <a:pt x="3821" y="15365"/>
                  </a:lnTo>
                  <a:lnTo>
                    <a:pt x="3184" y="15365"/>
                  </a:lnTo>
                  <a:cubicBezTo>
                    <a:pt x="2832" y="15365"/>
                    <a:pt x="2548" y="15650"/>
                    <a:pt x="2548" y="16002"/>
                  </a:cubicBezTo>
                  <a:cubicBezTo>
                    <a:pt x="2548" y="16353"/>
                    <a:pt x="2832" y="16639"/>
                    <a:pt x="3184" y="16639"/>
                  </a:cubicBezTo>
                  <a:lnTo>
                    <a:pt x="3821" y="16639"/>
                  </a:lnTo>
                  <a:lnTo>
                    <a:pt x="3821" y="17912"/>
                  </a:lnTo>
                  <a:lnTo>
                    <a:pt x="3184" y="17912"/>
                  </a:lnTo>
                  <a:cubicBezTo>
                    <a:pt x="2832" y="17912"/>
                    <a:pt x="2548" y="18198"/>
                    <a:pt x="2548" y="18550"/>
                  </a:cubicBezTo>
                  <a:cubicBezTo>
                    <a:pt x="2548" y="18900"/>
                    <a:pt x="2832" y="19186"/>
                    <a:pt x="3184" y="19186"/>
                  </a:cubicBezTo>
                  <a:lnTo>
                    <a:pt x="3884" y="19186"/>
                  </a:lnTo>
                  <a:cubicBezTo>
                    <a:pt x="4175" y="20623"/>
                    <a:pt x="5447" y="21733"/>
                    <a:pt x="7004" y="21733"/>
                  </a:cubicBezTo>
                  <a:cubicBezTo>
                    <a:pt x="8558" y="21733"/>
                    <a:pt x="9763" y="20635"/>
                    <a:pt x="10098" y="19186"/>
                  </a:cubicBezTo>
                  <a:lnTo>
                    <a:pt x="10823" y="19186"/>
                  </a:lnTo>
                  <a:cubicBezTo>
                    <a:pt x="11175" y="19186"/>
                    <a:pt x="11460" y="18900"/>
                    <a:pt x="11460" y="18550"/>
                  </a:cubicBezTo>
                  <a:cubicBezTo>
                    <a:pt x="11460" y="18198"/>
                    <a:pt x="11175" y="17912"/>
                    <a:pt x="10823" y="17912"/>
                  </a:cubicBezTo>
                  <a:lnTo>
                    <a:pt x="10187" y="17912"/>
                  </a:lnTo>
                  <a:lnTo>
                    <a:pt x="10187" y="16639"/>
                  </a:lnTo>
                  <a:lnTo>
                    <a:pt x="10823" y="16639"/>
                  </a:lnTo>
                  <a:cubicBezTo>
                    <a:pt x="11175" y="16639"/>
                    <a:pt x="11460" y="16353"/>
                    <a:pt x="11460" y="16002"/>
                  </a:cubicBezTo>
                  <a:cubicBezTo>
                    <a:pt x="11460" y="15650"/>
                    <a:pt x="11175" y="15365"/>
                    <a:pt x="10823" y="15365"/>
                  </a:cubicBezTo>
                  <a:lnTo>
                    <a:pt x="10187" y="15365"/>
                  </a:lnTo>
                  <a:lnTo>
                    <a:pt x="10187" y="14310"/>
                  </a:lnTo>
                  <a:cubicBezTo>
                    <a:pt x="10187" y="13691"/>
                    <a:pt x="10507" y="13107"/>
                    <a:pt x="11066" y="12710"/>
                  </a:cubicBezTo>
                  <a:cubicBezTo>
                    <a:pt x="12909" y="11394"/>
                    <a:pt x="14003" y="9268"/>
                    <a:pt x="14007" y="7004"/>
                  </a:cubicBezTo>
                  <a:cubicBezTo>
                    <a:pt x="14007" y="3134"/>
                    <a:pt x="10875" y="0"/>
                    <a:pt x="70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3" name="Google Shape;19353;p90"/>
            <p:cNvSpPr/>
            <p:nvPr/>
          </p:nvSpPr>
          <p:spPr>
            <a:xfrm>
              <a:off x="3583112" y="2420706"/>
              <a:ext cx="105089" cy="41294"/>
            </a:xfrm>
            <a:custGeom>
              <a:rect b="b" l="l" r="r" t="t"/>
              <a:pathLst>
                <a:path extrusionOk="0" h="2549" w="6488">
                  <a:moveTo>
                    <a:pt x="3241" y="1"/>
                  </a:moveTo>
                  <a:cubicBezTo>
                    <a:pt x="3078" y="1"/>
                    <a:pt x="2915" y="63"/>
                    <a:pt x="2790" y="187"/>
                  </a:cubicBezTo>
                  <a:lnTo>
                    <a:pt x="1969" y="1010"/>
                  </a:lnTo>
                  <a:lnTo>
                    <a:pt x="1144" y="187"/>
                  </a:lnTo>
                  <a:cubicBezTo>
                    <a:pt x="1021" y="66"/>
                    <a:pt x="860" y="5"/>
                    <a:pt x="699" y="5"/>
                  </a:cubicBezTo>
                  <a:cubicBezTo>
                    <a:pt x="536" y="5"/>
                    <a:pt x="374" y="67"/>
                    <a:pt x="250" y="191"/>
                  </a:cubicBezTo>
                  <a:cubicBezTo>
                    <a:pt x="2" y="439"/>
                    <a:pt x="1" y="838"/>
                    <a:pt x="244" y="1087"/>
                  </a:cubicBezTo>
                  <a:lnTo>
                    <a:pt x="1517" y="2361"/>
                  </a:lnTo>
                  <a:cubicBezTo>
                    <a:pt x="1642" y="2486"/>
                    <a:pt x="1805" y="2548"/>
                    <a:pt x="1968" y="2548"/>
                  </a:cubicBezTo>
                  <a:cubicBezTo>
                    <a:pt x="2131" y="2548"/>
                    <a:pt x="2294" y="2486"/>
                    <a:pt x="2418" y="2361"/>
                  </a:cubicBezTo>
                  <a:lnTo>
                    <a:pt x="3241" y="1538"/>
                  </a:lnTo>
                  <a:lnTo>
                    <a:pt x="4065" y="2361"/>
                  </a:lnTo>
                  <a:cubicBezTo>
                    <a:pt x="4189" y="2486"/>
                    <a:pt x="4352" y="2548"/>
                    <a:pt x="4514" y="2548"/>
                  </a:cubicBezTo>
                  <a:cubicBezTo>
                    <a:pt x="4677" y="2548"/>
                    <a:pt x="4840" y="2486"/>
                    <a:pt x="4964" y="2361"/>
                  </a:cubicBezTo>
                  <a:lnTo>
                    <a:pt x="6239" y="1087"/>
                  </a:lnTo>
                  <a:cubicBezTo>
                    <a:pt x="6487" y="838"/>
                    <a:pt x="6487" y="436"/>
                    <a:pt x="6239" y="187"/>
                  </a:cubicBezTo>
                  <a:cubicBezTo>
                    <a:pt x="6114" y="63"/>
                    <a:pt x="5951" y="1"/>
                    <a:pt x="5788" y="1"/>
                  </a:cubicBezTo>
                  <a:cubicBezTo>
                    <a:pt x="5625" y="1"/>
                    <a:pt x="5463" y="63"/>
                    <a:pt x="5339" y="187"/>
                  </a:cubicBezTo>
                  <a:lnTo>
                    <a:pt x="5338" y="187"/>
                  </a:lnTo>
                  <a:lnTo>
                    <a:pt x="4514" y="1010"/>
                  </a:lnTo>
                  <a:lnTo>
                    <a:pt x="3691" y="187"/>
                  </a:lnTo>
                  <a:cubicBezTo>
                    <a:pt x="3567" y="63"/>
                    <a:pt x="3404" y="1"/>
                    <a:pt x="32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354" name="Google Shape;19354;p90"/>
          <p:cNvSpPr/>
          <p:nvPr/>
        </p:nvSpPr>
        <p:spPr>
          <a:xfrm>
            <a:off x="4039449" y="2284335"/>
            <a:ext cx="345430" cy="345484"/>
          </a:xfrm>
          <a:custGeom>
            <a:rect b="b" l="l" r="r" t="t"/>
            <a:pathLst>
              <a:path extrusionOk="0" h="21732" w="21732">
                <a:moveTo>
                  <a:pt x="19448" y="10026"/>
                </a:moveTo>
                <a:cubicBezTo>
                  <a:pt x="19591" y="10026"/>
                  <a:pt x="19738" y="10054"/>
                  <a:pt x="19865" y="10133"/>
                </a:cubicBezTo>
                <a:cubicBezTo>
                  <a:pt x="20249" y="10375"/>
                  <a:pt x="20461" y="11087"/>
                  <a:pt x="20461" y="12139"/>
                </a:cubicBezTo>
                <a:cubicBezTo>
                  <a:pt x="20461" y="13197"/>
                  <a:pt x="20245" y="13917"/>
                  <a:pt x="19856" y="14166"/>
                </a:cubicBezTo>
                <a:lnTo>
                  <a:pt x="19855" y="14166"/>
                </a:lnTo>
                <a:cubicBezTo>
                  <a:pt x="19722" y="14251"/>
                  <a:pt x="19568" y="14280"/>
                  <a:pt x="19420" y="14280"/>
                </a:cubicBezTo>
                <a:cubicBezTo>
                  <a:pt x="19339" y="14280"/>
                  <a:pt x="19259" y="14271"/>
                  <a:pt x="19187" y="14259"/>
                </a:cubicBezTo>
                <a:lnTo>
                  <a:pt x="19187" y="10053"/>
                </a:lnTo>
                <a:cubicBezTo>
                  <a:pt x="19268" y="10037"/>
                  <a:pt x="19357" y="10026"/>
                  <a:pt x="19448" y="10026"/>
                </a:cubicBezTo>
                <a:close/>
                <a:moveTo>
                  <a:pt x="2287" y="10026"/>
                </a:moveTo>
                <a:cubicBezTo>
                  <a:pt x="2378" y="10026"/>
                  <a:pt x="2467" y="10037"/>
                  <a:pt x="2548" y="10053"/>
                </a:cubicBezTo>
                <a:lnTo>
                  <a:pt x="2548" y="14260"/>
                </a:lnTo>
                <a:cubicBezTo>
                  <a:pt x="2476" y="14273"/>
                  <a:pt x="2398" y="14281"/>
                  <a:pt x="2318" y="14281"/>
                </a:cubicBezTo>
                <a:cubicBezTo>
                  <a:pt x="2171" y="14281"/>
                  <a:pt x="2018" y="14253"/>
                  <a:pt x="1884" y="14169"/>
                </a:cubicBezTo>
                <a:cubicBezTo>
                  <a:pt x="1491" y="13923"/>
                  <a:pt x="1275" y="13201"/>
                  <a:pt x="1275" y="12139"/>
                </a:cubicBezTo>
                <a:cubicBezTo>
                  <a:pt x="1275" y="11087"/>
                  <a:pt x="1487" y="10375"/>
                  <a:pt x="1870" y="10133"/>
                </a:cubicBezTo>
                <a:cubicBezTo>
                  <a:pt x="1997" y="10054"/>
                  <a:pt x="2144" y="10026"/>
                  <a:pt x="2287" y="10026"/>
                </a:cubicBezTo>
                <a:close/>
                <a:moveTo>
                  <a:pt x="5095" y="8956"/>
                </a:moveTo>
                <a:lnTo>
                  <a:pt x="5095" y="15365"/>
                </a:lnTo>
                <a:lnTo>
                  <a:pt x="3822" y="15365"/>
                </a:lnTo>
                <a:lnTo>
                  <a:pt x="3822" y="8956"/>
                </a:lnTo>
                <a:close/>
                <a:moveTo>
                  <a:pt x="17914" y="8956"/>
                </a:moveTo>
                <a:lnTo>
                  <a:pt x="17914" y="15365"/>
                </a:lnTo>
                <a:lnTo>
                  <a:pt x="16639" y="15365"/>
                </a:lnTo>
                <a:lnTo>
                  <a:pt x="16639" y="8956"/>
                </a:lnTo>
                <a:close/>
                <a:moveTo>
                  <a:pt x="12140" y="19184"/>
                </a:moveTo>
                <a:cubicBezTo>
                  <a:pt x="12492" y="19184"/>
                  <a:pt x="12778" y="19470"/>
                  <a:pt x="12778" y="19822"/>
                </a:cubicBezTo>
                <a:cubicBezTo>
                  <a:pt x="12778" y="20172"/>
                  <a:pt x="12492" y="20458"/>
                  <a:pt x="12140" y="20458"/>
                </a:cubicBezTo>
                <a:lnTo>
                  <a:pt x="10867" y="20458"/>
                </a:lnTo>
                <a:cubicBezTo>
                  <a:pt x="10515" y="20458"/>
                  <a:pt x="10231" y="20172"/>
                  <a:pt x="10231" y="19822"/>
                </a:cubicBezTo>
                <a:cubicBezTo>
                  <a:pt x="10231" y="19470"/>
                  <a:pt x="10515" y="19184"/>
                  <a:pt x="10867" y="19184"/>
                </a:cubicBezTo>
                <a:close/>
                <a:moveTo>
                  <a:pt x="10867" y="1"/>
                </a:moveTo>
                <a:cubicBezTo>
                  <a:pt x="6291" y="1"/>
                  <a:pt x="2548" y="3744"/>
                  <a:pt x="2548" y="8319"/>
                </a:cubicBezTo>
                <a:lnTo>
                  <a:pt x="2548" y="8767"/>
                </a:lnTo>
                <a:cubicBezTo>
                  <a:pt x="2465" y="8759"/>
                  <a:pt x="2379" y="8754"/>
                  <a:pt x="2292" y="8754"/>
                </a:cubicBezTo>
                <a:cubicBezTo>
                  <a:pt x="1935" y="8754"/>
                  <a:pt x="1554" y="8832"/>
                  <a:pt x="1205" y="9048"/>
                </a:cubicBezTo>
                <a:cubicBezTo>
                  <a:pt x="407" y="9541"/>
                  <a:pt x="1" y="10581"/>
                  <a:pt x="1" y="12139"/>
                </a:cubicBezTo>
                <a:cubicBezTo>
                  <a:pt x="1" y="13698"/>
                  <a:pt x="407" y="14746"/>
                  <a:pt x="1208" y="15247"/>
                </a:cubicBezTo>
                <a:cubicBezTo>
                  <a:pt x="1542" y="15457"/>
                  <a:pt x="1925" y="15552"/>
                  <a:pt x="2323" y="15552"/>
                </a:cubicBezTo>
                <a:cubicBezTo>
                  <a:pt x="2397" y="15552"/>
                  <a:pt x="2472" y="15549"/>
                  <a:pt x="2547" y="15542"/>
                </a:cubicBezTo>
                <a:lnTo>
                  <a:pt x="2547" y="16001"/>
                </a:lnTo>
                <a:cubicBezTo>
                  <a:pt x="2547" y="16353"/>
                  <a:pt x="2832" y="16638"/>
                  <a:pt x="3183" y="16638"/>
                </a:cubicBezTo>
                <a:lnTo>
                  <a:pt x="5730" y="16638"/>
                </a:lnTo>
                <a:cubicBezTo>
                  <a:pt x="6082" y="16638"/>
                  <a:pt x="6368" y="16353"/>
                  <a:pt x="6367" y="16001"/>
                </a:cubicBezTo>
                <a:lnTo>
                  <a:pt x="6367" y="8320"/>
                </a:lnTo>
                <a:cubicBezTo>
                  <a:pt x="6367" y="7968"/>
                  <a:pt x="6082" y="7682"/>
                  <a:pt x="5730" y="7682"/>
                </a:cubicBezTo>
                <a:lnTo>
                  <a:pt x="3850" y="7682"/>
                </a:lnTo>
                <a:cubicBezTo>
                  <a:pt x="4173" y="4095"/>
                  <a:pt x="7197" y="1274"/>
                  <a:pt x="10866" y="1274"/>
                </a:cubicBezTo>
                <a:cubicBezTo>
                  <a:pt x="14537" y="1274"/>
                  <a:pt x="17560" y="4095"/>
                  <a:pt x="17882" y="7682"/>
                </a:cubicBezTo>
                <a:lnTo>
                  <a:pt x="16001" y="7682"/>
                </a:lnTo>
                <a:cubicBezTo>
                  <a:pt x="15651" y="7682"/>
                  <a:pt x="15365" y="7968"/>
                  <a:pt x="15365" y="8320"/>
                </a:cubicBezTo>
                <a:lnTo>
                  <a:pt x="15365" y="16001"/>
                </a:lnTo>
                <a:cubicBezTo>
                  <a:pt x="15365" y="16353"/>
                  <a:pt x="15651" y="16638"/>
                  <a:pt x="16001" y="16638"/>
                </a:cubicBezTo>
                <a:lnTo>
                  <a:pt x="17912" y="16638"/>
                </a:lnTo>
                <a:lnTo>
                  <a:pt x="17912" y="17274"/>
                </a:lnTo>
                <a:cubicBezTo>
                  <a:pt x="17911" y="18329"/>
                  <a:pt x="17056" y="19184"/>
                  <a:pt x="16001" y="19184"/>
                </a:cubicBezTo>
                <a:lnTo>
                  <a:pt x="13940" y="19184"/>
                </a:lnTo>
                <a:cubicBezTo>
                  <a:pt x="13670" y="18422"/>
                  <a:pt x="12949" y="17912"/>
                  <a:pt x="12139" y="17911"/>
                </a:cubicBezTo>
                <a:lnTo>
                  <a:pt x="10866" y="17911"/>
                </a:lnTo>
                <a:cubicBezTo>
                  <a:pt x="10860" y="17911"/>
                  <a:pt x="10855" y="17911"/>
                  <a:pt x="10849" y="17911"/>
                </a:cubicBezTo>
                <a:cubicBezTo>
                  <a:pt x="9795" y="17911"/>
                  <a:pt x="8938" y="18765"/>
                  <a:pt x="8938" y="19820"/>
                </a:cubicBezTo>
                <a:cubicBezTo>
                  <a:pt x="8938" y="20877"/>
                  <a:pt x="9795" y="21731"/>
                  <a:pt x="10849" y="21731"/>
                </a:cubicBezTo>
                <a:cubicBezTo>
                  <a:pt x="10855" y="21731"/>
                  <a:pt x="10860" y="21731"/>
                  <a:pt x="10866" y="21731"/>
                </a:cubicBezTo>
                <a:lnTo>
                  <a:pt x="12139" y="21731"/>
                </a:lnTo>
                <a:cubicBezTo>
                  <a:pt x="12949" y="21730"/>
                  <a:pt x="13670" y="21219"/>
                  <a:pt x="13940" y="20457"/>
                </a:cubicBezTo>
                <a:lnTo>
                  <a:pt x="16001" y="20457"/>
                </a:lnTo>
                <a:cubicBezTo>
                  <a:pt x="17757" y="20457"/>
                  <a:pt x="19185" y="19029"/>
                  <a:pt x="19185" y="17273"/>
                </a:cubicBezTo>
                <a:lnTo>
                  <a:pt x="19185" y="15542"/>
                </a:lnTo>
                <a:cubicBezTo>
                  <a:pt x="19260" y="15549"/>
                  <a:pt x="19335" y="15552"/>
                  <a:pt x="19409" y="15552"/>
                </a:cubicBezTo>
                <a:cubicBezTo>
                  <a:pt x="19808" y="15552"/>
                  <a:pt x="20190" y="15457"/>
                  <a:pt x="20524" y="15247"/>
                </a:cubicBezTo>
                <a:cubicBezTo>
                  <a:pt x="21325" y="14746"/>
                  <a:pt x="21731" y="13699"/>
                  <a:pt x="21731" y="12139"/>
                </a:cubicBezTo>
                <a:cubicBezTo>
                  <a:pt x="21731" y="10579"/>
                  <a:pt x="21326" y="9541"/>
                  <a:pt x="20527" y="9048"/>
                </a:cubicBezTo>
                <a:lnTo>
                  <a:pt x="20528" y="9048"/>
                </a:lnTo>
                <a:cubicBezTo>
                  <a:pt x="20179" y="8832"/>
                  <a:pt x="19799" y="8754"/>
                  <a:pt x="19441" y="8754"/>
                </a:cubicBezTo>
                <a:cubicBezTo>
                  <a:pt x="19354" y="8754"/>
                  <a:pt x="19269" y="8759"/>
                  <a:pt x="19185" y="8767"/>
                </a:cubicBezTo>
                <a:lnTo>
                  <a:pt x="19185" y="8319"/>
                </a:lnTo>
                <a:cubicBezTo>
                  <a:pt x="19185" y="3744"/>
                  <a:pt x="15442" y="1"/>
                  <a:pt x="108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355" name="Google Shape;19355;p90"/>
          <p:cNvGrpSpPr/>
          <p:nvPr/>
        </p:nvGrpSpPr>
        <p:grpSpPr>
          <a:xfrm>
            <a:off x="3282018" y="2284330"/>
            <a:ext cx="318401" cy="345494"/>
            <a:chOff x="3893229" y="3344333"/>
            <a:chExt cx="324436" cy="352042"/>
          </a:xfrm>
        </p:grpSpPr>
        <p:sp>
          <p:nvSpPr>
            <p:cNvPr id="19356" name="Google Shape;19356;p90"/>
            <p:cNvSpPr/>
            <p:nvPr/>
          </p:nvSpPr>
          <p:spPr>
            <a:xfrm>
              <a:off x="4078820" y="3344333"/>
              <a:ext cx="138845" cy="145103"/>
            </a:xfrm>
            <a:custGeom>
              <a:rect b="b" l="l" r="r" t="t"/>
              <a:pathLst>
                <a:path extrusionOk="0" h="8957" w="8572">
                  <a:moveTo>
                    <a:pt x="1275" y="1302"/>
                  </a:moveTo>
                  <a:cubicBezTo>
                    <a:pt x="3751" y="1530"/>
                    <a:pt x="5946" y="3073"/>
                    <a:pt x="7010" y="5334"/>
                  </a:cubicBezTo>
                  <a:lnTo>
                    <a:pt x="1275" y="7412"/>
                  </a:lnTo>
                  <a:lnTo>
                    <a:pt x="1275" y="1302"/>
                  </a:lnTo>
                  <a:close/>
                  <a:moveTo>
                    <a:pt x="637" y="0"/>
                  </a:moveTo>
                  <a:cubicBezTo>
                    <a:pt x="285" y="0"/>
                    <a:pt x="1" y="286"/>
                    <a:pt x="1" y="637"/>
                  </a:cubicBezTo>
                  <a:lnTo>
                    <a:pt x="1" y="8320"/>
                  </a:lnTo>
                  <a:cubicBezTo>
                    <a:pt x="1" y="8683"/>
                    <a:pt x="299" y="8956"/>
                    <a:pt x="637" y="8956"/>
                  </a:cubicBezTo>
                  <a:cubicBezTo>
                    <a:pt x="708" y="8956"/>
                    <a:pt x="782" y="8944"/>
                    <a:pt x="854" y="8918"/>
                  </a:cubicBezTo>
                  <a:lnTo>
                    <a:pt x="856" y="8918"/>
                  </a:lnTo>
                  <a:lnTo>
                    <a:pt x="8070" y="6304"/>
                  </a:lnTo>
                  <a:cubicBezTo>
                    <a:pt x="8401" y="6184"/>
                    <a:pt x="8572" y="5819"/>
                    <a:pt x="8451" y="5488"/>
                  </a:cubicBezTo>
                  <a:cubicBezTo>
                    <a:pt x="7256" y="2206"/>
                    <a:pt x="4116"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7" name="Google Shape;19357;p90"/>
            <p:cNvSpPr/>
            <p:nvPr/>
          </p:nvSpPr>
          <p:spPr>
            <a:xfrm>
              <a:off x="3893229" y="3427520"/>
              <a:ext cx="268133" cy="268855"/>
            </a:xfrm>
            <a:custGeom>
              <a:rect b="b" l="l" r="r" t="t"/>
              <a:pathLst>
                <a:path extrusionOk="0" h="16596" w="16554">
                  <a:moveTo>
                    <a:pt x="7640" y="1303"/>
                  </a:moveTo>
                  <a:lnTo>
                    <a:pt x="7640" y="8278"/>
                  </a:lnTo>
                  <a:cubicBezTo>
                    <a:pt x="7640" y="8641"/>
                    <a:pt x="7939" y="8915"/>
                    <a:pt x="8277" y="8915"/>
                  </a:cubicBezTo>
                  <a:cubicBezTo>
                    <a:pt x="8349" y="8915"/>
                    <a:pt x="8422" y="8902"/>
                    <a:pt x="8495" y="8876"/>
                  </a:cubicBezTo>
                  <a:lnTo>
                    <a:pt x="15050" y="6490"/>
                  </a:lnTo>
                  <a:cubicBezTo>
                    <a:pt x="15202" y="7072"/>
                    <a:pt x="15281" y="7674"/>
                    <a:pt x="15279" y="8278"/>
                  </a:cubicBezTo>
                  <a:cubicBezTo>
                    <a:pt x="15279" y="12162"/>
                    <a:pt x="12138" y="15323"/>
                    <a:pt x="8277" y="15323"/>
                  </a:cubicBezTo>
                  <a:cubicBezTo>
                    <a:pt x="4415" y="15323"/>
                    <a:pt x="1274" y="12162"/>
                    <a:pt x="1274" y="8278"/>
                  </a:cubicBezTo>
                  <a:cubicBezTo>
                    <a:pt x="1274" y="4631"/>
                    <a:pt x="4075" y="1626"/>
                    <a:pt x="7640" y="1303"/>
                  </a:cubicBezTo>
                  <a:close/>
                  <a:moveTo>
                    <a:pt x="8277" y="1"/>
                  </a:moveTo>
                  <a:cubicBezTo>
                    <a:pt x="3713" y="1"/>
                    <a:pt x="1" y="3714"/>
                    <a:pt x="1" y="8278"/>
                  </a:cubicBezTo>
                  <a:cubicBezTo>
                    <a:pt x="1" y="12864"/>
                    <a:pt x="3713" y="16596"/>
                    <a:pt x="8277" y="16596"/>
                  </a:cubicBezTo>
                  <a:cubicBezTo>
                    <a:pt x="12840" y="16596"/>
                    <a:pt x="16552" y="12864"/>
                    <a:pt x="16552" y="8278"/>
                  </a:cubicBezTo>
                  <a:cubicBezTo>
                    <a:pt x="16553" y="7312"/>
                    <a:pt x="16387" y="6354"/>
                    <a:pt x="16056" y="5446"/>
                  </a:cubicBezTo>
                  <a:cubicBezTo>
                    <a:pt x="15962" y="5187"/>
                    <a:pt x="15718" y="5026"/>
                    <a:pt x="15458" y="5026"/>
                  </a:cubicBezTo>
                  <a:cubicBezTo>
                    <a:pt x="15386" y="5026"/>
                    <a:pt x="15312" y="5039"/>
                    <a:pt x="15241" y="5065"/>
                  </a:cubicBezTo>
                  <a:lnTo>
                    <a:pt x="8914" y="7369"/>
                  </a:lnTo>
                  <a:lnTo>
                    <a:pt x="8914" y="637"/>
                  </a:lnTo>
                  <a:cubicBezTo>
                    <a:pt x="8914" y="287"/>
                    <a:pt x="8629" y="1"/>
                    <a:pt x="82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58" name="Google Shape;19358;p90"/>
          <p:cNvGrpSpPr/>
          <p:nvPr/>
        </p:nvGrpSpPr>
        <p:grpSpPr>
          <a:xfrm>
            <a:off x="2549406" y="2284338"/>
            <a:ext cx="288071" cy="345478"/>
            <a:chOff x="3402947" y="3362898"/>
            <a:chExt cx="293531" cy="352026"/>
          </a:xfrm>
        </p:grpSpPr>
        <p:sp>
          <p:nvSpPr>
            <p:cNvPr id="19359" name="Google Shape;19359;p90"/>
            <p:cNvSpPr/>
            <p:nvPr/>
          </p:nvSpPr>
          <p:spPr>
            <a:xfrm>
              <a:off x="3402947" y="3362898"/>
              <a:ext cx="293531" cy="352026"/>
            </a:xfrm>
            <a:custGeom>
              <a:rect b="b" l="l" r="r" t="t"/>
              <a:pathLst>
                <a:path extrusionOk="0" h="21730" w="18122">
                  <a:moveTo>
                    <a:pt x="9061" y="1273"/>
                  </a:moveTo>
                  <a:cubicBezTo>
                    <a:pt x="12922" y="1273"/>
                    <a:pt x="16065" y="4433"/>
                    <a:pt x="16065" y="8320"/>
                  </a:cubicBezTo>
                  <a:cubicBezTo>
                    <a:pt x="16065" y="12181"/>
                    <a:pt x="12923" y="15322"/>
                    <a:pt x="9061" y="15322"/>
                  </a:cubicBezTo>
                  <a:cubicBezTo>
                    <a:pt x="5200" y="15322"/>
                    <a:pt x="2058" y="12181"/>
                    <a:pt x="2058" y="8320"/>
                  </a:cubicBezTo>
                  <a:cubicBezTo>
                    <a:pt x="2058" y="4434"/>
                    <a:pt x="5200" y="1273"/>
                    <a:pt x="9061" y="1273"/>
                  </a:cubicBezTo>
                  <a:close/>
                  <a:moveTo>
                    <a:pt x="3432" y="14380"/>
                  </a:moveTo>
                  <a:cubicBezTo>
                    <a:pt x="4381" y="15264"/>
                    <a:pt x="5524" y="15912"/>
                    <a:pt x="6770" y="16272"/>
                  </a:cubicBezTo>
                  <a:lnTo>
                    <a:pt x="5348" y="19501"/>
                  </a:lnTo>
                  <a:lnTo>
                    <a:pt x="4554" y="17659"/>
                  </a:lnTo>
                  <a:cubicBezTo>
                    <a:pt x="4450" y="17420"/>
                    <a:pt x="4216" y="17274"/>
                    <a:pt x="3968" y="17274"/>
                  </a:cubicBezTo>
                  <a:cubicBezTo>
                    <a:pt x="3900" y="17274"/>
                    <a:pt x="3831" y="17285"/>
                    <a:pt x="3764" y="17308"/>
                  </a:cubicBezTo>
                  <a:lnTo>
                    <a:pt x="1853" y="17957"/>
                  </a:lnTo>
                  <a:lnTo>
                    <a:pt x="1853" y="17957"/>
                  </a:lnTo>
                  <a:lnTo>
                    <a:pt x="3432" y="14380"/>
                  </a:lnTo>
                  <a:close/>
                  <a:moveTo>
                    <a:pt x="14691" y="14379"/>
                  </a:moveTo>
                  <a:lnTo>
                    <a:pt x="16269" y="17957"/>
                  </a:lnTo>
                  <a:lnTo>
                    <a:pt x="14359" y="17308"/>
                  </a:lnTo>
                  <a:cubicBezTo>
                    <a:pt x="14291" y="17285"/>
                    <a:pt x="14222" y="17274"/>
                    <a:pt x="14154" y="17274"/>
                  </a:cubicBezTo>
                  <a:cubicBezTo>
                    <a:pt x="13906" y="17274"/>
                    <a:pt x="13673" y="17420"/>
                    <a:pt x="13571" y="17659"/>
                  </a:cubicBezTo>
                  <a:lnTo>
                    <a:pt x="12777" y="19501"/>
                  </a:lnTo>
                  <a:lnTo>
                    <a:pt x="11354" y="16272"/>
                  </a:lnTo>
                  <a:cubicBezTo>
                    <a:pt x="12599" y="15911"/>
                    <a:pt x="13743" y="15263"/>
                    <a:pt x="14691" y="14379"/>
                  </a:cubicBezTo>
                  <a:close/>
                  <a:moveTo>
                    <a:pt x="9061" y="0"/>
                  </a:moveTo>
                  <a:cubicBezTo>
                    <a:pt x="4497" y="0"/>
                    <a:pt x="785" y="3732"/>
                    <a:pt x="785" y="8318"/>
                  </a:cubicBezTo>
                  <a:cubicBezTo>
                    <a:pt x="783" y="10138"/>
                    <a:pt x="1383" y="11907"/>
                    <a:pt x="2494" y="13349"/>
                  </a:cubicBezTo>
                  <a:lnTo>
                    <a:pt x="102" y="18768"/>
                  </a:lnTo>
                  <a:cubicBezTo>
                    <a:pt x="1" y="19000"/>
                    <a:pt x="46" y="19268"/>
                    <a:pt x="216" y="19455"/>
                  </a:cubicBezTo>
                  <a:lnTo>
                    <a:pt x="216" y="19456"/>
                  </a:lnTo>
                  <a:cubicBezTo>
                    <a:pt x="339" y="19589"/>
                    <a:pt x="510" y="19662"/>
                    <a:pt x="686" y="19662"/>
                  </a:cubicBezTo>
                  <a:cubicBezTo>
                    <a:pt x="755" y="19662"/>
                    <a:pt x="824" y="19651"/>
                    <a:pt x="891" y="19628"/>
                  </a:cubicBezTo>
                  <a:lnTo>
                    <a:pt x="3616" y="18702"/>
                  </a:lnTo>
                  <a:lnTo>
                    <a:pt x="4755" y="21346"/>
                  </a:lnTo>
                  <a:cubicBezTo>
                    <a:pt x="4856" y="21577"/>
                    <a:pt x="5085" y="21729"/>
                    <a:pt x="5337" y="21729"/>
                  </a:cubicBezTo>
                  <a:lnTo>
                    <a:pt x="5340" y="21729"/>
                  </a:lnTo>
                  <a:cubicBezTo>
                    <a:pt x="5593" y="21729"/>
                    <a:pt x="5822" y="21581"/>
                    <a:pt x="5922" y="21350"/>
                  </a:cubicBezTo>
                  <a:lnTo>
                    <a:pt x="8047" y="16532"/>
                  </a:lnTo>
                  <a:cubicBezTo>
                    <a:pt x="8384" y="16573"/>
                    <a:pt x="8723" y="16594"/>
                    <a:pt x="9062" y="16594"/>
                  </a:cubicBezTo>
                  <a:cubicBezTo>
                    <a:pt x="9400" y="16594"/>
                    <a:pt x="9739" y="16573"/>
                    <a:pt x="10076" y="16532"/>
                  </a:cubicBezTo>
                  <a:lnTo>
                    <a:pt x="12200" y="21350"/>
                  </a:lnTo>
                  <a:cubicBezTo>
                    <a:pt x="12302" y="21581"/>
                    <a:pt x="12529" y="21729"/>
                    <a:pt x="12782" y="21729"/>
                  </a:cubicBezTo>
                  <a:lnTo>
                    <a:pt x="12785" y="21729"/>
                  </a:lnTo>
                  <a:cubicBezTo>
                    <a:pt x="13039" y="21729"/>
                    <a:pt x="13266" y="21577"/>
                    <a:pt x="13367" y="21346"/>
                  </a:cubicBezTo>
                  <a:lnTo>
                    <a:pt x="14506" y="18702"/>
                  </a:lnTo>
                  <a:lnTo>
                    <a:pt x="17232" y="19628"/>
                  </a:lnTo>
                  <a:cubicBezTo>
                    <a:pt x="17299" y="19651"/>
                    <a:pt x="17368" y="19662"/>
                    <a:pt x="17437" y="19662"/>
                  </a:cubicBezTo>
                  <a:cubicBezTo>
                    <a:pt x="17612" y="19662"/>
                    <a:pt x="17784" y="19589"/>
                    <a:pt x="17906" y="19455"/>
                  </a:cubicBezTo>
                  <a:cubicBezTo>
                    <a:pt x="18076" y="19269"/>
                    <a:pt x="18121" y="19000"/>
                    <a:pt x="18019" y="18768"/>
                  </a:cubicBezTo>
                  <a:lnTo>
                    <a:pt x="15628" y="13349"/>
                  </a:lnTo>
                  <a:cubicBezTo>
                    <a:pt x="16738" y="11908"/>
                    <a:pt x="17339" y="10139"/>
                    <a:pt x="17338" y="8318"/>
                  </a:cubicBezTo>
                  <a:cubicBezTo>
                    <a:pt x="17338" y="3732"/>
                    <a:pt x="13625" y="0"/>
                    <a:pt x="9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0" name="Google Shape;19360;p90"/>
            <p:cNvSpPr/>
            <p:nvPr/>
          </p:nvSpPr>
          <p:spPr>
            <a:xfrm>
              <a:off x="3477553" y="3425446"/>
              <a:ext cx="142036" cy="132613"/>
            </a:xfrm>
            <a:custGeom>
              <a:rect b="b" l="l" r="r" t="t"/>
              <a:pathLst>
                <a:path extrusionOk="0" h="8186" w="8769">
                  <a:moveTo>
                    <a:pt x="4456" y="2077"/>
                  </a:moveTo>
                  <a:lnTo>
                    <a:pt x="5008" y="3194"/>
                  </a:lnTo>
                  <a:cubicBezTo>
                    <a:pt x="5101" y="3381"/>
                    <a:pt x="5279" y="3512"/>
                    <a:pt x="5487" y="3543"/>
                  </a:cubicBezTo>
                  <a:lnTo>
                    <a:pt x="6722" y="3722"/>
                  </a:lnTo>
                  <a:lnTo>
                    <a:pt x="5828" y="4592"/>
                  </a:lnTo>
                  <a:cubicBezTo>
                    <a:pt x="5678" y="4738"/>
                    <a:pt x="5609" y="4948"/>
                    <a:pt x="5645" y="5155"/>
                  </a:cubicBezTo>
                  <a:lnTo>
                    <a:pt x="5855" y="6384"/>
                  </a:lnTo>
                  <a:lnTo>
                    <a:pt x="4753" y="5804"/>
                  </a:lnTo>
                  <a:cubicBezTo>
                    <a:pt x="4659" y="5755"/>
                    <a:pt x="4557" y="5731"/>
                    <a:pt x="4456" y="5731"/>
                  </a:cubicBezTo>
                  <a:cubicBezTo>
                    <a:pt x="4354" y="5731"/>
                    <a:pt x="4252" y="5755"/>
                    <a:pt x="4160" y="5804"/>
                  </a:cubicBezTo>
                  <a:lnTo>
                    <a:pt x="3056" y="6384"/>
                  </a:lnTo>
                  <a:lnTo>
                    <a:pt x="3267" y="5155"/>
                  </a:lnTo>
                  <a:cubicBezTo>
                    <a:pt x="3302" y="4948"/>
                    <a:pt x="3234" y="4738"/>
                    <a:pt x="3084" y="4592"/>
                  </a:cubicBezTo>
                  <a:lnTo>
                    <a:pt x="2191" y="3722"/>
                  </a:lnTo>
                  <a:lnTo>
                    <a:pt x="3424" y="3543"/>
                  </a:lnTo>
                  <a:cubicBezTo>
                    <a:pt x="3632" y="3512"/>
                    <a:pt x="3810" y="3381"/>
                    <a:pt x="3904" y="3194"/>
                  </a:cubicBezTo>
                  <a:lnTo>
                    <a:pt x="4456" y="2077"/>
                  </a:lnTo>
                  <a:close/>
                  <a:moveTo>
                    <a:pt x="4456" y="1"/>
                  </a:moveTo>
                  <a:cubicBezTo>
                    <a:pt x="4229" y="1"/>
                    <a:pt x="4002" y="119"/>
                    <a:pt x="3886" y="355"/>
                  </a:cubicBezTo>
                  <a:lnTo>
                    <a:pt x="2911" y="2329"/>
                  </a:lnTo>
                  <a:lnTo>
                    <a:pt x="731" y="2647"/>
                  </a:lnTo>
                  <a:cubicBezTo>
                    <a:pt x="210" y="2722"/>
                    <a:pt x="1" y="3364"/>
                    <a:pt x="379" y="3732"/>
                  </a:cubicBezTo>
                  <a:lnTo>
                    <a:pt x="1955" y="5270"/>
                  </a:lnTo>
                  <a:lnTo>
                    <a:pt x="1583" y="7440"/>
                  </a:lnTo>
                  <a:cubicBezTo>
                    <a:pt x="1512" y="7851"/>
                    <a:pt x="1839" y="8186"/>
                    <a:pt x="2210" y="8186"/>
                  </a:cubicBezTo>
                  <a:cubicBezTo>
                    <a:pt x="2308" y="8186"/>
                    <a:pt x="2409" y="8162"/>
                    <a:pt x="2507" y="8111"/>
                  </a:cubicBezTo>
                  <a:lnTo>
                    <a:pt x="4456" y="7087"/>
                  </a:lnTo>
                  <a:lnTo>
                    <a:pt x="6404" y="8111"/>
                  </a:lnTo>
                  <a:cubicBezTo>
                    <a:pt x="6502" y="8162"/>
                    <a:pt x="6603" y="8186"/>
                    <a:pt x="6701" y="8186"/>
                  </a:cubicBezTo>
                  <a:cubicBezTo>
                    <a:pt x="7072" y="8186"/>
                    <a:pt x="7399" y="7851"/>
                    <a:pt x="7329" y="7440"/>
                  </a:cubicBezTo>
                  <a:lnTo>
                    <a:pt x="6956" y="5270"/>
                  </a:lnTo>
                  <a:lnTo>
                    <a:pt x="8533" y="3732"/>
                  </a:lnTo>
                  <a:cubicBezTo>
                    <a:pt x="8707" y="3564"/>
                    <a:pt x="8769" y="3310"/>
                    <a:pt x="8693" y="3080"/>
                  </a:cubicBezTo>
                  <a:cubicBezTo>
                    <a:pt x="8619" y="2849"/>
                    <a:pt x="8419" y="2681"/>
                    <a:pt x="8180" y="2647"/>
                  </a:cubicBezTo>
                  <a:lnTo>
                    <a:pt x="6000" y="2329"/>
                  </a:lnTo>
                  <a:lnTo>
                    <a:pt x="5027" y="355"/>
                  </a:lnTo>
                  <a:cubicBezTo>
                    <a:pt x="4909" y="119"/>
                    <a:pt x="4683" y="1"/>
                    <a:pt x="44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61" name="Google Shape;19361;p90"/>
          <p:cNvGrpSpPr/>
          <p:nvPr/>
        </p:nvGrpSpPr>
        <p:grpSpPr>
          <a:xfrm>
            <a:off x="1766543" y="2284322"/>
            <a:ext cx="348270" cy="345510"/>
            <a:chOff x="2901359" y="3370155"/>
            <a:chExt cx="354871" cy="352058"/>
          </a:xfrm>
        </p:grpSpPr>
        <p:sp>
          <p:nvSpPr>
            <p:cNvPr id="19362" name="Google Shape;19362;p90"/>
            <p:cNvSpPr/>
            <p:nvPr/>
          </p:nvSpPr>
          <p:spPr>
            <a:xfrm>
              <a:off x="3044513" y="3411417"/>
              <a:ext cx="64336" cy="61900"/>
            </a:xfrm>
            <a:custGeom>
              <a:rect b="b" l="l" r="r" t="t"/>
              <a:pathLst>
                <a:path extrusionOk="0" h="3821" w="3972">
                  <a:moveTo>
                    <a:pt x="2060" y="1274"/>
                  </a:moveTo>
                  <a:cubicBezTo>
                    <a:pt x="2226" y="1274"/>
                    <a:pt x="2389" y="1338"/>
                    <a:pt x="2511" y="1459"/>
                  </a:cubicBezTo>
                  <a:cubicBezTo>
                    <a:pt x="2694" y="1642"/>
                    <a:pt x="2748" y="1916"/>
                    <a:pt x="2649" y="2154"/>
                  </a:cubicBezTo>
                  <a:cubicBezTo>
                    <a:pt x="2551" y="2391"/>
                    <a:pt x="2318" y="2547"/>
                    <a:pt x="2061" y="2547"/>
                  </a:cubicBezTo>
                  <a:cubicBezTo>
                    <a:pt x="1709" y="2546"/>
                    <a:pt x="1425" y="2261"/>
                    <a:pt x="1425" y="1911"/>
                  </a:cubicBezTo>
                  <a:cubicBezTo>
                    <a:pt x="1425" y="1653"/>
                    <a:pt x="1580" y="1420"/>
                    <a:pt x="1818" y="1322"/>
                  </a:cubicBezTo>
                  <a:cubicBezTo>
                    <a:pt x="1896" y="1289"/>
                    <a:pt x="1978" y="1274"/>
                    <a:pt x="2060" y="1274"/>
                  </a:cubicBezTo>
                  <a:close/>
                  <a:moveTo>
                    <a:pt x="2062" y="0"/>
                  </a:moveTo>
                  <a:cubicBezTo>
                    <a:pt x="1565" y="0"/>
                    <a:pt x="1076" y="194"/>
                    <a:pt x="711" y="560"/>
                  </a:cubicBezTo>
                  <a:cubicBezTo>
                    <a:pt x="165" y="1106"/>
                    <a:pt x="1" y="1928"/>
                    <a:pt x="297" y="2641"/>
                  </a:cubicBezTo>
                  <a:cubicBezTo>
                    <a:pt x="592" y="3354"/>
                    <a:pt x="1288" y="3820"/>
                    <a:pt x="2061" y="3820"/>
                  </a:cubicBezTo>
                  <a:cubicBezTo>
                    <a:pt x="3116" y="3819"/>
                    <a:pt x="3971" y="2964"/>
                    <a:pt x="3972" y="1911"/>
                  </a:cubicBezTo>
                  <a:cubicBezTo>
                    <a:pt x="3972" y="1138"/>
                    <a:pt x="3506" y="440"/>
                    <a:pt x="2793" y="145"/>
                  </a:cubicBezTo>
                  <a:cubicBezTo>
                    <a:pt x="2556" y="48"/>
                    <a:pt x="2308" y="0"/>
                    <a:pt x="2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3" name="Google Shape;19363;p90"/>
            <p:cNvSpPr/>
            <p:nvPr/>
          </p:nvSpPr>
          <p:spPr>
            <a:xfrm>
              <a:off x="2901359" y="3370155"/>
              <a:ext cx="354871" cy="352058"/>
            </a:xfrm>
            <a:custGeom>
              <a:rect b="b" l="l" r="r" t="t"/>
              <a:pathLst>
                <a:path extrusionOk="0" h="21732" w="21909">
                  <a:moveTo>
                    <a:pt x="10899" y="1274"/>
                  </a:moveTo>
                  <a:cubicBezTo>
                    <a:pt x="12892" y="1274"/>
                    <a:pt x="14083" y="2892"/>
                    <a:pt x="14083" y="4458"/>
                  </a:cubicBezTo>
                  <a:cubicBezTo>
                    <a:pt x="14083" y="5790"/>
                    <a:pt x="13229" y="6989"/>
                    <a:pt x="11959" y="7443"/>
                  </a:cubicBezTo>
                  <a:cubicBezTo>
                    <a:pt x="11705" y="7533"/>
                    <a:pt x="11536" y="7772"/>
                    <a:pt x="11536" y="8042"/>
                  </a:cubicBezTo>
                  <a:lnTo>
                    <a:pt x="11536" y="15935"/>
                  </a:lnTo>
                  <a:cubicBezTo>
                    <a:pt x="11537" y="16293"/>
                    <a:pt x="11829" y="16572"/>
                    <a:pt x="12172" y="16572"/>
                  </a:cubicBezTo>
                  <a:cubicBezTo>
                    <a:pt x="12214" y="16572"/>
                    <a:pt x="12257" y="16568"/>
                    <a:pt x="12301" y="16559"/>
                  </a:cubicBezTo>
                  <a:cubicBezTo>
                    <a:pt x="15069" y="15991"/>
                    <a:pt x="17194" y="15038"/>
                    <a:pt x="17799" y="12275"/>
                  </a:cubicBezTo>
                  <a:cubicBezTo>
                    <a:pt x="17886" y="11878"/>
                    <a:pt x="17584" y="11501"/>
                    <a:pt x="17177" y="11501"/>
                  </a:cubicBezTo>
                  <a:lnTo>
                    <a:pt x="17066" y="11501"/>
                  </a:lnTo>
                  <a:lnTo>
                    <a:pt x="18582" y="8468"/>
                  </a:lnTo>
                  <a:lnTo>
                    <a:pt x="20098" y="11501"/>
                  </a:lnTo>
                  <a:lnTo>
                    <a:pt x="19769" y="11501"/>
                  </a:lnTo>
                  <a:cubicBezTo>
                    <a:pt x="19454" y="11503"/>
                    <a:pt x="19187" y="11731"/>
                    <a:pt x="19140" y="12042"/>
                  </a:cubicBezTo>
                  <a:cubicBezTo>
                    <a:pt x="19083" y="12414"/>
                    <a:pt x="19013" y="12674"/>
                    <a:pt x="19005" y="12711"/>
                  </a:cubicBezTo>
                  <a:cubicBezTo>
                    <a:pt x="18200" y="16391"/>
                    <a:pt x="15328" y="17685"/>
                    <a:pt x="13022" y="18724"/>
                  </a:cubicBezTo>
                  <a:cubicBezTo>
                    <a:pt x="12619" y="18905"/>
                    <a:pt x="12240" y="19076"/>
                    <a:pt x="11889" y="19252"/>
                  </a:cubicBezTo>
                  <a:cubicBezTo>
                    <a:pt x="11454" y="19469"/>
                    <a:pt x="11133" y="19696"/>
                    <a:pt x="10901" y="19914"/>
                  </a:cubicBezTo>
                  <a:cubicBezTo>
                    <a:pt x="10666" y="19696"/>
                    <a:pt x="10347" y="19469"/>
                    <a:pt x="9912" y="19252"/>
                  </a:cubicBezTo>
                  <a:cubicBezTo>
                    <a:pt x="9650" y="19121"/>
                    <a:pt x="9340" y="18987"/>
                    <a:pt x="8982" y="18833"/>
                  </a:cubicBezTo>
                  <a:cubicBezTo>
                    <a:pt x="5811" y="17469"/>
                    <a:pt x="3612" y="16047"/>
                    <a:pt x="2790" y="12693"/>
                  </a:cubicBezTo>
                  <a:cubicBezTo>
                    <a:pt x="2737" y="12480"/>
                    <a:pt x="2694" y="12262"/>
                    <a:pt x="2661" y="12042"/>
                  </a:cubicBezTo>
                  <a:cubicBezTo>
                    <a:pt x="2613" y="11731"/>
                    <a:pt x="2346" y="11503"/>
                    <a:pt x="2032" y="11503"/>
                  </a:cubicBezTo>
                  <a:lnTo>
                    <a:pt x="1703" y="11503"/>
                  </a:lnTo>
                  <a:lnTo>
                    <a:pt x="3218" y="8470"/>
                  </a:lnTo>
                  <a:lnTo>
                    <a:pt x="4734" y="11503"/>
                  </a:lnTo>
                  <a:lnTo>
                    <a:pt x="4622" y="11503"/>
                  </a:lnTo>
                  <a:cubicBezTo>
                    <a:pt x="4215" y="11503"/>
                    <a:pt x="3914" y="11878"/>
                    <a:pt x="4000" y="12275"/>
                  </a:cubicBezTo>
                  <a:cubicBezTo>
                    <a:pt x="4333" y="13793"/>
                    <a:pt x="5557" y="15773"/>
                    <a:pt x="9498" y="16583"/>
                  </a:cubicBezTo>
                  <a:cubicBezTo>
                    <a:pt x="9541" y="16591"/>
                    <a:pt x="9585" y="16596"/>
                    <a:pt x="9627" y="16596"/>
                  </a:cubicBezTo>
                  <a:cubicBezTo>
                    <a:pt x="9970" y="16596"/>
                    <a:pt x="10263" y="16317"/>
                    <a:pt x="10263" y="15959"/>
                  </a:cubicBezTo>
                  <a:lnTo>
                    <a:pt x="10263" y="8042"/>
                  </a:lnTo>
                  <a:cubicBezTo>
                    <a:pt x="10263" y="7772"/>
                    <a:pt x="10093" y="7533"/>
                    <a:pt x="9841" y="7443"/>
                  </a:cubicBezTo>
                  <a:cubicBezTo>
                    <a:pt x="8570" y="6989"/>
                    <a:pt x="7717" y="5790"/>
                    <a:pt x="7717" y="4458"/>
                  </a:cubicBezTo>
                  <a:cubicBezTo>
                    <a:pt x="7717" y="2702"/>
                    <a:pt x="9145" y="1274"/>
                    <a:pt x="10899" y="1274"/>
                  </a:cubicBezTo>
                  <a:close/>
                  <a:moveTo>
                    <a:pt x="10899" y="1"/>
                  </a:moveTo>
                  <a:cubicBezTo>
                    <a:pt x="8442" y="1"/>
                    <a:pt x="6442" y="1999"/>
                    <a:pt x="6442" y="4458"/>
                  </a:cubicBezTo>
                  <a:cubicBezTo>
                    <a:pt x="6442" y="6174"/>
                    <a:pt x="7448" y="7733"/>
                    <a:pt x="8988" y="8466"/>
                  </a:cubicBezTo>
                  <a:lnTo>
                    <a:pt x="8988" y="15152"/>
                  </a:lnTo>
                  <a:cubicBezTo>
                    <a:pt x="7247" y="14669"/>
                    <a:pt x="6068" y="13862"/>
                    <a:pt x="5518" y="12776"/>
                  </a:cubicBezTo>
                  <a:lnTo>
                    <a:pt x="5764" y="12776"/>
                  </a:lnTo>
                  <a:cubicBezTo>
                    <a:pt x="6236" y="12776"/>
                    <a:pt x="6544" y="12278"/>
                    <a:pt x="6333" y="11855"/>
                  </a:cubicBezTo>
                  <a:lnTo>
                    <a:pt x="3785" y="6761"/>
                  </a:lnTo>
                  <a:cubicBezTo>
                    <a:pt x="3668" y="6526"/>
                    <a:pt x="3442" y="6409"/>
                    <a:pt x="3216" y="6409"/>
                  </a:cubicBezTo>
                  <a:cubicBezTo>
                    <a:pt x="2990" y="6409"/>
                    <a:pt x="2764" y="6526"/>
                    <a:pt x="2646" y="6761"/>
                  </a:cubicBezTo>
                  <a:lnTo>
                    <a:pt x="99" y="11855"/>
                  </a:lnTo>
                  <a:cubicBezTo>
                    <a:pt x="1" y="12052"/>
                    <a:pt x="11" y="12286"/>
                    <a:pt x="127" y="12474"/>
                  </a:cubicBezTo>
                  <a:lnTo>
                    <a:pt x="129" y="12474"/>
                  </a:lnTo>
                  <a:cubicBezTo>
                    <a:pt x="246" y="12662"/>
                    <a:pt x="451" y="12776"/>
                    <a:pt x="670" y="12776"/>
                  </a:cubicBezTo>
                  <a:lnTo>
                    <a:pt x="1501" y="12776"/>
                  </a:lnTo>
                  <a:cubicBezTo>
                    <a:pt x="2350" y="16645"/>
                    <a:pt x="4794" y="18418"/>
                    <a:pt x="8478" y="20003"/>
                  </a:cubicBezTo>
                  <a:cubicBezTo>
                    <a:pt x="8819" y="20150"/>
                    <a:pt x="9113" y="20276"/>
                    <a:pt x="9342" y="20391"/>
                  </a:cubicBezTo>
                  <a:cubicBezTo>
                    <a:pt x="10108" y="20773"/>
                    <a:pt x="10248" y="21101"/>
                    <a:pt x="10265" y="21154"/>
                  </a:cubicBezTo>
                  <a:cubicBezTo>
                    <a:pt x="10296" y="21481"/>
                    <a:pt x="10571" y="21731"/>
                    <a:pt x="10899" y="21731"/>
                  </a:cubicBezTo>
                  <a:cubicBezTo>
                    <a:pt x="11229" y="21731"/>
                    <a:pt x="11503" y="21481"/>
                    <a:pt x="11533" y="21154"/>
                  </a:cubicBezTo>
                  <a:cubicBezTo>
                    <a:pt x="11552" y="21103"/>
                    <a:pt x="11692" y="20775"/>
                    <a:pt x="12458" y="20391"/>
                  </a:cubicBezTo>
                  <a:cubicBezTo>
                    <a:pt x="12786" y="20227"/>
                    <a:pt x="13154" y="20060"/>
                    <a:pt x="13544" y="19885"/>
                  </a:cubicBezTo>
                  <a:cubicBezTo>
                    <a:pt x="15974" y="18791"/>
                    <a:pt x="19302" y="17292"/>
                    <a:pt x="20247" y="12991"/>
                  </a:cubicBezTo>
                  <a:cubicBezTo>
                    <a:pt x="20265" y="12920"/>
                    <a:pt x="20281" y="12848"/>
                    <a:pt x="20297" y="12777"/>
                  </a:cubicBezTo>
                  <a:lnTo>
                    <a:pt x="21128" y="12777"/>
                  </a:lnTo>
                  <a:cubicBezTo>
                    <a:pt x="21602" y="12777"/>
                    <a:pt x="21909" y="12278"/>
                    <a:pt x="21697" y="11856"/>
                  </a:cubicBezTo>
                  <a:lnTo>
                    <a:pt x="19150" y="6763"/>
                  </a:lnTo>
                  <a:cubicBezTo>
                    <a:pt x="19033" y="6528"/>
                    <a:pt x="18807" y="6410"/>
                    <a:pt x="18581" y="6410"/>
                  </a:cubicBezTo>
                  <a:cubicBezTo>
                    <a:pt x="18355" y="6410"/>
                    <a:pt x="18129" y="6528"/>
                    <a:pt x="18012" y="6763"/>
                  </a:cubicBezTo>
                  <a:lnTo>
                    <a:pt x="15464" y="11856"/>
                  </a:lnTo>
                  <a:cubicBezTo>
                    <a:pt x="15253" y="12277"/>
                    <a:pt x="15559" y="12776"/>
                    <a:pt x="16032" y="12776"/>
                  </a:cubicBezTo>
                  <a:cubicBezTo>
                    <a:pt x="16032" y="12776"/>
                    <a:pt x="16033" y="12776"/>
                    <a:pt x="16033" y="12776"/>
                  </a:cubicBezTo>
                  <a:lnTo>
                    <a:pt x="16310" y="12776"/>
                  </a:lnTo>
                  <a:cubicBezTo>
                    <a:pt x="15804" y="13945"/>
                    <a:pt x="14758" y="14645"/>
                    <a:pt x="12807" y="15139"/>
                  </a:cubicBezTo>
                  <a:lnTo>
                    <a:pt x="12807" y="8466"/>
                  </a:lnTo>
                  <a:cubicBezTo>
                    <a:pt x="14348" y="7733"/>
                    <a:pt x="15355" y="6174"/>
                    <a:pt x="15355" y="4458"/>
                  </a:cubicBezTo>
                  <a:cubicBezTo>
                    <a:pt x="15355" y="2117"/>
                    <a:pt x="13502" y="1"/>
                    <a:pt x="108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364" name="Google Shape;19364;p90"/>
          <p:cNvSpPr/>
          <p:nvPr/>
        </p:nvSpPr>
        <p:spPr>
          <a:xfrm>
            <a:off x="1014475" y="2284343"/>
            <a:ext cx="346161" cy="345469"/>
          </a:xfrm>
          <a:custGeom>
            <a:rect b="b" l="l" r="r" t="t"/>
            <a:pathLst>
              <a:path extrusionOk="0" h="21731" w="21778">
                <a:moveTo>
                  <a:pt x="16977" y="2052"/>
                </a:moveTo>
                <a:lnTo>
                  <a:pt x="17121" y="3709"/>
                </a:lnTo>
                <a:lnTo>
                  <a:pt x="15274" y="5558"/>
                </a:lnTo>
                <a:lnTo>
                  <a:pt x="15128" y="3901"/>
                </a:lnTo>
                <a:lnTo>
                  <a:pt x="16977" y="2052"/>
                </a:lnTo>
                <a:close/>
                <a:moveTo>
                  <a:pt x="18022" y="4609"/>
                </a:moveTo>
                <a:lnTo>
                  <a:pt x="19678" y="4754"/>
                </a:lnTo>
                <a:lnTo>
                  <a:pt x="17830" y="6602"/>
                </a:lnTo>
                <a:lnTo>
                  <a:pt x="16174" y="6457"/>
                </a:lnTo>
                <a:lnTo>
                  <a:pt x="18022" y="4609"/>
                </a:lnTo>
                <a:close/>
                <a:moveTo>
                  <a:pt x="8277" y="11544"/>
                </a:moveTo>
                <a:cubicBezTo>
                  <a:pt x="8555" y="11544"/>
                  <a:pt x="8835" y="11604"/>
                  <a:pt x="9099" y="11731"/>
                </a:cubicBezTo>
                <a:lnTo>
                  <a:pt x="7950" y="12881"/>
                </a:lnTo>
                <a:cubicBezTo>
                  <a:pt x="7701" y="13129"/>
                  <a:pt x="7701" y="13533"/>
                  <a:pt x="7950" y="13780"/>
                </a:cubicBezTo>
                <a:cubicBezTo>
                  <a:pt x="8074" y="13905"/>
                  <a:pt x="8237" y="13967"/>
                  <a:pt x="8400" y="13967"/>
                </a:cubicBezTo>
                <a:cubicBezTo>
                  <a:pt x="8563" y="13967"/>
                  <a:pt x="8726" y="13905"/>
                  <a:pt x="8851" y="13780"/>
                </a:cubicBezTo>
                <a:lnTo>
                  <a:pt x="10001" y="12632"/>
                </a:lnTo>
                <a:lnTo>
                  <a:pt x="10001" y="12632"/>
                </a:lnTo>
                <a:cubicBezTo>
                  <a:pt x="10402" y="13471"/>
                  <a:pt x="10140" y="14478"/>
                  <a:pt x="9379" y="15015"/>
                </a:cubicBezTo>
                <a:cubicBezTo>
                  <a:pt x="9046" y="15250"/>
                  <a:pt x="8660" y="15365"/>
                  <a:pt x="8277" y="15365"/>
                </a:cubicBezTo>
                <a:cubicBezTo>
                  <a:pt x="7784" y="15365"/>
                  <a:pt x="7295" y="15176"/>
                  <a:pt x="6925" y="14806"/>
                </a:cubicBezTo>
                <a:cubicBezTo>
                  <a:pt x="6268" y="14147"/>
                  <a:pt x="6179" y="13111"/>
                  <a:pt x="6716" y="12351"/>
                </a:cubicBezTo>
                <a:cubicBezTo>
                  <a:pt x="7084" y="11831"/>
                  <a:pt x="7673" y="11544"/>
                  <a:pt x="8277" y="11544"/>
                </a:cubicBezTo>
                <a:close/>
                <a:moveTo>
                  <a:pt x="8283" y="8998"/>
                </a:moveTo>
                <a:cubicBezTo>
                  <a:pt x="9242" y="8998"/>
                  <a:pt x="10177" y="9310"/>
                  <a:pt x="10944" y="9886"/>
                </a:cubicBezTo>
                <a:lnTo>
                  <a:pt x="10031" y="10800"/>
                </a:lnTo>
                <a:cubicBezTo>
                  <a:pt x="9513" y="10455"/>
                  <a:pt x="8905" y="10271"/>
                  <a:pt x="8284" y="10271"/>
                </a:cubicBezTo>
                <a:cubicBezTo>
                  <a:pt x="8282" y="10271"/>
                  <a:pt x="8280" y="10271"/>
                  <a:pt x="8278" y="10271"/>
                </a:cubicBezTo>
                <a:cubicBezTo>
                  <a:pt x="6522" y="10271"/>
                  <a:pt x="5094" y="11699"/>
                  <a:pt x="5094" y="13453"/>
                </a:cubicBezTo>
                <a:cubicBezTo>
                  <a:pt x="5094" y="15208"/>
                  <a:pt x="6522" y="16637"/>
                  <a:pt x="8278" y="16637"/>
                </a:cubicBezTo>
                <a:cubicBezTo>
                  <a:pt x="10032" y="16637"/>
                  <a:pt x="11460" y="15208"/>
                  <a:pt x="11460" y="13453"/>
                </a:cubicBezTo>
                <a:cubicBezTo>
                  <a:pt x="11460" y="12830"/>
                  <a:pt x="11276" y="12220"/>
                  <a:pt x="10931" y="11700"/>
                </a:cubicBezTo>
                <a:lnTo>
                  <a:pt x="11844" y="10787"/>
                </a:lnTo>
                <a:cubicBezTo>
                  <a:pt x="12422" y="11556"/>
                  <a:pt x="12734" y="12491"/>
                  <a:pt x="12733" y="13455"/>
                </a:cubicBezTo>
                <a:cubicBezTo>
                  <a:pt x="12733" y="15912"/>
                  <a:pt x="10734" y="17910"/>
                  <a:pt x="8276" y="17910"/>
                </a:cubicBezTo>
                <a:cubicBezTo>
                  <a:pt x="5819" y="17910"/>
                  <a:pt x="3820" y="15911"/>
                  <a:pt x="3820" y="13455"/>
                </a:cubicBezTo>
                <a:cubicBezTo>
                  <a:pt x="3820" y="10998"/>
                  <a:pt x="5819" y="8998"/>
                  <a:pt x="8276" y="8998"/>
                </a:cubicBezTo>
                <a:cubicBezTo>
                  <a:pt x="8278" y="8998"/>
                  <a:pt x="8280" y="8998"/>
                  <a:pt x="8283" y="8998"/>
                </a:cubicBezTo>
                <a:close/>
                <a:moveTo>
                  <a:pt x="8282" y="6451"/>
                </a:moveTo>
                <a:cubicBezTo>
                  <a:pt x="9918" y="6451"/>
                  <a:pt x="11501" y="7026"/>
                  <a:pt x="12756" y="8076"/>
                </a:cubicBezTo>
                <a:lnTo>
                  <a:pt x="11851" y="8981"/>
                </a:lnTo>
                <a:cubicBezTo>
                  <a:pt x="10838" y="8168"/>
                  <a:pt x="9580" y="7725"/>
                  <a:pt x="8282" y="7725"/>
                </a:cubicBezTo>
                <a:cubicBezTo>
                  <a:pt x="8280" y="7725"/>
                  <a:pt x="8278" y="7725"/>
                  <a:pt x="8276" y="7725"/>
                </a:cubicBezTo>
                <a:cubicBezTo>
                  <a:pt x="5118" y="7725"/>
                  <a:pt x="2547" y="10296"/>
                  <a:pt x="2547" y="13455"/>
                </a:cubicBezTo>
                <a:cubicBezTo>
                  <a:pt x="2547" y="16615"/>
                  <a:pt x="5118" y="19184"/>
                  <a:pt x="8276" y="19184"/>
                </a:cubicBezTo>
                <a:cubicBezTo>
                  <a:pt x="11436" y="19184"/>
                  <a:pt x="14006" y="16615"/>
                  <a:pt x="14006" y="13455"/>
                </a:cubicBezTo>
                <a:cubicBezTo>
                  <a:pt x="14007" y="12155"/>
                  <a:pt x="13564" y="10894"/>
                  <a:pt x="12752" y="9881"/>
                </a:cubicBezTo>
                <a:lnTo>
                  <a:pt x="13655" y="8976"/>
                </a:lnTo>
                <a:cubicBezTo>
                  <a:pt x="14706" y="10231"/>
                  <a:pt x="15280" y="11818"/>
                  <a:pt x="15279" y="13455"/>
                </a:cubicBezTo>
                <a:cubicBezTo>
                  <a:pt x="15279" y="17316"/>
                  <a:pt x="12138" y="20457"/>
                  <a:pt x="8276" y="20457"/>
                </a:cubicBezTo>
                <a:cubicBezTo>
                  <a:pt x="4415" y="20457"/>
                  <a:pt x="1275" y="17316"/>
                  <a:pt x="1275" y="13455"/>
                </a:cubicBezTo>
                <a:cubicBezTo>
                  <a:pt x="1275" y="9592"/>
                  <a:pt x="4416" y="6451"/>
                  <a:pt x="8278" y="6451"/>
                </a:cubicBezTo>
                <a:lnTo>
                  <a:pt x="8276" y="6451"/>
                </a:lnTo>
                <a:cubicBezTo>
                  <a:pt x="8278" y="6451"/>
                  <a:pt x="8280" y="6451"/>
                  <a:pt x="8282" y="6451"/>
                </a:cubicBezTo>
                <a:close/>
                <a:moveTo>
                  <a:pt x="17494" y="0"/>
                </a:moveTo>
                <a:cubicBezTo>
                  <a:pt x="17327" y="0"/>
                  <a:pt x="17164" y="65"/>
                  <a:pt x="17043" y="187"/>
                </a:cubicBezTo>
                <a:lnTo>
                  <a:pt x="14019" y="3210"/>
                </a:lnTo>
                <a:cubicBezTo>
                  <a:pt x="13886" y="3344"/>
                  <a:pt x="13818" y="3529"/>
                  <a:pt x="13834" y="3716"/>
                </a:cubicBezTo>
                <a:lnTo>
                  <a:pt x="14097" y="6733"/>
                </a:lnTo>
                <a:lnTo>
                  <a:pt x="13658" y="7172"/>
                </a:lnTo>
                <a:cubicBezTo>
                  <a:pt x="12163" y="5886"/>
                  <a:pt x="10256" y="5178"/>
                  <a:pt x="8282" y="5178"/>
                </a:cubicBezTo>
                <a:cubicBezTo>
                  <a:pt x="8280" y="5178"/>
                  <a:pt x="8278" y="5178"/>
                  <a:pt x="8276" y="5178"/>
                </a:cubicBezTo>
                <a:cubicBezTo>
                  <a:pt x="3714" y="5178"/>
                  <a:pt x="1" y="8891"/>
                  <a:pt x="1" y="13455"/>
                </a:cubicBezTo>
                <a:cubicBezTo>
                  <a:pt x="1" y="18017"/>
                  <a:pt x="3714" y="21730"/>
                  <a:pt x="8276" y="21730"/>
                </a:cubicBezTo>
                <a:cubicBezTo>
                  <a:pt x="12840" y="21730"/>
                  <a:pt x="16553" y="18017"/>
                  <a:pt x="16553" y="13455"/>
                </a:cubicBezTo>
                <a:cubicBezTo>
                  <a:pt x="16555" y="11479"/>
                  <a:pt x="15847" y="9570"/>
                  <a:pt x="14559" y="8073"/>
                </a:cubicBezTo>
                <a:lnTo>
                  <a:pt x="14997" y="7634"/>
                </a:lnTo>
                <a:lnTo>
                  <a:pt x="18014" y="7896"/>
                </a:lnTo>
                <a:cubicBezTo>
                  <a:pt x="18034" y="7898"/>
                  <a:pt x="18053" y="7898"/>
                  <a:pt x="18072" y="7898"/>
                </a:cubicBezTo>
                <a:cubicBezTo>
                  <a:pt x="18240" y="7898"/>
                  <a:pt x="18401" y="7832"/>
                  <a:pt x="18520" y="7712"/>
                </a:cubicBezTo>
                <a:lnTo>
                  <a:pt x="21545" y="4688"/>
                </a:lnTo>
                <a:cubicBezTo>
                  <a:pt x="21719" y="4514"/>
                  <a:pt x="21778" y="4253"/>
                  <a:pt x="21693" y="4020"/>
                </a:cubicBezTo>
                <a:cubicBezTo>
                  <a:pt x="21608" y="3787"/>
                  <a:pt x="21396" y="3626"/>
                  <a:pt x="21149" y="3605"/>
                </a:cubicBezTo>
                <a:lnTo>
                  <a:pt x="19197" y="3434"/>
                </a:lnTo>
                <a:lnTo>
                  <a:pt x="20499" y="2132"/>
                </a:lnTo>
                <a:cubicBezTo>
                  <a:pt x="20744" y="1882"/>
                  <a:pt x="20741" y="1482"/>
                  <a:pt x="20495" y="1236"/>
                </a:cubicBezTo>
                <a:cubicBezTo>
                  <a:pt x="20371" y="1112"/>
                  <a:pt x="20208" y="1050"/>
                  <a:pt x="20045" y="1050"/>
                </a:cubicBezTo>
                <a:cubicBezTo>
                  <a:pt x="19884" y="1050"/>
                  <a:pt x="19723" y="1110"/>
                  <a:pt x="19599" y="1232"/>
                </a:cubicBezTo>
                <a:lnTo>
                  <a:pt x="18297" y="2534"/>
                </a:lnTo>
                <a:lnTo>
                  <a:pt x="18127" y="582"/>
                </a:lnTo>
                <a:cubicBezTo>
                  <a:pt x="18106" y="335"/>
                  <a:pt x="17943" y="123"/>
                  <a:pt x="17711" y="38"/>
                </a:cubicBezTo>
                <a:cubicBezTo>
                  <a:pt x="17640" y="13"/>
                  <a:pt x="17567" y="0"/>
                  <a:pt x="174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5" name="Google Shape;19365;p90"/>
          <p:cNvSpPr/>
          <p:nvPr/>
        </p:nvSpPr>
        <p:spPr>
          <a:xfrm>
            <a:off x="1100515" y="2839433"/>
            <a:ext cx="182157" cy="345484"/>
          </a:xfrm>
          <a:custGeom>
            <a:rect b="b" l="l" r="r" t="t"/>
            <a:pathLst>
              <a:path extrusionOk="0" h="21732" w="11460">
                <a:moveTo>
                  <a:pt x="8276" y="6367"/>
                </a:moveTo>
                <a:cubicBezTo>
                  <a:pt x="9331" y="6368"/>
                  <a:pt x="10186" y="7223"/>
                  <a:pt x="10187" y="8278"/>
                </a:cubicBezTo>
                <a:lnTo>
                  <a:pt x="10187" y="10187"/>
                </a:lnTo>
                <a:lnTo>
                  <a:pt x="6367" y="10187"/>
                </a:lnTo>
                <a:lnTo>
                  <a:pt x="6367" y="8278"/>
                </a:lnTo>
                <a:cubicBezTo>
                  <a:pt x="6367" y="7926"/>
                  <a:pt x="6081" y="7641"/>
                  <a:pt x="5730" y="7641"/>
                </a:cubicBezTo>
                <a:cubicBezTo>
                  <a:pt x="5378" y="7641"/>
                  <a:pt x="5093" y="7926"/>
                  <a:pt x="5093" y="8278"/>
                </a:cubicBezTo>
                <a:lnTo>
                  <a:pt x="5093" y="10187"/>
                </a:lnTo>
                <a:lnTo>
                  <a:pt x="1274" y="10187"/>
                </a:lnTo>
                <a:lnTo>
                  <a:pt x="1274" y="8278"/>
                </a:lnTo>
                <a:cubicBezTo>
                  <a:pt x="1275" y="7223"/>
                  <a:pt x="2128" y="6368"/>
                  <a:pt x="3183" y="6368"/>
                </a:cubicBezTo>
                <a:lnTo>
                  <a:pt x="8276" y="6367"/>
                </a:lnTo>
                <a:close/>
                <a:moveTo>
                  <a:pt x="10187" y="11460"/>
                </a:moveTo>
                <a:lnTo>
                  <a:pt x="10187" y="16002"/>
                </a:lnTo>
                <a:cubicBezTo>
                  <a:pt x="10187" y="18459"/>
                  <a:pt x="8188" y="20458"/>
                  <a:pt x="5730" y="20458"/>
                </a:cubicBezTo>
                <a:cubicBezTo>
                  <a:pt x="3273" y="20458"/>
                  <a:pt x="1274" y="18459"/>
                  <a:pt x="1274" y="16002"/>
                </a:cubicBezTo>
                <a:lnTo>
                  <a:pt x="1274" y="11460"/>
                </a:lnTo>
                <a:close/>
                <a:moveTo>
                  <a:pt x="3183" y="1"/>
                </a:moveTo>
                <a:cubicBezTo>
                  <a:pt x="2831" y="1"/>
                  <a:pt x="2547" y="287"/>
                  <a:pt x="2547" y="639"/>
                </a:cubicBezTo>
                <a:cubicBezTo>
                  <a:pt x="2547" y="989"/>
                  <a:pt x="2831" y="1275"/>
                  <a:pt x="3183" y="1275"/>
                </a:cubicBezTo>
                <a:lnTo>
                  <a:pt x="9549" y="1275"/>
                </a:lnTo>
                <a:cubicBezTo>
                  <a:pt x="9901" y="1275"/>
                  <a:pt x="10187" y="1560"/>
                  <a:pt x="10187" y="1912"/>
                </a:cubicBezTo>
                <a:cubicBezTo>
                  <a:pt x="10187" y="2264"/>
                  <a:pt x="9901" y="2548"/>
                  <a:pt x="9549" y="2548"/>
                </a:cubicBezTo>
                <a:lnTo>
                  <a:pt x="7002" y="2548"/>
                </a:lnTo>
                <a:cubicBezTo>
                  <a:pt x="5949" y="2549"/>
                  <a:pt x="5094" y="3403"/>
                  <a:pt x="5093" y="4458"/>
                </a:cubicBezTo>
                <a:lnTo>
                  <a:pt x="5093" y="5094"/>
                </a:lnTo>
                <a:lnTo>
                  <a:pt x="3183" y="5094"/>
                </a:lnTo>
                <a:cubicBezTo>
                  <a:pt x="1428" y="5094"/>
                  <a:pt x="1" y="6523"/>
                  <a:pt x="1" y="8278"/>
                </a:cubicBezTo>
                <a:lnTo>
                  <a:pt x="1" y="16002"/>
                </a:lnTo>
                <a:cubicBezTo>
                  <a:pt x="1" y="19162"/>
                  <a:pt x="2570" y="21731"/>
                  <a:pt x="5730" y="21731"/>
                </a:cubicBezTo>
                <a:cubicBezTo>
                  <a:pt x="8889" y="21731"/>
                  <a:pt x="11460" y="19162"/>
                  <a:pt x="11460" y="16002"/>
                </a:cubicBezTo>
                <a:lnTo>
                  <a:pt x="11460" y="8278"/>
                </a:lnTo>
                <a:cubicBezTo>
                  <a:pt x="11460" y="6523"/>
                  <a:pt x="10032" y="5094"/>
                  <a:pt x="8276" y="5094"/>
                </a:cubicBezTo>
                <a:lnTo>
                  <a:pt x="6367" y="5094"/>
                </a:lnTo>
                <a:lnTo>
                  <a:pt x="6367" y="4458"/>
                </a:lnTo>
                <a:cubicBezTo>
                  <a:pt x="6367" y="4107"/>
                  <a:pt x="6651" y="3821"/>
                  <a:pt x="7003" y="3821"/>
                </a:cubicBezTo>
                <a:lnTo>
                  <a:pt x="9551" y="3821"/>
                </a:lnTo>
                <a:cubicBezTo>
                  <a:pt x="10605" y="3821"/>
                  <a:pt x="11460" y="2966"/>
                  <a:pt x="11460" y="1912"/>
                </a:cubicBezTo>
                <a:cubicBezTo>
                  <a:pt x="11460" y="857"/>
                  <a:pt x="10605" y="1"/>
                  <a:pt x="9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366" name="Google Shape;19366;p90"/>
          <p:cNvGrpSpPr/>
          <p:nvPr/>
        </p:nvGrpSpPr>
        <p:grpSpPr>
          <a:xfrm>
            <a:off x="1771987" y="2839420"/>
            <a:ext cx="345457" cy="345510"/>
            <a:chOff x="1568548" y="3386323"/>
            <a:chExt cx="352004" cy="352058"/>
          </a:xfrm>
        </p:grpSpPr>
        <p:sp>
          <p:nvSpPr>
            <p:cNvPr id="19367" name="Google Shape;19367;p90"/>
            <p:cNvSpPr/>
            <p:nvPr/>
          </p:nvSpPr>
          <p:spPr>
            <a:xfrm>
              <a:off x="1568548" y="3386323"/>
              <a:ext cx="352004" cy="352058"/>
            </a:xfrm>
            <a:custGeom>
              <a:rect b="b" l="l" r="r" t="t"/>
              <a:pathLst>
                <a:path extrusionOk="0" h="21732" w="21732">
                  <a:moveTo>
                    <a:pt x="19822" y="6367"/>
                  </a:moveTo>
                  <a:cubicBezTo>
                    <a:pt x="20173" y="6367"/>
                    <a:pt x="20457" y="6651"/>
                    <a:pt x="20458" y="7003"/>
                  </a:cubicBezTo>
                  <a:lnTo>
                    <a:pt x="20458" y="19820"/>
                  </a:lnTo>
                  <a:cubicBezTo>
                    <a:pt x="20457" y="20172"/>
                    <a:pt x="20173" y="20457"/>
                    <a:pt x="19822" y="20457"/>
                  </a:cubicBezTo>
                  <a:lnTo>
                    <a:pt x="1910" y="20457"/>
                  </a:lnTo>
                  <a:cubicBezTo>
                    <a:pt x="1560" y="20457"/>
                    <a:pt x="1275" y="20172"/>
                    <a:pt x="1274" y="19820"/>
                  </a:cubicBezTo>
                  <a:lnTo>
                    <a:pt x="1274" y="7003"/>
                  </a:lnTo>
                  <a:cubicBezTo>
                    <a:pt x="1275" y="6651"/>
                    <a:pt x="1560" y="6367"/>
                    <a:pt x="1910" y="6367"/>
                  </a:cubicBezTo>
                  <a:close/>
                  <a:moveTo>
                    <a:pt x="8320" y="1"/>
                  </a:moveTo>
                  <a:cubicBezTo>
                    <a:pt x="7968" y="1"/>
                    <a:pt x="7682" y="285"/>
                    <a:pt x="7682" y="637"/>
                  </a:cubicBezTo>
                  <a:cubicBezTo>
                    <a:pt x="7682" y="989"/>
                    <a:pt x="7968" y="1274"/>
                    <a:pt x="8320" y="1274"/>
                  </a:cubicBezTo>
                  <a:lnTo>
                    <a:pt x="14686" y="1274"/>
                  </a:lnTo>
                  <a:cubicBezTo>
                    <a:pt x="15037" y="1274"/>
                    <a:pt x="15323" y="1558"/>
                    <a:pt x="15323" y="1910"/>
                  </a:cubicBezTo>
                  <a:cubicBezTo>
                    <a:pt x="15323" y="2262"/>
                    <a:pt x="15037" y="2548"/>
                    <a:pt x="14686" y="2548"/>
                  </a:cubicBezTo>
                  <a:lnTo>
                    <a:pt x="12139" y="2548"/>
                  </a:lnTo>
                  <a:cubicBezTo>
                    <a:pt x="11084" y="2548"/>
                    <a:pt x="10230" y="3403"/>
                    <a:pt x="10228" y="4457"/>
                  </a:cubicBezTo>
                  <a:lnTo>
                    <a:pt x="10228" y="5094"/>
                  </a:lnTo>
                  <a:lnTo>
                    <a:pt x="1910" y="5094"/>
                  </a:lnTo>
                  <a:cubicBezTo>
                    <a:pt x="857" y="5095"/>
                    <a:pt x="2" y="5949"/>
                    <a:pt x="1" y="7003"/>
                  </a:cubicBezTo>
                  <a:lnTo>
                    <a:pt x="1" y="19820"/>
                  </a:lnTo>
                  <a:cubicBezTo>
                    <a:pt x="2" y="20875"/>
                    <a:pt x="856" y="21730"/>
                    <a:pt x="1910" y="21731"/>
                  </a:cubicBezTo>
                  <a:lnTo>
                    <a:pt x="19822" y="21731"/>
                  </a:lnTo>
                  <a:cubicBezTo>
                    <a:pt x="20875" y="21730"/>
                    <a:pt x="21730" y="20875"/>
                    <a:pt x="21731" y="19822"/>
                  </a:cubicBezTo>
                  <a:lnTo>
                    <a:pt x="21731" y="7003"/>
                  </a:lnTo>
                  <a:cubicBezTo>
                    <a:pt x="21730" y="5949"/>
                    <a:pt x="20875" y="5094"/>
                    <a:pt x="19822" y="5092"/>
                  </a:cubicBezTo>
                  <a:lnTo>
                    <a:pt x="11503" y="5092"/>
                  </a:lnTo>
                  <a:lnTo>
                    <a:pt x="11503" y="4456"/>
                  </a:lnTo>
                  <a:cubicBezTo>
                    <a:pt x="11503" y="4105"/>
                    <a:pt x="11788" y="3821"/>
                    <a:pt x="12139" y="3819"/>
                  </a:cubicBezTo>
                  <a:lnTo>
                    <a:pt x="14686" y="3819"/>
                  </a:lnTo>
                  <a:cubicBezTo>
                    <a:pt x="15741" y="3819"/>
                    <a:pt x="16597" y="2965"/>
                    <a:pt x="16597" y="1910"/>
                  </a:cubicBezTo>
                  <a:cubicBezTo>
                    <a:pt x="16597" y="855"/>
                    <a:pt x="15741" y="1"/>
                    <a:pt x="146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8" name="Google Shape;19368;p90"/>
            <p:cNvSpPr/>
            <p:nvPr/>
          </p:nvSpPr>
          <p:spPr>
            <a:xfrm>
              <a:off x="1651058" y="3510075"/>
              <a:ext cx="228255" cy="187029"/>
            </a:xfrm>
            <a:custGeom>
              <a:rect b="b" l="l" r="r" t="t"/>
              <a:pathLst>
                <a:path extrusionOk="0" h="11545" w="14092">
                  <a:moveTo>
                    <a:pt x="12817" y="1274"/>
                  </a:moveTo>
                  <a:lnTo>
                    <a:pt x="12817" y="10272"/>
                  </a:lnTo>
                  <a:lnTo>
                    <a:pt x="1273" y="10272"/>
                  </a:lnTo>
                  <a:lnTo>
                    <a:pt x="1273" y="1274"/>
                  </a:lnTo>
                  <a:close/>
                  <a:moveTo>
                    <a:pt x="637" y="1"/>
                  </a:moveTo>
                  <a:cubicBezTo>
                    <a:pt x="285" y="1"/>
                    <a:pt x="0" y="285"/>
                    <a:pt x="0" y="637"/>
                  </a:cubicBezTo>
                  <a:lnTo>
                    <a:pt x="0" y="10908"/>
                  </a:lnTo>
                  <a:cubicBezTo>
                    <a:pt x="0" y="11260"/>
                    <a:pt x="285" y="11545"/>
                    <a:pt x="637" y="11545"/>
                  </a:cubicBezTo>
                  <a:lnTo>
                    <a:pt x="13454" y="11545"/>
                  </a:lnTo>
                  <a:cubicBezTo>
                    <a:pt x="13806" y="11545"/>
                    <a:pt x="14091" y="11260"/>
                    <a:pt x="14090" y="10908"/>
                  </a:cubicBezTo>
                  <a:lnTo>
                    <a:pt x="14090" y="637"/>
                  </a:lnTo>
                  <a:cubicBezTo>
                    <a:pt x="14091" y="285"/>
                    <a:pt x="13806" y="1"/>
                    <a:pt x="13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9" name="Google Shape;19369;p90"/>
            <p:cNvSpPr/>
            <p:nvPr/>
          </p:nvSpPr>
          <p:spPr>
            <a:xfrm>
              <a:off x="1608993" y="3552017"/>
              <a:ext cx="21462" cy="20639"/>
            </a:xfrm>
            <a:custGeom>
              <a:rect b="b" l="l" r="r" t="t"/>
              <a:pathLst>
                <a:path extrusionOk="0" h="1274" w="1325">
                  <a:moveTo>
                    <a:pt x="688" y="0"/>
                  </a:moveTo>
                  <a:cubicBezTo>
                    <a:pt x="430" y="0"/>
                    <a:pt x="198" y="156"/>
                    <a:pt x="99" y="393"/>
                  </a:cubicBezTo>
                  <a:cubicBezTo>
                    <a:pt x="1" y="631"/>
                    <a:pt x="55" y="905"/>
                    <a:pt x="236" y="1088"/>
                  </a:cubicBezTo>
                  <a:cubicBezTo>
                    <a:pt x="359" y="1209"/>
                    <a:pt x="522" y="1273"/>
                    <a:pt x="688" y="1273"/>
                  </a:cubicBezTo>
                  <a:cubicBezTo>
                    <a:pt x="770" y="1273"/>
                    <a:pt x="852" y="1258"/>
                    <a:pt x="931" y="1225"/>
                  </a:cubicBezTo>
                  <a:cubicBezTo>
                    <a:pt x="1169" y="1127"/>
                    <a:pt x="1324" y="895"/>
                    <a:pt x="1324" y="638"/>
                  </a:cubicBezTo>
                  <a:cubicBezTo>
                    <a:pt x="1324" y="286"/>
                    <a:pt x="1038" y="0"/>
                    <a:pt x="6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0" name="Google Shape;19370;p90"/>
            <p:cNvSpPr/>
            <p:nvPr/>
          </p:nvSpPr>
          <p:spPr>
            <a:xfrm>
              <a:off x="1608993" y="3593278"/>
              <a:ext cx="21462" cy="20623"/>
            </a:xfrm>
            <a:custGeom>
              <a:rect b="b" l="l" r="r" t="t"/>
              <a:pathLst>
                <a:path extrusionOk="0" h="1273" w="1325">
                  <a:moveTo>
                    <a:pt x="690" y="0"/>
                  </a:moveTo>
                  <a:cubicBezTo>
                    <a:pt x="689" y="0"/>
                    <a:pt x="688" y="0"/>
                    <a:pt x="688" y="0"/>
                  </a:cubicBezTo>
                  <a:cubicBezTo>
                    <a:pt x="430" y="0"/>
                    <a:pt x="198" y="155"/>
                    <a:pt x="99" y="393"/>
                  </a:cubicBezTo>
                  <a:cubicBezTo>
                    <a:pt x="1" y="630"/>
                    <a:pt x="55" y="904"/>
                    <a:pt x="236" y="1087"/>
                  </a:cubicBezTo>
                  <a:cubicBezTo>
                    <a:pt x="359" y="1208"/>
                    <a:pt x="522" y="1273"/>
                    <a:pt x="688" y="1273"/>
                  </a:cubicBezTo>
                  <a:cubicBezTo>
                    <a:pt x="770" y="1273"/>
                    <a:pt x="852" y="1257"/>
                    <a:pt x="931" y="1224"/>
                  </a:cubicBezTo>
                  <a:cubicBezTo>
                    <a:pt x="1169" y="1126"/>
                    <a:pt x="1324" y="893"/>
                    <a:pt x="1324" y="637"/>
                  </a:cubicBezTo>
                  <a:cubicBezTo>
                    <a:pt x="1324" y="286"/>
                    <a:pt x="1040" y="0"/>
                    <a:pt x="6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1" name="Google Shape;19371;p90"/>
            <p:cNvSpPr/>
            <p:nvPr/>
          </p:nvSpPr>
          <p:spPr>
            <a:xfrm>
              <a:off x="1608993" y="3634523"/>
              <a:ext cx="21462" cy="20639"/>
            </a:xfrm>
            <a:custGeom>
              <a:rect b="b" l="l" r="r" t="t"/>
              <a:pathLst>
                <a:path extrusionOk="0" h="1274" w="1325">
                  <a:moveTo>
                    <a:pt x="688" y="0"/>
                  </a:moveTo>
                  <a:cubicBezTo>
                    <a:pt x="430" y="0"/>
                    <a:pt x="198" y="156"/>
                    <a:pt x="99" y="393"/>
                  </a:cubicBezTo>
                  <a:cubicBezTo>
                    <a:pt x="1" y="631"/>
                    <a:pt x="55" y="905"/>
                    <a:pt x="236" y="1088"/>
                  </a:cubicBezTo>
                  <a:cubicBezTo>
                    <a:pt x="359" y="1209"/>
                    <a:pt x="522" y="1274"/>
                    <a:pt x="688" y="1274"/>
                  </a:cubicBezTo>
                  <a:cubicBezTo>
                    <a:pt x="770" y="1274"/>
                    <a:pt x="852" y="1258"/>
                    <a:pt x="931" y="1226"/>
                  </a:cubicBezTo>
                  <a:cubicBezTo>
                    <a:pt x="1169" y="1128"/>
                    <a:pt x="1324" y="895"/>
                    <a:pt x="1324" y="638"/>
                  </a:cubicBezTo>
                  <a:cubicBezTo>
                    <a:pt x="1324" y="286"/>
                    <a:pt x="1038" y="0"/>
                    <a:pt x="6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72" name="Google Shape;19372;p90"/>
          <p:cNvGrpSpPr/>
          <p:nvPr/>
        </p:nvGrpSpPr>
        <p:grpSpPr>
          <a:xfrm>
            <a:off x="2524759" y="2880582"/>
            <a:ext cx="345441" cy="263187"/>
            <a:chOff x="1062149" y="3506300"/>
            <a:chExt cx="351988" cy="268175"/>
          </a:xfrm>
        </p:grpSpPr>
        <p:sp>
          <p:nvSpPr>
            <p:cNvPr id="19373" name="Google Shape;19373;p90"/>
            <p:cNvSpPr/>
            <p:nvPr/>
          </p:nvSpPr>
          <p:spPr>
            <a:xfrm>
              <a:off x="1062149" y="3506300"/>
              <a:ext cx="351988" cy="268175"/>
            </a:xfrm>
            <a:custGeom>
              <a:rect b="b" l="l" r="r" t="t"/>
              <a:pathLst>
                <a:path extrusionOk="0" h="16554" w="21731">
                  <a:moveTo>
                    <a:pt x="3182" y="1275"/>
                  </a:moveTo>
                  <a:cubicBezTo>
                    <a:pt x="3183" y="1275"/>
                    <a:pt x="3183" y="1275"/>
                    <a:pt x="3184" y="1275"/>
                  </a:cubicBezTo>
                  <a:lnTo>
                    <a:pt x="18548" y="1275"/>
                  </a:lnTo>
                  <a:cubicBezTo>
                    <a:pt x="18899" y="1275"/>
                    <a:pt x="19184" y="1560"/>
                    <a:pt x="19185" y="1912"/>
                  </a:cubicBezTo>
                  <a:lnTo>
                    <a:pt x="19185" y="12734"/>
                  </a:lnTo>
                  <a:lnTo>
                    <a:pt x="2548" y="12734"/>
                  </a:lnTo>
                  <a:lnTo>
                    <a:pt x="2548" y="1912"/>
                  </a:lnTo>
                  <a:cubicBezTo>
                    <a:pt x="2546" y="1560"/>
                    <a:pt x="2831" y="1275"/>
                    <a:pt x="3182" y="1275"/>
                  </a:cubicBezTo>
                  <a:close/>
                  <a:moveTo>
                    <a:pt x="20328" y="14007"/>
                  </a:moveTo>
                  <a:cubicBezTo>
                    <a:pt x="20142" y="14508"/>
                    <a:pt x="19791" y="14989"/>
                    <a:pt x="19541" y="15280"/>
                  </a:cubicBezTo>
                  <a:lnTo>
                    <a:pt x="2190" y="15280"/>
                  </a:lnTo>
                  <a:cubicBezTo>
                    <a:pt x="1940" y="14989"/>
                    <a:pt x="1590" y="14509"/>
                    <a:pt x="1403" y="14007"/>
                  </a:cubicBezTo>
                  <a:close/>
                  <a:moveTo>
                    <a:pt x="3182" y="1"/>
                  </a:moveTo>
                  <a:cubicBezTo>
                    <a:pt x="2127" y="1"/>
                    <a:pt x="1273" y="856"/>
                    <a:pt x="1273" y="1910"/>
                  </a:cubicBezTo>
                  <a:lnTo>
                    <a:pt x="1273" y="12733"/>
                  </a:lnTo>
                  <a:lnTo>
                    <a:pt x="637" y="12733"/>
                  </a:lnTo>
                  <a:cubicBezTo>
                    <a:pt x="286" y="12733"/>
                    <a:pt x="0" y="13018"/>
                    <a:pt x="0" y="13370"/>
                  </a:cubicBezTo>
                  <a:cubicBezTo>
                    <a:pt x="0" y="14864"/>
                    <a:pt x="1310" y="16217"/>
                    <a:pt x="1460" y="16367"/>
                  </a:cubicBezTo>
                  <a:cubicBezTo>
                    <a:pt x="1580" y="16486"/>
                    <a:pt x="1742" y="16552"/>
                    <a:pt x="1911" y="16553"/>
                  </a:cubicBezTo>
                  <a:lnTo>
                    <a:pt x="19821" y="16553"/>
                  </a:lnTo>
                  <a:cubicBezTo>
                    <a:pt x="19989" y="16553"/>
                    <a:pt x="20152" y="16487"/>
                    <a:pt x="20271" y="16367"/>
                  </a:cubicBezTo>
                  <a:cubicBezTo>
                    <a:pt x="20420" y="16219"/>
                    <a:pt x="21731" y="14865"/>
                    <a:pt x="21731" y="13371"/>
                  </a:cubicBezTo>
                  <a:cubicBezTo>
                    <a:pt x="21731" y="13019"/>
                    <a:pt x="21446" y="12734"/>
                    <a:pt x="21094" y="12734"/>
                  </a:cubicBezTo>
                  <a:lnTo>
                    <a:pt x="20458" y="12734"/>
                  </a:lnTo>
                  <a:lnTo>
                    <a:pt x="20458" y="1912"/>
                  </a:lnTo>
                  <a:cubicBezTo>
                    <a:pt x="20457" y="857"/>
                    <a:pt x="19602" y="2"/>
                    <a:pt x="18548" y="1"/>
                  </a:cubicBezTo>
                  <a:lnTo>
                    <a:pt x="3184" y="1"/>
                  </a:lnTo>
                  <a:cubicBezTo>
                    <a:pt x="3183" y="1"/>
                    <a:pt x="3183" y="1"/>
                    <a:pt x="3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4" name="Google Shape;19374;p90"/>
            <p:cNvSpPr/>
            <p:nvPr/>
          </p:nvSpPr>
          <p:spPr>
            <a:xfrm>
              <a:off x="1145323" y="3547578"/>
              <a:ext cx="185640" cy="61900"/>
            </a:xfrm>
            <a:custGeom>
              <a:rect b="b" l="l" r="r" t="t"/>
              <a:pathLst>
                <a:path extrusionOk="0" h="3821" w="11461">
                  <a:moveTo>
                    <a:pt x="10187" y="1274"/>
                  </a:moveTo>
                  <a:lnTo>
                    <a:pt x="10187" y="2547"/>
                  </a:lnTo>
                  <a:lnTo>
                    <a:pt x="1274" y="2547"/>
                  </a:lnTo>
                  <a:lnTo>
                    <a:pt x="1274" y="1274"/>
                  </a:lnTo>
                  <a:close/>
                  <a:moveTo>
                    <a:pt x="637" y="0"/>
                  </a:moveTo>
                  <a:cubicBezTo>
                    <a:pt x="287" y="0"/>
                    <a:pt x="1" y="285"/>
                    <a:pt x="1" y="637"/>
                  </a:cubicBezTo>
                  <a:lnTo>
                    <a:pt x="1" y="3184"/>
                  </a:lnTo>
                  <a:cubicBezTo>
                    <a:pt x="1" y="3536"/>
                    <a:pt x="287" y="3820"/>
                    <a:pt x="637" y="3820"/>
                  </a:cubicBezTo>
                  <a:lnTo>
                    <a:pt x="10824" y="3820"/>
                  </a:lnTo>
                  <a:cubicBezTo>
                    <a:pt x="11176" y="3820"/>
                    <a:pt x="11460" y="3536"/>
                    <a:pt x="11460" y="3184"/>
                  </a:cubicBezTo>
                  <a:lnTo>
                    <a:pt x="11460" y="637"/>
                  </a:lnTo>
                  <a:cubicBezTo>
                    <a:pt x="11460" y="285"/>
                    <a:pt x="11176" y="0"/>
                    <a:pt x="108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5" name="Google Shape;19375;p90"/>
            <p:cNvSpPr/>
            <p:nvPr/>
          </p:nvSpPr>
          <p:spPr>
            <a:xfrm>
              <a:off x="1145323" y="3630084"/>
              <a:ext cx="82526" cy="61900"/>
            </a:xfrm>
            <a:custGeom>
              <a:rect b="b" l="l" r="r" t="t"/>
              <a:pathLst>
                <a:path extrusionOk="0" h="3821" w="5095">
                  <a:moveTo>
                    <a:pt x="3821" y="1273"/>
                  </a:moveTo>
                  <a:lnTo>
                    <a:pt x="3821" y="2548"/>
                  </a:lnTo>
                  <a:lnTo>
                    <a:pt x="1274" y="2548"/>
                  </a:lnTo>
                  <a:lnTo>
                    <a:pt x="1274" y="1273"/>
                  </a:lnTo>
                  <a:close/>
                  <a:moveTo>
                    <a:pt x="637" y="0"/>
                  </a:moveTo>
                  <a:cubicBezTo>
                    <a:pt x="287" y="0"/>
                    <a:pt x="1" y="285"/>
                    <a:pt x="1" y="637"/>
                  </a:cubicBezTo>
                  <a:lnTo>
                    <a:pt x="1" y="3184"/>
                  </a:lnTo>
                  <a:cubicBezTo>
                    <a:pt x="1" y="3536"/>
                    <a:pt x="287" y="3821"/>
                    <a:pt x="637" y="3821"/>
                  </a:cubicBezTo>
                  <a:lnTo>
                    <a:pt x="4458" y="3821"/>
                  </a:lnTo>
                  <a:cubicBezTo>
                    <a:pt x="4810" y="3821"/>
                    <a:pt x="5094" y="3536"/>
                    <a:pt x="5094" y="3184"/>
                  </a:cubicBezTo>
                  <a:lnTo>
                    <a:pt x="5094" y="637"/>
                  </a:lnTo>
                  <a:cubicBezTo>
                    <a:pt x="5094" y="285"/>
                    <a:pt x="4810" y="0"/>
                    <a:pt x="44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6" name="Google Shape;19376;p90"/>
            <p:cNvSpPr/>
            <p:nvPr/>
          </p:nvSpPr>
          <p:spPr>
            <a:xfrm>
              <a:off x="1248453" y="3630084"/>
              <a:ext cx="82510" cy="20639"/>
            </a:xfrm>
            <a:custGeom>
              <a:rect b="b" l="l" r="r" t="t"/>
              <a:pathLst>
                <a:path extrusionOk="0" h="1274" w="5094">
                  <a:moveTo>
                    <a:pt x="637" y="0"/>
                  </a:moveTo>
                  <a:cubicBezTo>
                    <a:pt x="286" y="0"/>
                    <a:pt x="0" y="285"/>
                    <a:pt x="0" y="637"/>
                  </a:cubicBezTo>
                  <a:cubicBezTo>
                    <a:pt x="0" y="989"/>
                    <a:pt x="286" y="1273"/>
                    <a:pt x="637" y="1273"/>
                  </a:cubicBezTo>
                  <a:lnTo>
                    <a:pt x="4457" y="1273"/>
                  </a:lnTo>
                  <a:cubicBezTo>
                    <a:pt x="4809" y="1273"/>
                    <a:pt x="5093" y="989"/>
                    <a:pt x="5093" y="637"/>
                  </a:cubicBezTo>
                  <a:cubicBezTo>
                    <a:pt x="5093" y="285"/>
                    <a:pt x="4809" y="0"/>
                    <a:pt x="4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7" name="Google Shape;19377;p90"/>
            <p:cNvSpPr/>
            <p:nvPr/>
          </p:nvSpPr>
          <p:spPr>
            <a:xfrm>
              <a:off x="1248453" y="3671330"/>
              <a:ext cx="82510" cy="20655"/>
            </a:xfrm>
            <a:custGeom>
              <a:rect b="b" l="l" r="r" t="t"/>
              <a:pathLst>
                <a:path extrusionOk="0" h="1275" w="5094">
                  <a:moveTo>
                    <a:pt x="637" y="0"/>
                  </a:moveTo>
                  <a:cubicBezTo>
                    <a:pt x="286" y="0"/>
                    <a:pt x="0" y="286"/>
                    <a:pt x="0" y="638"/>
                  </a:cubicBezTo>
                  <a:cubicBezTo>
                    <a:pt x="0" y="989"/>
                    <a:pt x="286" y="1275"/>
                    <a:pt x="637" y="1275"/>
                  </a:cubicBezTo>
                  <a:lnTo>
                    <a:pt x="4457" y="1275"/>
                  </a:lnTo>
                  <a:cubicBezTo>
                    <a:pt x="4809" y="1275"/>
                    <a:pt x="5093" y="989"/>
                    <a:pt x="5093" y="638"/>
                  </a:cubicBezTo>
                  <a:cubicBezTo>
                    <a:pt x="5093" y="286"/>
                    <a:pt x="4809" y="0"/>
                    <a:pt x="4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78" name="Google Shape;19378;p90"/>
          <p:cNvGrpSpPr/>
          <p:nvPr/>
        </p:nvGrpSpPr>
        <p:grpSpPr>
          <a:xfrm>
            <a:off x="3272536" y="2850216"/>
            <a:ext cx="345441" cy="323920"/>
            <a:chOff x="572969" y="3484333"/>
            <a:chExt cx="351988" cy="330059"/>
          </a:xfrm>
        </p:grpSpPr>
        <p:sp>
          <p:nvSpPr>
            <p:cNvPr id="19379" name="Google Shape;19379;p90"/>
            <p:cNvSpPr/>
            <p:nvPr/>
          </p:nvSpPr>
          <p:spPr>
            <a:xfrm>
              <a:off x="715571" y="3566823"/>
              <a:ext cx="64336" cy="61900"/>
            </a:xfrm>
            <a:custGeom>
              <a:rect b="b" l="l" r="r" t="t"/>
              <a:pathLst>
                <a:path extrusionOk="0" h="3821" w="3972">
                  <a:moveTo>
                    <a:pt x="2062" y="1274"/>
                  </a:moveTo>
                  <a:cubicBezTo>
                    <a:pt x="2144" y="1274"/>
                    <a:pt x="2226" y="1290"/>
                    <a:pt x="2304" y="1322"/>
                  </a:cubicBezTo>
                  <a:cubicBezTo>
                    <a:pt x="2542" y="1422"/>
                    <a:pt x="2697" y="1653"/>
                    <a:pt x="2697" y="1911"/>
                  </a:cubicBezTo>
                  <a:cubicBezTo>
                    <a:pt x="2697" y="2262"/>
                    <a:pt x="2413" y="2546"/>
                    <a:pt x="2061" y="2548"/>
                  </a:cubicBezTo>
                  <a:cubicBezTo>
                    <a:pt x="1804" y="2548"/>
                    <a:pt x="1571" y="2393"/>
                    <a:pt x="1473" y="2155"/>
                  </a:cubicBezTo>
                  <a:cubicBezTo>
                    <a:pt x="1374" y="1916"/>
                    <a:pt x="1428" y="1643"/>
                    <a:pt x="1611" y="1460"/>
                  </a:cubicBezTo>
                  <a:cubicBezTo>
                    <a:pt x="1733" y="1339"/>
                    <a:pt x="1896" y="1274"/>
                    <a:pt x="2062" y="1274"/>
                  </a:cubicBezTo>
                  <a:close/>
                  <a:moveTo>
                    <a:pt x="2061" y="1"/>
                  </a:moveTo>
                  <a:cubicBezTo>
                    <a:pt x="1564" y="1"/>
                    <a:pt x="1076" y="195"/>
                    <a:pt x="711" y="560"/>
                  </a:cubicBezTo>
                  <a:cubicBezTo>
                    <a:pt x="165" y="1107"/>
                    <a:pt x="1" y="1928"/>
                    <a:pt x="297" y="2642"/>
                  </a:cubicBezTo>
                  <a:cubicBezTo>
                    <a:pt x="592" y="3355"/>
                    <a:pt x="1289" y="3821"/>
                    <a:pt x="2061" y="3821"/>
                  </a:cubicBezTo>
                  <a:cubicBezTo>
                    <a:pt x="3115" y="3819"/>
                    <a:pt x="3970" y="2964"/>
                    <a:pt x="3972" y="1911"/>
                  </a:cubicBezTo>
                  <a:cubicBezTo>
                    <a:pt x="3972" y="1138"/>
                    <a:pt x="3506" y="442"/>
                    <a:pt x="2793" y="146"/>
                  </a:cubicBezTo>
                  <a:cubicBezTo>
                    <a:pt x="2556" y="48"/>
                    <a:pt x="2308" y="1"/>
                    <a:pt x="2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0" name="Google Shape;19380;p90"/>
            <p:cNvSpPr/>
            <p:nvPr/>
          </p:nvSpPr>
          <p:spPr>
            <a:xfrm>
              <a:off x="656143" y="3525578"/>
              <a:ext cx="185623" cy="185652"/>
            </a:xfrm>
            <a:custGeom>
              <a:rect b="b" l="l" r="r" t="t"/>
              <a:pathLst>
                <a:path extrusionOk="0" h="11460" w="11460">
                  <a:moveTo>
                    <a:pt x="5730" y="1273"/>
                  </a:moveTo>
                  <a:cubicBezTo>
                    <a:pt x="8187" y="1273"/>
                    <a:pt x="10187" y="3273"/>
                    <a:pt x="10187" y="5730"/>
                  </a:cubicBezTo>
                  <a:cubicBezTo>
                    <a:pt x="10187" y="8187"/>
                    <a:pt x="8187" y="10187"/>
                    <a:pt x="5730" y="10187"/>
                  </a:cubicBezTo>
                  <a:cubicBezTo>
                    <a:pt x="3273" y="10187"/>
                    <a:pt x="1274" y="8187"/>
                    <a:pt x="1274" y="5730"/>
                  </a:cubicBezTo>
                  <a:cubicBezTo>
                    <a:pt x="1274" y="3273"/>
                    <a:pt x="3273" y="1273"/>
                    <a:pt x="5730" y="1273"/>
                  </a:cubicBezTo>
                  <a:close/>
                  <a:moveTo>
                    <a:pt x="5730" y="0"/>
                  </a:moveTo>
                  <a:cubicBezTo>
                    <a:pt x="2571" y="0"/>
                    <a:pt x="0" y="2570"/>
                    <a:pt x="0" y="5730"/>
                  </a:cubicBezTo>
                  <a:cubicBezTo>
                    <a:pt x="0" y="8889"/>
                    <a:pt x="2571" y="11460"/>
                    <a:pt x="5730" y="11460"/>
                  </a:cubicBezTo>
                  <a:cubicBezTo>
                    <a:pt x="8890" y="11460"/>
                    <a:pt x="11459" y="8889"/>
                    <a:pt x="11459" y="5730"/>
                  </a:cubicBezTo>
                  <a:cubicBezTo>
                    <a:pt x="11459" y="2570"/>
                    <a:pt x="8890" y="0"/>
                    <a:pt x="5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1" name="Google Shape;19381;p90"/>
            <p:cNvSpPr/>
            <p:nvPr/>
          </p:nvSpPr>
          <p:spPr>
            <a:xfrm>
              <a:off x="707100" y="3628707"/>
              <a:ext cx="83482" cy="28415"/>
            </a:xfrm>
            <a:custGeom>
              <a:rect b="b" l="l" r="r" t="t"/>
              <a:pathLst>
                <a:path extrusionOk="0" h="1754" w="5154">
                  <a:moveTo>
                    <a:pt x="2584" y="1"/>
                  </a:moveTo>
                  <a:cubicBezTo>
                    <a:pt x="1841" y="1"/>
                    <a:pt x="1098" y="186"/>
                    <a:pt x="427" y="556"/>
                  </a:cubicBezTo>
                  <a:cubicBezTo>
                    <a:pt x="116" y="726"/>
                    <a:pt x="1" y="1116"/>
                    <a:pt x="173" y="1426"/>
                  </a:cubicBezTo>
                  <a:cubicBezTo>
                    <a:pt x="289" y="1636"/>
                    <a:pt x="507" y="1754"/>
                    <a:pt x="730" y="1754"/>
                  </a:cubicBezTo>
                  <a:cubicBezTo>
                    <a:pt x="837" y="1754"/>
                    <a:pt x="945" y="1727"/>
                    <a:pt x="1044" y="1671"/>
                  </a:cubicBezTo>
                  <a:cubicBezTo>
                    <a:pt x="1523" y="1406"/>
                    <a:pt x="2054" y="1274"/>
                    <a:pt x="2584" y="1274"/>
                  </a:cubicBezTo>
                  <a:cubicBezTo>
                    <a:pt x="3115" y="1274"/>
                    <a:pt x="3645" y="1406"/>
                    <a:pt x="4124" y="1671"/>
                  </a:cubicBezTo>
                  <a:cubicBezTo>
                    <a:pt x="4220" y="1723"/>
                    <a:pt x="4324" y="1748"/>
                    <a:pt x="4427" y="1748"/>
                  </a:cubicBezTo>
                  <a:cubicBezTo>
                    <a:pt x="4651" y="1748"/>
                    <a:pt x="4868" y="1629"/>
                    <a:pt x="4984" y="1419"/>
                  </a:cubicBezTo>
                  <a:cubicBezTo>
                    <a:pt x="5154" y="1113"/>
                    <a:pt x="5045" y="728"/>
                    <a:pt x="4742" y="556"/>
                  </a:cubicBezTo>
                  <a:cubicBezTo>
                    <a:pt x="4070" y="186"/>
                    <a:pt x="3327"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2" name="Google Shape;19382;p90"/>
            <p:cNvSpPr/>
            <p:nvPr/>
          </p:nvSpPr>
          <p:spPr>
            <a:xfrm>
              <a:off x="572969" y="3484333"/>
              <a:ext cx="351988" cy="330059"/>
            </a:xfrm>
            <a:custGeom>
              <a:rect b="b" l="l" r="r" t="t"/>
              <a:pathLst>
                <a:path extrusionOk="0" h="20374" w="21731">
                  <a:moveTo>
                    <a:pt x="19821" y="1273"/>
                  </a:moveTo>
                  <a:cubicBezTo>
                    <a:pt x="20173" y="1273"/>
                    <a:pt x="20457" y="1558"/>
                    <a:pt x="20457" y="1910"/>
                  </a:cubicBezTo>
                  <a:lnTo>
                    <a:pt x="20458" y="14644"/>
                  </a:lnTo>
                  <a:cubicBezTo>
                    <a:pt x="20457" y="14994"/>
                    <a:pt x="20173" y="15279"/>
                    <a:pt x="19822" y="15280"/>
                  </a:cubicBezTo>
                  <a:lnTo>
                    <a:pt x="1910" y="15280"/>
                  </a:lnTo>
                  <a:cubicBezTo>
                    <a:pt x="1558" y="15279"/>
                    <a:pt x="1274" y="14994"/>
                    <a:pt x="1274" y="14644"/>
                  </a:cubicBezTo>
                  <a:lnTo>
                    <a:pt x="1274" y="1910"/>
                  </a:lnTo>
                  <a:cubicBezTo>
                    <a:pt x="1274" y="1558"/>
                    <a:pt x="1558" y="1273"/>
                    <a:pt x="1910" y="1273"/>
                  </a:cubicBezTo>
                  <a:close/>
                  <a:moveTo>
                    <a:pt x="11542" y="16552"/>
                  </a:moveTo>
                  <a:cubicBezTo>
                    <a:pt x="11659" y="17527"/>
                    <a:pt x="12016" y="18443"/>
                    <a:pt x="12332" y="19099"/>
                  </a:cubicBezTo>
                  <a:lnTo>
                    <a:pt x="9400" y="19099"/>
                  </a:lnTo>
                  <a:cubicBezTo>
                    <a:pt x="9716" y="18444"/>
                    <a:pt x="10074" y="17528"/>
                    <a:pt x="10190" y="16552"/>
                  </a:cubicBezTo>
                  <a:close/>
                  <a:moveTo>
                    <a:pt x="1910" y="1"/>
                  </a:moveTo>
                  <a:cubicBezTo>
                    <a:pt x="856" y="2"/>
                    <a:pt x="2" y="855"/>
                    <a:pt x="1" y="1910"/>
                  </a:cubicBezTo>
                  <a:lnTo>
                    <a:pt x="1" y="14642"/>
                  </a:lnTo>
                  <a:cubicBezTo>
                    <a:pt x="2" y="15697"/>
                    <a:pt x="857" y="16550"/>
                    <a:pt x="1910" y="16552"/>
                  </a:cubicBezTo>
                  <a:lnTo>
                    <a:pt x="8906" y="16552"/>
                  </a:lnTo>
                  <a:cubicBezTo>
                    <a:pt x="8744" y="17621"/>
                    <a:pt x="8232" y="18625"/>
                    <a:pt x="7962" y="19099"/>
                  </a:cubicBezTo>
                  <a:lnTo>
                    <a:pt x="5773" y="19099"/>
                  </a:lnTo>
                  <a:cubicBezTo>
                    <a:pt x="5421" y="19099"/>
                    <a:pt x="5135" y="19383"/>
                    <a:pt x="5135" y="19735"/>
                  </a:cubicBezTo>
                  <a:cubicBezTo>
                    <a:pt x="5135" y="20087"/>
                    <a:pt x="5421" y="20373"/>
                    <a:pt x="5773" y="20373"/>
                  </a:cubicBezTo>
                  <a:lnTo>
                    <a:pt x="15958" y="20373"/>
                  </a:lnTo>
                  <a:cubicBezTo>
                    <a:pt x="16310" y="20373"/>
                    <a:pt x="16594" y="20087"/>
                    <a:pt x="16594" y="19735"/>
                  </a:cubicBezTo>
                  <a:cubicBezTo>
                    <a:pt x="16594" y="19383"/>
                    <a:pt x="16310" y="19099"/>
                    <a:pt x="15958" y="19099"/>
                  </a:cubicBezTo>
                  <a:lnTo>
                    <a:pt x="13769" y="19099"/>
                  </a:lnTo>
                  <a:cubicBezTo>
                    <a:pt x="13498" y="18627"/>
                    <a:pt x="12986" y="17624"/>
                    <a:pt x="12825" y="16552"/>
                  </a:cubicBezTo>
                  <a:lnTo>
                    <a:pt x="19821" y="16552"/>
                  </a:lnTo>
                  <a:cubicBezTo>
                    <a:pt x="20875" y="16550"/>
                    <a:pt x="21729" y="15697"/>
                    <a:pt x="21730" y="14642"/>
                  </a:cubicBezTo>
                  <a:lnTo>
                    <a:pt x="21730" y="1910"/>
                  </a:lnTo>
                  <a:cubicBezTo>
                    <a:pt x="21729" y="855"/>
                    <a:pt x="20874" y="2"/>
                    <a:pt x="198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383" name="Google Shape;19383;p90"/>
          <p:cNvSpPr/>
          <p:nvPr/>
        </p:nvSpPr>
        <p:spPr>
          <a:xfrm>
            <a:off x="4043487" y="2849902"/>
            <a:ext cx="345430" cy="324547"/>
          </a:xfrm>
          <a:custGeom>
            <a:rect b="b" l="l" r="r" t="t"/>
            <a:pathLst>
              <a:path extrusionOk="0" h="20415" w="21732">
                <a:moveTo>
                  <a:pt x="14050" y="1273"/>
                </a:moveTo>
                <a:lnTo>
                  <a:pt x="14050" y="3820"/>
                </a:lnTo>
                <a:lnTo>
                  <a:pt x="7684" y="3820"/>
                </a:lnTo>
                <a:lnTo>
                  <a:pt x="7684" y="1273"/>
                </a:lnTo>
                <a:close/>
                <a:moveTo>
                  <a:pt x="11504" y="5094"/>
                </a:moveTo>
                <a:lnTo>
                  <a:pt x="11504" y="10186"/>
                </a:lnTo>
                <a:lnTo>
                  <a:pt x="10231" y="10186"/>
                </a:lnTo>
                <a:lnTo>
                  <a:pt x="10231" y="5094"/>
                </a:lnTo>
                <a:close/>
                <a:moveTo>
                  <a:pt x="8958" y="5094"/>
                </a:moveTo>
                <a:lnTo>
                  <a:pt x="8958" y="10186"/>
                </a:lnTo>
                <a:lnTo>
                  <a:pt x="8321" y="10186"/>
                </a:lnTo>
                <a:cubicBezTo>
                  <a:pt x="7969" y="10186"/>
                  <a:pt x="7684" y="10472"/>
                  <a:pt x="7684" y="10822"/>
                </a:cubicBezTo>
                <a:lnTo>
                  <a:pt x="7684" y="11311"/>
                </a:lnTo>
                <a:cubicBezTo>
                  <a:pt x="4819" y="11057"/>
                  <a:pt x="2298" y="10543"/>
                  <a:pt x="1275" y="10317"/>
                </a:cubicBezTo>
                <a:lnTo>
                  <a:pt x="1275" y="10316"/>
                </a:lnTo>
                <a:lnTo>
                  <a:pt x="1275" y="5094"/>
                </a:lnTo>
                <a:close/>
                <a:moveTo>
                  <a:pt x="20460" y="5094"/>
                </a:moveTo>
                <a:lnTo>
                  <a:pt x="20460" y="10316"/>
                </a:lnTo>
                <a:cubicBezTo>
                  <a:pt x="19437" y="10543"/>
                  <a:pt x="16916" y="11057"/>
                  <a:pt x="14051" y="11311"/>
                </a:cubicBezTo>
                <a:lnTo>
                  <a:pt x="14051" y="10822"/>
                </a:lnTo>
                <a:cubicBezTo>
                  <a:pt x="14051" y="10472"/>
                  <a:pt x="13765" y="10186"/>
                  <a:pt x="13415" y="10186"/>
                </a:cubicBezTo>
                <a:lnTo>
                  <a:pt x="12778" y="10186"/>
                </a:lnTo>
                <a:lnTo>
                  <a:pt x="12778" y="5094"/>
                </a:lnTo>
                <a:close/>
                <a:moveTo>
                  <a:pt x="12777" y="11459"/>
                </a:moveTo>
                <a:lnTo>
                  <a:pt x="12777" y="12732"/>
                </a:lnTo>
                <a:lnTo>
                  <a:pt x="8957" y="12732"/>
                </a:lnTo>
                <a:lnTo>
                  <a:pt x="8957" y="11459"/>
                </a:lnTo>
                <a:close/>
                <a:moveTo>
                  <a:pt x="11504" y="14006"/>
                </a:moveTo>
                <a:lnTo>
                  <a:pt x="11504" y="15652"/>
                </a:lnTo>
                <a:lnTo>
                  <a:pt x="10867" y="16289"/>
                </a:lnTo>
                <a:lnTo>
                  <a:pt x="10231" y="15652"/>
                </a:lnTo>
                <a:lnTo>
                  <a:pt x="10231" y="14006"/>
                </a:lnTo>
                <a:close/>
                <a:moveTo>
                  <a:pt x="19185" y="11877"/>
                </a:moveTo>
                <a:lnTo>
                  <a:pt x="19185" y="19142"/>
                </a:lnTo>
                <a:lnTo>
                  <a:pt x="2548" y="19142"/>
                </a:lnTo>
                <a:lnTo>
                  <a:pt x="2548" y="11877"/>
                </a:lnTo>
                <a:cubicBezTo>
                  <a:pt x="3858" y="12125"/>
                  <a:pt x="5682" y="12417"/>
                  <a:pt x="7684" y="12589"/>
                </a:cubicBezTo>
                <a:lnTo>
                  <a:pt x="7684" y="13370"/>
                </a:lnTo>
                <a:cubicBezTo>
                  <a:pt x="7684" y="13722"/>
                  <a:pt x="7968" y="14006"/>
                  <a:pt x="8320" y="14006"/>
                </a:cubicBezTo>
                <a:lnTo>
                  <a:pt x="8957" y="14006"/>
                </a:lnTo>
                <a:lnTo>
                  <a:pt x="8957" y="15917"/>
                </a:lnTo>
                <a:cubicBezTo>
                  <a:pt x="8957" y="16085"/>
                  <a:pt x="9024" y="16246"/>
                  <a:pt x="9143" y="16367"/>
                </a:cubicBezTo>
                <a:lnTo>
                  <a:pt x="10416" y="17640"/>
                </a:lnTo>
                <a:cubicBezTo>
                  <a:pt x="10540" y="17764"/>
                  <a:pt x="10704" y="17826"/>
                  <a:pt x="10867" y="17826"/>
                </a:cubicBezTo>
                <a:cubicBezTo>
                  <a:pt x="11030" y="17826"/>
                  <a:pt x="11193" y="17764"/>
                  <a:pt x="11317" y="17640"/>
                </a:cubicBezTo>
                <a:lnTo>
                  <a:pt x="12590" y="16367"/>
                </a:lnTo>
                <a:cubicBezTo>
                  <a:pt x="12709" y="16246"/>
                  <a:pt x="12777" y="16085"/>
                  <a:pt x="12777" y="15917"/>
                </a:cubicBezTo>
                <a:lnTo>
                  <a:pt x="12777" y="14006"/>
                </a:lnTo>
                <a:lnTo>
                  <a:pt x="13413" y="14006"/>
                </a:lnTo>
                <a:cubicBezTo>
                  <a:pt x="13765" y="14006"/>
                  <a:pt x="14050" y="13722"/>
                  <a:pt x="14050" y="13370"/>
                </a:cubicBezTo>
                <a:lnTo>
                  <a:pt x="14050" y="12589"/>
                </a:lnTo>
                <a:cubicBezTo>
                  <a:pt x="16052" y="12417"/>
                  <a:pt x="17875" y="12125"/>
                  <a:pt x="19185" y="11877"/>
                </a:cubicBezTo>
                <a:close/>
                <a:moveTo>
                  <a:pt x="7047" y="1"/>
                </a:moveTo>
                <a:cubicBezTo>
                  <a:pt x="6695" y="1"/>
                  <a:pt x="6411" y="285"/>
                  <a:pt x="6411" y="637"/>
                </a:cubicBezTo>
                <a:lnTo>
                  <a:pt x="6411" y="3820"/>
                </a:lnTo>
                <a:lnTo>
                  <a:pt x="637" y="3820"/>
                </a:lnTo>
                <a:cubicBezTo>
                  <a:pt x="285" y="3820"/>
                  <a:pt x="1" y="4106"/>
                  <a:pt x="1" y="4456"/>
                </a:cubicBezTo>
                <a:lnTo>
                  <a:pt x="1" y="10822"/>
                </a:lnTo>
                <a:cubicBezTo>
                  <a:pt x="1" y="11116"/>
                  <a:pt x="201" y="11372"/>
                  <a:pt x="485" y="11442"/>
                </a:cubicBezTo>
                <a:cubicBezTo>
                  <a:pt x="525" y="11451"/>
                  <a:pt x="805" y="11520"/>
                  <a:pt x="1274" y="11620"/>
                </a:cubicBezTo>
                <a:lnTo>
                  <a:pt x="1274" y="19778"/>
                </a:lnTo>
                <a:cubicBezTo>
                  <a:pt x="1274" y="20130"/>
                  <a:pt x="1560" y="20415"/>
                  <a:pt x="1910" y="20415"/>
                </a:cubicBezTo>
                <a:lnTo>
                  <a:pt x="19822" y="20415"/>
                </a:lnTo>
                <a:cubicBezTo>
                  <a:pt x="20174" y="20415"/>
                  <a:pt x="20458" y="20130"/>
                  <a:pt x="20458" y="19778"/>
                </a:cubicBezTo>
                <a:lnTo>
                  <a:pt x="20458" y="11622"/>
                </a:lnTo>
                <a:cubicBezTo>
                  <a:pt x="20927" y="11520"/>
                  <a:pt x="21209" y="11451"/>
                  <a:pt x="21248" y="11442"/>
                </a:cubicBezTo>
                <a:cubicBezTo>
                  <a:pt x="21531" y="11372"/>
                  <a:pt x="21731" y="11116"/>
                  <a:pt x="21731" y="10824"/>
                </a:cubicBezTo>
                <a:lnTo>
                  <a:pt x="21731" y="4456"/>
                </a:lnTo>
                <a:cubicBezTo>
                  <a:pt x="21731" y="4106"/>
                  <a:pt x="21447" y="3820"/>
                  <a:pt x="21095" y="3820"/>
                </a:cubicBezTo>
                <a:lnTo>
                  <a:pt x="15323" y="3820"/>
                </a:lnTo>
                <a:lnTo>
                  <a:pt x="15323" y="637"/>
                </a:lnTo>
                <a:cubicBezTo>
                  <a:pt x="15323" y="285"/>
                  <a:pt x="15037" y="1"/>
                  <a:pt x="146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384" name="Google Shape;19384;p90"/>
          <p:cNvGrpSpPr/>
          <p:nvPr/>
        </p:nvGrpSpPr>
        <p:grpSpPr>
          <a:xfrm>
            <a:off x="4775665" y="2839420"/>
            <a:ext cx="345441" cy="345510"/>
            <a:chOff x="1825440" y="1754027"/>
            <a:chExt cx="351988" cy="352058"/>
          </a:xfrm>
        </p:grpSpPr>
        <p:sp>
          <p:nvSpPr>
            <p:cNvPr id="19385" name="Google Shape;19385;p90"/>
            <p:cNvSpPr/>
            <p:nvPr/>
          </p:nvSpPr>
          <p:spPr>
            <a:xfrm>
              <a:off x="1949853" y="1940360"/>
              <a:ext cx="227575" cy="165726"/>
            </a:xfrm>
            <a:custGeom>
              <a:rect b="b" l="l" r="r" t="t"/>
              <a:pathLst>
                <a:path extrusionOk="0" h="10230" w="14050">
                  <a:moveTo>
                    <a:pt x="9550" y="1273"/>
                  </a:moveTo>
                  <a:cubicBezTo>
                    <a:pt x="11298" y="1273"/>
                    <a:pt x="12777" y="2730"/>
                    <a:pt x="12777" y="4456"/>
                  </a:cubicBezTo>
                  <a:cubicBezTo>
                    <a:pt x="12777" y="6181"/>
                    <a:pt x="11298" y="7639"/>
                    <a:pt x="9550" y="7639"/>
                  </a:cubicBezTo>
                  <a:lnTo>
                    <a:pt x="4457" y="7639"/>
                  </a:lnTo>
                  <a:cubicBezTo>
                    <a:pt x="4181" y="7639"/>
                    <a:pt x="3891" y="7592"/>
                    <a:pt x="3548" y="7487"/>
                  </a:cubicBezTo>
                  <a:cubicBezTo>
                    <a:pt x="3487" y="7469"/>
                    <a:pt x="3425" y="7460"/>
                    <a:pt x="3364" y="7460"/>
                  </a:cubicBezTo>
                  <a:cubicBezTo>
                    <a:pt x="3194" y="7460"/>
                    <a:pt x="3029" y="7528"/>
                    <a:pt x="2908" y="7653"/>
                  </a:cubicBezTo>
                  <a:lnTo>
                    <a:pt x="2548" y="8023"/>
                  </a:lnTo>
                  <a:lnTo>
                    <a:pt x="2548" y="7280"/>
                  </a:lnTo>
                  <a:cubicBezTo>
                    <a:pt x="2548" y="7098"/>
                    <a:pt x="2471" y="6928"/>
                    <a:pt x="2337" y="6807"/>
                  </a:cubicBezTo>
                  <a:cubicBezTo>
                    <a:pt x="1652" y="6187"/>
                    <a:pt x="1275" y="5353"/>
                    <a:pt x="1275" y="4456"/>
                  </a:cubicBezTo>
                  <a:cubicBezTo>
                    <a:pt x="1275" y="2701"/>
                    <a:pt x="2703" y="1273"/>
                    <a:pt x="4457" y="1273"/>
                  </a:cubicBezTo>
                  <a:close/>
                  <a:moveTo>
                    <a:pt x="4457" y="0"/>
                  </a:moveTo>
                  <a:cubicBezTo>
                    <a:pt x="2000" y="0"/>
                    <a:pt x="1" y="2000"/>
                    <a:pt x="1" y="4457"/>
                  </a:cubicBezTo>
                  <a:cubicBezTo>
                    <a:pt x="1" y="5604"/>
                    <a:pt x="462" y="6716"/>
                    <a:pt x="1275" y="7550"/>
                  </a:cubicBezTo>
                  <a:lnTo>
                    <a:pt x="1275" y="9593"/>
                  </a:lnTo>
                  <a:cubicBezTo>
                    <a:pt x="1275" y="9852"/>
                    <a:pt x="1432" y="10085"/>
                    <a:pt x="1672" y="10183"/>
                  </a:cubicBezTo>
                  <a:cubicBezTo>
                    <a:pt x="1750" y="10214"/>
                    <a:pt x="1831" y="10229"/>
                    <a:pt x="1911" y="10229"/>
                  </a:cubicBezTo>
                  <a:cubicBezTo>
                    <a:pt x="2080" y="10229"/>
                    <a:pt x="2246" y="10162"/>
                    <a:pt x="2368" y="10036"/>
                  </a:cubicBezTo>
                  <a:lnTo>
                    <a:pt x="3561" y="8808"/>
                  </a:lnTo>
                  <a:cubicBezTo>
                    <a:pt x="3855" y="8877"/>
                    <a:pt x="4156" y="8911"/>
                    <a:pt x="4457" y="8914"/>
                  </a:cubicBezTo>
                  <a:lnTo>
                    <a:pt x="9550" y="8914"/>
                  </a:lnTo>
                  <a:cubicBezTo>
                    <a:pt x="12009" y="8914"/>
                    <a:pt x="14049" y="6909"/>
                    <a:pt x="14049" y="4457"/>
                  </a:cubicBezTo>
                  <a:cubicBezTo>
                    <a:pt x="14049" y="2009"/>
                    <a:pt x="12012" y="0"/>
                    <a:pt x="95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6" name="Google Shape;19386;p90"/>
            <p:cNvSpPr/>
            <p:nvPr/>
          </p:nvSpPr>
          <p:spPr>
            <a:xfrm>
              <a:off x="2010918" y="2002244"/>
              <a:ext cx="21445" cy="20639"/>
            </a:xfrm>
            <a:custGeom>
              <a:rect b="b" l="l" r="r" t="t"/>
              <a:pathLst>
                <a:path extrusionOk="0" h="1274" w="1324">
                  <a:moveTo>
                    <a:pt x="687" y="1"/>
                  </a:moveTo>
                  <a:cubicBezTo>
                    <a:pt x="431" y="1"/>
                    <a:pt x="198" y="155"/>
                    <a:pt x="100" y="394"/>
                  </a:cubicBezTo>
                  <a:cubicBezTo>
                    <a:pt x="0" y="632"/>
                    <a:pt x="55" y="904"/>
                    <a:pt x="237" y="1087"/>
                  </a:cubicBezTo>
                  <a:cubicBezTo>
                    <a:pt x="359" y="1209"/>
                    <a:pt x="521" y="1274"/>
                    <a:pt x="686" y="1274"/>
                  </a:cubicBezTo>
                  <a:cubicBezTo>
                    <a:pt x="769" y="1274"/>
                    <a:pt x="852" y="1258"/>
                    <a:pt x="931" y="1225"/>
                  </a:cubicBezTo>
                  <a:cubicBezTo>
                    <a:pt x="1169" y="1127"/>
                    <a:pt x="1324" y="894"/>
                    <a:pt x="1324" y="637"/>
                  </a:cubicBezTo>
                  <a:cubicBezTo>
                    <a:pt x="1324" y="285"/>
                    <a:pt x="1039" y="1"/>
                    <a:pt x="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7" name="Google Shape;19387;p90"/>
            <p:cNvSpPr/>
            <p:nvPr/>
          </p:nvSpPr>
          <p:spPr>
            <a:xfrm>
              <a:off x="2052173" y="2002244"/>
              <a:ext cx="21445" cy="20639"/>
            </a:xfrm>
            <a:custGeom>
              <a:rect b="b" l="l" r="r" t="t"/>
              <a:pathLst>
                <a:path extrusionOk="0" h="1274" w="1324">
                  <a:moveTo>
                    <a:pt x="687" y="1"/>
                  </a:moveTo>
                  <a:cubicBezTo>
                    <a:pt x="429" y="1"/>
                    <a:pt x="197" y="155"/>
                    <a:pt x="99" y="394"/>
                  </a:cubicBezTo>
                  <a:cubicBezTo>
                    <a:pt x="1" y="632"/>
                    <a:pt x="55" y="904"/>
                    <a:pt x="236" y="1087"/>
                  </a:cubicBezTo>
                  <a:cubicBezTo>
                    <a:pt x="358" y="1209"/>
                    <a:pt x="521" y="1274"/>
                    <a:pt x="686" y="1274"/>
                  </a:cubicBezTo>
                  <a:cubicBezTo>
                    <a:pt x="769" y="1274"/>
                    <a:pt x="852" y="1258"/>
                    <a:pt x="931" y="1225"/>
                  </a:cubicBezTo>
                  <a:cubicBezTo>
                    <a:pt x="1168" y="1127"/>
                    <a:pt x="1324" y="894"/>
                    <a:pt x="1324" y="637"/>
                  </a:cubicBezTo>
                  <a:cubicBezTo>
                    <a:pt x="1324" y="285"/>
                    <a:pt x="1038" y="1"/>
                    <a:pt x="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8" name="Google Shape;19388;p90"/>
            <p:cNvSpPr/>
            <p:nvPr/>
          </p:nvSpPr>
          <p:spPr>
            <a:xfrm>
              <a:off x="2093412" y="2002244"/>
              <a:ext cx="21445" cy="20639"/>
            </a:xfrm>
            <a:custGeom>
              <a:rect b="b" l="l" r="r" t="t"/>
              <a:pathLst>
                <a:path extrusionOk="0" h="1274" w="1324">
                  <a:moveTo>
                    <a:pt x="687" y="1"/>
                  </a:moveTo>
                  <a:cubicBezTo>
                    <a:pt x="429" y="1"/>
                    <a:pt x="198" y="155"/>
                    <a:pt x="100" y="394"/>
                  </a:cubicBezTo>
                  <a:cubicBezTo>
                    <a:pt x="1" y="632"/>
                    <a:pt x="55" y="904"/>
                    <a:pt x="238" y="1087"/>
                  </a:cubicBezTo>
                  <a:cubicBezTo>
                    <a:pt x="359" y="1209"/>
                    <a:pt x="521" y="1274"/>
                    <a:pt x="686" y="1274"/>
                  </a:cubicBezTo>
                  <a:cubicBezTo>
                    <a:pt x="769" y="1274"/>
                    <a:pt x="852" y="1258"/>
                    <a:pt x="931" y="1225"/>
                  </a:cubicBezTo>
                  <a:cubicBezTo>
                    <a:pt x="1169" y="1127"/>
                    <a:pt x="1324" y="894"/>
                    <a:pt x="1324" y="637"/>
                  </a:cubicBezTo>
                  <a:cubicBezTo>
                    <a:pt x="1324" y="285"/>
                    <a:pt x="1039" y="1"/>
                    <a:pt x="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9" name="Google Shape;19389;p90"/>
            <p:cNvSpPr/>
            <p:nvPr/>
          </p:nvSpPr>
          <p:spPr>
            <a:xfrm>
              <a:off x="1825440" y="1754027"/>
              <a:ext cx="227559" cy="165726"/>
            </a:xfrm>
            <a:custGeom>
              <a:rect b="b" l="l" r="r" t="t"/>
              <a:pathLst>
                <a:path extrusionOk="0" h="10230" w="14049">
                  <a:moveTo>
                    <a:pt x="9592" y="1274"/>
                  </a:moveTo>
                  <a:cubicBezTo>
                    <a:pt x="11318" y="1274"/>
                    <a:pt x="12775" y="2752"/>
                    <a:pt x="12775" y="4500"/>
                  </a:cubicBezTo>
                  <a:cubicBezTo>
                    <a:pt x="12775" y="5396"/>
                    <a:pt x="12398" y="6231"/>
                    <a:pt x="11712" y="6850"/>
                  </a:cubicBezTo>
                  <a:cubicBezTo>
                    <a:pt x="11578" y="6970"/>
                    <a:pt x="11502" y="7142"/>
                    <a:pt x="11502" y="7322"/>
                  </a:cubicBezTo>
                  <a:lnTo>
                    <a:pt x="11502" y="8055"/>
                  </a:lnTo>
                  <a:lnTo>
                    <a:pt x="11135" y="7690"/>
                  </a:lnTo>
                  <a:cubicBezTo>
                    <a:pt x="11013" y="7568"/>
                    <a:pt x="10851" y="7503"/>
                    <a:pt x="10684" y="7503"/>
                  </a:cubicBezTo>
                  <a:cubicBezTo>
                    <a:pt x="10623" y="7503"/>
                    <a:pt x="10561" y="7512"/>
                    <a:pt x="10500" y="7530"/>
                  </a:cubicBezTo>
                  <a:cubicBezTo>
                    <a:pt x="10157" y="7634"/>
                    <a:pt x="9869" y="7683"/>
                    <a:pt x="9592" y="7683"/>
                  </a:cubicBezTo>
                  <a:lnTo>
                    <a:pt x="4499" y="7683"/>
                  </a:lnTo>
                  <a:cubicBezTo>
                    <a:pt x="2750" y="7683"/>
                    <a:pt x="1273" y="6225"/>
                    <a:pt x="1273" y="4500"/>
                  </a:cubicBezTo>
                  <a:cubicBezTo>
                    <a:pt x="1273" y="2752"/>
                    <a:pt x="2751" y="1274"/>
                    <a:pt x="4499" y="1274"/>
                  </a:cubicBezTo>
                  <a:close/>
                  <a:moveTo>
                    <a:pt x="4499" y="1"/>
                  </a:moveTo>
                  <a:cubicBezTo>
                    <a:pt x="2054" y="1"/>
                    <a:pt x="0" y="2034"/>
                    <a:pt x="0" y="4500"/>
                  </a:cubicBezTo>
                  <a:cubicBezTo>
                    <a:pt x="0" y="6948"/>
                    <a:pt x="2038" y="8956"/>
                    <a:pt x="4499" y="8956"/>
                  </a:cubicBezTo>
                  <a:lnTo>
                    <a:pt x="9592" y="8956"/>
                  </a:lnTo>
                  <a:cubicBezTo>
                    <a:pt x="9895" y="8954"/>
                    <a:pt x="10198" y="8918"/>
                    <a:pt x="10495" y="8849"/>
                  </a:cubicBezTo>
                  <a:lnTo>
                    <a:pt x="11688" y="10043"/>
                  </a:lnTo>
                  <a:cubicBezTo>
                    <a:pt x="11810" y="10165"/>
                    <a:pt x="11973" y="10229"/>
                    <a:pt x="12138" y="10229"/>
                  </a:cubicBezTo>
                  <a:cubicBezTo>
                    <a:pt x="12220" y="10229"/>
                    <a:pt x="12303" y="10213"/>
                    <a:pt x="12382" y="10180"/>
                  </a:cubicBezTo>
                  <a:cubicBezTo>
                    <a:pt x="12620" y="10083"/>
                    <a:pt x="12775" y="9850"/>
                    <a:pt x="12775" y="9593"/>
                  </a:cubicBezTo>
                  <a:lnTo>
                    <a:pt x="12775" y="7592"/>
                  </a:lnTo>
                  <a:cubicBezTo>
                    <a:pt x="13587" y="6759"/>
                    <a:pt x="14049" y="5647"/>
                    <a:pt x="14049" y="4500"/>
                  </a:cubicBezTo>
                  <a:cubicBezTo>
                    <a:pt x="14049" y="2041"/>
                    <a:pt x="12044" y="1"/>
                    <a:pt x="95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0" name="Google Shape;19390;p90"/>
            <p:cNvSpPr/>
            <p:nvPr/>
          </p:nvSpPr>
          <p:spPr>
            <a:xfrm>
              <a:off x="1887185" y="1816608"/>
              <a:ext cx="21445" cy="20639"/>
            </a:xfrm>
            <a:custGeom>
              <a:rect b="b" l="l" r="r" t="t"/>
              <a:pathLst>
                <a:path extrusionOk="0" h="1274" w="1324">
                  <a:moveTo>
                    <a:pt x="687" y="0"/>
                  </a:moveTo>
                  <a:cubicBezTo>
                    <a:pt x="429" y="0"/>
                    <a:pt x="198" y="155"/>
                    <a:pt x="98" y="393"/>
                  </a:cubicBezTo>
                  <a:cubicBezTo>
                    <a:pt x="0" y="631"/>
                    <a:pt x="55" y="904"/>
                    <a:pt x="237" y="1087"/>
                  </a:cubicBezTo>
                  <a:cubicBezTo>
                    <a:pt x="358" y="1209"/>
                    <a:pt x="521" y="1273"/>
                    <a:pt x="686" y="1273"/>
                  </a:cubicBezTo>
                  <a:cubicBezTo>
                    <a:pt x="768" y="1273"/>
                    <a:pt x="851" y="1257"/>
                    <a:pt x="931" y="1224"/>
                  </a:cubicBezTo>
                  <a:cubicBezTo>
                    <a:pt x="1169" y="1126"/>
                    <a:pt x="1324" y="893"/>
                    <a:pt x="1324" y="637"/>
                  </a:cubicBezTo>
                  <a:cubicBezTo>
                    <a:pt x="1324" y="285"/>
                    <a:pt x="1038" y="0"/>
                    <a:pt x="6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1" name="Google Shape;19391;p90"/>
            <p:cNvSpPr/>
            <p:nvPr/>
          </p:nvSpPr>
          <p:spPr>
            <a:xfrm>
              <a:off x="1928424" y="1816608"/>
              <a:ext cx="21445" cy="20639"/>
            </a:xfrm>
            <a:custGeom>
              <a:rect b="b" l="l" r="r" t="t"/>
              <a:pathLst>
                <a:path extrusionOk="0" h="1274" w="1324">
                  <a:moveTo>
                    <a:pt x="687" y="0"/>
                  </a:moveTo>
                  <a:cubicBezTo>
                    <a:pt x="430" y="0"/>
                    <a:pt x="197" y="155"/>
                    <a:pt x="100" y="393"/>
                  </a:cubicBezTo>
                  <a:cubicBezTo>
                    <a:pt x="0" y="631"/>
                    <a:pt x="55" y="904"/>
                    <a:pt x="237" y="1087"/>
                  </a:cubicBezTo>
                  <a:cubicBezTo>
                    <a:pt x="359" y="1209"/>
                    <a:pt x="522" y="1273"/>
                    <a:pt x="687" y="1273"/>
                  </a:cubicBezTo>
                  <a:cubicBezTo>
                    <a:pt x="769" y="1273"/>
                    <a:pt x="852" y="1257"/>
                    <a:pt x="931" y="1224"/>
                  </a:cubicBezTo>
                  <a:cubicBezTo>
                    <a:pt x="1169" y="1126"/>
                    <a:pt x="1324" y="893"/>
                    <a:pt x="1324" y="637"/>
                  </a:cubicBezTo>
                  <a:cubicBezTo>
                    <a:pt x="1324" y="285"/>
                    <a:pt x="1039" y="0"/>
                    <a:pt x="6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2" name="Google Shape;19392;p90"/>
            <p:cNvSpPr/>
            <p:nvPr/>
          </p:nvSpPr>
          <p:spPr>
            <a:xfrm>
              <a:off x="1969679" y="1816608"/>
              <a:ext cx="21445" cy="20639"/>
            </a:xfrm>
            <a:custGeom>
              <a:rect b="b" l="l" r="r" t="t"/>
              <a:pathLst>
                <a:path extrusionOk="0" h="1274" w="1324">
                  <a:moveTo>
                    <a:pt x="687" y="0"/>
                  </a:moveTo>
                  <a:cubicBezTo>
                    <a:pt x="429" y="0"/>
                    <a:pt x="198" y="155"/>
                    <a:pt x="98" y="393"/>
                  </a:cubicBezTo>
                  <a:cubicBezTo>
                    <a:pt x="1" y="631"/>
                    <a:pt x="55" y="904"/>
                    <a:pt x="236" y="1087"/>
                  </a:cubicBezTo>
                  <a:cubicBezTo>
                    <a:pt x="358" y="1209"/>
                    <a:pt x="521" y="1273"/>
                    <a:pt x="686" y="1273"/>
                  </a:cubicBezTo>
                  <a:cubicBezTo>
                    <a:pt x="769" y="1273"/>
                    <a:pt x="852" y="1257"/>
                    <a:pt x="931" y="1224"/>
                  </a:cubicBezTo>
                  <a:cubicBezTo>
                    <a:pt x="1169" y="1126"/>
                    <a:pt x="1324" y="893"/>
                    <a:pt x="1324" y="637"/>
                  </a:cubicBezTo>
                  <a:cubicBezTo>
                    <a:pt x="1324" y="285"/>
                    <a:pt x="1038" y="0"/>
                    <a:pt x="6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93" name="Google Shape;19393;p90"/>
          <p:cNvGrpSpPr/>
          <p:nvPr/>
        </p:nvGrpSpPr>
        <p:grpSpPr>
          <a:xfrm>
            <a:off x="5522453" y="2839428"/>
            <a:ext cx="345441" cy="345494"/>
            <a:chOff x="1358580" y="1711697"/>
            <a:chExt cx="351988" cy="352042"/>
          </a:xfrm>
        </p:grpSpPr>
        <p:sp>
          <p:nvSpPr>
            <p:cNvPr id="19394" name="Google Shape;19394;p90"/>
            <p:cNvSpPr/>
            <p:nvPr/>
          </p:nvSpPr>
          <p:spPr>
            <a:xfrm>
              <a:off x="1451246" y="1752958"/>
              <a:ext cx="21445" cy="20639"/>
            </a:xfrm>
            <a:custGeom>
              <a:rect b="b" l="l" r="r" t="t"/>
              <a:pathLst>
                <a:path extrusionOk="0" h="1274" w="1324">
                  <a:moveTo>
                    <a:pt x="688" y="0"/>
                  </a:moveTo>
                  <a:cubicBezTo>
                    <a:pt x="429" y="0"/>
                    <a:pt x="198" y="155"/>
                    <a:pt x="99" y="394"/>
                  </a:cubicBezTo>
                  <a:cubicBezTo>
                    <a:pt x="1" y="630"/>
                    <a:pt x="55" y="904"/>
                    <a:pt x="238" y="1087"/>
                  </a:cubicBezTo>
                  <a:cubicBezTo>
                    <a:pt x="359" y="1209"/>
                    <a:pt x="521" y="1274"/>
                    <a:pt x="686" y="1274"/>
                  </a:cubicBezTo>
                  <a:cubicBezTo>
                    <a:pt x="769" y="1274"/>
                    <a:pt x="852" y="1257"/>
                    <a:pt x="931" y="1225"/>
                  </a:cubicBezTo>
                  <a:cubicBezTo>
                    <a:pt x="1169" y="1127"/>
                    <a:pt x="1324" y="894"/>
                    <a:pt x="1324" y="637"/>
                  </a:cubicBezTo>
                  <a:cubicBezTo>
                    <a:pt x="1324" y="285"/>
                    <a:pt x="1038" y="0"/>
                    <a:pt x="6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5" name="Google Shape;19395;p90"/>
            <p:cNvSpPr/>
            <p:nvPr/>
          </p:nvSpPr>
          <p:spPr>
            <a:xfrm>
              <a:off x="1441738" y="2001855"/>
              <a:ext cx="41271" cy="20639"/>
            </a:xfrm>
            <a:custGeom>
              <a:rect b="b" l="l" r="r" t="t"/>
              <a:pathLst>
                <a:path extrusionOk="0" h="1274" w="2548">
                  <a:moveTo>
                    <a:pt x="637" y="1"/>
                  </a:moveTo>
                  <a:cubicBezTo>
                    <a:pt x="286" y="1"/>
                    <a:pt x="0" y="285"/>
                    <a:pt x="0" y="637"/>
                  </a:cubicBezTo>
                  <a:cubicBezTo>
                    <a:pt x="0" y="989"/>
                    <a:pt x="286" y="1274"/>
                    <a:pt x="637" y="1274"/>
                  </a:cubicBezTo>
                  <a:lnTo>
                    <a:pt x="1911" y="1274"/>
                  </a:lnTo>
                  <a:cubicBezTo>
                    <a:pt x="2263" y="1274"/>
                    <a:pt x="2547" y="989"/>
                    <a:pt x="2547" y="637"/>
                  </a:cubicBezTo>
                  <a:cubicBezTo>
                    <a:pt x="2547" y="285"/>
                    <a:pt x="2263" y="1"/>
                    <a:pt x="19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6" name="Google Shape;19396;p90"/>
            <p:cNvSpPr/>
            <p:nvPr/>
          </p:nvSpPr>
          <p:spPr>
            <a:xfrm>
              <a:off x="1358580" y="1711697"/>
              <a:ext cx="351988" cy="352042"/>
            </a:xfrm>
            <a:custGeom>
              <a:rect b="b" l="l" r="r" t="t"/>
              <a:pathLst>
                <a:path extrusionOk="0" h="21731" w="21731">
                  <a:moveTo>
                    <a:pt x="17231" y="6409"/>
                  </a:moveTo>
                  <a:cubicBezTo>
                    <a:pt x="18979" y="6409"/>
                    <a:pt x="20457" y="7867"/>
                    <a:pt x="20457" y="9592"/>
                  </a:cubicBezTo>
                  <a:cubicBezTo>
                    <a:pt x="20457" y="11318"/>
                    <a:pt x="18979" y="12776"/>
                    <a:pt x="17231" y="12776"/>
                  </a:cubicBezTo>
                  <a:lnTo>
                    <a:pt x="12138" y="12776"/>
                  </a:lnTo>
                  <a:cubicBezTo>
                    <a:pt x="11860" y="12776"/>
                    <a:pt x="11572" y="12727"/>
                    <a:pt x="11229" y="12623"/>
                  </a:cubicBezTo>
                  <a:cubicBezTo>
                    <a:pt x="11169" y="12605"/>
                    <a:pt x="11107" y="12596"/>
                    <a:pt x="11045" y="12596"/>
                  </a:cubicBezTo>
                  <a:cubicBezTo>
                    <a:pt x="10879" y="12596"/>
                    <a:pt x="10716" y="12661"/>
                    <a:pt x="10594" y="12783"/>
                  </a:cubicBezTo>
                  <a:lnTo>
                    <a:pt x="10229" y="13148"/>
                  </a:lnTo>
                  <a:lnTo>
                    <a:pt x="10229" y="12415"/>
                  </a:lnTo>
                  <a:cubicBezTo>
                    <a:pt x="10227" y="12235"/>
                    <a:pt x="10152" y="12063"/>
                    <a:pt x="10018" y="11943"/>
                  </a:cubicBezTo>
                  <a:cubicBezTo>
                    <a:pt x="9333" y="11323"/>
                    <a:pt x="8954" y="10488"/>
                    <a:pt x="8954" y="9592"/>
                  </a:cubicBezTo>
                  <a:cubicBezTo>
                    <a:pt x="8954" y="7838"/>
                    <a:pt x="10382" y="6409"/>
                    <a:pt x="12138" y="6409"/>
                  </a:cubicBezTo>
                  <a:close/>
                  <a:moveTo>
                    <a:pt x="10865" y="1273"/>
                  </a:moveTo>
                  <a:cubicBezTo>
                    <a:pt x="11216" y="1275"/>
                    <a:pt x="11502" y="1559"/>
                    <a:pt x="11502" y="1911"/>
                  </a:cubicBezTo>
                  <a:lnTo>
                    <a:pt x="11502" y="5182"/>
                  </a:lnTo>
                  <a:cubicBezTo>
                    <a:pt x="9345" y="5492"/>
                    <a:pt x="7681" y="7351"/>
                    <a:pt x="7681" y="9592"/>
                  </a:cubicBezTo>
                  <a:cubicBezTo>
                    <a:pt x="7681" y="10740"/>
                    <a:pt x="8143" y="11851"/>
                    <a:pt x="8956" y="12686"/>
                  </a:cubicBezTo>
                  <a:lnTo>
                    <a:pt x="8956" y="14686"/>
                  </a:lnTo>
                  <a:cubicBezTo>
                    <a:pt x="8956" y="14944"/>
                    <a:pt x="9111" y="15175"/>
                    <a:pt x="9349" y="15275"/>
                  </a:cubicBezTo>
                  <a:cubicBezTo>
                    <a:pt x="9427" y="15307"/>
                    <a:pt x="9510" y="15323"/>
                    <a:pt x="9592" y="15323"/>
                  </a:cubicBezTo>
                  <a:cubicBezTo>
                    <a:pt x="9758" y="15323"/>
                    <a:pt x="9921" y="15258"/>
                    <a:pt x="10042" y="15136"/>
                  </a:cubicBezTo>
                  <a:lnTo>
                    <a:pt x="11237" y="13942"/>
                  </a:lnTo>
                  <a:cubicBezTo>
                    <a:pt x="11327" y="13962"/>
                    <a:pt x="11414" y="13979"/>
                    <a:pt x="11502" y="13994"/>
                  </a:cubicBezTo>
                  <a:lnTo>
                    <a:pt x="11502" y="19821"/>
                  </a:lnTo>
                  <a:cubicBezTo>
                    <a:pt x="11502" y="20172"/>
                    <a:pt x="11216" y="20458"/>
                    <a:pt x="10865" y="20458"/>
                  </a:cubicBezTo>
                  <a:lnTo>
                    <a:pt x="1909" y="20458"/>
                  </a:lnTo>
                  <a:cubicBezTo>
                    <a:pt x="1559" y="20458"/>
                    <a:pt x="1274" y="20172"/>
                    <a:pt x="1273" y="19821"/>
                  </a:cubicBezTo>
                  <a:lnTo>
                    <a:pt x="1273" y="1911"/>
                  </a:lnTo>
                  <a:cubicBezTo>
                    <a:pt x="1274" y="1559"/>
                    <a:pt x="1559" y="1275"/>
                    <a:pt x="1909" y="1273"/>
                  </a:cubicBezTo>
                  <a:close/>
                  <a:moveTo>
                    <a:pt x="1909" y="0"/>
                  </a:moveTo>
                  <a:cubicBezTo>
                    <a:pt x="855" y="2"/>
                    <a:pt x="1" y="856"/>
                    <a:pt x="0" y="1911"/>
                  </a:cubicBezTo>
                  <a:lnTo>
                    <a:pt x="0" y="19821"/>
                  </a:lnTo>
                  <a:cubicBezTo>
                    <a:pt x="1" y="20876"/>
                    <a:pt x="855" y="21729"/>
                    <a:pt x="1909" y="21731"/>
                  </a:cubicBezTo>
                  <a:lnTo>
                    <a:pt x="10865" y="21731"/>
                  </a:lnTo>
                  <a:cubicBezTo>
                    <a:pt x="11919" y="21729"/>
                    <a:pt x="12773" y="20876"/>
                    <a:pt x="12775" y="19821"/>
                  </a:cubicBezTo>
                  <a:lnTo>
                    <a:pt x="12775" y="14049"/>
                  </a:lnTo>
                  <a:lnTo>
                    <a:pt x="17231" y="14049"/>
                  </a:lnTo>
                  <a:cubicBezTo>
                    <a:pt x="19690" y="14049"/>
                    <a:pt x="21730" y="12044"/>
                    <a:pt x="21730" y="9592"/>
                  </a:cubicBezTo>
                  <a:cubicBezTo>
                    <a:pt x="21730" y="7144"/>
                    <a:pt x="19693" y="5136"/>
                    <a:pt x="17231" y="5136"/>
                  </a:cubicBezTo>
                  <a:lnTo>
                    <a:pt x="12775" y="5136"/>
                  </a:lnTo>
                  <a:lnTo>
                    <a:pt x="12775" y="1911"/>
                  </a:lnTo>
                  <a:cubicBezTo>
                    <a:pt x="12773" y="856"/>
                    <a:pt x="11919" y="2"/>
                    <a:pt x="108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7" name="Google Shape;19397;p90"/>
            <p:cNvSpPr/>
            <p:nvPr/>
          </p:nvSpPr>
          <p:spPr>
            <a:xfrm>
              <a:off x="1544057" y="1856784"/>
              <a:ext cx="21445" cy="20639"/>
            </a:xfrm>
            <a:custGeom>
              <a:rect b="b" l="l" r="r" t="t"/>
              <a:pathLst>
                <a:path extrusionOk="0" h="1274" w="1324">
                  <a:moveTo>
                    <a:pt x="687" y="0"/>
                  </a:moveTo>
                  <a:cubicBezTo>
                    <a:pt x="429" y="0"/>
                    <a:pt x="198" y="155"/>
                    <a:pt x="98" y="393"/>
                  </a:cubicBezTo>
                  <a:cubicBezTo>
                    <a:pt x="0" y="631"/>
                    <a:pt x="55" y="905"/>
                    <a:pt x="237" y="1086"/>
                  </a:cubicBezTo>
                  <a:cubicBezTo>
                    <a:pt x="358" y="1208"/>
                    <a:pt x="521" y="1273"/>
                    <a:pt x="686" y="1273"/>
                  </a:cubicBezTo>
                  <a:cubicBezTo>
                    <a:pt x="768" y="1273"/>
                    <a:pt x="852" y="1257"/>
                    <a:pt x="931" y="1224"/>
                  </a:cubicBezTo>
                  <a:cubicBezTo>
                    <a:pt x="1169" y="1126"/>
                    <a:pt x="1324" y="895"/>
                    <a:pt x="1324" y="636"/>
                  </a:cubicBezTo>
                  <a:cubicBezTo>
                    <a:pt x="1324" y="285"/>
                    <a:pt x="1039" y="0"/>
                    <a:pt x="6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8" name="Google Shape;19398;p90"/>
            <p:cNvSpPr/>
            <p:nvPr/>
          </p:nvSpPr>
          <p:spPr>
            <a:xfrm>
              <a:off x="1585296" y="1856784"/>
              <a:ext cx="21445" cy="20639"/>
            </a:xfrm>
            <a:custGeom>
              <a:rect b="b" l="l" r="r" t="t"/>
              <a:pathLst>
                <a:path extrusionOk="0" h="1274" w="1324">
                  <a:moveTo>
                    <a:pt x="687" y="0"/>
                  </a:moveTo>
                  <a:cubicBezTo>
                    <a:pt x="429" y="0"/>
                    <a:pt x="198" y="155"/>
                    <a:pt x="100" y="393"/>
                  </a:cubicBezTo>
                  <a:cubicBezTo>
                    <a:pt x="0" y="631"/>
                    <a:pt x="56" y="905"/>
                    <a:pt x="237" y="1086"/>
                  </a:cubicBezTo>
                  <a:cubicBezTo>
                    <a:pt x="359" y="1208"/>
                    <a:pt x="522" y="1273"/>
                    <a:pt x="687" y="1273"/>
                  </a:cubicBezTo>
                  <a:cubicBezTo>
                    <a:pt x="769" y="1273"/>
                    <a:pt x="852" y="1257"/>
                    <a:pt x="931" y="1224"/>
                  </a:cubicBezTo>
                  <a:cubicBezTo>
                    <a:pt x="1169" y="1126"/>
                    <a:pt x="1324" y="895"/>
                    <a:pt x="1324" y="636"/>
                  </a:cubicBezTo>
                  <a:cubicBezTo>
                    <a:pt x="1324" y="285"/>
                    <a:pt x="1039" y="0"/>
                    <a:pt x="6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9" name="Google Shape;19399;p90"/>
            <p:cNvSpPr/>
            <p:nvPr/>
          </p:nvSpPr>
          <p:spPr>
            <a:xfrm>
              <a:off x="1626551" y="1856784"/>
              <a:ext cx="21445" cy="20639"/>
            </a:xfrm>
            <a:custGeom>
              <a:rect b="b" l="l" r="r" t="t"/>
              <a:pathLst>
                <a:path extrusionOk="0" h="1274" w="1324">
                  <a:moveTo>
                    <a:pt x="687" y="0"/>
                  </a:moveTo>
                  <a:cubicBezTo>
                    <a:pt x="429" y="0"/>
                    <a:pt x="198" y="155"/>
                    <a:pt x="99" y="393"/>
                  </a:cubicBezTo>
                  <a:cubicBezTo>
                    <a:pt x="1" y="630"/>
                    <a:pt x="55" y="904"/>
                    <a:pt x="236" y="1086"/>
                  </a:cubicBezTo>
                  <a:cubicBezTo>
                    <a:pt x="358" y="1209"/>
                    <a:pt x="522" y="1273"/>
                    <a:pt x="688" y="1273"/>
                  </a:cubicBezTo>
                  <a:cubicBezTo>
                    <a:pt x="770" y="1273"/>
                    <a:pt x="852" y="1258"/>
                    <a:pt x="931" y="1225"/>
                  </a:cubicBezTo>
                  <a:cubicBezTo>
                    <a:pt x="1168" y="1126"/>
                    <a:pt x="1324" y="895"/>
                    <a:pt x="1324" y="636"/>
                  </a:cubicBezTo>
                  <a:cubicBezTo>
                    <a:pt x="1324" y="285"/>
                    <a:pt x="1039" y="0"/>
                    <a:pt x="6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00" name="Google Shape;19400;p90"/>
          <p:cNvGrpSpPr/>
          <p:nvPr/>
        </p:nvGrpSpPr>
        <p:grpSpPr>
          <a:xfrm>
            <a:off x="6272177" y="2839428"/>
            <a:ext cx="345457" cy="345494"/>
            <a:chOff x="932731" y="1715536"/>
            <a:chExt cx="352004" cy="352042"/>
          </a:xfrm>
        </p:grpSpPr>
        <p:sp>
          <p:nvSpPr>
            <p:cNvPr id="19401" name="Google Shape;19401;p90"/>
            <p:cNvSpPr/>
            <p:nvPr/>
          </p:nvSpPr>
          <p:spPr>
            <a:xfrm>
              <a:off x="932731" y="1715536"/>
              <a:ext cx="352004" cy="352042"/>
            </a:xfrm>
            <a:custGeom>
              <a:rect b="b" l="l" r="r" t="t"/>
              <a:pathLst>
                <a:path extrusionOk="0" h="21731" w="21732">
                  <a:moveTo>
                    <a:pt x="20458" y="6409"/>
                  </a:moveTo>
                  <a:lnTo>
                    <a:pt x="20458" y="7682"/>
                  </a:lnTo>
                  <a:lnTo>
                    <a:pt x="8956" y="7682"/>
                  </a:lnTo>
                  <a:lnTo>
                    <a:pt x="8956" y="6409"/>
                  </a:lnTo>
                  <a:close/>
                  <a:moveTo>
                    <a:pt x="20458" y="8955"/>
                  </a:moveTo>
                  <a:lnTo>
                    <a:pt x="20458" y="14048"/>
                  </a:lnTo>
                  <a:lnTo>
                    <a:pt x="8956" y="14048"/>
                  </a:lnTo>
                  <a:lnTo>
                    <a:pt x="8956" y="8955"/>
                  </a:lnTo>
                  <a:close/>
                  <a:moveTo>
                    <a:pt x="10866" y="1273"/>
                  </a:moveTo>
                  <a:cubicBezTo>
                    <a:pt x="11218" y="1273"/>
                    <a:pt x="11502" y="1558"/>
                    <a:pt x="11502" y="1910"/>
                  </a:cubicBezTo>
                  <a:lnTo>
                    <a:pt x="11502" y="5134"/>
                  </a:lnTo>
                  <a:lnTo>
                    <a:pt x="8320" y="5134"/>
                  </a:lnTo>
                  <a:cubicBezTo>
                    <a:pt x="7968" y="5134"/>
                    <a:pt x="7683" y="5420"/>
                    <a:pt x="7683" y="5772"/>
                  </a:cubicBezTo>
                  <a:lnTo>
                    <a:pt x="7683" y="14684"/>
                  </a:lnTo>
                  <a:cubicBezTo>
                    <a:pt x="7683" y="15036"/>
                    <a:pt x="7968" y="15321"/>
                    <a:pt x="8320" y="15321"/>
                  </a:cubicBezTo>
                  <a:lnTo>
                    <a:pt x="11502" y="15321"/>
                  </a:lnTo>
                  <a:lnTo>
                    <a:pt x="11502" y="19820"/>
                  </a:lnTo>
                  <a:cubicBezTo>
                    <a:pt x="11502" y="20172"/>
                    <a:pt x="11218" y="20456"/>
                    <a:pt x="10866" y="20456"/>
                  </a:cubicBezTo>
                  <a:lnTo>
                    <a:pt x="1911" y="20456"/>
                  </a:lnTo>
                  <a:cubicBezTo>
                    <a:pt x="1559" y="20456"/>
                    <a:pt x="1275" y="20172"/>
                    <a:pt x="1275" y="19820"/>
                  </a:cubicBezTo>
                  <a:lnTo>
                    <a:pt x="1275" y="1910"/>
                  </a:lnTo>
                  <a:cubicBezTo>
                    <a:pt x="1275" y="1558"/>
                    <a:pt x="1559" y="1273"/>
                    <a:pt x="1911" y="1273"/>
                  </a:cubicBezTo>
                  <a:close/>
                  <a:moveTo>
                    <a:pt x="1911" y="0"/>
                  </a:moveTo>
                  <a:cubicBezTo>
                    <a:pt x="857" y="1"/>
                    <a:pt x="2" y="855"/>
                    <a:pt x="1" y="1910"/>
                  </a:cubicBezTo>
                  <a:lnTo>
                    <a:pt x="1" y="19820"/>
                  </a:lnTo>
                  <a:cubicBezTo>
                    <a:pt x="2" y="20874"/>
                    <a:pt x="857" y="21729"/>
                    <a:pt x="1911" y="21731"/>
                  </a:cubicBezTo>
                  <a:lnTo>
                    <a:pt x="10866" y="21731"/>
                  </a:lnTo>
                  <a:cubicBezTo>
                    <a:pt x="11921" y="21729"/>
                    <a:pt x="12775" y="20874"/>
                    <a:pt x="12777" y="19820"/>
                  </a:cubicBezTo>
                  <a:lnTo>
                    <a:pt x="12777" y="15321"/>
                  </a:lnTo>
                  <a:lnTo>
                    <a:pt x="21095" y="15321"/>
                  </a:lnTo>
                  <a:cubicBezTo>
                    <a:pt x="21447" y="15321"/>
                    <a:pt x="21731" y="15036"/>
                    <a:pt x="21731" y="14684"/>
                  </a:cubicBezTo>
                  <a:lnTo>
                    <a:pt x="21731" y="5772"/>
                  </a:lnTo>
                  <a:cubicBezTo>
                    <a:pt x="21731" y="5420"/>
                    <a:pt x="21447" y="5136"/>
                    <a:pt x="21095" y="5136"/>
                  </a:cubicBezTo>
                  <a:lnTo>
                    <a:pt x="12777" y="5136"/>
                  </a:lnTo>
                  <a:lnTo>
                    <a:pt x="12777" y="1910"/>
                  </a:lnTo>
                  <a:cubicBezTo>
                    <a:pt x="12775" y="855"/>
                    <a:pt x="11921" y="1"/>
                    <a:pt x="108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2" name="Google Shape;19402;p90"/>
            <p:cNvSpPr/>
            <p:nvPr/>
          </p:nvSpPr>
          <p:spPr>
            <a:xfrm>
              <a:off x="1025430" y="1756781"/>
              <a:ext cx="21445" cy="20639"/>
            </a:xfrm>
            <a:custGeom>
              <a:rect b="b" l="l" r="r" t="t"/>
              <a:pathLst>
                <a:path extrusionOk="0" h="1274" w="1324">
                  <a:moveTo>
                    <a:pt x="688" y="0"/>
                  </a:moveTo>
                  <a:cubicBezTo>
                    <a:pt x="429" y="0"/>
                    <a:pt x="197" y="155"/>
                    <a:pt x="99" y="393"/>
                  </a:cubicBezTo>
                  <a:cubicBezTo>
                    <a:pt x="1" y="631"/>
                    <a:pt x="55" y="905"/>
                    <a:pt x="236" y="1086"/>
                  </a:cubicBezTo>
                  <a:cubicBezTo>
                    <a:pt x="359" y="1209"/>
                    <a:pt x="522" y="1273"/>
                    <a:pt x="688" y="1273"/>
                  </a:cubicBezTo>
                  <a:cubicBezTo>
                    <a:pt x="770" y="1273"/>
                    <a:pt x="852" y="1258"/>
                    <a:pt x="931" y="1225"/>
                  </a:cubicBezTo>
                  <a:cubicBezTo>
                    <a:pt x="1168" y="1126"/>
                    <a:pt x="1324" y="895"/>
                    <a:pt x="1324" y="637"/>
                  </a:cubicBezTo>
                  <a:cubicBezTo>
                    <a:pt x="1324" y="286"/>
                    <a:pt x="1038" y="0"/>
                    <a:pt x="6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3" name="Google Shape;19403;p90"/>
            <p:cNvSpPr/>
            <p:nvPr/>
          </p:nvSpPr>
          <p:spPr>
            <a:xfrm>
              <a:off x="1015922" y="2005678"/>
              <a:ext cx="41271" cy="20639"/>
            </a:xfrm>
            <a:custGeom>
              <a:rect b="b" l="l" r="r" t="t"/>
              <a:pathLst>
                <a:path extrusionOk="0" h="1274" w="2548">
                  <a:moveTo>
                    <a:pt x="637" y="0"/>
                  </a:moveTo>
                  <a:cubicBezTo>
                    <a:pt x="286" y="0"/>
                    <a:pt x="0" y="285"/>
                    <a:pt x="0" y="637"/>
                  </a:cubicBezTo>
                  <a:cubicBezTo>
                    <a:pt x="0" y="989"/>
                    <a:pt x="286" y="1273"/>
                    <a:pt x="637" y="1273"/>
                  </a:cubicBezTo>
                  <a:lnTo>
                    <a:pt x="1911" y="1273"/>
                  </a:lnTo>
                  <a:cubicBezTo>
                    <a:pt x="2263" y="1273"/>
                    <a:pt x="2547" y="989"/>
                    <a:pt x="2547" y="637"/>
                  </a:cubicBezTo>
                  <a:cubicBezTo>
                    <a:pt x="2547" y="285"/>
                    <a:pt x="2263" y="0"/>
                    <a:pt x="19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4" name="Google Shape;19404;p90"/>
            <p:cNvSpPr/>
            <p:nvPr/>
          </p:nvSpPr>
          <p:spPr>
            <a:xfrm>
              <a:off x="1202209" y="1881213"/>
              <a:ext cx="41287" cy="20655"/>
            </a:xfrm>
            <a:custGeom>
              <a:rect b="b" l="l" r="r" t="t"/>
              <a:pathLst>
                <a:path extrusionOk="0" h="1275" w="2549">
                  <a:moveTo>
                    <a:pt x="637" y="1"/>
                  </a:moveTo>
                  <a:cubicBezTo>
                    <a:pt x="287" y="1"/>
                    <a:pt x="1" y="286"/>
                    <a:pt x="1" y="638"/>
                  </a:cubicBezTo>
                  <a:cubicBezTo>
                    <a:pt x="1" y="989"/>
                    <a:pt x="287" y="1275"/>
                    <a:pt x="637" y="1275"/>
                  </a:cubicBezTo>
                  <a:lnTo>
                    <a:pt x="1912" y="1275"/>
                  </a:lnTo>
                  <a:cubicBezTo>
                    <a:pt x="2264" y="1275"/>
                    <a:pt x="2548" y="989"/>
                    <a:pt x="2548" y="638"/>
                  </a:cubicBezTo>
                  <a:cubicBezTo>
                    <a:pt x="2548" y="286"/>
                    <a:pt x="2264" y="1"/>
                    <a:pt x="1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05" name="Google Shape;19405;p90"/>
          <p:cNvGrpSpPr/>
          <p:nvPr/>
        </p:nvGrpSpPr>
        <p:grpSpPr>
          <a:xfrm>
            <a:off x="7045422" y="2839420"/>
            <a:ext cx="324839" cy="345510"/>
            <a:chOff x="487786" y="1710271"/>
            <a:chExt cx="330996" cy="352058"/>
          </a:xfrm>
        </p:grpSpPr>
        <p:sp>
          <p:nvSpPr>
            <p:cNvPr id="19406" name="Google Shape;19406;p90"/>
            <p:cNvSpPr/>
            <p:nvPr/>
          </p:nvSpPr>
          <p:spPr>
            <a:xfrm>
              <a:off x="487786" y="1710271"/>
              <a:ext cx="330996" cy="352058"/>
            </a:xfrm>
            <a:custGeom>
              <a:rect b="b" l="l" r="r" t="t"/>
              <a:pathLst>
                <a:path extrusionOk="0" h="21732" w="20435">
                  <a:moveTo>
                    <a:pt x="12096" y="6409"/>
                  </a:moveTo>
                  <a:cubicBezTo>
                    <a:pt x="14553" y="6409"/>
                    <a:pt x="16553" y="8409"/>
                    <a:pt x="16553" y="10866"/>
                  </a:cubicBezTo>
                  <a:cubicBezTo>
                    <a:pt x="16553" y="13323"/>
                    <a:pt x="14553" y="15323"/>
                    <a:pt x="12096" y="15323"/>
                  </a:cubicBezTo>
                  <a:cubicBezTo>
                    <a:pt x="9639" y="15323"/>
                    <a:pt x="7639" y="13323"/>
                    <a:pt x="7639" y="10866"/>
                  </a:cubicBezTo>
                  <a:cubicBezTo>
                    <a:pt x="7639" y="8409"/>
                    <a:pt x="9639" y="6409"/>
                    <a:pt x="12096" y="6409"/>
                  </a:cubicBezTo>
                  <a:close/>
                  <a:moveTo>
                    <a:pt x="10823" y="1274"/>
                  </a:moveTo>
                  <a:cubicBezTo>
                    <a:pt x="11174" y="1275"/>
                    <a:pt x="11459" y="1560"/>
                    <a:pt x="11459" y="1910"/>
                  </a:cubicBezTo>
                  <a:lnTo>
                    <a:pt x="11459" y="5172"/>
                  </a:lnTo>
                  <a:cubicBezTo>
                    <a:pt x="8597" y="5490"/>
                    <a:pt x="6366" y="7922"/>
                    <a:pt x="6366" y="10866"/>
                  </a:cubicBezTo>
                  <a:cubicBezTo>
                    <a:pt x="6366" y="13810"/>
                    <a:pt x="8600" y="16242"/>
                    <a:pt x="11459" y="16560"/>
                  </a:cubicBezTo>
                  <a:lnTo>
                    <a:pt x="11459" y="19822"/>
                  </a:lnTo>
                  <a:cubicBezTo>
                    <a:pt x="11459" y="20173"/>
                    <a:pt x="11174" y="20457"/>
                    <a:pt x="10823" y="20458"/>
                  </a:cubicBezTo>
                  <a:lnTo>
                    <a:pt x="1909" y="20458"/>
                  </a:lnTo>
                  <a:cubicBezTo>
                    <a:pt x="1559" y="20457"/>
                    <a:pt x="1274" y="20173"/>
                    <a:pt x="1274" y="19822"/>
                  </a:cubicBezTo>
                  <a:lnTo>
                    <a:pt x="1274" y="1910"/>
                  </a:lnTo>
                  <a:cubicBezTo>
                    <a:pt x="1274" y="1560"/>
                    <a:pt x="1559" y="1275"/>
                    <a:pt x="1911" y="1274"/>
                  </a:cubicBezTo>
                  <a:close/>
                  <a:moveTo>
                    <a:pt x="1909" y="1"/>
                  </a:moveTo>
                  <a:cubicBezTo>
                    <a:pt x="856" y="2"/>
                    <a:pt x="1" y="857"/>
                    <a:pt x="0" y="1910"/>
                  </a:cubicBezTo>
                  <a:lnTo>
                    <a:pt x="0" y="19822"/>
                  </a:lnTo>
                  <a:cubicBezTo>
                    <a:pt x="1" y="20875"/>
                    <a:pt x="856" y="21730"/>
                    <a:pt x="1909" y="21731"/>
                  </a:cubicBezTo>
                  <a:lnTo>
                    <a:pt x="10823" y="21731"/>
                  </a:lnTo>
                  <a:cubicBezTo>
                    <a:pt x="11877" y="21730"/>
                    <a:pt x="12731" y="20875"/>
                    <a:pt x="12732" y="19822"/>
                  </a:cubicBezTo>
                  <a:lnTo>
                    <a:pt x="12732" y="16560"/>
                  </a:lnTo>
                  <a:cubicBezTo>
                    <a:pt x="13808" y="16441"/>
                    <a:pt x="14827" y="16018"/>
                    <a:pt x="15670" y="15341"/>
                  </a:cubicBezTo>
                  <a:lnTo>
                    <a:pt x="19285" y="18956"/>
                  </a:lnTo>
                  <a:cubicBezTo>
                    <a:pt x="19409" y="19080"/>
                    <a:pt x="19572" y="19142"/>
                    <a:pt x="19735" y="19142"/>
                  </a:cubicBezTo>
                  <a:cubicBezTo>
                    <a:pt x="19898" y="19142"/>
                    <a:pt x="20062" y="19080"/>
                    <a:pt x="20186" y="18955"/>
                  </a:cubicBezTo>
                  <a:cubicBezTo>
                    <a:pt x="20435" y="18708"/>
                    <a:pt x="20435" y="18304"/>
                    <a:pt x="20186" y="18055"/>
                  </a:cubicBezTo>
                  <a:lnTo>
                    <a:pt x="16571" y="14440"/>
                  </a:lnTo>
                  <a:cubicBezTo>
                    <a:pt x="17384" y="13427"/>
                    <a:pt x="17827" y="12166"/>
                    <a:pt x="17826" y="10866"/>
                  </a:cubicBezTo>
                  <a:cubicBezTo>
                    <a:pt x="17826" y="7922"/>
                    <a:pt x="15593" y="5490"/>
                    <a:pt x="12732" y="5172"/>
                  </a:cubicBezTo>
                  <a:lnTo>
                    <a:pt x="12732" y="1910"/>
                  </a:lnTo>
                  <a:cubicBezTo>
                    <a:pt x="12731" y="857"/>
                    <a:pt x="11877" y="2"/>
                    <a:pt x="10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7" name="Google Shape;19407;p90"/>
            <p:cNvSpPr/>
            <p:nvPr/>
          </p:nvSpPr>
          <p:spPr>
            <a:xfrm>
              <a:off x="579772" y="1751516"/>
              <a:ext cx="21445" cy="20655"/>
            </a:xfrm>
            <a:custGeom>
              <a:rect b="b" l="l" r="r" t="t"/>
              <a:pathLst>
                <a:path extrusionOk="0" h="1275" w="1324">
                  <a:moveTo>
                    <a:pt x="687" y="1"/>
                  </a:moveTo>
                  <a:cubicBezTo>
                    <a:pt x="430" y="1"/>
                    <a:pt x="198" y="157"/>
                    <a:pt x="100" y="395"/>
                  </a:cubicBezTo>
                  <a:cubicBezTo>
                    <a:pt x="0" y="632"/>
                    <a:pt x="55" y="906"/>
                    <a:pt x="237" y="1089"/>
                  </a:cubicBezTo>
                  <a:cubicBezTo>
                    <a:pt x="359" y="1210"/>
                    <a:pt x="522" y="1275"/>
                    <a:pt x="687" y="1275"/>
                  </a:cubicBezTo>
                  <a:cubicBezTo>
                    <a:pt x="769" y="1275"/>
                    <a:pt x="852" y="1259"/>
                    <a:pt x="931" y="1226"/>
                  </a:cubicBezTo>
                  <a:cubicBezTo>
                    <a:pt x="1169" y="1128"/>
                    <a:pt x="1324" y="895"/>
                    <a:pt x="1324" y="639"/>
                  </a:cubicBezTo>
                  <a:cubicBezTo>
                    <a:pt x="1324" y="287"/>
                    <a:pt x="1039" y="1"/>
                    <a:pt x="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8" name="Google Shape;19408;p90"/>
            <p:cNvSpPr/>
            <p:nvPr/>
          </p:nvSpPr>
          <p:spPr>
            <a:xfrm>
              <a:off x="570280" y="2000429"/>
              <a:ext cx="41255" cy="20655"/>
            </a:xfrm>
            <a:custGeom>
              <a:rect b="b" l="l" r="r" t="t"/>
              <a:pathLst>
                <a:path extrusionOk="0" h="1275" w="2547">
                  <a:moveTo>
                    <a:pt x="637" y="0"/>
                  </a:moveTo>
                  <a:cubicBezTo>
                    <a:pt x="285" y="0"/>
                    <a:pt x="0" y="286"/>
                    <a:pt x="0" y="638"/>
                  </a:cubicBezTo>
                  <a:cubicBezTo>
                    <a:pt x="0" y="989"/>
                    <a:pt x="285" y="1274"/>
                    <a:pt x="637" y="1274"/>
                  </a:cubicBezTo>
                  <a:lnTo>
                    <a:pt x="1910" y="1274"/>
                  </a:lnTo>
                  <a:cubicBezTo>
                    <a:pt x="2262" y="1274"/>
                    <a:pt x="2546" y="989"/>
                    <a:pt x="2546" y="638"/>
                  </a:cubicBezTo>
                  <a:cubicBezTo>
                    <a:pt x="2546" y="286"/>
                    <a:pt x="2262" y="0"/>
                    <a:pt x="19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09" name="Google Shape;19409;p90"/>
          <p:cNvGrpSpPr/>
          <p:nvPr/>
        </p:nvGrpSpPr>
        <p:grpSpPr>
          <a:xfrm>
            <a:off x="7829282" y="2839428"/>
            <a:ext cx="263114" cy="345494"/>
            <a:chOff x="3688720" y="4044043"/>
            <a:chExt cx="268101" cy="352042"/>
          </a:xfrm>
        </p:grpSpPr>
        <p:sp>
          <p:nvSpPr>
            <p:cNvPr id="19410" name="Google Shape;19410;p90"/>
            <p:cNvSpPr/>
            <p:nvPr/>
          </p:nvSpPr>
          <p:spPr>
            <a:xfrm>
              <a:off x="3802118" y="4334185"/>
              <a:ext cx="41287" cy="20671"/>
            </a:xfrm>
            <a:custGeom>
              <a:rect b="b" l="l" r="r" t="t"/>
              <a:pathLst>
                <a:path extrusionOk="0" h="1276" w="2549">
                  <a:moveTo>
                    <a:pt x="637" y="1"/>
                  </a:moveTo>
                  <a:cubicBezTo>
                    <a:pt x="285" y="1"/>
                    <a:pt x="1" y="287"/>
                    <a:pt x="1" y="639"/>
                  </a:cubicBezTo>
                  <a:cubicBezTo>
                    <a:pt x="1" y="989"/>
                    <a:pt x="285" y="1275"/>
                    <a:pt x="637" y="1275"/>
                  </a:cubicBezTo>
                  <a:lnTo>
                    <a:pt x="1912" y="1275"/>
                  </a:lnTo>
                  <a:cubicBezTo>
                    <a:pt x="2262" y="1275"/>
                    <a:pt x="2548" y="989"/>
                    <a:pt x="2548" y="639"/>
                  </a:cubicBezTo>
                  <a:cubicBezTo>
                    <a:pt x="2548" y="287"/>
                    <a:pt x="2262" y="1"/>
                    <a:pt x="1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1" name="Google Shape;19411;p90"/>
            <p:cNvSpPr/>
            <p:nvPr/>
          </p:nvSpPr>
          <p:spPr>
            <a:xfrm>
              <a:off x="3688720" y="4044043"/>
              <a:ext cx="268101" cy="352042"/>
            </a:xfrm>
            <a:custGeom>
              <a:rect b="b" l="l" r="r" t="t"/>
              <a:pathLst>
                <a:path extrusionOk="0" h="21731" w="16552">
                  <a:moveTo>
                    <a:pt x="13645" y="1274"/>
                  </a:moveTo>
                  <a:lnTo>
                    <a:pt x="14790" y="3184"/>
                  </a:lnTo>
                  <a:lnTo>
                    <a:pt x="1760" y="3184"/>
                  </a:lnTo>
                  <a:lnTo>
                    <a:pt x="2906" y="1274"/>
                  </a:lnTo>
                  <a:close/>
                  <a:moveTo>
                    <a:pt x="15279" y="4457"/>
                  </a:moveTo>
                  <a:lnTo>
                    <a:pt x="15279" y="6367"/>
                  </a:lnTo>
                  <a:cubicBezTo>
                    <a:pt x="15279" y="7071"/>
                    <a:pt x="14708" y="7641"/>
                    <a:pt x="14004" y="7641"/>
                  </a:cubicBezTo>
                  <a:cubicBezTo>
                    <a:pt x="13302" y="7641"/>
                    <a:pt x="12731" y="7071"/>
                    <a:pt x="12731" y="6367"/>
                  </a:cubicBezTo>
                  <a:cubicBezTo>
                    <a:pt x="12731" y="6015"/>
                    <a:pt x="12446" y="5730"/>
                    <a:pt x="12094" y="5730"/>
                  </a:cubicBezTo>
                  <a:cubicBezTo>
                    <a:pt x="11743" y="5730"/>
                    <a:pt x="11457" y="6015"/>
                    <a:pt x="11457" y="6367"/>
                  </a:cubicBezTo>
                  <a:cubicBezTo>
                    <a:pt x="11457" y="7071"/>
                    <a:pt x="10887" y="7641"/>
                    <a:pt x="10184" y="7641"/>
                  </a:cubicBezTo>
                  <a:cubicBezTo>
                    <a:pt x="9480" y="7641"/>
                    <a:pt x="8910" y="7071"/>
                    <a:pt x="8910" y="6367"/>
                  </a:cubicBezTo>
                  <a:cubicBezTo>
                    <a:pt x="8910" y="6015"/>
                    <a:pt x="8625" y="5730"/>
                    <a:pt x="8273" y="5730"/>
                  </a:cubicBezTo>
                  <a:cubicBezTo>
                    <a:pt x="7921" y="5730"/>
                    <a:pt x="7637" y="6015"/>
                    <a:pt x="7637" y="6367"/>
                  </a:cubicBezTo>
                  <a:cubicBezTo>
                    <a:pt x="7618" y="7057"/>
                    <a:pt x="7053" y="7608"/>
                    <a:pt x="6363" y="7608"/>
                  </a:cubicBezTo>
                  <a:cubicBezTo>
                    <a:pt x="5672" y="7608"/>
                    <a:pt x="5108" y="7057"/>
                    <a:pt x="5090" y="6367"/>
                  </a:cubicBezTo>
                  <a:cubicBezTo>
                    <a:pt x="5090" y="6015"/>
                    <a:pt x="4805" y="5730"/>
                    <a:pt x="4453" y="5730"/>
                  </a:cubicBezTo>
                  <a:cubicBezTo>
                    <a:pt x="4101" y="5730"/>
                    <a:pt x="3817" y="6015"/>
                    <a:pt x="3817" y="6367"/>
                  </a:cubicBezTo>
                  <a:cubicBezTo>
                    <a:pt x="3817" y="7071"/>
                    <a:pt x="3246" y="7641"/>
                    <a:pt x="2542" y="7641"/>
                  </a:cubicBezTo>
                  <a:cubicBezTo>
                    <a:pt x="1840" y="7641"/>
                    <a:pt x="1270" y="7071"/>
                    <a:pt x="1270" y="6367"/>
                  </a:cubicBezTo>
                  <a:lnTo>
                    <a:pt x="1272" y="6367"/>
                  </a:lnTo>
                  <a:lnTo>
                    <a:pt x="1272" y="4457"/>
                  </a:lnTo>
                  <a:close/>
                  <a:moveTo>
                    <a:pt x="12095" y="8050"/>
                  </a:moveTo>
                  <a:cubicBezTo>
                    <a:pt x="12432" y="8432"/>
                    <a:pt x="12876" y="8705"/>
                    <a:pt x="13369" y="8832"/>
                  </a:cubicBezTo>
                  <a:lnTo>
                    <a:pt x="13368" y="19822"/>
                  </a:lnTo>
                  <a:cubicBezTo>
                    <a:pt x="13368" y="20172"/>
                    <a:pt x="13083" y="20457"/>
                    <a:pt x="12731" y="20458"/>
                  </a:cubicBezTo>
                  <a:lnTo>
                    <a:pt x="3819" y="20458"/>
                  </a:lnTo>
                  <a:cubicBezTo>
                    <a:pt x="3467" y="20457"/>
                    <a:pt x="3183" y="20172"/>
                    <a:pt x="3183" y="19822"/>
                  </a:cubicBezTo>
                  <a:lnTo>
                    <a:pt x="3183" y="8832"/>
                  </a:lnTo>
                  <a:cubicBezTo>
                    <a:pt x="3675" y="8705"/>
                    <a:pt x="4118" y="8432"/>
                    <a:pt x="4456" y="8050"/>
                  </a:cubicBezTo>
                  <a:cubicBezTo>
                    <a:pt x="4962" y="8626"/>
                    <a:pt x="5664" y="8913"/>
                    <a:pt x="6366" y="8913"/>
                  </a:cubicBezTo>
                  <a:cubicBezTo>
                    <a:pt x="7067" y="8913"/>
                    <a:pt x="7769" y="8626"/>
                    <a:pt x="8276" y="8050"/>
                  </a:cubicBezTo>
                  <a:cubicBezTo>
                    <a:pt x="8782" y="8626"/>
                    <a:pt x="9484" y="8913"/>
                    <a:pt x="10186" y="8913"/>
                  </a:cubicBezTo>
                  <a:cubicBezTo>
                    <a:pt x="10887" y="8913"/>
                    <a:pt x="11589" y="8626"/>
                    <a:pt x="12095" y="8050"/>
                  </a:cubicBezTo>
                  <a:close/>
                  <a:moveTo>
                    <a:pt x="2546" y="1"/>
                  </a:moveTo>
                  <a:cubicBezTo>
                    <a:pt x="2323" y="1"/>
                    <a:pt x="2115" y="118"/>
                    <a:pt x="2000" y="310"/>
                  </a:cubicBezTo>
                  <a:lnTo>
                    <a:pt x="90" y="3493"/>
                  </a:lnTo>
                  <a:cubicBezTo>
                    <a:pt x="32" y="3591"/>
                    <a:pt x="1" y="3703"/>
                    <a:pt x="1" y="3817"/>
                  </a:cubicBezTo>
                  <a:lnTo>
                    <a:pt x="1" y="3821"/>
                  </a:lnTo>
                  <a:lnTo>
                    <a:pt x="1" y="6368"/>
                  </a:lnTo>
                  <a:cubicBezTo>
                    <a:pt x="1" y="7552"/>
                    <a:pt x="813" y="8550"/>
                    <a:pt x="1910" y="8833"/>
                  </a:cubicBezTo>
                  <a:lnTo>
                    <a:pt x="1910" y="19822"/>
                  </a:lnTo>
                  <a:cubicBezTo>
                    <a:pt x="1911" y="20876"/>
                    <a:pt x="2765" y="21731"/>
                    <a:pt x="3819" y="21731"/>
                  </a:cubicBezTo>
                  <a:lnTo>
                    <a:pt x="12731" y="21731"/>
                  </a:lnTo>
                  <a:cubicBezTo>
                    <a:pt x="13786" y="21730"/>
                    <a:pt x="14641" y="20875"/>
                    <a:pt x="14642" y="19822"/>
                  </a:cubicBezTo>
                  <a:lnTo>
                    <a:pt x="14642" y="8832"/>
                  </a:lnTo>
                  <a:cubicBezTo>
                    <a:pt x="15611" y="8581"/>
                    <a:pt x="16344" y="7785"/>
                    <a:pt x="16515" y="6798"/>
                  </a:cubicBezTo>
                  <a:cubicBezTo>
                    <a:pt x="16540" y="6729"/>
                    <a:pt x="16552" y="6658"/>
                    <a:pt x="16552" y="6585"/>
                  </a:cubicBezTo>
                  <a:lnTo>
                    <a:pt x="16552" y="3821"/>
                  </a:lnTo>
                  <a:lnTo>
                    <a:pt x="16552" y="3817"/>
                  </a:lnTo>
                  <a:cubicBezTo>
                    <a:pt x="16550" y="3703"/>
                    <a:pt x="16520" y="3591"/>
                    <a:pt x="16462" y="3493"/>
                  </a:cubicBezTo>
                  <a:lnTo>
                    <a:pt x="14551" y="310"/>
                  </a:lnTo>
                  <a:cubicBezTo>
                    <a:pt x="14436" y="118"/>
                    <a:pt x="14229" y="1"/>
                    <a:pt x="14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12" name="Google Shape;19412;p90"/>
          <p:cNvGrpSpPr/>
          <p:nvPr/>
        </p:nvGrpSpPr>
        <p:grpSpPr>
          <a:xfrm>
            <a:off x="7786743" y="3423372"/>
            <a:ext cx="348191" cy="283426"/>
            <a:chOff x="3177251" y="4024522"/>
            <a:chExt cx="354790" cy="288797"/>
          </a:xfrm>
        </p:grpSpPr>
        <p:sp>
          <p:nvSpPr>
            <p:cNvPr id="19413" name="Google Shape;19413;p90"/>
            <p:cNvSpPr/>
            <p:nvPr/>
          </p:nvSpPr>
          <p:spPr>
            <a:xfrm>
              <a:off x="3177251" y="4024522"/>
              <a:ext cx="354790" cy="288797"/>
            </a:xfrm>
            <a:custGeom>
              <a:rect b="b" l="l" r="r" t="t"/>
              <a:pathLst>
                <a:path extrusionOk="0" h="17827" w="21904">
                  <a:moveTo>
                    <a:pt x="11023" y="1274"/>
                  </a:moveTo>
                  <a:cubicBezTo>
                    <a:pt x="11280" y="1274"/>
                    <a:pt x="11513" y="1429"/>
                    <a:pt x="11611" y="1667"/>
                  </a:cubicBezTo>
                  <a:cubicBezTo>
                    <a:pt x="11709" y="1906"/>
                    <a:pt x="11655" y="2178"/>
                    <a:pt x="11473" y="2361"/>
                  </a:cubicBezTo>
                  <a:cubicBezTo>
                    <a:pt x="11351" y="2483"/>
                    <a:pt x="11189" y="2547"/>
                    <a:pt x="11023" y="2547"/>
                  </a:cubicBezTo>
                  <a:cubicBezTo>
                    <a:pt x="10941" y="2547"/>
                    <a:pt x="10858" y="2531"/>
                    <a:pt x="10779" y="2498"/>
                  </a:cubicBezTo>
                  <a:cubicBezTo>
                    <a:pt x="10542" y="2400"/>
                    <a:pt x="10386" y="2168"/>
                    <a:pt x="10386" y="1911"/>
                  </a:cubicBezTo>
                  <a:cubicBezTo>
                    <a:pt x="10387" y="1559"/>
                    <a:pt x="10671" y="1274"/>
                    <a:pt x="11023" y="1274"/>
                  </a:cubicBezTo>
                  <a:close/>
                  <a:moveTo>
                    <a:pt x="2067" y="3820"/>
                  </a:moveTo>
                  <a:cubicBezTo>
                    <a:pt x="2149" y="3820"/>
                    <a:pt x="2232" y="3836"/>
                    <a:pt x="2311" y="3869"/>
                  </a:cubicBezTo>
                  <a:cubicBezTo>
                    <a:pt x="2549" y="3967"/>
                    <a:pt x="2704" y="4200"/>
                    <a:pt x="2704" y="4457"/>
                  </a:cubicBezTo>
                  <a:cubicBezTo>
                    <a:pt x="2704" y="4809"/>
                    <a:pt x="2418" y="5093"/>
                    <a:pt x="2068" y="5093"/>
                  </a:cubicBezTo>
                  <a:cubicBezTo>
                    <a:pt x="1810" y="5093"/>
                    <a:pt x="1578" y="4938"/>
                    <a:pt x="1479" y="4700"/>
                  </a:cubicBezTo>
                  <a:cubicBezTo>
                    <a:pt x="1381" y="4463"/>
                    <a:pt x="1435" y="4190"/>
                    <a:pt x="1618" y="4007"/>
                  </a:cubicBezTo>
                  <a:cubicBezTo>
                    <a:pt x="1739" y="3885"/>
                    <a:pt x="1901" y="3820"/>
                    <a:pt x="2067" y="3820"/>
                  </a:cubicBezTo>
                  <a:close/>
                  <a:moveTo>
                    <a:pt x="19977" y="3820"/>
                  </a:moveTo>
                  <a:cubicBezTo>
                    <a:pt x="20059" y="3820"/>
                    <a:pt x="20142" y="3836"/>
                    <a:pt x="20221" y="3869"/>
                  </a:cubicBezTo>
                  <a:cubicBezTo>
                    <a:pt x="20460" y="3967"/>
                    <a:pt x="20614" y="4200"/>
                    <a:pt x="20614" y="4457"/>
                  </a:cubicBezTo>
                  <a:cubicBezTo>
                    <a:pt x="20614" y="4809"/>
                    <a:pt x="20330" y="5093"/>
                    <a:pt x="19978" y="5093"/>
                  </a:cubicBezTo>
                  <a:cubicBezTo>
                    <a:pt x="19721" y="5093"/>
                    <a:pt x="19488" y="4938"/>
                    <a:pt x="19390" y="4700"/>
                  </a:cubicBezTo>
                  <a:cubicBezTo>
                    <a:pt x="19291" y="4463"/>
                    <a:pt x="19345" y="4190"/>
                    <a:pt x="19528" y="4007"/>
                  </a:cubicBezTo>
                  <a:cubicBezTo>
                    <a:pt x="19650" y="3885"/>
                    <a:pt x="19812" y="3820"/>
                    <a:pt x="19977" y="3820"/>
                  </a:cubicBezTo>
                  <a:close/>
                  <a:moveTo>
                    <a:pt x="11023" y="4141"/>
                  </a:moveTo>
                  <a:cubicBezTo>
                    <a:pt x="11742" y="6357"/>
                    <a:pt x="12585" y="8476"/>
                    <a:pt x="14031" y="8888"/>
                  </a:cubicBezTo>
                  <a:cubicBezTo>
                    <a:pt x="14202" y="8937"/>
                    <a:pt x="14375" y="8960"/>
                    <a:pt x="14549" y="8960"/>
                  </a:cubicBezTo>
                  <a:cubicBezTo>
                    <a:pt x="16018" y="8960"/>
                    <a:pt x="17580" y="7354"/>
                    <a:pt x="18696" y="6341"/>
                  </a:cubicBezTo>
                  <a:lnTo>
                    <a:pt x="18696" y="6341"/>
                  </a:lnTo>
                  <a:cubicBezTo>
                    <a:pt x="17945" y="8678"/>
                    <a:pt x="16858" y="12122"/>
                    <a:pt x="16761" y="16553"/>
                  </a:cubicBezTo>
                  <a:lnTo>
                    <a:pt x="5286" y="16553"/>
                  </a:lnTo>
                  <a:cubicBezTo>
                    <a:pt x="5189" y="12122"/>
                    <a:pt x="4102" y="8678"/>
                    <a:pt x="3351" y="6341"/>
                  </a:cubicBezTo>
                  <a:lnTo>
                    <a:pt x="3351" y="6341"/>
                  </a:lnTo>
                  <a:cubicBezTo>
                    <a:pt x="4459" y="7347"/>
                    <a:pt x="6027" y="8960"/>
                    <a:pt x="7499" y="8960"/>
                  </a:cubicBezTo>
                  <a:cubicBezTo>
                    <a:pt x="7673" y="8960"/>
                    <a:pt x="7845" y="8937"/>
                    <a:pt x="8016" y="8888"/>
                  </a:cubicBezTo>
                  <a:cubicBezTo>
                    <a:pt x="9462" y="8476"/>
                    <a:pt x="10305" y="6357"/>
                    <a:pt x="11023" y="4141"/>
                  </a:cubicBezTo>
                  <a:close/>
                  <a:moveTo>
                    <a:pt x="11022" y="0"/>
                  </a:moveTo>
                  <a:cubicBezTo>
                    <a:pt x="10194" y="0"/>
                    <a:pt x="9461" y="533"/>
                    <a:pt x="9205" y="1322"/>
                  </a:cubicBezTo>
                  <a:cubicBezTo>
                    <a:pt x="8950" y="2111"/>
                    <a:pt x="9233" y="2973"/>
                    <a:pt x="9905" y="3458"/>
                  </a:cubicBezTo>
                  <a:cubicBezTo>
                    <a:pt x="9588" y="4457"/>
                    <a:pt x="8679" y="7376"/>
                    <a:pt x="7665" y="7666"/>
                  </a:cubicBezTo>
                  <a:cubicBezTo>
                    <a:pt x="7607" y="7682"/>
                    <a:pt x="7546" y="7690"/>
                    <a:pt x="7481" y="7690"/>
                  </a:cubicBezTo>
                  <a:cubicBezTo>
                    <a:pt x="6502" y="7690"/>
                    <a:pt x="4782" y="5891"/>
                    <a:pt x="3867" y="5097"/>
                  </a:cubicBezTo>
                  <a:cubicBezTo>
                    <a:pt x="4144" y="4318"/>
                    <a:pt x="3888" y="3447"/>
                    <a:pt x="3231" y="2943"/>
                  </a:cubicBezTo>
                  <a:cubicBezTo>
                    <a:pt x="2889" y="2679"/>
                    <a:pt x="2478" y="2547"/>
                    <a:pt x="2067" y="2547"/>
                  </a:cubicBezTo>
                  <a:cubicBezTo>
                    <a:pt x="1690" y="2547"/>
                    <a:pt x="1312" y="2659"/>
                    <a:pt x="985" y="2883"/>
                  </a:cubicBezTo>
                  <a:cubicBezTo>
                    <a:pt x="304" y="3352"/>
                    <a:pt x="1" y="4208"/>
                    <a:pt x="236" y="5001"/>
                  </a:cubicBezTo>
                  <a:cubicBezTo>
                    <a:pt x="473" y="5795"/>
                    <a:pt x="1193" y="6346"/>
                    <a:pt x="2021" y="6366"/>
                  </a:cubicBezTo>
                  <a:cubicBezTo>
                    <a:pt x="3076" y="9661"/>
                    <a:pt x="3920" y="12596"/>
                    <a:pt x="4012" y="16554"/>
                  </a:cubicBezTo>
                  <a:lnTo>
                    <a:pt x="3383" y="16554"/>
                  </a:lnTo>
                  <a:cubicBezTo>
                    <a:pt x="3031" y="16554"/>
                    <a:pt x="2747" y="16838"/>
                    <a:pt x="2747" y="17190"/>
                  </a:cubicBezTo>
                  <a:cubicBezTo>
                    <a:pt x="2747" y="17542"/>
                    <a:pt x="3031" y="17827"/>
                    <a:pt x="3383" y="17827"/>
                  </a:cubicBezTo>
                  <a:lnTo>
                    <a:pt x="18663" y="17827"/>
                  </a:lnTo>
                  <a:cubicBezTo>
                    <a:pt x="19013" y="17827"/>
                    <a:pt x="19299" y="17542"/>
                    <a:pt x="19299" y="17190"/>
                  </a:cubicBezTo>
                  <a:cubicBezTo>
                    <a:pt x="19299" y="16838"/>
                    <a:pt x="19013" y="16554"/>
                    <a:pt x="18663" y="16554"/>
                  </a:cubicBezTo>
                  <a:lnTo>
                    <a:pt x="18034" y="16554"/>
                  </a:lnTo>
                  <a:cubicBezTo>
                    <a:pt x="18125" y="12596"/>
                    <a:pt x="18985" y="9608"/>
                    <a:pt x="20024" y="6366"/>
                  </a:cubicBezTo>
                  <a:cubicBezTo>
                    <a:pt x="21071" y="6342"/>
                    <a:pt x="21903" y="5481"/>
                    <a:pt x="21890" y="4434"/>
                  </a:cubicBezTo>
                  <a:cubicBezTo>
                    <a:pt x="21877" y="3388"/>
                    <a:pt x="21026" y="2547"/>
                    <a:pt x="19980" y="2547"/>
                  </a:cubicBezTo>
                  <a:cubicBezTo>
                    <a:pt x="19980" y="2547"/>
                    <a:pt x="19979" y="2547"/>
                    <a:pt x="19978" y="2547"/>
                  </a:cubicBezTo>
                  <a:cubicBezTo>
                    <a:pt x="19357" y="2547"/>
                    <a:pt x="18775" y="2849"/>
                    <a:pt x="18418" y="3356"/>
                  </a:cubicBezTo>
                  <a:cubicBezTo>
                    <a:pt x="18059" y="3863"/>
                    <a:pt x="17971" y="4512"/>
                    <a:pt x="18178" y="5097"/>
                  </a:cubicBezTo>
                  <a:cubicBezTo>
                    <a:pt x="17280" y="5875"/>
                    <a:pt x="15545" y="7690"/>
                    <a:pt x="14563" y="7690"/>
                  </a:cubicBezTo>
                  <a:cubicBezTo>
                    <a:pt x="14499" y="7690"/>
                    <a:pt x="14438" y="7682"/>
                    <a:pt x="14381" y="7666"/>
                  </a:cubicBezTo>
                  <a:cubicBezTo>
                    <a:pt x="13366" y="7376"/>
                    <a:pt x="12459" y="4455"/>
                    <a:pt x="12140" y="3458"/>
                  </a:cubicBezTo>
                  <a:cubicBezTo>
                    <a:pt x="12812" y="2973"/>
                    <a:pt x="13094" y="2111"/>
                    <a:pt x="12840" y="1322"/>
                  </a:cubicBezTo>
                  <a:cubicBezTo>
                    <a:pt x="12585" y="533"/>
                    <a:pt x="11852" y="0"/>
                    <a:pt x="110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4" name="Google Shape;19414;p90"/>
            <p:cNvSpPr/>
            <p:nvPr/>
          </p:nvSpPr>
          <p:spPr>
            <a:xfrm>
              <a:off x="3324843" y="4189551"/>
              <a:ext cx="61891" cy="82523"/>
            </a:xfrm>
            <a:custGeom>
              <a:rect b="b" l="l" r="r" t="t"/>
              <a:pathLst>
                <a:path extrusionOk="0" h="5094" w="3821">
                  <a:moveTo>
                    <a:pt x="1911" y="1272"/>
                  </a:moveTo>
                  <a:cubicBezTo>
                    <a:pt x="2171" y="1272"/>
                    <a:pt x="2548" y="1769"/>
                    <a:pt x="2548" y="2547"/>
                  </a:cubicBezTo>
                  <a:cubicBezTo>
                    <a:pt x="2548" y="3323"/>
                    <a:pt x="2171" y="3820"/>
                    <a:pt x="1911" y="3820"/>
                  </a:cubicBezTo>
                  <a:cubicBezTo>
                    <a:pt x="1651" y="3820"/>
                    <a:pt x="1274" y="3323"/>
                    <a:pt x="1274" y="2547"/>
                  </a:cubicBezTo>
                  <a:cubicBezTo>
                    <a:pt x="1274" y="1769"/>
                    <a:pt x="1651" y="1272"/>
                    <a:pt x="1911" y="1272"/>
                  </a:cubicBezTo>
                  <a:close/>
                  <a:moveTo>
                    <a:pt x="1911" y="1"/>
                  </a:moveTo>
                  <a:cubicBezTo>
                    <a:pt x="840" y="1"/>
                    <a:pt x="1" y="1119"/>
                    <a:pt x="1" y="2548"/>
                  </a:cubicBezTo>
                  <a:cubicBezTo>
                    <a:pt x="1" y="3976"/>
                    <a:pt x="840" y="5094"/>
                    <a:pt x="1911" y="5094"/>
                  </a:cubicBezTo>
                  <a:cubicBezTo>
                    <a:pt x="2982" y="5094"/>
                    <a:pt x="3821" y="3976"/>
                    <a:pt x="3821" y="2548"/>
                  </a:cubicBezTo>
                  <a:cubicBezTo>
                    <a:pt x="3821" y="1120"/>
                    <a:pt x="2982" y="1"/>
                    <a:pt x="19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5" name="Google Shape;19415;p90"/>
            <p:cNvSpPr/>
            <p:nvPr/>
          </p:nvSpPr>
          <p:spPr>
            <a:xfrm>
              <a:off x="3407337" y="4210174"/>
              <a:ext cx="20668" cy="41294"/>
            </a:xfrm>
            <a:custGeom>
              <a:rect b="b" l="l" r="r" t="t"/>
              <a:pathLst>
                <a:path extrusionOk="0" h="2549" w="1276">
                  <a:moveTo>
                    <a:pt x="637" y="1"/>
                  </a:moveTo>
                  <a:cubicBezTo>
                    <a:pt x="285" y="1"/>
                    <a:pt x="1" y="285"/>
                    <a:pt x="1" y="637"/>
                  </a:cubicBezTo>
                  <a:lnTo>
                    <a:pt x="1" y="1912"/>
                  </a:lnTo>
                  <a:cubicBezTo>
                    <a:pt x="1" y="2262"/>
                    <a:pt x="285" y="2548"/>
                    <a:pt x="637" y="2548"/>
                  </a:cubicBezTo>
                  <a:cubicBezTo>
                    <a:pt x="989" y="2548"/>
                    <a:pt x="1275" y="2262"/>
                    <a:pt x="1275" y="1912"/>
                  </a:cubicBezTo>
                  <a:lnTo>
                    <a:pt x="1275" y="637"/>
                  </a:lnTo>
                  <a:cubicBezTo>
                    <a:pt x="1275" y="285"/>
                    <a:pt x="989"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6" name="Google Shape;19416;p90"/>
            <p:cNvSpPr/>
            <p:nvPr/>
          </p:nvSpPr>
          <p:spPr>
            <a:xfrm>
              <a:off x="3283604" y="4210174"/>
              <a:ext cx="20636" cy="41294"/>
            </a:xfrm>
            <a:custGeom>
              <a:rect b="b" l="l" r="r" t="t"/>
              <a:pathLst>
                <a:path extrusionOk="0" h="2549" w="1274">
                  <a:moveTo>
                    <a:pt x="637" y="1"/>
                  </a:moveTo>
                  <a:cubicBezTo>
                    <a:pt x="285" y="1"/>
                    <a:pt x="1" y="285"/>
                    <a:pt x="1" y="637"/>
                  </a:cubicBezTo>
                  <a:lnTo>
                    <a:pt x="1" y="1912"/>
                  </a:lnTo>
                  <a:cubicBezTo>
                    <a:pt x="1" y="2262"/>
                    <a:pt x="285" y="2548"/>
                    <a:pt x="637" y="2548"/>
                  </a:cubicBezTo>
                  <a:cubicBezTo>
                    <a:pt x="989" y="2548"/>
                    <a:pt x="1274" y="2262"/>
                    <a:pt x="1274" y="1912"/>
                  </a:cubicBezTo>
                  <a:lnTo>
                    <a:pt x="1274" y="637"/>
                  </a:lnTo>
                  <a:cubicBezTo>
                    <a:pt x="1274" y="285"/>
                    <a:pt x="989"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417" name="Google Shape;19417;p90"/>
          <p:cNvSpPr/>
          <p:nvPr/>
        </p:nvSpPr>
        <p:spPr>
          <a:xfrm>
            <a:off x="7076263" y="3392350"/>
            <a:ext cx="263158" cy="345469"/>
          </a:xfrm>
          <a:custGeom>
            <a:rect b="b" l="l" r="r" t="t"/>
            <a:pathLst>
              <a:path extrusionOk="0" h="21731" w="16556">
                <a:moveTo>
                  <a:pt x="5094" y="2548"/>
                </a:moveTo>
                <a:cubicBezTo>
                  <a:pt x="5943" y="2548"/>
                  <a:pt x="7751" y="3204"/>
                  <a:pt x="9347" y="3782"/>
                </a:cubicBezTo>
                <a:cubicBezTo>
                  <a:pt x="11204" y="4457"/>
                  <a:pt x="12959" y="5095"/>
                  <a:pt x="14034" y="5095"/>
                </a:cubicBezTo>
                <a:cubicBezTo>
                  <a:pt x="14511" y="5095"/>
                  <a:pt x="14927" y="5025"/>
                  <a:pt x="15280" y="4889"/>
                </a:cubicBezTo>
                <a:lnTo>
                  <a:pt x="15280" y="12149"/>
                </a:lnTo>
                <a:lnTo>
                  <a:pt x="15280" y="12151"/>
                </a:lnTo>
                <a:cubicBezTo>
                  <a:pt x="15271" y="12278"/>
                  <a:pt x="15164" y="12775"/>
                  <a:pt x="14034" y="12775"/>
                </a:cubicBezTo>
                <a:cubicBezTo>
                  <a:pt x="13184" y="12775"/>
                  <a:pt x="11376" y="12119"/>
                  <a:pt x="9781" y="11540"/>
                </a:cubicBezTo>
                <a:cubicBezTo>
                  <a:pt x="7923" y="10866"/>
                  <a:pt x="6168" y="10229"/>
                  <a:pt x="5094" y="10229"/>
                </a:cubicBezTo>
                <a:cubicBezTo>
                  <a:pt x="4605" y="10229"/>
                  <a:pt x="4181" y="10301"/>
                  <a:pt x="3821" y="10442"/>
                </a:cubicBezTo>
                <a:lnTo>
                  <a:pt x="3821" y="3176"/>
                </a:lnTo>
                <a:cubicBezTo>
                  <a:pt x="3862" y="2681"/>
                  <a:pt x="4592" y="2548"/>
                  <a:pt x="5094" y="2548"/>
                </a:cubicBezTo>
                <a:close/>
                <a:moveTo>
                  <a:pt x="3184" y="0"/>
                </a:moveTo>
                <a:cubicBezTo>
                  <a:pt x="2832" y="0"/>
                  <a:pt x="2548" y="285"/>
                  <a:pt x="2548" y="637"/>
                </a:cubicBezTo>
                <a:lnTo>
                  <a:pt x="2548" y="20458"/>
                </a:lnTo>
                <a:lnTo>
                  <a:pt x="637" y="20458"/>
                </a:lnTo>
                <a:cubicBezTo>
                  <a:pt x="286" y="20458"/>
                  <a:pt x="1" y="20742"/>
                  <a:pt x="1" y="21094"/>
                </a:cubicBezTo>
                <a:cubicBezTo>
                  <a:pt x="1" y="21446"/>
                  <a:pt x="286" y="21731"/>
                  <a:pt x="637" y="21731"/>
                </a:cubicBezTo>
                <a:lnTo>
                  <a:pt x="5730" y="21731"/>
                </a:lnTo>
                <a:cubicBezTo>
                  <a:pt x="6082" y="21731"/>
                  <a:pt x="6367" y="21446"/>
                  <a:pt x="6367" y="21094"/>
                </a:cubicBezTo>
                <a:cubicBezTo>
                  <a:pt x="6367" y="20742"/>
                  <a:pt x="6082" y="20458"/>
                  <a:pt x="5730" y="20458"/>
                </a:cubicBezTo>
                <a:lnTo>
                  <a:pt x="3821" y="20458"/>
                </a:lnTo>
                <a:lnTo>
                  <a:pt x="3821" y="12132"/>
                </a:lnTo>
                <a:cubicBezTo>
                  <a:pt x="3821" y="11661"/>
                  <a:pt x="4579" y="11502"/>
                  <a:pt x="5094" y="11502"/>
                </a:cubicBezTo>
                <a:cubicBezTo>
                  <a:pt x="5945" y="11502"/>
                  <a:pt x="7752" y="12158"/>
                  <a:pt x="9347" y="12737"/>
                </a:cubicBezTo>
                <a:cubicBezTo>
                  <a:pt x="11204" y="13412"/>
                  <a:pt x="12960" y="14049"/>
                  <a:pt x="14034" y="14049"/>
                </a:cubicBezTo>
                <a:cubicBezTo>
                  <a:pt x="15760" y="14049"/>
                  <a:pt x="16556" y="13075"/>
                  <a:pt x="16553" y="12139"/>
                </a:cubicBezTo>
                <a:lnTo>
                  <a:pt x="16553" y="3164"/>
                </a:lnTo>
                <a:cubicBezTo>
                  <a:pt x="16546" y="2817"/>
                  <a:pt x="16263" y="2540"/>
                  <a:pt x="15917" y="2540"/>
                </a:cubicBezTo>
                <a:cubicBezTo>
                  <a:pt x="15914" y="2540"/>
                  <a:pt x="15911" y="2540"/>
                  <a:pt x="15907" y="2540"/>
                </a:cubicBezTo>
                <a:cubicBezTo>
                  <a:pt x="15557" y="2545"/>
                  <a:pt x="15277" y="2834"/>
                  <a:pt x="15281" y="3184"/>
                </a:cubicBezTo>
                <a:lnTo>
                  <a:pt x="15281" y="3187"/>
                </a:lnTo>
                <a:cubicBezTo>
                  <a:pt x="15277" y="3294"/>
                  <a:pt x="15197" y="3821"/>
                  <a:pt x="14035" y="3821"/>
                </a:cubicBezTo>
                <a:cubicBezTo>
                  <a:pt x="13184" y="3821"/>
                  <a:pt x="11376" y="3164"/>
                  <a:pt x="9782" y="2585"/>
                </a:cubicBezTo>
                <a:cubicBezTo>
                  <a:pt x="7924" y="1911"/>
                  <a:pt x="6168" y="1273"/>
                  <a:pt x="5095" y="1273"/>
                </a:cubicBezTo>
                <a:cubicBezTo>
                  <a:pt x="4607" y="1273"/>
                  <a:pt x="4182" y="1346"/>
                  <a:pt x="3821" y="1488"/>
                </a:cubicBezTo>
                <a:lnTo>
                  <a:pt x="3821" y="637"/>
                </a:lnTo>
                <a:cubicBezTo>
                  <a:pt x="3822" y="285"/>
                  <a:pt x="3536" y="0"/>
                  <a:pt x="3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418" name="Google Shape;19418;p90"/>
          <p:cNvGrpSpPr/>
          <p:nvPr/>
        </p:nvGrpSpPr>
        <p:grpSpPr>
          <a:xfrm>
            <a:off x="6271453" y="3413260"/>
            <a:ext cx="346903" cy="303649"/>
            <a:chOff x="2309486" y="4003462"/>
            <a:chExt cx="353478" cy="309404"/>
          </a:xfrm>
        </p:grpSpPr>
        <p:sp>
          <p:nvSpPr>
            <p:cNvPr id="19419" name="Google Shape;19419;p90"/>
            <p:cNvSpPr/>
            <p:nvPr/>
          </p:nvSpPr>
          <p:spPr>
            <a:xfrm>
              <a:off x="2433883" y="4250966"/>
              <a:ext cx="64336" cy="61900"/>
            </a:xfrm>
            <a:custGeom>
              <a:rect b="b" l="l" r="r" t="t"/>
              <a:pathLst>
                <a:path extrusionOk="0" h="3821" w="3972">
                  <a:moveTo>
                    <a:pt x="1911" y="1274"/>
                  </a:moveTo>
                  <a:cubicBezTo>
                    <a:pt x="2168" y="1274"/>
                    <a:pt x="2401" y="1429"/>
                    <a:pt x="2499" y="1667"/>
                  </a:cubicBezTo>
                  <a:cubicBezTo>
                    <a:pt x="2598" y="1905"/>
                    <a:pt x="2544" y="2179"/>
                    <a:pt x="2361" y="2360"/>
                  </a:cubicBezTo>
                  <a:cubicBezTo>
                    <a:pt x="2239" y="2483"/>
                    <a:pt x="2076" y="2547"/>
                    <a:pt x="1910" y="2547"/>
                  </a:cubicBezTo>
                  <a:cubicBezTo>
                    <a:pt x="1828" y="2547"/>
                    <a:pt x="1746" y="2532"/>
                    <a:pt x="1668" y="2499"/>
                  </a:cubicBezTo>
                  <a:cubicBezTo>
                    <a:pt x="1430" y="2400"/>
                    <a:pt x="1275" y="2168"/>
                    <a:pt x="1275" y="1910"/>
                  </a:cubicBezTo>
                  <a:cubicBezTo>
                    <a:pt x="1275" y="1558"/>
                    <a:pt x="1559" y="1274"/>
                    <a:pt x="1911" y="1274"/>
                  </a:cubicBezTo>
                  <a:close/>
                  <a:moveTo>
                    <a:pt x="1911" y="1"/>
                  </a:moveTo>
                  <a:cubicBezTo>
                    <a:pt x="857" y="2"/>
                    <a:pt x="3" y="857"/>
                    <a:pt x="2" y="1910"/>
                  </a:cubicBezTo>
                  <a:cubicBezTo>
                    <a:pt x="0" y="2683"/>
                    <a:pt x="466" y="3379"/>
                    <a:pt x="1180" y="3676"/>
                  </a:cubicBezTo>
                  <a:cubicBezTo>
                    <a:pt x="1416" y="3773"/>
                    <a:pt x="1664" y="3821"/>
                    <a:pt x="1911" y="3821"/>
                  </a:cubicBezTo>
                  <a:cubicBezTo>
                    <a:pt x="2408" y="3821"/>
                    <a:pt x="2896" y="3627"/>
                    <a:pt x="3261" y="3261"/>
                  </a:cubicBezTo>
                  <a:cubicBezTo>
                    <a:pt x="3807" y="2715"/>
                    <a:pt x="3972" y="1894"/>
                    <a:pt x="3675" y="1180"/>
                  </a:cubicBezTo>
                  <a:cubicBezTo>
                    <a:pt x="3380" y="467"/>
                    <a:pt x="2684" y="1"/>
                    <a:pt x="19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0" name="Google Shape;19420;p90"/>
            <p:cNvSpPr/>
            <p:nvPr/>
          </p:nvSpPr>
          <p:spPr>
            <a:xfrm>
              <a:off x="2537709" y="4250966"/>
              <a:ext cx="64320" cy="61900"/>
            </a:xfrm>
            <a:custGeom>
              <a:rect b="b" l="l" r="r" t="t"/>
              <a:pathLst>
                <a:path extrusionOk="0" h="3821" w="3971">
                  <a:moveTo>
                    <a:pt x="1910" y="1274"/>
                  </a:moveTo>
                  <a:cubicBezTo>
                    <a:pt x="2168" y="1274"/>
                    <a:pt x="2399" y="1429"/>
                    <a:pt x="2499" y="1667"/>
                  </a:cubicBezTo>
                  <a:cubicBezTo>
                    <a:pt x="2597" y="1905"/>
                    <a:pt x="2542" y="2179"/>
                    <a:pt x="2360" y="2360"/>
                  </a:cubicBezTo>
                  <a:cubicBezTo>
                    <a:pt x="2238" y="2483"/>
                    <a:pt x="2075" y="2547"/>
                    <a:pt x="1909" y="2547"/>
                  </a:cubicBezTo>
                  <a:cubicBezTo>
                    <a:pt x="1828" y="2547"/>
                    <a:pt x="1745" y="2532"/>
                    <a:pt x="1666" y="2499"/>
                  </a:cubicBezTo>
                  <a:cubicBezTo>
                    <a:pt x="1428" y="2400"/>
                    <a:pt x="1273" y="2168"/>
                    <a:pt x="1273" y="1910"/>
                  </a:cubicBezTo>
                  <a:cubicBezTo>
                    <a:pt x="1273" y="1558"/>
                    <a:pt x="1558" y="1274"/>
                    <a:pt x="1910" y="1274"/>
                  </a:cubicBezTo>
                  <a:close/>
                  <a:moveTo>
                    <a:pt x="1910" y="1"/>
                  </a:moveTo>
                  <a:cubicBezTo>
                    <a:pt x="855" y="2"/>
                    <a:pt x="2" y="857"/>
                    <a:pt x="0" y="1910"/>
                  </a:cubicBezTo>
                  <a:cubicBezTo>
                    <a:pt x="0" y="2683"/>
                    <a:pt x="465" y="3379"/>
                    <a:pt x="1179" y="3676"/>
                  </a:cubicBezTo>
                  <a:cubicBezTo>
                    <a:pt x="1416" y="3773"/>
                    <a:pt x="1664" y="3821"/>
                    <a:pt x="1910" y="3821"/>
                  </a:cubicBezTo>
                  <a:cubicBezTo>
                    <a:pt x="2407" y="3821"/>
                    <a:pt x="2895" y="3627"/>
                    <a:pt x="3261" y="3261"/>
                  </a:cubicBezTo>
                  <a:cubicBezTo>
                    <a:pt x="3806" y="2715"/>
                    <a:pt x="3970" y="1893"/>
                    <a:pt x="3675" y="1180"/>
                  </a:cubicBezTo>
                  <a:cubicBezTo>
                    <a:pt x="3379" y="467"/>
                    <a:pt x="2683" y="1"/>
                    <a:pt x="1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1" name="Google Shape;19421;p90"/>
            <p:cNvSpPr/>
            <p:nvPr/>
          </p:nvSpPr>
          <p:spPr>
            <a:xfrm>
              <a:off x="2309486" y="4003462"/>
              <a:ext cx="353478" cy="247552"/>
            </a:xfrm>
            <a:custGeom>
              <a:rect b="b" l="l" r="r" t="t"/>
              <a:pathLst>
                <a:path extrusionOk="0" h="15281" w="21823">
                  <a:moveTo>
                    <a:pt x="20249" y="3820"/>
                  </a:moveTo>
                  <a:lnTo>
                    <a:pt x="18067" y="11459"/>
                  </a:lnTo>
                  <a:lnTo>
                    <a:pt x="7524" y="11459"/>
                  </a:lnTo>
                  <a:cubicBezTo>
                    <a:pt x="7178" y="10245"/>
                    <a:pt x="6208" y="6847"/>
                    <a:pt x="5341" y="3820"/>
                  </a:cubicBezTo>
                  <a:close/>
                  <a:moveTo>
                    <a:pt x="637" y="1"/>
                  </a:moveTo>
                  <a:cubicBezTo>
                    <a:pt x="285" y="1"/>
                    <a:pt x="0" y="285"/>
                    <a:pt x="0" y="637"/>
                  </a:cubicBezTo>
                  <a:cubicBezTo>
                    <a:pt x="0" y="989"/>
                    <a:pt x="285" y="1275"/>
                    <a:pt x="637" y="1275"/>
                  </a:cubicBezTo>
                  <a:lnTo>
                    <a:pt x="3291" y="1275"/>
                  </a:lnTo>
                  <a:cubicBezTo>
                    <a:pt x="4003" y="3767"/>
                    <a:pt x="5668" y="9592"/>
                    <a:pt x="6365" y="12034"/>
                  </a:cubicBezTo>
                  <a:lnTo>
                    <a:pt x="6124" y="12516"/>
                  </a:lnTo>
                  <a:cubicBezTo>
                    <a:pt x="5488" y="13788"/>
                    <a:pt x="6414" y="15280"/>
                    <a:pt x="7833" y="15280"/>
                  </a:cubicBezTo>
                  <a:lnTo>
                    <a:pt x="18547" y="15280"/>
                  </a:lnTo>
                  <a:cubicBezTo>
                    <a:pt x="18899" y="15280"/>
                    <a:pt x="19184" y="14994"/>
                    <a:pt x="19184" y="14644"/>
                  </a:cubicBezTo>
                  <a:cubicBezTo>
                    <a:pt x="19184" y="14292"/>
                    <a:pt x="18899" y="14006"/>
                    <a:pt x="18547" y="14006"/>
                  </a:cubicBezTo>
                  <a:lnTo>
                    <a:pt x="7833" y="14006"/>
                  </a:lnTo>
                  <a:cubicBezTo>
                    <a:pt x="7359" y="14006"/>
                    <a:pt x="7051" y="13508"/>
                    <a:pt x="7262" y="13085"/>
                  </a:cubicBezTo>
                  <a:lnTo>
                    <a:pt x="7438" y="12733"/>
                  </a:lnTo>
                  <a:lnTo>
                    <a:pt x="18547" y="12733"/>
                  </a:lnTo>
                  <a:cubicBezTo>
                    <a:pt x="18832" y="12733"/>
                    <a:pt x="19080" y="12545"/>
                    <a:pt x="19158" y="12271"/>
                  </a:cubicBezTo>
                  <a:lnTo>
                    <a:pt x="21706" y="3359"/>
                  </a:lnTo>
                  <a:cubicBezTo>
                    <a:pt x="21822" y="2952"/>
                    <a:pt x="21516" y="2548"/>
                    <a:pt x="21094" y="2547"/>
                  </a:cubicBezTo>
                  <a:lnTo>
                    <a:pt x="4978" y="2547"/>
                  </a:lnTo>
                  <a:cubicBezTo>
                    <a:pt x="4760" y="1783"/>
                    <a:pt x="4558" y="1073"/>
                    <a:pt x="4383" y="462"/>
                  </a:cubicBezTo>
                  <a:cubicBezTo>
                    <a:pt x="4305" y="189"/>
                    <a:pt x="4055" y="1"/>
                    <a:pt x="3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422" name="Google Shape;19422;p90"/>
          <p:cNvSpPr/>
          <p:nvPr/>
        </p:nvSpPr>
        <p:spPr>
          <a:xfrm>
            <a:off x="5522466" y="3392334"/>
            <a:ext cx="345414" cy="345500"/>
          </a:xfrm>
          <a:custGeom>
            <a:rect b="b" l="l" r="r" t="t"/>
            <a:pathLst>
              <a:path extrusionOk="0" h="21733" w="21731">
                <a:moveTo>
                  <a:pt x="14048" y="1273"/>
                </a:moveTo>
                <a:cubicBezTo>
                  <a:pt x="16177" y="1273"/>
                  <a:pt x="17909" y="2987"/>
                  <a:pt x="17909" y="5094"/>
                </a:cubicBezTo>
                <a:cubicBezTo>
                  <a:pt x="17909" y="5279"/>
                  <a:pt x="17882" y="5464"/>
                  <a:pt x="17848" y="5689"/>
                </a:cubicBezTo>
                <a:cubicBezTo>
                  <a:pt x="17794" y="6032"/>
                  <a:pt x="18023" y="6353"/>
                  <a:pt x="18363" y="6414"/>
                </a:cubicBezTo>
                <a:cubicBezTo>
                  <a:pt x="19556" y="6630"/>
                  <a:pt x="20456" y="7723"/>
                  <a:pt x="20456" y="8956"/>
                </a:cubicBezTo>
                <a:cubicBezTo>
                  <a:pt x="20456" y="10360"/>
                  <a:pt x="19314" y="11503"/>
                  <a:pt x="17909" y="11503"/>
                </a:cubicBezTo>
                <a:lnTo>
                  <a:pt x="17912" y="11502"/>
                </a:lnTo>
                <a:lnTo>
                  <a:pt x="13503" y="11502"/>
                </a:lnTo>
                <a:lnTo>
                  <a:pt x="11412" y="7993"/>
                </a:lnTo>
                <a:cubicBezTo>
                  <a:pt x="11297" y="7801"/>
                  <a:pt x="11089" y="7683"/>
                  <a:pt x="10865" y="7683"/>
                </a:cubicBezTo>
                <a:lnTo>
                  <a:pt x="10864" y="7683"/>
                </a:lnTo>
                <a:cubicBezTo>
                  <a:pt x="10640" y="7683"/>
                  <a:pt x="10434" y="7800"/>
                  <a:pt x="10319" y="7992"/>
                </a:cubicBezTo>
                <a:lnTo>
                  <a:pt x="8212" y="11502"/>
                </a:lnTo>
                <a:lnTo>
                  <a:pt x="3819" y="11502"/>
                </a:lnTo>
                <a:cubicBezTo>
                  <a:pt x="2415" y="11502"/>
                  <a:pt x="1272" y="10360"/>
                  <a:pt x="1272" y="8956"/>
                </a:cubicBezTo>
                <a:cubicBezTo>
                  <a:pt x="1272" y="7723"/>
                  <a:pt x="2131" y="6656"/>
                  <a:pt x="3313" y="6418"/>
                </a:cubicBezTo>
                <a:cubicBezTo>
                  <a:pt x="3624" y="6356"/>
                  <a:pt x="3864" y="6067"/>
                  <a:pt x="3819" y="5698"/>
                </a:cubicBezTo>
                <a:cubicBezTo>
                  <a:pt x="3836" y="3957"/>
                  <a:pt x="5277" y="2548"/>
                  <a:pt x="7045" y="2548"/>
                </a:cubicBezTo>
                <a:cubicBezTo>
                  <a:pt x="7979" y="2548"/>
                  <a:pt x="8868" y="2971"/>
                  <a:pt x="9481" y="3709"/>
                </a:cubicBezTo>
                <a:cubicBezTo>
                  <a:pt x="9611" y="3866"/>
                  <a:pt x="9791" y="3940"/>
                  <a:pt x="9970" y="3940"/>
                </a:cubicBezTo>
                <a:cubicBezTo>
                  <a:pt x="10209" y="3940"/>
                  <a:pt x="10445" y="3807"/>
                  <a:pt x="10554" y="3560"/>
                </a:cubicBezTo>
                <a:cubicBezTo>
                  <a:pt x="11166" y="2172"/>
                  <a:pt x="12537" y="1273"/>
                  <a:pt x="14048" y="1273"/>
                </a:cubicBezTo>
                <a:close/>
                <a:moveTo>
                  <a:pt x="10863" y="9560"/>
                </a:moveTo>
                <a:lnTo>
                  <a:pt x="13563" y="14092"/>
                </a:lnTo>
                <a:lnTo>
                  <a:pt x="12138" y="14092"/>
                </a:lnTo>
                <a:cubicBezTo>
                  <a:pt x="11786" y="14092"/>
                  <a:pt x="11502" y="14376"/>
                  <a:pt x="11502" y="14728"/>
                </a:cubicBezTo>
                <a:lnTo>
                  <a:pt x="11502" y="20459"/>
                </a:lnTo>
                <a:lnTo>
                  <a:pt x="10229" y="20459"/>
                </a:lnTo>
                <a:lnTo>
                  <a:pt x="10229" y="14686"/>
                </a:lnTo>
                <a:cubicBezTo>
                  <a:pt x="10229" y="14334"/>
                  <a:pt x="9943" y="14049"/>
                  <a:pt x="9591" y="14049"/>
                </a:cubicBezTo>
                <a:lnTo>
                  <a:pt x="8168" y="14049"/>
                </a:lnTo>
                <a:lnTo>
                  <a:pt x="10863" y="9560"/>
                </a:lnTo>
                <a:close/>
                <a:moveTo>
                  <a:pt x="14048" y="0"/>
                </a:moveTo>
                <a:cubicBezTo>
                  <a:pt x="12350" y="3"/>
                  <a:pt x="10765" y="851"/>
                  <a:pt x="9820" y="2262"/>
                </a:cubicBezTo>
                <a:cubicBezTo>
                  <a:pt x="9037" y="1624"/>
                  <a:pt x="8056" y="1275"/>
                  <a:pt x="7045" y="1275"/>
                </a:cubicBezTo>
                <a:cubicBezTo>
                  <a:pt x="4710" y="1275"/>
                  <a:pt x="2783" y="3048"/>
                  <a:pt x="2567" y="5305"/>
                </a:cubicBezTo>
                <a:cubicBezTo>
                  <a:pt x="1053" y="5835"/>
                  <a:pt x="0" y="7295"/>
                  <a:pt x="0" y="8956"/>
                </a:cubicBezTo>
                <a:cubicBezTo>
                  <a:pt x="0" y="11063"/>
                  <a:pt x="1714" y="12776"/>
                  <a:pt x="3820" y="12776"/>
                </a:cubicBezTo>
                <a:lnTo>
                  <a:pt x="7449" y="12776"/>
                </a:lnTo>
                <a:lnTo>
                  <a:pt x="6500" y="14358"/>
                </a:lnTo>
                <a:cubicBezTo>
                  <a:pt x="6244" y="14782"/>
                  <a:pt x="6550" y="15322"/>
                  <a:pt x="7045" y="15322"/>
                </a:cubicBezTo>
                <a:lnTo>
                  <a:pt x="8955" y="15322"/>
                </a:lnTo>
                <a:lnTo>
                  <a:pt x="8955" y="21096"/>
                </a:lnTo>
                <a:cubicBezTo>
                  <a:pt x="8955" y="21446"/>
                  <a:pt x="9240" y="21732"/>
                  <a:pt x="9591" y="21732"/>
                </a:cubicBezTo>
                <a:lnTo>
                  <a:pt x="12138" y="21732"/>
                </a:lnTo>
                <a:cubicBezTo>
                  <a:pt x="12490" y="21732"/>
                  <a:pt x="12776" y="21446"/>
                  <a:pt x="12776" y="21096"/>
                </a:cubicBezTo>
                <a:lnTo>
                  <a:pt x="12776" y="15366"/>
                </a:lnTo>
                <a:lnTo>
                  <a:pt x="14686" y="15366"/>
                </a:lnTo>
                <a:cubicBezTo>
                  <a:pt x="15179" y="15365"/>
                  <a:pt x="15485" y="14827"/>
                  <a:pt x="15232" y="14403"/>
                </a:cubicBezTo>
                <a:lnTo>
                  <a:pt x="14263" y="12776"/>
                </a:lnTo>
                <a:lnTo>
                  <a:pt x="17910" y="12776"/>
                </a:lnTo>
                <a:cubicBezTo>
                  <a:pt x="20017" y="12776"/>
                  <a:pt x="21730" y="11063"/>
                  <a:pt x="21730" y="8956"/>
                </a:cubicBezTo>
                <a:cubicBezTo>
                  <a:pt x="21730" y="7326"/>
                  <a:pt x="20696" y="5860"/>
                  <a:pt x="19177" y="5317"/>
                </a:cubicBezTo>
                <a:cubicBezTo>
                  <a:pt x="19181" y="5244"/>
                  <a:pt x="19183" y="5170"/>
                  <a:pt x="19183" y="5094"/>
                </a:cubicBezTo>
                <a:cubicBezTo>
                  <a:pt x="19183" y="2286"/>
                  <a:pt x="16879" y="0"/>
                  <a:pt x="1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3" name="Google Shape;19423;p90"/>
          <p:cNvSpPr/>
          <p:nvPr/>
        </p:nvSpPr>
        <p:spPr>
          <a:xfrm>
            <a:off x="4775670" y="3392350"/>
            <a:ext cx="345430" cy="345469"/>
          </a:xfrm>
          <a:custGeom>
            <a:rect b="b" l="l" r="r" t="t"/>
            <a:pathLst>
              <a:path extrusionOk="0" h="21731" w="21732">
                <a:moveTo>
                  <a:pt x="10867" y="1350"/>
                </a:moveTo>
                <a:lnTo>
                  <a:pt x="18409" y="5136"/>
                </a:lnTo>
                <a:lnTo>
                  <a:pt x="3325" y="5136"/>
                </a:lnTo>
                <a:lnTo>
                  <a:pt x="10867" y="1350"/>
                </a:lnTo>
                <a:close/>
                <a:moveTo>
                  <a:pt x="20329" y="6409"/>
                </a:moveTo>
                <a:cubicBezTo>
                  <a:pt x="20142" y="6910"/>
                  <a:pt x="19791" y="7392"/>
                  <a:pt x="19543" y="7683"/>
                </a:cubicBezTo>
                <a:lnTo>
                  <a:pt x="2193" y="7683"/>
                </a:lnTo>
                <a:cubicBezTo>
                  <a:pt x="1943" y="7391"/>
                  <a:pt x="1593" y="6910"/>
                  <a:pt x="1406" y="6409"/>
                </a:cubicBezTo>
                <a:close/>
                <a:moveTo>
                  <a:pt x="5095" y="8956"/>
                </a:moveTo>
                <a:lnTo>
                  <a:pt x="5095" y="17912"/>
                </a:lnTo>
                <a:lnTo>
                  <a:pt x="3821" y="17912"/>
                </a:lnTo>
                <a:lnTo>
                  <a:pt x="3821" y="8956"/>
                </a:lnTo>
                <a:close/>
                <a:moveTo>
                  <a:pt x="8958" y="8956"/>
                </a:moveTo>
                <a:lnTo>
                  <a:pt x="8958" y="17912"/>
                </a:lnTo>
                <a:lnTo>
                  <a:pt x="6368" y="17912"/>
                </a:lnTo>
                <a:lnTo>
                  <a:pt x="6368" y="8956"/>
                </a:lnTo>
                <a:close/>
                <a:moveTo>
                  <a:pt x="11504" y="8956"/>
                </a:moveTo>
                <a:lnTo>
                  <a:pt x="11504" y="17912"/>
                </a:lnTo>
                <a:lnTo>
                  <a:pt x="10231" y="17912"/>
                </a:lnTo>
                <a:lnTo>
                  <a:pt x="10231" y="8956"/>
                </a:lnTo>
                <a:close/>
                <a:moveTo>
                  <a:pt x="15365" y="8956"/>
                </a:moveTo>
                <a:lnTo>
                  <a:pt x="15365" y="17912"/>
                </a:lnTo>
                <a:lnTo>
                  <a:pt x="12778" y="17912"/>
                </a:lnTo>
                <a:lnTo>
                  <a:pt x="12778" y="8956"/>
                </a:lnTo>
                <a:close/>
                <a:moveTo>
                  <a:pt x="17914" y="8956"/>
                </a:moveTo>
                <a:lnTo>
                  <a:pt x="17914" y="17912"/>
                </a:lnTo>
                <a:lnTo>
                  <a:pt x="16641" y="17912"/>
                </a:lnTo>
                <a:lnTo>
                  <a:pt x="16641" y="8956"/>
                </a:lnTo>
                <a:close/>
                <a:moveTo>
                  <a:pt x="19543" y="19185"/>
                </a:moveTo>
                <a:cubicBezTo>
                  <a:pt x="19793" y="19476"/>
                  <a:pt x="20142" y="19958"/>
                  <a:pt x="20330" y="20459"/>
                </a:cubicBezTo>
                <a:lnTo>
                  <a:pt x="1405" y="20459"/>
                </a:lnTo>
                <a:cubicBezTo>
                  <a:pt x="1591" y="19958"/>
                  <a:pt x="1942" y="19476"/>
                  <a:pt x="2191" y="19185"/>
                </a:cubicBezTo>
                <a:close/>
                <a:moveTo>
                  <a:pt x="10866" y="0"/>
                </a:moveTo>
                <a:cubicBezTo>
                  <a:pt x="10768" y="0"/>
                  <a:pt x="10671" y="23"/>
                  <a:pt x="10581" y="68"/>
                </a:cubicBezTo>
                <a:lnTo>
                  <a:pt x="353" y="5203"/>
                </a:lnTo>
                <a:cubicBezTo>
                  <a:pt x="138" y="5313"/>
                  <a:pt x="2" y="5533"/>
                  <a:pt x="1" y="5772"/>
                </a:cubicBezTo>
                <a:cubicBezTo>
                  <a:pt x="1" y="7266"/>
                  <a:pt x="1311" y="8620"/>
                  <a:pt x="1460" y="8769"/>
                </a:cubicBezTo>
                <a:cubicBezTo>
                  <a:pt x="1581" y="8889"/>
                  <a:pt x="1742" y="8955"/>
                  <a:pt x="1912" y="8956"/>
                </a:cubicBezTo>
                <a:lnTo>
                  <a:pt x="2548" y="8956"/>
                </a:lnTo>
                <a:lnTo>
                  <a:pt x="2548" y="17912"/>
                </a:lnTo>
                <a:lnTo>
                  <a:pt x="1912" y="17912"/>
                </a:lnTo>
                <a:cubicBezTo>
                  <a:pt x="1742" y="17912"/>
                  <a:pt x="1581" y="17978"/>
                  <a:pt x="1462" y="18098"/>
                </a:cubicBezTo>
                <a:cubicBezTo>
                  <a:pt x="1312" y="18247"/>
                  <a:pt x="1" y="19600"/>
                  <a:pt x="1" y="21094"/>
                </a:cubicBezTo>
                <a:cubicBezTo>
                  <a:pt x="2" y="21446"/>
                  <a:pt x="287" y="21731"/>
                  <a:pt x="639" y="21731"/>
                </a:cubicBezTo>
                <a:lnTo>
                  <a:pt x="21095" y="21731"/>
                </a:lnTo>
                <a:cubicBezTo>
                  <a:pt x="21447" y="21731"/>
                  <a:pt x="21731" y="21446"/>
                  <a:pt x="21731" y="21094"/>
                </a:cubicBezTo>
                <a:cubicBezTo>
                  <a:pt x="21731" y="19600"/>
                  <a:pt x="20421" y="18247"/>
                  <a:pt x="20272" y="18098"/>
                </a:cubicBezTo>
                <a:cubicBezTo>
                  <a:pt x="20153" y="17978"/>
                  <a:pt x="19991" y="17912"/>
                  <a:pt x="19822" y="17912"/>
                </a:cubicBezTo>
                <a:lnTo>
                  <a:pt x="19185" y="17912"/>
                </a:lnTo>
                <a:lnTo>
                  <a:pt x="19185" y="8956"/>
                </a:lnTo>
                <a:lnTo>
                  <a:pt x="19822" y="8956"/>
                </a:lnTo>
                <a:cubicBezTo>
                  <a:pt x="19991" y="8956"/>
                  <a:pt x="20153" y="8889"/>
                  <a:pt x="20272" y="8769"/>
                </a:cubicBezTo>
                <a:cubicBezTo>
                  <a:pt x="20421" y="8621"/>
                  <a:pt x="21731" y="7266"/>
                  <a:pt x="21731" y="5772"/>
                </a:cubicBezTo>
                <a:cubicBezTo>
                  <a:pt x="21731" y="5533"/>
                  <a:pt x="21595" y="5312"/>
                  <a:pt x="21381" y="5203"/>
                </a:cubicBezTo>
                <a:lnTo>
                  <a:pt x="11152" y="68"/>
                </a:lnTo>
                <a:cubicBezTo>
                  <a:pt x="11062" y="23"/>
                  <a:pt x="10964" y="0"/>
                  <a:pt x="108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424" name="Google Shape;19424;p90"/>
          <p:cNvGrpSpPr/>
          <p:nvPr/>
        </p:nvGrpSpPr>
        <p:grpSpPr>
          <a:xfrm>
            <a:off x="4094755" y="3392337"/>
            <a:ext cx="242894" cy="345494"/>
            <a:chOff x="1031844" y="4033448"/>
            <a:chExt cx="247498" cy="352042"/>
          </a:xfrm>
        </p:grpSpPr>
        <p:sp>
          <p:nvSpPr>
            <p:cNvPr id="19425" name="Google Shape;19425;p90"/>
            <p:cNvSpPr/>
            <p:nvPr/>
          </p:nvSpPr>
          <p:spPr>
            <a:xfrm>
              <a:off x="1031844" y="4033448"/>
              <a:ext cx="247498" cy="352042"/>
            </a:xfrm>
            <a:custGeom>
              <a:rect b="b" l="l" r="r" t="t"/>
              <a:pathLst>
                <a:path extrusionOk="0" h="21731" w="15280">
                  <a:moveTo>
                    <a:pt x="7641" y="1274"/>
                  </a:moveTo>
                  <a:cubicBezTo>
                    <a:pt x="11151" y="1274"/>
                    <a:pt x="14007" y="4131"/>
                    <a:pt x="14007" y="7640"/>
                  </a:cubicBezTo>
                  <a:cubicBezTo>
                    <a:pt x="14007" y="9135"/>
                    <a:pt x="13457" y="10871"/>
                    <a:pt x="12325" y="12950"/>
                  </a:cubicBezTo>
                  <a:cubicBezTo>
                    <a:pt x="10991" y="15397"/>
                    <a:pt x="9090" y="17879"/>
                    <a:pt x="7641" y="19965"/>
                  </a:cubicBezTo>
                  <a:cubicBezTo>
                    <a:pt x="6192" y="17879"/>
                    <a:pt x="4290" y="15397"/>
                    <a:pt x="2957" y="12950"/>
                  </a:cubicBezTo>
                  <a:cubicBezTo>
                    <a:pt x="1825" y="10873"/>
                    <a:pt x="1275" y="9135"/>
                    <a:pt x="1275" y="7640"/>
                  </a:cubicBezTo>
                  <a:cubicBezTo>
                    <a:pt x="1275" y="4131"/>
                    <a:pt x="4130" y="1274"/>
                    <a:pt x="7641" y="1274"/>
                  </a:cubicBezTo>
                  <a:close/>
                  <a:moveTo>
                    <a:pt x="7641" y="1"/>
                  </a:moveTo>
                  <a:cubicBezTo>
                    <a:pt x="3428" y="1"/>
                    <a:pt x="0" y="3428"/>
                    <a:pt x="0" y="7640"/>
                  </a:cubicBezTo>
                  <a:cubicBezTo>
                    <a:pt x="0" y="9352"/>
                    <a:pt x="602" y="11288"/>
                    <a:pt x="1838" y="13558"/>
                  </a:cubicBezTo>
                  <a:cubicBezTo>
                    <a:pt x="3384" y="16395"/>
                    <a:pt x="5607" y="19192"/>
                    <a:pt x="7110" y="21448"/>
                  </a:cubicBezTo>
                  <a:lnTo>
                    <a:pt x="7112" y="21448"/>
                  </a:lnTo>
                  <a:cubicBezTo>
                    <a:pt x="7237" y="21637"/>
                    <a:pt x="7439" y="21731"/>
                    <a:pt x="7641" y="21731"/>
                  </a:cubicBezTo>
                  <a:cubicBezTo>
                    <a:pt x="7843" y="21731"/>
                    <a:pt x="8044" y="21637"/>
                    <a:pt x="8170" y="21448"/>
                  </a:cubicBezTo>
                  <a:cubicBezTo>
                    <a:pt x="9677" y="19188"/>
                    <a:pt x="11896" y="16397"/>
                    <a:pt x="13442" y="13558"/>
                  </a:cubicBezTo>
                  <a:cubicBezTo>
                    <a:pt x="14679" y="11288"/>
                    <a:pt x="15280" y="9352"/>
                    <a:pt x="15280" y="7640"/>
                  </a:cubicBezTo>
                  <a:cubicBezTo>
                    <a:pt x="15280" y="3428"/>
                    <a:pt x="11853" y="1"/>
                    <a:pt x="76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6" name="Google Shape;19426;p90"/>
            <p:cNvSpPr/>
            <p:nvPr/>
          </p:nvSpPr>
          <p:spPr>
            <a:xfrm>
              <a:off x="1093734" y="4095348"/>
              <a:ext cx="123765" cy="123768"/>
            </a:xfrm>
            <a:custGeom>
              <a:rect b="b" l="l" r="r" t="t"/>
              <a:pathLst>
                <a:path extrusionOk="0" h="7640" w="7641">
                  <a:moveTo>
                    <a:pt x="3820" y="1273"/>
                  </a:moveTo>
                  <a:cubicBezTo>
                    <a:pt x="5224" y="1273"/>
                    <a:pt x="6367" y="2416"/>
                    <a:pt x="6367" y="3820"/>
                  </a:cubicBezTo>
                  <a:cubicBezTo>
                    <a:pt x="6367" y="5226"/>
                    <a:pt x="5225" y="6368"/>
                    <a:pt x="3820" y="6368"/>
                  </a:cubicBezTo>
                  <a:cubicBezTo>
                    <a:pt x="2416" y="6368"/>
                    <a:pt x="1273" y="5226"/>
                    <a:pt x="1273" y="3820"/>
                  </a:cubicBezTo>
                  <a:cubicBezTo>
                    <a:pt x="1273" y="2416"/>
                    <a:pt x="2415" y="1273"/>
                    <a:pt x="3820" y="1273"/>
                  </a:cubicBezTo>
                  <a:close/>
                  <a:moveTo>
                    <a:pt x="3820" y="0"/>
                  </a:moveTo>
                  <a:cubicBezTo>
                    <a:pt x="1713" y="0"/>
                    <a:pt x="1" y="1714"/>
                    <a:pt x="1" y="3820"/>
                  </a:cubicBezTo>
                  <a:cubicBezTo>
                    <a:pt x="1" y="5926"/>
                    <a:pt x="1715" y="7639"/>
                    <a:pt x="3820" y="7639"/>
                  </a:cubicBezTo>
                  <a:cubicBezTo>
                    <a:pt x="5926" y="7639"/>
                    <a:pt x="7640" y="5926"/>
                    <a:pt x="7640" y="3820"/>
                  </a:cubicBezTo>
                  <a:cubicBezTo>
                    <a:pt x="7640" y="1714"/>
                    <a:pt x="5926" y="0"/>
                    <a:pt x="3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27" name="Google Shape;19427;p90"/>
          <p:cNvGrpSpPr/>
          <p:nvPr/>
        </p:nvGrpSpPr>
        <p:grpSpPr>
          <a:xfrm>
            <a:off x="3272536" y="3392329"/>
            <a:ext cx="345441" cy="345510"/>
            <a:chOff x="557549" y="4065346"/>
            <a:chExt cx="351988" cy="352058"/>
          </a:xfrm>
        </p:grpSpPr>
        <p:sp>
          <p:nvSpPr>
            <p:cNvPr id="19428" name="Google Shape;19428;p90"/>
            <p:cNvSpPr/>
            <p:nvPr/>
          </p:nvSpPr>
          <p:spPr>
            <a:xfrm>
              <a:off x="557549" y="4251678"/>
              <a:ext cx="165684" cy="165726"/>
            </a:xfrm>
            <a:custGeom>
              <a:rect b="b" l="l" r="r" t="t"/>
              <a:pathLst>
                <a:path extrusionOk="0" h="10230" w="10229">
                  <a:moveTo>
                    <a:pt x="8319" y="1274"/>
                  </a:moveTo>
                  <a:cubicBezTo>
                    <a:pt x="8670" y="1274"/>
                    <a:pt x="8955" y="1559"/>
                    <a:pt x="8956" y="1910"/>
                  </a:cubicBezTo>
                  <a:lnTo>
                    <a:pt x="8956" y="8319"/>
                  </a:lnTo>
                  <a:cubicBezTo>
                    <a:pt x="8955" y="8671"/>
                    <a:pt x="8670" y="8955"/>
                    <a:pt x="8319" y="8955"/>
                  </a:cubicBezTo>
                  <a:lnTo>
                    <a:pt x="1911" y="8955"/>
                  </a:lnTo>
                  <a:cubicBezTo>
                    <a:pt x="1559" y="8955"/>
                    <a:pt x="1274" y="8671"/>
                    <a:pt x="1273" y="8319"/>
                  </a:cubicBezTo>
                  <a:lnTo>
                    <a:pt x="1273" y="1910"/>
                  </a:lnTo>
                  <a:cubicBezTo>
                    <a:pt x="1274" y="1559"/>
                    <a:pt x="1559" y="1274"/>
                    <a:pt x="1911" y="1274"/>
                  </a:cubicBezTo>
                  <a:close/>
                  <a:moveTo>
                    <a:pt x="1911" y="1"/>
                  </a:moveTo>
                  <a:cubicBezTo>
                    <a:pt x="856" y="2"/>
                    <a:pt x="2" y="855"/>
                    <a:pt x="0" y="1910"/>
                  </a:cubicBezTo>
                  <a:lnTo>
                    <a:pt x="0" y="8319"/>
                  </a:lnTo>
                  <a:cubicBezTo>
                    <a:pt x="2" y="9373"/>
                    <a:pt x="856" y="10228"/>
                    <a:pt x="1911" y="10229"/>
                  </a:cubicBezTo>
                  <a:lnTo>
                    <a:pt x="8319" y="10229"/>
                  </a:lnTo>
                  <a:cubicBezTo>
                    <a:pt x="9373" y="10228"/>
                    <a:pt x="10228" y="9373"/>
                    <a:pt x="10229" y="8319"/>
                  </a:cubicBezTo>
                  <a:lnTo>
                    <a:pt x="10229" y="1910"/>
                  </a:lnTo>
                  <a:cubicBezTo>
                    <a:pt x="10228" y="855"/>
                    <a:pt x="9373" y="2"/>
                    <a:pt x="83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9" name="Google Shape;19429;p90"/>
            <p:cNvSpPr/>
            <p:nvPr/>
          </p:nvSpPr>
          <p:spPr>
            <a:xfrm>
              <a:off x="743836" y="4251678"/>
              <a:ext cx="165700" cy="165726"/>
            </a:xfrm>
            <a:custGeom>
              <a:rect b="b" l="l" r="r" t="t"/>
              <a:pathLst>
                <a:path extrusionOk="0" h="10230" w="10230">
                  <a:moveTo>
                    <a:pt x="8320" y="1274"/>
                  </a:moveTo>
                  <a:cubicBezTo>
                    <a:pt x="8671" y="1274"/>
                    <a:pt x="8957" y="1559"/>
                    <a:pt x="8957" y="1910"/>
                  </a:cubicBezTo>
                  <a:lnTo>
                    <a:pt x="8957" y="8319"/>
                  </a:lnTo>
                  <a:cubicBezTo>
                    <a:pt x="8957" y="8671"/>
                    <a:pt x="8671" y="8955"/>
                    <a:pt x="8320" y="8955"/>
                  </a:cubicBezTo>
                  <a:lnTo>
                    <a:pt x="1912" y="8955"/>
                  </a:lnTo>
                  <a:cubicBezTo>
                    <a:pt x="1560" y="8955"/>
                    <a:pt x="1275" y="8671"/>
                    <a:pt x="1274" y="8319"/>
                  </a:cubicBezTo>
                  <a:lnTo>
                    <a:pt x="1274" y="1910"/>
                  </a:lnTo>
                  <a:cubicBezTo>
                    <a:pt x="1275" y="1559"/>
                    <a:pt x="1560" y="1274"/>
                    <a:pt x="1912" y="1274"/>
                  </a:cubicBezTo>
                  <a:close/>
                  <a:moveTo>
                    <a:pt x="1912" y="1"/>
                  </a:moveTo>
                  <a:cubicBezTo>
                    <a:pt x="857" y="2"/>
                    <a:pt x="2" y="855"/>
                    <a:pt x="1" y="1910"/>
                  </a:cubicBezTo>
                  <a:lnTo>
                    <a:pt x="1" y="8319"/>
                  </a:lnTo>
                  <a:cubicBezTo>
                    <a:pt x="2" y="9373"/>
                    <a:pt x="857" y="10228"/>
                    <a:pt x="1912" y="10229"/>
                  </a:cubicBezTo>
                  <a:lnTo>
                    <a:pt x="8320" y="10229"/>
                  </a:lnTo>
                  <a:cubicBezTo>
                    <a:pt x="9373" y="10228"/>
                    <a:pt x="10228" y="9373"/>
                    <a:pt x="10230" y="8319"/>
                  </a:cubicBezTo>
                  <a:lnTo>
                    <a:pt x="10230" y="1910"/>
                  </a:lnTo>
                  <a:cubicBezTo>
                    <a:pt x="10228" y="855"/>
                    <a:pt x="9373" y="2"/>
                    <a:pt x="83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0" name="Google Shape;19430;p90"/>
            <p:cNvSpPr/>
            <p:nvPr/>
          </p:nvSpPr>
          <p:spPr>
            <a:xfrm>
              <a:off x="743836" y="4065346"/>
              <a:ext cx="165700" cy="165726"/>
            </a:xfrm>
            <a:custGeom>
              <a:rect b="b" l="l" r="r" t="t"/>
              <a:pathLst>
                <a:path extrusionOk="0" h="10230" w="10230">
                  <a:moveTo>
                    <a:pt x="8320" y="1274"/>
                  </a:moveTo>
                  <a:cubicBezTo>
                    <a:pt x="8671" y="1274"/>
                    <a:pt x="8957" y="1560"/>
                    <a:pt x="8957" y="1910"/>
                  </a:cubicBezTo>
                  <a:lnTo>
                    <a:pt x="8957" y="8319"/>
                  </a:lnTo>
                  <a:cubicBezTo>
                    <a:pt x="8957" y="8671"/>
                    <a:pt x="8671" y="8955"/>
                    <a:pt x="8320" y="8955"/>
                  </a:cubicBezTo>
                  <a:lnTo>
                    <a:pt x="1912" y="8955"/>
                  </a:lnTo>
                  <a:cubicBezTo>
                    <a:pt x="1560" y="8955"/>
                    <a:pt x="1275" y="8671"/>
                    <a:pt x="1274" y="8319"/>
                  </a:cubicBezTo>
                  <a:lnTo>
                    <a:pt x="1274" y="1910"/>
                  </a:lnTo>
                  <a:cubicBezTo>
                    <a:pt x="1275" y="1560"/>
                    <a:pt x="1560" y="1274"/>
                    <a:pt x="1912" y="1274"/>
                  </a:cubicBezTo>
                  <a:close/>
                  <a:moveTo>
                    <a:pt x="1912" y="1"/>
                  </a:moveTo>
                  <a:cubicBezTo>
                    <a:pt x="857" y="2"/>
                    <a:pt x="2" y="856"/>
                    <a:pt x="1" y="1910"/>
                  </a:cubicBezTo>
                  <a:lnTo>
                    <a:pt x="1" y="8319"/>
                  </a:lnTo>
                  <a:cubicBezTo>
                    <a:pt x="2" y="9373"/>
                    <a:pt x="857" y="10228"/>
                    <a:pt x="1912" y="10230"/>
                  </a:cubicBezTo>
                  <a:lnTo>
                    <a:pt x="8320" y="10230"/>
                  </a:lnTo>
                  <a:cubicBezTo>
                    <a:pt x="9373" y="10228"/>
                    <a:pt x="10228" y="9373"/>
                    <a:pt x="10230" y="8319"/>
                  </a:cubicBezTo>
                  <a:lnTo>
                    <a:pt x="10230" y="1910"/>
                  </a:lnTo>
                  <a:cubicBezTo>
                    <a:pt x="10228" y="856"/>
                    <a:pt x="9373" y="2"/>
                    <a:pt x="83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1" name="Google Shape;19431;p90"/>
            <p:cNvSpPr/>
            <p:nvPr/>
          </p:nvSpPr>
          <p:spPr>
            <a:xfrm>
              <a:off x="557549" y="4065346"/>
              <a:ext cx="165684" cy="165726"/>
            </a:xfrm>
            <a:custGeom>
              <a:rect b="b" l="l" r="r" t="t"/>
              <a:pathLst>
                <a:path extrusionOk="0" h="10230" w="10229">
                  <a:moveTo>
                    <a:pt x="8319" y="1274"/>
                  </a:moveTo>
                  <a:cubicBezTo>
                    <a:pt x="8670" y="1274"/>
                    <a:pt x="8955" y="1560"/>
                    <a:pt x="8956" y="1910"/>
                  </a:cubicBezTo>
                  <a:lnTo>
                    <a:pt x="8956" y="8319"/>
                  </a:lnTo>
                  <a:cubicBezTo>
                    <a:pt x="8955" y="8671"/>
                    <a:pt x="8670" y="8955"/>
                    <a:pt x="8319" y="8955"/>
                  </a:cubicBezTo>
                  <a:lnTo>
                    <a:pt x="1911" y="8955"/>
                  </a:lnTo>
                  <a:cubicBezTo>
                    <a:pt x="1559" y="8955"/>
                    <a:pt x="1274" y="8671"/>
                    <a:pt x="1273" y="8319"/>
                  </a:cubicBezTo>
                  <a:lnTo>
                    <a:pt x="1273" y="1910"/>
                  </a:lnTo>
                  <a:cubicBezTo>
                    <a:pt x="1274" y="1560"/>
                    <a:pt x="1559" y="1274"/>
                    <a:pt x="1911" y="1274"/>
                  </a:cubicBezTo>
                  <a:close/>
                  <a:moveTo>
                    <a:pt x="1911" y="1"/>
                  </a:moveTo>
                  <a:cubicBezTo>
                    <a:pt x="856" y="2"/>
                    <a:pt x="2" y="856"/>
                    <a:pt x="0" y="1910"/>
                  </a:cubicBezTo>
                  <a:lnTo>
                    <a:pt x="0" y="8319"/>
                  </a:lnTo>
                  <a:cubicBezTo>
                    <a:pt x="2" y="9373"/>
                    <a:pt x="856" y="10228"/>
                    <a:pt x="1911" y="10230"/>
                  </a:cubicBezTo>
                  <a:lnTo>
                    <a:pt x="8319" y="10230"/>
                  </a:lnTo>
                  <a:cubicBezTo>
                    <a:pt x="9373" y="10228"/>
                    <a:pt x="10228" y="9373"/>
                    <a:pt x="10229" y="8319"/>
                  </a:cubicBezTo>
                  <a:lnTo>
                    <a:pt x="10229" y="1910"/>
                  </a:lnTo>
                  <a:cubicBezTo>
                    <a:pt x="10228" y="856"/>
                    <a:pt x="9373" y="2"/>
                    <a:pt x="83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2" name="Google Shape;19432;p90"/>
            <p:cNvSpPr/>
            <p:nvPr/>
          </p:nvSpPr>
          <p:spPr>
            <a:xfrm>
              <a:off x="599484" y="4107288"/>
              <a:ext cx="82510" cy="82539"/>
            </a:xfrm>
            <a:custGeom>
              <a:rect b="b" l="l" r="r" t="t"/>
              <a:pathLst>
                <a:path extrusionOk="0" h="5095" w="5094">
                  <a:moveTo>
                    <a:pt x="2548" y="0"/>
                  </a:moveTo>
                  <a:cubicBezTo>
                    <a:pt x="2196" y="0"/>
                    <a:pt x="1910" y="285"/>
                    <a:pt x="1910" y="637"/>
                  </a:cubicBezTo>
                  <a:lnTo>
                    <a:pt x="1910" y="1910"/>
                  </a:lnTo>
                  <a:lnTo>
                    <a:pt x="637" y="1910"/>
                  </a:lnTo>
                  <a:cubicBezTo>
                    <a:pt x="285" y="1910"/>
                    <a:pt x="1" y="2195"/>
                    <a:pt x="1" y="2547"/>
                  </a:cubicBezTo>
                  <a:cubicBezTo>
                    <a:pt x="1" y="2898"/>
                    <a:pt x="285" y="3184"/>
                    <a:pt x="637" y="3184"/>
                  </a:cubicBezTo>
                  <a:lnTo>
                    <a:pt x="1910" y="3184"/>
                  </a:lnTo>
                  <a:lnTo>
                    <a:pt x="1910" y="4457"/>
                  </a:lnTo>
                  <a:cubicBezTo>
                    <a:pt x="1910" y="4809"/>
                    <a:pt x="2196" y="5095"/>
                    <a:pt x="2548" y="5095"/>
                  </a:cubicBezTo>
                  <a:cubicBezTo>
                    <a:pt x="2899" y="5095"/>
                    <a:pt x="3185" y="4809"/>
                    <a:pt x="3185" y="4457"/>
                  </a:cubicBezTo>
                  <a:lnTo>
                    <a:pt x="3185" y="3184"/>
                  </a:lnTo>
                  <a:lnTo>
                    <a:pt x="4457" y="3184"/>
                  </a:lnTo>
                  <a:cubicBezTo>
                    <a:pt x="4809" y="3184"/>
                    <a:pt x="5094" y="2898"/>
                    <a:pt x="5094" y="2547"/>
                  </a:cubicBezTo>
                  <a:cubicBezTo>
                    <a:pt x="5094" y="2195"/>
                    <a:pt x="4809" y="1910"/>
                    <a:pt x="4457" y="1910"/>
                  </a:cubicBezTo>
                  <a:lnTo>
                    <a:pt x="3185" y="1910"/>
                  </a:lnTo>
                  <a:lnTo>
                    <a:pt x="3185" y="637"/>
                  </a:lnTo>
                  <a:cubicBezTo>
                    <a:pt x="3185" y="285"/>
                    <a:pt x="2899" y="0"/>
                    <a:pt x="2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3" name="Google Shape;19433;p90"/>
            <p:cNvSpPr/>
            <p:nvPr/>
          </p:nvSpPr>
          <p:spPr>
            <a:xfrm>
              <a:off x="785107" y="4138230"/>
              <a:ext cx="83190" cy="20639"/>
            </a:xfrm>
            <a:custGeom>
              <a:rect b="b" l="l" r="r" t="t"/>
              <a:pathLst>
                <a:path extrusionOk="0" h="1274" w="5136">
                  <a:moveTo>
                    <a:pt x="637" y="1"/>
                  </a:moveTo>
                  <a:cubicBezTo>
                    <a:pt x="285" y="1"/>
                    <a:pt x="0" y="285"/>
                    <a:pt x="0" y="637"/>
                  </a:cubicBezTo>
                  <a:cubicBezTo>
                    <a:pt x="0" y="989"/>
                    <a:pt x="285" y="1274"/>
                    <a:pt x="637" y="1274"/>
                  </a:cubicBezTo>
                  <a:lnTo>
                    <a:pt x="4499" y="1274"/>
                  </a:lnTo>
                  <a:cubicBezTo>
                    <a:pt x="4850" y="1274"/>
                    <a:pt x="5136" y="989"/>
                    <a:pt x="5136" y="637"/>
                  </a:cubicBezTo>
                  <a:cubicBezTo>
                    <a:pt x="5136" y="285"/>
                    <a:pt x="4850" y="1"/>
                    <a:pt x="4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4" name="Google Shape;19434;p90"/>
            <p:cNvSpPr/>
            <p:nvPr/>
          </p:nvSpPr>
          <p:spPr>
            <a:xfrm>
              <a:off x="785107" y="4303243"/>
              <a:ext cx="83190" cy="20655"/>
            </a:xfrm>
            <a:custGeom>
              <a:rect b="b" l="l" r="r" t="t"/>
              <a:pathLst>
                <a:path extrusionOk="0" h="1275" w="5136">
                  <a:moveTo>
                    <a:pt x="637" y="0"/>
                  </a:moveTo>
                  <a:cubicBezTo>
                    <a:pt x="285" y="0"/>
                    <a:pt x="0" y="286"/>
                    <a:pt x="0" y="638"/>
                  </a:cubicBezTo>
                  <a:cubicBezTo>
                    <a:pt x="0" y="988"/>
                    <a:pt x="285" y="1274"/>
                    <a:pt x="637" y="1274"/>
                  </a:cubicBezTo>
                  <a:lnTo>
                    <a:pt x="4499" y="1274"/>
                  </a:lnTo>
                  <a:cubicBezTo>
                    <a:pt x="4850" y="1274"/>
                    <a:pt x="5136" y="988"/>
                    <a:pt x="5136" y="638"/>
                  </a:cubicBezTo>
                  <a:cubicBezTo>
                    <a:pt x="5136" y="286"/>
                    <a:pt x="4850" y="0"/>
                    <a:pt x="44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5" name="Google Shape;19435;p90"/>
            <p:cNvSpPr/>
            <p:nvPr/>
          </p:nvSpPr>
          <p:spPr>
            <a:xfrm>
              <a:off x="785107" y="4344504"/>
              <a:ext cx="83190" cy="20639"/>
            </a:xfrm>
            <a:custGeom>
              <a:rect b="b" l="l" r="r" t="t"/>
              <a:pathLst>
                <a:path extrusionOk="0" h="1274" w="5136">
                  <a:moveTo>
                    <a:pt x="637" y="0"/>
                  </a:moveTo>
                  <a:cubicBezTo>
                    <a:pt x="285" y="0"/>
                    <a:pt x="0" y="285"/>
                    <a:pt x="0" y="637"/>
                  </a:cubicBezTo>
                  <a:cubicBezTo>
                    <a:pt x="0" y="989"/>
                    <a:pt x="285" y="1273"/>
                    <a:pt x="637" y="1273"/>
                  </a:cubicBezTo>
                  <a:lnTo>
                    <a:pt x="4499" y="1273"/>
                  </a:lnTo>
                  <a:cubicBezTo>
                    <a:pt x="4850" y="1273"/>
                    <a:pt x="5136" y="989"/>
                    <a:pt x="5136" y="637"/>
                  </a:cubicBezTo>
                  <a:cubicBezTo>
                    <a:pt x="5136" y="285"/>
                    <a:pt x="4850" y="0"/>
                    <a:pt x="44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6" name="Google Shape;19436;p90"/>
            <p:cNvSpPr/>
            <p:nvPr/>
          </p:nvSpPr>
          <p:spPr>
            <a:xfrm>
              <a:off x="607534" y="4301996"/>
              <a:ext cx="66523" cy="64476"/>
            </a:xfrm>
            <a:custGeom>
              <a:rect b="b" l="l" r="r" t="t"/>
              <a:pathLst>
                <a:path extrusionOk="0" h="3980" w="4107">
                  <a:moveTo>
                    <a:pt x="699" y="0"/>
                  </a:moveTo>
                  <a:cubicBezTo>
                    <a:pt x="536" y="0"/>
                    <a:pt x="373" y="62"/>
                    <a:pt x="249" y="187"/>
                  </a:cubicBezTo>
                  <a:cubicBezTo>
                    <a:pt x="0" y="436"/>
                    <a:pt x="0" y="838"/>
                    <a:pt x="249" y="1087"/>
                  </a:cubicBezTo>
                  <a:lnTo>
                    <a:pt x="1150" y="1988"/>
                  </a:lnTo>
                  <a:lnTo>
                    <a:pt x="249" y="2888"/>
                  </a:lnTo>
                  <a:cubicBezTo>
                    <a:pt x="0" y="3136"/>
                    <a:pt x="0" y="3540"/>
                    <a:pt x="249" y="3787"/>
                  </a:cubicBezTo>
                  <a:cubicBezTo>
                    <a:pt x="373" y="3912"/>
                    <a:pt x="536" y="3974"/>
                    <a:pt x="699" y="3974"/>
                  </a:cubicBezTo>
                  <a:cubicBezTo>
                    <a:pt x="862" y="3974"/>
                    <a:pt x="1026" y="3912"/>
                    <a:pt x="1150" y="3787"/>
                  </a:cubicBezTo>
                  <a:lnTo>
                    <a:pt x="2050" y="2888"/>
                  </a:lnTo>
                  <a:lnTo>
                    <a:pt x="2950" y="3787"/>
                  </a:lnTo>
                  <a:cubicBezTo>
                    <a:pt x="3075" y="3915"/>
                    <a:pt x="3240" y="3979"/>
                    <a:pt x="3405" y="3979"/>
                  </a:cubicBezTo>
                  <a:cubicBezTo>
                    <a:pt x="3568" y="3979"/>
                    <a:pt x="3730" y="3917"/>
                    <a:pt x="3855" y="3793"/>
                  </a:cubicBezTo>
                  <a:cubicBezTo>
                    <a:pt x="4106" y="3543"/>
                    <a:pt x="4103" y="3135"/>
                    <a:pt x="3851" y="2888"/>
                  </a:cubicBezTo>
                  <a:lnTo>
                    <a:pt x="2950" y="1988"/>
                  </a:lnTo>
                  <a:lnTo>
                    <a:pt x="3851" y="1087"/>
                  </a:lnTo>
                  <a:cubicBezTo>
                    <a:pt x="4099" y="838"/>
                    <a:pt x="4099" y="436"/>
                    <a:pt x="3851" y="187"/>
                  </a:cubicBezTo>
                  <a:cubicBezTo>
                    <a:pt x="3726" y="62"/>
                    <a:pt x="3563" y="0"/>
                    <a:pt x="3400" y="0"/>
                  </a:cubicBezTo>
                  <a:cubicBezTo>
                    <a:pt x="3237" y="0"/>
                    <a:pt x="3075" y="62"/>
                    <a:pt x="2951" y="187"/>
                  </a:cubicBezTo>
                  <a:lnTo>
                    <a:pt x="2050" y="1087"/>
                  </a:lnTo>
                  <a:lnTo>
                    <a:pt x="1150" y="187"/>
                  </a:lnTo>
                  <a:cubicBezTo>
                    <a:pt x="1026" y="62"/>
                    <a:pt x="862"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37" name="Google Shape;19437;p90"/>
          <p:cNvGrpSpPr/>
          <p:nvPr/>
        </p:nvGrpSpPr>
        <p:grpSpPr>
          <a:xfrm>
            <a:off x="2524727" y="3392321"/>
            <a:ext cx="345504" cy="345526"/>
            <a:chOff x="563995" y="4664017"/>
            <a:chExt cx="352053" cy="352075"/>
          </a:xfrm>
        </p:grpSpPr>
        <p:sp>
          <p:nvSpPr>
            <p:cNvPr id="19438" name="Google Shape;19438;p90"/>
            <p:cNvSpPr/>
            <p:nvPr/>
          </p:nvSpPr>
          <p:spPr>
            <a:xfrm>
              <a:off x="563995" y="4664017"/>
              <a:ext cx="352053" cy="352075"/>
            </a:xfrm>
            <a:custGeom>
              <a:rect b="b" l="l" r="r" t="t"/>
              <a:pathLst>
                <a:path extrusionOk="0" h="21733" w="21735">
                  <a:moveTo>
                    <a:pt x="15959" y="5137"/>
                  </a:moveTo>
                  <a:cubicBezTo>
                    <a:pt x="16311" y="5139"/>
                    <a:pt x="16595" y="5423"/>
                    <a:pt x="16595" y="5774"/>
                  </a:cubicBezTo>
                  <a:lnTo>
                    <a:pt x="16595" y="15960"/>
                  </a:lnTo>
                  <a:cubicBezTo>
                    <a:pt x="16595" y="16312"/>
                    <a:pt x="16311" y="16597"/>
                    <a:pt x="15959" y="16597"/>
                  </a:cubicBezTo>
                  <a:lnTo>
                    <a:pt x="5774" y="16597"/>
                  </a:lnTo>
                  <a:cubicBezTo>
                    <a:pt x="5422" y="16597"/>
                    <a:pt x="5137" y="16312"/>
                    <a:pt x="5136" y="15960"/>
                  </a:cubicBezTo>
                  <a:lnTo>
                    <a:pt x="5137" y="5774"/>
                  </a:lnTo>
                  <a:cubicBezTo>
                    <a:pt x="5137" y="5423"/>
                    <a:pt x="5422" y="5139"/>
                    <a:pt x="5774" y="5137"/>
                  </a:cubicBezTo>
                  <a:close/>
                  <a:moveTo>
                    <a:pt x="7047" y="0"/>
                  </a:moveTo>
                  <a:cubicBezTo>
                    <a:pt x="6695" y="0"/>
                    <a:pt x="6410" y="285"/>
                    <a:pt x="6410" y="637"/>
                  </a:cubicBezTo>
                  <a:lnTo>
                    <a:pt x="6410" y="3862"/>
                  </a:lnTo>
                  <a:lnTo>
                    <a:pt x="5774" y="3862"/>
                  </a:lnTo>
                  <a:cubicBezTo>
                    <a:pt x="4718" y="3863"/>
                    <a:pt x="3863" y="4719"/>
                    <a:pt x="3863" y="5774"/>
                  </a:cubicBezTo>
                  <a:lnTo>
                    <a:pt x="3863" y="6410"/>
                  </a:lnTo>
                  <a:lnTo>
                    <a:pt x="638" y="6410"/>
                  </a:lnTo>
                  <a:cubicBezTo>
                    <a:pt x="286" y="6410"/>
                    <a:pt x="0" y="6695"/>
                    <a:pt x="0" y="7047"/>
                  </a:cubicBezTo>
                  <a:cubicBezTo>
                    <a:pt x="0" y="7399"/>
                    <a:pt x="286" y="7684"/>
                    <a:pt x="638" y="7684"/>
                  </a:cubicBezTo>
                  <a:lnTo>
                    <a:pt x="3863" y="7684"/>
                  </a:lnTo>
                  <a:lnTo>
                    <a:pt x="3863" y="8957"/>
                  </a:lnTo>
                  <a:lnTo>
                    <a:pt x="638" y="8957"/>
                  </a:lnTo>
                  <a:cubicBezTo>
                    <a:pt x="286" y="8957"/>
                    <a:pt x="0" y="9242"/>
                    <a:pt x="0" y="9594"/>
                  </a:cubicBezTo>
                  <a:cubicBezTo>
                    <a:pt x="0" y="9946"/>
                    <a:pt x="286" y="10232"/>
                    <a:pt x="638" y="10232"/>
                  </a:cubicBezTo>
                  <a:lnTo>
                    <a:pt x="3863" y="10232"/>
                  </a:lnTo>
                  <a:lnTo>
                    <a:pt x="3863" y="11505"/>
                  </a:lnTo>
                  <a:lnTo>
                    <a:pt x="638" y="11505"/>
                  </a:lnTo>
                  <a:cubicBezTo>
                    <a:pt x="286" y="11505"/>
                    <a:pt x="0" y="11789"/>
                    <a:pt x="0" y="12141"/>
                  </a:cubicBezTo>
                  <a:cubicBezTo>
                    <a:pt x="0" y="12493"/>
                    <a:pt x="286" y="12779"/>
                    <a:pt x="638" y="12779"/>
                  </a:cubicBezTo>
                  <a:lnTo>
                    <a:pt x="3863" y="12779"/>
                  </a:lnTo>
                  <a:lnTo>
                    <a:pt x="3863" y="14052"/>
                  </a:lnTo>
                  <a:lnTo>
                    <a:pt x="638" y="14051"/>
                  </a:lnTo>
                  <a:cubicBezTo>
                    <a:pt x="286" y="14051"/>
                    <a:pt x="0" y="14335"/>
                    <a:pt x="0" y="14687"/>
                  </a:cubicBezTo>
                  <a:cubicBezTo>
                    <a:pt x="0" y="15039"/>
                    <a:pt x="286" y="15324"/>
                    <a:pt x="638" y="15324"/>
                  </a:cubicBezTo>
                  <a:lnTo>
                    <a:pt x="3863" y="15324"/>
                  </a:lnTo>
                  <a:lnTo>
                    <a:pt x="3863" y="15960"/>
                  </a:lnTo>
                  <a:cubicBezTo>
                    <a:pt x="3864" y="17015"/>
                    <a:pt x="4719" y="17869"/>
                    <a:pt x="5772" y="17871"/>
                  </a:cubicBezTo>
                  <a:lnTo>
                    <a:pt x="6410" y="17871"/>
                  </a:lnTo>
                  <a:lnTo>
                    <a:pt x="6410" y="21096"/>
                  </a:lnTo>
                  <a:cubicBezTo>
                    <a:pt x="6410" y="21448"/>
                    <a:pt x="6695" y="21732"/>
                    <a:pt x="7047" y="21732"/>
                  </a:cubicBezTo>
                  <a:cubicBezTo>
                    <a:pt x="7399" y="21732"/>
                    <a:pt x="7685" y="21448"/>
                    <a:pt x="7685" y="21096"/>
                  </a:cubicBezTo>
                  <a:lnTo>
                    <a:pt x="7685" y="17871"/>
                  </a:lnTo>
                  <a:lnTo>
                    <a:pt x="8958" y="17871"/>
                  </a:lnTo>
                  <a:lnTo>
                    <a:pt x="8958" y="21096"/>
                  </a:lnTo>
                  <a:cubicBezTo>
                    <a:pt x="8958" y="21448"/>
                    <a:pt x="9242" y="21732"/>
                    <a:pt x="9594" y="21732"/>
                  </a:cubicBezTo>
                  <a:cubicBezTo>
                    <a:pt x="9946" y="21732"/>
                    <a:pt x="10232" y="21448"/>
                    <a:pt x="10232" y="21096"/>
                  </a:cubicBezTo>
                  <a:lnTo>
                    <a:pt x="10232" y="17871"/>
                  </a:lnTo>
                  <a:lnTo>
                    <a:pt x="11505" y="17871"/>
                  </a:lnTo>
                  <a:lnTo>
                    <a:pt x="11505" y="21096"/>
                  </a:lnTo>
                  <a:cubicBezTo>
                    <a:pt x="11505" y="21448"/>
                    <a:pt x="11789" y="21732"/>
                    <a:pt x="12141" y="21732"/>
                  </a:cubicBezTo>
                  <a:cubicBezTo>
                    <a:pt x="12493" y="21732"/>
                    <a:pt x="12779" y="21448"/>
                    <a:pt x="12779" y="21096"/>
                  </a:cubicBezTo>
                  <a:lnTo>
                    <a:pt x="12779" y="17871"/>
                  </a:lnTo>
                  <a:lnTo>
                    <a:pt x="14052" y="17871"/>
                  </a:lnTo>
                  <a:lnTo>
                    <a:pt x="14052" y="21096"/>
                  </a:lnTo>
                  <a:cubicBezTo>
                    <a:pt x="14052" y="21448"/>
                    <a:pt x="14337" y="21732"/>
                    <a:pt x="14689" y="21732"/>
                  </a:cubicBezTo>
                  <a:cubicBezTo>
                    <a:pt x="15041" y="21732"/>
                    <a:pt x="15326" y="21448"/>
                    <a:pt x="15326" y="21096"/>
                  </a:cubicBezTo>
                  <a:lnTo>
                    <a:pt x="15326" y="17871"/>
                  </a:lnTo>
                  <a:lnTo>
                    <a:pt x="15963" y="17871"/>
                  </a:lnTo>
                  <a:cubicBezTo>
                    <a:pt x="17016" y="17869"/>
                    <a:pt x="17871" y="17015"/>
                    <a:pt x="17872" y="15960"/>
                  </a:cubicBezTo>
                  <a:lnTo>
                    <a:pt x="17872" y="15324"/>
                  </a:lnTo>
                  <a:lnTo>
                    <a:pt x="21098" y="15324"/>
                  </a:lnTo>
                  <a:cubicBezTo>
                    <a:pt x="21449" y="15324"/>
                    <a:pt x="21735" y="15039"/>
                    <a:pt x="21735" y="14687"/>
                  </a:cubicBezTo>
                  <a:cubicBezTo>
                    <a:pt x="21735" y="14335"/>
                    <a:pt x="21449" y="14051"/>
                    <a:pt x="21098" y="14051"/>
                  </a:cubicBezTo>
                  <a:lnTo>
                    <a:pt x="17872" y="14051"/>
                  </a:lnTo>
                  <a:lnTo>
                    <a:pt x="17872" y="12776"/>
                  </a:lnTo>
                  <a:lnTo>
                    <a:pt x="21098" y="12776"/>
                  </a:lnTo>
                  <a:cubicBezTo>
                    <a:pt x="21449" y="12776"/>
                    <a:pt x="21735" y="12492"/>
                    <a:pt x="21735" y="12140"/>
                  </a:cubicBezTo>
                  <a:cubicBezTo>
                    <a:pt x="21735" y="11788"/>
                    <a:pt x="21449" y="11503"/>
                    <a:pt x="21098" y="11503"/>
                  </a:cubicBezTo>
                  <a:lnTo>
                    <a:pt x="17872" y="11503"/>
                  </a:lnTo>
                  <a:lnTo>
                    <a:pt x="17872" y="10229"/>
                  </a:lnTo>
                  <a:lnTo>
                    <a:pt x="21098" y="10229"/>
                  </a:lnTo>
                  <a:cubicBezTo>
                    <a:pt x="21449" y="10229"/>
                    <a:pt x="21735" y="9945"/>
                    <a:pt x="21735" y="9593"/>
                  </a:cubicBezTo>
                  <a:cubicBezTo>
                    <a:pt x="21735" y="9241"/>
                    <a:pt x="21449" y="8956"/>
                    <a:pt x="21098" y="8956"/>
                  </a:cubicBezTo>
                  <a:lnTo>
                    <a:pt x="17872" y="8956"/>
                  </a:lnTo>
                  <a:lnTo>
                    <a:pt x="17872" y="7682"/>
                  </a:lnTo>
                  <a:lnTo>
                    <a:pt x="21098" y="7682"/>
                  </a:lnTo>
                  <a:cubicBezTo>
                    <a:pt x="21449" y="7682"/>
                    <a:pt x="21735" y="7397"/>
                    <a:pt x="21735" y="7045"/>
                  </a:cubicBezTo>
                  <a:cubicBezTo>
                    <a:pt x="21735" y="6693"/>
                    <a:pt x="21449" y="6409"/>
                    <a:pt x="21098" y="6409"/>
                  </a:cubicBezTo>
                  <a:lnTo>
                    <a:pt x="17872" y="6409"/>
                  </a:lnTo>
                  <a:lnTo>
                    <a:pt x="17872" y="5772"/>
                  </a:lnTo>
                  <a:cubicBezTo>
                    <a:pt x="17871" y="4718"/>
                    <a:pt x="17016" y="3863"/>
                    <a:pt x="15963" y="3862"/>
                  </a:cubicBezTo>
                  <a:lnTo>
                    <a:pt x="15326" y="3862"/>
                  </a:lnTo>
                  <a:lnTo>
                    <a:pt x="15326" y="637"/>
                  </a:lnTo>
                  <a:cubicBezTo>
                    <a:pt x="15326" y="285"/>
                    <a:pt x="15041" y="0"/>
                    <a:pt x="14689" y="0"/>
                  </a:cubicBezTo>
                  <a:cubicBezTo>
                    <a:pt x="14337" y="0"/>
                    <a:pt x="14052" y="285"/>
                    <a:pt x="14052" y="637"/>
                  </a:cubicBezTo>
                  <a:lnTo>
                    <a:pt x="14052" y="3862"/>
                  </a:lnTo>
                  <a:lnTo>
                    <a:pt x="12779" y="3862"/>
                  </a:lnTo>
                  <a:lnTo>
                    <a:pt x="12779" y="637"/>
                  </a:lnTo>
                  <a:cubicBezTo>
                    <a:pt x="12779" y="285"/>
                    <a:pt x="12493" y="0"/>
                    <a:pt x="12141" y="0"/>
                  </a:cubicBezTo>
                  <a:cubicBezTo>
                    <a:pt x="11789" y="0"/>
                    <a:pt x="11505" y="285"/>
                    <a:pt x="11505" y="637"/>
                  </a:cubicBezTo>
                  <a:lnTo>
                    <a:pt x="11505" y="3862"/>
                  </a:lnTo>
                  <a:lnTo>
                    <a:pt x="10232" y="3862"/>
                  </a:lnTo>
                  <a:lnTo>
                    <a:pt x="10232" y="637"/>
                  </a:lnTo>
                  <a:cubicBezTo>
                    <a:pt x="10232" y="285"/>
                    <a:pt x="9946" y="0"/>
                    <a:pt x="9594" y="0"/>
                  </a:cubicBezTo>
                  <a:cubicBezTo>
                    <a:pt x="9242" y="0"/>
                    <a:pt x="8958" y="285"/>
                    <a:pt x="8958" y="637"/>
                  </a:cubicBezTo>
                  <a:lnTo>
                    <a:pt x="8958" y="3862"/>
                  </a:lnTo>
                  <a:lnTo>
                    <a:pt x="7685" y="3862"/>
                  </a:lnTo>
                  <a:lnTo>
                    <a:pt x="7685" y="637"/>
                  </a:lnTo>
                  <a:cubicBezTo>
                    <a:pt x="7685" y="285"/>
                    <a:pt x="7399" y="0"/>
                    <a:pt x="70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9" name="Google Shape;19439;p90"/>
            <p:cNvSpPr/>
            <p:nvPr/>
          </p:nvSpPr>
          <p:spPr>
            <a:xfrm>
              <a:off x="667821" y="4767875"/>
              <a:ext cx="144385" cy="144391"/>
            </a:xfrm>
            <a:custGeom>
              <a:rect b="b" l="l" r="r" t="t"/>
              <a:pathLst>
                <a:path extrusionOk="0" h="8913" w="8914">
                  <a:moveTo>
                    <a:pt x="6366" y="1273"/>
                  </a:moveTo>
                  <a:lnTo>
                    <a:pt x="6366" y="1910"/>
                  </a:lnTo>
                  <a:cubicBezTo>
                    <a:pt x="6366" y="2261"/>
                    <a:pt x="6652" y="2546"/>
                    <a:pt x="7004" y="2546"/>
                  </a:cubicBezTo>
                  <a:lnTo>
                    <a:pt x="7641" y="2546"/>
                  </a:lnTo>
                  <a:lnTo>
                    <a:pt x="7641" y="6365"/>
                  </a:lnTo>
                  <a:lnTo>
                    <a:pt x="7004" y="6365"/>
                  </a:lnTo>
                  <a:cubicBezTo>
                    <a:pt x="6652" y="6365"/>
                    <a:pt x="6366" y="6651"/>
                    <a:pt x="6366" y="7003"/>
                  </a:cubicBezTo>
                  <a:lnTo>
                    <a:pt x="6366" y="7640"/>
                  </a:lnTo>
                  <a:lnTo>
                    <a:pt x="2546" y="7640"/>
                  </a:lnTo>
                  <a:lnTo>
                    <a:pt x="2546" y="7003"/>
                  </a:lnTo>
                  <a:cubicBezTo>
                    <a:pt x="2546" y="6651"/>
                    <a:pt x="2262" y="6365"/>
                    <a:pt x="1910" y="6365"/>
                  </a:cubicBezTo>
                  <a:lnTo>
                    <a:pt x="1275" y="6365"/>
                  </a:lnTo>
                  <a:lnTo>
                    <a:pt x="1275" y="2546"/>
                  </a:lnTo>
                  <a:lnTo>
                    <a:pt x="1911" y="2546"/>
                  </a:lnTo>
                  <a:cubicBezTo>
                    <a:pt x="2262" y="2546"/>
                    <a:pt x="2548" y="2262"/>
                    <a:pt x="2548" y="1910"/>
                  </a:cubicBezTo>
                  <a:lnTo>
                    <a:pt x="2548" y="1273"/>
                  </a:lnTo>
                  <a:close/>
                  <a:moveTo>
                    <a:pt x="1907" y="0"/>
                  </a:moveTo>
                  <a:cubicBezTo>
                    <a:pt x="1556" y="0"/>
                    <a:pt x="1273" y="286"/>
                    <a:pt x="1273" y="637"/>
                  </a:cubicBezTo>
                  <a:lnTo>
                    <a:pt x="1273" y="1273"/>
                  </a:lnTo>
                  <a:lnTo>
                    <a:pt x="637" y="1273"/>
                  </a:lnTo>
                  <a:cubicBezTo>
                    <a:pt x="285" y="1273"/>
                    <a:pt x="0" y="1558"/>
                    <a:pt x="0" y="1910"/>
                  </a:cubicBezTo>
                  <a:lnTo>
                    <a:pt x="0" y="7003"/>
                  </a:lnTo>
                  <a:cubicBezTo>
                    <a:pt x="0" y="7354"/>
                    <a:pt x="285" y="7640"/>
                    <a:pt x="637" y="7640"/>
                  </a:cubicBezTo>
                  <a:lnTo>
                    <a:pt x="1275" y="7640"/>
                  </a:lnTo>
                  <a:lnTo>
                    <a:pt x="1275" y="8276"/>
                  </a:lnTo>
                  <a:cubicBezTo>
                    <a:pt x="1273" y="8628"/>
                    <a:pt x="1559" y="8913"/>
                    <a:pt x="1911" y="8913"/>
                  </a:cubicBezTo>
                  <a:lnTo>
                    <a:pt x="7004" y="8913"/>
                  </a:lnTo>
                  <a:cubicBezTo>
                    <a:pt x="7355" y="8913"/>
                    <a:pt x="7641" y="8628"/>
                    <a:pt x="7641" y="8276"/>
                  </a:cubicBezTo>
                  <a:lnTo>
                    <a:pt x="7641" y="7640"/>
                  </a:lnTo>
                  <a:lnTo>
                    <a:pt x="8277" y="7640"/>
                  </a:lnTo>
                  <a:cubicBezTo>
                    <a:pt x="8628" y="7640"/>
                    <a:pt x="8914" y="7354"/>
                    <a:pt x="8914" y="7003"/>
                  </a:cubicBezTo>
                  <a:lnTo>
                    <a:pt x="8914" y="1910"/>
                  </a:lnTo>
                  <a:cubicBezTo>
                    <a:pt x="8914" y="1558"/>
                    <a:pt x="8628" y="1273"/>
                    <a:pt x="8277" y="1273"/>
                  </a:cubicBezTo>
                  <a:lnTo>
                    <a:pt x="7641" y="1273"/>
                  </a:lnTo>
                  <a:lnTo>
                    <a:pt x="7641" y="637"/>
                  </a:lnTo>
                  <a:cubicBezTo>
                    <a:pt x="7641" y="286"/>
                    <a:pt x="7356" y="0"/>
                    <a:pt x="7007" y="0"/>
                  </a:cubicBezTo>
                  <a:cubicBezTo>
                    <a:pt x="7006" y="0"/>
                    <a:pt x="7005" y="0"/>
                    <a:pt x="7004" y="0"/>
                  </a:cubicBezTo>
                  <a:lnTo>
                    <a:pt x="1910" y="0"/>
                  </a:lnTo>
                  <a:cubicBezTo>
                    <a:pt x="1909" y="0"/>
                    <a:pt x="1908" y="0"/>
                    <a:pt x="1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440" name="Google Shape;19440;p90"/>
          <p:cNvSpPr/>
          <p:nvPr/>
        </p:nvSpPr>
        <p:spPr>
          <a:xfrm>
            <a:off x="1812112" y="3392342"/>
            <a:ext cx="265208" cy="345484"/>
          </a:xfrm>
          <a:custGeom>
            <a:rect b="b" l="l" r="r" t="t"/>
            <a:pathLst>
              <a:path extrusionOk="0" h="21732" w="16685">
                <a:moveTo>
                  <a:pt x="8342" y="1275"/>
                </a:moveTo>
                <a:cubicBezTo>
                  <a:pt x="10098" y="1275"/>
                  <a:pt x="11526" y="2703"/>
                  <a:pt x="11526" y="4457"/>
                </a:cubicBezTo>
                <a:lnTo>
                  <a:pt x="11526" y="6409"/>
                </a:lnTo>
                <a:lnTo>
                  <a:pt x="5159" y="6409"/>
                </a:lnTo>
                <a:lnTo>
                  <a:pt x="5159" y="4457"/>
                </a:lnTo>
                <a:cubicBezTo>
                  <a:pt x="5159" y="2703"/>
                  <a:pt x="6587" y="1275"/>
                  <a:pt x="8342" y="1275"/>
                </a:cubicBezTo>
                <a:close/>
                <a:moveTo>
                  <a:pt x="14074" y="7684"/>
                </a:moveTo>
                <a:cubicBezTo>
                  <a:pt x="14128" y="13516"/>
                  <a:pt x="14900" y="18592"/>
                  <a:pt x="15220" y="20458"/>
                </a:cubicBezTo>
                <a:lnTo>
                  <a:pt x="1465" y="20458"/>
                </a:lnTo>
                <a:cubicBezTo>
                  <a:pt x="1784" y="18592"/>
                  <a:pt x="2557" y="13516"/>
                  <a:pt x="2609" y="7684"/>
                </a:cubicBezTo>
                <a:lnTo>
                  <a:pt x="3885" y="7684"/>
                </a:lnTo>
                <a:lnTo>
                  <a:pt x="3885" y="9593"/>
                </a:lnTo>
                <a:cubicBezTo>
                  <a:pt x="3885" y="9945"/>
                  <a:pt x="4171" y="10229"/>
                  <a:pt x="4523" y="10229"/>
                </a:cubicBezTo>
                <a:cubicBezTo>
                  <a:pt x="4875" y="10229"/>
                  <a:pt x="5159" y="9945"/>
                  <a:pt x="5159" y="9593"/>
                </a:cubicBezTo>
                <a:lnTo>
                  <a:pt x="5159" y="7684"/>
                </a:lnTo>
                <a:lnTo>
                  <a:pt x="11526" y="7684"/>
                </a:lnTo>
                <a:lnTo>
                  <a:pt x="11526" y="9593"/>
                </a:lnTo>
                <a:cubicBezTo>
                  <a:pt x="11526" y="9945"/>
                  <a:pt x="11811" y="10229"/>
                  <a:pt x="12162" y="10229"/>
                </a:cubicBezTo>
                <a:cubicBezTo>
                  <a:pt x="12514" y="10229"/>
                  <a:pt x="12800" y="9945"/>
                  <a:pt x="12800" y="9593"/>
                </a:cubicBezTo>
                <a:lnTo>
                  <a:pt x="12800" y="7684"/>
                </a:lnTo>
                <a:close/>
                <a:moveTo>
                  <a:pt x="8342" y="1"/>
                </a:moveTo>
                <a:cubicBezTo>
                  <a:pt x="5885" y="1"/>
                  <a:pt x="3886" y="2000"/>
                  <a:pt x="3886" y="4457"/>
                </a:cubicBezTo>
                <a:lnTo>
                  <a:pt x="3886" y="6409"/>
                </a:lnTo>
                <a:lnTo>
                  <a:pt x="1976" y="6409"/>
                </a:lnTo>
                <a:cubicBezTo>
                  <a:pt x="1624" y="6409"/>
                  <a:pt x="1339" y="6694"/>
                  <a:pt x="1339" y="7046"/>
                </a:cubicBezTo>
                <a:cubicBezTo>
                  <a:pt x="1339" y="14529"/>
                  <a:pt x="91" y="20907"/>
                  <a:pt x="78" y="20970"/>
                </a:cubicBezTo>
                <a:cubicBezTo>
                  <a:pt x="0" y="21363"/>
                  <a:pt x="302" y="21731"/>
                  <a:pt x="703" y="21731"/>
                </a:cubicBezTo>
                <a:lnTo>
                  <a:pt x="15982" y="21731"/>
                </a:lnTo>
                <a:cubicBezTo>
                  <a:pt x="16383" y="21731"/>
                  <a:pt x="16685" y="21363"/>
                  <a:pt x="16607" y="20970"/>
                </a:cubicBezTo>
                <a:cubicBezTo>
                  <a:pt x="16594" y="20907"/>
                  <a:pt x="15346" y="14535"/>
                  <a:pt x="15346" y="7046"/>
                </a:cubicBezTo>
                <a:cubicBezTo>
                  <a:pt x="15346" y="6694"/>
                  <a:pt x="15060" y="6409"/>
                  <a:pt x="14708" y="6409"/>
                </a:cubicBezTo>
                <a:lnTo>
                  <a:pt x="12799" y="6409"/>
                </a:lnTo>
                <a:lnTo>
                  <a:pt x="12799" y="4457"/>
                </a:lnTo>
                <a:cubicBezTo>
                  <a:pt x="12799" y="2000"/>
                  <a:pt x="10799" y="1"/>
                  <a:pt x="83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1" name="Google Shape;19441;p90"/>
          <p:cNvSpPr/>
          <p:nvPr/>
        </p:nvSpPr>
        <p:spPr>
          <a:xfrm>
            <a:off x="1070140" y="3392342"/>
            <a:ext cx="242907" cy="345484"/>
          </a:xfrm>
          <a:custGeom>
            <a:rect b="b" l="l" r="r" t="t"/>
            <a:pathLst>
              <a:path extrusionOk="0" h="21732" w="15282">
                <a:moveTo>
                  <a:pt x="7641" y="1770"/>
                </a:moveTo>
                <a:cubicBezTo>
                  <a:pt x="7788" y="1926"/>
                  <a:pt x="7958" y="2099"/>
                  <a:pt x="8149" y="2295"/>
                </a:cubicBezTo>
                <a:cubicBezTo>
                  <a:pt x="8955" y="3114"/>
                  <a:pt x="10171" y="4352"/>
                  <a:pt x="10171" y="5302"/>
                </a:cubicBezTo>
                <a:cubicBezTo>
                  <a:pt x="10171" y="6056"/>
                  <a:pt x="9663" y="6687"/>
                  <a:pt x="8806" y="7003"/>
                </a:cubicBezTo>
                <a:lnTo>
                  <a:pt x="6477" y="7003"/>
                </a:lnTo>
                <a:cubicBezTo>
                  <a:pt x="5623" y="6687"/>
                  <a:pt x="5117" y="6055"/>
                  <a:pt x="5117" y="5295"/>
                </a:cubicBezTo>
                <a:cubicBezTo>
                  <a:pt x="5117" y="4345"/>
                  <a:pt x="6331" y="3110"/>
                  <a:pt x="7134" y="2293"/>
                </a:cubicBezTo>
                <a:lnTo>
                  <a:pt x="7136" y="2293"/>
                </a:lnTo>
                <a:cubicBezTo>
                  <a:pt x="7326" y="2098"/>
                  <a:pt x="7496" y="1926"/>
                  <a:pt x="7641" y="1770"/>
                </a:cubicBezTo>
                <a:close/>
                <a:moveTo>
                  <a:pt x="9031" y="8276"/>
                </a:moveTo>
                <a:cubicBezTo>
                  <a:pt x="9771" y="8276"/>
                  <a:pt x="10492" y="8497"/>
                  <a:pt x="11104" y="8913"/>
                </a:cubicBezTo>
                <a:cubicBezTo>
                  <a:pt x="10494" y="9327"/>
                  <a:pt x="9775" y="9549"/>
                  <a:pt x="9037" y="9549"/>
                </a:cubicBezTo>
                <a:cubicBezTo>
                  <a:pt x="9033" y="9549"/>
                  <a:pt x="9028" y="9549"/>
                  <a:pt x="9024" y="9549"/>
                </a:cubicBezTo>
                <a:lnTo>
                  <a:pt x="6258" y="9549"/>
                </a:lnTo>
                <a:cubicBezTo>
                  <a:pt x="6254" y="9549"/>
                  <a:pt x="6250" y="9549"/>
                  <a:pt x="6245" y="9549"/>
                </a:cubicBezTo>
                <a:cubicBezTo>
                  <a:pt x="5508" y="9549"/>
                  <a:pt x="4789" y="9327"/>
                  <a:pt x="4178" y="8913"/>
                </a:cubicBezTo>
                <a:lnTo>
                  <a:pt x="4180" y="8913"/>
                </a:lnTo>
                <a:cubicBezTo>
                  <a:pt x="4791" y="8497"/>
                  <a:pt x="5513" y="8276"/>
                  <a:pt x="6253" y="8276"/>
                </a:cubicBezTo>
                <a:cubicBezTo>
                  <a:pt x="6255" y="8276"/>
                  <a:pt x="6258" y="8276"/>
                  <a:pt x="6260" y="8276"/>
                </a:cubicBezTo>
                <a:lnTo>
                  <a:pt x="9024" y="8276"/>
                </a:lnTo>
                <a:cubicBezTo>
                  <a:pt x="9026" y="8276"/>
                  <a:pt x="9029" y="8276"/>
                  <a:pt x="9031" y="8276"/>
                </a:cubicBezTo>
                <a:close/>
                <a:moveTo>
                  <a:pt x="8930" y="10824"/>
                </a:moveTo>
                <a:cubicBezTo>
                  <a:pt x="9081" y="13854"/>
                  <a:pt x="10268" y="16531"/>
                  <a:pt x="10998" y="17911"/>
                </a:cubicBezTo>
                <a:lnTo>
                  <a:pt x="4284" y="17911"/>
                </a:lnTo>
                <a:cubicBezTo>
                  <a:pt x="5013" y="16531"/>
                  <a:pt x="6200" y="13854"/>
                  <a:pt x="6352" y="10824"/>
                </a:cubicBezTo>
                <a:close/>
                <a:moveTo>
                  <a:pt x="12099" y="19184"/>
                </a:moveTo>
                <a:cubicBezTo>
                  <a:pt x="12908" y="19185"/>
                  <a:pt x="13628" y="19696"/>
                  <a:pt x="13899" y="20458"/>
                </a:cubicBezTo>
                <a:lnTo>
                  <a:pt x="1384" y="20458"/>
                </a:lnTo>
                <a:cubicBezTo>
                  <a:pt x="1654" y="19696"/>
                  <a:pt x="2375" y="19185"/>
                  <a:pt x="3183" y="19184"/>
                </a:cubicBezTo>
                <a:close/>
                <a:moveTo>
                  <a:pt x="7643" y="1"/>
                </a:moveTo>
                <a:cubicBezTo>
                  <a:pt x="7330" y="1"/>
                  <a:pt x="7064" y="227"/>
                  <a:pt x="7014" y="535"/>
                </a:cubicBezTo>
                <a:cubicBezTo>
                  <a:pt x="6915" y="702"/>
                  <a:pt x="6520" y="1104"/>
                  <a:pt x="6228" y="1401"/>
                </a:cubicBezTo>
                <a:cubicBezTo>
                  <a:pt x="5222" y="2424"/>
                  <a:pt x="3845" y="3825"/>
                  <a:pt x="3845" y="5295"/>
                </a:cubicBezTo>
                <a:cubicBezTo>
                  <a:pt x="3845" y="6049"/>
                  <a:pt x="4127" y="6735"/>
                  <a:pt x="4626" y="7277"/>
                </a:cubicBezTo>
                <a:cubicBezTo>
                  <a:pt x="3914" y="7525"/>
                  <a:pt x="3268" y="7930"/>
                  <a:pt x="2736" y="8464"/>
                </a:cubicBezTo>
                <a:cubicBezTo>
                  <a:pt x="2487" y="8713"/>
                  <a:pt x="2487" y="9115"/>
                  <a:pt x="2736" y="9364"/>
                </a:cubicBezTo>
                <a:cubicBezTo>
                  <a:pt x="3382" y="10013"/>
                  <a:pt x="4196" y="10470"/>
                  <a:pt x="5085" y="10685"/>
                </a:cubicBezTo>
                <a:cubicBezTo>
                  <a:pt x="4937" y="14050"/>
                  <a:pt x="3334" y="17046"/>
                  <a:pt x="2815" y="17933"/>
                </a:cubicBezTo>
                <a:cubicBezTo>
                  <a:pt x="1234" y="18119"/>
                  <a:pt x="3" y="19466"/>
                  <a:pt x="3" y="21095"/>
                </a:cubicBezTo>
                <a:lnTo>
                  <a:pt x="2" y="21095"/>
                </a:lnTo>
                <a:cubicBezTo>
                  <a:pt x="1" y="21447"/>
                  <a:pt x="287" y="21731"/>
                  <a:pt x="639" y="21731"/>
                </a:cubicBezTo>
                <a:lnTo>
                  <a:pt x="14645" y="21731"/>
                </a:lnTo>
                <a:cubicBezTo>
                  <a:pt x="14996" y="21731"/>
                  <a:pt x="15282" y="21447"/>
                  <a:pt x="15282" y="21095"/>
                </a:cubicBezTo>
                <a:cubicBezTo>
                  <a:pt x="15282" y="19466"/>
                  <a:pt x="14050" y="18119"/>
                  <a:pt x="12470" y="17933"/>
                </a:cubicBezTo>
                <a:cubicBezTo>
                  <a:pt x="11950" y="17047"/>
                  <a:pt x="10347" y="14059"/>
                  <a:pt x="10199" y="10685"/>
                </a:cubicBezTo>
                <a:cubicBezTo>
                  <a:pt x="11090" y="10470"/>
                  <a:pt x="11902" y="10013"/>
                  <a:pt x="12548" y="9364"/>
                </a:cubicBezTo>
                <a:cubicBezTo>
                  <a:pt x="12797" y="9115"/>
                  <a:pt x="12797" y="8712"/>
                  <a:pt x="12548" y="8463"/>
                </a:cubicBezTo>
                <a:cubicBezTo>
                  <a:pt x="12017" y="7931"/>
                  <a:pt x="11373" y="7526"/>
                  <a:pt x="10662" y="7279"/>
                </a:cubicBezTo>
                <a:cubicBezTo>
                  <a:pt x="11164" y="6737"/>
                  <a:pt x="11446" y="6053"/>
                  <a:pt x="11446" y="5303"/>
                </a:cubicBezTo>
                <a:cubicBezTo>
                  <a:pt x="11446" y="3830"/>
                  <a:pt x="10067" y="2428"/>
                  <a:pt x="9058" y="1403"/>
                </a:cubicBezTo>
                <a:cubicBezTo>
                  <a:pt x="8766" y="1106"/>
                  <a:pt x="8370" y="702"/>
                  <a:pt x="8271" y="535"/>
                </a:cubicBezTo>
                <a:cubicBezTo>
                  <a:pt x="8221" y="227"/>
                  <a:pt x="7955" y="1"/>
                  <a:pt x="7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2" name="Google Shape;19442;p90"/>
          <p:cNvSpPr/>
          <p:nvPr/>
        </p:nvSpPr>
        <p:spPr>
          <a:xfrm>
            <a:off x="1018878" y="3956037"/>
            <a:ext cx="345430" cy="345500"/>
          </a:xfrm>
          <a:custGeom>
            <a:rect b="b" l="l" r="r" t="t"/>
            <a:pathLst>
              <a:path extrusionOk="0" h="21733" w="21732">
                <a:moveTo>
                  <a:pt x="20458" y="3822"/>
                </a:moveTo>
                <a:lnTo>
                  <a:pt x="20458" y="12777"/>
                </a:lnTo>
                <a:lnTo>
                  <a:pt x="1274" y="12777"/>
                </a:lnTo>
                <a:lnTo>
                  <a:pt x="1274" y="3822"/>
                </a:lnTo>
                <a:close/>
                <a:moveTo>
                  <a:pt x="8955" y="18812"/>
                </a:moveTo>
                <a:lnTo>
                  <a:pt x="8955" y="20459"/>
                </a:lnTo>
                <a:lnTo>
                  <a:pt x="7309" y="20459"/>
                </a:lnTo>
                <a:lnTo>
                  <a:pt x="8955" y="18812"/>
                </a:lnTo>
                <a:close/>
                <a:moveTo>
                  <a:pt x="11503" y="14050"/>
                </a:moveTo>
                <a:lnTo>
                  <a:pt x="11503" y="20459"/>
                </a:lnTo>
                <a:lnTo>
                  <a:pt x="10230" y="20459"/>
                </a:lnTo>
                <a:lnTo>
                  <a:pt x="10230" y="14050"/>
                </a:lnTo>
                <a:close/>
                <a:moveTo>
                  <a:pt x="12777" y="18812"/>
                </a:moveTo>
                <a:lnTo>
                  <a:pt x="14422" y="20459"/>
                </a:lnTo>
                <a:lnTo>
                  <a:pt x="12777" y="20459"/>
                </a:lnTo>
                <a:lnTo>
                  <a:pt x="12777" y="18812"/>
                </a:lnTo>
                <a:close/>
                <a:moveTo>
                  <a:pt x="1910" y="1"/>
                </a:moveTo>
                <a:cubicBezTo>
                  <a:pt x="1558" y="1"/>
                  <a:pt x="1274" y="286"/>
                  <a:pt x="1274" y="638"/>
                </a:cubicBezTo>
                <a:cubicBezTo>
                  <a:pt x="1274" y="989"/>
                  <a:pt x="1558" y="1275"/>
                  <a:pt x="1910" y="1275"/>
                </a:cubicBezTo>
                <a:lnTo>
                  <a:pt x="2547" y="1275"/>
                </a:lnTo>
                <a:lnTo>
                  <a:pt x="2547" y="2548"/>
                </a:lnTo>
                <a:lnTo>
                  <a:pt x="637" y="2548"/>
                </a:lnTo>
                <a:cubicBezTo>
                  <a:pt x="285" y="2548"/>
                  <a:pt x="1" y="2834"/>
                  <a:pt x="1" y="3186"/>
                </a:cubicBezTo>
                <a:lnTo>
                  <a:pt x="1" y="13413"/>
                </a:lnTo>
                <a:cubicBezTo>
                  <a:pt x="1" y="13765"/>
                  <a:pt x="285" y="14050"/>
                  <a:pt x="637" y="14050"/>
                </a:cubicBezTo>
                <a:lnTo>
                  <a:pt x="8955" y="14050"/>
                </a:lnTo>
                <a:lnTo>
                  <a:pt x="8955" y="17012"/>
                </a:lnTo>
                <a:lnTo>
                  <a:pt x="5510" y="20459"/>
                </a:lnTo>
                <a:lnTo>
                  <a:pt x="4500" y="20459"/>
                </a:lnTo>
                <a:cubicBezTo>
                  <a:pt x="4148" y="20459"/>
                  <a:pt x="3864" y="20744"/>
                  <a:pt x="3864" y="21096"/>
                </a:cubicBezTo>
                <a:cubicBezTo>
                  <a:pt x="3864" y="21448"/>
                  <a:pt x="4148" y="21732"/>
                  <a:pt x="4500" y="21732"/>
                </a:cubicBezTo>
                <a:lnTo>
                  <a:pt x="17232" y="21732"/>
                </a:lnTo>
                <a:cubicBezTo>
                  <a:pt x="17584" y="21732"/>
                  <a:pt x="17869" y="21448"/>
                  <a:pt x="17869" y="21096"/>
                </a:cubicBezTo>
                <a:cubicBezTo>
                  <a:pt x="17869" y="20744"/>
                  <a:pt x="17584" y="20459"/>
                  <a:pt x="17232" y="20459"/>
                </a:cubicBezTo>
                <a:lnTo>
                  <a:pt x="16224" y="20459"/>
                </a:lnTo>
                <a:lnTo>
                  <a:pt x="12777" y="17012"/>
                </a:lnTo>
                <a:lnTo>
                  <a:pt x="12777" y="14050"/>
                </a:lnTo>
                <a:lnTo>
                  <a:pt x="21095" y="14050"/>
                </a:lnTo>
                <a:cubicBezTo>
                  <a:pt x="21096" y="14050"/>
                  <a:pt x="21097" y="14050"/>
                  <a:pt x="21097" y="14050"/>
                </a:cubicBezTo>
                <a:cubicBezTo>
                  <a:pt x="21448" y="14050"/>
                  <a:pt x="21731" y="13764"/>
                  <a:pt x="21731" y="13413"/>
                </a:cubicBezTo>
                <a:lnTo>
                  <a:pt x="21731" y="3186"/>
                </a:lnTo>
                <a:cubicBezTo>
                  <a:pt x="21731" y="2834"/>
                  <a:pt x="21447" y="2548"/>
                  <a:pt x="21095" y="2548"/>
                </a:cubicBezTo>
                <a:lnTo>
                  <a:pt x="19184" y="2548"/>
                </a:lnTo>
                <a:lnTo>
                  <a:pt x="19184" y="1275"/>
                </a:lnTo>
                <a:lnTo>
                  <a:pt x="19822" y="1275"/>
                </a:lnTo>
                <a:cubicBezTo>
                  <a:pt x="20173" y="1275"/>
                  <a:pt x="20458" y="989"/>
                  <a:pt x="20458" y="638"/>
                </a:cubicBezTo>
                <a:cubicBezTo>
                  <a:pt x="20458" y="286"/>
                  <a:pt x="20173" y="1"/>
                  <a:pt x="19822" y="1"/>
                </a:cubicBezTo>
                <a:lnTo>
                  <a:pt x="17276" y="1"/>
                </a:lnTo>
                <a:cubicBezTo>
                  <a:pt x="16924" y="1"/>
                  <a:pt x="16638" y="286"/>
                  <a:pt x="16638" y="638"/>
                </a:cubicBezTo>
                <a:cubicBezTo>
                  <a:pt x="16638" y="989"/>
                  <a:pt x="16924" y="1275"/>
                  <a:pt x="17276" y="1275"/>
                </a:cubicBezTo>
                <a:lnTo>
                  <a:pt x="17912" y="1275"/>
                </a:lnTo>
                <a:lnTo>
                  <a:pt x="17912" y="2548"/>
                </a:lnTo>
                <a:lnTo>
                  <a:pt x="11503" y="2548"/>
                </a:lnTo>
                <a:lnTo>
                  <a:pt x="11503" y="1275"/>
                </a:lnTo>
                <a:lnTo>
                  <a:pt x="12139" y="1275"/>
                </a:lnTo>
                <a:cubicBezTo>
                  <a:pt x="12491" y="1275"/>
                  <a:pt x="12776" y="989"/>
                  <a:pt x="12776" y="638"/>
                </a:cubicBezTo>
                <a:cubicBezTo>
                  <a:pt x="12776" y="286"/>
                  <a:pt x="12491" y="1"/>
                  <a:pt x="12139" y="1"/>
                </a:cubicBezTo>
                <a:lnTo>
                  <a:pt x="9593" y="1"/>
                </a:lnTo>
                <a:cubicBezTo>
                  <a:pt x="9241" y="1"/>
                  <a:pt x="8955" y="286"/>
                  <a:pt x="8955" y="638"/>
                </a:cubicBezTo>
                <a:cubicBezTo>
                  <a:pt x="8955" y="989"/>
                  <a:pt x="9241" y="1275"/>
                  <a:pt x="9593" y="1275"/>
                </a:cubicBezTo>
                <a:lnTo>
                  <a:pt x="10230" y="1275"/>
                </a:lnTo>
                <a:lnTo>
                  <a:pt x="10230" y="2548"/>
                </a:lnTo>
                <a:lnTo>
                  <a:pt x="3821" y="2548"/>
                </a:lnTo>
                <a:lnTo>
                  <a:pt x="3821" y="1275"/>
                </a:lnTo>
                <a:lnTo>
                  <a:pt x="4458" y="1275"/>
                </a:lnTo>
                <a:cubicBezTo>
                  <a:pt x="4808" y="1275"/>
                  <a:pt x="5094" y="989"/>
                  <a:pt x="5094" y="638"/>
                </a:cubicBezTo>
                <a:cubicBezTo>
                  <a:pt x="5094" y="286"/>
                  <a:pt x="4808" y="1"/>
                  <a:pt x="44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443" name="Google Shape;19443;p90"/>
          <p:cNvGrpSpPr/>
          <p:nvPr/>
        </p:nvGrpSpPr>
        <p:grpSpPr>
          <a:xfrm>
            <a:off x="1833386" y="3956040"/>
            <a:ext cx="222658" cy="345494"/>
            <a:chOff x="2172958" y="4644577"/>
            <a:chExt cx="226878" cy="352042"/>
          </a:xfrm>
        </p:grpSpPr>
        <p:sp>
          <p:nvSpPr>
            <p:cNvPr id="19444" name="Google Shape;19444;p90"/>
            <p:cNvSpPr/>
            <p:nvPr/>
          </p:nvSpPr>
          <p:spPr>
            <a:xfrm>
              <a:off x="2172958" y="4788951"/>
              <a:ext cx="226878" cy="207668"/>
            </a:xfrm>
            <a:custGeom>
              <a:rect b="b" l="l" r="r" t="t"/>
              <a:pathLst>
                <a:path extrusionOk="0" h="12819" w="14007">
                  <a:moveTo>
                    <a:pt x="637" y="0"/>
                  </a:moveTo>
                  <a:cubicBezTo>
                    <a:pt x="286" y="0"/>
                    <a:pt x="0" y="285"/>
                    <a:pt x="0" y="637"/>
                  </a:cubicBezTo>
                  <a:cubicBezTo>
                    <a:pt x="0" y="4284"/>
                    <a:pt x="2803" y="7289"/>
                    <a:pt x="6366" y="7610"/>
                  </a:cubicBezTo>
                  <a:lnTo>
                    <a:pt x="6366" y="11544"/>
                  </a:lnTo>
                  <a:lnTo>
                    <a:pt x="4458" y="11544"/>
                  </a:lnTo>
                  <a:cubicBezTo>
                    <a:pt x="4106" y="11544"/>
                    <a:pt x="3820" y="11830"/>
                    <a:pt x="3820" y="12182"/>
                  </a:cubicBezTo>
                  <a:cubicBezTo>
                    <a:pt x="3820" y="12533"/>
                    <a:pt x="4106" y="12819"/>
                    <a:pt x="4458" y="12819"/>
                  </a:cubicBezTo>
                  <a:lnTo>
                    <a:pt x="9550" y="12819"/>
                  </a:lnTo>
                  <a:cubicBezTo>
                    <a:pt x="9902" y="12819"/>
                    <a:pt x="10188" y="12533"/>
                    <a:pt x="10188" y="12182"/>
                  </a:cubicBezTo>
                  <a:cubicBezTo>
                    <a:pt x="10188" y="11830"/>
                    <a:pt x="9902" y="11544"/>
                    <a:pt x="9550" y="11544"/>
                  </a:cubicBezTo>
                  <a:lnTo>
                    <a:pt x="7641" y="11544"/>
                  </a:lnTo>
                  <a:lnTo>
                    <a:pt x="7641" y="7610"/>
                  </a:lnTo>
                  <a:cubicBezTo>
                    <a:pt x="11206" y="7289"/>
                    <a:pt x="14007" y="4284"/>
                    <a:pt x="14007" y="637"/>
                  </a:cubicBezTo>
                  <a:cubicBezTo>
                    <a:pt x="14007" y="285"/>
                    <a:pt x="13722" y="0"/>
                    <a:pt x="13370" y="0"/>
                  </a:cubicBezTo>
                  <a:cubicBezTo>
                    <a:pt x="13018" y="0"/>
                    <a:pt x="12734" y="285"/>
                    <a:pt x="12734" y="637"/>
                  </a:cubicBezTo>
                  <a:cubicBezTo>
                    <a:pt x="12734" y="3797"/>
                    <a:pt x="10163" y="6366"/>
                    <a:pt x="7004" y="6366"/>
                  </a:cubicBezTo>
                  <a:cubicBezTo>
                    <a:pt x="3844" y="6366"/>
                    <a:pt x="1275" y="3797"/>
                    <a:pt x="1275" y="637"/>
                  </a:cubicBezTo>
                  <a:cubicBezTo>
                    <a:pt x="1275" y="285"/>
                    <a:pt x="98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5" name="Google Shape;19445;p90"/>
            <p:cNvSpPr/>
            <p:nvPr/>
          </p:nvSpPr>
          <p:spPr>
            <a:xfrm>
              <a:off x="2214213" y="4644577"/>
              <a:ext cx="144385" cy="226897"/>
            </a:xfrm>
            <a:custGeom>
              <a:rect b="b" l="l" r="r" t="t"/>
              <a:pathLst>
                <a:path extrusionOk="0" h="14006" w="8914">
                  <a:moveTo>
                    <a:pt x="5094" y="1337"/>
                  </a:moveTo>
                  <a:cubicBezTo>
                    <a:pt x="6343" y="1593"/>
                    <a:pt x="7319" y="2570"/>
                    <a:pt x="7576" y="3819"/>
                  </a:cubicBezTo>
                  <a:lnTo>
                    <a:pt x="5730" y="3819"/>
                  </a:lnTo>
                  <a:cubicBezTo>
                    <a:pt x="5378" y="3819"/>
                    <a:pt x="5094" y="4104"/>
                    <a:pt x="5094" y="4456"/>
                  </a:cubicBezTo>
                  <a:cubicBezTo>
                    <a:pt x="5094" y="4808"/>
                    <a:pt x="5378" y="5092"/>
                    <a:pt x="5730" y="5092"/>
                  </a:cubicBezTo>
                  <a:lnTo>
                    <a:pt x="7641" y="5092"/>
                  </a:lnTo>
                  <a:lnTo>
                    <a:pt x="7641" y="6366"/>
                  </a:lnTo>
                  <a:lnTo>
                    <a:pt x="5730" y="6366"/>
                  </a:lnTo>
                  <a:cubicBezTo>
                    <a:pt x="5378" y="6366"/>
                    <a:pt x="5094" y="6651"/>
                    <a:pt x="5094" y="7003"/>
                  </a:cubicBezTo>
                  <a:cubicBezTo>
                    <a:pt x="5094" y="7355"/>
                    <a:pt x="5378" y="7639"/>
                    <a:pt x="5730" y="7639"/>
                  </a:cubicBezTo>
                  <a:lnTo>
                    <a:pt x="7641" y="7639"/>
                  </a:lnTo>
                  <a:lnTo>
                    <a:pt x="7641" y="8914"/>
                  </a:lnTo>
                  <a:lnTo>
                    <a:pt x="1273" y="8914"/>
                  </a:lnTo>
                  <a:lnTo>
                    <a:pt x="1273" y="7639"/>
                  </a:lnTo>
                  <a:lnTo>
                    <a:pt x="3184" y="7639"/>
                  </a:lnTo>
                  <a:cubicBezTo>
                    <a:pt x="3536" y="7639"/>
                    <a:pt x="3821" y="7355"/>
                    <a:pt x="3821" y="7003"/>
                  </a:cubicBezTo>
                  <a:cubicBezTo>
                    <a:pt x="3821" y="6651"/>
                    <a:pt x="3536" y="6366"/>
                    <a:pt x="3184" y="6366"/>
                  </a:cubicBezTo>
                  <a:lnTo>
                    <a:pt x="1273" y="6366"/>
                  </a:lnTo>
                  <a:lnTo>
                    <a:pt x="1273" y="5092"/>
                  </a:lnTo>
                  <a:lnTo>
                    <a:pt x="3184" y="5092"/>
                  </a:lnTo>
                  <a:cubicBezTo>
                    <a:pt x="3536" y="5092"/>
                    <a:pt x="3821" y="4808"/>
                    <a:pt x="3821" y="4456"/>
                  </a:cubicBezTo>
                  <a:cubicBezTo>
                    <a:pt x="3821" y="4104"/>
                    <a:pt x="3536" y="3819"/>
                    <a:pt x="3184" y="3819"/>
                  </a:cubicBezTo>
                  <a:lnTo>
                    <a:pt x="1338" y="3819"/>
                  </a:lnTo>
                  <a:cubicBezTo>
                    <a:pt x="1595" y="2570"/>
                    <a:pt x="2572" y="1593"/>
                    <a:pt x="3821" y="1337"/>
                  </a:cubicBezTo>
                  <a:lnTo>
                    <a:pt x="3821" y="1908"/>
                  </a:lnTo>
                  <a:cubicBezTo>
                    <a:pt x="3821" y="2260"/>
                    <a:pt x="4105" y="2546"/>
                    <a:pt x="4457" y="2546"/>
                  </a:cubicBezTo>
                  <a:cubicBezTo>
                    <a:pt x="4809" y="2546"/>
                    <a:pt x="5094" y="2260"/>
                    <a:pt x="5094" y="1908"/>
                  </a:cubicBezTo>
                  <a:lnTo>
                    <a:pt x="5094" y="1337"/>
                  </a:lnTo>
                  <a:close/>
                  <a:moveTo>
                    <a:pt x="7576" y="10185"/>
                  </a:moveTo>
                  <a:cubicBezTo>
                    <a:pt x="7281" y="11637"/>
                    <a:pt x="5995" y="12732"/>
                    <a:pt x="4457" y="12732"/>
                  </a:cubicBezTo>
                  <a:cubicBezTo>
                    <a:pt x="2920" y="12732"/>
                    <a:pt x="1633" y="11637"/>
                    <a:pt x="1338" y="10185"/>
                  </a:cubicBezTo>
                  <a:close/>
                  <a:moveTo>
                    <a:pt x="4457" y="0"/>
                  </a:moveTo>
                  <a:cubicBezTo>
                    <a:pt x="2000" y="0"/>
                    <a:pt x="0" y="1998"/>
                    <a:pt x="0" y="4456"/>
                  </a:cubicBezTo>
                  <a:lnTo>
                    <a:pt x="0" y="9549"/>
                  </a:lnTo>
                  <a:cubicBezTo>
                    <a:pt x="0" y="12006"/>
                    <a:pt x="2000" y="14005"/>
                    <a:pt x="4457" y="14005"/>
                  </a:cubicBezTo>
                  <a:cubicBezTo>
                    <a:pt x="6914" y="14005"/>
                    <a:pt x="8914" y="12006"/>
                    <a:pt x="8914" y="9549"/>
                  </a:cubicBezTo>
                  <a:lnTo>
                    <a:pt x="8914" y="4456"/>
                  </a:lnTo>
                  <a:cubicBezTo>
                    <a:pt x="8914" y="1998"/>
                    <a:pt x="6914" y="0"/>
                    <a:pt x="4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46" name="Google Shape;19446;p90"/>
          <p:cNvGrpSpPr/>
          <p:nvPr/>
        </p:nvGrpSpPr>
        <p:grpSpPr>
          <a:xfrm>
            <a:off x="2524218" y="3976899"/>
            <a:ext cx="346522" cy="303776"/>
            <a:chOff x="2503581" y="4658655"/>
            <a:chExt cx="353089" cy="309533"/>
          </a:xfrm>
        </p:grpSpPr>
        <p:sp>
          <p:nvSpPr>
            <p:cNvPr id="19447" name="Google Shape;19447;p90"/>
            <p:cNvSpPr/>
            <p:nvPr/>
          </p:nvSpPr>
          <p:spPr>
            <a:xfrm>
              <a:off x="2503581" y="4658655"/>
              <a:ext cx="353089" cy="309533"/>
            </a:xfrm>
            <a:custGeom>
              <a:rect b="b" l="l" r="r" t="t"/>
              <a:pathLst>
                <a:path extrusionOk="0" h="19107" w="21799">
                  <a:moveTo>
                    <a:pt x="8996" y="3446"/>
                  </a:moveTo>
                  <a:lnTo>
                    <a:pt x="10458" y="4908"/>
                  </a:lnTo>
                  <a:cubicBezTo>
                    <a:pt x="10583" y="5033"/>
                    <a:pt x="10746" y="5095"/>
                    <a:pt x="10909" y="5095"/>
                  </a:cubicBezTo>
                  <a:cubicBezTo>
                    <a:pt x="11072" y="5095"/>
                    <a:pt x="11235" y="5033"/>
                    <a:pt x="11359" y="4908"/>
                  </a:cubicBezTo>
                  <a:lnTo>
                    <a:pt x="12819" y="3449"/>
                  </a:lnTo>
                  <a:lnTo>
                    <a:pt x="12819" y="5131"/>
                  </a:lnTo>
                  <a:cubicBezTo>
                    <a:pt x="10608" y="5377"/>
                    <a:pt x="8774" y="6884"/>
                    <a:pt x="8054" y="8915"/>
                  </a:cubicBezTo>
                  <a:lnTo>
                    <a:pt x="1275" y="8915"/>
                  </a:lnTo>
                  <a:lnTo>
                    <a:pt x="1275" y="7272"/>
                  </a:lnTo>
                  <a:lnTo>
                    <a:pt x="3223" y="5354"/>
                  </a:lnTo>
                  <a:lnTo>
                    <a:pt x="4686" y="6818"/>
                  </a:lnTo>
                  <a:cubicBezTo>
                    <a:pt x="4811" y="6942"/>
                    <a:pt x="4973" y="7004"/>
                    <a:pt x="5137" y="7004"/>
                  </a:cubicBezTo>
                  <a:cubicBezTo>
                    <a:pt x="5298" y="7004"/>
                    <a:pt x="5460" y="6943"/>
                    <a:pt x="5585" y="6821"/>
                  </a:cubicBezTo>
                  <a:lnTo>
                    <a:pt x="8996" y="3446"/>
                  </a:lnTo>
                  <a:close/>
                  <a:moveTo>
                    <a:pt x="12819" y="6414"/>
                  </a:moveTo>
                  <a:lnTo>
                    <a:pt x="12819" y="8915"/>
                  </a:lnTo>
                  <a:lnTo>
                    <a:pt x="9429" y="8915"/>
                  </a:lnTo>
                  <a:cubicBezTo>
                    <a:pt x="10057" y="7593"/>
                    <a:pt x="11318" y="6629"/>
                    <a:pt x="12818" y="6414"/>
                  </a:cubicBezTo>
                  <a:close/>
                  <a:moveTo>
                    <a:pt x="14092" y="6414"/>
                  </a:moveTo>
                  <a:cubicBezTo>
                    <a:pt x="16249" y="6724"/>
                    <a:pt x="17912" y="8583"/>
                    <a:pt x="17912" y="10825"/>
                  </a:cubicBezTo>
                  <a:cubicBezTo>
                    <a:pt x="17912" y="13282"/>
                    <a:pt x="15913" y="15281"/>
                    <a:pt x="13456" y="15281"/>
                  </a:cubicBezTo>
                  <a:cubicBezTo>
                    <a:pt x="10998" y="15281"/>
                    <a:pt x="8999" y="13282"/>
                    <a:pt x="8999" y="10825"/>
                  </a:cubicBezTo>
                  <a:cubicBezTo>
                    <a:pt x="8999" y="10612"/>
                    <a:pt x="9015" y="10399"/>
                    <a:pt x="9045" y="10188"/>
                  </a:cubicBezTo>
                  <a:lnTo>
                    <a:pt x="13456" y="10188"/>
                  </a:lnTo>
                  <a:cubicBezTo>
                    <a:pt x="13806" y="10188"/>
                    <a:pt x="14092" y="9902"/>
                    <a:pt x="14092" y="9552"/>
                  </a:cubicBezTo>
                  <a:lnTo>
                    <a:pt x="14092" y="6414"/>
                  </a:lnTo>
                  <a:close/>
                  <a:moveTo>
                    <a:pt x="637" y="1"/>
                  </a:moveTo>
                  <a:cubicBezTo>
                    <a:pt x="285" y="1"/>
                    <a:pt x="1" y="286"/>
                    <a:pt x="1" y="638"/>
                  </a:cubicBezTo>
                  <a:lnTo>
                    <a:pt x="1" y="9550"/>
                  </a:lnTo>
                  <a:cubicBezTo>
                    <a:pt x="1" y="9902"/>
                    <a:pt x="285" y="10187"/>
                    <a:pt x="637" y="10187"/>
                  </a:cubicBezTo>
                  <a:lnTo>
                    <a:pt x="7760" y="10187"/>
                  </a:lnTo>
                  <a:cubicBezTo>
                    <a:pt x="7738" y="10399"/>
                    <a:pt x="7726" y="10610"/>
                    <a:pt x="7726" y="10823"/>
                  </a:cubicBezTo>
                  <a:cubicBezTo>
                    <a:pt x="7726" y="13983"/>
                    <a:pt x="10296" y="16553"/>
                    <a:pt x="13456" y="16553"/>
                  </a:cubicBezTo>
                  <a:cubicBezTo>
                    <a:pt x="13457" y="16553"/>
                    <a:pt x="13459" y="16553"/>
                    <a:pt x="13461" y="16553"/>
                  </a:cubicBezTo>
                  <a:cubicBezTo>
                    <a:pt x="14759" y="16553"/>
                    <a:pt x="16018" y="16111"/>
                    <a:pt x="17030" y="15299"/>
                  </a:cubicBezTo>
                  <a:lnTo>
                    <a:pt x="20643" y="18915"/>
                  </a:lnTo>
                  <a:cubicBezTo>
                    <a:pt x="20768" y="19042"/>
                    <a:pt x="20933" y="19106"/>
                    <a:pt x="21099" y="19106"/>
                  </a:cubicBezTo>
                  <a:cubicBezTo>
                    <a:pt x="21262" y="19106"/>
                    <a:pt x="21424" y="19044"/>
                    <a:pt x="21549" y="18920"/>
                  </a:cubicBezTo>
                  <a:cubicBezTo>
                    <a:pt x="21799" y="18669"/>
                    <a:pt x="21797" y="18263"/>
                    <a:pt x="21543" y="18015"/>
                  </a:cubicBezTo>
                  <a:lnTo>
                    <a:pt x="17929" y="14400"/>
                  </a:lnTo>
                  <a:cubicBezTo>
                    <a:pt x="18743" y="13387"/>
                    <a:pt x="19185" y="12125"/>
                    <a:pt x="19184" y="10825"/>
                  </a:cubicBezTo>
                  <a:cubicBezTo>
                    <a:pt x="19184" y="7880"/>
                    <a:pt x="16952" y="5450"/>
                    <a:pt x="14091" y="5131"/>
                  </a:cubicBezTo>
                  <a:lnTo>
                    <a:pt x="14091" y="1911"/>
                  </a:lnTo>
                  <a:cubicBezTo>
                    <a:pt x="14091" y="1653"/>
                    <a:pt x="13936" y="1422"/>
                    <a:pt x="13698" y="1324"/>
                  </a:cubicBezTo>
                  <a:cubicBezTo>
                    <a:pt x="13619" y="1291"/>
                    <a:pt x="13536" y="1275"/>
                    <a:pt x="13454" y="1275"/>
                  </a:cubicBezTo>
                  <a:cubicBezTo>
                    <a:pt x="13289" y="1275"/>
                    <a:pt x="13126" y="1339"/>
                    <a:pt x="13004" y="1461"/>
                  </a:cubicBezTo>
                  <a:lnTo>
                    <a:pt x="10908" y="3557"/>
                  </a:lnTo>
                  <a:lnTo>
                    <a:pt x="9449" y="2098"/>
                  </a:lnTo>
                  <a:cubicBezTo>
                    <a:pt x="9324" y="1974"/>
                    <a:pt x="9161" y="1911"/>
                    <a:pt x="8998" y="1911"/>
                  </a:cubicBezTo>
                  <a:cubicBezTo>
                    <a:pt x="8836" y="1911"/>
                    <a:pt x="8674" y="1973"/>
                    <a:pt x="8550" y="2095"/>
                  </a:cubicBezTo>
                  <a:lnTo>
                    <a:pt x="5139" y="5470"/>
                  </a:lnTo>
                  <a:lnTo>
                    <a:pt x="3677" y="4007"/>
                  </a:lnTo>
                  <a:cubicBezTo>
                    <a:pt x="3552" y="3883"/>
                    <a:pt x="3389" y="3821"/>
                    <a:pt x="3226" y="3821"/>
                  </a:cubicBezTo>
                  <a:cubicBezTo>
                    <a:pt x="3065" y="3821"/>
                    <a:pt x="2903" y="3882"/>
                    <a:pt x="2780" y="4003"/>
                  </a:cubicBezTo>
                  <a:lnTo>
                    <a:pt x="1275" y="5485"/>
                  </a:lnTo>
                  <a:lnTo>
                    <a:pt x="1275" y="638"/>
                  </a:lnTo>
                  <a:cubicBezTo>
                    <a:pt x="1275" y="286"/>
                    <a:pt x="989"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8" name="Google Shape;19448;p90"/>
            <p:cNvSpPr/>
            <p:nvPr/>
          </p:nvSpPr>
          <p:spPr>
            <a:xfrm>
              <a:off x="2503581" y="4885568"/>
              <a:ext cx="103842" cy="20655"/>
            </a:xfrm>
            <a:custGeom>
              <a:rect b="b" l="l" r="r" t="t"/>
              <a:pathLst>
                <a:path extrusionOk="0" h="1275" w="6411">
                  <a:moveTo>
                    <a:pt x="637" y="0"/>
                  </a:moveTo>
                  <a:cubicBezTo>
                    <a:pt x="285" y="0"/>
                    <a:pt x="1" y="286"/>
                    <a:pt x="1" y="637"/>
                  </a:cubicBezTo>
                  <a:cubicBezTo>
                    <a:pt x="1" y="989"/>
                    <a:pt x="285" y="1274"/>
                    <a:pt x="637" y="1274"/>
                  </a:cubicBezTo>
                  <a:lnTo>
                    <a:pt x="5774" y="1274"/>
                  </a:lnTo>
                  <a:cubicBezTo>
                    <a:pt x="6125" y="1274"/>
                    <a:pt x="6411" y="989"/>
                    <a:pt x="6411" y="637"/>
                  </a:cubicBezTo>
                  <a:cubicBezTo>
                    <a:pt x="6411" y="286"/>
                    <a:pt x="6125" y="0"/>
                    <a:pt x="5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9" name="Google Shape;19449;p90"/>
            <p:cNvSpPr/>
            <p:nvPr/>
          </p:nvSpPr>
          <p:spPr>
            <a:xfrm>
              <a:off x="2503581" y="4844323"/>
              <a:ext cx="62587" cy="20639"/>
            </a:xfrm>
            <a:custGeom>
              <a:rect b="b" l="l" r="r" t="t"/>
              <a:pathLst>
                <a:path extrusionOk="0" h="1274" w="3864">
                  <a:moveTo>
                    <a:pt x="637" y="0"/>
                  </a:moveTo>
                  <a:cubicBezTo>
                    <a:pt x="285" y="0"/>
                    <a:pt x="1" y="285"/>
                    <a:pt x="1" y="637"/>
                  </a:cubicBezTo>
                  <a:cubicBezTo>
                    <a:pt x="1" y="989"/>
                    <a:pt x="285" y="1273"/>
                    <a:pt x="637" y="1273"/>
                  </a:cubicBezTo>
                  <a:lnTo>
                    <a:pt x="3227" y="1273"/>
                  </a:lnTo>
                  <a:cubicBezTo>
                    <a:pt x="3577" y="1273"/>
                    <a:pt x="3863" y="989"/>
                    <a:pt x="3863" y="637"/>
                  </a:cubicBezTo>
                  <a:cubicBezTo>
                    <a:pt x="3863" y="285"/>
                    <a:pt x="3577" y="0"/>
                    <a:pt x="3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50" name="Google Shape;19450;p90"/>
          <p:cNvGrpSpPr/>
          <p:nvPr/>
        </p:nvGrpSpPr>
        <p:grpSpPr>
          <a:xfrm>
            <a:off x="3272520" y="3956024"/>
            <a:ext cx="345473" cy="345526"/>
            <a:chOff x="2944704" y="4630726"/>
            <a:chExt cx="352020" cy="352075"/>
          </a:xfrm>
        </p:grpSpPr>
        <p:sp>
          <p:nvSpPr>
            <p:cNvPr id="19451" name="Google Shape;19451;p90"/>
            <p:cNvSpPr/>
            <p:nvPr/>
          </p:nvSpPr>
          <p:spPr>
            <a:xfrm>
              <a:off x="2944704" y="4630726"/>
              <a:ext cx="352020" cy="352075"/>
            </a:xfrm>
            <a:custGeom>
              <a:rect b="b" l="l" r="r" t="t"/>
              <a:pathLst>
                <a:path extrusionOk="0" h="21733" w="21733">
                  <a:moveTo>
                    <a:pt x="12776" y="1273"/>
                  </a:moveTo>
                  <a:lnTo>
                    <a:pt x="12776" y="2546"/>
                  </a:lnTo>
                  <a:lnTo>
                    <a:pt x="8958" y="2546"/>
                  </a:lnTo>
                  <a:lnTo>
                    <a:pt x="8956" y="1273"/>
                  </a:lnTo>
                  <a:close/>
                  <a:moveTo>
                    <a:pt x="20459" y="2546"/>
                  </a:moveTo>
                  <a:lnTo>
                    <a:pt x="20458" y="14048"/>
                  </a:lnTo>
                  <a:lnTo>
                    <a:pt x="1275" y="14048"/>
                  </a:lnTo>
                  <a:lnTo>
                    <a:pt x="1275" y="2546"/>
                  </a:lnTo>
                  <a:lnTo>
                    <a:pt x="7685" y="2546"/>
                  </a:lnTo>
                  <a:lnTo>
                    <a:pt x="7685" y="3183"/>
                  </a:lnTo>
                  <a:cubicBezTo>
                    <a:pt x="7685" y="3535"/>
                    <a:pt x="7969" y="3819"/>
                    <a:pt x="8321" y="3819"/>
                  </a:cubicBezTo>
                  <a:lnTo>
                    <a:pt x="13414" y="3819"/>
                  </a:lnTo>
                  <a:cubicBezTo>
                    <a:pt x="13765" y="3819"/>
                    <a:pt x="14051" y="3535"/>
                    <a:pt x="14051" y="3183"/>
                  </a:cubicBezTo>
                  <a:lnTo>
                    <a:pt x="14051" y="2546"/>
                  </a:lnTo>
                  <a:close/>
                  <a:moveTo>
                    <a:pt x="8320" y="0"/>
                  </a:moveTo>
                  <a:cubicBezTo>
                    <a:pt x="7969" y="0"/>
                    <a:pt x="7683" y="285"/>
                    <a:pt x="7683" y="637"/>
                  </a:cubicBezTo>
                  <a:lnTo>
                    <a:pt x="7683" y="1273"/>
                  </a:lnTo>
                  <a:lnTo>
                    <a:pt x="638" y="1273"/>
                  </a:lnTo>
                  <a:cubicBezTo>
                    <a:pt x="286" y="1273"/>
                    <a:pt x="1" y="1558"/>
                    <a:pt x="1" y="1910"/>
                  </a:cubicBezTo>
                  <a:lnTo>
                    <a:pt x="1" y="14684"/>
                  </a:lnTo>
                  <a:cubicBezTo>
                    <a:pt x="1" y="15036"/>
                    <a:pt x="286" y="15321"/>
                    <a:pt x="638" y="15321"/>
                  </a:cubicBezTo>
                  <a:lnTo>
                    <a:pt x="10229" y="15321"/>
                  </a:lnTo>
                  <a:lnTo>
                    <a:pt x="10229" y="19427"/>
                  </a:lnTo>
                  <a:lnTo>
                    <a:pt x="8035" y="20524"/>
                  </a:lnTo>
                  <a:cubicBezTo>
                    <a:pt x="7726" y="20683"/>
                    <a:pt x="7601" y="21062"/>
                    <a:pt x="7757" y="21373"/>
                  </a:cubicBezTo>
                  <a:cubicBezTo>
                    <a:pt x="7869" y="21597"/>
                    <a:pt x="8094" y="21726"/>
                    <a:pt x="8327" y="21726"/>
                  </a:cubicBezTo>
                  <a:cubicBezTo>
                    <a:pt x="8420" y="21726"/>
                    <a:pt x="8515" y="21705"/>
                    <a:pt x="8604" y="21662"/>
                  </a:cubicBezTo>
                  <a:lnTo>
                    <a:pt x="10867" y="20532"/>
                  </a:lnTo>
                  <a:lnTo>
                    <a:pt x="13128" y="21662"/>
                  </a:lnTo>
                  <a:cubicBezTo>
                    <a:pt x="13222" y="21710"/>
                    <a:pt x="13321" y="21733"/>
                    <a:pt x="13419" y="21733"/>
                  </a:cubicBezTo>
                  <a:cubicBezTo>
                    <a:pt x="13653" y="21733"/>
                    <a:pt x="13878" y="21604"/>
                    <a:pt x="13990" y="21381"/>
                  </a:cubicBezTo>
                  <a:cubicBezTo>
                    <a:pt x="14147" y="21064"/>
                    <a:pt x="14016" y="20677"/>
                    <a:pt x="13697" y="20524"/>
                  </a:cubicBezTo>
                  <a:lnTo>
                    <a:pt x="11504" y="19426"/>
                  </a:lnTo>
                  <a:lnTo>
                    <a:pt x="11504" y="15321"/>
                  </a:lnTo>
                  <a:lnTo>
                    <a:pt x="21094" y="15321"/>
                  </a:lnTo>
                  <a:cubicBezTo>
                    <a:pt x="21446" y="15321"/>
                    <a:pt x="21732" y="15035"/>
                    <a:pt x="21732" y="14684"/>
                  </a:cubicBezTo>
                  <a:lnTo>
                    <a:pt x="21732" y="1910"/>
                  </a:lnTo>
                  <a:cubicBezTo>
                    <a:pt x="21732" y="1558"/>
                    <a:pt x="21446" y="1272"/>
                    <a:pt x="21094" y="1272"/>
                  </a:cubicBezTo>
                  <a:lnTo>
                    <a:pt x="21094" y="1273"/>
                  </a:lnTo>
                  <a:lnTo>
                    <a:pt x="14049" y="1273"/>
                  </a:lnTo>
                  <a:lnTo>
                    <a:pt x="14049" y="637"/>
                  </a:lnTo>
                  <a:cubicBezTo>
                    <a:pt x="14049" y="285"/>
                    <a:pt x="13765" y="0"/>
                    <a:pt x="134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2" name="Google Shape;19452;p90"/>
            <p:cNvSpPr/>
            <p:nvPr/>
          </p:nvSpPr>
          <p:spPr>
            <a:xfrm>
              <a:off x="3007291" y="4692594"/>
              <a:ext cx="226862" cy="145087"/>
            </a:xfrm>
            <a:custGeom>
              <a:rect b="b" l="l" r="r" t="t"/>
              <a:pathLst>
                <a:path extrusionOk="0" h="8956" w="14006">
                  <a:moveTo>
                    <a:pt x="12733" y="3490"/>
                  </a:moveTo>
                  <a:lnTo>
                    <a:pt x="12733" y="7683"/>
                  </a:lnTo>
                  <a:lnTo>
                    <a:pt x="1273" y="7683"/>
                  </a:lnTo>
                  <a:lnTo>
                    <a:pt x="1273" y="7310"/>
                  </a:lnTo>
                  <a:lnTo>
                    <a:pt x="3183" y="5399"/>
                  </a:lnTo>
                  <a:lnTo>
                    <a:pt x="4642" y="6859"/>
                  </a:lnTo>
                  <a:cubicBezTo>
                    <a:pt x="4767" y="6983"/>
                    <a:pt x="4930" y="7045"/>
                    <a:pt x="5093" y="7045"/>
                  </a:cubicBezTo>
                  <a:cubicBezTo>
                    <a:pt x="5256" y="7045"/>
                    <a:pt x="5418" y="6983"/>
                    <a:pt x="5542" y="6859"/>
                  </a:cubicBezTo>
                  <a:lnTo>
                    <a:pt x="8912" y="3490"/>
                  </a:lnTo>
                  <a:lnTo>
                    <a:pt x="10372" y="4949"/>
                  </a:lnTo>
                  <a:cubicBezTo>
                    <a:pt x="10496" y="5074"/>
                    <a:pt x="10659" y="5136"/>
                    <a:pt x="10822" y="5136"/>
                  </a:cubicBezTo>
                  <a:cubicBezTo>
                    <a:pt x="10985" y="5136"/>
                    <a:pt x="11147" y="5074"/>
                    <a:pt x="11272" y="4949"/>
                  </a:cubicBezTo>
                  <a:lnTo>
                    <a:pt x="11273" y="4949"/>
                  </a:lnTo>
                  <a:lnTo>
                    <a:pt x="12733" y="3490"/>
                  </a:lnTo>
                  <a:close/>
                  <a:moveTo>
                    <a:pt x="637" y="0"/>
                  </a:moveTo>
                  <a:cubicBezTo>
                    <a:pt x="285" y="0"/>
                    <a:pt x="0" y="285"/>
                    <a:pt x="0" y="637"/>
                  </a:cubicBezTo>
                  <a:lnTo>
                    <a:pt x="0" y="8319"/>
                  </a:lnTo>
                  <a:cubicBezTo>
                    <a:pt x="0" y="8670"/>
                    <a:pt x="285" y="8956"/>
                    <a:pt x="637" y="8956"/>
                  </a:cubicBezTo>
                  <a:lnTo>
                    <a:pt x="13369" y="8956"/>
                  </a:lnTo>
                  <a:cubicBezTo>
                    <a:pt x="13721" y="8956"/>
                    <a:pt x="14006" y="8670"/>
                    <a:pt x="14006" y="8319"/>
                  </a:cubicBezTo>
                  <a:lnTo>
                    <a:pt x="14006" y="1953"/>
                  </a:lnTo>
                  <a:cubicBezTo>
                    <a:pt x="14006" y="1695"/>
                    <a:pt x="13851" y="1462"/>
                    <a:pt x="13613" y="1364"/>
                  </a:cubicBezTo>
                  <a:cubicBezTo>
                    <a:pt x="13534" y="1332"/>
                    <a:pt x="13451" y="1316"/>
                    <a:pt x="13369" y="1316"/>
                  </a:cubicBezTo>
                  <a:cubicBezTo>
                    <a:pt x="13203" y="1316"/>
                    <a:pt x="13041" y="1381"/>
                    <a:pt x="12919" y="1502"/>
                  </a:cubicBezTo>
                  <a:lnTo>
                    <a:pt x="10822" y="3599"/>
                  </a:lnTo>
                  <a:lnTo>
                    <a:pt x="9362" y="2139"/>
                  </a:lnTo>
                  <a:cubicBezTo>
                    <a:pt x="9239" y="2015"/>
                    <a:pt x="9076" y="1953"/>
                    <a:pt x="8913" y="1953"/>
                  </a:cubicBezTo>
                  <a:cubicBezTo>
                    <a:pt x="8750" y="1953"/>
                    <a:pt x="8587" y="2015"/>
                    <a:pt x="8463" y="2139"/>
                  </a:cubicBezTo>
                  <a:lnTo>
                    <a:pt x="5094" y="5509"/>
                  </a:lnTo>
                  <a:lnTo>
                    <a:pt x="3634" y="4049"/>
                  </a:lnTo>
                  <a:cubicBezTo>
                    <a:pt x="3510" y="3925"/>
                    <a:pt x="3347" y="3863"/>
                    <a:pt x="3183" y="3863"/>
                  </a:cubicBezTo>
                  <a:cubicBezTo>
                    <a:pt x="3020" y="3863"/>
                    <a:pt x="2857" y="3925"/>
                    <a:pt x="2733" y="4049"/>
                  </a:cubicBezTo>
                  <a:lnTo>
                    <a:pt x="1273" y="5509"/>
                  </a:lnTo>
                  <a:lnTo>
                    <a:pt x="1273" y="637"/>
                  </a:lnTo>
                  <a:cubicBezTo>
                    <a:pt x="1273" y="285"/>
                    <a:pt x="98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53" name="Google Shape;19453;p90"/>
          <p:cNvGrpSpPr/>
          <p:nvPr/>
        </p:nvGrpSpPr>
        <p:grpSpPr>
          <a:xfrm>
            <a:off x="4084629" y="3956040"/>
            <a:ext cx="263146" cy="345494"/>
            <a:chOff x="3381680" y="4655658"/>
            <a:chExt cx="268133" cy="352042"/>
          </a:xfrm>
        </p:grpSpPr>
        <p:sp>
          <p:nvSpPr>
            <p:cNvPr id="19454" name="Google Shape;19454;p90"/>
            <p:cNvSpPr/>
            <p:nvPr/>
          </p:nvSpPr>
          <p:spPr>
            <a:xfrm>
              <a:off x="3381680" y="4655658"/>
              <a:ext cx="268133" cy="352042"/>
            </a:xfrm>
            <a:custGeom>
              <a:rect b="b" l="l" r="r" t="t"/>
              <a:pathLst>
                <a:path extrusionOk="0" h="21731" w="16554">
                  <a:moveTo>
                    <a:pt x="5094" y="16637"/>
                  </a:moveTo>
                  <a:lnTo>
                    <a:pt x="5094" y="19557"/>
                  </a:lnTo>
                  <a:lnTo>
                    <a:pt x="2175" y="16637"/>
                  </a:lnTo>
                  <a:close/>
                  <a:moveTo>
                    <a:pt x="15281" y="1273"/>
                  </a:moveTo>
                  <a:lnTo>
                    <a:pt x="15281" y="20458"/>
                  </a:lnTo>
                  <a:lnTo>
                    <a:pt x="6367" y="20458"/>
                  </a:lnTo>
                  <a:lnTo>
                    <a:pt x="6367" y="16001"/>
                  </a:lnTo>
                  <a:cubicBezTo>
                    <a:pt x="6367" y="15649"/>
                    <a:pt x="6083" y="15365"/>
                    <a:pt x="5731" y="15365"/>
                  </a:cubicBezTo>
                  <a:lnTo>
                    <a:pt x="1275" y="15365"/>
                  </a:lnTo>
                  <a:lnTo>
                    <a:pt x="1275" y="1273"/>
                  </a:lnTo>
                  <a:close/>
                  <a:moveTo>
                    <a:pt x="637" y="0"/>
                  </a:moveTo>
                  <a:cubicBezTo>
                    <a:pt x="285" y="0"/>
                    <a:pt x="1" y="286"/>
                    <a:pt x="1" y="637"/>
                  </a:cubicBezTo>
                  <a:lnTo>
                    <a:pt x="1" y="16001"/>
                  </a:lnTo>
                  <a:cubicBezTo>
                    <a:pt x="1" y="16170"/>
                    <a:pt x="68" y="16332"/>
                    <a:pt x="188" y="16451"/>
                  </a:cubicBezTo>
                  <a:lnTo>
                    <a:pt x="5281" y="21544"/>
                  </a:lnTo>
                  <a:cubicBezTo>
                    <a:pt x="5400" y="21663"/>
                    <a:pt x="5563" y="21731"/>
                    <a:pt x="5731" y="21731"/>
                  </a:cubicBezTo>
                  <a:lnTo>
                    <a:pt x="15917" y="21731"/>
                  </a:lnTo>
                  <a:cubicBezTo>
                    <a:pt x="16269" y="21731"/>
                    <a:pt x="16553" y="21446"/>
                    <a:pt x="16553" y="21094"/>
                  </a:cubicBezTo>
                  <a:lnTo>
                    <a:pt x="16553" y="637"/>
                  </a:lnTo>
                  <a:cubicBezTo>
                    <a:pt x="16553" y="286"/>
                    <a:pt x="16269" y="0"/>
                    <a:pt x="15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5" name="Google Shape;19455;p90"/>
            <p:cNvSpPr/>
            <p:nvPr/>
          </p:nvSpPr>
          <p:spPr>
            <a:xfrm>
              <a:off x="3421947" y="4718222"/>
              <a:ext cx="63899" cy="61916"/>
            </a:xfrm>
            <a:custGeom>
              <a:rect b="b" l="l" r="r" t="t"/>
              <a:pathLst>
                <a:path extrusionOk="0" h="3822" w="3945">
                  <a:moveTo>
                    <a:pt x="698" y="1"/>
                  </a:moveTo>
                  <a:cubicBezTo>
                    <a:pt x="535" y="1"/>
                    <a:pt x="373" y="63"/>
                    <a:pt x="249" y="187"/>
                  </a:cubicBezTo>
                  <a:cubicBezTo>
                    <a:pt x="0" y="436"/>
                    <a:pt x="0" y="838"/>
                    <a:pt x="249" y="1087"/>
                  </a:cubicBezTo>
                  <a:lnTo>
                    <a:pt x="1072" y="1910"/>
                  </a:lnTo>
                  <a:lnTo>
                    <a:pt x="249" y="2733"/>
                  </a:lnTo>
                  <a:cubicBezTo>
                    <a:pt x="0" y="2982"/>
                    <a:pt x="0" y="3386"/>
                    <a:pt x="249" y="3634"/>
                  </a:cubicBezTo>
                  <a:cubicBezTo>
                    <a:pt x="373" y="3759"/>
                    <a:pt x="536" y="3821"/>
                    <a:pt x="699" y="3821"/>
                  </a:cubicBezTo>
                  <a:cubicBezTo>
                    <a:pt x="861" y="3821"/>
                    <a:pt x="1024" y="3759"/>
                    <a:pt x="1149" y="3634"/>
                  </a:cubicBezTo>
                  <a:lnTo>
                    <a:pt x="1972" y="2811"/>
                  </a:lnTo>
                  <a:lnTo>
                    <a:pt x="2795" y="3634"/>
                  </a:lnTo>
                  <a:cubicBezTo>
                    <a:pt x="2919" y="3759"/>
                    <a:pt x="3082" y="3821"/>
                    <a:pt x="3245" y="3821"/>
                  </a:cubicBezTo>
                  <a:cubicBezTo>
                    <a:pt x="3408" y="3821"/>
                    <a:pt x="3571" y="3759"/>
                    <a:pt x="3696" y="3634"/>
                  </a:cubicBezTo>
                  <a:cubicBezTo>
                    <a:pt x="3945" y="3386"/>
                    <a:pt x="3945" y="2982"/>
                    <a:pt x="3696" y="2733"/>
                  </a:cubicBezTo>
                  <a:lnTo>
                    <a:pt x="2873" y="1910"/>
                  </a:lnTo>
                  <a:lnTo>
                    <a:pt x="3696" y="1087"/>
                  </a:lnTo>
                  <a:cubicBezTo>
                    <a:pt x="3945" y="838"/>
                    <a:pt x="3943" y="436"/>
                    <a:pt x="3696" y="187"/>
                  </a:cubicBezTo>
                  <a:cubicBezTo>
                    <a:pt x="3571" y="63"/>
                    <a:pt x="3408" y="1"/>
                    <a:pt x="3245" y="1"/>
                  </a:cubicBezTo>
                  <a:cubicBezTo>
                    <a:pt x="3082" y="1"/>
                    <a:pt x="2919" y="63"/>
                    <a:pt x="2795" y="187"/>
                  </a:cubicBezTo>
                  <a:lnTo>
                    <a:pt x="1972" y="1010"/>
                  </a:lnTo>
                  <a:lnTo>
                    <a:pt x="1149" y="187"/>
                  </a:lnTo>
                  <a:cubicBezTo>
                    <a:pt x="1024" y="63"/>
                    <a:pt x="861" y="1"/>
                    <a:pt x="6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6" name="Google Shape;19456;p90"/>
            <p:cNvSpPr/>
            <p:nvPr/>
          </p:nvSpPr>
          <p:spPr>
            <a:xfrm>
              <a:off x="3421947" y="4821368"/>
              <a:ext cx="84535" cy="61900"/>
            </a:xfrm>
            <a:custGeom>
              <a:rect b="b" l="l" r="r" t="t"/>
              <a:pathLst>
                <a:path extrusionOk="0" h="3821" w="5219">
                  <a:moveTo>
                    <a:pt x="4518" y="0"/>
                  </a:moveTo>
                  <a:cubicBezTo>
                    <a:pt x="4355" y="0"/>
                    <a:pt x="4192" y="63"/>
                    <a:pt x="4068" y="188"/>
                  </a:cubicBezTo>
                  <a:lnTo>
                    <a:pt x="1973" y="2283"/>
                  </a:lnTo>
                  <a:lnTo>
                    <a:pt x="1149" y="1460"/>
                  </a:lnTo>
                  <a:cubicBezTo>
                    <a:pt x="1024" y="1335"/>
                    <a:pt x="861" y="1273"/>
                    <a:pt x="699" y="1273"/>
                  </a:cubicBezTo>
                  <a:cubicBezTo>
                    <a:pt x="536" y="1273"/>
                    <a:pt x="373" y="1335"/>
                    <a:pt x="249" y="1460"/>
                  </a:cubicBezTo>
                  <a:cubicBezTo>
                    <a:pt x="0" y="1708"/>
                    <a:pt x="0" y="2112"/>
                    <a:pt x="249" y="2361"/>
                  </a:cubicBezTo>
                  <a:lnTo>
                    <a:pt x="1522" y="3634"/>
                  </a:lnTo>
                  <a:cubicBezTo>
                    <a:pt x="1646" y="3758"/>
                    <a:pt x="1809" y="3820"/>
                    <a:pt x="1972" y="3820"/>
                  </a:cubicBezTo>
                  <a:cubicBezTo>
                    <a:pt x="2135" y="3820"/>
                    <a:pt x="2298" y="3758"/>
                    <a:pt x="2423" y="3634"/>
                  </a:cubicBezTo>
                  <a:lnTo>
                    <a:pt x="4970" y="1086"/>
                  </a:lnTo>
                  <a:cubicBezTo>
                    <a:pt x="5219" y="838"/>
                    <a:pt x="5219" y="435"/>
                    <a:pt x="4970" y="187"/>
                  </a:cubicBezTo>
                  <a:lnTo>
                    <a:pt x="4969" y="188"/>
                  </a:lnTo>
                  <a:cubicBezTo>
                    <a:pt x="4844" y="63"/>
                    <a:pt x="4681" y="0"/>
                    <a:pt x="4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7" name="Google Shape;19457;p90"/>
            <p:cNvSpPr/>
            <p:nvPr/>
          </p:nvSpPr>
          <p:spPr>
            <a:xfrm>
              <a:off x="3526064" y="4738845"/>
              <a:ext cx="82510" cy="20639"/>
            </a:xfrm>
            <a:custGeom>
              <a:rect b="b" l="l" r="r" t="t"/>
              <a:pathLst>
                <a:path extrusionOk="0" h="1274" w="5094">
                  <a:moveTo>
                    <a:pt x="637" y="1"/>
                  </a:moveTo>
                  <a:cubicBezTo>
                    <a:pt x="285" y="1"/>
                    <a:pt x="0" y="285"/>
                    <a:pt x="0" y="637"/>
                  </a:cubicBezTo>
                  <a:cubicBezTo>
                    <a:pt x="0" y="989"/>
                    <a:pt x="285" y="1274"/>
                    <a:pt x="637" y="1274"/>
                  </a:cubicBezTo>
                  <a:lnTo>
                    <a:pt x="4457" y="1274"/>
                  </a:lnTo>
                  <a:cubicBezTo>
                    <a:pt x="4808" y="1274"/>
                    <a:pt x="5094" y="989"/>
                    <a:pt x="5094" y="637"/>
                  </a:cubicBezTo>
                  <a:cubicBezTo>
                    <a:pt x="5094" y="285"/>
                    <a:pt x="4808" y="1"/>
                    <a:pt x="44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8" name="Google Shape;19458;p90"/>
            <p:cNvSpPr/>
            <p:nvPr/>
          </p:nvSpPr>
          <p:spPr>
            <a:xfrm>
              <a:off x="3526064" y="4841974"/>
              <a:ext cx="82510" cy="20639"/>
            </a:xfrm>
            <a:custGeom>
              <a:rect b="b" l="l" r="r" t="t"/>
              <a:pathLst>
                <a:path extrusionOk="0" h="1274" w="5094">
                  <a:moveTo>
                    <a:pt x="637" y="1"/>
                  </a:moveTo>
                  <a:cubicBezTo>
                    <a:pt x="285" y="1"/>
                    <a:pt x="0" y="285"/>
                    <a:pt x="0" y="637"/>
                  </a:cubicBezTo>
                  <a:cubicBezTo>
                    <a:pt x="0" y="989"/>
                    <a:pt x="285" y="1274"/>
                    <a:pt x="637" y="1274"/>
                  </a:cubicBezTo>
                  <a:lnTo>
                    <a:pt x="4457" y="1274"/>
                  </a:lnTo>
                  <a:cubicBezTo>
                    <a:pt x="4808" y="1274"/>
                    <a:pt x="5094" y="989"/>
                    <a:pt x="5094" y="637"/>
                  </a:cubicBezTo>
                  <a:cubicBezTo>
                    <a:pt x="5094" y="285"/>
                    <a:pt x="4808" y="1"/>
                    <a:pt x="44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459" name="Google Shape;19459;p90"/>
          <p:cNvSpPr/>
          <p:nvPr/>
        </p:nvSpPr>
        <p:spPr>
          <a:xfrm>
            <a:off x="4767762" y="3956052"/>
            <a:ext cx="361246" cy="345469"/>
          </a:xfrm>
          <a:custGeom>
            <a:rect b="b" l="l" r="r" t="t"/>
            <a:pathLst>
              <a:path extrusionOk="0" h="21731" w="22727">
                <a:moveTo>
                  <a:pt x="17109" y="3846"/>
                </a:moveTo>
                <a:cubicBezTo>
                  <a:pt x="17435" y="3846"/>
                  <a:pt x="17761" y="3971"/>
                  <a:pt x="18009" y="4219"/>
                </a:cubicBezTo>
                <a:cubicBezTo>
                  <a:pt x="18496" y="4706"/>
                  <a:pt x="18508" y="5493"/>
                  <a:pt x="18035" y="5993"/>
                </a:cubicBezTo>
                <a:lnTo>
                  <a:pt x="14406" y="9623"/>
                </a:lnTo>
                <a:cubicBezTo>
                  <a:pt x="13966" y="8882"/>
                  <a:pt x="13346" y="8263"/>
                  <a:pt x="12605" y="7822"/>
                </a:cubicBezTo>
                <a:lnTo>
                  <a:pt x="16235" y="4194"/>
                </a:lnTo>
                <a:cubicBezTo>
                  <a:pt x="16480" y="3962"/>
                  <a:pt x="16795" y="3846"/>
                  <a:pt x="17109" y="3846"/>
                </a:cubicBezTo>
                <a:close/>
                <a:moveTo>
                  <a:pt x="17135" y="1273"/>
                </a:moveTo>
                <a:cubicBezTo>
                  <a:pt x="18112" y="1273"/>
                  <a:pt x="19089" y="1646"/>
                  <a:pt x="19836" y="2393"/>
                </a:cubicBezTo>
                <a:cubicBezTo>
                  <a:pt x="21328" y="3886"/>
                  <a:pt x="21328" y="6300"/>
                  <a:pt x="19836" y="7793"/>
                </a:cubicBezTo>
                <a:lnTo>
                  <a:pt x="19836" y="7794"/>
                </a:lnTo>
                <a:lnTo>
                  <a:pt x="15420" y="12210"/>
                </a:lnTo>
                <a:cubicBezTo>
                  <a:pt x="14676" y="12954"/>
                  <a:pt x="13697" y="13327"/>
                  <a:pt x="12719" y="13327"/>
                </a:cubicBezTo>
                <a:cubicBezTo>
                  <a:pt x="11741" y="13327"/>
                  <a:pt x="10763" y="12954"/>
                  <a:pt x="10018" y="12210"/>
                </a:cubicBezTo>
                <a:cubicBezTo>
                  <a:pt x="9715" y="11908"/>
                  <a:pt x="9465" y="11558"/>
                  <a:pt x="9280" y="11174"/>
                </a:cubicBezTo>
                <a:cubicBezTo>
                  <a:pt x="9502" y="11015"/>
                  <a:pt x="9761" y="10937"/>
                  <a:pt x="10018" y="10937"/>
                </a:cubicBezTo>
                <a:cubicBezTo>
                  <a:pt x="10346" y="10937"/>
                  <a:pt x="10672" y="11064"/>
                  <a:pt x="10918" y="11310"/>
                </a:cubicBezTo>
                <a:cubicBezTo>
                  <a:pt x="11414" y="11806"/>
                  <a:pt x="12066" y="12055"/>
                  <a:pt x="12719" y="12055"/>
                </a:cubicBezTo>
                <a:cubicBezTo>
                  <a:pt x="13371" y="12055"/>
                  <a:pt x="14023" y="11806"/>
                  <a:pt x="14520" y="11310"/>
                </a:cubicBezTo>
                <a:lnTo>
                  <a:pt x="18936" y="6893"/>
                </a:lnTo>
                <a:cubicBezTo>
                  <a:pt x="19920" y="5897"/>
                  <a:pt x="19915" y="4293"/>
                  <a:pt x="18925" y="3303"/>
                </a:cubicBezTo>
                <a:cubicBezTo>
                  <a:pt x="18428" y="2806"/>
                  <a:pt x="17777" y="2558"/>
                  <a:pt x="17125" y="2558"/>
                </a:cubicBezTo>
                <a:cubicBezTo>
                  <a:pt x="16478" y="2558"/>
                  <a:pt x="15831" y="2802"/>
                  <a:pt x="15335" y="3293"/>
                </a:cubicBezTo>
                <a:lnTo>
                  <a:pt x="11338" y="7289"/>
                </a:lnTo>
                <a:cubicBezTo>
                  <a:pt x="10905" y="7175"/>
                  <a:pt x="10460" y="7117"/>
                  <a:pt x="10013" y="7117"/>
                </a:cubicBezTo>
                <a:cubicBezTo>
                  <a:pt x="9920" y="7117"/>
                  <a:pt x="9827" y="7120"/>
                  <a:pt x="9734" y="7125"/>
                </a:cubicBezTo>
                <a:cubicBezTo>
                  <a:pt x="9823" y="7015"/>
                  <a:pt x="9918" y="6909"/>
                  <a:pt x="10018" y="6809"/>
                </a:cubicBezTo>
                <a:lnTo>
                  <a:pt x="14434" y="2393"/>
                </a:lnTo>
                <a:cubicBezTo>
                  <a:pt x="15181" y="1646"/>
                  <a:pt x="16158" y="1273"/>
                  <a:pt x="17135" y="1273"/>
                </a:cubicBezTo>
                <a:close/>
                <a:moveTo>
                  <a:pt x="8330" y="12098"/>
                </a:moveTo>
                <a:cubicBezTo>
                  <a:pt x="8548" y="12467"/>
                  <a:pt x="8813" y="12808"/>
                  <a:pt x="9117" y="13111"/>
                </a:cubicBezTo>
                <a:cubicBezTo>
                  <a:pt x="9422" y="13414"/>
                  <a:pt x="9762" y="13679"/>
                  <a:pt x="10131" y="13899"/>
                </a:cubicBezTo>
                <a:lnTo>
                  <a:pt x="6492" y="17537"/>
                </a:lnTo>
                <a:cubicBezTo>
                  <a:pt x="6246" y="17769"/>
                  <a:pt x="5932" y="17885"/>
                  <a:pt x="5618" y="17885"/>
                </a:cubicBezTo>
                <a:cubicBezTo>
                  <a:pt x="5291" y="17885"/>
                  <a:pt x="4966" y="17760"/>
                  <a:pt x="4717" y="17511"/>
                </a:cubicBezTo>
                <a:cubicBezTo>
                  <a:pt x="4229" y="17024"/>
                  <a:pt x="4219" y="16238"/>
                  <a:pt x="4691" y="15737"/>
                </a:cubicBezTo>
                <a:lnTo>
                  <a:pt x="8330" y="12098"/>
                </a:lnTo>
                <a:close/>
                <a:moveTo>
                  <a:pt x="10018" y="8394"/>
                </a:moveTo>
                <a:cubicBezTo>
                  <a:pt x="10996" y="8394"/>
                  <a:pt x="11973" y="8766"/>
                  <a:pt x="12718" y="9511"/>
                </a:cubicBezTo>
                <a:cubicBezTo>
                  <a:pt x="13021" y="9812"/>
                  <a:pt x="13271" y="10162"/>
                  <a:pt x="13457" y="10547"/>
                </a:cubicBezTo>
                <a:cubicBezTo>
                  <a:pt x="13235" y="10705"/>
                  <a:pt x="12976" y="10783"/>
                  <a:pt x="12719" y="10783"/>
                </a:cubicBezTo>
                <a:cubicBezTo>
                  <a:pt x="12391" y="10783"/>
                  <a:pt x="12065" y="10657"/>
                  <a:pt x="11818" y="10410"/>
                </a:cubicBezTo>
                <a:cubicBezTo>
                  <a:pt x="11322" y="9914"/>
                  <a:pt x="10670" y="9666"/>
                  <a:pt x="10018" y="9666"/>
                </a:cubicBezTo>
                <a:cubicBezTo>
                  <a:pt x="9366" y="9666"/>
                  <a:pt x="8714" y="9914"/>
                  <a:pt x="8217" y="10410"/>
                </a:cubicBezTo>
                <a:lnTo>
                  <a:pt x="3791" y="14837"/>
                </a:lnTo>
                <a:cubicBezTo>
                  <a:pt x="2797" y="15831"/>
                  <a:pt x="2797" y="17442"/>
                  <a:pt x="3791" y="18437"/>
                </a:cubicBezTo>
                <a:cubicBezTo>
                  <a:pt x="4289" y="18934"/>
                  <a:pt x="4940" y="19183"/>
                  <a:pt x="5592" y="19183"/>
                </a:cubicBezTo>
                <a:cubicBezTo>
                  <a:pt x="6243" y="19183"/>
                  <a:pt x="6895" y="18934"/>
                  <a:pt x="7392" y="18437"/>
                </a:cubicBezTo>
                <a:lnTo>
                  <a:pt x="11399" y="14431"/>
                </a:lnTo>
                <a:cubicBezTo>
                  <a:pt x="11828" y="14545"/>
                  <a:pt x="12272" y="14603"/>
                  <a:pt x="12716" y="14603"/>
                </a:cubicBezTo>
                <a:cubicBezTo>
                  <a:pt x="12812" y="14603"/>
                  <a:pt x="12908" y="14600"/>
                  <a:pt x="13004" y="14595"/>
                </a:cubicBezTo>
                <a:lnTo>
                  <a:pt x="13004" y="14595"/>
                </a:lnTo>
                <a:cubicBezTo>
                  <a:pt x="12915" y="14706"/>
                  <a:pt x="12820" y="14812"/>
                  <a:pt x="12719" y="14912"/>
                </a:cubicBezTo>
                <a:lnTo>
                  <a:pt x="12718" y="14912"/>
                </a:lnTo>
                <a:lnTo>
                  <a:pt x="8293" y="19337"/>
                </a:lnTo>
                <a:cubicBezTo>
                  <a:pt x="7546" y="20084"/>
                  <a:pt x="6569" y="20457"/>
                  <a:pt x="5591" y="20457"/>
                </a:cubicBezTo>
                <a:cubicBezTo>
                  <a:pt x="4614" y="20457"/>
                  <a:pt x="3637" y="20084"/>
                  <a:pt x="2891" y="19337"/>
                </a:cubicBezTo>
                <a:cubicBezTo>
                  <a:pt x="1399" y="17844"/>
                  <a:pt x="1399" y="15430"/>
                  <a:pt x="2891" y="13936"/>
                </a:cubicBezTo>
                <a:lnTo>
                  <a:pt x="7318" y="9511"/>
                </a:lnTo>
                <a:cubicBezTo>
                  <a:pt x="8062" y="8766"/>
                  <a:pt x="9040" y="8394"/>
                  <a:pt x="10018" y="8394"/>
                </a:cubicBezTo>
                <a:close/>
                <a:moveTo>
                  <a:pt x="17135" y="0"/>
                </a:moveTo>
                <a:cubicBezTo>
                  <a:pt x="15832" y="0"/>
                  <a:pt x="14529" y="498"/>
                  <a:pt x="13534" y="1493"/>
                </a:cubicBezTo>
                <a:lnTo>
                  <a:pt x="9117" y="5909"/>
                </a:lnTo>
                <a:cubicBezTo>
                  <a:pt x="8654" y="6371"/>
                  <a:pt x="8285" y="6917"/>
                  <a:pt x="8031" y="7520"/>
                </a:cubicBezTo>
                <a:cubicBezTo>
                  <a:pt x="7427" y="7776"/>
                  <a:pt x="6880" y="8146"/>
                  <a:pt x="6418" y="8610"/>
                </a:cubicBezTo>
                <a:lnTo>
                  <a:pt x="1992" y="13036"/>
                </a:lnTo>
                <a:cubicBezTo>
                  <a:pt x="1" y="15026"/>
                  <a:pt x="0" y="18248"/>
                  <a:pt x="1992" y="20238"/>
                </a:cubicBezTo>
                <a:cubicBezTo>
                  <a:pt x="2987" y="21233"/>
                  <a:pt x="4289" y="21731"/>
                  <a:pt x="5592" y="21731"/>
                </a:cubicBezTo>
                <a:cubicBezTo>
                  <a:pt x="6895" y="21731"/>
                  <a:pt x="8198" y="21233"/>
                  <a:pt x="9193" y="20238"/>
                </a:cubicBezTo>
                <a:lnTo>
                  <a:pt x="13619" y="15812"/>
                </a:lnTo>
                <a:cubicBezTo>
                  <a:pt x="14082" y="15350"/>
                  <a:pt x="14451" y="14804"/>
                  <a:pt x="14707" y="14202"/>
                </a:cubicBezTo>
                <a:cubicBezTo>
                  <a:pt x="15310" y="13945"/>
                  <a:pt x="15858" y="13574"/>
                  <a:pt x="16320" y="13111"/>
                </a:cubicBezTo>
                <a:lnTo>
                  <a:pt x="20737" y="8696"/>
                </a:lnTo>
                <a:cubicBezTo>
                  <a:pt x="22727" y="6705"/>
                  <a:pt x="22727" y="3483"/>
                  <a:pt x="20737" y="1493"/>
                </a:cubicBezTo>
                <a:cubicBezTo>
                  <a:pt x="19741" y="498"/>
                  <a:pt x="18438" y="0"/>
                  <a:pt x="171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460" name="Google Shape;19460;p90"/>
          <p:cNvGrpSpPr/>
          <p:nvPr/>
        </p:nvGrpSpPr>
        <p:grpSpPr>
          <a:xfrm>
            <a:off x="5563592" y="3956032"/>
            <a:ext cx="263162" cy="345510"/>
            <a:chOff x="596212" y="2293584"/>
            <a:chExt cx="268150" cy="352058"/>
          </a:xfrm>
        </p:grpSpPr>
        <p:sp>
          <p:nvSpPr>
            <p:cNvPr id="19461" name="Google Shape;19461;p90"/>
            <p:cNvSpPr/>
            <p:nvPr/>
          </p:nvSpPr>
          <p:spPr>
            <a:xfrm>
              <a:off x="596212" y="2293584"/>
              <a:ext cx="268150" cy="352058"/>
            </a:xfrm>
            <a:custGeom>
              <a:rect b="b" l="l" r="r" t="t"/>
              <a:pathLst>
                <a:path extrusionOk="0" h="21732" w="16555">
                  <a:moveTo>
                    <a:pt x="5094" y="16638"/>
                  </a:moveTo>
                  <a:lnTo>
                    <a:pt x="5094" y="19557"/>
                  </a:lnTo>
                  <a:lnTo>
                    <a:pt x="2174" y="16638"/>
                  </a:lnTo>
                  <a:close/>
                  <a:moveTo>
                    <a:pt x="15280" y="1274"/>
                  </a:moveTo>
                  <a:lnTo>
                    <a:pt x="15280" y="20458"/>
                  </a:lnTo>
                  <a:lnTo>
                    <a:pt x="6366" y="20458"/>
                  </a:lnTo>
                  <a:lnTo>
                    <a:pt x="6366" y="16002"/>
                  </a:lnTo>
                  <a:cubicBezTo>
                    <a:pt x="6366" y="15650"/>
                    <a:pt x="6082" y="15364"/>
                    <a:pt x="5730" y="15364"/>
                  </a:cubicBezTo>
                  <a:lnTo>
                    <a:pt x="1273" y="15364"/>
                  </a:lnTo>
                  <a:lnTo>
                    <a:pt x="1273" y="1274"/>
                  </a:lnTo>
                  <a:close/>
                  <a:moveTo>
                    <a:pt x="637" y="1"/>
                  </a:moveTo>
                  <a:cubicBezTo>
                    <a:pt x="285" y="1"/>
                    <a:pt x="0" y="285"/>
                    <a:pt x="0" y="637"/>
                  </a:cubicBezTo>
                  <a:lnTo>
                    <a:pt x="0" y="16002"/>
                  </a:lnTo>
                  <a:cubicBezTo>
                    <a:pt x="0" y="16170"/>
                    <a:pt x="68" y="16331"/>
                    <a:pt x="187" y="16452"/>
                  </a:cubicBezTo>
                  <a:lnTo>
                    <a:pt x="5280" y="21545"/>
                  </a:lnTo>
                  <a:cubicBezTo>
                    <a:pt x="5399" y="21664"/>
                    <a:pt x="5561" y="21731"/>
                    <a:pt x="5730" y="21731"/>
                  </a:cubicBezTo>
                  <a:lnTo>
                    <a:pt x="15918" y="21731"/>
                  </a:lnTo>
                  <a:cubicBezTo>
                    <a:pt x="16268" y="21731"/>
                    <a:pt x="16554" y="21447"/>
                    <a:pt x="16554" y="21095"/>
                  </a:cubicBezTo>
                  <a:lnTo>
                    <a:pt x="16554" y="637"/>
                  </a:lnTo>
                  <a:cubicBezTo>
                    <a:pt x="16554" y="285"/>
                    <a:pt x="16268" y="1"/>
                    <a:pt x="15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2" name="Google Shape;19462;p90"/>
            <p:cNvSpPr/>
            <p:nvPr/>
          </p:nvSpPr>
          <p:spPr>
            <a:xfrm>
              <a:off x="637451" y="2355452"/>
              <a:ext cx="185640" cy="145784"/>
            </a:xfrm>
            <a:custGeom>
              <a:rect b="b" l="l" r="r" t="t"/>
              <a:pathLst>
                <a:path extrusionOk="0" h="8999" w="11461">
                  <a:moveTo>
                    <a:pt x="8914" y="3490"/>
                  </a:moveTo>
                  <a:lnTo>
                    <a:pt x="10188" y="4763"/>
                  </a:lnTo>
                  <a:lnTo>
                    <a:pt x="10188" y="7726"/>
                  </a:lnTo>
                  <a:lnTo>
                    <a:pt x="1275" y="7726"/>
                  </a:lnTo>
                  <a:lnTo>
                    <a:pt x="1275" y="7310"/>
                  </a:lnTo>
                  <a:lnTo>
                    <a:pt x="3184" y="5400"/>
                  </a:lnTo>
                  <a:lnTo>
                    <a:pt x="4644" y="6859"/>
                  </a:lnTo>
                  <a:cubicBezTo>
                    <a:pt x="4768" y="6984"/>
                    <a:pt x="4931" y="7046"/>
                    <a:pt x="5094" y="7046"/>
                  </a:cubicBezTo>
                  <a:cubicBezTo>
                    <a:pt x="5257" y="7046"/>
                    <a:pt x="5420" y="6984"/>
                    <a:pt x="5545" y="6859"/>
                  </a:cubicBezTo>
                  <a:lnTo>
                    <a:pt x="8914" y="3490"/>
                  </a:lnTo>
                  <a:close/>
                  <a:moveTo>
                    <a:pt x="638" y="1"/>
                  </a:moveTo>
                  <a:cubicBezTo>
                    <a:pt x="286" y="1"/>
                    <a:pt x="0" y="287"/>
                    <a:pt x="0" y="637"/>
                  </a:cubicBezTo>
                  <a:lnTo>
                    <a:pt x="0" y="8362"/>
                  </a:lnTo>
                  <a:cubicBezTo>
                    <a:pt x="0" y="8714"/>
                    <a:pt x="286" y="8999"/>
                    <a:pt x="637" y="8999"/>
                  </a:cubicBezTo>
                  <a:lnTo>
                    <a:pt x="10824" y="8999"/>
                  </a:lnTo>
                  <a:cubicBezTo>
                    <a:pt x="11175" y="8999"/>
                    <a:pt x="11461" y="8714"/>
                    <a:pt x="11461" y="8362"/>
                  </a:cubicBezTo>
                  <a:lnTo>
                    <a:pt x="11461" y="4500"/>
                  </a:lnTo>
                  <a:cubicBezTo>
                    <a:pt x="11461" y="4332"/>
                    <a:pt x="11393" y="4169"/>
                    <a:pt x="11274" y="4050"/>
                  </a:cubicBezTo>
                  <a:lnTo>
                    <a:pt x="9364" y="2140"/>
                  </a:lnTo>
                  <a:cubicBezTo>
                    <a:pt x="9239" y="2016"/>
                    <a:pt x="9076" y="1954"/>
                    <a:pt x="8914" y="1954"/>
                  </a:cubicBezTo>
                  <a:cubicBezTo>
                    <a:pt x="8751" y="1954"/>
                    <a:pt x="8588" y="2016"/>
                    <a:pt x="8464" y="2140"/>
                  </a:cubicBezTo>
                  <a:lnTo>
                    <a:pt x="5093" y="5509"/>
                  </a:lnTo>
                  <a:lnTo>
                    <a:pt x="3634" y="4050"/>
                  </a:lnTo>
                  <a:cubicBezTo>
                    <a:pt x="3510" y="3926"/>
                    <a:pt x="3347" y="3863"/>
                    <a:pt x="3184" y="3863"/>
                  </a:cubicBezTo>
                  <a:cubicBezTo>
                    <a:pt x="3021" y="3863"/>
                    <a:pt x="2858" y="3926"/>
                    <a:pt x="2734" y="4050"/>
                  </a:cubicBezTo>
                  <a:lnTo>
                    <a:pt x="1275" y="5509"/>
                  </a:lnTo>
                  <a:lnTo>
                    <a:pt x="1275" y="637"/>
                  </a:lnTo>
                  <a:cubicBezTo>
                    <a:pt x="1275" y="287"/>
                    <a:pt x="989" y="1"/>
                    <a:pt x="6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3" name="Google Shape;19463;p90"/>
            <p:cNvSpPr/>
            <p:nvPr/>
          </p:nvSpPr>
          <p:spPr>
            <a:xfrm>
              <a:off x="719945" y="2521842"/>
              <a:ext cx="82510" cy="20671"/>
            </a:xfrm>
            <a:custGeom>
              <a:rect b="b" l="l" r="r" t="t"/>
              <a:pathLst>
                <a:path extrusionOk="0" h="1276" w="5094">
                  <a:moveTo>
                    <a:pt x="638" y="1"/>
                  </a:moveTo>
                  <a:cubicBezTo>
                    <a:pt x="286" y="1"/>
                    <a:pt x="0" y="287"/>
                    <a:pt x="0" y="639"/>
                  </a:cubicBezTo>
                  <a:cubicBezTo>
                    <a:pt x="0" y="989"/>
                    <a:pt x="286" y="1275"/>
                    <a:pt x="638" y="1275"/>
                  </a:cubicBezTo>
                  <a:lnTo>
                    <a:pt x="4457" y="1275"/>
                  </a:lnTo>
                  <a:cubicBezTo>
                    <a:pt x="4809" y="1275"/>
                    <a:pt x="5094" y="989"/>
                    <a:pt x="5094" y="639"/>
                  </a:cubicBezTo>
                  <a:cubicBezTo>
                    <a:pt x="5094" y="287"/>
                    <a:pt x="4809" y="1"/>
                    <a:pt x="44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4" name="Google Shape;19464;p90"/>
            <p:cNvSpPr/>
            <p:nvPr/>
          </p:nvSpPr>
          <p:spPr>
            <a:xfrm>
              <a:off x="719945" y="2563120"/>
              <a:ext cx="82510" cy="20639"/>
            </a:xfrm>
            <a:custGeom>
              <a:rect b="b" l="l" r="r" t="t"/>
              <a:pathLst>
                <a:path extrusionOk="0" h="1274" w="5094">
                  <a:moveTo>
                    <a:pt x="638" y="0"/>
                  </a:moveTo>
                  <a:cubicBezTo>
                    <a:pt x="286" y="0"/>
                    <a:pt x="0" y="285"/>
                    <a:pt x="0" y="637"/>
                  </a:cubicBezTo>
                  <a:cubicBezTo>
                    <a:pt x="0" y="989"/>
                    <a:pt x="286" y="1273"/>
                    <a:pt x="638" y="1273"/>
                  </a:cubicBezTo>
                  <a:lnTo>
                    <a:pt x="4457" y="1273"/>
                  </a:lnTo>
                  <a:cubicBezTo>
                    <a:pt x="4809" y="1273"/>
                    <a:pt x="5094" y="989"/>
                    <a:pt x="5094" y="637"/>
                  </a:cubicBezTo>
                  <a:cubicBezTo>
                    <a:pt x="5094" y="285"/>
                    <a:pt x="4809" y="0"/>
                    <a:pt x="4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5" name="Google Shape;19465;p90"/>
            <p:cNvSpPr/>
            <p:nvPr/>
          </p:nvSpPr>
          <p:spPr>
            <a:xfrm>
              <a:off x="719945" y="2334830"/>
              <a:ext cx="82510" cy="20639"/>
            </a:xfrm>
            <a:custGeom>
              <a:rect b="b" l="l" r="r" t="t"/>
              <a:pathLst>
                <a:path extrusionOk="0" h="1274" w="5094">
                  <a:moveTo>
                    <a:pt x="638" y="1"/>
                  </a:moveTo>
                  <a:cubicBezTo>
                    <a:pt x="286" y="1"/>
                    <a:pt x="0" y="285"/>
                    <a:pt x="0" y="637"/>
                  </a:cubicBezTo>
                  <a:cubicBezTo>
                    <a:pt x="0" y="989"/>
                    <a:pt x="286" y="1274"/>
                    <a:pt x="638" y="1274"/>
                  </a:cubicBezTo>
                  <a:lnTo>
                    <a:pt x="4457" y="1274"/>
                  </a:lnTo>
                  <a:cubicBezTo>
                    <a:pt x="4809" y="1274"/>
                    <a:pt x="5094" y="989"/>
                    <a:pt x="5094" y="637"/>
                  </a:cubicBezTo>
                  <a:cubicBezTo>
                    <a:pt x="5094" y="285"/>
                    <a:pt x="4809" y="1"/>
                    <a:pt x="44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66" name="Google Shape;19466;p90"/>
          <p:cNvGrpSpPr/>
          <p:nvPr/>
        </p:nvGrpSpPr>
        <p:grpSpPr>
          <a:xfrm>
            <a:off x="6272177" y="3997193"/>
            <a:ext cx="345457" cy="263187"/>
            <a:chOff x="986637" y="2327297"/>
            <a:chExt cx="352004" cy="268175"/>
          </a:xfrm>
        </p:grpSpPr>
        <p:sp>
          <p:nvSpPr>
            <p:cNvPr id="19467" name="Google Shape;19467;p90"/>
            <p:cNvSpPr/>
            <p:nvPr/>
          </p:nvSpPr>
          <p:spPr>
            <a:xfrm>
              <a:off x="1069130" y="2471671"/>
              <a:ext cx="125142" cy="61900"/>
            </a:xfrm>
            <a:custGeom>
              <a:rect b="b" l="l" r="r" t="t"/>
              <a:pathLst>
                <a:path extrusionOk="0" h="3821" w="7726">
                  <a:moveTo>
                    <a:pt x="6452" y="1273"/>
                  </a:moveTo>
                  <a:lnTo>
                    <a:pt x="6452" y="2547"/>
                  </a:lnTo>
                  <a:lnTo>
                    <a:pt x="1275" y="2547"/>
                  </a:lnTo>
                  <a:lnTo>
                    <a:pt x="1275" y="1273"/>
                  </a:lnTo>
                  <a:close/>
                  <a:moveTo>
                    <a:pt x="639" y="0"/>
                  </a:moveTo>
                  <a:cubicBezTo>
                    <a:pt x="287" y="0"/>
                    <a:pt x="1" y="285"/>
                    <a:pt x="1" y="637"/>
                  </a:cubicBezTo>
                  <a:lnTo>
                    <a:pt x="1" y="3184"/>
                  </a:lnTo>
                  <a:cubicBezTo>
                    <a:pt x="1" y="3536"/>
                    <a:pt x="287" y="3820"/>
                    <a:pt x="639" y="3820"/>
                  </a:cubicBezTo>
                  <a:lnTo>
                    <a:pt x="7089" y="3820"/>
                  </a:lnTo>
                  <a:cubicBezTo>
                    <a:pt x="7440" y="3820"/>
                    <a:pt x="7726" y="3536"/>
                    <a:pt x="7726" y="3184"/>
                  </a:cubicBezTo>
                  <a:lnTo>
                    <a:pt x="7726" y="637"/>
                  </a:lnTo>
                  <a:cubicBezTo>
                    <a:pt x="7726" y="285"/>
                    <a:pt x="7440" y="0"/>
                    <a:pt x="70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8" name="Google Shape;19468;p90"/>
            <p:cNvSpPr/>
            <p:nvPr/>
          </p:nvSpPr>
          <p:spPr>
            <a:xfrm>
              <a:off x="986637" y="2327297"/>
              <a:ext cx="352004" cy="268175"/>
            </a:xfrm>
            <a:custGeom>
              <a:rect b="b" l="l" r="r" t="t"/>
              <a:pathLst>
                <a:path extrusionOk="0" h="16554" w="21732">
                  <a:moveTo>
                    <a:pt x="19822" y="1274"/>
                  </a:moveTo>
                  <a:cubicBezTo>
                    <a:pt x="20080" y="1274"/>
                    <a:pt x="20311" y="1429"/>
                    <a:pt x="20409" y="1667"/>
                  </a:cubicBezTo>
                  <a:cubicBezTo>
                    <a:pt x="20508" y="1904"/>
                    <a:pt x="20454" y="2178"/>
                    <a:pt x="20272" y="2361"/>
                  </a:cubicBezTo>
                  <a:cubicBezTo>
                    <a:pt x="20150" y="2482"/>
                    <a:pt x="19987" y="2547"/>
                    <a:pt x="19822" y="2547"/>
                  </a:cubicBezTo>
                  <a:cubicBezTo>
                    <a:pt x="19740" y="2547"/>
                    <a:pt x="19657" y="2531"/>
                    <a:pt x="19578" y="2498"/>
                  </a:cubicBezTo>
                  <a:cubicBezTo>
                    <a:pt x="19340" y="2400"/>
                    <a:pt x="19185" y="2168"/>
                    <a:pt x="19185" y="1911"/>
                  </a:cubicBezTo>
                  <a:cubicBezTo>
                    <a:pt x="19185" y="1559"/>
                    <a:pt x="19470" y="1274"/>
                    <a:pt x="19822" y="1274"/>
                  </a:cubicBezTo>
                  <a:close/>
                  <a:moveTo>
                    <a:pt x="11546" y="2547"/>
                  </a:moveTo>
                  <a:lnTo>
                    <a:pt x="11546" y="5095"/>
                  </a:lnTo>
                  <a:lnTo>
                    <a:pt x="4374" y="5095"/>
                  </a:lnTo>
                  <a:lnTo>
                    <a:pt x="6072" y="2547"/>
                  </a:lnTo>
                  <a:close/>
                  <a:moveTo>
                    <a:pt x="16638" y="8913"/>
                  </a:moveTo>
                  <a:lnTo>
                    <a:pt x="16638" y="12734"/>
                  </a:lnTo>
                  <a:lnTo>
                    <a:pt x="15365" y="12734"/>
                  </a:lnTo>
                  <a:lnTo>
                    <a:pt x="15365" y="8913"/>
                  </a:lnTo>
                  <a:close/>
                  <a:moveTo>
                    <a:pt x="20458" y="6921"/>
                  </a:moveTo>
                  <a:lnTo>
                    <a:pt x="20458" y="14728"/>
                  </a:lnTo>
                  <a:lnTo>
                    <a:pt x="17912" y="13030"/>
                  </a:lnTo>
                  <a:lnTo>
                    <a:pt x="17912" y="8618"/>
                  </a:lnTo>
                  <a:lnTo>
                    <a:pt x="20458" y="6921"/>
                  </a:lnTo>
                  <a:close/>
                  <a:moveTo>
                    <a:pt x="1275" y="6366"/>
                  </a:moveTo>
                  <a:lnTo>
                    <a:pt x="14092" y="6368"/>
                  </a:lnTo>
                  <a:lnTo>
                    <a:pt x="14092" y="15280"/>
                  </a:lnTo>
                  <a:lnTo>
                    <a:pt x="1275" y="15280"/>
                  </a:lnTo>
                  <a:lnTo>
                    <a:pt x="1275" y="6366"/>
                  </a:lnTo>
                  <a:close/>
                  <a:moveTo>
                    <a:pt x="19821" y="0"/>
                  </a:moveTo>
                  <a:cubicBezTo>
                    <a:pt x="19024" y="0"/>
                    <a:pt x="18295" y="501"/>
                    <a:pt x="18021" y="1274"/>
                  </a:cubicBezTo>
                  <a:lnTo>
                    <a:pt x="16001" y="1274"/>
                  </a:lnTo>
                  <a:cubicBezTo>
                    <a:pt x="15833" y="1274"/>
                    <a:pt x="15671" y="1340"/>
                    <a:pt x="15551" y="1461"/>
                  </a:cubicBezTo>
                  <a:lnTo>
                    <a:pt x="12819" y="4193"/>
                  </a:lnTo>
                  <a:lnTo>
                    <a:pt x="12819" y="1911"/>
                  </a:lnTo>
                  <a:cubicBezTo>
                    <a:pt x="12819" y="1559"/>
                    <a:pt x="12533" y="1274"/>
                    <a:pt x="12182" y="1274"/>
                  </a:cubicBezTo>
                  <a:lnTo>
                    <a:pt x="5732" y="1274"/>
                  </a:lnTo>
                  <a:cubicBezTo>
                    <a:pt x="5519" y="1274"/>
                    <a:pt x="5320" y="1380"/>
                    <a:pt x="5202" y="1558"/>
                  </a:cubicBezTo>
                  <a:lnTo>
                    <a:pt x="2844" y="5093"/>
                  </a:lnTo>
                  <a:lnTo>
                    <a:pt x="638" y="5093"/>
                  </a:lnTo>
                  <a:cubicBezTo>
                    <a:pt x="286" y="5093"/>
                    <a:pt x="1" y="5378"/>
                    <a:pt x="2" y="5730"/>
                  </a:cubicBezTo>
                  <a:lnTo>
                    <a:pt x="2" y="15916"/>
                  </a:lnTo>
                  <a:cubicBezTo>
                    <a:pt x="1" y="16267"/>
                    <a:pt x="286" y="16553"/>
                    <a:pt x="638" y="16553"/>
                  </a:cubicBezTo>
                  <a:lnTo>
                    <a:pt x="14728" y="16553"/>
                  </a:lnTo>
                  <a:cubicBezTo>
                    <a:pt x="15080" y="16553"/>
                    <a:pt x="15365" y="16267"/>
                    <a:pt x="15365" y="15916"/>
                  </a:cubicBezTo>
                  <a:lnTo>
                    <a:pt x="15365" y="14005"/>
                  </a:lnTo>
                  <a:lnTo>
                    <a:pt x="17082" y="14005"/>
                  </a:lnTo>
                  <a:lnTo>
                    <a:pt x="20741" y="16445"/>
                  </a:lnTo>
                  <a:cubicBezTo>
                    <a:pt x="20853" y="16520"/>
                    <a:pt x="20974" y="16553"/>
                    <a:pt x="21093" y="16553"/>
                  </a:cubicBezTo>
                  <a:cubicBezTo>
                    <a:pt x="21424" y="16553"/>
                    <a:pt x="21731" y="16290"/>
                    <a:pt x="21731" y="15916"/>
                  </a:cubicBezTo>
                  <a:lnTo>
                    <a:pt x="21731" y="5730"/>
                  </a:lnTo>
                  <a:cubicBezTo>
                    <a:pt x="21731" y="5355"/>
                    <a:pt x="21424" y="5092"/>
                    <a:pt x="21093" y="5092"/>
                  </a:cubicBezTo>
                  <a:cubicBezTo>
                    <a:pt x="20974" y="5092"/>
                    <a:pt x="20853" y="5126"/>
                    <a:pt x="20741" y="5200"/>
                  </a:cubicBezTo>
                  <a:lnTo>
                    <a:pt x="17082" y="7640"/>
                  </a:lnTo>
                  <a:lnTo>
                    <a:pt x="15365" y="7640"/>
                  </a:lnTo>
                  <a:lnTo>
                    <a:pt x="15365" y="5730"/>
                  </a:lnTo>
                  <a:cubicBezTo>
                    <a:pt x="15365" y="5378"/>
                    <a:pt x="15080" y="5093"/>
                    <a:pt x="14728" y="5093"/>
                  </a:cubicBezTo>
                  <a:lnTo>
                    <a:pt x="13720" y="5093"/>
                  </a:lnTo>
                  <a:lnTo>
                    <a:pt x="16266" y="2546"/>
                  </a:lnTo>
                  <a:lnTo>
                    <a:pt x="18021" y="2547"/>
                  </a:lnTo>
                  <a:cubicBezTo>
                    <a:pt x="18295" y="3320"/>
                    <a:pt x="19024" y="3820"/>
                    <a:pt x="19820" y="3820"/>
                  </a:cubicBezTo>
                  <a:cubicBezTo>
                    <a:pt x="19927" y="3820"/>
                    <a:pt x="20036" y="3811"/>
                    <a:pt x="20144" y="3792"/>
                  </a:cubicBezTo>
                  <a:cubicBezTo>
                    <a:pt x="21062" y="3635"/>
                    <a:pt x="21731" y="2841"/>
                    <a:pt x="21731" y="1911"/>
                  </a:cubicBezTo>
                  <a:cubicBezTo>
                    <a:pt x="21731" y="981"/>
                    <a:pt x="21062" y="185"/>
                    <a:pt x="20144" y="28"/>
                  </a:cubicBezTo>
                  <a:cubicBezTo>
                    <a:pt x="20036" y="9"/>
                    <a:pt x="19928" y="0"/>
                    <a:pt x="198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9" name="Google Shape;19469;p90"/>
            <p:cNvSpPr/>
            <p:nvPr/>
          </p:nvSpPr>
          <p:spPr>
            <a:xfrm>
              <a:off x="1027082" y="2512932"/>
              <a:ext cx="21478" cy="20639"/>
            </a:xfrm>
            <a:custGeom>
              <a:rect b="b" l="l" r="r" t="t"/>
              <a:pathLst>
                <a:path extrusionOk="0" h="1274" w="1326">
                  <a:moveTo>
                    <a:pt x="687" y="0"/>
                  </a:moveTo>
                  <a:cubicBezTo>
                    <a:pt x="431" y="0"/>
                    <a:pt x="198" y="155"/>
                    <a:pt x="100" y="393"/>
                  </a:cubicBezTo>
                  <a:cubicBezTo>
                    <a:pt x="1" y="632"/>
                    <a:pt x="56" y="905"/>
                    <a:pt x="237" y="1087"/>
                  </a:cubicBezTo>
                  <a:cubicBezTo>
                    <a:pt x="359" y="1209"/>
                    <a:pt x="522" y="1273"/>
                    <a:pt x="687" y="1273"/>
                  </a:cubicBezTo>
                  <a:cubicBezTo>
                    <a:pt x="769" y="1273"/>
                    <a:pt x="852" y="1257"/>
                    <a:pt x="931" y="1224"/>
                  </a:cubicBezTo>
                  <a:cubicBezTo>
                    <a:pt x="1169" y="1126"/>
                    <a:pt x="1325" y="895"/>
                    <a:pt x="1325" y="637"/>
                  </a:cubicBezTo>
                  <a:cubicBezTo>
                    <a:pt x="1325" y="285"/>
                    <a:pt x="1039" y="0"/>
                    <a:pt x="6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0" name="Google Shape;19470;p90"/>
            <p:cNvSpPr/>
            <p:nvPr/>
          </p:nvSpPr>
          <p:spPr>
            <a:xfrm>
              <a:off x="1027082" y="2471687"/>
              <a:ext cx="21478" cy="20639"/>
            </a:xfrm>
            <a:custGeom>
              <a:rect b="b" l="l" r="r" t="t"/>
              <a:pathLst>
                <a:path extrusionOk="0" h="1274" w="1326">
                  <a:moveTo>
                    <a:pt x="690" y="0"/>
                  </a:moveTo>
                  <a:cubicBezTo>
                    <a:pt x="689" y="0"/>
                    <a:pt x="688" y="0"/>
                    <a:pt x="687" y="0"/>
                  </a:cubicBezTo>
                  <a:cubicBezTo>
                    <a:pt x="431" y="0"/>
                    <a:pt x="198" y="155"/>
                    <a:pt x="100" y="393"/>
                  </a:cubicBezTo>
                  <a:cubicBezTo>
                    <a:pt x="1" y="630"/>
                    <a:pt x="56" y="904"/>
                    <a:pt x="237" y="1087"/>
                  </a:cubicBezTo>
                  <a:cubicBezTo>
                    <a:pt x="360" y="1208"/>
                    <a:pt x="523" y="1273"/>
                    <a:pt x="688" y="1273"/>
                  </a:cubicBezTo>
                  <a:cubicBezTo>
                    <a:pt x="770" y="1273"/>
                    <a:pt x="853" y="1257"/>
                    <a:pt x="931" y="1224"/>
                  </a:cubicBezTo>
                  <a:cubicBezTo>
                    <a:pt x="1169" y="1127"/>
                    <a:pt x="1325" y="894"/>
                    <a:pt x="1325" y="637"/>
                  </a:cubicBezTo>
                  <a:cubicBezTo>
                    <a:pt x="1325" y="286"/>
                    <a:pt x="1041" y="0"/>
                    <a:pt x="6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71" name="Google Shape;19471;p90"/>
          <p:cNvGrpSpPr/>
          <p:nvPr/>
        </p:nvGrpSpPr>
        <p:grpSpPr>
          <a:xfrm>
            <a:off x="7045915" y="3956040"/>
            <a:ext cx="323854" cy="345494"/>
            <a:chOff x="1436036" y="2276704"/>
            <a:chExt cx="329992" cy="352042"/>
          </a:xfrm>
        </p:grpSpPr>
        <p:sp>
          <p:nvSpPr>
            <p:cNvPr id="19472" name="Google Shape;19472;p90"/>
            <p:cNvSpPr/>
            <p:nvPr/>
          </p:nvSpPr>
          <p:spPr>
            <a:xfrm>
              <a:off x="1436036" y="2276704"/>
              <a:ext cx="329992" cy="352042"/>
            </a:xfrm>
            <a:custGeom>
              <a:rect b="b" l="l" r="r" t="t"/>
              <a:pathLst>
                <a:path extrusionOk="0" h="21731" w="20373">
                  <a:moveTo>
                    <a:pt x="14007" y="1273"/>
                  </a:moveTo>
                  <a:lnTo>
                    <a:pt x="14007" y="3863"/>
                  </a:lnTo>
                  <a:lnTo>
                    <a:pt x="6366" y="3863"/>
                  </a:lnTo>
                  <a:lnTo>
                    <a:pt x="6366" y="1273"/>
                  </a:lnTo>
                  <a:close/>
                  <a:moveTo>
                    <a:pt x="16884" y="5136"/>
                  </a:moveTo>
                  <a:lnTo>
                    <a:pt x="18412" y="7046"/>
                  </a:lnTo>
                  <a:lnTo>
                    <a:pt x="1963" y="7046"/>
                  </a:lnTo>
                  <a:lnTo>
                    <a:pt x="3490" y="5136"/>
                  </a:lnTo>
                  <a:close/>
                  <a:moveTo>
                    <a:pt x="19100" y="8319"/>
                  </a:moveTo>
                  <a:lnTo>
                    <a:pt x="19100" y="10229"/>
                  </a:lnTo>
                  <a:cubicBezTo>
                    <a:pt x="19100" y="10933"/>
                    <a:pt x="18530" y="11503"/>
                    <a:pt x="17827" y="11503"/>
                  </a:cubicBezTo>
                  <a:cubicBezTo>
                    <a:pt x="17123" y="11503"/>
                    <a:pt x="16553" y="10933"/>
                    <a:pt x="16553" y="10229"/>
                  </a:cubicBezTo>
                  <a:cubicBezTo>
                    <a:pt x="16553" y="9877"/>
                    <a:pt x="16268" y="9592"/>
                    <a:pt x="15916" y="9592"/>
                  </a:cubicBezTo>
                  <a:cubicBezTo>
                    <a:pt x="15564" y="9592"/>
                    <a:pt x="15280" y="9877"/>
                    <a:pt x="15280" y="10229"/>
                  </a:cubicBezTo>
                  <a:cubicBezTo>
                    <a:pt x="15298" y="10945"/>
                    <a:pt x="14723" y="11535"/>
                    <a:pt x="14007" y="11535"/>
                  </a:cubicBezTo>
                  <a:cubicBezTo>
                    <a:pt x="13291" y="11535"/>
                    <a:pt x="12715" y="10945"/>
                    <a:pt x="12734" y="10229"/>
                  </a:cubicBezTo>
                  <a:cubicBezTo>
                    <a:pt x="12734" y="9877"/>
                    <a:pt x="12448" y="9592"/>
                    <a:pt x="12096" y="9592"/>
                  </a:cubicBezTo>
                  <a:cubicBezTo>
                    <a:pt x="11744" y="9592"/>
                    <a:pt x="11460" y="9877"/>
                    <a:pt x="11460" y="10229"/>
                  </a:cubicBezTo>
                  <a:cubicBezTo>
                    <a:pt x="11460" y="10933"/>
                    <a:pt x="10889" y="11503"/>
                    <a:pt x="10187" y="11503"/>
                  </a:cubicBezTo>
                  <a:cubicBezTo>
                    <a:pt x="9483" y="11503"/>
                    <a:pt x="8912" y="10933"/>
                    <a:pt x="8912" y="10229"/>
                  </a:cubicBezTo>
                  <a:cubicBezTo>
                    <a:pt x="8912" y="9877"/>
                    <a:pt x="8628" y="9592"/>
                    <a:pt x="8276" y="9592"/>
                  </a:cubicBezTo>
                  <a:cubicBezTo>
                    <a:pt x="7924" y="9592"/>
                    <a:pt x="7639" y="9877"/>
                    <a:pt x="7639" y="10229"/>
                  </a:cubicBezTo>
                  <a:cubicBezTo>
                    <a:pt x="7639" y="10933"/>
                    <a:pt x="7069" y="11503"/>
                    <a:pt x="6365" y="11503"/>
                  </a:cubicBezTo>
                  <a:cubicBezTo>
                    <a:pt x="5661" y="11503"/>
                    <a:pt x="5092" y="10933"/>
                    <a:pt x="5092" y="10229"/>
                  </a:cubicBezTo>
                  <a:cubicBezTo>
                    <a:pt x="5092" y="9877"/>
                    <a:pt x="4806" y="9592"/>
                    <a:pt x="4454" y="9592"/>
                  </a:cubicBezTo>
                  <a:cubicBezTo>
                    <a:pt x="4102" y="9592"/>
                    <a:pt x="3818" y="9877"/>
                    <a:pt x="3818" y="10229"/>
                  </a:cubicBezTo>
                  <a:cubicBezTo>
                    <a:pt x="3818" y="10933"/>
                    <a:pt x="3248" y="11503"/>
                    <a:pt x="2545" y="11503"/>
                  </a:cubicBezTo>
                  <a:cubicBezTo>
                    <a:pt x="1841" y="11503"/>
                    <a:pt x="1271" y="10933"/>
                    <a:pt x="1271" y="10229"/>
                  </a:cubicBezTo>
                  <a:lnTo>
                    <a:pt x="1271" y="8319"/>
                  </a:lnTo>
                  <a:close/>
                  <a:moveTo>
                    <a:pt x="15280" y="15322"/>
                  </a:moveTo>
                  <a:lnTo>
                    <a:pt x="15280" y="20458"/>
                  </a:lnTo>
                  <a:lnTo>
                    <a:pt x="12096" y="20458"/>
                  </a:lnTo>
                  <a:lnTo>
                    <a:pt x="12096" y="15322"/>
                  </a:lnTo>
                  <a:close/>
                  <a:moveTo>
                    <a:pt x="15916" y="11911"/>
                  </a:moveTo>
                  <a:cubicBezTo>
                    <a:pt x="16399" y="12460"/>
                    <a:pt x="17095" y="12775"/>
                    <a:pt x="17826" y="12775"/>
                  </a:cubicBezTo>
                  <a:lnTo>
                    <a:pt x="17827" y="20458"/>
                  </a:lnTo>
                  <a:lnTo>
                    <a:pt x="16553" y="20458"/>
                  </a:lnTo>
                  <a:lnTo>
                    <a:pt x="16553" y="14686"/>
                  </a:lnTo>
                  <a:cubicBezTo>
                    <a:pt x="16553" y="14334"/>
                    <a:pt x="16268" y="14048"/>
                    <a:pt x="15916" y="14048"/>
                  </a:cubicBezTo>
                  <a:lnTo>
                    <a:pt x="11460" y="14048"/>
                  </a:lnTo>
                  <a:cubicBezTo>
                    <a:pt x="11109" y="14048"/>
                    <a:pt x="10823" y="14334"/>
                    <a:pt x="10823" y="14686"/>
                  </a:cubicBezTo>
                  <a:lnTo>
                    <a:pt x="10823" y="20458"/>
                  </a:lnTo>
                  <a:lnTo>
                    <a:pt x="2548" y="20458"/>
                  </a:lnTo>
                  <a:lnTo>
                    <a:pt x="2548" y="12775"/>
                  </a:lnTo>
                  <a:cubicBezTo>
                    <a:pt x="2549" y="12775"/>
                    <a:pt x="2551" y="12775"/>
                    <a:pt x="2552" y="12775"/>
                  </a:cubicBezTo>
                  <a:cubicBezTo>
                    <a:pt x="3281" y="12775"/>
                    <a:pt x="3975" y="12460"/>
                    <a:pt x="4457" y="11912"/>
                  </a:cubicBezTo>
                  <a:cubicBezTo>
                    <a:pt x="4963" y="12488"/>
                    <a:pt x="5665" y="12775"/>
                    <a:pt x="6367" y="12775"/>
                  </a:cubicBezTo>
                  <a:cubicBezTo>
                    <a:pt x="7068" y="12775"/>
                    <a:pt x="7770" y="12488"/>
                    <a:pt x="8277" y="11912"/>
                  </a:cubicBezTo>
                  <a:cubicBezTo>
                    <a:pt x="8783" y="12488"/>
                    <a:pt x="9485" y="12775"/>
                    <a:pt x="10186" y="12775"/>
                  </a:cubicBezTo>
                  <a:cubicBezTo>
                    <a:pt x="10888" y="12775"/>
                    <a:pt x="11590" y="12487"/>
                    <a:pt x="12096" y="11911"/>
                  </a:cubicBezTo>
                  <a:cubicBezTo>
                    <a:pt x="12602" y="12487"/>
                    <a:pt x="13304" y="12775"/>
                    <a:pt x="14006" y="12775"/>
                  </a:cubicBezTo>
                  <a:cubicBezTo>
                    <a:pt x="14708" y="12775"/>
                    <a:pt x="15410" y="12487"/>
                    <a:pt x="15916" y="11911"/>
                  </a:cubicBezTo>
                  <a:close/>
                  <a:moveTo>
                    <a:pt x="5730" y="0"/>
                  </a:moveTo>
                  <a:cubicBezTo>
                    <a:pt x="5379" y="0"/>
                    <a:pt x="5093" y="286"/>
                    <a:pt x="5093" y="637"/>
                  </a:cubicBezTo>
                  <a:lnTo>
                    <a:pt x="5093" y="3863"/>
                  </a:lnTo>
                  <a:lnTo>
                    <a:pt x="3184" y="3863"/>
                  </a:lnTo>
                  <a:cubicBezTo>
                    <a:pt x="2991" y="3863"/>
                    <a:pt x="2807" y="3950"/>
                    <a:pt x="2686" y="4102"/>
                  </a:cubicBezTo>
                  <a:lnTo>
                    <a:pt x="141" y="7285"/>
                  </a:lnTo>
                  <a:cubicBezTo>
                    <a:pt x="51" y="7397"/>
                    <a:pt x="2" y="7537"/>
                    <a:pt x="0" y="7682"/>
                  </a:cubicBezTo>
                  <a:lnTo>
                    <a:pt x="0" y="10229"/>
                  </a:lnTo>
                  <a:cubicBezTo>
                    <a:pt x="2" y="11138"/>
                    <a:pt x="487" y="11978"/>
                    <a:pt x="1275" y="12433"/>
                  </a:cubicBezTo>
                  <a:lnTo>
                    <a:pt x="1275" y="21094"/>
                  </a:lnTo>
                  <a:cubicBezTo>
                    <a:pt x="1275" y="21446"/>
                    <a:pt x="1559" y="21731"/>
                    <a:pt x="1911" y="21731"/>
                  </a:cubicBezTo>
                  <a:lnTo>
                    <a:pt x="18464" y="21731"/>
                  </a:lnTo>
                  <a:cubicBezTo>
                    <a:pt x="18814" y="21731"/>
                    <a:pt x="19100" y="21446"/>
                    <a:pt x="19100" y="21094"/>
                  </a:cubicBezTo>
                  <a:lnTo>
                    <a:pt x="19100" y="12433"/>
                  </a:lnTo>
                  <a:cubicBezTo>
                    <a:pt x="19887" y="11978"/>
                    <a:pt x="20373" y="11138"/>
                    <a:pt x="20373" y="10229"/>
                  </a:cubicBezTo>
                  <a:lnTo>
                    <a:pt x="20373" y="7682"/>
                  </a:lnTo>
                  <a:cubicBezTo>
                    <a:pt x="20373" y="7537"/>
                    <a:pt x="20323" y="7397"/>
                    <a:pt x="20234" y="7285"/>
                  </a:cubicBezTo>
                  <a:lnTo>
                    <a:pt x="20233" y="7285"/>
                  </a:lnTo>
                  <a:lnTo>
                    <a:pt x="17687" y="4102"/>
                  </a:lnTo>
                  <a:cubicBezTo>
                    <a:pt x="17566" y="3950"/>
                    <a:pt x="17382" y="3863"/>
                    <a:pt x="17189" y="3863"/>
                  </a:cubicBezTo>
                  <a:lnTo>
                    <a:pt x="15280" y="3863"/>
                  </a:lnTo>
                  <a:lnTo>
                    <a:pt x="15280" y="637"/>
                  </a:lnTo>
                  <a:cubicBezTo>
                    <a:pt x="15280" y="286"/>
                    <a:pt x="14995" y="0"/>
                    <a:pt x="14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3" name="Google Shape;19473;p90"/>
            <p:cNvSpPr/>
            <p:nvPr/>
          </p:nvSpPr>
          <p:spPr>
            <a:xfrm>
              <a:off x="1497911" y="2504265"/>
              <a:ext cx="92828" cy="82555"/>
            </a:xfrm>
            <a:custGeom>
              <a:rect b="b" l="l" r="r" t="t"/>
              <a:pathLst>
                <a:path extrusionOk="0" h="5096" w="5731">
                  <a:moveTo>
                    <a:pt x="4457" y="1275"/>
                  </a:moveTo>
                  <a:lnTo>
                    <a:pt x="4457" y="3821"/>
                  </a:lnTo>
                  <a:lnTo>
                    <a:pt x="1273" y="3821"/>
                  </a:lnTo>
                  <a:lnTo>
                    <a:pt x="1273" y="1275"/>
                  </a:lnTo>
                  <a:close/>
                  <a:moveTo>
                    <a:pt x="5094" y="1"/>
                  </a:moveTo>
                  <a:lnTo>
                    <a:pt x="5094" y="2"/>
                  </a:lnTo>
                  <a:lnTo>
                    <a:pt x="637" y="2"/>
                  </a:lnTo>
                  <a:cubicBezTo>
                    <a:pt x="285" y="2"/>
                    <a:pt x="0" y="287"/>
                    <a:pt x="0" y="639"/>
                  </a:cubicBezTo>
                  <a:lnTo>
                    <a:pt x="0" y="4459"/>
                  </a:lnTo>
                  <a:cubicBezTo>
                    <a:pt x="0" y="4811"/>
                    <a:pt x="285" y="5095"/>
                    <a:pt x="637" y="5095"/>
                  </a:cubicBezTo>
                  <a:lnTo>
                    <a:pt x="5094" y="5095"/>
                  </a:lnTo>
                  <a:cubicBezTo>
                    <a:pt x="5446" y="5095"/>
                    <a:pt x="5730" y="4811"/>
                    <a:pt x="5730" y="4459"/>
                  </a:cubicBezTo>
                  <a:lnTo>
                    <a:pt x="5730" y="639"/>
                  </a:lnTo>
                  <a:cubicBezTo>
                    <a:pt x="5730" y="287"/>
                    <a:pt x="5446" y="1"/>
                    <a:pt x="50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74" name="Google Shape;19474;p90"/>
          <p:cNvGrpSpPr/>
          <p:nvPr/>
        </p:nvGrpSpPr>
        <p:grpSpPr>
          <a:xfrm>
            <a:off x="7787348" y="3956032"/>
            <a:ext cx="346983" cy="345510"/>
            <a:chOff x="1848084" y="2293633"/>
            <a:chExt cx="353559" cy="352058"/>
          </a:xfrm>
        </p:grpSpPr>
        <p:sp>
          <p:nvSpPr>
            <p:cNvPr id="19475" name="Google Shape;19475;p90"/>
            <p:cNvSpPr/>
            <p:nvPr/>
          </p:nvSpPr>
          <p:spPr>
            <a:xfrm>
              <a:off x="1932085" y="2293633"/>
              <a:ext cx="269559" cy="268596"/>
            </a:xfrm>
            <a:custGeom>
              <a:rect b="b" l="l" r="r" t="t"/>
              <a:pathLst>
                <a:path extrusionOk="0" h="16580" w="16642">
                  <a:moveTo>
                    <a:pt x="15353" y="1289"/>
                  </a:moveTo>
                  <a:lnTo>
                    <a:pt x="15353" y="1289"/>
                  </a:lnTo>
                  <a:cubicBezTo>
                    <a:pt x="15285" y="2753"/>
                    <a:pt x="14989" y="4124"/>
                    <a:pt x="14464" y="5398"/>
                  </a:cubicBezTo>
                  <a:lnTo>
                    <a:pt x="11243" y="2179"/>
                  </a:lnTo>
                  <a:cubicBezTo>
                    <a:pt x="12516" y="1653"/>
                    <a:pt x="13885" y="1357"/>
                    <a:pt x="15353" y="1289"/>
                  </a:cubicBezTo>
                  <a:close/>
                  <a:moveTo>
                    <a:pt x="3406" y="6461"/>
                  </a:moveTo>
                  <a:cubicBezTo>
                    <a:pt x="3692" y="6461"/>
                    <a:pt x="3981" y="6499"/>
                    <a:pt x="4263" y="6577"/>
                  </a:cubicBezTo>
                  <a:cubicBezTo>
                    <a:pt x="3858" y="7199"/>
                    <a:pt x="3495" y="7849"/>
                    <a:pt x="3180" y="8521"/>
                  </a:cubicBezTo>
                  <a:lnTo>
                    <a:pt x="1645" y="6986"/>
                  </a:lnTo>
                  <a:cubicBezTo>
                    <a:pt x="2173" y="6640"/>
                    <a:pt x="2786" y="6461"/>
                    <a:pt x="3406" y="6461"/>
                  </a:cubicBezTo>
                  <a:close/>
                  <a:moveTo>
                    <a:pt x="10029" y="2765"/>
                  </a:moveTo>
                  <a:lnTo>
                    <a:pt x="13876" y="6611"/>
                  </a:lnTo>
                  <a:cubicBezTo>
                    <a:pt x="13226" y="7781"/>
                    <a:pt x="12365" y="8854"/>
                    <a:pt x="11292" y="9832"/>
                  </a:cubicBezTo>
                  <a:lnTo>
                    <a:pt x="11292" y="9834"/>
                  </a:lnTo>
                  <a:cubicBezTo>
                    <a:pt x="9603" y="11369"/>
                    <a:pt x="7882" y="12192"/>
                    <a:pt x="7157" y="12497"/>
                  </a:cubicBezTo>
                  <a:lnTo>
                    <a:pt x="4145" y="9484"/>
                  </a:lnTo>
                  <a:cubicBezTo>
                    <a:pt x="4449" y="8759"/>
                    <a:pt x="5272" y="7039"/>
                    <a:pt x="6809" y="5349"/>
                  </a:cubicBezTo>
                  <a:cubicBezTo>
                    <a:pt x="7784" y="4277"/>
                    <a:pt x="8857" y="3415"/>
                    <a:pt x="10029" y="2765"/>
                  </a:cubicBezTo>
                  <a:close/>
                  <a:moveTo>
                    <a:pt x="3400" y="10540"/>
                  </a:moveTo>
                  <a:lnTo>
                    <a:pt x="6102" y="13242"/>
                  </a:lnTo>
                  <a:lnTo>
                    <a:pt x="5201" y="14142"/>
                  </a:lnTo>
                  <a:lnTo>
                    <a:pt x="2500" y="11441"/>
                  </a:lnTo>
                  <a:lnTo>
                    <a:pt x="3400" y="10540"/>
                  </a:lnTo>
                  <a:close/>
                  <a:moveTo>
                    <a:pt x="10065" y="12378"/>
                  </a:moveTo>
                  <a:lnTo>
                    <a:pt x="10065" y="12378"/>
                  </a:lnTo>
                  <a:cubicBezTo>
                    <a:pt x="10311" y="13269"/>
                    <a:pt x="10162" y="14223"/>
                    <a:pt x="9656" y="14997"/>
                  </a:cubicBezTo>
                  <a:lnTo>
                    <a:pt x="8121" y="13462"/>
                  </a:lnTo>
                  <a:cubicBezTo>
                    <a:pt x="8794" y="13146"/>
                    <a:pt x="9442" y="12783"/>
                    <a:pt x="10065" y="12378"/>
                  </a:cubicBezTo>
                  <a:close/>
                  <a:moveTo>
                    <a:pt x="16004" y="1"/>
                  </a:moveTo>
                  <a:cubicBezTo>
                    <a:pt x="12030" y="1"/>
                    <a:pt x="8557" y="1536"/>
                    <a:pt x="5867" y="4494"/>
                  </a:cubicBezTo>
                  <a:cubicBezTo>
                    <a:pt x="5562" y="4828"/>
                    <a:pt x="5284" y="5164"/>
                    <a:pt x="5030" y="5493"/>
                  </a:cubicBezTo>
                  <a:cubicBezTo>
                    <a:pt x="4505" y="5288"/>
                    <a:pt x="3949" y="5185"/>
                    <a:pt x="3393" y="5185"/>
                  </a:cubicBezTo>
                  <a:cubicBezTo>
                    <a:pt x="2257" y="5185"/>
                    <a:pt x="1121" y="5617"/>
                    <a:pt x="249" y="6490"/>
                  </a:cubicBezTo>
                  <a:cubicBezTo>
                    <a:pt x="1" y="6739"/>
                    <a:pt x="1" y="7141"/>
                    <a:pt x="249" y="7390"/>
                  </a:cubicBezTo>
                  <a:lnTo>
                    <a:pt x="2500" y="9640"/>
                  </a:lnTo>
                  <a:lnTo>
                    <a:pt x="1150" y="10991"/>
                  </a:lnTo>
                  <a:cubicBezTo>
                    <a:pt x="900" y="11239"/>
                    <a:pt x="900" y="11642"/>
                    <a:pt x="1150" y="11891"/>
                  </a:cubicBezTo>
                  <a:cubicBezTo>
                    <a:pt x="4996" y="15735"/>
                    <a:pt x="4752" y="15497"/>
                    <a:pt x="4800" y="15537"/>
                  </a:cubicBezTo>
                  <a:cubicBezTo>
                    <a:pt x="4917" y="15632"/>
                    <a:pt x="5059" y="15679"/>
                    <a:pt x="5201" y="15679"/>
                  </a:cubicBezTo>
                  <a:cubicBezTo>
                    <a:pt x="5364" y="15679"/>
                    <a:pt x="5527" y="15616"/>
                    <a:pt x="5651" y="15492"/>
                  </a:cubicBezTo>
                  <a:lnTo>
                    <a:pt x="7002" y="14142"/>
                  </a:lnTo>
                  <a:lnTo>
                    <a:pt x="9253" y="16393"/>
                  </a:lnTo>
                  <a:cubicBezTo>
                    <a:pt x="9377" y="16517"/>
                    <a:pt x="9540" y="16580"/>
                    <a:pt x="9703" y="16580"/>
                  </a:cubicBezTo>
                  <a:cubicBezTo>
                    <a:pt x="9865" y="16580"/>
                    <a:pt x="10028" y="16517"/>
                    <a:pt x="10153" y="16393"/>
                  </a:cubicBezTo>
                  <a:cubicBezTo>
                    <a:pt x="11451" y="15095"/>
                    <a:pt x="11775" y="13213"/>
                    <a:pt x="11149" y="11612"/>
                  </a:cubicBezTo>
                  <a:cubicBezTo>
                    <a:pt x="11478" y="11358"/>
                    <a:pt x="11815" y="11080"/>
                    <a:pt x="12148" y="10774"/>
                  </a:cubicBezTo>
                  <a:cubicBezTo>
                    <a:pt x="15100" y="8090"/>
                    <a:pt x="16642" y="4620"/>
                    <a:pt x="16642" y="637"/>
                  </a:cubicBezTo>
                  <a:cubicBezTo>
                    <a:pt x="16642" y="285"/>
                    <a:pt x="16357" y="1"/>
                    <a:pt x="16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6" name="Google Shape;19476;p90"/>
            <p:cNvSpPr/>
            <p:nvPr/>
          </p:nvSpPr>
          <p:spPr>
            <a:xfrm>
              <a:off x="2041272" y="2389715"/>
              <a:ext cx="66750" cy="61884"/>
            </a:xfrm>
            <a:custGeom>
              <a:rect b="b" l="l" r="r" t="t"/>
              <a:pathLst>
                <a:path extrusionOk="0" h="3820" w="4121">
                  <a:moveTo>
                    <a:pt x="2060" y="1272"/>
                  </a:moveTo>
                  <a:cubicBezTo>
                    <a:pt x="2223" y="1272"/>
                    <a:pt x="2386" y="1334"/>
                    <a:pt x="2510" y="1459"/>
                  </a:cubicBezTo>
                  <a:cubicBezTo>
                    <a:pt x="2693" y="1641"/>
                    <a:pt x="2747" y="1915"/>
                    <a:pt x="2649" y="2152"/>
                  </a:cubicBezTo>
                  <a:cubicBezTo>
                    <a:pt x="2550" y="2390"/>
                    <a:pt x="2319" y="2545"/>
                    <a:pt x="2060" y="2545"/>
                  </a:cubicBezTo>
                  <a:cubicBezTo>
                    <a:pt x="1804" y="2545"/>
                    <a:pt x="1571" y="2390"/>
                    <a:pt x="1473" y="2152"/>
                  </a:cubicBezTo>
                  <a:cubicBezTo>
                    <a:pt x="1374" y="1915"/>
                    <a:pt x="1428" y="1641"/>
                    <a:pt x="1611" y="1459"/>
                  </a:cubicBezTo>
                  <a:cubicBezTo>
                    <a:pt x="1735" y="1334"/>
                    <a:pt x="1898" y="1272"/>
                    <a:pt x="2060" y="1272"/>
                  </a:cubicBezTo>
                  <a:close/>
                  <a:moveTo>
                    <a:pt x="2061" y="0"/>
                  </a:moveTo>
                  <a:cubicBezTo>
                    <a:pt x="1573" y="0"/>
                    <a:pt x="1084" y="186"/>
                    <a:pt x="711" y="559"/>
                  </a:cubicBezTo>
                  <a:cubicBezTo>
                    <a:pt x="164" y="1104"/>
                    <a:pt x="0" y="1926"/>
                    <a:pt x="297" y="2640"/>
                  </a:cubicBezTo>
                  <a:cubicBezTo>
                    <a:pt x="592" y="3353"/>
                    <a:pt x="1288" y="3819"/>
                    <a:pt x="2060" y="3819"/>
                  </a:cubicBezTo>
                  <a:cubicBezTo>
                    <a:pt x="2833" y="3819"/>
                    <a:pt x="3529" y="3353"/>
                    <a:pt x="3826" y="2640"/>
                  </a:cubicBezTo>
                  <a:cubicBezTo>
                    <a:pt x="4121" y="1926"/>
                    <a:pt x="3958" y="1104"/>
                    <a:pt x="3412" y="559"/>
                  </a:cubicBezTo>
                  <a:cubicBezTo>
                    <a:pt x="3038" y="186"/>
                    <a:pt x="2550"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7" name="Google Shape;19477;p90"/>
            <p:cNvSpPr/>
            <p:nvPr/>
          </p:nvSpPr>
          <p:spPr>
            <a:xfrm>
              <a:off x="1848084" y="2514909"/>
              <a:ext cx="137306" cy="130783"/>
            </a:xfrm>
            <a:custGeom>
              <a:rect b="b" l="l" r="r" t="t"/>
              <a:pathLst>
                <a:path extrusionOk="0" h="8073" w="8477">
                  <a:moveTo>
                    <a:pt x="4984" y="1274"/>
                  </a:moveTo>
                  <a:cubicBezTo>
                    <a:pt x="5473" y="1274"/>
                    <a:pt x="5962" y="1461"/>
                    <a:pt x="6335" y="1834"/>
                  </a:cubicBezTo>
                  <a:cubicBezTo>
                    <a:pt x="7081" y="2579"/>
                    <a:pt x="7081" y="3789"/>
                    <a:pt x="6335" y="4535"/>
                  </a:cubicBezTo>
                  <a:cubicBezTo>
                    <a:pt x="6179" y="4691"/>
                    <a:pt x="5560" y="5144"/>
                    <a:pt x="3181" y="5980"/>
                  </a:cubicBezTo>
                  <a:cubicBezTo>
                    <a:pt x="2645" y="6169"/>
                    <a:pt x="2126" y="6338"/>
                    <a:pt x="1692" y="6476"/>
                  </a:cubicBezTo>
                  <a:cubicBezTo>
                    <a:pt x="1829" y="6043"/>
                    <a:pt x="2000" y="5523"/>
                    <a:pt x="2188" y="4987"/>
                  </a:cubicBezTo>
                  <a:cubicBezTo>
                    <a:pt x="3026" y="2608"/>
                    <a:pt x="3478" y="1989"/>
                    <a:pt x="3634" y="1833"/>
                  </a:cubicBezTo>
                  <a:cubicBezTo>
                    <a:pt x="4007" y="1461"/>
                    <a:pt x="4496" y="1274"/>
                    <a:pt x="4984" y="1274"/>
                  </a:cubicBezTo>
                  <a:close/>
                  <a:moveTo>
                    <a:pt x="4984" y="0"/>
                  </a:moveTo>
                  <a:cubicBezTo>
                    <a:pt x="4169" y="0"/>
                    <a:pt x="3355" y="311"/>
                    <a:pt x="2733" y="933"/>
                  </a:cubicBezTo>
                  <a:cubicBezTo>
                    <a:pt x="2555" y="1113"/>
                    <a:pt x="2009" y="1657"/>
                    <a:pt x="985" y="4571"/>
                  </a:cubicBezTo>
                  <a:cubicBezTo>
                    <a:pt x="497" y="5960"/>
                    <a:pt x="137" y="7207"/>
                    <a:pt x="121" y="7259"/>
                  </a:cubicBezTo>
                  <a:cubicBezTo>
                    <a:pt x="1" y="7679"/>
                    <a:pt x="325" y="8073"/>
                    <a:pt x="730" y="8073"/>
                  </a:cubicBezTo>
                  <a:cubicBezTo>
                    <a:pt x="789" y="8073"/>
                    <a:pt x="849" y="8064"/>
                    <a:pt x="910" y="8047"/>
                  </a:cubicBezTo>
                  <a:cubicBezTo>
                    <a:pt x="961" y="8032"/>
                    <a:pt x="2208" y="7672"/>
                    <a:pt x="3597" y="7184"/>
                  </a:cubicBezTo>
                  <a:cubicBezTo>
                    <a:pt x="6511" y="6159"/>
                    <a:pt x="7056" y="5613"/>
                    <a:pt x="7235" y="5435"/>
                  </a:cubicBezTo>
                  <a:cubicBezTo>
                    <a:pt x="8476" y="4195"/>
                    <a:pt x="8476" y="2174"/>
                    <a:pt x="7235" y="933"/>
                  </a:cubicBezTo>
                  <a:cubicBezTo>
                    <a:pt x="6614" y="311"/>
                    <a:pt x="5799" y="0"/>
                    <a:pt x="49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478" name="Google Shape;19478;p90"/>
          <p:cNvSpPr/>
          <p:nvPr/>
        </p:nvSpPr>
        <p:spPr>
          <a:xfrm>
            <a:off x="1018886" y="1740563"/>
            <a:ext cx="345414" cy="303642"/>
          </a:xfrm>
          <a:custGeom>
            <a:rect b="b" l="l" r="r" t="t"/>
            <a:pathLst>
              <a:path extrusionOk="0" h="19100" w="21731">
                <a:moveTo>
                  <a:pt x="19183" y="7640"/>
                </a:moveTo>
                <a:cubicBezTo>
                  <a:pt x="19887" y="7640"/>
                  <a:pt x="20458" y="8209"/>
                  <a:pt x="20458" y="8913"/>
                </a:cubicBezTo>
                <a:cubicBezTo>
                  <a:pt x="20458" y="9617"/>
                  <a:pt x="19887" y="10188"/>
                  <a:pt x="19183" y="10188"/>
                </a:cubicBezTo>
                <a:lnTo>
                  <a:pt x="19183" y="7640"/>
                </a:lnTo>
                <a:close/>
                <a:moveTo>
                  <a:pt x="7639" y="6366"/>
                </a:moveTo>
                <a:lnTo>
                  <a:pt x="7639" y="11459"/>
                </a:lnTo>
                <a:lnTo>
                  <a:pt x="3819" y="11459"/>
                </a:lnTo>
                <a:cubicBezTo>
                  <a:pt x="2415" y="11459"/>
                  <a:pt x="1273" y="10317"/>
                  <a:pt x="1273" y="8913"/>
                </a:cubicBezTo>
                <a:cubicBezTo>
                  <a:pt x="1273" y="7509"/>
                  <a:pt x="2415" y="6366"/>
                  <a:pt x="3819" y="6366"/>
                </a:cubicBezTo>
                <a:close/>
                <a:moveTo>
                  <a:pt x="8307" y="12733"/>
                </a:moveTo>
                <a:cubicBezTo>
                  <a:pt x="8350" y="13162"/>
                  <a:pt x="8424" y="13587"/>
                  <a:pt x="8527" y="14006"/>
                </a:cubicBezTo>
                <a:lnTo>
                  <a:pt x="7221" y="14006"/>
                </a:lnTo>
                <a:cubicBezTo>
                  <a:pt x="7128" y="13587"/>
                  <a:pt x="7065" y="13161"/>
                  <a:pt x="7029" y="12733"/>
                </a:cubicBezTo>
                <a:close/>
                <a:moveTo>
                  <a:pt x="17910" y="2052"/>
                </a:moveTo>
                <a:lnTo>
                  <a:pt x="17910" y="15774"/>
                </a:lnTo>
                <a:cubicBezTo>
                  <a:pt x="15491" y="13763"/>
                  <a:pt x="12272" y="11811"/>
                  <a:pt x="9142" y="11503"/>
                </a:cubicBezTo>
                <a:cubicBezTo>
                  <a:pt x="9068" y="11474"/>
                  <a:pt x="8990" y="11459"/>
                  <a:pt x="8912" y="11459"/>
                </a:cubicBezTo>
                <a:lnTo>
                  <a:pt x="8912" y="6344"/>
                </a:lnTo>
                <a:cubicBezTo>
                  <a:pt x="12126" y="6108"/>
                  <a:pt x="15441" y="4103"/>
                  <a:pt x="17910" y="2052"/>
                </a:cubicBezTo>
                <a:close/>
                <a:moveTo>
                  <a:pt x="5752" y="12733"/>
                </a:moveTo>
                <a:cubicBezTo>
                  <a:pt x="5894" y="14777"/>
                  <a:pt x="6682" y="16714"/>
                  <a:pt x="7220" y="17827"/>
                </a:cubicBezTo>
                <a:lnTo>
                  <a:pt x="5537" y="17827"/>
                </a:lnTo>
                <a:cubicBezTo>
                  <a:pt x="5240" y="16978"/>
                  <a:pt x="4588" y="14898"/>
                  <a:pt x="4474" y="12733"/>
                </a:cubicBezTo>
                <a:close/>
                <a:moveTo>
                  <a:pt x="18547" y="1"/>
                </a:moveTo>
                <a:cubicBezTo>
                  <a:pt x="18383" y="1"/>
                  <a:pt x="18222" y="64"/>
                  <a:pt x="18101" y="182"/>
                </a:cubicBezTo>
                <a:cubicBezTo>
                  <a:pt x="18051" y="233"/>
                  <a:pt x="13043" y="5093"/>
                  <a:pt x="8276" y="5093"/>
                </a:cubicBezTo>
                <a:lnTo>
                  <a:pt x="3819" y="5093"/>
                </a:lnTo>
                <a:cubicBezTo>
                  <a:pt x="1714" y="5093"/>
                  <a:pt x="0" y="6807"/>
                  <a:pt x="0" y="8913"/>
                </a:cubicBezTo>
                <a:cubicBezTo>
                  <a:pt x="0" y="10807"/>
                  <a:pt x="1385" y="12383"/>
                  <a:pt x="3196" y="12682"/>
                </a:cubicBezTo>
                <a:cubicBezTo>
                  <a:pt x="3329" y="15736"/>
                  <a:pt x="4450" y="18573"/>
                  <a:pt x="4502" y="18699"/>
                </a:cubicBezTo>
                <a:cubicBezTo>
                  <a:pt x="4598" y="18941"/>
                  <a:pt x="4833" y="19100"/>
                  <a:pt x="5092" y="19100"/>
                </a:cubicBezTo>
                <a:lnTo>
                  <a:pt x="8276" y="19100"/>
                </a:lnTo>
                <a:cubicBezTo>
                  <a:pt x="8769" y="19098"/>
                  <a:pt x="9075" y="18560"/>
                  <a:pt x="8821" y="18135"/>
                </a:cubicBezTo>
                <a:cubicBezTo>
                  <a:pt x="8810" y="18116"/>
                  <a:pt x="8096" y="16908"/>
                  <a:pt x="7566" y="15279"/>
                </a:cubicBezTo>
                <a:lnTo>
                  <a:pt x="9367" y="15279"/>
                </a:lnTo>
                <a:cubicBezTo>
                  <a:pt x="9799" y="15279"/>
                  <a:pt x="10106" y="14860"/>
                  <a:pt x="9975" y="14448"/>
                </a:cubicBezTo>
                <a:cubicBezTo>
                  <a:pt x="9791" y="13875"/>
                  <a:pt x="9666" y="13341"/>
                  <a:pt x="9602" y="12850"/>
                </a:cubicBezTo>
                <a:lnTo>
                  <a:pt x="9602" y="12850"/>
                </a:lnTo>
                <a:cubicBezTo>
                  <a:pt x="13929" y="13592"/>
                  <a:pt x="18054" y="17599"/>
                  <a:pt x="18099" y="17643"/>
                </a:cubicBezTo>
                <a:cubicBezTo>
                  <a:pt x="18221" y="17762"/>
                  <a:pt x="18383" y="17826"/>
                  <a:pt x="18547" y="17826"/>
                </a:cubicBezTo>
                <a:cubicBezTo>
                  <a:pt x="18630" y="17826"/>
                  <a:pt x="18713" y="17810"/>
                  <a:pt x="18793" y="17776"/>
                </a:cubicBezTo>
                <a:cubicBezTo>
                  <a:pt x="19028" y="17677"/>
                  <a:pt x="19183" y="17446"/>
                  <a:pt x="19183" y="17189"/>
                </a:cubicBezTo>
                <a:lnTo>
                  <a:pt x="19183" y="11459"/>
                </a:lnTo>
                <a:cubicBezTo>
                  <a:pt x="20587" y="11459"/>
                  <a:pt x="21730" y="10317"/>
                  <a:pt x="21730" y="8913"/>
                </a:cubicBezTo>
                <a:cubicBezTo>
                  <a:pt x="21730" y="7509"/>
                  <a:pt x="20587" y="6366"/>
                  <a:pt x="19183" y="6366"/>
                </a:cubicBezTo>
                <a:lnTo>
                  <a:pt x="19183" y="636"/>
                </a:lnTo>
                <a:cubicBezTo>
                  <a:pt x="19183" y="381"/>
                  <a:pt x="19028" y="149"/>
                  <a:pt x="18793" y="50"/>
                </a:cubicBezTo>
                <a:cubicBezTo>
                  <a:pt x="18713" y="17"/>
                  <a:pt x="18630" y="1"/>
                  <a:pt x="185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9" name="Google Shape;19479;p90"/>
          <p:cNvSpPr txBox="1"/>
          <p:nvPr/>
        </p:nvSpPr>
        <p:spPr>
          <a:xfrm>
            <a:off x="1048350" y="11586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rgbClr val="FFFFFF"/>
                </a:solidFill>
              </a:rPr>
              <a:t>Digital Marketing</a:t>
            </a:r>
            <a:endParaRPr sz="1600">
              <a:solidFill>
                <a:srgbClr val="FFFFFF"/>
              </a:solidFill>
            </a:endParaRPr>
          </a:p>
        </p:txBody>
      </p:sp>
      <p:sp>
        <p:nvSpPr>
          <p:cNvPr id="19480" name="Google Shape;19480;p90"/>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Premium Icons</a:t>
            </a:r>
            <a:endParaRPr/>
          </a:p>
        </p:txBody>
      </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484" name="Shape 19484"/>
        <p:cNvGrpSpPr/>
        <p:nvPr/>
      </p:nvGrpSpPr>
      <p:grpSpPr>
        <a:xfrm>
          <a:off x="0" y="0"/>
          <a:ext cx="0" cy="0"/>
          <a:chOff x="0" y="0"/>
          <a:chExt cx="0" cy="0"/>
        </a:xfrm>
      </p:grpSpPr>
      <p:grpSp>
        <p:nvGrpSpPr>
          <p:cNvPr id="19485" name="Google Shape;19485;p91"/>
          <p:cNvGrpSpPr/>
          <p:nvPr/>
        </p:nvGrpSpPr>
        <p:grpSpPr>
          <a:xfrm>
            <a:off x="7036882" y="1790122"/>
            <a:ext cx="362727" cy="320946"/>
            <a:chOff x="4095346" y="4243208"/>
            <a:chExt cx="375377" cy="332140"/>
          </a:xfrm>
        </p:grpSpPr>
        <p:sp>
          <p:nvSpPr>
            <p:cNvPr id="19486" name="Google Shape;19486;p91"/>
            <p:cNvSpPr/>
            <p:nvPr/>
          </p:nvSpPr>
          <p:spPr>
            <a:xfrm>
              <a:off x="4095346" y="4243208"/>
              <a:ext cx="375377" cy="332140"/>
            </a:xfrm>
            <a:custGeom>
              <a:rect b="b" l="l" r="r" t="t"/>
              <a:pathLst>
                <a:path extrusionOk="0" h="17881" w="20206">
                  <a:moveTo>
                    <a:pt x="13394" y="1184"/>
                  </a:moveTo>
                  <a:lnTo>
                    <a:pt x="11166" y="3872"/>
                  </a:lnTo>
                  <a:lnTo>
                    <a:pt x="1184" y="3872"/>
                  </a:lnTo>
                  <a:lnTo>
                    <a:pt x="1184" y="1184"/>
                  </a:lnTo>
                  <a:close/>
                  <a:moveTo>
                    <a:pt x="19021" y="1184"/>
                  </a:moveTo>
                  <a:lnTo>
                    <a:pt x="19021" y="16697"/>
                  </a:lnTo>
                  <a:lnTo>
                    <a:pt x="1184" y="16697"/>
                  </a:lnTo>
                  <a:lnTo>
                    <a:pt x="1184" y="5056"/>
                  </a:lnTo>
                  <a:lnTo>
                    <a:pt x="11722" y="5056"/>
                  </a:lnTo>
                  <a:lnTo>
                    <a:pt x="14932" y="1184"/>
                  </a:lnTo>
                  <a:close/>
                  <a:moveTo>
                    <a:pt x="0" y="0"/>
                  </a:moveTo>
                  <a:lnTo>
                    <a:pt x="0" y="17881"/>
                  </a:lnTo>
                  <a:lnTo>
                    <a:pt x="20205" y="17881"/>
                  </a:lnTo>
                  <a:lnTo>
                    <a:pt x="2020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7" name="Google Shape;19487;p91"/>
            <p:cNvSpPr/>
            <p:nvPr/>
          </p:nvSpPr>
          <p:spPr>
            <a:xfrm>
              <a:off x="4142496" y="4279206"/>
              <a:ext cx="22014" cy="22123"/>
            </a:xfrm>
            <a:custGeom>
              <a:rect b="b" l="l" r="r" t="t"/>
              <a:pathLst>
                <a:path extrusionOk="0" h="1191" w="1185">
                  <a:moveTo>
                    <a:pt x="0" y="0"/>
                  </a:moveTo>
                  <a:lnTo>
                    <a:pt x="0" y="1190"/>
                  </a:lnTo>
                  <a:lnTo>
                    <a:pt x="1184" y="1190"/>
                  </a:lnTo>
                  <a:lnTo>
                    <a:pt x="118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8" name="Google Shape;19488;p91"/>
            <p:cNvSpPr/>
            <p:nvPr/>
          </p:nvSpPr>
          <p:spPr>
            <a:xfrm>
              <a:off x="4183069" y="4279206"/>
              <a:ext cx="22014" cy="22123"/>
            </a:xfrm>
            <a:custGeom>
              <a:rect b="b" l="l" r="r" t="t"/>
              <a:pathLst>
                <a:path extrusionOk="0" h="1191" w="1185">
                  <a:moveTo>
                    <a:pt x="0" y="0"/>
                  </a:moveTo>
                  <a:lnTo>
                    <a:pt x="0" y="1190"/>
                  </a:lnTo>
                  <a:lnTo>
                    <a:pt x="1184" y="1190"/>
                  </a:lnTo>
                  <a:lnTo>
                    <a:pt x="118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9" name="Google Shape;19489;p91"/>
            <p:cNvSpPr/>
            <p:nvPr/>
          </p:nvSpPr>
          <p:spPr>
            <a:xfrm>
              <a:off x="4223623" y="4279206"/>
              <a:ext cx="22014" cy="22123"/>
            </a:xfrm>
            <a:custGeom>
              <a:rect b="b" l="l" r="r" t="t"/>
              <a:pathLst>
                <a:path extrusionOk="0" h="1191" w="1185">
                  <a:moveTo>
                    <a:pt x="0" y="0"/>
                  </a:moveTo>
                  <a:lnTo>
                    <a:pt x="0" y="1190"/>
                  </a:lnTo>
                  <a:lnTo>
                    <a:pt x="1184" y="1190"/>
                  </a:lnTo>
                  <a:lnTo>
                    <a:pt x="118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0" name="Google Shape;19490;p91"/>
            <p:cNvSpPr/>
            <p:nvPr/>
          </p:nvSpPr>
          <p:spPr>
            <a:xfrm>
              <a:off x="4227302" y="4377152"/>
              <a:ext cx="122463" cy="141374"/>
            </a:xfrm>
            <a:custGeom>
              <a:rect b="b" l="l" r="r" t="t"/>
              <a:pathLst>
                <a:path extrusionOk="0" h="7611" w="6592">
                  <a:moveTo>
                    <a:pt x="1185" y="2050"/>
                  </a:moveTo>
                  <a:lnTo>
                    <a:pt x="4223" y="3805"/>
                  </a:lnTo>
                  <a:lnTo>
                    <a:pt x="1185" y="5559"/>
                  </a:lnTo>
                  <a:lnTo>
                    <a:pt x="1185" y="2050"/>
                  </a:lnTo>
                  <a:close/>
                  <a:moveTo>
                    <a:pt x="1" y="1"/>
                  </a:moveTo>
                  <a:lnTo>
                    <a:pt x="1" y="7610"/>
                  </a:lnTo>
                  <a:lnTo>
                    <a:pt x="6591" y="3805"/>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91" name="Google Shape;19491;p91"/>
          <p:cNvGrpSpPr/>
          <p:nvPr/>
        </p:nvGrpSpPr>
        <p:grpSpPr>
          <a:xfrm>
            <a:off x="1793281" y="2869517"/>
            <a:ext cx="287636" cy="362678"/>
            <a:chOff x="3643671" y="4262415"/>
            <a:chExt cx="297667" cy="375326"/>
          </a:xfrm>
        </p:grpSpPr>
        <p:sp>
          <p:nvSpPr>
            <p:cNvPr id="19492" name="Google Shape;19492;p91"/>
            <p:cNvSpPr/>
            <p:nvPr/>
          </p:nvSpPr>
          <p:spPr>
            <a:xfrm>
              <a:off x="3643671" y="4262415"/>
              <a:ext cx="297667" cy="375326"/>
            </a:xfrm>
            <a:custGeom>
              <a:rect b="b" l="l" r="r" t="t"/>
              <a:pathLst>
                <a:path extrusionOk="0" h="20206" w="16023">
                  <a:moveTo>
                    <a:pt x="12470" y="3553"/>
                  </a:moveTo>
                  <a:lnTo>
                    <a:pt x="12470" y="15667"/>
                  </a:lnTo>
                  <a:lnTo>
                    <a:pt x="3553" y="15667"/>
                  </a:lnTo>
                  <a:lnTo>
                    <a:pt x="3553" y="3553"/>
                  </a:lnTo>
                  <a:close/>
                  <a:moveTo>
                    <a:pt x="14837" y="1185"/>
                  </a:moveTo>
                  <a:lnTo>
                    <a:pt x="14837" y="15667"/>
                  </a:lnTo>
                  <a:lnTo>
                    <a:pt x="13653" y="15667"/>
                  </a:lnTo>
                  <a:lnTo>
                    <a:pt x="13653" y="2369"/>
                  </a:lnTo>
                  <a:lnTo>
                    <a:pt x="2369" y="2369"/>
                  </a:lnTo>
                  <a:lnTo>
                    <a:pt x="2369" y="15667"/>
                  </a:lnTo>
                  <a:lnTo>
                    <a:pt x="1185" y="15667"/>
                  </a:lnTo>
                  <a:lnTo>
                    <a:pt x="1185" y="1185"/>
                  </a:lnTo>
                  <a:close/>
                  <a:moveTo>
                    <a:pt x="14838" y="16851"/>
                  </a:moveTo>
                  <a:lnTo>
                    <a:pt x="14838" y="19022"/>
                  </a:lnTo>
                  <a:lnTo>
                    <a:pt x="1185" y="19022"/>
                  </a:lnTo>
                  <a:lnTo>
                    <a:pt x="1185" y="16851"/>
                  </a:lnTo>
                  <a:close/>
                  <a:moveTo>
                    <a:pt x="1" y="1"/>
                  </a:moveTo>
                  <a:lnTo>
                    <a:pt x="1" y="20206"/>
                  </a:lnTo>
                  <a:lnTo>
                    <a:pt x="16022" y="20206"/>
                  </a:lnTo>
                  <a:lnTo>
                    <a:pt x="1602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3" name="Google Shape;19493;p91"/>
            <p:cNvSpPr/>
            <p:nvPr/>
          </p:nvSpPr>
          <p:spPr>
            <a:xfrm>
              <a:off x="3781498" y="4585044"/>
              <a:ext cx="22014" cy="22011"/>
            </a:xfrm>
            <a:custGeom>
              <a:rect b="b" l="l" r="r" t="t"/>
              <a:pathLst>
                <a:path extrusionOk="0" h="1185" w="1185">
                  <a:moveTo>
                    <a:pt x="0" y="0"/>
                  </a:moveTo>
                  <a:lnTo>
                    <a:pt x="0" y="1184"/>
                  </a:lnTo>
                  <a:lnTo>
                    <a:pt x="1184" y="1184"/>
                  </a:lnTo>
                  <a:lnTo>
                    <a:pt x="118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4" name="Google Shape;19494;p91"/>
            <p:cNvSpPr/>
            <p:nvPr/>
          </p:nvSpPr>
          <p:spPr>
            <a:xfrm>
              <a:off x="3753613" y="4359599"/>
              <a:ext cx="77747" cy="22011"/>
            </a:xfrm>
            <a:custGeom>
              <a:rect b="b" l="l" r="r" t="t"/>
              <a:pathLst>
                <a:path extrusionOk="0" h="1185" w="4185">
                  <a:moveTo>
                    <a:pt x="1" y="0"/>
                  </a:moveTo>
                  <a:lnTo>
                    <a:pt x="1" y="1184"/>
                  </a:lnTo>
                  <a:lnTo>
                    <a:pt x="4184" y="1184"/>
                  </a:lnTo>
                  <a:lnTo>
                    <a:pt x="418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5" name="Google Shape;19495;p91"/>
            <p:cNvSpPr/>
            <p:nvPr/>
          </p:nvSpPr>
          <p:spPr>
            <a:xfrm>
              <a:off x="3733493" y="4405628"/>
              <a:ext cx="118023" cy="22011"/>
            </a:xfrm>
            <a:custGeom>
              <a:rect b="b" l="l" r="r" t="t"/>
              <a:pathLst>
                <a:path extrusionOk="0" h="1185" w="6353">
                  <a:moveTo>
                    <a:pt x="0" y="1"/>
                  </a:moveTo>
                  <a:lnTo>
                    <a:pt x="0" y="1185"/>
                  </a:lnTo>
                  <a:lnTo>
                    <a:pt x="6353" y="1185"/>
                  </a:lnTo>
                  <a:lnTo>
                    <a:pt x="63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6" name="Google Shape;19496;p91"/>
            <p:cNvSpPr/>
            <p:nvPr/>
          </p:nvSpPr>
          <p:spPr>
            <a:xfrm>
              <a:off x="3733493" y="4451675"/>
              <a:ext cx="118023" cy="22011"/>
            </a:xfrm>
            <a:custGeom>
              <a:rect b="b" l="l" r="r" t="t"/>
              <a:pathLst>
                <a:path extrusionOk="0" h="1185" w="6353">
                  <a:moveTo>
                    <a:pt x="0" y="0"/>
                  </a:moveTo>
                  <a:lnTo>
                    <a:pt x="0" y="1184"/>
                  </a:lnTo>
                  <a:lnTo>
                    <a:pt x="6353" y="1184"/>
                  </a:lnTo>
                  <a:lnTo>
                    <a:pt x="635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7" name="Google Shape;19497;p91"/>
            <p:cNvSpPr/>
            <p:nvPr/>
          </p:nvSpPr>
          <p:spPr>
            <a:xfrm>
              <a:off x="3733493" y="4497741"/>
              <a:ext cx="118023" cy="21974"/>
            </a:xfrm>
            <a:custGeom>
              <a:rect b="b" l="l" r="r" t="t"/>
              <a:pathLst>
                <a:path extrusionOk="0" h="1183" w="6353">
                  <a:moveTo>
                    <a:pt x="0" y="0"/>
                  </a:moveTo>
                  <a:lnTo>
                    <a:pt x="0" y="1183"/>
                  </a:lnTo>
                  <a:lnTo>
                    <a:pt x="6353" y="1183"/>
                  </a:lnTo>
                  <a:lnTo>
                    <a:pt x="635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98" name="Google Shape;19498;p91"/>
          <p:cNvGrpSpPr/>
          <p:nvPr/>
        </p:nvGrpSpPr>
        <p:grpSpPr>
          <a:xfrm>
            <a:off x="4016411" y="3427902"/>
            <a:ext cx="362709" cy="362642"/>
            <a:chOff x="3056046" y="4299342"/>
            <a:chExt cx="375358" cy="375289"/>
          </a:xfrm>
        </p:grpSpPr>
        <p:sp>
          <p:nvSpPr>
            <p:cNvPr id="19499" name="Google Shape;19499;p91"/>
            <p:cNvSpPr/>
            <p:nvPr/>
          </p:nvSpPr>
          <p:spPr>
            <a:xfrm>
              <a:off x="3056046" y="4299342"/>
              <a:ext cx="375358" cy="375289"/>
            </a:xfrm>
            <a:custGeom>
              <a:rect b="b" l="l" r="r" t="t"/>
              <a:pathLst>
                <a:path extrusionOk="0" h="20204" w="20205">
                  <a:moveTo>
                    <a:pt x="19020" y="1184"/>
                  </a:moveTo>
                  <a:lnTo>
                    <a:pt x="19020" y="12667"/>
                  </a:lnTo>
                  <a:lnTo>
                    <a:pt x="1183" y="12667"/>
                  </a:lnTo>
                  <a:lnTo>
                    <a:pt x="1183" y="1184"/>
                  </a:lnTo>
                  <a:close/>
                  <a:moveTo>
                    <a:pt x="19020" y="13852"/>
                  </a:moveTo>
                  <a:lnTo>
                    <a:pt x="19020" y="15666"/>
                  </a:lnTo>
                  <a:lnTo>
                    <a:pt x="1183" y="15666"/>
                  </a:lnTo>
                  <a:lnTo>
                    <a:pt x="1183" y="13852"/>
                  </a:lnTo>
                  <a:close/>
                  <a:moveTo>
                    <a:pt x="11473" y="16850"/>
                  </a:moveTo>
                  <a:lnTo>
                    <a:pt x="11473" y="17561"/>
                  </a:lnTo>
                  <a:cubicBezTo>
                    <a:pt x="11471" y="18081"/>
                    <a:pt x="11625" y="18588"/>
                    <a:pt x="11913" y="19021"/>
                  </a:cubicBezTo>
                  <a:lnTo>
                    <a:pt x="8291" y="19021"/>
                  </a:lnTo>
                  <a:cubicBezTo>
                    <a:pt x="8579" y="18588"/>
                    <a:pt x="8733" y="18081"/>
                    <a:pt x="8733" y="17561"/>
                  </a:cubicBezTo>
                  <a:lnTo>
                    <a:pt x="8733" y="16850"/>
                  </a:lnTo>
                  <a:close/>
                  <a:moveTo>
                    <a:pt x="0" y="0"/>
                  </a:moveTo>
                  <a:lnTo>
                    <a:pt x="0" y="16850"/>
                  </a:lnTo>
                  <a:lnTo>
                    <a:pt x="7548" y="16850"/>
                  </a:lnTo>
                  <a:lnTo>
                    <a:pt x="7548" y="17561"/>
                  </a:lnTo>
                  <a:cubicBezTo>
                    <a:pt x="7548" y="18366"/>
                    <a:pt x="6894" y="19020"/>
                    <a:pt x="6087" y="19021"/>
                  </a:cubicBezTo>
                  <a:lnTo>
                    <a:pt x="4261" y="19021"/>
                  </a:lnTo>
                  <a:lnTo>
                    <a:pt x="4261" y="20204"/>
                  </a:lnTo>
                  <a:lnTo>
                    <a:pt x="15941" y="20204"/>
                  </a:lnTo>
                  <a:lnTo>
                    <a:pt x="15941" y="19021"/>
                  </a:lnTo>
                  <a:lnTo>
                    <a:pt x="14115" y="19021"/>
                  </a:lnTo>
                  <a:cubicBezTo>
                    <a:pt x="13309" y="19020"/>
                    <a:pt x="12655" y="18367"/>
                    <a:pt x="12655" y="17561"/>
                  </a:cubicBezTo>
                  <a:lnTo>
                    <a:pt x="12655" y="16850"/>
                  </a:lnTo>
                  <a:lnTo>
                    <a:pt x="20204" y="16850"/>
                  </a:lnTo>
                  <a:lnTo>
                    <a:pt x="2020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0" name="Google Shape;19500;p91"/>
            <p:cNvSpPr/>
            <p:nvPr/>
          </p:nvSpPr>
          <p:spPr>
            <a:xfrm>
              <a:off x="3107747" y="4348863"/>
              <a:ext cx="271975" cy="154990"/>
            </a:xfrm>
            <a:custGeom>
              <a:rect b="b" l="l" r="r" t="t"/>
              <a:pathLst>
                <a:path extrusionOk="0" h="8344" w="14640">
                  <a:moveTo>
                    <a:pt x="7319" y="1289"/>
                  </a:moveTo>
                  <a:lnTo>
                    <a:pt x="12652" y="3573"/>
                  </a:lnTo>
                  <a:lnTo>
                    <a:pt x="11005" y="4280"/>
                  </a:lnTo>
                  <a:lnTo>
                    <a:pt x="3631" y="4280"/>
                  </a:lnTo>
                  <a:lnTo>
                    <a:pt x="1983" y="3573"/>
                  </a:lnTo>
                  <a:lnTo>
                    <a:pt x="7319" y="1289"/>
                  </a:lnTo>
                  <a:close/>
                  <a:moveTo>
                    <a:pt x="9963" y="5464"/>
                  </a:moveTo>
                  <a:lnTo>
                    <a:pt x="9963" y="7160"/>
                  </a:lnTo>
                  <a:lnTo>
                    <a:pt x="4548" y="7160"/>
                  </a:lnTo>
                  <a:lnTo>
                    <a:pt x="4548" y="5464"/>
                  </a:lnTo>
                  <a:close/>
                  <a:moveTo>
                    <a:pt x="7319" y="1"/>
                  </a:moveTo>
                  <a:lnTo>
                    <a:pt x="0" y="3136"/>
                  </a:lnTo>
                  <a:lnTo>
                    <a:pt x="0" y="4011"/>
                  </a:lnTo>
                  <a:lnTo>
                    <a:pt x="3366" y="5452"/>
                  </a:lnTo>
                  <a:lnTo>
                    <a:pt x="3366" y="8344"/>
                  </a:lnTo>
                  <a:lnTo>
                    <a:pt x="11147" y="8344"/>
                  </a:lnTo>
                  <a:lnTo>
                    <a:pt x="11147" y="5507"/>
                  </a:lnTo>
                  <a:lnTo>
                    <a:pt x="12430" y="4957"/>
                  </a:lnTo>
                  <a:lnTo>
                    <a:pt x="12430" y="7119"/>
                  </a:lnTo>
                  <a:lnTo>
                    <a:pt x="13614" y="7119"/>
                  </a:lnTo>
                  <a:lnTo>
                    <a:pt x="13614" y="4450"/>
                  </a:lnTo>
                  <a:lnTo>
                    <a:pt x="14640" y="4011"/>
                  </a:lnTo>
                  <a:lnTo>
                    <a:pt x="14640" y="3136"/>
                  </a:lnTo>
                  <a:lnTo>
                    <a:pt x="731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501" name="Google Shape;19501;p91"/>
          <p:cNvSpPr/>
          <p:nvPr/>
        </p:nvSpPr>
        <p:spPr>
          <a:xfrm>
            <a:off x="7083679" y="3989158"/>
            <a:ext cx="269036" cy="362698"/>
          </a:xfrm>
          <a:custGeom>
            <a:rect b="b" l="l" r="r" t="t"/>
            <a:pathLst>
              <a:path extrusionOk="0" h="20206" w="14986">
                <a:moveTo>
                  <a:pt x="7492" y="2158"/>
                </a:moveTo>
                <a:lnTo>
                  <a:pt x="8467" y="3643"/>
                </a:lnTo>
                <a:lnTo>
                  <a:pt x="6519" y="3643"/>
                </a:lnTo>
                <a:lnTo>
                  <a:pt x="7492" y="2158"/>
                </a:lnTo>
                <a:close/>
                <a:moveTo>
                  <a:pt x="9242" y="4826"/>
                </a:moveTo>
                <a:lnTo>
                  <a:pt x="10251" y="6364"/>
                </a:lnTo>
                <a:lnTo>
                  <a:pt x="4734" y="6364"/>
                </a:lnTo>
                <a:lnTo>
                  <a:pt x="5742" y="4826"/>
                </a:lnTo>
                <a:close/>
                <a:moveTo>
                  <a:pt x="6901" y="7546"/>
                </a:moveTo>
                <a:lnTo>
                  <a:pt x="6901" y="15749"/>
                </a:lnTo>
                <a:lnTo>
                  <a:pt x="4611" y="15749"/>
                </a:lnTo>
                <a:lnTo>
                  <a:pt x="4611" y="7546"/>
                </a:lnTo>
                <a:close/>
                <a:moveTo>
                  <a:pt x="10375" y="7546"/>
                </a:moveTo>
                <a:lnTo>
                  <a:pt x="10375" y="15749"/>
                </a:lnTo>
                <a:lnTo>
                  <a:pt x="8083" y="15749"/>
                </a:lnTo>
                <a:lnTo>
                  <a:pt x="8083" y="7546"/>
                </a:lnTo>
                <a:close/>
                <a:moveTo>
                  <a:pt x="3427" y="12378"/>
                </a:moveTo>
                <a:lnTo>
                  <a:pt x="3427" y="17652"/>
                </a:lnTo>
                <a:lnTo>
                  <a:pt x="1183" y="17652"/>
                </a:lnTo>
                <a:lnTo>
                  <a:pt x="1183" y="14081"/>
                </a:lnTo>
                <a:lnTo>
                  <a:pt x="3427" y="12378"/>
                </a:lnTo>
                <a:close/>
                <a:moveTo>
                  <a:pt x="11558" y="12378"/>
                </a:moveTo>
                <a:lnTo>
                  <a:pt x="13802" y="14081"/>
                </a:lnTo>
                <a:lnTo>
                  <a:pt x="13802" y="17652"/>
                </a:lnTo>
                <a:lnTo>
                  <a:pt x="11558" y="17652"/>
                </a:lnTo>
                <a:lnTo>
                  <a:pt x="11558" y="12378"/>
                </a:lnTo>
                <a:close/>
                <a:moveTo>
                  <a:pt x="10375" y="16931"/>
                </a:moveTo>
                <a:lnTo>
                  <a:pt x="10375" y="19022"/>
                </a:lnTo>
                <a:lnTo>
                  <a:pt x="4611" y="19022"/>
                </a:lnTo>
                <a:lnTo>
                  <a:pt x="4611" y="16931"/>
                </a:lnTo>
                <a:close/>
                <a:moveTo>
                  <a:pt x="7492" y="0"/>
                </a:moveTo>
                <a:lnTo>
                  <a:pt x="3427" y="6199"/>
                </a:lnTo>
                <a:lnTo>
                  <a:pt x="3427" y="10890"/>
                </a:lnTo>
                <a:lnTo>
                  <a:pt x="0" y="13494"/>
                </a:lnTo>
                <a:lnTo>
                  <a:pt x="0" y="18835"/>
                </a:lnTo>
                <a:lnTo>
                  <a:pt x="3427" y="18835"/>
                </a:lnTo>
                <a:lnTo>
                  <a:pt x="3427" y="20205"/>
                </a:lnTo>
                <a:lnTo>
                  <a:pt x="11558" y="20205"/>
                </a:lnTo>
                <a:lnTo>
                  <a:pt x="11558" y="18835"/>
                </a:lnTo>
                <a:lnTo>
                  <a:pt x="14986" y="18835"/>
                </a:lnTo>
                <a:lnTo>
                  <a:pt x="14986" y="13494"/>
                </a:lnTo>
                <a:lnTo>
                  <a:pt x="11558" y="10892"/>
                </a:lnTo>
                <a:lnTo>
                  <a:pt x="11558" y="6199"/>
                </a:lnTo>
                <a:lnTo>
                  <a:pt x="749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502" name="Google Shape;19502;p91"/>
          <p:cNvGrpSpPr/>
          <p:nvPr/>
        </p:nvGrpSpPr>
        <p:grpSpPr>
          <a:xfrm>
            <a:off x="2519072" y="2900056"/>
            <a:ext cx="362691" cy="314090"/>
            <a:chOff x="2209860" y="4339408"/>
            <a:chExt cx="375340" cy="325044"/>
          </a:xfrm>
        </p:grpSpPr>
        <p:sp>
          <p:nvSpPr>
            <p:cNvPr id="19503" name="Google Shape;19503;p91"/>
            <p:cNvSpPr/>
            <p:nvPr/>
          </p:nvSpPr>
          <p:spPr>
            <a:xfrm>
              <a:off x="2209860" y="4339408"/>
              <a:ext cx="375340" cy="325044"/>
            </a:xfrm>
            <a:custGeom>
              <a:rect b="b" l="l" r="r" t="t"/>
              <a:pathLst>
                <a:path extrusionOk="0" h="17499" w="20204">
                  <a:moveTo>
                    <a:pt x="16503" y="5384"/>
                  </a:moveTo>
                  <a:cubicBezTo>
                    <a:pt x="16927" y="5386"/>
                    <a:pt x="17272" y="5729"/>
                    <a:pt x="17272" y="6155"/>
                  </a:cubicBezTo>
                  <a:lnTo>
                    <a:pt x="17272" y="8777"/>
                  </a:lnTo>
                  <a:lnTo>
                    <a:pt x="15971" y="8777"/>
                  </a:lnTo>
                  <a:lnTo>
                    <a:pt x="15971" y="5384"/>
                  </a:lnTo>
                  <a:close/>
                  <a:moveTo>
                    <a:pt x="5492" y="1183"/>
                  </a:moveTo>
                  <a:cubicBezTo>
                    <a:pt x="6541" y="1184"/>
                    <a:pt x="7394" y="2035"/>
                    <a:pt x="7394" y="3085"/>
                  </a:cubicBezTo>
                  <a:lnTo>
                    <a:pt x="7394" y="9683"/>
                  </a:lnTo>
                  <a:cubicBezTo>
                    <a:pt x="6853" y="9257"/>
                    <a:pt x="6186" y="9026"/>
                    <a:pt x="5498" y="9026"/>
                  </a:cubicBezTo>
                  <a:cubicBezTo>
                    <a:pt x="5496" y="9026"/>
                    <a:pt x="5494" y="9026"/>
                    <a:pt x="5492" y="9026"/>
                  </a:cubicBezTo>
                  <a:lnTo>
                    <a:pt x="1184" y="9026"/>
                  </a:lnTo>
                  <a:lnTo>
                    <a:pt x="1184" y="1183"/>
                  </a:lnTo>
                  <a:close/>
                  <a:moveTo>
                    <a:pt x="14787" y="1183"/>
                  </a:moveTo>
                  <a:lnTo>
                    <a:pt x="14787" y="9005"/>
                  </a:lnTo>
                  <a:cubicBezTo>
                    <a:pt x="14772" y="9012"/>
                    <a:pt x="14759" y="9018"/>
                    <a:pt x="14744" y="9026"/>
                  </a:cubicBezTo>
                  <a:lnTo>
                    <a:pt x="10480" y="9026"/>
                  </a:lnTo>
                  <a:cubicBezTo>
                    <a:pt x="10478" y="9026"/>
                    <a:pt x="10475" y="9026"/>
                    <a:pt x="10473" y="9026"/>
                  </a:cubicBezTo>
                  <a:cubicBezTo>
                    <a:pt x="9786" y="9026"/>
                    <a:pt x="9118" y="9257"/>
                    <a:pt x="8578" y="9683"/>
                  </a:cubicBezTo>
                  <a:lnTo>
                    <a:pt x="8578" y="3085"/>
                  </a:lnTo>
                  <a:cubicBezTo>
                    <a:pt x="8578" y="2035"/>
                    <a:pt x="9430" y="1184"/>
                    <a:pt x="10480" y="1183"/>
                  </a:cubicBezTo>
                  <a:close/>
                  <a:moveTo>
                    <a:pt x="5492" y="10210"/>
                  </a:moveTo>
                  <a:cubicBezTo>
                    <a:pt x="6314" y="10210"/>
                    <a:pt x="7043" y="10738"/>
                    <a:pt x="7300" y="11519"/>
                  </a:cubicBezTo>
                  <a:lnTo>
                    <a:pt x="1184" y="11519"/>
                  </a:lnTo>
                  <a:lnTo>
                    <a:pt x="1184" y="10210"/>
                  </a:lnTo>
                  <a:close/>
                  <a:moveTo>
                    <a:pt x="13596" y="10210"/>
                  </a:moveTo>
                  <a:cubicBezTo>
                    <a:pt x="13452" y="10525"/>
                    <a:pt x="13378" y="10867"/>
                    <a:pt x="13378" y="11213"/>
                  </a:cubicBezTo>
                  <a:lnTo>
                    <a:pt x="13378" y="11519"/>
                  </a:lnTo>
                  <a:lnTo>
                    <a:pt x="8673" y="11519"/>
                  </a:lnTo>
                  <a:cubicBezTo>
                    <a:pt x="8928" y="10738"/>
                    <a:pt x="9659" y="10210"/>
                    <a:pt x="10480" y="10210"/>
                  </a:cubicBezTo>
                  <a:close/>
                  <a:moveTo>
                    <a:pt x="16200" y="9960"/>
                  </a:moveTo>
                  <a:lnTo>
                    <a:pt x="16200" y="12149"/>
                  </a:lnTo>
                  <a:lnTo>
                    <a:pt x="14562" y="12149"/>
                  </a:lnTo>
                  <a:lnTo>
                    <a:pt x="14562" y="11213"/>
                  </a:lnTo>
                  <a:cubicBezTo>
                    <a:pt x="14562" y="10522"/>
                    <a:pt x="15123" y="9962"/>
                    <a:pt x="15814" y="9960"/>
                  </a:cubicBezTo>
                  <a:close/>
                  <a:moveTo>
                    <a:pt x="17769" y="9960"/>
                  </a:moveTo>
                  <a:cubicBezTo>
                    <a:pt x="18460" y="9962"/>
                    <a:pt x="19020" y="10522"/>
                    <a:pt x="19021" y="11213"/>
                  </a:cubicBezTo>
                  <a:lnTo>
                    <a:pt x="19021" y="12149"/>
                  </a:lnTo>
                  <a:lnTo>
                    <a:pt x="17383" y="12149"/>
                  </a:lnTo>
                  <a:lnTo>
                    <a:pt x="17383" y="9960"/>
                  </a:lnTo>
                  <a:close/>
                  <a:moveTo>
                    <a:pt x="19021" y="13333"/>
                  </a:moveTo>
                  <a:lnTo>
                    <a:pt x="19021" y="14369"/>
                  </a:lnTo>
                  <a:cubicBezTo>
                    <a:pt x="19020" y="15444"/>
                    <a:pt x="18149" y="16315"/>
                    <a:pt x="17074" y="16316"/>
                  </a:cubicBezTo>
                  <a:lnTo>
                    <a:pt x="16509" y="16316"/>
                  </a:lnTo>
                  <a:cubicBezTo>
                    <a:pt x="15434" y="16315"/>
                    <a:pt x="14563" y="15444"/>
                    <a:pt x="14562" y="14369"/>
                  </a:cubicBezTo>
                  <a:lnTo>
                    <a:pt x="14562" y="13333"/>
                  </a:lnTo>
                  <a:close/>
                  <a:moveTo>
                    <a:pt x="0" y="1"/>
                  </a:moveTo>
                  <a:lnTo>
                    <a:pt x="0" y="12703"/>
                  </a:lnTo>
                  <a:lnTo>
                    <a:pt x="13378" y="12703"/>
                  </a:lnTo>
                  <a:lnTo>
                    <a:pt x="13378" y="14368"/>
                  </a:lnTo>
                  <a:cubicBezTo>
                    <a:pt x="13378" y="16094"/>
                    <a:pt x="14783" y="17499"/>
                    <a:pt x="16509" y="17499"/>
                  </a:cubicBezTo>
                  <a:lnTo>
                    <a:pt x="17074" y="17499"/>
                  </a:lnTo>
                  <a:cubicBezTo>
                    <a:pt x="18800" y="17499"/>
                    <a:pt x="20204" y="16094"/>
                    <a:pt x="20204" y="14368"/>
                  </a:cubicBezTo>
                  <a:lnTo>
                    <a:pt x="20204" y="11213"/>
                  </a:lnTo>
                  <a:cubicBezTo>
                    <a:pt x="20204" y="10108"/>
                    <a:pt x="19465" y="9174"/>
                    <a:pt x="18455" y="8877"/>
                  </a:cubicBezTo>
                  <a:lnTo>
                    <a:pt x="18455" y="6155"/>
                  </a:lnTo>
                  <a:cubicBezTo>
                    <a:pt x="18454" y="5075"/>
                    <a:pt x="17581" y="4202"/>
                    <a:pt x="16503" y="4200"/>
                  </a:cubicBezTo>
                  <a:lnTo>
                    <a:pt x="15971" y="4200"/>
                  </a:lnTo>
                  <a:lnTo>
                    <a:pt x="15971" y="1"/>
                  </a:lnTo>
                  <a:lnTo>
                    <a:pt x="10480" y="1"/>
                  </a:lnTo>
                  <a:cubicBezTo>
                    <a:pt x="9493" y="1"/>
                    <a:pt x="8566" y="472"/>
                    <a:pt x="7985" y="1271"/>
                  </a:cubicBezTo>
                  <a:cubicBezTo>
                    <a:pt x="7406" y="472"/>
                    <a:pt x="6478" y="1"/>
                    <a:pt x="5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4" name="Google Shape;19504;p91"/>
            <p:cNvSpPr/>
            <p:nvPr/>
          </p:nvSpPr>
          <p:spPr>
            <a:xfrm>
              <a:off x="2256954" y="4403473"/>
              <a:ext cx="65170" cy="22011"/>
            </a:xfrm>
            <a:custGeom>
              <a:rect b="b" l="l" r="r" t="t"/>
              <a:pathLst>
                <a:path extrusionOk="0" h="1185" w="3508">
                  <a:moveTo>
                    <a:pt x="0" y="0"/>
                  </a:moveTo>
                  <a:lnTo>
                    <a:pt x="0" y="1184"/>
                  </a:lnTo>
                  <a:lnTo>
                    <a:pt x="3507" y="1184"/>
                  </a:lnTo>
                  <a:lnTo>
                    <a:pt x="350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5" name="Google Shape;19505;p91"/>
            <p:cNvSpPr/>
            <p:nvPr/>
          </p:nvSpPr>
          <p:spPr>
            <a:xfrm>
              <a:off x="2256954" y="4450449"/>
              <a:ext cx="65170" cy="22011"/>
            </a:xfrm>
            <a:custGeom>
              <a:rect b="b" l="l" r="r" t="t"/>
              <a:pathLst>
                <a:path extrusionOk="0" h="1185" w="3508">
                  <a:moveTo>
                    <a:pt x="0" y="1"/>
                  </a:moveTo>
                  <a:lnTo>
                    <a:pt x="0" y="1185"/>
                  </a:lnTo>
                  <a:lnTo>
                    <a:pt x="3507" y="1185"/>
                  </a:lnTo>
                  <a:lnTo>
                    <a:pt x="35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6" name="Google Shape;19506;p91"/>
            <p:cNvSpPr/>
            <p:nvPr/>
          </p:nvSpPr>
          <p:spPr>
            <a:xfrm>
              <a:off x="2395003" y="4403473"/>
              <a:ext cx="65170" cy="22011"/>
            </a:xfrm>
            <a:custGeom>
              <a:rect b="b" l="l" r="r" t="t"/>
              <a:pathLst>
                <a:path extrusionOk="0" h="1185" w="3508">
                  <a:moveTo>
                    <a:pt x="0" y="0"/>
                  </a:moveTo>
                  <a:lnTo>
                    <a:pt x="0" y="1184"/>
                  </a:lnTo>
                  <a:lnTo>
                    <a:pt x="3507" y="1184"/>
                  </a:lnTo>
                  <a:lnTo>
                    <a:pt x="350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7" name="Google Shape;19507;p91"/>
            <p:cNvSpPr/>
            <p:nvPr/>
          </p:nvSpPr>
          <p:spPr>
            <a:xfrm>
              <a:off x="2395003" y="4450449"/>
              <a:ext cx="65170" cy="22011"/>
            </a:xfrm>
            <a:custGeom>
              <a:rect b="b" l="l" r="r" t="t"/>
              <a:pathLst>
                <a:path extrusionOk="0" h="1185" w="3508">
                  <a:moveTo>
                    <a:pt x="0" y="1"/>
                  </a:moveTo>
                  <a:lnTo>
                    <a:pt x="0" y="1185"/>
                  </a:lnTo>
                  <a:lnTo>
                    <a:pt x="3507" y="1185"/>
                  </a:lnTo>
                  <a:lnTo>
                    <a:pt x="35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08" name="Google Shape;19508;p91"/>
          <p:cNvGrpSpPr/>
          <p:nvPr/>
        </p:nvGrpSpPr>
        <p:grpSpPr>
          <a:xfrm>
            <a:off x="3271783" y="1765682"/>
            <a:ext cx="362583" cy="362660"/>
            <a:chOff x="1708434" y="4217965"/>
            <a:chExt cx="375228" cy="375308"/>
          </a:xfrm>
        </p:grpSpPr>
        <p:sp>
          <p:nvSpPr>
            <p:cNvPr id="19509" name="Google Shape;19509;p91"/>
            <p:cNvSpPr/>
            <p:nvPr/>
          </p:nvSpPr>
          <p:spPr>
            <a:xfrm>
              <a:off x="1708434" y="4217965"/>
              <a:ext cx="375228" cy="375308"/>
            </a:xfrm>
            <a:custGeom>
              <a:rect b="b" l="l" r="r" t="t"/>
              <a:pathLst>
                <a:path extrusionOk="0" h="20205" w="20198">
                  <a:moveTo>
                    <a:pt x="4447" y="1626"/>
                  </a:moveTo>
                  <a:lnTo>
                    <a:pt x="4447" y="4447"/>
                  </a:lnTo>
                  <a:lnTo>
                    <a:pt x="1626" y="4447"/>
                  </a:lnTo>
                  <a:lnTo>
                    <a:pt x="4447" y="1626"/>
                  </a:lnTo>
                  <a:close/>
                  <a:moveTo>
                    <a:pt x="19014" y="8653"/>
                  </a:moveTo>
                  <a:lnTo>
                    <a:pt x="19014" y="16009"/>
                  </a:lnTo>
                  <a:lnTo>
                    <a:pt x="3946" y="16009"/>
                  </a:lnTo>
                  <a:lnTo>
                    <a:pt x="3946" y="8653"/>
                  </a:lnTo>
                  <a:close/>
                  <a:moveTo>
                    <a:pt x="13929" y="1185"/>
                  </a:moveTo>
                  <a:lnTo>
                    <a:pt x="13929" y="7469"/>
                  </a:lnTo>
                  <a:lnTo>
                    <a:pt x="2762" y="7469"/>
                  </a:lnTo>
                  <a:lnTo>
                    <a:pt x="2762" y="17193"/>
                  </a:lnTo>
                  <a:lnTo>
                    <a:pt x="13930" y="17193"/>
                  </a:lnTo>
                  <a:lnTo>
                    <a:pt x="13930" y="19020"/>
                  </a:lnTo>
                  <a:lnTo>
                    <a:pt x="1183" y="19020"/>
                  </a:lnTo>
                  <a:lnTo>
                    <a:pt x="1183" y="5629"/>
                  </a:lnTo>
                  <a:lnTo>
                    <a:pt x="5629" y="5629"/>
                  </a:lnTo>
                  <a:lnTo>
                    <a:pt x="5629" y="1185"/>
                  </a:lnTo>
                  <a:close/>
                  <a:moveTo>
                    <a:pt x="4399" y="1"/>
                  </a:moveTo>
                  <a:lnTo>
                    <a:pt x="0" y="4399"/>
                  </a:lnTo>
                  <a:lnTo>
                    <a:pt x="0" y="20204"/>
                  </a:lnTo>
                  <a:lnTo>
                    <a:pt x="15114" y="20204"/>
                  </a:lnTo>
                  <a:lnTo>
                    <a:pt x="15114" y="17193"/>
                  </a:lnTo>
                  <a:lnTo>
                    <a:pt x="20198" y="17193"/>
                  </a:lnTo>
                  <a:lnTo>
                    <a:pt x="20198" y="7469"/>
                  </a:lnTo>
                  <a:lnTo>
                    <a:pt x="15114" y="7469"/>
                  </a:lnTo>
                  <a:lnTo>
                    <a:pt x="1511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0" name="Google Shape;19510;p91"/>
            <p:cNvSpPr/>
            <p:nvPr/>
          </p:nvSpPr>
          <p:spPr>
            <a:xfrm>
              <a:off x="1802436" y="4399591"/>
              <a:ext cx="67251" cy="95661"/>
            </a:xfrm>
            <a:custGeom>
              <a:rect b="b" l="l" r="r" t="t"/>
              <a:pathLst>
                <a:path extrusionOk="0" h="5150" w="3620">
                  <a:moveTo>
                    <a:pt x="1881" y="1184"/>
                  </a:moveTo>
                  <a:cubicBezTo>
                    <a:pt x="2187" y="1184"/>
                    <a:pt x="2435" y="1432"/>
                    <a:pt x="2435" y="1740"/>
                  </a:cubicBezTo>
                  <a:lnTo>
                    <a:pt x="2435" y="3410"/>
                  </a:lnTo>
                  <a:cubicBezTo>
                    <a:pt x="2435" y="3718"/>
                    <a:pt x="2187" y="3966"/>
                    <a:pt x="1881" y="3966"/>
                  </a:cubicBezTo>
                  <a:lnTo>
                    <a:pt x="1184" y="3966"/>
                  </a:lnTo>
                  <a:lnTo>
                    <a:pt x="1184" y="1184"/>
                  </a:lnTo>
                  <a:close/>
                  <a:moveTo>
                    <a:pt x="0" y="0"/>
                  </a:moveTo>
                  <a:lnTo>
                    <a:pt x="0" y="5150"/>
                  </a:lnTo>
                  <a:lnTo>
                    <a:pt x="1880" y="5150"/>
                  </a:lnTo>
                  <a:cubicBezTo>
                    <a:pt x="2840" y="5148"/>
                    <a:pt x="3618" y="4370"/>
                    <a:pt x="3619" y="3412"/>
                  </a:cubicBezTo>
                  <a:lnTo>
                    <a:pt x="3619" y="1740"/>
                  </a:lnTo>
                  <a:cubicBezTo>
                    <a:pt x="3618" y="780"/>
                    <a:pt x="2840" y="2"/>
                    <a:pt x="18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1" name="Google Shape;19511;p91"/>
            <p:cNvSpPr/>
            <p:nvPr/>
          </p:nvSpPr>
          <p:spPr>
            <a:xfrm>
              <a:off x="1888004" y="4399591"/>
              <a:ext cx="67251" cy="95661"/>
            </a:xfrm>
            <a:custGeom>
              <a:rect b="b" l="l" r="r" t="t"/>
              <a:pathLst>
                <a:path extrusionOk="0" h="5150" w="3620">
                  <a:moveTo>
                    <a:pt x="1878" y="1184"/>
                  </a:moveTo>
                  <a:cubicBezTo>
                    <a:pt x="2186" y="1184"/>
                    <a:pt x="2435" y="1434"/>
                    <a:pt x="2435" y="1741"/>
                  </a:cubicBezTo>
                  <a:lnTo>
                    <a:pt x="2435" y="3409"/>
                  </a:lnTo>
                  <a:cubicBezTo>
                    <a:pt x="2435" y="3717"/>
                    <a:pt x="2186" y="3966"/>
                    <a:pt x="1878" y="3966"/>
                  </a:cubicBezTo>
                  <a:lnTo>
                    <a:pt x="1741" y="3966"/>
                  </a:lnTo>
                  <a:cubicBezTo>
                    <a:pt x="1433" y="3966"/>
                    <a:pt x="1184" y="3717"/>
                    <a:pt x="1184" y="3409"/>
                  </a:cubicBezTo>
                  <a:lnTo>
                    <a:pt x="1184" y="1741"/>
                  </a:lnTo>
                  <a:cubicBezTo>
                    <a:pt x="1184" y="1434"/>
                    <a:pt x="1433" y="1184"/>
                    <a:pt x="1741" y="1184"/>
                  </a:cubicBezTo>
                  <a:close/>
                  <a:moveTo>
                    <a:pt x="1741" y="0"/>
                  </a:moveTo>
                  <a:cubicBezTo>
                    <a:pt x="781" y="2"/>
                    <a:pt x="2" y="780"/>
                    <a:pt x="0" y="1741"/>
                  </a:cubicBezTo>
                  <a:lnTo>
                    <a:pt x="0" y="3409"/>
                  </a:lnTo>
                  <a:cubicBezTo>
                    <a:pt x="2" y="4369"/>
                    <a:pt x="781" y="5148"/>
                    <a:pt x="1741" y="5150"/>
                  </a:cubicBezTo>
                  <a:lnTo>
                    <a:pt x="1878" y="5150"/>
                  </a:lnTo>
                  <a:cubicBezTo>
                    <a:pt x="2840" y="5148"/>
                    <a:pt x="3619" y="4369"/>
                    <a:pt x="3619" y="3409"/>
                  </a:cubicBezTo>
                  <a:lnTo>
                    <a:pt x="3619" y="1741"/>
                  </a:lnTo>
                  <a:cubicBezTo>
                    <a:pt x="3619" y="780"/>
                    <a:pt x="2840" y="2"/>
                    <a:pt x="18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2" name="Google Shape;19512;p91"/>
            <p:cNvSpPr/>
            <p:nvPr/>
          </p:nvSpPr>
          <p:spPr>
            <a:xfrm>
              <a:off x="1973758" y="4399591"/>
              <a:ext cx="67251" cy="95661"/>
            </a:xfrm>
            <a:custGeom>
              <a:rect b="b" l="l" r="r" t="t"/>
              <a:pathLst>
                <a:path extrusionOk="0" h="5150" w="3620">
                  <a:moveTo>
                    <a:pt x="1743" y="0"/>
                  </a:moveTo>
                  <a:cubicBezTo>
                    <a:pt x="781" y="2"/>
                    <a:pt x="2" y="780"/>
                    <a:pt x="1" y="1741"/>
                  </a:cubicBezTo>
                  <a:lnTo>
                    <a:pt x="1" y="3409"/>
                  </a:lnTo>
                  <a:cubicBezTo>
                    <a:pt x="2" y="4370"/>
                    <a:pt x="781" y="5148"/>
                    <a:pt x="1743" y="5150"/>
                  </a:cubicBezTo>
                  <a:lnTo>
                    <a:pt x="1879" y="5150"/>
                  </a:lnTo>
                  <a:cubicBezTo>
                    <a:pt x="2840" y="5148"/>
                    <a:pt x="3620" y="4369"/>
                    <a:pt x="3620" y="3409"/>
                  </a:cubicBezTo>
                  <a:lnTo>
                    <a:pt x="2437" y="3409"/>
                  </a:lnTo>
                  <a:cubicBezTo>
                    <a:pt x="2436" y="3717"/>
                    <a:pt x="2186" y="3966"/>
                    <a:pt x="1879" y="3966"/>
                  </a:cubicBezTo>
                  <a:lnTo>
                    <a:pt x="1743" y="3966"/>
                  </a:lnTo>
                  <a:cubicBezTo>
                    <a:pt x="1435" y="3966"/>
                    <a:pt x="1186" y="3717"/>
                    <a:pt x="1185" y="3409"/>
                  </a:cubicBezTo>
                  <a:lnTo>
                    <a:pt x="1185" y="1741"/>
                  </a:lnTo>
                  <a:cubicBezTo>
                    <a:pt x="1186" y="1434"/>
                    <a:pt x="1435" y="1184"/>
                    <a:pt x="1743" y="1184"/>
                  </a:cubicBezTo>
                  <a:lnTo>
                    <a:pt x="1879" y="1184"/>
                  </a:lnTo>
                  <a:cubicBezTo>
                    <a:pt x="2186" y="1184"/>
                    <a:pt x="2436" y="1434"/>
                    <a:pt x="2437" y="1741"/>
                  </a:cubicBezTo>
                  <a:lnTo>
                    <a:pt x="3620" y="1741"/>
                  </a:lnTo>
                  <a:cubicBezTo>
                    <a:pt x="3620" y="781"/>
                    <a:pt x="2840" y="2"/>
                    <a:pt x="18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3" name="Google Shape;19513;p91"/>
            <p:cNvSpPr/>
            <p:nvPr/>
          </p:nvSpPr>
          <p:spPr>
            <a:xfrm>
              <a:off x="1838960" y="4300531"/>
              <a:ext cx="100783" cy="22011"/>
            </a:xfrm>
            <a:custGeom>
              <a:rect b="b" l="l" r="r" t="t"/>
              <a:pathLst>
                <a:path extrusionOk="0" h="1185" w="5425">
                  <a:moveTo>
                    <a:pt x="0" y="0"/>
                  </a:moveTo>
                  <a:lnTo>
                    <a:pt x="0" y="1184"/>
                  </a:lnTo>
                  <a:lnTo>
                    <a:pt x="5425" y="1184"/>
                  </a:lnTo>
                  <a:lnTo>
                    <a:pt x="542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14" name="Google Shape;19514;p91"/>
          <p:cNvGrpSpPr/>
          <p:nvPr/>
        </p:nvGrpSpPr>
        <p:grpSpPr>
          <a:xfrm>
            <a:off x="4773390" y="3452375"/>
            <a:ext cx="362709" cy="320982"/>
            <a:chOff x="1154806" y="4245976"/>
            <a:chExt cx="375358" cy="332177"/>
          </a:xfrm>
        </p:grpSpPr>
        <p:sp>
          <p:nvSpPr>
            <p:cNvPr id="19515" name="Google Shape;19515;p91"/>
            <p:cNvSpPr/>
            <p:nvPr/>
          </p:nvSpPr>
          <p:spPr>
            <a:xfrm>
              <a:off x="1303984" y="4400315"/>
              <a:ext cx="67158" cy="95531"/>
            </a:xfrm>
            <a:custGeom>
              <a:rect b="b" l="l" r="r" t="t"/>
              <a:pathLst>
                <a:path extrusionOk="0" h="5143" w="3615">
                  <a:moveTo>
                    <a:pt x="1807" y="1196"/>
                  </a:moveTo>
                  <a:cubicBezTo>
                    <a:pt x="2147" y="1196"/>
                    <a:pt x="2425" y="1469"/>
                    <a:pt x="2431" y="1810"/>
                  </a:cubicBezTo>
                  <a:lnTo>
                    <a:pt x="2431" y="2465"/>
                  </a:lnTo>
                  <a:lnTo>
                    <a:pt x="1184" y="2464"/>
                  </a:lnTo>
                  <a:lnTo>
                    <a:pt x="1184" y="1810"/>
                  </a:lnTo>
                  <a:cubicBezTo>
                    <a:pt x="1188" y="1469"/>
                    <a:pt x="1466" y="1196"/>
                    <a:pt x="1807" y="1196"/>
                  </a:cubicBezTo>
                  <a:close/>
                  <a:moveTo>
                    <a:pt x="1807" y="0"/>
                  </a:moveTo>
                  <a:cubicBezTo>
                    <a:pt x="809" y="2"/>
                    <a:pt x="0" y="811"/>
                    <a:pt x="0" y="1810"/>
                  </a:cubicBezTo>
                  <a:lnTo>
                    <a:pt x="0" y="5142"/>
                  </a:lnTo>
                  <a:lnTo>
                    <a:pt x="1184" y="5142"/>
                  </a:lnTo>
                  <a:lnTo>
                    <a:pt x="1184" y="3648"/>
                  </a:lnTo>
                  <a:lnTo>
                    <a:pt x="2431" y="3648"/>
                  </a:lnTo>
                  <a:lnTo>
                    <a:pt x="2431" y="5142"/>
                  </a:lnTo>
                  <a:lnTo>
                    <a:pt x="3615" y="5142"/>
                  </a:lnTo>
                  <a:lnTo>
                    <a:pt x="3615" y="1810"/>
                  </a:lnTo>
                  <a:cubicBezTo>
                    <a:pt x="3613" y="811"/>
                    <a:pt x="2804" y="3"/>
                    <a:pt x="1807" y="2"/>
                  </a:cubicBezTo>
                  <a:lnTo>
                    <a:pt x="180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6" name="Google Shape;19516;p91"/>
            <p:cNvSpPr/>
            <p:nvPr/>
          </p:nvSpPr>
          <p:spPr>
            <a:xfrm>
              <a:off x="1154806" y="4245976"/>
              <a:ext cx="375358" cy="332177"/>
            </a:xfrm>
            <a:custGeom>
              <a:rect b="b" l="l" r="r" t="t"/>
              <a:pathLst>
                <a:path extrusionOk="0" h="17883" w="20205">
                  <a:moveTo>
                    <a:pt x="13394" y="1184"/>
                  </a:moveTo>
                  <a:lnTo>
                    <a:pt x="11167" y="3872"/>
                  </a:lnTo>
                  <a:lnTo>
                    <a:pt x="1184" y="3872"/>
                  </a:lnTo>
                  <a:lnTo>
                    <a:pt x="1184" y="1184"/>
                  </a:lnTo>
                  <a:close/>
                  <a:moveTo>
                    <a:pt x="19020" y="1184"/>
                  </a:moveTo>
                  <a:lnTo>
                    <a:pt x="19020" y="16697"/>
                  </a:lnTo>
                  <a:lnTo>
                    <a:pt x="1184" y="16697"/>
                  </a:lnTo>
                  <a:lnTo>
                    <a:pt x="1184" y="5056"/>
                  </a:lnTo>
                  <a:lnTo>
                    <a:pt x="11722" y="5056"/>
                  </a:lnTo>
                  <a:lnTo>
                    <a:pt x="14931" y="1184"/>
                  </a:lnTo>
                  <a:close/>
                  <a:moveTo>
                    <a:pt x="1" y="1"/>
                  </a:moveTo>
                  <a:lnTo>
                    <a:pt x="1" y="17882"/>
                  </a:lnTo>
                  <a:lnTo>
                    <a:pt x="20204" y="17882"/>
                  </a:lnTo>
                  <a:lnTo>
                    <a:pt x="2020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7" name="Google Shape;19517;p91"/>
            <p:cNvSpPr/>
            <p:nvPr/>
          </p:nvSpPr>
          <p:spPr>
            <a:xfrm>
              <a:off x="1201956" y="4281974"/>
              <a:ext cx="22014" cy="22123"/>
            </a:xfrm>
            <a:custGeom>
              <a:rect b="b" l="l" r="r" t="t"/>
              <a:pathLst>
                <a:path extrusionOk="0" h="1191" w="1185">
                  <a:moveTo>
                    <a:pt x="1" y="0"/>
                  </a:moveTo>
                  <a:lnTo>
                    <a:pt x="1" y="1190"/>
                  </a:lnTo>
                  <a:lnTo>
                    <a:pt x="1185" y="1190"/>
                  </a:lnTo>
                  <a:lnTo>
                    <a:pt x="118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8" name="Google Shape;19518;p91"/>
            <p:cNvSpPr/>
            <p:nvPr/>
          </p:nvSpPr>
          <p:spPr>
            <a:xfrm>
              <a:off x="1242529" y="4281974"/>
              <a:ext cx="22014" cy="22123"/>
            </a:xfrm>
            <a:custGeom>
              <a:rect b="b" l="l" r="r" t="t"/>
              <a:pathLst>
                <a:path extrusionOk="0" h="1191" w="1185">
                  <a:moveTo>
                    <a:pt x="1" y="0"/>
                  </a:moveTo>
                  <a:lnTo>
                    <a:pt x="1" y="1190"/>
                  </a:lnTo>
                  <a:lnTo>
                    <a:pt x="1185" y="1190"/>
                  </a:lnTo>
                  <a:lnTo>
                    <a:pt x="118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9" name="Google Shape;19519;p91"/>
            <p:cNvSpPr/>
            <p:nvPr/>
          </p:nvSpPr>
          <p:spPr>
            <a:xfrm>
              <a:off x="1283084" y="4281974"/>
              <a:ext cx="22014" cy="22123"/>
            </a:xfrm>
            <a:custGeom>
              <a:rect b="b" l="l" r="r" t="t"/>
              <a:pathLst>
                <a:path extrusionOk="0" h="1191" w="1185">
                  <a:moveTo>
                    <a:pt x="1" y="0"/>
                  </a:moveTo>
                  <a:lnTo>
                    <a:pt x="1" y="1190"/>
                  </a:lnTo>
                  <a:lnTo>
                    <a:pt x="1185" y="1190"/>
                  </a:lnTo>
                  <a:lnTo>
                    <a:pt x="118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0" name="Google Shape;19520;p91"/>
            <p:cNvSpPr/>
            <p:nvPr/>
          </p:nvSpPr>
          <p:spPr>
            <a:xfrm>
              <a:off x="1203405" y="4359488"/>
              <a:ext cx="278179" cy="175738"/>
            </a:xfrm>
            <a:custGeom>
              <a:rect b="b" l="l" r="r" t="t"/>
              <a:pathLst>
                <a:path extrusionOk="0" h="9461" w="14974">
                  <a:moveTo>
                    <a:pt x="13790" y="1184"/>
                  </a:moveTo>
                  <a:lnTo>
                    <a:pt x="13790" y="8276"/>
                  </a:lnTo>
                  <a:lnTo>
                    <a:pt x="1184" y="8276"/>
                  </a:lnTo>
                  <a:lnTo>
                    <a:pt x="1184" y="1184"/>
                  </a:lnTo>
                  <a:close/>
                  <a:moveTo>
                    <a:pt x="0" y="0"/>
                  </a:moveTo>
                  <a:lnTo>
                    <a:pt x="0" y="9460"/>
                  </a:lnTo>
                  <a:lnTo>
                    <a:pt x="14974" y="9460"/>
                  </a:lnTo>
                  <a:lnTo>
                    <a:pt x="1497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21" name="Google Shape;19521;p91"/>
          <p:cNvGrpSpPr/>
          <p:nvPr/>
        </p:nvGrpSpPr>
        <p:grpSpPr>
          <a:xfrm>
            <a:off x="1756738" y="2311403"/>
            <a:ext cx="362709" cy="362660"/>
            <a:chOff x="5644784" y="1994946"/>
            <a:chExt cx="375358" cy="375308"/>
          </a:xfrm>
        </p:grpSpPr>
        <p:sp>
          <p:nvSpPr>
            <p:cNvPr id="19522" name="Google Shape;19522;p91"/>
            <p:cNvSpPr/>
            <p:nvPr/>
          </p:nvSpPr>
          <p:spPr>
            <a:xfrm>
              <a:off x="5644784" y="1994946"/>
              <a:ext cx="375358" cy="375308"/>
            </a:xfrm>
            <a:custGeom>
              <a:rect b="b" l="l" r="r" t="t"/>
              <a:pathLst>
                <a:path extrusionOk="0" h="20205" w="20205">
                  <a:moveTo>
                    <a:pt x="8419" y="8813"/>
                  </a:moveTo>
                  <a:lnTo>
                    <a:pt x="8419" y="10607"/>
                  </a:lnTo>
                  <a:lnTo>
                    <a:pt x="6624" y="10607"/>
                  </a:lnTo>
                  <a:lnTo>
                    <a:pt x="8419" y="8813"/>
                  </a:lnTo>
                  <a:close/>
                  <a:moveTo>
                    <a:pt x="9895" y="1185"/>
                  </a:moveTo>
                  <a:cubicBezTo>
                    <a:pt x="12011" y="1185"/>
                    <a:pt x="13817" y="2763"/>
                    <a:pt x="14097" y="4856"/>
                  </a:cubicBezTo>
                  <a:lnTo>
                    <a:pt x="14173" y="5429"/>
                  </a:lnTo>
                  <a:lnTo>
                    <a:pt x="14747" y="5367"/>
                  </a:lnTo>
                  <a:cubicBezTo>
                    <a:pt x="14888" y="5352"/>
                    <a:pt x="15028" y="5344"/>
                    <a:pt x="15170" y="5344"/>
                  </a:cubicBezTo>
                  <a:cubicBezTo>
                    <a:pt x="17293" y="5344"/>
                    <a:pt x="19021" y="7072"/>
                    <a:pt x="19021" y="9196"/>
                  </a:cubicBezTo>
                  <a:cubicBezTo>
                    <a:pt x="19021" y="11319"/>
                    <a:pt x="17293" y="13048"/>
                    <a:pt x="15169" y="13048"/>
                  </a:cubicBezTo>
                  <a:lnTo>
                    <a:pt x="14925" y="13048"/>
                  </a:lnTo>
                  <a:lnTo>
                    <a:pt x="14925" y="7469"/>
                  </a:lnTo>
                  <a:lnTo>
                    <a:pt x="8089" y="7469"/>
                  </a:lnTo>
                  <a:lnTo>
                    <a:pt x="5280" y="10276"/>
                  </a:lnTo>
                  <a:lnTo>
                    <a:pt x="5280" y="13048"/>
                  </a:lnTo>
                  <a:lnTo>
                    <a:pt x="4337" y="13048"/>
                  </a:lnTo>
                  <a:cubicBezTo>
                    <a:pt x="2599" y="13048"/>
                    <a:pt x="1185" y="11634"/>
                    <a:pt x="1185" y="9896"/>
                  </a:cubicBezTo>
                  <a:cubicBezTo>
                    <a:pt x="1185" y="8159"/>
                    <a:pt x="2599" y="6745"/>
                    <a:pt x="4337" y="6745"/>
                  </a:cubicBezTo>
                  <a:cubicBezTo>
                    <a:pt x="4562" y="6745"/>
                    <a:pt x="4786" y="6769"/>
                    <a:pt x="5007" y="6816"/>
                  </a:cubicBezTo>
                  <a:lnTo>
                    <a:pt x="5861" y="7003"/>
                  </a:lnTo>
                  <a:lnTo>
                    <a:pt x="5716" y="6140"/>
                  </a:lnTo>
                  <a:cubicBezTo>
                    <a:pt x="5676" y="5904"/>
                    <a:pt x="5656" y="5664"/>
                    <a:pt x="5656" y="5423"/>
                  </a:cubicBezTo>
                  <a:cubicBezTo>
                    <a:pt x="5656" y="3085"/>
                    <a:pt x="7559" y="1185"/>
                    <a:pt x="9895" y="1185"/>
                  </a:cubicBezTo>
                  <a:close/>
                  <a:moveTo>
                    <a:pt x="13741" y="8653"/>
                  </a:moveTo>
                  <a:lnTo>
                    <a:pt x="13741" y="19020"/>
                  </a:lnTo>
                  <a:lnTo>
                    <a:pt x="6464" y="19020"/>
                  </a:lnTo>
                  <a:lnTo>
                    <a:pt x="6464" y="11791"/>
                  </a:lnTo>
                  <a:lnTo>
                    <a:pt x="9603" y="11791"/>
                  </a:lnTo>
                  <a:lnTo>
                    <a:pt x="9603" y="8653"/>
                  </a:lnTo>
                  <a:close/>
                  <a:moveTo>
                    <a:pt x="9895" y="1"/>
                  </a:moveTo>
                  <a:cubicBezTo>
                    <a:pt x="6905" y="1"/>
                    <a:pt x="4472" y="2433"/>
                    <a:pt x="4472" y="5423"/>
                  </a:cubicBezTo>
                  <a:cubicBezTo>
                    <a:pt x="4472" y="5470"/>
                    <a:pt x="4472" y="5516"/>
                    <a:pt x="4474" y="5562"/>
                  </a:cubicBezTo>
                  <a:cubicBezTo>
                    <a:pt x="4428" y="5561"/>
                    <a:pt x="4383" y="5561"/>
                    <a:pt x="4337" y="5561"/>
                  </a:cubicBezTo>
                  <a:cubicBezTo>
                    <a:pt x="1946" y="5561"/>
                    <a:pt x="1" y="7505"/>
                    <a:pt x="1" y="9896"/>
                  </a:cubicBezTo>
                  <a:cubicBezTo>
                    <a:pt x="1" y="12287"/>
                    <a:pt x="1946" y="14232"/>
                    <a:pt x="4337" y="14232"/>
                  </a:cubicBezTo>
                  <a:lnTo>
                    <a:pt x="5280" y="14232"/>
                  </a:lnTo>
                  <a:lnTo>
                    <a:pt x="5280" y="20204"/>
                  </a:lnTo>
                  <a:lnTo>
                    <a:pt x="14925" y="20204"/>
                  </a:lnTo>
                  <a:lnTo>
                    <a:pt x="14925" y="14232"/>
                  </a:lnTo>
                  <a:lnTo>
                    <a:pt x="15169" y="14232"/>
                  </a:lnTo>
                  <a:cubicBezTo>
                    <a:pt x="17946" y="14232"/>
                    <a:pt x="20205" y="11975"/>
                    <a:pt x="20205" y="9196"/>
                  </a:cubicBezTo>
                  <a:cubicBezTo>
                    <a:pt x="20205" y="6418"/>
                    <a:pt x="17947" y="4160"/>
                    <a:pt x="15170" y="4160"/>
                  </a:cubicBezTo>
                  <a:cubicBezTo>
                    <a:pt x="14585" y="1721"/>
                    <a:pt x="12403"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3" name="Google Shape;19523;p91"/>
            <p:cNvSpPr/>
            <p:nvPr/>
          </p:nvSpPr>
          <p:spPr>
            <a:xfrm>
              <a:off x="5793682" y="2246098"/>
              <a:ext cx="77561" cy="22011"/>
            </a:xfrm>
            <a:custGeom>
              <a:rect b="b" l="l" r="r" t="t"/>
              <a:pathLst>
                <a:path extrusionOk="0" h="1185" w="4175">
                  <a:moveTo>
                    <a:pt x="0" y="1"/>
                  </a:moveTo>
                  <a:lnTo>
                    <a:pt x="0" y="1184"/>
                  </a:lnTo>
                  <a:lnTo>
                    <a:pt x="4175" y="1184"/>
                  </a:lnTo>
                  <a:lnTo>
                    <a:pt x="417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4" name="Google Shape;19524;p91"/>
            <p:cNvSpPr/>
            <p:nvPr/>
          </p:nvSpPr>
          <p:spPr>
            <a:xfrm>
              <a:off x="5793682" y="2290585"/>
              <a:ext cx="77561" cy="22011"/>
            </a:xfrm>
            <a:custGeom>
              <a:rect b="b" l="l" r="r" t="t"/>
              <a:pathLst>
                <a:path extrusionOk="0" h="1185" w="4175">
                  <a:moveTo>
                    <a:pt x="0" y="0"/>
                  </a:moveTo>
                  <a:lnTo>
                    <a:pt x="0" y="1184"/>
                  </a:lnTo>
                  <a:lnTo>
                    <a:pt x="4175" y="1184"/>
                  </a:lnTo>
                  <a:lnTo>
                    <a:pt x="417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25" name="Google Shape;19525;p91"/>
          <p:cNvGrpSpPr/>
          <p:nvPr/>
        </p:nvGrpSpPr>
        <p:grpSpPr>
          <a:xfrm>
            <a:off x="992214" y="2335030"/>
            <a:ext cx="362727" cy="320946"/>
            <a:chOff x="5089669" y="1976817"/>
            <a:chExt cx="375377" cy="332140"/>
          </a:xfrm>
        </p:grpSpPr>
        <p:sp>
          <p:nvSpPr>
            <p:cNvPr id="19526" name="Google Shape;19526;p91"/>
            <p:cNvSpPr/>
            <p:nvPr/>
          </p:nvSpPr>
          <p:spPr>
            <a:xfrm>
              <a:off x="5089669" y="1976817"/>
              <a:ext cx="375377" cy="332140"/>
            </a:xfrm>
            <a:custGeom>
              <a:rect b="b" l="l" r="r" t="t"/>
              <a:pathLst>
                <a:path extrusionOk="0" h="17881" w="20206">
                  <a:moveTo>
                    <a:pt x="13394" y="1184"/>
                  </a:moveTo>
                  <a:lnTo>
                    <a:pt x="11167" y="3872"/>
                  </a:lnTo>
                  <a:lnTo>
                    <a:pt x="1184" y="3872"/>
                  </a:lnTo>
                  <a:lnTo>
                    <a:pt x="1184" y="1184"/>
                  </a:lnTo>
                  <a:close/>
                  <a:moveTo>
                    <a:pt x="19022" y="1184"/>
                  </a:moveTo>
                  <a:lnTo>
                    <a:pt x="19022" y="16697"/>
                  </a:lnTo>
                  <a:lnTo>
                    <a:pt x="1184" y="16697"/>
                  </a:lnTo>
                  <a:lnTo>
                    <a:pt x="1184" y="5056"/>
                  </a:lnTo>
                  <a:lnTo>
                    <a:pt x="11724" y="5056"/>
                  </a:lnTo>
                  <a:lnTo>
                    <a:pt x="14932" y="1184"/>
                  </a:lnTo>
                  <a:close/>
                  <a:moveTo>
                    <a:pt x="0" y="0"/>
                  </a:moveTo>
                  <a:lnTo>
                    <a:pt x="0" y="17881"/>
                  </a:lnTo>
                  <a:lnTo>
                    <a:pt x="20206" y="17881"/>
                  </a:lnTo>
                  <a:lnTo>
                    <a:pt x="20206" y="2"/>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7" name="Google Shape;19527;p91"/>
            <p:cNvSpPr/>
            <p:nvPr/>
          </p:nvSpPr>
          <p:spPr>
            <a:xfrm>
              <a:off x="5136856" y="2012815"/>
              <a:ext cx="22014" cy="22123"/>
            </a:xfrm>
            <a:custGeom>
              <a:rect b="b" l="l" r="r" t="t"/>
              <a:pathLst>
                <a:path extrusionOk="0" h="1191" w="1185">
                  <a:moveTo>
                    <a:pt x="0" y="0"/>
                  </a:moveTo>
                  <a:lnTo>
                    <a:pt x="0" y="1190"/>
                  </a:lnTo>
                  <a:lnTo>
                    <a:pt x="1184" y="1190"/>
                  </a:lnTo>
                  <a:lnTo>
                    <a:pt x="118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8" name="Google Shape;19528;p91"/>
            <p:cNvSpPr/>
            <p:nvPr/>
          </p:nvSpPr>
          <p:spPr>
            <a:xfrm>
              <a:off x="5177392" y="2012815"/>
              <a:ext cx="22014" cy="22123"/>
            </a:xfrm>
            <a:custGeom>
              <a:rect b="b" l="l" r="r" t="t"/>
              <a:pathLst>
                <a:path extrusionOk="0" h="1191" w="1185">
                  <a:moveTo>
                    <a:pt x="1" y="0"/>
                  </a:moveTo>
                  <a:lnTo>
                    <a:pt x="1" y="1190"/>
                  </a:lnTo>
                  <a:lnTo>
                    <a:pt x="1185" y="1190"/>
                  </a:lnTo>
                  <a:lnTo>
                    <a:pt x="118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9" name="Google Shape;19529;p91"/>
            <p:cNvSpPr/>
            <p:nvPr/>
          </p:nvSpPr>
          <p:spPr>
            <a:xfrm>
              <a:off x="5217984" y="2012815"/>
              <a:ext cx="22014" cy="22123"/>
            </a:xfrm>
            <a:custGeom>
              <a:rect b="b" l="l" r="r" t="t"/>
              <a:pathLst>
                <a:path extrusionOk="0" h="1191" w="1185">
                  <a:moveTo>
                    <a:pt x="0" y="0"/>
                  </a:moveTo>
                  <a:lnTo>
                    <a:pt x="0" y="1190"/>
                  </a:lnTo>
                  <a:lnTo>
                    <a:pt x="1184" y="1190"/>
                  </a:lnTo>
                  <a:lnTo>
                    <a:pt x="118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0" name="Google Shape;19530;p91"/>
            <p:cNvSpPr/>
            <p:nvPr/>
          </p:nvSpPr>
          <p:spPr>
            <a:xfrm>
              <a:off x="5155397" y="2105486"/>
              <a:ext cx="243923" cy="77736"/>
            </a:xfrm>
            <a:custGeom>
              <a:rect b="b" l="l" r="r" t="t"/>
              <a:pathLst>
                <a:path extrusionOk="0" h="4185" w="13130">
                  <a:moveTo>
                    <a:pt x="11945" y="1185"/>
                  </a:moveTo>
                  <a:lnTo>
                    <a:pt x="11945" y="3000"/>
                  </a:lnTo>
                  <a:lnTo>
                    <a:pt x="1185" y="3000"/>
                  </a:lnTo>
                  <a:lnTo>
                    <a:pt x="1185" y="1185"/>
                  </a:lnTo>
                  <a:close/>
                  <a:moveTo>
                    <a:pt x="1" y="1"/>
                  </a:moveTo>
                  <a:lnTo>
                    <a:pt x="1" y="4184"/>
                  </a:lnTo>
                  <a:lnTo>
                    <a:pt x="13129" y="4184"/>
                  </a:lnTo>
                  <a:lnTo>
                    <a:pt x="1312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31" name="Google Shape;19531;p91"/>
          <p:cNvGrpSpPr/>
          <p:nvPr/>
        </p:nvGrpSpPr>
        <p:grpSpPr>
          <a:xfrm>
            <a:off x="7821574" y="1769211"/>
            <a:ext cx="286720" cy="362660"/>
            <a:chOff x="4609051" y="1919234"/>
            <a:chExt cx="296720" cy="375308"/>
          </a:xfrm>
        </p:grpSpPr>
        <p:sp>
          <p:nvSpPr>
            <p:cNvPr id="19532" name="Google Shape;19532;p91"/>
            <p:cNvSpPr/>
            <p:nvPr/>
          </p:nvSpPr>
          <p:spPr>
            <a:xfrm>
              <a:off x="4609051" y="2058547"/>
              <a:ext cx="296720" cy="235995"/>
            </a:xfrm>
            <a:custGeom>
              <a:rect b="b" l="l" r="r" t="t"/>
              <a:pathLst>
                <a:path extrusionOk="0" h="12705" w="15972">
                  <a:moveTo>
                    <a:pt x="5492" y="1184"/>
                  </a:moveTo>
                  <a:cubicBezTo>
                    <a:pt x="6541" y="1186"/>
                    <a:pt x="7392" y="2037"/>
                    <a:pt x="7394" y="3086"/>
                  </a:cubicBezTo>
                  <a:lnTo>
                    <a:pt x="7394" y="9684"/>
                  </a:lnTo>
                  <a:cubicBezTo>
                    <a:pt x="6852" y="9257"/>
                    <a:pt x="6181" y="9026"/>
                    <a:pt x="5492" y="9026"/>
                  </a:cubicBezTo>
                  <a:lnTo>
                    <a:pt x="1184" y="9026"/>
                  </a:lnTo>
                  <a:lnTo>
                    <a:pt x="1184" y="1184"/>
                  </a:lnTo>
                  <a:close/>
                  <a:moveTo>
                    <a:pt x="14786" y="1184"/>
                  </a:moveTo>
                  <a:lnTo>
                    <a:pt x="14786" y="9026"/>
                  </a:lnTo>
                  <a:lnTo>
                    <a:pt x="10480" y="9026"/>
                  </a:lnTo>
                  <a:cubicBezTo>
                    <a:pt x="9789" y="9026"/>
                    <a:pt x="9120" y="9257"/>
                    <a:pt x="8578" y="9684"/>
                  </a:cubicBezTo>
                  <a:lnTo>
                    <a:pt x="8578" y="3086"/>
                  </a:lnTo>
                  <a:cubicBezTo>
                    <a:pt x="8578" y="2037"/>
                    <a:pt x="9429" y="1186"/>
                    <a:pt x="10480" y="1184"/>
                  </a:cubicBezTo>
                  <a:close/>
                  <a:moveTo>
                    <a:pt x="5492" y="10209"/>
                  </a:moveTo>
                  <a:cubicBezTo>
                    <a:pt x="6313" y="10211"/>
                    <a:pt x="7041" y="10740"/>
                    <a:pt x="7298" y="11520"/>
                  </a:cubicBezTo>
                  <a:lnTo>
                    <a:pt x="1184" y="11520"/>
                  </a:lnTo>
                  <a:lnTo>
                    <a:pt x="1184" y="10209"/>
                  </a:lnTo>
                  <a:close/>
                  <a:moveTo>
                    <a:pt x="14786" y="10209"/>
                  </a:moveTo>
                  <a:lnTo>
                    <a:pt x="14786" y="11520"/>
                  </a:lnTo>
                  <a:lnTo>
                    <a:pt x="8672" y="11520"/>
                  </a:lnTo>
                  <a:cubicBezTo>
                    <a:pt x="8929" y="10740"/>
                    <a:pt x="9657" y="10211"/>
                    <a:pt x="10480" y="10209"/>
                  </a:cubicBezTo>
                  <a:close/>
                  <a:moveTo>
                    <a:pt x="0" y="0"/>
                  </a:moveTo>
                  <a:lnTo>
                    <a:pt x="0" y="12704"/>
                  </a:lnTo>
                  <a:lnTo>
                    <a:pt x="15971" y="12704"/>
                  </a:lnTo>
                  <a:lnTo>
                    <a:pt x="15971" y="0"/>
                  </a:lnTo>
                  <a:lnTo>
                    <a:pt x="10480" y="0"/>
                  </a:lnTo>
                  <a:cubicBezTo>
                    <a:pt x="9493" y="0"/>
                    <a:pt x="8566" y="473"/>
                    <a:pt x="7985" y="1272"/>
                  </a:cubicBezTo>
                  <a:cubicBezTo>
                    <a:pt x="7406" y="473"/>
                    <a:pt x="6479" y="0"/>
                    <a:pt x="54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3" name="Google Shape;19533;p91"/>
            <p:cNvSpPr/>
            <p:nvPr/>
          </p:nvSpPr>
          <p:spPr>
            <a:xfrm>
              <a:off x="4656145" y="2122630"/>
              <a:ext cx="65170" cy="21993"/>
            </a:xfrm>
            <a:custGeom>
              <a:rect b="b" l="l" r="r" t="t"/>
              <a:pathLst>
                <a:path extrusionOk="0" h="1184" w="3508">
                  <a:moveTo>
                    <a:pt x="1" y="1"/>
                  </a:moveTo>
                  <a:lnTo>
                    <a:pt x="1" y="1183"/>
                  </a:lnTo>
                  <a:lnTo>
                    <a:pt x="3508" y="1183"/>
                  </a:lnTo>
                  <a:lnTo>
                    <a:pt x="350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4" name="Google Shape;19534;p91"/>
            <p:cNvSpPr/>
            <p:nvPr/>
          </p:nvSpPr>
          <p:spPr>
            <a:xfrm>
              <a:off x="4656145" y="2169588"/>
              <a:ext cx="65170" cy="22011"/>
            </a:xfrm>
            <a:custGeom>
              <a:rect b="b" l="l" r="r" t="t"/>
              <a:pathLst>
                <a:path extrusionOk="0" h="1185" w="3508">
                  <a:moveTo>
                    <a:pt x="1" y="0"/>
                  </a:moveTo>
                  <a:lnTo>
                    <a:pt x="1" y="1184"/>
                  </a:lnTo>
                  <a:lnTo>
                    <a:pt x="3508" y="1184"/>
                  </a:lnTo>
                  <a:lnTo>
                    <a:pt x="350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5" name="Google Shape;19535;p91"/>
            <p:cNvSpPr/>
            <p:nvPr/>
          </p:nvSpPr>
          <p:spPr>
            <a:xfrm>
              <a:off x="4794194" y="2122630"/>
              <a:ext cx="65170" cy="21993"/>
            </a:xfrm>
            <a:custGeom>
              <a:rect b="b" l="l" r="r" t="t"/>
              <a:pathLst>
                <a:path extrusionOk="0" h="1184" w="3508">
                  <a:moveTo>
                    <a:pt x="0" y="1"/>
                  </a:moveTo>
                  <a:lnTo>
                    <a:pt x="0" y="1183"/>
                  </a:lnTo>
                  <a:lnTo>
                    <a:pt x="3507" y="1183"/>
                  </a:lnTo>
                  <a:lnTo>
                    <a:pt x="35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6" name="Google Shape;19536;p91"/>
            <p:cNvSpPr/>
            <p:nvPr/>
          </p:nvSpPr>
          <p:spPr>
            <a:xfrm>
              <a:off x="4794194" y="2169588"/>
              <a:ext cx="65170" cy="22011"/>
            </a:xfrm>
            <a:custGeom>
              <a:rect b="b" l="l" r="r" t="t"/>
              <a:pathLst>
                <a:path extrusionOk="0" h="1185" w="3508">
                  <a:moveTo>
                    <a:pt x="0" y="0"/>
                  </a:moveTo>
                  <a:lnTo>
                    <a:pt x="0" y="1184"/>
                  </a:lnTo>
                  <a:lnTo>
                    <a:pt x="3507" y="1184"/>
                  </a:lnTo>
                  <a:lnTo>
                    <a:pt x="350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7" name="Google Shape;19537;p91"/>
            <p:cNvSpPr/>
            <p:nvPr/>
          </p:nvSpPr>
          <p:spPr>
            <a:xfrm>
              <a:off x="4726071" y="2006704"/>
              <a:ext cx="62680" cy="29051"/>
            </a:xfrm>
            <a:custGeom>
              <a:rect b="b" l="l" r="r" t="t"/>
              <a:pathLst>
                <a:path extrusionOk="0" h="1564" w="3374">
                  <a:moveTo>
                    <a:pt x="1686" y="1"/>
                  </a:moveTo>
                  <a:cubicBezTo>
                    <a:pt x="1002" y="1"/>
                    <a:pt x="366" y="352"/>
                    <a:pt x="0" y="931"/>
                  </a:cubicBezTo>
                  <a:lnTo>
                    <a:pt x="999" y="1564"/>
                  </a:lnTo>
                  <a:cubicBezTo>
                    <a:pt x="1159" y="1312"/>
                    <a:pt x="1423" y="1185"/>
                    <a:pt x="1687" y="1185"/>
                  </a:cubicBezTo>
                  <a:cubicBezTo>
                    <a:pt x="1950" y="1185"/>
                    <a:pt x="2214" y="1312"/>
                    <a:pt x="2373" y="1564"/>
                  </a:cubicBezTo>
                  <a:lnTo>
                    <a:pt x="3373" y="931"/>
                  </a:lnTo>
                  <a:cubicBezTo>
                    <a:pt x="3007" y="352"/>
                    <a:pt x="2370" y="1"/>
                    <a:pt x="16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8" name="Google Shape;19538;p91"/>
            <p:cNvSpPr/>
            <p:nvPr/>
          </p:nvSpPr>
          <p:spPr>
            <a:xfrm>
              <a:off x="4689659" y="1963888"/>
              <a:ext cx="135486" cy="49112"/>
            </a:xfrm>
            <a:custGeom>
              <a:rect b="b" l="l" r="r" t="t"/>
              <a:pathLst>
                <a:path extrusionOk="0" h="2644" w="7293">
                  <a:moveTo>
                    <a:pt x="3646" y="0"/>
                  </a:moveTo>
                  <a:cubicBezTo>
                    <a:pt x="2166" y="0"/>
                    <a:pt x="790" y="759"/>
                    <a:pt x="0" y="2010"/>
                  </a:cubicBezTo>
                  <a:lnTo>
                    <a:pt x="1000" y="2643"/>
                  </a:lnTo>
                  <a:cubicBezTo>
                    <a:pt x="1574" y="1735"/>
                    <a:pt x="2573" y="1184"/>
                    <a:pt x="3646" y="1184"/>
                  </a:cubicBezTo>
                  <a:cubicBezTo>
                    <a:pt x="4720" y="1184"/>
                    <a:pt x="5718" y="1735"/>
                    <a:pt x="6292" y="2643"/>
                  </a:cubicBezTo>
                  <a:lnTo>
                    <a:pt x="7292" y="2010"/>
                  </a:lnTo>
                  <a:cubicBezTo>
                    <a:pt x="6502" y="759"/>
                    <a:pt x="5126" y="0"/>
                    <a:pt x="3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9" name="Google Shape;19539;p91"/>
            <p:cNvSpPr/>
            <p:nvPr/>
          </p:nvSpPr>
          <p:spPr>
            <a:xfrm>
              <a:off x="4651482" y="1919234"/>
              <a:ext cx="211839" cy="70139"/>
            </a:xfrm>
            <a:custGeom>
              <a:rect b="b" l="l" r="r" t="t"/>
              <a:pathLst>
                <a:path extrusionOk="0" h="3776" w="11403">
                  <a:moveTo>
                    <a:pt x="5701" y="1"/>
                  </a:moveTo>
                  <a:cubicBezTo>
                    <a:pt x="3376" y="1"/>
                    <a:pt x="1246" y="1174"/>
                    <a:pt x="1" y="3142"/>
                  </a:cubicBezTo>
                  <a:lnTo>
                    <a:pt x="1001" y="3775"/>
                  </a:lnTo>
                  <a:cubicBezTo>
                    <a:pt x="2028" y="2152"/>
                    <a:pt x="3785" y="1183"/>
                    <a:pt x="5702" y="1183"/>
                  </a:cubicBezTo>
                  <a:lnTo>
                    <a:pt x="5702" y="1183"/>
                  </a:lnTo>
                  <a:cubicBezTo>
                    <a:pt x="7619" y="1183"/>
                    <a:pt x="9376" y="2152"/>
                    <a:pt x="10403" y="3775"/>
                  </a:cubicBezTo>
                  <a:lnTo>
                    <a:pt x="11403" y="3142"/>
                  </a:lnTo>
                  <a:cubicBezTo>
                    <a:pt x="10156" y="1174"/>
                    <a:pt x="8026" y="1"/>
                    <a:pt x="5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40" name="Google Shape;19540;p91"/>
          <p:cNvGrpSpPr/>
          <p:nvPr/>
        </p:nvGrpSpPr>
        <p:grpSpPr>
          <a:xfrm>
            <a:off x="6273017" y="1769382"/>
            <a:ext cx="362691" cy="362319"/>
            <a:chOff x="4055571" y="1936453"/>
            <a:chExt cx="375340" cy="374955"/>
          </a:xfrm>
        </p:grpSpPr>
        <p:sp>
          <p:nvSpPr>
            <p:cNvPr id="19541" name="Google Shape;19541;p91"/>
            <p:cNvSpPr/>
            <p:nvPr/>
          </p:nvSpPr>
          <p:spPr>
            <a:xfrm>
              <a:off x="4055571" y="1936453"/>
              <a:ext cx="375340" cy="374955"/>
            </a:xfrm>
            <a:custGeom>
              <a:rect b="b" l="l" r="r" t="t"/>
              <a:pathLst>
                <a:path extrusionOk="0" h="20186" w="20204">
                  <a:moveTo>
                    <a:pt x="13392" y="1185"/>
                  </a:moveTo>
                  <a:lnTo>
                    <a:pt x="11165" y="3872"/>
                  </a:lnTo>
                  <a:lnTo>
                    <a:pt x="1183" y="3872"/>
                  </a:lnTo>
                  <a:lnTo>
                    <a:pt x="1183" y="1185"/>
                  </a:lnTo>
                  <a:close/>
                  <a:moveTo>
                    <a:pt x="19018" y="1185"/>
                  </a:moveTo>
                  <a:lnTo>
                    <a:pt x="19020" y="16696"/>
                  </a:lnTo>
                  <a:lnTo>
                    <a:pt x="14405" y="16696"/>
                  </a:lnTo>
                  <a:lnTo>
                    <a:pt x="14088" y="16126"/>
                  </a:lnTo>
                  <a:lnTo>
                    <a:pt x="16074" y="15028"/>
                  </a:lnTo>
                  <a:lnTo>
                    <a:pt x="8407" y="9413"/>
                  </a:lnTo>
                  <a:lnTo>
                    <a:pt x="8927" y="16696"/>
                  </a:lnTo>
                  <a:lnTo>
                    <a:pt x="1183" y="16696"/>
                  </a:lnTo>
                  <a:lnTo>
                    <a:pt x="1183" y="5055"/>
                  </a:lnTo>
                  <a:lnTo>
                    <a:pt x="11720" y="5055"/>
                  </a:lnTo>
                  <a:lnTo>
                    <a:pt x="14929" y="1185"/>
                  </a:lnTo>
                  <a:close/>
                  <a:moveTo>
                    <a:pt x="9770" y="11878"/>
                  </a:moveTo>
                  <a:lnTo>
                    <a:pt x="13879" y="14888"/>
                  </a:lnTo>
                  <a:lnTo>
                    <a:pt x="12479" y="15661"/>
                  </a:lnTo>
                  <a:lnTo>
                    <a:pt x="13800" y="18053"/>
                  </a:lnTo>
                  <a:lnTo>
                    <a:pt x="12855" y="18577"/>
                  </a:lnTo>
                  <a:lnTo>
                    <a:pt x="11532" y="16185"/>
                  </a:lnTo>
                  <a:lnTo>
                    <a:pt x="10133" y="16959"/>
                  </a:lnTo>
                  <a:lnTo>
                    <a:pt x="9770" y="11878"/>
                  </a:lnTo>
                  <a:close/>
                  <a:moveTo>
                    <a:pt x="0" y="1"/>
                  </a:moveTo>
                  <a:lnTo>
                    <a:pt x="0" y="17880"/>
                  </a:lnTo>
                  <a:lnTo>
                    <a:pt x="9012" y="17880"/>
                  </a:lnTo>
                  <a:lnTo>
                    <a:pt x="9084" y="18891"/>
                  </a:lnTo>
                  <a:lnTo>
                    <a:pt x="11069" y="17793"/>
                  </a:lnTo>
                  <a:lnTo>
                    <a:pt x="12391" y="20185"/>
                  </a:lnTo>
                  <a:lnTo>
                    <a:pt x="15410" y="18517"/>
                  </a:lnTo>
                  <a:lnTo>
                    <a:pt x="15057" y="17880"/>
                  </a:lnTo>
                  <a:lnTo>
                    <a:pt x="20202" y="17880"/>
                  </a:lnTo>
                  <a:lnTo>
                    <a:pt x="2020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2" name="Google Shape;19542;p91"/>
            <p:cNvSpPr/>
            <p:nvPr/>
          </p:nvSpPr>
          <p:spPr>
            <a:xfrm>
              <a:off x="4102721" y="1972433"/>
              <a:ext cx="22014" cy="22123"/>
            </a:xfrm>
            <a:custGeom>
              <a:rect b="b" l="l" r="r" t="t"/>
              <a:pathLst>
                <a:path extrusionOk="0" h="1191" w="1185">
                  <a:moveTo>
                    <a:pt x="0" y="0"/>
                  </a:moveTo>
                  <a:lnTo>
                    <a:pt x="0" y="1190"/>
                  </a:lnTo>
                  <a:lnTo>
                    <a:pt x="1184" y="1190"/>
                  </a:lnTo>
                  <a:lnTo>
                    <a:pt x="118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3" name="Google Shape;19543;p91"/>
            <p:cNvSpPr/>
            <p:nvPr/>
          </p:nvSpPr>
          <p:spPr>
            <a:xfrm>
              <a:off x="4143257" y="1972433"/>
              <a:ext cx="22014" cy="22123"/>
            </a:xfrm>
            <a:custGeom>
              <a:rect b="b" l="l" r="r" t="t"/>
              <a:pathLst>
                <a:path extrusionOk="0" h="1191" w="1185">
                  <a:moveTo>
                    <a:pt x="1" y="0"/>
                  </a:moveTo>
                  <a:lnTo>
                    <a:pt x="1" y="1190"/>
                  </a:lnTo>
                  <a:lnTo>
                    <a:pt x="1185" y="1190"/>
                  </a:lnTo>
                  <a:lnTo>
                    <a:pt x="118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4" name="Google Shape;19544;p91"/>
            <p:cNvSpPr/>
            <p:nvPr/>
          </p:nvSpPr>
          <p:spPr>
            <a:xfrm>
              <a:off x="4183849" y="1972433"/>
              <a:ext cx="22014" cy="22123"/>
            </a:xfrm>
            <a:custGeom>
              <a:rect b="b" l="l" r="r" t="t"/>
              <a:pathLst>
                <a:path extrusionOk="0" h="1191" w="1185">
                  <a:moveTo>
                    <a:pt x="0" y="0"/>
                  </a:moveTo>
                  <a:lnTo>
                    <a:pt x="0" y="1190"/>
                  </a:lnTo>
                  <a:lnTo>
                    <a:pt x="1184" y="1190"/>
                  </a:lnTo>
                  <a:lnTo>
                    <a:pt x="118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5" name="Google Shape;19545;p91"/>
            <p:cNvSpPr/>
            <p:nvPr/>
          </p:nvSpPr>
          <p:spPr>
            <a:xfrm>
              <a:off x="4174858" y="2056522"/>
              <a:ext cx="38493" cy="45416"/>
            </a:xfrm>
            <a:custGeom>
              <a:rect b="b" l="l" r="r" t="t"/>
              <a:pathLst>
                <a:path extrusionOk="0" h="2445" w="2072">
                  <a:moveTo>
                    <a:pt x="1037" y="0"/>
                  </a:moveTo>
                  <a:lnTo>
                    <a:pt x="1" y="574"/>
                  </a:lnTo>
                  <a:lnTo>
                    <a:pt x="1035" y="2444"/>
                  </a:lnTo>
                  <a:lnTo>
                    <a:pt x="2071" y="1871"/>
                  </a:lnTo>
                  <a:lnTo>
                    <a:pt x="103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6" name="Google Shape;19546;p91"/>
            <p:cNvSpPr/>
            <p:nvPr/>
          </p:nvSpPr>
          <p:spPr>
            <a:xfrm>
              <a:off x="4225481" y="2051822"/>
              <a:ext cx="32195" cy="44320"/>
            </a:xfrm>
            <a:custGeom>
              <a:rect b="b" l="l" r="r" t="t"/>
              <a:pathLst>
                <a:path extrusionOk="0" h="2386" w="1733">
                  <a:moveTo>
                    <a:pt x="595" y="1"/>
                  </a:moveTo>
                  <a:lnTo>
                    <a:pt x="0" y="2055"/>
                  </a:lnTo>
                  <a:lnTo>
                    <a:pt x="1138" y="2385"/>
                  </a:lnTo>
                  <a:lnTo>
                    <a:pt x="1732" y="331"/>
                  </a:lnTo>
                  <a:lnTo>
                    <a:pt x="59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7" name="Google Shape;19547;p91"/>
            <p:cNvSpPr/>
            <p:nvPr/>
          </p:nvSpPr>
          <p:spPr>
            <a:xfrm>
              <a:off x="4256468" y="2085035"/>
              <a:ext cx="45422" cy="38395"/>
            </a:xfrm>
            <a:custGeom>
              <a:rect b="b" l="l" r="r" t="t"/>
              <a:pathLst>
                <a:path extrusionOk="0" h="2067" w="2445">
                  <a:moveTo>
                    <a:pt x="1874" y="0"/>
                  </a:moveTo>
                  <a:lnTo>
                    <a:pt x="0" y="1027"/>
                  </a:lnTo>
                  <a:lnTo>
                    <a:pt x="569" y="2066"/>
                  </a:lnTo>
                  <a:lnTo>
                    <a:pt x="2444" y="1038"/>
                  </a:lnTo>
                  <a:lnTo>
                    <a:pt x="187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8" name="Google Shape;19548;p91"/>
            <p:cNvSpPr/>
            <p:nvPr/>
          </p:nvSpPr>
          <p:spPr>
            <a:xfrm>
              <a:off x="4142235" y="2100675"/>
              <a:ext cx="44233" cy="32135"/>
            </a:xfrm>
            <a:custGeom>
              <a:rect b="b" l="l" r="r" t="t"/>
              <a:pathLst>
                <a:path extrusionOk="0" h="1730" w="2381">
                  <a:moveTo>
                    <a:pt x="326" y="0"/>
                  </a:moveTo>
                  <a:lnTo>
                    <a:pt x="1" y="1139"/>
                  </a:lnTo>
                  <a:lnTo>
                    <a:pt x="2055" y="1729"/>
                  </a:lnTo>
                  <a:lnTo>
                    <a:pt x="2381" y="590"/>
                  </a:lnTo>
                  <a:lnTo>
                    <a:pt x="3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9" name="Google Shape;19549;p91"/>
            <p:cNvSpPr/>
            <p:nvPr/>
          </p:nvSpPr>
          <p:spPr>
            <a:xfrm>
              <a:off x="4147400" y="2145255"/>
              <a:ext cx="45422" cy="38580"/>
            </a:xfrm>
            <a:custGeom>
              <a:rect b="b" l="l" r="r" t="t"/>
              <a:pathLst>
                <a:path extrusionOk="0" h="2077" w="2445">
                  <a:moveTo>
                    <a:pt x="1868" y="1"/>
                  </a:moveTo>
                  <a:lnTo>
                    <a:pt x="0" y="1040"/>
                  </a:lnTo>
                  <a:lnTo>
                    <a:pt x="577" y="2076"/>
                  </a:lnTo>
                  <a:lnTo>
                    <a:pt x="2445" y="1036"/>
                  </a:lnTo>
                  <a:lnTo>
                    <a:pt x="186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50" name="Google Shape;19550;p91"/>
          <p:cNvGrpSpPr/>
          <p:nvPr/>
        </p:nvGrpSpPr>
        <p:grpSpPr>
          <a:xfrm>
            <a:off x="5518102" y="1769211"/>
            <a:ext cx="362601" cy="362660"/>
            <a:chOff x="3543204" y="1938403"/>
            <a:chExt cx="375247" cy="375308"/>
          </a:xfrm>
        </p:grpSpPr>
        <p:sp>
          <p:nvSpPr>
            <p:cNvPr id="19551" name="Google Shape;19551;p91"/>
            <p:cNvSpPr/>
            <p:nvPr/>
          </p:nvSpPr>
          <p:spPr>
            <a:xfrm>
              <a:off x="3543204" y="1938403"/>
              <a:ext cx="375247" cy="375308"/>
            </a:xfrm>
            <a:custGeom>
              <a:rect b="b" l="l" r="r" t="t"/>
              <a:pathLst>
                <a:path extrusionOk="0" h="20205" w="20199">
                  <a:moveTo>
                    <a:pt x="4447" y="1626"/>
                  </a:moveTo>
                  <a:lnTo>
                    <a:pt x="4447" y="4447"/>
                  </a:lnTo>
                  <a:lnTo>
                    <a:pt x="1627" y="4447"/>
                  </a:lnTo>
                  <a:lnTo>
                    <a:pt x="4447" y="1626"/>
                  </a:lnTo>
                  <a:close/>
                  <a:moveTo>
                    <a:pt x="19015" y="8654"/>
                  </a:moveTo>
                  <a:lnTo>
                    <a:pt x="19015" y="16009"/>
                  </a:lnTo>
                  <a:lnTo>
                    <a:pt x="3947" y="16009"/>
                  </a:lnTo>
                  <a:lnTo>
                    <a:pt x="3947" y="8654"/>
                  </a:lnTo>
                  <a:close/>
                  <a:moveTo>
                    <a:pt x="13931" y="1184"/>
                  </a:moveTo>
                  <a:lnTo>
                    <a:pt x="13931" y="7470"/>
                  </a:lnTo>
                  <a:lnTo>
                    <a:pt x="2763" y="7470"/>
                  </a:lnTo>
                  <a:lnTo>
                    <a:pt x="2763" y="17193"/>
                  </a:lnTo>
                  <a:lnTo>
                    <a:pt x="13931" y="17193"/>
                  </a:lnTo>
                  <a:lnTo>
                    <a:pt x="13931" y="19020"/>
                  </a:lnTo>
                  <a:lnTo>
                    <a:pt x="1183" y="19020"/>
                  </a:lnTo>
                  <a:lnTo>
                    <a:pt x="1183" y="5631"/>
                  </a:lnTo>
                  <a:lnTo>
                    <a:pt x="5630" y="5631"/>
                  </a:lnTo>
                  <a:lnTo>
                    <a:pt x="5630" y="1184"/>
                  </a:lnTo>
                  <a:close/>
                  <a:moveTo>
                    <a:pt x="4398" y="0"/>
                  </a:moveTo>
                  <a:lnTo>
                    <a:pt x="1" y="4399"/>
                  </a:lnTo>
                  <a:lnTo>
                    <a:pt x="1" y="20204"/>
                  </a:lnTo>
                  <a:lnTo>
                    <a:pt x="15113" y="20204"/>
                  </a:lnTo>
                  <a:lnTo>
                    <a:pt x="15113" y="17193"/>
                  </a:lnTo>
                  <a:lnTo>
                    <a:pt x="20199" y="17193"/>
                  </a:lnTo>
                  <a:lnTo>
                    <a:pt x="20199" y="7470"/>
                  </a:lnTo>
                  <a:lnTo>
                    <a:pt x="15113" y="7470"/>
                  </a:lnTo>
                  <a:lnTo>
                    <a:pt x="1511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2" name="Google Shape;19552;p91"/>
            <p:cNvSpPr/>
            <p:nvPr/>
          </p:nvSpPr>
          <p:spPr>
            <a:xfrm>
              <a:off x="3673748" y="2020988"/>
              <a:ext cx="100746" cy="22011"/>
            </a:xfrm>
            <a:custGeom>
              <a:rect b="b" l="l" r="r" t="t"/>
              <a:pathLst>
                <a:path extrusionOk="0" h="1185" w="5423">
                  <a:moveTo>
                    <a:pt x="0" y="1"/>
                  </a:moveTo>
                  <a:lnTo>
                    <a:pt x="0" y="1185"/>
                  </a:lnTo>
                  <a:lnTo>
                    <a:pt x="5423" y="1185"/>
                  </a:lnTo>
                  <a:lnTo>
                    <a:pt x="542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3" name="Google Shape;19553;p91"/>
            <p:cNvSpPr/>
            <p:nvPr/>
          </p:nvSpPr>
          <p:spPr>
            <a:xfrm>
              <a:off x="3635831" y="2120030"/>
              <a:ext cx="67696" cy="95476"/>
            </a:xfrm>
            <a:custGeom>
              <a:rect b="b" l="l" r="r" t="t"/>
              <a:pathLst>
                <a:path extrusionOk="0" h="5140" w="3644">
                  <a:moveTo>
                    <a:pt x="0" y="0"/>
                  </a:moveTo>
                  <a:lnTo>
                    <a:pt x="0" y="1184"/>
                  </a:lnTo>
                  <a:lnTo>
                    <a:pt x="1229" y="1184"/>
                  </a:lnTo>
                  <a:lnTo>
                    <a:pt x="1229" y="5139"/>
                  </a:lnTo>
                  <a:lnTo>
                    <a:pt x="2413" y="5139"/>
                  </a:lnTo>
                  <a:lnTo>
                    <a:pt x="2413" y="1184"/>
                  </a:lnTo>
                  <a:lnTo>
                    <a:pt x="3643" y="1184"/>
                  </a:lnTo>
                  <a:lnTo>
                    <a:pt x="36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4" name="Google Shape;19554;p91"/>
            <p:cNvSpPr/>
            <p:nvPr/>
          </p:nvSpPr>
          <p:spPr>
            <a:xfrm>
              <a:off x="3809420" y="2120030"/>
              <a:ext cx="67734" cy="95476"/>
            </a:xfrm>
            <a:custGeom>
              <a:rect b="b" l="l" r="r" t="t"/>
              <a:pathLst>
                <a:path extrusionOk="0" h="5140" w="3646">
                  <a:moveTo>
                    <a:pt x="1" y="0"/>
                  </a:moveTo>
                  <a:lnTo>
                    <a:pt x="1" y="1184"/>
                  </a:lnTo>
                  <a:lnTo>
                    <a:pt x="1231" y="1184"/>
                  </a:lnTo>
                  <a:lnTo>
                    <a:pt x="1231" y="5139"/>
                  </a:lnTo>
                  <a:lnTo>
                    <a:pt x="2415" y="5139"/>
                  </a:lnTo>
                  <a:lnTo>
                    <a:pt x="2415" y="1184"/>
                  </a:lnTo>
                  <a:lnTo>
                    <a:pt x="3645" y="1184"/>
                  </a:lnTo>
                  <a:lnTo>
                    <a:pt x="364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5" name="Google Shape;19555;p91"/>
            <p:cNvSpPr/>
            <p:nvPr/>
          </p:nvSpPr>
          <p:spPr>
            <a:xfrm>
              <a:off x="3718613" y="2120141"/>
              <a:ext cx="77190" cy="95494"/>
            </a:xfrm>
            <a:custGeom>
              <a:rect b="b" l="l" r="r" t="t"/>
              <a:pathLst>
                <a:path extrusionOk="0" h="5141" w="4155">
                  <a:moveTo>
                    <a:pt x="2791" y="0"/>
                  </a:moveTo>
                  <a:lnTo>
                    <a:pt x="2078" y="1316"/>
                  </a:lnTo>
                  <a:lnTo>
                    <a:pt x="1364" y="2"/>
                  </a:lnTo>
                  <a:lnTo>
                    <a:pt x="16" y="2"/>
                  </a:lnTo>
                  <a:lnTo>
                    <a:pt x="1403" y="2558"/>
                  </a:lnTo>
                  <a:lnTo>
                    <a:pt x="1" y="5141"/>
                  </a:lnTo>
                  <a:lnTo>
                    <a:pt x="1350" y="5139"/>
                  </a:lnTo>
                  <a:lnTo>
                    <a:pt x="2078" y="3798"/>
                  </a:lnTo>
                  <a:lnTo>
                    <a:pt x="2806" y="5139"/>
                  </a:lnTo>
                  <a:lnTo>
                    <a:pt x="4154" y="5139"/>
                  </a:lnTo>
                  <a:lnTo>
                    <a:pt x="2752" y="2558"/>
                  </a:lnTo>
                  <a:lnTo>
                    <a:pt x="413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56" name="Google Shape;19556;p91"/>
          <p:cNvGrpSpPr/>
          <p:nvPr/>
        </p:nvGrpSpPr>
        <p:grpSpPr>
          <a:xfrm>
            <a:off x="4773416" y="1769220"/>
            <a:ext cx="362709" cy="362642"/>
            <a:chOff x="3043674" y="1916113"/>
            <a:chExt cx="375358" cy="375289"/>
          </a:xfrm>
        </p:grpSpPr>
        <p:sp>
          <p:nvSpPr>
            <p:cNvPr id="19557" name="Google Shape;19557;p91"/>
            <p:cNvSpPr/>
            <p:nvPr/>
          </p:nvSpPr>
          <p:spPr>
            <a:xfrm>
              <a:off x="3043674" y="1916113"/>
              <a:ext cx="375358" cy="375289"/>
            </a:xfrm>
            <a:custGeom>
              <a:rect b="b" l="l" r="r" t="t"/>
              <a:pathLst>
                <a:path extrusionOk="0" h="20204" w="20205">
                  <a:moveTo>
                    <a:pt x="5428" y="1184"/>
                  </a:moveTo>
                  <a:lnTo>
                    <a:pt x="5428" y="3085"/>
                  </a:lnTo>
                  <a:cubicBezTo>
                    <a:pt x="5428" y="3429"/>
                    <a:pt x="5147" y="3710"/>
                    <a:pt x="4802" y="3710"/>
                  </a:cubicBezTo>
                  <a:cubicBezTo>
                    <a:pt x="4457" y="3710"/>
                    <a:pt x="4177" y="3429"/>
                    <a:pt x="4177" y="3085"/>
                  </a:cubicBezTo>
                  <a:lnTo>
                    <a:pt x="4177" y="1184"/>
                  </a:lnTo>
                  <a:close/>
                  <a:moveTo>
                    <a:pt x="16028" y="1184"/>
                  </a:moveTo>
                  <a:lnTo>
                    <a:pt x="16028" y="3085"/>
                  </a:lnTo>
                  <a:cubicBezTo>
                    <a:pt x="16034" y="3434"/>
                    <a:pt x="15753" y="3721"/>
                    <a:pt x="15404" y="3721"/>
                  </a:cubicBezTo>
                  <a:cubicBezTo>
                    <a:pt x="15055" y="3721"/>
                    <a:pt x="14773" y="3434"/>
                    <a:pt x="14778" y="3085"/>
                  </a:cubicBezTo>
                  <a:lnTo>
                    <a:pt x="14778" y="1184"/>
                  </a:lnTo>
                  <a:close/>
                  <a:moveTo>
                    <a:pt x="19022" y="3276"/>
                  </a:moveTo>
                  <a:lnTo>
                    <a:pt x="19022" y="5974"/>
                  </a:lnTo>
                  <a:lnTo>
                    <a:pt x="1184" y="5974"/>
                  </a:lnTo>
                  <a:lnTo>
                    <a:pt x="1184" y="3276"/>
                  </a:lnTo>
                  <a:lnTo>
                    <a:pt x="3003" y="3276"/>
                  </a:lnTo>
                  <a:cubicBezTo>
                    <a:pt x="3100" y="4195"/>
                    <a:pt x="3876" y="4893"/>
                    <a:pt x="4802" y="4893"/>
                  </a:cubicBezTo>
                  <a:cubicBezTo>
                    <a:pt x="5726" y="4893"/>
                    <a:pt x="6503" y="4195"/>
                    <a:pt x="6600" y="3276"/>
                  </a:cubicBezTo>
                  <a:lnTo>
                    <a:pt x="13605" y="3276"/>
                  </a:lnTo>
                  <a:cubicBezTo>
                    <a:pt x="13703" y="4195"/>
                    <a:pt x="14478" y="4893"/>
                    <a:pt x="15404" y="4893"/>
                  </a:cubicBezTo>
                  <a:cubicBezTo>
                    <a:pt x="16328" y="4893"/>
                    <a:pt x="17105" y="4195"/>
                    <a:pt x="17202" y="3276"/>
                  </a:cubicBezTo>
                  <a:close/>
                  <a:moveTo>
                    <a:pt x="19022" y="7158"/>
                  </a:moveTo>
                  <a:lnTo>
                    <a:pt x="19022" y="19020"/>
                  </a:lnTo>
                  <a:lnTo>
                    <a:pt x="1184" y="19020"/>
                  </a:lnTo>
                  <a:lnTo>
                    <a:pt x="1184" y="7158"/>
                  </a:lnTo>
                  <a:close/>
                  <a:moveTo>
                    <a:pt x="2994" y="0"/>
                  </a:moveTo>
                  <a:lnTo>
                    <a:pt x="2994" y="2092"/>
                  </a:lnTo>
                  <a:lnTo>
                    <a:pt x="1" y="2092"/>
                  </a:lnTo>
                  <a:lnTo>
                    <a:pt x="1" y="20204"/>
                  </a:lnTo>
                  <a:lnTo>
                    <a:pt x="20204" y="20204"/>
                  </a:lnTo>
                  <a:lnTo>
                    <a:pt x="20204" y="2092"/>
                  </a:lnTo>
                  <a:lnTo>
                    <a:pt x="17212" y="2092"/>
                  </a:lnTo>
                  <a:lnTo>
                    <a:pt x="17212" y="0"/>
                  </a:lnTo>
                  <a:lnTo>
                    <a:pt x="13595" y="0"/>
                  </a:lnTo>
                  <a:lnTo>
                    <a:pt x="13595" y="2092"/>
                  </a:lnTo>
                  <a:lnTo>
                    <a:pt x="6610" y="2092"/>
                  </a:lnTo>
                  <a:lnTo>
                    <a:pt x="661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8" name="Google Shape;19558;p91"/>
            <p:cNvSpPr/>
            <p:nvPr/>
          </p:nvSpPr>
          <p:spPr>
            <a:xfrm>
              <a:off x="3098644" y="2076899"/>
              <a:ext cx="69666" cy="69656"/>
            </a:xfrm>
            <a:custGeom>
              <a:rect b="b" l="l" r="r" t="t"/>
              <a:pathLst>
                <a:path extrusionOk="0" h="3750" w="3750">
                  <a:moveTo>
                    <a:pt x="2566" y="1185"/>
                  </a:moveTo>
                  <a:lnTo>
                    <a:pt x="2566" y="2566"/>
                  </a:lnTo>
                  <a:lnTo>
                    <a:pt x="1185" y="2566"/>
                  </a:lnTo>
                  <a:lnTo>
                    <a:pt x="1185" y="1185"/>
                  </a:lnTo>
                  <a:close/>
                  <a:moveTo>
                    <a:pt x="1" y="1"/>
                  </a:moveTo>
                  <a:lnTo>
                    <a:pt x="1" y="3750"/>
                  </a:lnTo>
                  <a:lnTo>
                    <a:pt x="3750" y="3750"/>
                  </a:lnTo>
                  <a:lnTo>
                    <a:pt x="375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9" name="Google Shape;19559;p91"/>
            <p:cNvSpPr/>
            <p:nvPr/>
          </p:nvSpPr>
          <p:spPr>
            <a:xfrm>
              <a:off x="3196529" y="2076899"/>
              <a:ext cx="69666" cy="69656"/>
            </a:xfrm>
            <a:custGeom>
              <a:rect b="b" l="l" r="r" t="t"/>
              <a:pathLst>
                <a:path extrusionOk="0" h="3750" w="3750">
                  <a:moveTo>
                    <a:pt x="2566" y="1185"/>
                  </a:moveTo>
                  <a:lnTo>
                    <a:pt x="2566" y="2566"/>
                  </a:lnTo>
                  <a:lnTo>
                    <a:pt x="1185" y="2566"/>
                  </a:lnTo>
                  <a:lnTo>
                    <a:pt x="1185" y="1185"/>
                  </a:lnTo>
                  <a:close/>
                  <a:moveTo>
                    <a:pt x="1" y="1"/>
                  </a:moveTo>
                  <a:lnTo>
                    <a:pt x="1" y="3750"/>
                  </a:lnTo>
                  <a:lnTo>
                    <a:pt x="3750" y="3750"/>
                  </a:lnTo>
                  <a:lnTo>
                    <a:pt x="375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0" name="Google Shape;19560;p91"/>
            <p:cNvSpPr/>
            <p:nvPr/>
          </p:nvSpPr>
          <p:spPr>
            <a:xfrm>
              <a:off x="3294377" y="2076899"/>
              <a:ext cx="69666" cy="69656"/>
            </a:xfrm>
            <a:custGeom>
              <a:rect b="b" l="l" r="r" t="t"/>
              <a:pathLst>
                <a:path extrusionOk="0" h="3750" w="3750">
                  <a:moveTo>
                    <a:pt x="2566" y="1185"/>
                  </a:moveTo>
                  <a:lnTo>
                    <a:pt x="2566" y="2566"/>
                  </a:lnTo>
                  <a:lnTo>
                    <a:pt x="1185" y="2566"/>
                  </a:lnTo>
                  <a:lnTo>
                    <a:pt x="1185" y="1185"/>
                  </a:lnTo>
                  <a:close/>
                  <a:moveTo>
                    <a:pt x="1" y="1"/>
                  </a:moveTo>
                  <a:lnTo>
                    <a:pt x="1" y="3750"/>
                  </a:lnTo>
                  <a:lnTo>
                    <a:pt x="3750" y="3750"/>
                  </a:lnTo>
                  <a:lnTo>
                    <a:pt x="375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1" name="Google Shape;19561;p91"/>
            <p:cNvSpPr/>
            <p:nvPr/>
          </p:nvSpPr>
          <p:spPr>
            <a:xfrm>
              <a:off x="3098644" y="2173656"/>
              <a:ext cx="69666" cy="69656"/>
            </a:xfrm>
            <a:custGeom>
              <a:rect b="b" l="l" r="r" t="t"/>
              <a:pathLst>
                <a:path extrusionOk="0" h="3750" w="3750">
                  <a:moveTo>
                    <a:pt x="2566" y="1183"/>
                  </a:moveTo>
                  <a:lnTo>
                    <a:pt x="2566" y="2564"/>
                  </a:lnTo>
                  <a:lnTo>
                    <a:pt x="1185" y="2564"/>
                  </a:lnTo>
                  <a:lnTo>
                    <a:pt x="1185" y="1183"/>
                  </a:lnTo>
                  <a:close/>
                  <a:moveTo>
                    <a:pt x="1" y="1"/>
                  </a:moveTo>
                  <a:lnTo>
                    <a:pt x="1" y="3750"/>
                  </a:lnTo>
                  <a:lnTo>
                    <a:pt x="3750" y="3750"/>
                  </a:lnTo>
                  <a:lnTo>
                    <a:pt x="375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2" name="Google Shape;19562;p91"/>
            <p:cNvSpPr/>
            <p:nvPr/>
          </p:nvSpPr>
          <p:spPr>
            <a:xfrm>
              <a:off x="3196529" y="2173656"/>
              <a:ext cx="69666" cy="69656"/>
            </a:xfrm>
            <a:custGeom>
              <a:rect b="b" l="l" r="r" t="t"/>
              <a:pathLst>
                <a:path extrusionOk="0" h="3750" w="3750">
                  <a:moveTo>
                    <a:pt x="2566" y="1183"/>
                  </a:moveTo>
                  <a:lnTo>
                    <a:pt x="2566" y="2564"/>
                  </a:lnTo>
                  <a:lnTo>
                    <a:pt x="1185" y="2564"/>
                  </a:lnTo>
                  <a:lnTo>
                    <a:pt x="1185" y="1183"/>
                  </a:lnTo>
                  <a:close/>
                  <a:moveTo>
                    <a:pt x="1" y="1"/>
                  </a:moveTo>
                  <a:lnTo>
                    <a:pt x="1" y="3750"/>
                  </a:lnTo>
                  <a:lnTo>
                    <a:pt x="3750" y="3750"/>
                  </a:lnTo>
                  <a:lnTo>
                    <a:pt x="375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3" name="Google Shape;19563;p91"/>
            <p:cNvSpPr/>
            <p:nvPr/>
          </p:nvSpPr>
          <p:spPr>
            <a:xfrm>
              <a:off x="3294377" y="2173656"/>
              <a:ext cx="69666" cy="69656"/>
            </a:xfrm>
            <a:custGeom>
              <a:rect b="b" l="l" r="r" t="t"/>
              <a:pathLst>
                <a:path extrusionOk="0" h="3750" w="3750">
                  <a:moveTo>
                    <a:pt x="2566" y="1183"/>
                  </a:moveTo>
                  <a:lnTo>
                    <a:pt x="2566" y="2564"/>
                  </a:lnTo>
                  <a:lnTo>
                    <a:pt x="1185" y="2564"/>
                  </a:lnTo>
                  <a:lnTo>
                    <a:pt x="1185" y="1183"/>
                  </a:lnTo>
                  <a:close/>
                  <a:moveTo>
                    <a:pt x="1" y="1"/>
                  </a:moveTo>
                  <a:lnTo>
                    <a:pt x="1" y="3750"/>
                  </a:lnTo>
                  <a:lnTo>
                    <a:pt x="3750" y="3750"/>
                  </a:lnTo>
                  <a:lnTo>
                    <a:pt x="375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64" name="Google Shape;19564;p91"/>
          <p:cNvGrpSpPr/>
          <p:nvPr/>
        </p:nvGrpSpPr>
        <p:grpSpPr>
          <a:xfrm>
            <a:off x="4062108" y="1765567"/>
            <a:ext cx="271300" cy="362660"/>
            <a:chOff x="2614478" y="1975201"/>
            <a:chExt cx="280762" cy="375308"/>
          </a:xfrm>
        </p:grpSpPr>
        <p:sp>
          <p:nvSpPr>
            <p:cNvPr id="19565" name="Google Shape;19565;p91"/>
            <p:cNvSpPr/>
            <p:nvPr/>
          </p:nvSpPr>
          <p:spPr>
            <a:xfrm>
              <a:off x="2614478" y="1975201"/>
              <a:ext cx="280762" cy="375308"/>
            </a:xfrm>
            <a:custGeom>
              <a:rect b="b" l="l" r="r" t="t"/>
              <a:pathLst>
                <a:path extrusionOk="0" h="20205" w="15113">
                  <a:moveTo>
                    <a:pt x="4447" y="1627"/>
                  </a:moveTo>
                  <a:lnTo>
                    <a:pt x="4447" y="4447"/>
                  </a:lnTo>
                  <a:lnTo>
                    <a:pt x="1626" y="4447"/>
                  </a:lnTo>
                  <a:lnTo>
                    <a:pt x="4447" y="1627"/>
                  </a:lnTo>
                  <a:close/>
                  <a:moveTo>
                    <a:pt x="13929" y="1185"/>
                  </a:moveTo>
                  <a:lnTo>
                    <a:pt x="13930" y="19020"/>
                  </a:lnTo>
                  <a:lnTo>
                    <a:pt x="1183" y="19020"/>
                  </a:lnTo>
                  <a:lnTo>
                    <a:pt x="1183" y="5631"/>
                  </a:lnTo>
                  <a:lnTo>
                    <a:pt x="5629" y="5631"/>
                  </a:lnTo>
                  <a:lnTo>
                    <a:pt x="5629" y="1185"/>
                  </a:lnTo>
                  <a:close/>
                  <a:moveTo>
                    <a:pt x="4397" y="1"/>
                  </a:moveTo>
                  <a:lnTo>
                    <a:pt x="0" y="4399"/>
                  </a:lnTo>
                  <a:lnTo>
                    <a:pt x="0" y="20204"/>
                  </a:lnTo>
                  <a:lnTo>
                    <a:pt x="15113" y="20204"/>
                  </a:lnTo>
                  <a:lnTo>
                    <a:pt x="1511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6" name="Google Shape;19566;p91"/>
            <p:cNvSpPr/>
            <p:nvPr/>
          </p:nvSpPr>
          <p:spPr>
            <a:xfrm>
              <a:off x="2696051" y="2106526"/>
              <a:ext cx="117614" cy="139591"/>
            </a:xfrm>
            <a:custGeom>
              <a:rect b="b" l="l" r="r" t="t"/>
              <a:pathLst>
                <a:path extrusionOk="0" h="7515" w="6331">
                  <a:moveTo>
                    <a:pt x="2574" y="0"/>
                  </a:moveTo>
                  <a:lnTo>
                    <a:pt x="2574" y="5248"/>
                  </a:lnTo>
                  <a:lnTo>
                    <a:pt x="838" y="3513"/>
                  </a:lnTo>
                  <a:lnTo>
                    <a:pt x="0" y="4349"/>
                  </a:lnTo>
                  <a:lnTo>
                    <a:pt x="3166" y="7515"/>
                  </a:lnTo>
                  <a:lnTo>
                    <a:pt x="6331" y="4349"/>
                  </a:lnTo>
                  <a:lnTo>
                    <a:pt x="5493" y="3512"/>
                  </a:lnTo>
                  <a:lnTo>
                    <a:pt x="3758" y="5248"/>
                  </a:lnTo>
                  <a:lnTo>
                    <a:pt x="37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7" name="Google Shape;19567;p91"/>
            <p:cNvSpPr/>
            <p:nvPr/>
          </p:nvSpPr>
          <p:spPr>
            <a:xfrm>
              <a:off x="2673591" y="2246507"/>
              <a:ext cx="162553" cy="50022"/>
            </a:xfrm>
            <a:custGeom>
              <a:rect b="b" l="l" r="r" t="t"/>
              <a:pathLst>
                <a:path extrusionOk="0" h="2693" w="8750">
                  <a:moveTo>
                    <a:pt x="0" y="1"/>
                  </a:moveTo>
                  <a:lnTo>
                    <a:pt x="0" y="2693"/>
                  </a:lnTo>
                  <a:lnTo>
                    <a:pt x="8749" y="2693"/>
                  </a:lnTo>
                  <a:lnTo>
                    <a:pt x="8749" y="1"/>
                  </a:lnTo>
                  <a:lnTo>
                    <a:pt x="7565" y="1"/>
                  </a:lnTo>
                  <a:lnTo>
                    <a:pt x="7565" y="1509"/>
                  </a:lnTo>
                  <a:lnTo>
                    <a:pt x="1184" y="1509"/>
                  </a:lnTo>
                  <a:lnTo>
                    <a:pt x="11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68" name="Google Shape;19568;p91"/>
          <p:cNvGrpSpPr/>
          <p:nvPr/>
        </p:nvGrpSpPr>
        <p:grpSpPr>
          <a:xfrm>
            <a:off x="2519052" y="1781552"/>
            <a:ext cx="362727" cy="337980"/>
            <a:chOff x="2053418" y="1994444"/>
            <a:chExt cx="375377" cy="349767"/>
          </a:xfrm>
        </p:grpSpPr>
        <p:sp>
          <p:nvSpPr>
            <p:cNvPr id="19569" name="Google Shape;19569;p91"/>
            <p:cNvSpPr/>
            <p:nvPr/>
          </p:nvSpPr>
          <p:spPr>
            <a:xfrm>
              <a:off x="2142368" y="2103015"/>
              <a:ext cx="197479" cy="197489"/>
            </a:xfrm>
            <a:custGeom>
              <a:rect b="b" l="l" r="r" t="t"/>
              <a:pathLst>
                <a:path extrusionOk="0" h="10632" w="10630">
                  <a:moveTo>
                    <a:pt x="3696" y="1516"/>
                  </a:moveTo>
                  <a:cubicBezTo>
                    <a:pt x="3341" y="2394"/>
                    <a:pt x="3146" y="3556"/>
                    <a:pt x="3099" y="4723"/>
                  </a:cubicBezTo>
                  <a:lnTo>
                    <a:pt x="1226" y="4723"/>
                  </a:lnTo>
                  <a:cubicBezTo>
                    <a:pt x="1435" y="3278"/>
                    <a:pt x="2394" y="2073"/>
                    <a:pt x="3694" y="1516"/>
                  </a:cubicBezTo>
                  <a:close/>
                  <a:moveTo>
                    <a:pt x="6936" y="1516"/>
                  </a:moveTo>
                  <a:lnTo>
                    <a:pt x="6936" y="1516"/>
                  </a:lnTo>
                  <a:cubicBezTo>
                    <a:pt x="8236" y="2073"/>
                    <a:pt x="9196" y="3278"/>
                    <a:pt x="9404" y="4723"/>
                  </a:cubicBezTo>
                  <a:lnTo>
                    <a:pt x="7533" y="4723"/>
                  </a:lnTo>
                  <a:cubicBezTo>
                    <a:pt x="7484" y="3556"/>
                    <a:pt x="7290" y="2394"/>
                    <a:pt x="6936" y="1516"/>
                  </a:cubicBezTo>
                  <a:close/>
                  <a:moveTo>
                    <a:pt x="5313" y="1185"/>
                  </a:moveTo>
                  <a:cubicBezTo>
                    <a:pt x="5371" y="1195"/>
                    <a:pt x="5664" y="1412"/>
                    <a:pt x="5938" y="2245"/>
                  </a:cubicBezTo>
                  <a:cubicBezTo>
                    <a:pt x="6162" y="2927"/>
                    <a:pt x="6304" y="3792"/>
                    <a:pt x="6348" y="4725"/>
                  </a:cubicBezTo>
                  <a:lnTo>
                    <a:pt x="4281" y="4725"/>
                  </a:lnTo>
                  <a:cubicBezTo>
                    <a:pt x="4324" y="3792"/>
                    <a:pt x="4465" y="2927"/>
                    <a:pt x="4690" y="2245"/>
                  </a:cubicBezTo>
                  <a:cubicBezTo>
                    <a:pt x="4965" y="1412"/>
                    <a:pt x="5258" y="1195"/>
                    <a:pt x="5313" y="1185"/>
                  </a:cubicBezTo>
                  <a:close/>
                  <a:moveTo>
                    <a:pt x="9402" y="5907"/>
                  </a:moveTo>
                  <a:cubicBezTo>
                    <a:pt x="9195" y="7352"/>
                    <a:pt x="8236" y="8558"/>
                    <a:pt x="6936" y="9115"/>
                  </a:cubicBezTo>
                  <a:lnTo>
                    <a:pt x="6936" y="9115"/>
                  </a:lnTo>
                  <a:cubicBezTo>
                    <a:pt x="7288" y="8236"/>
                    <a:pt x="7484" y="7075"/>
                    <a:pt x="7533" y="5907"/>
                  </a:cubicBezTo>
                  <a:close/>
                  <a:moveTo>
                    <a:pt x="3099" y="5907"/>
                  </a:moveTo>
                  <a:cubicBezTo>
                    <a:pt x="3146" y="7075"/>
                    <a:pt x="3342" y="8237"/>
                    <a:pt x="3696" y="9116"/>
                  </a:cubicBezTo>
                  <a:cubicBezTo>
                    <a:pt x="2394" y="8559"/>
                    <a:pt x="1435" y="7353"/>
                    <a:pt x="1226" y="5907"/>
                  </a:cubicBezTo>
                  <a:close/>
                  <a:moveTo>
                    <a:pt x="6349" y="5907"/>
                  </a:moveTo>
                  <a:cubicBezTo>
                    <a:pt x="6307" y="6841"/>
                    <a:pt x="6165" y="7706"/>
                    <a:pt x="5940" y="8387"/>
                  </a:cubicBezTo>
                  <a:cubicBezTo>
                    <a:pt x="5665" y="9222"/>
                    <a:pt x="5373" y="9438"/>
                    <a:pt x="5317" y="9447"/>
                  </a:cubicBezTo>
                  <a:lnTo>
                    <a:pt x="5316" y="9447"/>
                  </a:lnTo>
                  <a:cubicBezTo>
                    <a:pt x="5258" y="9438"/>
                    <a:pt x="4966" y="9222"/>
                    <a:pt x="4690" y="8387"/>
                  </a:cubicBezTo>
                  <a:cubicBezTo>
                    <a:pt x="4466" y="7706"/>
                    <a:pt x="4324" y="6842"/>
                    <a:pt x="4283" y="5907"/>
                  </a:cubicBezTo>
                  <a:close/>
                  <a:moveTo>
                    <a:pt x="5316" y="1"/>
                  </a:moveTo>
                  <a:cubicBezTo>
                    <a:pt x="2385" y="1"/>
                    <a:pt x="1" y="2387"/>
                    <a:pt x="1" y="5316"/>
                  </a:cubicBezTo>
                  <a:cubicBezTo>
                    <a:pt x="1" y="8247"/>
                    <a:pt x="2384" y="10631"/>
                    <a:pt x="5314" y="10631"/>
                  </a:cubicBezTo>
                  <a:cubicBezTo>
                    <a:pt x="8245" y="10631"/>
                    <a:pt x="10630" y="8247"/>
                    <a:pt x="10630" y="5316"/>
                  </a:cubicBezTo>
                  <a:cubicBezTo>
                    <a:pt x="10630" y="2387"/>
                    <a:pt x="8245" y="1"/>
                    <a:pt x="5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0" name="Google Shape;19570;p91"/>
            <p:cNvSpPr/>
            <p:nvPr/>
          </p:nvSpPr>
          <p:spPr>
            <a:xfrm>
              <a:off x="2053418" y="1994444"/>
              <a:ext cx="375377" cy="349767"/>
            </a:xfrm>
            <a:custGeom>
              <a:rect b="b" l="l" r="r" t="t"/>
              <a:pathLst>
                <a:path extrusionOk="0" h="18830" w="20206">
                  <a:moveTo>
                    <a:pt x="17720" y="2061"/>
                  </a:moveTo>
                  <a:lnTo>
                    <a:pt x="17720" y="3327"/>
                  </a:lnTo>
                  <a:lnTo>
                    <a:pt x="10865" y="3327"/>
                  </a:lnTo>
                  <a:lnTo>
                    <a:pt x="10144" y="2061"/>
                  </a:lnTo>
                  <a:close/>
                  <a:moveTo>
                    <a:pt x="8282" y="1185"/>
                  </a:moveTo>
                  <a:lnTo>
                    <a:pt x="10177" y="4511"/>
                  </a:lnTo>
                  <a:lnTo>
                    <a:pt x="19022" y="4511"/>
                  </a:lnTo>
                  <a:lnTo>
                    <a:pt x="19022" y="17645"/>
                  </a:lnTo>
                  <a:lnTo>
                    <a:pt x="1185" y="17645"/>
                  </a:lnTo>
                  <a:lnTo>
                    <a:pt x="1185" y="1185"/>
                  </a:lnTo>
                  <a:close/>
                  <a:moveTo>
                    <a:pt x="1" y="1"/>
                  </a:moveTo>
                  <a:lnTo>
                    <a:pt x="1" y="18829"/>
                  </a:lnTo>
                  <a:lnTo>
                    <a:pt x="20206" y="18829"/>
                  </a:lnTo>
                  <a:lnTo>
                    <a:pt x="20206" y="3327"/>
                  </a:lnTo>
                  <a:lnTo>
                    <a:pt x="18902" y="3327"/>
                  </a:lnTo>
                  <a:lnTo>
                    <a:pt x="18902" y="879"/>
                  </a:lnTo>
                  <a:lnTo>
                    <a:pt x="9471" y="879"/>
                  </a:lnTo>
                  <a:lnTo>
                    <a:pt x="897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71" name="Google Shape;19571;p91"/>
          <p:cNvGrpSpPr/>
          <p:nvPr/>
        </p:nvGrpSpPr>
        <p:grpSpPr>
          <a:xfrm>
            <a:off x="1755716" y="1768157"/>
            <a:ext cx="362709" cy="352285"/>
            <a:chOff x="1542890" y="2024629"/>
            <a:chExt cx="375358" cy="364572"/>
          </a:xfrm>
        </p:grpSpPr>
        <p:sp>
          <p:nvSpPr>
            <p:cNvPr id="19572" name="Google Shape;19572;p91"/>
            <p:cNvSpPr/>
            <p:nvPr/>
          </p:nvSpPr>
          <p:spPr>
            <a:xfrm>
              <a:off x="1542890" y="2024629"/>
              <a:ext cx="375358" cy="364572"/>
            </a:xfrm>
            <a:custGeom>
              <a:rect b="b" l="l" r="r" t="t"/>
              <a:pathLst>
                <a:path extrusionOk="0" h="19627" w="20205">
                  <a:moveTo>
                    <a:pt x="7426" y="1693"/>
                  </a:moveTo>
                  <a:lnTo>
                    <a:pt x="7426" y="3681"/>
                  </a:lnTo>
                  <a:lnTo>
                    <a:pt x="5440" y="3681"/>
                  </a:lnTo>
                  <a:lnTo>
                    <a:pt x="7426" y="1693"/>
                  </a:lnTo>
                  <a:close/>
                  <a:moveTo>
                    <a:pt x="3745" y="6671"/>
                  </a:moveTo>
                  <a:lnTo>
                    <a:pt x="3745" y="15744"/>
                  </a:lnTo>
                  <a:lnTo>
                    <a:pt x="2372" y="15744"/>
                  </a:lnTo>
                  <a:lnTo>
                    <a:pt x="2372" y="6671"/>
                  </a:lnTo>
                  <a:close/>
                  <a:moveTo>
                    <a:pt x="15276" y="1184"/>
                  </a:moveTo>
                  <a:lnTo>
                    <a:pt x="15276" y="15744"/>
                  </a:lnTo>
                  <a:lnTo>
                    <a:pt x="4929" y="15744"/>
                  </a:lnTo>
                  <a:lnTo>
                    <a:pt x="4929" y="4864"/>
                  </a:lnTo>
                  <a:lnTo>
                    <a:pt x="8610" y="4864"/>
                  </a:lnTo>
                  <a:lnTo>
                    <a:pt x="8610" y="1184"/>
                  </a:lnTo>
                  <a:close/>
                  <a:moveTo>
                    <a:pt x="17819" y="6671"/>
                  </a:moveTo>
                  <a:lnTo>
                    <a:pt x="17819" y="15744"/>
                  </a:lnTo>
                  <a:lnTo>
                    <a:pt x="16460" y="15744"/>
                  </a:lnTo>
                  <a:lnTo>
                    <a:pt x="16460" y="6671"/>
                  </a:lnTo>
                  <a:close/>
                  <a:moveTo>
                    <a:pt x="19021" y="16928"/>
                  </a:moveTo>
                  <a:lnTo>
                    <a:pt x="19021" y="17687"/>
                  </a:lnTo>
                  <a:cubicBezTo>
                    <a:pt x="19021" y="18103"/>
                    <a:pt x="18682" y="18442"/>
                    <a:pt x="18265" y="18442"/>
                  </a:cubicBezTo>
                  <a:lnTo>
                    <a:pt x="1940" y="18442"/>
                  </a:lnTo>
                  <a:cubicBezTo>
                    <a:pt x="1522" y="18442"/>
                    <a:pt x="1185" y="18103"/>
                    <a:pt x="1185" y="17687"/>
                  </a:cubicBezTo>
                  <a:lnTo>
                    <a:pt x="1185" y="16928"/>
                  </a:lnTo>
                  <a:close/>
                  <a:moveTo>
                    <a:pt x="7445" y="0"/>
                  </a:moveTo>
                  <a:lnTo>
                    <a:pt x="3745" y="3700"/>
                  </a:lnTo>
                  <a:lnTo>
                    <a:pt x="3745" y="5487"/>
                  </a:lnTo>
                  <a:lnTo>
                    <a:pt x="1186" y="5487"/>
                  </a:lnTo>
                  <a:lnTo>
                    <a:pt x="1186" y="15744"/>
                  </a:lnTo>
                  <a:lnTo>
                    <a:pt x="1" y="15744"/>
                  </a:lnTo>
                  <a:lnTo>
                    <a:pt x="1" y="17687"/>
                  </a:lnTo>
                  <a:cubicBezTo>
                    <a:pt x="2" y="18757"/>
                    <a:pt x="870" y="19625"/>
                    <a:pt x="1940" y="19626"/>
                  </a:cubicBezTo>
                  <a:lnTo>
                    <a:pt x="18265" y="19626"/>
                  </a:lnTo>
                  <a:cubicBezTo>
                    <a:pt x="19336" y="19625"/>
                    <a:pt x="20205" y="18757"/>
                    <a:pt x="20205" y="17687"/>
                  </a:cubicBezTo>
                  <a:lnTo>
                    <a:pt x="20205" y="15744"/>
                  </a:lnTo>
                  <a:lnTo>
                    <a:pt x="19003" y="15744"/>
                  </a:lnTo>
                  <a:lnTo>
                    <a:pt x="19003" y="5487"/>
                  </a:lnTo>
                  <a:lnTo>
                    <a:pt x="16460" y="5487"/>
                  </a:lnTo>
                  <a:lnTo>
                    <a:pt x="1646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3" name="Google Shape;19573;p91"/>
            <p:cNvSpPr/>
            <p:nvPr/>
          </p:nvSpPr>
          <p:spPr>
            <a:xfrm>
              <a:off x="1652813" y="2135131"/>
              <a:ext cx="62606" cy="52994"/>
            </a:xfrm>
            <a:custGeom>
              <a:rect b="b" l="l" r="r" t="t"/>
              <a:pathLst>
                <a:path extrusionOk="0" h="2853" w="3370">
                  <a:moveTo>
                    <a:pt x="2506" y="1"/>
                  </a:moveTo>
                  <a:lnTo>
                    <a:pt x="1397" y="1177"/>
                  </a:lnTo>
                  <a:lnTo>
                    <a:pt x="814" y="626"/>
                  </a:lnTo>
                  <a:lnTo>
                    <a:pt x="1" y="1486"/>
                  </a:lnTo>
                  <a:lnTo>
                    <a:pt x="1446" y="2853"/>
                  </a:lnTo>
                  <a:lnTo>
                    <a:pt x="3369" y="812"/>
                  </a:lnTo>
                  <a:lnTo>
                    <a:pt x="250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4" name="Google Shape;19574;p91"/>
            <p:cNvSpPr/>
            <p:nvPr/>
          </p:nvSpPr>
          <p:spPr>
            <a:xfrm>
              <a:off x="1727978" y="2165706"/>
              <a:ext cx="75165" cy="22011"/>
            </a:xfrm>
            <a:custGeom>
              <a:rect b="b" l="l" r="r" t="t"/>
              <a:pathLst>
                <a:path extrusionOk="0" h="1185" w="4046">
                  <a:moveTo>
                    <a:pt x="1" y="0"/>
                  </a:moveTo>
                  <a:lnTo>
                    <a:pt x="1" y="1184"/>
                  </a:lnTo>
                  <a:lnTo>
                    <a:pt x="4045" y="1184"/>
                  </a:lnTo>
                  <a:lnTo>
                    <a:pt x="404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5" name="Google Shape;19575;p91"/>
            <p:cNvSpPr/>
            <p:nvPr/>
          </p:nvSpPr>
          <p:spPr>
            <a:xfrm>
              <a:off x="1727978" y="2210732"/>
              <a:ext cx="75165" cy="22011"/>
            </a:xfrm>
            <a:custGeom>
              <a:rect b="b" l="l" r="r" t="t"/>
              <a:pathLst>
                <a:path extrusionOk="0" h="1185" w="4046">
                  <a:moveTo>
                    <a:pt x="1" y="1"/>
                  </a:moveTo>
                  <a:lnTo>
                    <a:pt x="1" y="1185"/>
                  </a:lnTo>
                  <a:lnTo>
                    <a:pt x="4045" y="1185"/>
                  </a:lnTo>
                  <a:lnTo>
                    <a:pt x="404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6" name="Google Shape;19576;p91"/>
            <p:cNvSpPr/>
            <p:nvPr/>
          </p:nvSpPr>
          <p:spPr>
            <a:xfrm>
              <a:off x="1672450" y="2210732"/>
              <a:ext cx="22850" cy="22011"/>
            </a:xfrm>
            <a:custGeom>
              <a:rect b="b" l="l" r="r" t="t"/>
              <a:pathLst>
                <a:path extrusionOk="0" h="1185" w="1230">
                  <a:moveTo>
                    <a:pt x="1" y="1"/>
                  </a:moveTo>
                  <a:lnTo>
                    <a:pt x="1" y="1185"/>
                  </a:lnTo>
                  <a:lnTo>
                    <a:pt x="1230" y="1185"/>
                  </a:lnTo>
                  <a:lnTo>
                    <a:pt x="123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7" name="Google Shape;19577;p91"/>
            <p:cNvSpPr/>
            <p:nvPr/>
          </p:nvSpPr>
          <p:spPr>
            <a:xfrm>
              <a:off x="1672450" y="2255757"/>
              <a:ext cx="22850" cy="22011"/>
            </a:xfrm>
            <a:custGeom>
              <a:rect b="b" l="l" r="r" t="t"/>
              <a:pathLst>
                <a:path extrusionOk="0" h="1185" w="1230">
                  <a:moveTo>
                    <a:pt x="1" y="0"/>
                  </a:moveTo>
                  <a:lnTo>
                    <a:pt x="1" y="1184"/>
                  </a:lnTo>
                  <a:lnTo>
                    <a:pt x="1230" y="1184"/>
                  </a:lnTo>
                  <a:lnTo>
                    <a:pt x="123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8" name="Google Shape;19578;p91"/>
            <p:cNvSpPr/>
            <p:nvPr/>
          </p:nvSpPr>
          <p:spPr>
            <a:xfrm>
              <a:off x="1727978" y="2255757"/>
              <a:ext cx="75165" cy="22011"/>
            </a:xfrm>
            <a:custGeom>
              <a:rect b="b" l="l" r="r" t="t"/>
              <a:pathLst>
                <a:path extrusionOk="0" h="1185" w="4046">
                  <a:moveTo>
                    <a:pt x="1" y="0"/>
                  </a:moveTo>
                  <a:lnTo>
                    <a:pt x="1" y="1184"/>
                  </a:lnTo>
                  <a:lnTo>
                    <a:pt x="4045" y="1184"/>
                  </a:lnTo>
                  <a:lnTo>
                    <a:pt x="404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79" name="Google Shape;19579;p91"/>
          <p:cNvGrpSpPr/>
          <p:nvPr/>
        </p:nvGrpSpPr>
        <p:grpSpPr>
          <a:xfrm>
            <a:off x="1047767" y="1765750"/>
            <a:ext cx="249579" cy="362642"/>
            <a:chOff x="1119713" y="2060738"/>
            <a:chExt cx="258283" cy="375289"/>
          </a:xfrm>
        </p:grpSpPr>
        <p:sp>
          <p:nvSpPr>
            <p:cNvPr id="19580" name="Google Shape;19580;p91"/>
            <p:cNvSpPr/>
            <p:nvPr/>
          </p:nvSpPr>
          <p:spPr>
            <a:xfrm>
              <a:off x="1204018" y="2115553"/>
              <a:ext cx="100671" cy="116224"/>
            </a:xfrm>
            <a:custGeom>
              <a:rect b="b" l="l" r="r" t="t"/>
              <a:pathLst>
                <a:path extrusionOk="0" h="6257" w="5419">
                  <a:moveTo>
                    <a:pt x="1184" y="2052"/>
                  </a:moveTo>
                  <a:lnTo>
                    <a:pt x="3050" y="3130"/>
                  </a:lnTo>
                  <a:lnTo>
                    <a:pt x="1184" y="4205"/>
                  </a:lnTo>
                  <a:lnTo>
                    <a:pt x="1184" y="2052"/>
                  </a:lnTo>
                  <a:close/>
                  <a:moveTo>
                    <a:pt x="0" y="1"/>
                  </a:moveTo>
                  <a:lnTo>
                    <a:pt x="0" y="6257"/>
                  </a:lnTo>
                  <a:lnTo>
                    <a:pt x="5418" y="3130"/>
                  </a:ln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1" name="Google Shape;19581;p91"/>
            <p:cNvSpPr/>
            <p:nvPr/>
          </p:nvSpPr>
          <p:spPr>
            <a:xfrm>
              <a:off x="1237848" y="2380136"/>
              <a:ext cx="22014" cy="22011"/>
            </a:xfrm>
            <a:custGeom>
              <a:rect b="b" l="l" r="r" t="t"/>
              <a:pathLst>
                <a:path extrusionOk="0" h="1185" w="1185">
                  <a:moveTo>
                    <a:pt x="1" y="0"/>
                  </a:moveTo>
                  <a:lnTo>
                    <a:pt x="1" y="1184"/>
                  </a:lnTo>
                  <a:lnTo>
                    <a:pt x="1185" y="1184"/>
                  </a:lnTo>
                  <a:lnTo>
                    <a:pt x="118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2" name="Google Shape;19582;p91"/>
            <p:cNvSpPr/>
            <p:nvPr/>
          </p:nvSpPr>
          <p:spPr>
            <a:xfrm>
              <a:off x="1119713" y="2060738"/>
              <a:ext cx="258283" cy="375289"/>
            </a:xfrm>
            <a:custGeom>
              <a:rect b="b" l="l" r="r" t="t"/>
              <a:pathLst>
                <a:path extrusionOk="0" h="20204" w="13903">
                  <a:moveTo>
                    <a:pt x="12718" y="1184"/>
                  </a:moveTo>
                  <a:lnTo>
                    <a:pt x="12718" y="15381"/>
                  </a:lnTo>
                  <a:lnTo>
                    <a:pt x="1185" y="15381"/>
                  </a:lnTo>
                  <a:lnTo>
                    <a:pt x="1185" y="1184"/>
                  </a:lnTo>
                  <a:close/>
                  <a:moveTo>
                    <a:pt x="12718" y="16565"/>
                  </a:moveTo>
                  <a:lnTo>
                    <a:pt x="12718" y="19020"/>
                  </a:lnTo>
                  <a:lnTo>
                    <a:pt x="1185" y="19020"/>
                  </a:lnTo>
                  <a:lnTo>
                    <a:pt x="1185" y="16565"/>
                  </a:lnTo>
                  <a:close/>
                  <a:moveTo>
                    <a:pt x="1" y="0"/>
                  </a:moveTo>
                  <a:lnTo>
                    <a:pt x="1" y="20204"/>
                  </a:lnTo>
                  <a:lnTo>
                    <a:pt x="13902" y="20204"/>
                  </a:lnTo>
                  <a:lnTo>
                    <a:pt x="1390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3" name="Google Shape;19583;p91"/>
            <p:cNvSpPr/>
            <p:nvPr/>
          </p:nvSpPr>
          <p:spPr>
            <a:xfrm>
              <a:off x="1182134" y="2252507"/>
              <a:ext cx="133461" cy="22011"/>
            </a:xfrm>
            <a:custGeom>
              <a:rect b="b" l="l" r="r" t="t"/>
              <a:pathLst>
                <a:path extrusionOk="0" h="1185" w="7184">
                  <a:moveTo>
                    <a:pt x="0" y="0"/>
                  </a:moveTo>
                  <a:lnTo>
                    <a:pt x="0" y="1184"/>
                  </a:lnTo>
                  <a:lnTo>
                    <a:pt x="7183" y="1184"/>
                  </a:lnTo>
                  <a:lnTo>
                    <a:pt x="71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4" name="Google Shape;19584;p91"/>
            <p:cNvSpPr/>
            <p:nvPr/>
          </p:nvSpPr>
          <p:spPr>
            <a:xfrm>
              <a:off x="1182134" y="2294932"/>
              <a:ext cx="133461" cy="22011"/>
            </a:xfrm>
            <a:custGeom>
              <a:rect b="b" l="l" r="r" t="t"/>
              <a:pathLst>
                <a:path extrusionOk="0" h="1185" w="7184">
                  <a:moveTo>
                    <a:pt x="0" y="1"/>
                  </a:moveTo>
                  <a:lnTo>
                    <a:pt x="0" y="1185"/>
                  </a:lnTo>
                  <a:lnTo>
                    <a:pt x="7183" y="1185"/>
                  </a:lnTo>
                  <a:lnTo>
                    <a:pt x="718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85" name="Google Shape;19585;p91"/>
          <p:cNvGrpSpPr/>
          <p:nvPr/>
        </p:nvGrpSpPr>
        <p:grpSpPr>
          <a:xfrm>
            <a:off x="3271764" y="2901696"/>
            <a:ext cx="362727" cy="303554"/>
            <a:chOff x="5588977" y="2492013"/>
            <a:chExt cx="375377" cy="314140"/>
          </a:xfrm>
        </p:grpSpPr>
        <p:sp>
          <p:nvSpPr>
            <p:cNvPr id="19586" name="Google Shape;19586;p91"/>
            <p:cNvSpPr/>
            <p:nvPr/>
          </p:nvSpPr>
          <p:spPr>
            <a:xfrm>
              <a:off x="5588977" y="2492013"/>
              <a:ext cx="375377" cy="314140"/>
            </a:xfrm>
            <a:custGeom>
              <a:rect b="b" l="l" r="r" t="t"/>
              <a:pathLst>
                <a:path extrusionOk="0" h="16912" w="20206">
                  <a:moveTo>
                    <a:pt x="19022" y="1183"/>
                  </a:moveTo>
                  <a:lnTo>
                    <a:pt x="19022" y="13258"/>
                  </a:lnTo>
                  <a:lnTo>
                    <a:pt x="1185" y="13258"/>
                  </a:lnTo>
                  <a:lnTo>
                    <a:pt x="1185" y="1183"/>
                  </a:lnTo>
                  <a:close/>
                  <a:moveTo>
                    <a:pt x="12678" y="14442"/>
                  </a:moveTo>
                  <a:lnTo>
                    <a:pt x="12678" y="15728"/>
                  </a:lnTo>
                  <a:lnTo>
                    <a:pt x="7529" y="15728"/>
                  </a:lnTo>
                  <a:lnTo>
                    <a:pt x="7529" y="14442"/>
                  </a:lnTo>
                  <a:close/>
                  <a:moveTo>
                    <a:pt x="1" y="0"/>
                  </a:moveTo>
                  <a:lnTo>
                    <a:pt x="1" y="14442"/>
                  </a:lnTo>
                  <a:lnTo>
                    <a:pt x="6345" y="14442"/>
                  </a:lnTo>
                  <a:lnTo>
                    <a:pt x="6345" y="16912"/>
                  </a:lnTo>
                  <a:lnTo>
                    <a:pt x="13862" y="16912"/>
                  </a:lnTo>
                  <a:lnTo>
                    <a:pt x="13862" y="14442"/>
                  </a:lnTo>
                  <a:lnTo>
                    <a:pt x="20205" y="14442"/>
                  </a:lnTo>
                  <a:lnTo>
                    <a:pt x="2020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7" name="Google Shape;19587;p91"/>
            <p:cNvSpPr/>
            <p:nvPr/>
          </p:nvSpPr>
          <p:spPr>
            <a:xfrm>
              <a:off x="5632968" y="2535961"/>
              <a:ext cx="287413" cy="180345"/>
            </a:xfrm>
            <a:custGeom>
              <a:rect b="b" l="l" r="r" t="t"/>
              <a:pathLst>
                <a:path extrusionOk="0" h="9709" w="15471">
                  <a:moveTo>
                    <a:pt x="14286" y="1185"/>
                  </a:moveTo>
                  <a:lnTo>
                    <a:pt x="14286" y="8524"/>
                  </a:lnTo>
                  <a:lnTo>
                    <a:pt x="1185" y="8524"/>
                  </a:lnTo>
                  <a:lnTo>
                    <a:pt x="1185" y="1185"/>
                  </a:lnTo>
                  <a:close/>
                  <a:moveTo>
                    <a:pt x="1" y="1"/>
                  </a:moveTo>
                  <a:lnTo>
                    <a:pt x="1" y="9708"/>
                  </a:lnTo>
                  <a:lnTo>
                    <a:pt x="15470" y="9708"/>
                  </a:lnTo>
                  <a:lnTo>
                    <a:pt x="1547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8" name="Google Shape;19588;p91"/>
            <p:cNvSpPr/>
            <p:nvPr/>
          </p:nvSpPr>
          <p:spPr>
            <a:xfrm>
              <a:off x="5786976" y="2579037"/>
              <a:ext cx="67251" cy="95661"/>
            </a:xfrm>
            <a:custGeom>
              <a:rect b="b" l="l" r="r" t="t"/>
              <a:pathLst>
                <a:path extrusionOk="0" h="5150" w="3620">
                  <a:moveTo>
                    <a:pt x="1880" y="1184"/>
                  </a:moveTo>
                  <a:cubicBezTo>
                    <a:pt x="2186" y="1184"/>
                    <a:pt x="2434" y="1434"/>
                    <a:pt x="2435" y="1740"/>
                  </a:cubicBezTo>
                  <a:lnTo>
                    <a:pt x="2435" y="3412"/>
                  </a:lnTo>
                  <a:cubicBezTo>
                    <a:pt x="2434" y="3718"/>
                    <a:pt x="2186" y="3966"/>
                    <a:pt x="1880" y="3966"/>
                  </a:cubicBezTo>
                  <a:lnTo>
                    <a:pt x="1184" y="3966"/>
                  </a:lnTo>
                  <a:lnTo>
                    <a:pt x="1184" y="1184"/>
                  </a:lnTo>
                  <a:close/>
                  <a:moveTo>
                    <a:pt x="0" y="0"/>
                  </a:moveTo>
                  <a:lnTo>
                    <a:pt x="0" y="5150"/>
                  </a:lnTo>
                  <a:lnTo>
                    <a:pt x="1880" y="5150"/>
                  </a:lnTo>
                  <a:cubicBezTo>
                    <a:pt x="2840" y="5148"/>
                    <a:pt x="3618" y="4370"/>
                    <a:pt x="3619" y="3412"/>
                  </a:cubicBezTo>
                  <a:lnTo>
                    <a:pt x="3619" y="1740"/>
                  </a:lnTo>
                  <a:cubicBezTo>
                    <a:pt x="3618" y="780"/>
                    <a:pt x="2840" y="2"/>
                    <a:pt x="18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9" name="Google Shape;19589;p91"/>
            <p:cNvSpPr/>
            <p:nvPr/>
          </p:nvSpPr>
          <p:spPr>
            <a:xfrm>
              <a:off x="5699160" y="2578721"/>
              <a:ext cx="67251" cy="95903"/>
            </a:xfrm>
            <a:custGeom>
              <a:rect b="b" l="l" r="r" t="t"/>
              <a:pathLst>
                <a:path extrusionOk="0" h="5163" w="3620">
                  <a:moveTo>
                    <a:pt x="0" y="1"/>
                  </a:moveTo>
                  <a:lnTo>
                    <a:pt x="0" y="5162"/>
                  </a:lnTo>
                  <a:lnTo>
                    <a:pt x="1184" y="5162"/>
                  </a:lnTo>
                  <a:lnTo>
                    <a:pt x="1184" y="3184"/>
                  </a:lnTo>
                  <a:lnTo>
                    <a:pt x="2435" y="3184"/>
                  </a:lnTo>
                  <a:lnTo>
                    <a:pt x="2435" y="5162"/>
                  </a:lnTo>
                  <a:lnTo>
                    <a:pt x="3619" y="5162"/>
                  </a:lnTo>
                  <a:lnTo>
                    <a:pt x="3619" y="1"/>
                  </a:lnTo>
                  <a:lnTo>
                    <a:pt x="2435" y="1"/>
                  </a:lnTo>
                  <a:lnTo>
                    <a:pt x="2435" y="2000"/>
                  </a:lnTo>
                  <a:lnTo>
                    <a:pt x="1184" y="2000"/>
                  </a:lnTo>
                  <a:lnTo>
                    <a:pt x="11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90" name="Google Shape;19590;p91"/>
          <p:cNvGrpSpPr/>
          <p:nvPr/>
        </p:nvGrpSpPr>
        <p:grpSpPr>
          <a:xfrm>
            <a:off x="991248" y="2896036"/>
            <a:ext cx="362727" cy="315095"/>
            <a:chOff x="5100704" y="2438907"/>
            <a:chExt cx="375377" cy="326084"/>
          </a:xfrm>
        </p:grpSpPr>
        <p:sp>
          <p:nvSpPr>
            <p:cNvPr id="19591" name="Google Shape;19591;p91"/>
            <p:cNvSpPr/>
            <p:nvPr/>
          </p:nvSpPr>
          <p:spPr>
            <a:xfrm>
              <a:off x="5100704" y="2438907"/>
              <a:ext cx="375377" cy="326084"/>
            </a:xfrm>
            <a:custGeom>
              <a:rect b="b" l="l" r="r" t="t"/>
              <a:pathLst>
                <a:path extrusionOk="0" h="17555" w="20206">
                  <a:moveTo>
                    <a:pt x="18629" y="1182"/>
                  </a:moveTo>
                  <a:cubicBezTo>
                    <a:pt x="18846" y="1182"/>
                    <a:pt x="19020" y="1359"/>
                    <a:pt x="19020" y="1574"/>
                  </a:cubicBezTo>
                  <a:lnTo>
                    <a:pt x="19020" y="5787"/>
                  </a:lnTo>
                  <a:cubicBezTo>
                    <a:pt x="19020" y="6003"/>
                    <a:pt x="18846" y="6178"/>
                    <a:pt x="18629" y="6178"/>
                  </a:cubicBezTo>
                  <a:lnTo>
                    <a:pt x="14686" y="6178"/>
                  </a:lnTo>
                  <a:lnTo>
                    <a:pt x="13072" y="7259"/>
                  </a:lnTo>
                  <a:lnTo>
                    <a:pt x="13072" y="6178"/>
                  </a:lnTo>
                  <a:lnTo>
                    <a:pt x="11796" y="6178"/>
                  </a:lnTo>
                  <a:cubicBezTo>
                    <a:pt x="11579" y="6178"/>
                    <a:pt x="11404" y="6003"/>
                    <a:pt x="11404" y="5787"/>
                  </a:cubicBezTo>
                  <a:lnTo>
                    <a:pt x="11404" y="1574"/>
                  </a:lnTo>
                  <a:cubicBezTo>
                    <a:pt x="11404" y="1359"/>
                    <a:pt x="11579" y="1182"/>
                    <a:pt x="11796" y="1182"/>
                  </a:cubicBezTo>
                  <a:close/>
                  <a:moveTo>
                    <a:pt x="7355" y="7366"/>
                  </a:moveTo>
                  <a:cubicBezTo>
                    <a:pt x="7633" y="7366"/>
                    <a:pt x="7907" y="7475"/>
                    <a:pt x="8112" y="7680"/>
                  </a:cubicBezTo>
                  <a:cubicBezTo>
                    <a:pt x="8418" y="7985"/>
                    <a:pt x="8509" y="8445"/>
                    <a:pt x="8344" y="8845"/>
                  </a:cubicBezTo>
                  <a:cubicBezTo>
                    <a:pt x="8178" y="9245"/>
                    <a:pt x="7788" y="9505"/>
                    <a:pt x="7355" y="9505"/>
                  </a:cubicBezTo>
                  <a:cubicBezTo>
                    <a:pt x="6766" y="9505"/>
                    <a:pt x="6288" y="9025"/>
                    <a:pt x="6286" y="8436"/>
                  </a:cubicBezTo>
                  <a:cubicBezTo>
                    <a:pt x="6286" y="8003"/>
                    <a:pt x="6548" y="7613"/>
                    <a:pt x="6946" y="7447"/>
                  </a:cubicBezTo>
                  <a:cubicBezTo>
                    <a:pt x="7078" y="7392"/>
                    <a:pt x="7217" y="7366"/>
                    <a:pt x="7355" y="7366"/>
                  </a:cubicBezTo>
                  <a:close/>
                  <a:moveTo>
                    <a:pt x="10220" y="4600"/>
                  </a:moveTo>
                  <a:lnTo>
                    <a:pt x="10220" y="5787"/>
                  </a:lnTo>
                  <a:cubicBezTo>
                    <a:pt x="10222" y="6656"/>
                    <a:pt x="10927" y="7361"/>
                    <a:pt x="11796" y="7362"/>
                  </a:cubicBezTo>
                  <a:lnTo>
                    <a:pt x="11888" y="7362"/>
                  </a:lnTo>
                  <a:lnTo>
                    <a:pt x="11888" y="9475"/>
                  </a:lnTo>
                  <a:lnTo>
                    <a:pt x="15046" y="7362"/>
                  </a:lnTo>
                  <a:lnTo>
                    <a:pt x="17818" y="7362"/>
                  </a:lnTo>
                  <a:lnTo>
                    <a:pt x="17818" y="13673"/>
                  </a:lnTo>
                  <a:lnTo>
                    <a:pt x="11021" y="13673"/>
                  </a:lnTo>
                  <a:lnTo>
                    <a:pt x="11021" y="13170"/>
                  </a:lnTo>
                  <a:cubicBezTo>
                    <a:pt x="11021" y="11759"/>
                    <a:pt x="10220" y="10532"/>
                    <a:pt x="9048" y="9920"/>
                  </a:cubicBezTo>
                  <a:cubicBezTo>
                    <a:pt x="9632" y="9255"/>
                    <a:pt x="9774" y="8310"/>
                    <a:pt x="9408" y="7504"/>
                  </a:cubicBezTo>
                  <a:cubicBezTo>
                    <a:pt x="9044" y="6698"/>
                    <a:pt x="8241" y="6180"/>
                    <a:pt x="7355" y="6180"/>
                  </a:cubicBezTo>
                  <a:cubicBezTo>
                    <a:pt x="6471" y="6180"/>
                    <a:pt x="5668" y="6698"/>
                    <a:pt x="5304" y="7504"/>
                  </a:cubicBezTo>
                  <a:cubicBezTo>
                    <a:pt x="4938" y="8310"/>
                    <a:pt x="5078" y="9255"/>
                    <a:pt x="5662" y="9920"/>
                  </a:cubicBezTo>
                  <a:cubicBezTo>
                    <a:pt x="4492" y="10532"/>
                    <a:pt x="3690" y="11759"/>
                    <a:pt x="3690" y="13170"/>
                  </a:cubicBezTo>
                  <a:lnTo>
                    <a:pt x="3690" y="13673"/>
                  </a:lnTo>
                  <a:lnTo>
                    <a:pt x="2372" y="13673"/>
                  </a:lnTo>
                  <a:lnTo>
                    <a:pt x="2372" y="4600"/>
                  </a:lnTo>
                  <a:close/>
                  <a:moveTo>
                    <a:pt x="7356" y="10689"/>
                  </a:moveTo>
                  <a:cubicBezTo>
                    <a:pt x="8725" y="10689"/>
                    <a:pt x="9837" y="11803"/>
                    <a:pt x="9837" y="13171"/>
                  </a:cubicBezTo>
                  <a:lnTo>
                    <a:pt x="9837" y="13675"/>
                  </a:lnTo>
                  <a:lnTo>
                    <a:pt x="4874" y="13675"/>
                  </a:lnTo>
                  <a:lnTo>
                    <a:pt x="4874" y="13171"/>
                  </a:lnTo>
                  <a:cubicBezTo>
                    <a:pt x="4874" y="11803"/>
                    <a:pt x="5987" y="10689"/>
                    <a:pt x="7356" y="10689"/>
                  </a:cubicBezTo>
                  <a:close/>
                  <a:moveTo>
                    <a:pt x="19020" y="14857"/>
                  </a:moveTo>
                  <a:lnTo>
                    <a:pt x="19020" y="15616"/>
                  </a:lnTo>
                  <a:cubicBezTo>
                    <a:pt x="19020" y="16034"/>
                    <a:pt x="18681" y="16371"/>
                    <a:pt x="18265" y="16371"/>
                  </a:cubicBezTo>
                  <a:lnTo>
                    <a:pt x="1940" y="16371"/>
                  </a:lnTo>
                  <a:cubicBezTo>
                    <a:pt x="1524" y="16371"/>
                    <a:pt x="1185" y="16034"/>
                    <a:pt x="1185" y="15616"/>
                  </a:cubicBezTo>
                  <a:lnTo>
                    <a:pt x="1185" y="14857"/>
                  </a:lnTo>
                  <a:close/>
                  <a:moveTo>
                    <a:pt x="11796" y="0"/>
                  </a:moveTo>
                  <a:cubicBezTo>
                    <a:pt x="10927" y="0"/>
                    <a:pt x="10222" y="705"/>
                    <a:pt x="10220" y="1574"/>
                  </a:cubicBezTo>
                  <a:lnTo>
                    <a:pt x="10220" y="3416"/>
                  </a:lnTo>
                  <a:lnTo>
                    <a:pt x="1188" y="3416"/>
                  </a:lnTo>
                  <a:lnTo>
                    <a:pt x="1188" y="13673"/>
                  </a:lnTo>
                  <a:lnTo>
                    <a:pt x="1" y="13673"/>
                  </a:lnTo>
                  <a:lnTo>
                    <a:pt x="1" y="15616"/>
                  </a:lnTo>
                  <a:cubicBezTo>
                    <a:pt x="2" y="16686"/>
                    <a:pt x="870" y="17554"/>
                    <a:pt x="1942" y="17555"/>
                  </a:cubicBezTo>
                  <a:lnTo>
                    <a:pt x="18265" y="17555"/>
                  </a:lnTo>
                  <a:cubicBezTo>
                    <a:pt x="19337" y="17554"/>
                    <a:pt x="20204" y="16686"/>
                    <a:pt x="20206" y="15616"/>
                  </a:cubicBezTo>
                  <a:lnTo>
                    <a:pt x="20206" y="13673"/>
                  </a:lnTo>
                  <a:lnTo>
                    <a:pt x="19004" y="13673"/>
                  </a:lnTo>
                  <a:lnTo>
                    <a:pt x="19004" y="7317"/>
                  </a:lnTo>
                  <a:cubicBezTo>
                    <a:pt x="19709" y="7144"/>
                    <a:pt x="20204" y="6513"/>
                    <a:pt x="20206" y="5787"/>
                  </a:cubicBezTo>
                  <a:lnTo>
                    <a:pt x="20204" y="5787"/>
                  </a:lnTo>
                  <a:lnTo>
                    <a:pt x="20204" y="1574"/>
                  </a:lnTo>
                  <a:cubicBezTo>
                    <a:pt x="20203" y="705"/>
                    <a:pt x="19500" y="0"/>
                    <a:pt x="18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2" name="Google Shape;19592;p91"/>
            <p:cNvSpPr/>
            <p:nvPr/>
          </p:nvSpPr>
          <p:spPr>
            <a:xfrm>
              <a:off x="5333109" y="2494725"/>
              <a:ext cx="21996" cy="21807"/>
            </a:xfrm>
            <a:custGeom>
              <a:rect b="b" l="l" r="r" t="t"/>
              <a:pathLst>
                <a:path extrusionOk="0" h="1174" w="1184">
                  <a:moveTo>
                    <a:pt x="1" y="0"/>
                  </a:moveTo>
                  <a:lnTo>
                    <a:pt x="1" y="1174"/>
                  </a:lnTo>
                  <a:lnTo>
                    <a:pt x="1183" y="1174"/>
                  </a:lnTo>
                  <a:lnTo>
                    <a:pt x="11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3" name="Google Shape;19593;p91"/>
            <p:cNvSpPr/>
            <p:nvPr/>
          </p:nvSpPr>
          <p:spPr>
            <a:xfrm>
              <a:off x="5372307" y="2494725"/>
              <a:ext cx="22014" cy="21807"/>
            </a:xfrm>
            <a:custGeom>
              <a:rect b="b" l="l" r="r" t="t"/>
              <a:pathLst>
                <a:path extrusionOk="0" h="1174" w="1185">
                  <a:moveTo>
                    <a:pt x="0" y="0"/>
                  </a:moveTo>
                  <a:lnTo>
                    <a:pt x="0" y="1174"/>
                  </a:lnTo>
                  <a:lnTo>
                    <a:pt x="1184" y="1174"/>
                  </a:lnTo>
                  <a:lnTo>
                    <a:pt x="118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4" name="Google Shape;19594;p91"/>
            <p:cNvSpPr/>
            <p:nvPr/>
          </p:nvSpPr>
          <p:spPr>
            <a:xfrm>
              <a:off x="5411525" y="2494725"/>
              <a:ext cx="22014" cy="21807"/>
            </a:xfrm>
            <a:custGeom>
              <a:rect b="b" l="l" r="r" t="t"/>
              <a:pathLst>
                <a:path extrusionOk="0" h="1174" w="1185">
                  <a:moveTo>
                    <a:pt x="1" y="0"/>
                  </a:moveTo>
                  <a:lnTo>
                    <a:pt x="1" y="1174"/>
                  </a:lnTo>
                  <a:lnTo>
                    <a:pt x="1185" y="1174"/>
                  </a:lnTo>
                  <a:lnTo>
                    <a:pt x="118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95" name="Google Shape;19595;p91"/>
          <p:cNvGrpSpPr/>
          <p:nvPr/>
        </p:nvGrpSpPr>
        <p:grpSpPr>
          <a:xfrm>
            <a:off x="7784537" y="2317658"/>
            <a:ext cx="362727" cy="362660"/>
            <a:chOff x="4534444" y="2479828"/>
            <a:chExt cx="375377" cy="375308"/>
          </a:xfrm>
        </p:grpSpPr>
        <p:sp>
          <p:nvSpPr>
            <p:cNvPr id="19596" name="Google Shape;19596;p91"/>
            <p:cNvSpPr/>
            <p:nvPr/>
          </p:nvSpPr>
          <p:spPr>
            <a:xfrm>
              <a:off x="4534444" y="2479828"/>
              <a:ext cx="375377" cy="375308"/>
            </a:xfrm>
            <a:custGeom>
              <a:rect b="b" l="l" r="r" t="t"/>
              <a:pathLst>
                <a:path extrusionOk="0" h="20205" w="20206">
                  <a:moveTo>
                    <a:pt x="2579" y="1188"/>
                  </a:moveTo>
                  <a:lnTo>
                    <a:pt x="2579" y="2585"/>
                  </a:lnTo>
                  <a:lnTo>
                    <a:pt x="1184" y="2585"/>
                  </a:lnTo>
                  <a:lnTo>
                    <a:pt x="1184" y="1188"/>
                  </a:lnTo>
                  <a:close/>
                  <a:moveTo>
                    <a:pt x="16443" y="1188"/>
                  </a:moveTo>
                  <a:lnTo>
                    <a:pt x="16443" y="2585"/>
                  </a:lnTo>
                  <a:lnTo>
                    <a:pt x="3763" y="2585"/>
                  </a:lnTo>
                  <a:lnTo>
                    <a:pt x="3763" y="1188"/>
                  </a:lnTo>
                  <a:close/>
                  <a:moveTo>
                    <a:pt x="19021" y="1188"/>
                  </a:moveTo>
                  <a:lnTo>
                    <a:pt x="19021" y="2585"/>
                  </a:lnTo>
                  <a:lnTo>
                    <a:pt x="17627" y="2585"/>
                  </a:lnTo>
                  <a:lnTo>
                    <a:pt x="17627" y="1188"/>
                  </a:lnTo>
                  <a:close/>
                  <a:moveTo>
                    <a:pt x="2579" y="3771"/>
                  </a:moveTo>
                  <a:lnTo>
                    <a:pt x="2579" y="11282"/>
                  </a:lnTo>
                  <a:lnTo>
                    <a:pt x="1184" y="11282"/>
                  </a:lnTo>
                  <a:lnTo>
                    <a:pt x="1184" y="3771"/>
                  </a:lnTo>
                  <a:close/>
                  <a:moveTo>
                    <a:pt x="16443" y="3771"/>
                  </a:moveTo>
                  <a:lnTo>
                    <a:pt x="16443" y="11282"/>
                  </a:lnTo>
                  <a:lnTo>
                    <a:pt x="12453" y="11282"/>
                  </a:lnTo>
                  <a:lnTo>
                    <a:pt x="9191" y="8571"/>
                  </a:lnTo>
                  <a:lnTo>
                    <a:pt x="9223" y="11282"/>
                  </a:lnTo>
                  <a:lnTo>
                    <a:pt x="3763" y="11282"/>
                  </a:lnTo>
                  <a:lnTo>
                    <a:pt x="3763" y="3771"/>
                  </a:lnTo>
                  <a:close/>
                  <a:moveTo>
                    <a:pt x="19021" y="3772"/>
                  </a:moveTo>
                  <a:lnTo>
                    <a:pt x="19021" y="11282"/>
                  </a:lnTo>
                  <a:lnTo>
                    <a:pt x="17627" y="11282"/>
                  </a:lnTo>
                  <a:lnTo>
                    <a:pt x="17627" y="3772"/>
                  </a:lnTo>
                  <a:close/>
                  <a:moveTo>
                    <a:pt x="2579" y="12469"/>
                  </a:moveTo>
                  <a:lnTo>
                    <a:pt x="2579" y="13866"/>
                  </a:lnTo>
                  <a:lnTo>
                    <a:pt x="1184" y="13866"/>
                  </a:lnTo>
                  <a:lnTo>
                    <a:pt x="1184" y="12469"/>
                  </a:lnTo>
                  <a:close/>
                  <a:moveTo>
                    <a:pt x="9236" y="12469"/>
                  </a:moveTo>
                  <a:lnTo>
                    <a:pt x="9252" y="13866"/>
                  </a:lnTo>
                  <a:lnTo>
                    <a:pt x="3763" y="13866"/>
                  </a:lnTo>
                  <a:lnTo>
                    <a:pt x="3763" y="12469"/>
                  </a:lnTo>
                  <a:close/>
                  <a:moveTo>
                    <a:pt x="16443" y="12469"/>
                  </a:moveTo>
                  <a:lnTo>
                    <a:pt x="16443" y="13866"/>
                  </a:lnTo>
                  <a:lnTo>
                    <a:pt x="15563" y="13866"/>
                  </a:lnTo>
                  <a:lnTo>
                    <a:pt x="13882" y="12469"/>
                  </a:lnTo>
                  <a:close/>
                  <a:moveTo>
                    <a:pt x="19021" y="12469"/>
                  </a:moveTo>
                  <a:lnTo>
                    <a:pt x="19021" y="13866"/>
                  </a:lnTo>
                  <a:lnTo>
                    <a:pt x="17627" y="13866"/>
                  </a:lnTo>
                  <a:lnTo>
                    <a:pt x="17627" y="12469"/>
                  </a:lnTo>
                  <a:close/>
                  <a:moveTo>
                    <a:pt x="10404" y="11119"/>
                  </a:moveTo>
                  <a:lnTo>
                    <a:pt x="14709" y="14698"/>
                  </a:lnTo>
                  <a:lnTo>
                    <a:pt x="13146" y="15445"/>
                  </a:lnTo>
                  <a:lnTo>
                    <a:pt x="14405" y="18089"/>
                  </a:lnTo>
                  <a:lnTo>
                    <a:pt x="13288" y="18623"/>
                  </a:lnTo>
                  <a:lnTo>
                    <a:pt x="12031" y="15981"/>
                  </a:lnTo>
                  <a:lnTo>
                    <a:pt x="10468" y="16727"/>
                  </a:lnTo>
                  <a:lnTo>
                    <a:pt x="10404" y="11119"/>
                  </a:lnTo>
                  <a:close/>
                  <a:moveTo>
                    <a:pt x="0" y="1"/>
                  </a:moveTo>
                  <a:lnTo>
                    <a:pt x="0" y="15053"/>
                  </a:lnTo>
                  <a:lnTo>
                    <a:pt x="9264" y="15053"/>
                  </a:lnTo>
                  <a:lnTo>
                    <a:pt x="9305" y="18598"/>
                  </a:lnTo>
                  <a:lnTo>
                    <a:pt x="11471" y="17562"/>
                  </a:lnTo>
                  <a:lnTo>
                    <a:pt x="12728" y="20204"/>
                  </a:lnTo>
                  <a:lnTo>
                    <a:pt x="15981" y="18649"/>
                  </a:lnTo>
                  <a:lnTo>
                    <a:pt x="14726" y="16006"/>
                  </a:lnTo>
                  <a:lnTo>
                    <a:pt x="16721" y="15053"/>
                  </a:lnTo>
                  <a:lnTo>
                    <a:pt x="20205" y="15053"/>
                  </a:lnTo>
                  <a:lnTo>
                    <a:pt x="2020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7" name="Google Shape;19597;p91"/>
            <p:cNvSpPr/>
            <p:nvPr/>
          </p:nvSpPr>
          <p:spPr>
            <a:xfrm>
              <a:off x="4667180" y="2574263"/>
              <a:ext cx="113267" cy="22067"/>
            </a:xfrm>
            <a:custGeom>
              <a:rect b="b" l="l" r="r" t="t"/>
              <a:pathLst>
                <a:path extrusionOk="0" h="1188" w="6097">
                  <a:moveTo>
                    <a:pt x="1" y="0"/>
                  </a:moveTo>
                  <a:lnTo>
                    <a:pt x="1" y="1187"/>
                  </a:lnTo>
                  <a:lnTo>
                    <a:pt x="6097" y="1187"/>
                  </a:lnTo>
                  <a:lnTo>
                    <a:pt x="609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8" name="Google Shape;19598;p91"/>
            <p:cNvSpPr/>
            <p:nvPr/>
          </p:nvSpPr>
          <p:spPr>
            <a:xfrm>
              <a:off x="4646299" y="2615481"/>
              <a:ext cx="155029" cy="22067"/>
            </a:xfrm>
            <a:custGeom>
              <a:rect b="b" l="l" r="r" t="t"/>
              <a:pathLst>
                <a:path extrusionOk="0" h="1188" w="8345">
                  <a:moveTo>
                    <a:pt x="0" y="0"/>
                  </a:moveTo>
                  <a:lnTo>
                    <a:pt x="0" y="1187"/>
                  </a:lnTo>
                  <a:lnTo>
                    <a:pt x="8345" y="1187"/>
                  </a:lnTo>
                  <a:lnTo>
                    <a:pt x="834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599" name="Google Shape;19599;p91"/>
          <p:cNvSpPr/>
          <p:nvPr/>
        </p:nvSpPr>
        <p:spPr>
          <a:xfrm>
            <a:off x="7055690" y="2317599"/>
            <a:ext cx="326951" cy="362680"/>
          </a:xfrm>
          <a:custGeom>
            <a:rect b="b" l="l" r="r" t="t"/>
            <a:pathLst>
              <a:path extrusionOk="0" h="20205" w="18212">
                <a:moveTo>
                  <a:pt x="15699" y="1737"/>
                </a:moveTo>
                <a:lnTo>
                  <a:pt x="15699" y="2979"/>
                </a:lnTo>
                <a:lnTo>
                  <a:pt x="9825" y="2979"/>
                </a:lnTo>
                <a:lnTo>
                  <a:pt x="9117" y="1737"/>
                </a:lnTo>
                <a:close/>
                <a:moveTo>
                  <a:pt x="9107" y="6608"/>
                </a:moveTo>
                <a:cubicBezTo>
                  <a:pt x="10681" y="6608"/>
                  <a:pt x="11962" y="7889"/>
                  <a:pt x="11962" y="9462"/>
                </a:cubicBezTo>
                <a:cubicBezTo>
                  <a:pt x="11962" y="11036"/>
                  <a:pt x="10681" y="12317"/>
                  <a:pt x="9107" y="12317"/>
                </a:cubicBezTo>
                <a:cubicBezTo>
                  <a:pt x="7533" y="12317"/>
                  <a:pt x="6254" y="11036"/>
                  <a:pt x="6254" y="9462"/>
                </a:cubicBezTo>
                <a:cubicBezTo>
                  <a:pt x="6254" y="7889"/>
                  <a:pt x="7533" y="6608"/>
                  <a:pt x="9107" y="6608"/>
                </a:cubicBezTo>
                <a:close/>
                <a:moveTo>
                  <a:pt x="7441" y="1185"/>
                </a:moveTo>
                <a:lnTo>
                  <a:pt x="9137" y="4163"/>
                </a:lnTo>
                <a:lnTo>
                  <a:pt x="17029" y="4163"/>
                </a:lnTo>
                <a:lnTo>
                  <a:pt x="17029" y="15797"/>
                </a:lnTo>
                <a:lnTo>
                  <a:pt x="10970" y="15797"/>
                </a:lnTo>
                <a:lnTo>
                  <a:pt x="10970" y="14547"/>
                </a:lnTo>
                <a:lnTo>
                  <a:pt x="9698" y="14547"/>
                </a:lnTo>
                <a:lnTo>
                  <a:pt x="9698" y="13462"/>
                </a:lnTo>
                <a:lnTo>
                  <a:pt x="9661" y="13462"/>
                </a:lnTo>
                <a:cubicBezTo>
                  <a:pt x="11626" y="13192"/>
                  <a:pt x="13144" y="11500"/>
                  <a:pt x="13144" y="9462"/>
                </a:cubicBezTo>
                <a:cubicBezTo>
                  <a:pt x="13144" y="7236"/>
                  <a:pt x="11335" y="5425"/>
                  <a:pt x="9107" y="5425"/>
                </a:cubicBezTo>
                <a:cubicBezTo>
                  <a:pt x="6879" y="5425"/>
                  <a:pt x="5070" y="7236"/>
                  <a:pt x="5070" y="9462"/>
                </a:cubicBezTo>
                <a:cubicBezTo>
                  <a:pt x="5070" y="11500"/>
                  <a:pt x="6588" y="13192"/>
                  <a:pt x="8553" y="13462"/>
                </a:cubicBezTo>
                <a:lnTo>
                  <a:pt x="8516" y="13462"/>
                </a:lnTo>
                <a:lnTo>
                  <a:pt x="8516" y="14547"/>
                </a:lnTo>
                <a:lnTo>
                  <a:pt x="7244" y="14547"/>
                </a:lnTo>
                <a:lnTo>
                  <a:pt x="7244" y="15797"/>
                </a:lnTo>
                <a:lnTo>
                  <a:pt x="1185" y="15797"/>
                </a:lnTo>
                <a:lnTo>
                  <a:pt x="1185" y="1185"/>
                </a:lnTo>
                <a:close/>
                <a:moveTo>
                  <a:pt x="9788" y="15731"/>
                </a:moveTo>
                <a:lnTo>
                  <a:pt x="9788" y="18429"/>
                </a:lnTo>
                <a:cubicBezTo>
                  <a:pt x="9786" y="18756"/>
                  <a:pt x="9522" y="19021"/>
                  <a:pt x="9195" y="19021"/>
                </a:cubicBezTo>
                <a:lnTo>
                  <a:pt x="9017" y="19021"/>
                </a:lnTo>
                <a:cubicBezTo>
                  <a:pt x="8690" y="19021"/>
                  <a:pt x="8426" y="18756"/>
                  <a:pt x="8426" y="18429"/>
                </a:cubicBezTo>
                <a:lnTo>
                  <a:pt x="8426" y="15731"/>
                </a:lnTo>
                <a:close/>
                <a:moveTo>
                  <a:pt x="1" y="1"/>
                </a:moveTo>
                <a:lnTo>
                  <a:pt x="1" y="16983"/>
                </a:lnTo>
                <a:lnTo>
                  <a:pt x="7242" y="16983"/>
                </a:lnTo>
                <a:lnTo>
                  <a:pt x="7242" y="18429"/>
                </a:lnTo>
                <a:cubicBezTo>
                  <a:pt x="7244" y="19410"/>
                  <a:pt x="8038" y="20205"/>
                  <a:pt x="9017" y="20205"/>
                </a:cubicBezTo>
                <a:lnTo>
                  <a:pt x="9195" y="20205"/>
                </a:lnTo>
                <a:cubicBezTo>
                  <a:pt x="10176" y="20205"/>
                  <a:pt x="10970" y="19410"/>
                  <a:pt x="10970" y="18429"/>
                </a:cubicBezTo>
                <a:lnTo>
                  <a:pt x="10970" y="16983"/>
                </a:lnTo>
                <a:lnTo>
                  <a:pt x="18211" y="16983"/>
                </a:lnTo>
                <a:lnTo>
                  <a:pt x="18211" y="2979"/>
                </a:lnTo>
                <a:lnTo>
                  <a:pt x="16883" y="2979"/>
                </a:lnTo>
                <a:lnTo>
                  <a:pt x="16883" y="553"/>
                </a:lnTo>
                <a:lnTo>
                  <a:pt x="8444" y="553"/>
                </a:lnTo>
                <a:lnTo>
                  <a:pt x="812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600" name="Google Shape;19600;p91"/>
          <p:cNvGrpSpPr/>
          <p:nvPr/>
        </p:nvGrpSpPr>
        <p:grpSpPr>
          <a:xfrm>
            <a:off x="6308408" y="2317667"/>
            <a:ext cx="293829" cy="362642"/>
            <a:chOff x="3646495" y="2459618"/>
            <a:chExt cx="304077" cy="375289"/>
          </a:xfrm>
        </p:grpSpPr>
        <p:sp>
          <p:nvSpPr>
            <p:cNvPr id="19601" name="Google Shape;19601;p91"/>
            <p:cNvSpPr/>
            <p:nvPr/>
          </p:nvSpPr>
          <p:spPr>
            <a:xfrm>
              <a:off x="3646495" y="2459618"/>
              <a:ext cx="304077" cy="375289"/>
            </a:xfrm>
            <a:custGeom>
              <a:rect b="b" l="l" r="r" t="t"/>
              <a:pathLst>
                <a:path extrusionOk="0" h="20204" w="16368">
                  <a:moveTo>
                    <a:pt x="10255" y="1408"/>
                  </a:moveTo>
                  <a:lnTo>
                    <a:pt x="11515" y="3198"/>
                  </a:lnTo>
                  <a:lnTo>
                    <a:pt x="13607" y="3845"/>
                  </a:lnTo>
                  <a:lnTo>
                    <a:pt x="13577" y="6032"/>
                  </a:lnTo>
                  <a:lnTo>
                    <a:pt x="14888" y="7786"/>
                  </a:lnTo>
                  <a:lnTo>
                    <a:pt x="13578" y="9541"/>
                  </a:lnTo>
                  <a:lnTo>
                    <a:pt x="13608" y="11728"/>
                  </a:lnTo>
                  <a:lnTo>
                    <a:pt x="11517" y="12374"/>
                  </a:lnTo>
                  <a:lnTo>
                    <a:pt x="10257" y="14163"/>
                  </a:lnTo>
                  <a:lnTo>
                    <a:pt x="8184" y="13455"/>
                  </a:lnTo>
                  <a:lnTo>
                    <a:pt x="6113" y="14163"/>
                  </a:lnTo>
                  <a:lnTo>
                    <a:pt x="4853" y="12374"/>
                  </a:lnTo>
                  <a:lnTo>
                    <a:pt x="2762" y="11728"/>
                  </a:lnTo>
                  <a:lnTo>
                    <a:pt x="2790" y="9541"/>
                  </a:lnTo>
                  <a:lnTo>
                    <a:pt x="1479" y="7786"/>
                  </a:lnTo>
                  <a:lnTo>
                    <a:pt x="2790" y="6032"/>
                  </a:lnTo>
                  <a:lnTo>
                    <a:pt x="2760" y="3845"/>
                  </a:lnTo>
                  <a:lnTo>
                    <a:pt x="4852" y="3198"/>
                  </a:lnTo>
                  <a:lnTo>
                    <a:pt x="6112" y="1408"/>
                  </a:lnTo>
                  <a:lnTo>
                    <a:pt x="8184" y="2116"/>
                  </a:lnTo>
                  <a:lnTo>
                    <a:pt x="10255" y="1408"/>
                  </a:lnTo>
                  <a:close/>
                  <a:moveTo>
                    <a:pt x="3987" y="13348"/>
                  </a:moveTo>
                  <a:lnTo>
                    <a:pt x="4116" y="13387"/>
                  </a:lnTo>
                  <a:lnTo>
                    <a:pt x="5655" y="15573"/>
                  </a:lnTo>
                  <a:lnTo>
                    <a:pt x="6379" y="15326"/>
                  </a:lnTo>
                  <a:lnTo>
                    <a:pt x="6378" y="18430"/>
                  </a:lnTo>
                  <a:lnTo>
                    <a:pt x="5183" y="17935"/>
                  </a:lnTo>
                  <a:lnTo>
                    <a:pt x="3987" y="18430"/>
                  </a:lnTo>
                  <a:lnTo>
                    <a:pt x="3987" y="13348"/>
                  </a:lnTo>
                  <a:close/>
                  <a:moveTo>
                    <a:pt x="12383" y="13348"/>
                  </a:moveTo>
                  <a:lnTo>
                    <a:pt x="12381" y="18430"/>
                  </a:lnTo>
                  <a:lnTo>
                    <a:pt x="11187" y="17935"/>
                  </a:lnTo>
                  <a:lnTo>
                    <a:pt x="9991" y="18430"/>
                  </a:lnTo>
                  <a:lnTo>
                    <a:pt x="9991" y="15326"/>
                  </a:lnTo>
                  <a:lnTo>
                    <a:pt x="10713" y="15573"/>
                  </a:lnTo>
                  <a:lnTo>
                    <a:pt x="12253" y="13387"/>
                  </a:lnTo>
                  <a:lnTo>
                    <a:pt x="12383" y="13348"/>
                  </a:lnTo>
                  <a:close/>
                  <a:moveTo>
                    <a:pt x="5655" y="0"/>
                  </a:moveTo>
                  <a:lnTo>
                    <a:pt x="4117" y="2185"/>
                  </a:lnTo>
                  <a:lnTo>
                    <a:pt x="1564" y="2974"/>
                  </a:lnTo>
                  <a:lnTo>
                    <a:pt x="1601" y="5647"/>
                  </a:lnTo>
                  <a:lnTo>
                    <a:pt x="1" y="7786"/>
                  </a:lnTo>
                  <a:lnTo>
                    <a:pt x="1600" y="9926"/>
                  </a:lnTo>
                  <a:lnTo>
                    <a:pt x="1563" y="12597"/>
                  </a:lnTo>
                  <a:lnTo>
                    <a:pt x="2845" y="12994"/>
                  </a:lnTo>
                  <a:lnTo>
                    <a:pt x="2800" y="12994"/>
                  </a:lnTo>
                  <a:lnTo>
                    <a:pt x="2800" y="20204"/>
                  </a:lnTo>
                  <a:lnTo>
                    <a:pt x="5183" y="19217"/>
                  </a:lnTo>
                  <a:lnTo>
                    <a:pt x="7563" y="20204"/>
                  </a:lnTo>
                  <a:lnTo>
                    <a:pt x="7563" y="14920"/>
                  </a:lnTo>
                  <a:lnTo>
                    <a:pt x="8184" y="14708"/>
                  </a:lnTo>
                  <a:lnTo>
                    <a:pt x="8805" y="14920"/>
                  </a:lnTo>
                  <a:lnTo>
                    <a:pt x="8805" y="20204"/>
                  </a:lnTo>
                  <a:lnTo>
                    <a:pt x="11187" y="19217"/>
                  </a:lnTo>
                  <a:lnTo>
                    <a:pt x="13567" y="20204"/>
                  </a:lnTo>
                  <a:lnTo>
                    <a:pt x="13567" y="12981"/>
                  </a:lnTo>
                  <a:lnTo>
                    <a:pt x="14806" y="12597"/>
                  </a:lnTo>
                  <a:lnTo>
                    <a:pt x="14768" y="9926"/>
                  </a:lnTo>
                  <a:lnTo>
                    <a:pt x="16367" y="7786"/>
                  </a:lnTo>
                  <a:lnTo>
                    <a:pt x="14768" y="5647"/>
                  </a:lnTo>
                  <a:lnTo>
                    <a:pt x="14806" y="2974"/>
                  </a:lnTo>
                  <a:lnTo>
                    <a:pt x="12253" y="2185"/>
                  </a:lnTo>
                  <a:lnTo>
                    <a:pt x="10715" y="0"/>
                  </a:lnTo>
                  <a:lnTo>
                    <a:pt x="8184" y="863"/>
                  </a:lnTo>
                  <a:lnTo>
                    <a:pt x="565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2" name="Google Shape;19602;p91"/>
            <p:cNvSpPr/>
            <p:nvPr/>
          </p:nvSpPr>
          <p:spPr>
            <a:xfrm>
              <a:off x="3713931" y="2519652"/>
              <a:ext cx="169204" cy="169200"/>
            </a:xfrm>
            <a:custGeom>
              <a:rect b="b" l="l" r="r" t="t"/>
              <a:pathLst>
                <a:path extrusionOk="0" h="9109" w="9108">
                  <a:moveTo>
                    <a:pt x="4554" y="1185"/>
                  </a:moveTo>
                  <a:cubicBezTo>
                    <a:pt x="6412" y="1185"/>
                    <a:pt x="7922" y="2697"/>
                    <a:pt x="7922" y="4554"/>
                  </a:cubicBezTo>
                  <a:cubicBezTo>
                    <a:pt x="7922" y="6412"/>
                    <a:pt x="6412" y="7923"/>
                    <a:pt x="4554" y="7923"/>
                  </a:cubicBezTo>
                  <a:cubicBezTo>
                    <a:pt x="2697" y="7923"/>
                    <a:pt x="1186" y="6412"/>
                    <a:pt x="1186" y="4554"/>
                  </a:cubicBezTo>
                  <a:cubicBezTo>
                    <a:pt x="1186" y="2697"/>
                    <a:pt x="2697" y="1185"/>
                    <a:pt x="4554" y="1185"/>
                  </a:cubicBezTo>
                  <a:close/>
                  <a:moveTo>
                    <a:pt x="4554" y="1"/>
                  </a:moveTo>
                  <a:cubicBezTo>
                    <a:pt x="2043" y="1"/>
                    <a:pt x="0" y="2043"/>
                    <a:pt x="0" y="4554"/>
                  </a:cubicBezTo>
                  <a:cubicBezTo>
                    <a:pt x="0" y="7064"/>
                    <a:pt x="2043" y="9108"/>
                    <a:pt x="4554" y="9108"/>
                  </a:cubicBezTo>
                  <a:cubicBezTo>
                    <a:pt x="7065" y="9108"/>
                    <a:pt x="9108" y="7064"/>
                    <a:pt x="9108" y="4554"/>
                  </a:cubicBezTo>
                  <a:cubicBezTo>
                    <a:pt x="9108" y="2043"/>
                    <a:pt x="7065" y="1"/>
                    <a:pt x="45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3" name="Google Shape;19603;p91"/>
            <p:cNvSpPr/>
            <p:nvPr/>
          </p:nvSpPr>
          <p:spPr>
            <a:xfrm>
              <a:off x="3768233" y="2559867"/>
              <a:ext cx="53559" cy="86039"/>
            </a:xfrm>
            <a:custGeom>
              <a:rect b="b" l="l" r="r" t="t"/>
              <a:pathLst>
                <a:path extrusionOk="0" h="4632" w="2883">
                  <a:moveTo>
                    <a:pt x="1382" y="1"/>
                  </a:moveTo>
                  <a:lnTo>
                    <a:pt x="1" y="719"/>
                  </a:lnTo>
                  <a:lnTo>
                    <a:pt x="549" y="1770"/>
                  </a:lnTo>
                  <a:lnTo>
                    <a:pt x="1038" y="1515"/>
                  </a:lnTo>
                  <a:lnTo>
                    <a:pt x="1038" y="3446"/>
                  </a:lnTo>
                  <a:lnTo>
                    <a:pt x="382" y="3446"/>
                  </a:lnTo>
                  <a:lnTo>
                    <a:pt x="382" y="4632"/>
                  </a:lnTo>
                  <a:lnTo>
                    <a:pt x="2882" y="4632"/>
                  </a:lnTo>
                  <a:lnTo>
                    <a:pt x="2882" y="3446"/>
                  </a:lnTo>
                  <a:lnTo>
                    <a:pt x="2224" y="3446"/>
                  </a:lnTo>
                  <a:lnTo>
                    <a:pt x="222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04" name="Google Shape;19604;p91"/>
          <p:cNvGrpSpPr/>
          <p:nvPr/>
        </p:nvGrpSpPr>
        <p:grpSpPr>
          <a:xfrm>
            <a:off x="5519135" y="2317650"/>
            <a:ext cx="362457" cy="362678"/>
            <a:chOff x="3189544" y="2501969"/>
            <a:chExt cx="375098" cy="375326"/>
          </a:xfrm>
        </p:grpSpPr>
        <p:sp>
          <p:nvSpPr>
            <p:cNvPr id="19605" name="Google Shape;19605;p91"/>
            <p:cNvSpPr/>
            <p:nvPr/>
          </p:nvSpPr>
          <p:spPr>
            <a:xfrm>
              <a:off x="3361702" y="2540401"/>
              <a:ext cx="202941" cy="191453"/>
            </a:xfrm>
            <a:custGeom>
              <a:rect b="b" l="l" r="r" t="t"/>
              <a:pathLst>
                <a:path extrusionOk="0" h="10307" w="10924">
                  <a:moveTo>
                    <a:pt x="9244" y="1184"/>
                  </a:moveTo>
                  <a:cubicBezTo>
                    <a:pt x="9519" y="1184"/>
                    <a:pt x="9741" y="1407"/>
                    <a:pt x="9741" y="1680"/>
                  </a:cubicBezTo>
                  <a:lnTo>
                    <a:pt x="9741" y="6343"/>
                  </a:lnTo>
                  <a:cubicBezTo>
                    <a:pt x="9741" y="6618"/>
                    <a:pt x="9519" y="6840"/>
                    <a:pt x="9244" y="6840"/>
                  </a:cubicBezTo>
                  <a:lnTo>
                    <a:pt x="4898" y="6840"/>
                  </a:lnTo>
                  <a:lnTo>
                    <a:pt x="3028" y="8090"/>
                  </a:lnTo>
                  <a:lnTo>
                    <a:pt x="3028" y="6840"/>
                  </a:lnTo>
                  <a:lnTo>
                    <a:pt x="1680" y="6840"/>
                  </a:lnTo>
                  <a:cubicBezTo>
                    <a:pt x="1405" y="6840"/>
                    <a:pt x="1185" y="6618"/>
                    <a:pt x="1185" y="6343"/>
                  </a:cubicBezTo>
                  <a:lnTo>
                    <a:pt x="1185" y="1680"/>
                  </a:lnTo>
                  <a:cubicBezTo>
                    <a:pt x="1185" y="1407"/>
                    <a:pt x="1405" y="1184"/>
                    <a:pt x="1680" y="1184"/>
                  </a:cubicBezTo>
                  <a:close/>
                  <a:moveTo>
                    <a:pt x="1680" y="0"/>
                  </a:moveTo>
                  <a:cubicBezTo>
                    <a:pt x="753" y="2"/>
                    <a:pt x="1" y="753"/>
                    <a:pt x="1" y="1680"/>
                  </a:cubicBezTo>
                  <a:lnTo>
                    <a:pt x="1" y="6343"/>
                  </a:lnTo>
                  <a:cubicBezTo>
                    <a:pt x="2" y="7270"/>
                    <a:pt x="753" y="8023"/>
                    <a:pt x="1680" y="8023"/>
                  </a:cubicBezTo>
                  <a:lnTo>
                    <a:pt x="1846" y="8023"/>
                  </a:lnTo>
                  <a:lnTo>
                    <a:pt x="1846" y="10307"/>
                  </a:lnTo>
                  <a:lnTo>
                    <a:pt x="5257" y="8023"/>
                  </a:lnTo>
                  <a:lnTo>
                    <a:pt x="9244" y="8023"/>
                  </a:lnTo>
                  <a:cubicBezTo>
                    <a:pt x="10171" y="8023"/>
                    <a:pt x="10924" y="7270"/>
                    <a:pt x="10924" y="6343"/>
                  </a:cubicBezTo>
                  <a:lnTo>
                    <a:pt x="10924" y="1680"/>
                  </a:lnTo>
                  <a:cubicBezTo>
                    <a:pt x="10924" y="753"/>
                    <a:pt x="10171" y="2"/>
                    <a:pt x="92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6" name="Google Shape;19606;p91"/>
            <p:cNvSpPr/>
            <p:nvPr/>
          </p:nvSpPr>
          <p:spPr>
            <a:xfrm>
              <a:off x="3408777" y="2601029"/>
              <a:ext cx="22014" cy="22420"/>
            </a:xfrm>
            <a:custGeom>
              <a:rect b="b" l="l" r="r" t="t"/>
              <a:pathLst>
                <a:path extrusionOk="0" h="1207" w="1185">
                  <a:moveTo>
                    <a:pt x="0" y="0"/>
                  </a:moveTo>
                  <a:lnTo>
                    <a:pt x="0" y="1207"/>
                  </a:lnTo>
                  <a:lnTo>
                    <a:pt x="1184" y="1207"/>
                  </a:lnTo>
                  <a:lnTo>
                    <a:pt x="118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7" name="Google Shape;19607;p91"/>
            <p:cNvSpPr/>
            <p:nvPr/>
          </p:nvSpPr>
          <p:spPr>
            <a:xfrm>
              <a:off x="3452174" y="2601029"/>
              <a:ext cx="21996" cy="22420"/>
            </a:xfrm>
            <a:custGeom>
              <a:rect b="b" l="l" r="r" t="t"/>
              <a:pathLst>
                <a:path extrusionOk="0" h="1207" w="1184">
                  <a:moveTo>
                    <a:pt x="1" y="0"/>
                  </a:moveTo>
                  <a:lnTo>
                    <a:pt x="1" y="1207"/>
                  </a:lnTo>
                  <a:lnTo>
                    <a:pt x="1183" y="1207"/>
                  </a:lnTo>
                  <a:lnTo>
                    <a:pt x="11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8" name="Google Shape;19608;p91"/>
            <p:cNvSpPr/>
            <p:nvPr/>
          </p:nvSpPr>
          <p:spPr>
            <a:xfrm>
              <a:off x="3495590" y="2601029"/>
              <a:ext cx="21977" cy="22420"/>
            </a:xfrm>
            <a:custGeom>
              <a:rect b="b" l="l" r="r" t="t"/>
              <a:pathLst>
                <a:path extrusionOk="0" h="1207" w="1183">
                  <a:moveTo>
                    <a:pt x="0" y="0"/>
                  </a:moveTo>
                  <a:lnTo>
                    <a:pt x="0" y="1207"/>
                  </a:lnTo>
                  <a:lnTo>
                    <a:pt x="1183" y="1207"/>
                  </a:lnTo>
                  <a:lnTo>
                    <a:pt x="11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9" name="Google Shape;19609;p91"/>
            <p:cNvSpPr/>
            <p:nvPr/>
          </p:nvSpPr>
          <p:spPr>
            <a:xfrm>
              <a:off x="3189544" y="2501969"/>
              <a:ext cx="151072" cy="375326"/>
            </a:xfrm>
            <a:custGeom>
              <a:rect b="b" l="l" r="r" t="t"/>
              <a:pathLst>
                <a:path extrusionOk="0" h="20206" w="8132">
                  <a:moveTo>
                    <a:pt x="6949" y="1184"/>
                  </a:moveTo>
                  <a:lnTo>
                    <a:pt x="6949" y="3274"/>
                  </a:lnTo>
                  <a:lnTo>
                    <a:pt x="1184" y="3274"/>
                  </a:lnTo>
                  <a:lnTo>
                    <a:pt x="1184" y="1184"/>
                  </a:lnTo>
                  <a:close/>
                  <a:moveTo>
                    <a:pt x="3475" y="4457"/>
                  </a:moveTo>
                  <a:lnTo>
                    <a:pt x="3475" y="12660"/>
                  </a:lnTo>
                  <a:lnTo>
                    <a:pt x="1184" y="12660"/>
                  </a:lnTo>
                  <a:lnTo>
                    <a:pt x="1184" y="4457"/>
                  </a:lnTo>
                  <a:close/>
                  <a:moveTo>
                    <a:pt x="6949" y="4457"/>
                  </a:moveTo>
                  <a:lnTo>
                    <a:pt x="6949" y="12660"/>
                  </a:lnTo>
                  <a:lnTo>
                    <a:pt x="4657" y="12660"/>
                  </a:lnTo>
                  <a:lnTo>
                    <a:pt x="4657" y="4457"/>
                  </a:lnTo>
                  <a:close/>
                  <a:moveTo>
                    <a:pt x="6825" y="13842"/>
                  </a:moveTo>
                  <a:lnTo>
                    <a:pt x="5817" y="15380"/>
                  </a:lnTo>
                  <a:lnTo>
                    <a:pt x="2316" y="15380"/>
                  </a:lnTo>
                  <a:lnTo>
                    <a:pt x="1307" y="13842"/>
                  </a:lnTo>
                  <a:close/>
                  <a:moveTo>
                    <a:pt x="5039" y="16564"/>
                  </a:moveTo>
                  <a:lnTo>
                    <a:pt x="4066" y="18048"/>
                  </a:lnTo>
                  <a:lnTo>
                    <a:pt x="3092" y="16564"/>
                  </a:lnTo>
                  <a:close/>
                  <a:moveTo>
                    <a:pt x="0" y="0"/>
                  </a:moveTo>
                  <a:lnTo>
                    <a:pt x="0" y="14006"/>
                  </a:lnTo>
                  <a:lnTo>
                    <a:pt x="4066" y="20205"/>
                  </a:lnTo>
                  <a:lnTo>
                    <a:pt x="8131" y="14006"/>
                  </a:lnTo>
                  <a:lnTo>
                    <a:pt x="813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10" name="Google Shape;19610;p91"/>
          <p:cNvGrpSpPr/>
          <p:nvPr/>
        </p:nvGrpSpPr>
        <p:grpSpPr>
          <a:xfrm>
            <a:off x="4774386" y="2317659"/>
            <a:ext cx="362691" cy="362660"/>
            <a:chOff x="2648047" y="2517516"/>
            <a:chExt cx="375340" cy="375308"/>
          </a:xfrm>
        </p:grpSpPr>
        <p:sp>
          <p:nvSpPr>
            <p:cNvPr id="19611" name="Google Shape;19611;p91"/>
            <p:cNvSpPr/>
            <p:nvPr/>
          </p:nvSpPr>
          <p:spPr>
            <a:xfrm>
              <a:off x="2648047" y="2517516"/>
              <a:ext cx="375340" cy="375308"/>
            </a:xfrm>
            <a:custGeom>
              <a:rect b="b" l="l" r="r" t="t"/>
              <a:pathLst>
                <a:path extrusionOk="0" h="20205" w="20204">
                  <a:moveTo>
                    <a:pt x="6893" y="1185"/>
                  </a:moveTo>
                  <a:cubicBezTo>
                    <a:pt x="8337" y="1185"/>
                    <a:pt x="9511" y="2358"/>
                    <a:pt x="9511" y="3800"/>
                  </a:cubicBezTo>
                  <a:lnTo>
                    <a:pt x="9511" y="12657"/>
                  </a:lnTo>
                  <a:cubicBezTo>
                    <a:pt x="8806" y="11985"/>
                    <a:pt x="7872" y="11610"/>
                    <a:pt x="6899" y="11610"/>
                  </a:cubicBezTo>
                  <a:cubicBezTo>
                    <a:pt x="6897" y="11610"/>
                    <a:pt x="6895" y="11610"/>
                    <a:pt x="6893" y="11610"/>
                  </a:cubicBezTo>
                  <a:lnTo>
                    <a:pt x="1185" y="11610"/>
                  </a:lnTo>
                  <a:lnTo>
                    <a:pt x="1184" y="1185"/>
                  </a:lnTo>
                  <a:close/>
                  <a:moveTo>
                    <a:pt x="19020" y="1185"/>
                  </a:moveTo>
                  <a:lnTo>
                    <a:pt x="19020" y="11610"/>
                  </a:lnTo>
                  <a:lnTo>
                    <a:pt x="13310" y="11610"/>
                  </a:lnTo>
                  <a:cubicBezTo>
                    <a:pt x="13308" y="11610"/>
                    <a:pt x="13306" y="11610"/>
                    <a:pt x="13305" y="11610"/>
                  </a:cubicBezTo>
                  <a:cubicBezTo>
                    <a:pt x="12332" y="11610"/>
                    <a:pt x="11398" y="11985"/>
                    <a:pt x="10695" y="12657"/>
                  </a:cubicBezTo>
                  <a:lnTo>
                    <a:pt x="10695" y="3800"/>
                  </a:lnTo>
                  <a:cubicBezTo>
                    <a:pt x="10695" y="2358"/>
                    <a:pt x="11868" y="1185"/>
                    <a:pt x="13310" y="1185"/>
                  </a:cubicBezTo>
                  <a:close/>
                  <a:moveTo>
                    <a:pt x="6893" y="12794"/>
                  </a:moveTo>
                  <a:cubicBezTo>
                    <a:pt x="8133" y="12794"/>
                    <a:pt x="9173" y="13660"/>
                    <a:pt x="9442" y="14818"/>
                  </a:cubicBezTo>
                  <a:lnTo>
                    <a:pt x="1185" y="14818"/>
                  </a:lnTo>
                  <a:lnTo>
                    <a:pt x="1184" y="12794"/>
                  </a:lnTo>
                  <a:close/>
                  <a:moveTo>
                    <a:pt x="19020" y="12794"/>
                  </a:moveTo>
                  <a:lnTo>
                    <a:pt x="19020" y="14818"/>
                  </a:lnTo>
                  <a:lnTo>
                    <a:pt x="10762" y="14818"/>
                  </a:lnTo>
                  <a:cubicBezTo>
                    <a:pt x="11032" y="13659"/>
                    <a:pt x="12071" y="12794"/>
                    <a:pt x="13310" y="12794"/>
                  </a:cubicBezTo>
                  <a:close/>
                  <a:moveTo>
                    <a:pt x="11472" y="16001"/>
                  </a:moveTo>
                  <a:lnTo>
                    <a:pt x="11472" y="17560"/>
                  </a:lnTo>
                  <a:cubicBezTo>
                    <a:pt x="11471" y="18080"/>
                    <a:pt x="11625" y="18587"/>
                    <a:pt x="11913" y="19020"/>
                  </a:cubicBezTo>
                  <a:lnTo>
                    <a:pt x="8292" y="19020"/>
                  </a:lnTo>
                  <a:cubicBezTo>
                    <a:pt x="8580" y="18587"/>
                    <a:pt x="8734" y="18080"/>
                    <a:pt x="8733" y="17560"/>
                  </a:cubicBezTo>
                  <a:lnTo>
                    <a:pt x="8733" y="16001"/>
                  </a:lnTo>
                  <a:close/>
                  <a:moveTo>
                    <a:pt x="0" y="1"/>
                  </a:moveTo>
                  <a:lnTo>
                    <a:pt x="0" y="16001"/>
                  </a:lnTo>
                  <a:lnTo>
                    <a:pt x="7549" y="16001"/>
                  </a:lnTo>
                  <a:lnTo>
                    <a:pt x="7549" y="17560"/>
                  </a:lnTo>
                  <a:cubicBezTo>
                    <a:pt x="7547" y="18366"/>
                    <a:pt x="6895" y="19019"/>
                    <a:pt x="6089" y="19020"/>
                  </a:cubicBezTo>
                  <a:lnTo>
                    <a:pt x="4263" y="19020"/>
                  </a:lnTo>
                  <a:lnTo>
                    <a:pt x="4263" y="20204"/>
                  </a:lnTo>
                  <a:lnTo>
                    <a:pt x="15943" y="20204"/>
                  </a:lnTo>
                  <a:lnTo>
                    <a:pt x="15943" y="19020"/>
                  </a:lnTo>
                  <a:lnTo>
                    <a:pt x="14115" y="19020"/>
                  </a:lnTo>
                  <a:cubicBezTo>
                    <a:pt x="13310" y="19019"/>
                    <a:pt x="12656" y="18366"/>
                    <a:pt x="12656" y="17560"/>
                  </a:cubicBezTo>
                  <a:lnTo>
                    <a:pt x="12656" y="16001"/>
                  </a:lnTo>
                  <a:lnTo>
                    <a:pt x="20204" y="16001"/>
                  </a:lnTo>
                  <a:lnTo>
                    <a:pt x="20204" y="1"/>
                  </a:lnTo>
                  <a:lnTo>
                    <a:pt x="13310" y="1"/>
                  </a:lnTo>
                  <a:cubicBezTo>
                    <a:pt x="12010" y="1"/>
                    <a:pt x="10799" y="667"/>
                    <a:pt x="10102" y="1765"/>
                  </a:cubicBezTo>
                  <a:cubicBezTo>
                    <a:pt x="9405" y="667"/>
                    <a:pt x="8195" y="1"/>
                    <a:pt x="6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2" name="Google Shape;19612;p91"/>
            <p:cNvSpPr/>
            <p:nvPr/>
          </p:nvSpPr>
          <p:spPr>
            <a:xfrm>
              <a:off x="2705452" y="2580560"/>
              <a:ext cx="83840" cy="21974"/>
            </a:xfrm>
            <a:custGeom>
              <a:rect b="b" l="l" r="r" t="t"/>
              <a:pathLst>
                <a:path extrusionOk="0" h="1183" w="4513">
                  <a:moveTo>
                    <a:pt x="1" y="0"/>
                  </a:moveTo>
                  <a:lnTo>
                    <a:pt x="1" y="1183"/>
                  </a:lnTo>
                  <a:lnTo>
                    <a:pt x="4512" y="1183"/>
                  </a:lnTo>
                  <a:lnTo>
                    <a:pt x="45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3" name="Google Shape;19613;p91"/>
            <p:cNvSpPr/>
            <p:nvPr/>
          </p:nvSpPr>
          <p:spPr>
            <a:xfrm>
              <a:off x="2705452" y="2624731"/>
              <a:ext cx="83840" cy="22011"/>
            </a:xfrm>
            <a:custGeom>
              <a:rect b="b" l="l" r="r" t="t"/>
              <a:pathLst>
                <a:path extrusionOk="0" h="1185" w="4513">
                  <a:moveTo>
                    <a:pt x="1" y="1"/>
                  </a:moveTo>
                  <a:lnTo>
                    <a:pt x="1" y="1185"/>
                  </a:lnTo>
                  <a:lnTo>
                    <a:pt x="4512" y="1185"/>
                  </a:lnTo>
                  <a:lnTo>
                    <a:pt x="451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4" name="Google Shape;19614;p91"/>
            <p:cNvSpPr/>
            <p:nvPr/>
          </p:nvSpPr>
          <p:spPr>
            <a:xfrm>
              <a:off x="2705452" y="2668977"/>
              <a:ext cx="83840" cy="22011"/>
            </a:xfrm>
            <a:custGeom>
              <a:rect b="b" l="l" r="r" t="t"/>
              <a:pathLst>
                <a:path extrusionOk="0" h="1185" w="4513">
                  <a:moveTo>
                    <a:pt x="1" y="0"/>
                  </a:moveTo>
                  <a:lnTo>
                    <a:pt x="1" y="1184"/>
                  </a:lnTo>
                  <a:lnTo>
                    <a:pt x="4512" y="1184"/>
                  </a:lnTo>
                  <a:lnTo>
                    <a:pt x="45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5" name="Google Shape;19615;p91"/>
            <p:cNvSpPr/>
            <p:nvPr/>
          </p:nvSpPr>
          <p:spPr>
            <a:xfrm>
              <a:off x="2882142" y="2580560"/>
              <a:ext cx="83840" cy="21974"/>
            </a:xfrm>
            <a:custGeom>
              <a:rect b="b" l="l" r="r" t="t"/>
              <a:pathLst>
                <a:path extrusionOk="0" h="1183" w="4513">
                  <a:moveTo>
                    <a:pt x="0" y="0"/>
                  </a:moveTo>
                  <a:lnTo>
                    <a:pt x="0" y="1183"/>
                  </a:lnTo>
                  <a:lnTo>
                    <a:pt x="4512" y="1183"/>
                  </a:lnTo>
                  <a:lnTo>
                    <a:pt x="45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6" name="Google Shape;19616;p91"/>
            <p:cNvSpPr/>
            <p:nvPr/>
          </p:nvSpPr>
          <p:spPr>
            <a:xfrm>
              <a:off x="2882142" y="2624731"/>
              <a:ext cx="83840" cy="22011"/>
            </a:xfrm>
            <a:custGeom>
              <a:rect b="b" l="l" r="r" t="t"/>
              <a:pathLst>
                <a:path extrusionOk="0" h="1185" w="4513">
                  <a:moveTo>
                    <a:pt x="0" y="1"/>
                  </a:moveTo>
                  <a:lnTo>
                    <a:pt x="0" y="1185"/>
                  </a:lnTo>
                  <a:lnTo>
                    <a:pt x="4512" y="1185"/>
                  </a:lnTo>
                  <a:lnTo>
                    <a:pt x="451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7" name="Google Shape;19617;p91"/>
            <p:cNvSpPr/>
            <p:nvPr/>
          </p:nvSpPr>
          <p:spPr>
            <a:xfrm>
              <a:off x="2882142" y="2668977"/>
              <a:ext cx="83840" cy="22011"/>
            </a:xfrm>
            <a:custGeom>
              <a:rect b="b" l="l" r="r" t="t"/>
              <a:pathLst>
                <a:path extrusionOk="0" h="1185" w="4513">
                  <a:moveTo>
                    <a:pt x="0" y="0"/>
                  </a:moveTo>
                  <a:lnTo>
                    <a:pt x="0" y="1184"/>
                  </a:lnTo>
                  <a:lnTo>
                    <a:pt x="4512" y="1184"/>
                  </a:lnTo>
                  <a:lnTo>
                    <a:pt x="45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18" name="Google Shape;19618;p91"/>
          <p:cNvGrpSpPr/>
          <p:nvPr/>
        </p:nvGrpSpPr>
        <p:grpSpPr>
          <a:xfrm>
            <a:off x="4017346" y="2359263"/>
            <a:ext cx="362745" cy="272161"/>
            <a:chOff x="2121338" y="2542667"/>
            <a:chExt cx="375396" cy="281653"/>
          </a:xfrm>
        </p:grpSpPr>
        <p:sp>
          <p:nvSpPr>
            <p:cNvPr id="19619" name="Google Shape;19619;p91"/>
            <p:cNvSpPr/>
            <p:nvPr/>
          </p:nvSpPr>
          <p:spPr>
            <a:xfrm>
              <a:off x="2263363" y="2591296"/>
              <a:ext cx="102306" cy="118100"/>
            </a:xfrm>
            <a:custGeom>
              <a:rect b="b" l="l" r="r" t="t"/>
              <a:pathLst>
                <a:path extrusionOk="0" h="6358" w="5507">
                  <a:moveTo>
                    <a:pt x="1184" y="2050"/>
                  </a:moveTo>
                  <a:lnTo>
                    <a:pt x="3139" y="3179"/>
                  </a:lnTo>
                  <a:lnTo>
                    <a:pt x="1186" y="4308"/>
                  </a:lnTo>
                  <a:lnTo>
                    <a:pt x="1184" y="2050"/>
                  </a:lnTo>
                  <a:close/>
                  <a:moveTo>
                    <a:pt x="0" y="0"/>
                  </a:moveTo>
                  <a:lnTo>
                    <a:pt x="0" y="6357"/>
                  </a:lnTo>
                  <a:lnTo>
                    <a:pt x="5507" y="3179"/>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0" name="Google Shape;19620;p91"/>
            <p:cNvSpPr/>
            <p:nvPr/>
          </p:nvSpPr>
          <p:spPr>
            <a:xfrm>
              <a:off x="2121338" y="2542667"/>
              <a:ext cx="375396" cy="281653"/>
            </a:xfrm>
            <a:custGeom>
              <a:rect b="b" l="l" r="r" t="t"/>
              <a:pathLst>
                <a:path extrusionOk="0" h="15163" w="20207">
                  <a:moveTo>
                    <a:pt x="19022" y="1185"/>
                  </a:moveTo>
                  <a:lnTo>
                    <a:pt x="19022" y="10442"/>
                  </a:lnTo>
                  <a:cubicBezTo>
                    <a:pt x="18716" y="10285"/>
                    <a:pt x="18379" y="10203"/>
                    <a:pt x="18035" y="10203"/>
                  </a:cubicBezTo>
                  <a:lnTo>
                    <a:pt x="18022" y="10203"/>
                  </a:lnTo>
                  <a:cubicBezTo>
                    <a:pt x="17425" y="10203"/>
                    <a:pt x="16853" y="10451"/>
                    <a:pt x="16444" y="10887"/>
                  </a:cubicBezTo>
                  <a:cubicBezTo>
                    <a:pt x="16035" y="10451"/>
                    <a:pt x="15463" y="10203"/>
                    <a:pt x="14866" y="10203"/>
                  </a:cubicBezTo>
                  <a:lnTo>
                    <a:pt x="14852" y="10203"/>
                  </a:lnTo>
                  <a:cubicBezTo>
                    <a:pt x="14253" y="10203"/>
                    <a:pt x="13683" y="10451"/>
                    <a:pt x="13274" y="10887"/>
                  </a:cubicBezTo>
                  <a:cubicBezTo>
                    <a:pt x="12865" y="10451"/>
                    <a:pt x="12293" y="10203"/>
                    <a:pt x="11696" y="10203"/>
                  </a:cubicBezTo>
                  <a:lnTo>
                    <a:pt x="11682" y="10203"/>
                  </a:lnTo>
                  <a:cubicBezTo>
                    <a:pt x="11084" y="10203"/>
                    <a:pt x="10513" y="10451"/>
                    <a:pt x="10104" y="10887"/>
                  </a:cubicBezTo>
                  <a:cubicBezTo>
                    <a:pt x="9694" y="10451"/>
                    <a:pt x="9123" y="10203"/>
                    <a:pt x="8525" y="10203"/>
                  </a:cubicBezTo>
                  <a:lnTo>
                    <a:pt x="8513" y="10203"/>
                  </a:lnTo>
                  <a:cubicBezTo>
                    <a:pt x="7914" y="10203"/>
                    <a:pt x="7342" y="10451"/>
                    <a:pt x="6933" y="10887"/>
                  </a:cubicBezTo>
                  <a:cubicBezTo>
                    <a:pt x="6524" y="10451"/>
                    <a:pt x="5952" y="10203"/>
                    <a:pt x="5355" y="10203"/>
                  </a:cubicBezTo>
                  <a:lnTo>
                    <a:pt x="5342" y="10203"/>
                  </a:lnTo>
                  <a:cubicBezTo>
                    <a:pt x="4744" y="10203"/>
                    <a:pt x="4172" y="10451"/>
                    <a:pt x="3763" y="10887"/>
                  </a:cubicBezTo>
                  <a:cubicBezTo>
                    <a:pt x="3354" y="10451"/>
                    <a:pt x="2782" y="10203"/>
                    <a:pt x="2185" y="10203"/>
                  </a:cubicBezTo>
                  <a:lnTo>
                    <a:pt x="2172" y="10203"/>
                  </a:lnTo>
                  <a:cubicBezTo>
                    <a:pt x="1846" y="10203"/>
                    <a:pt x="1524" y="10276"/>
                    <a:pt x="1230" y="10418"/>
                  </a:cubicBezTo>
                  <a:lnTo>
                    <a:pt x="1230" y="1185"/>
                  </a:lnTo>
                  <a:close/>
                  <a:moveTo>
                    <a:pt x="2185" y="11387"/>
                  </a:moveTo>
                  <a:cubicBezTo>
                    <a:pt x="2729" y="11387"/>
                    <a:pt x="3171" y="11829"/>
                    <a:pt x="3171" y="12374"/>
                  </a:cubicBezTo>
                  <a:lnTo>
                    <a:pt x="3171" y="13980"/>
                  </a:lnTo>
                  <a:lnTo>
                    <a:pt x="1185" y="13980"/>
                  </a:lnTo>
                  <a:lnTo>
                    <a:pt x="1185" y="12374"/>
                  </a:lnTo>
                  <a:cubicBezTo>
                    <a:pt x="1185" y="11829"/>
                    <a:pt x="1627" y="11388"/>
                    <a:pt x="2172" y="11387"/>
                  </a:cubicBezTo>
                  <a:close/>
                  <a:moveTo>
                    <a:pt x="5355" y="11387"/>
                  </a:moveTo>
                  <a:cubicBezTo>
                    <a:pt x="5900" y="11388"/>
                    <a:pt x="6340" y="11829"/>
                    <a:pt x="6342" y="12374"/>
                  </a:cubicBezTo>
                  <a:lnTo>
                    <a:pt x="6342" y="13980"/>
                  </a:lnTo>
                  <a:lnTo>
                    <a:pt x="4355" y="13980"/>
                  </a:lnTo>
                  <a:lnTo>
                    <a:pt x="4355" y="12374"/>
                  </a:lnTo>
                  <a:cubicBezTo>
                    <a:pt x="4356" y="11829"/>
                    <a:pt x="4797" y="11388"/>
                    <a:pt x="5342" y="11387"/>
                  </a:cubicBezTo>
                  <a:close/>
                  <a:moveTo>
                    <a:pt x="8525" y="11387"/>
                  </a:moveTo>
                  <a:cubicBezTo>
                    <a:pt x="9070" y="11388"/>
                    <a:pt x="9510" y="11829"/>
                    <a:pt x="9512" y="12374"/>
                  </a:cubicBezTo>
                  <a:lnTo>
                    <a:pt x="9512" y="13980"/>
                  </a:lnTo>
                  <a:lnTo>
                    <a:pt x="7526" y="13980"/>
                  </a:lnTo>
                  <a:lnTo>
                    <a:pt x="7526" y="12374"/>
                  </a:lnTo>
                  <a:cubicBezTo>
                    <a:pt x="7526" y="11829"/>
                    <a:pt x="7966" y="11388"/>
                    <a:pt x="8511" y="11387"/>
                  </a:cubicBezTo>
                  <a:close/>
                  <a:moveTo>
                    <a:pt x="11694" y="11387"/>
                  </a:moveTo>
                  <a:cubicBezTo>
                    <a:pt x="12239" y="11388"/>
                    <a:pt x="12681" y="11829"/>
                    <a:pt x="12681" y="12374"/>
                  </a:cubicBezTo>
                  <a:lnTo>
                    <a:pt x="12681" y="13980"/>
                  </a:lnTo>
                  <a:lnTo>
                    <a:pt x="10696" y="13980"/>
                  </a:lnTo>
                  <a:lnTo>
                    <a:pt x="10696" y="12374"/>
                  </a:lnTo>
                  <a:cubicBezTo>
                    <a:pt x="10696" y="11829"/>
                    <a:pt x="11137" y="11387"/>
                    <a:pt x="11682" y="11387"/>
                  </a:cubicBezTo>
                  <a:close/>
                  <a:moveTo>
                    <a:pt x="14866" y="11387"/>
                  </a:moveTo>
                  <a:cubicBezTo>
                    <a:pt x="15409" y="11388"/>
                    <a:pt x="15851" y="11829"/>
                    <a:pt x="15851" y="12374"/>
                  </a:cubicBezTo>
                  <a:lnTo>
                    <a:pt x="15851" y="13980"/>
                  </a:lnTo>
                  <a:lnTo>
                    <a:pt x="13865" y="13980"/>
                  </a:lnTo>
                  <a:lnTo>
                    <a:pt x="13865" y="12374"/>
                  </a:lnTo>
                  <a:cubicBezTo>
                    <a:pt x="13865" y="11829"/>
                    <a:pt x="14307" y="11388"/>
                    <a:pt x="14852" y="11387"/>
                  </a:cubicBezTo>
                  <a:close/>
                  <a:moveTo>
                    <a:pt x="18035" y="11387"/>
                  </a:moveTo>
                  <a:cubicBezTo>
                    <a:pt x="18580" y="11388"/>
                    <a:pt x="19021" y="11829"/>
                    <a:pt x="19022" y="12374"/>
                  </a:cubicBezTo>
                  <a:lnTo>
                    <a:pt x="19022" y="13980"/>
                  </a:lnTo>
                  <a:lnTo>
                    <a:pt x="17035" y="13980"/>
                  </a:lnTo>
                  <a:lnTo>
                    <a:pt x="17035" y="12374"/>
                  </a:lnTo>
                  <a:cubicBezTo>
                    <a:pt x="17036" y="11829"/>
                    <a:pt x="17477" y="11388"/>
                    <a:pt x="18022" y="11387"/>
                  </a:cubicBezTo>
                  <a:close/>
                  <a:moveTo>
                    <a:pt x="1" y="1"/>
                  </a:moveTo>
                  <a:lnTo>
                    <a:pt x="1" y="15163"/>
                  </a:lnTo>
                  <a:lnTo>
                    <a:pt x="20206" y="15163"/>
                  </a:lnTo>
                  <a:lnTo>
                    <a:pt x="2020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21" name="Google Shape;19621;p91"/>
          <p:cNvGrpSpPr/>
          <p:nvPr/>
        </p:nvGrpSpPr>
        <p:grpSpPr>
          <a:xfrm>
            <a:off x="3272676" y="2337436"/>
            <a:ext cx="362727" cy="315939"/>
            <a:chOff x="1617405" y="2556487"/>
            <a:chExt cx="375377" cy="326957"/>
          </a:xfrm>
        </p:grpSpPr>
        <p:sp>
          <p:nvSpPr>
            <p:cNvPr id="19622" name="Google Shape;19622;p91"/>
            <p:cNvSpPr/>
            <p:nvPr/>
          </p:nvSpPr>
          <p:spPr>
            <a:xfrm>
              <a:off x="1617405" y="2556487"/>
              <a:ext cx="375377" cy="326957"/>
            </a:xfrm>
            <a:custGeom>
              <a:rect b="b" l="l" r="r" t="t"/>
              <a:pathLst>
                <a:path extrusionOk="0" h="17602" w="20206">
                  <a:moveTo>
                    <a:pt x="15050" y="3552"/>
                  </a:moveTo>
                  <a:cubicBezTo>
                    <a:pt x="15292" y="4314"/>
                    <a:pt x="15890" y="4910"/>
                    <a:pt x="16653" y="5147"/>
                  </a:cubicBezTo>
                  <a:lnTo>
                    <a:pt x="16653" y="7906"/>
                  </a:lnTo>
                  <a:cubicBezTo>
                    <a:pt x="16010" y="7333"/>
                    <a:pt x="15177" y="7016"/>
                    <a:pt x="14315" y="7016"/>
                  </a:cubicBezTo>
                  <a:cubicBezTo>
                    <a:pt x="12374" y="7016"/>
                    <a:pt x="10793" y="8596"/>
                    <a:pt x="10793" y="10537"/>
                  </a:cubicBezTo>
                  <a:lnTo>
                    <a:pt x="5156" y="10537"/>
                  </a:lnTo>
                  <a:cubicBezTo>
                    <a:pt x="4914" y="9775"/>
                    <a:pt x="4315" y="9180"/>
                    <a:pt x="3552" y="8942"/>
                  </a:cubicBezTo>
                  <a:lnTo>
                    <a:pt x="3552" y="5147"/>
                  </a:lnTo>
                  <a:cubicBezTo>
                    <a:pt x="4315" y="4910"/>
                    <a:pt x="4914" y="4314"/>
                    <a:pt x="5156" y="3552"/>
                  </a:cubicBezTo>
                  <a:close/>
                  <a:moveTo>
                    <a:pt x="14317" y="8200"/>
                  </a:moveTo>
                  <a:cubicBezTo>
                    <a:pt x="14617" y="8200"/>
                    <a:pt x="14921" y="8258"/>
                    <a:pt x="15210" y="8378"/>
                  </a:cubicBezTo>
                  <a:cubicBezTo>
                    <a:pt x="16083" y="8741"/>
                    <a:pt x="16653" y="9593"/>
                    <a:pt x="16653" y="10538"/>
                  </a:cubicBezTo>
                  <a:cubicBezTo>
                    <a:pt x="16652" y="11828"/>
                    <a:pt x="15605" y="12875"/>
                    <a:pt x="14315" y="12876"/>
                  </a:cubicBezTo>
                  <a:cubicBezTo>
                    <a:pt x="13370" y="12876"/>
                    <a:pt x="12518" y="12306"/>
                    <a:pt x="12155" y="11433"/>
                  </a:cubicBezTo>
                  <a:cubicBezTo>
                    <a:pt x="11794" y="10559"/>
                    <a:pt x="11994" y="9553"/>
                    <a:pt x="12663" y="8885"/>
                  </a:cubicBezTo>
                  <a:cubicBezTo>
                    <a:pt x="13110" y="8438"/>
                    <a:pt x="13708" y="8200"/>
                    <a:pt x="14317" y="8200"/>
                  </a:cubicBezTo>
                  <a:close/>
                  <a:moveTo>
                    <a:pt x="19020" y="1184"/>
                  </a:moveTo>
                  <a:lnTo>
                    <a:pt x="19020" y="12905"/>
                  </a:lnTo>
                  <a:lnTo>
                    <a:pt x="16921" y="12905"/>
                  </a:lnTo>
                  <a:cubicBezTo>
                    <a:pt x="17510" y="12257"/>
                    <a:pt x="17837" y="11413"/>
                    <a:pt x="17836" y="10538"/>
                  </a:cubicBezTo>
                  <a:lnTo>
                    <a:pt x="17836" y="4111"/>
                  </a:lnTo>
                  <a:lnTo>
                    <a:pt x="17286" y="4070"/>
                  </a:lnTo>
                  <a:cubicBezTo>
                    <a:pt x="16668" y="4023"/>
                    <a:pt x="16174" y="3533"/>
                    <a:pt x="16122" y="2913"/>
                  </a:cubicBezTo>
                  <a:lnTo>
                    <a:pt x="16079" y="2368"/>
                  </a:lnTo>
                  <a:lnTo>
                    <a:pt x="4125" y="2368"/>
                  </a:lnTo>
                  <a:lnTo>
                    <a:pt x="4082" y="2913"/>
                  </a:lnTo>
                  <a:cubicBezTo>
                    <a:pt x="4030" y="3533"/>
                    <a:pt x="3537" y="4023"/>
                    <a:pt x="2918" y="4070"/>
                  </a:cubicBezTo>
                  <a:lnTo>
                    <a:pt x="2368" y="4111"/>
                  </a:lnTo>
                  <a:lnTo>
                    <a:pt x="2368" y="9978"/>
                  </a:lnTo>
                  <a:lnTo>
                    <a:pt x="2918" y="10019"/>
                  </a:lnTo>
                  <a:cubicBezTo>
                    <a:pt x="3537" y="10066"/>
                    <a:pt x="4030" y="10556"/>
                    <a:pt x="4082" y="11176"/>
                  </a:cubicBezTo>
                  <a:lnTo>
                    <a:pt x="4125" y="11721"/>
                  </a:lnTo>
                  <a:lnTo>
                    <a:pt x="10998" y="11721"/>
                  </a:lnTo>
                  <a:cubicBezTo>
                    <a:pt x="11155" y="12158"/>
                    <a:pt x="11396" y="12560"/>
                    <a:pt x="11708" y="12905"/>
                  </a:cubicBezTo>
                  <a:lnTo>
                    <a:pt x="1184" y="12905"/>
                  </a:lnTo>
                  <a:lnTo>
                    <a:pt x="1184" y="1184"/>
                  </a:lnTo>
                  <a:close/>
                  <a:moveTo>
                    <a:pt x="15305" y="13918"/>
                  </a:moveTo>
                  <a:lnTo>
                    <a:pt x="15305" y="15744"/>
                  </a:lnTo>
                  <a:lnTo>
                    <a:pt x="14315" y="15283"/>
                  </a:lnTo>
                  <a:lnTo>
                    <a:pt x="13324" y="15744"/>
                  </a:lnTo>
                  <a:lnTo>
                    <a:pt x="13324" y="13918"/>
                  </a:lnTo>
                  <a:cubicBezTo>
                    <a:pt x="13648" y="14012"/>
                    <a:pt x="13982" y="14060"/>
                    <a:pt x="14315" y="14060"/>
                  </a:cubicBezTo>
                  <a:cubicBezTo>
                    <a:pt x="14649" y="14060"/>
                    <a:pt x="14982" y="14012"/>
                    <a:pt x="15305" y="13918"/>
                  </a:cubicBezTo>
                  <a:close/>
                  <a:moveTo>
                    <a:pt x="0" y="0"/>
                  </a:moveTo>
                  <a:lnTo>
                    <a:pt x="0" y="14089"/>
                  </a:lnTo>
                  <a:lnTo>
                    <a:pt x="12140" y="14089"/>
                  </a:lnTo>
                  <a:lnTo>
                    <a:pt x="12140" y="17602"/>
                  </a:lnTo>
                  <a:lnTo>
                    <a:pt x="14315" y="16589"/>
                  </a:lnTo>
                  <a:lnTo>
                    <a:pt x="16489" y="17602"/>
                  </a:lnTo>
                  <a:lnTo>
                    <a:pt x="16489" y="14089"/>
                  </a:lnTo>
                  <a:lnTo>
                    <a:pt x="20205" y="14089"/>
                  </a:lnTo>
                  <a:lnTo>
                    <a:pt x="2020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3" name="Google Shape;19623;p91"/>
            <p:cNvSpPr/>
            <p:nvPr/>
          </p:nvSpPr>
          <p:spPr>
            <a:xfrm>
              <a:off x="1733718" y="2648730"/>
              <a:ext cx="142731" cy="22011"/>
            </a:xfrm>
            <a:custGeom>
              <a:rect b="b" l="l" r="r" t="t"/>
              <a:pathLst>
                <a:path extrusionOk="0" h="1185" w="7683">
                  <a:moveTo>
                    <a:pt x="1" y="0"/>
                  </a:moveTo>
                  <a:lnTo>
                    <a:pt x="1" y="1184"/>
                  </a:lnTo>
                  <a:lnTo>
                    <a:pt x="7683" y="1184"/>
                  </a:lnTo>
                  <a:lnTo>
                    <a:pt x="76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4" name="Google Shape;19624;p91"/>
            <p:cNvSpPr/>
            <p:nvPr/>
          </p:nvSpPr>
          <p:spPr>
            <a:xfrm>
              <a:off x="1712484" y="2694183"/>
              <a:ext cx="94076" cy="21974"/>
            </a:xfrm>
            <a:custGeom>
              <a:rect b="b" l="l" r="r" t="t"/>
              <a:pathLst>
                <a:path extrusionOk="0" h="1183" w="5064">
                  <a:moveTo>
                    <a:pt x="0" y="0"/>
                  </a:moveTo>
                  <a:lnTo>
                    <a:pt x="0" y="1183"/>
                  </a:lnTo>
                  <a:lnTo>
                    <a:pt x="5063" y="1183"/>
                  </a:lnTo>
                  <a:lnTo>
                    <a:pt x="506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25" name="Google Shape;19625;p91"/>
          <p:cNvGrpSpPr/>
          <p:nvPr/>
        </p:nvGrpSpPr>
        <p:grpSpPr>
          <a:xfrm>
            <a:off x="2520005" y="2317650"/>
            <a:ext cx="362727" cy="362678"/>
            <a:chOff x="1129652" y="2517386"/>
            <a:chExt cx="375377" cy="375326"/>
          </a:xfrm>
        </p:grpSpPr>
        <p:sp>
          <p:nvSpPr>
            <p:cNvPr id="19626" name="Google Shape;19626;p91"/>
            <p:cNvSpPr/>
            <p:nvPr/>
          </p:nvSpPr>
          <p:spPr>
            <a:xfrm>
              <a:off x="1129652" y="2517386"/>
              <a:ext cx="375377" cy="375326"/>
            </a:xfrm>
            <a:custGeom>
              <a:rect b="b" l="l" r="r" t="t"/>
              <a:pathLst>
                <a:path extrusionOk="0" h="20206" w="20206">
                  <a:moveTo>
                    <a:pt x="8523" y="1528"/>
                  </a:moveTo>
                  <a:cubicBezTo>
                    <a:pt x="8216" y="2329"/>
                    <a:pt x="8045" y="3361"/>
                    <a:pt x="7998" y="4400"/>
                  </a:cubicBezTo>
                  <a:lnTo>
                    <a:pt x="6341" y="4400"/>
                  </a:lnTo>
                  <a:cubicBezTo>
                    <a:pt x="6541" y="3121"/>
                    <a:pt x="7382" y="2050"/>
                    <a:pt x="8523" y="1528"/>
                  </a:cubicBezTo>
                  <a:close/>
                  <a:moveTo>
                    <a:pt x="10102" y="1187"/>
                  </a:moveTo>
                  <a:cubicBezTo>
                    <a:pt x="10177" y="1225"/>
                    <a:pt x="10432" y="1463"/>
                    <a:pt x="10668" y="2211"/>
                  </a:cubicBezTo>
                  <a:cubicBezTo>
                    <a:pt x="10861" y="2821"/>
                    <a:pt x="10983" y="3582"/>
                    <a:pt x="11022" y="4400"/>
                  </a:cubicBezTo>
                  <a:lnTo>
                    <a:pt x="9182" y="4400"/>
                  </a:lnTo>
                  <a:cubicBezTo>
                    <a:pt x="9223" y="3582"/>
                    <a:pt x="9345" y="2821"/>
                    <a:pt x="9538" y="2211"/>
                  </a:cubicBezTo>
                  <a:cubicBezTo>
                    <a:pt x="9774" y="1463"/>
                    <a:pt x="10028" y="1223"/>
                    <a:pt x="10102" y="1187"/>
                  </a:cubicBezTo>
                  <a:close/>
                  <a:moveTo>
                    <a:pt x="11683" y="1528"/>
                  </a:moveTo>
                  <a:cubicBezTo>
                    <a:pt x="12824" y="2050"/>
                    <a:pt x="13665" y="3121"/>
                    <a:pt x="13865" y="4400"/>
                  </a:cubicBezTo>
                  <a:lnTo>
                    <a:pt x="12207" y="4400"/>
                  </a:lnTo>
                  <a:cubicBezTo>
                    <a:pt x="12161" y="3361"/>
                    <a:pt x="11989" y="2329"/>
                    <a:pt x="11683" y="1528"/>
                  </a:cubicBezTo>
                  <a:close/>
                  <a:moveTo>
                    <a:pt x="7998" y="5584"/>
                  </a:moveTo>
                  <a:cubicBezTo>
                    <a:pt x="8045" y="6623"/>
                    <a:pt x="8216" y="7654"/>
                    <a:pt x="8523" y="8457"/>
                  </a:cubicBezTo>
                  <a:cubicBezTo>
                    <a:pt x="7382" y="7934"/>
                    <a:pt x="6541" y="6864"/>
                    <a:pt x="6341" y="5584"/>
                  </a:cubicBezTo>
                  <a:close/>
                  <a:moveTo>
                    <a:pt x="13866" y="5584"/>
                  </a:moveTo>
                  <a:cubicBezTo>
                    <a:pt x="13665" y="6864"/>
                    <a:pt x="12824" y="7934"/>
                    <a:pt x="11683" y="8457"/>
                  </a:cubicBezTo>
                  <a:lnTo>
                    <a:pt x="11682" y="8457"/>
                  </a:lnTo>
                  <a:cubicBezTo>
                    <a:pt x="11988" y="7654"/>
                    <a:pt x="12160" y="6623"/>
                    <a:pt x="12207" y="5584"/>
                  </a:cubicBezTo>
                  <a:close/>
                  <a:moveTo>
                    <a:pt x="11023" y="5584"/>
                  </a:moveTo>
                  <a:cubicBezTo>
                    <a:pt x="10983" y="6401"/>
                    <a:pt x="10861" y="7162"/>
                    <a:pt x="10668" y="7773"/>
                  </a:cubicBezTo>
                  <a:cubicBezTo>
                    <a:pt x="10432" y="8521"/>
                    <a:pt x="10178" y="8760"/>
                    <a:pt x="10104" y="8797"/>
                  </a:cubicBezTo>
                  <a:cubicBezTo>
                    <a:pt x="10029" y="8760"/>
                    <a:pt x="9774" y="8521"/>
                    <a:pt x="9538" y="7773"/>
                  </a:cubicBezTo>
                  <a:cubicBezTo>
                    <a:pt x="9345" y="7162"/>
                    <a:pt x="9223" y="6401"/>
                    <a:pt x="9182" y="5584"/>
                  </a:cubicBezTo>
                  <a:close/>
                  <a:moveTo>
                    <a:pt x="19021" y="12233"/>
                  </a:moveTo>
                  <a:lnTo>
                    <a:pt x="19020" y="19020"/>
                  </a:lnTo>
                  <a:lnTo>
                    <a:pt x="1184" y="19020"/>
                  </a:lnTo>
                  <a:lnTo>
                    <a:pt x="1184" y="12233"/>
                  </a:lnTo>
                  <a:close/>
                  <a:moveTo>
                    <a:pt x="10104" y="0"/>
                  </a:moveTo>
                  <a:cubicBezTo>
                    <a:pt x="7351" y="0"/>
                    <a:pt x="5111" y="2240"/>
                    <a:pt x="5111" y="4993"/>
                  </a:cubicBezTo>
                  <a:cubicBezTo>
                    <a:pt x="5111" y="7745"/>
                    <a:pt x="7351" y="9984"/>
                    <a:pt x="10104" y="9984"/>
                  </a:cubicBezTo>
                  <a:cubicBezTo>
                    <a:pt x="12716" y="9984"/>
                    <a:pt x="14866" y="7967"/>
                    <a:pt x="15077" y="5407"/>
                  </a:cubicBezTo>
                  <a:lnTo>
                    <a:pt x="17600" y="5407"/>
                  </a:lnTo>
                  <a:cubicBezTo>
                    <a:pt x="18188" y="5407"/>
                    <a:pt x="18666" y="5884"/>
                    <a:pt x="18666" y="6473"/>
                  </a:cubicBezTo>
                  <a:cubicBezTo>
                    <a:pt x="18666" y="7061"/>
                    <a:pt x="18188" y="7537"/>
                    <a:pt x="17600" y="7537"/>
                  </a:cubicBezTo>
                  <a:lnTo>
                    <a:pt x="17463" y="7537"/>
                  </a:lnTo>
                  <a:cubicBezTo>
                    <a:pt x="16231" y="7539"/>
                    <a:pt x="15234" y="8536"/>
                    <a:pt x="15232" y="9768"/>
                  </a:cubicBezTo>
                  <a:lnTo>
                    <a:pt x="15232" y="11050"/>
                  </a:lnTo>
                  <a:lnTo>
                    <a:pt x="0" y="11050"/>
                  </a:lnTo>
                  <a:lnTo>
                    <a:pt x="0" y="20205"/>
                  </a:lnTo>
                  <a:lnTo>
                    <a:pt x="20205" y="20205"/>
                  </a:lnTo>
                  <a:lnTo>
                    <a:pt x="20205" y="11049"/>
                  </a:lnTo>
                  <a:lnTo>
                    <a:pt x="16416" y="11049"/>
                  </a:lnTo>
                  <a:lnTo>
                    <a:pt x="16416" y="9766"/>
                  </a:lnTo>
                  <a:cubicBezTo>
                    <a:pt x="16418" y="9190"/>
                    <a:pt x="16885" y="8723"/>
                    <a:pt x="17461" y="8721"/>
                  </a:cubicBezTo>
                  <a:lnTo>
                    <a:pt x="17600" y="8721"/>
                  </a:lnTo>
                  <a:cubicBezTo>
                    <a:pt x="18835" y="8711"/>
                    <a:pt x="19829" y="7707"/>
                    <a:pt x="19829" y="6473"/>
                  </a:cubicBezTo>
                  <a:cubicBezTo>
                    <a:pt x="19829" y="5238"/>
                    <a:pt x="18835" y="4234"/>
                    <a:pt x="17600" y="4223"/>
                  </a:cubicBezTo>
                  <a:lnTo>
                    <a:pt x="15035" y="4223"/>
                  </a:lnTo>
                  <a:cubicBezTo>
                    <a:pt x="14665" y="1834"/>
                    <a:pt x="12594" y="0"/>
                    <a:pt x="10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7" name="Google Shape;19627;p91"/>
            <p:cNvSpPr/>
            <p:nvPr/>
          </p:nvSpPr>
          <p:spPr>
            <a:xfrm>
              <a:off x="1265640" y="2835112"/>
              <a:ext cx="103402" cy="22011"/>
            </a:xfrm>
            <a:custGeom>
              <a:rect b="b" l="l" r="r" t="t"/>
              <a:pathLst>
                <a:path extrusionOk="0" h="1185" w="5566">
                  <a:moveTo>
                    <a:pt x="1" y="1"/>
                  </a:moveTo>
                  <a:lnTo>
                    <a:pt x="1" y="1185"/>
                  </a:lnTo>
                  <a:lnTo>
                    <a:pt x="5565" y="1185"/>
                  </a:lnTo>
                  <a:lnTo>
                    <a:pt x="556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8" name="Google Shape;19628;p91"/>
            <p:cNvSpPr/>
            <p:nvPr/>
          </p:nvSpPr>
          <p:spPr>
            <a:xfrm>
              <a:off x="1185366" y="2761462"/>
              <a:ext cx="22014" cy="22011"/>
            </a:xfrm>
            <a:custGeom>
              <a:rect b="b" l="l" r="r" t="t"/>
              <a:pathLst>
                <a:path extrusionOk="0" h="1185" w="1185">
                  <a:moveTo>
                    <a:pt x="1" y="0"/>
                  </a:moveTo>
                  <a:lnTo>
                    <a:pt x="1" y="1184"/>
                  </a:lnTo>
                  <a:lnTo>
                    <a:pt x="1185" y="1184"/>
                  </a:lnTo>
                  <a:lnTo>
                    <a:pt x="118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9" name="Google Shape;19629;p91"/>
            <p:cNvSpPr/>
            <p:nvPr/>
          </p:nvSpPr>
          <p:spPr>
            <a:xfrm>
              <a:off x="1225698" y="2761462"/>
              <a:ext cx="21996" cy="22011"/>
            </a:xfrm>
            <a:custGeom>
              <a:rect b="b" l="l" r="r" t="t"/>
              <a:pathLst>
                <a:path extrusionOk="0" h="1185" w="1184">
                  <a:moveTo>
                    <a:pt x="1" y="0"/>
                  </a:moveTo>
                  <a:lnTo>
                    <a:pt x="1" y="1184"/>
                  </a:lnTo>
                  <a:lnTo>
                    <a:pt x="1183" y="1184"/>
                  </a:lnTo>
                  <a:lnTo>
                    <a:pt x="11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0" name="Google Shape;19630;p91"/>
            <p:cNvSpPr/>
            <p:nvPr/>
          </p:nvSpPr>
          <p:spPr>
            <a:xfrm>
              <a:off x="1266011" y="2761462"/>
              <a:ext cx="22014" cy="22011"/>
            </a:xfrm>
            <a:custGeom>
              <a:rect b="b" l="l" r="r" t="t"/>
              <a:pathLst>
                <a:path extrusionOk="0" h="1185" w="1185">
                  <a:moveTo>
                    <a:pt x="0" y="0"/>
                  </a:moveTo>
                  <a:lnTo>
                    <a:pt x="0" y="1184"/>
                  </a:lnTo>
                  <a:lnTo>
                    <a:pt x="1184" y="1184"/>
                  </a:lnTo>
                  <a:lnTo>
                    <a:pt x="118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1" name="Google Shape;19631;p91"/>
            <p:cNvSpPr/>
            <p:nvPr/>
          </p:nvSpPr>
          <p:spPr>
            <a:xfrm>
              <a:off x="1306324" y="2761462"/>
              <a:ext cx="22014" cy="22011"/>
            </a:xfrm>
            <a:custGeom>
              <a:rect b="b" l="l" r="r" t="t"/>
              <a:pathLst>
                <a:path extrusionOk="0" h="1185" w="1185">
                  <a:moveTo>
                    <a:pt x="1" y="0"/>
                  </a:moveTo>
                  <a:lnTo>
                    <a:pt x="1" y="1184"/>
                  </a:lnTo>
                  <a:lnTo>
                    <a:pt x="1185" y="1184"/>
                  </a:lnTo>
                  <a:lnTo>
                    <a:pt x="118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2" name="Google Shape;19632;p91"/>
            <p:cNvSpPr/>
            <p:nvPr/>
          </p:nvSpPr>
          <p:spPr>
            <a:xfrm>
              <a:off x="1346656" y="2761462"/>
              <a:ext cx="21996" cy="22011"/>
            </a:xfrm>
            <a:custGeom>
              <a:rect b="b" l="l" r="r" t="t"/>
              <a:pathLst>
                <a:path extrusionOk="0" h="1185" w="1184">
                  <a:moveTo>
                    <a:pt x="1" y="0"/>
                  </a:moveTo>
                  <a:lnTo>
                    <a:pt x="1" y="1184"/>
                  </a:lnTo>
                  <a:lnTo>
                    <a:pt x="1183" y="1184"/>
                  </a:lnTo>
                  <a:lnTo>
                    <a:pt x="11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3" name="Google Shape;19633;p91"/>
            <p:cNvSpPr/>
            <p:nvPr/>
          </p:nvSpPr>
          <p:spPr>
            <a:xfrm>
              <a:off x="1386969" y="2761462"/>
              <a:ext cx="22014" cy="22011"/>
            </a:xfrm>
            <a:custGeom>
              <a:rect b="b" l="l" r="r" t="t"/>
              <a:pathLst>
                <a:path extrusionOk="0" h="1185" w="1185">
                  <a:moveTo>
                    <a:pt x="0" y="0"/>
                  </a:moveTo>
                  <a:lnTo>
                    <a:pt x="0" y="1184"/>
                  </a:lnTo>
                  <a:lnTo>
                    <a:pt x="1184" y="1184"/>
                  </a:lnTo>
                  <a:lnTo>
                    <a:pt x="118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4" name="Google Shape;19634;p91"/>
            <p:cNvSpPr/>
            <p:nvPr/>
          </p:nvSpPr>
          <p:spPr>
            <a:xfrm>
              <a:off x="1427301" y="2761462"/>
              <a:ext cx="21996" cy="22011"/>
            </a:xfrm>
            <a:custGeom>
              <a:rect b="b" l="l" r="r" t="t"/>
              <a:pathLst>
                <a:path extrusionOk="0" h="1185" w="1184">
                  <a:moveTo>
                    <a:pt x="0" y="0"/>
                  </a:moveTo>
                  <a:lnTo>
                    <a:pt x="0" y="1184"/>
                  </a:lnTo>
                  <a:lnTo>
                    <a:pt x="1184" y="1184"/>
                  </a:lnTo>
                  <a:lnTo>
                    <a:pt x="118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5" name="Google Shape;19635;p91"/>
            <p:cNvSpPr/>
            <p:nvPr/>
          </p:nvSpPr>
          <p:spPr>
            <a:xfrm>
              <a:off x="1185366" y="2796661"/>
              <a:ext cx="22014" cy="21993"/>
            </a:xfrm>
            <a:custGeom>
              <a:rect b="b" l="l" r="r" t="t"/>
              <a:pathLst>
                <a:path extrusionOk="0" h="1184" w="1185">
                  <a:moveTo>
                    <a:pt x="1" y="0"/>
                  </a:moveTo>
                  <a:lnTo>
                    <a:pt x="1" y="1184"/>
                  </a:lnTo>
                  <a:lnTo>
                    <a:pt x="1185" y="1184"/>
                  </a:lnTo>
                  <a:lnTo>
                    <a:pt x="118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6" name="Google Shape;19636;p91"/>
            <p:cNvSpPr/>
            <p:nvPr/>
          </p:nvSpPr>
          <p:spPr>
            <a:xfrm>
              <a:off x="1225698" y="2796661"/>
              <a:ext cx="21996" cy="21993"/>
            </a:xfrm>
            <a:custGeom>
              <a:rect b="b" l="l" r="r" t="t"/>
              <a:pathLst>
                <a:path extrusionOk="0" h="1184" w="1184">
                  <a:moveTo>
                    <a:pt x="1" y="0"/>
                  </a:moveTo>
                  <a:lnTo>
                    <a:pt x="1" y="1184"/>
                  </a:lnTo>
                  <a:lnTo>
                    <a:pt x="1183" y="1184"/>
                  </a:lnTo>
                  <a:lnTo>
                    <a:pt x="11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7" name="Google Shape;19637;p91"/>
            <p:cNvSpPr/>
            <p:nvPr/>
          </p:nvSpPr>
          <p:spPr>
            <a:xfrm>
              <a:off x="1266011" y="2796661"/>
              <a:ext cx="22014" cy="21993"/>
            </a:xfrm>
            <a:custGeom>
              <a:rect b="b" l="l" r="r" t="t"/>
              <a:pathLst>
                <a:path extrusionOk="0" h="1184" w="1185">
                  <a:moveTo>
                    <a:pt x="0" y="0"/>
                  </a:moveTo>
                  <a:lnTo>
                    <a:pt x="0" y="1184"/>
                  </a:lnTo>
                  <a:lnTo>
                    <a:pt x="1184" y="1184"/>
                  </a:lnTo>
                  <a:lnTo>
                    <a:pt x="118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8" name="Google Shape;19638;p91"/>
            <p:cNvSpPr/>
            <p:nvPr/>
          </p:nvSpPr>
          <p:spPr>
            <a:xfrm>
              <a:off x="1306324" y="2796661"/>
              <a:ext cx="22014" cy="21993"/>
            </a:xfrm>
            <a:custGeom>
              <a:rect b="b" l="l" r="r" t="t"/>
              <a:pathLst>
                <a:path extrusionOk="0" h="1184" w="1185">
                  <a:moveTo>
                    <a:pt x="1" y="0"/>
                  </a:moveTo>
                  <a:lnTo>
                    <a:pt x="1" y="1184"/>
                  </a:lnTo>
                  <a:lnTo>
                    <a:pt x="1185" y="1184"/>
                  </a:lnTo>
                  <a:lnTo>
                    <a:pt x="118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9" name="Google Shape;19639;p91"/>
            <p:cNvSpPr/>
            <p:nvPr/>
          </p:nvSpPr>
          <p:spPr>
            <a:xfrm>
              <a:off x="1346656" y="2796661"/>
              <a:ext cx="21996" cy="21993"/>
            </a:xfrm>
            <a:custGeom>
              <a:rect b="b" l="l" r="r" t="t"/>
              <a:pathLst>
                <a:path extrusionOk="0" h="1184" w="1184">
                  <a:moveTo>
                    <a:pt x="1" y="0"/>
                  </a:moveTo>
                  <a:lnTo>
                    <a:pt x="1" y="1184"/>
                  </a:lnTo>
                  <a:lnTo>
                    <a:pt x="1183" y="1184"/>
                  </a:lnTo>
                  <a:lnTo>
                    <a:pt x="11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0" name="Google Shape;19640;p91"/>
            <p:cNvSpPr/>
            <p:nvPr/>
          </p:nvSpPr>
          <p:spPr>
            <a:xfrm>
              <a:off x="1386969" y="2796661"/>
              <a:ext cx="22014" cy="21993"/>
            </a:xfrm>
            <a:custGeom>
              <a:rect b="b" l="l" r="r" t="t"/>
              <a:pathLst>
                <a:path extrusionOk="0" h="1184" w="1185">
                  <a:moveTo>
                    <a:pt x="0" y="0"/>
                  </a:moveTo>
                  <a:lnTo>
                    <a:pt x="0" y="1184"/>
                  </a:lnTo>
                  <a:lnTo>
                    <a:pt x="1184" y="1184"/>
                  </a:lnTo>
                  <a:lnTo>
                    <a:pt x="118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1" name="Google Shape;19641;p91"/>
            <p:cNvSpPr/>
            <p:nvPr/>
          </p:nvSpPr>
          <p:spPr>
            <a:xfrm>
              <a:off x="1225698" y="2835112"/>
              <a:ext cx="21996" cy="22011"/>
            </a:xfrm>
            <a:custGeom>
              <a:rect b="b" l="l" r="r" t="t"/>
              <a:pathLst>
                <a:path extrusionOk="0" h="1185" w="1184">
                  <a:moveTo>
                    <a:pt x="1" y="1"/>
                  </a:moveTo>
                  <a:lnTo>
                    <a:pt x="1" y="1185"/>
                  </a:lnTo>
                  <a:lnTo>
                    <a:pt x="1183" y="1185"/>
                  </a:lnTo>
                  <a:lnTo>
                    <a:pt x="118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2" name="Google Shape;19642;p91"/>
            <p:cNvSpPr/>
            <p:nvPr/>
          </p:nvSpPr>
          <p:spPr>
            <a:xfrm>
              <a:off x="1386969" y="2835112"/>
              <a:ext cx="22014" cy="22011"/>
            </a:xfrm>
            <a:custGeom>
              <a:rect b="b" l="l" r="r" t="t"/>
              <a:pathLst>
                <a:path extrusionOk="0" h="1185" w="1185">
                  <a:moveTo>
                    <a:pt x="0" y="1"/>
                  </a:moveTo>
                  <a:lnTo>
                    <a:pt x="0" y="1185"/>
                  </a:lnTo>
                  <a:lnTo>
                    <a:pt x="1184" y="1185"/>
                  </a:lnTo>
                  <a:lnTo>
                    <a:pt x="11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3" name="Google Shape;19643;p91"/>
            <p:cNvSpPr/>
            <p:nvPr/>
          </p:nvSpPr>
          <p:spPr>
            <a:xfrm>
              <a:off x="1427301" y="2796661"/>
              <a:ext cx="21996" cy="21993"/>
            </a:xfrm>
            <a:custGeom>
              <a:rect b="b" l="l" r="r" t="t"/>
              <a:pathLst>
                <a:path extrusionOk="0" h="1184" w="1184">
                  <a:moveTo>
                    <a:pt x="0" y="0"/>
                  </a:moveTo>
                  <a:lnTo>
                    <a:pt x="0" y="1184"/>
                  </a:lnTo>
                  <a:lnTo>
                    <a:pt x="1184" y="1184"/>
                  </a:lnTo>
                  <a:lnTo>
                    <a:pt x="118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44" name="Google Shape;19644;p91"/>
          <p:cNvGrpSpPr/>
          <p:nvPr/>
        </p:nvGrpSpPr>
        <p:grpSpPr>
          <a:xfrm>
            <a:off x="5518124" y="3431520"/>
            <a:ext cx="362619" cy="362642"/>
            <a:chOff x="5802785" y="3126070"/>
            <a:chExt cx="375265" cy="375289"/>
          </a:xfrm>
        </p:grpSpPr>
        <p:sp>
          <p:nvSpPr>
            <p:cNvPr id="19645" name="Google Shape;19645;p91"/>
            <p:cNvSpPr/>
            <p:nvPr/>
          </p:nvSpPr>
          <p:spPr>
            <a:xfrm>
              <a:off x="5802785" y="3126070"/>
              <a:ext cx="375265" cy="375289"/>
            </a:xfrm>
            <a:custGeom>
              <a:rect b="b" l="l" r="r" t="t"/>
              <a:pathLst>
                <a:path extrusionOk="0" h="20204" w="20200">
                  <a:moveTo>
                    <a:pt x="8860" y="3718"/>
                  </a:moveTo>
                  <a:cubicBezTo>
                    <a:pt x="11697" y="3718"/>
                    <a:pt x="14003" y="6025"/>
                    <a:pt x="14003" y="8861"/>
                  </a:cubicBezTo>
                  <a:cubicBezTo>
                    <a:pt x="14002" y="9164"/>
                    <a:pt x="13975" y="9467"/>
                    <a:pt x="13923" y="9768"/>
                  </a:cubicBezTo>
                  <a:lnTo>
                    <a:pt x="12479" y="8570"/>
                  </a:lnTo>
                  <a:lnTo>
                    <a:pt x="12524" y="12465"/>
                  </a:lnTo>
                  <a:cubicBezTo>
                    <a:pt x="11559" y="13449"/>
                    <a:pt x="10238" y="14003"/>
                    <a:pt x="8860" y="14003"/>
                  </a:cubicBezTo>
                  <a:cubicBezTo>
                    <a:pt x="6025" y="14003"/>
                    <a:pt x="3718" y="11697"/>
                    <a:pt x="3718" y="8861"/>
                  </a:cubicBezTo>
                  <a:cubicBezTo>
                    <a:pt x="3718" y="6025"/>
                    <a:pt x="6025" y="3718"/>
                    <a:pt x="8860" y="3718"/>
                  </a:cubicBezTo>
                  <a:close/>
                  <a:moveTo>
                    <a:pt x="8860" y="1187"/>
                  </a:moveTo>
                  <a:cubicBezTo>
                    <a:pt x="13092" y="1187"/>
                    <a:pt x="16534" y="4629"/>
                    <a:pt x="16534" y="8861"/>
                  </a:cubicBezTo>
                  <a:cubicBezTo>
                    <a:pt x="16535" y="9774"/>
                    <a:pt x="16371" y="10678"/>
                    <a:pt x="16053" y="11534"/>
                  </a:cubicBezTo>
                  <a:lnTo>
                    <a:pt x="14942" y="10613"/>
                  </a:lnTo>
                  <a:cubicBezTo>
                    <a:pt x="15107" y="10044"/>
                    <a:pt x="15190" y="9454"/>
                    <a:pt x="15189" y="8861"/>
                  </a:cubicBezTo>
                  <a:cubicBezTo>
                    <a:pt x="15189" y="5371"/>
                    <a:pt x="12350" y="2532"/>
                    <a:pt x="8860" y="2532"/>
                  </a:cubicBezTo>
                  <a:cubicBezTo>
                    <a:pt x="5371" y="2532"/>
                    <a:pt x="2531" y="5371"/>
                    <a:pt x="2531" y="8861"/>
                  </a:cubicBezTo>
                  <a:cubicBezTo>
                    <a:pt x="2531" y="12350"/>
                    <a:pt x="5371" y="15190"/>
                    <a:pt x="8860" y="15190"/>
                  </a:cubicBezTo>
                  <a:cubicBezTo>
                    <a:pt x="8862" y="15190"/>
                    <a:pt x="8865" y="15190"/>
                    <a:pt x="8867" y="15190"/>
                  </a:cubicBezTo>
                  <a:cubicBezTo>
                    <a:pt x="10186" y="15190"/>
                    <a:pt x="11470" y="14775"/>
                    <a:pt x="12542" y="14006"/>
                  </a:cubicBezTo>
                  <a:lnTo>
                    <a:pt x="12559" y="15583"/>
                  </a:lnTo>
                  <a:cubicBezTo>
                    <a:pt x="11430" y="16207"/>
                    <a:pt x="10160" y="16534"/>
                    <a:pt x="8870" y="16534"/>
                  </a:cubicBezTo>
                  <a:cubicBezTo>
                    <a:pt x="8867" y="16534"/>
                    <a:pt x="8864" y="16534"/>
                    <a:pt x="8861" y="16534"/>
                  </a:cubicBezTo>
                  <a:lnTo>
                    <a:pt x="8860" y="16535"/>
                  </a:lnTo>
                  <a:cubicBezTo>
                    <a:pt x="4629" y="16535"/>
                    <a:pt x="1187" y="13093"/>
                    <a:pt x="1187" y="8861"/>
                  </a:cubicBezTo>
                  <a:cubicBezTo>
                    <a:pt x="1187" y="4629"/>
                    <a:pt x="4629" y="1187"/>
                    <a:pt x="8860" y="1187"/>
                  </a:cubicBezTo>
                  <a:close/>
                  <a:moveTo>
                    <a:pt x="13694" y="11120"/>
                  </a:moveTo>
                  <a:lnTo>
                    <a:pt x="18011" y="14699"/>
                  </a:lnTo>
                  <a:lnTo>
                    <a:pt x="16443" y="15447"/>
                  </a:lnTo>
                  <a:lnTo>
                    <a:pt x="17704" y="18088"/>
                  </a:lnTo>
                  <a:lnTo>
                    <a:pt x="16585" y="18623"/>
                  </a:lnTo>
                  <a:lnTo>
                    <a:pt x="15326" y="15980"/>
                  </a:lnTo>
                  <a:lnTo>
                    <a:pt x="13758" y="16727"/>
                  </a:lnTo>
                  <a:lnTo>
                    <a:pt x="13694" y="11120"/>
                  </a:lnTo>
                  <a:close/>
                  <a:moveTo>
                    <a:pt x="8860" y="0"/>
                  </a:moveTo>
                  <a:cubicBezTo>
                    <a:pt x="6493" y="0"/>
                    <a:pt x="4269" y="921"/>
                    <a:pt x="2595" y="2595"/>
                  </a:cubicBezTo>
                  <a:cubicBezTo>
                    <a:pt x="920" y="4269"/>
                    <a:pt x="0" y="6493"/>
                    <a:pt x="0" y="8861"/>
                  </a:cubicBezTo>
                  <a:cubicBezTo>
                    <a:pt x="0" y="11228"/>
                    <a:pt x="921" y="13452"/>
                    <a:pt x="2595" y="15126"/>
                  </a:cubicBezTo>
                  <a:cubicBezTo>
                    <a:pt x="4269" y="16800"/>
                    <a:pt x="6493" y="17721"/>
                    <a:pt x="8860" y="17721"/>
                  </a:cubicBezTo>
                  <a:cubicBezTo>
                    <a:pt x="8867" y="17721"/>
                    <a:pt x="8873" y="17721"/>
                    <a:pt x="8880" y="17721"/>
                  </a:cubicBezTo>
                  <a:cubicBezTo>
                    <a:pt x="10156" y="17721"/>
                    <a:pt x="11416" y="17443"/>
                    <a:pt x="12574" y="16910"/>
                  </a:cubicBezTo>
                  <a:lnTo>
                    <a:pt x="12592" y="18597"/>
                  </a:lnTo>
                  <a:lnTo>
                    <a:pt x="14765" y="17563"/>
                  </a:lnTo>
                  <a:lnTo>
                    <a:pt x="16025" y="20204"/>
                  </a:lnTo>
                  <a:lnTo>
                    <a:pt x="19287" y="18650"/>
                  </a:lnTo>
                  <a:lnTo>
                    <a:pt x="18027" y="16007"/>
                  </a:lnTo>
                  <a:lnTo>
                    <a:pt x="20199" y="14971"/>
                  </a:lnTo>
                  <a:lnTo>
                    <a:pt x="17016" y="12333"/>
                  </a:lnTo>
                  <a:cubicBezTo>
                    <a:pt x="17482" y="11234"/>
                    <a:pt x="17722" y="10054"/>
                    <a:pt x="17721" y="8861"/>
                  </a:cubicBezTo>
                  <a:cubicBezTo>
                    <a:pt x="17721" y="6493"/>
                    <a:pt x="16800" y="4270"/>
                    <a:pt x="15126" y="2595"/>
                  </a:cubicBezTo>
                  <a:cubicBezTo>
                    <a:pt x="13452" y="921"/>
                    <a:pt x="11228" y="0"/>
                    <a:pt x="88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6" name="Google Shape;19646;p91"/>
            <p:cNvSpPr/>
            <p:nvPr/>
          </p:nvSpPr>
          <p:spPr>
            <a:xfrm>
              <a:off x="5922573" y="3217905"/>
              <a:ext cx="87890" cy="110317"/>
            </a:xfrm>
            <a:custGeom>
              <a:rect b="b" l="l" r="r" t="t"/>
              <a:pathLst>
                <a:path extrusionOk="0" h="5939" w="4731">
                  <a:moveTo>
                    <a:pt x="2352" y="1"/>
                  </a:moveTo>
                  <a:cubicBezTo>
                    <a:pt x="1060" y="1"/>
                    <a:pt x="2" y="1048"/>
                    <a:pt x="1" y="2351"/>
                  </a:cubicBezTo>
                  <a:lnTo>
                    <a:pt x="1187" y="2351"/>
                  </a:lnTo>
                  <a:cubicBezTo>
                    <a:pt x="1187" y="1705"/>
                    <a:pt x="1712" y="1187"/>
                    <a:pt x="2351" y="1187"/>
                  </a:cubicBezTo>
                  <a:cubicBezTo>
                    <a:pt x="2366" y="1187"/>
                    <a:pt x="2382" y="1187"/>
                    <a:pt x="2397" y="1188"/>
                  </a:cubicBezTo>
                  <a:cubicBezTo>
                    <a:pt x="3003" y="1213"/>
                    <a:pt x="3488" y="1699"/>
                    <a:pt x="3514" y="2305"/>
                  </a:cubicBezTo>
                  <a:cubicBezTo>
                    <a:pt x="3533" y="2721"/>
                    <a:pt x="3326" y="3114"/>
                    <a:pt x="2973" y="3335"/>
                  </a:cubicBezTo>
                  <a:cubicBezTo>
                    <a:pt x="2213" y="3817"/>
                    <a:pt x="1758" y="4656"/>
                    <a:pt x="1758" y="5579"/>
                  </a:cubicBezTo>
                  <a:lnTo>
                    <a:pt x="1758" y="5939"/>
                  </a:lnTo>
                  <a:lnTo>
                    <a:pt x="2945" y="5939"/>
                  </a:lnTo>
                  <a:lnTo>
                    <a:pt x="2945" y="5579"/>
                  </a:lnTo>
                  <a:cubicBezTo>
                    <a:pt x="2945" y="5073"/>
                    <a:pt x="3199" y="4597"/>
                    <a:pt x="3609" y="4337"/>
                  </a:cubicBezTo>
                  <a:cubicBezTo>
                    <a:pt x="4315" y="3887"/>
                    <a:pt x="4730" y="3098"/>
                    <a:pt x="4701" y="2260"/>
                  </a:cubicBezTo>
                  <a:cubicBezTo>
                    <a:pt x="4654" y="1040"/>
                    <a:pt x="3661" y="49"/>
                    <a:pt x="2442" y="3"/>
                  </a:cubicBezTo>
                  <a:lnTo>
                    <a:pt x="2443" y="3"/>
                  </a:lnTo>
                  <a:cubicBezTo>
                    <a:pt x="2413" y="1"/>
                    <a:pt x="2382" y="1"/>
                    <a:pt x="23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7" name="Google Shape;19647;p91"/>
            <p:cNvSpPr/>
            <p:nvPr/>
          </p:nvSpPr>
          <p:spPr>
            <a:xfrm>
              <a:off x="5955214" y="3341466"/>
              <a:ext cx="22051" cy="19745"/>
            </a:xfrm>
            <a:custGeom>
              <a:rect b="b" l="l" r="r" t="t"/>
              <a:pathLst>
                <a:path extrusionOk="0" h="1063" w="1187">
                  <a:moveTo>
                    <a:pt x="1" y="1"/>
                  </a:moveTo>
                  <a:lnTo>
                    <a:pt x="1" y="1062"/>
                  </a:lnTo>
                  <a:lnTo>
                    <a:pt x="1186" y="1062"/>
                  </a:lnTo>
                  <a:lnTo>
                    <a:pt x="118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48" name="Google Shape;19648;p91"/>
          <p:cNvGrpSpPr/>
          <p:nvPr/>
        </p:nvGrpSpPr>
        <p:grpSpPr>
          <a:xfrm>
            <a:off x="3271823" y="3427925"/>
            <a:ext cx="362601" cy="362660"/>
            <a:chOff x="5308401" y="3064494"/>
            <a:chExt cx="375247" cy="375308"/>
          </a:xfrm>
        </p:grpSpPr>
        <p:sp>
          <p:nvSpPr>
            <p:cNvPr id="19649" name="Google Shape;19649;p91"/>
            <p:cNvSpPr/>
            <p:nvPr/>
          </p:nvSpPr>
          <p:spPr>
            <a:xfrm>
              <a:off x="5308401" y="3064494"/>
              <a:ext cx="375247" cy="375308"/>
            </a:xfrm>
            <a:custGeom>
              <a:rect b="b" l="l" r="r" t="t"/>
              <a:pathLst>
                <a:path extrusionOk="0" h="20205" w="20199">
                  <a:moveTo>
                    <a:pt x="8860" y="3718"/>
                  </a:moveTo>
                  <a:cubicBezTo>
                    <a:pt x="11695" y="3718"/>
                    <a:pt x="14002" y="6025"/>
                    <a:pt x="14002" y="8860"/>
                  </a:cubicBezTo>
                  <a:cubicBezTo>
                    <a:pt x="14002" y="9165"/>
                    <a:pt x="13975" y="9468"/>
                    <a:pt x="13921" y="9768"/>
                  </a:cubicBezTo>
                  <a:lnTo>
                    <a:pt x="12479" y="8571"/>
                  </a:lnTo>
                  <a:lnTo>
                    <a:pt x="12522" y="12466"/>
                  </a:lnTo>
                  <a:cubicBezTo>
                    <a:pt x="11558" y="13450"/>
                    <a:pt x="10238" y="14004"/>
                    <a:pt x="8860" y="14004"/>
                  </a:cubicBezTo>
                  <a:cubicBezTo>
                    <a:pt x="6023" y="14004"/>
                    <a:pt x="3717" y="11696"/>
                    <a:pt x="3717" y="8860"/>
                  </a:cubicBezTo>
                  <a:cubicBezTo>
                    <a:pt x="3717" y="6025"/>
                    <a:pt x="6023" y="3718"/>
                    <a:pt x="8860" y="3718"/>
                  </a:cubicBezTo>
                  <a:close/>
                  <a:moveTo>
                    <a:pt x="8860" y="1186"/>
                  </a:moveTo>
                  <a:cubicBezTo>
                    <a:pt x="13091" y="1186"/>
                    <a:pt x="16533" y="4629"/>
                    <a:pt x="16533" y="8860"/>
                  </a:cubicBezTo>
                  <a:cubicBezTo>
                    <a:pt x="16534" y="9773"/>
                    <a:pt x="16371" y="10679"/>
                    <a:pt x="16052" y="11534"/>
                  </a:cubicBezTo>
                  <a:lnTo>
                    <a:pt x="14941" y="10613"/>
                  </a:lnTo>
                  <a:cubicBezTo>
                    <a:pt x="15105" y="10043"/>
                    <a:pt x="15189" y="9453"/>
                    <a:pt x="15189" y="8860"/>
                  </a:cubicBezTo>
                  <a:cubicBezTo>
                    <a:pt x="15189" y="5371"/>
                    <a:pt x="12349" y="2531"/>
                    <a:pt x="8860" y="2531"/>
                  </a:cubicBezTo>
                  <a:cubicBezTo>
                    <a:pt x="5369" y="2531"/>
                    <a:pt x="2530" y="5371"/>
                    <a:pt x="2530" y="8860"/>
                  </a:cubicBezTo>
                  <a:cubicBezTo>
                    <a:pt x="2530" y="12351"/>
                    <a:pt x="5369" y="15189"/>
                    <a:pt x="8859" y="15189"/>
                  </a:cubicBezTo>
                  <a:cubicBezTo>
                    <a:pt x="8861" y="15189"/>
                    <a:pt x="8863" y="15189"/>
                    <a:pt x="8866" y="15189"/>
                  </a:cubicBezTo>
                  <a:cubicBezTo>
                    <a:pt x="10185" y="15189"/>
                    <a:pt x="11470" y="14776"/>
                    <a:pt x="12540" y="14005"/>
                  </a:cubicBezTo>
                  <a:lnTo>
                    <a:pt x="12558" y="15582"/>
                  </a:lnTo>
                  <a:cubicBezTo>
                    <a:pt x="11429" y="16206"/>
                    <a:pt x="10160" y="16534"/>
                    <a:pt x="8869" y="16534"/>
                  </a:cubicBezTo>
                  <a:cubicBezTo>
                    <a:pt x="8866" y="16534"/>
                    <a:pt x="8863" y="16534"/>
                    <a:pt x="8860" y="16534"/>
                  </a:cubicBezTo>
                  <a:cubicBezTo>
                    <a:pt x="4627" y="16534"/>
                    <a:pt x="1186" y="13092"/>
                    <a:pt x="1186" y="8860"/>
                  </a:cubicBezTo>
                  <a:cubicBezTo>
                    <a:pt x="1186" y="4629"/>
                    <a:pt x="4627" y="1186"/>
                    <a:pt x="8860" y="1186"/>
                  </a:cubicBezTo>
                  <a:close/>
                  <a:moveTo>
                    <a:pt x="13693" y="11121"/>
                  </a:moveTo>
                  <a:lnTo>
                    <a:pt x="18009" y="14699"/>
                  </a:lnTo>
                  <a:lnTo>
                    <a:pt x="16442" y="15446"/>
                  </a:lnTo>
                  <a:lnTo>
                    <a:pt x="17705" y="18089"/>
                  </a:lnTo>
                  <a:lnTo>
                    <a:pt x="16585" y="18623"/>
                  </a:lnTo>
                  <a:lnTo>
                    <a:pt x="15325" y="15981"/>
                  </a:lnTo>
                  <a:lnTo>
                    <a:pt x="13757" y="16727"/>
                  </a:lnTo>
                  <a:lnTo>
                    <a:pt x="13693" y="11121"/>
                  </a:lnTo>
                  <a:close/>
                  <a:moveTo>
                    <a:pt x="8860" y="1"/>
                  </a:moveTo>
                  <a:cubicBezTo>
                    <a:pt x="6494" y="1"/>
                    <a:pt x="4269" y="922"/>
                    <a:pt x="2595" y="2596"/>
                  </a:cubicBezTo>
                  <a:cubicBezTo>
                    <a:pt x="920" y="4269"/>
                    <a:pt x="0" y="6494"/>
                    <a:pt x="0" y="8862"/>
                  </a:cubicBezTo>
                  <a:cubicBezTo>
                    <a:pt x="0" y="11228"/>
                    <a:pt x="922" y="13453"/>
                    <a:pt x="2595" y="15126"/>
                  </a:cubicBezTo>
                  <a:cubicBezTo>
                    <a:pt x="4269" y="16800"/>
                    <a:pt x="6494" y="17721"/>
                    <a:pt x="8860" y="17721"/>
                  </a:cubicBezTo>
                  <a:cubicBezTo>
                    <a:pt x="8867" y="17721"/>
                    <a:pt x="8874" y="17721"/>
                    <a:pt x="8881" y="17721"/>
                  </a:cubicBezTo>
                  <a:cubicBezTo>
                    <a:pt x="10156" y="17721"/>
                    <a:pt x="11416" y="17444"/>
                    <a:pt x="12575" y="16911"/>
                  </a:cubicBezTo>
                  <a:lnTo>
                    <a:pt x="12593" y="18598"/>
                  </a:lnTo>
                  <a:lnTo>
                    <a:pt x="14765" y="17563"/>
                  </a:lnTo>
                  <a:lnTo>
                    <a:pt x="16025" y="20204"/>
                  </a:lnTo>
                  <a:lnTo>
                    <a:pt x="19286" y="18649"/>
                  </a:lnTo>
                  <a:lnTo>
                    <a:pt x="18026" y="16007"/>
                  </a:lnTo>
                  <a:lnTo>
                    <a:pt x="20198" y="14971"/>
                  </a:lnTo>
                  <a:lnTo>
                    <a:pt x="17015" y="12333"/>
                  </a:lnTo>
                  <a:cubicBezTo>
                    <a:pt x="17482" y="11234"/>
                    <a:pt x="17721" y="10053"/>
                    <a:pt x="17720" y="8862"/>
                  </a:cubicBezTo>
                  <a:cubicBezTo>
                    <a:pt x="17720" y="6494"/>
                    <a:pt x="16799" y="4271"/>
                    <a:pt x="15126" y="2596"/>
                  </a:cubicBezTo>
                  <a:cubicBezTo>
                    <a:pt x="13453" y="922"/>
                    <a:pt x="11227" y="1"/>
                    <a:pt x="88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0" name="Google Shape;19650;p91"/>
            <p:cNvSpPr/>
            <p:nvPr/>
          </p:nvSpPr>
          <p:spPr>
            <a:xfrm>
              <a:off x="5460811" y="3279890"/>
              <a:ext cx="22070" cy="19745"/>
            </a:xfrm>
            <a:custGeom>
              <a:rect b="b" l="l" r="r" t="t"/>
              <a:pathLst>
                <a:path extrusionOk="0" h="1063" w="1188">
                  <a:moveTo>
                    <a:pt x="1" y="1"/>
                  </a:moveTo>
                  <a:lnTo>
                    <a:pt x="1" y="1063"/>
                  </a:lnTo>
                  <a:lnTo>
                    <a:pt x="1188" y="1063"/>
                  </a:lnTo>
                  <a:lnTo>
                    <a:pt x="118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1" name="Google Shape;19651;p91"/>
            <p:cNvSpPr/>
            <p:nvPr/>
          </p:nvSpPr>
          <p:spPr>
            <a:xfrm>
              <a:off x="5460811" y="3161957"/>
              <a:ext cx="22070" cy="99766"/>
            </a:xfrm>
            <a:custGeom>
              <a:rect b="b" l="l" r="r" t="t"/>
              <a:pathLst>
                <a:path extrusionOk="0" h="5371" w="1188">
                  <a:moveTo>
                    <a:pt x="1" y="0"/>
                  </a:moveTo>
                  <a:lnTo>
                    <a:pt x="1" y="5371"/>
                  </a:lnTo>
                  <a:lnTo>
                    <a:pt x="1188" y="5371"/>
                  </a:lnTo>
                  <a:lnTo>
                    <a:pt x="118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652" name="Google Shape;19652;p91"/>
          <p:cNvSpPr/>
          <p:nvPr/>
        </p:nvSpPr>
        <p:spPr>
          <a:xfrm>
            <a:off x="2519015" y="3431634"/>
            <a:ext cx="362766" cy="362285"/>
          </a:xfrm>
          <a:custGeom>
            <a:rect b="b" l="l" r="r" t="t"/>
            <a:pathLst>
              <a:path extrusionOk="0" h="20183" w="20207">
                <a:moveTo>
                  <a:pt x="10104" y="1289"/>
                </a:moveTo>
                <a:lnTo>
                  <a:pt x="18265" y="4784"/>
                </a:lnTo>
                <a:lnTo>
                  <a:pt x="14734" y="6295"/>
                </a:lnTo>
                <a:lnTo>
                  <a:pt x="5473" y="6295"/>
                </a:lnTo>
                <a:lnTo>
                  <a:pt x="1942" y="4784"/>
                </a:lnTo>
                <a:lnTo>
                  <a:pt x="10104" y="1289"/>
                </a:lnTo>
                <a:close/>
                <a:moveTo>
                  <a:pt x="14086" y="7480"/>
                </a:moveTo>
                <a:lnTo>
                  <a:pt x="14086" y="10095"/>
                </a:lnTo>
                <a:lnTo>
                  <a:pt x="5945" y="10095"/>
                </a:lnTo>
                <a:lnTo>
                  <a:pt x="5945" y="7480"/>
                </a:lnTo>
                <a:close/>
                <a:moveTo>
                  <a:pt x="7808" y="11279"/>
                </a:moveTo>
                <a:cubicBezTo>
                  <a:pt x="7681" y="11983"/>
                  <a:pt x="7606" y="12695"/>
                  <a:pt x="7584" y="13411"/>
                </a:cubicBezTo>
                <a:lnTo>
                  <a:pt x="5141" y="13411"/>
                </a:lnTo>
                <a:cubicBezTo>
                  <a:pt x="5233" y="12649"/>
                  <a:pt x="5497" y="11921"/>
                  <a:pt x="5916" y="11279"/>
                </a:cubicBezTo>
                <a:close/>
                <a:moveTo>
                  <a:pt x="11193" y="11279"/>
                </a:moveTo>
                <a:cubicBezTo>
                  <a:pt x="11326" y="11925"/>
                  <a:pt x="11409" y="12649"/>
                  <a:pt x="11438" y="13411"/>
                </a:cubicBezTo>
                <a:lnTo>
                  <a:pt x="8767" y="13411"/>
                </a:lnTo>
                <a:cubicBezTo>
                  <a:pt x="8795" y="12649"/>
                  <a:pt x="8879" y="11925"/>
                  <a:pt x="9013" y="11279"/>
                </a:cubicBezTo>
                <a:close/>
                <a:moveTo>
                  <a:pt x="14291" y="11279"/>
                </a:moveTo>
                <a:cubicBezTo>
                  <a:pt x="14710" y="11921"/>
                  <a:pt x="14975" y="12649"/>
                  <a:pt x="15066" y="13411"/>
                </a:cubicBezTo>
                <a:lnTo>
                  <a:pt x="12623" y="13411"/>
                </a:lnTo>
                <a:cubicBezTo>
                  <a:pt x="12601" y="12695"/>
                  <a:pt x="12526" y="11983"/>
                  <a:pt x="12399" y="11279"/>
                </a:cubicBezTo>
                <a:close/>
                <a:moveTo>
                  <a:pt x="7583" y="14595"/>
                </a:moveTo>
                <a:cubicBezTo>
                  <a:pt x="7630" y="15929"/>
                  <a:pt x="7835" y="17175"/>
                  <a:pt x="8172" y="18148"/>
                </a:cubicBezTo>
                <a:cubicBezTo>
                  <a:pt x="8242" y="18350"/>
                  <a:pt x="8316" y="18532"/>
                  <a:pt x="8390" y="18697"/>
                </a:cubicBezTo>
                <a:cubicBezTo>
                  <a:pt x="6655" y="18061"/>
                  <a:pt x="5367" y="16489"/>
                  <a:pt x="5141" y="14595"/>
                </a:cubicBezTo>
                <a:close/>
                <a:moveTo>
                  <a:pt x="15064" y="14595"/>
                </a:moveTo>
                <a:cubicBezTo>
                  <a:pt x="14840" y="16489"/>
                  <a:pt x="13552" y="18061"/>
                  <a:pt x="11815" y="18697"/>
                </a:cubicBezTo>
                <a:cubicBezTo>
                  <a:pt x="11890" y="18532"/>
                  <a:pt x="11963" y="18350"/>
                  <a:pt x="12033" y="18148"/>
                </a:cubicBezTo>
                <a:cubicBezTo>
                  <a:pt x="12371" y="17175"/>
                  <a:pt x="12577" y="15929"/>
                  <a:pt x="12623" y="14595"/>
                </a:cubicBezTo>
                <a:close/>
                <a:moveTo>
                  <a:pt x="11439" y="14595"/>
                </a:moveTo>
                <a:cubicBezTo>
                  <a:pt x="11394" y="15796"/>
                  <a:pt x="11212" y="16904"/>
                  <a:pt x="10915" y="17760"/>
                </a:cubicBezTo>
                <a:cubicBezTo>
                  <a:pt x="10564" y="18772"/>
                  <a:pt x="10203" y="18999"/>
                  <a:pt x="10104" y="18999"/>
                </a:cubicBezTo>
                <a:cubicBezTo>
                  <a:pt x="10004" y="18999"/>
                  <a:pt x="9643" y="18772"/>
                  <a:pt x="9292" y="17760"/>
                </a:cubicBezTo>
                <a:cubicBezTo>
                  <a:pt x="8995" y="16904"/>
                  <a:pt x="8813" y="15796"/>
                  <a:pt x="8768" y="14595"/>
                </a:cubicBezTo>
                <a:close/>
                <a:moveTo>
                  <a:pt x="10104" y="0"/>
                </a:moveTo>
                <a:lnTo>
                  <a:pt x="1" y="4327"/>
                </a:lnTo>
                <a:lnTo>
                  <a:pt x="1" y="5241"/>
                </a:lnTo>
                <a:lnTo>
                  <a:pt x="4761" y="7279"/>
                </a:lnTo>
                <a:lnTo>
                  <a:pt x="4761" y="10901"/>
                </a:lnTo>
                <a:cubicBezTo>
                  <a:pt x="4211" y="11841"/>
                  <a:pt x="3923" y="12912"/>
                  <a:pt x="3925" y="14002"/>
                </a:cubicBezTo>
                <a:cubicBezTo>
                  <a:pt x="3925" y="17410"/>
                  <a:pt x="6697" y="20183"/>
                  <a:pt x="10104" y="20183"/>
                </a:cubicBezTo>
                <a:cubicBezTo>
                  <a:pt x="13513" y="20183"/>
                  <a:pt x="16284" y="17410"/>
                  <a:pt x="16284" y="14002"/>
                </a:cubicBezTo>
                <a:cubicBezTo>
                  <a:pt x="16285" y="12798"/>
                  <a:pt x="15933" y="11620"/>
                  <a:pt x="15270" y="10616"/>
                </a:cubicBezTo>
                <a:lnTo>
                  <a:pt x="15270" y="7355"/>
                </a:lnTo>
                <a:lnTo>
                  <a:pt x="17571" y="6370"/>
                </a:lnTo>
                <a:lnTo>
                  <a:pt x="17571" y="10280"/>
                </a:lnTo>
                <a:lnTo>
                  <a:pt x="18755" y="10280"/>
                </a:lnTo>
                <a:lnTo>
                  <a:pt x="18755" y="5862"/>
                </a:lnTo>
                <a:lnTo>
                  <a:pt x="20206" y="5241"/>
                </a:lnTo>
                <a:lnTo>
                  <a:pt x="20206" y="4327"/>
                </a:lnTo>
                <a:lnTo>
                  <a:pt x="1010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3" name="Google Shape;19653;p91"/>
          <p:cNvSpPr/>
          <p:nvPr/>
        </p:nvSpPr>
        <p:spPr>
          <a:xfrm>
            <a:off x="1755695" y="3477531"/>
            <a:ext cx="362730" cy="257995"/>
          </a:xfrm>
          <a:custGeom>
            <a:rect b="b" l="l" r="r" t="t"/>
            <a:pathLst>
              <a:path extrusionOk="0" h="14373" w="20205">
                <a:moveTo>
                  <a:pt x="15173" y="1184"/>
                </a:moveTo>
                <a:lnTo>
                  <a:pt x="15173" y="4333"/>
                </a:lnTo>
                <a:lnTo>
                  <a:pt x="12224" y="4333"/>
                </a:lnTo>
                <a:lnTo>
                  <a:pt x="10336" y="2767"/>
                </a:lnTo>
                <a:lnTo>
                  <a:pt x="10352" y="4333"/>
                </a:lnTo>
                <a:lnTo>
                  <a:pt x="1183" y="4333"/>
                </a:lnTo>
                <a:lnTo>
                  <a:pt x="1183" y="1184"/>
                </a:lnTo>
                <a:close/>
                <a:moveTo>
                  <a:pt x="19020" y="1184"/>
                </a:moveTo>
                <a:lnTo>
                  <a:pt x="19020" y="4333"/>
                </a:lnTo>
                <a:lnTo>
                  <a:pt x="16357" y="4333"/>
                </a:lnTo>
                <a:lnTo>
                  <a:pt x="16357" y="1184"/>
                </a:lnTo>
                <a:close/>
                <a:moveTo>
                  <a:pt x="11548" y="5311"/>
                </a:moveTo>
                <a:lnTo>
                  <a:pt x="15854" y="8881"/>
                </a:lnTo>
                <a:lnTo>
                  <a:pt x="14291" y="9626"/>
                </a:lnTo>
                <a:lnTo>
                  <a:pt x="15548" y="12263"/>
                </a:lnTo>
                <a:lnTo>
                  <a:pt x="14431" y="12794"/>
                </a:lnTo>
                <a:lnTo>
                  <a:pt x="13174" y="10159"/>
                </a:lnTo>
                <a:lnTo>
                  <a:pt x="11611" y="10904"/>
                </a:lnTo>
                <a:lnTo>
                  <a:pt x="11548" y="5311"/>
                </a:lnTo>
                <a:close/>
                <a:moveTo>
                  <a:pt x="1" y="0"/>
                </a:moveTo>
                <a:lnTo>
                  <a:pt x="1" y="5517"/>
                </a:lnTo>
                <a:lnTo>
                  <a:pt x="10365" y="5517"/>
                </a:lnTo>
                <a:lnTo>
                  <a:pt x="10448" y="12770"/>
                </a:lnTo>
                <a:lnTo>
                  <a:pt x="12615" y="11737"/>
                </a:lnTo>
                <a:lnTo>
                  <a:pt x="13873" y="14372"/>
                </a:lnTo>
                <a:lnTo>
                  <a:pt x="17126" y="12821"/>
                </a:lnTo>
                <a:lnTo>
                  <a:pt x="15869" y="10186"/>
                </a:lnTo>
                <a:lnTo>
                  <a:pt x="18035" y="9153"/>
                </a:lnTo>
                <a:lnTo>
                  <a:pt x="13652" y="5517"/>
                </a:lnTo>
                <a:lnTo>
                  <a:pt x="20204" y="5517"/>
                </a:lnTo>
                <a:lnTo>
                  <a:pt x="2020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654" name="Google Shape;19654;p91"/>
          <p:cNvGrpSpPr/>
          <p:nvPr/>
        </p:nvGrpSpPr>
        <p:grpSpPr>
          <a:xfrm>
            <a:off x="991240" y="3447160"/>
            <a:ext cx="362709" cy="324411"/>
            <a:chOff x="3852891" y="3033047"/>
            <a:chExt cx="375358" cy="335725"/>
          </a:xfrm>
        </p:grpSpPr>
        <p:sp>
          <p:nvSpPr>
            <p:cNvPr id="19655" name="Google Shape;19655;p91"/>
            <p:cNvSpPr/>
            <p:nvPr/>
          </p:nvSpPr>
          <p:spPr>
            <a:xfrm>
              <a:off x="3852891" y="3033047"/>
              <a:ext cx="375358" cy="335725"/>
            </a:xfrm>
            <a:custGeom>
              <a:rect b="b" l="l" r="r" t="t"/>
              <a:pathLst>
                <a:path extrusionOk="0" h="18074" w="20205">
                  <a:moveTo>
                    <a:pt x="8905" y="1185"/>
                  </a:moveTo>
                  <a:lnTo>
                    <a:pt x="8905" y="2558"/>
                  </a:lnTo>
                  <a:lnTo>
                    <a:pt x="6958" y="2558"/>
                  </a:lnTo>
                  <a:lnTo>
                    <a:pt x="6958" y="1185"/>
                  </a:lnTo>
                  <a:close/>
                  <a:moveTo>
                    <a:pt x="9419" y="7436"/>
                  </a:moveTo>
                  <a:cubicBezTo>
                    <a:pt x="9419" y="7436"/>
                    <a:pt x="9419" y="7436"/>
                    <a:pt x="9419" y="7436"/>
                  </a:cubicBezTo>
                  <a:lnTo>
                    <a:pt x="9419" y="7436"/>
                  </a:lnTo>
                  <a:cubicBezTo>
                    <a:pt x="9420" y="7436"/>
                    <a:pt x="9420" y="7436"/>
                    <a:pt x="9420" y="7436"/>
                  </a:cubicBezTo>
                  <a:close/>
                  <a:moveTo>
                    <a:pt x="8905" y="3742"/>
                  </a:moveTo>
                  <a:lnTo>
                    <a:pt x="8905" y="5749"/>
                  </a:lnTo>
                  <a:lnTo>
                    <a:pt x="9248" y="5907"/>
                  </a:lnTo>
                  <a:cubicBezTo>
                    <a:pt x="10059" y="6283"/>
                    <a:pt x="10673" y="6985"/>
                    <a:pt x="10938" y="7837"/>
                  </a:cubicBezTo>
                  <a:cubicBezTo>
                    <a:pt x="10580" y="7626"/>
                    <a:pt x="10121" y="7436"/>
                    <a:pt x="9419" y="7436"/>
                  </a:cubicBezTo>
                  <a:lnTo>
                    <a:pt x="9419" y="7436"/>
                  </a:lnTo>
                  <a:cubicBezTo>
                    <a:pt x="8470" y="7436"/>
                    <a:pt x="7963" y="7784"/>
                    <a:pt x="7554" y="8063"/>
                  </a:cubicBezTo>
                  <a:cubicBezTo>
                    <a:pt x="7197" y="8306"/>
                    <a:pt x="6939" y="8482"/>
                    <a:pt x="6356" y="8482"/>
                  </a:cubicBezTo>
                  <a:cubicBezTo>
                    <a:pt x="5773" y="8482"/>
                    <a:pt x="5516" y="8306"/>
                    <a:pt x="5159" y="8063"/>
                  </a:cubicBezTo>
                  <a:cubicBezTo>
                    <a:pt x="5078" y="8009"/>
                    <a:pt x="4995" y="7951"/>
                    <a:pt x="4907" y="7896"/>
                  </a:cubicBezTo>
                  <a:cubicBezTo>
                    <a:pt x="5160" y="7016"/>
                    <a:pt x="5783" y="6292"/>
                    <a:pt x="6613" y="5907"/>
                  </a:cubicBezTo>
                  <a:lnTo>
                    <a:pt x="6958" y="5749"/>
                  </a:lnTo>
                  <a:lnTo>
                    <a:pt x="6958" y="3742"/>
                  </a:lnTo>
                  <a:close/>
                  <a:moveTo>
                    <a:pt x="9420" y="8620"/>
                  </a:moveTo>
                  <a:cubicBezTo>
                    <a:pt x="10001" y="8620"/>
                    <a:pt x="10259" y="8796"/>
                    <a:pt x="10617" y="9041"/>
                  </a:cubicBezTo>
                  <a:cubicBezTo>
                    <a:pt x="10743" y="9127"/>
                    <a:pt x="10879" y="9220"/>
                    <a:pt x="11034" y="9306"/>
                  </a:cubicBezTo>
                  <a:lnTo>
                    <a:pt x="11034" y="9306"/>
                  </a:lnTo>
                  <a:cubicBezTo>
                    <a:pt x="10778" y="10787"/>
                    <a:pt x="9485" y="11918"/>
                    <a:pt x="7931" y="11918"/>
                  </a:cubicBezTo>
                  <a:cubicBezTo>
                    <a:pt x="6361" y="11918"/>
                    <a:pt x="5054" y="10761"/>
                    <a:pt x="4820" y="9256"/>
                  </a:cubicBezTo>
                  <a:lnTo>
                    <a:pt x="4820" y="9256"/>
                  </a:lnTo>
                  <a:cubicBezTo>
                    <a:pt x="5180" y="9471"/>
                    <a:pt x="5644" y="9666"/>
                    <a:pt x="6356" y="9666"/>
                  </a:cubicBezTo>
                  <a:cubicBezTo>
                    <a:pt x="7304" y="9666"/>
                    <a:pt x="7814" y="9320"/>
                    <a:pt x="8221" y="9041"/>
                  </a:cubicBezTo>
                  <a:cubicBezTo>
                    <a:pt x="8579" y="8797"/>
                    <a:pt x="8838" y="8620"/>
                    <a:pt x="9420" y="8620"/>
                  </a:cubicBezTo>
                  <a:close/>
                  <a:moveTo>
                    <a:pt x="17818" y="5119"/>
                  </a:moveTo>
                  <a:lnTo>
                    <a:pt x="17818" y="14192"/>
                  </a:lnTo>
                  <a:lnTo>
                    <a:pt x="2370" y="14192"/>
                  </a:lnTo>
                  <a:lnTo>
                    <a:pt x="2370" y="5119"/>
                  </a:lnTo>
                  <a:lnTo>
                    <a:pt x="5596" y="5119"/>
                  </a:lnTo>
                  <a:cubicBezTo>
                    <a:pt x="4366" y="5908"/>
                    <a:pt x="3599" y="7284"/>
                    <a:pt x="3599" y="8768"/>
                  </a:cubicBezTo>
                  <a:cubicBezTo>
                    <a:pt x="3599" y="11156"/>
                    <a:pt x="5543" y="13102"/>
                    <a:pt x="7931" y="13102"/>
                  </a:cubicBezTo>
                  <a:cubicBezTo>
                    <a:pt x="10320" y="13102"/>
                    <a:pt x="12264" y="11158"/>
                    <a:pt x="12264" y="8768"/>
                  </a:cubicBezTo>
                  <a:cubicBezTo>
                    <a:pt x="12264" y="7284"/>
                    <a:pt x="11497" y="5908"/>
                    <a:pt x="10267" y="5119"/>
                  </a:cubicBezTo>
                  <a:close/>
                  <a:moveTo>
                    <a:pt x="19020" y="15376"/>
                  </a:moveTo>
                  <a:lnTo>
                    <a:pt x="19020" y="16134"/>
                  </a:lnTo>
                  <a:cubicBezTo>
                    <a:pt x="19020" y="16551"/>
                    <a:pt x="18681" y="16890"/>
                    <a:pt x="18265" y="16890"/>
                  </a:cubicBezTo>
                  <a:lnTo>
                    <a:pt x="1940" y="16890"/>
                  </a:lnTo>
                  <a:cubicBezTo>
                    <a:pt x="1522" y="16890"/>
                    <a:pt x="1184" y="16551"/>
                    <a:pt x="1183" y="16134"/>
                  </a:cubicBezTo>
                  <a:lnTo>
                    <a:pt x="1183" y="15376"/>
                  </a:lnTo>
                  <a:close/>
                  <a:moveTo>
                    <a:pt x="5774" y="1"/>
                  </a:moveTo>
                  <a:lnTo>
                    <a:pt x="5774" y="3935"/>
                  </a:lnTo>
                  <a:lnTo>
                    <a:pt x="1186" y="3935"/>
                  </a:lnTo>
                  <a:lnTo>
                    <a:pt x="1186" y="14192"/>
                  </a:lnTo>
                  <a:lnTo>
                    <a:pt x="1" y="14192"/>
                  </a:lnTo>
                  <a:lnTo>
                    <a:pt x="1" y="16134"/>
                  </a:lnTo>
                  <a:cubicBezTo>
                    <a:pt x="1" y="17205"/>
                    <a:pt x="869" y="18072"/>
                    <a:pt x="1940" y="18074"/>
                  </a:cubicBezTo>
                  <a:lnTo>
                    <a:pt x="18265" y="18074"/>
                  </a:lnTo>
                  <a:cubicBezTo>
                    <a:pt x="19335" y="18072"/>
                    <a:pt x="20203" y="17205"/>
                    <a:pt x="20204" y="16134"/>
                  </a:cubicBezTo>
                  <a:lnTo>
                    <a:pt x="20204" y="14192"/>
                  </a:lnTo>
                  <a:lnTo>
                    <a:pt x="19002" y="14192"/>
                  </a:lnTo>
                  <a:lnTo>
                    <a:pt x="19002" y="3935"/>
                  </a:lnTo>
                  <a:lnTo>
                    <a:pt x="10089" y="3935"/>
                  </a:lnTo>
                  <a:lnTo>
                    <a:pt x="1008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6" name="Google Shape;19656;p91"/>
            <p:cNvSpPr/>
            <p:nvPr/>
          </p:nvSpPr>
          <p:spPr>
            <a:xfrm>
              <a:off x="4105043" y="3158521"/>
              <a:ext cx="56494" cy="21993"/>
            </a:xfrm>
            <a:custGeom>
              <a:rect b="b" l="l" r="r" t="t"/>
              <a:pathLst>
                <a:path extrusionOk="0" h="1184" w="3041">
                  <a:moveTo>
                    <a:pt x="1" y="0"/>
                  </a:moveTo>
                  <a:lnTo>
                    <a:pt x="1" y="1184"/>
                  </a:lnTo>
                  <a:lnTo>
                    <a:pt x="3040" y="1184"/>
                  </a:lnTo>
                  <a:lnTo>
                    <a:pt x="304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7" name="Google Shape;19657;p91"/>
            <p:cNvSpPr/>
            <p:nvPr/>
          </p:nvSpPr>
          <p:spPr>
            <a:xfrm>
              <a:off x="4105043" y="3201392"/>
              <a:ext cx="56494" cy="22011"/>
            </a:xfrm>
            <a:custGeom>
              <a:rect b="b" l="l" r="r" t="t"/>
              <a:pathLst>
                <a:path extrusionOk="0" h="1185" w="3041">
                  <a:moveTo>
                    <a:pt x="1" y="0"/>
                  </a:moveTo>
                  <a:lnTo>
                    <a:pt x="1" y="1184"/>
                  </a:lnTo>
                  <a:lnTo>
                    <a:pt x="3040" y="1184"/>
                  </a:lnTo>
                  <a:lnTo>
                    <a:pt x="304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8" name="Google Shape;19658;p91"/>
            <p:cNvSpPr/>
            <p:nvPr/>
          </p:nvSpPr>
          <p:spPr>
            <a:xfrm>
              <a:off x="4105043" y="3244263"/>
              <a:ext cx="56494" cy="22011"/>
            </a:xfrm>
            <a:custGeom>
              <a:rect b="b" l="l" r="r" t="t"/>
              <a:pathLst>
                <a:path extrusionOk="0" h="1185" w="3041">
                  <a:moveTo>
                    <a:pt x="1" y="0"/>
                  </a:moveTo>
                  <a:lnTo>
                    <a:pt x="1" y="1184"/>
                  </a:lnTo>
                  <a:lnTo>
                    <a:pt x="3040" y="1184"/>
                  </a:lnTo>
                  <a:lnTo>
                    <a:pt x="304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59" name="Google Shape;19659;p91"/>
          <p:cNvGrpSpPr/>
          <p:nvPr/>
        </p:nvGrpSpPr>
        <p:grpSpPr>
          <a:xfrm>
            <a:off x="7783574" y="2923233"/>
            <a:ext cx="362691" cy="267674"/>
            <a:chOff x="3435046" y="3034626"/>
            <a:chExt cx="375340" cy="277009"/>
          </a:xfrm>
        </p:grpSpPr>
        <p:sp>
          <p:nvSpPr>
            <p:cNvPr id="19660" name="Google Shape;19660;p91"/>
            <p:cNvSpPr/>
            <p:nvPr/>
          </p:nvSpPr>
          <p:spPr>
            <a:xfrm>
              <a:off x="3435046" y="3121408"/>
              <a:ext cx="375340" cy="190227"/>
            </a:xfrm>
            <a:custGeom>
              <a:rect b="b" l="l" r="r" t="t"/>
              <a:pathLst>
                <a:path extrusionOk="0" h="10241" w="20204">
                  <a:moveTo>
                    <a:pt x="9608" y="2059"/>
                  </a:moveTo>
                  <a:cubicBezTo>
                    <a:pt x="8725" y="3470"/>
                    <a:pt x="8725" y="5263"/>
                    <a:pt x="9608" y="6676"/>
                  </a:cubicBezTo>
                  <a:lnTo>
                    <a:pt x="1183" y="6676"/>
                  </a:lnTo>
                  <a:lnTo>
                    <a:pt x="1184" y="2059"/>
                  </a:lnTo>
                  <a:close/>
                  <a:moveTo>
                    <a:pt x="19020" y="2059"/>
                  </a:moveTo>
                  <a:lnTo>
                    <a:pt x="19020" y="6676"/>
                  </a:lnTo>
                  <a:lnTo>
                    <a:pt x="17016" y="6676"/>
                  </a:lnTo>
                  <a:cubicBezTo>
                    <a:pt x="17898" y="5263"/>
                    <a:pt x="17898" y="3470"/>
                    <a:pt x="17016" y="2059"/>
                  </a:cubicBezTo>
                  <a:close/>
                  <a:moveTo>
                    <a:pt x="13312" y="1184"/>
                  </a:moveTo>
                  <a:cubicBezTo>
                    <a:pt x="15066" y="1184"/>
                    <a:pt x="16495" y="2612"/>
                    <a:pt x="16495" y="4367"/>
                  </a:cubicBezTo>
                  <a:cubicBezTo>
                    <a:pt x="16495" y="6122"/>
                    <a:pt x="15066" y="7549"/>
                    <a:pt x="13312" y="7549"/>
                  </a:cubicBezTo>
                  <a:cubicBezTo>
                    <a:pt x="11558" y="7549"/>
                    <a:pt x="10129" y="6122"/>
                    <a:pt x="10129" y="4367"/>
                  </a:cubicBezTo>
                  <a:cubicBezTo>
                    <a:pt x="10129" y="2612"/>
                    <a:pt x="11558" y="1184"/>
                    <a:pt x="13312" y="1184"/>
                  </a:cubicBezTo>
                  <a:close/>
                  <a:moveTo>
                    <a:pt x="4803" y="7860"/>
                  </a:moveTo>
                  <a:lnTo>
                    <a:pt x="4805" y="9056"/>
                  </a:lnTo>
                  <a:lnTo>
                    <a:pt x="2495" y="9056"/>
                  </a:lnTo>
                  <a:lnTo>
                    <a:pt x="2495" y="7860"/>
                  </a:lnTo>
                  <a:close/>
                  <a:moveTo>
                    <a:pt x="17707" y="7860"/>
                  </a:moveTo>
                  <a:lnTo>
                    <a:pt x="17707" y="9056"/>
                  </a:lnTo>
                  <a:lnTo>
                    <a:pt x="15399" y="9056"/>
                  </a:lnTo>
                  <a:lnTo>
                    <a:pt x="15399" y="8202"/>
                  </a:lnTo>
                  <a:cubicBezTo>
                    <a:pt x="15584" y="8100"/>
                    <a:pt x="15762" y="7987"/>
                    <a:pt x="15931" y="7860"/>
                  </a:cubicBezTo>
                  <a:close/>
                  <a:moveTo>
                    <a:pt x="13312" y="1"/>
                  </a:moveTo>
                  <a:cubicBezTo>
                    <a:pt x="12390" y="1"/>
                    <a:pt x="11469" y="292"/>
                    <a:pt x="10693" y="875"/>
                  </a:cubicBezTo>
                  <a:lnTo>
                    <a:pt x="0" y="875"/>
                  </a:lnTo>
                  <a:lnTo>
                    <a:pt x="0" y="7860"/>
                  </a:lnTo>
                  <a:lnTo>
                    <a:pt x="1312" y="7860"/>
                  </a:lnTo>
                  <a:lnTo>
                    <a:pt x="1312" y="10241"/>
                  </a:lnTo>
                  <a:lnTo>
                    <a:pt x="5989" y="10241"/>
                  </a:lnTo>
                  <a:lnTo>
                    <a:pt x="5989" y="7860"/>
                  </a:lnTo>
                  <a:lnTo>
                    <a:pt x="10693" y="7860"/>
                  </a:lnTo>
                  <a:cubicBezTo>
                    <a:pt x="11456" y="8432"/>
                    <a:pt x="12377" y="8734"/>
                    <a:pt x="13315" y="8734"/>
                  </a:cubicBezTo>
                  <a:cubicBezTo>
                    <a:pt x="13615" y="8734"/>
                    <a:pt x="13917" y="8703"/>
                    <a:pt x="14215" y="8640"/>
                  </a:cubicBezTo>
                  <a:lnTo>
                    <a:pt x="14215" y="10241"/>
                  </a:lnTo>
                  <a:lnTo>
                    <a:pt x="18891" y="10241"/>
                  </a:lnTo>
                  <a:lnTo>
                    <a:pt x="18891" y="7860"/>
                  </a:lnTo>
                  <a:lnTo>
                    <a:pt x="20204" y="7860"/>
                  </a:lnTo>
                  <a:lnTo>
                    <a:pt x="20204" y="875"/>
                  </a:lnTo>
                  <a:lnTo>
                    <a:pt x="15931" y="875"/>
                  </a:lnTo>
                  <a:cubicBezTo>
                    <a:pt x="15155" y="292"/>
                    <a:pt x="14233" y="1"/>
                    <a:pt x="133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1" name="Google Shape;19661;p91"/>
            <p:cNvSpPr/>
            <p:nvPr/>
          </p:nvSpPr>
          <p:spPr>
            <a:xfrm>
              <a:off x="3644303" y="3164502"/>
              <a:ext cx="79047" cy="76027"/>
            </a:xfrm>
            <a:custGeom>
              <a:rect b="b" l="l" r="r" t="t"/>
              <a:pathLst>
                <a:path extrusionOk="0" h="4093" w="4255">
                  <a:moveTo>
                    <a:pt x="2048" y="1184"/>
                  </a:moveTo>
                  <a:cubicBezTo>
                    <a:pt x="2396" y="1184"/>
                    <a:pt x="2711" y="1395"/>
                    <a:pt x="2844" y="1717"/>
                  </a:cubicBezTo>
                  <a:cubicBezTo>
                    <a:pt x="2978" y="2038"/>
                    <a:pt x="2903" y="2410"/>
                    <a:pt x="2657" y="2657"/>
                  </a:cubicBezTo>
                  <a:cubicBezTo>
                    <a:pt x="2492" y="2821"/>
                    <a:pt x="2271" y="2909"/>
                    <a:pt x="2047" y="2909"/>
                  </a:cubicBezTo>
                  <a:cubicBezTo>
                    <a:pt x="1935" y="2909"/>
                    <a:pt x="1823" y="2888"/>
                    <a:pt x="1716" y="2843"/>
                  </a:cubicBezTo>
                  <a:cubicBezTo>
                    <a:pt x="1395" y="2710"/>
                    <a:pt x="1185" y="2395"/>
                    <a:pt x="1185" y="2047"/>
                  </a:cubicBezTo>
                  <a:cubicBezTo>
                    <a:pt x="1185" y="1571"/>
                    <a:pt x="1572" y="1184"/>
                    <a:pt x="2048" y="1184"/>
                  </a:cubicBezTo>
                  <a:close/>
                  <a:moveTo>
                    <a:pt x="2047" y="0"/>
                  </a:moveTo>
                  <a:cubicBezTo>
                    <a:pt x="1783" y="0"/>
                    <a:pt x="1517" y="51"/>
                    <a:pt x="1264" y="156"/>
                  </a:cubicBezTo>
                  <a:cubicBezTo>
                    <a:pt x="498" y="474"/>
                    <a:pt x="1" y="1219"/>
                    <a:pt x="1" y="2047"/>
                  </a:cubicBezTo>
                  <a:cubicBezTo>
                    <a:pt x="1" y="3176"/>
                    <a:pt x="918" y="4091"/>
                    <a:pt x="2046" y="4093"/>
                  </a:cubicBezTo>
                  <a:lnTo>
                    <a:pt x="2048" y="4093"/>
                  </a:lnTo>
                  <a:cubicBezTo>
                    <a:pt x="2875" y="4093"/>
                    <a:pt x="3620" y="3594"/>
                    <a:pt x="3938" y="2830"/>
                  </a:cubicBezTo>
                  <a:cubicBezTo>
                    <a:pt x="4255" y="2065"/>
                    <a:pt x="4078" y="1184"/>
                    <a:pt x="3493" y="599"/>
                  </a:cubicBezTo>
                  <a:cubicBezTo>
                    <a:pt x="3102" y="208"/>
                    <a:pt x="2579" y="0"/>
                    <a:pt x="20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2" name="Google Shape;19662;p91"/>
            <p:cNvSpPr/>
            <p:nvPr/>
          </p:nvSpPr>
          <p:spPr>
            <a:xfrm>
              <a:off x="3650991" y="3077497"/>
              <a:ext cx="62680" cy="29033"/>
            </a:xfrm>
            <a:custGeom>
              <a:rect b="b" l="l" r="r" t="t"/>
              <a:pathLst>
                <a:path extrusionOk="0" h="1563" w="3374">
                  <a:moveTo>
                    <a:pt x="1686" y="1"/>
                  </a:moveTo>
                  <a:cubicBezTo>
                    <a:pt x="1003" y="1"/>
                    <a:pt x="365" y="352"/>
                    <a:pt x="1" y="930"/>
                  </a:cubicBezTo>
                  <a:lnTo>
                    <a:pt x="1001" y="1563"/>
                  </a:lnTo>
                  <a:cubicBezTo>
                    <a:pt x="1160" y="1310"/>
                    <a:pt x="1424" y="1184"/>
                    <a:pt x="1687" y="1184"/>
                  </a:cubicBezTo>
                  <a:cubicBezTo>
                    <a:pt x="1951" y="1184"/>
                    <a:pt x="2214" y="1310"/>
                    <a:pt x="2373" y="1563"/>
                  </a:cubicBezTo>
                  <a:lnTo>
                    <a:pt x="3374" y="930"/>
                  </a:lnTo>
                  <a:cubicBezTo>
                    <a:pt x="3008" y="352"/>
                    <a:pt x="2370" y="1"/>
                    <a:pt x="16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3" name="Google Shape;19663;p91"/>
            <p:cNvSpPr/>
            <p:nvPr/>
          </p:nvSpPr>
          <p:spPr>
            <a:xfrm>
              <a:off x="3614579" y="3034626"/>
              <a:ext cx="135504" cy="49112"/>
            </a:xfrm>
            <a:custGeom>
              <a:rect b="b" l="l" r="r" t="t"/>
              <a:pathLst>
                <a:path extrusionOk="0" h="2644" w="7294">
                  <a:moveTo>
                    <a:pt x="3648" y="1"/>
                  </a:moveTo>
                  <a:cubicBezTo>
                    <a:pt x="2168" y="1"/>
                    <a:pt x="792" y="759"/>
                    <a:pt x="0" y="2010"/>
                  </a:cubicBezTo>
                  <a:lnTo>
                    <a:pt x="1001" y="2643"/>
                  </a:lnTo>
                  <a:cubicBezTo>
                    <a:pt x="1572" y="1735"/>
                    <a:pt x="2570" y="1185"/>
                    <a:pt x="3644" y="1185"/>
                  </a:cubicBezTo>
                  <a:cubicBezTo>
                    <a:pt x="3645" y="1185"/>
                    <a:pt x="3646" y="1185"/>
                    <a:pt x="3648" y="1185"/>
                  </a:cubicBezTo>
                  <a:cubicBezTo>
                    <a:pt x="3649" y="1185"/>
                    <a:pt x="3651" y="1185"/>
                    <a:pt x="3652" y="1185"/>
                  </a:cubicBezTo>
                  <a:cubicBezTo>
                    <a:pt x="4724" y="1185"/>
                    <a:pt x="5722" y="1735"/>
                    <a:pt x="6294" y="2643"/>
                  </a:cubicBezTo>
                  <a:lnTo>
                    <a:pt x="7294" y="2010"/>
                  </a:lnTo>
                  <a:cubicBezTo>
                    <a:pt x="6503" y="759"/>
                    <a:pt x="5126"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4" name="Google Shape;19664;p91"/>
            <p:cNvSpPr/>
            <p:nvPr/>
          </p:nvSpPr>
          <p:spPr>
            <a:xfrm>
              <a:off x="3477700" y="3191510"/>
              <a:ext cx="63535" cy="22011"/>
            </a:xfrm>
            <a:custGeom>
              <a:rect b="b" l="l" r="r" t="t"/>
              <a:pathLst>
                <a:path extrusionOk="0" h="1185" w="3420">
                  <a:moveTo>
                    <a:pt x="0" y="1"/>
                  </a:moveTo>
                  <a:lnTo>
                    <a:pt x="0" y="1185"/>
                  </a:lnTo>
                  <a:lnTo>
                    <a:pt x="3419" y="1185"/>
                  </a:lnTo>
                  <a:lnTo>
                    <a:pt x="341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5" name="Google Shape;19665;p91"/>
            <p:cNvSpPr/>
            <p:nvPr/>
          </p:nvSpPr>
          <p:spPr>
            <a:xfrm>
              <a:off x="3558159" y="3191510"/>
              <a:ext cx="21011" cy="22011"/>
            </a:xfrm>
            <a:custGeom>
              <a:rect b="b" l="l" r="r" t="t"/>
              <a:pathLst>
                <a:path extrusionOk="0" h="1185" w="1131">
                  <a:moveTo>
                    <a:pt x="1" y="1"/>
                  </a:moveTo>
                  <a:lnTo>
                    <a:pt x="1" y="1185"/>
                  </a:lnTo>
                  <a:lnTo>
                    <a:pt x="1131" y="1185"/>
                  </a:lnTo>
                  <a:lnTo>
                    <a:pt x="113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66" name="Google Shape;19666;p91"/>
          <p:cNvGrpSpPr/>
          <p:nvPr/>
        </p:nvGrpSpPr>
        <p:grpSpPr>
          <a:xfrm>
            <a:off x="7036867" y="2875750"/>
            <a:ext cx="362727" cy="362642"/>
            <a:chOff x="2970552" y="3052941"/>
            <a:chExt cx="375377" cy="375289"/>
          </a:xfrm>
        </p:grpSpPr>
        <p:sp>
          <p:nvSpPr>
            <p:cNvPr id="19667" name="Google Shape;19667;p91"/>
            <p:cNvSpPr/>
            <p:nvPr/>
          </p:nvSpPr>
          <p:spPr>
            <a:xfrm>
              <a:off x="3012166" y="3113328"/>
              <a:ext cx="114958" cy="135337"/>
            </a:xfrm>
            <a:custGeom>
              <a:rect b="b" l="l" r="r" t="t"/>
              <a:pathLst>
                <a:path extrusionOk="0" h="7286" w="6188">
                  <a:moveTo>
                    <a:pt x="3095" y="1186"/>
                  </a:moveTo>
                  <a:cubicBezTo>
                    <a:pt x="3292" y="1186"/>
                    <a:pt x="3487" y="1263"/>
                    <a:pt x="3631" y="1409"/>
                  </a:cubicBezTo>
                  <a:cubicBezTo>
                    <a:pt x="3849" y="1627"/>
                    <a:pt x="3915" y="1954"/>
                    <a:pt x="3797" y="2237"/>
                  </a:cubicBezTo>
                  <a:cubicBezTo>
                    <a:pt x="3679" y="2523"/>
                    <a:pt x="3402" y="2708"/>
                    <a:pt x="3094" y="2708"/>
                  </a:cubicBezTo>
                  <a:cubicBezTo>
                    <a:pt x="2674" y="2708"/>
                    <a:pt x="2334" y="2367"/>
                    <a:pt x="2334" y="1948"/>
                  </a:cubicBezTo>
                  <a:cubicBezTo>
                    <a:pt x="2333" y="1639"/>
                    <a:pt x="2519" y="1363"/>
                    <a:pt x="2803" y="1245"/>
                  </a:cubicBezTo>
                  <a:cubicBezTo>
                    <a:pt x="2897" y="1205"/>
                    <a:pt x="2996" y="1186"/>
                    <a:pt x="3095" y="1186"/>
                  </a:cubicBezTo>
                  <a:close/>
                  <a:moveTo>
                    <a:pt x="3094" y="3910"/>
                  </a:moveTo>
                  <a:cubicBezTo>
                    <a:pt x="4142" y="3910"/>
                    <a:pt x="4993" y="4753"/>
                    <a:pt x="5004" y="5801"/>
                  </a:cubicBezTo>
                  <a:lnTo>
                    <a:pt x="5004" y="6101"/>
                  </a:lnTo>
                  <a:lnTo>
                    <a:pt x="1184" y="6101"/>
                  </a:lnTo>
                  <a:lnTo>
                    <a:pt x="1184" y="5801"/>
                  </a:lnTo>
                  <a:cubicBezTo>
                    <a:pt x="1195" y="4753"/>
                    <a:pt x="2046" y="3910"/>
                    <a:pt x="3094" y="3910"/>
                  </a:cubicBezTo>
                  <a:close/>
                  <a:moveTo>
                    <a:pt x="3094" y="1"/>
                  </a:moveTo>
                  <a:cubicBezTo>
                    <a:pt x="2355" y="1"/>
                    <a:pt x="1680" y="419"/>
                    <a:pt x="1352" y="1082"/>
                  </a:cubicBezTo>
                  <a:cubicBezTo>
                    <a:pt x="1023" y="1745"/>
                    <a:pt x="1099" y="2536"/>
                    <a:pt x="1547" y="3124"/>
                  </a:cubicBezTo>
                  <a:cubicBezTo>
                    <a:pt x="590" y="3677"/>
                    <a:pt x="0" y="4696"/>
                    <a:pt x="0" y="5801"/>
                  </a:cubicBezTo>
                  <a:lnTo>
                    <a:pt x="0" y="7285"/>
                  </a:lnTo>
                  <a:lnTo>
                    <a:pt x="6188" y="7285"/>
                  </a:lnTo>
                  <a:lnTo>
                    <a:pt x="6188" y="5801"/>
                  </a:lnTo>
                  <a:cubicBezTo>
                    <a:pt x="6188" y="4696"/>
                    <a:pt x="5598" y="3677"/>
                    <a:pt x="4641" y="3124"/>
                  </a:cubicBezTo>
                  <a:cubicBezTo>
                    <a:pt x="5089" y="2536"/>
                    <a:pt x="5165" y="1745"/>
                    <a:pt x="4836" y="1082"/>
                  </a:cubicBezTo>
                  <a:cubicBezTo>
                    <a:pt x="4508" y="419"/>
                    <a:pt x="3833" y="1"/>
                    <a:pt x="30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8" name="Google Shape;19668;p91"/>
            <p:cNvSpPr/>
            <p:nvPr/>
          </p:nvSpPr>
          <p:spPr>
            <a:xfrm>
              <a:off x="3189656" y="3113328"/>
              <a:ext cx="114976" cy="135337"/>
            </a:xfrm>
            <a:custGeom>
              <a:rect b="b" l="l" r="r" t="t"/>
              <a:pathLst>
                <a:path extrusionOk="0" h="7286" w="6189">
                  <a:moveTo>
                    <a:pt x="3094" y="1187"/>
                  </a:moveTo>
                  <a:cubicBezTo>
                    <a:pt x="3292" y="1187"/>
                    <a:pt x="3487" y="1264"/>
                    <a:pt x="3633" y="1410"/>
                  </a:cubicBezTo>
                  <a:cubicBezTo>
                    <a:pt x="3851" y="1627"/>
                    <a:pt x="3915" y="1954"/>
                    <a:pt x="3797" y="2239"/>
                  </a:cubicBezTo>
                  <a:cubicBezTo>
                    <a:pt x="3679" y="2523"/>
                    <a:pt x="3403" y="2708"/>
                    <a:pt x="3095" y="2708"/>
                  </a:cubicBezTo>
                  <a:cubicBezTo>
                    <a:pt x="2674" y="2708"/>
                    <a:pt x="2335" y="2367"/>
                    <a:pt x="2334" y="1948"/>
                  </a:cubicBezTo>
                  <a:cubicBezTo>
                    <a:pt x="2334" y="1640"/>
                    <a:pt x="2519" y="1363"/>
                    <a:pt x="2804" y="1245"/>
                  </a:cubicBezTo>
                  <a:cubicBezTo>
                    <a:pt x="2898" y="1206"/>
                    <a:pt x="2996" y="1187"/>
                    <a:pt x="3094" y="1187"/>
                  </a:cubicBezTo>
                  <a:close/>
                  <a:moveTo>
                    <a:pt x="3095" y="3910"/>
                  </a:moveTo>
                  <a:cubicBezTo>
                    <a:pt x="4142" y="3910"/>
                    <a:pt x="4994" y="4755"/>
                    <a:pt x="5005" y="5801"/>
                  </a:cubicBezTo>
                  <a:lnTo>
                    <a:pt x="5005" y="6101"/>
                  </a:lnTo>
                  <a:lnTo>
                    <a:pt x="1184" y="6101"/>
                  </a:lnTo>
                  <a:lnTo>
                    <a:pt x="1184" y="5801"/>
                  </a:lnTo>
                  <a:cubicBezTo>
                    <a:pt x="1195" y="4755"/>
                    <a:pt x="2047" y="3910"/>
                    <a:pt x="3095" y="3910"/>
                  </a:cubicBezTo>
                  <a:close/>
                  <a:moveTo>
                    <a:pt x="3095" y="1"/>
                  </a:moveTo>
                  <a:cubicBezTo>
                    <a:pt x="2356" y="1"/>
                    <a:pt x="1680" y="420"/>
                    <a:pt x="1353" y="1082"/>
                  </a:cubicBezTo>
                  <a:cubicBezTo>
                    <a:pt x="1025" y="1745"/>
                    <a:pt x="1101" y="2536"/>
                    <a:pt x="1549" y="3124"/>
                  </a:cubicBezTo>
                  <a:cubicBezTo>
                    <a:pt x="592" y="3675"/>
                    <a:pt x="2" y="4696"/>
                    <a:pt x="0" y="5801"/>
                  </a:cubicBezTo>
                  <a:lnTo>
                    <a:pt x="0" y="7285"/>
                  </a:lnTo>
                  <a:lnTo>
                    <a:pt x="6189" y="7285"/>
                  </a:lnTo>
                  <a:lnTo>
                    <a:pt x="6189" y="5801"/>
                  </a:lnTo>
                  <a:cubicBezTo>
                    <a:pt x="6187" y="4696"/>
                    <a:pt x="5598" y="3677"/>
                    <a:pt x="4642" y="3124"/>
                  </a:cubicBezTo>
                  <a:cubicBezTo>
                    <a:pt x="5089" y="2536"/>
                    <a:pt x="5165" y="1745"/>
                    <a:pt x="4838" y="1082"/>
                  </a:cubicBezTo>
                  <a:cubicBezTo>
                    <a:pt x="4509" y="420"/>
                    <a:pt x="3834" y="1"/>
                    <a:pt x="30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9" name="Google Shape;19669;p91"/>
            <p:cNvSpPr/>
            <p:nvPr/>
          </p:nvSpPr>
          <p:spPr>
            <a:xfrm>
              <a:off x="2970552" y="3052941"/>
              <a:ext cx="375377" cy="375289"/>
            </a:xfrm>
            <a:custGeom>
              <a:rect b="b" l="l" r="r" t="t"/>
              <a:pathLst>
                <a:path extrusionOk="0" h="20204" w="20206">
                  <a:moveTo>
                    <a:pt x="9511" y="1184"/>
                  </a:moveTo>
                  <a:lnTo>
                    <a:pt x="9511" y="12667"/>
                  </a:lnTo>
                  <a:lnTo>
                    <a:pt x="1185" y="12667"/>
                  </a:lnTo>
                  <a:lnTo>
                    <a:pt x="1185" y="1184"/>
                  </a:lnTo>
                  <a:close/>
                  <a:moveTo>
                    <a:pt x="19022" y="1184"/>
                  </a:moveTo>
                  <a:lnTo>
                    <a:pt x="19022" y="12667"/>
                  </a:lnTo>
                  <a:lnTo>
                    <a:pt x="10695" y="12667"/>
                  </a:lnTo>
                  <a:lnTo>
                    <a:pt x="10695" y="1184"/>
                  </a:lnTo>
                  <a:close/>
                  <a:moveTo>
                    <a:pt x="19022" y="13851"/>
                  </a:moveTo>
                  <a:lnTo>
                    <a:pt x="19022" y="15666"/>
                  </a:lnTo>
                  <a:lnTo>
                    <a:pt x="1185" y="15666"/>
                  </a:lnTo>
                  <a:lnTo>
                    <a:pt x="1185" y="13851"/>
                  </a:lnTo>
                  <a:close/>
                  <a:moveTo>
                    <a:pt x="11473" y="16850"/>
                  </a:moveTo>
                  <a:lnTo>
                    <a:pt x="11473" y="17561"/>
                  </a:lnTo>
                  <a:cubicBezTo>
                    <a:pt x="11473" y="18079"/>
                    <a:pt x="11627" y="18588"/>
                    <a:pt x="11915" y="19020"/>
                  </a:cubicBezTo>
                  <a:lnTo>
                    <a:pt x="8293" y="19020"/>
                  </a:lnTo>
                  <a:cubicBezTo>
                    <a:pt x="8581" y="18588"/>
                    <a:pt x="8735" y="18079"/>
                    <a:pt x="8734" y="17561"/>
                  </a:cubicBezTo>
                  <a:lnTo>
                    <a:pt x="8734" y="16850"/>
                  </a:lnTo>
                  <a:close/>
                  <a:moveTo>
                    <a:pt x="1" y="0"/>
                  </a:moveTo>
                  <a:lnTo>
                    <a:pt x="1" y="16850"/>
                  </a:lnTo>
                  <a:lnTo>
                    <a:pt x="7550" y="16850"/>
                  </a:lnTo>
                  <a:lnTo>
                    <a:pt x="7550" y="17560"/>
                  </a:lnTo>
                  <a:cubicBezTo>
                    <a:pt x="7550" y="18366"/>
                    <a:pt x="6896" y="19020"/>
                    <a:pt x="6089" y="19020"/>
                  </a:cubicBezTo>
                  <a:lnTo>
                    <a:pt x="4263" y="19020"/>
                  </a:lnTo>
                  <a:lnTo>
                    <a:pt x="4263" y="20204"/>
                  </a:lnTo>
                  <a:lnTo>
                    <a:pt x="15943" y="20204"/>
                  </a:lnTo>
                  <a:lnTo>
                    <a:pt x="15943" y="19020"/>
                  </a:lnTo>
                  <a:lnTo>
                    <a:pt x="14117" y="19020"/>
                  </a:lnTo>
                  <a:cubicBezTo>
                    <a:pt x="13311" y="19020"/>
                    <a:pt x="12657" y="18366"/>
                    <a:pt x="12657" y="17560"/>
                  </a:cubicBezTo>
                  <a:lnTo>
                    <a:pt x="12657" y="16850"/>
                  </a:lnTo>
                  <a:lnTo>
                    <a:pt x="20206" y="16850"/>
                  </a:lnTo>
                  <a:lnTo>
                    <a:pt x="2020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70" name="Google Shape;19670;p91"/>
          <p:cNvGrpSpPr/>
          <p:nvPr/>
        </p:nvGrpSpPr>
        <p:grpSpPr>
          <a:xfrm>
            <a:off x="6272996" y="2875742"/>
            <a:ext cx="362691" cy="362660"/>
            <a:chOff x="2477933" y="3080134"/>
            <a:chExt cx="375340" cy="375308"/>
          </a:xfrm>
        </p:grpSpPr>
        <p:sp>
          <p:nvSpPr>
            <p:cNvPr id="19671" name="Google Shape;19671;p91"/>
            <p:cNvSpPr/>
            <p:nvPr/>
          </p:nvSpPr>
          <p:spPr>
            <a:xfrm>
              <a:off x="2716487" y="3155233"/>
              <a:ext cx="75685" cy="111097"/>
            </a:xfrm>
            <a:custGeom>
              <a:rect b="b" l="l" r="r" t="t"/>
              <a:pathLst>
                <a:path extrusionOk="0" h="5981" w="4074">
                  <a:moveTo>
                    <a:pt x="2037" y="1165"/>
                  </a:moveTo>
                  <a:cubicBezTo>
                    <a:pt x="2508" y="1165"/>
                    <a:pt x="2890" y="1546"/>
                    <a:pt x="2890" y="2018"/>
                  </a:cubicBezTo>
                  <a:lnTo>
                    <a:pt x="2890" y="2908"/>
                  </a:lnTo>
                  <a:lnTo>
                    <a:pt x="1185" y="2908"/>
                  </a:lnTo>
                  <a:lnTo>
                    <a:pt x="1185" y="2018"/>
                  </a:lnTo>
                  <a:cubicBezTo>
                    <a:pt x="1186" y="1548"/>
                    <a:pt x="1567" y="1165"/>
                    <a:pt x="2037" y="1165"/>
                  </a:cubicBezTo>
                  <a:close/>
                  <a:moveTo>
                    <a:pt x="2037" y="1"/>
                  </a:moveTo>
                  <a:cubicBezTo>
                    <a:pt x="920" y="1"/>
                    <a:pt x="11" y="901"/>
                    <a:pt x="1" y="2018"/>
                  </a:cubicBezTo>
                  <a:lnTo>
                    <a:pt x="1" y="5980"/>
                  </a:lnTo>
                  <a:lnTo>
                    <a:pt x="1185" y="5980"/>
                  </a:lnTo>
                  <a:lnTo>
                    <a:pt x="1185" y="4093"/>
                  </a:lnTo>
                  <a:lnTo>
                    <a:pt x="2890" y="4093"/>
                  </a:lnTo>
                  <a:lnTo>
                    <a:pt x="2890" y="5980"/>
                  </a:lnTo>
                  <a:lnTo>
                    <a:pt x="4074" y="5980"/>
                  </a:lnTo>
                  <a:lnTo>
                    <a:pt x="4074" y="2018"/>
                  </a:lnTo>
                  <a:cubicBezTo>
                    <a:pt x="4063" y="901"/>
                    <a:pt x="3154" y="1"/>
                    <a:pt x="2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2" name="Google Shape;19672;p91"/>
            <p:cNvSpPr/>
            <p:nvPr/>
          </p:nvSpPr>
          <p:spPr>
            <a:xfrm>
              <a:off x="2536508" y="3154880"/>
              <a:ext cx="91773" cy="112193"/>
            </a:xfrm>
            <a:custGeom>
              <a:rect b="b" l="l" r="r" t="t"/>
              <a:pathLst>
                <a:path extrusionOk="0" h="6040" w="4940">
                  <a:moveTo>
                    <a:pt x="2037" y="1186"/>
                  </a:moveTo>
                  <a:cubicBezTo>
                    <a:pt x="2507" y="1186"/>
                    <a:pt x="2890" y="1567"/>
                    <a:pt x="2890" y="2038"/>
                  </a:cubicBezTo>
                  <a:lnTo>
                    <a:pt x="2890" y="4003"/>
                  </a:lnTo>
                  <a:cubicBezTo>
                    <a:pt x="2890" y="4474"/>
                    <a:pt x="2507" y="4856"/>
                    <a:pt x="2037" y="4856"/>
                  </a:cubicBezTo>
                  <a:cubicBezTo>
                    <a:pt x="1565" y="4856"/>
                    <a:pt x="1185" y="4474"/>
                    <a:pt x="1185" y="4003"/>
                  </a:cubicBezTo>
                  <a:lnTo>
                    <a:pt x="1185" y="2038"/>
                  </a:lnTo>
                  <a:cubicBezTo>
                    <a:pt x="1185" y="1567"/>
                    <a:pt x="1565" y="1186"/>
                    <a:pt x="2037" y="1186"/>
                  </a:cubicBezTo>
                  <a:close/>
                  <a:moveTo>
                    <a:pt x="2037" y="0"/>
                  </a:moveTo>
                  <a:cubicBezTo>
                    <a:pt x="913" y="0"/>
                    <a:pt x="1" y="913"/>
                    <a:pt x="1" y="2037"/>
                  </a:cubicBezTo>
                  <a:lnTo>
                    <a:pt x="1" y="4002"/>
                  </a:lnTo>
                  <a:cubicBezTo>
                    <a:pt x="2" y="5126"/>
                    <a:pt x="913" y="6038"/>
                    <a:pt x="2037" y="6040"/>
                  </a:cubicBezTo>
                  <a:cubicBezTo>
                    <a:pt x="2583" y="6040"/>
                    <a:pt x="3108" y="5819"/>
                    <a:pt x="3490" y="5428"/>
                  </a:cubicBezTo>
                  <a:lnTo>
                    <a:pt x="4199" y="5998"/>
                  </a:lnTo>
                  <a:lnTo>
                    <a:pt x="4939" y="5075"/>
                  </a:lnTo>
                  <a:lnTo>
                    <a:pt x="4042" y="4354"/>
                  </a:lnTo>
                  <a:cubicBezTo>
                    <a:pt x="4063" y="4238"/>
                    <a:pt x="4074" y="4120"/>
                    <a:pt x="4074" y="4003"/>
                  </a:cubicBezTo>
                  <a:lnTo>
                    <a:pt x="4074" y="2037"/>
                  </a:lnTo>
                  <a:cubicBezTo>
                    <a:pt x="4074" y="913"/>
                    <a:pt x="3161"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3" name="Google Shape;19673;p91"/>
            <p:cNvSpPr/>
            <p:nvPr/>
          </p:nvSpPr>
          <p:spPr>
            <a:xfrm>
              <a:off x="2477933" y="3080134"/>
              <a:ext cx="375340" cy="375308"/>
            </a:xfrm>
            <a:custGeom>
              <a:rect b="b" l="l" r="r" t="t"/>
              <a:pathLst>
                <a:path extrusionOk="0" h="20205" w="20204">
                  <a:moveTo>
                    <a:pt x="9509" y="1183"/>
                  </a:moveTo>
                  <a:lnTo>
                    <a:pt x="9509" y="12668"/>
                  </a:lnTo>
                  <a:lnTo>
                    <a:pt x="1184" y="12668"/>
                  </a:lnTo>
                  <a:lnTo>
                    <a:pt x="1184" y="1183"/>
                  </a:lnTo>
                  <a:close/>
                  <a:moveTo>
                    <a:pt x="19020" y="1183"/>
                  </a:moveTo>
                  <a:lnTo>
                    <a:pt x="19020" y="12668"/>
                  </a:lnTo>
                  <a:lnTo>
                    <a:pt x="10695" y="12668"/>
                  </a:lnTo>
                  <a:lnTo>
                    <a:pt x="10695" y="1183"/>
                  </a:lnTo>
                  <a:close/>
                  <a:moveTo>
                    <a:pt x="19020" y="13852"/>
                  </a:moveTo>
                  <a:lnTo>
                    <a:pt x="19020" y="15667"/>
                  </a:lnTo>
                  <a:lnTo>
                    <a:pt x="1184" y="15667"/>
                  </a:lnTo>
                  <a:lnTo>
                    <a:pt x="1184" y="13852"/>
                  </a:lnTo>
                  <a:close/>
                  <a:moveTo>
                    <a:pt x="11473" y="16851"/>
                  </a:moveTo>
                  <a:lnTo>
                    <a:pt x="11473" y="17562"/>
                  </a:lnTo>
                  <a:cubicBezTo>
                    <a:pt x="11473" y="18080"/>
                    <a:pt x="11625" y="18589"/>
                    <a:pt x="11913" y="19022"/>
                  </a:cubicBezTo>
                  <a:lnTo>
                    <a:pt x="8293" y="19022"/>
                  </a:lnTo>
                  <a:cubicBezTo>
                    <a:pt x="8581" y="18589"/>
                    <a:pt x="8734" y="18081"/>
                    <a:pt x="8734" y="17562"/>
                  </a:cubicBezTo>
                  <a:lnTo>
                    <a:pt x="8734" y="16851"/>
                  </a:lnTo>
                  <a:close/>
                  <a:moveTo>
                    <a:pt x="0" y="1"/>
                  </a:moveTo>
                  <a:lnTo>
                    <a:pt x="0" y="16850"/>
                  </a:lnTo>
                  <a:lnTo>
                    <a:pt x="7549" y="16850"/>
                  </a:lnTo>
                  <a:lnTo>
                    <a:pt x="7549" y="17560"/>
                  </a:lnTo>
                  <a:cubicBezTo>
                    <a:pt x="7548" y="18366"/>
                    <a:pt x="6895" y="19019"/>
                    <a:pt x="6089" y="19020"/>
                  </a:cubicBezTo>
                  <a:lnTo>
                    <a:pt x="4263" y="19020"/>
                  </a:lnTo>
                  <a:lnTo>
                    <a:pt x="4263" y="20204"/>
                  </a:lnTo>
                  <a:lnTo>
                    <a:pt x="15943" y="20204"/>
                  </a:lnTo>
                  <a:lnTo>
                    <a:pt x="15943" y="19022"/>
                  </a:lnTo>
                  <a:lnTo>
                    <a:pt x="14117" y="19022"/>
                  </a:lnTo>
                  <a:cubicBezTo>
                    <a:pt x="13311" y="19020"/>
                    <a:pt x="12657" y="18366"/>
                    <a:pt x="12657" y="17562"/>
                  </a:cubicBezTo>
                  <a:lnTo>
                    <a:pt x="12657" y="16851"/>
                  </a:lnTo>
                  <a:lnTo>
                    <a:pt x="20204" y="16850"/>
                  </a:lnTo>
                  <a:lnTo>
                    <a:pt x="2020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74" name="Google Shape;19674;p91"/>
          <p:cNvGrpSpPr/>
          <p:nvPr/>
        </p:nvGrpSpPr>
        <p:grpSpPr>
          <a:xfrm>
            <a:off x="5548519" y="2875742"/>
            <a:ext cx="301728" cy="362660"/>
            <a:chOff x="2085093" y="3098579"/>
            <a:chExt cx="312251" cy="375308"/>
          </a:xfrm>
        </p:grpSpPr>
        <p:sp>
          <p:nvSpPr>
            <p:cNvPr id="19675" name="Google Shape;19675;p91"/>
            <p:cNvSpPr/>
            <p:nvPr/>
          </p:nvSpPr>
          <p:spPr>
            <a:xfrm>
              <a:off x="2125443" y="3209119"/>
              <a:ext cx="62606" cy="53013"/>
            </a:xfrm>
            <a:custGeom>
              <a:rect b="b" l="l" r="r" t="t"/>
              <a:pathLst>
                <a:path extrusionOk="0" h="2854" w="3370">
                  <a:moveTo>
                    <a:pt x="2506" y="1"/>
                  </a:moveTo>
                  <a:lnTo>
                    <a:pt x="1398" y="1179"/>
                  </a:lnTo>
                  <a:lnTo>
                    <a:pt x="815" y="626"/>
                  </a:lnTo>
                  <a:lnTo>
                    <a:pt x="1" y="1488"/>
                  </a:lnTo>
                  <a:lnTo>
                    <a:pt x="1446" y="2854"/>
                  </a:lnTo>
                  <a:lnTo>
                    <a:pt x="3369" y="813"/>
                  </a:lnTo>
                  <a:lnTo>
                    <a:pt x="250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6" name="Google Shape;19676;p91"/>
            <p:cNvSpPr/>
            <p:nvPr/>
          </p:nvSpPr>
          <p:spPr>
            <a:xfrm>
              <a:off x="2145080" y="3284719"/>
              <a:ext cx="22887" cy="22011"/>
            </a:xfrm>
            <a:custGeom>
              <a:rect b="b" l="l" r="r" t="t"/>
              <a:pathLst>
                <a:path extrusionOk="0" h="1185" w="1232">
                  <a:moveTo>
                    <a:pt x="1" y="1"/>
                  </a:moveTo>
                  <a:lnTo>
                    <a:pt x="1" y="1185"/>
                  </a:lnTo>
                  <a:lnTo>
                    <a:pt x="1231" y="1185"/>
                  </a:lnTo>
                  <a:lnTo>
                    <a:pt x="123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7" name="Google Shape;19677;p91"/>
            <p:cNvSpPr/>
            <p:nvPr/>
          </p:nvSpPr>
          <p:spPr>
            <a:xfrm>
              <a:off x="2145080" y="3329727"/>
              <a:ext cx="22887" cy="22011"/>
            </a:xfrm>
            <a:custGeom>
              <a:rect b="b" l="l" r="r" t="t"/>
              <a:pathLst>
                <a:path extrusionOk="0" h="1185" w="1232">
                  <a:moveTo>
                    <a:pt x="1" y="1"/>
                  </a:moveTo>
                  <a:lnTo>
                    <a:pt x="1" y="1185"/>
                  </a:lnTo>
                  <a:lnTo>
                    <a:pt x="1231" y="1185"/>
                  </a:lnTo>
                  <a:lnTo>
                    <a:pt x="123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8" name="Google Shape;19678;p91"/>
            <p:cNvSpPr/>
            <p:nvPr/>
          </p:nvSpPr>
          <p:spPr>
            <a:xfrm>
              <a:off x="2085093" y="3098579"/>
              <a:ext cx="312251" cy="375308"/>
            </a:xfrm>
            <a:custGeom>
              <a:rect b="b" l="l" r="r" t="t"/>
              <a:pathLst>
                <a:path extrusionOk="0" h="20205" w="16808">
                  <a:moveTo>
                    <a:pt x="3681" y="1695"/>
                  </a:moveTo>
                  <a:lnTo>
                    <a:pt x="3681" y="3682"/>
                  </a:lnTo>
                  <a:lnTo>
                    <a:pt x="1695" y="3682"/>
                  </a:lnTo>
                  <a:lnTo>
                    <a:pt x="3681" y="1695"/>
                  </a:lnTo>
                  <a:close/>
                  <a:moveTo>
                    <a:pt x="11533" y="1185"/>
                  </a:moveTo>
                  <a:lnTo>
                    <a:pt x="11533" y="10610"/>
                  </a:lnTo>
                  <a:lnTo>
                    <a:pt x="9328" y="8781"/>
                  </a:lnTo>
                  <a:lnTo>
                    <a:pt x="10265" y="8781"/>
                  </a:lnTo>
                  <a:lnTo>
                    <a:pt x="10265" y="7597"/>
                  </a:lnTo>
                  <a:lnTo>
                    <a:pt x="6221" y="7597"/>
                  </a:lnTo>
                  <a:lnTo>
                    <a:pt x="6221" y="8781"/>
                  </a:lnTo>
                  <a:lnTo>
                    <a:pt x="9108" y="8781"/>
                  </a:lnTo>
                  <a:lnTo>
                    <a:pt x="9123" y="10022"/>
                  </a:lnTo>
                  <a:lnTo>
                    <a:pt x="6221" y="10022"/>
                  </a:lnTo>
                  <a:lnTo>
                    <a:pt x="6221" y="11206"/>
                  </a:lnTo>
                  <a:lnTo>
                    <a:pt x="9136" y="11206"/>
                  </a:lnTo>
                  <a:lnTo>
                    <a:pt x="9150" y="12445"/>
                  </a:lnTo>
                  <a:lnTo>
                    <a:pt x="6221" y="12445"/>
                  </a:lnTo>
                  <a:lnTo>
                    <a:pt x="6221" y="13629"/>
                  </a:lnTo>
                  <a:lnTo>
                    <a:pt x="9163" y="13629"/>
                  </a:lnTo>
                  <a:lnTo>
                    <a:pt x="9187" y="15746"/>
                  </a:lnTo>
                  <a:lnTo>
                    <a:pt x="1185" y="15748"/>
                  </a:lnTo>
                  <a:lnTo>
                    <a:pt x="1185" y="4865"/>
                  </a:lnTo>
                  <a:lnTo>
                    <a:pt x="4865" y="4865"/>
                  </a:lnTo>
                  <a:lnTo>
                    <a:pt x="4865" y="1185"/>
                  </a:lnTo>
                  <a:close/>
                  <a:moveTo>
                    <a:pt x="10319" y="11142"/>
                  </a:moveTo>
                  <a:lnTo>
                    <a:pt x="14626" y="14713"/>
                  </a:lnTo>
                  <a:lnTo>
                    <a:pt x="13063" y="15458"/>
                  </a:lnTo>
                  <a:lnTo>
                    <a:pt x="14320" y="18095"/>
                  </a:lnTo>
                  <a:lnTo>
                    <a:pt x="13203" y="18628"/>
                  </a:lnTo>
                  <a:lnTo>
                    <a:pt x="11946" y="15991"/>
                  </a:lnTo>
                  <a:lnTo>
                    <a:pt x="10383" y="16736"/>
                  </a:lnTo>
                  <a:lnTo>
                    <a:pt x="10319" y="11142"/>
                  </a:lnTo>
                  <a:close/>
                  <a:moveTo>
                    <a:pt x="3700" y="1"/>
                  </a:moveTo>
                  <a:lnTo>
                    <a:pt x="1" y="3700"/>
                  </a:lnTo>
                  <a:lnTo>
                    <a:pt x="1" y="16931"/>
                  </a:lnTo>
                  <a:lnTo>
                    <a:pt x="9201" y="16931"/>
                  </a:lnTo>
                  <a:lnTo>
                    <a:pt x="9220" y="18602"/>
                  </a:lnTo>
                  <a:lnTo>
                    <a:pt x="11386" y="17569"/>
                  </a:lnTo>
                  <a:lnTo>
                    <a:pt x="12644" y="20204"/>
                  </a:lnTo>
                  <a:lnTo>
                    <a:pt x="15897" y="18653"/>
                  </a:lnTo>
                  <a:lnTo>
                    <a:pt x="14640" y="16016"/>
                  </a:lnTo>
                  <a:lnTo>
                    <a:pt x="16808" y="14983"/>
                  </a:lnTo>
                  <a:lnTo>
                    <a:pt x="12717" y="11591"/>
                  </a:lnTo>
                  <a:lnTo>
                    <a:pt x="1271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79" name="Google Shape;19679;p91"/>
          <p:cNvGrpSpPr/>
          <p:nvPr/>
        </p:nvGrpSpPr>
        <p:grpSpPr>
          <a:xfrm>
            <a:off x="4773387" y="2875751"/>
            <a:ext cx="362727" cy="362642"/>
            <a:chOff x="1608747" y="3098449"/>
            <a:chExt cx="375377" cy="375289"/>
          </a:xfrm>
        </p:grpSpPr>
        <p:sp>
          <p:nvSpPr>
            <p:cNvPr id="19680" name="Google Shape;19680;p91"/>
            <p:cNvSpPr/>
            <p:nvPr/>
          </p:nvSpPr>
          <p:spPr>
            <a:xfrm>
              <a:off x="1608747" y="3098449"/>
              <a:ext cx="375377" cy="375289"/>
            </a:xfrm>
            <a:custGeom>
              <a:rect b="b" l="l" r="r" t="t"/>
              <a:pathLst>
                <a:path extrusionOk="0" h="20204" w="20206">
                  <a:moveTo>
                    <a:pt x="3270" y="8543"/>
                  </a:moveTo>
                  <a:lnTo>
                    <a:pt x="3270" y="10772"/>
                  </a:lnTo>
                  <a:lnTo>
                    <a:pt x="1641" y="9765"/>
                  </a:lnTo>
                  <a:lnTo>
                    <a:pt x="3270" y="8543"/>
                  </a:lnTo>
                  <a:close/>
                  <a:moveTo>
                    <a:pt x="16936" y="8545"/>
                  </a:moveTo>
                  <a:lnTo>
                    <a:pt x="18565" y="9765"/>
                  </a:lnTo>
                  <a:lnTo>
                    <a:pt x="16936" y="10772"/>
                  </a:lnTo>
                  <a:lnTo>
                    <a:pt x="16936" y="8545"/>
                  </a:lnTo>
                  <a:close/>
                  <a:moveTo>
                    <a:pt x="15752" y="1184"/>
                  </a:moveTo>
                  <a:lnTo>
                    <a:pt x="15752" y="11507"/>
                  </a:lnTo>
                  <a:lnTo>
                    <a:pt x="10102" y="15010"/>
                  </a:lnTo>
                  <a:lnTo>
                    <a:pt x="4453" y="11507"/>
                  </a:lnTo>
                  <a:lnTo>
                    <a:pt x="4453" y="1184"/>
                  </a:lnTo>
                  <a:close/>
                  <a:moveTo>
                    <a:pt x="19022" y="10874"/>
                  </a:moveTo>
                  <a:lnTo>
                    <a:pt x="19022" y="19020"/>
                  </a:lnTo>
                  <a:lnTo>
                    <a:pt x="1184" y="19020"/>
                  </a:lnTo>
                  <a:lnTo>
                    <a:pt x="1184" y="10874"/>
                  </a:lnTo>
                  <a:lnTo>
                    <a:pt x="10102" y="16401"/>
                  </a:lnTo>
                  <a:lnTo>
                    <a:pt x="19022" y="10874"/>
                  </a:lnTo>
                  <a:close/>
                  <a:moveTo>
                    <a:pt x="3270" y="0"/>
                  </a:moveTo>
                  <a:lnTo>
                    <a:pt x="3270" y="7065"/>
                  </a:lnTo>
                  <a:lnTo>
                    <a:pt x="0" y="9514"/>
                  </a:lnTo>
                  <a:lnTo>
                    <a:pt x="0" y="20204"/>
                  </a:lnTo>
                  <a:lnTo>
                    <a:pt x="20205" y="20204"/>
                  </a:lnTo>
                  <a:lnTo>
                    <a:pt x="20205" y="9514"/>
                  </a:lnTo>
                  <a:lnTo>
                    <a:pt x="16936" y="7065"/>
                  </a:lnTo>
                  <a:lnTo>
                    <a:pt x="1693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1" name="Google Shape;19681;p91"/>
            <p:cNvSpPr/>
            <p:nvPr/>
          </p:nvSpPr>
          <p:spPr>
            <a:xfrm>
              <a:off x="1732232" y="3192476"/>
              <a:ext cx="75685" cy="111097"/>
            </a:xfrm>
            <a:custGeom>
              <a:rect b="b" l="l" r="r" t="t"/>
              <a:pathLst>
                <a:path extrusionOk="0" h="5981" w="4074">
                  <a:moveTo>
                    <a:pt x="2037" y="1166"/>
                  </a:moveTo>
                  <a:cubicBezTo>
                    <a:pt x="2507" y="1167"/>
                    <a:pt x="2888" y="1548"/>
                    <a:pt x="2889" y="2018"/>
                  </a:cubicBezTo>
                  <a:lnTo>
                    <a:pt x="2889" y="2909"/>
                  </a:lnTo>
                  <a:lnTo>
                    <a:pt x="1184" y="2909"/>
                  </a:lnTo>
                  <a:lnTo>
                    <a:pt x="1184" y="2018"/>
                  </a:lnTo>
                  <a:cubicBezTo>
                    <a:pt x="1184" y="1548"/>
                    <a:pt x="1565" y="1166"/>
                    <a:pt x="2037" y="1166"/>
                  </a:cubicBezTo>
                  <a:close/>
                  <a:moveTo>
                    <a:pt x="2037" y="1"/>
                  </a:moveTo>
                  <a:cubicBezTo>
                    <a:pt x="919" y="1"/>
                    <a:pt x="11" y="901"/>
                    <a:pt x="0" y="2018"/>
                  </a:cubicBezTo>
                  <a:lnTo>
                    <a:pt x="0" y="5981"/>
                  </a:lnTo>
                  <a:lnTo>
                    <a:pt x="1184" y="5981"/>
                  </a:lnTo>
                  <a:lnTo>
                    <a:pt x="1184" y="4093"/>
                  </a:lnTo>
                  <a:lnTo>
                    <a:pt x="2889" y="4093"/>
                  </a:lnTo>
                  <a:lnTo>
                    <a:pt x="2889" y="5981"/>
                  </a:lnTo>
                  <a:lnTo>
                    <a:pt x="4073" y="5981"/>
                  </a:lnTo>
                  <a:lnTo>
                    <a:pt x="4073" y="2018"/>
                  </a:lnTo>
                  <a:cubicBezTo>
                    <a:pt x="4061" y="901"/>
                    <a:pt x="3154" y="1"/>
                    <a:pt x="2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2" name="Google Shape;19682;p91"/>
            <p:cNvSpPr/>
            <p:nvPr/>
          </p:nvSpPr>
          <p:spPr>
            <a:xfrm>
              <a:off x="1805948" y="3146336"/>
              <a:ext cx="62569" cy="62561"/>
            </a:xfrm>
            <a:custGeom>
              <a:rect b="b" l="l" r="r" t="t"/>
              <a:pathLst>
                <a:path extrusionOk="0" h="3368" w="3368">
                  <a:moveTo>
                    <a:pt x="1092" y="1"/>
                  </a:moveTo>
                  <a:lnTo>
                    <a:pt x="1092" y="1092"/>
                  </a:lnTo>
                  <a:lnTo>
                    <a:pt x="1" y="1092"/>
                  </a:lnTo>
                  <a:lnTo>
                    <a:pt x="1" y="2276"/>
                  </a:lnTo>
                  <a:lnTo>
                    <a:pt x="1092" y="2276"/>
                  </a:lnTo>
                  <a:lnTo>
                    <a:pt x="1092" y="3367"/>
                  </a:lnTo>
                  <a:lnTo>
                    <a:pt x="2276" y="3367"/>
                  </a:lnTo>
                  <a:lnTo>
                    <a:pt x="2276" y="2276"/>
                  </a:lnTo>
                  <a:lnTo>
                    <a:pt x="3368" y="2276"/>
                  </a:lnTo>
                  <a:lnTo>
                    <a:pt x="3368" y="1092"/>
                  </a:lnTo>
                  <a:lnTo>
                    <a:pt x="2276" y="1092"/>
                  </a:lnTo>
                  <a:lnTo>
                    <a:pt x="227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83" name="Google Shape;19683;p91"/>
          <p:cNvGrpSpPr/>
          <p:nvPr/>
        </p:nvGrpSpPr>
        <p:grpSpPr>
          <a:xfrm>
            <a:off x="4016393" y="2872097"/>
            <a:ext cx="362691" cy="362660"/>
            <a:chOff x="1087333" y="3093973"/>
            <a:chExt cx="375340" cy="375308"/>
          </a:xfrm>
        </p:grpSpPr>
        <p:sp>
          <p:nvSpPr>
            <p:cNvPr id="19684" name="Google Shape;19684;p91"/>
            <p:cNvSpPr/>
            <p:nvPr/>
          </p:nvSpPr>
          <p:spPr>
            <a:xfrm>
              <a:off x="1087333" y="3093973"/>
              <a:ext cx="375340" cy="375308"/>
            </a:xfrm>
            <a:custGeom>
              <a:rect b="b" l="l" r="r" t="t"/>
              <a:pathLst>
                <a:path extrusionOk="0" h="20205" w="20204">
                  <a:moveTo>
                    <a:pt x="10102" y="1185"/>
                  </a:moveTo>
                  <a:cubicBezTo>
                    <a:pt x="12153" y="1185"/>
                    <a:pt x="13821" y="2852"/>
                    <a:pt x="13821" y="4904"/>
                  </a:cubicBezTo>
                  <a:cubicBezTo>
                    <a:pt x="13821" y="6030"/>
                    <a:pt x="13213" y="6951"/>
                    <a:pt x="12477" y="7953"/>
                  </a:cubicBezTo>
                  <a:cubicBezTo>
                    <a:pt x="12477" y="7953"/>
                    <a:pt x="10154" y="11128"/>
                    <a:pt x="10105" y="11197"/>
                  </a:cubicBezTo>
                  <a:lnTo>
                    <a:pt x="7726" y="7953"/>
                  </a:lnTo>
                  <a:cubicBezTo>
                    <a:pt x="6992" y="6949"/>
                    <a:pt x="6384" y="6030"/>
                    <a:pt x="6384" y="4904"/>
                  </a:cubicBezTo>
                  <a:cubicBezTo>
                    <a:pt x="6384" y="2861"/>
                    <a:pt x="8038" y="1197"/>
                    <a:pt x="10079" y="1185"/>
                  </a:cubicBezTo>
                  <a:close/>
                  <a:moveTo>
                    <a:pt x="11320" y="11537"/>
                  </a:moveTo>
                  <a:cubicBezTo>
                    <a:pt x="11838" y="11619"/>
                    <a:pt x="12313" y="11752"/>
                    <a:pt x="12698" y="11929"/>
                  </a:cubicBezTo>
                  <a:cubicBezTo>
                    <a:pt x="13201" y="12158"/>
                    <a:pt x="13528" y="12457"/>
                    <a:pt x="13528" y="12687"/>
                  </a:cubicBezTo>
                  <a:cubicBezTo>
                    <a:pt x="13528" y="12918"/>
                    <a:pt x="13203" y="13216"/>
                    <a:pt x="12698" y="13447"/>
                  </a:cubicBezTo>
                  <a:cubicBezTo>
                    <a:pt x="12025" y="13754"/>
                    <a:pt x="11078" y="13931"/>
                    <a:pt x="10102" y="13931"/>
                  </a:cubicBezTo>
                  <a:cubicBezTo>
                    <a:pt x="9127" y="13931"/>
                    <a:pt x="8180" y="13754"/>
                    <a:pt x="7507" y="13447"/>
                  </a:cubicBezTo>
                  <a:cubicBezTo>
                    <a:pt x="7002" y="13216"/>
                    <a:pt x="6675" y="12918"/>
                    <a:pt x="6675" y="12687"/>
                  </a:cubicBezTo>
                  <a:cubicBezTo>
                    <a:pt x="6675" y="12457"/>
                    <a:pt x="7002" y="12158"/>
                    <a:pt x="7507" y="11929"/>
                  </a:cubicBezTo>
                  <a:cubicBezTo>
                    <a:pt x="7892" y="11752"/>
                    <a:pt x="8368" y="11619"/>
                    <a:pt x="8888" y="11537"/>
                  </a:cubicBezTo>
                  <a:lnTo>
                    <a:pt x="10091" y="13180"/>
                  </a:lnTo>
                  <a:lnTo>
                    <a:pt x="10572" y="12554"/>
                  </a:lnTo>
                  <a:cubicBezTo>
                    <a:pt x="10793" y="12267"/>
                    <a:pt x="11005" y="11972"/>
                    <a:pt x="11213" y="11687"/>
                  </a:cubicBezTo>
                  <a:cubicBezTo>
                    <a:pt x="11247" y="11637"/>
                    <a:pt x="11284" y="11588"/>
                    <a:pt x="11320" y="11537"/>
                  </a:cubicBezTo>
                  <a:close/>
                  <a:moveTo>
                    <a:pt x="17827" y="7249"/>
                  </a:moveTo>
                  <a:lnTo>
                    <a:pt x="17827" y="16322"/>
                  </a:lnTo>
                  <a:lnTo>
                    <a:pt x="2378" y="16322"/>
                  </a:lnTo>
                  <a:lnTo>
                    <a:pt x="2378" y="7249"/>
                  </a:lnTo>
                  <a:lnTo>
                    <a:pt x="5848" y="7249"/>
                  </a:lnTo>
                  <a:cubicBezTo>
                    <a:pt x="6112" y="7733"/>
                    <a:pt x="6435" y="8193"/>
                    <a:pt x="6771" y="8651"/>
                  </a:cubicBezTo>
                  <a:lnTo>
                    <a:pt x="8115" y="10483"/>
                  </a:lnTo>
                  <a:cubicBezTo>
                    <a:pt x="7737" y="10570"/>
                    <a:pt x="7370" y="10694"/>
                    <a:pt x="7016" y="10851"/>
                  </a:cubicBezTo>
                  <a:cubicBezTo>
                    <a:pt x="6033" y="11298"/>
                    <a:pt x="5493" y="11952"/>
                    <a:pt x="5493" y="12687"/>
                  </a:cubicBezTo>
                  <a:cubicBezTo>
                    <a:pt x="5493" y="13422"/>
                    <a:pt x="6033" y="14075"/>
                    <a:pt x="7016" y="14523"/>
                  </a:cubicBezTo>
                  <a:cubicBezTo>
                    <a:pt x="7850" y="14904"/>
                    <a:pt x="8946" y="15115"/>
                    <a:pt x="10103" y="15115"/>
                  </a:cubicBezTo>
                  <a:cubicBezTo>
                    <a:pt x="11259" y="15115"/>
                    <a:pt x="12356" y="14904"/>
                    <a:pt x="13191" y="14523"/>
                  </a:cubicBezTo>
                  <a:cubicBezTo>
                    <a:pt x="14172" y="14075"/>
                    <a:pt x="14714" y="13422"/>
                    <a:pt x="14714" y="12687"/>
                  </a:cubicBezTo>
                  <a:cubicBezTo>
                    <a:pt x="14714" y="11952"/>
                    <a:pt x="14172" y="11300"/>
                    <a:pt x="13191" y="10851"/>
                  </a:cubicBezTo>
                  <a:cubicBezTo>
                    <a:pt x="12837" y="10694"/>
                    <a:pt x="12468" y="10570"/>
                    <a:pt x="12091" y="10483"/>
                  </a:cubicBezTo>
                  <a:lnTo>
                    <a:pt x="13434" y="8653"/>
                  </a:lnTo>
                  <a:cubicBezTo>
                    <a:pt x="13770" y="8193"/>
                    <a:pt x="14093" y="7733"/>
                    <a:pt x="14357" y="7249"/>
                  </a:cubicBezTo>
                  <a:close/>
                  <a:moveTo>
                    <a:pt x="19020" y="17506"/>
                  </a:moveTo>
                  <a:lnTo>
                    <a:pt x="19021" y="18265"/>
                  </a:lnTo>
                  <a:cubicBezTo>
                    <a:pt x="19020" y="18681"/>
                    <a:pt x="18682" y="19020"/>
                    <a:pt x="18264" y="19020"/>
                  </a:cubicBezTo>
                  <a:lnTo>
                    <a:pt x="1939" y="19020"/>
                  </a:lnTo>
                  <a:cubicBezTo>
                    <a:pt x="1523" y="19020"/>
                    <a:pt x="1184" y="18681"/>
                    <a:pt x="1184" y="18265"/>
                  </a:cubicBezTo>
                  <a:lnTo>
                    <a:pt x="1184" y="17506"/>
                  </a:lnTo>
                  <a:close/>
                  <a:moveTo>
                    <a:pt x="10102" y="1"/>
                  </a:moveTo>
                  <a:cubicBezTo>
                    <a:pt x="7398" y="1"/>
                    <a:pt x="5199" y="2200"/>
                    <a:pt x="5199" y="4904"/>
                  </a:cubicBezTo>
                  <a:cubicBezTo>
                    <a:pt x="5199" y="5297"/>
                    <a:pt x="5252" y="5688"/>
                    <a:pt x="5357" y="6065"/>
                  </a:cubicBezTo>
                  <a:lnTo>
                    <a:pt x="1194" y="6065"/>
                  </a:lnTo>
                  <a:lnTo>
                    <a:pt x="1194" y="16322"/>
                  </a:lnTo>
                  <a:lnTo>
                    <a:pt x="0" y="16322"/>
                  </a:lnTo>
                  <a:lnTo>
                    <a:pt x="0" y="18265"/>
                  </a:lnTo>
                  <a:cubicBezTo>
                    <a:pt x="1" y="19335"/>
                    <a:pt x="869" y="20203"/>
                    <a:pt x="1939" y="20204"/>
                  </a:cubicBezTo>
                  <a:lnTo>
                    <a:pt x="18264" y="20204"/>
                  </a:lnTo>
                  <a:cubicBezTo>
                    <a:pt x="19335" y="20203"/>
                    <a:pt x="20202" y="19335"/>
                    <a:pt x="20204" y="18265"/>
                  </a:cubicBezTo>
                  <a:lnTo>
                    <a:pt x="20204" y="16322"/>
                  </a:lnTo>
                  <a:lnTo>
                    <a:pt x="19011" y="16322"/>
                  </a:lnTo>
                  <a:lnTo>
                    <a:pt x="19011" y="6065"/>
                  </a:lnTo>
                  <a:lnTo>
                    <a:pt x="14847" y="6065"/>
                  </a:lnTo>
                  <a:cubicBezTo>
                    <a:pt x="14951" y="5688"/>
                    <a:pt x="15005" y="5297"/>
                    <a:pt x="15005" y="4904"/>
                  </a:cubicBezTo>
                  <a:cubicBezTo>
                    <a:pt x="15005" y="2213"/>
                    <a:pt x="12827" y="22"/>
                    <a:pt x="101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5" name="Google Shape;19685;p91"/>
            <p:cNvSpPr/>
            <p:nvPr/>
          </p:nvSpPr>
          <p:spPr>
            <a:xfrm>
              <a:off x="1229358" y="3139407"/>
              <a:ext cx="91271" cy="91278"/>
            </a:xfrm>
            <a:custGeom>
              <a:rect b="b" l="l" r="r" t="t"/>
              <a:pathLst>
                <a:path extrusionOk="0" h="4914" w="4913">
                  <a:moveTo>
                    <a:pt x="2457" y="1184"/>
                  </a:moveTo>
                  <a:cubicBezTo>
                    <a:pt x="2972" y="1184"/>
                    <a:pt x="3436" y="1495"/>
                    <a:pt x="3632" y="1970"/>
                  </a:cubicBezTo>
                  <a:cubicBezTo>
                    <a:pt x="3829" y="2446"/>
                    <a:pt x="3720" y="2992"/>
                    <a:pt x="3357" y="3357"/>
                  </a:cubicBezTo>
                  <a:cubicBezTo>
                    <a:pt x="3113" y="3600"/>
                    <a:pt x="2788" y="3730"/>
                    <a:pt x="2456" y="3730"/>
                  </a:cubicBezTo>
                  <a:cubicBezTo>
                    <a:pt x="2292" y="3730"/>
                    <a:pt x="2127" y="3698"/>
                    <a:pt x="1970" y="3633"/>
                  </a:cubicBezTo>
                  <a:cubicBezTo>
                    <a:pt x="1495" y="3436"/>
                    <a:pt x="1185" y="2971"/>
                    <a:pt x="1185" y="2458"/>
                  </a:cubicBezTo>
                  <a:cubicBezTo>
                    <a:pt x="1185" y="1755"/>
                    <a:pt x="1755" y="1186"/>
                    <a:pt x="2457" y="1184"/>
                  </a:cubicBezTo>
                  <a:close/>
                  <a:moveTo>
                    <a:pt x="2457" y="0"/>
                  </a:moveTo>
                  <a:cubicBezTo>
                    <a:pt x="1101" y="0"/>
                    <a:pt x="1" y="1102"/>
                    <a:pt x="1" y="2458"/>
                  </a:cubicBezTo>
                  <a:cubicBezTo>
                    <a:pt x="1" y="3812"/>
                    <a:pt x="1101" y="4914"/>
                    <a:pt x="2457" y="4914"/>
                  </a:cubicBezTo>
                  <a:cubicBezTo>
                    <a:pt x="3811" y="4914"/>
                    <a:pt x="4913" y="3812"/>
                    <a:pt x="4913" y="2458"/>
                  </a:cubicBezTo>
                  <a:cubicBezTo>
                    <a:pt x="4913" y="1102"/>
                    <a:pt x="3812" y="0"/>
                    <a:pt x="2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86" name="Google Shape;19686;p91"/>
          <p:cNvGrpSpPr/>
          <p:nvPr/>
        </p:nvGrpSpPr>
        <p:grpSpPr>
          <a:xfrm>
            <a:off x="6310522" y="3431523"/>
            <a:ext cx="287600" cy="362660"/>
            <a:chOff x="1103328" y="3671562"/>
            <a:chExt cx="297630" cy="375308"/>
          </a:xfrm>
        </p:grpSpPr>
        <p:sp>
          <p:nvSpPr>
            <p:cNvPr id="19687" name="Google Shape;19687;p91"/>
            <p:cNvSpPr/>
            <p:nvPr/>
          </p:nvSpPr>
          <p:spPr>
            <a:xfrm>
              <a:off x="1103328" y="3671562"/>
              <a:ext cx="297630" cy="375308"/>
            </a:xfrm>
            <a:custGeom>
              <a:rect b="b" l="l" r="r" t="t"/>
              <a:pathLst>
                <a:path extrusionOk="0" h="20205" w="16021">
                  <a:moveTo>
                    <a:pt x="8011" y="1185"/>
                  </a:moveTo>
                  <a:cubicBezTo>
                    <a:pt x="11574" y="1185"/>
                    <a:pt x="14510" y="3931"/>
                    <a:pt x="14811" y="7418"/>
                  </a:cubicBezTo>
                  <a:lnTo>
                    <a:pt x="12454" y="7418"/>
                  </a:lnTo>
                  <a:cubicBezTo>
                    <a:pt x="12163" y="5227"/>
                    <a:pt x="10281" y="3530"/>
                    <a:pt x="8011" y="3530"/>
                  </a:cubicBezTo>
                  <a:cubicBezTo>
                    <a:pt x="5740" y="3530"/>
                    <a:pt x="3858" y="5227"/>
                    <a:pt x="3569" y="7420"/>
                  </a:cubicBezTo>
                  <a:lnTo>
                    <a:pt x="1210" y="7420"/>
                  </a:lnTo>
                  <a:cubicBezTo>
                    <a:pt x="1510" y="3932"/>
                    <a:pt x="4445" y="1185"/>
                    <a:pt x="8011" y="1185"/>
                  </a:cubicBezTo>
                  <a:close/>
                  <a:moveTo>
                    <a:pt x="8011" y="4713"/>
                  </a:moveTo>
                  <a:cubicBezTo>
                    <a:pt x="9829" y="4713"/>
                    <a:pt x="11309" y="6193"/>
                    <a:pt x="11309" y="8011"/>
                  </a:cubicBezTo>
                  <a:cubicBezTo>
                    <a:pt x="11309" y="9830"/>
                    <a:pt x="9829" y="11309"/>
                    <a:pt x="8011" y="11309"/>
                  </a:cubicBezTo>
                  <a:cubicBezTo>
                    <a:pt x="6192" y="11309"/>
                    <a:pt x="4712" y="9830"/>
                    <a:pt x="4712" y="8011"/>
                  </a:cubicBezTo>
                  <a:cubicBezTo>
                    <a:pt x="4712" y="6193"/>
                    <a:pt x="6192" y="4713"/>
                    <a:pt x="8011" y="4713"/>
                  </a:cubicBezTo>
                  <a:close/>
                  <a:moveTo>
                    <a:pt x="14811" y="8602"/>
                  </a:moveTo>
                  <a:cubicBezTo>
                    <a:pt x="14510" y="12091"/>
                    <a:pt x="11576" y="14837"/>
                    <a:pt x="8011" y="14837"/>
                  </a:cubicBezTo>
                  <a:cubicBezTo>
                    <a:pt x="4445" y="14837"/>
                    <a:pt x="1510" y="12091"/>
                    <a:pt x="1210" y="8602"/>
                  </a:cubicBezTo>
                  <a:lnTo>
                    <a:pt x="3567" y="8602"/>
                  </a:lnTo>
                  <a:cubicBezTo>
                    <a:pt x="3858" y="10796"/>
                    <a:pt x="5740" y="12493"/>
                    <a:pt x="8009" y="12493"/>
                  </a:cubicBezTo>
                  <a:cubicBezTo>
                    <a:pt x="10280" y="12493"/>
                    <a:pt x="12161" y="10796"/>
                    <a:pt x="12451" y="8602"/>
                  </a:cubicBezTo>
                  <a:close/>
                  <a:moveTo>
                    <a:pt x="9380" y="15903"/>
                  </a:moveTo>
                  <a:lnTo>
                    <a:pt x="9380" y="17560"/>
                  </a:lnTo>
                  <a:cubicBezTo>
                    <a:pt x="9380" y="18080"/>
                    <a:pt x="9533" y="18588"/>
                    <a:pt x="9822" y="19021"/>
                  </a:cubicBezTo>
                  <a:lnTo>
                    <a:pt x="6201" y="19021"/>
                  </a:lnTo>
                  <a:cubicBezTo>
                    <a:pt x="6488" y="18588"/>
                    <a:pt x="6641" y="18080"/>
                    <a:pt x="6641" y="17560"/>
                  </a:cubicBezTo>
                  <a:lnTo>
                    <a:pt x="6640" y="17560"/>
                  </a:lnTo>
                  <a:lnTo>
                    <a:pt x="6640" y="15903"/>
                  </a:lnTo>
                  <a:cubicBezTo>
                    <a:pt x="7093" y="15982"/>
                    <a:pt x="7551" y="16021"/>
                    <a:pt x="8010" y="16021"/>
                  </a:cubicBezTo>
                  <a:cubicBezTo>
                    <a:pt x="8468" y="16021"/>
                    <a:pt x="8927" y="15982"/>
                    <a:pt x="9380" y="15903"/>
                  </a:cubicBezTo>
                  <a:close/>
                  <a:moveTo>
                    <a:pt x="8011" y="1"/>
                  </a:moveTo>
                  <a:cubicBezTo>
                    <a:pt x="3593" y="1"/>
                    <a:pt x="0" y="3593"/>
                    <a:pt x="0" y="8011"/>
                  </a:cubicBezTo>
                  <a:cubicBezTo>
                    <a:pt x="0" y="11536"/>
                    <a:pt x="2288" y="14536"/>
                    <a:pt x="5457" y="15605"/>
                  </a:cubicBezTo>
                  <a:lnTo>
                    <a:pt x="5457" y="17560"/>
                  </a:lnTo>
                  <a:cubicBezTo>
                    <a:pt x="5456" y="18367"/>
                    <a:pt x="4802" y="19019"/>
                    <a:pt x="3997" y="19021"/>
                  </a:cubicBezTo>
                  <a:lnTo>
                    <a:pt x="2170" y="19021"/>
                  </a:lnTo>
                  <a:lnTo>
                    <a:pt x="2170" y="20205"/>
                  </a:lnTo>
                  <a:lnTo>
                    <a:pt x="13851" y="20205"/>
                  </a:lnTo>
                  <a:lnTo>
                    <a:pt x="13851" y="19021"/>
                  </a:lnTo>
                  <a:lnTo>
                    <a:pt x="12024" y="19021"/>
                  </a:lnTo>
                  <a:cubicBezTo>
                    <a:pt x="11218" y="19019"/>
                    <a:pt x="10565" y="18365"/>
                    <a:pt x="10564" y="17560"/>
                  </a:cubicBezTo>
                  <a:lnTo>
                    <a:pt x="10564" y="15605"/>
                  </a:lnTo>
                  <a:cubicBezTo>
                    <a:pt x="13732" y="14537"/>
                    <a:pt x="16021" y="11536"/>
                    <a:pt x="16021" y="8011"/>
                  </a:cubicBezTo>
                  <a:cubicBezTo>
                    <a:pt x="16021" y="3595"/>
                    <a:pt x="12427" y="1"/>
                    <a:pt x="8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8" name="Google Shape;19688;p91"/>
            <p:cNvSpPr/>
            <p:nvPr/>
          </p:nvSpPr>
          <p:spPr>
            <a:xfrm>
              <a:off x="1211338" y="3782529"/>
              <a:ext cx="78620" cy="75637"/>
            </a:xfrm>
            <a:custGeom>
              <a:rect b="b" l="l" r="r" t="t"/>
              <a:pathLst>
                <a:path extrusionOk="0" h="4072" w="4232">
                  <a:moveTo>
                    <a:pt x="2198" y="1184"/>
                  </a:moveTo>
                  <a:cubicBezTo>
                    <a:pt x="2308" y="1184"/>
                    <a:pt x="2418" y="1205"/>
                    <a:pt x="2524" y="1249"/>
                  </a:cubicBezTo>
                  <a:cubicBezTo>
                    <a:pt x="2842" y="1382"/>
                    <a:pt x="3049" y="1692"/>
                    <a:pt x="3049" y="2037"/>
                  </a:cubicBezTo>
                  <a:cubicBezTo>
                    <a:pt x="3048" y="2507"/>
                    <a:pt x="2667" y="2888"/>
                    <a:pt x="2197" y="2888"/>
                  </a:cubicBezTo>
                  <a:cubicBezTo>
                    <a:pt x="1852" y="2888"/>
                    <a:pt x="1541" y="2681"/>
                    <a:pt x="1410" y="2361"/>
                  </a:cubicBezTo>
                  <a:cubicBezTo>
                    <a:pt x="1278" y="2043"/>
                    <a:pt x="1352" y="1677"/>
                    <a:pt x="1595" y="1434"/>
                  </a:cubicBezTo>
                  <a:cubicBezTo>
                    <a:pt x="1758" y="1271"/>
                    <a:pt x="1976" y="1184"/>
                    <a:pt x="2198" y="1184"/>
                  </a:cubicBezTo>
                  <a:close/>
                  <a:moveTo>
                    <a:pt x="2197" y="1"/>
                  </a:moveTo>
                  <a:cubicBezTo>
                    <a:pt x="1372" y="1"/>
                    <a:pt x="630" y="496"/>
                    <a:pt x="315" y="1258"/>
                  </a:cubicBezTo>
                  <a:cubicBezTo>
                    <a:pt x="0" y="2018"/>
                    <a:pt x="175" y="2893"/>
                    <a:pt x="757" y="3475"/>
                  </a:cubicBezTo>
                  <a:cubicBezTo>
                    <a:pt x="1147" y="3864"/>
                    <a:pt x="1668" y="4072"/>
                    <a:pt x="2198" y="4072"/>
                  </a:cubicBezTo>
                  <a:cubicBezTo>
                    <a:pt x="2460" y="4072"/>
                    <a:pt x="2724" y="4021"/>
                    <a:pt x="2976" y="3917"/>
                  </a:cubicBezTo>
                  <a:cubicBezTo>
                    <a:pt x="3736" y="3602"/>
                    <a:pt x="4232" y="2860"/>
                    <a:pt x="4232" y="2036"/>
                  </a:cubicBezTo>
                  <a:cubicBezTo>
                    <a:pt x="4230" y="913"/>
                    <a:pt x="3319" y="2"/>
                    <a:pt x="2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9" name="Google Shape;19689;p91"/>
            <p:cNvSpPr/>
            <p:nvPr/>
          </p:nvSpPr>
          <p:spPr>
            <a:xfrm>
              <a:off x="1241117" y="3704180"/>
              <a:ext cx="22014" cy="21826"/>
            </a:xfrm>
            <a:custGeom>
              <a:rect b="b" l="l" r="r" t="t"/>
              <a:pathLst>
                <a:path extrusionOk="0" h="1175" w="1185">
                  <a:moveTo>
                    <a:pt x="1" y="1"/>
                  </a:moveTo>
                  <a:lnTo>
                    <a:pt x="1" y="1174"/>
                  </a:lnTo>
                  <a:lnTo>
                    <a:pt x="1185" y="1174"/>
                  </a:lnTo>
                  <a:lnTo>
                    <a:pt x="118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690" name="Google Shape;19690;p91"/>
          <p:cNvSpPr/>
          <p:nvPr/>
        </p:nvSpPr>
        <p:spPr>
          <a:xfrm>
            <a:off x="7036835" y="3431436"/>
            <a:ext cx="362730" cy="362680"/>
          </a:xfrm>
          <a:custGeom>
            <a:rect b="b" l="l" r="r" t="t"/>
            <a:pathLst>
              <a:path extrusionOk="0" h="20205" w="20205">
                <a:moveTo>
                  <a:pt x="10103" y="1291"/>
                </a:moveTo>
                <a:lnTo>
                  <a:pt x="18264" y="4790"/>
                </a:lnTo>
                <a:lnTo>
                  <a:pt x="14733" y="6304"/>
                </a:lnTo>
                <a:lnTo>
                  <a:pt x="5471" y="6304"/>
                </a:lnTo>
                <a:lnTo>
                  <a:pt x="1940" y="4790"/>
                </a:lnTo>
                <a:lnTo>
                  <a:pt x="10103" y="1291"/>
                </a:lnTo>
                <a:close/>
                <a:moveTo>
                  <a:pt x="14086" y="7490"/>
                </a:moveTo>
                <a:lnTo>
                  <a:pt x="14086" y="10107"/>
                </a:lnTo>
                <a:lnTo>
                  <a:pt x="12727" y="10107"/>
                </a:lnTo>
                <a:lnTo>
                  <a:pt x="10896" y="8585"/>
                </a:lnTo>
                <a:lnTo>
                  <a:pt x="10912" y="10107"/>
                </a:lnTo>
                <a:lnTo>
                  <a:pt x="5942" y="10107"/>
                </a:lnTo>
                <a:lnTo>
                  <a:pt x="5942" y="7490"/>
                </a:lnTo>
                <a:close/>
                <a:moveTo>
                  <a:pt x="12108" y="11133"/>
                </a:moveTo>
                <a:lnTo>
                  <a:pt x="16414" y="14707"/>
                </a:lnTo>
                <a:lnTo>
                  <a:pt x="14851" y="15453"/>
                </a:lnTo>
                <a:lnTo>
                  <a:pt x="16108" y="18092"/>
                </a:lnTo>
                <a:lnTo>
                  <a:pt x="14991" y="18625"/>
                </a:lnTo>
                <a:lnTo>
                  <a:pt x="13734" y="15985"/>
                </a:lnTo>
                <a:lnTo>
                  <a:pt x="12171" y="16731"/>
                </a:lnTo>
                <a:lnTo>
                  <a:pt x="12108" y="11133"/>
                </a:lnTo>
                <a:close/>
                <a:moveTo>
                  <a:pt x="10103" y="1"/>
                </a:moveTo>
                <a:lnTo>
                  <a:pt x="1" y="4332"/>
                </a:lnTo>
                <a:lnTo>
                  <a:pt x="1" y="5247"/>
                </a:lnTo>
                <a:lnTo>
                  <a:pt x="4759" y="7288"/>
                </a:lnTo>
                <a:lnTo>
                  <a:pt x="4759" y="11292"/>
                </a:lnTo>
                <a:lnTo>
                  <a:pt x="10925" y="11292"/>
                </a:lnTo>
                <a:lnTo>
                  <a:pt x="11009" y="18601"/>
                </a:lnTo>
                <a:lnTo>
                  <a:pt x="13175" y="17566"/>
                </a:lnTo>
                <a:lnTo>
                  <a:pt x="14432" y="20204"/>
                </a:lnTo>
                <a:lnTo>
                  <a:pt x="17686" y="18651"/>
                </a:lnTo>
                <a:lnTo>
                  <a:pt x="16430" y="16012"/>
                </a:lnTo>
                <a:lnTo>
                  <a:pt x="18597" y="14979"/>
                </a:lnTo>
                <a:lnTo>
                  <a:pt x="14156" y="11292"/>
                </a:lnTo>
                <a:lnTo>
                  <a:pt x="15270" y="11292"/>
                </a:lnTo>
                <a:lnTo>
                  <a:pt x="15270" y="7364"/>
                </a:lnTo>
                <a:lnTo>
                  <a:pt x="17571" y="6376"/>
                </a:lnTo>
                <a:lnTo>
                  <a:pt x="17571" y="10292"/>
                </a:lnTo>
                <a:lnTo>
                  <a:pt x="18755" y="10292"/>
                </a:lnTo>
                <a:lnTo>
                  <a:pt x="18755" y="5868"/>
                </a:lnTo>
                <a:lnTo>
                  <a:pt x="20205" y="5247"/>
                </a:lnTo>
                <a:lnTo>
                  <a:pt x="20205" y="4332"/>
                </a:lnTo>
                <a:lnTo>
                  <a:pt x="1010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691" name="Google Shape;19691;p91"/>
          <p:cNvGrpSpPr/>
          <p:nvPr/>
        </p:nvGrpSpPr>
        <p:grpSpPr>
          <a:xfrm>
            <a:off x="7783535" y="3431514"/>
            <a:ext cx="362727" cy="362678"/>
            <a:chOff x="1911245" y="3660176"/>
            <a:chExt cx="375377" cy="375326"/>
          </a:xfrm>
        </p:grpSpPr>
        <p:sp>
          <p:nvSpPr>
            <p:cNvPr id="19692" name="Google Shape;19692;p91"/>
            <p:cNvSpPr/>
            <p:nvPr/>
          </p:nvSpPr>
          <p:spPr>
            <a:xfrm>
              <a:off x="1911245" y="3660176"/>
              <a:ext cx="375377" cy="375326"/>
            </a:xfrm>
            <a:custGeom>
              <a:rect b="b" l="l" r="r" t="t"/>
              <a:pathLst>
                <a:path extrusionOk="0" h="20206" w="20206">
                  <a:moveTo>
                    <a:pt x="9511" y="3605"/>
                  </a:moveTo>
                  <a:lnTo>
                    <a:pt x="9511" y="7721"/>
                  </a:lnTo>
                  <a:lnTo>
                    <a:pt x="3679" y="7721"/>
                  </a:lnTo>
                  <a:lnTo>
                    <a:pt x="3679" y="3605"/>
                  </a:lnTo>
                  <a:close/>
                  <a:moveTo>
                    <a:pt x="16525" y="3605"/>
                  </a:moveTo>
                  <a:lnTo>
                    <a:pt x="16527" y="7721"/>
                  </a:lnTo>
                  <a:lnTo>
                    <a:pt x="10693" y="7721"/>
                  </a:lnTo>
                  <a:lnTo>
                    <a:pt x="10693" y="3605"/>
                  </a:lnTo>
                  <a:close/>
                  <a:moveTo>
                    <a:pt x="9511" y="8905"/>
                  </a:moveTo>
                  <a:lnTo>
                    <a:pt x="9511" y="13023"/>
                  </a:lnTo>
                  <a:lnTo>
                    <a:pt x="3679" y="13023"/>
                  </a:lnTo>
                  <a:lnTo>
                    <a:pt x="3679" y="8905"/>
                  </a:lnTo>
                  <a:close/>
                  <a:moveTo>
                    <a:pt x="16527" y="8905"/>
                  </a:moveTo>
                  <a:lnTo>
                    <a:pt x="16527" y="13023"/>
                  </a:lnTo>
                  <a:lnTo>
                    <a:pt x="10693" y="13023"/>
                  </a:lnTo>
                  <a:lnTo>
                    <a:pt x="10695" y="8905"/>
                  </a:lnTo>
                  <a:close/>
                  <a:moveTo>
                    <a:pt x="19021" y="1184"/>
                  </a:moveTo>
                  <a:lnTo>
                    <a:pt x="19021" y="13023"/>
                  </a:lnTo>
                  <a:lnTo>
                    <a:pt x="17711" y="13023"/>
                  </a:lnTo>
                  <a:lnTo>
                    <a:pt x="17711" y="2421"/>
                  </a:lnTo>
                  <a:lnTo>
                    <a:pt x="2495" y="2421"/>
                  </a:lnTo>
                  <a:lnTo>
                    <a:pt x="2495" y="13023"/>
                  </a:lnTo>
                  <a:lnTo>
                    <a:pt x="1184" y="13023"/>
                  </a:lnTo>
                  <a:lnTo>
                    <a:pt x="1184" y="1184"/>
                  </a:lnTo>
                  <a:close/>
                  <a:moveTo>
                    <a:pt x="19021" y="14205"/>
                  </a:moveTo>
                  <a:lnTo>
                    <a:pt x="19021" y="15665"/>
                  </a:lnTo>
                  <a:lnTo>
                    <a:pt x="1184" y="15665"/>
                  </a:lnTo>
                  <a:lnTo>
                    <a:pt x="1184" y="14205"/>
                  </a:lnTo>
                  <a:close/>
                  <a:moveTo>
                    <a:pt x="11473" y="16851"/>
                  </a:moveTo>
                  <a:lnTo>
                    <a:pt x="11473" y="17561"/>
                  </a:lnTo>
                  <a:cubicBezTo>
                    <a:pt x="11473" y="18081"/>
                    <a:pt x="11626" y="18589"/>
                    <a:pt x="11915" y="19021"/>
                  </a:cubicBezTo>
                  <a:lnTo>
                    <a:pt x="11913" y="19020"/>
                  </a:lnTo>
                  <a:lnTo>
                    <a:pt x="8293" y="19020"/>
                  </a:lnTo>
                  <a:cubicBezTo>
                    <a:pt x="8581" y="18589"/>
                    <a:pt x="8734" y="18081"/>
                    <a:pt x="8734" y="17561"/>
                  </a:cubicBezTo>
                  <a:lnTo>
                    <a:pt x="8734" y="16851"/>
                  </a:lnTo>
                  <a:close/>
                  <a:moveTo>
                    <a:pt x="0" y="0"/>
                  </a:moveTo>
                  <a:lnTo>
                    <a:pt x="0" y="16851"/>
                  </a:lnTo>
                  <a:lnTo>
                    <a:pt x="7549" y="16851"/>
                  </a:lnTo>
                  <a:lnTo>
                    <a:pt x="7549" y="17561"/>
                  </a:lnTo>
                  <a:cubicBezTo>
                    <a:pt x="7548" y="18368"/>
                    <a:pt x="6895" y="19020"/>
                    <a:pt x="6089" y="19021"/>
                  </a:cubicBezTo>
                  <a:lnTo>
                    <a:pt x="4261" y="19021"/>
                  </a:lnTo>
                  <a:lnTo>
                    <a:pt x="4261" y="20205"/>
                  </a:lnTo>
                  <a:lnTo>
                    <a:pt x="15943" y="20205"/>
                  </a:lnTo>
                  <a:lnTo>
                    <a:pt x="15943" y="19021"/>
                  </a:lnTo>
                  <a:lnTo>
                    <a:pt x="14115" y="19021"/>
                  </a:lnTo>
                  <a:cubicBezTo>
                    <a:pt x="13309" y="19020"/>
                    <a:pt x="12657" y="18368"/>
                    <a:pt x="12655" y="17561"/>
                  </a:cubicBezTo>
                  <a:lnTo>
                    <a:pt x="12655" y="16851"/>
                  </a:lnTo>
                  <a:lnTo>
                    <a:pt x="20205" y="16851"/>
                  </a:lnTo>
                  <a:lnTo>
                    <a:pt x="2020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3" name="Google Shape;19693;p91"/>
            <p:cNvSpPr/>
            <p:nvPr/>
          </p:nvSpPr>
          <p:spPr>
            <a:xfrm>
              <a:off x="2005191" y="3852279"/>
              <a:ext cx="57423" cy="22011"/>
            </a:xfrm>
            <a:custGeom>
              <a:rect b="b" l="l" r="r" t="t"/>
              <a:pathLst>
                <a:path extrusionOk="0" h="1185" w="3091">
                  <a:moveTo>
                    <a:pt x="0" y="1"/>
                  </a:moveTo>
                  <a:lnTo>
                    <a:pt x="0" y="1184"/>
                  </a:lnTo>
                  <a:lnTo>
                    <a:pt x="3091" y="1184"/>
                  </a:lnTo>
                  <a:lnTo>
                    <a:pt x="30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4" name="Google Shape;19694;p91"/>
            <p:cNvSpPr/>
            <p:nvPr/>
          </p:nvSpPr>
          <p:spPr>
            <a:xfrm>
              <a:off x="2135661" y="3835951"/>
              <a:ext cx="56160" cy="56152"/>
            </a:xfrm>
            <a:custGeom>
              <a:rect b="b" l="l" r="r" t="t"/>
              <a:pathLst>
                <a:path extrusionOk="0" h="3023" w="3023">
                  <a:moveTo>
                    <a:pt x="2186" y="0"/>
                  </a:moveTo>
                  <a:lnTo>
                    <a:pt x="0" y="2186"/>
                  </a:lnTo>
                  <a:lnTo>
                    <a:pt x="838" y="3022"/>
                  </a:lnTo>
                  <a:lnTo>
                    <a:pt x="3022" y="838"/>
                  </a:lnTo>
                  <a:lnTo>
                    <a:pt x="218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5" name="Google Shape;19695;p91"/>
            <p:cNvSpPr/>
            <p:nvPr/>
          </p:nvSpPr>
          <p:spPr>
            <a:xfrm>
              <a:off x="2005191" y="3736724"/>
              <a:ext cx="57460" cy="57415"/>
            </a:xfrm>
            <a:custGeom>
              <a:rect b="b" l="l" r="r" t="t"/>
              <a:pathLst>
                <a:path extrusionOk="0" h="3091" w="3093">
                  <a:moveTo>
                    <a:pt x="954" y="0"/>
                  </a:moveTo>
                  <a:lnTo>
                    <a:pt x="954" y="954"/>
                  </a:lnTo>
                  <a:lnTo>
                    <a:pt x="0" y="954"/>
                  </a:lnTo>
                  <a:lnTo>
                    <a:pt x="0" y="2138"/>
                  </a:lnTo>
                  <a:lnTo>
                    <a:pt x="954" y="2138"/>
                  </a:lnTo>
                  <a:lnTo>
                    <a:pt x="954" y="3091"/>
                  </a:lnTo>
                  <a:lnTo>
                    <a:pt x="2138" y="3091"/>
                  </a:lnTo>
                  <a:lnTo>
                    <a:pt x="2138" y="2138"/>
                  </a:lnTo>
                  <a:lnTo>
                    <a:pt x="3092" y="2138"/>
                  </a:lnTo>
                  <a:lnTo>
                    <a:pt x="3092" y="954"/>
                  </a:lnTo>
                  <a:lnTo>
                    <a:pt x="2138" y="954"/>
                  </a:lnTo>
                  <a:lnTo>
                    <a:pt x="213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6" name="Google Shape;19696;p91"/>
            <p:cNvSpPr/>
            <p:nvPr/>
          </p:nvSpPr>
          <p:spPr>
            <a:xfrm>
              <a:off x="2135717" y="3737355"/>
              <a:ext cx="56160" cy="56152"/>
            </a:xfrm>
            <a:custGeom>
              <a:rect b="b" l="l" r="r" t="t"/>
              <a:pathLst>
                <a:path extrusionOk="0" h="3023" w="3023">
                  <a:moveTo>
                    <a:pt x="838" y="0"/>
                  </a:moveTo>
                  <a:lnTo>
                    <a:pt x="0" y="838"/>
                  </a:lnTo>
                  <a:lnTo>
                    <a:pt x="674" y="1511"/>
                  </a:lnTo>
                  <a:lnTo>
                    <a:pt x="0" y="2186"/>
                  </a:lnTo>
                  <a:lnTo>
                    <a:pt x="838" y="3022"/>
                  </a:lnTo>
                  <a:lnTo>
                    <a:pt x="1511" y="2349"/>
                  </a:lnTo>
                  <a:lnTo>
                    <a:pt x="2186" y="3022"/>
                  </a:lnTo>
                  <a:lnTo>
                    <a:pt x="3022" y="2186"/>
                  </a:lnTo>
                  <a:lnTo>
                    <a:pt x="2349" y="1511"/>
                  </a:lnTo>
                  <a:lnTo>
                    <a:pt x="3022" y="838"/>
                  </a:lnTo>
                  <a:lnTo>
                    <a:pt x="2186" y="0"/>
                  </a:lnTo>
                  <a:lnTo>
                    <a:pt x="1511" y="674"/>
                  </a:lnTo>
                  <a:lnTo>
                    <a:pt x="83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697" name="Google Shape;19697;p91"/>
          <p:cNvSpPr/>
          <p:nvPr/>
        </p:nvSpPr>
        <p:spPr>
          <a:xfrm>
            <a:off x="991188" y="3985694"/>
            <a:ext cx="362730" cy="362680"/>
          </a:xfrm>
          <a:custGeom>
            <a:rect b="b" l="l" r="r" t="t"/>
            <a:pathLst>
              <a:path extrusionOk="0" h="20205" w="20205">
                <a:moveTo>
                  <a:pt x="16149" y="1183"/>
                </a:moveTo>
                <a:lnTo>
                  <a:pt x="16149" y="2999"/>
                </a:lnTo>
                <a:lnTo>
                  <a:pt x="4056" y="2999"/>
                </a:lnTo>
                <a:lnTo>
                  <a:pt x="4056" y="1185"/>
                </a:lnTo>
                <a:lnTo>
                  <a:pt x="16149" y="1183"/>
                </a:lnTo>
                <a:close/>
                <a:moveTo>
                  <a:pt x="18129" y="2473"/>
                </a:moveTo>
                <a:cubicBezTo>
                  <a:pt x="18622" y="2473"/>
                  <a:pt x="19020" y="2872"/>
                  <a:pt x="19020" y="3365"/>
                </a:cubicBezTo>
                <a:lnTo>
                  <a:pt x="19020" y="5432"/>
                </a:lnTo>
                <a:cubicBezTo>
                  <a:pt x="19019" y="5925"/>
                  <a:pt x="18620" y="6322"/>
                  <a:pt x="18129" y="6324"/>
                </a:cubicBezTo>
                <a:lnTo>
                  <a:pt x="17041" y="6324"/>
                </a:lnTo>
                <a:cubicBezTo>
                  <a:pt x="17235" y="5791"/>
                  <a:pt x="17333" y="5228"/>
                  <a:pt x="17333" y="4662"/>
                </a:cubicBezTo>
                <a:lnTo>
                  <a:pt x="17333" y="2473"/>
                </a:lnTo>
                <a:close/>
                <a:moveTo>
                  <a:pt x="2870" y="2473"/>
                </a:moveTo>
                <a:lnTo>
                  <a:pt x="2870" y="4663"/>
                </a:lnTo>
                <a:cubicBezTo>
                  <a:pt x="2870" y="5229"/>
                  <a:pt x="2969" y="5792"/>
                  <a:pt x="3165" y="6325"/>
                </a:cubicBezTo>
                <a:lnTo>
                  <a:pt x="2075" y="6324"/>
                </a:lnTo>
                <a:cubicBezTo>
                  <a:pt x="1583" y="6324"/>
                  <a:pt x="1183" y="5925"/>
                  <a:pt x="1183" y="5432"/>
                </a:cubicBezTo>
                <a:lnTo>
                  <a:pt x="1183" y="3365"/>
                </a:lnTo>
                <a:cubicBezTo>
                  <a:pt x="1185" y="2872"/>
                  <a:pt x="1583" y="2473"/>
                  <a:pt x="2075" y="2473"/>
                </a:cubicBezTo>
                <a:close/>
                <a:moveTo>
                  <a:pt x="16148" y="4184"/>
                </a:moveTo>
                <a:lnTo>
                  <a:pt x="16148" y="4663"/>
                </a:lnTo>
                <a:cubicBezTo>
                  <a:pt x="16151" y="6028"/>
                  <a:pt x="15389" y="7279"/>
                  <a:pt x="14176" y="7903"/>
                </a:cubicBezTo>
                <a:lnTo>
                  <a:pt x="14176" y="7902"/>
                </a:lnTo>
                <a:lnTo>
                  <a:pt x="11269" y="9404"/>
                </a:lnTo>
                <a:lnTo>
                  <a:pt x="11269" y="12648"/>
                </a:lnTo>
                <a:lnTo>
                  <a:pt x="8934" y="12648"/>
                </a:lnTo>
                <a:lnTo>
                  <a:pt x="8934" y="9404"/>
                </a:lnTo>
                <a:lnTo>
                  <a:pt x="6028" y="7903"/>
                </a:lnTo>
                <a:cubicBezTo>
                  <a:pt x="4814" y="7279"/>
                  <a:pt x="4051" y="6028"/>
                  <a:pt x="4054" y="4663"/>
                </a:cubicBezTo>
                <a:lnTo>
                  <a:pt x="4054" y="4184"/>
                </a:lnTo>
                <a:close/>
                <a:moveTo>
                  <a:pt x="12450" y="16100"/>
                </a:moveTo>
                <a:lnTo>
                  <a:pt x="12450" y="19020"/>
                </a:lnTo>
                <a:lnTo>
                  <a:pt x="7656" y="19020"/>
                </a:lnTo>
                <a:lnTo>
                  <a:pt x="7656" y="16100"/>
                </a:lnTo>
                <a:close/>
                <a:moveTo>
                  <a:pt x="14800" y="13832"/>
                </a:moveTo>
                <a:lnTo>
                  <a:pt x="14800" y="19020"/>
                </a:lnTo>
                <a:lnTo>
                  <a:pt x="13634" y="19020"/>
                </a:lnTo>
                <a:lnTo>
                  <a:pt x="13634" y="14916"/>
                </a:lnTo>
                <a:lnTo>
                  <a:pt x="6472" y="14916"/>
                </a:lnTo>
                <a:lnTo>
                  <a:pt x="6472" y="19020"/>
                </a:lnTo>
                <a:lnTo>
                  <a:pt x="5403" y="19020"/>
                </a:lnTo>
                <a:lnTo>
                  <a:pt x="5403" y="13832"/>
                </a:lnTo>
                <a:close/>
                <a:moveTo>
                  <a:pt x="2872" y="1"/>
                </a:moveTo>
                <a:lnTo>
                  <a:pt x="2872" y="1289"/>
                </a:lnTo>
                <a:lnTo>
                  <a:pt x="2076" y="1289"/>
                </a:lnTo>
                <a:cubicBezTo>
                  <a:pt x="929" y="1291"/>
                  <a:pt x="1" y="2219"/>
                  <a:pt x="1" y="3365"/>
                </a:cubicBezTo>
                <a:lnTo>
                  <a:pt x="1" y="5432"/>
                </a:lnTo>
                <a:cubicBezTo>
                  <a:pt x="1" y="6577"/>
                  <a:pt x="929" y="7506"/>
                  <a:pt x="2076" y="7508"/>
                </a:cubicBezTo>
                <a:lnTo>
                  <a:pt x="3796" y="7508"/>
                </a:lnTo>
                <a:cubicBezTo>
                  <a:pt x="4239" y="8114"/>
                  <a:pt x="4817" y="8610"/>
                  <a:pt x="5486" y="8954"/>
                </a:cubicBezTo>
                <a:lnTo>
                  <a:pt x="7751" y="10123"/>
                </a:lnTo>
                <a:lnTo>
                  <a:pt x="7751" y="12648"/>
                </a:lnTo>
                <a:lnTo>
                  <a:pt x="4219" y="12648"/>
                </a:lnTo>
                <a:lnTo>
                  <a:pt x="4219" y="19020"/>
                </a:lnTo>
                <a:lnTo>
                  <a:pt x="2430" y="19020"/>
                </a:lnTo>
                <a:lnTo>
                  <a:pt x="2430" y="20204"/>
                </a:lnTo>
                <a:lnTo>
                  <a:pt x="17774" y="20204"/>
                </a:lnTo>
                <a:lnTo>
                  <a:pt x="17774" y="19020"/>
                </a:lnTo>
                <a:lnTo>
                  <a:pt x="15984" y="19020"/>
                </a:lnTo>
                <a:lnTo>
                  <a:pt x="15984" y="12648"/>
                </a:lnTo>
                <a:lnTo>
                  <a:pt x="12453" y="12648"/>
                </a:lnTo>
                <a:lnTo>
                  <a:pt x="12453" y="10123"/>
                </a:lnTo>
                <a:lnTo>
                  <a:pt x="14719" y="8954"/>
                </a:lnTo>
                <a:cubicBezTo>
                  <a:pt x="15386" y="8610"/>
                  <a:pt x="15964" y="8114"/>
                  <a:pt x="16408" y="7508"/>
                </a:cubicBezTo>
                <a:lnTo>
                  <a:pt x="18129" y="7508"/>
                </a:lnTo>
                <a:cubicBezTo>
                  <a:pt x="19274" y="7506"/>
                  <a:pt x="20203" y="6577"/>
                  <a:pt x="20204" y="5432"/>
                </a:cubicBezTo>
                <a:lnTo>
                  <a:pt x="20204" y="3365"/>
                </a:lnTo>
                <a:cubicBezTo>
                  <a:pt x="20203" y="2219"/>
                  <a:pt x="19274" y="1291"/>
                  <a:pt x="18129" y="1289"/>
                </a:cubicBezTo>
                <a:lnTo>
                  <a:pt x="17333" y="1289"/>
                </a:lnTo>
                <a:lnTo>
                  <a:pt x="1733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698" name="Google Shape;19698;p91"/>
          <p:cNvGrpSpPr/>
          <p:nvPr/>
        </p:nvGrpSpPr>
        <p:grpSpPr>
          <a:xfrm>
            <a:off x="1755725" y="3983009"/>
            <a:ext cx="362727" cy="362660"/>
            <a:chOff x="2833989" y="3631440"/>
            <a:chExt cx="375377" cy="375308"/>
          </a:xfrm>
        </p:grpSpPr>
        <p:sp>
          <p:nvSpPr>
            <p:cNvPr id="19699" name="Google Shape;19699;p91"/>
            <p:cNvSpPr/>
            <p:nvPr/>
          </p:nvSpPr>
          <p:spPr>
            <a:xfrm>
              <a:off x="2833989" y="3631440"/>
              <a:ext cx="375377" cy="375308"/>
            </a:xfrm>
            <a:custGeom>
              <a:rect b="b" l="l" r="r" t="t"/>
              <a:pathLst>
                <a:path extrusionOk="0" h="20205" w="20206">
                  <a:moveTo>
                    <a:pt x="13394" y="1185"/>
                  </a:moveTo>
                  <a:lnTo>
                    <a:pt x="11167" y="3872"/>
                  </a:lnTo>
                  <a:lnTo>
                    <a:pt x="1184" y="3872"/>
                  </a:lnTo>
                  <a:lnTo>
                    <a:pt x="1184" y="1185"/>
                  </a:lnTo>
                  <a:close/>
                  <a:moveTo>
                    <a:pt x="19021" y="1185"/>
                  </a:moveTo>
                  <a:lnTo>
                    <a:pt x="19021" y="16697"/>
                  </a:lnTo>
                  <a:lnTo>
                    <a:pt x="16132" y="16697"/>
                  </a:lnTo>
                  <a:cubicBezTo>
                    <a:pt x="16730" y="15652"/>
                    <a:pt x="17045" y="14468"/>
                    <a:pt x="17043" y="13265"/>
                  </a:cubicBezTo>
                  <a:cubicBezTo>
                    <a:pt x="17043" y="9438"/>
                    <a:pt x="13929" y="6325"/>
                    <a:pt x="10102" y="6325"/>
                  </a:cubicBezTo>
                  <a:cubicBezTo>
                    <a:pt x="6275" y="6325"/>
                    <a:pt x="3162" y="9438"/>
                    <a:pt x="3162" y="13265"/>
                  </a:cubicBezTo>
                  <a:cubicBezTo>
                    <a:pt x="3161" y="14468"/>
                    <a:pt x="3475" y="15652"/>
                    <a:pt x="4072" y="16697"/>
                  </a:cubicBezTo>
                  <a:lnTo>
                    <a:pt x="1184" y="16697"/>
                  </a:lnTo>
                  <a:lnTo>
                    <a:pt x="1184" y="5056"/>
                  </a:lnTo>
                  <a:lnTo>
                    <a:pt x="11723" y="5056"/>
                  </a:lnTo>
                  <a:lnTo>
                    <a:pt x="14932" y="1185"/>
                  </a:lnTo>
                  <a:close/>
                  <a:moveTo>
                    <a:pt x="10102" y="7509"/>
                  </a:moveTo>
                  <a:cubicBezTo>
                    <a:pt x="13276" y="7509"/>
                    <a:pt x="15859" y="10090"/>
                    <a:pt x="15859" y="13265"/>
                  </a:cubicBezTo>
                  <a:cubicBezTo>
                    <a:pt x="15859" y="16439"/>
                    <a:pt x="13276" y="19020"/>
                    <a:pt x="10102" y="19020"/>
                  </a:cubicBezTo>
                  <a:cubicBezTo>
                    <a:pt x="6929" y="19020"/>
                    <a:pt x="4346" y="16439"/>
                    <a:pt x="4346" y="13265"/>
                  </a:cubicBezTo>
                  <a:cubicBezTo>
                    <a:pt x="4346" y="10090"/>
                    <a:pt x="6928" y="7509"/>
                    <a:pt x="10102" y="7509"/>
                  </a:cubicBezTo>
                  <a:close/>
                  <a:moveTo>
                    <a:pt x="0" y="1"/>
                  </a:moveTo>
                  <a:lnTo>
                    <a:pt x="0" y="17881"/>
                  </a:lnTo>
                  <a:lnTo>
                    <a:pt x="4926" y="17881"/>
                  </a:lnTo>
                  <a:cubicBezTo>
                    <a:pt x="6196" y="19305"/>
                    <a:pt x="8046" y="20204"/>
                    <a:pt x="10102" y="20204"/>
                  </a:cubicBezTo>
                  <a:cubicBezTo>
                    <a:pt x="12158" y="20204"/>
                    <a:pt x="14008" y="19305"/>
                    <a:pt x="15280" y="17881"/>
                  </a:cubicBezTo>
                  <a:lnTo>
                    <a:pt x="20205" y="17881"/>
                  </a:lnTo>
                  <a:lnTo>
                    <a:pt x="2020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0" name="Google Shape;19700;p91"/>
            <p:cNvSpPr/>
            <p:nvPr/>
          </p:nvSpPr>
          <p:spPr>
            <a:xfrm>
              <a:off x="2881139" y="3667439"/>
              <a:ext cx="22014" cy="22123"/>
            </a:xfrm>
            <a:custGeom>
              <a:rect b="b" l="l" r="r" t="t"/>
              <a:pathLst>
                <a:path extrusionOk="0" h="1191" w="1185">
                  <a:moveTo>
                    <a:pt x="0" y="1"/>
                  </a:moveTo>
                  <a:lnTo>
                    <a:pt x="0" y="1190"/>
                  </a:lnTo>
                  <a:lnTo>
                    <a:pt x="1184" y="1190"/>
                  </a:lnTo>
                  <a:lnTo>
                    <a:pt x="11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1" name="Google Shape;19701;p91"/>
            <p:cNvSpPr/>
            <p:nvPr/>
          </p:nvSpPr>
          <p:spPr>
            <a:xfrm>
              <a:off x="2921712" y="3667439"/>
              <a:ext cx="22014" cy="22123"/>
            </a:xfrm>
            <a:custGeom>
              <a:rect b="b" l="l" r="r" t="t"/>
              <a:pathLst>
                <a:path extrusionOk="0" h="1191" w="1185">
                  <a:moveTo>
                    <a:pt x="1" y="1"/>
                  </a:moveTo>
                  <a:lnTo>
                    <a:pt x="1" y="1190"/>
                  </a:lnTo>
                  <a:lnTo>
                    <a:pt x="1185" y="1190"/>
                  </a:lnTo>
                  <a:lnTo>
                    <a:pt x="118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2" name="Google Shape;19702;p91"/>
            <p:cNvSpPr/>
            <p:nvPr/>
          </p:nvSpPr>
          <p:spPr>
            <a:xfrm>
              <a:off x="2962267" y="3667439"/>
              <a:ext cx="22014" cy="22123"/>
            </a:xfrm>
            <a:custGeom>
              <a:rect b="b" l="l" r="r" t="t"/>
              <a:pathLst>
                <a:path extrusionOk="0" h="1191" w="1185">
                  <a:moveTo>
                    <a:pt x="0" y="1"/>
                  </a:moveTo>
                  <a:lnTo>
                    <a:pt x="0" y="1190"/>
                  </a:lnTo>
                  <a:lnTo>
                    <a:pt x="1184" y="1190"/>
                  </a:lnTo>
                  <a:lnTo>
                    <a:pt x="11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3" name="Google Shape;19703;p91"/>
            <p:cNvSpPr/>
            <p:nvPr/>
          </p:nvSpPr>
          <p:spPr>
            <a:xfrm>
              <a:off x="2935813" y="3791966"/>
              <a:ext cx="171730" cy="171726"/>
            </a:xfrm>
            <a:custGeom>
              <a:rect b="b" l="l" r="r" t="t"/>
              <a:pathLst>
                <a:path extrusionOk="0" h="9245" w="9244">
                  <a:moveTo>
                    <a:pt x="4621" y="1184"/>
                  </a:moveTo>
                  <a:cubicBezTo>
                    <a:pt x="6517" y="1184"/>
                    <a:pt x="8059" y="2726"/>
                    <a:pt x="8059" y="4623"/>
                  </a:cubicBezTo>
                  <a:cubicBezTo>
                    <a:pt x="8059" y="6519"/>
                    <a:pt x="6517" y="8061"/>
                    <a:pt x="4621" y="8061"/>
                  </a:cubicBezTo>
                  <a:cubicBezTo>
                    <a:pt x="2726" y="8061"/>
                    <a:pt x="1184" y="6519"/>
                    <a:pt x="1184" y="4623"/>
                  </a:cubicBezTo>
                  <a:cubicBezTo>
                    <a:pt x="1184" y="2726"/>
                    <a:pt x="2726" y="1184"/>
                    <a:pt x="4621" y="1184"/>
                  </a:cubicBezTo>
                  <a:close/>
                  <a:moveTo>
                    <a:pt x="4621" y="0"/>
                  </a:moveTo>
                  <a:cubicBezTo>
                    <a:pt x="2072" y="0"/>
                    <a:pt x="0" y="2074"/>
                    <a:pt x="0" y="4623"/>
                  </a:cubicBezTo>
                  <a:cubicBezTo>
                    <a:pt x="0" y="7171"/>
                    <a:pt x="2072" y="9245"/>
                    <a:pt x="4621" y="9245"/>
                  </a:cubicBezTo>
                  <a:cubicBezTo>
                    <a:pt x="7170" y="9245"/>
                    <a:pt x="9243" y="7171"/>
                    <a:pt x="9243" y="4623"/>
                  </a:cubicBezTo>
                  <a:cubicBezTo>
                    <a:pt x="9243" y="2074"/>
                    <a:pt x="7170" y="0"/>
                    <a:pt x="4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4" name="Google Shape;19704;p91"/>
            <p:cNvSpPr/>
            <p:nvPr/>
          </p:nvSpPr>
          <p:spPr>
            <a:xfrm>
              <a:off x="3010661" y="3835951"/>
              <a:ext cx="46202" cy="52902"/>
            </a:xfrm>
            <a:custGeom>
              <a:rect b="b" l="l" r="r" t="t"/>
              <a:pathLst>
                <a:path extrusionOk="0" h="2848" w="2487">
                  <a:moveTo>
                    <a:pt x="1" y="0"/>
                  </a:moveTo>
                  <a:lnTo>
                    <a:pt x="1" y="2847"/>
                  </a:lnTo>
                  <a:lnTo>
                    <a:pt x="2487" y="2847"/>
                  </a:lnTo>
                  <a:lnTo>
                    <a:pt x="2487" y="1663"/>
                  </a:lnTo>
                  <a:lnTo>
                    <a:pt x="1185" y="1663"/>
                  </a:lnTo>
                  <a:lnTo>
                    <a:pt x="118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705" name="Google Shape;19705;p91"/>
          <p:cNvSpPr/>
          <p:nvPr/>
        </p:nvSpPr>
        <p:spPr>
          <a:xfrm>
            <a:off x="2519024" y="3989167"/>
            <a:ext cx="362748" cy="362680"/>
          </a:xfrm>
          <a:custGeom>
            <a:rect b="b" l="l" r="r" t="t"/>
            <a:pathLst>
              <a:path extrusionOk="0" h="20205" w="20206">
                <a:moveTo>
                  <a:pt x="12497" y="7252"/>
                </a:moveTo>
                <a:lnTo>
                  <a:pt x="12497" y="7302"/>
                </a:lnTo>
                <a:cubicBezTo>
                  <a:pt x="12495" y="7888"/>
                  <a:pt x="12021" y="8365"/>
                  <a:pt x="11434" y="8366"/>
                </a:cubicBezTo>
                <a:lnTo>
                  <a:pt x="10695" y="8366"/>
                </a:lnTo>
                <a:lnTo>
                  <a:pt x="10695" y="8315"/>
                </a:lnTo>
                <a:cubicBezTo>
                  <a:pt x="10695" y="7729"/>
                  <a:pt x="11171" y="7254"/>
                  <a:pt x="11758" y="7252"/>
                </a:cubicBezTo>
                <a:close/>
                <a:moveTo>
                  <a:pt x="9894" y="1185"/>
                </a:moveTo>
                <a:cubicBezTo>
                  <a:pt x="12010" y="1185"/>
                  <a:pt x="13817" y="2763"/>
                  <a:pt x="14096" y="4858"/>
                </a:cubicBezTo>
                <a:lnTo>
                  <a:pt x="14172" y="5429"/>
                </a:lnTo>
                <a:lnTo>
                  <a:pt x="14747" y="5367"/>
                </a:lnTo>
                <a:cubicBezTo>
                  <a:pt x="14886" y="5352"/>
                  <a:pt x="15027" y="5344"/>
                  <a:pt x="15168" y="5344"/>
                </a:cubicBezTo>
                <a:cubicBezTo>
                  <a:pt x="17292" y="5344"/>
                  <a:pt x="19020" y="7072"/>
                  <a:pt x="19020" y="9196"/>
                </a:cubicBezTo>
                <a:cubicBezTo>
                  <a:pt x="19020" y="11183"/>
                  <a:pt x="17509" y="12823"/>
                  <a:pt x="15575" y="13027"/>
                </a:cubicBezTo>
                <a:cubicBezTo>
                  <a:pt x="15319" y="12347"/>
                  <a:pt x="14871" y="11754"/>
                  <a:pt x="14284" y="11322"/>
                </a:cubicBezTo>
                <a:cubicBezTo>
                  <a:pt x="13649" y="10857"/>
                  <a:pt x="12904" y="10615"/>
                  <a:pt x="12131" y="10615"/>
                </a:cubicBezTo>
                <a:cubicBezTo>
                  <a:pt x="11890" y="10615"/>
                  <a:pt x="11646" y="10639"/>
                  <a:pt x="11402" y="10686"/>
                </a:cubicBezTo>
                <a:cubicBezTo>
                  <a:pt x="11190" y="10736"/>
                  <a:pt x="10980" y="10795"/>
                  <a:pt x="10772" y="10865"/>
                </a:cubicBezTo>
                <a:lnTo>
                  <a:pt x="10772" y="10431"/>
                </a:lnTo>
                <a:cubicBezTo>
                  <a:pt x="10772" y="10134"/>
                  <a:pt x="10735" y="9837"/>
                  <a:pt x="10659" y="9550"/>
                </a:cubicBezTo>
                <a:lnTo>
                  <a:pt x="11434" y="9550"/>
                </a:lnTo>
                <a:cubicBezTo>
                  <a:pt x="12674" y="9549"/>
                  <a:pt x="13681" y="8542"/>
                  <a:pt x="13682" y="7302"/>
                </a:cubicBezTo>
                <a:lnTo>
                  <a:pt x="13682" y="6067"/>
                </a:lnTo>
                <a:lnTo>
                  <a:pt x="11759" y="6067"/>
                </a:lnTo>
                <a:cubicBezTo>
                  <a:pt x="10692" y="6067"/>
                  <a:pt x="9796" y="6815"/>
                  <a:pt x="9567" y="7814"/>
                </a:cubicBezTo>
                <a:cubicBezTo>
                  <a:pt x="8945" y="7278"/>
                  <a:pt x="8149" y="6984"/>
                  <a:pt x="7328" y="6984"/>
                </a:cubicBezTo>
                <a:lnTo>
                  <a:pt x="7328" y="8168"/>
                </a:lnTo>
                <a:cubicBezTo>
                  <a:pt x="8576" y="8171"/>
                  <a:pt x="9587" y="9183"/>
                  <a:pt x="9588" y="10431"/>
                </a:cubicBezTo>
                <a:lnTo>
                  <a:pt x="9588" y="10865"/>
                </a:lnTo>
                <a:cubicBezTo>
                  <a:pt x="9382" y="10795"/>
                  <a:pt x="9172" y="10736"/>
                  <a:pt x="8958" y="10686"/>
                </a:cubicBezTo>
                <a:cubicBezTo>
                  <a:pt x="8715" y="10639"/>
                  <a:pt x="8471" y="10615"/>
                  <a:pt x="8230" y="10615"/>
                </a:cubicBezTo>
                <a:cubicBezTo>
                  <a:pt x="7458" y="10615"/>
                  <a:pt x="6712" y="10857"/>
                  <a:pt x="6077" y="11322"/>
                </a:cubicBezTo>
                <a:cubicBezTo>
                  <a:pt x="5486" y="11758"/>
                  <a:pt x="5033" y="12358"/>
                  <a:pt x="4778" y="13048"/>
                </a:cubicBezTo>
                <a:lnTo>
                  <a:pt x="4336" y="13048"/>
                </a:lnTo>
                <a:cubicBezTo>
                  <a:pt x="2598" y="13048"/>
                  <a:pt x="1184" y="11634"/>
                  <a:pt x="1184" y="9897"/>
                </a:cubicBezTo>
                <a:cubicBezTo>
                  <a:pt x="1184" y="8159"/>
                  <a:pt x="2598" y="6745"/>
                  <a:pt x="4336" y="6745"/>
                </a:cubicBezTo>
                <a:cubicBezTo>
                  <a:pt x="4561" y="6745"/>
                  <a:pt x="4785" y="6769"/>
                  <a:pt x="5006" y="6816"/>
                </a:cubicBezTo>
                <a:lnTo>
                  <a:pt x="5860" y="7003"/>
                </a:lnTo>
                <a:lnTo>
                  <a:pt x="5715" y="6140"/>
                </a:lnTo>
                <a:cubicBezTo>
                  <a:pt x="5675" y="5904"/>
                  <a:pt x="5656" y="5664"/>
                  <a:pt x="5656" y="5423"/>
                </a:cubicBezTo>
                <a:cubicBezTo>
                  <a:pt x="5656" y="3087"/>
                  <a:pt x="7556" y="1185"/>
                  <a:pt x="9894" y="1185"/>
                </a:cubicBezTo>
                <a:close/>
                <a:moveTo>
                  <a:pt x="12125" y="11799"/>
                </a:moveTo>
                <a:cubicBezTo>
                  <a:pt x="12649" y="11799"/>
                  <a:pt x="13154" y="11963"/>
                  <a:pt x="13584" y="12276"/>
                </a:cubicBezTo>
                <a:cubicBezTo>
                  <a:pt x="14162" y="12702"/>
                  <a:pt x="14542" y="13365"/>
                  <a:pt x="14626" y="14098"/>
                </a:cubicBezTo>
                <a:cubicBezTo>
                  <a:pt x="14720" y="14919"/>
                  <a:pt x="14583" y="15848"/>
                  <a:pt x="14242" y="16711"/>
                </a:cubicBezTo>
                <a:cubicBezTo>
                  <a:pt x="13851" y="17698"/>
                  <a:pt x="13248" y="18449"/>
                  <a:pt x="12543" y="18825"/>
                </a:cubicBezTo>
                <a:cubicBezTo>
                  <a:pt x="12301" y="18955"/>
                  <a:pt x="12029" y="19020"/>
                  <a:pt x="11755" y="19020"/>
                </a:cubicBezTo>
                <a:cubicBezTo>
                  <a:pt x="11497" y="19020"/>
                  <a:pt x="11237" y="18962"/>
                  <a:pt x="10995" y="18847"/>
                </a:cubicBezTo>
                <a:lnTo>
                  <a:pt x="10180" y="18456"/>
                </a:lnTo>
                <a:lnTo>
                  <a:pt x="9366" y="18847"/>
                </a:lnTo>
                <a:cubicBezTo>
                  <a:pt x="9125" y="18962"/>
                  <a:pt x="8865" y="19020"/>
                  <a:pt x="8607" y="19020"/>
                </a:cubicBezTo>
                <a:cubicBezTo>
                  <a:pt x="8332" y="19020"/>
                  <a:pt x="8061" y="18955"/>
                  <a:pt x="7818" y="18825"/>
                </a:cubicBezTo>
                <a:cubicBezTo>
                  <a:pt x="7113" y="18449"/>
                  <a:pt x="6510" y="17698"/>
                  <a:pt x="6119" y="16711"/>
                </a:cubicBezTo>
                <a:cubicBezTo>
                  <a:pt x="5777" y="15848"/>
                  <a:pt x="5639" y="14921"/>
                  <a:pt x="5733" y="14098"/>
                </a:cubicBezTo>
                <a:cubicBezTo>
                  <a:pt x="5817" y="13365"/>
                  <a:pt x="6196" y="12702"/>
                  <a:pt x="6776" y="12276"/>
                </a:cubicBezTo>
                <a:cubicBezTo>
                  <a:pt x="7205" y="11963"/>
                  <a:pt x="7710" y="11799"/>
                  <a:pt x="8235" y="11799"/>
                </a:cubicBezTo>
                <a:cubicBezTo>
                  <a:pt x="8399" y="11799"/>
                  <a:pt x="8565" y="11815"/>
                  <a:pt x="8731" y="11848"/>
                </a:cubicBezTo>
                <a:cubicBezTo>
                  <a:pt x="8937" y="11888"/>
                  <a:pt x="9591" y="12100"/>
                  <a:pt x="9745" y="12224"/>
                </a:cubicBezTo>
                <a:lnTo>
                  <a:pt x="10180" y="12718"/>
                </a:lnTo>
                <a:lnTo>
                  <a:pt x="10616" y="12224"/>
                </a:lnTo>
                <a:cubicBezTo>
                  <a:pt x="10768" y="12100"/>
                  <a:pt x="11422" y="11888"/>
                  <a:pt x="11628" y="11848"/>
                </a:cubicBezTo>
                <a:cubicBezTo>
                  <a:pt x="11794" y="11815"/>
                  <a:pt x="11960" y="11799"/>
                  <a:pt x="12125" y="11799"/>
                </a:cubicBezTo>
                <a:close/>
                <a:moveTo>
                  <a:pt x="9894" y="1"/>
                </a:moveTo>
                <a:cubicBezTo>
                  <a:pt x="6904" y="1"/>
                  <a:pt x="4472" y="2433"/>
                  <a:pt x="4472" y="5423"/>
                </a:cubicBezTo>
                <a:cubicBezTo>
                  <a:pt x="4472" y="5470"/>
                  <a:pt x="4472" y="5516"/>
                  <a:pt x="4473" y="5562"/>
                </a:cubicBezTo>
                <a:cubicBezTo>
                  <a:pt x="4427" y="5561"/>
                  <a:pt x="4382" y="5561"/>
                  <a:pt x="4336" y="5561"/>
                </a:cubicBezTo>
                <a:cubicBezTo>
                  <a:pt x="1946" y="5561"/>
                  <a:pt x="0" y="7506"/>
                  <a:pt x="0" y="9897"/>
                </a:cubicBezTo>
                <a:cubicBezTo>
                  <a:pt x="0" y="12287"/>
                  <a:pt x="1946" y="14232"/>
                  <a:pt x="4336" y="14232"/>
                </a:cubicBezTo>
                <a:lnTo>
                  <a:pt x="4536" y="14232"/>
                </a:lnTo>
                <a:cubicBezTo>
                  <a:pt x="4475" y="15173"/>
                  <a:pt x="4642" y="16197"/>
                  <a:pt x="5018" y="17145"/>
                </a:cubicBezTo>
                <a:cubicBezTo>
                  <a:pt x="5368" y="18029"/>
                  <a:pt x="6041" y="19217"/>
                  <a:pt x="7261" y="19870"/>
                </a:cubicBezTo>
                <a:cubicBezTo>
                  <a:pt x="7676" y="20092"/>
                  <a:pt x="8139" y="20203"/>
                  <a:pt x="8605" y="20203"/>
                </a:cubicBezTo>
                <a:cubicBezTo>
                  <a:pt x="9039" y="20203"/>
                  <a:pt x="9475" y="20107"/>
                  <a:pt x="9878" y="19913"/>
                </a:cubicBezTo>
                <a:lnTo>
                  <a:pt x="10181" y="19768"/>
                </a:lnTo>
                <a:lnTo>
                  <a:pt x="10484" y="19915"/>
                </a:lnTo>
                <a:cubicBezTo>
                  <a:pt x="10881" y="20106"/>
                  <a:pt x="11316" y="20204"/>
                  <a:pt x="11756" y="20204"/>
                </a:cubicBezTo>
                <a:cubicBezTo>
                  <a:pt x="11759" y="20204"/>
                  <a:pt x="11762" y="20204"/>
                  <a:pt x="11765" y="20204"/>
                </a:cubicBezTo>
                <a:cubicBezTo>
                  <a:pt x="12231" y="20204"/>
                  <a:pt x="12691" y="20089"/>
                  <a:pt x="13103" y="19870"/>
                </a:cubicBezTo>
                <a:cubicBezTo>
                  <a:pt x="14321" y="19219"/>
                  <a:pt x="14995" y="18029"/>
                  <a:pt x="15344" y="17147"/>
                </a:cubicBezTo>
                <a:cubicBezTo>
                  <a:pt x="15726" y="16182"/>
                  <a:pt x="15893" y="15143"/>
                  <a:pt x="15825" y="14190"/>
                </a:cubicBezTo>
                <a:cubicBezTo>
                  <a:pt x="18293" y="13868"/>
                  <a:pt x="20205" y="11751"/>
                  <a:pt x="20205" y="9196"/>
                </a:cubicBezTo>
                <a:lnTo>
                  <a:pt x="20204" y="9196"/>
                </a:lnTo>
                <a:cubicBezTo>
                  <a:pt x="20204" y="6419"/>
                  <a:pt x="17946" y="4160"/>
                  <a:pt x="15169" y="4160"/>
                </a:cubicBezTo>
                <a:cubicBezTo>
                  <a:pt x="14584" y="1721"/>
                  <a:pt x="12403" y="1"/>
                  <a:pt x="9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6" name="Google Shape;19706;p91"/>
          <p:cNvSpPr/>
          <p:nvPr/>
        </p:nvSpPr>
        <p:spPr>
          <a:xfrm>
            <a:off x="3292502" y="3985583"/>
            <a:ext cx="321116" cy="362680"/>
          </a:xfrm>
          <a:custGeom>
            <a:rect b="b" l="l" r="r" t="t"/>
            <a:pathLst>
              <a:path extrusionOk="0" h="20205" w="17887">
                <a:moveTo>
                  <a:pt x="8084" y="6417"/>
                </a:moveTo>
                <a:cubicBezTo>
                  <a:pt x="8258" y="6417"/>
                  <a:pt x="8399" y="6558"/>
                  <a:pt x="8400" y="6732"/>
                </a:cubicBezTo>
                <a:lnTo>
                  <a:pt x="8400" y="7489"/>
                </a:lnTo>
                <a:cubicBezTo>
                  <a:pt x="8399" y="7969"/>
                  <a:pt x="8011" y="8357"/>
                  <a:pt x="7531" y="8358"/>
                </a:cubicBezTo>
                <a:cubicBezTo>
                  <a:pt x="6995" y="8358"/>
                  <a:pt x="6561" y="7922"/>
                  <a:pt x="6561" y="7388"/>
                </a:cubicBezTo>
                <a:cubicBezTo>
                  <a:pt x="6561" y="6852"/>
                  <a:pt x="6995" y="6417"/>
                  <a:pt x="7531" y="6417"/>
                </a:cubicBezTo>
                <a:close/>
                <a:moveTo>
                  <a:pt x="7454" y="1181"/>
                </a:moveTo>
                <a:cubicBezTo>
                  <a:pt x="10912" y="1181"/>
                  <a:pt x="13724" y="3994"/>
                  <a:pt x="13724" y="7452"/>
                </a:cubicBezTo>
                <a:cubicBezTo>
                  <a:pt x="13726" y="8618"/>
                  <a:pt x="13400" y="9762"/>
                  <a:pt x="12785" y="10752"/>
                </a:cubicBezTo>
                <a:lnTo>
                  <a:pt x="10661" y="8990"/>
                </a:lnTo>
                <a:cubicBezTo>
                  <a:pt x="11386" y="8761"/>
                  <a:pt x="11881" y="8090"/>
                  <a:pt x="11882" y="7328"/>
                </a:cubicBezTo>
                <a:lnTo>
                  <a:pt x="11882" y="6943"/>
                </a:lnTo>
                <a:cubicBezTo>
                  <a:pt x="11882" y="4699"/>
                  <a:pt x="10056" y="2873"/>
                  <a:pt x="7812" y="2873"/>
                </a:cubicBezTo>
                <a:lnTo>
                  <a:pt x="7177" y="2873"/>
                </a:lnTo>
                <a:cubicBezTo>
                  <a:pt x="4933" y="2873"/>
                  <a:pt x="3108" y="4699"/>
                  <a:pt x="3108" y="6943"/>
                </a:cubicBezTo>
                <a:lnTo>
                  <a:pt x="3108" y="7716"/>
                </a:lnTo>
                <a:cubicBezTo>
                  <a:pt x="3108" y="10053"/>
                  <a:pt x="5010" y="11955"/>
                  <a:pt x="7346" y="11955"/>
                </a:cubicBezTo>
                <a:lnTo>
                  <a:pt x="8008" y="11955"/>
                </a:lnTo>
                <a:lnTo>
                  <a:pt x="8008" y="10771"/>
                </a:lnTo>
                <a:lnTo>
                  <a:pt x="7346" y="10771"/>
                </a:lnTo>
                <a:cubicBezTo>
                  <a:pt x="5662" y="10771"/>
                  <a:pt x="4291" y="9401"/>
                  <a:pt x="4291" y="7716"/>
                </a:cubicBezTo>
                <a:lnTo>
                  <a:pt x="4291" y="6943"/>
                </a:lnTo>
                <a:cubicBezTo>
                  <a:pt x="4291" y="5351"/>
                  <a:pt x="5586" y="4057"/>
                  <a:pt x="7177" y="4057"/>
                </a:cubicBezTo>
                <a:lnTo>
                  <a:pt x="7812" y="4057"/>
                </a:lnTo>
                <a:cubicBezTo>
                  <a:pt x="9404" y="4057"/>
                  <a:pt x="10698" y="5351"/>
                  <a:pt x="10698" y="6943"/>
                </a:cubicBezTo>
                <a:lnTo>
                  <a:pt x="10698" y="7328"/>
                </a:lnTo>
                <a:cubicBezTo>
                  <a:pt x="10698" y="7636"/>
                  <a:pt x="10449" y="7885"/>
                  <a:pt x="10141" y="7885"/>
                </a:cubicBezTo>
                <a:cubicBezTo>
                  <a:pt x="9834" y="7885"/>
                  <a:pt x="9584" y="7636"/>
                  <a:pt x="9584" y="7328"/>
                </a:cubicBezTo>
                <a:lnTo>
                  <a:pt x="9584" y="6734"/>
                </a:lnTo>
                <a:cubicBezTo>
                  <a:pt x="9583" y="5905"/>
                  <a:pt x="8912" y="5235"/>
                  <a:pt x="8084" y="5233"/>
                </a:cubicBezTo>
                <a:lnTo>
                  <a:pt x="7531" y="5233"/>
                </a:lnTo>
                <a:cubicBezTo>
                  <a:pt x="6341" y="5233"/>
                  <a:pt x="5377" y="6198"/>
                  <a:pt x="5377" y="7388"/>
                </a:cubicBezTo>
                <a:cubicBezTo>
                  <a:pt x="5377" y="8578"/>
                  <a:pt x="6341" y="9542"/>
                  <a:pt x="7531" y="9542"/>
                </a:cubicBezTo>
                <a:cubicBezTo>
                  <a:pt x="8161" y="9542"/>
                  <a:pt x="8756" y="9253"/>
                  <a:pt x="9145" y="8757"/>
                </a:cubicBezTo>
                <a:cubicBezTo>
                  <a:pt x="9434" y="8959"/>
                  <a:pt x="9780" y="9069"/>
                  <a:pt x="10133" y="9069"/>
                </a:cubicBezTo>
                <a:cubicBezTo>
                  <a:pt x="10135" y="9069"/>
                  <a:pt x="10137" y="9069"/>
                  <a:pt x="10140" y="9069"/>
                </a:cubicBezTo>
                <a:lnTo>
                  <a:pt x="10190" y="9069"/>
                </a:lnTo>
                <a:lnTo>
                  <a:pt x="10237" y="13070"/>
                </a:lnTo>
                <a:cubicBezTo>
                  <a:pt x="9375" y="13499"/>
                  <a:pt x="8426" y="13723"/>
                  <a:pt x="7463" y="13723"/>
                </a:cubicBezTo>
                <a:cubicBezTo>
                  <a:pt x="7460" y="13723"/>
                  <a:pt x="7457" y="13723"/>
                  <a:pt x="7454" y="13723"/>
                </a:cubicBezTo>
                <a:cubicBezTo>
                  <a:pt x="3997" y="13723"/>
                  <a:pt x="1184" y="10910"/>
                  <a:pt x="1184" y="7452"/>
                </a:cubicBezTo>
                <a:cubicBezTo>
                  <a:pt x="1184" y="3996"/>
                  <a:pt x="3997" y="1181"/>
                  <a:pt x="7454" y="1181"/>
                </a:cubicBezTo>
                <a:close/>
                <a:moveTo>
                  <a:pt x="11398" y="11140"/>
                </a:moveTo>
                <a:lnTo>
                  <a:pt x="15706" y="14711"/>
                </a:lnTo>
                <a:lnTo>
                  <a:pt x="14142" y="15456"/>
                </a:lnTo>
                <a:lnTo>
                  <a:pt x="15398" y="18093"/>
                </a:lnTo>
                <a:lnTo>
                  <a:pt x="14281" y="18624"/>
                </a:lnTo>
                <a:lnTo>
                  <a:pt x="13024" y="15989"/>
                </a:lnTo>
                <a:lnTo>
                  <a:pt x="11461" y="16734"/>
                </a:lnTo>
                <a:lnTo>
                  <a:pt x="11398" y="11140"/>
                </a:lnTo>
                <a:close/>
                <a:moveTo>
                  <a:pt x="7454" y="0"/>
                </a:moveTo>
                <a:cubicBezTo>
                  <a:pt x="3345" y="0"/>
                  <a:pt x="1" y="3343"/>
                  <a:pt x="1" y="7454"/>
                </a:cubicBezTo>
                <a:cubicBezTo>
                  <a:pt x="1" y="11564"/>
                  <a:pt x="3343" y="14907"/>
                  <a:pt x="7454" y="14907"/>
                </a:cubicBezTo>
                <a:cubicBezTo>
                  <a:pt x="7458" y="14907"/>
                  <a:pt x="7461" y="14907"/>
                  <a:pt x="7465" y="14907"/>
                </a:cubicBezTo>
                <a:cubicBezTo>
                  <a:pt x="8420" y="14907"/>
                  <a:pt x="9365" y="14722"/>
                  <a:pt x="10250" y="14362"/>
                </a:cubicBezTo>
                <a:lnTo>
                  <a:pt x="10299" y="18602"/>
                </a:lnTo>
                <a:lnTo>
                  <a:pt x="12466" y="17567"/>
                </a:lnTo>
                <a:lnTo>
                  <a:pt x="13723" y="20204"/>
                </a:lnTo>
                <a:lnTo>
                  <a:pt x="16978" y="18653"/>
                </a:lnTo>
                <a:lnTo>
                  <a:pt x="15721" y="16016"/>
                </a:lnTo>
                <a:lnTo>
                  <a:pt x="17887" y="14981"/>
                </a:lnTo>
                <a:lnTo>
                  <a:pt x="13702" y="11513"/>
                </a:lnTo>
                <a:cubicBezTo>
                  <a:pt x="14490" y="10307"/>
                  <a:pt x="14910" y="8896"/>
                  <a:pt x="14908" y="7454"/>
                </a:cubicBezTo>
                <a:cubicBezTo>
                  <a:pt x="14908" y="3343"/>
                  <a:pt x="11564" y="0"/>
                  <a:pt x="7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707" name="Google Shape;19707;p91"/>
          <p:cNvGrpSpPr/>
          <p:nvPr/>
        </p:nvGrpSpPr>
        <p:grpSpPr>
          <a:xfrm>
            <a:off x="4016418" y="3985616"/>
            <a:ext cx="362727" cy="362642"/>
            <a:chOff x="4234881" y="3611342"/>
            <a:chExt cx="375377" cy="375289"/>
          </a:xfrm>
        </p:grpSpPr>
        <p:sp>
          <p:nvSpPr>
            <p:cNvPr id="19708" name="Google Shape;19708;p91"/>
            <p:cNvSpPr/>
            <p:nvPr/>
          </p:nvSpPr>
          <p:spPr>
            <a:xfrm>
              <a:off x="4234881" y="3611342"/>
              <a:ext cx="375377" cy="375289"/>
            </a:xfrm>
            <a:custGeom>
              <a:rect b="b" l="l" r="r" t="t"/>
              <a:pathLst>
                <a:path extrusionOk="0" h="20204" w="20206">
                  <a:moveTo>
                    <a:pt x="19022" y="1184"/>
                  </a:moveTo>
                  <a:lnTo>
                    <a:pt x="19022" y="13022"/>
                  </a:lnTo>
                  <a:lnTo>
                    <a:pt x="1184" y="13022"/>
                  </a:lnTo>
                  <a:lnTo>
                    <a:pt x="1184" y="1184"/>
                  </a:lnTo>
                  <a:close/>
                  <a:moveTo>
                    <a:pt x="19022" y="14206"/>
                  </a:moveTo>
                  <a:lnTo>
                    <a:pt x="19022" y="15666"/>
                  </a:lnTo>
                  <a:lnTo>
                    <a:pt x="1184" y="15666"/>
                  </a:lnTo>
                  <a:lnTo>
                    <a:pt x="1184" y="14206"/>
                  </a:lnTo>
                  <a:close/>
                  <a:moveTo>
                    <a:pt x="11473" y="16850"/>
                  </a:moveTo>
                  <a:lnTo>
                    <a:pt x="11473" y="17560"/>
                  </a:lnTo>
                  <a:cubicBezTo>
                    <a:pt x="11473" y="18079"/>
                    <a:pt x="11627" y="18588"/>
                    <a:pt x="11915" y="19020"/>
                  </a:cubicBezTo>
                  <a:lnTo>
                    <a:pt x="11913" y="19021"/>
                  </a:lnTo>
                  <a:lnTo>
                    <a:pt x="8293" y="19021"/>
                  </a:lnTo>
                  <a:cubicBezTo>
                    <a:pt x="8581" y="18588"/>
                    <a:pt x="8735" y="18081"/>
                    <a:pt x="8733" y="17561"/>
                  </a:cubicBezTo>
                  <a:lnTo>
                    <a:pt x="8733" y="16850"/>
                  </a:lnTo>
                  <a:close/>
                  <a:moveTo>
                    <a:pt x="0" y="0"/>
                  </a:moveTo>
                  <a:lnTo>
                    <a:pt x="0" y="16850"/>
                  </a:lnTo>
                  <a:lnTo>
                    <a:pt x="7549" y="16850"/>
                  </a:lnTo>
                  <a:lnTo>
                    <a:pt x="7549" y="17560"/>
                  </a:lnTo>
                  <a:cubicBezTo>
                    <a:pt x="7548" y="18366"/>
                    <a:pt x="6894" y="19020"/>
                    <a:pt x="6089" y="19020"/>
                  </a:cubicBezTo>
                  <a:lnTo>
                    <a:pt x="4262" y="19020"/>
                  </a:lnTo>
                  <a:lnTo>
                    <a:pt x="4262" y="20204"/>
                  </a:lnTo>
                  <a:lnTo>
                    <a:pt x="15943" y="20204"/>
                  </a:lnTo>
                  <a:lnTo>
                    <a:pt x="15943" y="19020"/>
                  </a:lnTo>
                  <a:lnTo>
                    <a:pt x="14116" y="19020"/>
                  </a:lnTo>
                  <a:cubicBezTo>
                    <a:pt x="13309" y="19020"/>
                    <a:pt x="12657" y="18366"/>
                    <a:pt x="12655" y="17560"/>
                  </a:cubicBezTo>
                  <a:lnTo>
                    <a:pt x="12655" y="16850"/>
                  </a:lnTo>
                  <a:lnTo>
                    <a:pt x="20206" y="16850"/>
                  </a:lnTo>
                  <a:lnTo>
                    <a:pt x="2020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9" name="Google Shape;19709;p91"/>
            <p:cNvSpPr/>
            <p:nvPr/>
          </p:nvSpPr>
          <p:spPr>
            <a:xfrm>
              <a:off x="4281009" y="3688280"/>
              <a:ext cx="283065" cy="116075"/>
            </a:xfrm>
            <a:custGeom>
              <a:rect b="b" l="l" r="r" t="t"/>
              <a:pathLst>
                <a:path extrusionOk="0" h="6249" w="15237">
                  <a:moveTo>
                    <a:pt x="3939" y="1185"/>
                  </a:moveTo>
                  <a:cubicBezTo>
                    <a:pt x="4724" y="1185"/>
                    <a:pt x="5432" y="1657"/>
                    <a:pt x="5732" y="2383"/>
                  </a:cubicBezTo>
                  <a:cubicBezTo>
                    <a:pt x="6032" y="3107"/>
                    <a:pt x="5865" y="3941"/>
                    <a:pt x="5311" y="4497"/>
                  </a:cubicBezTo>
                  <a:cubicBezTo>
                    <a:pt x="4940" y="4867"/>
                    <a:pt x="4443" y="5064"/>
                    <a:pt x="3939" y="5064"/>
                  </a:cubicBezTo>
                  <a:cubicBezTo>
                    <a:pt x="3689" y="5064"/>
                    <a:pt x="3437" y="5016"/>
                    <a:pt x="3197" y="4916"/>
                  </a:cubicBezTo>
                  <a:cubicBezTo>
                    <a:pt x="2471" y="4616"/>
                    <a:pt x="2000" y="3909"/>
                    <a:pt x="2000" y="3125"/>
                  </a:cubicBezTo>
                  <a:cubicBezTo>
                    <a:pt x="2001" y="2054"/>
                    <a:pt x="2868" y="1187"/>
                    <a:pt x="3939" y="1185"/>
                  </a:cubicBezTo>
                  <a:close/>
                  <a:moveTo>
                    <a:pt x="11300" y="1185"/>
                  </a:moveTo>
                  <a:cubicBezTo>
                    <a:pt x="12083" y="1185"/>
                    <a:pt x="12791" y="1657"/>
                    <a:pt x="13091" y="2383"/>
                  </a:cubicBezTo>
                  <a:cubicBezTo>
                    <a:pt x="13391" y="3107"/>
                    <a:pt x="13226" y="3941"/>
                    <a:pt x="12670" y="4497"/>
                  </a:cubicBezTo>
                  <a:cubicBezTo>
                    <a:pt x="12300" y="4867"/>
                    <a:pt x="11804" y="5064"/>
                    <a:pt x="11299" y="5064"/>
                  </a:cubicBezTo>
                  <a:cubicBezTo>
                    <a:pt x="11049" y="5064"/>
                    <a:pt x="10796" y="5016"/>
                    <a:pt x="10556" y="4916"/>
                  </a:cubicBezTo>
                  <a:cubicBezTo>
                    <a:pt x="9832" y="4616"/>
                    <a:pt x="9359" y="3909"/>
                    <a:pt x="9359" y="3125"/>
                  </a:cubicBezTo>
                  <a:cubicBezTo>
                    <a:pt x="9360" y="2054"/>
                    <a:pt x="10228" y="1187"/>
                    <a:pt x="11300" y="1185"/>
                  </a:cubicBezTo>
                  <a:close/>
                  <a:moveTo>
                    <a:pt x="3942" y="1"/>
                  </a:moveTo>
                  <a:cubicBezTo>
                    <a:pt x="3926" y="1"/>
                    <a:pt x="3909" y="1"/>
                    <a:pt x="3893" y="1"/>
                  </a:cubicBezTo>
                  <a:cubicBezTo>
                    <a:pt x="2761" y="18"/>
                    <a:pt x="1726" y="646"/>
                    <a:pt x="1190" y="1644"/>
                  </a:cubicBezTo>
                  <a:lnTo>
                    <a:pt x="0" y="1644"/>
                  </a:lnTo>
                  <a:lnTo>
                    <a:pt x="0" y="2828"/>
                  </a:lnTo>
                  <a:lnTo>
                    <a:pt x="830" y="2828"/>
                  </a:lnTo>
                  <a:cubicBezTo>
                    <a:pt x="822" y="2925"/>
                    <a:pt x="816" y="3023"/>
                    <a:pt x="816" y="3123"/>
                  </a:cubicBezTo>
                  <a:lnTo>
                    <a:pt x="816" y="3125"/>
                  </a:lnTo>
                  <a:cubicBezTo>
                    <a:pt x="816" y="4848"/>
                    <a:pt x="2217" y="6248"/>
                    <a:pt x="3939" y="6248"/>
                  </a:cubicBezTo>
                  <a:cubicBezTo>
                    <a:pt x="5662" y="6248"/>
                    <a:pt x="7062" y="4848"/>
                    <a:pt x="7062" y="3125"/>
                  </a:cubicBezTo>
                  <a:lnTo>
                    <a:pt x="7062" y="3004"/>
                  </a:lnTo>
                  <a:cubicBezTo>
                    <a:pt x="7062" y="2696"/>
                    <a:pt x="7312" y="2447"/>
                    <a:pt x="7619" y="2447"/>
                  </a:cubicBezTo>
                  <a:cubicBezTo>
                    <a:pt x="7927" y="2447"/>
                    <a:pt x="8175" y="2696"/>
                    <a:pt x="8175" y="3004"/>
                  </a:cubicBezTo>
                  <a:lnTo>
                    <a:pt x="8175" y="3123"/>
                  </a:lnTo>
                  <a:cubicBezTo>
                    <a:pt x="8175" y="4846"/>
                    <a:pt x="9577" y="6248"/>
                    <a:pt x="11300" y="6248"/>
                  </a:cubicBezTo>
                  <a:cubicBezTo>
                    <a:pt x="13021" y="6248"/>
                    <a:pt x="14423" y="4846"/>
                    <a:pt x="14423" y="3123"/>
                  </a:cubicBezTo>
                  <a:cubicBezTo>
                    <a:pt x="14423" y="3023"/>
                    <a:pt x="14417" y="2925"/>
                    <a:pt x="14408" y="2828"/>
                  </a:cubicBezTo>
                  <a:lnTo>
                    <a:pt x="15237" y="2828"/>
                  </a:lnTo>
                  <a:lnTo>
                    <a:pt x="15237" y="1644"/>
                  </a:lnTo>
                  <a:lnTo>
                    <a:pt x="14048" y="1644"/>
                  </a:lnTo>
                  <a:cubicBezTo>
                    <a:pt x="13512" y="646"/>
                    <a:pt x="12478" y="18"/>
                    <a:pt x="11344" y="1"/>
                  </a:cubicBezTo>
                  <a:cubicBezTo>
                    <a:pt x="11328" y="1"/>
                    <a:pt x="11311" y="1"/>
                    <a:pt x="11295" y="1"/>
                  </a:cubicBezTo>
                  <a:cubicBezTo>
                    <a:pt x="10182" y="1"/>
                    <a:pt x="9152" y="596"/>
                    <a:pt x="8594" y="1563"/>
                  </a:cubicBezTo>
                  <a:cubicBezTo>
                    <a:pt x="8300" y="1363"/>
                    <a:pt x="7960" y="1263"/>
                    <a:pt x="7619" y="1263"/>
                  </a:cubicBezTo>
                  <a:cubicBezTo>
                    <a:pt x="7278" y="1263"/>
                    <a:pt x="6938" y="1363"/>
                    <a:pt x="6643" y="1563"/>
                  </a:cubicBezTo>
                  <a:cubicBezTo>
                    <a:pt x="6087" y="596"/>
                    <a:pt x="5056" y="1"/>
                    <a:pt x="3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10" name="Google Shape;19710;p91"/>
          <p:cNvGrpSpPr/>
          <p:nvPr/>
        </p:nvGrpSpPr>
        <p:grpSpPr>
          <a:xfrm>
            <a:off x="4773448" y="4014156"/>
            <a:ext cx="362691" cy="312851"/>
            <a:chOff x="4712342" y="3632889"/>
            <a:chExt cx="375340" cy="323762"/>
          </a:xfrm>
        </p:grpSpPr>
        <p:sp>
          <p:nvSpPr>
            <p:cNvPr id="19711" name="Google Shape;19711;p91"/>
            <p:cNvSpPr/>
            <p:nvPr/>
          </p:nvSpPr>
          <p:spPr>
            <a:xfrm>
              <a:off x="4712342" y="3632889"/>
              <a:ext cx="375340" cy="323762"/>
            </a:xfrm>
            <a:custGeom>
              <a:rect b="b" l="l" r="r" t="t"/>
              <a:pathLst>
                <a:path extrusionOk="0" h="17430" w="20204">
                  <a:moveTo>
                    <a:pt x="10102" y="1184"/>
                  </a:moveTo>
                  <a:cubicBezTo>
                    <a:pt x="12663" y="1184"/>
                    <a:pt x="14747" y="3268"/>
                    <a:pt x="14747" y="5829"/>
                  </a:cubicBezTo>
                  <a:cubicBezTo>
                    <a:pt x="14747" y="8391"/>
                    <a:pt x="12663" y="10475"/>
                    <a:pt x="10102" y="10475"/>
                  </a:cubicBezTo>
                  <a:cubicBezTo>
                    <a:pt x="7540" y="10475"/>
                    <a:pt x="5456" y="8391"/>
                    <a:pt x="5456" y="5829"/>
                  </a:cubicBezTo>
                  <a:cubicBezTo>
                    <a:pt x="5456" y="3268"/>
                    <a:pt x="7540" y="1184"/>
                    <a:pt x="10102" y="1184"/>
                  </a:cubicBezTo>
                  <a:close/>
                  <a:moveTo>
                    <a:pt x="19020" y="2612"/>
                  </a:moveTo>
                  <a:lnTo>
                    <a:pt x="19020" y="13037"/>
                  </a:lnTo>
                  <a:lnTo>
                    <a:pt x="13309" y="13037"/>
                  </a:lnTo>
                  <a:cubicBezTo>
                    <a:pt x="12336" y="13037"/>
                    <a:pt x="11398" y="13412"/>
                    <a:pt x="10693" y="14084"/>
                  </a:cubicBezTo>
                  <a:lnTo>
                    <a:pt x="10693" y="11629"/>
                  </a:lnTo>
                  <a:cubicBezTo>
                    <a:pt x="13630" y="11331"/>
                    <a:pt x="15931" y="8843"/>
                    <a:pt x="15931" y="5829"/>
                  </a:cubicBezTo>
                  <a:cubicBezTo>
                    <a:pt x="15932" y="4684"/>
                    <a:pt x="15594" y="3564"/>
                    <a:pt x="14960" y="2612"/>
                  </a:cubicBezTo>
                  <a:close/>
                  <a:moveTo>
                    <a:pt x="5244" y="2612"/>
                  </a:moveTo>
                  <a:cubicBezTo>
                    <a:pt x="4609" y="3564"/>
                    <a:pt x="4272" y="4684"/>
                    <a:pt x="4273" y="5829"/>
                  </a:cubicBezTo>
                  <a:cubicBezTo>
                    <a:pt x="4273" y="8843"/>
                    <a:pt x="6573" y="11331"/>
                    <a:pt x="9511" y="11629"/>
                  </a:cubicBezTo>
                  <a:lnTo>
                    <a:pt x="9511" y="14085"/>
                  </a:lnTo>
                  <a:cubicBezTo>
                    <a:pt x="8806" y="13413"/>
                    <a:pt x="7872" y="13039"/>
                    <a:pt x="6899" y="13039"/>
                  </a:cubicBezTo>
                  <a:cubicBezTo>
                    <a:pt x="6898" y="13039"/>
                    <a:pt x="6896" y="13039"/>
                    <a:pt x="6894" y="13039"/>
                  </a:cubicBezTo>
                  <a:lnTo>
                    <a:pt x="1183" y="13039"/>
                  </a:lnTo>
                  <a:lnTo>
                    <a:pt x="1183" y="2612"/>
                  </a:lnTo>
                  <a:close/>
                  <a:moveTo>
                    <a:pt x="6894" y="14221"/>
                  </a:moveTo>
                  <a:cubicBezTo>
                    <a:pt x="8133" y="14221"/>
                    <a:pt x="9174" y="15087"/>
                    <a:pt x="9442" y="16246"/>
                  </a:cubicBezTo>
                  <a:lnTo>
                    <a:pt x="1183" y="16246"/>
                  </a:lnTo>
                  <a:lnTo>
                    <a:pt x="1183" y="14221"/>
                  </a:lnTo>
                  <a:close/>
                  <a:moveTo>
                    <a:pt x="19020" y="14221"/>
                  </a:moveTo>
                  <a:lnTo>
                    <a:pt x="19020" y="16246"/>
                  </a:lnTo>
                  <a:lnTo>
                    <a:pt x="10762" y="16246"/>
                  </a:lnTo>
                  <a:cubicBezTo>
                    <a:pt x="11031" y="15087"/>
                    <a:pt x="12070" y="14221"/>
                    <a:pt x="13309" y="14221"/>
                  </a:cubicBezTo>
                  <a:close/>
                  <a:moveTo>
                    <a:pt x="10102" y="1"/>
                  </a:moveTo>
                  <a:cubicBezTo>
                    <a:pt x="8741" y="1"/>
                    <a:pt x="7380" y="476"/>
                    <a:pt x="6286" y="1428"/>
                  </a:cubicBezTo>
                  <a:lnTo>
                    <a:pt x="0" y="1428"/>
                  </a:lnTo>
                  <a:lnTo>
                    <a:pt x="0" y="17430"/>
                  </a:lnTo>
                  <a:lnTo>
                    <a:pt x="20204" y="17430"/>
                  </a:lnTo>
                  <a:lnTo>
                    <a:pt x="20204" y="1428"/>
                  </a:lnTo>
                  <a:lnTo>
                    <a:pt x="13918" y="1428"/>
                  </a:lnTo>
                  <a:cubicBezTo>
                    <a:pt x="12824" y="476"/>
                    <a:pt x="11463" y="1"/>
                    <a:pt x="101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2" name="Google Shape;19712;p91"/>
            <p:cNvSpPr/>
            <p:nvPr/>
          </p:nvSpPr>
          <p:spPr>
            <a:xfrm>
              <a:off x="4863916" y="3681964"/>
              <a:ext cx="103848" cy="119883"/>
            </a:xfrm>
            <a:custGeom>
              <a:rect b="b" l="l" r="r" t="t"/>
              <a:pathLst>
                <a:path extrusionOk="0" h="6454" w="5590">
                  <a:moveTo>
                    <a:pt x="1185" y="2051"/>
                  </a:moveTo>
                  <a:lnTo>
                    <a:pt x="3221" y="3227"/>
                  </a:lnTo>
                  <a:lnTo>
                    <a:pt x="1185" y="4402"/>
                  </a:lnTo>
                  <a:lnTo>
                    <a:pt x="1185" y="2051"/>
                  </a:lnTo>
                  <a:close/>
                  <a:moveTo>
                    <a:pt x="1" y="1"/>
                  </a:moveTo>
                  <a:lnTo>
                    <a:pt x="1" y="6454"/>
                  </a:lnTo>
                  <a:lnTo>
                    <a:pt x="5589" y="3227"/>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13" name="Google Shape;19713;p91"/>
          <p:cNvGrpSpPr/>
          <p:nvPr/>
        </p:nvGrpSpPr>
        <p:grpSpPr>
          <a:xfrm>
            <a:off x="5518080" y="3989261"/>
            <a:ext cx="362691" cy="362642"/>
            <a:chOff x="5172859" y="3605268"/>
            <a:chExt cx="375340" cy="375289"/>
          </a:xfrm>
        </p:grpSpPr>
        <p:sp>
          <p:nvSpPr>
            <p:cNvPr id="19714" name="Google Shape;19714;p91"/>
            <p:cNvSpPr/>
            <p:nvPr/>
          </p:nvSpPr>
          <p:spPr>
            <a:xfrm>
              <a:off x="5172859" y="3605268"/>
              <a:ext cx="375340" cy="375289"/>
            </a:xfrm>
            <a:custGeom>
              <a:rect b="b" l="l" r="r" t="t"/>
              <a:pathLst>
                <a:path extrusionOk="0" h="20204" w="20204">
                  <a:moveTo>
                    <a:pt x="19020" y="1183"/>
                  </a:moveTo>
                  <a:lnTo>
                    <a:pt x="19020" y="12665"/>
                  </a:lnTo>
                  <a:lnTo>
                    <a:pt x="1184" y="12665"/>
                  </a:lnTo>
                  <a:lnTo>
                    <a:pt x="1184" y="1183"/>
                  </a:lnTo>
                  <a:close/>
                  <a:moveTo>
                    <a:pt x="19020" y="13849"/>
                  </a:moveTo>
                  <a:lnTo>
                    <a:pt x="19020" y="15665"/>
                  </a:lnTo>
                  <a:lnTo>
                    <a:pt x="1184" y="15665"/>
                  </a:lnTo>
                  <a:lnTo>
                    <a:pt x="1184" y="13849"/>
                  </a:lnTo>
                  <a:close/>
                  <a:moveTo>
                    <a:pt x="11472" y="16849"/>
                  </a:moveTo>
                  <a:lnTo>
                    <a:pt x="11472" y="17560"/>
                  </a:lnTo>
                  <a:cubicBezTo>
                    <a:pt x="11472" y="18079"/>
                    <a:pt x="11626" y="18587"/>
                    <a:pt x="11914" y="19020"/>
                  </a:cubicBezTo>
                  <a:lnTo>
                    <a:pt x="8292" y="19020"/>
                  </a:lnTo>
                  <a:cubicBezTo>
                    <a:pt x="8580" y="18587"/>
                    <a:pt x="8734" y="18079"/>
                    <a:pt x="8734" y="17560"/>
                  </a:cubicBezTo>
                  <a:lnTo>
                    <a:pt x="8734" y="16849"/>
                  </a:lnTo>
                  <a:close/>
                  <a:moveTo>
                    <a:pt x="0" y="0"/>
                  </a:moveTo>
                  <a:lnTo>
                    <a:pt x="0" y="16849"/>
                  </a:lnTo>
                  <a:lnTo>
                    <a:pt x="7549" y="16849"/>
                  </a:lnTo>
                  <a:lnTo>
                    <a:pt x="7549" y="17560"/>
                  </a:lnTo>
                  <a:cubicBezTo>
                    <a:pt x="7547" y="18366"/>
                    <a:pt x="6895" y="19018"/>
                    <a:pt x="6089" y="19020"/>
                  </a:cubicBezTo>
                  <a:lnTo>
                    <a:pt x="4263" y="19020"/>
                  </a:lnTo>
                  <a:lnTo>
                    <a:pt x="4263" y="20204"/>
                  </a:lnTo>
                  <a:lnTo>
                    <a:pt x="15943" y="20204"/>
                  </a:lnTo>
                  <a:lnTo>
                    <a:pt x="15943" y="19020"/>
                  </a:lnTo>
                  <a:lnTo>
                    <a:pt x="14117" y="19020"/>
                  </a:lnTo>
                  <a:cubicBezTo>
                    <a:pt x="13310" y="19018"/>
                    <a:pt x="12656" y="18366"/>
                    <a:pt x="12656" y="17560"/>
                  </a:cubicBezTo>
                  <a:lnTo>
                    <a:pt x="12656" y="16849"/>
                  </a:lnTo>
                  <a:lnTo>
                    <a:pt x="20204" y="16849"/>
                  </a:lnTo>
                  <a:lnTo>
                    <a:pt x="2020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5" name="Google Shape;19715;p91"/>
            <p:cNvSpPr/>
            <p:nvPr/>
          </p:nvSpPr>
          <p:spPr>
            <a:xfrm>
              <a:off x="5366530" y="3674144"/>
              <a:ext cx="128909" cy="123858"/>
            </a:xfrm>
            <a:custGeom>
              <a:rect b="b" l="l" r="r" t="t"/>
              <a:pathLst>
                <a:path extrusionOk="0" h="6668" w="6939">
                  <a:moveTo>
                    <a:pt x="3033" y="1183"/>
                  </a:moveTo>
                  <a:cubicBezTo>
                    <a:pt x="3236" y="1183"/>
                    <a:pt x="3441" y="1222"/>
                    <a:pt x="3636" y="1303"/>
                  </a:cubicBezTo>
                  <a:cubicBezTo>
                    <a:pt x="4226" y="1548"/>
                    <a:pt x="4610" y="2122"/>
                    <a:pt x="4610" y="2761"/>
                  </a:cubicBezTo>
                  <a:cubicBezTo>
                    <a:pt x="4610" y="3400"/>
                    <a:pt x="4226" y="3975"/>
                    <a:pt x="3636" y="4220"/>
                  </a:cubicBezTo>
                  <a:cubicBezTo>
                    <a:pt x="3441" y="4301"/>
                    <a:pt x="3236" y="4340"/>
                    <a:pt x="3033" y="4340"/>
                  </a:cubicBezTo>
                  <a:cubicBezTo>
                    <a:pt x="2622" y="4340"/>
                    <a:pt x="2218" y="4180"/>
                    <a:pt x="1916" y="3878"/>
                  </a:cubicBezTo>
                  <a:cubicBezTo>
                    <a:pt x="1297" y="3262"/>
                    <a:pt x="1297" y="2261"/>
                    <a:pt x="1916" y="1645"/>
                  </a:cubicBezTo>
                  <a:cubicBezTo>
                    <a:pt x="2218" y="1343"/>
                    <a:pt x="2622" y="1183"/>
                    <a:pt x="3033" y="1183"/>
                  </a:cubicBezTo>
                  <a:close/>
                  <a:moveTo>
                    <a:pt x="3032" y="0"/>
                  </a:moveTo>
                  <a:cubicBezTo>
                    <a:pt x="2324" y="0"/>
                    <a:pt x="1617" y="270"/>
                    <a:pt x="1079" y="809"/>
                  </a:cubicBezTo>
                  <a:cubicBezTo>
                    <a:pt x="1" y="1885"/>
                    <a:pt x="1" y="3638"/>
                    <a:pt x="1079" y="4714"/>
                  </a:cubicBezTo>
                  <a:cubicBezTo>
                    <a:pt x="1596" y="5231"/>
                    <a:pt x="2295" y="5522"/>
                    <a:pt x="3026" y="5522"/>
                  </a:cubicBezTo>
                  <a:cubicBezTo>
                    <a:pt x="3028" y="5522"/>
                    <a:pt x="3030" y="5522"/>
                    <a:pt x="3032" y="5522"/>
                  </a:cubicBezTo>
                  <a:cubicBezTo>
                    <a:pt x="3560" y="5522"/>
                    <a:pt x="4077" y="5371"/>
                    <a:pt x="4522" y="5088"/>
                  </a:cubicBezTo>
                  <a:lnTo>
                    <a:pt x="6101" y="6667"/>
                  </a:lnTo>
                  <a:lnTo>
                    <a:pt x="6939" y="5831"/>
                  </a:lnTo>
                  <a:lnTo>
                    <a:pt x="5358" y="4250"/>
                  </a:lnTo>
                  <a:cubicBezTo>
                    <a:pt x="6043" y="3181"/>
                    <a:pt x="5918" y="1742"/>
                    <a:pt x="4985" y="809"/>
                  </a:cubicBezTo>
                  <a:cubicBezTo>
                    <a:pt x="4446" y="270"/>
                    <a:pt x="3739" y="0"/>
                    <a:pt x="3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6" name="Google Shape;19716;p91"/>
            <p:cNvSpPr/>
            <p:nvPr/>
          </p:nvSpPr>
          <p:spPr>
            <a:xfrm>
              <a:off x="5234685" y="3657668"/>
              <a:ext cx="109979" cy="22011"/>
            </a:xfrm>
            <a:custGeom>
              <a:rect b="b" l="l" r="r" t="t"/>
              <a:pathLst>
                <a:path extrusionOk="0" h="1185" w="5920">
                  <a:moveTo>
                    <a:pt x="0" y="1"/>
                  </a:moveTo>
                  <a:lnTo>
                    <a:pt x="0" y="1185"/>
                  </a:lnTo>
                  <a:lnTo>
                    <a:pt x="5920" y="1185"/>
                  </a:lnTo>
                  <a:lnTo>
                    <a:pt x="592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7" name="Google Shape;19717;p91"/>
            <p:cNvSpPr/>
            <p:nvPr/>
          </p:nvSpPr>
          <p:spPr>
            <a:xfrm>
              <a:off x="5234685" y="3701654"/>
              <a:ext cx="109979" cy="22011"/>
            </a:xfrm>
            <a:custGeom>
              <a:rect b="b" l="l" r="r" t="t"/>
              <a:pathLst>
                <a:path extrusionOk="0" h="1185" w="5920">
                  <a:moveTo>
                    <a:pt x="0" y="1"/>
                  </a:moveTo>
                  <a:lnTo>
                    <a:pt x="0" y="1185"/>
                  </a:lnTo>
                  <a:lnTo>
                    <a:pt x="5920" y="1185"/>
                  </a:lnTo>
                  <a:lnTo>
                    <a:pt x="592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8" name="Google Shape;19718;p91"/>
            <p:cNvSpPr/>
            <p:nvPr/>
          </p:nvSpPr>
          <p:spPr>
            <a:xfrm>
              <a:off x="5234685" y="3745640"/>
              <a:ext cx="109979" cy="22011"/>
            </a:xfrm>
            <a:custGeom>
              <a:rect b="b" l="l" r="r" t="t"/>
              <a:pathLst>
                <a:path extrusionOk="0" h="1185" w="5920">
                  <a:moveTo>
                    <a:pt x="0" y="1"/>
                  </a:moveTo>
                  <a:lnTo>
                    <a:pt x="0" y="1185"/>
                  </a:lnTo>
                  <a:lnTo>
                    <a:pt x="5920" y="1185"/>
                  </a:lnTo>
                  <a:lnTo>
                    <a:pt x="592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9" name="Google Shape;19719;p91"/>
            <p:cNvSpPr/>
            <p:nvPr/>
          </p:nvSpPr>
          <p:spPr>
            <a:xfrm>
              <a:off x="5234685" y="3788901"/>
              <a:ext cx="109979" cy="22011"/>
            </a:xfrm>
            <a:custGeom>
              <a:rect b="b" l="l" r="r" t="t"/>
              <a:pathLst>
                <a:path extrusionOk="0" h="1185" w="5920">
                  <a:moveTo>
                    <a:pt x="0" y="1"/>
                  </a:moveTo>
                  <a:lnTo>
                    <a:pt x="0" y="1185"/>
                  </a:lnTo>
                  <a:lnTo>
                    <a:pt x="5920" y="1185"/>
                  </a:lnTo>
                  <a:lnTo>
                    <a:pt x="592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20" name="Google Shape;19720;p91"/>
          <p:cNvGrpSpPr/>
          <p:nvPr/>
        </p:nvGrpSpPr>
        <p:grpSpPr>
          <a:xfrm>
            <a:off x="6273038" y="3989261"/>
            <a:ext cx="362691" cy="362642"/>
            <a:chOff x="5591262" y="3608259"/>
            <a:chExt cx="375340" cy="375289"/>
          </a:xfrm>
        </p:grpSpPr>
        <p:sp>
          <p:nvSpPr>
            <p:cNvPr id="19721" name="Google Shape;19721;p91"/>
            <p:cNvSpPr/>
            <p:nvPr/>
          </p:nvSpPr>
          <p:spPr>
            <a:xfrm>
              <a:off x="5855954" y="3651279"/>
              <a:ext cx="45645" cy="37819"/>
            </a:xfrm>
            <a:custGeom>
              <a:rect b="b" l="l" r="r" t="t"/>
              <a:pathLst>
                <a:path extrusionOk="0" h="2036" w="2457">
                  <a:moveTo>
                    <a:pt x="1914" y="0"/>
                  </a:moveTo>
                  <a:lnTo>
                    <a:pt x="0" y="982"/>
                  </a:lnTo>
                  <a:lnTo>
                    <a:pt x="542" y="2035"/>
                  </a:lnTo>
                  <a:lnTo>
                    <a:pt x="2456" y="1054"/>
                  </a:lnTo>
                  <a:lnTo>
                    <a:pt x="191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2" name="Google Shape;19722;p91"/>
            <p:cNvSpPr/>
            <p:nvPr/>
          </p:nvSpPr>
          <p:spPr>
            <a:xfrm>
              <a:off x="5656469" y="3651186"/>
              <a:ext cx="45608" cy="37856"/>
            </a:xfrm>
            <a:custGeom>
              <a:rect b="b" l="l" r="r" t="t"/>
              <a:pathLst>
                <a:path extrusionOk="0" h="2038" w="2455">
                  <a:moveTo>
                    <a:pt x="541" y="1"/>
                  </a:moveTo>
                  <a:lnTo>
                    <a:pt x="0" y="1055"/>
                  </a:lnTo>
                  <a:lnTo>
                    <a:pt x="1915" y="2037"/>
                  </a:lnTo>
                  <a:lnTo>
                    <a:pt x="2455" y="983"/>
                  </a:lnTo>
                  <a:lnTo>
                    <a:pt x="54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723" name="Google Shape;19723;p91"/>
            <p:cNvGrpSpPr/>
            <p:nvPr/>
          </p:nvGrpSpPr>
          <p:grpSpPr>
            <a:xfrm>
              <a:off x="5591262" y="3608259"/>
              <a:ext cx="375340" cy="375289"/>
              <a:chOff x="5591262" y="3608259"/>
              <a:chExt cx="375340" cy="375289"/>
            </a:xfrm>
          </p:grpSpPr>
          <p:sp>
            <p:nvSpPr>
              <p:cNvPr id="19724" name="Google Shape;19724;p91"/>
              <p:cNvSpPr/>
              <p:nvPr/>
            </p:nvSpPr>
            <p:spPr>
              <a:xfrm>
                <a:off x="5591262" y="3608259"/>
                <a:ext cx="375340" cy="375289"/>
              </a:xfrm>
              <a:custGeom>
                <a:rect b="b" l="l" r="r" t="t"/>
                <a:pathLst>
                  <a:path extrusionOk="0" h="20204" w="20204">
                    <a:moveTo>
                      <a:pt x="19020" y="1184"/>
                    </a:moveTo>
                    <a:lnTo>
                      <a:pt x="19020" y="12667"/>
                    </a:lnTo>
                    <a:lnTo>
                      <a:pt x="1184" y="12667"/>
                    </a:lnTo>
                    <a:lnTo>
                      <a:pt x="1184" y="1184"/>
                    </a:lnTo>
                    <a:close/>
                    <a:moveTo>
                      <a:pt x="19021" y="13851"/>
                    </a:moveTo>
                    <a:lnTo>
                      <a:pt x="19021" y="15667"/>
                    </a:lnTo>
                    <a:lnTo>
                      <a:pt x="1184" y="15667"/>
                    </a:lnTo>
                    <a:lnTo>
                      <a:pt x="1184" y="13851"/>
                    </a:lnTo>
                    <a:close/>
                    <a:moveTo>
                      <a:pt x="11473" y="16851"/>
                    </a:moveTo>
                    <a:lnTo>
                      <a:pt x="11473" y="17560"/>
                    </a:lnTo>
                    <a:cubicBezTo>
                      <a:pt x="11473" y="18079"/>
                      <a:pt x="11627" y="18589"/>
                      <a:pt x="11913" y="19020"/>
                    </a:cubicBezTo>
                    <a:lnTo>
                      <a:pt x="8293" y="19020"/>
                    </a:lnTo>
                    <a:cubicBezTo>
                      <a:pt x="8581" y="18589"/>
                      <a:pt x="8735" y="18079"/>
                      <a:pt x="8733" y="17560"/>
                    </a:cubicBezTo>
                    <a:lnTo>
                      <a:pt x="8733" y="16851"/>
                    </a:lnTo>
                    <a:close/>
                    <a:moveTo>
                      <a:pt x="0" y="0"/>
                    </a:moveTo>
                    <a:lnTo>
                      <a:pt x="0" y="16851"/>
                    </a:lnTo>
                    <a:lnTo>
                      <a:pt x="7549" y="16851"/>
                    </a:lnTo>
                    <a:lnTo>
                      <a:pt x="7549" y="17560"/>
                    </a:lnTo>
                    <a:cubicBezTo>
                      <a:pt x="7548" y="18366"/>
                      <a:pt x="6894" y="19020"/>
                      <a:pt x="6089" y="19020"/>
                    </a:cubicBezTo>
                    <a:lnTo>
                      <a:pt x="4261" y="19020"/>
                    </a:lnTo>
                    <a:lnTo>
                      <a:pt x="4261" y="20204"/>
                    </a:lnTo>
                    <a:lnTo>
                      <a:pt x="15941" y="20204"/>
                    </a:lnTo>
                    <a:lnTo>
                      <a:pt x="15941" y="19020"/>
                    </a:lnTo>
                    <a:lnTo>
                      <a:pt x="14115" y="19020"/>
                    </a:lnTo>
                    <a:cubicBezTo>
                      <a:pt x="13309" y="19020"/>
                      <a:pt x="12657" y="18366"/>
                      <a:pt x="12655" y="17560"/>
                    </a:cubicBezTo>
                    <a:lnTo>
                      <a:pt x="12655" y="16851"/>
                    </a:lnTo>
                    <a:lnTo>
                      <a:pt x="20204" y="16851"/>
                    </a:lnTo>
                    <a:lnTo>
                      <a:pt x="2020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5" name="Google Shape;19725;p91"/>
              <p:cNvSpPr/>
              <p:nvPr/>
            </p:nvSpPr>
            <p:spPr>
              <a:xfrm>
                <a:off x="5715137" y="3655402"/>
                <a:ext cx="127609" cy="162754"/>
              </a:xfrm>
              <a:custGeom>
                <a:rect b="b" l="l" r="r" t="t"/>
                <a:pathLst>
                  <a:path extrusionOk="0" h="8762" w="6869">
                    <a:moveTo>
                      <a:pt x="3434" y="1185"/>
                    </a:moveTo>
                    <a:cubicBezTo>
                      <a:pt x="4433" y="1185"/>
                      <a:pt x="5312" y="1843"/>
                      <a:pt x="5593" y="2801"/>
                    </a:cubicBezTo>
                    <a:cubicBezTo>
                      <a:pt x="5874" y="3760"/>
                      <a:pt x="5490" y="4789"/>
                      <a:pt x="4649" y="5328"/>
                    </a:cubicBezTo>
                    <a:lnTo>
                      <a:pt x="4027" y="5328"/>
                    </a:lnTo>
                    <a:lnTo>
                      <a:pt x="4027" y="3249"/>
                    </a:lnTo>
                    <a:lnTo>
                      <a:pt x="2843" y="3249"/>
                    </a:lnTo>
                    <a:lnTo>
                      <a:pt x="2843" y="5328"/>
                    </a:lnTo>
                    <a:lnTo>
                      <a:pt x="2219" y="5328"/>
                    </a:lnTo>
                    <a:cubicBezTo>
                      <a:pt x="1378" y="4789"/>
                      <a:pt x="993" y="3758"/>
                      <a:pt x="1275" y="2800"/>
                    </a:cubicBezTo>
                    <a:cubicBezTo>
                      <a:pt x="1556" y="1841"/>
                      <a:pt x="2435" y="1185"/>
                      <a:pt x="3434" y="1185"/>
                    </a:cubicBezTo>
                    <a:close/>
                    <a:moveTo>
                      <a:pt x="4219" y="6512"/>
                    </a:moveTo>
                    <a:lnTo>
                      <a:pt x="4219" y="7578"/>
                    </a:lnTo>
                    <a:lnTo>
                      <a:pt x="2649" y="7578"/>
                    </a:lnTo>
                    <a:lnTo>
                      <a:pt x="2649" y="6512"/>
                    </a:lnTo>
                    <a:close/>
                    <a:moveTo>
                      <a:pt x="3434" y="1"/>
                    </a:moveTo>
                    <a:cubicBezTo>
                      <a:pt x="1540" y="1"/>
                      <a:pt x="0" y="1540"/>
                      <a:pt x="0" y="3435"/>
                    </a:cubicBezTo>
                    <a:cubicBezTo>
                      <a:pt x="0" y="4554"/>
                      <a:pt x="547" y="5604"/>
                      <a:pt x="1463" y="6246"/>
                    </a:cubicBezTo>
                    <a:lnTo>
                      <a:pt x="1465" y="6246"/>
                    </a:lnTo>
                    <a:lnTo>
                      <a:pt x="1465" y="8762"/>
                    </a:lnTo>
                    <a:lnTo>
                      <a:pt x="5403" y="8762"/>
                    </a:lnTo>
                    <a:lnTo>
                      <a:pt x="5403" y="6246"/>
                    </a:lnTo>
                    <a:cubicBezTo>
                      <a:pt x="6320" y="5604"/>
                      <a:pt x="6867" y="4554"/>
                      <a:pt x="6868" y="3435"/>
                    </a:cubicBezTo>
                    <a:cubicBezTo>
                      <a:pt x="6868" y="1541"/>
                      <a:pt x="5327" y="1"/>
                      <a:pt x="3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6" name="Google Shape;19726;p91"/>
              <p:cNvSpPr/>
              <p:nvPr/>
            </p:nvSpPr>
            <p:spPr>
              <a:xfrm>
                <a:off x="5870575" y="3704775"/>
                <a:ext cx="39960" cy="22011"/>
              </a:xfrm>
              <a:custGeom>
                <a:rect b="b" l="l" r="r" t="t"/>
                <a:pathLst>
                  <a:path extrusionOk="0" h="1185" w="2151">
                    <a:moveTo>
                      <a:pt x="0" y="0"/>
                    </a:moveTo>
                    <a:lnTo>
                      <a:pt x="0" y="1184"/>
                    </a:lnTo>
                    <a:lnTo>
                      <a:pt x="2150" y="1184"/>
                    </a:lnTo>
                    <a:lnTo>
                      <a:pt x="215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7" name="Google Shape;19727;p91"/>
              <p:cNvSpPr/>
              <p:nvPr/>
            </p:nvSpPr>
            <p:spPr>
              <a:xfrm>
                <a:off x="5855898" y="3742315"/>
                <a:ext cx="45645" cy="37856"/>
              </a:xfrm>
              <a:custGeom>
                <a:rect b="b" l="l" r="r" t="t"/>
                <a:pathLst>
                  <a:path extrusionOk="0" h="2038" w="2457">
                    <a:moveTo>
                      <a:pt x="542" y="1"/>
                    </a:moveTo>
                    <a:lnTo>
                      <a:pt x="0" y="1053"/>
                    </a:lnTo>
                    <a:lnTo>
                      <a:pt x="1914" y="2037"/>
                    </a:lnTo>
                    <a:lnTo>
                      <a:pt x="2456" y="983"/>
                    </a:lnTo>
                    <a:lnTo>
                      <a:pt x="54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8" name="Google Shape;19728;p91"/>
              <p:cNvSpPr/>
              <p:nvPr/>
            </p:nvSpPr>
            <p:spPr>
              <a:xfrm>
                <a:off x="5647347" y="3704775"/>
                <a:ext cx="39960" cy="22011"/>
              </a:xfrm>
              <a:custGeom>
                <a:rect b="b" l="l" r="r" t="t"/>
                <a:pathLst>
                  <a:path extrusionOk="0" h="1185" w="2151">
                    <a:moveTo>
                      <a:pt x="0" y="0"/>
                    </a:moveTo>
                    <a:lnTo>
                      <a:pt x="0" y="1184"/>
                    </a:lnTo>
                    <a:lnTo>
                      <a:pt x="2150" y="1184"/>
                    </a:lnTo>
                    <a:lnTo>
                      <a:pt x="215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9" name="Google Shape;19729;p91"/>
              <p:cNvSpPr/>
              <p:nvPr/>
            </p:nvSpPr>
            <p:spPr>
              <a:xfrm>
                <a:off x="5656469" y="3742538"/>
                <a:ext cx="45645" cy="37856"/>
              </a:xfrm>
              <a:custGeom>
                <a:rect b="b" l="l" r="r" t="t"/>
                <a:pathLst>
                  <a:path extrusionOk="0" h="2038" w="2457">
                    <a:moveTo>
                      <a:pt x="1916" y="1"/>
                    </a:moveTo>
                    <a:lnTo>
                      <a:pt x="0" y="983"/>
                    </a:lnTo>
                    <a:lnTo>
                      <a:pt x="542" y="2037"/>
                    </a:lnTo>
                    <a:lnTo>
                      <a:pt x="2456" y="1053"/>
                    </a:lnTo>
                    <a:lnTo>
                      <a:pt x="191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730" name="Google Shape;19730;p91"/>
          <p:cNvGrpSpPr/>
          <p:nvPr/>
        </p:nvGrpSpPr>
        <p:grpSpPr>
          <a:xfrm>
            <a:off x="7783654" y="3989253"/>
            <a:ext cx="362601" cy="362660"/>
            <a:chOff x="6020346" y="3627168"/>
            <a:chExt cx="375247" cy="375308"/>
          </a:xfrm>
        </p:grpSpPr>
        <p:sp>
          <p:nvSpPr>
            <p:cNvPr id="19731" name="Google Shape;19731;p91"/>
            <p:cNvSpPr/>
            <p:nvPr/>
          </p:nvSpPr>
          <p:spPr>
            <a:xfrm>
              <a:off x="6020346" y="3627168"/>
              <a:ext cx="375247" cy="375308"/>
            </a:xfrm>
            <a:custGeom>
              <a:rect b="b" l="l" r="r" t="t"/>
              <a:pathLst>
                <a:path extrusionOk="0" h="20205" w="20199">
                  <a:moveTo>
                    <a:pt x="4447" y="1627"/>
                  </a:moveTo>
                  <a:lnTo>
                    <a:pt x="4447" y="4445"/>
                  </a:lnTo>
                  <a:lnTo>
                    <a:pt x="1628" y="4445"/>
                  </a:lnTo>
                  <a:lnTo>
                    <a:pt x="4447" y="1627"/>
                  </a:lnTo>
                  <a:close/>
                  <a:moveTo>
                    <a:pt x="19016" y="8653"/>
                  </a:moveTo>
                  <a:lnTo>
                    <a:pt x="19016" y="16009"/>
                  </a:lnTo>
                  <a:lnTo>
                    <a:pt x="3948" y="16009"/>
                  </a:lnTo>
                  <a:lnTo>
                    <a:pt x="3948" y="8653"/>
                  </a:lnTo>
                  <a:close/>
                  <a:moveTo>
                    <a:pt x="13930" y="1185"/>
                  </a:moveTo>
                  <a:lnTo>
                    <a:pt x="13930" y="7469"/>
                  </a:lnTo>
                  <a:lnTo>
                    <a:pt x="2764" y="7469"/>
                  </a:lnTo>
                  <a:lnTo>
                    <a:pt x="2764" y="17193"/>
                  </a:lnTo>
                  <a:lnTo>
                    <a:pt x="13930" y="17193"/>
                  </a:lnTo>
                  <a:lnTo>
                    <a:pt x="13930" y="19020"/>
                  </a:lnTo>
                  <a:lnTo>
                    <a:pt x="1184" y="19020"/>
                  </a:lnTo>
                  <a:lnTo>
                    <a:pt x="1184" y="5629"/>
                  </a:lnTo>
                  <a:lnTo>
                    <a:pt x="5631" y="5629"/>
                  </a:lnTo>
                  <a:lnTo>
                    <a:pt x="5631" y="1185"/>
                  </a:lnTo>
                  <a:close/>
                  <a:moveTo>
                    <a:pt x="4399" y="1"/>
                  </a:moveTo>
                  <a:lnTo>
                    <a:pt x="0" y="4399"/>
                  </a:lnTo>
                  <a:lnTo>
                    <a:pt x="0" y="20204"/>
                  </a:lnTo>
                  <a:lnTo>
                    <a:pt x="15114" y="20204"/>
                  </a:lnTo>
                  <a:lnTo>
                    <a:pt x="15114" y="17193"/>
                  </a:lnTo>
                  <a:lnTo>
                    <a:pt x="20198" y="17193"/>
                  </a:lnTo>
                  <a:lnTo>
                    <a:pt x="20198" y="7469"/>
                  </a:lnTo>
                  <a:lnTo>
                    <a:pt x="15114" y="7469"/>
                  </a:lnTo>
                  <a:lnTo>
                    <a:pt x="1511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2" name="Google Shape;19732;p91"/>
            <p:cNvSpPr/>
            <p:nvPr/>
          </p:nvSpPr>
          <p:spPr>
            <a:xfrm>
              <a:off x="6117284" y="3808795"/>
              <a:ext cx="67251" cy="95977"/>
            </a:xfrm>
            <a:custGeom>
              <a:rect b="b" l="l" r="r" t="t"/>
              <a:pathLst>
                <a:path extrusionOk="0" h="5167" w="3620">
                  <a:moveTo>
                    <a:pt x="1894" y="1184"/>
                  </a:moveTo>
                  <a:cubicBezTo>
                    <a:pt x="2198" y="1184"/>
                    <a:pt x="2446" y="1431"/>
                    <a:pt x="2446" y="1737"/>
                  </a:cubicBezTo>
                  <a:cubicBezTo>
                    <a:pt x="2446" y="2041"/>
                    <a:pt x="2198" y="2288"/>
                    <a:pt x="1894" y="2288"/>
                  </a:cubicBezTo>
                  <a:cubicBezTo>
                    <a:pt x="1891" y="2288"/>
                    <a:pt x="1887" y="2288"/>
                    <a:pt x="1883" y="2288"/>
                  </a:cubicBezTo>
                  <a:lnTo>
                    <a:pt x="1185" y="2288"/>
                  </a:lnTo>
                  <a:lnTo>
                    <a:pt x="1185" y="1184"/>
                  </a:lnTo>
                  <a:lnTo>
                    <a:pt x="1883" y="1184"/>
                  </a:lnTo>
                  <a:cubicBezTo>
                    <a:pt x="1887" y="1184"/>
                    <a:pt x="1891" y="1184"/>
                    <a:pt x="1894" y="1184"/>
                  </a:cubicBezTo>
                  <a:close/>
                  <a:moveTo>
                    <a:pt x="1" y="0"/>
                  </a:moveTo>
                  <a:lnTo>
                    <a:pt x="1" y="5166"/>
                  </a:lnTo>
                  <a:lnTo>
                    <a:pt x="1185" y="5166"/>
                  </a:lnTo>
                  <a:lnTo>
                    <a:pt x="1185" y="3472"/>
                  </a:lnTo>
                  <a:lnTo>
                    <a:pt x="1883" y="3472"/>
                  </a:lnTo>
                  <a:cubicBezTo>
                    <a:pt x="2842" y="3472"/>
                    <a:pt x="3620" y="2695"/>
                    <a:pt x="3620" y="1737"/>
                  </a:cubicBezTo>
                  <a:cubicBezTo>
                    <a:pt x="3620" y="777"/>
                    <a:pt x="2842" y="0"/>
                    <a:pt x="1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3" name="Google Shape;19733;p91"/>
            <p:cNvSpPr/>
            <p:nvPr/>
          </p:nvSpPr>
          <p:spPr>
            <a:xfrm>
              <a:off x="6288420" y="3808795"/>
              <a:ext cx="60117" cy="95977"/>
            </a:xfrm>
            <a:custGeom>
              <a:rect b="b" l="l" r="r" t="t"/>
              <a:pathLst>
                <a:path extrusionOk="0" h="5167" w="3236">
                  <a:moveTo>
                    <a:pt x="1" y="0"/>
                  </a:moveTo>
                  <a:lnTo>
                    <a:pt x="1" y="5166"/>
                  </a:lnTo>
                  <a:lnTo>
                    <a:pt x="1184" y="5166"/>
                  </a:lnTo>
                  <a:lnTo>
                    <a:pt x="1184" y="3472"/>
                  </a:lnTo>
                  <a:lnTo>
                    <a:pt x="2815" y="3472"/>
                  </a:lnTo>
                  <a:lnTo>
                    <a:pt x="2815" y="2288"/>
                  </a:lnTo>
                  <a:lnTo>
                    <a:pt x="1184" y="2288"/>
                  </a:lnTo>
                  <a:lnTo>
                    <a:pt x="1184" y="1184"/>
                  </a:lnTo>
                  <a:lnTo>
                    <a:pt x="3236" y="1184"/>
                  </a:lnTo>
                  <a:lnTo>
                    <a:pt x="323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4" name="Google Shape;19734;p91"/>
            <p:cNvSpPr/>
            <p:nvPr/>
          </p:nvSpPr>
          <p:spPr>
            <a:xfrm>
              <a:off x="6201718" y="3808795"/>
              <a:ext cx="67251" cy="95661"/>
            </a:xfrm>
            <a:custGeom>
              <a:rect b="b" l="l" r="r" t="t"/>
              <a:pathLst>
                <a:path extrusionOk="0" h="5150" w="3620">
                  <a:moveTo>
                    <a:pt x="1882" y="1184"/>
                  </a:moveTo>
                  <a:cubicBezTo>
                    <a:pt x="2188" y="1184"/>
                    <a:pt x="2435" y="1434"/>
                    <a:pt x="2437" y="1740"/>
                  </a:cubicBezTo>
                  <a:lnTo>
                    <a:pt x="2437" y="3412"/>
                  </a:lnTo>
                  <a:cubicBezTo>
                    <a:pt x="2435" y="3718"/>
                    <a:pt x="2188" y="3966"/>
                    <a:pt x="1882" y="3966"/>
                  </a:cubicBezTo>
                  <a:lnTo>
                    <a:pt x="1184" y="3966"/>
                  </a:lnTo>
                  <a:lnTo>
                    <a:pt x="1184" y="1184"/>
                  </a:lnTo>
                  <a:close/>
                  <a:moveTo>
                    <a:pt x="0" y="0"/>
                  </a:moveTo>
                  <a:lnTo>
                    <a:pt x="0" y="5150"/>
                  </a:lnTo>
                  <a:lnTo>
                    <a:pt x="1882" y="5150"/>
                  </a:lnTo>
                  <a:cubicBezTo>
                    <a:pt x="2842" y="5150"/>
                    <a:pt x="3619" y="4372"/>
                    <a:pt x="3619" y="3412"/>
                  </a:cubicBezTo>
                  <a:lnTo>
                    <a:pt x="3619" y="1740"/>
                  </a:lnTo>
                  <a:cubicBezTo>
                    <a:pt x="3619" y="780"/>
                    <a:pt x="2842" y="2"/>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5" name="Google Shape;19735;p91"/>
            <p:cNvSpPr/>
            <p:nvPr/>
          </p:nvSpPr>
          <p:spPr>
            <a:xfrm>
              <a:off x="6150909" y="3709753"/>
              <a:ext cx="100746" cy="21993"/>
            </a:xfrm>
            <a:custGeom>
              <a:rect b="b" l="l" r="r" t="t"/>
              <a:pathLst>
                <a:path extrusionOk="0" h="1184" w="5423">
                  <a:moveTo>
                    <a:pt x="0" y="1"/>
                  </a:moveTo>
                  <a:lnTo>
                    <a:pt x="0" y="1183"/>
                  </a:lnTo>
                  <a:lnTo>
                    <a:pt x="5423" y="1183"/>
                  </a:lnTo>
                  <a:lnTo>
                    <a:pt x="542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736" name="Google Shape;19736;p91"/>
          <p:cNvSpPr txBox="1"/>
          <p:nvPr/>
        </p:nvSpPr>
        <p:spPr>
          <a:xfrm>
            <a:off x="1048350" y="11586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600">
                <a:solidFill>
                  <a:schemeClr val="lt1"/>
                </a:solidFill>
              </a:rPr>
              <a:t>Online Learning</a:t>
            </a:r>
            <a:endParaRPr sz="1600">
              <a:solidFill>
                <a:srgbClr val="FFFFFF"/>
              </a:solidFill>
            </a:endParaRPr>
          </a:p>
        </p:txBody>
      </p:sp>
      <p:sp>
        <p:nvSpPr>
          <p:cNvPr id="19737" name="Google Shape;19737;p91"/>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Premium Icons</a:t>
            </a:r>
            <a:endParaRPr/>
          </a:p>
        </p:txBody>
      </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741" name="Shape 19741"/>
        <p:cNvGrpSpPr/>
        <p:nvPr/>
      </p:nvGrpSpPr>
      <p:grpSpPr>
        <a:xfrm>
          <a:off x="0" y="0"/>
          <a:ext cx="0" cy="0"/>
          <a:chOff x="0" y="0"/>
          <a:chExt cx="0" cy="0"/>
        </a:xfrm>
      </p:grpSpPr>
      <p:grpSp>
        <p:nvGrpSpPr>
          <p:cNvPr id="19742" name="Google Shape;19742;p92"/>
          <p:cNvGrpSpPr/>
          <p:nvPr/>
        </p:nvGrpSpPr>
        <p:grpSpPr>
          <a:xfrm>
            <a:off x="1829451" y="1765575"/>
            <a:ext cx="197544" cy="353480"/>
            <a:chOff x="6536359" y="2033634"/>
            <a:chExt cx="214651" cy="384092"/>
          </a:xfrm>
        </p:grpSpPr>
        <p:sp>
          <p:nvSpPr>
            <p:cNvPr id="19743" name="Google Shape;19743;p92"/>
            <p:cNvSpPr/>
            <p:nvPr/>
          </p:nvSpPr>
          <p:spPr>
            <a:xfrm>
              <a:off x="6583544" y="2078663"/>
              <a:ext cx="87400" cy="290285"/>
            </a:xfrm>
            <a:custGeom>
              <a:rect b="b" l="l" r="r" t="t"/>
              <a:pathLst>
                <a:path extrusionOk="0" h="14408" w="4338">
                  <a:moveTo>
                    <a:pt x="2169" y="11428"/>
                  </a:moveTo>
                  <a:cubicBezTo>
                    <a:pt x="2289" y="11428"/>
                    <a:pt x="2410" y="11451"/>
                    <a:pt x="2525" y="11499"/>
                  </a:cubicBezTo>
                  <a:cubicBezTo>
                    <a:pt x="2873" y="11644"/>
                    <a:pt x="3100" y="11983"/>
                    <a:pt x="3100" y="12360"/>
                  </a:cubicBezTo>
                  <a:cubicBezTo>
                    <a:pt x="3098" y="12874"/>
                    <a:pt x="2683" y="13289"/>
                    <a:pt x="2169" y="13291"/>
                  </a:cubicBezTo>
                  <a:cubicBezTo>
                    <a:pt x="1792" y="13291"/>
                    <a:pt x="1453" y="13064"/>
                    <a:pt x="1310" y="12715"/>
                  </a:cubicBezTo>
                  <a:cubicBezTo>
                    <a:pt x="1165" y="12369"/>
                    <a:pt x="1244" y="11968"/>
                    <a:pt x="1511" y="11701"/>
                  </a:cubicBezTo>
                  <a:cubicBezTo>
                    <a:pt x="1689" y="11523"/>
                    <a:pt x="1927" y="11428"/>
                    <a:pt x="2169" y="11428"/>
                  </a:cubicBezTo>
                  <a:close/>
                  <a:moveTo>
                    <a:pt x="2169" y="0"/>
                  </a:moveTo>
                  <a:cubicBezTo>
                    <a:pt x="1861" y="0"/>
                    <a:pt x="1610" y="250"/>
                    <a:pt x="1611" y="558"/>
                  </a:cubicBezTo>
                  <a:lnTo>
                    <a:pt x="1611" y="10390"/>
                  </a:lnTo>
                  <a:cubicBezTo>
                    <a:pt x="628" y="10669"/>
                    <a:pt x="0" y="11630"/>
                    <a:pt x="141" y="12642"/>
                  </a:cubicBezTo>
                  <a:cubicBezTo>
                    <a:pt x="281" y="13654"/>
                    <a:pt x="1147" y="14407"/>
                    <a:pt x="2169" y="14407"/>
                  </a:cubicBezTo>
                  <a:cubicBezTo>
                    <a:pt x="3191" y="14407"/>
                    <a:pt x="4056" y="13654"/>
                    <a:pt x="4197" y="12642"/>
                  </a:cubicBezTo>
                  <a:cubicBezTo>
                    <a:pt x="4337" y="11630"/>
                    <a:pt x="3711" y="10669"/>
                    <a:pt x="2728" y="10390"/>
                  </a:cubicBezTo>
                  <a:lnTo>
                    <a:pt x="2728" y="558"/>
                  </a:lnTo>
                  <a:cubicBezTo>
                    <a:pt x="2728" y="250"/>
                    <a:pt x="2477" y="0"/>
                    <a:pt x="2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4" name="Google Shape;19744;p92"/>
            <p:cNvSpPr/>
            <p:nvPr/>
          </p:nvSpPr>
          <p:spPr>
            <a:xfrm>
              <a:off x="6536359" y="2033634"/>
              <a:ext cx="180925" cy="384092"/>
            </a:xfrm>
            <a:custGeom>
              <a:rect b="b" l="l" r="r" t="t"/>
              <a:pathLst>
                <a:path extrusionOk="0" h="19064" w="8980">
                  <a:moveTo>
                    <a:pt x="4512" y="1117"/>
                  </a:moveTo>
                  <a:cubicBezTo>
                    <a:pt x="5437" y="1117"/>
                    <a:pt x="6188" y="1868"/>
                    <a:pt x="6188" y="2793"/>
                  </a:cubicBezTo>
                  <a:lnTo>
                    <a:pt x="6188" y="11386"/>
                  </a:lnTo>
                  <a:cubicBezTo>
                    <a:pt x="6188" y="11568"/>
                    <a:pt x="6276" y="11740"/>
                    <a:pt x="6427" y="11845"/>
                  </a:cubicBezTo>
                  <a:cubicBezTo>
                    <a:pt x="7634" y="12686"/>
                    <a:pt x="8153" y="14218"/>
                    <a:pt x="7702" y="15620"/>
                  </a:cubicBezTo>
                  <a:cubicBezTo>
                    <a:pt x="7255" y="17008"/>
                    <a:pt x="5963" y="17946"/>
                    <a:pt x="4509" y="17946"/>
                  </a:cubicBezTo>
                  <a:cubicBezTo>
                    <a:pt x="4494" y="17946"/>
                    <a:pt x="4479" y="17946"/>
                    <a:pt x="4465" y="17945"/>
                  </a:cubicBezTo>
                  <a:cubicBezTo>
                    <a:pt x="2697" y="17920"/>
                    <a:pt x="1216" y="16463"/>
                    <a:pt x="1163" y="14698"/>
                  </a:cubicBezTo>
                  <a:cubicBezTo>
                    <a:pt x="1127" y="13565"/>
                    <a:pt x="1667" y="12490"/>
                    <a:pt x="2598" y="11845"/>
                  </a:cubicBezTo>
                  <a:cubicBezTo>
                    <a:pt x="2747" y="11740"/>
                    <a:pt x="2837" y="11568"/>
                    <a:pt x="2837" y="11386"/>
                  </a:cubicBezTo>
                  <a:lnTo>
                    <a:pt x="2837" y="2793"/>
                  </a:lnTo>
                  <a:cubicBezTo>
                    <a:pt x="2837" y="1868"/>
                    <a:pt x="3587" y="1117"/>
                    <a:pt x="4512" y="1117"/>
                  </a:cubicBezTo>
                  <a:close/>
                  <a:moveTo>
                    <a:pt x="4511" y="1"/>
                  </a:moveTo>
                  <a:cubicBezTo>
                    <a:pt x="2970" y="1"/>
                    <a:pt x="1719" y="1252"/>
                    <a:pt x="1719" y="2793"/>
                  </a:cubicBezTo>
                  <a:lnTo>
                    <a:pt x="1719" y="11107"/>
                  </a:lnTo>
                  <a:cubicBezTo>
                    <a:pt x="621" y="11984"/>
                    <a:pt x="0" y="13327"/>
                    <a:pt x="45" y="14731"/>
                  </a:cubicBezTo>
                  <a:cubicBezTo>
                    <a:pt x="117" y="17131"/>
                    <a:pt x="2097" y="19063"/>
                    <a:pt x="4512" y="19063"/>
                  </a:cubicBezTo>
                  <a:cubicBezTo>
                    <a:pt x="6962" y="19063"/>
                    <a:pt x="8979" y="17085"/>
                    <a:pt x="8979" y="14596"/>
                  </a:cubicBezTo>
                  <a:cubicBezTo>
                    <a:pt x="8978" y="13239"/>
                    <a:pt x="8362" y="11957"/>
                    <a:pt x="7304" y="11108"/>
                  </a:cubicBezTo>
                  <a:lnTo>
                    <a:pt x="7304" y="2793"/>
                  </a:lnTo>
                  <a:cubicBezTo>
                    <a:pt x="7304" y="1253"/>
                    <a:pt x="6052" y="1"/>
                    <a:pt x="4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5" name="Google Shape;19745;p92"/>
            <p:cNvSpPr/>
            <p:nvPr/>
          </p:nvSpPr>
          <p:spPr>
            <a:xfrm>
              <a:off x="6706001" y="2102659"/>
              <a:ext cx="45010" cy="22505"/>
            </a:xfrm>
            <a:custGeom>
              <a:rect b="b" l="l" r="r" t="t"/>
              <a:pathLst>
                <a:path extrusionOk="0" h="1117" w="2234">
                  <a:moveTo>
                    <a:pt x="559" y="0"/>
                  </a:moveTo>
                  <a:cubicBezTo>
                    <a:pt x="250" y="0"/>
                    <a:pt x="0" y="250"/>
                    <a:pt x="0" y="558"/>
                  </a:cubicBezTo>
                  <a:cubicBezTo>
                    <a:pt x="0" y="867"/>
                    <a:pt x="250" y="1117"/>
                    <a:pt x="559" y="1117"/>
                  </a:cubicBezTo>
                  <a:lnTo>
                    <a:pt x="1676" y="1117"/>
                  </a:lnTo>
                  <a:cubicBezTo>
                    <a:pt x="1984" y="1117"/>
                    <a:pt x="2233" y="867"/>
                    <a:pt x="2233" y="558"/>
                  </a:cubicBezTo>
                  <a:cubicBezTo>
                    <a:pt x="2233" y="250"/>
                    <a:pt x="1984" y="0"/>
                    <a:pt x="16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6" name="Google Shape;19746;p92"/>
            <p:cNvSpPr/>
            <p:nvPr/>
          </p:nvSpPr>
          <p:spPr>
            <a:xfrm>
              <a:off x="6706202" y="2147648"/>
              <a:ext cx="44627" cy="22525"/>
            </a:xfrm>
            <a:custGeom>
              <a:rect b="b" l="l" r="r" t="t"/>
              <a:pathLst>
                <a:path extrusionOk="0" h="1118" w="2215">
                  <a:moveTo>
                    <a:pt x="548" y="0"/>
                  </a:moveTo>
                  <a:cubicBezTo>
                    <a:pt x="245" y="6"/>
                    <a:pt x="1" y="254"/>
                    <a:pt x="1" y="559"/>
                  </a:cubicBezTo>
                  <a:cubicBezTo>
                    <a:pt x="1" y="864"/>
                    <a:pt x="245" y="1112"/>
                    <a:pt x="548" y="1118"/>
                  </a:cubicBezTo>
                  <a:lnTo>
                    <a:pt x="1666" y="1118"/>
                  </a:lnTo>
                  <a:cubicBezTo>
                    <a:pt x="1971" y="1112"/>
                    <a:pt x="2214" y="864"/>
                    <a:pt x="2214" y="559"/>
                  </a:cubicBezTo>
                  <a:cubicBezTo>
                    <a:pt x="2214" y="254"/>
                    <a:pt x="1971" y="6"/>
                    <a:pt x="1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7" name="Google Shape;19747;p92"/>
            <p:cNvSpPr/>
            <p:nvPr/>
          </p:nvSpPr>
          <p:spPr>
            <a:xfrm>
              <a:off x="6706202" y="2192658"/>
              <a:ext cx="44627" cy="22505"/>
            </a:xfrm>
            <a:custGeom>
              <a:rect b="b" l="l" r="r" t="t"/>
              <a:pathLst>
                <a:path extrusionOk="0" h="1117" w="2215">
                  <a:moveTo>
                    <a:pt x="548" y="0"/>
                  </a:moveTo>
                  <a:cubicBezTo>
                    <a:pt x="245" y="6"/>
                    <a:pt x="1" y="254"/>
                    <a:pt x="1" y="559"/>
                  </a:cubicBezTo>
                  <a:cubicBezTo>
                    <a:pt x="1" y="863"/>
                    <a:pt x="245" y="1112"/>
                    <a:pt x="548" y="1117"/>
                  </a:cubicBezTo>
                  <a:lnTo>
                    <a:pt x="1666" y="1117"/>
                  </a:lnTo>
                  <a:cubicBezTo>
                    <a:pt x="1971" y="1112"/>
                    <a:pt x="2214" y="863"/>
                    <a:pt x="2214" y="559"/>
                  </a:cubicBezTo>
                  <a:cubicBezTo>
                    <a:pt x="2214" y="254"/>
                    <a:pt x="1971" y="6"/>
                    <a:pt x="1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748" name="Google Shape;19748;p92"/>
          <p:cNvSpPr/>
          <p:nvPr/>
        </p:nvSpPr>
        <p:spPr>
          <a:xfrm>
            <a:off x="2543753" y="1765675"/>
            <a:ext cx="269609" cy="353409"/>
          </a:xfrm>
          <a:custGeom>
            <a:rect b="b" l="l" r="r" t="t"/>
            <a:pathLst>
              <a:path extrusionOk="0" h="19062" w="14544">
                <a:moveTo>
                  <a:pt x="10749" y="2280"/>
                </a:moveTo>
                <a:cubicBezTo>
                  <a:pt x="10506" y="2816"/>
                  <a:pt x="10169" y="3380"/>
                  <a:pt x="9769" y="3958"/>
                </a:cubicBezTo>
                <a:lnTo>
                  <a:pt x="4759" y="3958"/>
                </a:lnTo>
                <a:cubicBezTo>
                  <a:pt x="4362" y="3384"/>
                  <a:pt x="4024" y="2821"/>
                  <a:pt x="3780" y="2280"/>
                </a:cubicBezTo>
                <a:close/>
                <a:moveTo>
                  <a:pt x="8935" y="5077"/>
                </a:moveTo>
                <a:cubicBezTo>
                  <a:pt x="8421" y="5725"/>
                  <a:pt x="7851" y="6385"/>
                  <a:pt x="7263" y="7049"/>
                </a:cubicBezTo>
                <a:lnTo>
                  <a:pt x="7261" y="7049"/>
                </a:lnTo>
                <a:cubicBezTo>
                  <a:pt x="6690" y="6405"/>
                  <a:pt x="6116" y="5741"/>
                  <a:pt x="5592" y="5077"/>
                </a:cubicBezTo>
                <a:close/>
                <a:moveTo>
                  <a:pt x="2277" y="1162"/>
                </a:moveTo>
                <a:cubicBezTo>
                  <a:pt x="2577" y="3268"/>
                  <a:pt x="4493" y="5621"/>
                  <a:pt x="6511" y="7886"/>
                </a:cubicBezTo>
                <a:cubicBezTo>
                  <a:pt x="6255" y="8167"/>
                  <a:pt x="6021" y="8425"/>
                  <a:pt x="5755" y="8718"/>
                </a:cubicBezTo>
                <a:cubicBezTo>
                  <a:pt x="3471" y="6161"/>
                  <a:pt x="1421" y="3610"/>
                  <a:pt x="1150" y="1162"/>
                </a:cubicBezTo>
                <a:close/>
                <a:moveTo>
                  <a:pt x="7261" y="12057"/>
                </a:moveTo>
                <a:cubicBezTo>
                  <a:pt x="7835" y="12702"/>
                  <a:pt x="8407" y="13366"/>
                  <a:pt x="8929" y="14028"/>
                </a:cubicBezTo>
                <a:lnTo>
                  <a:pt x="5590" y="14028"/>
                </a:lnTo>
                <a:cubicBezTo>
                  <a:pt x="6103" y="13381"/>
                  <a:pt x="6672" y="12720"/>
                  <a:pt x="7261" y="12057"/>
                </a:cubicBezTo>
                <a:close/>
                <a:moveTo>
                  <a:pt x="9761" y="15146"/>
                </a:moveTo>
                <a:cubicBezTo>
                  <a:pt x="10159" y="15721"/>
                  <a:pt x="10497" y="16286"/>
                  <a:pt x="10742" y="16824"/>
                </a:cubicBezTo>
                <a:lnTo>
                  <a:pt x="3774" y="16824"/>
                </a:lnTo>
                <a:cubicBezTo>
                  <a:pt x="4018" y="16288"/>
                  <a:pt x="4354" y="15726"/>
                  <a:pt x="4755" y="15146"/>
                </a:cubicBezTo>
                <a:close/>
                <a:moveTo>
                  <a:pt x="13378" y="1120"/>
                </a:moveTo>
                <a:cubicBezTo>
                  <a:pt x="12812" y="6645"/>
                  <a:pt x="3008" y="12862"/>
                  <a:pt x="2277" y="17944"/>
                </a:cubicBezTo>
                <a:lnTo>
                  <a:pt x="1150" y="17944"/>
                </a:lnTo>
                <a:cubicBezTo>
                  <a:pt x="1760" y="12420"/>
                  <a:pt x="11574" y="6189"/>
                  <a:pt x="12253" y="1120"/>
                </a:cubicBezTo>
                <a:close/>
                <a:moveTo>
                  <a:pt x="8768" y="10387"/>
                </a:moveTo>
                <a:cubicBezTo>
                  <a:pt x="11047" y="12940"/>
                  <a:pt x="13102" y="15493"/>
                  <a:pt x="13374" y="17944"/>
                </a:cubicBezTo>
                <a:lnTo>
                  <a:pt x="12247" y="17944"/>
                </a:lnTo>
                <a:cubicBezTo>
                  <a:pt x="11945" y="15851"/>
                  <a:pt x="10039" y="13494"/>
                  <a:pt x="8013" y="11220"/>
                </a:cubicBezTo>
                <a:cubicBezTo>
                  <a:pt x="8262" y="10943"/>
                  <a:pt x="8506" y="10676"/>
                  <a:pt x="8768" y="10387"/>
                </a:cubicBezTo>
                <a:close/>
                <a:moveTo>
                  <a:pt x="11730" y="1"/>
                </a:moveTo>
                <a:cubicBezTo>
                  <a:pt x="11417" y="1"/>
                  <a:pt x="11166" y="256"/>
                  <a:pt x="11171" y="567"/>
                </a:cubicBezTo>
                <a:cubicBezTo>
                  <a:pt x="11172" y="767"/>
                  <a:pt x="11154" y="966"/>
                  <a:pt x="11117" y="1162"/>
                </a:cubicBezTo>
                <a:lnTo>
                  <a:pt x="3408" y="1162"/>
                </a:lnTo>
                <a:cubicBezTo>
                  <a:pt x="3372" y="977"/>
                  <a:pt x="3353" y="790"/>
                  <a:pt x="3353" y="601"/>
                </a:cubicBezTo>
                <a:cubicBezTo>
                  <a:pt x="3353" y="294"/>
                  <a:pt x="3102" y="42"/>
                  <a:pt x="2794" y="42"/>
                </a:cubicBezTo>
                <a:lnTo>
                  <a:pt x="560" y="42"/>
                </a:lnTo>
                <a:cubicBezTo>
                  <a:pt x="252" y="42"/>
                  <a:pt x="1" y="294"/>
                  <a:pt x="1" y="601"/>
                </a:cubicBezTo>
                <a:cubicBezTo>
                  <a:pt x="1" y="3841"/>
                  <a:pt x="2725" y="7010"/>
                  <a:pt x="5001" y="9552"/>
                </a:cubicBezTo>
                <a:cubicBezTo>
                  <a:pt x="2313" y="12556"/>
                  <a:pt x="1" y="15466"/>
                  <a:pt x="1" y="18502"/>
                </a:cubicBezTo>
                <a:cubicBezTo>
                  <a:pt x="1" y="18812"/>
                  <a:pt x="252" y="19061"/>
                  <a:pt x="560" y="19061"/>
                </a:cubicBezTo>
                <a:lnTo>
                  <a:pt x="2794" y="19061"/>
                </a:lnTo>
                <a:cubicBezTo>
                  <a:pt x="3102" y="19061"/>
                  <a:pt x="3353" y="18812"/>
                  <a:pt x="3353" y="18502"/>
                </a:cubicBezTo>
                <a:cubicBezTo>
                  <a:pt x="3353" y="18316"/>
                  <a:pt x="3371" y="18127"/>
                  <a:pt x="3407" y="17944"/>
                </a:cubicBezTo>
                <a:lnTo>
                  <a:pt x="11114" y="17944"/>
                </a:lnTo>
                <a:cubicBezTo>
                  <a:pt x="11151" y="18127"/>
                  <a:pt x="11169" y="18314"/>
                  <a:pt x="11171" y="18502"/>
                </a:cubicBezTo>
                <a:cubicBezTo>
                  <a:pt x="11171" y="18812"/>
                  <a:pt x="11420" y="19061"/>
                  <a:pt x="11730" y="19061"/>
                </a:cubicBezTo>
                <a:lnTo>
                  <a:pt x="13963" y="19061"/>
                </a:lnTo>
                <a:cubicBezTo>
                  <a:pt x="14272" y="19061"/>
                  <a:pt x="14521" y="18812"/>
                  <a:pt x="14521" y="18502"/>
                </a:cubicBezTo>
                <a:cubicBezTo>
                  <a:pt x="14521" y="15262"/>
                  <a:pt x="11798" y="12096"/>
                  <a:pt x="9521" y="9552"/>
                </a:cubicBezTo>
                <a:cubicBezTo>
                  <a:pt x="12223" y="6533"/>
                  <a:pt x="14544" y="3610"/>
                  <a:pt x="14521" y="555"/>
                </a:cubicBezTo>
                <a:cubicBezTo>
                  <a:pt x="14520" y="249"/>
                  <a:pt x="14270" y="1"/>
                  <a:pt x="13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9" name="Google Shape;19749;p92"/>
          <p:cNvSpPr/>
          <p:nvPr/>
        </p:nvSpPr>
        <p:spPr>
          <a:xfrm>
            <a:off x="3296049" y="1765684"/>
            <a:ext cx="289370" cy="353391"/>
          </a:xfrm>
          <a:custGeom>
            <a:rect b="b" l="l" r="r" t="t"/>
            <a:pathLst>
              <a:path extrusionOk="0" h="19061" w="15610">
                <a:moveTo>
                  <a:pt x="9448" y="1116"/>
                </a:moveTo>
                <a:lnTo>
                  <a:pt x="9448" y="2308"/>
                </a:lnTo>
                <a:lnTo>
                  <a:pt x="8889" y="2308"/>
                </a:lnTo>
                <a:cubicBezTo>
                  <a:pt x="8585" y="2314"/>
                  <a:pt x="8340" y="2562"/>
                  <a:pt x="8340" y="2867"/>
                </a:cubicBezTo>
                <a:cubicBezTo>
                  <a:pt x="8340" y="3171"/>
                  <a:pt x="8585" y="3420"/>
                  <a:pt x="8889" y="3425"/>
                </a:cubicBezTo>
                <a:lnTo>
                  <a:pt x="9448" y="3425"/>
                </a:lnTo>
                <a:lnTo>
                  <a:pt x="9448" y="4542"/>
                </a:lnTo>
                <a:lnTo>
                  <a:pt x="7772" y="4542"/>
                </a:lnTo>
                <a:cubicBezTo>
                  <a:pt x="7464" y="4542"/>
                  <a:pt x="7213" y="4791"/>
                  <a:pt x="7213" y="5101"/>
                </a:cubicBezTo>
                <a:cubicBezTo>
                  <a:pt x="7213" y="5409"/>
                  <a:pt x="7464" y="5658"/>
                  <a:pt x="7772" y="5658"/>
                </a:cubicBezTo>
                <a:lnTo>
                  <a:pt x="9448" y="5658"/>
                </a:lnTo>
                <a:lnTo>
                  <a:pt x="9448" y="6776"/>
                </a:lnTo>
                <a:lnTo>
                  <a:pt x="8889" y="6776"/>
                </a:lnTo>
                <a:cubicBezTo>
                  <a:pt x="8585" y="6781"/>
                  <a:pt x="8340" y="7030"/>
                  <a:pt x="8340" y="7334"/>
                </a:cubicBezTo>
                <a:cubicBezTo>
                  <a:pt x="8340" y="7638"/>
                  <a:pt x="8585" y="7887"/>
                  <a:pt x="8889" y="7893"/>
                </a:cubicBezTo>
                <a:lnTo>
                  <a:pt x="9448" y="7893"/>
                </a:lnTo>
                <a:lnTo>
                  <a:pt x="9448" y="8451"/>
                </a:lnTo>
                <a:cubicBezTo>
                  <a:pt x="9448" y="8658"/>
                  <a:pt x="9165" y="8088"/>
                  <a:pt x="13873" y="16562"/>
                </a:cubicBezTo>
                <a:cubicBezTo>
                  <a:pt x="14218" y="17182"/>
                  <a:pt x="13770" y="17945"/>
                  <a:pt x="13060" y="17945"/>
                </a:cubicBezTo>
                <a:lnTo>
                  <a:pt x="13060" y="17943"/>
                </a:lnTo>
                <a:lnTo>
                  <a:pt x="2543" y="17943"/>
                </a:lnTo>
                <a:cubicBezTo>
                  <a:pt x="1836" y="17943"/>
                  <a:pt x="1386" y="17187"/>
                  <a:pt x="1727" y="16565"/>
                </a:cubicBezTo>
                <a:cubicBezTo>
                  <a:pt x="6376" y="8082"/>
                  <a:pt x="6097" y="8655"/>
                  <a:pt x="6097" y="8450"/>
                </a:cubicBezTo>
                <a:lnTo>
                  <a:pt x="6097" y="1116"/>
                </a:lnTo>
                <a:close/>
                <a:moveTo>
                  <a:pt x="4423" y="0"/>
                </a:moveTo>
                <a:cubicBezTo>
                  <a:pt x="4118" y="5"/>
                  <a:pt x="3875" y="254"/>
                  <a:pt x="3875" y="558"/>
                </a:cubicBezTo>
                <a:cubicBezTo>
                  <a:pt x="3875" y="862"/>
                  <a:pt x="4118" y="1111"/>
                  <a:pt x="4423" y="1116"/>
                </a:cubicBezTo>
                <a:lnTo>
                  <a:pt x="4981" y="1116"/>
                </a:lnTo>
                <a:lnTo>
                  <a:pt x="4981" y="8308"/>
                </a:lnTo>
                <a:lnTo>
                  <a:pt x="748" y="16030"/>
                </a:lnTo>
                <a:cubicBezTo>
                  <a:pt x="1" y="17393"/>
                  <a:pt x="986" y="19061"/>
                  <a:pt x="2545" y="19061"/>
                </a:cubicBezTo>
                <a:lnTo>
                  <a:pt x="13061" y="19061"/>
                </a:lnTo>
                <a:cubicBezTo>
                  <a:pt x="14622" y="19061"/>
                  <a:pt x="15609" y="17386"/>
                  <a:pt x="14852" y="16020"/>
                </a:cubicBezTo>
                <a:lnTo>
                  <a:pt x="14850" y="16020"/>
                </a:lnTo>
                <a:lnTo>
                  <a:pt x="10566" y="8307"/>
                </a:lnTo>
                <a:lnTo>
                  <a:pt x="10566" y="1116"/>
                </a:lnTo>
                <a:lnTo>
                  <a:pt x="11124" y="1116"/>
                </a:lnTo>
                <a:cubicBezTo>
                  <a:pt x="11428" y="1111"/>
                  <a:pt x="11673" y="862"/>
                  <a:pt x="11673" y="558"/>
                </a:cubicBezTo>
                <a:cubicBezTo>
                  <a:pt x="11673" y="254"/>
                  <a:pt x="11428" y="5"/>
                  <a:pt x="111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750" name="Google Shape;19750;p92"/>
          <p:cNvGrpSpPr/>
          <p:nvPr/>
        </p:nvGrpSpPr>
        <p:grpSpPr>
          <a:xfrm>
            <a:off x="4036167" y="1765964"/>
            <a:ext cx="325204" cy="352720"/>
            <a:chOff x="5308731" y="1817028"/>
            <a:chExt cx="353367" cy="383266"/>
          </a:xfrm>
        </p:grpSpPr>
        <p:sp>
          <p:nvSpPr>
            <p:cNvPr id="19751" name="Google Shape;19751;p92"/>
            <p:cNvSpPr/>
            <p:nvPr/>
          </p:nvSpPr>
          <p:spPr>
            <a:xfrm>
              <a:off x="5308731" y="1975669"/>
              <a:ext cx="222630" cy="224624"/>
            </a:xfrm>
            <a:custGeom>
              <a:rect b="b" l="l" r="r" t="t"/>
              <a:pathLst>
                <a:path extrusionOk="0" h="11149" w="11050">
                  <a:moveTo>
                    <a:pt x="7196" y="1116"/>
                  </a:moveTo>
                  <a:lnTo>
                    <a:pt x="7196" y="4459"/>
                  </a:lnTo>
                  <a:cubicBezTo>
                    <a:pt x="7196" y="4644"/>
                    <a:pt x="7225" y="4655"/>
                    <a:pt x="7727" y="5574"/>
                  </a:cubicBezTo>
                  <a:lnTo>
                    <a:pt x="3321" y="5574"/>
                  </a:lnTo>
                  <a:cubicBezTo>
                    <a:pt x="3822" y="4656"/>
                    <a:pt x="3852" y="4644"/>
                    <a:pt x="3852" y="4459"/>
                  </a:cubicBezTo>
                  <a:lnTo>
                    <a:pt x="3852" y="1116"/>
                  </a:lnTo>
                  <a:close/>
                  <a:moveTo>
                    <a:pt x="8335" y="6689"/>
                  </a:moveTo>
                  <a:lnTo>
                    <a:pt x="9259" y="8385"/>
                  </a:lnTo>
                  <a:cubicBezTo>
                    <a:pt x="9664" y="9128"/>
                    <a:pt x="9129" y="10034"/>
                    <a:pt x="8281" y="10034"/>
                  </a:cubicBezTo>
                  <a:lnTo>
                    <a:pt x="2767" y="10034"/>
                  </a:lnTo>
                  <a:cubicBezTo>
                    <a:pt x="1921" y="10034"/>
                    <a:pt x="1383" y="9128"/>
                    <a:pt x="1788" y="8385"/>
                  </a:cubicBezTo>
                  <a:lnTo>
                    <a:pt x="2713" y="6689"/>
                  </a:lnTo>
                  <a:close/>
                  <a:moveTo>
                    <a:pt x="8507" y="1"/>
                  </a:moveTo>
                  <a:cubicBezTo>
                    <a:pt x="8504" y="1"/>
                    <a:pt x="8500" y="1"/>
                    <a:pt x="8496" y="1"/>
                  </a:cubicBezTo>
                  <a:lnTo>
                    <a:pt x="2551" y="1"/>
                  </a:lnTo>
                  <a:cubicBezTo>
                    <a:pt x="2248" y="7"/>
                    <a:pt x="2004" y="254"/>
                    <a:pt x="2004" y="558"/>
                  </a:cubicBezTo>
                  <a:cubicBezTo>
                    <a:pt x="2004" y="862"/>
                    <a:pt x="2248" y="1110"/>
                    <a:pt x="2551" y="1116"/>
                  </a:cubicBezTo>
                  <a:lnTo>
                    <a:pt x="2737" y="1116"/>
                  </a:lnTo>
                  <a:lnTo>
                    <a:pt x="2737" y="4317"/>
                  </a:lnTo>
                  <a:cubicBezTo>
                    <a:pt x="2469" y="4809"/>
                    <a:pt x="1079" y="7357"/>
                    <a:pt x="810" y="7852"/>
                  </a:cubicBezTo>
                  <a:cubicBezTo>
                    <a:pt x="0" y="9336"/>
                    <a:pt x="1073" y="11148"/>
                    <a:pt x="2767" y="11148"/>
                  </a:cubicBezTo>
                  <a:lnTo>
                    <a:pt x="8281" y="11148"/>
                  </a:lnTo>
                  <a:cubicBezTo>
                    <a:pt x="9971" y="11148"/>
                    <a:pt x="11049" y="9339"/>
                    <a:pt x="10238" y="7852"/>
                  </a:cubicBezTo>
                  <a:lnTo>
                    <a:pt x="8311" y="4317"/>
                  </a:lnTo>
                  <a:lnTo>
                    <a:pt x="8311" y="1116"/>
                  </a:lnTo>
                  <a:lnTo>
                    <a:pt x="8496" y="1116"/>
                  </a:lnTo>
                  <a:cubicBezTo>
                    <a:pt x="8500" y="1116"/>
                    <a:pt x="8504" y="1116"/>
                    <a:pt x="8507" y="1116"/>
                  </a:cubicBezTo>
                  <a:cubicBezTo>
                    <a:pt x="8815" y="1116"/>
                    <a:pt x="9064" y="866"/>
                    <a:pt x="9064" y="558"/>
                  </a:cubicBezTo>
                  <a:cubicBezTo>
                    <a:pt x="9064" y="250"/>
                    <a:pt x="8815" y="1"/>
                    <a:pt x="8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2" name="Google Shape;19752;p92"/>
            <p:cNvSpPr/>
            <p:nvPr/>
          </p:nvSpPr>
          <p:spPr>
            <a:xfrm>
              <a:off x="5437232" y="1817028"/>
              <a:ext cx="224866" cy="217674"/>
            </a:xfrm>
            <a:custGeom>
              <a:rect b="b" l="l" r="r" t="t"/>
              <a:pathLst>
                <a:path extrusionOk="0" h="10804" w="11161">
                  <a:moveTo>
                    <a:pt x="4160" y="1710"/>
                  </a:moveTo>
                  <a:lnTo>
                    <a:pt x="6943" y="4494"/>
                  </a:lnTo>
                  <a:lnTo>
                    <a:pt x="2213" y="4494"/>
                  </a:lnTo>
                  <a:lnTo>
                    <a:pt x="1796" y="4076"/>
                  </a:lnTo>
                  <a:lnTo>
                    <a:pt x="4160" y="1710"/>
                  </a:lnTo>
                  <a:close/>
                  <a:moveTo>
                    <a:pt x="8058" y="5608"/>
                  </a:moveTo>
                  <a:lnTo>
                    <a:pt x="9283" y="6835"/>
                  </a:lnTo>
                  <a:cubicBezTo>
                    <a:pt x="9936" y="7488"/>
                    <a:pt x="9936" y="8546"/>
                    <a:pt x="9283" y="9199"/>
                  </a:cubicBezTo>
                  <a:cubicBezTo>
                    <a:pt x="8957" y="9526"/>
                    <a:pt x="8529" y="9689"/>
                    <a:pt x="8101" y="9689"/>
                  </a:cubicBezTo>
                  <a:cubicBezTo>
                    <a:pt x="7673" y="9689"/>
                    <a:pt x="7245" y="9526"/>
                    <a:pt x="6919" y="9199"/>
                  </a:cubicBezTo>
                  <a:lnTo>
                    <a:pt x="3327" y="5608"/>
                  </a:lnTo>
                  <a:close/>
                  <a:moveTo>
                    <a:pt x="4525" y="1"/>
                  </a:moveTo>
                  <a:cubicBezTo>
                    <a:pt x="4383" y="1"/>
                    <a:pt x="4242" y="54"/>
                    <a:pt x="4135" y="160"/>
                  </a:cubicBezTo>
                  <a:lnTo>
                    <a:pt x="219" y="4076"/>
                  </a:lnTo>
                  <a:cubicBezTo>
                    <a:pt x="1" y="4293"/>
                    <a:pt x="1" y="4645"/>
                    <a:pt x="219" y="4864"/>
                  </a:cubicBezTo>
                  <a:cubicBezTo>
                    <a:pt x="328" y="4973"/>
                    <a:pt x="471" y="5027"/>
                    <a:pt x="613" y="5027"/>
                  </a:cubicBezTo>
                  <a:cubicBezTo>
                    <a:pt x="756" y="5027"/>
                    <a:pt x="898" y="4973"/>
                    <a:pt x="1007" y="4864"/>
                  </a:cubicBezTo>
                  <a:lnTo>
                    <a:pt x="6131" y="9987"/>
                  </a:lnTo>
                  <a:cubicBezTo>
                    <a:pt x="6675" y="10531"/>
                    <a:pt x="7388" y="10804"/>
                    <a:pt x="8102" y="10804"/>
                  </a:cubicBezTo>
                  <a:cubicBezTo>
                    <a:pt x="8815" y="10804"/>
                    <a:pt x="9528" y="10531"/>
                    <a:pt x="10072" y="9987"/>
                  </a:cubicBezTo>
                  <a:cubicBezTo>
                    <a:pt x="11160" y="8899"/>
                    <a:pt x="11160" y="7134"/>
                    <a:pt x="10072" y="6046"/>
                  </a:cubicBezTo>
                  <a:lnTo>
                    <a:pt x="10071" y="6046"/>
                  </a:lnTo>
                  <a:lnTo>
                    <a:pt x="4946" y="921"/>
                  </a:lnTo>
                  <a:cubicBezTo>
                    <a:pt x="5142" y="695"/>
                    <a:pt x="5124" y="355"/>
                    <a:pt x="4906" y="151"/>
                  </a:cubicBezTo>
                  <a:cubicBezTo>
                    <a:pt x="4798" y="51"/>
                    <a:pt x="4661" y="1"/>
                    <a:pt x="4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3" name="Google Shape;19753;p92"/>
            <p:cNvSpPr/>
            <p:nvPr/>
          </p:nvSpPr>
          <p:spPr>
            <a:xfrm>
              <a:off x="5405258" y="1930760"/>
              <a:ext cx="26272" cy="22485"/>
            </a:xfrm>
            <a:custGeom>
              <a:rect b="b" l="l" r="r" t="t"/>
              <a:pathLst>
                <a:path extrusionOk="0" h="1116" w="1304">
                  <a:moveTo>
                    <a:pt x="746" y="0"/>
                  </a:moveTo>
                  <a:cubicBezTo>
                    <a:pt x="250" y="0"/>
                    <a:pt x="1" y="601"/>
                    <a:pt x="352" y="952"/>
                  </a:cubicBezTo>
                  <a:cubicBezTo>
                    <a:pt x="459" y="1059"/>
                    <a:pt x="602" y="1115"/>
                    <a:pt x="747" y="1115"/>
                  </a:cubicBezTo>
                  <a:cubicBezTo>
                    <a:pt x="819" y="1115"/>
                    <a:pt x="891" y="1101"/>
                    <a:pt x="960" y="1073"/>
                  </a:cubicBezTo>
                  <a:cubicBezTo>
                    <a:pt x="1168" y="987"/>
                    <a:pt x="1304" y="783"/>
                    <a:pt x="1304" y="558"/>
                  </a:cubicBezTo>
                  <a:cubicBezTo>
                    <a:pt x="1304" y="250"/>
                    <a:pt x="1054" y="0"/>
                    <a:pt x="7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4" name="Google Shape;19754;p92"/>
            <p:cNvSpPr/>
            <p:nvPr/>
          </p:nvSpPr>
          <p:spPr>
            <a:xfrm>
              <a:off x="5382834" y="1885832"/>
              <a:ext cx="26232" cy="22505"/>
            </a:xfrm>
            <a:custGeom>
              <a:rect b="b" l="l" r="r" t="t"/>
              <a:pathLst>
                <a:path extrusionOk="0" h="1117" w="1302">
                  <a:moveTo>
                    <a:pt x="744" y="0"/>
                  </a:moveTo>
                  <a:cubicBezTo>
                    <a:pt x="248" y="0"/>
                    <a:pt x="0" y="601"/>
                    <a:pt x="351" y="952"/>
                  </a:cubicBezTo>
                  <a:cubicBezTo>
                    <a:pt x="457" y="1059"/>
                    <a:pt x="600" y="1116"/>
                    <a:pt x="745" y="1116"/>
                  </a:cubicBezTo>
                  <a:cubicBezTo>
                    <a:pt x="817" y="1116"/>
                    <a:pt x="889" y="1102"/>
                    <a:pt x="958" y="1073"/>
                  </a:cubicBezTo>
                  <a:cubicBezTo>
                    <a:pt x="1166" y="987"/>
                    <a:pt x="1302" y="784"/>
                    <a:pt x="1302" y="558"/>
                  </a:cubicBezTo>
                  <a:cubicBezTo>
                    <a:pt x="1302" y="250"/>
                    <a:pt x="1052" y="0"/>
                    <a:pt x="7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55" name="Google Shape;19755;p92"/>
          <p:cNvGrpSpPr/>
          <p:nvPr/>
        </p:nvGrpSpPr>
        <p:grpSpPr>
          <a:xfrm>
            <a:off x="4770437" y="1807671"/>
            <a:ext cx="363159" cy="269300"/>
            <a:chOff x="4835930" y="1910754"/>
            <a:chExt cx="394609" cy="292622"/>
          </a:xfrm>
        </p:grpSpPr>
        <p:sp>
          <p:nvSpPr>
            <p:cNvPr id="19756" name="Google Shape;19756;p92"/>
            <p:cNvSpPr/>
            <p:nvPr/>
          </p:nvSpPr>
          <p:spPr>
            <a:xfrm>
              <a:off x="4835930" y="1910754"/>
              <a:ext cx="394609" cy="292622"/>
            </a:xfrm>
            <a:custGeom>
              <a:rect b="b" l="l" r="r" t="t"/>
              <a:pathLst>
                <a:path extrusionOk="0" h="14524" w="19586">
                  <a:moveTo>
                    <a:pt x="8320" y="1117"/>
                  </a:moveTo>
                  <a:lnTo>
                    <a:pt x="8320" y="6517"/>
                  </a:lnTo>
                  <a:cubicBezTo>
                    <a:pt x="8320" y="6720"/>
                    <a:pt x="8353" y="6725"/>
                    <a:pt x="9009" y="7819"/>
                  </a:cubicBezTo>
                  <a:lnTo>
                    <a:pt x="4282" y="7819"/>
                  </a:lnTo>
                  <a:cubicBezTo>
                    <a:pt x="4941" y="6720"/>
                    <a:pt x="4970" y="6720"/>
                    <a:pt x="4970" y="6517"/>
                  </a:cubicBezTo>
                  <a:lnTo>
                    <a:pt x="4970" y="1117"/>
                  </a:lnTo>
                  <a:close/>
                  <a:moveTo>
                    <a:pt x="16237" y="1117"/>
                  </a:moveTo>
                  <a:lnTo>
                    <a:pt x="16237" y="5623"/>
                  </a:lnTo>
                  <a:cubicBezTo>
                    <a:pt x="16237" y="5823"/>
                    <a:pt x="16343" y="6007"/>
                    <a:pt x="16516" y="6107"/>
                  </a:cubicBezTo>
                  <a:cubicBezTo>
                    <a:pt x="17870" y="6892"/>
                    <a:pt x="18662" y="8442"/>
                    <a:pt x="18431" y="10051"/>
                  </a:cubicBezTo>
                  <a:lnTo>
                    <a:pt x="11655" y="10051"/>
                  </a:lnTo>
                  <a:lnTo>
                    <a:pt x="10762" y="8566"/>
                  </a:lnTo>
                  <a:cubicBezTo>
                    <a:pt x="11018" y="7530"/>
                    <a:pt x="11683" y="6641"/>
                    <a:pt x="12608" y="6107"/>
                  </a:cubicBezTo>
                  <a:cubicBezTo>
                    <a:pt x="12780" y="6007"/>
                    <a:pt x="12886" y="5823"/>
                    <a:pt x="12886" y="5623"/>
                  </a:cubicBezTo>
                  <a:lnTo>
                    <a:pt x="12886" y="1117"/>
                  </a:lnTo>
                  <a:close/>
                  <a:moveTo>
                    <a:pt x="18090" y="11169"/>
                  </a:moveTo>
                  <a:cubicBezTo>
                    <a:pt x="17412" y="12592"/>
                    <a:pt x="16005" y="13403"/>
                    <a:pt x="14553" y="13403"/>
                  </a:cubicBezTo>
                  <a:cubicBezTo>
                    <a:pt x="13930" y="13403"/>
                    <a:pt x="13298" y="13253"/>
                    <a:pt x="12713" y="12939"/>
                  </a:cubicBezTo>
                  <a:cubicBezTo>
                    <a:pt x="12922" y="12058"/>
                    <a:pt x="12496" y="11459"/>
                    <a:pt x="12323" y="11169"/>
                  </a:cubicBezTo>
                  <a:close/>
                  <a:moveTo>
                    <a:pt x="9680" y="8935"/>
                  </a:moveTo>
                  <a:lnTo>
                    <a:pt x="11516" y="11994"/>
                  </a:lnTo>
                  <a:cubicBezTo>
                    <a:pt x="11888" y="12614"/>
                    <a:pt x="11441" y="13404"/>
                    <a:pt x="10718" y="13404"/>
                  </a:cubicBezTo>
                  <a:lnTo>
                    <a:pt x="2576" y="13404"/>
                  </a:lnTo>
                  <a:cubicBezTo>
                    <a:pt x="1852" y="13404"/>
                    <a:pt x="1405" y="12614"/>
                    <a:pt x="1778" y="11994"/>
                  </a:cubicBezTo>
                  <a:lnTo>
                    <a:pt x="3613" y="8935"/>
                  </a:lnTo>
                  <a:close/>
                  <a:moveTo>
                    <a:pt x="9448" y="1"/>
                  </a:moveTo>
                  <a:cubicBezTo>
                    <a:pt x="9444" y="1"/>
                    <a:pt x="9440" y="1"/>
                    <a:pt x="9437" y="1"/>
                  </a:cubicBezTo>
                  <a:lnTo>
                    <a:pt x="3853" y="1"/>
                  </a:lnTo>
                  <a:cubicBezTo>
                    <a:pt x="3548" y="5"/>
                    <a:pt x="3305" y="255"/>
                    <a:pt x="3305" y="558"/>
                  </a:cubicBezTo>
                  <a:cubicBezTo>
                    <a:pt x="3305" y="863"/>
                    <a:pt x="3548" y="1111"/>
                    <a:pt x="3853" y="1117"/>
                  </a:cubicBezTo>
                  <a:lnTo>
                    <a:pt x="3853" y="6360"/>
                  </a:lnTo>
                  <a:lnTo>
                    <a:pt x="820" y="11419"/>
                  </a:lnTo>
                  <a:cubicBezTo>
                    <a:pt x="1" y="12783"/>
                    <a:pt x="982" y="14520"/>
                    <a:pt x="2576" y="14520"/>
                  </a:cubicBezTo>
                  <a:lnTo>
                    <a:pt x="10718" y="14520"/>
                  </a:lnTo>
                  <a:cubicBezTo>
                    <a:pt x="10721" y="14520"/>
                    <a:pt x="10725" y="14520"/>
                    <a:pt x="10729" y="14520"/>
                  </a:cubicBezTo>
                  <a:cubicBezTo>
                    <a:pt x="11272" y="14520"/>
                    <a:pt x="11792" y="14302"/>
                    <a:pt x="12172" y="13916"/>
                  </a:cubicBezTo>
                  <a:cubicBezTo>
                    <a:pt x="12942" y="14333"/>
                    <a:pt x="13753" y="14524"/>
                    <a:pt x="14545" y="14524"/>
                  </a:cubicBezTo>
                  <a:cubicBezTo>
                    <a:pt x="17173" y="14524"/>
                    <a:pt x="19586" y="12418"/>
                    <a:pt x="19586" y="9494"/>
                  </a:cubicBezTo>
                  <a:cubicBezTo>
                    <a:pt x="19583" y="7816"/>
                    <a:pt x="18746" y="6249"/>
                    <a:pt x="17353" y="5314"/>
                  </a:cubicBezTo>
                  <a:lnTo>
                    <a:pt x="17353" y="1117"/>
                  </a:lnTo>
                  <a:cubicBezTo>
                    <a:pt x="17357" y="1117"/>
                    <a:pt x="17360" y="1117"/>
                    <a:pt x="17364" y="1117"/>
                  </a:cubicBezTo>
                  <a:cubicBezTo>
                    <a:pt x="17671" y="1117"/>
                    <a:pt x="17921" y="867"/>
                    <a:pt x="17921" y="558"/>
                  </a:cubicBezTo>
                  <a:cubicBezTo>
                    <a:pt x="17921" y="250"/>
                    <a:pt x="17671" y="1"/>
                    <a:pt x="17364" y="1"/>
                  </a:cubicBezTo>
                  <a:cubicBezTo>
                    <a:pt x="17360" y="1"/>
                    <a:pt x="17357" y="1"/>
                    <a:pt x="17353" y="1"/>
                  </a:cubicBezTo>
                  <a:lnTo>
                    <a:pt x="11767" y="1"/>
                  </a:lnTo>
                  <a:cubicBezTo>
                    <a:pt x="11462" y="5"/>
                    <a:pt x="11218" y="255"/>
                    <a:pt x="11218" y="558"/>
                  </a:cubicBezTo>
                  <a:cubicBezTo>
                    <a:pt x="11218" y="863"/>
                    <a:pt x="11462" y="1111"/>
                    <a:pt x="11767" y="1117"/>
                  </a:cubicBezTo>
                  <a:lnTo>
                    <a:pt x="11767" y="5314"/>
                  </a:lnTo>
                  <a:cubicBezTo>
                    <a:pt x="11014" y="5817"/>
                    <a:pt x="10411" y="6515"/>
                    <a:pt x="10021" y="7333"/>
                  </a:cubicBezTo>
                  <a:lnTo>
                    <a:pt x="9437" y="6360"/>
                  </a:lnTo>
                  <a:lnTo>
                    <a:pt x="9437" y="1117"/>
                  </a:lnTo>
                  <a:cubicBezTo>
                    <a:pt x="9440" y="1117"/>
                    <a:pt x="9444" y="1117"/>
                    <a:pt x="9448" y="1117"/>
                  </a:cubicBezTo>
                  <a:cubicBezTo>
                    <a:pt x="9755" y="1117"/>
                    <a:pt x="10006" y="867"/>
                    <a:pt x="10006" y="558"/>
                  </a:cubicBezTo>
                  <a:cubicBezTo>
                    <a:pt x="10006" y="250"/>
                    <a:pt x="9755" y="1"/>
                    <a:pt x="9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7" name="Google Shape;19757;p92"/>
            <p:cNvSpPr/>
            <p:nvPr/>
          </p:nvSpPr>
          <p:spPr>
            <a:xfrm>
              <a:off x="4932275" y="2114405"/>
              <a:ext cx="26313" cy="22525"/>
            </a:xfrm>
            <a:custGeom>
              <a:rect b="b" l="l" r="r" t="t"/>
              <a:pathLst>
                <a:path extrusionOk="0" h="1118" w="1306">
                  <a:moveTo>
                    <a:pt x="747" y="0"/>
                  </a:moveTo>
                  <a:cubicBezTo>
                    <a:pt x="249" y="0"/>
                    <a:pt x="1" y="601"/>
                    <a:pt x="352" y="954"/>
                  </a:cubicBezTo>
                  <a:cubicBezTo>
                    <a:pt x="459" y="1061"/>
                    <a:pt x="602" y="1117"/>
                    <a:pt x="747" y="1117"/>
                  </a:cubicBezTo>
                  <a:cubicBezTo>
                    <a:pt x="819" y="1117"/>
                    <a:pt x="892" y="1103"/>
                    <a:pt x="960" y="1075"/>
                  </a:cubicBezTo>
                  <a:cubicBezTo>
                    <a:pt x="1170" y="988"/>
                    <a:pt x="1306" y="785"/>
                    <a:pt x="1306" y="558"/>
                  </a:cubicBezTo>
                  <a:cubicBezTo>
                    <a:pt x="1306" y="250"/>
                    <a:pt x="1056" y="0"/>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8" name="Google Shape;19758;p92"/>
            <p:cNvSpPr/>
            <p:nvPr/>
          </p:nvSpPr>
          <p:spPr>
            <a:xfrm>
              <a:off x="4977265" y="2136527"/>
              <a:ext cx="26313" cy="22525"/>
            </a:xfrm>
            <a:custGeom>
              <a:rect b="b" l="l" r="r" t="t"/>
              <a:pathLst>
                <a:path extrusionOk="0" h="1118" w="1306">
                  <a:moveTo>
                    <a:pt x="748" y="1"/>
                  </a:moveTo>
                  <a:cubicBezTo>
                    <a:pt x="250" y="1"/>
                    <a:pt x="1" y="601"/>
                    <a:pt x="352" y="954"/>
                  </a:cubicBezTo>
                  <a:cubicBezTo>
                    <a:pt x="459" y="1061"/>
                    <a:pt x="602" y="1118"/>
                    <a:pt x="747" y="1118"/>
                  </a:cubicBezTo>
                  <a:cubicBezTo>
                    <a:pt x="820" y="1118"/>
                    <a:pt x="892" y="1104"/>
                    <a:pt x="962" y="1075"/>
                  </a:cubicBezTo>
                  <a:cubicBezTo>
                    <a:pt x="1169" y="988"/>
                    <a:pt x="1305" y="784"/>
                    <a:pt x="1305" y="558"/>
                  </a:cubicBezTo>
                  <a:cubicBezTo>
                    <a:pt x="1305" y="250"/>
                    <a:pt x="1056" y="1"/>
                    <a:pt x="7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9" name="Google Shape;19759;p92"/>
            <p:cNvSpPr/>
            <p:nvPr/>
          </p:nvSpPr>
          <p:spPr>
            <a:xfrm>
              <a:off x="5091723" y="2068267"/>
              <a:ext cx="26313" cy="22525"/>
            </a:xfrm>
            <a:custGeom>
              <a:rect b="b" l="l" r="r" t="t"/>
              <a:pathLst>
                <a:path extrusionOk="0" h="1118" w="1306">
                  <a:moveTo>
                    <a:pt x="748" y="1"/>
                  </a:moveTo>
                  <a:cubicBezTo>
                    <a:pt x="250" y="1"/>
                    <a:pt x="0" y="601"/>
                    <a:pt x="352" y="954"/>
                  </a:cubicBezTo>
                  <a:cubicBezTo>
                    <a:pt x="458" y="1061"/>
                    <a:pt x="601" y="1118"/>
                    <a:pt x="747" y="1118"/>
                  </a:cubicBezTo>
                  <a:cubicBezTo>
                    <a:pt x="819" y="1118"/>
                    <a:pt x="892" y="1104"/>
                    <a:pt x="961" y="1075"/>
                  </a:cubicBezTo>
                  <a:cubicBezTo>
                    <a:pt x="1169" y="988"/>
                    <a:pt x="1305" y="785"/>
                    <a:pt x="1305" y="558"/>
                  </a:cubicBezTo>
                  <a:cubicBezTo>
                    <a:pt x="1305" y="250"/>
                    <a:pt x="1055" y="1"/>
                    <a:pt x="7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0" name="Google Shape;19760;p92"/>
            <p:cNvSpPr/>
            <p:nvPr/>
          </p:nvSpPr>
          <p:spPr>
            <a:xfrm>
              <a:off x="5136732" y="2051766"/>
              <a:ext cx="26313" cy="22505"/>
            </a:xfrm>
            <a:custGeom>
              <a:rect b="b" l="l" r="r" t="t"/>
              <a:pathLst>
                <a:path extrusionOk="0" h="1117" w="1306">
                  <a:moveTo>
                    <a:pt x="746" y="1"/>
                  </a:moveTo>
                  <a:cubicBezTo>
                    <a:pt x="249" y="1"/>
                    <a:pt x="1" y="601"/>
                    <a:pt x="352" y="953"/>
                  </a:cubicBezTo>
                  <a:cubicBezTo>
                    <a:pt x="459" y="1060"/>
                    <a:pt x="601" y="1116"/>
                    <a:pt x="746" y="1116"/>
                  </a:cubicBezTo>
                  <a:cubicBezTo>
                    <a:pt x="818" y="1116"/>
                    <a:pt x="891" y="1102"/>
                    <a:pt x="960" y="1074"/>
                  </a:cubicBezTo>
                  <a:cubicBezTo>
                    <a:pt x="1169" y="988"/>
                    <a:pt x="1305" y="784"/>
                    <a:pt x="1305" y="558"/>
                  </a:cubicBezTo>
                  <a:cubicBezTo>
                    <a:pt x="1305" y="250"/>
                    <a:pt x="1054" y="1"/>
                    <a:pt x="7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761" name="Google Shape;19761;p92"/>
          <p:cNvSpPr/>
          <p:nvPr/>
        </p:nvSpPr>
        <p:spPr>
          <a:xfrm>
            <a:off x="5605941" y="1765666"/>
            <a:ext cx="186357" cy="353428"/>
          </a:xfrm>
          <a:custGeom>
            <a:rect b="b" l="l" r="r" t="t"/>
            <a:pathLst>
              <a:path extrusionOk="0" h="19063" w="10053">
                <a:moveTo>
                  <a:pt x="7818" y="1118"/>
                </a:moveTo>
                <a:lnTo>
                  <a:pt x="7818" y="3351"/>
                </a:lnTo>
                <a:lnTo>
                  <a:pt x="6515" y="3351"/>
                </a:lnTo>
                <a:cubicBezTo>
                  <a:pt x="6207" y="3351"/>
                  <a:pt x="5957" y="3602"/>
                  <a:pt x="5957" y="3910"/>
                </a:cubicBezTo>
                <a:cubicBezTo>
                  <a:pt x="5957" y="4218"/>
                  <a:pt x="6207" y="4467"/>
                  <a:pt x="6515" y="4469"/>
                </a:cubicBezTo>
                <a:lnTo>
                  <a:pt x="7818" y="4469"/>
                </a:lnTo>
                <a:lnTo>
                  <a:pt x="7818" y="5585"/>
                </a:lnTo>
                <a:lnTo>
                  <a:pt x="7261" y="5585"/>
                </a:lnTo>
                <a:cubicBezTo>
                  <a:pt x="7257" y="5585"/>
                  <a:pt x="7253" y="5585"/>
                  <a:pt x="7250" y="5585"/>
                </a:cubicBezTo>
                <a:cubicBezTo>
                  <a:pt x="6941" y="5585"/>
                  <a:pt x="6691" y="5834"/>
                  <a:pt x="6691" y="6144"/>
                </a:cubicBezTo>
                <a:cubicBezTo>
                  <a:pt x="6691" y="6453"/>
                  <a:pt x="6941" y="6702"/>
                  <a:pt x="7250" y="6702"/>
                </a:cubicBezTo>
                <a:cubicBezTo>
                  <a:pt x="7253" y="6702"/>
                  <a:pt x="7257" y="6702"/>
                  <a:pt x="7261" y="6702"/>
                </a:cubicBezTo>
                <a:lnTo>
                  <a:pt x="7818" y="6702"/>
                </a:lnTo>
                <a:lnTo>
                  <a:pt x="7818" y="7819"/>
                </a:lnTo>
                <a:lnTo>
                  <a:pt x="6515" y="7819"/>
                </a:lnTo>
                <a:cubicBezTo>
                  <a:pt x="6211" y="7824"/>
                  <a:pt x="5966" y="8072"/>
                  <a:pt x="5966" y="8377"/>
                </a:cubicBezTo>
                <a:cubicBezTo>
                  <a:pt x="5966" y="8682"/>
                  <a:pt x="6211" y="8930"/>
                  <a:pt x="6515" y="8936"/>
                </a:cubicBezTo>
                <a:lnTo>
                  <a:pt x="7818" y="8936"/>
                </a:lnTo>
                <a:lnTo>
                  <a:pt x="7818" y="10052"/>
                </a:lnTo>
                <a:lnTo>
                  <a:pt x="7261" y="10052"/>
                </a:lnTo>
                <a:cubicBezTo>
                  <a:pt x="6951" y="10052"/>
                  <a:pt x="6702" y="10303"/>
                  <a:pt x="6702" y="10611"/>
                </a:cubicBezTo>
                <a:cubicBezTo>
                  <a:pt x="6702" y="10918"/>
                  <a:pt x="6950" y="11169"/>
                  <a:pt x="7258" y="11169"/>
                </a:cubicBezTo>
                <a:cubicBezTo>
                  <a:pt x="7259" y="11169"/>
                  <a:pt x="7260" y="11169"/>
                  <a:pt x="7261" y="11169"/>
                </a:cubicBezTo>
                <a:lnTo>
                  <a:pt x="7818" y="11169"/>
                </a:lnTo>
                <a:lnTo>
                  <a:pt x="7818" y="12286"/>
                </a:lnTo>
                <a:lnTo>
                  <a:pt x="6515" y="12286"/>
                </a:lnTo>
                <a:cubicBezTo>
                  <a:pt x="6211" y="12291"/>
                  <a:pt x="5966" y="12539"/>
                  <a:pt x="5966" y="12844"/>
                </a:cubicBezTo>
                <a:cubicBezTo>
                  <a:pt x="5966" y="13149"/>
                  <a:pt x="6211" y="13397"/>
                  <a:pt x="6515" y="13403"/>
                </a:cubicBezTo>
                <a:lnTo>
                  <a:pt x="7818" y="13403"/>
                </a:lnTo>
                <a:lnTo>
                  <a:pt x="7818" y="15153"/>
                </a:lnTo>
                <a:cubicBezTo>
                  <a:pt x="7818" y="16692"/>
                  <a:pt x="6566" y="17945"/>
                  <a:pt x="5026" y="17945"/>
                </a:cubicBezTo>
                <a:cubicBezTo>
                  <a:pt x="3487" y="17945"/>
                  <a:pt x="2235" y="16692"/>
                  <a:pt x="2235" y="15153"/>
                </a:cubicBezTo>
                <a:lnTo>
                  <a:pt x="2235" y="1118"/>
                </a:lnTo>
                <a:close/>
                <a:moveTo>
                  <a:pt x="559" y="0"/>
                </a:moveTo>
                <a:cubicBezTo>
                  <a:pt x="250" y="0"/>
                  <a:pt x="0" y="251"/>
                  <a:pt x="0" y="559"/>
                </a:cubicBezTo>
                <a:cubicBezTo>
                  <a:pt x="0" y="867"/>
                  <a:pt x="250" y="1118"/>
                  <a:pt x="559" y="1118"/>
                </a:cubicBezTo>
                <a:lnTo>
                  <a:pt x="1117" y="1118"/>
                </a:lnTo>
                <a:lnTo>
                  <a:pt x="1117" y="15153"/>
                </a:lnTo>
                <a:cubicBezTo>
                  <a:pt x="1117" y="17308"/>
                  <a:pt x="2871" y="19063"/>
                  <a:pt x="5026" y="19063"/>
                </a:cubicBezTo>
                <a:cubicBezTo>
                  <a:pt x="7181" y="19063"/>
                  <a:pt x="8936" y="17308"/>
                  <a:pt x="8936" y="15153"/>
                </a:cubicBezTo>
                <a:lnTo>
                  <a:pt x="8936" y="1118"/>
                </a:lnTo>
                <a:lnTo>
                  <a:pt x="9493" y="1118"/>
                </a:lnTo>
                <a:cubicBezTo>
                  <a:pt x="9801" y="1118"/>
                  <a:pt x="10052" y="867"/>
                  <a:pt x="10052" y="559"/>
                </a:cubicBezTo>
                <a:cubicBezTo>
                  <a:pt x="10052" y="251"/>
                  <a:pt x="9801" y="0"/>
                  <a:pt x="94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762" name="Google Shape;19762;p92"/>
          <p:cNvGrpSpPr/>
          <p:nvPr/>
        </p:nvGrpSpPr>
        <p:grpSpPr>
          <a:xfrm>
            <a:off x="6277559" y="1765600"/>
            <a:ext cx="371762" cy="353443"/>
            <a:chOff x="4038693" y="1874811"/>
            <a:chExt cx="403957" cy="384052"/>
          </a:xfrm>
        </p:grpSpPr>
        <p:sp>
          <p:nvSpPr>
            <p:cNvPr id="19763" name="Google Shape;19763;p92"/>
            <p:cNvSpPr/>
            <p:nvPr/>
          </p:nvSpPr>
          <p:spPr>
            <a:xfrm>
              <a:off x="4038693" y="1874811"/>
              <a:ext cx="403957" cy="384052"/>
            </a:xfrm>
            <a:custGeom>
              <a:rect b="b" l="l" r="r" t="t"/>
              <a:pathLst>
                <a:path extrusionOk="0" h="19062" w="20050">
                  <a:moveTo>
                    <a:pt x="11635" y="3388"/>
                  </a:moveTo>
                  <a:cubicBezTo>
                    <a:pt x="13275" y="3388"/>
                    <a:pt x="14608" y="4722"/>
                    <a:pt x="14608" y="6361"/>
                  </a:cubicBezTo>
                  <a:cubicBezTo>
                    <a:pt x="14608" y="8006"/>
                    <a:pt x="13266" y="9334"/>
                    <a:pt x="11635" y="9334"/>
                  </a:cubicBezTo>
                  <a:cubicBezTo>
                    <a:pt x="9997" y="9334"/>
                    <a:pt x="8664" y="8000"/>
                    <a:pt x="8664" y="6361"/>
                  </a:cubicBezTo>
                  <a:cubicBezTo>
                    <a:pt x="8664" y="4722"/>
                    <a:pt x="9997" y="3388"/>
                    <a:pt x="11635" y="3388"/>
                  </a:cubicBezTo>
                  <a:close/>
                  <a:moveTo>
                    <a:pt x="9415" y="1117"/>
                  </a:moveTo>
                  <a:lnTo>
                    <a:pt x="9415" y="2930"/>
                  </a:lnTo>
                  <a:cubicBezTo>
                    <a:pt x="8291" y="3659"/>
                    <a:pt x="7546" y="4925"/>
                    <a:pt x="7546" y="6361"/>
                  </a:cubicBezTo>
                  <a:cubicBezTo>
                    <a:pt x="7546" y="8205"/>
                    <a:pt x="8773" y="9767"/>
                    <a:pt x="10453" y="10275"/>
                  </a:cubicBezTo>
                  <a:lnTo>
                    <a:pt x="11029" y="11208"/>
                  </a:lnTo>
                  <a:lnTo>
                    <a:pt x="4486" y="11208"/>
                  </a:lnTo>
                  <a:cubicBezTo>
                    <a:pt x="6151" y="8516"/>
                    <a:pt x="6101" y="8655"/>
                    <a:pt x="6101" y="8437"/>
                  </a:cubicBezTo>
                  <a:lnTo>
                    <a:pt x="6101" y="1117"/>
                  </a:lnTo>
                  <a:close/>
                  <a:moveTo>
                    <a:pt x="14893" y="8830"/>
                  </a:moveTo>
                  <a:lnTo>
                    <a:pt x="18607" y="12544"/>
                  </a:lnTo>
                  <a:cubicBezTo>
                    <a:pt x="18824" y="12759"/>
                    <a:pt x="18824" y="13109"/>
                    <a:pt x="18607" y="13325"/>
                  </a:cubicBezTo>
                  <a:cubicBezTo>
                    <a:pt x="18500" y="13433"/>
                    <a:pt x="18358" y="13487"/>
                    <a:pt x="18217" y="13487"/>
                  </a:cubicBezTo>
                  <a:cubicBezTo>
                    <a:pt x="18076" y="13487"/>
                    <a:pt x="17935" y="13433"/>
                    <a:pt x="17827" y="13325"/>
                  </a:cubicBezTo>
                  <a:lnTo>
                    <a:pt x="14106" y="9619"/>
                  </a:lnTo>
                  <a:cubicBezTo>
                    <a:pt x="14402" y="9392"/>
                    <a:pt x="14668" y="9127"/>
                    <a:pt x="14893" y="8830"/>
                  </a:cubicBezTo>
                  <a:close/>
                  <a:moveTo>
                    <a:pt x="11721" y="12326"/>
                  </a:moveTo>
                  <a:lnTo>
                    <a:pt x="13263" y="14820"/>
                  </a:lnTo>
                  <a:cubicBezTo>
                    <a:pt x="14104" y="16183"/>
                    <a:pt x="13131" y="17945"/>
                    <a:pt x="11517" y="17945"/>
                  </a:cubicBezTo>
                  <a:lnTo>
                    <a:pt x="3994" y="17945"/>
                  </a:lnTo>
                  <a:cubicBezTo>
                    <a:pt x="2389" y="17945"/>
                    <a:pt x="1408" y="16184"/>
                    <a:pt x="2253" y="14820"/>
                  </a:cubicBezTo>
                  <a:lnTo>
                    <a:pt x="3795" y="12326"/>
                  </a:lnTo>
                  <a:close/>
                  <a:moveTo>
                    <a:pt x="4798" y="0"/>
                  </a:moveTo>
                  <a:cubicBezTo>
                    <a:pt x="4489" y="0"/>
                    <a:pt x="4239" y="250"/>
                    <a:pt x="4239" y="558"/>
                  </a:cubicBezTo>
                  <a:cubicBezTo>
                    <a:pt x="4239" y="867"/>
                    <a:pt x="4489" y="1117"/>
                    <a:pt x="4798" y="1117"/>
                  </a:cubicBezTo>
                  <a:lnTo>
                    <a:pt x="4985" y="1117"/>
                  </a:lnTo>
                  <a:lnTo>
                    <a:pt x="4985" y="8278"/>
                  </a:lnTo>
                  <a:cubicBezTo>
                    <a:pt x="4811" y="8558"/>
                    <a:pt x="1304" y="14231"/>
                    <a:pt x="1304" y="14233"/>
                  </a:cubicBezTo>
                  <a:cubicBezTo>
                    <a:pt x="1" y="16338"/>
                    <a:pt x="1509" y="19061"/>
                    <a:pt x="3998" y="19061"/>
                  </a:cubicBezTo>
                  <a:lnTo>
                    <a:pt x="11522" y="19061"/>
                  </a:lnTo>
                  <a:cubicBezTo>
                    <a:pt x="14003" y="19061"/>
                    <a:pt x="15517" y="16341"/>
                    <a:pt x="14212" y="14233"/>
                  </a:cubicBezTo>
                  <a:lnTo>
                    <a:pt x="11870" y="10444"/>
                  </a:lnTo>
                  <a:cubicBezTo>
                    <a:pt x="12287" y="10420"/>
                    <a:pt x="12699" y="10332"/>
                    <a:pt x="13089" y="10182"/>
                  </a:cubicBezTo>
                  <a:lnTo>
                    <a:pt x="17038" y="14117"/>
                  </a:lnTo>
                  <a:cubicBezTo>
                    <a:pt x="17364" y="14442"/>
                    <a:pt x="17791" y="14605"/>
                    <a:pt x="18218" y="14605"/>
                  </a:cubicBezTo>
                  <a:cubicBezTo>
                    <a:pt x="18645" y="14605"/>
                    <a:pt x="19073" y="14441"/>
                    <a:pt x="19399" y="14114"/>
                  </a:cubicBezTo>
                  <a:cubicBezTo>
                    <a:pt x="20049" y="13461"/>
                    <a:pt x="20049" y="12405"/>
                    <a:pt x="19396" y="11753"/>
                  </a:cubicBezTo>
                  <a:lnTo>
                    <a:pt x="15457" y="7815"/>
                  </a:lnTo>
                  <a:cubicBezTo>
                    <a:pt x="15635" y="7350"/>
                    <a:pt x="15724" y="6859"/>
                    <a:pt x="15724" y="6361"/>
                  </a:cubicBezTo>
                  <a:cubicBezTo>
                    <a:pt x="15724" y="4106"/>
                    <a:pt x="13891" y="2272"/>
                    <a:pt x="11635" y="2272"/>
                  </a:cubicBezTo>
                  <a:cubicBezTo>
                    <a:pt x="11262" y="2272"/>
                    <a:pt x="10890" y="2323"/>
                    <a:pt x="10531" y="2423"/>
                  </a:cubicBezTo>
                  <a:lnTo>
                    <a:pt x="10531" y="1117"/>
                  </a:lnTo>
                  <a:lnTo>
                    <a:pt x="10718" y="1117"/>
                  </a:lnTo>
                  <a:cubicBezTo>
                    <a:pt x="11026" y="1117"/>
                    <a:pt x="11277" y="867"/>
                    <a:pt x="11277" y="558"/>
                  </a:cubicBezTo>
                  <a:cubicBezTo>
                    <a:pt x="11277" y="250"/>
                    <a:pt x="11026" y="0"/>
                    <a:pt x="10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4" name="Google Shape;19764;p92"/>
            <p:cNvSpPr/>
            <p:nvPr/>
          </p:nvSpPr>
          <p:spPr>
            <a:xfrm>
              <a:off x="4220263" y="2145593"/>
              <a:ext cx="26333" cy="22545"/>
            </a:xfrm>
            <a:custGeom>
              <a:rect b="b" l="l" r="r" t="t"/>
              <a:pathLst>
                <a:path extrusionOk="0" h="1119" w="1307">
                  <a:moveTo>
                    <a:pt x="743" y="1"/>
                  </a:moveTo>
                  <a:cubicBezTo>
                    <a:pt x="606" y="1"/>
                    <a:pt x="467" y="51"/>
                    <a:pt x="353" y="165"/>
                  </a:cubicBezTo>
                  <a:cubicBezTo>
                    <a:pt x="0" y="516"/>
                    <a:pt x="250" y="1118"/>
                    <a:pt x="748" y="1118"/>
                  </a:cubicBezTo>
                  <a:cubicBezTo>
                    <a:pt x="1056" y="1118"/>
                    <a:pt x="1307" y="869"/>
                    <a:pt x="1305" y="559"/>
                  </a:cubicBezTo>
                  <a:lnTo>
                    <a:pt x="1305" y="559"/>
                  </a:lnTo>
                  <a:lnTo>
                    <a:pt x="1307" y="561"/>
                  </a:lnTo>
                  <a:cubicBezTo>
                    <a:pt x="1307" y="224"/>
                    <a:pt x="1031" y="1"/>
                    <a:pt x="7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5" name="Google Shape;19765;p92"/>
            <p:cNvSpPr/>
            <p:nvPr/>
          </p:nvSpPr>
          <p:spPr>
            <a:xfrm>
              <a:off x="4132158" y="2146379"/>
              <a:ext cx="69428" cy="66769"/>
            </a:xfrm>
            <a:custGeom>
              <a:rect b="b" l="l" r="r" t="t"/>
              <a:pathLst>
                <a:path extrusionOk="0" h="3314" w="3446">
                  <a:moveTo>
                    <a:pt x="1784" y="1116"/>
                  </a:moveTo>
                  <a:cubicBezTo>
                    <a:pt x="2061" y="1116"/>
                    <a:pt x="2328" y="1332"/>
                    <a:pt x="2328" y="1658"/>
                  </a:cubicBezTo>
                  <a:cubicBezTo>
                    <a:pt x="2328" y="1955"/>
                    <a:pt x="2085" y="2196"/>
                    <a:pt x="1788" y="2197"/>
                  </a:cubicBezTo>
                  <a:cubicBezTo>
                    <a:pt x="1307" y="2197"/>
                    <a:pt x="1066" y="1616"/>
                    <a:pt x="1407" y="1275"/>
                  </a:cubicBezTo>
                  <a:cubicBezTo>
                    <a:pt x="1517" y="1166"/>
                    <a:pt x="1651" y="1116"/>
                    <a:pt x="1784" y="1116"/>
                  </a:cubicBezTo>
                  <a:close/>
                  <a:moveTo>
                    <a:pt x="1788" y="0"/>
                  </a:moveTo>
                  <a:cubicBezTo>
                    <a:pt x="1118" y="0"/>
                    <a:pt x="513" y="404"/>
                    <a:pt x="256" y="1023"/>
                  </a:cubicBezTo>
                  <a:cubicBezTo>
                    <a:pt x="1" y="1641"/>
                    <a:pt x="143" y="2354"/>
                    <a:pt x="616" y="2828"/>
                  </a:cubicBezTo>
                  <a:cubicBezTo>
                    <a:pt x="933" y="3146"/>
                    <a:pt x="1357" y="3314"/>
                    <a:pt x="1788" y="3314"/>
                  </a:cubicBezTo>
                  <a:cubicBezTo>
                    <a:pt x="2002" y="3314"/>
                    <a:pt x="2217" y="3273"/>
                    <a:pt x="2422" y="3188"/>
                  </a:cubicBezTo>
                  <a:cubicBezTo>
                    <a:pt x="3040" y="2931"/>
                    <a:pt x="3444" y="2327"/>
                    <a:pt x="3445" y="1658"/>
                  </a:cubicBezTo>
                  <a:cubicBezTo>
                    <a:pt x="3444" y="743"/>
                    <a:pt x="2703" y="2"/>
                    <a:pt x="17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66" name="Google Shape;19766;p92"/>
          <p:cNvGrpSpPr/>
          <p:nvPr/>
        </p:nvGrpSpPr>
        <p:grpSpPr>
          <a:xfrm>
            <a:off x="7063626" y="1765693"/>
            <a:ext cx="300098" cy="353257"/>
            <a:chOff x="3607053" y="1848397"/>
            <a:chExt cx="326087" cy="383850"/>
          </a:xfrm>
        </p:grpSpPr>
        <p:sp>
          <p:nvSpPr>
            <p:cNvPr id="19767" name="Google Shape;19767;p92"/>
            <p:cNvSpPr/>
            <p:nvPr/>
          </p:nvSpPr>
          <p:spPr>
            <a:xfrm>
              <a:off x="3724936" y="2052230"/>
              <a:ext cx="70214" cy="67514"/>
            </a:xfrm>
            <a:custGeom>
              <a:rect b="b" l="l" r="r" t="t"/>
              <a:pathLst>
                <a:path extrusionOk="0" h="3351" w="3485">
                  <a:moveTo>
                    <a:pt x="1804" y="1115"/>
                  </a:moveTo>
                  <a:cubicBezTo>
                    <a:pt x="2091" y="1115"/>
                    <a:pt x="2367" y="1338"/>
                    <a:pt x="2367" y="1675"/>
                  </a:cubicBezTo>
                  <a:cubicBezTo>
                    <a:pt x="2367" y="1983"/>
                    <a:pt x="2117" y="2233"/>
                    <a:pt x="1809" y="2234"/>
                  </a:cubicBezTo>
                  <a:cubicBezTo>
                    <a:pt x="1312" y="2234"/>
                    <a:pt x="1062" y="1632"/>
                    <a:pt x="1413" y="1279"/>
                  </a:cubicBezTo>
                  <a:cubicBezTo>
                    <a:pt x="1527" y="1166"/>
                    <a:pt x="1667" y="1115"/>
                    <a:pt x="1804" y="1115"/>
                  </a:cubicBezTo>
                  <a:close/>
                  <a:moveTo>
                    <a:pt x="1809" y="0"/>
                  </a:moveTo>
                  <a:cubicBezTo>
                    <a:pt x="1131" y="0"/>
                    <a:pt x="520" y="408"/>
                    <a:pt x="261" y="1034"/>
                  </a:cubicBezTo>
                  <a:cubicBezTo>
                    <a:pt x="1" y="1660"/>
                    <a:pt x="144" y="2381"/>
                    <a:pt x="624" y="2860"/>
                  </a:cubicBezTo>
                  <a:cubicBezTo>
                    <a:pt x="944" y="3181"/>
                    <a:pt x="1373" y="3351"/>
                    <a:pt x="1810" y="3351"/>
                  </a:cubicBezTo>
                  <a:cubicBezTo>
                    <a:pt x="2026" y="3351"/>
                    <a:pt x="2243" y="3309"/>
                    <a:pt x="2450" y="3224"/>
                  </a:cubicBezTo>
                  <a:cubicBezTo>
                    <a:pt x="3075" y="2964"/>
                    <a:pt x="3485" y="2352"/>
                    <a:pt x="3485" y="1675"/>
                  </a:cubicBezTo>
                  <a:cubicBezTo>
                    <a:pt x="3483" y="750"/>
                    <a:pt x="2733" y="2"/>
                    <a:pt x="18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8" name="Google Shape;19768;p92"/>
            <p:cNvSpPr/>
            <p:nvPr/>
          </p:nvSpPr>
          <p:spPr>
            <a:xfrm>
              <a:off x="3689719" y="1933702"/>
              <a:ext cx="70174" cy="67534"/>
            </a:xfrm>
            <a:custGeom>
              <a:rect b="b" l="l" r="r" t="t"/>
              <a:pathLst>
                <a:path extrusionOk="0" h="3352" w="3483">
                  <a:moveTo>
                    <a:pt x="1802" y="1116"/>
                  </a:moveTo>
                  <a:cubicBezTo>
                    <a:pt x="2089" y="1116"/>
                    <a:pt x="2365" y="1339"/>
                    <a:pt x="2365" y="1676"/>
                  </a:cubicBezTo>
                  <a:cubicBezTo>
                    <a:pt x="2365" y="1984"/>
                    <a:pt x="2115" y="2233"/>
                    <a:pt x="1807" y="2235"/>
                  </a:cubicBezTo>
                  <a:cubicBezTo>
                    <a:pt x="1310" y="2235"/>
                    <a:pt x="1060" y="1633"/>
                    <a:pt x="1411" y="1280"/>
                  </a:cubicBezTo>
                  <a:cubicBezTo>
                    <a:pt x="1525" y="1167"/>
                    <a:pt x="1665" y="1116"/>
                    <a:pt x="1802" y="1116"/>
                  </a:cubicBezTo>
                  <a:close/>
                  <a:moveTo>
                    <a:pt x="1808" y="1"/>
                  </a:moveTo>
                  <a:cubicBezTo>
                    <a:pt x="1372" y="1"/>
                    <a:pt x="943" y="171"/>
                    <a:pt x="622" y="491"/>
                  </a:cubicBezTo>
                  <a:cubicBezTo>
                    <a:pt x="144" y="971"/>
                    <a:pt x="0" y="1691"/>
                    <a:pt x="259" y="2317"/>
                  </a:cubicBezTo>
                  <a:cubicBezTo>
                    <a:pt x="519" y="2943"/>
                    <a:pt x="1129" y="3351"/>
                    <a:pt x="1807" y="3351"/>
                  </a:cubicBezTo>
                  <a:cubicBezTo>
                    <a:pt x="2732" y="3350"/>
                    <a:pt x="3481" y="2601"/>
                    <a:pt x="3483" y="1676"/>
                  </a:cubicBezTo>
                  <a:cubicBezTo>
                    <a:pt x="3483" y="998"/>
                    <a:pt x="3075" y="388"/>
                    <a:pt x="2448" y="128"/>
                  </a:cubicBezTo>
                  <a:cubicBezTo>
                    <a:pt x="2241" y="42"/>
                    <a:pt x="2024" y="1"/>
                    <a:pt x="18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9" name="Google Shape;19769;p92"/>
            <p:cNvSpPr/>
            <p:nvPr/>
          </p:nvSpPr>
          <p:spPr>
            <a:xfrm>
              <a:off x="3772585" y="2007200"/>
              <a:ext cx="26292" cy="22525"/>
            </a:xfrm>
            <a:custGeom>
              <a:rect b="b" l="l" r="r" t="t"/>
              <a:pathLst>
                <a:path extrusionOk="0" h="1118" w="1305">
                  <a:moveTo>
                    <a:pt x="748" y="1"/>
                  </a:moveTo>
                  <a:cubicBezTo>
                    <a:pt x="250" y="1"/>
                    <a:pt x="0" y="603"/>
                    <a:pt x="351" y="954"/>
                  </a:cubicBezTo>
                  <a:cubicBezTo>
                    <a:pt x="458" y="1061"/>
                    <a:pt x="601" y="1118"/>
                    <a:pt x="747" y="1118"/>
                  </a:cubicBezTo>
                  <a:cubicBezTo>
                    <a:pt x="818" y="1118"/>
                    <a:pt x="891" y="1104"/>
                    <a:pt x="960" y="1075"/>
                  </a:cubicBezTo>
                  <a:cubicBezTo>
                    <a:pt x="1169" y="989"/>
                    <a:pt x="1305" y="785"/>
                    <a:pt x="1305" y="560"/>
                  </a:cubicBezTo>
                  <a:cubicBezTo>
                    <a:pt x="1305" y="250"/>
                    <a:pt x="1055" y="1"/>
                    <a:pt x="7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0" name="Google Shape;19770;p92"/>
            <p:cNvSpPr/>
            <p:nvPr/>
          </p:nvSpPr>
          <p:spPr>
            <a:xfrm>
              <a:off x="3682586" y="2029725"/>
              <a:ext cx="26292" cy="22505"/>
            </a:xfrm>
            <a:custGeom>
              <a:rect b="b" l="l" r="r" t="t"/>
              <a:pathLst>
                <a:path extrusionOk="0" h="1117" w="1305">
                  <a:moveTo>
                    <a:pt x="749" y="1"/>
                  </a:moveTo>
                  <a:cubicBezTo>
                    <a:pt x="748" y="1"/>
                    <a:pt x="747" y="1"/>
                    <a:pt x="746" y="1"/>
                  </a:cubicBezTo>
                  <a:cubicBezTo>
                    <a:pt x="248" y="1"/>
                    <a:pt x="0" y="601"/>
                    <a:pt x="351" y="953"/>
                  </a:cubicBezTo>
                  <a:cubicBezTo>
                    <a:pt x="458" y="1060"/>
                    <a:pt x="601" y="1116"/>
                    <a:pt x="746" y="1116"/>
                  </a:cubicBezTo>
                  <a:cubicBezTo>
                    <a:pt x="818" y="1116"/>
                    <a:pt x="890" y="1102"/>
                    <a:pt x="960" y="1074"/>
                  </a:cubicBezTo>
                  <a:cubicBezTo>
                    <a:pt x="1169" y="987"/>
                    <a:pt x="1305" y="784"/>
                    <a:pt x="1305" y="558"/>
                  </a:cubicBezTo>
                  <a:cubicBezTo>
                    <a:pt x="1305" y="251"/>
                    <a:pt x="1055" y="1"/>
                    <a:pt x="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1" name="Google Shape;19771;p92"/>
            <p:cNvSpPr/>
            <p:nvPr/>
          </p:nvSpPr>
          <p:spPr>
            <a:xfrm>
              <a:off x="3607053" y="1848397"/>
              <a:ext cx="326087" cy="383850"/>
            </a:xfrm>
            <a:custGeom>
              <a:rect b="b" l="l" r="r" t="t"/>
              <a:pathLst>
                <a:path extrusionOk="0" h="19052" w="16185">
                  <a:moveTo>
                    <a:pt x="6692" y="2782"/>
                  </a:moveTo>
                  <a:cubicBezTo>
                    <a:pt x="8847" y="2782"/>
                    <a:pt x="10601" y="4537"/>
                    <a:pt x="10601" y="6692"/>
                  </a:cubicBezTo>
                  <a:lnTo>
                    <a:pt x="10601" y="11233"/>
                  </a:lnTo>
                  <a:cubicBezTo>
                    <a:pt x="10601" y="13390"/>
                    <a:pt x="8847" y="15143"/>
                    <a:pt x="6692" y="15143"/>
                  </a:cubicBezTo>
                  <a:cubicBezTo>
                    <a:pt x="4537" y="15143"/>
                    <a:pt x="2782" y="13390"/>
                    <a:pt x="2782" y="11233"/>
                  </a:cubicBezTo>
                  <a:lnTo>
                    <a:pt x="2782" y="6692"/>
                  </a:lnTo>
                  <a:cubicBezTo>
                    <a:pt x="2782" y="4537"/>
                    <a:pt x="4537" y="2782"/>
                    <a:pt x="6692" y="2782"/>
                  </a:cubicBezTo>
                  <a:close/>
                  <a:moveTo>
                    <a:pt x="6692" y="1"/>
                  </a:moveTo>
                  <a:cubicBezTo>
                    <a:pt x="6387" y="1"/>
                    <a:pt x="6139" y="244"/>
                    <a:pt x="6133" y="549"/>
                  </a:cubicBezTo>
                  <a:lnTo>
                    <a:pt x="6133" y="1697"/>
                  </a:lnTo>
                  <a:cubicBezTo>
                    <a:pt x="5567" y="1760"/>
                    <a:pt x="5017" y="1918"/>
                    <a:pt x="4504" y="2168"/>
                  </a:cubicBezTo>
                  <a:lnTo>
                    <a:pt x="3929" y="1193"/>
                  </a:lnTo>
                  <a:cubicBezTo>
                    <a:pt x="3827" y="1010"/>
                    <a:pt x="3637" y="908"/>
                    <a:pt x="3441" y="908"/>
                  </a:cubicBezTo>
                  <a:cubicBezTo>
                    <a:pt x="3345" y="908"/>
                    <a:pt x="3247" y="933"/>
                    <a:pt x="3157" y="986"/>
                  </a:cubicBezTo>
                  <a:cubicBezTo>
                    <a:pt x="2888" y="1144"/>
                    <a:pt x="2802" y="1495"/>
                    <a:pt x="2968" y="1761"/>
                  </a:cubicBezTo>
                  <a:lnTo>
                    <a:pt x="3559" y="2764"/>
                  </a:lnTo>
                  <a:cubicBezTo>
                    <a:pt x="3117" y="3118"/>
                    <a:pt x="2736" y="3543"/>
                    <a:pt x="2436" y="4024"/>
                  </a:cubicBezTo>
                  <a:lnTo>
                    <a:pt x="1464" y="3475"/>
                  </a:lnTo>
                  <a:cubicBezTo>
                    <a:pt x="1378" y="3427"/>
                    <a:pt x="1284" y="3404"/>
                    <a:pt x="1191" y="3404"/>
                  </a:cubicBezTo>
                  <a:cubicBezTo>
                    <a:pt x="995" y="3404"/>
                    <a:pt x="806" y="3506"/>
                    <a:pt x="703" y="3688"/>
                  </a:cubicBezTo>
                  <a:cubicBezTo>
                    <a:pt x="551" y="3957"/>
                    <a:pt x="647" y="4297"/>
                    <a:pt x="916" y="4448"/>
                  </a:cubicBezTo>
                  <a:lnTo>
                    <a:pt x="1948" y="5031"/>
                  </a:lnTo>
                  <a:cubicBezTo>
                    <a:pt x="1762" y="5565"/>
                    <a:pt x="1666" y="6127"/>
                    <a:pt x="1666" y="6692"/>
                  </a:cubicBezTo>
                  <a:lnTo>
                    <a:pt x="549" y="6692"/>
                  </a:lnTo>
                  <a:cubicBezTo>
                    <a:pt x="245" y="6698"/>
                    <a:pt x="1" y="6946"/>
                    <a:pt x="1" y="7251"/>
                  </a:cubicBezTo>
                  <a:cubicBezTo>
                    <a:pt x="1" y="7554"/>
                    <a:pt x="245" y="7804"/>
                    <a:pt x="549" y="7808"/>
                  </a:cubicBezTo>
                  <a:lnTo>
                    <a:pt x="1666" y="7808"/>
                  </a:lnTo>
                  <a:lnTo>
                    <a:pt x="1666" y="10117"/>
                  </a:lnTo>
                  <a:lnTo>
                    <a:pt x="549" y="10117"/>
                  </a:lnTo>
                  <a:cubicBezTo>
                    <a:pt x="245" y="10122"/>
                    <a:pt x="1" y="10371"/>
                    <a:pt x="1" y="10674"/>
                  </a:cubicBezTo>
                  <a:cubicBezTo>
                    <a:pt x="1" y="10979"/>
                    <a:pt x="245" y="11227"/>
                    <a:pt x="549" y="11233"/>
                  </a:cubicBezTo>
                  <a:lnTo>
                    <a:pt x="1666" y="11233"/>
                  </a:lnTo>
                  <a:cubicBezTo>
                    <a:pt x="1666" y="11800"/>
                    <a:pt x="1762" y="12360"/>
                    <a:pt x="1948" y="12894"/>
                  </a:cubicBezTo>
                  <a:lnTo>
                    <a:pt x="916" y="13477"/>
                  </a:lnTo>
                  <a:cubicBezTo>
                    <a:pt x="648" y="13628"/>
                    <a:pt x="552" y="13968"/>
                    <a:pt x="703" y="14236"/>
                  </a:cubicBezTo>
                  <a:cubicBezTo>
                    <a:pt x="806" y="14418"/>
                    <a:pt x="996" y="14520"/>
                    <a:pt x="1191" y="14520"/>
                  </a:cubicBezTo>
                  <a:cubicBezTo>
                    <a:pt x="1283" y="14520"/>
                    <a:pt x="1377" y="14498"/>
                    <a:pt x="1463" y="14450"/>
                  </a:cubicBezTo>
                  <a:lnTo>
                    <a:pt x="2434" y="13903"/>
                  </a:lnTo>
                  <a:cubicBezTo>
                    <a:pt x="2736" y="14382"/>
                    <a:pt x="3117" y="14807"/>
                    <a:pt x="3559" y="15161"/>
                  </a:cubicBezTo>
                  <a:lnTo>
                    <a:pt x="3080" y="15975"/>
                  </a:lnTo>
                  <a:cubicBezTo>
                    <a:pt x="2923" y="16241"/>
                    <a:pt x="3011" y="16584"/>
                    <a:pt x="3277" y="16741"/>
                  </a:cubicBezTo>
                  <a:cubicBezTo>
                    <a:pt x="3366" y="16793"/>
                    <a:pt x="3463" y="16818"/>
                    <a:pt x="3560" y="16818"/>
                  </a:cubicBezTo>
                  <a:cubicBezTo>
                    <a:pt x="3751" y="16818"/>
                    <a:pt x="3938" y="16720"/>
                    <a:pt x="4042" y="16543"/>
                  </a:cubicBezTo>
                  <a:lnTo>
                    <a:pt x="4504" y="15757"/>
                  </a:lnTo>
                  <a:cubicBezTo>
                    <a:pt x="5030" y="16013"/>
                    <a:pt x="5595" y="16173"/>
                    <a:pt x="6176" y="16232"/>
                  </a:cubicBezTo>
                  <a:cubicBezTo>
                    <a:pt x="6432" y="17829"/>
                    <a:pt x="7817" y="19051"/>
                    <a:pt x="9484" y="19051"/>
                  </a:cubicBezTo>
                  <a:lnTo>
                    <a:pt x="11531" y="19051"/>
                  </a:lnTo>
                  <a:cubicBezTo>
                    <a:pt x="14097" y="19051"/>
                    <a:pt x="16185" y="16963"/>
                    <a:pt x="16185" y="14397"/>
                  </a:cubicBezTo>
                  <a:lnTo>
                    <a:pt x="16185" y="10676"/>
                  </a:lnTo>
                  <a:cubicBezTo>
                    <a:pt x="16185" y="10368"/>
                    <a:pt x="15935" y="10117"/>
                    <a:pt x="15627" y="10117"/>
                  </a:cubicBezTo>
                  <a:cubicBezTo>
                    <a:pt x="15318" y="10117"/>
                    <a:pt x="15069" y="10367"/>
                    <a:pt x="15069" y="10674"/>
                  </a:cubicBezTo>
                  <a:lnTo>
                    <a:pt x="15069" y="14399"/>
                  </a:lnTo>
                  <a:cubicBezTo>
                    <a:pt x="15069" y="16349"/>
                    <a:pt x="13481" y="17935"/>
                    <a:pt x="11531" y="17935"/>
                  </a:cubicBezTo>
                  <a:lnTo>
                    <a:pt x="9484" y="17935"/>
                  </a:lnTo>
                  <a:cubicBezTo>
                    <a:pt x="8451" y="17933"/>
                    <a:pt x="7554" y="17225"/>
                    <a:pt x="7312" y="16222"/>
                  </a:cubicBezTo>
                  <a:cubicBezTo>
                    <a:pt x="7856" y="16155"/>
                    <a:pt x="8385" y="15998"/>
                    <a:pt x="8880" y="15759"/>
                  </a:cubicBezTo>
                  <a:lnTo>
                    <a:pt x="9343" y="16543"/>
                  </a:lnTo>
                  <a:cubicBezTo>
                    <a:pt x="9447" y="16720"/>
                    <a:pt x="9633" y="16818"/>
                    <a:pt x="9825" y="16818"/>
                  </a:cubicBezTo>
                  <a:cubicBezTo>
                    <a:pt x="9921" y="16818"/>
                    <a:pt x="10019" y="16793"/>
                    <a:pt x="10108" y="16741"/>
                  </a:cubicBezTo>
                  <a:cubicBezTo>
                    <a:pt x="10373" y="16584"/>
                    <a:pt x="10461" y="16241"/>
                    <a:pt x="10304" y="15975"/>
                  </a:cubicBezTo>
                  <a:lnTo>
                    <a:pt x="9824" y="15161"/>
                  </a:lnTo>
                  <a:cubicBezTo>
                    <a:pt x="10267" y="14808"/>
                    <a:pt x="10646" y="14382"/>
                    <a:pt x="10948" y="13903"/>
                  </a:cubicBezTo>
                  <a:lnTo>
                    <a:pt x="11920" y="14450"/>
                  </a:lnTo>
                  <a:cubicBezTo>
                    <a:pt x="12005" y="14496"/>
                    <a:pt x="12097" y="14518"/>
                    <a:pt x="12188" y="14518"/>
                  </a:cubicBezTo>
                  <a:cubicBezTo>
                    <a:pt x="12383" y="14518"/>
                    <a:pt x="12572" y="14416"/>
                    <a:pt x="12674" y="14233"/>
                  </a:cubicBezTo>
                  <a:cubicBezTo>
                    <a:pt x="12824" y="13967"/>
                    <a:pt x="12733" y="13631"/>
                    <a:pt x="12468" y="13477"/>
                  </a:cubicBezTo>
                  <a:lnTo>
                    <a:pt x="11435" y="12894"/>
                  </a:lnTo>
                  <a:cubicBezTo>
                    <a:pt x="11622" y="12360"/>
                    <a:pt x="11718" y="11800"/>
                    <a:pt x="11718" y="11233"/>
                  </a:cubicBezTo>
                  <a:lnTo>
                    <a:pt x="12834" y="11233"/>
                  </a:lnTo>
                  <a:cubicBezTo>
                    <a:pt x="13139" y="11227"/>
                    <a:pt x="13383" y="10979"/>
                    <a:pt x="13383" y="10674"/>
                  </a:cubicBezTo>
                  <a:cubicBezTo>
                    <a:pt x="13383" y="10371"/>
                    <a:pt x="13139" y="10122"/>
                    <a:pt x="12834" y="10117"/>
                  </a:cubicBezTo>
                  <a:lnTo>
                    <a:pt x="11718" y="10117"/>
                  </a:lnTo>
                  <a:lnTo>
                    <a:pt x="11718" y="7808"/>
                  </a:lnTo>
                  <a:lnTo>
                    <a:pt x="12834" y="7808"/>
                  </a:lnTo>
                  <a:cubicBezTo>
                    <a:pt x="13139" y="7804"/>
                    <a:pt x="13383" y="7554"/>
                    <a:pt x="13383" y="7251"/>
                  </a:cubicBezTo>
                  <a:cubicBezTo>
                    <a:pt x="13383" y="6946"/>
                    <a:pt x="13139" y="6698"/>
                    <a:pt x="12834" y="6692"/>
                  </a:cubicBezTo>
                  <a:lnTo>
                    <a:pt x="11718" y="6692"/>
                  </a:lnTo>
                  <a:cubicBezTo>
                    <a:pt x="11718" y="6127"/>
                    <a:pt x="11622" y="5565"/>
                    <a:pt x="11435" y="5031"/>
                  </a:cubicBezTo>
                  <a:lnTo>
                    <a:pt x="12468" y="4448"/>
                  </a:lnTo>
                  <a:cubicBezTo>
                    <a:pt x="12733" y="4294"/>
                    <a:pt x="12824" y="3958"/>
                    <a:pt x="12674" y="3692"/>
                  </a:cubicBezTo>
                  <a:cubicBezTo>
                    <a:pt x="12572" y="3510"/>
                    <a:pt x="12382" y="3407"/>
                    <a:pt x="12187" y="3407"/>
                  </a:cubicBezTo>
                  <a:cubicBezTo>
                    <a:pt x="12096" y="3407"/>
                    <a:pt x="12005" y="3429"/>
                    <a:pt x="11920" y="3475"/>
                  </a:cubicBezTo>
                  <a:lnTo>
                    <a:pt x="10948" y="4022"/>
                  </a:lnTo>
                  <a:cubicBezTo>
                    <a:pt x="10646" y="3543"/>
                    <a:pt x="10267" y="3118"/>
                    <a:pt x="9824" y="2764"/>
                  </a:cubicBezTo>
                  <a:lnTo>
                    <a:pt x="10416" y="1761"/>
                  </a:lnTo>
                  <a:cubicBezTo>
                    <a:pt x="10573" y="1495"/>
                    <a:pt x="10485" y="1153"/>
                    <a:pt x="10219" y="996"/>
                  </a:cubicBezTo>
                  <a:cubicBezTo>
                    <a:pt x="10130" y="943"/>
                    <a:pt x="10032" y="918"/>
                    <a:pt x="9935" y="918"/>
                  </a:cubicBezTo>
                  <a:cubicBezTo>
                    <a:pt x="9744" y="918"/>
                    <a:pt x="9558" y="1017"/>
                    <a:pt x="9454" y="1193"/>
                  </a:cubicBezTo>
                  <a:lnTo>
                    <a:pt x="8880" y="2168"/>
                  </a:lnTo>
                  <a:cubicBezTo>
                    <a:pt x="8367" y="1918"/>
                    <a:pt x="7816" y="1760"/>
                    <a:pt x="7251" y="1697"/>
                  </a:cubicBezTo>
                  <a:lnTo>
                    <a:pt x="7251" y="549"/>
                  </a:lnTo>
                  <a:cubicBezTo>
                    <a:pt x="7245" y="244"/>
                    <a:pt x="6997"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72" name="Google Shape;19772;p92"/>
          <p:cNvGrpSpPr/>
          <p:nvPr/>
        </p:nvGrpSpPr>
        <p:grpSpPr>
          <a:xfrm>
            <a:off x="7784777" y="1765593"/>
            <a:ext cx="366793" cy="353461"/>
            <a:chOff x="3126576" y="1814328"/>
            <a:chExt cx="398558" cy="384072"/>
          </a:xfrm>
        </p:grpSpPr>
        <p:sp>
          <p:nvSpPr>
            <p:cNvPr id="19773" name="Google Shape;19773;p92"/>
            <p:cNvSpPr/>
            <p:nvPr/>
          </p:nvSpPr>
          <p:spPr>
            <a:xfrm>
              <a:off x="3269563" y="1950122"/>
              <a:ext cx="112504" cy="112483"/>
            </a:xfrm>
            <a:custGeom>
              <a:rect b="b" l="l" r="r" t="t"/>
              <a:pathLst>
                <a:path extrusionOk="0" h="5583" w="5584">
                  <a:moveTo>
                    <a:pt x="2792" y="1116"/>
                  </a:moveTo>
                  <a:cubicBezTo>
                    <a:pt x="3008" y="1116"/>
                    <a:pt x="3225" y="1158"/>
                    <a:pt x="3433" y="1244"/>
                  </a:cubicBezTo>
                  <a:cubicBezTo>
                    <a:pt x="4059" y="1502"/>
                    <a:pt x="4467" y="2113"/>
                    <a:pt x="4467" y="2790"/>
                  </a:cubicBezTo>
                  <a:cubicBezTo>
                    <a:pt x="4466" y="3716"/>
                    <a:pt x="3717" y="4464"/>
                    <a:pt x="2792" y="4466"/>
                  </a:cubicBezTo>
                  <a:cubicBezTo>
                    <a:pt x="2115" y="4466"/>
                    <a:pt x="1504" y="4058"/>
                    <a:pt x="1245" y="3432"/>
                  </a:cubicBezTo>
                  <a:cubicBezTo>
                    <a:pt x="986" y="2805"/>
                    <a:pt x="1128" y="2085"/>
                    <a:pt x="1608" y="1607"/>
                  </a:cubicBezTo>
                  <a:cubicBezTo>
                    <a:pt x="1929" y="1286"/>
                    <a:pt x="2357" y="1116"/>
                    <a:pt x="2792" y="1116"/>
                  </a:cubicBezTo>
                  <a:close/>
                  <a:moveTo>
                    <a:pt x="2792" y="0"/>
                  </a:moveTo>
                  <a:cubicBezTo>
                    <a:pt x="1253" y="0"/>
                    <a:pt x="0" y="1251"/>
                    <a:pt x="0" y="2790"/>
                  </a:cubicBezTo>
                  <a:cubicBezTo>
                    <a:pt x="0" y="4330"/>
                    <a:pt x="1253" y="5582"/>
                    <a:pt x="2792" y="5582"/>
                  </a:cubicBezTo>
                  <a:cubicBezTo>
                    <a:pt x="4331" y="5582"/>
                    <a:pt x="5584" y="4331"/>
                    <a:pt x="5584" y="2790"/>
                  </a:cubicBezTo>
                  <a:cubicBezTo>
                    <a:pt x="5584" y="1251"/>
                    <a:pt x="4333" y="0"/>
                    <a:pt x="2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4" name="Google Shape;19774;p92"/>
            <p:cNvSpPr/>
            <p:nvPr/>
          </p:nvSpPr>
          <p:spPr>
            <a:xfrm>
              <a:off x="3126576" y="1814328"/>
              <a:ext cx="398558" cy="384072"/>
            </a:xfrm>
            <a:custGeom>
              <a:rect b="b" l="l" r="r" t="t"/>
              <a:pathLst>
                <a:path extrusionOk="0" h="19063" w="19782">
                  <a:moveTo>
                    <a:pt x="9891" y="1125"/>
                  </a:moveTo>
                  <a:cubicBezTo>
                    <a:pt x="10787" y="1125"/>
                    <a:pt x="11687" y="1820"/>
                    <a:pt x="12443" y="3236"/>
                  </a:cubicBezTo>
                  <a:cubicBezTo>
                    <a:pt x="11615" y="3390"/>
                    <a:pt x="10754" y="3639"/>
                    <a:pt x="9889" y="3974"/>
                  </a:cubicBezTo>
                  <a:cubicBezTo>
                    <a:pt x="9022" y="3639"/>
                    <a:pt x="8161" y="3390"/>
                    <a:pt x="7335" y="3236"/>
                  </a:cubicBezTo>
                  <a:cubicBezTo>
                    <a:pt x="8082" y="1837"/>
                    <a:pt x="8985" y="1125"/>
                    <a:pt x="9891" y="1125"/>
                  </a:cubicBezTo>
                  <a:close/>
                  <a:moveTo>
                    <a:pt x="6859" y="4286"/>
                  </a:moveTo>
                  <a:cubicBezTo>
                    <a:pt x="7375" y="4370"/>
                    <a:pt x="7885" y="4488"/>
                    <a:pt x="8385" y="4637"/>
                  </a:cubicBezTo>
                  <a:cubicBezTo>
                    <a:pt x="7701" y="4978"/>
                    <a:pt x="7039" y="5361"/>
                    <a:pt x="6401" y="5784"/>
                  </a:cubicBezTo>
                  <a:cubicBezTo>
                    <a:pt x="6520" y="5274"/>
                    <a:pt x="6674" y="4775"/>
                    <a:pt x="6859" y="4286"/>
                  </a:cubicBezTo>
                  <a:close/>
                  <a:moveTo>
                    <a:pt x="12918" y="4286"/>
                  </a:moveTo>
                  <a:cubicBezTo>
                    <a:pt x="13104" y="4775"/>
                    <a:pt x="13256" y="5274"/>
                    <a:pt x="13377" y="5784"/>
                  </a:cubicBezTo>
                  <a:cubicBezTo>
                    <a:pt x="12739" y="5361"/>
                    <a:pt x="12075" y="4978"/>
                    <a:pt x="11392" y="4637"/>
                  </a:cubicBezTo>
                  <a:cubicBezTo>
                    <a:pt x="11893" y="4488"/>
                    <a:pt x="12403" y="4370"/>
                    <a:pt x="12918" y="4286"/>
                  </a:cubicBezTo>
                  <a:close/>
                  <a:moveTo>
                    <a:pt x="5451" y="4167"/>
                  </a:moveTo>
                  <a:cubicBezTo>
                    <a:pt x="5535" y="4167"/>
                    <a:pt x="5621" y="4168"/>
                    <a:pt x="5709" y="4171"/>
                  </a:cubicBezTo>
                  <a:cubicBezTo>
                    <a:pt x="5432" y="4954"/>
                    <a:pt x="5216" y="5823"/>
                    <a:pt x="5072" y="6754"/>
                  </a:cubicBezTo>
                  <a:cubicBezTo>
                    <a:pt x="4349" y="7336"/>
                    <a:pt x="3705" y="7957"/>
                    <a:pt x="3158" y="8595"/>
                  </a:cubicBezTo>
                  <a:cubicBezTo>
                    <a:pt x="1553" y="6021"/>
                    <a:pt x="2399" y="4167"/>
                    <a:pt x="5451" y="4167"/>
                  </a:cubicBezTo>
                  <a:close/>
                  <a:moveTo>
                    <a:pt x="14326" y="4167"/>
                  </a:moveTo>
                  <a:cubicBezTo>
                    <a:pt x="17312" y="4167"/>
                    <a:pt x="18258" y="5964"/>
                    <a:pt x="16620" y="8595"/>
                  </a:cubicBezTo>
                  <a:cubicBezTo>
                    <a:pt x="16073" y="7955"/>
                    <a:pt x="15427" y="7336"/>
                    <a:pt x="14706" y="6754"/>
                  </a:cubicBezTo>
                  <a:cubicBezTo>
                    <a:pt x="14561" y="5823"/>
                    <a:pt x="14345" y="4953"/>
                    <a:pt x="14069" y="4171"/>
                  </a:cubicBezTo>
                  <a:cubicBezTo>
                    <a:pt x="14156" y="4168"/>
                    <a:pt x="14242" y="4167"/>
                    <a:pt x="14326" y="4167"/>
                  </a:cubicBezTo>
                  <a:close/>
                  <a:moveTo>
                    <a:pt x="14880" y="8386"/>
                  </a:moveTo>
                  <a:lnTo>
                    <a:pt x="14880" y="8386"/>
                  </a:lnTo>
                  <a:cubicBezTo>
                    <a:pt x="15260" y="8744"/>
                    <a:pt x="15617" y="9127"/>
                    <a:pt x="15948" y="9532"/>
                  </a:cubicBezTo>
                  <a:cubicBezTo>
                    <a:pt x="15617" y="9935"/>
                    <a:pt x="15260" y="10318"/>
                    <a:pt x="14880" y="10677"/>
                  </a:cubicBezTo>
                  <a:cubicBezTo>
                    <a:pt x="14925" y="9914"/>
                    <a:pt x="14925" y="9149"/>
                    <a:pt x="14880" y="8386"/>
                  </a:cubicBezTo>
                  <a:close/>
                  <a:moveTo>
                    <a:pt x="4897" y="8386"/>
                  </a:moveTo>
                  <a:lnTo>
                    <a:pt x="4897" y="8386"/>
                  </a:lnTo>
                  <a:cubicBezTo>
                    <a:pt x="4851" y="9149"/>
                    <a:pt x="4851" y="9914"/>
                    <a:pt x="4897" y="10677"/>
                  </a:cubicBezTo>
                  <a:cubicBezTo>
                    <a:pt x="4518" y="10318"/>
                    <a:pt x="4160" y="9935"/>
                    <a:pt x="3830" y="9532"/>
                  </a:cubicBezTo>
                  <a:cubicBezTo>
                    <a:pt x="4160" y="9127"/>
                    <a:pt x="4518" y="8744"/>
                    <a:pt x="4897" y="8386"/>
                  </a:cubicBezTo>
                  <a:close/>
                  <a:moveTo>
                    <a:pt x="9889" y="5177"/>
                  </a:moveTo>
                  <a:cubicBezTo>
                    <a:pt x="11232" y="5742"/>
                    <a:pt x="12500" y="6473"/>
                    <a:pt x="13662" y="7354"/>
                  </a:cubicBezTo>
                  <a:cubicBezTo>
                    <a:pt x="13843" y="8800"/>
                    <a:pt x="13843" y="10263"/>
                    <a:pt x="13662" y="11709"/>
                  </a:cubicBezTo>
                  <a:cubicBezTo>
                    <a:pt x="12500" y="12590"/>
                    <a:pt x="11232" y="13320"/>
                    <a:pt x="9889" y="13887"/>
                  </a:cubicBezTo>
                  <a:cubicBezTo>
                    <a:pt x="8545" y="13320"/>
                    <a:pt x="7278" y="12590"/>
                    <a:pt x="6115" y="11709"/>
                  </a:cubicBezTo>
                  <a:cubicBezTo>
                    <a:pt x="5933" y="10263"/>
                    <a:pt x="5933" y="8800"/>
                    <a:pt x="6115" y="7354"/>
                  </a:cubicBezTo>
                  <a:cubicBezTo>
                    <a:pt x="7278" y="6474"/>
                    <a:pt x="8545" y="5742"/>
                    <a:pt x="9889" y="5177"/>
                  </a:cubicBezTo>
                  <a:close/>
                  <a:moveTo>
                    <a:pt x="6401" y="13280"/>
                  </a:moveTo>
                  <a:lnTo>
                    <a:pt x="6401" y="13280"/>
                  </a:lnTo>
                  <a:cubicBezTo>
                    <a:pt x="7039" y="13702"/>
                    <a:pt x="7701" y="14084"/>
                    <a:pt x="8385" y="14425"/>
                  </a:cubicBezTo>
                  <a:cubicBezTo>
                    <a:pt x="7885" y="14576"/>
                    <a:pt x="7375" y="14692"/>
                    <a:pt x="6859" y="14778"/>
                  </a:cubicBezTo>
                  <a:cubicBezTo>
                    <a:pt x="6674" y="14289"/>
                    <a:pt x="6520" y="13788"/>
                    <a:pt x="6401" y="13280"/>
                  </a:cubicBezTo>
                  <a:close/>
                  <a:moveTo>
                    <a:pt x="13377" y="13280"/>
                  </a:moveTo>
                  <a:cubicBezTo>
                    <a:pt x="13256" y="13788"/>
                    <a:pt x="13104" y="14289"/>
                    <a:pt x="12918" y="14778"/>
                  </a:cubicBezTo>
                  <a:cubicBezTo>
                    <a:pt x="12403" y="14692"/>
                    <a:pt x="11893" y="14576"/>
                    <a:pt x="11392" y="14425"/>
                  </a:cubicBezTo>
                  <a:cubicBezTo>
                    <a:pt x="12075" y="14084"/>
                    <a:pt x="12739" y="13702"/>
                    <a:pt x="13377" y="13280"/>
                  </a:cubicBezTo>
                  <a:close/>
                  <a:moveTo>
                    <a:pt x="16620" y="10467"/>
                  </a:moveTo>
                  <a:lnTo>
                    <a:pt x="16620" y="10467"/>
                  </a:lnTo>
                  <a:cubicBezTo>
                    <a:pt x="18256" y="13094"/>
                    <a:pt x="17316" y="14894"/>
                    <a:pt x="14326" y="14894"/>
                  </a:cubicBezTo>
                  <a:cubicBezTo>
                    <a:pt x="14242" y="14894"/>
                    <a:pt x="14156" y="14893"/>
                    <a:pt x="14069" y="14890"/>
                  </a:cubicBezTo>
                  <a:cubicBezTo>
                    <a:pt x="14345" y="14108"/>
                    <a:pt x="14561" y="13240"/>
                    <a:pt x="14706" y="12309"/>
                  </a:cubicBezTo>
                  <a:cubicBezTo>
                    <a:pt x="15427" y="11726"/>
                    <a:pt x="16073" y="11106"/>
                    <a:pt x="16620" y="10467"/>
                  </a:cubicBezTo>
                  <a:close/>
                  <a:moveTo>
                    <a:pt x="3158" y="10467"/>
                  </a:moveTo>
                  <a:lnTo>
                    <a:pt x="3158" y="10467"/>
                  </a:lnTo>
                  <a:cubicBezTo>
                    <a:pt x="3705" y="11106"/>
                    <a:pt x="4349" y="11726"/>
                    <a:pt x="5071" y="12309"/>
                  </a:cubicBezTo>
                  <a:cubicBezTo>
                    <a:pt x="5216" y="13240"/>
                    <a:pt x="5432" y="14108"/>
                    <a:pt x="5709" y="14890"/>
                  </a:cubicBezTo>
                  <a:cubicBezTo>
                    <a:pt x="5621" y="14893"/>
                    <a:pt x="5536" y="14894"/>
                    <a:pt x="5452" y="14894"/>
                  </a:cubicBezTo>
                  <a:cubicBezTo>
                    <a:pt x="2471" y="14894"/>
                    <a:pt x="1515" y="13104"/>
                    <a:pt x="3158" y="10467"/>
                  </a:cubicBezTo>
                  <a:close/>
                  <a:moveTo>
                    <a:pt x="9889" y="15088"/>
                  </a:moveTo>
                  <a:cubicBezTo>
                    <a:pt x="10754" y="15423"/>
                    <a:pt x="11615" y="15673"/>
                    <a:pt x="12443" y="15827"/>
                  </a:cubicBezTo>
                  <a:cubicBezTo>
                    <a:pt x="11696" y="17225"/>
                    <a:pt x="10793" y="17937"/>
                    <a:pt x="9887" y="17937"/>
                  </a:cubicBezTo>
                  <a:cubicBezTo>
                    <a:pt x="8991" y="17937"/>
                    <a:pt x="8091" y="17242"/>
                    <a:pt x="7335" y="15827"/>
                  </a:cubicBezTo>
                  <a:cubicBezTo>
                    <a:pt x="8161" y="15673"/>
                    <a:pt x="9022" y="15423"/>
                    <a:pt x="9889" y="15088"/>
                  </a:cubicBezTo>
                  <a:close/>
                  <a:moveTo>
                    <a:pt x="9889" y="0"/>
                  </a:moveTo>
                  <a:cubicBezTo>
                    <a:pt x="8518" y="0"/>
                    <a:pt x="7147" y="1027"/>
                    <a:pt x="6160" y="3079"/>
                  </a:cubicBezTo>
                  <a:cubicBezTo>
                    <a:pt x="5920" y="3060"/>
                    <a:pt x="5689" y="3051"/>
                    <a:pt x="5465" y="3051"/>
                  </a:cubicBezTo>
                  <a:cubicBezTo>
                    <a:pt x="1439" y="3051"/>
                    <a:pt x="1" y="5980"/>
                    <a:pt x="2437" y="9530"/>
                  </a:cubicBezTo>
                  <a:cubicBezTo>
                    <a:pt x="12" y="13067"/>
                    <a:pt x="1427" y="16011"/>
                    <a:pt x="5464" y="16011"/>
                  </a:cubicBezTo>
                  <a:cubicBezTo>
                    <a:pt x="5688" y="16011"/>
                    <a:pt x="5920" y="16002"/>
                    <a:pt x="6160" y="15984"/>
                  </a:cubicBezTo>
                  <a:cubicBezTo>
                    <a:pt x="7146" y="18036"/>
                    <a:pt x="8517" y="19062"/>
                    <a:pt x="9888" y="19062"/>
                  </a:cubicBezTo>
                  <a:cubicBezTo>
                    <a:pt x="11260" y="19062"/>
                    <a:pt x="12631" y="18036"/>
                    <a:pt x="13618" y="15984"/>
                  </a:cubicBezTo>
                  <a:cubicBezTo>
                    <a:pt x="13857" y="16002"/>
                    <a:pt x="14089" y="16011"/>
                    <a:pt x="14313" y="16011"/>
                  </a:cubicBezTo>
                  <a:cubicBezTo>
                    <a:pt x="18331" y="16011"/>
                    <a:pt x="19781" y="13088"/>
                    <a:pt x="17342" y="9530"/>
                  </a:cubicBezTo>
                  <a:cubicBezTo>
                    <a:pt x="19770" y="5991"/>
                    <a:pt x="18346" y="3051"/>
                    <a:pt x="14314" y="3051"/>
                  </a:cubicBezTo>
                  <a:cubicBezTo>
                    <a:pt x="14090" y="3051"/>
                    <a:pt x="13858" y="3060"/>
                    <a:pt x="13618" y="3079"/>
                  </a:cubicBezTo>
                  <a:cubicBezTo>
                    <a:pt x="12631" y="1026"/>
                    <a:pt x="11260" y="0"/>
                    <a:pt x="98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75" name="Google Shape;19775;p92"/>
          <p:cNvGrpSpPr/>
          <p:nvPr/>
        </p:nvGrpSpPr>
        <p:grpSpPr>
          <a:xfrm>
            <a:off x="7833570" y="2325095"/>
            <a:ext cx="269245" cy="353461"/>
            <a:chOff x="2721672" y="1830909"/>
            <a:chExt cx="292562" cy="384072"/>
          </a:xfrm>
        </p:grpSpPr>
        <p:sp>
          <p:nvSpPr>
            <p:cNvPr id="19776" name="Google Shape;19776;p92"/>
            <p:cNvSpPr/>
            <p:nvPr/>
          </p:nvSpPr>
          <p:spPr>
            <a:xfrm>
              <a:off x="2721672" y="1830909"/>
              <a:ext cx="292562" cy="384072"/>
            </a:xfrm>
            <a:custGeom>
              <a:rect b="b" l="l" r="r" t="t"/>
              <a:pathLst>
                <a:path extrusionOk="0" h="19063" w="14521">
                  <a:moveTo>
                    <a:pt x="12288" y="1118"/>
                  </a:moveTo>
                  <a:lnTo>
                    <a:pt x="12288" y="3353"/>
                  </a:lnTo>
                  <a:lnTo>
                    <a:pt x="2234" y="3353"/>
                  </a:lnTo>
                  <a:lnTo>
                    <a:pt x="2234" y="1118"/>
                  </a:lnTo>
                  <a:close/>
                  <a:moveTo>
                    <a:pt x="11170" y="4469"/>
                  </a:moveTo>
                  <a:lnTo>
                    <a:pt x="11170" y="5585"/>
                  </a:lnTo>
                  <a:lnTo>
                    <a:pt x="3352" y="5585"/>
                  </a:lnTo>
                  <a:lnTo>
                    <a:pt x="3352" y="4469"/>
                  </a:lnTo>
                  <a:close/>
                  <a:moveTo>
                    <a:pt x="12473" y="6703"/>
                  </a:moveTo>
                  <a:cubicBezTo>
                    <a:pt x="12987" y="6703"/>
                    <a:pt x="13403" y="7120"/>
                    <a:pt x="13404" y="7634"/>
                  </a:cubicBezTo>
                  <a:lnTo>
                    <a:pt x="13404" y="17015"/>
                  </a:lnTo>
                  <a:cubicBezTo>
                    <a:pt x="13404" y="17529"/>
                    <a:pt x="12987" y="17946"/>
                    <a:pt x="12473" y="17946"/>
                  </a:cubicBezTo>
                  <a:lnTo>
                    <a:pt x="2049" y="17946"/>
                  </a:lnTo>
                  <a:cubicBezTo>
                    <a:pt x="1535" y="17946"/>
                    <a:pt x="1120" y="17529"/>
                    <a:pt x="1118" y="17015"/>
                  </a:cubicBezTo>
                  <a:lnTo>
                    <a:pt x="1118" y="7634"/>
                  </a:lnTo>
                  <a:cubicBezTo>
                    <a:pt x="1120" y="7120"/>
                    <a:pt x="1535" y="6703"/>
                    <a:pt x="2049" y="6703"/>
                  </a:cubicBezTo>
                  <a:close/>
                  <a:moveTo>
                    <a:pt x="1677" y="0"/>
                  </a:moveTo>
                  <a:cubicBezTo>
                    <a:pt x="1368" y="0"/>
                    <a:pt x="1118" y="252"/>
                    <a:pt x="1118" y="559"/>
                  </a:cubicBezTo>
                  <a:lnTo>
                    <a:pt x="1118" y="3910"/>
                  </a:lnTo>
                  <a:cubicBezTo>
                    <a:pt x="1118" y="4219"/>
                    <a:pt x="1368" y="4469"/>
                    <a:pt x="1677" y="4469"/>
                  </a:cubicBezTo>
                  <a:lnTo>
                    <a:pt x="2234" y="4469"/>
                  </a:lnTo>
                  <a:lnTo>
                    <a:pt x="2234" y="5585"/>
                  </a:lnTo>
                  <a:lnTo>
                    <a:pt x="2048" y="5585"/>
                  </a:lnTo>
                  <a:cubicBezTo>
                    <a:pt x="918" y="5587"/>
                    <a:pt x="2" y="6503"/>
                    <a:pt x="0" y="7633"/>
                  </a:cubicBezTo>
                  <a:lnTo>
                    <a:pt x="0" y="17015"/>
                  </a:lnTo>
                  <a:cubicBezTo>
                    <a:pt x="2" y="18145"/>
                    <a:pt x="918" y="19061"/>
                    <a:pt x="2048" y="19063"/>
                  </a:cubicBezTo>
                  <a:lnTo>
                    <a:pt x="12473" y="19063"/>
                  </a:lnTo>
                  <a:cubicBezTo>
                    <a:pt x="13603" y="19061"/>
                    <a:pt x="14519" y="18145"/>
                    <a:pt x="14521" y="17015"/>
                  </a:cubicBezTo>
                  <a:lnTo>
                    <a:pt x="14521" y="7634"/>
                  </a:lnTo>
                  <a:cubicBezTo>
                    <a:pt x="14519" y="6503"/>
                    <a:pt x="13603" y="5587"/>
                    <a:pt x="12473" y="5585"/>
                  </a:cubicBezTo>
                  <a:lnTo>
                    <a:pt x="12286" y="5585"/>
                  </a:lnTo>
                  <a:lnTo>
                    <a:pt x="12286" y="4469"/>
                  </a:lnTo>
                  <a:lnTo>
                    <a:pt x="12845" y="4469"/>
                  </a:lnTo>
                  <a:cubicBezTo>
                    <a:pt x="13153" y="4469"/>
                    <a:pt x="13404" y="4219"/>
                    <a:pt x="13404" y="3910"/>
                  </a:cubicBezTo>
                  <a:lnTo>
                    <a:pt x="13404" y="559"/>
                  </a:lnTo>
                  <a:cubicBezTo>
                    <a:pt x="13404" y="252"/>
                    <a:pt x="13153" y="0"/>
                    <a:pt x="12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7" name="Google Shape;19777;p92"/>
            <p:cNvSpPr/>
            <p:nvPr/>
          </p:nvSpPr>
          <p:spPr>
            <a:xfrm>
              <a:off x="2789206" y="1988443"/>
              <a:ext cx="157594" cy="180058"/>
            </a:xfrm>
            <a:custGeom>
              <a:rect b="b" l="l" r="r" t="t"/>
              <a:pathLst>
                <a:path extrusionOk="0" h="8937" w="7822">
                  <a:moveTo>
                    <a:pt x="3911" y="1117"/>
                  </a:moveTo>
                  <a:cubicBezTo>
                    <a:pt x="5454" y="1117"/>
                    <a:pt x="6703" y="2367"/>
                    <a:pt x="6703" y="3910"/>
                  </a:cubicBezTo>
                  <a:lnTo>
                    <a:pt x="6702" y="5027"/>
                  </a:lnTo>
                  <a:cubicBezTo>
                    <a:pt x="6702" y="5335"/>
                    <a:pt x="6451" y="5584"/>
                    <a:pt x="6143" y="5584"/>
                  </a:cubicBezTo>
                  <a:cubicBezTo>
                    <a:pt x="5835" y="5584"/>
                    <a:pt x="5584" y="5835"/>
                    <a:pt x="5585" y="6143"/>
                  </a:cubicBezTo>
                  <a:lnTo>
                    <a:pt x="5585" y="7259"/>
                  </a:lnTo>
                  <a:cubicBezTo>
                    <a:pt x="5584" y="7569"/>
                    <a:pt x="5334" y="7818"/>
                    <a:pt x="5026" y="7818"/>
                  </a:cubicBezTo>
                  <a:lnTo>
                    <a:pt x="2792" y="7818"/>
                  </a:lnTo>
                  <a:cubicBezTo>
                    <a:pt x="2484" y="7818"/>
                    <a:pt x="2235" y="7569"/>
                    <a:pt x="2233" y="7259"/>
                  </a:cubicBezTo>
                  <a:lnTo>
                    <a:pt x="2233" y="6145"/>
                  </a:lnTo>
                  <a:cubicBezTo>
                    <a:pt x="2235" y="5835"/>
                    <a:pt x="1984" y="5586"/>
                    <a:pt x="1676" y="5586"/>
                  </a:cubicBezTo>
                  <a:cubicBezTo>
                    <a:pt x="1368" y="5586"/>
                    <a:pt x="1117" y="5335"/>
                    <a:pt x="1117" y="5027"/>
                  </a:cubicBezTo>
                  <a:lnTo>
                    <a:pt x="1117" y="3952"/>
                  </a:lnTo>
                  <a:cubicBezTo>
                    <a:pt x="1117" y="2395"/>
                    <a:pt x="2369" y="1117"/>
                    <a:pt x="3908" y="1117"/>
                  </a:cubicBezTo>
                  <a:cubicBezTo>
                    <a:pt x="3909" y="1117"/>
                    <a:pt x="3910" y="1117"/>
                    <a:pt x="3911" y="1117"/>
                  </a:cubicBezTo>
                  <a:close/>
                  <a:moveTo>
                    <a:pt x="3913" y="1"/>
                  </a:moveTo>
                  <a:cubicBezTo>
                    <a:pt x="3902" y="1"/>
                    <a:pt x="3891" y="1"/>
                    <a:pt x="3880" y="1"/>
                  </a:cubicBezTo>
                  <a:cubicBezTo>
                    <a:pt x="1740" y="17"/>
                    <a:pt x="0" y="1790"/>
                    <a:pt x="0" y="3952"/>
                  </a:cubicBezTo>
                  <a:lnTo>
                    <a:pt x="0" y="5027"/>
                  </a:lnTo>
                  <a:cubicBezTo>
                    <a:pt x="0" y="5737"/>
                    <a:pt x="449" y="6369"/>
                    <a:pt x="1117" y="6606"/>
                  </a:cubicBezTo>
                  <a:lnTo>
                    <a:pt x="1117" y="7261"/>
                  </a:lnTo>
                  <a:cubicBezTo>
                    <a:pt x="1118" y="8185"/>
                    <a:pt x="1867" y="8935"/>
                    <a:pt x="2792" y="8936"/>
                  </a:cubicBezTo>
                  <a:lnTo>
                    <a:pt x="5026" y="8936"/>
                  </a:lnTo>
                  <a:cubicBezTo>
                    <a:pt x="5951" y="8935"/>
                    <a:pt x="6702" y="8186"/>
                    <a:pt x="6703" y="7261"/>
                  </a:cubicBezTo>
                  <a:lnTo>
                    <a:pt x="6703" y="6606"/>
                  </a:lnTo>
                  <a:cubicBezTo>
                    <a:pt x="7371" y="6369"/>
                    <a:pt x="7818" y="5737"/>
                    <a:pt x="7820" y="5027"/>
                  </a:cubicBezTo>
                  <a:lnTo>
                    <a:pt x="7820" y="3910"/>
                  </a:lnTo>
                  <a:cubicBezTo>
                    <a:pt x="7821" y="1750"/>
                    <a:pt x="6069" y="1"/>
                    <a:pt x="39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8" name="Google Shape;19778;p92"/>
            <p:cNvSpPr/>
            <p:nvPr/>
          </p:nvSpPr>
          <p:spPr>
            <a:xfrm>
              <a:off x="2830387" y="2055957"/>
              <a:ext cx="26353" cy="22525"/>
            </a:xfrm>
            <a:custGeom>
              <a:rect b="b" l="l" r="r" t="t"/>
              <a:pathLst>
                <a:path extrusionOk="0" h="1118" w="1308">
                  <a:moveTo>
                    <a:pt x="748" y="0"/>
                  </a:moveTo>
                  <a:cubicBezTo>
                    <a:pt x="250" y="0"/>
                    <a:pt x="1" y="603"/>
                    <a:pt x="354" y="954"/>
                  </a:cubicBezTo>
                  <a:cubicBezTo>
                    <a:pt x="460" y="1061"/>
                    <a:pt x="603" y="1118"/>
                    <a:pt x="749" y="1118"/>
                  </a:cubicBezTo>
                  <a:cubicBezTo>
                    <a:pt x="821" y="1118"/>
                    <a:pt x="893" y="1104"/>
                    <a:pt x="962" y="1075"/>
                  </a:cubicBezTo>
                  <a:cubicBezTo>
                    <a:pt x="1171" y="988"/>
                    <a:pt x="1307" y="785"/>
                    <a:pt x="1307" y="559"/>
                  </a:cubicBezTo>
                  <a:cubicBezTo>
                    <a:pt x="1307" y="250"/>
                    <a:pt x="1056" y="0"/>
                    <a:pt x="7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9" name="Google Shape;19779;p92"/>
            <p:cNvSpPr/>
            <p:nvPr/>
          </p:nvSpPr>
          <p:spPr>
            <a:xfrm>
              <a:off x="2875417" y="2055957"/>
              <a:ext cx="26333" cy="22525"/>
            </a:xfrm>
            <a:custGeom>
              <a:rect b="b" l="l" r="r" t="t"/>
              <a:pathLst>
                <a:path extrusionOk="0" h="1118" w="1307">
                  <a:moveTo>
                    <a:pt x="747" y="0"/>
                  </a:moveTo>
                  <a:cubicBezTo>
                    <a:pt x="250" y="0"/>
                    <a:pt x="0" y="601"/>
                    <a:pt x="351" y="954"/>
                  </a:cubicBezTo>
                  <a:cubicBezTo>
                    <a:pt x="458" y="1061"/>
                    <a:pt x="601" y="1118"/>
                    <a:pt x="747" y="1118"/>
                  </a:cubicBezTo>
                  <a:cubicBezTo>
                    <a:pt x="819" y="1118"/>
                    <a:pt x="892" y="1104"/>
                    <a:pt x="961" y="1075"/>
                  </a:cubicBezTo>
                  <a:cubicBezTo>
                    <a:pt x="1169" y="988"/>
                    <a:pt x="1305" y="785"/>
                    <a:pt x="1306" y="559"/>
                  </a:cubicBezTo>
                  <a:cubicBezTo>
                    <a:pt x="1305" y="250"/>
                    <a:pt x="1055" y="0"/>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0" name="Google Shape;19780;p92"/>
            <p:cNvSpPr/>
            <p:nvPr/>
          </p:nvSpPr>
          <p:spPr>
            <a:xfrm>
              <a:off x="2852912" y="2100967"/>
              <a:ext cx="26313" cy="22505"/>
            </a:xfrm>
            <a:custGeom>
              <a:rect b="b" l="l" r="r" t="t"/>
              <a:pathLst>
                <a:path extrusionOk="0" h="1117" w="1306">
                  <a:moveTo>
                    <a:pt x="746" y="1"/>
                  </a:moveTo>
                  <a:cubicBezTo>
                    <a:pt x="250" y="1"/>
                    <a:pt x="1" y="601"/>
                    <a:pt x="352" y="954"/>
                  </a:cubicBezTo>
                  <a:cubicBezTo>
                    <a:pt x="459" y="1060"/>
                    <a:pt x="603" y="1117"/>
                    <a:pt x="748" y="1117"/>
                  </a:cubicBezTo>
                  <a:cubicBezTo>
                    <a:pt x="820" y="1117"/>
                    <a:pt x="892" y="1103"/>
                    <a:pt x="960" y="1075"/>
                  </a:cubicBezTo>
                  <a:cubicBezTo>
                    <a:pt x="1169" y="988"/>
                    <a:pt x="1305" y="785"/>
                    <a:pt x="1305" y="560"/>
                  </a:cubicBezTo>
                  <a:cubicBezTo>
                    <a:pt x="1305" y="250"/>
                    <a:pt x="1056" y="1"/>
                    <a:pt x="7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81" name="Google Shape;19781;p92"/>
          <p:cNvGrpSpPr/>
          <p:nvPr/>
        </p:nvGrpSpPr>
        <p:grpSpPr>
          <a:xfrm>
            <a:off x="7079106" y="2325112"/>
            <a:ext cx="269245" cy="353424"/>
            <a:chOff x="2345498" y="1877229"/>
            <a:chExt cx="292562" cy="384031"/>
          </a:xfrm>
        </p:grpSpPr>
        <p:sp>
          <p:nvSpPr>
            <p:cNvPr id="19782" name="Google Shape;19782;p92"/>
            <p:cNvSpPr/>
            <p:nvPr/>
          </p:nvSpPr>
          <p:spPr>
            <a:xfrm>
              <a:off x="2345498" y="1877229"/>
              <a:ext cx="292562" cy="384031"/>
            </a:xfrm>
            <a:custGeom>
              <a:rect b="b" l="l" r="r" t="t"/>
              <a:pathLst>
                <a:path extrusionOk="0" h="19061" w="14521">
                  <a:moveTo>
                    <a:pt x="12846" y="1116"/>
                  </a:moveTo>
                  <a:cubicBezTo>
                    <a:pt x="13153" y="1118"/>
                    <a:pt x="13403" y="1367"/>
                    <a:pt x="13403" y="1675"/>
                  </a:cubicBezTo>
                  <a:lnTo>
                    <a:pt x="13403" y="7855"/>
                  </a:lnTo>
                  <a:lnTo>
                    <a:pt x="1118" y="7855"/>
                  </a:lnTo>
                  <a:lnTo>
                    <a:pt x="1118" y="1675"/>
                  </a:lnTo>
                  <a:cubicBezTo>
                    <a:pt x="1118" y="1367"/>
                    <a:pt x="1368" y="1118"/>
                    <a:pt x="1676" y="1116"/>
                  </a:cubicBezTo>
                  <a:close/>
                  <a:moveTo>
                    <a:pt x="3351" y="8973"/>
                  </a:moveTo>
                  <a:lnTo>
                    <a:pt x="3351" y="11207"/>
                  </a:lnTo>
                  <a:lnTo>
                    <a:pt x="1118" y="11207"/>
                  </a:lnTo>
                  <a:lnTo>
                    <a:pt x="1118" y="8973"/>
                  </a:lnTo>
                  <a:close/>
                  <a:moveTo>
                    <a:pt x="6702" y="8973"/>
                  </a:moveTo>
                  <a:lnTo>
                    <a:pt x="6702" y="11207"/>
                  </a:lnTo>
                  <a:lnTo>
                    <a:pt x="4469" y="11207"/>
                  </a:lnTo>
                  <a:lnTo>
                    <a:pt x="4469" y="8973"/>
                  </a:lnTo>
                  <a:close/>
                  <a:moveTo>
                    <a:pt x="10052" y="8973"/>
                  </a:moveTo>
                  <a:lnTo>
                    <a:pt x="10052" y="11207"/>
                  </a:lnTo>
                  <a:lnTo>
                    <a:pt x="7820" y="11207"/>
                  </a:lnTo>
                  <a:lnTo>
                    <a:pt x="7820" y="8973"/>
                  </a:lnTo>
                  <a:close/>
                  <a:moveTo>
                    <a:pt x="13403" y="8973"/>
                  </a:moveTo>
                  <a:lnTo>
                    <a:pt x="13403" y="11207"/>
                  </a:lnTo>
                  <a:lnTo>
                    <a:pt x="11170" y="11207"/>
                  </a:lnTo>
                  <a:lnTo>
                    <a:pt x="11170" y="8973"/>
                  </a:lnTo>
                  <a:close/>
                  <a:moveTo>
                    <a:pt x="3351" y="12324"/>
                  </a:moveTo>
                  <a:lnTo>
                    <a:pt x="3351" y="14556"/>
                  </a:lnTo>
                  <a:lnTo>
                    <a:pt x="1118" y="14556"/>
                  </a:lnTo>
                  <a:lnTo>
                    <a:pt x="1118" y="12324"/>
                  </a:lnTo>
                  <a:close/>
                  <a:moveTo>
                    <a:pt x="6702" y="12324"/>
                  </a:moveTo>
                  <a:lnTo>
                    <a:pt x="6702" y="14556"/>
                  </a:lnTo>
                  <a:lnTo>
                    <a:pt x="4469" y="14556"/>
                  </a:lnTo>
                  <a:lnTo>
                    <a:pt x="4469" y="12324"/>
                  </a:lnTo>
                  <a:close/>
                  <a:moveTo>
                    <a:pt x="10052" y="12324"/>
                  </a:moveTo>
                  <a:lnTo>
                    <a:pt x="10052" y="14558"/>
                  </a:lnTo>
                  <a:lnTo>
                    <a:pt x="7820" y="14558"/>
                  </a:lnTo>
                  <a:lnTo>
                    <a:pt x="7820" y="12324"/>
                  </a:lnTo>
                  <a:close/>
                  <a:moveTo>
                    <a:pt x="3351" y="15674"/>
                  </a:moveTo>
                  <a:lnTo>
                    <a:pt x="3351" y="17944"/>
                  </a:lnTo>
                  <a:lnTo>
                    <a:pt x="1676" y="17944"/>
                  </a:lnTo>
                  <a:cubicBezTo>
                    <a:pt x="1368" y="17944"/>
                    <a:pt x="1118" y="17695"/>
                    <a:pt x="1118" y="17385"/>
                  </a:cubicBezTo>
                  <a:lnTo>
                    <a:pt x="1118" y="15674"/>
                  </a:lnTo>
                  <a:close/>
                  <a:moveTo>
                    <a:pt x="13403" y="12324"/>
                  </a:moveTo>
                  <a:lnTo>
                    <a:pt x="13403" y="17385"/>
                  </a:lnTo>
                  <a:cubicBezTo>
                    <a:pt x="13403" y="17693"/>
                    <a:pt x="13153" y="17943"/>
                    <a:pt x="12846" y="17944"/>
                  </a:cubicBezTo>
                  <a:lnTo>
                    <a:pt x="11170" y="17944"/>
                  </a:lnTo>
                  <a:lnTo>
                    <a:pt x="11170" y="12324"/>
                  </a:lnTo>
                  <a:close/>
                  <a:moveTo>
                    <a:pt x="6702" y="15674"/>
                  </a:moveTo>
                  <a:lnTo>
                    <a:pt x="6702" y="17946"/>
                  </a:lnTo>
                  <a:lnTo>
                    <a:pt x="4469" y="17946"/>
                  </a:lnTo>
                  <a:lnTo>
                    <a:pt x="4469" y="15674"/>
                  </a:lnTo>
                  <a:close/>
                  <a:moveTo>
                    <a:pt x="10052" y="15674"/>
                  </a:moveTo>
                  <a:lnTo>
                    <a:pt x="10052" y="17946"/>
                  </a:lnTo>
                  <a:lnTo>
                    <a:pt x="7820" y="17946"/>
                  </a:lnTo>
                  <a:lnTo>
                    <a:pt x="7820" y="15674"/>
                  </a:lnTo>
                  <a:close/>
                  <a:moveTo>
                    <a:pt x="1676" y="0"/>
                  </a:moveTo>
                  <a:cubicBezTo>
                    <a:pt x="752" y="1"/>
                    <a:pt x="2" y="750"/>
                    <a:pt x="0" y="1675"/>
                  </a:cubicBezTo>
                  <a:lnTo>
                    <a:pt x="0" y="17385"/>
                  </a:lnTo>
                  <a:cubicBezTo>
                    <a:pt x="2" y="18311"/>
                    <a:pt x="752" y="19061"/>
                    <a:pt x="1676" y="19061"/>
                  </a:cubicBezTo>
                  <a:lnTo>
                    <a:pt x="12846" y="19061"/>
                  </a:lnTo>
                  <a:cubicBezTo>
                    <a:pt x="13771" y="19061"/>
                    <a:pt x="14519" y="18311"/>
                    <a:pt x="14521" y="17385"/>
                  </a:cubicBezTo>
                  <a:lnTo>
                    <a:pt x="14521" y="1675"/>
                  </a:lnTo>
                  <a:cubicBezTo>
                    <a:pt x="14519" y="750"/>
                    <a:pt x="13771" y="1"/>
                    <a:pt x="1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3" name="Google Shape;19783;p92"/>
            <p:cNvSpPr/>
            <p:nvPr/>
          </p:nvSpPr>
          <p:spPr>
            <a:xfrm>
              <a:off x="2525536" y="1922963"/>
              <a:ext cx="68280" cy="90039"/>
            </a:xfrm>
            <a:custGeom>
              <a:rect b="b" l="l" r="r" t="t"/>
              <a:pathLst>
                <a:path extrusionOk="0" h="4469" w="3389">
                  <a:moveTo>
                    <a:pt x="1917" y="1118"/>
                  </a:moveTo>
                  <a:cubicBezTo>
                    <a:pt x="2113" y="1118"/>
                    <a:pt x="2270" y="1276"/>
                    <a:pt x="2272" y="1472"/>
                  </a:cubicBezTo>
                  <a:lnTo>
                    <a:pt x="2272" y="2998"/>
                  </a:lnTo>
                  <a:cubicBezTo>
                    <a:pt x="2270" y="3192"/>
                    <a:pt x="2112" y="3351"/>
                    <a:pt x="1917" y="3351"/>
                  </a:cubicBezTo>
                  <a:lnTo>
                    <a:pt x="1471" y="3351"/>
                  </a:lnTo>
                  <a:cubicBezTo>
                    <a:pt x="1275" y="3351"/>
                    <a:pt x="1118" y="3192"/>
                    <a:pt x="1116" y="2997"/>
                  </a:cubicBezTo>
                  <a:lnTo>
                    <a:pt x="1116" y="1472"/>
                  </a:lnTo>
                  <a:cubicBezTo>
                    <a:pt x="1118" y="1276"/>
                    <a:pt x="1275" y="1118"/>
                    <a:pt x="1471" y="1118"/>
                  </a:cubicBezTo>
                  <a:close/>
                  <a:moveTo>
                    <a:pt x="1471" y="0"/>
                  </a:moveTo>
                  <a:cubicBezTo>
                    <a:pt x="659" y="2"/>
                    <a:pt x="2" y="659"/>
                    <a:pt x="0" y="1472"/>
                  </a:cubicBezTo>
                  <a:lnTo>
                    <a:pt x="0" y="2998"/>
                  </a:lnTo>
                  <a:cubicBezTo>
                    <a:pt x="2" y="3810"/>
                    <a:pt x="659" y="4467"/>
                    <a:pt x="1471" y="4469"/>
                  </a:cubicBezTo>
                  <a:lnTo>
                    <a:pt x="1917" y="4469"/>
                  </a:lnTo>
                  <a:cubicBezTo>
                    <a:pt x="2729" y="4467"/>
                    <a:pt x="3387" y="3810"/>
                    <a:pt x="3388" y="2998"/>
                  </a:cubicBezTo>
                  <a:lnTo>
                    <a:pt x="3388" y="1472"/>
                  </a:lnTo>
                  <a:cubicBezTo>
                    <a:pt x="3387" y="659"/>
                    <a:pt x="2729" y="2"/>
                    <a:pt x="1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784" name="Google Shape;19784;p92"/>
          <p:cNvSpPr/>
          <p:nvPr/>
        </p:nvSpPr>
        <p:spPr>
          <a:xfrm>
            <a:off x="6285968" y="2325521"/>
            <a:ext cx="355197" cy="352724"/>
          </a:xfrm>
          <a:custGeom>
            <a:rect b="b" l="l" r="r" t="t"/>
            <a:pathLst>
              <a:path extrusionOk="0" h="19025" w="19161">
                <a:moveTo>
                  <a:pt x="17394" y="1115"/>
                </a:moveTo>
                <a:lnTo>
                  <a:pt x="11052" y="8918"/>
                </a:lnTo>
                <a:cubicBezTo>
                  <a:pt x="8348" y="8918"/>
                  <a:pt x="8244" y="8919"/>
                  <a:pt x="8241" y="8919"/>
                </a:cubicBezTo>
                <a:lnTo>
                  <a:pt x="8241" y="8919"/>
                </a:lnTo>
                <a:lnTo>
                  <a:pt x="1900" y="1115"/>
                </a:lnTo>
                <a:close/>
                <a:moveTo>
                  <a:pt x="10761" y="10033"/>
                </a:moveTo>
                <a:lnTo>
                  <a:pt x="10761" y="16450"/>
                </a:lnTo>
                <a:lnTo>
                  <a:pt x="8531" y="17565"/>
                </a:lnTo>
                <a:lnTo>
                  <a:pt x="8531" y="10033"/>
                </a:lnTo>
                <a:close/>
                <a:moveTo>
                  <a:pt x="728" y="0"/>
                </a:moveTo>
                <a:cubicBezTo>
                  <a:pt x="261" y="0"/>
                  <a:pt x="1" y="546"/>
                  <a:pt x="297" y="909"/>
                </a:cubicBezTo>
                <a:lnTo>
                  <a:pt x="7416" y="9672"/>
                </a:lnTo>
                <a:lnTo>
                  <a:pt x="7416" y="18468"/>
                </a:lnTo>
                <a:cubicBezTo>
                  <a:pt x="7418" y="18790"/>
                  <a:pt x="7682" y="19025"/>
                  <a:pt x="7974" y="19025"/>
                </a:cubicBezTo>
                <a:cubicBezTo>
                  <a:pt x="8057" y="19025"/>
                  <a:pt x="8142" y="19006"/>
                  <a:pt x="8223" y="18965"/>
                </a:cubicBezTo>
                <a:lnTo>
                  <a:pt x="11568" y="17293"/>
                </a:lnTo>
                <a:cubicBezTo>
                  <a:pt x="11756" y="17199"/>
                  <a:pt x="11876" y="17006"/>
                  <a:pt x="11876" y="16795"/>
                </a:cubicBezTo>
                <a:lnTo>
                  <a:pt x="11876" y="9672"/>
                </a:lnTo>
                <a:lnTo>
                  <a:pt x="18997" y="910"/>
                </a:lnTo>
                <a:cubicBezTo>
                  <a:pt x="19132" y="743"/>
                  <a:pt x="19160" y="513"/>
                  <a:pt x="19068" y="318"/>
                </a:cubicBezTo>
                <a:cubicBezTo>
                  <a:pt x="18975" y="124"/>
                  <a:pt x="18779" y="0"/>
                  <a:pt x="18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5" name="Google Shape;19785;p92"/>
          <p:cNvSpPr/>
          <p:nvPr/>
        </p:nvSpPr>
        <p:spPr>
          <a:xfrm>
            <a:off x="5523093" y="2325178"/>
            <a:ext cx="352009" cy="353409"/>
          </a:xfrm>
          <a:custGeom>
            <a:rect b="b" l="l" r="r" t="t"/>
            <a:pathLst>
              <a:path extrusionOk="0" h="19062" w="18989">
                <a:moveTo>
                  <a:pt x="16200" y="1118"/>
                </a:moveTo>
                <a:cubicBezTo>
                  <a:pt x="16650" y="1118"/>
                  <a:pt x="17056" y="1391"/>
                  <a:pt x="17228" y="1807"/>
                </a:cubicBezTo>
                <a:cubicBezTo>
                  <a:pt x="17401" y="2224"/>
                  <a:pt x="17305" y="2705"/>
                  <a:pt x="16986" y="3024"/>
                </a:cubicBezTo>
                <a:cubicBezTo>
                  <a:pt x="16773" y="3238"/>
                  <a:pt x="16487" y="3351"/>
                  <a:pt x="16197" y="3351"/>
                </a:cubicBezTo>
                <a:cubicBezTo>
                  <a:pt x="16053" y="3351"/>
                  <a:pt x="15907" y="3323"/>
                  <a:pt x="15769" y="3266"/>
                </a:cubicBezTo>
                <a:cubicBezTo>
                  <a:pt x="15352" y="3094"/>
                  <a:pt x="15080" y="2686"/>
                  <a:pt x="15080" y="2235"/>
                </a:cubicBezTo>
                <a:cubicBezTo>
                  <a:pt x="15080" y="1617"/>
                  <a:pt x="15579" y="1118"/>
                  <a:pt x="16197" y="1118"/>
                </a:cubicBezTo>
                <a:cubicBezTo>
                  <a:pt x="16198" y="1118"/>
                  <a:pt x="16199" y="1118"/>
                  <a:pt x="16200" y="1118"/>
                </a:cubicBezTo>
                <a:close/>
                <a:moveTo>
                  <a:pt x="2794" y="4542"/>
                </a:moveTo>
                <a:cubicBezTo>
                  <a:pt x="3010" y="4542"/>
                  <a:pt x="3228" y="4584"/>
                  <a:pt x="3435" y="4669"/>
                </a:cubicBezTo>
                <a:cubicBezTo>
                  <a:pt x="4061" y="4929"/>
                  <a:pt x="4469" y="5541"/>
                  <a:pt x="4469" y="6218"/>
                </a:cubicBezTo>
                <a:cubicBezTo>
                  <a:pt x="4468" y="7143"/>
                  <a:pt x="3717" y="7891"/>
                  <a:pt x="2794" y="7893"/>
                </a:cubicBezTo>
                <a:lnTo>
                  <a:pt x="2792" y="7893"/>
                </a:lnTo>
                <a:cubicBezTo>
                  <a:pt x="2115" y="7893"/>
                  <a:pt x="1504" y="7483"/>
                  <a:pt x="1246" y="6857"/>
                </a:cubicBezTo>
                <a:cubicBezTo>
                  <a:pt x="986" y="6232"/>
                  <a:pt x="1129" y="5511"/>
                  <a:pt x="1609" y="5032"/>
                </a:cubicBezTo>
                <a:cubicBezTo>
                  <a:pt x="1930" y="4712"/>
                  <a:pt x="2358" y="4542"/>
                  <a:pt x="2794" y="4542"/>
                </a:cubicBezTo>
                <a:close/>
                <a:moveTo>
                  <a:pt x="10612" y="5660"/>
                </a:moveTo>
                <a:cubicBezTo>
                  <a:pt x="12152" y="5660"/>
                  <a:pt x="13405" y="6911"/>
                  <a:pt x="13405" y="8452"/>
                </a:cubicBezTo>
                <a:cubicBezTo>
                  <a:pt x="13405" y="9993"/>
                  <a:pt x="12151" y="11244"/>
                  <a:pt x="10612" y="11244"/>
                </a:cubicBezTo>
                <a:cubicBezTo>
                  <a:pt x="9073" y="11244"/>
                  <a:pt x="7820" y="9992"/>
                  <a:pt x="7820" y="8451"/>
                </a:cubicBezTo>
                <a:lnTo>
                  <a:pt x="7820" y="8451"/>
                </a:lnTo>
                <a:cubicBezTo>
                  <a:pt x="7820" y="6912"/>
                  <a:pt x="9071" y="5660"/>
                  <a:pt x="10612" y="5660"/>
                </a:cubicBezTo>
                <a:close/>
                <a:moveTo>
                  <a:pt x="5622" y="14631"/>
                </a:moveTo>
                <a:cubicBezTo>
                  <a:pt x="5766" y="14631"/>
                  <a:pt x="5912" y="14659"/>
                  <a:pt x="6050" y="14717"/>
                </a:cubicBezTo>
                <a:cubicBezTo>
                  <a:pt x="6467" y="14890"/>
                  <a:pt x="6739" y="15297"/>
                  <a:pt x="6739" y="15749"/>
                </a:cubicBezTo>
                <a:cubicBezTo>
                  <a:pt x="6739" y="16365"/>
                  <a:pt x="6239" y="16866"/>
                  <a:pt x="5623" y="16866"/>
                </a:cubicBezTo>
                <a:cubicBezTo>
                  <a:pt x="5170" y="16866"/>
                  <a:pt x="4764" y="16594"/>
                  <a:pt x="4590" y="16177"/>
                </a:cubicBezTo>
                <a:cubicBezTo>
                  <a:pt x="4418" y="15758"/>
                  <a:pt x="4514" y="15279"/>
                  <a:pt x="4832" y="14959"/>
                </a:cubicBezTo>
                <a:cubicBezTo>
                  <a:pt x="5046" y="14745"/>
                  <a:pt x="5332" y="14631"/>
                  <a:pt x="5622" y="14631"/>
                </a:cubicBezTo>
                <a:close/>
                <a:moveTo>
                  <a:pt x="16196" y="14595"/>
                </a:moveTo>
                <a:cubicBezTo>
                  <a:pt x="16412" y="14595"/>
                  <a:pt x="16630" y="14637"/>
                  <a:pt x="16838" y="14723"/>
                </a:cubicBezTo>
                <a:cubicBezTo>
                  <a:pt x="17464" y="14981"/>
                  <a:pt x="17872" y="15593"/>
                  <a:pt x="17872" y="16270"/>
                </a:cubicBezTo>
                <a:cubicBezTo>
                  <a:pt x="17870" y="17195"/>
                  <a:pt x="17122" y="17945"/>
                  <a:pt x="16197" y="17945"/>
                </a:cubicBezTo>
                <a:cubicBezTo>
                  <a:pt x="15518" y="17945"/>
                  <a:pt x="14908" y="17537"/>
                  <a:pt x="14648" y="16911"/>
                </a:cubicBezTo>
                <a:cubicBezTo>
                  <a:pt x="14390" y="16284"/>
                  <a:pt x="14533" y="15564"/>
                  <a:pt x="15011" y="15086"/>
                </a:cubicBezTo>
                <a:cubicBezTo>
                  <a:pt x="15332" y="14765"/>
                  <a:pt x="15761" y="14595"/>
                  <a:pt x="16196" y="14595"/>
                </a:cubicBezTo>
                <a:close/>
                <a:moveTo>
                  <a:pt x="16197" y="0"/>
                </a:moveTo>
                <a:cubicBezTo>
                  <a:pt x="14403" y="0"/>
                  <a:pt x="13344" y="2018"/>
                  <a:pt x="14351" y="3490"/>
                </a:cubicBezTo>
                <a:lnTo>
                  <a:pt x="12803" y="5215"/>
                </a:lnTo>
                <a:cubicBezTo>
                  <a:pt x="12132" y="4759"/>
                  <a:pt x="11370" y="4542"/>
                  <a:pt x="10617" y="4542"/>
                </a:cubicBezTo>
                <a:cubicBezTo>
                  <a:pt x="9218" y="4542"/>
                  <a:pt x="7847" y="5292"/>
                  <a:pt x="7138" y="6657"/>
                </a:cubicBezTo>
                <a:lnTo>
                  <a:pt x="5584" y="6295"/>
                </a:lnTo>
                <a:cubicBezTo>
                  <a:pt x="5627" y="4714"/>
                  <a:pt x="4354" y="3424"/>
                  <a:pt x="2794" y="3424"/>
                </a:cubicBezTo>
                <a:cubicBezTo>
                  <a:pt x="1253" y="3424"/>
                  <a:pt x="1" y="4677"/>
                  <a:pt x="1" y="6218"/>
                </a:cubicBezTo>
                <a:cubicBezTo>
                  <a:pt x="1" y="7758"/>
                  <a:pt x="1253" y="9009"/>
                  <a:pt x="2794" y="9009"/>
                </a:cubicBezTo>
                <a:cubicBezTo>
                  <a:pt x="3883" y="9008"/>
                  <a:pt x="4874" y="8373"/>
                  <a:pt x="5330" y="7383"/>
                </a:cubicBezTo>
                <a:lnTo>
                  <a:pt x="6771" y="7720"/>
                </a:lnTo>
                <a:cubicBezTo>
                  <a:pt x="6517" y="9048"/>
                  <a:pt x="6970" y="10414"/>
                  <a:pt x="7968" y="11329"/>
                </a:cubicBezTo>
                <a:lnTo>
                  <a:pt x="6382" y="13648"/>
                </a:lnTo>
                <a:cubicBezTo>
                  <a:pt x="6128" y="13556"/>
                  <a:pt x="5872" y="13513"/>
                  <a:pt x="5621" y="13513"/>
                </a:cubicBezTo>
                <a:cubicBezTo>
                  <a:pt x="4439" y="13513"/>
                  <a:pt x="3389" y="14472"/>
                  <a:pt x="3389" y="15748"/>
                </a:cubicBezTo>
                <a:cubicBezTo>
                  <a:pt x="3390" y="16981"/>
                  <a:pt x="4390" y="17981"/>
                  <a:pt x="5623" y="17982"/>
                </a:cubicBezTo>
                <a:cubicBezTo>
                  <a:pt x="7539" y="17982"/>
                  <a:pt x="8561" y="15717"/>
                  <a:pt x="7304" y="14279"/>
                </a:cubicBezTo>
                <a:lnTo>
                  <a:pt x="8890" y="11959"/>
                </a:lnTo>
                <a:cubicBezTo>
                  <a:pt x="9434" y="12227"/>
                  <a:pt x="10024" y="12360"/>
                  <a:pt x="10612" y="12360"/>
                </a:cubicBezTo>
                <a:cubicBezTo>
                  <a:pt x="11315" y="12360"/>
                  <a:pt x="12015" y="12171"/>
                  <a:pt x="12634" y="11795"/>
                </a:cubicBezTo>
                <a:lnTo>
                  <a:pt x="14240" y="14277"/>
                </a:lnTo>
                <a:cubicBezTo>
                  <a:pt x="12463" y="16023"/>
                  <a:pt x="13704" y="19061"/>
                  <a:pt x="16195" y="19061"/>
                </a:cubicBezTo>
                <a:cubicBezTo>
                  <a:pt x="17734" y="19061"/>
                  <a:pt x="18988" y="17810"/>
                  <a:pt x="18988" y="16270"/>
                </a:cubicBezTo>
                <a:cubicBezTo>
                  <a:pt x="18988" y="14674"/>
                  <a:pt x="17675" y="13475"/>
                  <a:pt x="16197" y="13475"/>
                </a:cubicBezTo>
                <a:cubicBezTo>
                  <a:pt x="15862" y="13475"/>
                  <a:pt x="15518" y="13537"/>
                  <a:pt x="15179" y="13670"/>
                </a:cubicBezTo>
                <a:lnTo>
                  <a:pt x="15179" y="13670"/>
                </a:lnTo>
                <a:lnTo>
                  <a:pt x="13502" y="11081"/>
                </a:lnTo>
                <a:cubicBezTo>
                  <a:pt x="14811" y="9646"/>
                  <a:pt x="14865" y="7465"/>
                  <a:pt x="13628" y="5968"/>
                </a:cubicBezTo>
                <a:lnTo>
                  <a:pt x="15191" y="4227"/>
                </a:lnTo>
                <a:cubicBezTo>
                  <a:pt x="15519" y="4393"/>
                  <a:pt x="15860" y="4469"/>
                  <a:pt x="16193" y="4469"/>
                </a:cubicBezTo>
                <a:cubicBezTo>
                  <a:pt x="17364" y="4469"/>
                  <a:pt x="18429" y="3526"/>
                  <a:pt x="18429" y="2233"/>
                </a:cubicBezTo>
                <a:cubicBezTo>
                  <a:pt x="18428" y="1000"/>
                  <a:pt x="17430" y="0"/>
                  <a:pt x="16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786" name="Google Shape;19786;p92"/>
          <p:cNvGrpSpPr/>
          <p:nvPr/>
        </p:nvGrpSpPr>
        <p:grpSpPr>
          <a:xfrm>
            <a:off x="4775435" y="2325089"/>
            <a:ext cx="353480" cy="353461"/>
            <a:chOff x="1004460" y="1968940"/>
            <a:chExt cx="384092" cy="384072"/>
          </a:xfrm>
        </p:grpSpPr>
        <p:sp>
          <p:nvSpPr>
            <p:cNvPr id="19787" name="Google Shape;19787;p92"/>
            <p:cNvSpPr/>
            <p:nvPr/>
          </p:nvSpPr>
          <p:spPr>
            <a:xfrm>
              <a:off x="1050235" y="2014695"/>
              <a:ext cx="292582" cy="274490"/>
            </a:xfrm>
            <a:custGeom>
              <a:rect b="b" l="l" r="r" t="t"/>
              <a:pathLst>
                <a:path extrusionOk="0" h="13624" w="14522">
                  <a:moveTo>
                    <a:pt x="7260" y="1117"/>
                  </a:moveTo>
                  <a:cubicBezTo>
                    <a:pt x="8139" y="1117"/>
                    <a:pt x="9018" y="1305"/>
                    <a:pt x="9836" y="1681"/>
                  </a:cubicBezTo>
                  <a:lnTo>
                    <a:pt x="7859" y="5108"/>
                  </a:lnTo>
                  <a:cubicBezTo>
                    <a:pt x="7663" y="5053"/>
                    <a:pt x="7461" y="5026"/>
                    <a:pt x="7260" y="5026"/>
                  </a:cubicBezTo>
                  <a:cubicBezTo>
                    <a:pt x="7059" y="5026"/>
                    <a:pt x="6858" y="5053"/>
                    <a:pt x="6663" y="5108"/>
                  </a:cubicBezTo>
                  <a:lnTo>
                    <a:pt x="4684" y="1681"/>
                  </a:lnTo>
                  <a:cubicBezTo>
                    <a:pt x="5502" y="1305"/>
                    <a:pt x="6381" y="1117"/>
                    <a:pt x="7260" y="1117"/>
                  </a:cubicBezTo>
                  <a:close/>
                  <a:moveTo>
                    <a:pt x="7260" y="6143"/>
                  </a:moveTo>
                  <a:cubicBezTo>
                    <a:pt x="7551" y="6143"/>
                    <a:pt x="7836" y="6257"/>
                    <a:pt x="8050" y="6471"/>
                  </a:cubicBezTo>
                  <a:cubicBezTo>
                    <a:pt x="8370" y="6790"/>
                    <a:pt x="8465" y="7270"/>
                    <a:pt x="8292" y="7689"/>
                  </a:cubicBezTo>
                  <a:cubicBezTo>
                    <a:pt x="8119" y="8106"/>
                    <a:pt x="7712" y="8378"/>
                    <a:pt x="7261" y="8378"/>
                  </a:cubicBezTo>
                  <a:cubicBezTo>
                    <a:pt x="6644" y="8376"/>
                    <a:pt x="6144" y="7877"/>
                    <a:pt x="6143" y="7261"/>
                  </a:cubicBezTo>
                  <a:cubicBezTo>
                    <a:pt x="6143" y="6808"/>
                    <a:pt x="6415" y="6402"/>
                    <a:pt x="6833" y="6228"/>
                  </a:cubicBezTo>
                  <a:cubicBezTo>
                    <a:pt x="6971" y="6171"/>
                    <a:pt x="7117" y="6143"/>
                    <a:pt x="7260" y="6143"/>
                  </a:cubicBezTo>
                  <a:close/>
                  <a:moveTo>
                    <a:pt x="5097" y="7819"/>
                  </a:moveTo>
                  <a:cubicBezTo>
                    <a:pt x="5198" y="8210"/>
                    <a:pt x="5406" y="8567"/>
                    <a:pt x="5696" y="8853"/>
                  </a:cubicBezTo>
                  <a:lnTo>
                    <a:pt x="3719" y="12278"/>
                  </a:lnTo>
                  <a:cubicBezTo>
                    <a:pt x="2251" y="11238"/>
                    <a:pt x="1311" y="9609"/>
                    <a:pt x="1142" y="7819"/>
                  </a:cubicBezTo>
                  <a:close/>
                  <a:moveTo>
                    <a:pt x="13378" y="7819"/>
                  </a:moveTo>
                  <a:cubicBezTo>
                    <a:pt x="13210" y="9609"/>
                    <a:pt x="12270" y="11238"/>
                    <a:pt x="10803" y="12278"/>
                  </a:cubicBezTo>
                  <a:lnTo>
                    <a:pt x="10803" y="12280"/>
                  </a:lnTo>
                  <a:lnTo>
                    <a:pt x="8824" y="8853"/>
                  </a:lnTo>
                  <a:cubicBezTo>
                    <a:pt x="9114" y="8569"/>
                    <a:pt x="9322" y="8210"/>
                    <a:pt x="9423" y="7819"/>
                  </a:cubicBezTo>
                  <a:close/>
                  <a:moveTo>
                    <a:pt x="7261" y="1"/>
                  </a:moveTo>
                  <a:cubicBezTo>
                    <a:pt x="6007" y="1"/>
                    <a:pt x="4754" y="324"/>
                    <a:pt x="3631" y="972"/>
                  </a:cubicBezTo>
                  <a:cubicBezTo>
                    <a:pt x="3363" y="1126"/>
                    <a:pt x="3272" y="1467"/>
                    <a:pt x="3426" y="1734"/>
                  </a:cubicBezTo>
                  <a:lnTo>
                    <a:pt x="5696" y="5667"/>
                  </a:lnTo>
                  <a:cubicBezTo>
                    <a:pt x="5406" y="5950"/>
                    <a:pt x="5198" y="6308"/>
                    <a:pt x="5097" y="6701"/>
                  </a:cubicBezTo>
                  <a:lnTo>
                    <a:pt x="559" y="6701"/>
                  </a:lnTo>
                  <a:cubicBezTo>
                    <a:pt x="250" y="6701"/>
                    <a:pt x="0" y="6952"/>
                    <a:pt x="0" y="7261"/>
                  </a:cubicBezTo>
                  <a:cubicBezTo>
                    <a:pt x="0" y="9939"/>
                    <a:pt x="1455" y="12290"/>
                    <a:pt x="3629" y="13548"/>
                  </a:cubicBezTo>
                  <a:cubicBezTo>
                    <a:pt x="3717" y="13599"/>
                    <a:pt x="3813" y="13623"/>
                    <a:pt x="3908" y="13623"/>
                  </a:cubicBezTo>
                  <a:cubicBezTo>
                    <a:pt x="4102" y="13623"/>
                    <a:pt x="4290" y="13523"/>
                    <a:pt x="4393" y="13344"/>
                  </a:cubicBezTo>
                  <a:lnTo>
                    <a:pt x="6663" y="9412"/>
                  </a:lnTo>
                  <a:cubicBezTo>
                    <a:pt x="6858" y="9466"/>
                    <a:pt x="7059" y="9494"/>
                    <a:pt x="7260" y="9494"/>
                  </a:cubicBezTo>
                  <a:cubicBezTo>
                    <a:pt x="7461" y="9494"/>
                    <a:pt x="7663" y="9466"/>
                    <a:pt x="7859" y="9412"/>
                  </a:cubicBezTo>
                  <a:lnTo>
                    <a:pt x="10129" y="13344"/>
                  </a:lnTo>
                  <a:cubicBezTo>
                    <a:pt x="10232" y="13523"/>
                    <a:pt x="10419" y="13623"/>
                    <a:pt x="10612" y="13623"/>
                  </a:cubicBezTo>
                  <a:cubicBezTo>
                    <a:pt x="10707" y="13623"/>
                    <a:pt x="10804" y="13598"/>
                    <a:pt x="10892" y="13547"/>
                  </a:cubicBezTo>
                  <a:cubicBezTo>
                    <a:pt x="13068" y="12289"/>
                    <a:pt x="14521" y="9936"/>
                    <a:pt x="14521" y="7260"/>
                  </a:cubicBezTo>
                  <a:cubicBezTo>
                    <a:pt x="14521" y="6952"/>
                    <a:pt x="14270" y="6701"/>
                    <a:pt x="13962" y="6701"/>
                  </a:cubicBezTo>
                  <a:lnTo>
                    <a:pt x="9423" y="6701"/>
                  </a:lnTo>
                  <a:cubicBezTo>
                    <a:pt x="9322" y="6308"/>
                    <a:pt x="9114" y="5950"/>
                    <a:pt x="8824" y="5667"/>
                  </a:cubicBezTo>
                  <a:lnTo>
                    <a:pt x="11096" y="1734"/>
                  </a:lnTo>
                  <a:cubicBezTo>
                    <a:pt x="11250" y="1467"/>
                    <a:pt x="11158" y="1126"/>
                    <a:pt x="10892" y="972"/>
                  </a:cubicBezTo>
                  <a:cubicBezTo>
                    <a:pt x="9769" y="324"/>
                    <a:pt x="8515" y="1"/>
                    <a:pt x="7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8" name="Google Shape;19788;p92"/>
            <p:cNvSpPr/>
            <p:nvPr/>
          </p:nvSpPr>
          <p:spPr>
            <a:xfrm>
              <a:off x="1004460" y="1968940"/>
              <a:ext cx="384092" cy="384072"/>
            </a:xfrm>
            <a:custGeom>
              <a:rect b="b" l="l" r="r" t="t"/>
              <a:pathLst>
                <a:path extrusionOk="0" h="19063" w="19064">
                  <a:moveTo>
                    <a:pt x="9533" y="1117"/>
                  </a:moveTo>
                  <a:cubicBezTo>
                    <a:pt x="14173" y="1117"/>
                    <a:pt x="17947" y="4892"/>
                    <a:pt x="17947" y="9532"/>
                  </a:cubicBezTo>
                  <a:cubicBezTo>
                    <a:pt x="17947" y="14173"/>
                    <a:pt x="14173" y="17946"/>
                    <a:pt x="9533" y="17946"/>
                  </a:cubicBezTo>
                  <a:lnTo>
                    <a:pt x="9533" y="17945"/>
                  </a:lnTo>
                  <a:cubicBezTo>
                    <a:pt x="4892" y="17945"/>
                    <a:pt x="1119" y="14171"/>
                    <a:pt x="1119" y="9531"/>
                  </a:cubicBezTo>
                  <a:cubicBezTo>
                    <a:pt x="1119" y="4890"/>
                    <a:pt x="4892" y="1117"/>
                    <a:pt x="9533" y="1117"/>
                  </a:cubicBezTo>
                  <a:close/>
                  <a:moveTo>
                    <a:pt x="9533" y="0"/>
                  </a:moveTo>
                  <a:cubicBezTo>
                    <a:pt x="4265" y="0"/>
                    <a:pt x="1" y="4264"/>
                    <a:pt x="1" y="9532"/>
                  </a:cubicBezTo>
                  <a:cubicBezTo>
                    <a:pt x="1" y="14800"/>
                    <a:pt x="4265" y="19063"/>
                    <a:pt x="9533" y="19063"/>
                  </a:cubicBezTo>
                  <a:cubicBezTo>
                    <a:pt x="14801" y="19063"/>
                    <a:pt x="19063" y="14800"/>
                    <a:pt x="19063" y="9532"/>
                  </a:cubicBezTo>
                  <a:cubicBezTo>
                    <a:pt x="19063" y="4264"/>
                    <a:pt x="14801" y="0"/>
                    <a:pt x="9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89" name="Google Shape;19789;p92"/>
          <p:cNvGrpSpPr/>
          <p:nvPr/>
        </p:nvGrpSpPr>
        <p:grpSpPr>
          <a:xfrm>
            <a:off x="4020052" y="2336123"/>
            <a:ext cx="357374" cy="331341"/>
            <a:chOff x="6011658" y="2644889"/>
            <a:chExt cx="388323" cy="360036"/>
          </a:xfrm>
        </p:grpSpPr>
        <p:sp>
          <p:nvSpPr>
            <p:cNvPr id="19790" name="Google Shape;19790;p92"/>
            <p:cNvSpPr/>
            <p:nvPr/>
          </p:nvSpPr>
          <p:spPr>
            <a:xfrm>
              <a:off x="6011658" y="2644889"/>
              <a:ext cx="388323" cy="360036"/>
            </a:xfrm>
            <a:custGeom>
              <a:rect b="b" l="l" r="r" t="t"/>
              <a:pathLst>
                <a:path extrusionOk="0" h="17870" w="19274">
                  <a:moveTo>
                    <a:pt x="17002" y="1118"/>
                  </a:moveTo>
                  <a:lnTo>
                    <a:pt x="17002" y="2234"/>
                  </a:lnTo>
                  <a:lnTo>
                    <a:pt x="2484" y="2234"/>
                  </a:lnTo>
                  <a:lnTo>
                    <a:pt x="2484" y="1118"/>
                  </a:lnTo>
                  <a:close/>
                  <a:moveTo>
                    <a:pt x="11418" y="3351"/>
                  </a:moveTo>
                  <a:lnTo>
                    <a:pt x="11418" y="4469"/>
                  </a:lnTo>
                  <a:lnTo>
                    <a:pt x="8068" y="4469"/>
                  </a:lnTo>
                  <a:lnTo>
                    <a:pt x="8068" y="3351"/>
                  </a:lnTo>
                  <a:close/>
                  <a:moveTo>
                    <a:pt x="15026" y="5585"/>
                  </a:moveTo>
                  <a:lnTo>
                    <a:pt x="18156" y="10332"/>
                  </a:lnTo>
                  <a:lnTo>
                    <a:pt x="18156" y="16753"/>
                  </a:lnTo>
                  <a:lnTo>
                    <a:pt x="1329" y="16753"/>
                  </a:lnTo>
                  <a:lnTo>
                    <a:pt x="1329" y="10223"/>
                  </a:lnTo>
                  <a:lnTo>
                    <a:pt x="4455" y="5585"/>
                  </a:lnTo>
                  <a:close/>
                  <a:moveTo>
                    <a:pt x="1927" y="0"/>
                  </a:moveTo>
                  <a:cubicBezTo>
                    <a:pt x="1617" y="0"/>
                    <a:pt x="1368" y="250"/>
                    <a:pt x="1368" y="559"/>
                  </a:cubicBezTo>
                  <a:lnTo>
                    <a:pt x="1368" y="2792"/>
                  </a:lnTo>
                  <a:cubicBezTo>
                    <a:pt x="1368" y="3100"/>
                    <a:pt x="1617" y="3351"/>
                    <a:pt x="1927" y="3351"/>
                  </a:cubicBezTo>
                  <a:lnTo>
                    <a:pt x="6951" y="3351"/>
                  </a:lnTo>
                  <a:lnTo>
                    <a:pt x="6951" y="4467"/>
                  </a:lnTo>
                  <a:lnTo>
                    <a:pt x="4160" y="4467"/>
                  </a:lnTo>
                  <a:cubicBezTo>
                    <a:pt x="3974" y="4467"/>
                    <a:pt x="3801" y="4560"/>
                    <a:pt x="3696" y="4714"/>
                  </a:cubicBezTo>
                  <a:cubicBezTo>
                    <a:pt x="0" y="10197"/>
                    <a:pt x="214" y="9815"/>
                    <a:pt x="214" y="10052"/>
                  </a:cubicBezTo>
                  <a:lnTo>
                    <a:pt x="214" y="17312"/>
                  </a:lnTo>
                  <a:cubicBezTo>
                    <a:pt x="214" y="17620"/>
                    <a:pt x="464" y="17870"/>
                    <a:pt x="771" y="17870"/>
                  </a:cubicBezTo>
                  <a:lnTo>
                    <a:pt x="18714" y="17870"/>
                  </a:lnTo>
                  <a:cubicBezTo>
                    <a:pt x="19022" y="17870"/>
                    <a:pt x="19273" y="17620"/>
                    <a:pt x="19273" y="17312"/>
                  </a:cubicBezTo>
                  <a:lnTo>
                    <a:pt x="19273" y="10164"/>
                  </a:lnTo>
                  <a:cubicBezTo>
                    <a:pt x="19273" y="10054"/>
                    <a:pt x="19241" y="9948"/>
                    <a:pt x="19181" y="9856"/>
                  </a:cubicBezTo>
                  <a:lnTo>
                    <a:pt x="15793" y="4718"/>
                  </a:lnTo>
                  <a:cubicBezTo>
                    <a:pt x="15690" y="4561"/>
                    <a:pt x="15513" y="4467"/>
                    <a:pt x="15326" y="4467"/>
                  </a:cubicBezTo>
                  <a:lnTo>
                    <a:pt x="12533" y="4467"/>
                  </a:lnTo>
                  <a:lnTo>
                    <a:pt x="12533" y="3351"/>
                  </a:lnTo>
                  <a:lnTo>
                    <a:pt x="17559" y="3351"/>
                  </a:lnTo>
                  <a:cubicBezTo>
                    <a:pt x="17867" y="3351"/>
                    <a:pt x="18118" y="3101"/>
                    <a:pt x="18118" y="2792"/>
                  </a:cubicBezTo>
                  <a:lnTo>
                    <a:pt x="18118" y="559"/>
                  </a:lnTo>
                  <a:cubicBezTo>
                    <a:pt x="18118" y="250"/>
                    <a:pt x="17867" y="0"/>
                    <a:pt x="17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1" name="Google Shape;19791;p92"/>
            <p:cNvSpPr/>
            <p:nvPr/>
          </p:nvSpPr>
          <p:spPr>
            <a:xfrm>
              <a:off x="6117936" y="2779897"/>
              <a:ext cx="180018" cy="180058"/>
            </a:xfrm>
            <a:custGeom>
              <a:rect b="b" l="l" r="r" t="t"/>
              <a:pathLst>
                <a:path extrusionOk="0" h="8937" w="8935">
                  <a:moveTo>
                    <a:pt x="4468" y="1117"/>
                  </a:moveTo>
                  <a:cubicBezTo>
                    <a:pt x="6315" y="1117"/>
                    <a:pt x="7819" y="2620"/>
                    <a:pt x="7819" y="4468"/>
                  </a:cubicBezTo>
                  <a:cubicBezTo>
                    <a:pt x="7819" y="6315"/>
                    <a:pt x="6315" y="7818"/>
                    <a:pt x="4468" y="7818"/>
                  </a:cubicBezTo>
                  <a:cubicBezTo>
                    <a:pt x="2621" y="7818"/>
                    <a:pt x="1117" y="6315"/>
                    <a:pt x="1117" y="4468"/>
                  </a:cubicBezTo>
                  <a:cubicBezTo>
                    <a:pt x="1117" y="2620"/>
                    <a:pt x="2621" y="1117"/>
                    <a:pt x="4468" y="1117"/>
                  </a:cubicBezTo>
                  <a:close/>
                  <a:moveTo>
                    <a:pt x="4468" y="1"/>
                  </a:moveTo>
                  <a:cubicBezTo>
                    <a:pt x="2005" y="1"/>
                    <a:pt x="1" y="2005"/>
                    <a:pt x="1" y="4468"/>
                  </a:cubicBezTo>
                  <a:cubicBezTo>
                    <a:pt x="1" y="6930"/>
                    <a:pt x="2005" y="8936"/>
                    <a:pt x="4468" y="8936"/>
                  </a:cubicBezTo>
                  <a:cubicBezTo>
                    <a:pt x="6931" y="8936"/>
                    <a:pt x="8935" y="6930"/>
                    <a:pt x="8935" y="4468"/>
                  </a:cubicBezTo>
                  <a:cubicBezTo>
                    <a:pt x="8935" y="2005"/>
                    <a:pt x="6931" y="1"/>
                    <a:pt x="44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2" name="Google Shape;19792;p92"/>
            <p:cNvSpPr/>
            <p:nvPr/>
          </p:nvSpPr>
          <p:spPr>
            <a:xfrm>
              <a:off x="6195503" y="2834738"/>
              <a:ext cx="48737" cy="46480"/>
            </a:xfrm>
            <a:custGeom>
              <a:rect b="b" l="l" r="r" t="t"/>
              <a:pathLst>
                <a:path extrusionOk="0" h="2307" w="2419">
                  <a:moveTo>
                    <a:pt x="1805" y="0"/>
                  </a:moveTo>
                  <a:cubicBezTo>
                    <a:pt x="1661" y="0"/>
                    <a:pt x="1517" y="55"/>
                    <a:pt x="1407" y="166"/>
                  </a:cubicBezTo>
                  <a:lnTo>
                    <a:pt x="223" y="1351"/>
                  </a:lnTo>
                  <a:cubicBezTo>
                    <a:pt x="2" y="1568"/>
                    <a:pt x="1" y="1923"/>
                    <a:pt x="220" y="2143"/>
                  </a:cubicBezTo>
                  <a:cubicBezTo>
                    <a:pt x="330" y="2252"/>
                    <a:pt x="473" y="2306"/>
                    <a:pt x="616" y="2306"/>
                  </a:cubicBezTo>
                  <a:cubicBezTo>
                    <a:pt x="759" y="2306"/>
                    <a:pt x="903" y="2251"/>
                    <a:pt x="1013" y="2140"/>
                  </a:cubicBezTo>
                  <a:lnTo>
                    <a:pt x="2198" y="955"/>
                  </a:lnTo>
                  <a:cubicBezTo>
                    <a:pt x="2417" y="738"/>
                    <a:pt x="2419" y="383"/>
                    <a:pt x="2199" y="163"/>
                  </a:cubicBezTo>
                  <a:cubicBezTo>
                    <a:pt x="2091" y="54"/>
                    <a:pt x="1948" y="0"/>
                    <a:pt x="1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793" name="Google Shape;19793;p92"/>
          <p:cNvSpPr/>
          <p:nvPr/>
        </p:nvSpPr>
        <p:spPr>
          <a:xfrm>
            <a:off x="3264054" y="2408703"/>
            <a:ext cx="353343" cy="186383"/>
          </a:xfrm>
          <a:custGeom>
            <a:rect b="b" l="l" r="r" t="t"/>
            <a:pathLst>
              <a:path extrusionOk="0" h="10053" w="19061">
                <a:moveTo>
                  <a:pt x="2270" y="3351"/>
                </a:moveTo>
                <a:lnTo>
                  <a:pt x="2270" y="6701"/>
                </a:lnTo>
                <a:lnTo>
                  <a:pt x="1117" y="6701"/>
                </a:lnTo>
                <a:lnTo>
                  <a:pt x="1117" y="3351"/>
                </a:lnTo>
                <a:close/>
                <a:moveTo>
                  <a:pt x="17945" y="3351"/>
                </a:moveTo>
                <a:lnTo>
                  <a:pt x="17945" y="6701"/>
                </a:lnTo>
                <a:lnTo>
                  <a:pt x="16791" y="6701"/>
                </a:lnTo>
                <a:lnTo>
                  <a:pt x="16791" y="3351"/>
                </a:lnTo>
                <a:close/>
                <a:moveTo>
                  <a:pt x="13998" y="1118"/>
                </a:moveTo>
                <a:cubicBezTo>
                  <a:pt x="14923" y="1118"/>
                  <a:pt x="15673" y="1868"/>
                  <a:pt x="15673" y="2793"/>
                </a:cubicBezTo>
                <a:lnTo>
                  <a:pt x="15673" y="7260"/>
                </a:lnTo>
                <a:cubicBezTo>
                  <a:pt x="15673" y="8185"/>
                  <a:pt x="14923" y="8934"/>
                  <a:pt x="13998" y="8936"/>
                </a:cubicBezTo>
                <a:lnTo>
                  <a:pt x="12091" y="8936"/>
                </a:lnTo>
                <a:cubicBezTo>
                  <a:pt x="11690" y="8936"/>
                  <a:pt x="11336" y="8680"/>
                  <a:pt x="11209" y="8302"/>
                </a:cubicBezTo>
                <a:lnTo>
                  <a:pt x="10802" y="7093"/>
                </a:lnTo>
                <a:cubicBezTo>
                  <a:pt x="10597" y="6484"/>
                  <a:pt x="10064" y="6179"/>
                  <a:pt x="9531" y="6179"/>
                </a:cubicBezTo>
                <a:cubicBezTo>
                  <a:pt x="8997" y="6179"/>
                  <a:pt x="8464" y="6484"/>
                  <a:pt x="8259" y="7093"/>
                </a:cubicBezTo>
                <a:lnTo>
                  <a:pt x="7854" y="8302"/>
                </a:lnTo>
                <a:cubicBezTo>
                  <a:pt x="7725" y="8680"/>
                  <a:pt x="7371" y="8936"/>
                  <a:pt x="6971" y="8936"/>
                </a:cubicBezTo>
                <a:lnTo>
                  <a:pt x="5064" y="8936"/>
                </a:lnTo>
                <a:cubicBezTo>
                  <a:pt x="4138" y="8934"/>
                  <a:pt x="3388" y="8185"/>
                  <a:pt x="3388" y="7260"/>
                </a:cubicBezTo>
                <a:lnTo>
                  <a:pt x="3388" y="2793"/>
                </a:lnTo>
                <a:cubicBezTo>
                  <a:pt x="3388" y="1868"/>
                  <a:pt x="4138" y="1118"/>
                  <a:pt x="5064" y="1118"/>
                </a:cubicBezTo>
                <a:close/>
                <a:moveTo>
                  <a:pt x="5064" y="0"/>
                </a:moveTo>
                <a:cubicBezTo>
                  <a:pt x="3714" y="0"/>
                  <a:pt x="2586" y="961"/>
                  <a:pt x="2327" y="2234"/>
                </a:cubicBezTo>
                <a:lnTo>
                  <a:pt x="558" y="2234"/>
                </a:lnTo>
                <a:cubicBezTo>
                  <a:pt x="250" y="2234"/>
                  <a:pt x="0" y="2484"/>
                  <a:pt x="0" y="2793"/>
                </a:cubicBezTo>
                <a:lnTo>
                  <a:pt x="0" y="7260"/>
                </a:lnTo>
                <a:cubicBezTo>
                  <a:pt x="0" y="7568"/>
                  <a:pt x="250" y="7819"/>
                  <a:pt x="558" y="7819"/>
                </a:cubicBezTo>
                <a:lnTo>
                  <a:pt x="2327" y="7819"/>
                </a:lnTo>
                <a:cubicBezTo>
                  <a:pt x="2586" y="9091"/>
                  <a:pt x="3714" y="10052"/>
                  <a:pt x="5064" y="10052"/>
                </a:cubicBezTo>
                <a:lnTo>
                  <a:pt x="6971" y="10052"/>
                </a:lnTo>
                <a:cubicBezTo>
                  <a:pt x="6972" y="10052"/>
                  <a:pt x="6973" y="10052"/>
                  <a:pt x="6974" y="10052"/>
                </a:cubicBezTo>
                <a:cubicBezTo>
                  <a:pt x="7853" y="10052"/>
                  <a:pt x="8633" y="9490"/>
                  <a:pt x="8912" y="8658"/>
                </a:cubicBezTo>
                <a:lnTo>
                  <a:pt x="9318" y="7449"/>
                </a:lnTo>
                <a:cubicBezTo>
                  <a:pt x="9352" y="7346"/>
                  <a:pt x="9441" y="7295"/>
                  <a:pt x="9531" y="7295"/>
                </a:cubicBezTo>
                <a:cubicBezTo>
                  <a:pt x="9620" y="7295"/>
                  <a:pt x="9709" y="7346"/>
                  <a:pt x="9743" y="7449"/>
                </a:cubicBezTo>
                <a:lnTo>
                  <a:pt x="10149" y="8658"/>
                </a:lnTo>
                <a:cubicBezTo>
                  <a:pt x="10429" y="9492"/>
                  <a:pt x="11210" y="10052"/>
                  <a:pt x="12091" y="10052"/>
                </a:cubicBezTo>
                <a:lnTo>
                  <a:pt x="13998" y="10052"/>
                </a:lnTo>
                <a:cubicBezTo>
                  <a:pt x="15347" y="10052"/>
                  <a:pt x="16474" y="9091"/>
                  <a:pt x="16734" y="7819"/>
                </a:cubicBezTo>
                <a:lnTo>
                  <a:pt x="18502" y="7819"/>
                </a:lnTo>
                <a:cubicBezTo>
                  <a:pt x="18811" y="7819"/>
                  <a:pt x="19061" y="7568"/>
                  <a:pt x="19061" y="7260"/>
                </a:cubicBezTo>
                <a:lnTo>
                  <a:pt x="19061" y="2793"/>
                </a:lnTo>
                <a:cubicBezTo>
                  <a:pt x="19061" y="2484"/>
                  <a:pt x="18811" y="2234"/>
                  <a:pt x="18502" y="2234"/>
                </a:cubicBezTo>
                <a:lnTo>
                  <a:pt x="16734" y="2234"/>
                </a:lnTo>
                <a:cubicBezTo>
                  <a:pt x="16474" y="961"/>
                  <a:pt x="15347" y="0"/>
                  <a:pt x="139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794" name="Google Shape;19794;p92"/>
          <p:cNvGrpSpPr/>
          <p:nvPr/>
        </p:nvGrpSpPr>
        <p:grpSpPr>
          <a:xfrm>
            <a:off x="2499979" y="2325419"/>
            <a:ext cx="356799" cy="352757"/>
            <a:chOff x="5044497" y="2523057"/>
            <a:chExt cx="387698" cy="383306"/>
          </a:xfrm>
        </p:grpSpPr>
        <p:sp>
          <p:nvSpPr>
            <p:cNvPr id="19795" name="Google Shape;19795;p92"/>
            <p:cNvSpPr/>
            <p:nvPr/>
          </p:nvSpPr>
          <p:spPr>
            <a:xfrm>
              <a:off x="5183313" y="2568348"/>
              <a:ext cx="203590" cy="203550"/>
            </a:xfrm>
            <a:custGeom>
              <a:rect b="b" l="l" r="r" t="t"/>
              <a:pathLst>
                <a:path extrusionOk="0" h="10103" w="10105">
                  <a:moveTo>
                    <a:pt x="5052" y="1115"/>
                  </a:moveTo>
                  <a:cubicBezTo>
                    <a:pt x="7224" y="1115"/>
                    <a:pt x="8990" y="2880"/>
                    <a:pt x="8990" y="5052"/>
                  </a:cubicBezTo>
                  <a:cubicBezTo>
                    <a:pt x="8990" y="7223"/>
                    <a:pt x="7224" y="8988"/>
                    <a:pt x="5052" y="8988"/>
                  </a:cubicBezTo>
                  <a:cubicBezTo>
                    <a:pt x="2882" y="8988"/>
                    <a:pt x="1115" y="7222"/>
                    <a:pt x="1115" y="5052"/>
                  </a:cubicBezTo>
                  <a:cubicBezTo>
                    <a:pt x="1115" y="2880"/>
                    <a:pt x="2882" y="1115"/>
                    <a:pt x="5052" y="1115"/>
                  </a:cubicBezTo>
                  <a:close/>
                  <a:moveTo>
                    <a:pt x="5054" y="0"/>
                  </a:moveTo>
                  <a:cubicBezTo>
                    <a:pt x="2268" y="0"/>
                    <a:pt x="2" y="2266"/>
                    <a:pt x="2" y="5052"/>
                  </a:cubicBezTo>
                  <a:lnTo>
                    <a:pt x="1" y="5052"/>
                  </a:lnTo>
                  <a:cubicBezTo>
                    <a:pt x="1" y="7837"/>
                    <a:pt x="2268" y="10103"/>
                    <a:pt x="5052" y="10103"/>
                  </a:cubicBezTo>
                  <a:cubicBezTo>
                    <a:pt x="7838" y="10103"/>
                    <a:pt x="10105" y="7837"/>
                    <a:pt x="10105" y="5052"/>
                  </a:cubicBezTo>
                  <a:cubicBezTo>
                    <a:pt x="10105" y="2266"/>
                    <a:pt x="7839" y="0"/>
                    <a:pt x="50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6" name="Google Shape;19796;p92"/>
            <p:cNvSpPr/>
            <p:nvPr/>
          </p:nvSpPr>
          <p:spPr>
            <a:xfrm>
              <a:off x="5044497" y="2523057"/>
              <a:ext cx="387698" cy="383306"/>
            </a:xfrm>
            <a:custGeom>
              <a:rect b="b" l="l" r="r" t="t"/>
              <a:pathLst>
                <a:path extrusionOk="0" h="19025" w="19243">
                  <a:moveTo>
                    <a:pt x="11944" y="1117"/>
                  </a:moveTo>
                  <a:cubicBezTo>
                    <a:pt x="15352" y="1117"/>
                    <a:pt x="18128" y="3891"/>
                    <a:pt x="18128" y="7300"/>
                  </a:cubicBezTo>
                  <a:cubicBezTo>
                    <a:pt x="18128" y="10710"/>
                    <a:pt x="15352" y="13484"/>
                    <a:pt x="11944" y="13484"/>
                  </a:cubicBezTo>
                  <a:cubicBezTo>
                    <a:pt x="8533" y="13484"/>
                    <a:pt x="5759" y="10709"/>
                    <a:pt x="5759" y="7300"/>
                  </a:cubicBezTo>
                  <a:cubicBezTo>
                    <a:pt x="5759" y="3891"/>
                    <a:pt x="8533" y="1117"/>
                    <a:pt x="11944" y="1117"/>
                  </a:cubicBezTo>
                  <a:close/>
                  <a:moveTo>
                    <a:pt x="6048" y="11599"/>
                  </a:moveTo>
                  <a:cubicBezTo>
                    <a:pt x="6495" y="12209"/>
                    <a:pt x="7033" y="12747"/>
                    <a:pt x="7644" y="13194"/>
                  </a:cubicBezTo>
                  <a:lnTo>
                    <a:pt x="6184" y="14654"/>
                  </a:lnTo>
                  <a:lnTo>
                    <a:pt x="4589" y="13058"/>
                  </a:lnTo>
                  <a:lnTo>
                    <a:pt x="6048" y="11599"/>
                  </a:lnTo>
                  <a:close/>
                  <a:moveTo>
                    <a:pt x="3800" y="13847"/>
                  </a:moveTo>
                  <a:lnTo>
                    <a:pt x="5396" y="15442"/>
                  </a:lnTo>
                  <a:lnTo>
                    <a:pt x="3257" y="17579"/>
                  </a:lnTo>
                  <a:cubicBezTo>
                    <a:pt x="3036" y="17804"/>
                    <a:pt x="2744" y="17917"/>
                    <a:pt x="2452" y="17917"/>
                  </a:cubicBezTo>
                  <a:cubicBezTo>
                    <a:pt x="2163" y="17917"/>
                    <a:pt x="1874" y="17807"/>
                    <a:pt x="1654" y="17586"/>
                  </a:cubicBezTo>
                  <a:cubicBezTo>
                    <a:pt x="1210" y="17144"/>
                    <a:pt x="1214" y="16422"/>
                    <a:pt x="1663" y="15984"/>
                  </a:cubicBezTo>
                  <a:lnTo>
                    <a:pt x="3800" y="13847"/>
                  </a:lnTo>
                  <a:close/>
                  <a:moveTo>
                    <a:pt x="11944" y="0"/>
                  </a:moveTo>
                  <a:cubicBezTo>
                    <a:pt x="7919" y="0"/>
                    <a:pt x="4644" y="3273"/>
                    <a:pt x="4644" y="7298"/>
                  </a:cubicBezTo>
                  <a:cubicBezTo>
                    <a:pt x="4643" y="8455"/>
                    <a:pt x="4918" y="9595"/>
                    <a:pt x="5447" y="10623"/>
                  </a:cubicBezTo>
                  <a:lnTo>
                    <a:pt x="875" y="15196"/>
                  </a:lnTo>
                  <a:cubicBezTo>
                    <a:pt x="1" y="16072"/>
                    <a:pt x="1" y="17491"/>
                    <a:pt x="875" y="18368"/>
                  </a:cubicBezTo>
                  <a:lnTo>
                    <a:pt x="874" y="18368"/>
                  </a:lnTo>
                  <a:cubicBezTo>
                    <a:pt x="1312" y="18806"/>
                    <a:pt x="1886" y="19025"/>
                    <a:pt x="2460" y="19025"/>
                  </a:cubicBezTo>
                  <a:cubicBezTo>
                    <a:pt x="3034" y="19025"/>
                    <a:pt x="3609" y="18806"/>
                    <a:pt x="4047" y="18368"/>
                  </a:cubicBezTo>
                  <a:lnTo>
                    <a:pt x="8618" y="13796"/>
                  </a:lnTo>
                  <a:cubicBezTo>
                    <a:pt x="9644" y="14324"/>
                    <a:pt x="10781" y="14599"/>
                    <a:pt x="11934" y="14599"/>
                  </a:cubicBezTo>
                  <a:cubicBezTo>
                    <a:pt x="11937" y="14599"/>
                    <a:pt x="11940" y="14599"/>
                    <a:pt x="11944" y="14599"/>
                  </a:cubicBezTo>
                  <a:cubicBezTo>
                    <a:pt x="15968" y="14599"/>
                    <a:pt x="19243" y="11324"/>
                    <a:pt x="19243" y="7300"/>
                  </a:cubicBezTo>
                  <a:cubicBezTo>
                    <a:pt x="19243" y="3275"/>
                    <a:pt x="15968" y="0"/>
                    <a:pt x="119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97" name="Google Shape;19797;p92"/>
          <p:cNvGrpSpPr/>
          <p:nvPr/>
        </p:nvGrpSpPr>
        <p:grpSpPr>
          <a:xfrm>
            <a:off x="1779604" y="2325186"/>
            <a:ext cx="297391" cy="353220"/>
            <a:chOff x="4627021" y="2557952"/>
            <a:chExt cx="323146" cy="383810"/>
          </a:xfrm>
        </p:grpSpPr>
        <p:sp>
          <p:nvSpPr>
            <p:cNvPr id="19798" name="Google Shape;19798;p92"/>
            <p:cNvSpPr/>
            <p:nvPr/>
          </p:nvSpPr>
          <p:spPr>
            <a:xfrm>
              <a:off x="4653374" y="2557952"/>
              <a:ext cx="296793" cy="290386"/>
            </a:xfrm>
            <a:custGeom>
              <a:rect b="b" l="l" r="r" t="t"/>
              <a:pathLst>
                <a:path extrusionOk="0" h="14413" w="14731">
                  <a:moveTo>
                    <a:pt x="11668" y="1118"/>
                  </a:moveTo>
                  <a:cubicBezTo>
                    <a:pt x="12096" y="1118"/>
                    <a:pt x="12525" y="1282"/>
                    <a:pt x="12852" y="1609"/>
                  </a:cubicBezTo>
                  <a:cubicBezTo>
                    <a:pt x="13502" y="2259"/>
                    <a:pt x="13505" y="3314"/>
                    <a:pt x="12856" y="3967"/>
                  </a:cubicBezTo>
                  <a:lnTo>
                    <a:pt x="10825" y="5998"/>
                  </a:lnTo>
                  <a:lnTo>
                    <a:pt x="8461" y="3634"/>
                  </a:lnTo>
                  <a:lnTo>
                    <a:pt x="10492" y="1603"/>
                  </a:lnTo>
                  <a:cubicBezTo>
                    <a:pt x="10817" y="1279"/>
                    <a:pt x="11242" y="1118"/>
                    <a:pt x="11668" y="1118"/>
                  </a:cubicBezTo>
                  <a:close/>
                  <a:moveTo>
                    <a:pt x="6884" y="3634"/>
                  </a:moveTo>
                  <a:cubicBezTo>
                    <a:pt x="7057" y="3807"/>
                    <a:pt x="10655" y="7403"/>
                    <a:pt x="10827" y="7575"/>
                  </a:cubicBezTo>
                  <a:lnTo>
                    <a:pt x="10037" y="8364"/>
                  </a:lnTo>
                  <a:lnTo>
                    <a:pt x="6096" y="4421"/>
                  </a:lnTo>
                  <a:lnTo>
                    <a:pt x="6884" y="3634"/>
                  </a:lnTo>
                  <a:close/>
                  <a:moveTo>
                    <a:pt x="6095" y="5998"/>
                  </a:moveTo>
                  <a:lnTo>
                    <a:pt x="8461" y="8364"/>
                  </a:lnTo>
                  <a:lnTo>
                    <a:pt x="4647" y="12178"/>
                  </a:lnTo>
                  <a:lnTo>
                    <a:pt x="2308" y="13192"/>
                  </a:lnTo>
                  <a:lnTo>
                    <a:pt x="1268" y="12152"/>
                  </a:lnTo>
                  <a:lnTo>
                    <a:pt x="2282" y="9813"/>
                  </a:lnTo>
                  <a:lnTo>
                    <a:pt x="2943" y="9151"/>
                  </a:lnTo>
                  <a:lnTo>
                    <a:pt x="3329" y="9534"/>
                  </a:lnTo>
                  <a:cubicBezTo>
                    <a:pt x="3438" y="9650"/>
                    <a:pt x="3586" y="9709"/>
                    <a:pt x="3734" y="9709"/>
                  </a:cubicBezTo>
                  <a:cubicBezTo>
                    <a:pt x="3877" y="9709"/>
                    <a:pt x="4020" y="9654"/>
                    <a:pt x="4130" y="9544"/>
                  </a:cubicBezTo>
                  <a:cubicBezTo>
                    <a:pt x="4352" y="9320"/>
                    <a:pt x="4343" y="8957"/>
                    <a:pt x="4113" y="8742"/>
                  </a:cubicBezTo>
                  <a:lnTo>
                    <a:pt x="3731" y="8364"/>
                  </a:lnTo>
                  <a:lnTo>
                    <a:pt x="4520" y="7575"/>
                  </a:lnTo>
                  <a:lnTo>
                    <a:pt x="4904" y="7957"/>
                  </a:lnTo>
                  <a:cubicBezTo>
                    <a:pt x="5012" y="8059"/>
                    <a:pt x="5150" y="8110"/>
                    <a:pt x="5288" y="8110"/>
                  </a:cubicBezTo>
                  <a:cubicBezTo>
                    <a:pt x="5431" y="8110"/>
                    <a:pt x="5574" y="8055"/>
                    <a:pt x="5682" y="7945"/>
                  </a:cubicBezTo>
                  <a:cubicBezTo>
                    <a:pt x="5896" y="7730"/>
                    <a:pt x="5899" y="7383"/>
                    <a:pt x="5688" y="7165"/>
                  </a:cubicBezTo>
                  <a:lnTo>
                    <a:pt x="5307" y="6787"/>
                  </a:lnTo>
                  <a:lnTo>
                    <a:pt x="6095" y="5998"/>
                  </a:lnTo>
                  <a:close/>
                  <a:moveTo>
                    <a:pt x="11674" y="0"/>
                  </a:moveTo>
                  <a:cubicBezTo>
                    <a:pt x="10961" y="0"/>
                    <a:pt x="10247" y="272"/>
                    <a:pt x="9703" y="815"/>
                  </a:cubicBezTo>
                  <a:lnTo>
                    <a:pt x="7672" y="2845"/>
                  </a:lnTo>
                  <a:lnTo>
                    <a:pt x="7277" y="2452"/>
                  </a:lnTo>
                  <a:cubicBezTo>
                    <a:pt x="7169" y="2342"/>
                    <a:pt x="7026" y="2288"/>
                    <a:pt x="6884" y="2288"/>
                  </a:cubicBezTo>
                  <a:cubicBezTo>
                    <a:pt x="6741" y="2288"/>
                    <a:pt x="6599" y="2342"/>
                    <a:pt x="6490" y="2452"/>
                  </a:cubicBezTo>
                  <a:lnTo>
                    <a:pt x="4913" y="4027"/>
                  </a:lnTo>
                  <a:cubicBezTo>
                    <a:pt x="4696" y="4245"/>
                    <a:pt x="4696" y="4598"/>
                    <a:pt x="4913" y="4816"/>
                  </a:cubicBezTo>
                  <a:lnTo>
                    <a:pt x="5307" y="5210"/>
                  </a:lnTo>
                  <a:lnTo>
                    <a:pt x="1419" y="9099"/>
                  </a:lnTo>
                  <a:cubicBezTo>
                    <a:pt x="1313" y="9205"/>
                    <a:pt x="1405" y="9033"/>
                    <a:pt x="93" y="12057"/>
                  </a:cubicBezTo>
                  <a:cubicBezTo>
                    <a:pt x="0" y="12266"/>
                    <a:pt x="48" y="12511"/>
                    <a:pt x="210" y="12672"/>
                  </a:cubicBezTo>
                  <a:lnTo>
                    <a:pt x="1786" y="14249"/>
                  </a:lnTo>
                  <a:cubicBezTo>
                    <a:pt x="1892" y="14356"/>
                    <a:pt x="2035" y="14413"/>
                    <a:pt x="2179" y="14413"/>
                  </a:cubicBezTo>
                  <a:cubicBezTo>
                    <a:pt x="2254" y="14413"/>
                    <a:pt x="2330" y="14397"/>
                    <a:pt x="2402" y="14366"/>
                  </a:cubicBezTo>
                  <a:cubicBezTo>
                    <a:pt x="5433" y="13051"/>
                    <a:pt x="5255" y="13145"/>
                    <a:pt x="5360" y="13040"/>
                  </a:cubicBezTo>
                  <a:lnTo>
                    <a:pt x="9248" y="9151"/>
                  </a:lnTo>
                  <a:lnTo>
                    <a:pt x="9643" y="9546"/>
                  </a:lnTo>
                  <a:cubicBezTo>
                    <a:pt x="9751" y="9654"/>
                    <a:pt x="9894" y="9708"/>
                    <a:pt x="10036" y="9708"/>
                  </a:cubicBezTo>
                  <a:cubicBezTo>
                    <a:pt x="10179" y="9708"/>
                    <a:pt x="10321" y="9654"/>
                    <a:pt x="10431" y="9546"/>
                  </a:cubicBezTo>
                  <a:lnTo>
                    <a:pt x="12007" y="7969"/>
                  </a:lnTo>
                  <a:cubicBezTo>
                    <a:pt x="12224" y="7751"/>
                    <a:pt x="12224" y="7398"/>
                    <a:pt x="12007" y="7180"/>
                  </a:cubicBezTo>
                  <a:lnTo>
                    <a:pt x="11613" y="6787"/>
                  </a:lnTo>
                  <a:lnTo>
                    <a:pt x="13644" y="4756"/>
                  </a:lnTo>
                  <a:cubicBezTo>
                    <a:pt x="14730" y="3670"/>
                    <a:pt x="14730" y="1902"/>
                    <a:pt x="13644" y="814"/>
                  </a:cubicBezTo>
                  <a:lnTo>
                    <a:pt x="13644" y="814"/>
                  </a:lnTo>
                  <a:cubicBezTo>
                    <a:pt x="13644" y="814"/>
                    <a:pt x="13645" y="815"/>
                    <a:pt x="13645" y="815"/>
                  </a:cubicBezTo>
                  <a:lnTo>
                    <a:pt x="13644" y="814"/>
                  </a:lnTo>
                  <a:lnTo>
                    <a:pt x="13644" y="814"/>
                  </a:lnTo>
                  <a:cubicBezTo>
                    <a:pt x="13644" y="814"/>
                    <a:pt x="13644" y="814"/>
                    <a:pt x="13644" y="814"/>
                  </a:cubicBezTo>
                  <a:lnTo>
                    <a:pt x="13644" y="814"/>
                  </a:lnTo>
                  <a:cubicBezTo>
                    <a:pt x="13101" y="271"/>
                    <a:pt x="12388" y="0"/>
                    <a:pt x="11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9" name="Google Shape;19799;p92"/>
            <p:cNvSpPr/>
            <p:nvPr/>
          </p:nvSpPr>
          <p:spPr>
            <a:xfrm>
              <a:off x="4627021" y="2852891"/>
              <a:ext cx="67958" cy="88871"/>
            </a:xfrm>
            <a:custGeom>
              <a:rect b="b" l="l" r="r" t="t"/>
              <a:pathLst>
                <a:path extrusionOk="0" h="4411" w="3373">
                  <a:moveTo>
                    <a:pt x="1686" y="1398"/>
                  </a:moveTo>
                  <a:cubicBezTo>
                    <a:pt x="1958" y="1756"/>
                    <a:pt x="2244" y="2252"/>
                    <a:pt x="2244" y="2713"/>
                  </a:cubicBezTo>
                  <a:cubicBezTo>
                    <a:pt x="2244" y="3021"/>
                    <a:pt x="1994" y="3270"/>
                    <a:pt x="1686" y="3270"/>
                  </a:cubicBezTo>
                  <a:cubicBezTo>
                    <a:pt x="1379" y="3270"/>
                    <a:pt x="1129" y="3021"/>
                    <a:pt x="1129" y="2713"/>
                  </a:cubicBezTo>
                  <a:cubicBezTo>
                    <a:pt x="1129" y="2252"/>
                    <a:pt x="1414" y="1756"/>
                    <a:pt x="1686" y="1398"/>
                  </a:cubicBezTo>
                  <a:close/>
                  <a:moveTo>
                    <a:pt x="1686" y="1"/>
                  </a:moveTo>
                  <a:cubicBezTo>
                    <a:pt x="1550" y="1"/>
                    <a:pt x="1413" y="50"/>
                    <a:pt x="1305" y="150"/>
                  </a:cubicBezTo>
                  <a:cubicBezTo>
                    <a:pt x="1174" y="274"/>
                    <a:pt x="14" y="1395"/>
                    <a:pt x="14" y="2713"/>
                  </a:cubicBezTo>
                  <a:cubicBezTo>
                    <a:pt x="1" y="3645"/>
                    <a:pt x="752" y="4410"/>
                    <a:pt x="1686" y="4410"/>
                  </a:cubicBezTo>
                  <a:cubicBezTo>
                    <a:pt x="2619" y="4410"/>
                    <a:pt x="3372" y="3645"/>
                    <a:pt x="3359" y="2713"/>
                  </a:cubicBezTo>
                  <a:cubicBezTo>
                    <a:pt x="3359" y="1395"/>
                    <a:pt x="2199" y="274"/>
                    <a:pt x="2066" y="150"/>
                  </a:cubicBezTo>
                  <a:cubicBezTo>
                    <a:pt x="1959" y="50"/>
                    <a:pt x="1823" y="1"/>
                    <a:pt x="16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00" name="Google Shape;19800;p92"/>
          <p:cNvGrpSpPr/>
          <p:nvPr/>
        </p:nvGrpSpPr>
        <p:grpSpPr>
          <a:xfrm>
            <a:off x="1005717" y="2370485"/>
            <a:ext cx="362269" cy="262625"/>
            <a:chOff x="4124623" y="2577314"/>
            <a:chExt cx="393642" cy="285369"/>
          </a:xfrm>
        </p:grpSpPr>
        <p:sp>
          <p:nvSpPr>
            <p:cNvPr id="19801" name="Google Shape;19801;p92"/>
            <p:cNvSpPr/>
            <p:nvPr/>
          </p:nvSpPr>
          <p:spPr>
            <a:xfrm>
              <a:off x="4124623" y="2577314"/>
              <a:ext cx="393642" cy="285369"/>
            </a:xfrm>
            <a:custGeom>
              <a:rect b="b" l="l" r="r" t="t"/>
              <a:pathLst>
                <a:path extrusionOk="0" h="14164" w="19538">
                  <a:moveTo>
                    <a:pt x="13701" y="1117"/>
                  </a:moveTo>
                  <a:cubicBezTo>
                    <a:pt x="14514" y="1117"/>
                    <a:pt x="15175" y="1758"/>
                    <a:pt x="15175" y="2546"/>
                  </a:cubicBezTo>
                  <a:cubicBezTo>
                    <a:pt x="15175" y="3248"/>
                    <a:pt x="14658" y="3840"/>
                    <a:pt x="13946" y="3955"/>
                  </a:cubicBezTo>
                  <a:cubicBezTo>
                    <a:pt x="13459" y="4034"/>
                    <a:pt x="13305" y="4662"/>
                    <a:pt x="13703" y="4956"/>
                  </a:cubicBezTo>
                  <a:cubicBezTo>
                    <a:pt x="15432" y="6236"/>
                    <a:pt x="16901" y="7587"/>
                    <a:pt x="17796" y="8456"/>
                  </a:cubicBezTo>
                  <a:lnTo>
                    <a:pt x="8170" y="8456"/>
                  </a:lnTo>
                  <a:cubicBezTo>
                    <a:pt x="7961" y="6980"/>
                    <a:pt x="6947" y="5742"/>
                    <a:pt x="5541" y="5243"/>
                  </a:cubicBezTo>
                  <a:cubicBezTo>
                    <a:pt x="5480" y="5222"/>
                    <a:pt x="5418" y="5212"/>
                    <a:pt x="5357" y="5212"/>
                  </a:cubicBezTo>
                  <a:cubicBezTo>
                    <a:pt x="5126" y="5212"/>
                    <a:pt x="4910" y="5355"/>
                    <a:pt x="4830" y="5584"/>
                  </a:cubicBezTo>
                  <a:cubicBezTo>
                    <a:pt x="4727" y="5875"/>
                    <a:pt x="4879" y="6194"/>
                    <a:pt x="5170" y="6297"/>
                  </a:cubicBezTo>
                  <a:cubicBezTo>
                    <a:pt x="6130" y="6638"/>
                    <a:pt x="6840" y="7458"/>
                    <a:pt x="7039" y="8458"/>
                  </a:cubicBezTo>
                  <a:lnTo>
                    <a:pt x="2095" y="8458"/>
                  </a:lnTo>
                  <a:cubicBezTo>
                    <a:pt x="80" y="4638"/>
                    <a:pt x="2074" y="1543"/>
                    <a:pt x="5930" y="1543"/>
                  </a:cubicBezTo>
                  <a:cubicBezTo>
                    <a:pt x="7423" y="1543"/>
                    <a:pt x="9203" y="2139"/>
                    <a:pt x="11225" y="3314"/>
                  </a:cubicBezTo>
                  <a:cubicBezTo>
                    <a:pt x="11280" y="3496"/>
                    <a:pt x="11353" y="3674"/>
                    <a:pt x="11443" y="3843"/>
                  </a:cubicBezTo>
                  <a:cubicBezTo>
                    <a:pt x="11543" y="4032"/>
                    <a:pt x="11737" y="4140"/>
                    <a:pt x="11937" y="4140"/>
                  </a:cubicBezTo>
                  <a:cubicBezTo>
                    <a:pt x="12026" y="4140"/>
                    <a:pt x="12115" y="4119"/>
                    <a:pt x="12199" y="4075"/>
                  </a:cubicBezTo>
                  <a:cubicBezTo>
                    <a:pt x="12471" y="3930"/>
                    <a:pt x="12576" y="3592"/>
                    <a:pt x="12431" y="3320"/>
                  </a:cubicBezTo>
                  <a:cubicBezTo>
                    <a:pt x="11825" y="2177"/>
                    <a:pt x="12662" y="1117"/>
                    <a:pt x="13701" y="1117"/>
                  </a:cubicBezTo>
                  <a:close/>
                  <a:moveTo>
                    <a:pt x="13701" y="1"/>
                  </a:moveTo>
                  <a:cubicBezTo>
                    <a:pt x="12496" y="1"/>
                    <a:pt x="11431" y="828"/>
                    <a:pt x="11168" y="2002"/>
                  </a:cubicBezTo>
                  <a:cubicBezTo>
                    <a:pt x="9221" y="956"/>
                    <a:pt x="7462" y="425"/>
                    <a:pt x="5930" y="425"/>
                  </a:cubicBezTo>
                  <a:cubicBezTo>
                    <a:pt x="2253" y="425"/>
                    <a:pt x="1" y="2846"/>
                    <a:pt x="188" y="5913"/>
                  </a:cubicBezTo>
                  <a:cubicBezTo>
                    <a:pt x="289" y="7570"/>
                    <a:pt x="1176" y="9181"/>
                    <a:pt x="1324" y="9364"/>
                  </a:cubicBezTo>
                  <a:cubicBezTo>
                    <a:pt x="3419" y="12901"/>
                    <a:pt x="8920" y="14164"/>
                    <a:pt x="13392" y="14164"/>
                  </a:cubicBezTo>
                  <a:cubicBezTo>
                    <a:pt x="13700" y="14164"/>
                    <a:pt x="13949" y="13913"/>
                    <a:pt x="13949" y="13605"/>
                  </a:cubicBezTo>
                  <a:cubicBezTo>
                    <a:pt x="13949" y="13297"/>
                    <a:pt x="13700" y="13046"/>
                    <a:pt x="13392" y="13046"/>
                  </a:cubicBezTo>
                  <a:cubicBezTo>
                    <a:pt x="9886" y="13046"/>
                    <a:pt x="5139" y="12199"/>
                    <a:pt x="2849" y="9574"/>
                  </a:cubicBezTo>
                  <a:lnTo>
                    <a:pt x="18347" y="9574"/>
                  </a:lnTo>
                  <a:cubicBezTo>
                    <a:pt x="19138" y="9574"/>
                    <a:pt x="19537" y="8616"/>
                    <a:pt x="18977" y="8056"/>
                  </a:cubicBezTo>
                  <a:lnTo>
                    <a:pt x="18978" y="8056"/>
                  </a:lnTo>
                  <a:cubicBezTo>
                    <a:pt x="18253" y="7330"/>
                    <a:pt x="16865" y="6001"/>
                    <a:pt x="15154" y="4657"/>
                  </a:cubicBezTo>
                  <a:cubicBezTo>
                    <a:pt x="15864" y="4191"/>
                    <a:pt x="16291" y="3396"/>
                    <a:pt x="16291" y="2546"/>
                  </a:cubicBezTo>
                  <a:cubicBezTo>
                    <a:pt x="16291" y="1142"/>
                    <a:pt x="15130" y="1"/>
                    <a:pt x="13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2" name="Google Shape;19802;p92"/>
            <p:cNvSpPr/>
            <p:nvPr/>
          </p:nvSpPr>
          <p:spPr>
            <a:xfrm>
              <a:off x="4376627" y="2700455"/>
              <a:ext cx="24076" cy="23149"/>
            </a:xfrm>
            <a:custGeom>
              <a:rect b="b" l="l" r="r" t="t"/>
              <a:pathLst>
                <a:path extrusionOk="0" h="1149" w="1195">
                  <a:moveTo>
                    <a:pt x="620" y="0"/>
                  </a:moveTo>
                  <a:cubicBezTo>
                    <a:pt x="470" y="0"/>
                    <a:pt x="324" y="59"/>
                    <a:pt x="214" y="168"/>
                  </a:cubicBezTo>
                  <a:cubicBezTo>
                    <a:pt x="50" y="333"/>
                    <a:pt x="0" y="579"/>
                    <a:pt x="89" y="795"/>
                  </a:cubicBezTo>
                  <a:cubicBezTo>
                    <a:pt x="178" y="1008"/>
                    <a:pt x="388" y="1149"/>
                    <a:pt x="619" y="1149"/>
                  </a:cubicBezTo>
                  <a:cubicBezTo>
                    <a:pt x="936" y="1149"/>
                    <a:pt x="1193" y="892"/>
                    <a:pt x="1193" y="575"/>
                  </a:cubicBezTo>
                  <a:cubicBezTo>
                    <a:pt x="1195" y="342"/>
                    <a:pt x="1054" y="133"/>
                    <a:pt x="840" y="44"/>
                  </a:cubicBezTo>
                  <a:cubicBezTo>
                    <a:pt x="769" y="15"/>
                    <a:pt x="694" y="0"/>
                    <a:pt x="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803" name="Google Shape;19803;p92"/>
          <p:cNvSpPr/>
          <p:nvPr/>
        </p:nvSpPr>
        <p:spPr>
          <a:xfrm>
            <a:off x="1009290" y="2890600"/>
            <a:ext cx="355382" cy="353409"/>
          </a:xfrm>
          <a:custGeom>
            <a:rect b="b" l="l" r="r" t="t"/>
            <a:pathLst>
              <a:path extrusionOk="0" h="19062" w="19171">
                <a:moveTo>
                  <a:pt x="14585" y="3753"/>
                </a:moveTo>
                <a:lnTo>
                  <a:pt x="15377" y="4543"/>
                </a:lnTo>
                <a:lnTo>
                  <a:pt x="14320" y="5598"/>
                </a:lnTo>
                <a:lnTo>
                  <a:pt x="13530" y="4808"/>
                </a:lnTo>
                <a:lnTo>
                  <a:pt x="14585" y="3753"/>
                </a:lnTo>
                <a:close/>
                <a:moveTo>
                  <a:pt x="11153" y="4551"/>
                </a:moveTo>
                <a:cubicBezTo>
                  <a:pt x="11487" y="4551"/>
                  <a:pt x="11821" y="4678"/>
                  <a:pt x="12076" y="4933"/>
                </a:cubicBezTo>
                <a:lnTo>
                  <a:pt x="14183" y="7042"/>
                </a:lnTo>
                <a:cubicBezTo>
                  <a:pt x="14642" y="7499"/>
                  <a:pt x="14694" y="8226"/>
                  <a:pt x="14305" y="8746"/>
                </a:cubicBezTo>
                <a:lnTo>
                  <a:pt x="13926" y="8366"/>
                </a:lnTo>
                <a:cubicBezTo>
                  <a:pt x="13817" y="8257"/>
                  <a:pt x="13674" y="8202"/>
                  <a:pt x="13531" y="8202"/>
                </a:cubicBezTo>
                <a:cubicBezTo>
                  <a:pt x="13387" y="8202"/>
                  <a:pt x="13244" y="8257"/>
                  <a:pt x="13135" y="8366"/>
                </a:cubicBezTo>
                <a:cubicBezTo>
                  <a:pt x="12917" y="8584"/>
                  <a:pt x="12917" y="8937"/>
                  <a:pt x="13135" y="9157"/>
                </a:cubicBezTo>
                <a:lnTo>
                  <a:pt x="13524" y="9545"/>
                </a:lnTo>
                <a:lnTo>
                  <a:pt x="12733" y="10336"/>
                </a:lnTo>
                <a:lnTo>
                  <a:pt x="12345" y="9947"/>
                </a:lnTo>
                <a:cubicBezTo>
                  <a:pt x="12236" y="9838"/>
                  <a:pt x="12092" y="9784"/>
                  <a:pt x="11949" y="9784"/>
                </a:cubicBezTo>
                <a:cubicBezTo>
                  <a:pt x="11806" y="9784"/>
                  <a:pt x="11663" y="9838"/>
                  <a:pt x="11554" y="9947"/>
                </a:cubicBezTo>
                <a:cubicBezTo>
                  <a:pt x="11336" y="10165"/>
                  <a:pt x="11336" y="10520"/>
                  <a:pt x="11554" y="10738"/>
                </a:cubicBezTo>
                <a:lnTo>
                  <a:pt x="11943" y="11126"/>
                </a:lnTo>
                <a:lnTo>
                  <a:pt x="11152" y="11917"/>
                </a:lnTo>
                <a:lnTo>
                  <a:pt x="7199" y="7964"/>
                </a:lnTo>
                <a:lnTo>
                  <a:pt x="10230" y="4933"/>
                </a:lnTo>
                <a:cubicBezTo>
                  <a:pt x="10485" y="4678"/>
                  <a:pt x="10819" y="4551"/>
                  <a:pt x="11153" y="4551"/>
                </a:cubicBezTo>
                <a:close/>
                <a:moveTo>
                  <a:pt x="6410" y="8753"/>
                </a:moveTo>
                <a:lnTo>
                  <a:pt x="10363" y="12706"/>
                </a:lnTo>
                <a:lnTo>
                  <a:pt x="9581" y="13489"/>
                </a:lnTo>
                <a:lnTo>
                  <a:pt x="9193" y="13101"/>
                </a:lnTo>
                <a:cubicBezTo>
                  <a:pt x="9083" y="12987"/>
                  <a:pt x="8937" y="12930"/>
                  <a:pt x="8791" y="12930"/>
                </a:cubicBezTo>
                <a:cubicBezTo>
                  <a:pt x="8648" y="12930"/>
                  <a:pt x="8506" y="12985"/>
                  <a:pt x="8396" y="13093"/>
                </a:cubicBezTo>
                <a:cubicBezTo>
                  <a:pt x="8177" y="13314"/>
                  <a:pt x="8180" y="13673"/>
                  <a:pt x="8402" y="13890"/>
                </a:cubicBezTo>
                <a:lnTo>
                  <a:pt x="8792" y="14278"/>
                </a:lnTo>
                <a:lnTo>
                  <a:pt x="7201" y="15870"/>
                </a:lnTo>
                <a:lnTo>
                  <a:pt x="3248" y="11916"/>
                </a:lnTo>
                <a:lnTo>
                  <a:pt x="6410" y="8753"/>
                </a:lnTo>
                <a:close/>
                <a:moveTo>
                  <a:pt x="4038" y="14287"/>
                </a:moveTo>
                <a:lnTo>
                  <a:pt x="4829" y="15078"/>
                </a:lnTo>
                <a:lnTo>
                  <a:pt x="3248" y="16659"/>
                </a:lnTo>
                <a:lnTo>
                  <a:pt x="2457" y="15868"/>
                </a:lnTo>
                <a:lnTo>
                  <a:pt x="4038" y="14287"/>
                </a:lnTo>
                <a:close/>
                <a:moveTo>
                  <a:pt x="18557" y="1"/>
                </a:moveTo>
                <a:cubicBezTo>
                  <a:pt x="18415" y="1"/>
                  <a:pt x="18272" y="55"/>
                  <a:pt x="18163" y="164"/>
                </a:cubicBezTo>
                <a:lnTo>
                  <a:pt x="15370" y="2958"/>
                </a:lnTo>
                <a:lnTo>
                  <a:pt x="14980" y="2567"/>
                </a:lnTo>
                <a:cubicBezTo>
                  <a:pt x="14870" y="2458"/>
                  <a:pt x="14727" y="2404"/>
                  <a:pt x="14584" y="2404"/>
                </a:cubicBezTo>
                <a:cubicBezTo>
                  <a:pt x="14441" y="2404"/>
                  <a:pt x="14299" y="2458"/>
                  <a:pt x="14190" y="2567"/>
                </a:cubicBezTo>
                <a:lnTo>
                  <a:pt x="12735" y="4023"/>
                </a:lnTo>
                <a:cubicBezTo>
                  <a:pt x="12281" y="3632"/>
                  <a:pt x="11716" y="3436"/>
                  <a:pt x="11152" y="3436"/>
                </a:cubicBezTo>
                <a:cubicBezTo>
                  <a:pt x="10532" y="3436"/>
                  <a:pt x="9913" y="3671"/>
                  <a:pt x="9441" y="4143"/>
                </a:cubicBezTo>
                <a:lnTo>
                  <a:pt x="2457" y="11126"/>
                </a:lnTo>
                <a:lnTo>
                  <a:pt x="2061" y="10730"/>
                </a:lnTo>
                <a:cubicBezTo>
                  <a:pt x="1953" y="10625"/>
                  <a:pt x="1813" y="10573"/>
                  <a:pt x="1673" y="10573"/>
                </a:cubicBezTo>
                <a:cubicBezTo>
                  <a:pt x="1530" y="10573"/>
                  <a:pt x="1387" y="10628"/>
                  <a:pt x="1278" y="10736"/>
                </a:cubicBezTo>
                <a:cubicBezTo>
                  <a:pt x="1063" y="10953"/>
                  <a:pt x="1060" y="11301"/>
                  <a:pt x="1272" y="11521"/>
                </a:cubicBezTo>
                <a:lnTo>
                  <a:pt x="3249" y="13498"/>
                </a:lnTo>
                <a:lnTo>
                  <a:pt x="1666" y="15079"/>
                </a:lnTo>
                <a:lnTo>
                  <a:pt x="1007" y="14420"/>
                </a:lnTo>
                <a:cubicBezTo>
                  <a:pt x="898" y="14311"/>
                  <a:pt x="756" y="14257"/>
                  <a:pt x="613" y="14257"/>
                </a:cubicBezTo>
                <a:cubicBezTo>
                  <a:pt x="470" y="14257"/>
                  <a:pt x="327" y="14311"/>
                  <a:pt x="218" y="14420"/>
                </a:cubicBezTo>
                <a:cubicBezTo>
                  <a:pt x="0" y="14639"/>
                  <a:pt x="0" y="14991"/>
                  <a:pt x="218" y="15209"/>
                </a:cubicBezTo>
                <a:lnTo>
                  <a:pt x="3907" y="18898"/>
                </a:lnTo>
                <a:cubicBezTo>
                  <a:pt x="4016" y="19007"/>
                  <a:pt x="4159" y="19061"/>
                  <a:pt x="4301" y="19061"/>
                </a:cubicBezTo>
                <a:cubicBezTo>
                  <a:pt x="4444" y="19061"/>
                  <a:pt x="4587" y="19007"/>
                  <a:pt x="4696" y="18898"/>
                </a:cubicBezTo>
                <a:cubicBezTo>
                  <a:pt x="4914" y="18680"/>
                  <a:pt x="4914" y="18327"/>
                  <a:pt x="4697" y="18109"/>
                </a:cubicBezTo>
                <a:lnTo>
                  <a:pt x="4038" y="17450"/>
                </a:lnTo>
                <a:lnTo>
                  <a:pt x="5619" y="15868"/>
                </a:lnTo>
                <a:cubicBezTo>
                  <a:pt x="5619" y="15868"/>
                  <a:pt x="6805" y="17054"/>
                  <a:pt x="6806" y="17054"/>
                </a:cubicBezTo>
                <a:cubicBezTo>
                  <a:pt x="6806" y="17054"/>
                  <a:pt x="6806" y="17054"/>
                  <a:pt x="6806" y="17054"/>
                </a:cubicBezTo>
                <a:lnTo>
                  <a:pt x="7595" y="17844"/>
                </a:lnTo>
                <a:cubicBezTo>
                  <a:pt x="7704" y="17953"/>
                  <a:pt x="7847" y="18008"/>
                  <a:pt x="7990" y="18008"/>
                </a:cubicBezTo>
                <a:cubicBezTo>
                  <a:pt x="8134" y="18008"/>
                  <a:pt x="8277" y="17953"/>
                  <a:pt x="8386" y="17844"/>
                </a:cubicBezTo>
                <a:cubicBezTo>
                  <a:pt x="8604" y="17626"/>
                  <a:pt x="8604" y="17273"/>
                  <a:pt x="8386" y="17055"/>
                </a:cubicBezTo>
                <a:lnTo>
                  <a:pt x="7990" y="16659"/>
                </a:lnTo>
                <a:cubicBezTo>
                  <a:pt x="8040" y="16609"/>
                  <a:pt x="8083" y="16566"/>
                  <a:pt x="8121" y="16528"/>
                </a:cubicBezTo>
                <a:lnTo>
                  <a:pt x="8121" y="16528"/>
                </a:lnTo>
                <a:cubicBezTo>
                  <a:pt x="8121" y="16528"/>
                  <a:pt x="9073" y="15576"/>
                  <a:pt x="14974" y="9675"/>
                </a:cubicBezTo>
                <a:cubicBezTo>
                  <a:pt x="15870" y="8779"/>
                  <a:pt x="15914" y="7345"/>
                  <a:pt x="15104" y="6395"/>
                </a:cubicBezTo>
                <a:lnTo>
                  <a:pt x="16561" y="4938"/>
                </a:lnTo>
                <a:cubicBezTo>
                  <a:pt x="16779" y="4720"/>
                  <a:pt x="16779" y="4365"/>
                  <a:pt x="16561" y="4147"/>
                </a:cubicBezTo>
                <a:lnTo>
                  <a:pt x="16159" y="3747"/>
                </a:lnTo>
                <a:lnTo>
                  <a:pt x="18953" y="953"/>
                </a:lnTo>
                <a:cubicBezTo>
                  <a:pt x="19170" y="735"/>
                  <a:pt x="19170" y="381"/>
                  <a:pt x="18953" y="163"/>
                </a:cubicBezTo>
                <a:lnTo>
                  <a:pt x="18952" y="164"/>
                </a:lnTo>
                <a:cubicBezTo>
                  <a:pt x="18843" y="55"/>
                  <a:pt x="18700" y="1"/>
                  <a:pt x="185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4" name="Google Shape;19804;p92"/>
          <p:cNvSpPr/>
          <p:nvPr/>
        </p:nvSpPr>
        <p:spPr>
          <a:xfrm>
            <a:off x="1750229" y="2894373"/>
            <a:ext cx="356439" cy="345864"/>
          </a:xfrm>
          <a:custGeom>
            <a:rect b="b" l="l" r="r" t="t"/>
            <a:pathLst>
              <a:path extrusionOk="0" h="18655" w="19228">
                <a:moveTo>
                  <a:pt x="11142" y="8556"/>
                </a:moveTo>
                <a:cubicBezTo>
                  <a:pt x="11434" y="8556"/>
                  <a:pt x="11721" y="8670"/>
                  <a:pt x="11936" y="8884"/>
                </a:cubicBezTo>
                <a:cubicBezTo>
                  <a:pt x="12256" y="9204"/>
                  <a:pt x="12351" y="9687"/>
                  <a:pt x="12178" y="10105"/>
                </a:cubicBezTo>
                <a:cubicBezTo>
                  <a:pt x="12005" y="10525"/>
                  <a:pt x="11597" y="10797"/>
                  <a:pt x="11142" y="10797"/>
                </a:cubicBezTo>
                <a:cubicBezTo>
                  <a:pt x="10524" y="10797"/>
                  <a:pt x="10023" y="10295"/>
                  <a:pt x="10021" y="9677"/>
                </a:cubicBezTo>
                <a:cubicBezTo>
                  <a:pt x="10021" y="9224"/>
                  <a:pt x="10295" y="8814"/>
                  <a:pt x="10713" y="8641"/>
                </a:cubicBezTo>
                <a:cubicBezTo>
                  <a:pt x="10852" y="8583"/>
                  <a:pt x="10998" y="8556"/>
                  <a:pt x="11142" y="8556"/>
                </a:cubicBezTo>
                <a:close/>
                <a:moveTo>
                  <a:pt x="15850" y="1969"/>
                </a:moveTo>
                <a:lnTo>
                  <a:pt x="17472" y="4917"/>
                </a:lnTo>
                <a:lnTo>
                  <a:pt x="12301" y="7762"/>
                </a:lnTo>
                <a:cubicBezTo>
                  <a:pt x="11932" y="7538"/>
                  <a:pt x="11537" y="7437"/>
                  <a:pt x="11151" y="7437"/>
                </a:cubicBezTo>
                <a:cubicBezTo>
                  <a:pt x="10001" y="7437"/>
                  <a:pt x="8932" y="8343"/>
                  <a:pt x="8905" y="9630"/>
                </a:cubicBezTo>
                <a:lnTo>
                  <a:pt x="6678" y="10857"/>
                </a:lnTo>
                <a:cubicBezTo>
                  <a:pt x="6493" y="10521"/>
                  <a:pt x="5244" y="8249"/>
                  <a:pt x="5057" y="7910"/>
                </a:cubicBezTo>
                <a:lnTo>
                  <a:pt x="15850" y="1969"/>
                </a:lnTo>
                <a:close/>
                <a:moveTo>
                  <a:pt x="4619" y="9431"/>
                </a:moveTo>
                <a:lnTo>
                  <a:pt x="5160" y="10415"/>
                </a:lnTo>
                <a:lnTo>
                  <a:pt x="2216" y="12036"/>
                </a:lnTo>
                <a:lnTo>
                  <a:pt x="1673" y="11051"/>
                </a:lnTo>
                <a:lnTo>
                  <a:pt x="4619" y="9431"/>
                </a:lnTo>
                <a:close/>
                <a:moveTo>
                  <a:pt x="15712" y="0"/>
                </a:moveTo>
                <a:cubicBezTo>
                  <a:pt x="15621" y="0"/>
                  <a:pt x="15529" y="23"/>
                  <a:pt x="15443" y="70"/>
                </a:cubicBezTo>
                <a:cubicBezTo>
                  <a:pt x="15173" y="218"/>
                  <a:pt x="15074" y="557"/>
                  <a:pt x="15222" y="828"/>
                </a:cubicBezTo>
                <a:lnTo>
                  <a:pt x="15313" y="992"/>
                </a:lnTo>
                <a:lnTo>
                  <a:pt x="4031" y="7202"/>
                </a:lnTo>
                <a:cubicBezTo>
                  <a:pt x="3761" y="7350"/>
                  <a:pt x="3662" y="7690"/>
                  <a:pt x="3812" y="7959"/>
                </a:cubicBezTo>
                <a:lnTo>
                  <a:pt x="4082" y="8453"/>
                </a:lnTo>
                <a:lnTo>
                  <a:pt x="1135" y="10074"/>
                </a:lnTo>
                <a:cubicBezTo>
                  <a:pt x="1035" y="9884"/>
                  <a:pt x="841" y="9775"/>
                  <a:pt x="640" y="9775"/>
                </a:cubicBezTo>
                <a:cubicBezTo>
                  <a:pt x="550" y="9775"/>
                  <a:pt x="458" y="9797"/>
                  <a:pt x="373" y="9844"/>
                </a:cubicBezTo>
                <a:cubicBezTo>
                  <a:pt x="99" y="9995"/>
                  <a:pt x="1" y="10340"/>
                  <a:pt x="156" y="10612"/>
                </a:cubicBezTo>
                <a:cubicBezTo>
                  <a:pt x="340" y="10947"/>
                  <a:pt x="1586" y="13211"/>
                  <a:pt x="1776" y="13555"/>
                </a:cubicBezTo>
                <a:cubicBezTo>
                  <a:pt x="1876" y="13744"/>
                  <a:pt x="2069" y="13852"/>
                  <a:pt x="2269" y="13852"/>
                </a:cubicBezTo>
                <a:cubicBezTo>
                  <a:pt x="2360" y="13852"/>
                  <a:pt x="2453" y="13829"/>
                  <a:pt x="2538" y="13782"/>
                </a:cubicBezTo>
                <a:cubicBezTo>
                  <a:pt x="2812" y="13631"/>
                  <a:pt x="2909" y="13286"/>
                  <a:pt x="2754" y="13015"/>
                </a:cubicBezTo>
                <a:lnTo>
                  <a:pt x="5699" y="11394"/>
                </a:lnTo>
                <a:lnTo>
                  <a:pt x="5970" y="11885"/>
                </a:lnTo>
                <a:cubicBezTo>
                  <a:pt x="6071" y="12071"/>
                  <a:pt x="6262" y="12175"/>
                  <a:pt x="6460" y="12175"/>
                </a:cubicBezTo>
                <a:cubicBezTo>
                  <a:pt x="6550" y="12175"/>
                  <a:pt x="6642" y="12153"/>
                  <a:pt x="6728" y="12107"/>
                </a:cubicBezTo>
                <a:lnTo>
                  <a:pt x="9182" y="10756"/>
                </a:lnTo>
                <a:cubicBezTo>
                  <a:pt x="9282" y="10935"/>
                  <a:pt x="9406" y="11101"/>
                  <a:pt x="9551" y="11247"/>
                </a:cubicBezTo>
                <a:lnTo>
                  <a:pt x="5626" y="17789"/>
                </a:lnTo>
                <a:cubicBezTo>
                  <a:pt x="5451" y="18055"/>
                  <a:pt x="5533" y="18412"/>
                  <a:pt x="5805" y="18575"/>
                </a:cubicBezTo>
                <a:cubicBezTo>
                  <a:pt x="5895" y="18629"/>
                  <a:pt x="5994" y="18654"/>
                  <a:pt x="6092" y="18654"/>
                </a:cubicBezTo>
                <a:cubicBezTo>
                  <a:pt x="6289" y="18654"/>
                  <a:pt x="6481" y="18550"/>
                  <a:pt x="6583" y="18363"/>
                </a:cubicBezTo>
                <a:lnTo>
                  <a:pt x="10506" y="11823"/>
                </a:lnTo>
                <a:cubicBezTo>
                  <a:pt x="10713" y="11884"/>
                  <a:pt x="10926" y="11915"/>
                  <a:pt x="11139" y="11915"/>
                </a:cubicBezTo>
                <a:cubicBezTo>
                  <a:pt x="11351" y="11915"/>
                  <a:pt x="11563" y="11884"/>
                  <a:pt x="11769" y="11824"/>
                </a:cubicBezTo>
                <a:lnTo>
                  <a:pt x="15653" y="18361"/>
                </a:lnTo>
                <a:cubicBezTo>
                  <a:pt x="15757" y="18537"/>
                  <a:pt x="15943" y="18635"/>
                  <a:pt x="16134" y="18635"/>
                </a:cubicBezTo>
                <a:cubicBezTo>
                  <a:pt x="16231" y="18635"/>
                  <a:pt x="16330" y="18610"/>
                  <a:pt x="16419" y="18557"/>
                </a:cubicBezTo>
                <a:cubicBezTo>
                  <a:pt x="16684" y="18398"/>
                  <a:pt x="16772" y="18055"/>
                  <a:pt x="16615" y="17790"/>
                </a:cubicBezTo>
                <a:lnTo>
                  <a:pt x="12729" y="11253"/>
                </a:lnTo>
                <a:cubicBezTo>
                  <a:pt x="13430" y="10549"/>
                  <a:pt x="13583" y="9467"/>
                  <a:pt x="13103" y="8596"/>
                </a:cubicBezTo>
                <a:lnTo>
                  <a:pt x="18011" y="5895"/>
                </a:lnTo>
                <a:lnTo>
                  <a:pt x="18101" y="6060"/>
                </a:lnTo>
                <a:cubicBezTo>
                  <a:pt x="18203" y="6245"/>
                  <a:pt x="18395" y="6350"/>
                  <a:pt x="18592" y="6350"/>
                </a:cubicBezTo>
                <a:cubicBezTo>
                  <a:pt x="18683" y="6350"/>
                  <a:pt x="18775" y="6328"/>
                  <a:pt x="18860" y="6281"/>
                </a:cubicBezTo>
                <a:cubicBezTo>
                  <a:pt x="19129" y="6132"/>
                  <a:pt x="19228" y="5792"/>
                  <a:pt x="19080" y="5522"/>
                </a:cubicBezTo>
                <a:lnTo>
                  <a:pt x="19081" y="5522"/>
                </a:lnTo>
                <a:lnTo>
                  <a:pt x="16201" y="290"/>
                </a:lnTo>
                <a:cubicBezTo>
                  <a:pt x="16100" y="105"/>
                  <a:pt x="15909" y="0"/>
                  <a:pt x="157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805" name="Google Shape;19805;p92"/>
          <p:cNvGrpSpPr/>
          <p:nvPr/>
        </p:nvGrpSpPr>
        <p:grpSpPr>
          <a:xfrm>
            <a:off x="2498205" y="2891594"/>
            <a:ext cx="360544" cy="351255"/>
            <a:chOff x="2664453" y="2500753"/>
            <a:chExt cx="391768" cy="381674"/>
          </a:xfrm>
        </p:grpSpPr>
        <p:sp>
          <p:nvSpPr>
            <p:cNvPr id="19806" name="Google Shape;19806;p92"/>
            <p:cNvSpPr/>
            <p:nvPr/>
          </p:nvSpPr>
          <p:spPr>
            <a:xfrm>
              <a:off x="2664453" y="2500753"/>
              <a:ext cx="391768" cy="381674"/>
            </a:xfrm>
            <a:custGeom>
              <a:rect b="b" l="l" r="r" t="t"/>
              <a:pathLst>
                <a:path extrusionOk="0" h="18944" w="19445">
                  <a:moveTo>
                    <a:pt x="16377" y="1117"/>
                  </a:moveTo>
                  <a:cubicBezTo>
                    <a:pt x="16762" y="1117"/>
                    <a:pt x="17148" y="1252"/>
                    <a:pt x="17459" y="1526"/>
                  </a:cubicBezTo>
                  <a:cubicBezTo>
                    <a:pt x="18136" y="2124"/>
                    <a:pt x="18199" y="3158"/>
                    <a:pt x="17603" y="3835"/>
                  </a:cubicBezTo>
                  <a:lnTo>
                    <a:pt x="10053" y="12388"/>
                  </a:lnTo>
                  <a:lnTo>
                    <a:pt x="7602" y="10224"/>
                  </a:lnTo>
                  <a:lnTo>
                    <a:pt x="15152" y="1669"/>
                  </a:lnTo>
                  <a:cubicBezTo>
                    <a:pt x="15475" y="1304"/>
                    <a:pt x="15925" y="1117"/>
                    <a:pt x="16377" y="1117"/>
                  </a:cubicBezTo>
                  <a:close/>
                  <a:moveTo>
                    <a:pt x="6862" y="11061"/>
                  </a:moveTo>
                  <a:lnTo>
                    <a:pt x="8474" y="12485"/>
                  </a:lnTo>
                  <a:lnTo>
                    <a:pt x="7859" y="13183"/>
                  </a:lnTo>
                  <a:cubicBezTo>
                    <a:pt x="7760" y="13295"/>
                    <a:pt x="7711" y="13440"/>
                    <a:pt x="7720" y="13588"/>
                  </a:cubicBezTo>
                  <a:lnTo>
                    <a:pt x="7803" y="14935"/>
                  </a:lnTo>
                  <a:lnTo>
                    <a:pt x="6396" y="16531"/>
                  </a:lnTo>
                  <a:cubicBezTo>
                    <a:pt x="5636" y="17391"/>
                    <a:pt x="4581" y="17826"/>
                    <a:pt x="3525" y="17826"/>
                  </a:cubicBezTo>
                  <a:cubicBezTo>
                    <a:pt x="2799" y="17826"/>
                    <a:pt x="2071" y="17620"/>
                    <a:pt x="1438" y="17206"/>
                  </a:cubicBezTo>
                  <a:lnTo>
                    <a:pt x="6862" y="11061"/>
                  </a:lnTo>
                  <a:close/>
                  <a:moveTo>
                    <a:pt x="16379" y="1"/>
                  </a:moveTo>
                  <a:cubicBezTo>
                    <a:pt x="15617" y="1"/>
                    <a:pt x="14858" y="316"/>
                    <a:pt x="14313" y="933"/>
                  </a:cubicBezTo>
                  <a:lnTo>
                    <a:pt x="205" y="16916"/>
                  </a:lnTo>
                  <a:cubicBezTo>
                    <a:pt x="1" y="17148"/>
                    <a:pt x="23" y="17501"/>
                    <a:pt x="255" y="17705"/>
                  </a:cubicBezTo>
                  <a:cubicBezTo>
                    <a:pt x="1195" y="18535"/>
                    <a:pt x="2362" y="18943"/>
                    <a:pt x="3524" y="18943"/>
                  </a:cubicBezTo>
                  <a:cubicBezTo>
                    <a:pt x="4893" y="18943"/>
                    <a:pt x="6255" y="18378"/>
                    <a:pt x="7233" y="17270"/>
                  </a:cubicBezTo>
                  <a:lnTo>
                    <a:pt x="8794" y="15501"/>
                  </a:lnTo>
                  <a:cubicBezTo>
                    <a:pt x="8891" y="15390"/>
                    <a:pt x="8942" y="15245"/>
                    <a:pt x="8933" y="15097"/>
                  </a:cubicBezTo>
                  <a:lnTo>
                    <a:pt x="8850" y="13749"/>
                  </a:lnTo>
                  <a:lnTo>
                    <a:pt x="9313" y="13225"/>
                  </a:lnTo>
                  <a:lnTo>
                    <a:pt x="9731" y="13595"/>
                  </a:lnTo>
                  <a:cubicBezTo>
                    <a:pt x="9838" y="13689"/>
                    <a:pt x="9969" y="13734"/>
                    <a:pt x="10101" y="13734"/>
                  </a:cubicBezTo>
                  <a:cubicBezTo>
                    <a:pt x="10255" y="13734"/>
                    <a:pt x="10410" y="13671"/>
                    <a:pt x="10520" y="13546"/>
                  </a:cubicBezTo>
                  <a:lnTo>
                    <a:pt x="18440" y="4573"/>
                  </a:lnTo>
                  <a:cubicBezTo>
                    <a:pt x="19444" y="3436"/>
                    <a:pt x="19335" y="1695"/>
                    <a:pt x="18196" y="690"/>
                  </a:cubicBezTo>
                  <a:lnTo>
                    <a:pt x="18198" y="689"/>
                  </a:lnTo>
                  <a:cubicBezTo>
                    <a:pt x="17675" y="227"/>
                    <a:pt x="17026" y="1"/>
                    <a:pt x="163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7" name="Google Shape;19807;p92"/>
            <p:cNvSpPr/>
            <p:nvPr/>
          </p:nvSpPr>
          <p:spPr>
            <a:xfrm>
              <a:off x="2936283" y="2545864"/>
              <a:ext cx="69851" cy="73196"/>
            </a:xfrm>
            <a:custGeom>
              <a:rect b="b" l="l" r="r" t="t"/>
              <a:pathLst>
                <a:path extrusionOk="0" h="3633" w="3467">
                  <a:moveTo>
                    <a:pt x="2844" y="1"/>
                  </a:moveTo>
                  <a:cubicBezTo>
                    <a:pt x="2690" y="1"/>
                    <a:pt x="2536" y="64"/>
                    <a:pt x="2425" y="190"/>
                  </a:cubicBezTo>
                  <a:lnTo>
                    <a:pt x="206" y="2705"/>
                  </a:lnTo>
                  <a:cubicBezTo>
                    <a:pt x="1" y="2935"/>
                    <a:pt x="23" y="3288"/>
                    <a:pt x="255" y="3492"/>
                  </a:cubicBezTo>
                  <a:cubicBezTo>
                    <a:pt x="361" y="3586"/>
                    <a:pt x="493" y="3633"/>
                    <a:pt x="625" y="3633"/>
                  </a:cubicBezTo>
                  <a:cubicBezTo>
                    <a:pt x="779" y="3633"/>
                    <a:pt x="933" y="3568"/>
                    <a:pt x="1044" y="3443"/>
                  </a:cubicBezTo>
                  <a:lnTo>
                    <a:pt x="3262" y="929"/>
                  </a:lnTo>
                  <a:cubicBezTo>
                    <a:pt x="3467" y="698"/>
                    <a:pt x="3444" y="345"/>
                    <a:pt x="3214" y="140"/>
                  </a:cubicBezTo>
                  <a:cubicBezTo>
                    <a:pt x="3108" y="47"/>
                    <a:pt x="2976" y="1"/>
                    <a:pt x="28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808" name="Google Shape;19808;p92"/>
          <p:cNvSpPr/>
          <p:nvPr/>
        </p:nvSpPr>
        <p:spPr>
          <a:xfrm>
            <a:off x="3285442" y="2890591"/>
            <a:ext cx="310577" cy="353428"/>
          </a:xfrm>
          <a:custGeom>
            <a:rect b="b" l="l" r="r" t="t"/>
            <a:pathLst>
              <a:path extrusionOk="0" h="19063" w="16754">
                <a:moveTo>
                  <a:pt x="12845" y="1117"/>
                </a:moveTo>
                <a:cubicBezTo>
                  <a:pt x="13133" y="1117"/>
                  <a:pt x="13431" y="1195"/>
                  <a:pt x="13714" y="1367"/>
                </a:cubicBezTo>
                <a:cubicBezTo>
                  <a:pt x="14938" y="2115"/>
                  <a:pt x="14708" y="3945"/>
                  <a:pt x="13366" y="4388"/>
                </a:cubicBezTo>
                <a:cubicBezTo>
                  <a:pt x="13219" y="4436"/>
                  <a:pt x="13100" y="4542"/>
                  <a:pt x="13034" y="4682"/>
                </a:cubicBezTo>
                <a:lnTo>
                  <a:pt x="11536" y="7895"/>
                </a:lnTo>
                <a:lnTo>
                  <a:pt x="7651" y="7895"/>
                </a:lnTo>
                <a:lnTo>
                  <a:pt x="11075" y="3487"/>
                </a:lnTo>
                <a:cubicBezTo>
                  <a:pt x="11169" y="3364"/>
                  <a:pt x="11209" y="3209"/>
                  <a:pt x="11185" y="3058"/>
                </a:cubicBezTo>
                <a:cubicBezTo>
                  <a:pt x="11017" y="1985"/>
                  <a:pt x="11879" y="1117"/>
                  <a:pt x="12845" y="1117"/>
                </a:cubicBezTo>
                <a:close/>
                <a:moveTo>
                  <a:pt x="15636" y="9013"/>
                </a:moveTo>
                <a:lnTo>
                  <a:pt x="15636" y="11061"/>
                </a:lnTo>
                <a:cubicBezTo>
                  <a:pt x="15636" y="13625"/>
                  <a:pt x="13548" y="15712"/>
                  <a:pt x="10982" y="15712"/>
                </a:cubicBezTo>
                <a:lnTo>
                  <a:pt x="5771" y="15713"/>
                </a:lnTo>
                <a:cubicBezTo>
                  <a:pt x="3205" y="15713"/>
                  <a:pt x="1117" y="13625"/>
                  <a:pt x="1117" y="11061"/>
                </a:cubicBezTo>
                <a:lnTo>
                  <a:pt x="1117" y="9013"/>
                </a:lnTo>
                <a:close/>
                <a:moveTo>
                  <a:pt x="14519" y="16829"/>
                </a:moveTo>
                <a:lnTo>
                  <a:pt x="14519" y="17946"/>
                </a:lnTo>
                <a:lnTo>
                  <a:pt x="2235" y="17946"/>
                </a:lnTo>
                <a:lnTo>
                  <a:pt x="2235" y="16829"/>
                </a:lnTo>
                <a:close/>
                <a:moveTo>
                  <a:pt x="12848" y="1"/>
                </a:moveTo>
                <a:cubicBezTo>
                  <a:pt x="11326" y="1"/>
                  <a:pt x="9944" y="1280"/>
                  <a:pt x="10055" y="2980"/>
                </a:cubicBezTo>
                <a:lnTo>
                  <a:pt x="6237" y="7897"/>
                </a:lnTo>
                <a:lnTo>
                  <a:pt x="559" y="7897"/>
                </a:lnTo>
                <a:cubicBezTo>
                  <a:pt x="250" y="7897"/>
                  <a:pt x="0" y="8146"/>
                  <a:pt x="0" y="8454"/>
                </a:cubicBezTo>
                <a:lnTo>
                  <a:pt x="0" y="11061"/>
                </a:lnTo>
                <a:cubicBezTo>
                  <a:pt x="0" y="12968"/>
                  <a:pt x="931" y="14661"/>
                  <a:pt x="2363" y="15712"/>
                </a:cubicBezTo>
                <a:lnTo>
                  <a:pt x="1676" y="15712"/>
                </a:lnTo>
                <a:cubicBezTo>
                  <a:pt x="1368" y="15712"/>
                  <a:pt x="1117" y="15961"/>
                  <a:pt x="1117" y="16270"/>
                </a:cubicBezTo>
                <a:lnTo>
                  <a:pt x="1117" y="18505"/>
                </a:lnTo>
                <a:cubicBezTo>
                  <a:pt x="1117" y="18813"/>
                  <a:pt x="1368" y="19062"/>
                  <a:pt x="1676" y="19062"/>
                </a:cubicBezTo>
                <a:lnTo>
                  <a:pt x="15078" y="19062"/>
                </a:lnTo>
                <a:cubicBezTo>
                  <a:pt x="15386" y="19062"/>
                  <a:pt x="15637" y="18813"/>
                  <a:pt x="15637" y="18505"/>
                </a:cubicBezTo>
                <a:lnTo>
                  <a:pt x="15637" y="16270"/>
                </a:lnTo>
                <a:cubicBezTo>
                  <a:pt x="15637" y="15963"/>
                  <a:pt x="15386" y="15713"/>
                  <a:pt x="15078" y="15713"/>
                </a:cubicBezTo>
                <a:lnTo>
                  <a:pt x="14391" y="15713"/>
                </a:lnTo>
                <a:cubicBezTo>
                  <a:pt x="15823" y="14661"/>
                  <a:pt x="16754" y="12968"/>
                  <a:pt x="16754" y="11061"/>
                </a:cubicBezTo>
                <a:lnTo>
                  <a:pt x="16754" y="8454"/>
                </a:lnTo>
                <a:cubicBezTo>
                  <a:pt x="16754" y="8146"/>
                  <a:pt x="16504" y="7897"/>
                  <a:pt x="16195" y="7897"/>
                </a:cubicBezTo>
                <a:lnTo>
                  <a:pt x="12769" y="7897"/>
                </a:lnTo>
                <a:lnTo>
                  <a:pt x="13951" y="5359"/>
                </a:lnTo>
                <a:cubicBezTo>
                  <a:pt x="16009" y="4467"/>
                  <a:pt x="16237" y="1599"/>
                  <a:pt x="14297" y="415"/>
                </a:cubicBezTo>
                <a:cubicBezTo>
                  <a:pt x="13829" y="130"/>
                  <a:pt x="13331" y="1"/>
                  <a:pt x="128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809" name="Google Shape;19809;p92"/>
          <p:cNvGrpSpPr/>
          <p:nvPr/>
        </p:nvGrpSpPr>
        <p:grpSpPr>
          <a:xfrm>
            <a:off x="4043591" y="2890481"/>
            <a:ext cx="310648" cy="353480"/>
            <a:chOff x="1775686" y="2493178"/>
            <a:chExt cx="337551" cy="384092"/>
          </a:xfrm>
        </p:grpSpPr>
        <p:sp>
          <p:nvSpPr>
            <p:cNvPr id="19810" name="Google Shape;19810;p92"/>
            <p:cNvSpPr/>
            <p:nvPr/>
          </p:nvSpPr>
          <p:spPr>
            <a:xfrm>
              <a:off x="1775686" y="2607213"/>
              <a:ext cx="337551" cy="270057"/>
            </a:xfrm>
            <a:custGeom>
              <a:rect b="b" l="l" r="r" t="t"/>
              <a:pathLst>
                <a:path extrusionOk="0" h="13404" w="16754">
                  <a:moveTo>
                    <a:pt x="3356" y="1117"/>
                  </a:moveTo>
                  <a:lnTo>
                    <a:pt x="3356" y="3351"/>
                  </a:lnTo>
                  <a:lnTo>
                    <a:pt x="1117" y="3351"/>
                  </a:lnTo>
                  <a:lnTo>
                    <a:pt x="1117" y="1117"/>
                  </a:lnTo>
                  <a:close/>
                  <a:moveTo>
                    <a:pt x="15636" y="1117"/>
                  </a:moveTo>
                  <a:lnTo>
                    <a:pt x="15636" y="3351"/>
                  </a:lnTo>
                  <a:lnTo>
                    <a:pt x="13397" y="3351"/>
                  </a:lnTo>
                  <a:lnTo>
                    <a:pt x="13397" y="1117"/>
                  </a:lnTo>
                  <a:close/>
                  <a:moveTo>
                    <a:pt x="15636" y="4468"/>
                  </a:moveTo>
                  <a:lnTo>
                    <a:pt x="15636" y="5027"/>
                  </a:lnTo>
                  <a:cubicBezTo>
                    <a:pt x="15636" y="9029"/>
                    <a:pt x="12380" y="12285"/>
                    <a:pt x="8376" y="12285"/>
                  </a:cubicBezTo>
                  <a:lnTo>
                    <a:pt x="8376" y="12285"/>
                  </a:lnTo>
                  <a:cubicBezTo>
                    <a:pt x="4373" y="12285"/>
                    <a:pt x="1117" y="9029"/>
                    <a:pt x="1117" y="5027"/>
                  </a:cubicBezTo>
                  <a:lnTo>
                    <a:pt x="1117" y="4468"/>
                  </a:lnTo>
                  <a:lnTo>
                    <a:pt x="3356" y="4468"/>
                  </a:lnTo>
                  <a:lnTo>
                    <a:pt x="3356" y="5027"/>
                  </a:lnTo>
                  <a:cubicBezTo>
                    <a:pt x="3356" y="7794"/>
                    <a:pt x="5608" y="10047"/>
                    <a:pt x="8376" y="10047"/>
                  </a:cubicBezTo>
                  <a:cubicBezTo>
                    <a:pt x="11145" y="10047"/>
                    <a:pt x="13397" y="7794"/>
                    <a:pt x="13397" y="5027"/>
                  </a:cubicBezTo>
                  <a:lnTo>
                    <a:pt x="13397" y="4468"/>
                  </a:lnTo>
                  <a:close/>
                  <a:moveTo>
                    <a:pt x="558" y="1"/>
                  </a:moveTo>
                  <a:cubicBezTo>
                    <a:pt x="250" y="1"/>
                    <a:pt x="0" y="250"/>
                    <a:pt x="0" y="560"/>
                  </a:cubicBezTo>
                  <a:lnTo>
                    <a:pt x="0" y="5027"/>
                  </a:lnTo>
                  <a:cubicBezTo>
                    <a:pt x="0" y="9657"/>
                    <a:pt x="3746" y="13403"/>
                    <a:pt x="8377" y="13403"/>
                  </a:cubicBezTo>
                  <a:cubicBezTo>
                    <a:pt x="13007" y="13403"/>
                    <a:pt x="16754" y="9657"/>
                    <a:pt x="16754" y="5027"/>
                  </a:cubicBezTo>
                  <a:lnTo>
                    <a:pt x="16754" y="560"/>
                  </a:lnTo>
                  <a:cubicBezTo>
                    <a:pt x="16754" y="250"/>
                    <a:pt x="16503" y="1"/>
                    <a:pt x="16195" y="1"/>
                  </a:cubicBezTo>
                  <a:lnTo>
                    <a:pt x="12840" y="1"/>
                  </a:lnTo>
                  <a:cubicBezTo>
                    <a:pt x="12530" y="1"/>
                    <a:pt x="12281" y="250"/>
                    <a:pt x="12281" y="560"/>
                  </a:cubicBezTo>
                  <a:lnTo>
                    <a:pt x="12281" y="5027"/>
                  </a:lnTo>
                  <a:cubicBezTo>
                    <a:pt x="12281" y="7179"/>
                    <a:pt x="10529" y="8930"/>
                    <a:pt x="8376" y="8930"/>
                  </a:cubicBezTo>
                  <a:cubicBezTo>
                    <a:pt x="6224" y="8930"/>
                    <a:pt x="4472" y="7179"/>
                    <a:pt x="4472" y="5027"/>
                  </a:cubicBezTo>
                  <a:lnTo>
                    <a:pt x="4472" y="560"/>
                  </a:lnTo>
                  <a:cubicBezTo>
                    <a:pt x="4472" y="250"/>
                    <a:pt x="4222" y="1"/>
                    <a:pt x="39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1" name="Google Shape;19811;p92"/>
            <p:cNvSpPr/>
            <p:nvPr/>
          </p:nvSpPr>
          <p:spPr>
            <a:xfrm>
              <a:off x="1872998" y="2493178"/>
              <a:ext cx="142926" cy="180844"/>
            </a:xfrm>
            <a:custGeom>
              <a:rect b="b" l="l" r="r" t="t"/>
              <a:pathLst>
                <a:path extrusionOk="0" h="8976" w="7094">
                  <a:moveTo>
                    <a:pt x="4457" y="1981"/>
                  </a:moveTo>
                  <a:lnTo>
                    <a:pt x="4111" y="4429"/>
                  </a:lnTo>
                  <a:cubicBezTo>
                    <a:pt x="4063" y="4764"/>
                    <a:pt x="4324" y="5064"/>
                    <a:pt x="4664" y="5066"/>
                  </a:cubicBezTo>
                  <a:lnTo>
                    <a:pt x="4852" y="5066"/>
                  </a:lnTo>
                  <a:lnTo>
                    <a:pt x="2637" y="7004"/>
                  </a:lnTo>
                  <a:lnTo>
                    <a:pt x="2982" y="4586"/>
                  </a:lnTo>
                  <a:cubicBezTo>
                    <a:pt x="3030" y="4251"/>
                    <a:pt x="2770" y="3949"/>
                    <a:pt x="2432" y="3949"/>
                  </a:cubicBezTo>
                  <a:cubicBezTo>
                    <a:pt x="2431" y="3949"/>
                    <a:pt x="2430" y="3949"/>
                    <a:pt x="2429" y="3949"/>
                  </a:cubicBezTo>
                  <a:lnTo>
                    <a:pt x="2229" y="3949"/>
                  </a:lnTo>
                  <a:lnTo>
                    <a:pt x="4457" y="1981"/>
                  </a:lnTo>
                  <a:close/>
                  <a:moveTo>
                    <a:pt x="5217" y="0"/>
                  </a:moveTo>
                  <a:cubicBezTo>
                    <a:pt x="5091" y="0"/>
                    <a:pt x="4963" y="43"/>
                    <a:pt x="4852" y="141"/>
                  </a:cubicBezTo>
                  <a:lnTo>
                    <a:pt x="385" y="4088"/>
                  </a:lnTo>
                  <a:cubicBezTo>
                    <a:pt x="1" y="4428"/>
                    <a:pt x="241" y="5064"/>
                    <a:pt x="754" y="5064"/>
                  </a:cubicBezTo>
                  <a:lnTo>
                    <a:pt x="1785" y="5064"/>
                  </a:lnTo>
                  <a:lnTo>
                    <a:pt x="1319" y="8337"/>
                  </a:lnTo>
                  <a:cubicBezTo>
                    <a:pt x="1266" y="8703"/>
                    <a:pt x="1562" y="8975"/>
                    <a:pt x="1877" y="8975"/>
                  </a:cubicBezTo>
                  <a:cubicBezTo>
                    <a:pt x="2002" y="8975"/>
                    <a:pt x="2129" y="8933"/>
                    <a:pt x="2239" y="8836"/>
                  </a:cubicBezTo>
                  <a:lnTo>
                    <a:pt x="6708" y="4927"/>
                  </a:lnTo>
                  <a:cubicBezTo>
                    <a:pt x="7094" y="4589"/>
                    <a:pt x="6854" y="3948"/>
                    <a:pt x="6339" y="3948"/>
                  </a:cubicBezTo>
                  <a:lnTo>
                    <a:pt x="5306" y="3948"/>
                  </a:lnTo>
                  <a:lnTo>
                    <a:pt x="5774" y="639"/>
                  </a:lnTo>
                  <a:cubicBezTo>
                    <a:pt x="5826" y="273"/>
                    <a:pt x="5531" y="0"/>
                    <a:pt x="5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812" name="Google Shape;19812;p92"/>
          <p:cNvSpPr/>
          <p:nvPr/>
        </p:nvSpPr>
        <p:spPr>
          <a:xfrm>
            <a:off x="4832764" y="2890600"/>
            <a:ext cx="238856" cy="353409"/>
          </a:xfrm>
          <a:custGeom>
            <a:rect b="b" l="l" r="r" t="t"/>
            <a:pathLst>
              <a:path extrusionOk="0" h="19062" w="12885">
                <a:moveTo>
                  <a:pt x="6443" y="6582"/>
                </a:moveTo>
                <a:lnTo>
                  <a:pt x="7383" y="6896"/>
                </a:lnTo>
                <a:cubicBezTo>
                  <a:pt x="7440" y="6915"/>
                  <a:pt x="7500" y="6924"/>
                  <a:pt x="7559" y="6924"/>
                </a:cubicBezTo>
                <a:cubicBezTo>
                  <a:pt x="7619" y="6924"/>
                  <a:pt x="7679" y="6915"/>
                  <a:pt x="7736" y="6896"/>
                </a:cubicBezTo>
                <a:lnTo>
                  <a:pt x="7980" y="6814"/>
                </a:lnTo>
                <a:lnTo>
                  <a:pt x="7103" y="11206"/>
                </a:lnTo>
                <a:lnTo>
                  <a:pt x="5783" y="11206"/>
                </a:lnTo>
                <a:lnTo>
                  <a:pt x="4906" y="6814"/>
                </a:lnTo>
                <a:lnTo>
                  <a:pt x="4906" y="6814"/>
                </a:lnTo>
                <a:cubicBezTo>
                  <a:pt x="5112" y="6882"/>
                  <a:pt x="5207" y="6923"/>
                  <a:pt x="5319" y="6923"/>
                </a:cubicBezTo>
                <a:cubicBezTo>
                  <a:pt x="5493" y="6923"/>
                  <a:pt x="5709" y="6826"/>
                  <a:pt x="6443" y="6582"/>
                </a:cubicBezTo>
                <a:close/>
                <a:moveTo>
                  <a:pt x="6443" y="1117"/>
                </a:moveTo>
                <a:cubicBezTo>
                  <a:pt x="9379" y="1117"/>
                  <a:pt x="11767" y="3505"/>
                  <a:pt x="11767" y="6440"/>
                </a:cubicBezTo>
                <a:cubicBezTo>
                  <a:pt x="11767" y="8477"/>
                  <a:pt x="10639" y="10297"/>
                  <a:pt x="8818" y="11206"/>
                </a:cubicBezTo>
                <a:lnTo>
                  <a:pt x="8241" y="11206"/>
                </a:lnTo>
                <a:cubicBezTo>
                  <a:pt x="9305" y="5884"/>
                  <a:pt x="9252" y="6234"/>
                  <a:pt x="9226" y="6087"/>
                </a:cubicBezTo>
                <a:cubicBezTo>
                  <a:pt x="9287" y="5733"/>
                  <a:pt x="9009" y="5433"/>
                  <a:pt x="8678" y="5433"/>
                </a:cubicBezTo>
                <a:cubicBezTo>
                  <a:pt x="8620" y="5433"/>
                  <a:pt x="8560" y="5443"/>
                  <a:pt x="8500" y="5463"/>
                </a:cubicBezTo>
                <a:lnTo>
                  <a:pt x="7560" y="5776"/>
                </a:lnTo>
                <a:lnTo>
                  <a:pt x="6618" y="5463"/>
                </a:lnTo>
                <a:cubicBezTo>
                  <a:pt x="6562" y="5444"/>
                  <a:pt x="6502" y="5435"/>
                  <a:pt x="6443" y="5435"/>
                </a:cubicBezTo>
                <a:cubicBezTo>
                  <a:pt x="6383" y="5435"/>
                  <a:pt x="6323" y="5444"/>
                  <a:pt x="6266" y="5463"/>
                </a:cubicBezTo>
                <a:lnTo>
                  <a:pt x="5326" y="5776"/>
                </a:lnTo>
                <a:lnTo>
                  <a:pt x="4386" y="5463"/>
                </a:lnTo>
                <a:cubicBezTo>
                  <a:pt x="4326" y="5443"/>
                  <a:pt x="4266" y="5433"/>
                  <a:pt x="4208" y="5433"/>
                </a:cubicBezTo>
                <a:cubicBezTo>
                  <a:pt x="3877" y="5433"/>
                  <a:pt x="3598" y="5734"/>
                  <a:pt x="3658" y="6087"/>
                </a:cubicBezTo>
                <a:cubicBezTo>
                  <a:pt x="3634" y="6234"/>
                  <a:pt x="3583" y="5899"/>
                  <a:pt x="4644" y="11206"/>
                </a:cubicBezTo>
                <a:lnTo>
                  <a:pt x="4067" y="11206"/>
                </a:lnTo>
                <a:cubicBezTo>
                  <a:pt x="2247" y="10297"/>
                  <a:pt x="1119" y="8478"/>
                  <a:pt x="1119" y="6440"/>
                </a:cubicBezTo>
                <a:cubicBezTo>
                  <a:pt x="1119" y="3505"/>
                  <a:pt x="3507" y="1117"/>
                  <a:pt x="6443" y="1117"/>
                </a:cubicBezTo>
                <a:close/>
                <a:moveTo>
                  <a:pt x="9235" y="12322"/>
                </a:moveTo>
                <a:lnTo>
                  <a:pt x="9235" y="13439"/>
                </a:lnTo>
                <a:lnTo>
                  <a:pt x="3650" y="13439"/>
                </a:lnTo>
                <a:lnTo>
                  <a:pt x="3650" y="12322"/>
                </a:lnTo>
                <a:close/>
                <a:moveTo>
                  <a:pt x="9235" y="14557"/>
                </a:moveTo>
                <a:lnTo>
                  <a:pt x="9235" y="15673"/>
                </a:lnTo>
                <a:lnTo>
                  <a:pt x="3650" y="15673"/>
                </a:lnTo>
                <a:lnTo>
                  <a:pt x="3650" y="14557"/>
                </a:lnTo>
                <a:close/>
                <a:moveTo>
                  <a:pt x="9235" y="16791"/>
                </a:moveTo>
                <a:lnTo>
                  <a:pt x="9235" y="17156"/>
                </a:lnTo>
                <a:lnTo>
                  <a:pt x="8445" y="17945"/>
                </a:lnTo>
                <a:lnTo>
                  <a:pt x="4439" y="17945"/>
                </a:lnTo>
                <a:lnTo>
                  <a:pt x="3650" y="17156"/>
                </a:lnTo>
                <a:lnTo>
                  <a:pt x="3650" y="16791"/>
                </a:lnTo>
                <a:close/>
                <a:moveTo>
                  <a:pt x="6442" y="0"/>
                </a:moveTo>
                <a:cubicBezTo>
                  <a:pt x="2891" y="0"/>
                  <a:pt x="2" y="2889"/>
                  <a:pt x="2" y="6440"/>
                </a:cubicBezTo>
                <a:cubicBezTo>
                  <a:pt x="1" y="8462"/>
                  <a:pt x="950" y="10366"/>
                  <a:pt x="2564" y="11583"/>
                </a:cubicBezTo>
                <a:cubicBezTo>
                  <a:pt x="2544" y="11641"/>
                  <a:pt x="2534" y="11702"/>
                  <a:pt x="2532" y="11763"/>
                </a:cubicBezTo>
                <a:lnTo>
                  <a:pt x="2532" y="13439"/>
                </a:lnTo>
                <a:cubicBezTo>
                  <a:pt x="2229" y="13445"/>
                  <a:pt x="1985" y="13693"/>
                  <a:pt x="1985" y="13998"/>
                </a:cubicBezTo>
                <a:cubicBezTo>
                  <a:pt x="1985" y="14303"/>
                  <a:pt x="2229" y="14551"/>
                  <a:pt x="2532" y="14557"/>
                </a:cubicBezTo>
                <a:lnTo>
                  <a:pt x="2532" y="15673"/>
                </a:lnTo>
                <a:cubicBezTo>
                  <a:pt x="2229" y="15679"/>
                  <a:pt x="1985" y="15927"/>
                  <a:pt x="1985" y="16232"/>
                </a:cubicBezTo>
                <a:cubicBezTo>
                  <a:pt x="1985" y="16537"/>
                  <a:pt x="2229" y="16785"/>
                  <a:pt x="2532" y="16791"/>
                </a:cubicBezTo>
                <a:cubicBezTo>
                  <a:pt x="2532" y="17396"/>
                  <a:pt x="2492" y="17575"/>
                  <a:pt x="2697" y="17780"/>
                </a:cubicBezTo>
                <a:lnTo>
                  <a:pt x="3813" y="18897"/>
                </a:lnTo>
                <a:cubicBezTo>
                  <a:pt x="3918" y="19003"/>
                  <a:pt x="4060" y="19061"/>
                  <a:pt x="4209" y="19061"/>
                </a:cubicBezTo>
                <a:lnTo>
                  <a:pt x="8676" y="19061"/>
                </a:lnTo>
                <a:cubicBezTo>
                  <a:pt x="8824" y="19061"/>
                  <a:pt x="8966" y="19003"/>
                  <a:pt x="9071" y="18897"/>
                </a:cubicBezTo>
                <a:lnTo>
                  <a:pt x="10189" y="17782"/>
                </a:lnTo>
                <a:cubicBezTo>
                  <a:pt x="10395" y="17575"/>
                  <a:pt x="10353" y="17398"/>
                  <a:pt x="10353" y="16791"/>
                </a:cubicBezTo>
                <a:cubicBezTo>
                  <a:pt x="10656" y="16785"/>
                  <a:pt x="10900" y="16537"/>
                  <a:pt x="10900" y="16232"/>
                </a:cubicBezTo>
                <a:cubicBezTo>
                  <a:pt x="10900" y="15929"/>
                  <a:pt x="10656" y="15679"/>
                  <a:pt x="10353" y="15674"/>
                </a:cubicBezTo>
                <a:lnTo>
                  <a:pt x="10353" y="14557"/>
                </a:lnTo>
                <a:cubicBezTo>
                  <a:pt x="10656" y="14551"/>
                  <a:pt x="10900" y="14303"/>
                  <a:pt x="10900" y="13998"/>
                </a:cubicBezTo>
                <a:cubicBezTo>
                  <a:pt x="10900" y="13694"/>
                  <a:pt x="10656" y="13445"/>
                  <a:pt x="10353" y="13440"/>
                </a:cubicBezTo>
                <a:lnTo>
                  <a:pt x="10353" y="11765"/>
                </a:lnTo>
                <a:cubicBezTo>
                  <a:pt x="10352" y="11702"/>
                  <a:pt x="10341" y="11641"/>
                  <a:pt x="10322" y="11583"/>
                </a:cubicBezTo>
                <a:cubicBezTo>
                  <a:pt x="11936" y="10366"/>
                  <a:pt x="12885" y="8462"/>
                  <a:pt x="12883" y="6440"/>
                </a:cubicBezTo>
                <a:cubicBezTo>
                  <a:pt x="12883" y="2889"/>
                  <a:pt x="9994" y="0"/>
                  <a:pt x="64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3" name="Google Shape;19813;p92"/>
          <p:cNvSpPr/>
          <p:nvPr/>
        </p:nvSpPr>
        <p:spPr>
          <a:xfrm>
            <a:off x="5574818" y="2890600"/>
            <a:ext cx="248588" cy="353409"/>
          </a:xfrm>
          <a:custGeom>
            <a:rect b="b" l="l" r="r" t="t"/>
            <a:pathLst>
              <a:path extrusionOk="0" h="19062" w="13410">
                <a:moveTo>
                  <a:pt x="5597" y="1676"/>
                </a:moveTo>
                <a:lnTo>
                  <a:pt x="5597" y="2465"/>
                </a:lnTo>
                <a:cubicBezTo>
                  <a:pt x="5599" y="2788"/>
                  <a:pt x="5865" y="3024"/>
                  <a:pt x="6158" y="3024"/>
                </a:cubicBezTo>
                <a:cubicBezTo>
                  <a:pt x="6244" y="3024"/>
                  <a:pt x="6332" y="3003"/>
                  <a:pt x="6416" y="2959"/>
                </a:cubicBezTo>
                <a:lnTo>
                  <a:pt x="7388" y="2450"/>
                </a:lnTo>
                <a:cubicBezTo>
                  <a:pt x="8035" y="3293"/>
                  <a:pt x="8125" y="3907"/>
                  <a:pt x="8202" y="4254"/>
                </a:cubicBezTo>
                <a:cubicBezTo>
                  <a:pt x="8464" y="5428"/>
                  <a:pt x="7720" y="6455"/>
                  <a:pt x="6703" y="6733"/>
                </a:cubicBezTo>
                <a:lnTo>
                  <a:pt x="6703" y="6177"/>
                </a:lnTo>
                <a:cubicBezTo>
                  <a:pt x="6697" y="5872"/>
                  <a:pt x="6449" y="5629"/>
                  <a:pt x="6144" y="5629"/>
                </a:cubicBezTo>
                <a:cubicBezTo>
                  <a:pt x="5840" y="5629"/>
                  <a:pt x="5591" y="5872"/>
                  <a:pt x="5585" y="6177"/>
                </a:cubicBezTo>
                <a:lnTo>
                  <a:pt x="5585" y="6737"/>
                </a:lnTo>
                <a:cubicBezTo>
                  <a:pt x="4693" y="6498"/>
                  <a:pt x="4034" y="5691"/>
                  <a:pt x="4034" y="4735"/>
                </a:cubicBezTo>
                <a:lnTo>
                  <a:pt x="4033" y="4735"/>
                </a:lnTo>
                <a:cubicBezTo>
                  <a:pt x="4033" y="3376"/>
                  <a:pt x="4907" y="2308"/>
                  <a:pt x="5597" y="1676"/>
                </a:cubicBezTo>
                <a:close/>
                <a:moveTo>
                  <a:pt x="6702" y="10124"/>
                </a:moveTo>
                <a:lnTo>
                  <a:pt x="6702" y="11242"/>
                </a:lnTo>
                <a:lnTo>
                  <a:pt x="5585" y="11242"/>
                </a:lnTo>
                <a:lnTo>
                  <a:pt x="5585" y="10124"/>
                </a:lnTo>
                <a:close/>
                <a:moveTo>
                  <a:pt x="12844" y="12358"/>
                </a:moveTo>
                <a:cubicBezTo>
                  <a:pt x="12845" y="12358"/>
                  <a:pt x="12845" y="12358"/>
                  <a:pt x="12845" y="12358"/>
                </a:cubicBezTo>
                <a:lnTo>
                  <a:pt x="12845" y="12358"/>
                </a:lnTo>
                <a:cubicBezTo>
                  <a:pt x="12845" y="12358"/>
                  <a:pt x="12846" y="12358"/>
                  <a:pt x="12846" y="12358"/>
                </a:cubicBezTo>
                <a:close/>
                <a:moveTo>
                  <a:pt x="8749" y="12358"/>
                </a:moveTo>
                <a:cubicBezTo>
                  <a:pt x="9468" y="12360"/>
                  <a:pt x="10053" y="12943"/>
                  <a:pt x="10053" y="13661"/>
                </a:cubicBezTo>
                <a:lnTo>
                  <a:pt x="10053" y="15710"/>
                </a:lnTo>
                <a:lnTo>
                  <a:pt x="2235" y="15710"/>
                </a:lnTo>
                <a:lnTo>
                  <a:pt x="2235" y="15709"/>
                </a:lnTo>
                <a:lnTo>
                  <a:pt x="2235" y="13661"/>
                </a:lnTo>
                <a:cubicBezTo>
                  <a:pt x="2235" y="12943"/>
                  <a:pt x="2818" y="12360"/>
                  <a:pt x="3538" y="12358"/>
                </a:cubicBezTo>
                <a:close/>
                <a:moveTo>
                  <a:pt x="11169" y="16827"/>
                </a:moveTo>
                <a:lnTo>
                  <a:pt x="11169" y="17945"/>
                </a:lnTo>
                <a:lnTo>
                  <a:pt x="1117" y="17945"/>
                </a:lnTo>
                <a:lnTo>
                  <a:pt x="1117" y="16827"/>
                </a:lnTo>
                <a:close/>
                <a:moveTo>
                  <a:pt x="6130" y="0"/>
                </a:moveTo>
                <a:cubicBezTo>
                  <a:pt x="6034" y="0"/>
                  <a:pt x="5937" y="24"/>
                  <a:pt x="5847" y="78"/>
                </a:cubicBezTo>
                <a:cubicBezTo>
                  <a:pt x="5727" y="150"/>
                  <a:pt x="2916" y="1862"/>
                  <a:pt x="2916" y="4735"/>
                </a:cubicBezTo>
                <a:cubicBezTo>
                  <a:pt x="2916" y="6310"/>
                  <a:pt x="4072" y="7622"/>
                  <a:pt x="5585" y="7881"/>
                </a:cubicBezTo>
                <a:lnTo>
                  <a:pt x="5585" y="9008"/>
                </a:lnTo>
                <a:lnTo>
                  <a:pt x="5027" y="9008"/>
                </a:lnTo>
                <a:cubicBezTo>
                  <a:pt x="4719" y="9008"/>
                  <a:pt x="4468" y="9257"/>
                  <a:pt x="4468" y="9567"/>
                </a:cubicBezTo>
                <a:lnTo>
                  <a:pt x="4468" y="11242"/>
                </a:lnTo>
                <a:lnTo>
                  <a:pt x="3538" y="11242"/>
                </a:lnTo>
                <a:cubicBezTo>
                  <a:pt x="2203" y="11242"/>
                  <a:pt x="1117" y="12328"/>
                  <a:pt x="1117" y="13663"/>
                </a:cubicBezTo>
                <a:lnTo>
                  <a:pt x="1117" y="15710"/>
                </a:lnTo>
                <a:lnTo>
                  <a:pt x="559" y="15710"/>
                </a:lnTo>
                <a:cubicBezTo>
                  <a:pt x="250" y="15710"/>
                  <a:pt x="1" y="15960"/>
                  <a:pt x="1" y="16269"/>
                </a:cubicBezTo>
                <a:lnTo>
                  <a:pt x="1" y="18504"/>
                </a:lnTo>
                <a:cubicBezTo>
                  <a:pt x="1" y="18811"/>
                  <a:pt x="250" y="19061"/>
                  <a:pt x="559" y="19061"/>
                </a:cubicBezTo>
                <a:lnTo>
                  <a:pt x="11728" y="19061"/>
                </a:lnTo>
                <a:cubicBezTo>
                  <a:pt x="12037" y="19061"/>
                  <a:pt x="12287" y="18811"/>
                  <a:pt x="12287" y="18504"/>
                </a:cubicBezTo>
                <a:lnTo>
                  <a:pt x="12287" y="16268"/>
                </a:lnTo>
                <a:cubicBezTo>
                  <a:pt x="12287" y="15960"/>
                  <a:pt x="12037" y="15709"/>
                  <a:pt x="11728" y="15709"/>
                </a:cubicBezTo>
                <a:lnTo>
                  <a:pt x="11170" y="15709"/>
                </a:lnTo>
                <a:lnTo>
                  <a:pt x="11170" y="14593"/>
                </a:lnTo>
                <a:lnTo>
                  <a:pt x="12287" y="14593"/>
                </a:lnTo>
                <a:lnTo>
                  <a:pt x="12287" y="15151"/>
                </a:lnTo>
                <a:cubicBezTo>
                  <a:pt x="12281" y="15464"/>
                  <a:pt x="12532" y="15719"/>
                  <a:pt x="12844" y="15719"/>
                </a:cubicBezTo>
                <a:cubicBezTo>
                  <a:pt x="13157" y="15719"/>
                  <a:pt x="13409" y="15464"/>
                  <a:pt x="13403" y="15151"/>
                </a:cubicBezTo>
                <a:lnTo>
                  <a:pt x="13403" y="12917"/>
                </a:lnTo>
                <a:cubicBezTo>
                  <a:pt x="13403" y="12608"/>
                  <a:pt x="13154" y="12359"/>
                  <a:pt x="12845" y="12358"/>
                </a:cubicBezTo>
                <a:lnTo>
                  <a:pt x="12845" y="12358"/>
                </a:lnTo>
                <a:cubicBezTo>
                  <a:pt x="12536" y="12359"/>
                  <a:pt x="12287" y="12608"/>
                  <a:pt x="12287" y="12917"/>
                </a:cubicBezTo>
                <a:lnTo>
                  <a:pt x="12287" y="13476"/>
                </a:lnTo>
                <a:lnTo>
                  <a:pt x="11161" y="13476"/>
                </a:lnTo>
                <a:cubicBezTo>
                  <a:pt x="11066" y="12228"/>
                  <a:pt x="10023" y="11242"/>
                  <a:pt x="8749" y="11242"/>
                </a:cubicBezTo>
                <a:lnTo>
                  <a:pt x="7818" y="11242"/>
                </a:lnTo>
                <a:lnTo>
                  <a:pt x="7818" y="9567"/>
                </a:lnTo>
                <a:cubicBezTo>
                  <a:pt x="7818" y="9257"/>
                  <a:pt x="7569" y="9008"/>
                  <a:pt x="7261" y="9008"/>
                </a:cubicBezTo>
                <a:lnTo>
                  <a:pt x="6702" y="9008"/>
                </a:lnTo>
                <a:lnTo>
                  <a:pt x="6702" y="7878"/>
                </a:lnTo>
                <a:cubicBezTo>
                  <a:pt x="8465" y="7568"/>
                  <a:pt x="9694" y="5860"/>
                  <a:pt x="9295" y="4026"/>
                </a:cubicBezTo>
                <a:cubicBezTo>
                  <a:pt x="9141" y="3095"/>
                  <a:pt x="8687" y="2203"/>
                  <a:pt x="7942" y="1374"/>
                </a:cubicBezTo>
                <a:cubicBezTo>
                  <a:pt x="7834" y="1252"/>
                  <a:pt x="7681" y="1188"/>
                  <a:pt x="7526" y="1188"/>
                </a:cubicBezTo>
                <a:cubicBezTo>
                  <a:pt x="7438" y="1188"/>
                  <a:pt x="7349" y="1208"/>
                  <a:pt x="7267" y="1251"/>
                </a:cubicBezTo>
                <a:lnTo>
                  <a:pt x="6715" y="1541"/>
                </a:lnTo>
                <a:lnTo>
                  <a:pt x="6715" y="571"/>
                </a:lnTo>
                <a:cubicBezTo>
                  <a:pt x="6715" y="239"/>
                  <a:pt x="6429" y="0"/>
                  <a:pt x="6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814" name="Google Shape;19814;p92"/>
          <p:cNvGrpSpPr/>
          <p:nvPr/>
        </p:nvGrpSpPr>
        <p:grpSpPr>
          <a:xfrm>
            <a:off x="6302487" y="2890805"/>
            <a:ext cx="321755" cy="352775"/>
            <a:chOff x="5895749" y="3204445"/>
            <a:chExt cx="349620" cy="383326"/>
          </a:xfrm>
        </p:grpSpPr>
        <p:sp>
          <p:nvSpPr>
            <p:cNvPr id="19815" name="Google Shape;19815;p92"/>
            <p:cNvSpPr/>
            <p:nvPr/>
          </p:nvSpPr>
          <p:spPr>
            <a:xfrm>
              <a:off x="5895749" y="3234747"/>
              <a:ext cx="298727" cy="262401"/>
            </a:xfrm>
            <a:custGeom>
              <a:rect b="b" l="l" r="r" t="t"/>
              <a:pathLst>
                <a:path extrusionOk="0" h="13024" w="14827">
                  <a:moveTo>
                    <a:pt x="7422" y="1115"/>
                  </a:moveTo>
                  <a:cubicBezTo>
                    <a:pt x="7563" y="1115"/>
                    <a:pt x="7703" y="1121"/>
                    <a:pt x="7844" y="1132"/>
                  </a:cubicBezTo>
                  <a:cubicBezTo>
                    <a:pt x="7396" y="1496"/>
                    <a:pt x="6965" y="1960"/>
                    <a:pt x="6571" y="2480"/>
                  </a:cubicBezTo>
                  <a:lnTo>
                    <a:pt x="4900" y="1738"/>
                  </a:lnTo>
                  <a:cubicBezTo>
                    <a:pt x="5679" y="1328"/>
                    <a:pt x="6545" y="1115"/>
                    <a:pt x="7422" y="1115"/>
                  </a:cubicBezTo>
                  <a:close/>
                  <a:moveTo>
                    <a:pt x="9404" y="1496"/>
                  </a:moveTo>
                  <a:cubicBezTo>
                    <a:pt x="9546" y="1553"/>
                    <a:pt x="9649" y="1598"/>
                    <a:pt x="9793" y="1668"/>
                  </a:cubicBezTo>
                  <a:cubicBezTo>
                    <a:pt x="10032" y="2199"/>
                    <a:pt x="10068" y="3007"/>
                    <a:pt x="9918" y="3965"/>
                  </a:cubicBezTo>
                  <a:lnTo>
                    <a:pt x="7618" y="2945"/>
                  </a:lnTo>
                  <a:cubicBezTo>
                    <a:pt x="8228" y="2191"/>
                    <a:pt x="8851" y="1676"/>
                    <a:pt x="9404" y="1496"/>
                  </a:cubicBezTo>
                  <a:close/>
                  <a:moveTo>
                    <a:pt x="3825" y="2480"/>
                  </a:moveTo>
                  <a:lnTo>
                    <a:pt x="3825" y="2481"/>
                  </a:lnTo>
                  <a:lnTo>
                    <a:pt x="5927" y="3412"/>
                  </a:lnTo>
                  <a:cubicBezTo>
                    <a:pt x="5629" y="3888"/>
                    <a:pt x="5359" y="4378"/>
                    <a:pt x="5114" y="4881"/>
                  </a:cubicBezTo>
                  <a:lnTo>
                    <a:pt x="2731" y="3825"/>
                  </a:lnTo>
                  <a:cubicBezTo>
                    <a:pt x="3021" y="3320"/>
                    <a:pt x="3390" y="2865"/>
                    <a:pt x="3825" y="2480"/>
                  </a:cubicBezTo>
                  <a:close/>
                  <a:moveTo>
                    <a:pt x="11113" y="2580"/>
                  </a:moveTo>
                  <a:lnTo>
                    <a:pt x="11113" y="2580"/>
                  </a:lnTo>
                  <a:cubicBezTo>
                    <a:pt x="11857" y="3282"/>
                    <a:pt x="12387" y="4182"/>
                    <a:pt x="12641" y="5174"/>
                  </a:cubicBezTo>
                  <a:lnTo>
                    <a:pt x="10968" y="4432"/>
                  </a:lnTo>
                  <a:cubicBezTo>
                    <a:pt x="11087" y="3787"/>
                    <a:pt x="11144" y="3158"/>
                    <a:pt x="11113" y="2580"/>
                  </a:cubicBezTo>
                  <a:close/>
                  <a:moveTo>
                    <a:pt x="6953" y="3870"/>
                  </a:moveTo>
                  <a:lnTo>
                    <a:pt x="9681" y="5080"/>
                  </a:lnTo>
                  <a:cubicBezTo>
                    <a:pt x="9533" y="5621"/>
                    <a:pt x="9355" y="6152"/>
                    <a:pt x="9144" y="6672"/>
                  </a:cubicBezTo>
                  <a:lnTo>
                    <a:pt x="6133" y="5336"/>
                  </a:lnTo>
                  <a:cubicBezTo>
                    <a:pt x="6377" y="4831"/>
                    <a:pt x="6650" y="4342"/>
                    <a:pt x="6953" y="3870"/>
                  </a:cubicBezTo>
                  <a:close/>
                  <a:moveTo>
                    <a:pt x="2280" y="4844"/>
                  </a:moveTo>
                  <a:lnTo>
                    <a:pt x="4662" y="5901"/>
                  </a:lnTo>
                  <a:cubicBezTo>
                    <a:pt x="4452" y="6419"/>
                    <a:pt x="4271" y="6950"/>
                    <a:pt x="4117" y="7488"/>
                  </a:cubicBezTo>
                  <a:lnTo>
                    <a:pt x="4117" y="7489"/>
                  </a:lnTo>
                  <a:lnTo>
                    <a:pt x="2013" y="6555"/>
                  </a:lnTo>
                  <a:cubicBezTo>
                    <a:pt x="2008" y="5974"/>
                    <a:pt x="2098" y="5396"/>
                    <a:pt x="2280" y="4844"/>
                  </a:cubicBezTo>
                  <a:close/>
                  <a:moveTo>
                    <a:pt x="10708" y="5534"/>
                  </a:moveTo>
                  <a:lnTo>
                    <a:pt x="10708" y="5536"/>
                  </a:lnTo>
                  <a:lnTo>
                    <a:pt x="12812" y="6470"/>
                  </a:lnTo>
                  <a:cubicBezTo>
                    <a:pt x="12816" y="7051"/>
                    <a:pt x="12727" y="7628"/>
                    <a:pt x="12546" y="8181"/>
                  </a:cubicBezTo>
                  <a:lnTo>
                    <a:pt x="10164" y="7123"/>
                  </a:lnTo>
                  <a:cubicBezTo>
                    <a:pt x="10373" y="6603"/>
                    <a:pt x="10555" y="6074"/>
                    <a:pt x="10708" y="5534"/>
                  </a:cubicBezTo>
                  <a:close/>
                  <a:moveTo>
                    <a:pt x="5680" y="6355"/>
                  </a:moveTo>
                  <a:lnTo>
                    <a:pt x="8691" y="7691"/>
                  </a:lnTo>
                  <a:cubicBezTo>
                    <a:pt x="8448" y="8195"/>
                    <a:pt x="8174" y="8683"/>
                    <a:pt x="7873" y="9156"/>
                  </a:cubicBezTo>
                  <a:lnTo>
                    <a:pt x="5145" y="7945"/>
                  </a:lnTo>
                  <a:cubicBezTo>
                    <a:pt x="5292" y="7406"/>
                    <a:pt x="5471" y="6874"/>
                    <a:pt x="5680" y="6355"/>
                  </a:cubicBezTo>
                  <a:close/>
                  <a:moveTo>
                    <a:pt x="2183" y="7849"/>
                  </a:moveTo>
                  <a:lnTo>
                    <a:pt x="3858" y="8592"/>
                  </a:lnTo>
                  <a:cubicBezTo>
                    <a:pt x="3739" y="9236"/>
                    <a:pt x="3682" y="9867"/>
                    <a:pt x="3713" y="10444"/>
                  </a:cubicBezTo>
                  <a:cubicBezTo>
                    <a:pt x="2968" y="9742"/>
                    <a:pt x="2437" y="8842"/>
                    <a:pt x="2183" y="7849"/>
                  </a:cubicBezTo>
                  <a:close/>
                  <a:moveTo>
                    <a:pt x="9711" y="8144"/>
                  </a:moveTo>
                  <a:lnTo>
                    <a:pt x="12093" y="9199"/>
                  </a:lnTo>
                  <a:cubicBezTo>
                    <a:pt x="11805" y="9704"/>
                    <a:pt x="11435" y="10158"/>
                    <a:pt x="11001" y="10544"/>
                  </a:cubicBezTo>
                  <a:lnTo>
                    <a:pt x="8899" y="9613"/>
                  </a:lnTo>
                  <a:cubicBezTo>
                    <a:pt x="9195" y="9138"/>
                    <a:pt x="9467" y="8648"/>
                    <a:pt x="9711" y="8144"/>
                  </a:cubicBezTo>
                  <a:close/>
                  <a:moveTo>
                    <a:pt x="4906" y="9059"/>
                  </a:moveTo>
                  <a:lnTo>
                    <a:pt x="7207" y="10079"/>
                  </a:lnTo>
                  <a:cubicBezTo>
                    <a:pt x="6596" y="10834"/>
                    <a:pt x="5974" y="11348"/>
                    <a:pt x="5420" y="11529"/>
                  </a:cubicBezTo>
                  <a:cubicBezTo>
                    <a:pt x="5280" y="11472"/>
                    <a:pt x="5175" y="11426"/>
                    <a:pt x="5031" y="11356"/>
                  </a:cubicBezTo>
                  <a:cubicBezTo>
                    <a:pt x="4792" y="10825"/>
                    <a:pt x="4756" y="10018"/>
                    <a:pt x="4906" y="9059"/>
                  </a:cubicBezTo>
                  <a:close/>
                  <a:moveTo>
                    <a:pt x="8254" y="10546"/>
                  </a:moveTo>
                  <a:lnTo>
                    <a:pt x="9924" y="11287"/>
                  </a:lnTo>
                  <a:cubicBezTo>
                    <a:pt x="9146" y="11696"/>
                    <a:pt x="8282" y="11909"/>
                    <a:pt x="7406" y="11909"/>
                  </a:cubicBezTo>
                  <a:cubicBezTo>
                    <a:pt x="7264" y="11909"/>
                    <a:pt x="7122" y="11903"/>
                    <a:pt x="6980" y="11892"/>
                  </a:cubicBezTo>
                  <a:cubicBezTo>
                    <a:pt x="7429" y="11529"/>
                    <a:pt x="7859" y="11064"/>
                    <a:pt x="8254" y="10546"/>
                  </a:cubicBezTo>
                  <a:close/>
                  <a:moveTo>
                    <a:pt x="7422" y="0"/>
                  </a:moveTo>
                  <a:cubicBezTo>
                    <a:pt x="4925" y="0"/>
                    <a:pt x="2537" y="1443"/>
                    <a:pt x="1460" y="3871"/>
                  </a:cubicBezTo>
                  <a:cubicBezTo>
                    <a:pt x="1" y="7161"/>
                    <a:pt x="1481" y="11004"/>
                    <a:pt x="4771" y="12464"/>
                  </a:cubicBezTo>
                  <a:cubicBezTo>
                    <a:pt x="5628" y="12844"/>
                    <a:pt x="6522" y="13024"/>
                    <a:pt x="7403" y="13024"/>
                  </a:cubicBezTo>
                  <a:cubicBezTo>
                    <a:pt x="9902" y="13024"/>
                    <a:pt x="12289" y="11578"/>
                    <a:pt x="13365" y="9153"/>
                  </a:cubicBezTo>
                  <a:cubicBezTo>
                    <a:pt x="14826" y="5857"/>
                    <a:pt x="13338" y="2016"/>
                    <a:pt x="10053" y="559"/>
                  </a:cubicBezTo>
                  <a:cubicBezTo>
                    <a:pt x="9198" y="180"/>
                    <a:pt x="8303" y="0"/>
                    <a:pt x="74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6" name="Google Shape;19816;p92"/>
            <p:cNvSpPr/>
            <p:nvPr/>
          </p:nvSpPr>
          <p:spPr>
            <a:xfrm>
              <a:off x="5965621" y="3204445"/>
              <a:ext cx="279748" cy="383326"/>
            </a:xfrm>
            <a:custGeom>
              <a:rect b="b" l="l" r="r" t="t"/>
              <a:pathLst>
                <a:path extrusionOk="0" h="19026" w="13885">
                  <a:moveTo>
                    <a:pt x="7263" y="0"/>
                  </a:moveTo>
                  <a:cubicBezTo>
                    <a:pt x="7050" y="0"/>
                    <a:pt x="6847" y="124"/>
                    <a:pt x="6754" y="333"/>
                  </a:cubicBezTo>
                  <a:cubicBezTo>
                    <a:pt x="6628" y="614"/>
                    <a:pt x="6755" y="942"/>
                    <a:pt x="7038" y="1068"/>
                  </a:cubicBezTo>
                  <a:cubicBezTo>
                    <a:pt x="10885" y="2775"/>
                    <a:pt x="12617" y="7270"/>
                    <a:pt x="10909" y="11115"/>
                  </a:cubicBezTo>
                  <a:cubicBezTo>
                    <a:pt x="9649" y="13954"/>
                    <a:pt x="6858" y="15642"/>
                    <a:pt x="3938" y="15642"/>
                  </a:cubicBezTo>
                  <a:cubicBezTo>
                    <a:pt x="2907" y="15642"/>
                    <a:pt x="1860" y="15432"/>
                    <a:pt x="860" y="14988"/>
                  </a:cubicBezTo>
                  <a:cubicBezTo>
                    <a:pt x="786" y="14955"/>
                    <a:pt x="709" y="14939"/>
                    <a:pt x="634" y="14939"/>
                  </a:cubicBezTo>
                  <a:cubicBezTo>
                    <a:pt x="420" y="14939"/>
                    <a:pt x="217" y="15063"/>
                    <a:pt x="124" y="15272"/>
                  </a:cubicBezTo>
                  <a:cubicBezTo>
                    <a:pt x="0" y="15553"/>
                    <a:pt x="126" y="15881"/>
                    <a:pt x="408" y="16007"/>
                  </a:cubicBezTo>
                  <a:cubicBezTo>
                    <a:pt x="1345" y="16424"/>
                    <a:pt x="2348" y="16674"/>
                    <a:pt x="3372" y="16742"/>
                  </a:cubicBezTo>
                  <a:lnTo>
                    <a:pt x="3372" y="17911"/>
                  </a:lnTo>
                  <a:lnTo>
                    <a:pt x="1142" y="17911"/>
                  </a:lnTo>
                  <a:cubicBezTo>
                    <a:pt x="1138" y="17911"/>
                    <a:pt x="1135" y="17911"/>
                    <a:pt x="1131" y="17911"/>
                  </a:cubicBezTo>
                  <a:cubicBezTo>
                    <a:pt x="825" y="17911"/>
                    <a:pt x="574" y="18160"/>
                    <a:pt x="574" y="18468"/>
                  </a:cubicBezTo>
                  <a:cubicBezTo>
                    <a:pt x="574" y="18777"/>
                    <a:pt x="827" y="19026"/>
                    <a:pt x="1134" y="19026"/>
                  </a:cubicBezTo>
                  <a:cubicBezTo>
                    <a:pt x="1137" y="19026"/>
                    <a:pt x="1139" y="19026"/>
                    <a:pt x="1142" y="19026"/>
                  </a:cubicBezTo>
                  <a:lnTo>
                    <a:pt x="6715" y="19026"/>
                  </a:lnTo>
                  <a:cubicBezTo>
                    <a:pt x="6718" y="19026"/>
                    <a:pt x="6721" y="19026"/>
                    <a:pt x="6723" y="19026"/>
                  </a:cubicBezTo>
                  <a:cubicBezTo>
                    <a:pt x="7032" y="19026"/>
                    <a:pt x="7283" y="18777"/>
                    <a:pt x="7283" y="18468"/>
                  </a:cubicBezTo>
                  <a:cubicBezTo>
                    <a:pt x="7283" y="18160"/>
                    <a:pt x="7033" y="17911"/>
                    <a:pt x="6726" y="17911"/>
                  </a:cubicBezTo>
                  <a:cubicBezTo>
                    <a:pt x="6722" y="17911"/>
                    <a:pt x="6719" y="17911"/>
                    <a:pt x="6715" y="17911"/>
                  </a:cubicBezTo>
                  <a:lnTo>
                    <a:pt x="4487" y="17911"/>
                  </a:lnTo>
                  <a:lnTo>
                    <a:pt x="4487" y="16744"/>
                  </a:lnTo>
                  <a:cubicBezTo>
                    <a:pt x="7589" y="16549"/>
                    <a:pt x="10542" y="14690"/>
                    <a:pt x="11928" y="11568"/>
                  </a:cubicBezTo>
                  <a:cubicBezTo>
                    <a:pt x="13884" y="7158"/>
                    <a:pt x="11899" y="2007"/>
                    <a:pt x="7489" y="49"/>
                  </a:cubicBezTo>
                  <a:cubicBezTo>
                    <a:pt x="7416" y="16"/>
                    <a:pt x="7339"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17" name="Google Shape;19817;p92"/>
          <p:cNvGrpSpPr/>
          <p:nvPr/>
        </p:nvGrpSpPr>
        <p:grpSpPr>
          <a:xfrm>
            <a:off x="7099677" y="2890462"/>
            <a:ext cx="227841" cy="353461"/>
            <a:chOff x="5521509" y="3195520"/>
            <a:chExt cx="247572" cy="384072"/>
          </a:xfrm>
        </p:grpSpPr>
        <p:sp>
          <p:nvSpPr>
            <p:cNvPr id="19818" name="Google Shape;19818;p92"/>
            <p:cNvSpPr/>
            <p:nvPr/>
          </p:nvSpPr>
          <p:spPr>
            <a:xfrm>
              <a:off x="5521509" y="3195520"/>
              <a:ext cx="247572" cy="384072"/>
            </a:xfrm>
            <a:custGeom>
              <a:rect b="b" l="l" r="r" t="t"/>
              <a:pathLst>
                <a:path extrusionOk="0" h="19063" w="12288">
                  <a:moveTo>
                    <a:pt x="7819" y="1118"/>
                  </a:moveTo>
                  <a:lnTo>
                    <a:pt x="7819" y="2309"/>
                  </a:lnTo>
                  <a:lnTo>
                    <a:pt x="4468" y="2309"/>
                  </a:lnTo>
                  <a:lnTo>
                    <a:pt x="4468" y="1118"/>
                  </a:lnTo>
                  <a:close/>
                  <a:moveTo>
                    <a:pt x="10240" y="3425"/>
                  </a:moveTo>
                  <a:cubicBezTo>
                    <a:pt x="10752" y="3427"/>
                    <a:pt x="11169" y="3842"/>
                    <a:pt x="11169" y="4357"/>
                  </a:cubicBezTo>
                  <a:lnTo>
                    <a:pt x="11169" y="9010"/>
                  </a:lnTo>
                  <a:lnTo>
                    <a:pt x="1117" y="9010"/>
                  </a:lnTo>
                  <a:lnTo>
                    <a:pt x="1117" y="4357"/>
                  </a:lnTo>
                  <a:cubicBezTo>
                    <a:pt x="1119" y="3842"/>
                    <a:pt x="1534" y="3427"/>
                    <a:pt x="2048" y="3425"/>
                  </a:cubicBezTo>
                  <a:close/>
                  <a:moveTo>
                    <a:pt x="11169" y="10127"/>
                  </a:moveTo>
                  <a:lnTo>
                    <a:pt x="11169" y="17015"/>
                  </a:lnTo>
                  <a:cubicBezTo>
                    <a:pt x="11169" y="17529"/>
                    <a:pt x="10752" y="17944"/>
                    <a:pt x="10240" y="17946"/>
                  </a:cubicBezTo>
                  <a:lnTo>
                    <a:pt x="2048" y="17946"/>
                  </a:lnTo>
                  <a:cubicBezTo>
                    <a:pt x="1534" y="17944"/>
                    <a:pt x="1119" y="17529"/>
                    <a:pt x="1117" y="17015"/>
                  </a:cubicBezTo>
                  <a:lnTo>
                    <a:pt x="1117" y="10127"/>
                  </a:lnTo>
                  <a:close/>
                  <a:moveTo>
                    <a:pt x="4283" y="0"/>
                  </a:moveTo>
                  <a:cubicBezTo>
                    <a:pt x="3768" y="2"/>
                    <a:pt x="3353" y="417"/>
                    <a:pt x="3351" y="931"/>
                  </a:cubicBezTo>
                  <a:lnTo>
                    <a:pt x="3351" y="2309"/>
                  </a:lnTo>
                  <a:lnTo>
                    <a:pt x="2048" y="2309"/>
                  </a:lnTo>
                  <a:cubicBezTo>
                    <a:pt x="918" y="2311"/>
                    <a:pt x="2" y="3227"/>
                    <a:pt x="1" y="4357"/>
                  </a:cubicBezTo>
                  <a:lnTo>
                    <a:pt x="1" y="17015"/>
                  </a:lnTo>
                  <a:cubicBezTo>
                    <a:pt x="2" y="18145"/>
                    <a:pt x="918" y="19061"/>
                    <a:pt x="2048" y="19062"/>
                  </a:cubicBezTo>
                  <a:lnTo>
                    <a:pt x="10240" y="19062"/>
                  </a:lnTo>
                  <a:cubicBezTo>
                    <a:pt x="11369" y="19061"/>
                    <a:pt x="12286" y="18145"/>
                    <a:pt x="12287" y="17015"/>
                  </a:cubicBezTo>
                  <a:lnTo>
                    <a:pt x="12287" y="4357"/>
                  </a:lnTo>
                  <a:cubicBezTo>
                    <a:pt x="12286" y="3227"/>
                    <a:pt x="11369" y="2311"/>
                    <a:pt x="10240" y="2309"/>
                  </a:cubicBezTo>
                  <a:lnTo>
                    <a:pt x="8936" y="2309"/>
                  </a:lnTo>
                  <a:lnTo>
                    <a:pt x="8936" y="931"/>
                  </a:lnTo>
                  <a:cubicBezTo>
                    <a:pt x="8936" y="417"/>
                    <a:pt x="8519" y="2"/>
                    <a:pt x="80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9" name="Google Shape;19819;p92"/>
            <p:cNvSpPr/>
            <p:nvPr/>
          </p:nvSpPr>
          <p:spPr>
            <a:xfrm>
              <a:off x="5607761" y="3422038"/>
              <a:ext cx="75049" cy="112483"/>
            </a:xfrm>
            <a:custGeom>
              <a:rect b="b" l="l" r="r" t="t"/>
              <a:pathLst>
                <a:path extrusionOk="0" h="5583" w="3725">
                  <a:moveTo>
                    <a:pt x="2979" y="1"/>
                  </a:moveTo>
                  <a:cubicBezTo>
                    <a:pt x="2836" y="1"/>
                    <a:pt x="2693" y="55"/>
                    <a:pt x="2584" y="165"/>
                  </a:cubicBezTo>
                  <a:lnTo>
                    <a:pt x="351" y="2399"/>
                  </a:lnTo>
                  <a:cubicBezTo>
                    <a:pt x="0" y="2749"/>
                    <a:pt x="248" y="3351"/>
                    <a:pt x="746" y="3351"/>
                  </a:cubicBezTo>
                  <a:lnTo>
                    <a:pt x="1631" y="3351"/>
                  </a:lnTo>
                  <a:lnTo>
                    <a:pt x="351" y="4632"/>
                  </a:lnTo>
                  <a:cubicBezTo>
                    <a:pt x="135" y="4850"/>
                    <a:pt x="136" y="5202"/>
                    <a:pt x="353" y="5419"/>
                  </a:cubicBezTo>
                  <a:cubicBezTo>
                    <a:pt x="462" y="5528"/>
                    <a:pt x="606" y="5583"/>
                    <a:pt x="749" y="5583"/>
                  </a:cubicBezTo>
                  <a:cubicBezTo>
                    <a:pt x="890" y="5583"/>
                    <a:pt x="1032" y="5529"/>
                    <a:pt x="1140" y="5422"/>
                  </a:cubicBezTo>
                  <a:lnTo>
                    <a:pt x="3375" y="3188"/>
                  </a:lnTo>
                  <a:cubicBezTo>
                    <a:pt x="3724" y="2837"/>
                    <a:pt x="3476" y="2234"/>
                    <a:pt x="2980" y="2234"/>
                  </a:cubicBezTo>
                  <a:lnTo>
                    <a:pt x="2094" y="2234"/>
                  </a:lnTo>
                  <a:lnTo>
                    <a:pt x="3375" y="955"/>
                  </a:lnTo>
                  <a:cubicBezTo>
                    <a:pt x="3593" y="737"/>
                    <a:pt x="3593" y="383"/>
                    <a:pt x="3375" y="165"/>
                  </a:cubicBezTo>
                  <a:cubicBezTo>
                    <a:pt x="3266" y="55"/>
                    <a:pt x="3122" y="1"/>
                    <a:pt x="29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0" name="Google Shape;19820;p92"/>
            <p:cNvSpPr/>
            <p:nvPr/>
          </p:nvSpPr>
          <p:spPr>
            <a:xfrm>
              <a:off x="5611730" y="3286828"/>
              <a:ext cx="67131" cy="67534"/>
            </a:xfrm>
            <a:custGeom>
              <a:rect b="b" l="l" r="r" t="t"/>
              <a:pathLst>
                <a:path extrusionOk="0" h="3352" w="3332">
                  <a:moveTo>
                    <a:pt x="1665" y="1"/>
                  </a:moveTo>
                  <a:cubicBezTo>
                    <a:pt x="1353" y="1"/>
                    <a:pt x="1102" y="256"/>
                    <a:pt x="1106" y="569"/>
                  </a:cubicBezTo>
                  <a:lnTo>
                    <a:pt x="1106" y="1128"/>
                  </a:lnTo>
                  <a:lnTo>
                    <a:pt x="549" y="1128"/>
                  </a:lnTo>
                  <a:cubicBezTo>
                    <a:pt x="244" y="1134"/>
                    <a:pt x="0" y="1382"/>
                    <a:pt x="0" y="1687"/>
                  </a:cubicBezTo>
                  <a:cubicBezTo>
                    <a:pt x="0" y="1990"/>
                    <a:pt x="244" y="2240"/>
                    <a:pt x="549" y="2244"/>
                  </a:cubicBezTo>
                  <a:lnTo>
                    <a:pt x="1106" y="2244"/>
                  </a:lnTo>
                  <a:lnTo>
                    <a:pt x="1106" y="2803"/>
                  </a:lnTo>
                  <a:cubicBezTo>
                    <a:pt x="1112" y="3108"/>
                    <a:pt x="1360" y="3352"/>
                    <a:pt x="1665" y="3352"/>
                  </a:cubicBezTo>
                  <a:cubicBezTo>
                    <a:pt x="1970" y="3352"/>
                    <a:pt x="2218" y="3108"/>
                    <a:pt x="2224" y="2803"/>
                  </a:cubicBezTo>
                  <a:lnTo>
                    <a:pt x="2224" y="2244"/>
                  </a:lnTo>
                  <a:lnTo>
                    <a:pt x="2783" y="2244"/>
                  </a:lnTo>
                  <a:cubicBezTo>
                    <a:pt x="3086" y="2240"/>
                    <a:pt x="3332" y="1990"/>
                    <a:pt x="3332" y="1687"/>
                  </a:cubicBezTo>
                  <a:cubicBezTo>
                    <a:pt x="3332" y="1382"/>
                    <a:pt x="3086" y="1134"/>
                    <a:pt x="2783" y="1128"/>
                  </a:cubicBezTo>
                  <a:lnTo>
                    <a:pt x="2224" y="1128"/>
                  </a:lnTo>
                  <a:lnTo>
                    <a:pt x="2224" y="569"/>
                  </a:lnTo>
                  <a:cubicBezTo>
                    <a:pt x="2230" y="256"/>
                    <a:pt x="1978" y="1"/>
                    <a:pt x="16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821" name="Google Shape;19821;p92"/>
          <p:cNvSpPr/>
          <p:nvPr/>
        </p:nvSpPr>
        <p:spPr>
          <a:xfrm>
            <a:off x="7791563" y="2911998"/>
            <a:ext cx="353399" cy="310619"/>
          </a:xfrm>
          <a:custGeom>
            <a:rect b="b" l="l" r="r" t="t"/>
            <a:pathLst>
              <a:path extrusionOk="0" h="16754" w="19064">
                <a:moveTo>
                  <a:pt x="4505" y="1119"/>
                </a:moveTo>
                <a:lnTo>
                  <a:pt x="4505" y="4469"/>
                </a:lnTo>
                <a:lnTo>
                  <a:pt x="3426" y="4469"/>
                </a:lnTo>
                <a:lnTo>
                  <a:pt x="3426" y="1119"/>
                </a:lnTo>
                <a:close/>
                <a:moveTo>
                  <a:pt x="10090" y="1119"/>
                </a:moveTo>
                <a:lnTo>
                  <a:pt x="10090" y="4469"/>
                </a:lnTo>
                <a:lnTo>
                  <a:pt x="9010" y="4469"/>
                </a:lnTo>
                <a:lnTo>
                  <a:pt x="9010" y="1119"/>
                </a:lnTo>
                <a:close/>
                <a:moveTo>
                  <a:pt x="15675" y="1119"/>
                </a:moveTo>
                <a:lnTo>
                  <a:pt x="15675" y="4469"/>
                </a:lnTo>
                <a:lnTo>
                  <a:pt x="14595" y="4469"/>
                </a:lnTo>
                <a:lnTo>
                  <a:pt x="14595" y="1119"/>
                </a:lnTo>
                <a:close/>
                <a:moveTo>
                  <a:pt x="17945" y="5587"/>
                </a:moveTo>
                <a:lnTo>
                  <a:pt x="17945" y="7820"/>
                </a:lnTo>
                <a:lnTo>
                  <a:pt x="1117" y="7820"/>
                </a:lnTo>
                <a:lnTo>
                  <a:pt x="1117" y="5587"/>
                </a:lnTo>
                <a:close/>
                <a:moveTo>
                  <a:pt x="15674" y="8938"/>
                </a:moveTo>
                <a:lnTo>
                  <a:pt x="15674" y="9944"/>
                </a:lnTo>
                <a:lnTo>
                  <a:pt x="14595" y="9944"/>
                </a:lnTo>
                <a:lnTo>
                  <a:pt x="14595" y="8938"/>
                </a:lnTo>
                <a:close/>
                <a:moveTo>
                  <a:pt x="4505" y="8938"/>
                </a:moveTo>
                <a:lnTo>
                  <a:pt x="4505" y="10054"/>
                </a:lnTo>
                <a:lnTo>
                  <a:pt x="3426" y="10054"/>
                </a:lnTo>
                <a:lnTo>
                  <a:pt x="3426" y="8938"/>
                </a:lnTo>
                <a:close/>
                <a:moveTo>
                  <a:pt x="10090" y="8938"/>
                </a:moveTo>
                <a:lnTo>
                  <a:pt x="10090" y="10054"/>
                </a:lnTo>
                <a:lnTo>
                  <a:pt x="9010" y="10054"/>
                </a:lnTo>
                <a:lnTo>
                  <a:pt x="9010" y="8938"/>
                </a:lnTo>
                <a:close/>
                <a:moveTo>
                  <a:pt x="4505" y="11172"/>
                </a:moveTo>
                <a:lnTo>
                  <a:pt x="4505" y="12865"/>
                </a:lnTo>
                <a:cubicBezTo>
                  <a:pt x="4505" y="13164"/>
                  <a:pt x="4263" y="13405"/>
                  <a:pt x="3966" y="13405"/>
                </a:cubicBezTo>
                <a:cubicBezTo>
                  <a:pt x="3667" y="13405"/>
                  <a:pt x="3426" y="13164"/>
                  <a:pt x="3426" y="12865"/>
                </a:cubicBezTo>
                <a:lnTo>
                  <a:pt x="3426" y="11172"/>
                </a:lnTo>
                <a:close/>
                <a:moveTo>
                  <a:pt x="15674" y="11060"/>
                </a:moveTo>
                <a:lnTo>
                  <a:pt x="15674" y="12865"/>
                </a:lnTo>
                <a:cubicBezTo>
                  <a:pt x="15675" y="13164"/>
                  <a:pt x="15433" y="13405"/>
                  <a:pt x="15134" y="13405"/>
                </a:cubicBezTo>
                <a:cubicBezTo>
                  <a:pt x="14837" y="13405"/>
                  <a:pt x="14595" y="13164"/>
                  <a:pt x="14595" y="12865"/>
                </a:cubicBezTo>
                <a:lnTo>
                  <a:pt x="14595" y="11060"/>
                </a:lnTo>
                <a:close/>
                <a:moveTo>
                  <a:pt x="10090" y="11172"/>
                </a:moveTo>
                <a:lnTo>
                  <a:pt x="10090" y="12865"/>
                </a:lnTo>
                <a:cubicBezTo>
                  <a:pt x="10096" y="13167"/>
                  <a:pt x="9853" y="13415"/>
                  <a:pt x="9551" y="13415"/>
                </a:cubicBezTo>
                <a:cubicBezTo>
                  <a:pt x="9247" y="13415"/>
                  <a:pt x="9005" y="13167"/>
                  <a:pt x="9010" y="12865"/>
                </a:cubicBezTo>
                <a:lnTo>
                  <a:pt x="9010" y="11172"/>
                </a:lnTo>
                <a:close/>
                <a:moveTo>
                  <a:pt x="17945" y="8936"/>
                </a:moveTo>
                <a:lnTo>
                  <a:pt x="17945" y="15079"/>
                </a:lnTo>
                <a:cubicBezTo>
                  <a:pt x="17945" y="15387"/>
                  <a:pt x="17696" y="15636"/>
                  <a:pt x="17388" y="15638"/>
                </a:cubicBezTo>
                <a:lnTo>
                  <a:pt x="1676" y="15638"/>
                </a:lnTo>
                <a:cubicBezTo>
                  <a:pt x="1368" y="15636"/>
                  <a:pt x="1119" y="15387"/>
                  <a:pt x="1117" y="15079"/>
                </a:cubicBezTo>
                <a:lnTo>
                  <a:pt x="1117" y="8936"/>
                </a:lnTo>
                <a:lnTo>
                  <a:pt x="2310" y="8936"/>
                </a:lnTo>
                <a:lnTo>
                  <a:pt x="2310" y="12864"/>
                </a:lnTo>
                <a:cubicBezTo>
                  <a:pt x="2310" y="13778"/>
                  <a:pt x="3051" y="14520"/>
                  <a:pt x="3966" y="14520"/>
                </a:cubicBezTo>
                <a:cubicBezTo>
                  <a:pt x="4880" y="14520"/>
                  <a:pt x="5623" y="13778"/>
                  <a:pt x="5623" y="12864"/>
                </a:cubicBezTo>
                <a:lnTo>
                  <a:pt x="5623" y="8936"/>
                </a:lnTo>
                <a:lnTo>
                  <a:pt x="7893" y="8936"/>
                </a:lnTo>
                <a:lnTo>
                  <a:pt x="7893" y="12864"/>
                </a:lnTo>
                <a:cubicBezTo>
                  <a:pt x="7904" y="13772"/>
                  <a:pt x="8642" y="14503"/>
                  <a:pt x="9551" y="14503"/>
                </a:cubicBezTo>
                <a:cubicBezTo>
                  <a:pt x="10458" y="14503"/>
                  <a:pt x="11198" y="13772"/>
                  <a:pt x="11207" y="12864"/>
                </a:cubicBezTo>
                <a:lnTo>
                  <a:pt x="11207" y="8936"/>
                </a:lnTo>
                <a:lnTo>
                  <a:pt x="13478" y="8936"/>
                </a:lnTo>
                <a:lnTo>
                  <a:pt x="13478" y="12864"/>
                </a:lnTo>
                <a:cubicBezTo>
                  <a:pt x="13487" y="13772"/>
                  <a:pt x="14227" y="14503"/>
                  <a:pt x="15134" y="14503"/>
                </a:cubicBezTo>
                <a:cubicBezTo>
                  <a:pt x="16043" y="14503"/>
                  <a:pt x="16781" y="13772"/>
                  <a:pt x="16791" y="12864"/>
                </a:cubicBezTo>
                <a:lnTo>
                  <a:pt x="16791" y="8936"/>
                </a:lnTo>
                <a:close/>
                <a:moveTo>
                  <a:pt x="2272" y="1"/>
                </a:moveTo>
                <a:cubicBezTo>
                  <a:pt x="1963" y="1"/>
                  <a:pt x="1713" y="252"/>
                  <a:pt x="1713" y="560"/>
                </a:cubicBezTo>
                <a:cubicBezTo>
                  <a:pt x="1713" y="867"/>
                  <a:pt x="1963" y="1117"/>
                  <a:pt x="2272" y="1119"/>
                </a:cubicBezTo>
                <a:lnTo>
                  <a:pt x="2310" y="1119"/>
                </a:lnTo>
                <a:lnTo>
                  <a:pt x="2310" y="4469"/>
                </a:lnTo>
                <a:lnTo>
                  <a:pt x="560" y="4469"/>
                </a:lnTo>
                <a:cubicBezTo>
                  <a:pt x="250" y="4469"/>
                  <a:pt x="1" y="4719"/>
                  <a:pt x="1" y="5027"/>
                </a:cubicBezTo>
                <a:lnTo>
                  <a:pt x="1" y="15079"/>
                </a:lnTo>
                <a:cubicBezTo>
                  <a:pt x="2" y="16004"/>
                  <a:pt x="751" y="16754"/>
                  <a:pt x="1676" y="16754"/>
                </a:cubicBezTo>
                <a:lnTo>
                  <a:pt x="17388" y="16754"/>
                </a:lnTo>
                <a:cubicBezTo>
                  <a:pt x="18311" y="16754"/>
                  <a:pt x="19062" y="16004"/>
                  <a:pt x="19063" y="15079"/>
                </a:cubicBezTo>
                <a:lnTo>
                  <a:pt x="19063" y="5027"/>
                </a:lnTo>
                <a:cubicBezTo>
                  <a:pt x="19063" y="4719"/>
                  <a:pt x="18812" y="4469"/>
                  <a:pt x="18504" y="4469"/>
                </a:cubicBezTo>
                <a:lnTo>
                  <a:pt x="16791" y="4469"/>
                </a:lnTo>
                <a:lnTo>
                  <a:pt x="16791" y="1119"/>
                </a:lnTo>
                <a:cubicBezTo>
                  <a:pt x="17099" y="1119"/>
                  <a:pt x="17349" y="867"/>
                  <a:pt x="17349" y="560"/>
                </a:cubicBezTo>
                <a:cubicBezTo>
                  <a:pt x="17349" y="252"/>
                  <a:pt x="17099" y="1"/>
                  <a:pt x="16791" y="1"/>
                </a:cubicBezTo>
                <a:lnTo>
                  <a:pt x="13441" y="1"/>
                </a:lnTo>
                <a:cubicBezTo>
                  <a:pt x="13131" y="1"/>
                  <a:pt x="12882" y="252"/>
                  <a:pt x="12882" y="560"/>
                </a:cubicBezTo>
                <a:cubicBezTo>
                  <a:pt x="12882" y="867"/>
                  <a:pt x="13131" y="1119"/>
                  <a:pt x="13441" y="1119"/>
                </a:cubicBezTo>
                <a:lnTo>
                  <a:pt x="13478" y="1119"/>
                </a:lnTo>
                <a:lnTo>
                  <a:pt x="13478" y="4469"/>
                </a:lnTo>
                <a:lnTo>
                  <a:pt x="11207" y="4469"/>
                </a:lnTo>
                <a:lnTo>
                  <a:pt x="11207" y="1119"/>
                </a:lnTo>
                <a:cubicBezTo>
                  <a:pt x="11516" y="1119"/>
                  <a:pt x="11765" y="867"/>
                  <a:pt x="11765" y="560"/>
                </a:cubicBezTo>
                <a:cubicBezTo>
                  <a:pt x="11765" y="252"/>
                  <a:pt x="11516" y="1"/>
                  <a:pt x="11207" y="1"/>
                </a:cubicBezTo>
                <a:lnTo>
                  <a:pt x="7856" y="1"/>
                </a:lnTo>
                <a:cubicBezTo>
                  <a:pt x="7548" y="1"/>
                  <a:pt x="7298" y="252"/>
                  <a:pt x="7298" y="560"/>
                </a:cubicBezTo>
                <a:cubicBezTo>
                  <a:pt x="7298" y="842"/>
                  <a:pt x="7511" y="1119"/>
                  <a:pt x="7893" y="1119"/>
                </a:cubicBezTo>
                <a:lnTo>
                  <a:pt x="7893" y="4469"/>
                </a:lnTo>
                <a:lnTo>
                  <a:pt x="5623" y="4469"/>
                </a:lnTo>
                <a:lnTo>
                  <a:pt x="5623" y="1119"/>
                </a:lnTo>
                <a:cubicBezTo>
                  <a:pt x="5931" y="1119"/>
                  <a:pt x="6181" y="867"/>
                  <a:pt x="6181" y="560"/>
                </a:cubicBezTo>
                <a:cubicBezTo>
                  <a:pt x="6181" y="252"/>
                  <a:pt x="5931" y="1"/>
                  <a:pt x="56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2" name="Google Shape;19822;p92"/>
          <p:cNvSpPr/>
          <p:nvPr/>
        </p:nvSpPr>
        <p:spPr>
          <a:xfrm>
            <a:off x="7791573" y="3462173"/>
            <a:ext cx="353380" cy="310619"/>
          </a:xfrm>
          <a:custGeom>
            <a:rect b="b" l="l" r="r" t="t"/>
            <a:pathLst>
              <a:path extrusionOk="0" h="16754" w="19063">
                <a:moveTo>
                  <a:pt x="3908" y="1117"/>
                </a:moveTo>
                <a:cubicBezTo>
                  <a:pt x="5449" y="1117"/>
                  <a:pt x="6702" y="2369"/>
                  <a:pt x="6702" y="3909"/>
                </a:cubicBezTo>
                <a:lnTo>
                  <a:pt x="6702" y="7818"/>
                </a:lnTo>
                <a:lnTo>
                  <a:pt x="1117" y="7818"/>
                </a:lnTo>
                <a:lnTo>
                  <a:pt x="1117" y="3909"/>
                </a:lnTo>
                <a:cubicBezTo>
                  <a:pt x="1117" y="2369"/>
                  <a:pt x="2369" y="1117"/>
                  <a:pt x="3908" y="1117"/>
                </a:cubicBezTo>
                <a:close/>
                <a:moveTo>
                  <a:pt x="12360" y="4468"/>
                </a:moveTo>
                <a:cubicBezTo>
                  <a:pt x="15252" y="4468"/>
                  <a:pt x="17635" y="6675"/>
                  <a:pt x="17916" y="9494"/>
                </a:cubicBezTo>
                <a:lnTo>
                  <a:pt x="7820" y="9494"/>
                </a:lnTo>
                <a:lnTo>
                  <a:pt x="7820" y="6798"/>
                </a:lnTo>
                <a:cubicBezTo>
                  <a:pt x="7831" y="6783"/>
                  <a:pt x="7843" y="6768"/>
                  <a:pt x="7855" y="6753"/>
                </a:cubicBezTo>
                <a:lnTo>
                  <a:pt x="7854" y="6753"/>
                </a:lnTo>
                <a:cubicBezTo>
                  <a:pt x="8909" y="5320"/>
                  <a:pt x="10581" y="4472"/>
                  <a:pt x="12360" y="4468"/>
                </a:cubicBezTo>
                <a:close/>
                <a:moveTo>
                  <a:pt x="6702" y="8935"/>
                </a:moveTo>
                <a:lnTo>
                  <a:pt x="6702" y="12844"/>
                </a:lnTo>
                <a:cubicBezTo>
                  <a:pt x="6702" y="14384"/>
                  <a:pt x="5449" y="15636"/>
                  <a:pt x="3908" y="15636"/>
                </a:cubicBezTo>
                <a:cubicBezTo>
                  <a:pt x="2369" y="15636"/>
                  <a:pt x="1117" y="14385"/>
                  <a:pt x="1117" y="12844"/>
                </a:cubicBezTo>
                <a:lnTo>
                  <a:pt x="1117" y="8935"/>
                </a:lnTo>
                <a:close/>
                <a:moveTo>
                  <a:pt x="17916" y="10610"/>
                </a:moveTo>
                <a:cubicBezTo>
                  <a:pt x="17637" y="13429"/>
                  <a:pt x="15252" y="15636"/>
                  <a:pt x="12360" y="15636"/>
                </a:cubicBezTo>
                <a:cubicBezTo>
                  <a:pt x="10544" y="15635"/>
                  <a:pt x="8843" y="14753"/>
                  <a:pt x="7796" y="13269"/>
                </a:cubicBezTo>
                <a:cubicBezTo>
                  <a:pt x="7825" y="12985"/>
                  <a:pt x="7818" y="13051"/>
                  <a:pt x="7818" y="10610"/>
                </a:cubicBezTo>
                <a:close/>
                <a:moveTo>
                  <a:pt x="3910" y="1"/>
                </a:moveTo>
                <a:cubicBezTo>
                  <a:pt x="1755" y="1"/>
                  <a:pt x="0" y="1754"/>
                  <a:pt x="0" y="3909"/>
                </a:cubicBezTo>
                <a:lnTo>
                  <a:pt x="0" y="12844"/>
                </a:lnTo>
                <a:cubicBezTo>
                  <a:pt x="0" y="14999"/>
                  <a:pt x="1755" y="16754"/>
                  <a:pt x="3910" y="16754"/>
                </a:cubicBezTo>
                <a:cubicBezTo>
                  <a:pt x="5445" y="16754"/>
                  <a:pt x="6776" y="15863"/>
                  <a:pt x="7414" y="14573"/>
                </a:cubicBezTo>
                <a:cubicBezTo>
                  <a:pt x="8685" y="15960"/>
                  <a:pt x="10480" y="16752"/>
                  <a:pt x="12361" y="16754"/>
                </a:cubicBezTo>
                <a:cubicBezTo>
                  <a:pt x="16056" y="16754"/>
                  <a:pt x="19063" y="13747"/>
                  <a:pt x="19063" y="10053"/>
                </a:cubicBezTo>
                <a:cubicBezTo>
                  <a:pt x="19063" y="6357"/>
                  <a:pt x="16056" y="3351"/>
                  <a:pt x="12361" y="3351"/>
                </a:cubicBezTo>
                <a:lnTo>
                  <a:pt x="12360" y="3351"/>
                </a:lnTo>
                <a:cubicBezTo>
                  <a:pt x="12356" y="3351"/>
                  <a:pt x="12352" y="3351"/>
                  <a:pt x="12348" y="3351"/>
                </a:cubicBezTo>
                <a:cubicBezTo>
                  <a:pt x="10669" y="3351"/>
                  <a:pt x="9051" y="3986"/>
                  <a:pt x="7820" y="5127"/>
                </a:cubicBezTo>
                <a:lnTo>
                  <a:pt x="7820" y="3909"/>
                </a:lnTo>
                <a:cubicBezTo>
                  <a:pt x="7820" y="1754"/>
                  <a:pt x="6065" y="1"/>
                  <a:pt x="3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3" name="Google Shape;19823;p92"/>
          <p:cNvSpPr/>
          <p:nvPr/>
        </p:nvSpPr>
        <p:spPr>
          <a:xfrm>
            <a:off x="7057081" y="3440765"/>
            <a:ext cx="313414" cy="353428"/>
          </a:xfrm>
          <a:custGeom>
            <a:rect b="b" l="l" r="r" t="t"/>
            <a:pathLst>
              <a:path extrusionOk="0" h="19063" w="16907">
                <a:moveTo>
                  <a:pt x="15152" y="1117"/>
                </a:moveTo>
                <a:cubicBezTo>
                  <a:pt x="13344" y="3831"/>
                  <a:pt x="13403" y="3678"/>
                  <a:pt x="13403" y="3910"/>
                </a:cubicBezTo>
                <a:lnTo>
                  <a:pt x="13402" y="3910"/>
                </a:lnTo>
                <a:lnTo>
                  <a:pt x="13402" y="4467"/>
                </a:lnTo>
                <a:lnTo>
                  <a:pt x="11354" y="4467"/>
                </a:lnTo>
                <a:cubicBezTo>
                  <a:pt x="11051" y="4473"/>
                  <a:pt x="10806" y="4721"/>
                  <a:pt x="10806" y="5026"/>
                </a:cubicBezTo>
                <a:cubicBezTo>
                  <a:pt x="10806" y="5331"/>
                  <a:pt x="11051" y="5579"/>
                  <a:pt x="11354" y="5585"/>
                </a:cubicBezTo>
                <a:lnTo>
                  <a:pt x="13402" y="5585"/>
                </a:lnTo>
                <a:lnTo>
                  <a:pt x="13402" y="6702"/>
                </a:lnTo>
                <a:lnTo>
                  <a:pt x="12472" y="6702"/>
                </a:lnTo>
                <a:cubicBezTo>
                  <a:pt x="12163" y="6702"/>
                  <a:pt x="11913" y="6951"/>
                  <a:pt x="11913" y="7259"/>
                </a:cubicBezTo>
                <a:cubicBezTo>
                  <a:pt x="11913" y="7568"/>
                  <a:pt x="12163" y="7818"/>
                  <a:pt x="12472" y="7818"/>
                </a:cubicBezTo>
                <a:lnTo>
                  <a:pt x="13402" y="7818"/>
                </a:lnTo>
                <a:lnTo>
                  <a:pt x="13402" y="8936"/>
                </a:lnTo>
                <a:lnTo>
                  <a:pt x="11354" y="8936"/>
                </a:lnTo>
                <a:cubicBezTo>
                  <a:pt x="11051" y="8940"/>
                  <a:pt x="10806" y="9189"/>
                  <a:pt x="10806" y="9493"/>
                </a:cubicBezTo>
                <a:cubicBezTo>
                  <a:pt x="10806" y="9798"/>
                  <a:pt x="11051" y="10046"/>
                  <a:pt x="11354" y="10052"/>
                </a:cubicBezTo>
                <a:lnTo>
                  <a:pt x="13402" y="10052"/>
                </a:lnTo>
                <a:lnTo>
                  <a:pt x="13402" y="11169"/>
                </a:lnTo>
                <a:lnTo>
                  <a:pt x="12472" y="11169"/>
                </a:lnTo>
                <a:cubicBezTo>
                  <a:pt x="12167" y="11175"/>
                  <a:pt x="11924" y="11423"/>
                  <a:pt x="11924" y="11728"/>
                </a:cubicBezTo>
                <a:cubicBezTo>
                  <a:pt x="11924" y="12033"/>
                  <a:pt x="12167" y="12281"/>
                  <a:pt x="12472" y="12287"/>
                </a:cubicBezTo>
                <a:lnTo>
                  <a:pt x="13402" y="12287"/>
                </a:lnTo>
                <a:lnTo>
                  <a:pt x="13402" y="13403"/>
                </a:lnTo>
                <a:lnTo>
                  <a:pt x="11354" y="13403"/>
                </a:lnTo>
                <a:cubicBezTo>
                  <a:pt x="11047" y="13403"/>
                  <a:pt x="10797" y="13653"/>
                  <a:pt x="10797" y="13962"/>
                </a:cubicBezTo>
                <a:cubicBezTo>
                  <a:pt x="10797" y="14270"/>
                  <a:pt x="11047" y="14519"/>
                  <a:pt x="11354" y="14519"/>
                </a:cubicBezTo>
                <a:lnTo>
                  <a:pt x="13402" y="14519"/>
                </a:lnTo>
                <a:lnTo>
                  <a:pt x="13402" y="15525"/>
                </a:lnTo>
                <a:cubicBezTo>
                  <a:pt x="13400" y="16861"/>
                  <a:pt x="12318" y="17943"/>
                  <a:pt x="10982" y="17945"/>
                </a:cubicBezTo>
                <a:lnTo>
                  <a:pt x="3538" y="17945"/>
                </a:lnTo>
                <a:cubicBezTo>
                  <a:pt x="2204" y="17945"/>
                  <a:pt x="1117" y="16860"/>
                  <a:pt x="1117" y="15525"/>
                </a:cubicBezTo>
                <a:lnTo>
                  <a:pt x="1117" y="1117"/>
                </a:lnTo>
                <a:close/>
                <a:moveTo>
                  <a:pt x="558" y="0"/>
                </a:moveTo>
                <a:cubicBezTo>
                  <a:pt x="250" y="0"/>
                  <a:pt x="1" y="250"/>
                  <a:pt x="1" y="559"/>
                </a:cubicBezTo>
                <a:lnTo>
                  <a:pt x="1" y="15525"/>
                </a:lnTo>
                <a:cubicBezTo>
                  <a:pt x="1" y="17475"/>
                  <a:pt x="1586" y="19063"/>
                  <a:pt x="3537" y="19063"/>
                </a:cubicBezTo>
                <a:lnTo>
                  <a:pt x="10982" y="19063"/>
                </a:lnTo>
                <a:cubicBezTo>
                  <a:pt x="12933" y="19063"/>
                  <a:pt x="14520" y="17475"/>
                  <a:pt x="14520" y="15525"/>
                </a:cubicBezTo>
                <a:lnTo>
                  <a:pt x="14520" y="4079"/>
                </a:lnTo>
                <a:lnTo>
                  <a:pt x="16660" y="869"/>
                </a:lnTo>
                <a:cubicBezTo>
                  <a:pt x="16906" y="498"/>
                  <a:pt x="16640" y="0"/>
                  <a:pt x="16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824" name="Google Shape;19824;p92"/>
          <p:cNvGrpSpPr/>
          <p:nvPr/>
        </p:nvGrpSpPr>
        <p:grpSpPr>
          <a:xfrm>
            <a:off x="6284113" y="3446337"/>
            <a:ext cx="358690" cy="342077"/>
            <a:chOff x="3625106" y="3012822"/>
            <a:chExt cx="389753" cy="371701"/>
          </a:xfrm>
        </p:grpSpPr>
        <p:sp>
          <p:nvSpPr>
            <p:cNvPr id="19825" name="Google Shape;19825;p92"/>
            <p:cNvSpPr/>
            <p:nvPr/>
          </p:nvSpPr>
          <p:spPr>
            <a:xfrm>
              <a:off x="3734466" y="3046872"/>
              <a:ext cx="280393" cy="258331"/>
            </a:xfrm>
            <a:custGeom>
              <a:rect b="b" l="l" r="r" t="t"/>
              <a:pathLst>
                <a:path extrusionOk="0" h="12822" w="13917">
                  <a:moveTo>
                    <a:pt x="3992" y="1765"/>
                  </a:moveTo>
                  <a:lnTo>
                    <a:pt x="8338" y="5613"/>
                  </a:lnTo>
                  <a:lnTo>
                    <a:pt x="3294" y="5613"/>
                  </a:lnTo>
                  <a:lnTo>
                    <a:pt x="1774" y="4268"/>
                  </a:lnTo>
                  <a:lnTo>
                    <a:pt x="3992" y="1765"/>
                  </a:lnTo>
                  <a:close/>
                  <a:moveTo>
                    <a:pt x="9598" y="6726"/>
                  </a:moveTo>
                  <a:lnTo>
                    <a:pt x="11920" y="8783"/>
                  </a:lnTo>
                  <a:cubicBezTo>
                    <a:pt x="12611" y="9396"/>
                    <a:pt x="12674" y="10452"/>
                    <a:pt x="12064" y="11144"/>
                  </a:cubicBezTo>
                  <a:cubicBezTo>
                    <a:pt x="11733" y="11518"/>
                    <a:pt x="11273" y="11708"/>
                    <a:pt x="10811" y="11708"/>
                  </a:cubicBezTo>
                  <a:cubicBezTo>
                    <a:pt x="10417" y="11708"/>
                    <a:pt x="10021" y="11570"/>
                    <a:pt x="9703" y="11288"/>
                  </a:cubicBezTo>
                  <a:lnTo>
                    <a:pt x="4552" y="6726"/>
                  </a:lnTo>
                  <a:close/>
                  <a:moveTo>
                    <a:pt x="4312" y="1"/>
                  </a:moveTo>
                  <a:cubicBezTo>
                    <a:pt x="4158" y="1"/>
                    <a:pt x="4005" y="65"/>
                    <a:pt x="3895" y="190"/>
                  </a:cubicBezTo>
                  <a:lnTo>
                    <a:pt x="200" y="4362"/>
                  </a:lnTo>
                  <a:cubicBezTo>
                    <a:pt x="0" y="4592"/>
                    <a:pt x="23" y="4942"/>
                    <a:pt x="251" y="5144"/>
                  </a:cubicBezTo>
                  <a:cubicBezTo>
                    <a:pt x="357" y="5238"/>
                    <a:pt x="489" y="5284"/>
                    <a:pt x="621" y="5284"/>
                  </a:cubicBezTo>
                  <a:cubicBezTo>
                    <a:pt x="773" y="5284"/>
                    <a:pt x="925" y="5222"/>
                    <a:pt x="1034" y="5100"/>
                  </a:cubicBezTo>
                  <a:lnTo>
                    <a:pt x="8964" y="12120"/>
                  </a:lnTo>
                  <a:cubicBezTo>
                    <a:pt x="9495" y="12590"/>
                    <a:pt x="10154" y="12821"/>
                    <a:pt x="10811" y="12821"/>
                  </a:cubicBezTo>
                  <a:cubicBezTo>
                    <a:pt x="11581" y="12821"/>
                    <a:pt x="12347" y="12504"/>
                    <a:pt x="12898" y="11881"/>
                  </a:cubicBezTo>
                  <a:cubicBezTo>
                    <a:pt x="13917" y="10732"/>
                    <a:pt x="13809" y="8967"/>
                    <a:pt x="12659" y="7947"/>
                  </a:cubicBezTo>
                  <a:lnTo>
                    <a:pt x="4730" y="928"/>
                  </a:lnTo>
                  <a:cubicBezTo>
                    <a:pt x="4934" y="698"/>
                    <a:pt x="4913" y="345"/>
                    <a:pt x="4682" y="142"/>
                  </a:cubicBezTo>
                  <a:cubicBezTo>
                    <a:pt x="4576" y="47"/>
                    <a:pt x="4444" y="1"/>
                    <a:pt x="43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6" name="Google Shape;19826;p92"/>
            <p:cNvSpPr/>
            <p:nvPr/>
          </p:nvSpPr>
          <p:spPr>
            <a:xfrm>
              <a:off x="3714923" y="3199630"/>
              <a:ext cx="67635" cy="89898"/>
            </a:xfrm>
            <a:custGeom>
              <a:rect b="b" l="l" r="r" t="t"/>
              <a:pathLst>
                <a:path extrusionOk="0" h="4462" w="3357">
                  <a:moveTo>
                    <a:pt x="1679" y="1328"/>
                  </a:moveTo>
                  <a:cubicBezTo>
                    <a:pt x="2565" y="2346"/>
                    <a:pt x="2273" y="3347"/>
                    <a:pt x="1679" y="3347"/>
                  </a:cubicBezTo>
                  <a:cubicBezTo>
                    <a:pt x="1368" y="3347"/>
                    <a:pt x="1114" y="3035"/>
                    <a:pt x="1114" y="2651"/>
                  </a:cubicBezTo>
                  <a:cubicBezTo>
                    <a:pt x="1114" y="2090"/>
                    <a:pt x="1423" y="1621"/>
                    <a:pt x="1677" y="1328"/>
                  </a:cubicBezTo>
                  <a:close/>
                  <a:moveTo>
                    <a:pt x="1678" y="0"/>
                  </a:moveTo>
                  <a:cubicBezTo>
                    <a:pt x="1561" y="0"/>
                    <a:pt x="1444" y="37"/>
                    <a:pt x="1345" y="111"/>
                  </a:cubicBezTo>
                  <a:cubicBezTo>
                    <a:pt x="1290" y="152"/>
                    <a:pt x="0" y="1134"/>
                    <a:pt x="0" y="2651"/>
                  </a:cubicBezTo>
                  <a:cubicBezTo>
                    <a:pt x="0" y="3649"/>
                    <a:pt x="754" y="4462"/>
                    <a:pt x="1679" y="4462"/>
                  </a:cubicBezTo>
                  <a:cubicBezTo>
                    <a:pt x="2604" y="4462"/>
                    <a:pt x="3357" y="3649"/>
                    <a:pt x="3357" y="2651"/>
                  </a:cubicBezTo>
                  <a:cubicBezTo>
                    <a:pt x="3357" y="1134"/>
                    <a:pt x="2066" y="152"/>
                    <a:pt x="2012" y="111"/>
                  </a:cubicBezTo>
                  <a:cubicBezTo>
                    <a:pt x="1913" y="37"/>
                    <a:pt x="1795" y="0"/>
                    <a:pt x="16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7" name="Google Shape;19827;p92"/>
            <p:cNvSpPr/>
            <p:nvPr/>
          </p:nvSpPr>
          <p:spPr>
            <a:xfrm>
              <a:off x="3625106" y="3294666"/>
              <a:ext cx="247109" cy="89858"/>
            </a:xfrm>
            <a:custGeom>
              <a:rect b="b" l="l" r="r" t="t"/>
              <a:pathLst>
                <a:path extrusionOk="0" h="4460" w="12265">
                  <a:moveTo>
                    <a:pt x="11148" y="1115"/>
                  </a:moveTo>
                  <a:lnTo>
                    <a:pt x="11149" y="3345"/>
                  </a:lnTo>
                  <a:lnTo>
                    <a:pt x="1115" y="3345"/>
                  </a:lnTo>
                  <a:lnTo>
                    <a:pt x="1115" y="1115"/>
                  </a:lnTo>
                  <a:lnTo>
                    <a:pt x="3608" y="1115"/>
                  </a:lnTo>
                  <a:cubicBezTo>
                    <a:pt x="4201" y="1864"/>
                    <a:pt x="5168" y="2241"/>
                    <a:pt x="6135" y="2241"/>
                  </a:cubicBezTo>
                  <a:cubicBezTo>
                    <a:pt x="7098" y="2241"/>
                    <a:pt x="8062" y="1867"/>
                    <a:pt x="8656" y="1115"/>
                  </a:cubicBezTo>
                  <a:close/>
                  <a:moveTo>
                    <a:pt x="559" y="0"/>
                  </a:moveTo>
                  <a:cubicBezTo>
                    <a:pt x="251" y="0"/>
                    <a:pt x="0" y="250"/>
                    <a:pt x="2" y="558"/>
                  </a:cubicBezTo>
                  <a:lnTo>
                    <a:pt x="2" y="3903"/>
                  </a:lnTo>
                  <a:cubicBezTo>
                    <a:pt x="2" y="4210"/>
                    <a:pt x="250" y="4460"/>
                    <a:pt x="559" y="4460"/>
                  </a:cubicBezTo>
                  <a:lnTo>
                    <a:pt x="11707" y="4460"/>
                  </a:lnTo>
                  <a:cubicBezTo>
                    <a:pt x="12014" y="4460"/>
                    <a:pt x="12264" y="4210"/>
                    <a:pt x="12264" y="3903"/>
                  </a:cubicBezTo>
                  <a:lnTo>
                    <a:pt x="12264" y="559"/>
                  </a:lnTo>
                  <a:cubicBezTo>
                    <a:pt x="12264" y="251"/>
                    <a:pt x="12014" y="2"/>
                    <a:pt x="11707" y="2"/>
                  </a:cubicBezTo>
                  <a:lnTo>
                    <a:pt x="11707" y="0"/>
                  </a:lnTo>
                  <a:lnTo>
                    <a:pt x="8362" y="0"/>
                  </a:lnTo>
                  <a:cubicBezTo>
                    <a:pt x="8151" y="0"/>
                    <a:pt x="7957" y="120"/>
                    <a:pt x="7863" y="310"/>
                  </a:cubicBezTo>
                  <a:cubicBezTo>
                    <a:pt x="7858" y="317"/>
                    <a:pt x="7423" y="1120"/>
                    <a:pt x="6137" y="1120"/>
                  </a:cubicBezTo>
                  <a:cubicBezTo>
                    <a:pt x="4884" y="1120"/>
                    <a:pt x="4439" y="376"/>
                    <a:pt x="4400" y="307"/>
                  </a:cubicBezTo>
                  <a:cubicBezTo>
                    <a:pt x="4309" y="111"/>
                    <a:pt x="4119" y="0"/>
                    <a:pt x="39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8" name="Google Shape;19828;p92"/>
            <p:cNvSpPr/>
            <p:nvPr/>
          </p:nvSpPr>
          <p:spPr>
            <a:xfrm>
              <a:off x="3891617" y="3197353"/>
              <a:ext cx="26232" cy="22485"/>
            </a:xfrm>
            <a:custGeom>
              <a:rect b="b" l="l" r="r" t="t"/>
              <a:pathLst>
                <a:path extrusionOk="0" h="1116" w="1302">
                  <a:moveTo>
                    <a:pt x="744" y="0"/>
                  </a:moveTo>
                  <a:cubicBezTo>
                    <a:pt x="248" y="0"/>
                    <a:pt x="0" y="601"/>
                    <a:pt x="351" y="952"/>
                  </a:cubicBezTo>
                  <a:cubicBezTo>
                    <a:pt x="457" y="1059"/>
                    <a:pt x="600" y="1116"/>
                    <a:pt x="745" y="1116"/>
                  </a:cubicBezTo>
                  <a:cubicBezTo>
                    <a:pt x="817" y="1116"/>
                    <a:pt x="889" y="1102"/>
                    <a:pt x="958" y="1073"/>
                  </a:cubicBezTo>
                  <a:cubicBezTo>
                    <a:pt x="1166" y="987"/>
                    <a:pt x="1302" y="783"/>
                    <a:pt x="1302" y="558"/>
                  </a:cubicBezTo>
                  <a:cubicBezTo>
                    <a:pt x="1302" y="250"/>
                    <a:pt x="1052" y="0"/>
                    <a:pt x="7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9" name="Google Shape;19829;p92"/>
            <p:cNvSpPr/>
            <p:nvPr/>
          </p:nvSpPr>
          <p:spPr>
            <a:xfrm>
              <a:off x="3715648" y="3058476"/>
              <a:ext cx="26272" cy="22485"/>
            </a:xfrm>
            <a:custGeom>
              <a:rect b="b" l="l" r="r" t="t"/>
              <a:pathLst>
                <a:path extrusionOk="0" h="1116" w="1304">
                  <a:moveTo>
                    <a:pt x="746" y="1"/>
                  </a:moveTo>
                  <a:cubicBezTo>
                    <a:pt x="250" y="1"/>
                    <a:pt x="0" y="601"/>
                    <a:pt x="351" y="953"/>
                  </a:cubicBezTo>
                  <a:cubicBezTo>
                    <a:pt x="458" y="1060"/>
                    <a:pt x="601" y="1116"/>
                    <a:pt x="746" y="1116"/>
                  </a:cubicBezTo>
                  <a:cubicBezTo>
                    <a:pt x="818" y="1116"/>
                    <a:pt x="890" y="1102"/>
                    <a:pt x="960" y="1074"/>
                  </a:cubicBezTo>
                  <a:cubicBezTo>
                    <a:pt x="1167" y="987"/>
                    <a:pt x="1303" y="784"/>
                    <a:pt x="1303" y="558"/>
                  </a:cubicBezTo>
                  <a:cubicBezTo>
                    <a:pt x="1303" y="250"/>
                    <a:pt x="1054" y="1"/>
                    <a:pt x="7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0" name="Google Shape;19830;p92"/>
            <p:cNvSpPr/>
            <p:nvPr/>
          </p:nvSpPr>
          <p:spPr>
            <a:xfrm>
              <a:off x="3726145" y="3012822"/>
              <a:ext cx="26252" cy="22485"/>
            </a:xfrm>
            <a:custGeom>
              <a:rect b="b" l="l" r="r" t="t"/>
              <a:pathLst>
                <a:path extrusionOk="0" h="1116" w="1303">
                  <a:moveTo>
                    <a:pt x="748" y="1"/>
                  </a:moveTo>
                  <a:cubicBezTo>
                    <a:pt x="747" y="1"/>
                    <a:pt x="746" y="1"/>
                    <a:pt x="745" y="1"/>
                  </a:cubicBezTo>
                  <a:cubicBezTo>
                    <a:pt x="249" y="1"/>
                    <a:pt x="1" y="600"/>
                    <a:pt x="352" y="951"/>
                  </a:cubicBezTo>
                  <a:cubicBezTo>
                    <a:pt x="458" y="1058"/>
                    <a:pt x="601" y="1115"/>
                    <a:pt x="746" y="1115"/>
                  </a:cubicBezTo>
                  <a:cubicBezTo>
                    <a:pt x="817" y="1115"/>
                    <a:pt x="890" y="1101"/>
                    <a:pt x="959" y="1072"/>
                  </a:cubicBezTo>
                  <a:cubicBezTo>
                    <a:pt x="1166" y="986"/>
                    <a:pt x="1302" y="783"/>
                    <a:pt x="1302" y="557"/>
                  </a:cubicBezTo>
                  <a:cubicBezTo>
                    <a:pt x="1302" y="250"/>
                    <a:pt x="1054" y="1"/>
                    <a:pt x="7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31" name="Google Shape;19831;p92"/>
          <p:cNvGrpSpPr/>
          <p:nvPr/>
        </p:nvGrpSpPr>
        <p:grpSpPr>
          <a:xfrm>
            <a:off x="5520924" y="3439725"/>
            <a:ext cx="356168" cy="355297"/>
            <a:chOff x="3136549" y="3042701"/>
            <a:chExt cx="387013" cy="386066"/>
          </a:xfrm>
        </p:grpSpPr>
        <p:sp>
          <p:nvSpPr>
            <p:cNvPr id="19832" name="Google Shape;19832;p92"/>
            <p:cNvSpPr/>
            <p:nvPr/>
          </p:nvSpPr>
          <p:spPr>
            <a:xfrm>
              <a:off x="3136549" y="3042701"/>
              <a:ext cx="387013" cy="386066"/>
            </a:xfrm>
            <a:custGeom>
              <a:rect b="b" l="l" r="r" t="t"/>
              <a:pathLst>
                <a:path extrusionOk="0" h="19162" w="19209">
                  <a:moveTo>
                    <a:pt x="11207" y="2003"/>
                  </a:moveTo>
                  <a:lnTo>
                    <a:pt x="12677" y="3460"/>
                  </a:lnTo>
                  <a:lnTo>
                    <a:pt x="11207" y="3460"/>
                  </a:lnTo>
                  <a:lnTo>
                    <a:pt x="11207" y="2003"/>
                  </a:lnTo>
                  <a:close/>
                  <a:moveTo>
                    <a:pt x="15115" y="10174"/>
                  </a:moveTo>
                  <a:lnTo>
                    <a:pt x="15115" y="14014"/>
                  </a:lnTo>
                  <a:cubicBezTo>
                    <a:pt x="15115" y="14212"/>
                    <a:pt x="15190" y="14292"/>
                    <a:pt x="15408" y="14648"/>
                  </a:cubicBezTo>
                  <a:lnTo>
                    <a:pt x="12626" y="14648"/>
                  </a:lnTo>
                  <a:cubicBezTo>
                    <a:pt x="12843" y="14297"/>
                    <a:pt x="12919" y="14213"/>
                    <a:pt x="12919" y="14014"/>
                  </a:cubicBezTo>
                  <a:lnTo>
                    <a:pt x="12919" y="10174"/>
                  </a:lnTo>
                  <a:close/>
                  <a:moveTo>
                    <a:pt x="10090" y="1221"/>
                  </a:moveTo>
                  <a:lnTo>
                    <a:pt x="10090" y="4019"/>
                  </a:lnTo>
                  <a:cubicBezTo>
                    <a:pt x="10090" y="4329"/>
                    <a:pt x="10340" y="4578"/>
                    <a:pt x="10649" y="4578"/>
                  </a:cubicBezTo>
                  <a:lnTo>
                    <a:pt x="13478" y="4578"/>
                  </a:lnTo>
                  <a:lnTo>
                    <a:pt x="13478" y="9054"/>
                  </a:lnTo>
                  <a:lnTo>
                    <a:pt x="11803" y="9054"/>
                  </a:lnTo>
                  <a:cubicBezTo>
                    <a:pt x="11498" y="9060"/>
                    <a:pt x="11253" y="9308"/>
                    <a:pt x="11253" y="9613"/>
                  </a:cubicBezTo>
                  <a:cubicBezTo>
                    <a:pt x="11253" y="9918"/>
                    <a:pt x="11498" y="10168"/>
                    <a:pt x="11803" y="10174"/>
                  </a:cubicBezTo>
                  <a:lnTo>
                    <a:pt x="11803" y="13856"/>
                  </a:lnTo>
                  <a:lnTo>
                    <a:pt x="9930" y="16890"/>
                  </a:lnTo>
                  <a:cubicBezTo>
                    <a:pt x="9897" y="16886"/>
                    <a:pt x="10095" y="16885"/>
                    <a:pt x="7661" y="16885"/>
                  </a:cubicBezTo>
                  <a:cubicBezTo>
                    <a:pt x="6444" y="16885"/>
                    <a:pt x="4568" y="16885"/>
                    <a:pt x="1676" y="16885"/>
                  </a:cubicBezTo>
                  <a:cubicBezTo>
                    <a:pt x="1368" y="16885"/>
                    <a:pt x="1119" y="16634"/>
                    <a:pt x="1119" y="16326"/>
                  </a:cubicBezTo>
                  <a:lnTo>
                    <a:pt x="1119" y="1782"/>
                  </a:lnTo>
                  <a:cubicBezTo>
                    <a:pt x="1117" y="1473"/>
                    <a:pt x="1368" y="1221"/>
                    <a:pt x="1676" y="1221"/>
                  </a:cubicBezTo>
                  <a:close/>
                  <a:moveTo>
                    <a:pt x="16098" y="15767"/>
                  </a:moveTo>
                  <a:lnTo>
                    <a:pt x="17502" y="18042"/>
                  </a:lnTo>
                  <a:lnTo>
                    <a:pt x="10533" y="18042"/>
                  </a:lnTo>
                  <a:lnTo>
                    <a:pt x="11936" y="15767"/>
                  </a:lnTo>
                  <a:close/>
                  <a:moveTo>
                    <a:pt x="8888" y="100"/>
                  </a:moveTo>
                  <a:cubicBezTo>
                    <a:pt x="7581" y="100"/>
                    <a:pt x="5386" y="104"/>
                    <a:pt x="1676" y="104"/>
                  </a:cubicBezTo>
                  <a:cubicBezTo>
                    <a:pt x="751" y="105"/>
                    <a:pt x="1" y="855"/>
                    <a:pt x="1" y="1782"/>
                  </a:cubicBezTo>
                  <a:lnTo>
                    <a:pt x="1" y="16326"/>
                  </a:lnTo>
                  <a:cubicBezTo>
                    <a:pt x="1" y="17251"/>
                    <a:pt x="750" y="18003"/>
                    <a:pt x="1676" y="18005"/>
                  </a:cubicBezTo>
                  <a:lnTo>
                    <a:pt x="9243" y="18005"/>
                  </a:lnTo>
                  <a:lnTo>
                    <a:pt x="9056" y="18308"/>
                  </a:lnTo>
                  <a:cubicBezTo>
                    <a:pt x="8826" y="18680"/>
                    <a:pt x="9095" y="19161"/>
                    <a:pt x="9531" y="19161"/>
                  </a:cubicBezTo>
                  <a:lnTo>
                    <a:pt x="18503" y="19161"/>
                  </a:lnTo>
                  <a:cubicBezTo>
                    <a:pt x="18941" y="19161"/>
                    <a:pt x="19208" y="18679"/>
                    <a:pt x="18978" y="18308"/>
                  </a:cubicBezTo>
                  <a:lnTo>
                    <a:pt x="18980" y="18308"/>
                  </a:lnTo>
                  <a:cubicBezTo>
                    <a:pt x="18655" y="17785"/>
                    <a:pt x="16529" y="14334"/>
                    <a:pt x="16233" y="13856"/>
                  </a:cubicBezTo>
                  <a:lnTo>
                    <a:pt x="16233" y="10174"/>
                  </a:lnTo>
                  <a:cubicBezTo>
                    <a:pt x="16538" y="10168"/>
                    <a:pt x="16783" y="9918"/>
                    <a:pt x="16783" y="9613"/>
                  </a:cubicBezTo>
                  <a:cubicBezTo>
                    <a:pt x="16783" y="9308"/>
                    <a:pt x="16538" y="9060"/>
                    <a:pt x="16233" y="9054"/>
                  </a:cubicBezTo>
                  <a:lnTo>
                    <a:pt x="14595" y="9054"/>
                  </a:lnTo>
                  <a:cubicBezTo>
                    <a:pt x="14595" y="3655"/>
                    <a:pt x="14596" y="4006"/>
                    <a:pt x="14592" y="3964"/>
                  </a:cubicBezTo>
                  <a:cubicBezTo>
                    <a:pt x="14578" y="3834"/>
                    <a:pt x="14521" y="3713"/>
                    <a:pt x="14429" y="3622"/>
                  </a:cubicBezTo>
                  <a:cubicBezTo>
                    <a:pt x="10775" y="0"/>
                    <a:pt x="11014" y="222"/>
                    <a:pt x="10899" y="163"/>
                  </a:cubicBezTo>
                  <a:cubicBezTo>
                    <a:pt x="10792" y="110"/>
                    <a:pt x="10993" y="100"/>
                    <a:pt x="8888" y="10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3" name="Google Shape;19833;p92"/>
            <p:cNvSpPr/>
            <p:nvPr/>
          </p:nvSpPr>
          <p:spPr>
            <a:xfrm>
              <a:off x="3203378" y="3218347"/>
              <a:ext cx="70073" cy="51114"/>
            </a:xfrm>
            <a:custGeom>
              <a:rect b="b" l="l" r="r" t="t"/>
              <a:pathLst>
                <a:path extrusionOk="0" h="2537" w="3478">
                  <a:moveTo>
                    <a:pt x="2864" y="1"/>
                  </a:moveTo>
                  <a:cubicBezTo>
                    <a:pt x="2721" y="1"/>
                    <a:pt x="2578" y="55"/>
                    <a:pt x="2469" y="164"/>
                  </a:cubicBezTo>
                  <a:lnTo>
                    <a:pt x="1448" y="1187"/>
                  </a:lnTo>
                  <a:lnTo>
                    <a:pt x="1015" y="752"/>
                  </a:lnTo>
                  <a:cubicBezTo>
                    <a:pt x="906" y="640"/>
                    <a:pt x="761" y="583"/>
                    <a:pt x="616" y="583"/>
                  </a:cubicBezTo>
                  <a:cubicBezTo>
                    <a:pt x="472" y="583"/>
                    <a:pt x="329" y="638"/>
                    <a:pt x="220" y="747"/>
                  </a:cubicBezTo>
                  <a:cubicBezTo>
                    <a:pt x="0" y="968"/>
                    <a:pt x="3" y="1325"/>
                    <a:pt x="226" y="1542"/>
                  </a:cubicBezTo>
                  <a:lnTo>
                    <a:pt x="1054" y="2373"/>
                  </a:lnTo>
                  <a:cubicBezTo>
                    <a:pt x="1163" y="2482"/>
                    <a:pt x="1306" y="2537"/>
                    <a:pt x="1449" y="2537"/>
                  </a:cubicBezTo>
                  <a:cubicBezTo>
                    <a:pt x="1592" y="2537"/>
                    <a:pt x="1735" y="2482"/>
                    <a:pt x="1844" y="2373"/>
                  </a:cubicBezTo>
                  <a:lnTo>
                    <a:pt x="3258" y="955"/>
                  </a:lnTo>
                  <a:cubicBezTo>
                    <a:pt x="3476" y="737"/>
                    <a:pt x="3478" y="384"/>
                    <a:pt x="3260" y="164"/>
                  </a:cubicBezTo>
                  <a:cubicBezTo>
                    <a:pt x="3151" y="55"/>
                    <a:pt x="3008"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4" name="Google Shape;19834;p92"/>
            <p:cNvSpPr/>
            <p:nvPr/>
          </p:nvSpPr>
          <p:spPr>
            <a:xfrm>
              <a:off x="3203519" y="3286586"/>
              <a:ext cx="70053" cy="51255"/>
            </a:xfrm>
            <a:custGeom>
              <a:rect b="b" l="l" r="r" t="t"/>
              <a:pathLst>
                <a:path extrusionOk="0" h="2544" w="3477">
                  <a:moveTo>
                    <a:pt x="2865" y="0"/>
                  </a:moveTo>
                  <a:cubicBezTo>
                    <a:pt x="2724" y="0"/>
                    <a:pt x="2583" y="53"/>
                    <a:pt x="2474" y="159"/>
                  </a:cubicBezTo>
                  <a:lnTo>
                    <a:pt x="1441" y="1192"/>
                  </a:lnTo>
                  <a:lnTo>
                    <a:pt x="1008" y="759"/>
                  </a:lnTo>
                  <a:cubicBezTo>
                    <a:pt x="899" y="650"/>
                    <a:pt x="756" y="595"/>
                    <a:pt x="613" y="595"/>
                  </a:cubicBezTo>
                  <a:cubicBezTo>
                    <a:pt x="470" y="595"/>
                    <a:pt x="326" y="650"/>
                    <a:pt x="217" y="759"/>
                  </a:cubicBezTo>
                  <a:cubicBezTo>
                    <a:pt x="1" y="977"/>
                    <a:pt x="1" y="1331"/>
                    <a:pt x="219" y="1549"/>
                  </a:cubicBezTo>
                  <a:lnTo>
                    <a:pt x="1047" y="2379"/>
                  </a:lnTo>
                  <a:cubicBezTo>
                    <a:pt x="1156" y="2488"/>
                    <a:pt x="1299" y="2543"/>
                    <a:pt x="1442" y="2543"/>
                  </a:cubicBezTo>
                  <a:cubicBezTo>
                    <a:pt x="1585" y="2543"/>
                    <a:pt x="1728" y="2488"/>
                    <a:pt x="1837" y="2379"/>
                  </a:cubicBezTo>
                  <a:lnTo>
                    <a:pt x="3263" y="950"/>
                  </a:lnTo>
                  <a:cubicBezTo>
                    <a:pt x="3477" y="730"/>
                    <a:pt x="3475" y="380"/>
                    <a:pt x="3260" y="164"/>
                  </a:cubicBezTo>
                  <a:cubicBezTo>
                    <a:pt x="3151" y="55"/>
                    <a:pt x="3008" y="0"/>
                    <a:pt x="28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5" name="Google Shape;19835;p92"/>
            <p:cNvSpPr/>
            <p:nvPr/>
          </p:nvSpPr>
          <p:spPr>
            <a:xfrm>
              <a:off x="3294989" y="3157481"/>
              <a:ext cx="67353" cy="22565"/>
            </a:xfrm>
            <a:custGeom>
              <a:rect b="b" l="l" r="r" t="t"/>
              <a:pathLst>
                <a:path extrusionOk="0" h="1120" w="3343">
                  <a:moveTo>
                    <a:pt x="551" y="0"/>
                  </a:moveTo>
                  <a:cubicBezTo>
                    <a:pt x="245" y="6"/>
                    <a:pt x="1" y="255"/>
                    <a:pt x="1" y="559"/>
                  </a:cubicBezTo>
                  <a:cubicBezTo>
                    <a:pt x="1" y="864"/>
                    <a:pt x="245" y="1114"/>
                    <a:pt x="551" y="1120"/>
                  </a:cubicBezTo>
                  <a:lnTo>
                    <a:pt x="2784" y="1120"/>
                  </a:lnTo>
                  <a:cubicBezTo>
                    <a:pt x="3093" y="1118"/>
                    <a:pt x="3343" y="867"/>
                    <a:pt x="3343" y="559"/>
                  </a:cubicBezTo>
                  <a:cubicBezTo>
                    <a:pt x="3343" y="252"/>
                    <a:pt x="3093" y="0"/>
                    <a:pt x="27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6" name="Google Shape;19836;p92"/>
            <p:cNvSpPr/>
            <p:nvPr/>
          </p:nvSpPr>
          <p:spPr>
            <a:xfrm>
              <a:off x="3294989" y="3225116"/>
              <a:ext cx="44647" cy="22565"/>
            </a:xfrm>
            <a:custGeom>
              <a:rect b="b" l="l" r="r" t="t"/>
              <a:pathLst>
                <a:path extrusionOk="0" h="1120" w="2216">
                  <a:moveTo>
                    <a:pt x="551" y="0"/>
                  </a:moveTo>
                  <a:cubicBezTo>
                    <a:pt x="245" y="6"/>
                    <a:pt x="1" y="254"/>
                    <a:pt x="1" y="559"/>
                  </a:cubicBezTo>
                  <a:cubicBezTo>
                    <a:pt x="1" y="864"/>
                    <a:pt x="245" y="1114"/>
                    <a:pt x="551" y="1120"/>
                  </a:cubicBezTo>
                  <a:lnTo>
                    <a:pt x="1667" y="1120"/>
                  </a:lnTo>
                  <a:cubicBezTo>
                    <a:pt x="1972" y="1114"/>
                    <a:pt x="2216" y="864"/>
                    <a:pt x="2216" y="559"/>
                  </a:cubicBezTo>
                  <a:cubicBezTo>
                    <a:pt x="2216" y="254"/>
                    <a:pt x="1972" y="6"/>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7" name="Google Shape;19837;p92"/>
            <p:cNvSpPr/>
            <p:nvPr/>
          </p:nvSpPr>
          <p:spPr>
            <a:xfrm>
              <a:off x="3294989" y="3293497"/>
              <a:ext cx="44647" cy="22565"/>
            </a:xfrm>
            <a:custGeom>
              <a:rect b="b" l="l" r="r" t="t"/>
              <a:pathLst>
                <a:path extrusionOk="0" h="1120" w="2216">
                  <a:moveTo>
                    <a:pt x="551" y="0"/>
                  </a:moveTo>
                  <a:cubicBezTo>
                    <a:pt x="245" y="6"/>
                    <a:pt x="1" y="254"/>
                    <a:pt x="1" y="559"/>
                  </a:cubicBezTo>
                  <a:cubicBezTo>
                    <a:pt x="1" y="864"/>
                    <a:pt x="245" y="1114"/>
                    <a:pt x="551" y="1120"/>
                  </a:cubicBezTo>
                  <a:lnTo>
                    <a:pt x="1667" y="1120"/>
                  </a:lnTo>
                  <a:cubicBezTo>
                    <a:pt x="1972" y="1114"/>
                    <a:pt x="2216" y="864"/>
                    <a:pt x="2216" y="559"/>
                  </a:cubicBezTo>
                  <a:cubicBezTo>
                    <a:pt x="2216" y="254"/>
                    <a:pt x="1972" y="6"/>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8" name="Google Shape;19838;p92"/>
            <p:cNvSpPr/>
            <p:nvPr/>
          </p:nvSpPr>
          <p:spPr>
            <a:xfrm>
              <a:off x="3203378" y="3151477"/>
              <a:ext cx="70073" cy="51114"/>
            </a:xfrm>
            <a:custGeom>
              <a:rect b="b" l="l" r="r" t="t"/>
              <a:pathLst>
                <a:path extrusionOk="0" h="2537" w="3478">
                  <a:moveTo>
                    <a:pt x="2864" y="0"/>
                  </a:moveTo>
                  <a:cubicBezTo>
                    <a:pt x="2721" y="0"/>
                    <a:pt x="2578" y="55"/>
                    <a:pt x="2469" y="164"/>
                  </a:cubicBezTo>
                  <a:lnTo>
                    <a:pt x="1448" y="1186"/>
                  </a:lnTo>
                  <a:lnTo>
                    <a:pt x="1015" y="751"/>
                  </a:lnTo>
                  <a:cubicBezTo>
                    <a:pt x="906" y="639"/>
                    <a:pt x="761" y="583"/>
                    <a:pt x="616" y="583"/>
                  </a:cubicBezTo>
                  <a:cubicBezTo>
                    <a:pt x="472" y="583"/>
                    <a:pt x="329" y="638"/>
                    <a:pt x="220" y="747"/>
                  </a:cubicBezTo>
                  <a:cubicBezTo>
                    <a:pt x="0" y="968"/>
                    <a:pt x="3" y="1325"/>
                    <a:pt x="226" y="1542"/>
                  </a:cubicBezTo>
                  <a:lnTo>
                    <a:pt x="1054" y="2373"/>
                  </a:lnTo>
                  <a:cubicBezTo>
                    <a:pt x="1163" y="2482"/>
                    <a:pt x="1306" y="2537"/>
                    <a:pt x="1449" y="2537"/>
                  </a:cubicBezTo>
                  <a:cubicBezTo>
                    <a:pt x="1592" y="2537"/>
                    <a:pt x="1735" y="2482"/>
                    <a:pt x="1844" y="2373"/>
                  </a:cubicBezTo>
                  <a:lnTo>
                    <a:pt x="3258" y="955"/>
                  </a:lnTo>
                  <a:cubicBezTo>
                    <a:pt x="3476" y="736"/>
                    <a:pt x="3478" y="384"/>
                    <a:pt x="3260" y="164"/>
                  </a:cubicBezTo>
                  <a:cubicBezTo>
                    <a:pt x="3151" y="55"/>
                    <a:pt x="3008" y="0"/>
                    <a:pt x="2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839" name="Google Shape;19839;p92"/>
          <p:cNvSpPr/>
          <p:nvPr/>
        </p:nvSpPr>
        <p:spPr>
          <a:xfrm>
            <a:off x="4801677" y="3441108"/>
            <a:ext cx="301012" cy="352742"/>
          </a:xfrm>
          <a:custGeom>
            <a:rect b="b" l="l" r="r" t="t"/>
            <a:pathLst>
              <a:path extrusionOk="0" h="19026" w="16238">
                <a:moveTo>
                  <a:pt x="10614" y="2161"/>
                </a:moveTo>
                <a:lnTo>
                  <a:pt x="10614" y="5612"/>
                </a:lnTo>
                <a:lnTo>
                  <a:pt x="9499" y="5612"/>
                </a:lnTo>
                <a:lnTo>
                  <a:pt x="9499" y="2391"/>
                </a:lnTo>
                <a:lnTo>
                  <a:pt x="10614" y="2161"/>
                </a:lnTo>
                <a:close/>
                <a:moveTo>
                  <a:pt x="11914" y="6727"/>
                </a:moveTo>
                <a:cubicBezTo>
                  <a:pt x="12427" y="6727"/>
                  <a:pt x="12842" y="7142"/>
                  <a:pt x="12844" y="7655"/>
                </a:cubicBezTo>
                <a:lnTo>
                  <a:pt x="12842" y="7655"/>
                </a:lnTo>
                <a:lnTo>
                  <a:pt x="12842" y="8955"/>
                </a:lnTo>
                <a:lnTo>
                  <a:pt x="7269" y="8955"/>
                </a:lnTo>
                <a:lnTo>
                  <a:pt x="7269" y="7655"/>
                </a:lnTo>
                <a:cubicBezTo>
                  <a:pt x="7271" y="7142"/>
                  <a:pt x="7686" y="6727"/>
                  <a:pt x="8199" y="6727"/>
                </a:cubicBezTo>
                <a:close/>
                <a:moveTo>
                  <a:pt x="2855" y="8957"/>
                </a:moveTo>
                <a:lnTo>
                  <a:pt x="3319" y="14530"/>
                </a:lnTo>
                <a:lnTo>
                  <a:pt x="1184" y="14530"/>
                </a:lnTo>
                <a:lnTo>
                  <a:pt x="1617" y="8957"/>
                </a:lnTo>
                <a:close/>
                <a:moveTo>
                  <a:pt x="12844" y="10072"/>
                </a:moveTo>
                <a:lnTo>
                  <a:pt x="12842" y="14530"/>
                </a:lnTo>
                <a:lnTo>
                  <a:pt x="7269" y="14530"/>
                </a:lnTo>
                <a:lnTo>
                  <a:pt x="7269" y="10072"/>
                </a:lnTo>
                <a:close/>
                <a:moveTo>
                  <a:pt x="12844" y="15644"/>
                </a:moveTo>
                <a:lnTo>
                  <a:pt x="12844" y="16982"/>
                </a:lnTo>
                <a:cubicBezTo>
                  <a:pt x="12842" y="17495"/>
                  <a:pt x="12427" y="17910"/>
                  <a:pt x="11914" y="17910"/>
                </a:cubicBezTo>
                <a:lnTo>
                  <a:pt x="8199" y="17910"/>
                </a:lnTo>
                <a:cubicBezTo>
                  <a:pt x="7686" y="17910"/>
                  <a:pt x="7271" y="17495"/>
                  <a:pt x="7269" y="16982"/>
                </a:cubicBezTo>
                <a:lnTo>
                  <a:pt x="7269" y="15644"/>
                </a:lnTo>
                <a:close/>
                <a:moveTo>
                  <a:pt x="15629" y="1"/>
                </a:moveTo>
                <a:cubicBezTo>
                  <a:pt x="15592" y="1"/>
                  <a:pt x="15555" y="4"/>
                  <a:pt x="15518" y="12"/>
                </a:cubicBezTo>
                <a:lnTo>
                  <a:pt x="8830" y="1391"/>
                </a:lnTo>
                <a:cubicBezTo>
                  <a:pt x="8570" y="1445"/>
                  <a:pt x="8384" y="1672"/>
                  <a:pt x="8384" y="1937"/>
                </a:cubicBezTo>
                <a:lnTo>
                  <a:pt x="8384" y="3382"/>
                </a:lnTo>
                <a:lnTo>
                  <a:pt x="6712" y="3382"/>
                </a:lnTo>
                <a:cubicBezTo>
                  <a:pt x="4134" y="3382"/>
                  <a:pt x="2004" y="5337"/>
                  <a:pt x="1728" y="7842"/>
                </a:cubicBezTo>
                <a:lnTo>
                  <a:pt x="1102" y="7842"/>
                </a:lnTo>
                <a:cubicBezTo>
                  <a:pt x="810" y="7842"/>
                  <a:pt x="568" y="8066"/>
                  <a:pt x="546" y="8356"/>
                </a:cubicBezTo>
                <a:lnTo>
                  <a:pt x="26" y="15044"/>
                </a:lnTo>
                <a:cubicBezTo>
                  <a:pt x="0" y="15367"/>
                  <a:pt x="256" y="15644"/>
                  <a:pt x="582" y="15644"/>
                </a:cubicBezTo>
                <a:lnTo>
                  <a:pt x="3925" y="15644"/>
                </a:lnTo>
                <a:cubicBezTo>
                  <a:pt x="4251" y="15643"/>
                  <a:pt x="4508" y="15365"/>
                  <a:pt x="4481" y="15041"/>
                </a:cubicBezTo>
                <a:lnTo>
                  <a:pt x="3923" y="8353"/>
                </a:lnTo>
                <a:cubicBezTo>
                  <a:pt x="3899" y="8063"/>
                  <a:pt x="3657" y="7842"/>
                  <a:pt x="3367" y="7842"/>
                </a:cubicBezTo>
                <a:lnTo>
                  <a:pt x="2850" y="7842"/>
                </a:lnTo>
                <a:cubicBezTo>
                  <a:pt x="3122" y="5953"/>
                  <a:pt x="4750" y="4497"/>
                  <a:pt x="6712" y="4497"/>
                </a:cubicBezTo>
                <a:lnTo>
                  <a:pt x="8384" y="4497"/>
                </a:lnTo>
                <a:lnTo>
                  <a:pt x="8384" y="5612"/>
                </a:lnTo>
                <a:lnTo>
                  <a:pt x="8198" y="5612"/>
                </a:lnTo>
                <a:cubicBezTo>
                  <a:pt x="7069" y="5612"/>
                  <a:pt x="6155" y="6527"/>
                  <a:pt x="6153" y="7655"/>
                </a:cubicBezTo>
                <a:lnTo>
                  <a:pt x="6153" y="16981"/>
                </a:lnTo>
                <a:cubicBezTo>
                  <a:pt x="6155" y="18109"/>
                  <a:pt x="7069" y="19024"/>
                  <a:pt x="8198" y="19025"/>
                </a:cubicBezTo>
                <a:lnTo>
                  <a:pt x="11913" y="19025"/>
                </a:lnTo>
                <a:cubicBezTo>
                  <a:pt x="13041" y="19024"/>
                  <a:pt x="13956" y="18109"/>
                  <a:pt x="13957" y="16981"/>
                </a:cubicBezTo>
                <a:lnTo>
                  <a:pt x="13957" y="7655"/>
                </a:lnTo>
                <a:cubicBezTo>
                  <a:pt x="13956" y="6528"/>
                  <a:pt x="13043" y="5613"/>
                  <a:pt x="11914" y="5612"/>
                </a:cubicBezTo>
                <a:lnTo>
                  <a:pt x="11729" y="5612"/>
                </a:lnTo>
                <a:lnTo>
                  <a:pt x="11729" y="4497"/>
                </a:lnTo>
                <a:lnTo>
                  <a:pt x="15630" y="4497"/>
                </a:lnTo>
                <a:cubicBezTo>
                  <a:pt x="15935" y="4491"/>
                  <a:pt x="16177" y="4243"/>
                  <a:pt x="16177" y="3940"/>
                </a:cubicBezTo>
                <a:cubicBezTo>
                  <a:pt x="16177" y="3635"/>
                  <a:pt x="15935" y="3387"/>
                  <a:pt x="15630" y="3382"/>
                </a:cubicBezTo>
                <a:lnTo>
                  <a:pt x="11729" y="3382"/>
                </a:lnTo>
                <a:lnTo>
                  <a:pt x="11729" y="1932"/>
                </a:lnTo>
                <a:lnTo>
                  <a:pt x="15742" y="1105"/>
                </a:lnTo>
                <a:cubicBezTo>
                  <a:pt x="16044" y="1042"/>
                  <a:pt x="16238" y="747"/>
                  <a:pt x="16175" y="445"/>
                </a:cubicBezTo>
                <a:cubicBezTo>
                  <a:pt x="16122" y="182"/>
                  <a:pt x="15888" y="1"/>
                  <a:pt x="156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0" name="Google Shape;19840;p92"/>
          <p:cNvSpPr/>
          <p:nvPr/>
        </p:nvSpPr>
        <p:spPr>
          <a:xfrm>
            <a:off x="4082418" y="3440756"/>
            <a:ext cx="233091" cy="353447"/>
          </a:xfrm>
          <a:custGeom>
            <a:rect b="b" l="l" r="r" t="t"/>
            <a:pathLst>
              <a:path extrusionOk="0" h="19064" w="12574">
                <a:moveTo>
                  <a:pt x="3136" y="1119"/>
                </a:moveTo>
                <a:cubicBezTo>
                  <a:pt x="3951" y="1119"/>
                  <a:pt x="4611" y="1779"/>
                  <a:pt x="4613" y="2595"/>
                </a:cubicBezTo>
                <a:lnTo>
                  <a:pt x="4613" y="3679"/>
                </a:lnTo>
                <a:lnTo>
                  <a:pt x="3332" y="2398"/>
                </a:lnTo>
                <a:cubicBezTo>
                  <a:pt x="3223" y="2291"/>
                  <a:pt x="3081" y="2237"/>
                  <a:pt x="2940" y="2237"/>
                </a:cubicBezTo>
                <a:cubicBezTo>
                  <a:pt x="2797" y="2237"/>
                  <a:pt x="2654" y="2291"/>
                  <a:pt x="2544" y="2401"/>
                </a:cubicBezTo>
                <a:cubicBezTo>
                  <a:pt x="2328" y="2618"/>
                  <a:pt x="2326" y="2969"/>
                  <a:pt x="2543" y="3187"/>
                </a:cubicBezTo>
                <a:lnTo>
                  <a:pt x="3822" y="4468"/>
                </a:lnTo>
                <a:lnTo>
                  <a:pt x="2739" y="4469"/>
                </a:lnTo>
                <a:cubicBezTo>
                  <a:pt x="1924" y="4468"/>
                  <a:pt x="1262" y="3807"/>
                  <a:pt x="1262" y="2991"/>
                </a:cubicBezTo>
                <a:lnTo>
                  <a:pt x="1262" y="1119"/>
                </a:lnTo>
                <a:close/>
                <a:moveTo>
                  <a:pt x="11314" y="1119"/>
                </a:moveTo>
                <a:lnTo>
                  <a:pt x="11314" y="2991"/>
                </a:lnTo>
                <a:cubicBezTo>
                  <a:pt x="11313" y="3807"/>
                  <a:pt x="10652" y="4468"/>
                  <a:pt x="9837" y="4469"/>
                </a:cubicBezTo>
                <a:lnTo>
                  <a:pt x="8754" y="4469"/>
                </a:lnTo>
                <a:lnTo>
                  <a:pt x="10035" y="3189"/>
                </a:lnTo>
                <a:cubicBezTo>
                  <a:pt x="10250" y="2969"/>
                  <a:pt x="10248" y="2618"/>
                  <a:pt x="10032" y="2401"/>
                </a:cubicBezTo>
                <a:cubicBezTo>
                  <a:pt x="9923" y="2292"/>
                  <a:pt x="9780" y="2237"/>
                  <a:pt x="9636" y="2237"/>
                </a:cubicBezTo>
                <a:cubicBezTo>
                  <a:pt x="9494" y="2237"/>
                  <a:pt x="9353" y="2291"/>
                  <a:pt x="9244" y="2398"/>
                </a:cubicBezTo>
                <a:lnTo>
                  <a:pt x="7963" y="3679"/>
                </a:lnTo>
                <a:lnTo>
                  <a:pt x="7963" y="2595"/>
                </a:lnTo>
                <a:cubicBezTo>
                  <a:pt x="7965" y="1779"/>
                  <a:pt x="8625" y="1119"/>
                  <a:pt x="9440" y="1119"/>
                </a:cubicBezTo>
                <a:close/>
                <a:moveTo>
                  <a:pt x="5729" y="8977"/>
                </a:moveTo>
                <a:lnTo>
                  <a:pt x="5729" y="13444"/>
                </a:lnTo>
                <a:lnTo>
                  <a:pt x="3969" y="13444"/>
                </a:lnTo>
                <a:cubicBezTo>
                  <a:pt x="4580" y="12411"/>
                  <a:pt x="4611" y="12404"/>
                  <a:pt x="4611" y="12203"/>
                </a:cubicBezTo>
                <a:lnTo>
                  <a:pt x="4611" y="8977"/>
                </a:lnTo>
                <a:close/>
                <a:moveTo>
                  <a:pt x="7963" y="8977"/>
                </a:moveTo>
                <a:lnTo>
                  <a:pt x="7963" y="12203"/>
                </a:lnTo>
                <a:cubicBezTo>
                  <a:pt x="7963" y="12404"/>
                  <a:pt x="7996" y="12413"/>
                  <a:pt x="8606" y="13444"/>
                </a:cubicBezTo>
                <a:lnTo>
                  <a:pt x="6847" y="13444"/>
                </a:lnTo>
                <a:lnTo>
                  <a:pt x="6847" y="8977"/>
                </a:lnTo>
                <a:close/>
                <a:moveTo>
                  <a:pt x="9267" y="14562"/>
                </a:moveTo>
                <a:lnTo>
                  <a:pt x="11100" y="17666"/>
                </a:lnTo>
                <a:cubicBezTo>
                  <a:pt x="11172" y="17790"/>
                  <a:pt x="11082" y="17945"/>
                  <a:pt x="10940" y="17945"/>
                </a:cubicBezTo>
                <a:lnTo>
                  <a:pt x="1636" y="17945"/>
                </a:lnTo>
                <a:cubicBezTo>
                  <a:pt x="1492" y="17945"/>
                  <a:pt x="1404" y="17790"/>
                  <a:pt x="1476" y="17666"/>
                </a:cubicBezTo>
                <a:lnTo>
                  <a:pt x="3309" y="14562"/>
                </a:lnTo>
                <a:close/>
                <a:moveTo>
                  <a:pt x="703" y="1"/>
                </a:moveTo>
                <a:cubicBezTo>
                  <a:pt x="394" y="1"/>
                  <a:pt x="144" y="250"/>
                  <a:pt x="144" y="560"/>
                </a:cubicBezTo>
                <a:lnTo>
                  <a:pt x="144" y="2991"/>
                </a:lnTo>
                <a:cubicBezTo>
                  <a:pt x="144" y="4422"/>
                  <a:pt x="1308" y="5586"/>
                  <a:pt x="2739" y="5586"/>
                </a:cubicBezTo>
                <a:lnTo>
                  <a:pt x="4939" y="5586"/>
                </a:lnTo>
                <a:lnTo>
                  <a:pt x="5729" y="6375"/>
                </a:lnTo>
                <a:lnTo>
                  <a:pt x="5729" y="7860"/>
                </a:lnTo>
                <a:lnTo>
                  <a:pt x="3495" y="7860"/>
                </a:lnTo>
                <a:cubicBezTo>
                  <a:pt x="3187" y="7860"/>
                  <a:pt x="2937" y="8110"/>
                  <a:pt x="2937" y="8418"/>
                </a:cubicBezTo>
                <a:cubicBezTo>
                  <a:pt x="2937" y="8726"/>
                  <a:pt x="3187" y="8977"/>
                  <a:pt x="3495" y="8977"/>
                </a:cubicBezTo>
                <a:lnTo>
                  <a:pt x="3495" y="12051"/>
                </a:lnTo>
                <a:lnTo>
                  <a:pt x="513" y="17096"/>
                </a:lnTo>
                <a:cubicBezTo>
                  <a:pt x="1" y="17966"/>
                  <a:pt x="625" y="19063"/>
                  <a:pt x="1636" y="19063"/>
                </a:cubicBezTo>
                <a:lnTo>
                  <a:pt x="10939" y="19063"/>
                </a:lnTo>
                <a:cubicBezTo>
                  <a:pt x="11948" y="19063"/>
                  <a:pt x="12574" y="17966"/>
                  <a:pt x="12061" y="17096"/>
                </a:cubicBezTo>
                <a:lnTo>
                  <a:pt x="9078" y="12051"/>
                </a:lnTo>
                <a:lnTo>
                  <a:pt x="9078" y="8977"/>
                </a:lnTo>
                <a:cubicBezTo>
                  <a:pt x="9388" y="8977"/>
                  <a:pt x="9637" y="8726"/>
                  <a:pt x="9637" y="8418"/>
                </a:cubicBezTo>
                <a:cubicBezTo>
                  <a:pt x="9637" y="8110"/>
                  <a:pt x="9388" y="7859"/>
                  <a:pt x="9078" y="7859"/>
                </a:cubicBezTo>
                <a:lnTo>
                  <a:pt x="6845" y="7859"/>
                </a:lnTo>
                <a:lnTo>
                  <a:pt x="6845" y="6375"/>
                </a:lnTo>
                <a:lnTo>
                  <a:pt x="7636" y="5586"/>
                </a:lnTo>
                <a:lnTo>
                  <a:pt x="9836" y="5586"/>
                </a:lnTo>
                <a:cubicBezTo>
                  <a:pt x="11266" y="5586"/>
                  <a:pt x="12430" y="4422"/>
                  <a:pt x="12430" y="2991"/>
                </a:cubicBezTo>
                <a:lnTo>
                  <a:pt x="12430" y="560"/>
                </a:lnTo>
                <a:cubicBezTo>
                  <a:pt x="12430" y="250"/>
                  <a:pt x="12179" y="1"/>
                  <a:pt x="11871" y="1"/>
                </a:cubicBezTo>
                <a:lnTo>
                  <a:pt x="9440" y="1"/>
                </a:lnTo>
                <a:cubicBezTo>
                  <a:pt x="8010" y="1"/>
                  <a:pt x="6845" y="1165"/>
                  <a:pt x="6845" y="2595"/>
                </a:cubicBezTo>
                <a:lnTo>
                  <a:pt x="6845" y="4797"/>
                </a:lnTo>
                <a:lnTo>
                  <a:pt x="6287" y="5354"/>
                </a:lnTo>
                <a:lnTo>
                  <a:pt x="5729" y="4797"/>
                </a:lnTo>
                <a:lnTo>
                  <a:pt x="5729" y="2595"/>
                </a:lnTo>
                <a:cubicBezTo>
                  <a:pt x="5729" y="1165"/>
                  <a:pt x="4565" y="1"/>
                  <a:pt x="31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1" name="Google Shape;19841;p92"/>
          <p:cNvSpPr/>
          <p:nvPr/>
        </p:nvSpPr>
        <p:spPr>
          <a:xfrm>
            <a:off x="3278600" y="3440775"/>
            <a:ext cx="324258" cy="353409"/>
          </a:xfrm>
          <a:custGeom>
            <a:rect b="b" l="l" r="r" t="t"/>
            <a:pathLst>
              <a:path extrusionOk="0" h="19062" w="17492">
                <a:moveTo>
                  <a:pt x="16006" y="1117"/>
                </a:moveTo>
                <a:lnTo>
                  <a:pt x="16006" y="2233"/>
                </a:lnTo>
                <a:lnTo>
                  <a:pt x="1487" y="2233"/>
                </a:lnTo>
                <a:lnTo>
                  <a:pt x="1487" y="1117"/>
                </a:lnTo>
                <a:close/>
                <a:moveTo>
                  <a:pt x="12655" y="3350"/>
                </a:moveTo>
                <a:lnTo>
                  <a:pt x="12655" y="4505"/>
                </a:lnTo>
                <a:lnTo>
                  <a:pt x="4838" y="4505"/>
                </a:lnTo>
                <a:lnTo>
                  <a:pt x="4838" y="3350"/>
                </a:lnTo>
                <a:close/>
                <a:moveTo>
                  <a:pt x="12617" y="5621"/>
                </a:moveTo>
                <a:cubicBezTo>
                  <a:pt x="12348" y="7533"/>
                  <a:pt x="10716" y="9009"/>
                  <a:pt x="8746" y="9009"/>
                </a:cubicBezTo>
                <a:cubicBezTo>
                  <a:pt x="6778" y="9009"/>
                  <a:pt x="5146" y="7534"/>
                  <a:pt x="4877" y="5621"/>
                </a:cubicBezTo>
                <a:close/>
                <a:moveTo>
                  <a:pt x="2045" y="8972"/>
                </a:moveTo>
                <a:cubicBezTo>
                  <a:pt x="2270" y="8972"/>
                  <a:pt x="2473" y="9108"/>
                  <a:pt x="2560" y="9316"/>
                </a:cubicBezTo>
                <a:cubicBezTo>
                  <a:pt x="2647" y="9525"/>
                  <a:pt x="2599" y="9766"/>
                  <a:pt x="2439" y="9926"/>
                </a:cubicBezTo>
                <a:cubicBezTo>
                  <a:pt x="2332" y="10032"/>
                  <a:pt x="2190" y="10089"/>
                  <a:pt x="2045" y="10089"/>
                </a:cubicBezTo>
                <a:cubicBezTo>
                  <a:pt x="1973" y="10089"/>
                  <a:pt x="1900" y="10075"/>
                  <a:pt x="1831" y="10047"/>
                </a:cubicBezTo>
                <a:cubicBezTo>
                  <a:pt x="1622" y="9960"/>
                  <a:pt x="1486" y="9757"/>
                  <a:pt x="1486" y="9531"/>
                </a:cubicBezTo>
                <a:cubicBezTo>
                  <a:pt x="1486" y="9222"/>
                  <a:pt x="1737" y="8972"/>
                  <a:pt x="2045" y="8972"/>
                </a:cubicBezTo>
                <a:close/>
                <a:moveTo>
                  <a:pt x="15444" y="8972"/>
                </a:moveTo>
                <a:cubicBezTo>
                  <a:pt x="15731" y="8972"/>
                  <a:pt x="16006" y="9194"/>
                  <a:pt x="16006" y="9531"/>
                </a:cubicBezTo>
                <a:cubicBezTo>
                  <a:pt x="16006" y="9840"/>
                  <a:pt x="15757" y="10090"/>
                  <a:pt x="15447" y="10090"/>
                </a:cubicBezTo>
                <a:cubicBezTo>
                  <a:pt x="14950" y="10090"/>
                  <a:pt x="14701" y="9488"/>
                  <a:pt x="15053" y="9136"/>
                </a:cubicBezTo>
                <a:cubicBezTo>
                  <a:pt x="15166" y="9023"/>
                  <a:pt x="15306" y="8972"/>
                  <a:pt x="15444" y="8972"/>
                </a:cubicBezTo>
                <a:close/>
                <a:moveTo>
                  <a:pt x="3720" y="3351"/>
                </a:moveTo>
                <a:lnTo>
                  <a:pt x="3720" y="5064"/>
                </a:lnTo>
                <a:cubicBezTo>
                  <a:pt x="3718" y="6929"/>
                  <a:pt x="4742" y="8646"/>
                  <a:pt x="6386" y="9532"/>
                </a:cubicBezTo>
                <a:cubicBezTo>
                  <a:pt x="4745" y="10419"/>
                  <a:pt x="3721" y="12133"/>
                  <a:pt x="3720" y="13998"/>
                </a:cubicBezTo>
                <a:lnTo>
                  <a:pt x="3720" y="15711"/>
                </a:lnTo>
                <a:lnTo>
                  <a:pt x="2603" y="15711"/>
                </a:lnTo>
                <a:lnTo>
                  <a:pt x="2603" y="11109"/>
                </a:lnTo>
                <a:cubicBezTo>
                  <a:pt x="4088" y="10583"/>
                  <a:pt x="4089" y="8477"/>
                  <a:pt x="2603" y="7951"/>
                </a:cubicBezTo>
                <a:lnTo>
                  <a:pt x="2603" y="3351"/>
                </a:lnTo>
                <a:close/>
                <a:moveTo>
                  <a:pt x="8176" y="10094"/>
                </a:moveTo>
                <a:lnTo>
                  <a:pt x="8188" y="10096"/>
                </a:lnTo>
                <a:lnTo>
                  <a:pt x="8188" y="12680"/>
                </a:lnTo>
                <a:lnTo>
                  <a:pt x="5660" y="15711"/>
                </a:lnTo>
                <a:lnTo>
                  <a:pt x="4838" y="15711"/>
                </a:lnTo>
                <a:lnTo>
                  <a:pt x="4838" y="13998"/>
                </a:lnTo>
                <a:cubicBezTo>
                  <a:pt x="4839" y="12054"/>
                  <a:pt x="6255" y="10398"/>
                  <a:pt x="8176" y="10094"/>
                </a:cubicBezTo>
                <a:close/>
                <a:moveTo>
                  <a:pt x="8746" y="13753"/>
                </a:moveTo>
                <a:lnTo>
                  <a:pt x="10381" y="15711"/>
                </a:lnTo>
                <a:lnTo>
                  <a:pt x="7114" y="15711"/>
                </a:lnTo>
                <a:lnTo>
                  <a:pt x="8746" y="13753"/>
                </a:lnTo>
                <a:close/>
                <a:moveTo>
                  <a:pt x="9315" y="10094"/>
                </a:moveTo>
                <a:cubicBezTo>
                  <a:pt x="11224" y="10377"/>
                  <a:pt x="12655" y="12043"/>
                  <a:pt x="12655" y="13998"/>
                </a:cubicBezTo>
                <a:lnTo>
                  <a:pt x="12655" y="15711"/>
                </a:lnTo>
                <a:lnTo>
                  <a:pt x="11834" y="15711"/>
                </a:lnTo>
                <a:lnTo>
                  <a:pt x="9305" y="12680"/>
                </a:lnTo>
                <a:lnTo>
                  <a:pt x="9305" y="10094"/>
                </a:lnTo>
                <a:close/>
                <a:moveTo>
                  <a:pt x="14890" y="3351"/>
                </a:moveTo>
                <a:lnTo>
                  <a:pt x="14890" y="7953"/>
                </a:lnTo>
                <a:cubicBezTo>
                  <a:pt x="13406" y="8479"/>
                  <a:pt x="13403" y="10583"/>
                  <a:pt x="14890" y="11111"/>
                </a:cubicBezTo>
                <a:lnTo>
                  <a:pt x="14890" y="15712"/>
                </a:lnTo>
                <a:lnTo>
                  <a:pt x="13772" y="15712"/>
                </a:lnTo>
                <a:lnTo>
                  <a:pt x="13772" y="14000"/>
                </a:lnTo>
                <a:cubicBezTo>
                  <a:pt x="13772" y="12134"/>
                  <a:pt x="12750" y="10419"/>
                  <a:pt x="11109" y="9531"/>
                </a:cubicBezTo>
                <a:cubicBezTo>
                  <a:pt x="12751" y="8645"/>
                  <a:pt x="13773" y="6929"/>
                  <a:pt x="13772" y="5064"/>
                </a:cubicBezTo>
                <a:lnTo>
                  <a:pt x="13772" y="3351"/>
                </a:lnTo>
                <a:close/>
                <a:moveTo>
                  <a:pt x="16006" y="16827"/>
                </a:moveTo>
                <a:lnTo>
                  <a:pt x="16006" y="17944"/>
                </a:lnTo>
                <a:lnTo>
                  <a:pt x="1487" y="17944"/>
                </a:lnTo>
                <a:lnTo>
                  <a:pt x="1487" y="16827"/>
                </a:lnTo>
                <a:close/>
                <a:moveTo>
                  <a:pt x="928" y="1"/>
                </a:moveTo>
                <a:cubicBezTo>
                  <a:pt x="619" y="1"/>
                  <a:pt x="369" y="250"/>
                  <a:pt x="369" y="558"/>
                </a:cubicBezTo>
                <a:lnTo>
                  <a:pt x="369" y="2792"/>
                </a:lnTo>
                <a:cubicBezTo>
                  <a:pt x="369" y="3100"/>
                  <a:pt x="619" y="3351"/>
                  <a:pt x="928" y="3351"/>
                </a:cubicBezTo>
                <a:lnTo>
                  <a:pt x="1486" y="3351"/>
                </a:lnTo>
                <a:lnTo>
                  <a:pt x="1486" y="7951"/>
                </a:lnTo>
                <a:cubicBezTo>
                  <a:pt x="2" y="8477"/>
                  <a:pt x="0" y="10583"/>
                  <a:pt x="1486" y="11111"/>
                </a:cubicBezTo>
                <a:lnTo>
                  <a:pt x="1486" y="15711"/>
                </a:lnTo>
                <a:lnTo>
                  <a:pt x="928" y="15711"/>
                </a:lnTo>
                <a:cubicBezTo>
                  <a:pt x="619" y="15711"/>
                  <a:pt x="369" y="15960"/>
                  <a:pt x="369" y="16270"/>
                </a:cubicBezTo>
                <a:lnTo>
                  <a:pt x="369" y="18502"/>
                </a:lnTo>
                <a:cubicBezTo>
                  <a:pt x="369" y="18812"/>
                  <a:pt x="619" y="19061"/>
                  <a:pt x="928" y="19061"/>
                </a:cubicBezTo>
                <a:lnTo>
                  <a:pt x="16564" y="19061"/>
                </a:lnTo>
                <a:cubicBezTo>
                  <a:pt x="16871" y="19061"/>
                  <a:pt x="17123" y="18812"/>
                  <a:pt x="17123" y="18502"/>
                </a:cubicBezTo>
                <a:lnTo>
                  <a:pt x="17123" y="16270"/>
                </a:lnTo>
                <a:cubicBezTo>
                  <a:pt x="17123" y="15960"/>
                  <a:pt x="16871" y="15711"/>
                  <a:pt x="16564" y="15711"/>
                </a:cubicBezTo>
                <a:lnTo>
                  <a:pt x="16005" y="15711"/>
                </a:lnTo>
                <a:lnTo>
                  <a:pt x="16005" y="11111"/>
                </a:lnTo>
                <a:cubicBezTo>
                  <a:pt x="17490" y="10583"/>
                  <a:pt x="17492" y="8479"/>
                  <a:pt x="16005" y="7951"/>
                </a:cubicBezTo>
                <a:lnTo>
                  <a:pt x="16005" y="3351"/>
                </a:lnTo>
                <a:lnTo>
                  <a:pt x="16565" y="3351"/>
                </a:lnTo>
                <a:cubicBezTo>
                  <a:pt x="16873" y="3351"/>
                  <a:pt x="17123" y="3100"/>
                  <a:pt x="17123" y="2792"/>
                </a:cubicBezTo>
                <a:lnTo>
                  <a:pt x="17123" y="558"/>
                </a:lnTo>
                <a:cubicBezTo>
                  <a:pt x="17123" y="250"/>
                  <a:pt x="16873" y="1"/>
                  <a:pt x="165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842" name="Google Shape;19842;p92"/>
          <p:cNvGrpSpPr/>
          <p:nvPr/>
        </p:nvGrpSpPr>
        <p:grpSpPr>
          <a:xfrm>
            <a:off x="2487679" y="3440641"/>
            <a:ext cx="381700" cy="353461"/>
            <a:chOff x="1376423" y="3108744"/>
            <a:chExt cx="414756" cy="384072"/>
          </a:xfrm>
        </p:grpSpPr>
        <p:sp>
          <p:nvSpPr>
            <p:cNvPr id="19843" name="Google Shape;19843;p92"/>
            <p:cNvSpPr/>
            <p:nvPr/>
          </p:nvSpPr>
          <p:spPr>
            <a:xfrm>
              <a:off x="1376423" y="3108744"/>
              <a:ext cx="414756" cy="384072"/>
            </a:xfrm>
            <a:custGeom>
              <a:rect b="b" l="l" r="r" t="t"/>
              <a:pathLst>
                <a:path extrusionOk="0" h="19063" w="20586">
                  <a:moveTo>
                    <a:pt x="18002" y="1119"/>
                  </a:moveTo>
                  <a:cubicBezTo>
                    <a:pt x="18260" y="1119"/>
                    <a:pt x="18442" y="1177"/>
                    <a:pt x="18544" y="1279"/>
                  </a:cubicBezTo>
                  <a:lnTo>
                    <a:pt x="18546" y="1279"/>
                  </a:lnTo>
                  <a:cubicBezTo>
                    <a:pt x="18836" y="1571"/>
                    <a:pt x="18765" y="2502"/>
                    <a:pt x="18046" y="3989"/>
                  </a:cubicBezTo>
                  <a:cubicBezTo>
                    <a:pt x="17435" y="3135"/>
                    <a:pt x="16688" y="2390"/>
                    <a:pt x="15836" y="1777"/>
                  </a:cubicBezTo>
                  <a:cubicBezTo>
                    <a:pt x="16798" y="1313"/>
                    <a:pt x="17528" y="1119"/>
                    <a:pt x="18002" y="1119"/>
                  </a:cubicBezTo>
                  <a:close/>
                  <a:moveTo>
                    <a:pt x="8168" y="1390"/>
                  </a:moveTo>
                  <a:lnTo>
                    <a:pt x="5950" y="3609"/>
                  </a:lnTo>
                  <a:cubicBezTo>
                    <a:pt x="4771" y="4788"/>
                    <a:pt x="4566" y="6573"/>
                    <a:pt x="3581" y="7558"/>
                  </a:cubicBezTo>
                  <a:lnTo>
                    <a:pt x="1885" y="9252"/>
                  </a:lnTo>
                  <a:cubicBezTo>
                    <a:pt x="2009" y="5471"/>
                    <a:pt x="4641" y="2312"/>
                    <a:pt x="8168" y="1390"/>
                  </a:cubicBezTo>
                  <a:close/>
                  <a:moveTo>
                    <a:pt x="10298" y="1119"/>
                  </a:moveTo>
                  <a:cubicBezTo>
                    <a:pt x="10704" y="1119"/>
                    <a:pt x="11110" y="1148"/>
                    <a:pt x="11511" y="1207"/>
                  </a:cubicBezTo>
                  <a:lnTo>
                    <a:pt x="8319" y="4398"/>
                  </a:lnTo>
                  <a:cubicBezTo>
                    <a:pt x="6128" y="6591"/>
                    <a:pt x="8449" y="9007"/>
                    <a:pt x="6741" y="10715"/>
                  </a:cubicBezTo>
                  <a:lnTo>
                    <a:pt x="3281" y="14175"/>
                  </a:lnTo>
                  <a:cubicBezTo>
                    <a:pt x="2596" y="13144"/>
                    <a:pt x="2148" y="11974"/>
                    <a:pt x="1969" y="10750"/>
                  </a:cubicBezTo>
                  <a:lnTo>
                    <a:pt x="4370" y="8347"/>
                  </a:lnTo>
                  <a:cubicBezTo>
                    <a:pt x="5549" y="7168"/>
                    <a:pt x="5754" y="5385"/>
                    <a:pt x="6741" y="4398"/>
                  </a:cubicBezTo>
                  <a:lnTo>
                    <a:pt x="10015" y="1124"/>
                  </a:lnTo>
                  <a:cubicBezTo>
                    <a:pt x="10109" y="1121"/>
                    <a:pt x="10204" y="1119"/>
                    <a:pt x="10298" y="1119"/>
                  </a:cubicBezTo>
                  <a:close/>
                  <a:moveTo>
                    <a:pt x="12798" y="1499"/>
                  </a:moveTo>
                  <a:cubicBezTo>
                    <a:pt x="13556" y="1737"/>
                    <a:pt x="14276" y="2080"/>
                    <a:pt x="14936" y="2520"/>
                  </a:cubicBezTo>
                  <a:lnTo>
                    <a:pt x="12348" y="5108"/>
                  </a:lnTo>
                  <a:cubicBezTo>
                    <a:pt x="12131" y="5326"/>
                    <a:pt x="12133" y="5679"/>
                    <a:pt x="12349" y="5896"/>
                  </a:cubicBezTo>
                  <a:cubicBezTo>
                    <a:pt x="12459" y="6005"/>
                    <a:pt x="12602" y="6059"/>
                    <a:pt x="12745" y="6059"/>
                  </a:cubicBezTo>
                  <a:cubicBezTo>
                    <a:pt x="12887" y="6059"/>
                    <a:pt x="13029" y="6006"/>
                    <a:pt x="13137" y="5899"/>
                  </a:cubicBezTo>
                  <a:lnTo>
                    <a:pt x="15832" y="3204"/>
                  </a:lnTo>
                  <a:cubicBezTo>
                    <a:pt x="16459" y="3754"/>
                    <a:pt x="17003" y="4395"/>
                    <a:pt x="17444" y="5105"/>
                  </a:cubicBezTo>
                  <a:cubicBezTo>
                    <a:pt x="15046" y="9160"/>
                    <a:pt x="9982" y="14248"/>
                    <a:pt x="5866" y="16683"/>
                  </a:cubicBezTo>
                  <a:cubicBezTo>
                    <a:pt x="5156" y="16242"/>
                    <a:pt x="4517" y="15698"/>
                    <a:pt x="3965" y="15069"/>
                  </a:cubicBezTo>
                  <a:lnTo>
                    <a:pt x="7530" y="11506"/>
                  </a:lnTo>
                  <a:cubicBezTo>
                    <a:pt x="9721" y="9314"/>
                    <a:pt x="7400" y="6897"/>
                    <a:pt x="9109" y="5189"/>
                  </a:cubicBezTo>
                  <a:lnTo>
                    <a:pt x="12798" y="1499"/>
                  </a:lnTo>
                  <a:close/>
                  <a:moveTo>
                    <a:pt x="18045" y="6262"/>
                  </a:moveTo>
                  <a:cubicBezTo>
                    <a:pt x="18519" y="7383"/>
                    <a:pt x="18743" y="8595"/>
                    <a:pt x="18701" y="9811"/>
                  </a:cubicBezTo>
                  <a:lnTo>
                    <a:pt x="18701" y="9810"/>
                  </a:lnTo>
                  <a:lnTo>
                    <a:pt x="16990" y="11521"/>
                  </a:lnTo>
                  <a:cubicBezTo>
                    <a:pt x="16005" y="12507"/>
                    <a:pt x="14221" y="12712"/>
                    <a:pt x="13041" y="13891"/>
                  </a:cubicBezTo>
                  <a:lnTo>
                    <a:pt x="9075" y="17858"/>
                  </a:lnTo>
                  <a:cubicBezTo>
                    <a:pt x="8370" y="17755"/>
                    <a:pt x="7679" y="17562"/>
                    <a:pt x="7023" y="17284"/>
                  </a:cubicBezTo>
                  <a:cubicBezTo>
                    <a:pt x="10954" y="14785"/>
                    <a:pt x="15545" y="10194"/>
                    <a:pt x="18045" y="6262"/>
                  </a:cubicBezTo>
                  <a:close/>
                  <a:moveTo>
                    <a:pt x="18435" y="11657"/>
                  </a:moveTo>
                  <a:cubicBezTo>
                    <a:pt x="17513" y="15184"/>
                    <a:pt x="14354" y="17817"/>
                    <a:pt x="10572" y="17940"/>
                  </a:cubicBezTo>
                  <a:lnTo>
                    <a:pt x="10571" y="17940"/>
                  </a:lnTo>
                  <a:lnTo>
                    <a:pt x="13832" y="14682"/>
                  </a:lnTo>
                  <a:cubicBezTo>
                    <a:pt x="14817" y="13695"/>
                    <a:pt x="16600" y="13491"/>
                    <a:pt x="17779" y="12312"/>
                  </a:cubicBezTo>
                  <a:lnTo>
                    <a:pt x="18435" y="11657"/>
                  </a:lnTo>
                  <a:close/>
                  <a:moveTo>
                    <a:pt x="2540" y="15075"/>
                  </a:moveTo>
                  <a:cubicBezTo>
                    <a:pt x="3151" y="15927"/>
                    <a:pt x="3898" y="16674"/>
                    <a:pt x="4750" y="17285"/>
                  </a:cubicBezTo>
                  <a:cubicBezTo>
                    <a:pt x="3787" y="17751"/>
                    <a:pt x="3058" y="17944"/>
                    <a:pt x="2584" y="17944"/>
                  </a:cubicBezTo>
                  <a:cubicBezTo>
                    <a:pt x="2326" y="17944"/>
                    <a:pt x="2144" y="17887"/>
                    <a:pt x="2042" y="17784"/>
                  </a:cubicBezTo>
                  <a:lnTo>
                    <a:pt x="2040" y="17784"/>
                  </a:lnTo>
                  <a:cubicBezTo>
                    <a:pt x="1750" y="17493"/>
                    <a:pt x="1822" y="16562"/>
                    <a:pt x="2540" y="15075"/>
                  </a:cubicBezTo>
                  <a:close/>
                  <a:moveTo>
                    <a:pt x="10289" y="1"/>
                  </a:moveTo>
                  <a:cubicBezTo>
                    <a:pt x="7876" y="1"/>
                    <a:pt x="5438" y="909"/>
                    <a:pt x="3554" y="2793"/>
                  </a:cubicBezTo>
                  <a:cubicBezTo>
                    <a:pt x="468" y="5879"/>
                    <a:pt x="0" y="10449"/>
                    <a:pt x="1854" y="13966"/>
                  </a:cubicBezTo>
                  <a:cubicBezTo>
                    <a:pt x="1123" y="15308"/>
                    <a:pt x="168" y="17490"/>
                    <a:pt x="1251" y="18574"/>
                  </a:cubicBezTo>
                  <a:cubicBezTo>
                    <a:pt x="1603" y="18925"/>
                    <a:pt x="2069" y="19062"/>
                    <a:pt x="2585" y="19062"/>
                  </a:cubicBezTo>
                  <a:cubicBezTo>
                    <a:pt x="3660" y="19062"/>
                    <a:pt x="4950" y="18466"/>
                    <a:pt x="5859" y="17971"/>
                  </a:cubicBezTo>
                  <a:cubicBezTo>
                    <a:pt x="7228" y="18693"/>
                    <a:pt x="8757" y="19063"/>
                    <a:pt x="10297" y="19063"/>
                  </a:cubicBezTo>
                  <a:cubicBezTo>
                    <a:pt x="12710" y="19063"/>
                    <a:pt x="15148" y="18155"/>
                    <a:pt x="17032" y="16270"/>
                  </a:cubicBezTo>
                  <a:cubicBezTo>
                    <a:pt x="20118" y="13184"/>
                    <a:pt x="20586" y="8613"/>
                    <a:pt x="18732" y="5098"/>
                  </a:cubicBezTo>
                  <a:cubicBezTo>
                    <a:pt x="19465" y="3753"/>
                    <a:pt x="20418" y="1574"/>
                    <a:pt x="19335" y="490"/>
                  </a:cubicBezTo>
                  <a:cubicBezTo>
                    <a:pt x="18984" y="139"/>
                    <a:pt x="18517" y="2"/>
                    <a:pt x="18001" y="2"/>
                  </a:cubicBezTo>
                  <a:cubicBezTo>
                    <a:pt x="16925" y="2"/>
                    <a:pt x="15634" y="598"/>
                    <a:pt x="14727" y="1092"/>
                  </a:cubicBezTo>
                  <a:cubicBezTo>
                    <a:pt x="13358" y="371"/>
                    <a:pt x="11829" y="1"/>
                    <a:pt x="10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4" name="Google Shape;19844;p92"/>
            <p:cNvSpPr/>
            <p:nvPr/>
          </p:nvSpPr>
          <p:spPr>
            <a:xfrm>
              <a:off x="1570000" y="3247520"/>
              <a:ext cx="67071" cy="64532"/>
            </a:xfrm>
            <a:custGeom>
              <a:rect b="b" l="l" r="r" t="t"/>
              <a:pathLst>
                <a:path extrusionOk="0" h="3203" w="3329">
                  <a:moveTo>
                    <a:pt x="1724" y="1117"/>
                  </a:moveTo>
                  <a:cubicBezTo>
                    <a:pt x="1973" y="1117"/>
                    <a:pt x="2211" y="1309"/>
                    <a:pt x="2211" y="1601"/>
                  </a:cubicBezTo>
                  <a:cubicBezTo>
                    <a:pt x="2211" y="1868"/>
                    <a:pt x="1994" y="2085"/>
                    <a:pt x="1728" y="2085"/>
                  </a:cubicBezTo>
                  <a:cubicBezTo>
                    <a:pt x="1296" y="2085"/>
                    <a:pt x="1081" y="1563"/>
                    <a:pt x="1386" y="1258"/>
                  </a:cubicBezTo>
                  <a:cubicBezTo>
                    <a:pt x="1484" y="1160"/>
                    <a:pt x="1605" y="1117"/>
                    <a:pt x="1724" y="1117"/>
                  </a:cubicBezTo>
                  <a:close/>
                  <a:moveTo>
                    <a:pt x="1728" y="0"/>
                  </a:moveTo>
                  <a:cubicBezTo>
                    <a:pt x="1080" y="0"/>
                    <a:pt x="497" y="390"/>
                    <a:pt x="249" y="989"/>
                  </a:cubicBezTo>
                  <a:cubicBezTo>
                    <a:pt x="1" y="1587"/>
                    <a:pt x="138" y="2276"/>
                    <a:pt x="595" y="2733"/>
                  </a:cubicBezTo>
                  <a:cubicBezTo>
                    <a:pt x="902" y="3039"/>
                    <a:pt x="1312" y="3202"/>
                    <a:pt x="1728" y="3202"/>
                  </a:cubicBezTo>
                  <a:cubicBezTo>
                    <a:pt x="1934" y="3202"/>
                    <a:pt x="2142" y="3162"/>
                    <a:pt x="2339" y="3080"/>
                  </a:cubicBezTo>
                  <a:cubicBezTo>
                    <a:pt x="2939" y="2832"/>
                    <a:pt x="3329" y="2249"/>
                    <a:pt x="3329" y="1601"/>
                  </a:cubicBezTo>
                  <a:cubicBezTo>
                    <a:pt x="3327" y="717"/>
                    <a:pt x="2611" y="2"/>
                    <a:pt x="1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845" name="Google Shape;19845;p92"/>
          <p:cNvSpPr/>
          <p:nvPr/>
        </p:nvSpPr>
        <p:spPr>
          <a:xfrm>
            <a:off x="1793879" y="3440867"/>
            <a:ext cx="269165" cy="353224"/>
          </a:xfrm>
          <a:custGeom>
            <a:rect b="b" l="l" r="r" t="t"/>
            <a:pathLst>
              <a:path extrusionOk="0" h="19052" w="14520">
                <a:moveTo>
                  <a:pt x="11168" y="1118"/>
                </a:moveTo>
                <a:lnTo>
                  <a:pt x="11168" y="3351"/>
                </a:lnTo>
                <a:lnTo>
                  <a:pt x="8936" y="3351"/>
                </a:lnTo>
                <a:lnTo>
                  <a:pt x="8936" y="1118"/>
                </a:lnTo>
                <a:close/>
                <a:moveTo>
                  <a:pt x="4467" y="4469"/>
                </a:moveTo>
                <a:lnTo>
                  <a:pt x="4467" y="5585"/>
                </a:lnTo>
                <a:lnTo>
                  <a:pt x="3351" y="5585"/>
                </a:lnTo>
                <a:lnTo>
                  <a:pt x="3351" y="4469"/>
                </a:lnTo>
                <a:close/>
                <a:moveTo>
                  <a:pt x="12286" y="4469"/>
                </a:moveTo>
                <a:lnTo>
                  <a:pt x="12286" y="5585"/>
                </a:lnTo>
                <a:lnTo>
                  <a:pt x="7818" y="5585"/>
                </a:lnTo>
                <a:lnTo>
                  <a:pt x="7818" y="4469"/>
                </a:lnTo>
                <a:close/>
                <a:moveTo>
                  <a:pt x="11168" y="6701"/>
                </a:moveTo>
                <a:lnTo>
                  <a:pt x="11168" y="10089"/>
                </a:lnTo>
                <a:lnTo>
                  <a:pt x="8936" y="10089"/>
                </a:lnTo>
                <a:lnTo>
                  <a:pt x="8936" y="6701"/>
                </a:lnTo>
                <a:close/>
                <a:moveTo>
                  <a:pt x="11168" y="11207"/>
                </a:moveTo>
                <a:lnTo>
                  <a:pt x="11168" y="13403"/>
                </a:lnTo>
                <a:cubicBezTo>
                  <a:pt x="11168" y="13993"/>
                  <a:pt x="10710" y="14482"/>
                  <a:pt x="10121" y="14518"/>
                </a:cubicBezTo>
                <a:cubicBezTo>
                  <a:pt x="10099" y="14519"/>
                  <a:pt x="10077" y="14520"/>
                  <a:pt x="10055" y="14520"/>
                </a:cubicBezTo>
                <a:cubicBezTo>
                  <a:pt x="9427" y="14520"/>
                  <a:pt x="8936" y="13985"/>
                  <a:pt x="8936" y="13368"/>
                </a:cubicBezTo>
                <a:lnTo>
                  <a:pt x="8936" y="11207"/>
                </a:lnTo>
                <a:close/>
                <a:moveTo>
                  <a:pt x="7809" y="0"/>
                </a:moveTo>
                <a:cubicBezTo>
                  <a:pt x="7501" y="0"/>
                  <a:pt x="7250" y="249"/>
                  <a:pt x="7250" y="559"/>
                </a:cubicBezTo>
                <a:cubicBezTo>
                  <a:pt x="7250" y="868"/>
                  <a:pt x="7499" y="1118"/>
                  <a:pt x="7807" y="1118"/>
                </a:cubicBezTo>
                <a:cubicBezTo>
                  <a:pt x="7810" y="1118"/>
                  <a:pt x="7814" y="1118"/>
                  <a:pt x="7818" y="1118"/>
                </a:cubicBezTo>
                <a:lnTo>
                  <a:pt x="7818" y="3351"/>
                </a:lnTo>
                <a:lnTo>
                  <a:pt x="7260" y="3351"/>
                </a:lnTo>
                <a:cubicBezTo>
                  <a:pt x="6951" y="3351"/>
                  <a:pt x="6701" y="3602"/>
                  <a:pt x="6701" y="3910"/>
                </a:cubicBezTo>
                <a:lnTo>
                  <a:pt x="6701" y="4469"/>
                </a:lnTo>
                <a:lnTo>
                  <a:pt x="5585" y="4469"/>
                </a:lnTo>
                <a:lnTo>
                  <a:pt x="5585" y="3910"/>
                </a:lnTo>
                <a:cubicBezTo>
                  <a:pt x="5585" y="3600"/>
                  <a:pt x="5334" y="3351"/>
                  <a:pt x="5026" y="3351"/>
                </a:cubicBezTo>
                <a:lnTo>
                  <a:pt x="4467" y="3351"/>
                </a:lnTo>
                <a:lnTo>
                  <a:pt x="4467" y="559"/>
                </a:lnTo>
                <a:cubicBezTo>
                  <a:pt x="4463" y="254"/>
                  <a:pt x="4213" y="11"/>
                  <a:pt x="3910" y="11"/>
                </a:cubicBezTo>
                <a:cubicBezTo>
                  <a:pt x="3605" y="11"/>
                  <a:pt x="3357" y="254"/>
                  <a:pt x="3351" y="559"/>
                </a:cubicBezTo>
                <a:lnTo>
                  <a:pt x="3351" y="3351"/>
                </a:lnTo>
                <a:lnTo>
                  <a:pt x="2792" y="3351"/>
                </a:lnTo>
                <a:cubicBezTo>
                  <a:pt x="2484" y="3351"/>
                  <a:pt x="2234" y="3602"/>
                  <a:pt x="2234" y="3910"/>
                </a:cubicBezTo>
                <a:lnTo>
                  <a:pt x="2234" y="4469"/>
                </a:lnTo>
                <a:lnTo>
                  <a:pt x="1675" y="4469"/>
                </a:lnTo>
                <a:cubicBezTo>
                  <a:pt x="1367" y="4469"/>
                  <a:pt x="1116" y="4718"/>
                  <a:pt x="1116" y="5026"/>
                </a:cubicBezTo>
                <a:cubicBezTo>
                  <a:pt x="1116" y="5335"/>
                  <a:pt x="1367" y="5585"/>
                  <a:pt x="1675" y="5585"/>
                </a:cubicBezTo>
                <a:lnTo>
                  <a:pt x="2234" y="5585"/>
                </a:lnTo>
                <a:lnTo>
                  <a:pt x="2234" y="6144"/>
                </a:lnTo>
                <a:cubicBezTo>
                  <a:pt x="2234" y="6452"/>
                  <a:pt x="2484" y="6701"/>
                  <a:pt x="2792" y="6701"/>
                </a:cubicBezTo>
                <a:lnTo>
                  <a:pt x="3351" y="6701"/>
                </a:lnTo>
                <a:lnTo>
                  <a:pt x="3351" y="16828"/>
                </a:lnTo>
                <a:lnTo>
                  <a:pt x="559" y="16828"/>
                </a:lnTo>
                <a:cubicBezTo>
                  <a:pt x="250" y="16828"/>
                  <a:pt x="0" y="17079"/>
                  <a:pt x="0" y="17387"/>
                </a:cubicBezTo>
                <a:lnTo>
                  <a:pt x="0" y="18503"/>
                </a:lnTo>
                <a:cubicBezTo>
                  <a:pt x="6" y="18808"/>
                  <a:pt x="254" y="19052"/>
                  <a:pt x="559" y="19052"/>
                </a:cubicBezTo>
                <a:cubicBezTo>
                  <a:pt x="862" y="19052"/>
                  <a:pt x="1112" y="18808"/>
                  <a:pt x="1116" y="18503"/>
                </a:cubicBezTo>
                <a:lnTo>
                  <a:pt x="1116" y="17946"/>
                </a:lnTo>
                <a:lnTo>
                  <a:pt x="13403" y="17946"/>
                </a:lnTo>
                <a:lnTo>
                  <a:pt x="13403" y="18503"/>
                </a:lnTo>
                <a:cubicBezTo>
                  <a:pt x="13409" y="18808"/>
                  <a:pt x="13657" y="19052"/>
                  <a:pt x="13962" y="19052"/>
                </a:cubicBezTo>
                <a:cubicBezTo>
                  <a:pt x="14265" y="19052"/>
                  <a:pt x="14515" y="18808"/>
                  <a:pt x="14519" y="18503"/>
                </a:cubicBezTo>
                <a:lnTo>
                  <a:pt x="14519" y="17387"/>
                </a:lnTo>
                <a:cubicBezTo>
                  <a:pt x="14519" y="17079"/>
                  <a:pt x="14269" y="16828"/>
                  <a:pt x="13962" y="16828"/>
                </a:cubicBezTo>
                <a:lnTo>
                  <a:pt x="4467" y="16828"/>
                </a:lnTo>
                <a:lnTo>
                  <a:pt x="4467" y="6701"/>
                </a:lnTo>
                <a:lnTo>
                  <a:pt x="5026" y="6701"/>
                </a:lnTo>
                <a:cubicBezTo>
                  <a:pt x="5334" y="6701"/>
                  <a:pt x="5583" y="6452"/>
                  <a:pt x="5583" y="6143"/>
                </a:cubicBezTo>
                <a:lnTo>
                  <a:pt x="5583" y="5585"/>
                </a:lnTo>
                <a:lnTo>
                  <a:pt x="6701" y="5585"/>
                </a:lnTo>
                <a:lnTo>
                  <a:pt x="6701" y="6143"/>
                </a:lnTo>
                <a:cubicBezTo>
                  <a:pt x="6700" y="6452"/>
                  <a:pt x="6951" y="6701"/>
                  <a:pt x="7260" y="6701"/>
                </a:cubicBezTo>
                <a:lnTo>
                  <a:pt x="7818" y="6701"/>
                </a:lnTo>
                <a:lnTo>
                  <a:pt x="7818" y="13367"/>
                </a:lnTo>
                <a:cubicBezTo>
                  <a:pt x="7818" y="14593"/>
                  <a:pt x="8803" y="15637"/>
                  <a:pt x="10052" y="15637"/>
                </a:cubicBezTo>
                <a:cubicBezTo>
                  <a:pt x="10097" y="15637"/>
                  <a:pt x="10142" y="15635"/>
                  <a:pt x="10188" y="15633"/>
                </a:cubicBezTo>
                <a:cubicBezTo>
                  <a:pt x="11366" y="15559"/>
                  <a:pt x="12285" y="14583"/>
                  <a:pt x="12286" y="13403"/>
                </a:cubicBezTo>
                <a:lnTo>
                  <a:pt x="12286" y="6701"/>
                </a:lnTo>
                <a:lnTo>
                  <a:pt x="12844" y="6701"/>
                </a:lnTo>
                <a:cubicBezTo>
                  <a:pt x="13153" y="6701"/>
                  <a:pt x="13403" y="6452"/>
                  <a:pt x="13403" y="6143"/>
                </a:cubicBezTo>
                <a:lnTo>
                  <a:pt x="13403" y="3910"/>
                </a:lnTo>
                <a:cubicBezTo>
                  <a:pt x="13403" y="3602"/>
                  <a:pt x="13153" y="3351"/>
                  <a:pt x="12844" y="3351"/>
                </a:cubicBezTo>
                <a:lnTo>
                  <a:pt x="12286" y="3351"/>
                </a:lnTo>
                <a:lnTo>
                  <a:pt x="12286" y="1118"/>
                </a:lnTo>
                <a:cubicBezTo>
                  <a:pt x="12590" y="1112"/>
                  <a:pt x="12835" y="864"/>
                  <a:pt x="12835" y="559"/>
                </a:cubicBezTo>
                <a:cubicBezTo>
                  <a:pt x="12835" y="254"/>
                  <a:pt x="12590" y="6"/>
                  <a:pt x="12286" y="0"/>
                </a:cubicBezTo>
                <a:lnTo>
                  <a:pt x="7818" y="0"/>
                </a:lnTo>
                <a:cubicBezTo>
                  <a:pt x="7815" y="0"/>
                  <a:pt x="7812" y="0"/>
                  <a:pt x="78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846" name="Google Shape;19846;p92"/>
          <p:cNvGrpSpPr/>
          <p:nvPr/>
        </p:nvGrpSpPr>
        <p:grpSpPr>
          <a:xfrm>
            <a:off x="1005605" y="3451321"/>
            <a:ext cx="362751" cy="332046"/>
            <a:chOff x="1003855" y="3800791"/>
            <a:chExt cx="394166" cy="360801"/>
          </a:xfrm>
        </p:grpSpPr>
        <p:sp>
          <p:nvSpPr>
            <p:cNvPr id="19847" name="Google Shape;19847;p92"/>
            <p:cNvSpPr/>
            <p:nvPr/>
          </p:nvSpPr>
          <p:spPr>
            <a:xfrm>
              <a:off x="1003855" y="3800791"/>
              <a:ext cx="394166" cy="360801"/>
            </a:xfrm>
            <a:custGeom>
              <a:rect b="b" l="l" r="r" t="t"/>
              <a:pathLst>
                <a:path extrusionOk="0" h="17908" w="19564">
                  <a:moveTo>
                    <a:pt x="1851" y="6705"/>
                  </a:moveTo>
                  <a:lnTo>
                    <a:pt x="4085" y="6706"/>
                  </a:lnTo>
                  <a:lnTo>
                    <a:pt x="4084" y="8935"/>
                  </a:lnTo>
                  <a:lnTo>
                    <a:pt x="1850" y="8935"/>
                  </a:lnTo>
                  <a:lnTo>
                    <a:pt x="1851" y="6705"/>
                  </a:lnTo>
                  <a:close/>
                  <a:moveTo>
                    <a:pt x="15080" y="6702"/>
                  </a:moveTo>
                  <a:lnTo>
                    <a:pt x="15080" y="10537"/>
                  </a:lnTo>
                  <a:cubicBezTo>
                    <a:pt x="15080" y="10735"/>
                    <a:pt x="15083" y="10691"/>
                    <a:pt x="16007" y="12285"/>
                  </a:cubicBezTo>
                  <a:lnTo>
                    <a:pt x="14553" y="12285"/>
                  </a:lnTo>
                  <a:cubicBezTo>
                    <a:pt x="14559" y="11973"/>
                    <a:pt x="14308" y="11717"/>
                    <a:pt x="13994" y="11717"/>
                  </a:cubicBezTo>
                  <a:cubicBezTo>
                    <a:pt x="13682" y="11717"/>
                    <a:pt x="13431" y="11973"/>
                    <a:pt x="13436" y="12285"/>
                  </a:cubicBezTo>
                  <a:lnTo>
                    <a:pt x="11966" y="12285"/>
                  </a:lnTo>
                  <a:cubicBezTo>
                    <a:pt x="12881" y="10691"/>
                    <a:pt x="12884" y="10735"/>
                    <a:pt x="12884" y="10537"/>
                  </a:cubicBezTo>
                  <a:lnTo>
                    <a:pt x="12884" y="6702"/>
                  </a:lnTo>
                  <a:close/>
                  <a:moveTo>
                    <a:pt x="4082" y="10052"/>
                  </a:moveTo>
                  <a:lnTo>
                    <a:pt x="4078" y="15675"/>
                  </a:lnTo>
                  <a:cubicBezTo>
                    <a:pt x="4078" y="16292"/>
                    <a:pt x="3579" y="16791"/>
                    <a:pt x="2962" y="16791"/>
                  </a:cubicBezTo>
                  <a:cubicBezTo>
                    <a:pt x="2344" y="16791"/>
                    <a:pt x="1844" y="16290"/>
                    <a:pt x="1845" y="15673"/>
                  </a:cubicBezTo>
                  <a:lnTo>
                    <a:pt x="1850" y="10052"/>
                  </a:lnTo>
                  <a:close/>
                  <a:moveTo>
                    <a:pt x="16654" y="13403"/>
                  </a:moveTo>
                  <a:lnTo>
                    <a:pt x="17806" y="15394"/>
                  </a:lnTo>
                  <a:cubicBezTo>
                    <a:pt x="18167" y="16014"/>
                    <a:pt x="17718" y="16791"/>
                    <a:pt x="17001" y="16791"/>
                  </a:cubicBezTo>
                  <a:lnTo>
                    <a:pt x="10987" y="16791"/>
                  </a:lnTo>
                  <a:cubicBezTo>
                    <a:pt x="10273" y="16791"/>
                    <a:pt x="9824" y="16017"/>
                    <a:pt x="10180" y="15397"/>
                  </a:cubicBezTo>
                  <a:lnTo>
                    <a:pt x="11326" y="13403"/>
                  </a:lnTo>
                  <a:close/>
                  <a:moveTo>
                    <a:pt x="4075" y="0"/>
                  </a:moveTo>
                  <a:cubicBezTo>
                    <a:pt x="3274" y="0"/>
                    <a:pt x="2412" y="523"/>
                    <a:pt x="2412" y="1676"/>
                  </a:cubicBezTo>
                  <a:cubicBezTo>
                    <a:pt x="2412" y="2182"/>
                    <a:pt x="2413" y="3498"/>
                    <a:pt x="2418" y="5588"/>
                  </a:cubicBezTo>
                  <a:lnTo>
                    <a:pt x="549" y="5587"/>
                  </a:lnTo>
                  <a:cubicBezTo>
                    <a:pt x="245" y="5591"/>
                    <a:pt x="1" y="5841"/>
                    <a:pt x="1" y="6144"/>
                  </a:cubicBezTo>
                  <a:cubicBezTo>
                    <a:pt x="1" y="6449"/>
                    <a:pt x="245" y="6697"/>
                    <a:pt x="549" y="6703"/>
                  </a:cubicBezTo>
                  <a:lnTo>
                    <a:pt x="736" y="6703"/>
                  </a:lnTo>
                  <a:cubicBezTo>
                    <a:pt x="736" y="7098"/>
                    <a:pt x="729" y="15295"/>
                    <a:pt x="729" y="15672"/>
                  </a:cubicBezTo>
                  <a:cubicBezTo>
                    <a:pt x="729" y="16905"/>
                    <a:pt x="1727" y="17906"/>
                    <a:pt x="2962" y="17907"/>
                  </a:cubicBezTo>
                  <a:cubicBezTo>
                    <a:pt x="4195" y="17907"/>
                    <a:pt x="5196" y="16909"/>
                    <a:pt x="5197" y="15675"/>
                  </a:cubicBezTo>
                  <a:cubicBezTo>
                    <a:pt x="5197" y="15280"/>
                    <a:pt x="5203" y="6981"/>
                    <a:pt x="5203" y="6706"/>
                  </a:cubicBezTo>
                  <a:lnTo>
                    <a:pt x="5390" y="6706"/>
                  </a:lnTo>
                  <a:cubicBezTo>
                    <a:pt x="5695" y="6700"/>
                    <a:pt x="5939" y="6452"/>
                    <a:pt x="5939" y="6147"/>
                  </a:cubicBezTo>
                  <a:cubicBezTo>
                    <a:pt x="5939" y="5842"/>
                    <a:pt x="5695" y="5594"/>
                    <a:pt x="5390" y="5588"/>
                  </a:cubicBezTo>
                  <a:lnTo>
                    <a:pt x="3534" y="5588"/>
                  </a:lnTo>
                  <a:cubicBezTo>
                    <a:pt x="3531" y="3496"/>
                    <a:pt x="3529" y="2181"/>
                    <a:pt x="3529" y="1674"/>
                  </a:cubicBezTo>
                  <a:cubicBezTo>
                    <a:pt x="3529" y="1212"/>
                    <a:pt x="3827" y="1117"/>
                    <a:pt x="4075" y="1117"/>
                  </a:cubicBezTo>
                  <a:cubicBezTo>
                    <a:pt x="4931" y="1117"/>
                    <a:pt x="4744" y="3350"/>
                    <a:pt x="6276" y="3350"/>
                  </a:cubicBezTo>
                  <a:cubicBezTo>
                    <a:pt x="7739" y="3350"/>
                    <a:pt x="7938" y="1117"/>
                    <a:pt x="8478" y="1117"/>
                  </a:cubicBezTo>
                  <a:cubicBezTo>
                    <a:pt x="9017" y="1117"/>
                    <a:pt x="9216" y="3350"/>
                    <a:pt x="10678" y="3350"/>
                  </a:cubicBezTo>
                  <a:cubicBezTo>
                    <a:pt x="12195" y="3350"/>
                    <a:pt x="12081" y="1117"/>
                    <a:pt x="12879" y="1117"/>
                  </a:cubicBezTo>
                  <a:cubicBezTo>
                    <a:pt x="13127" y="1117"/>
                    <a:pt x="13425" y="1212"/>
                    <a:pt x="13425" y="1674"/>
                  </a:cubicBezTo>
                  <a:cubicBezTo>
                    <a:pt x="13425" y="2502"/>
                    <a:pt x="13420" y="4581"/>
                    <a:pt x="13417" y="5584"/>
                  </a:cubicBezTo>
                  <a:lnTo>
                    <a:pt x="11580" y="5584"/>
                  </a:lnTo>
                  <a:cubicBezTo>
                    <a:pt x="11272" y="5584"/>
                    <a:pt x="11023" y="5833"/>
                    <a:pt x="11023" y="6143"/>
                  </a:cubicBezTo>
                  <a:cubicBezTo>
                    <a:pt x="11023" y="6451"/>
                    <a:pt x="11272" y="6700"/>
                    <a:pt x="11580" y="6700"/>
                  </a:cubicBezTo>
                  <a:lnTo>
                    <a:pt x="11767" y="6700"/>
                  </a:lnTo>
                  <a:lnTo>
                    <a:pt x="11767" y="10387"/>
                  </a:lnTo>
                  <a:lnTo>
                    <a:pt x="9212" y="14841"/>
                  </a:lnTo>
                  <a:cubicBezTo>
                    <a:pt x="8428" y="16205"/>
                    <a:pt x="9413" y="17907"/>
                    <a:pt x="10989" y="17907"/>
                  </a:cubicBezTo>
                  <a:lnTo>
                    <a:pt x="17001" y="17907"/>
                  </a:lnTo>
                  <a:cubicBezTo>
                    <a:pt x="18579" y="17907"/>
                    <a:pt x="19564" y="16199"/>
                    <a:pt x="18773" y="14833"/>
                  </a:cubicBezTo>
                  <a:lnTo>
                    <a:pt x="16197" y="10386"/>
                  </a:lnTo>
                  <a:lnTo>
                    <a:pt x="16197" y="6702"/>
                  </a:lnTo>
                  <a:lnTo>
                    <a:pt x="16384" y="6702"/>
                  </a:lnTo>
                  <a:cubicBezTo>
                    <a:pt x="16692" y="6700"/>
                    <a:pt x="16943" y="6451"/>
                    <a:pt x="16943" y="6143"/>
                  </a:cubicBezTo>
                  <a:cubicBezTo>
                    <a:pt x="16943" y="5835"/>
                    <a:pt x="16692" y="5584"/>
                    <a:pt x="16384" y="5584"/>
                  </a:cubicBezTo>
                  <a:lnTo>
                    <a:pt x="14533" y="5584"/>
                  </a:lnTo>
                  <a:cubicBezTo>
                    <a:pt x="14535" y="4581"/>
                    <a:pt x="14541" y="2504"/>
                    <a:pt x="14541" y="1676"/>
                  </a:cubicBezTo>
                  <a:cubicBezTo>
                    <a:pt x="14541" y="523"/>
                    <a:pt x="13679" y="0"/>
                    <a:pt x="12878" y="0"/>
                  </a:cubicBezTo>
                  <a:cubicBezTo>
                    <a:pt x="11220" y="0"/>
                    <a:pt x="11135" y="2233"/>
                    <a:pt x="10676" y="2233"/>
                  </a:cubicBezTo>
                  <a:cubicBezTo>
                    <a:pt x="10138" y="2233"/>
                    <a:pt x="9938" y="0"/>
                    <a:pt x="8476" y="0"/>
                  </a:cubicBezTo>
                  <a:cubicBezTo>
                    <a:pt x="7015" y="0"/>
                    <a:pt x="6814" y="2233"/>
                    <a:pt x="6275" y="2233"/>
                  </a:cubicBezTo>
                  <a:cubicBezTo>
                    <a:pt x="5835" y="2233"/>
                    <a:pt x="5776" y="0"/>
                    <a:pt x="40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8" name="Google Shape;19848;p92"/>
            <p:cNvSpPr/>
            <p:nvPr/>
          </p:nvSpPr>
          <p:spPr>
            <a:xfrm>
              <a:off x="1248124" y="4093313"/>
              <a:ext cx="26333" cy="22525"/>
            </a:xfrm>
            <a:custGeom>
              <a:rect b="b" l="l" r="r" t="t"/>
              <a:pathLst>
                <a:path extrusionOk="0" h="1118" w="1307">
                  <a:moveTo>
                    <a:pt x="748" y="0"/>
                  </a:moveTo>
                  <a:cubicBezTo>
                    <a:pt x="250" y="0"/>
                    <a:pt x="0" y="601"/>
                    <a:pt x="352" y="954"/>
                  </a:cubicBezTo>
                  <a:cubicBezTo>
                    <a:pt x="458" y="1061"/>
                    <a:pt x="601" y="1118"/>
                    <a:pt x="747" y="1118"/>
                  </a:cubicBezTo>
                  <a:cubicBezTo>
                    <a:pt x="819" y="1118"/>
                    <a:pt x="892" y="1104"/>
                    <a:pt x="961" y="1075"/>
                  </a:cubicBezTo>
                  <a:cubicBezTo>
                    <a:pt x="1169" y="988"/>
                    <a:pt x="1307" y="785"/>
                    <a:pt x="1307" y="559"/>
                  </a:cubicBezTo>
                  <a:cubicBezTo>
                    <a:pt x="1307" y="250"/>
                    <a:pt x="1055" y="0"/>
                    <a:pt x="7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849" name="Google Shape;19849;p92"/>
          <p:cNvSpPr/>
          <p:nvPr/>
        </p:nvSpPr>
        <p:spPr>
          <a:xfrm>
            <a:off x="1006796" y="4024936"/>
            <a:ext cx="360369" cy="310082"/>
          </a:xfrm>
          <a:custGeom>
            <a:rect b="b" l="l" r="r" t="t"/>
            <a:pathLst>
              <a:path extrusionOk="0" h="16725" w="19440">
                <a:moveTo>
                  <a:pt x="6294" y="5614"/>
                </a:moveTo>
                <a:lnTo>
                  <a:pt x="6296" y="7842"/>
                </a:lnTo>
                <a:lnTo>
                  <a:pt x="5181" y="7842"/>
                </a:lnTo>
                <a:lnTo>
                  <a:pt x="5181" y="5614"/>
                </a:lnTo>
                <a:close/>
                <a:moveTo>
                  <a:pt x="6530" y="8957"/>
                </a:moveTo>
                <a:lnTo>
                  <a:pt x="7984" y="11490"/>
                </a:lnTo>
                <a:cubicBezTo>
                  <a:pt x="6200" y="11673"/>
                  <a:pt x="5974" y="12339"/>
                  <a:pt x="3909" y="12339"/>
                </a:cubicBezTo>
                <a:cubicBezTo>
                  <a:pt x="3897" y="12339"/>
                  <a:pt x="3884" y="12339"/>
                  <a:pt x="3872" y="12339"/>
                </a:cubicBezTo>
                <a:cubicBezTo>
                  <a:pt x="3592" y="12339"/>
                  <a:pt x="3311" y="12323"/>
                  <a:pt x="3032" y="12291"/>
                </a:cubicBezTo>
                <a:lnTo>
                  <a:pt x="4946" y="8957"/>
                </a:lnTo>
                <a:close/>
                <a:moveTo>
                  <a:pt x="16058" y="6727"/>
                </a:moveTo>
                <a:cubicBezTo>
                  <a:pt x="16058" y="9812"/>
                  <a:pt x="16058" y="9664"/>
                  <a:pt x="16061" y="9700"/>
                </a:cubicBezTo>
                <a:cubicBezTo>
                  <a:pt x="16077" y="9954"/>
                  <a:pt x="16264" y="10165"/>
                  <a:pt x="16514" y="10211"/>
                </a:cubicBezTo>
                <a:cubicBezTo>
                  <a:pt x="17800" y="10691"/>
                  <a:pt x="18545" y="12036"/>
                  <a:pt x="18270" y="13381"/>
                </a:cubicBezTo>
                <a:lnTo>
                  <a:pt x="12809" y="13381"/>
                </a:lnTo>
                <a:cubicBezTo>
                  <a:pt x="12529" y="12015"/>
                  <a:pt x="13308" y="10671"/>
                  <a:pt x="14580" y="10205"/>
                </a:cubicBezTo>
                <a:cubicBezTo>
                  <a:pt x="14801" y="10123"/>
                  <a:pt x="14947" y="9909"/>
                  <a:pt x="14944" y="9673"/>
                </a:cubicBezTo>
                <a:lnTo>
                  <a:pt x="14944" y="6727"/>
                </a:lnTo>
                <a:close/>
                <a:moveTo>
                  <a:pt x="17766" y="14494"/>
                </a:moveTo>
                <a:cubicBezTo>
                  <a:pt x="17207" y="15237"/>
                  <a:pt x="16373" y="15608"/>
                  <a:pt x="15538" y="15608"/>
                </a:cubicBezTo>
                <a:cubicBezTo>
                  <a:pt x="14704" y="15608"/>
                  <a:pt x="13870" y="15237"/>
                  <a:pt x="13311" y="14494"/>
                </a:cubicBezTo>
                <a:close/>
                <a:moveTo>
                  <a:pt x="8602" y="12566"/>
                </a:moveTo>
                <a:lnTo>
                  <a:pt x="9869" y="14774"/>
                </a:lnTo>
                <a:cubicBezTo>
                  <a:pt x="10083" y="15146"/>
                  <a:pt x="9814" y="15609"/>
                  <a:pt x="9386" y="15609"/>
                </a:cubicBezTo>
                <a:lnTo>
                  <a:pt x="9386" y="15608"/>
                </a:lnTo>
                <a:lnTo>
                  <a:pt x="2090" y="15608"/>
                </a:lnTo>
                <a:cubicBezTo>
                  <a:pt x="1661" y="15608"/>
                  <a:pt x="1394" y="15144"/>
                  <a:pt x="1607" y="14774"/>
                </a:cubicBezTo>
                <a:lnTo>
                  <a:pt x="2438" y="13326"/>
                </a:lnTo>
                <a:cubicBezTo>
                  <a:pt x="2885" y="13412"/>
                  <a:pt x="3362" y="13453"/>
                  <a:pt x="3910" y="13453"/>
                </a:cubicBezTo>
                <a:cubicBezTo>
                  <a:pt x="6408" y="13453"/>
                  <a:pt x="6533" y="12631"/>
                  <a:pt x="8602" y="12566"/>
                </a:cubicBezTo>
                <a:close/>
                <a:moveTo>
                  <a:pt x="9983" y="0"/>
                </a:moveTo>
                <a:cubicBezTo>
                  <a:pt x="9966" y="0"/>
                  <a:pt x="9951" y="2"/>
                  <a:pt x="9929" y="2"/>
                </a:cubicBezTo>
                <a:lnTo>
                  <a:pt x="5729" y="2"/>
                </a:lnTo>
                <a:cubicBezTo>
                  <a:pt x="5421" y="2"/>
                  <a:pt x="5172" y="253"/>
                  <a:pt x="5172" y="561"/>
                </a:cubicBezTo>
                <a:lnTo>
                  <a:pt x="5179" y="4499"/>
                </a:lnTo>
                <a:lnTo>
                  <a:pt x="4066" y="4499"/>
                </a:lnTo>
                <a:cubicBezTo>
                  <a:pt x="3758" y="4499"/>
                  <a:pt x="3508" y="4749"/>
                  <a:pt x="3508" y="5057"/>
                </a:cubicBezTo>
                <a:cubicBezTo>
                  <a:pt x="3508" y="5364"/>
                  <a:pt x="3756" y="5613"/>
                  <a:pt x="4063" y="5613"/>
                </a:cubicBezTo>
                <a:cubicBezTo>
                  <a:pt x="4064" y="5613"/>
                  <a:pt x="4065" y="5613"/>
                  <a:pt x="4066" y="5613"/>
                </a:cubicBezTo>
                <a:lnTo>
                  <a:pt x="4066" y="8252"/>
                </a:lnTo>
                <a:lnTo>
                  <a:pt x="640" y="14219"/>
                </a:lnTo>
                <a:cubicBezTo>
                  <a:pt x="1" y="15333"/>
                  <a:pt x="805" y="16724"/>
                  <a:pt x="2090" y="16724"/>
                </a:cubicBezTo>
                <a:lnTo>
                  <a:pt x="9386" y="16724"/>
                </a:lnTo>
                <a:cubicBezTo>
                  <a:pt x="10672" y="16724"/>
                  <a:pt x="11477" y="15334"/>
                  <a:pt x="10836" y="14219"/>
                </a:cubicBezTo>
                <a:lnTo>
                  <a:pt x="7411" y="8252"/>
                </a:lnTo>
                <a:lnTo>
                  <a:pt x="7411" y="5614"/>
                </a:lnTo>
                <a:cubicBezTo>
                  <a:pt x="7718" y="5614"/>
                  <a:pt x="7968" y="5364"/>
                  <a:pt x="7968" y="5057"/>
                </a:cubicBezTo>
                <a:cubicBezTo>
                  <a:pt x="7968" y="4749"/>
                  <a:pt x="7718" y="4499"/>
                  <a:pt x="7411" y="4499"/>
                </a:cubicBezTo>
                <a:lnTo>
                  <a:pt x="6294" y="4499"/>
                </a:lnTo>
                <a:lnTo>
                  <a:pt x="6288" y="1117"/>
                </a:lnTo>
                <a:lnTo>
                  <a:pt x="9773" y="1117"/>
                </a:lnTo>
                <a:lnTo>
                  <a:pt x="14944" y="4220"/>
                </a:lnTo>
                <a:lnTo>
                  <a:pt x="14944" y="5614"/>
                </a:lnTo>
                <a:lnTo>
                  <a:pt x="13829" y="5614"/>
                </a:lnTo>
                <a:cubicBezTo>
                  <a:pt x="13522" y="5614"/>
                  <a:pt x="13272" y="5864"/>
                  <a:pt x="13272" y="6171"/>
                </a:cubicBezTo>
                <a:cubicBezTo>
                  <a:pt x="13272" y="6479"/>
                  <a:pt x="13522" y="6729"/>
                  <a:pt x="13829" y="6729"/>
                </a:cubicBezTo>
                <a:lnTo>
                  <a:pt x="13829" y="9314"/>
                </a:lnTo>
                <a:cubicBezTo>
                  <a:pt x="12504" y="9963"/>
                  <a:pt x="11637" y="11326"/>
                  <a:pt x="11637" y="12822"/>
                </a:cubicBezTo>
                <a:cubicBezTo>
                  <a:pt x="11637" y="14970"/>
                  <a:pt x="13384" y="16724"/>
                  <a:pt x="15539" y="16724"/>
                </a:cubicBezTo>
                <a:cubicBezTo>
                  <a:pt x="17690" y="16724"/>
                  <a:pt x="19440" y="14974"/>
                  <a:pt x="19440" y="12822"/>
                </a:cubicBezTo>
                <a:cubicBezTo>
                  <a:pt x="19440" y="11301"/>
                  <a:pt x="18555" y="9917"/>
                  <a:pt x="17174" y="9280"/>
                </a:cubicBezTo>
                <a:lnTo>
                  <a:pt x="17174" y="6729"/>
                </a:lnTo>
                <a:cubicBezTo>
                  <a:pt x="17482" y="6729"/>
                  <a:pt x="17730" y="6479"/>
                  <a:pt x="17730" y="6171"/>
                </a:cubicBezTo>
                <a:cubicBezTo>
                  <a:pt x="17730" y="5862"/>
                  <a:pt x="17482" y="5614"/>
                  <a:pt x="17174" y="5614"/>
                </a:cubicBezTo>
                <a:lnTo>
                  <a:pt x="16059" y="5614"/>
                </a:lnTo>
                <a:lnTo>
                  <a:pt x="16059" y="3904"/>
                </a:lnTo>
                <a:cubicBezTo>
                  <a:pt x="16059" y="3709"/>
                  <a:pt x="15956" y="3528"/>
                  <a:pt x="15789" y="3426"/>
                </a:cubicBezTo>
                <a:cubicBezTo>
                  <a:pt x="10350" y="163"/>
                  <a:pt x="10133" y="0"/>
                  <a:pt x="9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850" name="Google Shape;19850;p92"/>
          <p:cNvGrpSpPr/>
          <p:nvPr/>
        </p:nvGrpSpPr>
        <p:grpSpPr>
          <a:xfrm>
            <a:off x="1763738" y="4003127"/>
            <a:ext cx="329338" cy="353424"/>
            <a:chOff x="2004279" y="3772343"/>
            <a:chExt cx="357860" cy="384031"/>
          </a:xfrm>
        </p:grpSpPr>
        <p:sp>
          <p:nvSpPr>
            <p:cNvPr id="19851" name="Google Shape;19851;p92"/>
            <p:cNvSpPr/>
            <p:nvPr/>
          </p:nvSpPr>
          <p:spPr>
            <a:xfrm>
              <a:off x="2004279" y="3772343"/>
              <a:ext cx="357860" cy="384031"/>
            </a:xfrm>
            <a:custGeom>
              <a:rect b="b" l="l" r="r" t="t"/>
              <a:pathLst>
                <a:path extrusionOk="0" h="19061" w="17762">
                  <a:moveTo>
                    <a:pt x="10556" y="1117"/>
                  </a:moveTo>
                  <a:lnTo>
                    <a:pt x="10556" y="7334"/>
                  </a:lnTo>
                  <a:cubicBezTo>
                    <a:pt x="10556" y="7547"/>
                    <a:pt x="10503" y="7399"/>
                    <a:pt x="12139" y="10127"/>
                  </a:cubicBezTo>
                  <a:lnTo>
                    <a:pt x="5623" y="10127"/>
                  </a:lnTo>
                  <a:cubicBezTo>
                    <a:pt x="7246" y="7422"/>
                    <a:pt x="7206" y="7547"/>
                    <a:pt x="7206" y="7334"/>
                  </a:cubicBezTo>
                  <a:lnTo>
                    <a:pt x="7206" y="1117"/>
                  </a:lnTo>
                  <a:close/>
                  <a:moveTo>
                    <a:pt x="12810" y="11243"/>
                  </a:moveTo>
                  <a:lnTo>
                    <a:pt x="15986" y="16534"/>
                  </a:lnTo>
                  <a:cubicBezTo>
                    <a:pt x="16358" y="17155"/>
                    <a:pt x="15911" y="17945"/>
                    <a:pt x="15188" y="17945"/>
                  </a:cubicBezTo>
                  <a:lnTo>
                    <a:pt x="2576" y="17945"/>
                  </a:lnTo>
                  <a:cubicBezTo>
                    <a:pt x="1852" y="17945"/>
                    <a:pt x="1406" y="17155"/>
                    <a:pt x="1778" y="16534"/>
                  </a:cubicBezTo>
                  <a:lnTo>
                    <a:pt x="4953" y="11243"/>
                  </a:lnTo>
                  <a:close/>
                  <a:moveTo>
                    <a:pt x="6088" y="0"/>
                  </a:moveTo>
                  <a:cubicBezTo>
                    <a:pt x="5784" y="5"/>
                    <a:pt x="5539" y="254"/>
                    <a:pt x="5539" y="558"/>
                  </a:cubicBezTo>
                  <a:cubicBezTo>
                    <a:pt x="5539" y="862"/>
                    <a:pt x="5784" y="1111"/>
                    <a:pt x="6088" y="1117"/>
                  </a:cubicBezTo>
                  <a:lnTo>
                    <a:pt x="6088" y="7180"/>
                  </a:lnTo>
                  <a:lnTo>
                    <a:pt x="820" y="15960"/>
                  </a:lnTo>
                  <a:cubicBezTo>
                    <a:pt x="1" y="17324"/>
                    <a:pt x="983" y="19061"/>
                    <a:pt x="2576" y="19061"/>
                  </a:cubicBezTo>
                  <a:lnTo>
                    <a:pt x="15186" y="19061"/>
                  </a:lnTo>
                  <a:cubicBezTo>
                    <a:pt x="16778" y="19061"/>
                    <a:pt x="17761" y="17326"/>
                    <a:pt x="16942" y="15960"/>
                  </a:cubicBezTo>
                  <a:lnTo>
                    <a:pt x="16941" y="15960"/>
                  </a:lnTo>
                  <a:lnTo>
                    <a:pt x="11673" y="7180"/>
                  </a:lnTo>
                  <a:lnTo>
                    <a:pt x="11673" y="1117"/>
                  </a:lnTo>
                  <a:cubicBezTo>
                    <a:pt x="11978" y="1111"/>
                    <a:pt x="12221" y="862"/>
                    <a:pt x="12221" y="558"/>
                  </a:cubicBezTo>
                  <a:cubicBezTo>
                    <a:pt x="12221" y="254"/>
                    <a:pt x="11978" y="5"/>
                    <a:pt x="11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2" name="Google Shape;19852;p92"/>
            <p:cNvSpPr/>
            <p:nvPr/>
          </p:nvSpPr>
          <p:spPr>
            <a:xfrm>
              <a:off x="2190644" y="4088860"/>
              <a:ext cx="26333" cy="22505"/>
            </a:xfrm>
            <a:custGeom>
              <a:rect b="b" l="l" r="r" t="t"/>
              <a:pathLst>
                <a:path extrusionOk="0" h="1117" w="1307">
                  <a:moveTo>
                    <a:pt x="750" y="0"/>
                  </a:moveTo>
                  <a:cubicBezTo>
                    <a:pt x="749" y="0"/>
                    <a:pt x="748" y="0"/>
                    <a:pt x="747" y="0"/>
                  </a:cubicBezTo>
                  <a:cubicBezTo>
                    <a:pt x="747" y="0"/>
                    <a:pt x="746" y="0"/>
                    <a:pt x="746" y="0"/>
                  </a:cubicBezTo>
                  <a:cubicBezTo>
                    <a:pt x="249" y="0"/>
                    <a:pt x="1" y="601"/>
                    <a:pt x="353" y="952"/>
                  </a:cubicBezTo>
                  <a:cubicBezTo>
                    <a:pt x="460" y="1060"/>
                    <a:pt x="603" y="1116"/>
                    <a:pt x="749" y="1116"/>
                  </a:cubicBezTo>
                  <a:cubicBezTo>
                    <a:pt x="820" y="1116"/>
                    <a:pt x="892" y="1103"/>
                    <a:pt x="961" y="1075"/>
                  </a:cubicBezTo>
                  <a:cubicBezTo>
                    <a:pt x="1170" y="988"/>
                    <a:pt x="1306" y="783"/>
                    <a:pt x="1306" y="558"/>
                  </a:cubicBezTo>
                  <a:cubicBezTo>
                    <a:pt x="1306" y="251"/>
                    <a:pt x="1058"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3" name="Google Shape;19853;p92"/>
            <p:cNvSpPr/>
            <p:nvPr/>
          </p:nvSpPr>
          <p:spPr>
            <a:xfrm>
              <a:off x="2213169" y="4021346"/>
              <a:ext cx="26292" cy="22505"/>
            </a:xfrm>
            <a:custGeom>
              <a:rect b="b" l="l" r="r" t="t"/>
              <a:pathLst>
                <a:path extrusionOk="0" h="1117" w="1305">
                  <a:moveTo>
                    <a:pt x="746" y="1"/>
                  </a:moveTo>
                  <a:cubicBezTo>
                    <a:pt x="248" y="1"/>
                    <a:pt x="0" y="601"/>
                    <a:pt x="351" y="954"/>
                  </a:cubicBezTo>
                  <a:cubicBezTo>
                    <a:pt x="459" y="1060"/>
                    <a:pt x="602" y="1117"/>
                    <a:pt x="748" y="1117"/>
                  </a:cubicBezTo>
                  <a:cubicBezTo>
                    <a:pt x="819" y="1117"/>
                    <a:pt x="891" y="1103"/>
                    <a:pt x="960" y="1075"/>
                  </a:cubicBezTo>
                  <a:cubicBezTo>
                    <a:pt x="1169" y="988"/>
                    <a:pt x="1305" y="784"/>
                    <a:pt x="1305" y="558"/>
                  </a:cubicBezTo>
                  <a:cubicBezTo>
                    <a:pt x="1305" y="250"/>
                    <a:pt x="1055" y="1"/>
                    <a:pt x="7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4" name="Google Shape;19854;p92"/>
            <p:cNvSpPr/>
            <p:nvPr/>
          </p:nvSpPr>
          <p:spPr>
            <a:xfrm>
              <a:off x="2113036" y="4021346"/>
              <a:ext cx="70194" cy="67514"/>
            </a:xfrm>
            <a:custGeom>
              <a:rect b="b" l="l" r="r" t="t"/>
              <a:pathLst>
                <a:path extrusionOk="0" h="3351" w="3484">
                  <a:moveTo>
                    <a:pt x="1803" y="1115"/>
                  </a:moveTo>
                  <a:cubicBezTo>
                    <a:pt x="2090" y="1115"/>
                    <a:pt x="2365" y="1338"/>
                    <a:pt x="2365" y="1676"/>
                  </a:cubicBezTo>
                  <a:cubicBezTo>
                    <a:pt x="2365" y="1984"/>
                    <a:pt x="2116" y="2233"/>
                    <a:pt x="1808" y="2233"/>
                  </a:cubicBezTo>
                  <a:cubicBezTo>
                    <a:pt x="1310" y="2233"/>
                    <a:pt x="1060" y="1633"/>
                    <a:pt x="1412" y="1280"/>
                  </a:cubicBezTo>
                  <a:cubicBezTo>
                    <a:pt x="1526" y="1166"/>
                    <a:pt x="1666" y="1115"/>
                    <a:pt x="1803" y="1115"/>
                  </a:cubicBezTo>
                  <a:close/>
                  <a:moveTo>
                    <a:pt x="1808" y="1"/>
                  </a:moveTo>
                  <a:cubicBezTo>
                    <a:pt x="1129" y="1"/>
                    <a:pt x="519" y="409"/>
                    <a:pt x="259" y="1035"/>
                  </a:cubicBezTo>
                  <a:cubicBezTo>
                    <a:pt x="1" y="1659"/>
                    <a:pt x="144" y="2381"/>
                    <a:pt x="623" y="2860"/>
                  </a:cubicBezTo>
                  <a:cubicBezTo>
                    <a:pt x="943" y="3180"/>
                    <a:pt x="1372" y="3351"/>
                    <a:pt x="1807" y="3351"/>
                  </a:cubicBezTo>
                  <a:cubicBezTo>
                    <a:pt x="2023" y="3351"/>
                    <a:pt x="2241" y="3309"/>
                    <a:pt x="2449" y="3223"/>
                  </a:cubicBezTo>
                  <a:cubicBezTo>
                    <a:pt x="3075" y="2964"/>
                    <a:pt x="3483" y="2353"/>
                    <a:pt x="3483" y="1676"/>
                  </a:cubicBezTo>
                  <a:cubicBezTo>
                    <a:pt x="3482" y="751"/>
                    <a:pt x="2733" y="1"/>
                    <a:pt x="18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855" name="Google Shape;19855;p92"/>
          <p:cNvSpPr/>
          <p:nvPr/>
        </p:nvSpPr>
        <p:spPr>
          <a:xfrm>
            <a:off x="2522874" y="4003287"/>
            <a:ext cx="311356" cy="353372"/>
          </a:xfrm>
          <a:custGeom>
            <a:rect b="b" l="l" r="r" t="t"/>
            <a:pathLst>
              <a:path extrusionOk="0" h="19060" w="16796">
                <a:moveTo>
                  <a:pt x="13963" y="1121"/>
                </a:moveTo>
                <a:cubicBezTo>
                  <a:pt x="14887" y="1121"/>
                  <a:pt x="15639" y="1874"/>
                  <a:pt x="15639" y="2802"/>
                </a:cubicBezTo>
                <a:cubicBezTo>
                  <a:pt x="15639" y="3729"/>
                  <a:pt x="14887" y="4484"/>
                  <a:pt x="13963" y="4484"/>
                </a:cubicBezTo>
                <a:lnTo>
                  <a:pt x="13443" y="4484"/>
                </a:lnTo>
                <a:lnTo>
                  <a:pt x="13443" y="3923"/>
                </a:lnTo>
                <a:cubicBezTo>
                  <a:pt x="13443" y="3614"/>
                  <a:pt x="13192" y="3363"/>
                  <a:pt x="12884" y="3363"/>
                </a:cubicBezTo>
                <a:lnTo>
                  <a:pt x="9533" y="3363"/>
                </a:lnTo>
                <a:cubicBezTo>
                  <a:pt x="9224" y="3363"/>
                  <a:pt x="8975" y="3614"/>
                  <a:pt x="8975" y="3923"/>
                </a:cubicBezTo>
                <a:lnTo>
                  <a:pt x="8975" y="4484"/>
                </a:lnTo>
                <a:lnTo>
                  <a:pt x="2236" y="4484"/>
                </a:lnTo>
                <a:lnTo>
                  <a:pt x="2236" y="1121"/>
                </a:lnTo>
                <a:close/>
                <a:moveTo>
                  <a:pt x="12325" y="4484"/>
                </a:moveTo>
                <a:lnTo>
                  <a:pt x="12325" y="7631"/>
                </a:lnTo>
                <a:cubicBezTo>
                  <a:pt x="11575" y="7380"/>
                  <a:pt x="11351" y="7285"/>
                  <a:pt x="11191" y="7285"/>
                </a:cubicBezTo>
                <a:cubicBezTo>
                  <a:pt x="11137" y="7285"/>
                  <a:pt x="11090" y="7296"/>
                  <a:pt x="11032" y="7316"/>
                </a:cubicBezTo>
                <a:lnTo>
                  <a:pt x="10092" y="7631"/>
                </a:lnTo>
                <a:lnTo>
                  <a:pt x="10092" y="4484"/>
                </a:lnTo>
                <a:close/>
                <a:moveTo>
                  <a:pt x="14559" y="7849"/>
                </a:moveTo>
                <a:lnTo>
                  <a:pt x="14559" y="11213"/>
                </a:lnTo>
                <a:lnTo>
                  <a:pt x="7858" y="11213"/>
                </a:lnTo>
                <a:lnTo>
                  <a:pt x="7858" y="10653"/>
                </a:lnTo>
                <a:cubicBezTo>
                  <a:pt x="7858" y="10343"/>
                  <a:pt x="7609" y="10092"/>
                  <a:pt x="7299" y="10092"/>
                </a:cubicBezTo>
                <a:lnTo>
                  <a:pt x="3949" y="10092"/>
                </a:lnTo>
                <a:cubicBezTo>
                  <a:pt x="3641" y="10092"/>
                  <a:pt x="3390" y="10343"/>
                  <a:pt x="3391" y="10653"/>
                </a:cubicBezTo>
                <a:lnTo>
                  <a:pt x="3391" y="11213"/>
                </a:lnTo>
                <a:lnTo>
                  <a:pt x="2832" y="11212"/>
                </a:lnTo>
                <a:cubicBezTo>
                  <a:pt x="1909" y="11212"/>
                  <a:pt x="1157" y="10457"/>
                  <a:pt x="1157" y="9530"/>
                </a:cubicBezTo>
                <a:cubicBezTo>
                  <a:pt x="1157" y="8604"/>
                  <a:pt x="1909" y="7849"/>
                  <a:pt x="2832" y="7849"/>
                </a:cubicBezTo>
                <a:lnTo>
                  <a:pt x="8975" y="7849"/>
                </a:lnTo>
                <a:lnTo>
                  <a:pt x="8975" y="8410"/>
                </a:lnTo>
                <a:cubicBezTo>
                  <a:pt x="8975" y="8729"/>
                  <a:pt x="9236" y="8970"/>
                  <a:pt x="9534" y="8970"/>
                </a:cubicBezTo>
                <a:cubicBezTo>
                  <a:pt x="9592" y="8970"/>
                  <a:pt x="9651" y="8961"/>
                  <a:pt x="9710" y="8942"/>
                </a:cubicBezTo>
                <a:lnTo>
                  <a:pt x="11209" y="8439"/>
                </a:lnTo>
                <a:lnTo>
                  <a:pt x="12708" y="8942"/>
                </a:lnTo>
                <a:cubicBezTo>
                  <a:pt x="12767" y="8961"/>
                  <a:pt x="12826" y="8970"/>
                  <a:pt x="12884" y="8970"/>
                </a:cubicBezTo>
                <a:cubicBezTo>
                  <a:pt x="13181" y="8970"/>
                  <a:pt x="13443" y="8729"/>
                  <a:pt x="13443" y="8410"/>
                </a:cubicBezTo>
                <a:lnTo>
                  <a:pt x="13443" y="7849"/>
                </a:lnTo>
                <a:close/>
                <a:moveTo>
                  <a:pt x="6742" y="11212"/>
                </a:moveTo>
                <a:lnTo>
                  <a:pt x="6742" y="14358"/>
                </a:lnTo>
                <a:cubicBezTo>
                  <a:pt x="5994" y="14107"/>
                  <a:pt x="5768" y="14013"/>
                  <a:pt x="5608" y="14013"/>
                </a:cubicBezTo>
                <a:cubicBezTo>
                  <a:pt x="5553" y="14013"/>
                  <a:pt x="5505" y="14024"/>
                  <a:pt x="5448" y="14044"/>
                </a:cubicBezTo>
                <a:lnTo>
                  <a:pt x="4507" y="14358"/>
                </a:lnTo>
                <a:lnTo>
                  <a:pt x="4507" y="11212"/>
                </a:lnTo>
                <a:close/>
                <a:moveTo>
                  <a:pt x="14001" y="14576"/>
                </a:moveTo>
                <a:cubicBezTo>
                  <a:pt x="14924" y="14576"/>
                  <a:pt x="15676" y="15331"/>
                  <a:pt x="15676" y="16257"/>
                </a:cubicBezTo>
                <a:cubicBezTo>
                  <a:pt x="15676" y="17184"/>
                  <a:pt x="14924" y="17938"/>
                  <a:pt x="14001" y="17938"/>
                </a:cubicBezTo>
                <a:lnTo>
                  <a:pt x="2273" y="17938"/>
                </a:lnTo>
                <a:lnTo>
                  <a:pt x="2273" y="14588"/>
                </a:lnTo>
                <a:lnTo>
                  <a:pt x="3391" y="14588"/>
                </a:lnTo>
                <a:lnTo>
                  <a:pt x="3391" y="15136"/>
                </a:lnTo>
                <a:cubicBezTo>
                  <a:pt x="3390" y="15455"/>
                  <a:pt x="3652" y="15697"/>
                  <a:pt x="3949" y="15697"/>
                </a:cubicBezTo>
                <a:cubicBezTo>
                  <a:pt x="4007" y="15697"/>
                  <a:pt x="4066" y="15688"/>
                  <a:pt x="4125" y="15668"/>
                </a:cubicBezTo>
                <a:lnTo>
                  <a:pt x="5624" y="15166"/>
                </a:lnTo>
                <a:lnTo>
                  <a:pt x="7123" y="15668"/>
                </a:lnTo>
                <a:cubicBezTo>
                  <a:pt x="7182" y="15688"/>
                  <a:pt x="7241" y="15697"/>
                  <a:pt x="7299" y="15697"/>
                </a:cubicBezTo>
                <a:cubicBezTo>
                  <a:pt x="7596" y="15697"/>
                  <a:pt x="7858" y="15455"/>
                  <a:pt x="7858" y="15136"/>
                </a:cubicBezTo>
                <a:lnTo>
                  <a:pt x="7858" y="14576"/>
                </a:lnTo>
                <a:close/>
                <a:moveTo>
                  <a:pt x="561" y="0"/>
                </a:moveTo>
                <a:cubicBezTo>
                  <a:pt x="251" y="0"/>
                  <a:pt x="0" y="251"/>
                  <a:pt x="0" y="560"/>
                </a:cubicBezTo>
                <a:cubicBezTo>
                  <a:pt x="0" y="870"/>
                  <a:pt x="251" y="1121"/>
                  <a:pt x="561" y="1121"/>
                </a:cubicBezTo>
                <a:lnTo>
                  <a:pt x="1119" y="1121"/>
                </a:lnTo>
                <a:lnTo>
                  <a:pt x="1119" y="4485"/>
                </a:lnTo>
                <a:lnTo>
                  <a:pt x="561" y="4485"/>
                </a:lnTo>
                <a:cubicBezTo>
                  <a:pt x="251" y="4485"/>
                  <a:pt x="0" y="4736"/>
                  <a:pt x="0" y="5045"/>
                </a:cubicBezTo>
                <a:cubicBezTo>
                  <a:pt x="0" y="5355"/>
                  <a:pt x="251" y="5606"/>
                  <a:pt x="561" y="5606"/>
                </a:cubicBezTo>
                <a:lnTo>
                  <a:pt x="8975" y="5606"/>
                </a:lnTo>
                <a:lnTo>
                  <a:pt x="8975" y="6727"/>
                </a:lnTo>
                <a:lnTo>
                  <a:pt x="2832" y="6727"/>
                </a:lnTo>
                <a:cubicBezTo>
                  <a:pt x="1293" y="6727"/>
                  <a:pt x="40" y="7984"/>
                  <a:pt x="40" y="9529"/>
                </a:cubicBezTo>
                <a:cubicBezTo>
                  <a:pt x="40" y="11076"/>
                  <a:pt x="1291" y="12333"/>
                  <a:pt x="2832" y="12333"/>
                </a:cubicBezTo>
                <a:lnTo>
                  <a:pt x="3391" y="12333"/>
                </a:lnTo>
                <a:lnTo>
                  <a:pt x="3391" y="13467"/>
                </a:lnTo>
                <a:lnTo>
                  <a:pt x="598" y="13467"/>
                </a:lnTo>
                <a:cubicBezTo>
                  <a:pt x="289" y="13467"/>
                  <a:pt x="37" y="13718"/>
                  <a:pt x="37" y="14027"/>
                </a:cubicBezTo>
                <a:cubicBezTo>
                  <a:pt x="37" y="14337"/>
                  <a:pt x="289" y="14588"/>
                  <a:pt x="598" y="14588"/>
                </a:cubicBezTo>
                <a:lnTo>
                  <a:pt x="1157" y="14588"/>
                </a:lnTo>
                <a:lnTo>
                  <a:pt x="1157" y="17938"/>
                </a:lnTo>
                <a:lnTo>
                  <a:pt x="598" y="17938"/>
                </a:lnTo>
                <a:cubicBezTo>
                  <a:pt x="289" y="17938"/>
                  <a:pt x="37" y="18190"/>
                  <a:pt x="37" y="18499"/>
                </a:cubicBezTo>
                <a:cubicBezTo>
                  <a:pt x="37" y="18808"/>
                  <a:pt x="289" y="19059"/>
                  <a:pt x="598" y="19059"/>
                </a:cubicBezTo>
                <a:lnTo>
                  <a:pt x="14001" y="19059"/>
                </a:lnTo>
                <a:cubicBezTo>
                  <a:pt x="15540" y="19059"/>
                  <a:pt x="16794" y="17802"/>
                  <a:pt x="16794" y="16256"/>
                </a:cubicBezTo>
                <a:cubicBezTo>
                  <a:pt x="16794" y="14710"/>
                  <a:pt x="15540" y="13453"/>
                  <a:pt x="14001" y="13453"/>
                </a:cubicBezTo>
                <a:lnTo>
                  <a:pt x="7858" y="13453"/>
                </a:lnTo>
                <a:lnTo>
                  <a:pt x="7858" y="12333"/>
                </a:lnTo>
                <a:lnTo>
                  <a:pt x="16235" y="12333"/>
                </a:lnTo>
                <a:cubicBezTo>
                  <a:pt x="16544" y="12333"/>
                  <a:pt x="16795" y="12082"/>
                  <a:pt x="16795" y="11772"/>
                </a:cubicBezTo>
                <a:cubicBezTo>
                  <a:pt x="16795" y="11463"/>
                  <a:pt x="16544" y="11212"/>
                  <a:pt x="16235" y="11212"/>
                </a:cubicBezTo>
                <a:lnTo>
                  <a:pt x="15676" y="11212"/>
                </a:lnTo>
                <a:lnTo>
                  <a:pt x="15676" y="7848"/>
                </a:lnTo>
                <a:lnTo>
                  <a:pt x="16235" y="7848"/>
                </a:lnTo>
                <a:cubicBezTo>
                  <a:pt x="16544" y="7848"/>
                  <a:pt x="16795" y="7597"/>
                  <a:pt x="16795" y="7287"/>
                </a:cubicBezTo>
                <a:cubicBezTo>
                  <a:pt x="16795" y="6978"/>
                  <a:pt x="16544" y="6727"/>
                  <a:pt x="16235" y="6727"/>
                </a:cubicBezTo>
                <a:lnTo>
                  <a:pt x="13443" y="6727"/>
                </a:lnTo>
                <a:lnTo>
                  <a:pt x="13443" y="5606"/>
                </a:lnTo>
                <a:lnTo>
                  <a:pt x="13963" y="5606"/>
                </a:lnTo>
                <a:cubicBezTo>
                  <a:pt x="15503" y="5606"/>
                  <a:pt x="16756" y="4349"/>
                  <a:pt x="16756" y="2804"/>
                </a:cubicBezTo>
                <a:cubicBezTo>
                  <a:pt x="16756" y="1257"/>
                  <a:pt x="15504" y="0"/>
                  <a:pt x="139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856" name="Google Shape;19856;p92"/>
          <p:cNvGrpSpPr/>
          <p:nvPr/>
        </p:nvGrpSpPr>
        <p:grpSpPr>
          <a:xfrm>
            <a:off x="3263927" y="4003108"/>
            <a:ext cx="353443" cy="353461"/>
            <a:chOff x="2849387" y="3775647"/>
            <a:chExt cx="384052" cy="384072"/>
          </a:xfrm>
        </p:grpSpPr>
        <p:sp>
          <p:nvSpPr>
            <p:cNvPr id="19857" name="Google Shape;19857;p92"/>
            <p:cNvSpPr/>
            <p:nvPr/>
          </p:nvSpPr>
          <p:spPr>
            <a:xfrm>
              <a:off x="2849387" y="3775647"/>
              <a:ext cx="384052" cy="384072"/>
            </a:xfrm>
            <a:custGeom>
              <a:rect b="b" l="l" r="r" t="t"/>
              <a:pathLst>
                <a:path extrusionOk="0" h="19063" w="19062">
                  <a:moveTo>
                    <a:pt x="9531" y="1118"/>
                  </a:moveTo>
                  <a:cubicBezTo>
                    <a:pt x="14172" y="1118"/>
                    <a:pt x="17945" y="4892"/>
                    <a:pt x="17945" y="9532"/>
                  </a:cubicBezTo>
                  <a:cubicBezTo>
                    <a:pt x="17945" y="14171"/>
                    <a:pt x="14170" y="17946"/>
                    <a:pt x="9531" y="17946"/>
                  </a:cubicBezTo>
                  <a:cubicBezTo>
                    <a:pt x="4891" y="17946"/>
                    <a:pt x="1117" y="14171"/>
                    <a:pt x="1117" y="9532"/>
                  </a:cubicBezTo>
                  <a:cubicBezTo>
                    <a:pt x="1117" y="4892"/>
                    <a:pt x="4891" y="1118"/>
                    <a:pt x="9531" y="1118"/>
                  </a:cubicBezTo>
                  <a:close/>
                  <a:moveTo>
                    <a:pt x="9531" y="1"/>
                  </a:moveTo>
                  <a:cubicBezTo>
                    <a:pt x="4263" y="1"/>
                    <a:pt x="1" y="4264"/>
                    <a:pt x="1" y="9532"/>
                  </a:cubicBezTo>
                  <a:cubicBezTo>
                    <a:pt x="1" y="14801"/>
                    <a:pt x="4263" y="19063"/>
                    <a:pt x="9531" y="19063"/>
                  </a:cubicBezTo>
                  <a:cubicBezTo>
                    <a:pt x="14799" y="19063"/>
                    <a:pt x="19062" y="14801"/>
                    <a:pt x="19062" y="9532"/>
                  </a:cubicBezTo>
                  <a:cubicBezTo>
                    <a:pt x="19062" y="4264"/>
                    <a:pt x="14799" y="1"/>
                    <a:pt x="9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8" name="Google Shape;19858;p92"/>
            <p:cNvSpPr/>
            <p:nvPr/>
          </p:nvSpPr>
          <p:spPr>
            <a:xfrm>
              <a:off x="2948734" y="4002447"/>
              <a:ext cx="70194" cy="67514"/>
            </a:xfrm>
            <a:custGeom>
              <a:rect b="b" l="l" r="r" t="t"/>
              <a:pathLst>
                <a:path extrusionOk="0" h="3351" w="3484">
                  <a:moveTo>
                    <a:pt x="1803" y="1116"/>
                  </a:moveTo>
                  <a:cubicBezTo>
                    <a:pt x="2090" y="1116"/>
                    <a:pt x="2366" y="1339"/>
                    <a:pt x="2366" y="1675"/>
                  </a:cubicBezTo>
                  <a:cubicBezTo>
                    <a:pt x="2366" y="1983"/>
                    <a:pt x="2116" y="2233"/>
                    <a:pt x="1809" y="2234"/>
                  </a:cubicBezTo>
                  <a:cubicBezTo>
                    <a:pt x="1309" y="2234"/>
                    <a:pt x="1061" y="1632"/>
                    <a:pt x="1413" y="1281"/>
                  </a:cubicBezTo>
                  <a:cubicBezTo>
                    <a:pt x="1526" y="1167"/>
                    <a:pt x="1666" y="1116"/>
                    <a:pt x="1803" y="1116"/>
                  </a:cubicBezTo>
                  <a:close/>
                  <a:moveTo>
                    <a:pt x="1809" y="0"/>
                  </a:moveTo>
                  <a:cubicBezTo>
                    <a:pt x="1130" y="0"/>
                    <a:pt x="519" y="408"/>
                    <a:pt x="260" y="1034"/>
                  </a:cubicBezTo>
                  <a:cubicBezTo>
                    <a:pt x="0" y="1660"/>
                    <a:pt x="144" y="2381"/>
                    <a:pt x="623" y="2861"/>
                  </a:cubicBezTo>
                  <a:cubicBezTo>
                    <a:pt x="944" y="3181"/>
                    <a:pt x="1373" y="3351"/>
                    <a:pt x="1809" y="3351"/>
                  </a:cubicBezTo>
                  <a:cubicBezTo>
                    <a:pt x="2024" y="3351"/>
                    <a:pt x="2242" y="3309"/>
                    <a:pt x="2448" y="3224"/>
                  </a:cubicBezTo>
                  <a:cubicBezTo>
                    <a:pt x="3074" y="2964"/>
                    <a:pt x="3484" y="2352"/>
                    <a:pt x="3484" y="1675"/>
                  </a:cubicBezTo>
                  <a:cubicBezTo>
                    <a:pt x="3482" y="750"/>
                    <a:pt x="2732" y="2"/>
                    <a:pt x="18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9" name="Google Shape;19859;p92"/>
            <p:cNvSpPr/>
            <p:nvPr/>
          </p:nvSpPr>
          <p:spPr>
            <a:xfrm>
              <a:off x="3081748" y="3993179"/>
              <a:ext cx="64774" cy="75332"/>
            </a:xfrm>
            <a:custGeom>
              <a:rect b="b" l="l" r="r" t="t"/>
              <a:pathLst>
                <a:path extrusionOk="0" h="3739" w="3215">
                  <a:moveTo>
                    <a:pt x="695" y="0"/>
                  </a:moveTo>
                  <a:cubicBezTo>
                    <a:pt x="415" y="0"/>
                    <a:pt x="175" y="210"/>
                    <a:pt x="141" y="494"/>
                  </a:cubicBezTo>
                  <a:cubicBezTo>
                    <a:pt x="107" y="792"/>
                    <a:pt x="1" y="1284"/>
                    <a:pt x="401" y="1808"/>
                  </a:cubicBezTo>
                  <a:cubicBezTo>
                    <a:pt x="769" y="2292"/>
                    <a:pt x="1220" y="2357"/>
                    <a:pt x="1521" y="2400"/>
                  </a:cubicBezTo>
                  <a:cubicBezTo>
                    <a:pt x="1770" y="2436"/>
                    <a:pt x="1827" y="2452"/>
                    <a:pt x="1909" y="2561"/>
                  </a:cubicBezTo>
                  <a:cubicBezTo>
                    <a:pt x="2020" y="2708"/>
                    <a:pt x="1978" y="2784"/>
                    <a:pt x="1944" y="3125"/>
                  </a:cubicBezTo>
                  <a:cubicBezTo>
                    <a:pt x="1912" y="3431"/>
                    <a:pt x="2137" y="3705"/>
                    <a:pt x="2443" y="3736"/>
                  </a:cubicBezTo>
                  <a:cubicBezTo>
                    <a:pt x="2462" y="3738"/>
                    <a:pt x="2481" y="3739"/>
                    <a:pt x="2500" y="3739"/>
                  </a:cubicBezTo>
                  <a:cubicBezTo>
                    <a:pt x="2784" y="3739"/>
                    <a:pt x="3026" y="3524"/>
                    <a:pt x="3056" y="3237"/>
                  </a:cubicBezTo>
                  <a:cubicBezTo>
                    <a:pt x="3086" y="2938"/>
                    <a:pt x="3214" y="2431"/>
                    <a:pt x="2799" y="1886"/>
                  </a:cubicBezTo>
                  <a:cubicBezTo>
                    <a:pt x="2431" y="1403"/>
                    <a:pt x="1980" y="1337"/>
                    <a:pt x="1679" y="1294"/>
                  </a:cubicBezTo>
                  <a:cubicBezTo>
                    <a:pt x="1430" y="1258"/>
                    <a:pt x="1374" y="1242"/>
                    <a:pt x="1291" y="1133"/>
                  </a:cubicBezTo>
                  <a:cubicBezTo>
                    <a:pt x="1191" y="1001"/>
                    <a:pt x="1214" y="934"/>
                    <a:pt x="1250" y="624"/>
                  </a:cubicBezTo>
                  <a:cubicBezTo>
                    <a:pt x="1286" y="318"/>
                    <a:pt x="1067" y="40"/>
                    <a:pt x="760" y="4"/>
                  </a:cubicBezTo>
                  <a:cubicBezTo>
                    <a:pt x="738" y="2"/>
                    <a:pt x="716" y="0"/>
                    <a:pt x="6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0" name="Google Shape;19860;p92"/>
            <p:cNvSpPr/>
            <p:nvPr/>
          </p:nvSpPr>
          <p:spPr>
            <a:xfrm>
              <a:off x="2905497" y="3933926"/>
              <a:ext cx="69509" cy="39932"/>
            </a:xfrm>
            <a:custGeom>
              <a:rect b="b" l="l" r="r" t="t"/>
              <a:pathLst>
                <a:path extrusionOk="0" h="1982" w="3450">
                  <a:moveTo>
                    <a:pt x="2359" y="0"/>
                  </a:moveTo>
                  <a:cubicBezTo>
                    <a:pt x="2253" y="0"/>
                    <a:pt x="2138" y="15"/>
                    <a:pt x="2013" y="52"/>
                  </a:cubicBezTo>
                  <a:cubicBezTo>
                    <a:pt x="1538" y="192"/>
                    <a:pt x="1356" y="523"/>
                    <a:pt x="1247" y="720"/>
                  </a:cubicBezTo>
                  <a:cubicBezTo>
                    <a:pt x="1190" y="822"/>
                    <a:pt x="1165" y="863"/>
                    <a:pt x="1123" y="863"/>
                  </a:cubicBezTo>
                  <a:cubicBezTo>
                    <a:pt x="1079" y="863"/>
                    <a:pt x="1016" y="819"/>
                    <a:pt x="879" y="751"/>
                  </a:cubicBezTo>
                  <a:cubicBezTo>
                    <a:pt x="801" y="714"/>
                    <a:pt x="718" y="696"/>
                    <a:pt x="637" y="696"/>
                  </a:cubicBezTo>
                  <a:cubicBezTo>
                    <a:pt x="432" y="696"/>
                    <a:pt x="235" y="809"/>
                    <a:pt x="138" y="1004"/>
                  </a:cubicBezTo>
                  <a:cubicBezTo>
                    <a:pt x="0" y="1277"/>
                    <a:pt x="108" y="1609"/>
                    <a:pt x="378" y="1750"/>
                  </a:cubicBezTo>
                  <a:cubicBezTo>
                    <a:pt x="523" y="1822"/>
                    <a:pt x="765" y="1981"/>
                    <a:pt x="1109" y="1981"/>
                  </a:cubicBezTo>
                  <a:cubicBezTo>
                    <a:pt x="1214" y="1981"/>
                    <a:pt x="1329" y="1966"/>
                    <a:pt x="1454" y="1929"/>
                  </a:cubicBezTo>
                  <a:cubicBezTo>
                    <a:pt x="1930" y="1788"/>
                    <a:pt x="2113" y="1458"/>
                    <a:pt x="2222" y="1261"/>
                  </a:cubicBezTo>
                  <a:cubicBezTo>
                    <a:pt x="2278" y="1161"/>
                    <a:pt x="2301" y="1118"/>
                    <a:pt x="2345" y="1118"/>
                  </a:cubicBezTo>
                  <a:cubicBezTo>
                    <a:pt x="2385" y="1118"/>
                    <a:pt x="2441" y="1153"/>
                    <a:pt x="2554" y="1212"/>
                  </a:cubicBezTo>
                  <a:cubicBezTo>
                    <a:pt x="2637" y="1255"/>
                    <a:pt x="2725" y="1275"/>
                    <a:pt x="2811" y="1275"/>
                  </a:cubicBezTo>
                  <a:cubicBezTo>
                    <a:pt x="3013" y="1275"/>
                    <a:pt x="3207" y="1165"/>
                    <a:pt x="3306" y="974"/>
                  </a:cubicBezTo>
                  <a:cubicBezTo>
                    <a:pt x="3449" y="701"/>
                    <a:pt x="3342" y="363"/>
                    <a:pt x="3068" y="221"/>
                  </a:cubicBezTo>
                  <a:cubicBezTo>
                    <a:pt x="2923" y="146"/>
                    <a:pt x="2688" y="0"/>
                    <a:pt x="23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1" name="Google Shape;19861;p92"/>
            <p:cNvSpPr/>
            <p:nvPr/>
          </p:nvSpPr>
          <p:spPr>
            <a:xfrm>
              <a:off x="2947082" y="3877654"/>
              <a:ext cx="26333" cy="22545"/>
            </a:xfrm>
            <a:custGeom>
              <a:rect b="b" l="l" r="r" t="t"/>
              <a:pathLst>
                <a:path extrusionOk="0" h="1119" w="1307">
                  <a:moveTo>
                    <a:pt x="747" y="1"/>
                  </a:moveTo>
                  <a:cubicBezTo>
                    <a:pt x="250" y="1"/>
                    <a:pt x="0" y="603"/>
                    <a:pt x="353" y="954"/>
                  </a:cubicBezTo>
                  <a:cubicBezTo>
                    <a:pt x="459" y="1061"/>
                    <a:pt x="601" y="1118"/>
                    <a:pt x="747" y="1118"/>
                  </a:cubicBezTo>
                  <a:cubicBezTo>
                    <a:pt x="819" y="1118"/>
                    <a:pt x="892" y="1104"/>
                    <a:pt x="961" y="1075"/>
                  </a:cubicBezTo>
                  <a:cubicBezTo>
                    <a:pt x="1170" y="989"/>
                    <a:pt x="1306" y="785"/>
                    <a:pt x="1306" y="560"/>
                  </a:cubicBezTo>
                  <a:cubicBezTo>
                    <a:pt x="1306" y="252"/>
                    <a:pt x="1055" y="1"/>
                    <a:pt x="7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2" name="Google Shape;19862;p92"/>
            <p:cNvSpPr/>
            <p:nvPr/>
          </p:nvSpPr>
          <p:spPr>
            <a:xfrm>
              <a:off x="3015744" y="3967693"/>
              <a:ext cx="26313" cy="22505"/>
            </a:xfrm>
            <a:custGeom>
              <a:rect b="b" l="l" r="r" t="t"/>
              <a:pathLst>
                <a:path extrusionOk="0" h="1117" w="1306">
                  <a:moveTo>
                    <a:pt x="749" y="0"/>
                  </a:moveTo>
                  <a:cubicBezTo>
                    <a:pt x="749" y="0"/>
                    <a:pt x="748" y="0"/>
                    <a:pt x="747" y="0"/>
                  </a:cubicBezTo>
                  <a:cubicBezTo>
                    <a:pt x="249" y="0"/>
                    <a:pt x="1" y="601"/>
                    <a:pt x="352" y="954"/>
                  </a:cubicBezTo>
                  <a:cubicBezTo>
                    <a:pt x="459" y="1060"/>
                    <a:pt x="603" y="1117"/>
                    <a:pt x="749" y="1117"/>
                  </a:cubicBezTo>
                  <a:cubicBezTo>
                    <a:pt x="820" y="1117"/>
                    <a:pt x="892" y="1103"/>
                    <a:pt x="960" y="1075"/>
                  </a:cubicBezTo>
                  <a:cubicBezTo>
                    <a:pt x="1170" y="988"/>
                    <a:pt x="1306" y="784"/>
                    <a:pt x="1306" y="558"/>
                  </a:cubicBezTo>
                  <a:cubicBezTo>
                    <a:pt x="1306" y="251"/>
                    <a:pt x="1058" y="0"/>
                    <a:pt x="7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3" name="Google Shape;19863;p92"/>
            <p:cNvSpPr/>
            <p:nvPr/>
          </p:nvSpPr>
          <p:spPr>
            <a:xfrm>
              <a:off x="3138866" y="3945168"/>
              <a:ext cx="26313" cy="22525"/>
            </a:xfrm>
            <a:custGeom>
              <a:rect b="b" l="l" r="r" t="t"/>
              <a:pathLst>
                <a:path extrusionOk="0" h="1118" w="1306">
                  <a:moveTo>
                    <a:pt x="748" y="1"/>
                  </a:moveTo>
                  <a:cubicBezTo>
                    <a:pt x="249" y="1"/>
                    <a:pt x="1" y="603"/>
                    <a:pt x="352" y="954"/>
                  </a:cubicBezTo>
                  <a:cubicBezTo>
                    <a:pt x="459" y="1061"/>
                    <a:pt x="602" y="1118"/>
                    <a:pt x="747" y="1118"/>
                  </a:cubicBezTo>
                  <a:cubicBezTo>
                    <a:pt x="819" y="1118"/>
                    <a:pt x="892" y="1104"/>
                    <a:pt x="960" y="1075"/>
                  </a:cubicBezTo>
                  <a:cubicBezTo>
                    <a:pt x="1170" y="988"/>
                    <a:pt x="1306" y="785"/>
                    <a:pt x="1306" y="559"/>
                  </a:cubicBezTo>
                  <a:cubicBezTo>
                    <a:pt x="1306" y="250"/>
                    <a:pt x="1056" y="1"/>
                    <a:pt x="7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4" name="Google Shape;19864;p92"/>
            <p:cNvSpPr/>
            <p:nvPr/>
          </p:nvSpPr>
          <p:spPr>
            <a:xfrm>
              <a:off x="3037604" y="4080176"/>
              <a:ext cx="26313" cy="22545"/>
            </a:xfrm>
            <a:custGeom>
              <a:rect b="b" l="l" r="r" t="t"/>
              <a:pathLst>
                <a:path extrusionOk="0" h="1119" w="1306">
                  <a:moveTo>
                    <a:pt x="748" y="1"/>
                  </a:moveTo>
                  <a:cubicBezTo>
                    <a:pt x="249" y="1"/>
                    <a:pt x="1" y="603"/>
                    <a:pt x="352" y="954"/>
                  </a:cubicBezTo>
                  <a:cubicBezTo>
                    <a:pt x="459" y="1061"/>
                    <a:pt x="602" y="1118"/>
                    <a:pt x="747" y="1118"/>
                  </a:cubicBezTo>
                  <a:cubicBezTo>
                    <a:pt x="819" y="1118"/>
                    <a:pt x="892" y="1104"/>
                    <a:pt x="960" y="1075"/>
                  </a:cubicBezTo>
                  <a:cubicBezTo>
                    <a:pt x="1170" y="989"/>
                    <a:pt x="1306" y="785"/>
                    <a:pt x="1306" y="560"/>
                  </a:cubicBezTo>
                  <a:cubicBezTo>
                    <a:pt x="1306" y="252"/>
                    <a:pt x="1056" y="1"/>
                    <a:pt x="7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5" name="Google Shape;19865;p92"/>
            <p:cNvSpPr/>
            <p:nvPr/>
          </p:nvSpPr>
          <p:spPr>
            <a:xfrm>
              <a:off x="3016832" y="3830992"/>
              <a:ext cx="116291" cy="116271"/>
            </a:xfrm>
            <a:custGeom>
              <a:rect b="b" l="l" r="r" t="t"/>
              <a:pathLst>
                <a:path extrusionOk="0" h="5771" w="5772">
                  <a:moveTo>
                    <a:pt x="2894" y="1759"/>
                  </a:moveTo>
                  <a:cubicBezTo>
                    <a:pt x="3185" y="1759"/>
                    <a:pt x="3472" y="1872"/>
                    <a:pt x="3685" y="2085"/>
                  </a:cubicBezTo>
                  <a:cubicBezTo>
                    <a:pt x="4005" y="2405"/>
                    <a:pt x="4100" y="2886"/>
                    <a:pt x="3927" y="3303"/>
                  </a:cubicBezTo>
                  <a:cubicBezTo>
                    <a:pt x="3755" y="3720"/>
                    <a:pt x="3347" y="3992"/>
                    <a:pt x="2896" y="3992"/>
                  </a:cubicBezTo>
                  <a:cubicBezTo>
                    <a:pt x="2278" y="3992"/>
                    <a:pt x="1779" y="3492"/>
                    <a:pt x="1779" y="2876"/>
                  </a:cubicBezTo>
                  <a:cubicBezTo>
                    <a:pt x="1778" y="2424"/>
                    <a:pt x="2051" y="2016"/>
                    <a:pt x="2468" y="1843"/>
                  </a:cubicBezTo>
                  <a:cubicBezTo>
                    <a:pt x="2606" y="1786"/>
                    <a:pt x="2751" y="1759"/>
                    <a:pt x="2894" y="1759"/>
                  </a:cubicBezTo>
                  <a:close/>
                  <a:moveTo>
                    <a:pt x="2896" y="0"/>
                  </a:moveTo>
                  <a:cubicBezTo>
                    <a:pt x="2592" y="0"/>
                    <a:pt x="2343" y="244"/>
                    <a:pt x="2338" y="549"/>
                  </a:cubicBezTo>
                  <a:lnTo>
                    <a:pt x="2338" y="713"/>
                  </a:lnTo>
                  <a:cubicBezTo>
                    <a:pt x="2136" y="766"/>
                    <a:pt x="1942" y="845"/>
                    <a:pt x="1763" y="952"/>
                  </a:cubicBezTo>
                  <a:lnTo>
                    <a:pt x="1646" y="836"/>
                  </a:lnTo>
                  <a:cubicBezTo>
                    <a:pt x="1538" y="731"/>
                    <a:pt x="1398" y="679"/>
                    <a:pt x="1258" y="679"/>
                  </a:cubicBezTo>
                  <a:cubicBezTo>
                    <a:pt x="1115" y="679"/>
                    <a:pt x="972" y="733"/>
                    <a:pt x="863" y="842"/>
                  </a:cubicBezTo>
                  <a:cubicBezTo>
                    <a:pt x="646" y="1058"/>
                    <a:pt x="645" y="1407"/>
                    <a:pt x="857" y="1626"/>
                  </a:cubicBezTo>
                  <a:lnTo>
                    <a:pt x="972" y="1741"/>
                  </a:lnTo>
                  <a:cubicBezTo>
                    <a:pt x="866" y="1921"/>
                    <a:pt x="785" y="2115"/>
                    <a:pt x="733" y="2317"/>
                  </a:cubicBezTo>
                  <a:lnTo>
                    <a:pt x="570" y="2317"/>
                  </a:lnTo>
                  <a:cubicBezTo>
                    <a:pt x="567" y="2317"/>
                    <a:pt x="563" y="2317"/>
                    <a:pt x="559" y="2317"/>
                  </a:cubicBezTo>
                  <a:cubicBezTo>
                    <a:pt x="250" y="2317"/>
                    <a:pt x="1" y="2567"/>
                    <a:pt x="1" y="2876"/>
                  </a:cubicBezTo>
                  <a:cubicBezTo>
                    <a:pt x="1" y="3185"/>
                    <a:pt x="252" y="3435"/>
                    <a:pt x="562" y="3435"/>
                  </a:cubicBezTo>
                  <a:cubicBezTo>
                    <a:pt x="565" y="3435"/>
                    <a:pt x="567" y="3435"/>
                    <a:pt x="570" y="3435"/>
                  </a:cubicBezTo>
                  <a:lnTo>
                    <a:pt x="733" y="3435"/>
                  </a:lnTo>
                  <a:cubicBezTo>
                    <a:pt x="785" y="3637"/>
                    <a:pt x="866" y="3829"/>
                    <a:pt x="972" y="4010"/>
                  </a:cubicBezTo>
                  <a:lnTo>
                    <a:pt x="857" y="4125"/>
                  </a:lnTo>
                  <a:cubicBezTo>
                    <a:pt x="645" y="4345"/>
                    <a:pt x="646" y="4693"/>
                    <a:pt x="863" y="4908"/>
                  </a:cubicBezTo>
                  <a:cubicBezTo>
                    <a:pt x="972" y="5018"/>
                    <a:pt x="1115" y="5073"/>
                    <a:pt x="1259" y="5073"/>
                  </a:cubicBezTo>
                  <a:cubicBezTo>
                    <a:pt x="1399" y="5073"/>
                    <a:pt x="1538" y="5021"/>
                    <a:pt x="1646" y="4916"/>
                  </a:cubicBezTo>
                  <a:lnTo>
                    <a:pt x="1763" y="4799"/>
                  </a:lnTo>
                  <a:cubicBezTo>
                    <a:pt x="1942" y="4905"/>
                    <a:pt x="2136" y="4986"/>
                    <a:pt x="2338" y="5038"/>
                  </a:cubicBezTo>
                  <a:lnTo>
                    <a:pt x="2338" y="5203"/>
                  </a:lnTo>
                  <a:cubicBezTo>
                    <a:pt x="2332" y="5515"/>
                    <a:pt x="2583" y="5771"/>
                    <a:pt x="2896" y="5771"/>
                  </a:cubicBezTo>
                  <a:cubicBezTo>
                    <a:pt x="3209" y="5771"/>
                    <a:pt x="3461" y="5515"/>
                    <a:pt x="3455" y="5203"/>
                  </a:cubicBezTo>
                  <a:lnTo>
                    <a:pt x="3455" y="5038"/>
                  </a:lnTo>
                  <a:cubicBezTo>
                    <a:pt x="3656" y="4986"/>
                    <a:pt x="3849" y="4905"/>
                    <a:pt x="4028" y="4799"/>
                  </a:cubicBezTo>
                  <a:lnTo>
                    <a:pt x="4145" y="4916"/>
                  </a:lnTo>
                  <a:cubicBezTo>
                    <a:pt x="4254" y="5028"/>
                    <a:pt x="4400" y="5085"/>
                    <a:pt x="4546" y="5085"/>
                  </a:cubicBezTo>
                  <a:cubicBezTo>
                    <a:pt x="4689" y="5085"/>
                    <a:pt x="4832" y="5031"/>
                    <a:pt x="4942" y="4922"/>
                  </a:cubicBezTo>
                  <a:cubicBezTo>
                    <a:pt x="5161" y="4701"/>
                    <a:pt x="5158" y="4342"/>
                    <a:pt x="4936" y="4125"/>
                  </a:cubicBezTo>
                  <a:lnTo>
                    <a:pt x="4819" y="4010"/>
                  </a:lnTo>
                  <a:cubicBezTo>
                    <a:pt x="4925" y="3829"/>
                    <a:pt x="5006" y="3637"/>
                    <a:pt x="5058" y="3435"/>
                  </a:cubicBezTo>
                  <a:lnTo>
                    <a:pt x="5223" y="3435"/>
                  </a:lnTo>
                  <a:cubicBezTo>
                    <a:pt x="5526" y="3429"/>
                    <a:pt x="5771" y="3181"/>
                    <a:pt x="5771" y="2876"/>
                  </a:cubicBezTo>
                  <a:cubicBezTo>
                    <a:pt x="5771" y="2571"/>
                    <a:pt x="5526" y="2323"/>
                    <a:pt x="5223" y="2317"/>
                  </a:cubicBezTo>
                  <a:lnTo>
                    <a:pt x="5058" y="2317"/>
                  </a:lnTo>
                  <a:cubicBezTo>
                    <a:pt x="5006" y="2115"/>
                    <a:pt x="4927" y="1921"/>
                    <a:pt x="4821" y="1741"/>
                  </a:cubicBezTo>
                  <a:lnTo>
                    <a:pt x="4936" y="1626"/>
                  </a:lnTo>
                  <a:cubicBezTo>
                    <a:pt x="5148" y="1407"/>
                    <a:pt x="5145" y="1058"/>
                    <a:pt x="4930" y="842"/>
                  </a:cubicBezTo>
                  <a:cubicBezTo>
                    <a:pt x="4821" y="733"/>
                    <a:pt x="4678" y="679"/>
                    <a:pt x="4535" y="679"/>
                  </a:cubicBezTo>
                  <a:cubicBezTo>
                    <a:pt x="4395" y="679"/>
                    <a:pt x="4254" y="731"/>
                    <a:pt x="4147" y="836"/>
                  </a:cubicBezTo>
                  <a:lnTo>
                    <a:pt x="4030" y="952"/>
                  </a:lnTo>
                  <a:cubicBezTo>
                    <a:pt x="3851" y="845"/>
                    <a:pt x="3656" y="766"/>
                    <a:pt x="3455" y="713"/>
                  </a:cubicBezTo>
                  <a:lnTo>
                    <a:pt x="3455" y="549"/>
                  </a:lnTo>
                  <a:cubicBezTo>
                    <a:pt x="3449" y="244"/>
                    <a:pt x="3201" y="0"/>
                    <a:pt x="28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66" name="Google Shape;19866;p92"/>
          <p:cNvGrpSpPr/>
          <p:nvPr/>
        </p:nvGrpSpPr>
        <p:grpSpPr>
          <a:xfrm>
            <a:off x="4022127" y="4003108"/>
            <a:ext cx="353443" cy="353461"/>
            <a:chOff x="3362140" y="3787635"/>
            <a:chExt cx="384052" cy="384072"/>
          </a:xfrm>
        </p:grpSpPr>
        <p:sp>
          <p:nvSpPr>
            <p:cNvPr id="19867" name="Google Shape;19867;p92"/>
            <p:cNvSpPr/>
            <p:nvPr/>
          </p:nvSpPr>
          <p:spPr>
            <a:xfrm>
              <a:off x="3362140" y="3787635"/>
              <a:ext cx="384052" cy="384072"/>
            </a:xfrm>
            <a:custGeom>
              <a:rect b="b" l="l" r="r" t="t"/>
              <a:pathLst>
                <a:path extrusionOk="0" h="19063" w="19062">
                  <a:moveTo>
                    <a:pt x="10090" y="1138"/>
                  </a:moveTo>
                  <a:cubicBezTo>
                    <a:pt x="11931" y="1259"/>
                    <a:pt x="13683" y="1985"/>
                    <a:pt x="15070" y="3203"/>
                  </a:cubicBezTo>
                  <a:lnTo>
                    <a:pt x="14665" y="3608"/>
                  </a:lnTo>
                  <a:cubicBezTo>
                    <a:pt x="14447" y="3826"/>
                    <a:pt x="14447" y="4180"/>
                    <a:pt x="14665" y="4397"/>
                  </a:cubicBezTo>
                  <a:cubicBezTo>
                    <a:pt x="14774" y="4506"/>
                    <a:pt x="14917" y="4561"/>
                    <a:pt x="15059" y="4561"/>
                  </a:cubicBezTo>
                  <a:cubicBezTo>
                    <a:pt x="15202" y="4561"/>
                    <a:pt x="15345" y="4506"/>
                    <a:pt x="15454" y="4397"/>
                  </a:cubicBezTo>
                  <a:lnTo>
                    <a:pt x="15859" y="3992"/>
                  </a:lnTo>
                  <a:cubicBezTo>
                    <a:pt x="17078" y="5379"/>
                    <a:pt x="17805" y="7131"/>
                    <a:pt x="17926" y="8973"/>
                  </a:cubicBezTo>
                  <a:lnTo>
                    <a:pt x="16232" y="8973"/>
                  </a:lnTo>
                  <a:cubicBezTo>
                    <a:pt x="15928" y="8978"/>
                    <a:pt x="15684" y="9226"/>
                    <a:pt x="15684" y="9531"/>
                  </a:cubicBezTo>
                  <a:cubicBezTo>
                    <a:pt x="15684" y="9836"/>
                    <a:pt x="15928" y="10084"/>
                    <a:pt x="16232" y="10090"/>
                  </a:cubicBezTo>
                  <a:lnTo>
                    <a:pt x="16232" y="10091"/>
                  </a:lnTo>
                  <a:lnTo>
                    <a:pt x="17926" y="10091"/>
                  </a:lnTo>
                  <a:cubicBezTo>
                    <a:pt x="17805" y="11932"/>
                    <a:pt x="17078" y="13684"/>
                    <a:pt x="15859" y="15071"/>
                  </a:cubicBezTo>
                  <a:lnTo>
                    <a:pt x="15454" y="14666"/>
                  </a:lnTo>
                  <a:cubicBezTo>
                    <a:pt x="15345" y="14557"/>
                    <a:pt x="15202" y="14502"/>
                    <a:pt x="15059" y="14502"/>
                  </a:cubicBezTo>
                  <a:cubicBezTo>
                    <a:pt x="14917" y="14502"/>
                    <a:pt x="14774" y="14557"/>
                    <a:pt x="14665" y="14666"/>
                  </a:cubicBezTo>
                  <a:cubicBezTo>
                    <a:pt x="14447" y="14884"/>
                    <a:pt x="14447" y="15237"/>
                    <a:pt x="14665" y="15455"/>
                  </a:cubicBezTo>
                  <a:lnTo>
                    <a:pt x="15070" y="15860"/>
                  </a:lnTo>
                  <a:cubicBezTo>
                    <a:pt x="13683" y="17079"/>
                    <a:pt x="11931" y="17806"/>
                    <a:pt x="10090" y="17927"/>
                  </a:cubicBezTo>
                  <a:lnTo>
                    <a:pt x="10090" y="16234"/>
                  </a:lnTo>
                  <a:cubicBezTo>
                    <a:pt x="10090" y="15926"/>
                    <a:pt x="9839" y="15675"/>
                    <a:pt x="9531" y="15675"/>
                  </a:cubicBezTo>
                  <a:cubicBezTo>
                    <a:pt x="9223" y="15675"/>
                    <a:pt x="8972" y="15926"/>
                    <a:pt x="8972" y="16234"/>
                  </a:cubicBezTo>
                  <a:lnTo>
                    <a:pt x="8972" y="17927"/>
                  </a:lnTo>
                  <a:cubicBezTo>
                    <a:pt x="7129" y="17806"/>
                    <a:pt x="5379" y="17079"/>
                    <a:pt x="3993" y="15860"/>
                  </a:cubicBezTo>
                  <a:lnTo>
                    <a:pt x="4398" y="15455"/>
                  </a:lnTo>
                  <a:cubicBezTo>
                    <a:pt x="4616" y="15237"/>
                    <a:pt x="4616" y="14884"/>
                    <a:pt x="4398" y="14666"/>
                  </a:cubicBezTo>
                  <a:cubicBezTo>
                    <a:pt x="4288" y="14557"/>
                    <a:pt x="4145" y="14502"/>
                    <a:pt x="4002" y="14502"/>
                  </a:cubicBezTo>
                  <a:cubicBezTo>
                    <a:pt x="3860" y="14502"/>
                    <a:pt x="3717" y="14557"/>
                    <a:pt x="3608" y="14666"/>
                  </a:cubicBezTo>
                  <a:lnTo>
                    <a:pt x="3202" y="15071"/>
                  </a:lnTo>
                  <a:cubicBezTo>
                    <a:pt x="1984" y="13684"/>
                    <a:pt x="1258" y="11932"/>
                    <a:pt x="1137" y="10091"/>
                  </a:cubicBezTo>
                  <a:lnTo>
                    <a:pt x="2830" y="10091"/>
                  </a:lnTo>
                  <a:cubicBezTo>
                    <a:pt x="3135" y="10085"/>
                    <a:pt x="3378" y="9837"/>
                    <a:pt x="3378" y="9532"/>
                  </a:cubicBezTo>
                  <a:cubicBezTo>
                    <a:pt x="3378" y="9227"/>
                    <a:pt x="3135" y="8979"/>
                    <a:pt x="2830" y="8973"/>
                  </a:cubicBezTo>
                  <a:lnTo>
                    <a:pt x="1137" y="8973"/>
                  </a:lnTo>
                  <a:cubicBezTo>
                    <a:pt x="1258" y="7131"/>
                    <a:pt x="1984" y="5381"/>
                    <a:pt x="3203" y="3994"/>
                  </a:cubicBezTo>
                  <a:lnTo>
                    <a:pt x="3608" y="4399"/>
                  </a:lnTo>
                  <a:cubicBezTo>
                    <a:pt x="3718" y="4508"/>
                    <a:pt x="3860" y="4562"/>
                    <a:pt x="4003" y="4562"/>
                  </a:cubicBezTo>
                  <a:cubicBezTo>
                    <a:pt x="4146" y="4562"/>
                    <a:pt x="4288" y="4508"/>
                    <a:pt x="4398" y="4399"/>
                  </a:cubicBezTo>
                  <a:cubicBezTo>
                    <a:pt x="4616" y="4180"/>
                    <a:pt x="4616" y="3826"/>
                    <a:pt x="4398" y="3608"/>
                  </a:cubicBezTo>
                  <a:lnTo>
                    <a:pt x="3993" y="3203"/>
                  </a:lnTo>
                  <a:cubicBezTo>
                    <a:pt x="5379" y="1985"/>
                    <a:pt x="7131" y="1259"/>
                    <a:pt x="8972" y="1138"/>
                  </a:cubicBezTo>
                  <a:lnTo>
                    <a:pt x="8972" y="2831"/>
                  </a:lnTo>
                  <a:cubicBezTo>
                    <a:pt x="8972" y="3139"/>
                    <a:pt x="9223" y="3388"/>
                    <a:pt x="9531" y="3388"/>
                  </a:cubicBezTo>
                  <a:cubicBezTo>
                    <a:pt x="9839" y="3388"/>
                    <a:pt x="10090" y="3139"/>
                    <a:pt x="10090" y="2831"/>
                  </a:cubicBezTo>
                  <a:lnTo>
                    <a:pt x="10090" y="1138"/>
                  </a:lnTo>
                  <a:close/>
                  <a:moveTo>
                    <a:pt x="9531" y="0"/>
                  </a:moveTo>
                  <a:cubicBezTo>
                    <a:pt x="4263" y="0"/>
                    <a:pt x="1" y="4263"/>
                    <a:pt x="1" y="9531"/>
                  </a:cubicBezTo>
                  <a:cubicBezTo>
                    <a:pt x="1" y="14799"/>
                    <a:pt x="4263" y="19063"/>
                    <a:pt x="9531" y="19063"/>
                  </a:cubicBezTo>
                  <a:cubicBezTo>
                    <a:pt x="14799" y="19063"/>
                    <a:pt x="19062" y="14799"/>
                    <a:pt x="19062" y="9531"/>
                  </a:cubicBezTo>
                  <a:cubicBezTo>
                    <a:pt x="19062" y="4263"/>
                    <a:pt x="14799" y="0"/>
                    <a:pt x="9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8" name="Google Shape;19868;p92"/>
            <p:cNvSpPr/>
            <p:nvPr/>
          </p:nvSpPr>
          <p:spPr>
            <a:xfrm>
              <a:off x="3461871" y="3889621"/>
              <a:ext cx="184612" cy="180099"/>
            </a:xfrm>
            <a:custGeom>
              <a:rect b="b" l="l" r="r" t="t"/>
              <a:pathLst>
                <a:path extrusionOk="0" h="8939" w="9163">
                  <a:moveTo>
                    <a:pt x="7488" y="1562"/>
                  </a:moveTo>
                  <a:lnTo>
                    <a:pt x="6053" y="5152"/>
                  </a:lnTo>
                  <a:lnTo>
                    <a:pt x="3900" y="2998"/>
                  </a:lnTo>
                  <a:lnTo>
                    <a:pt x="7488" y="1562"/>
                  </a:lnTo>
                  <a:close/>
                  <a:moveTo>
                    <a:pt x="3111" y="3787"/>
                  </a:moveTo>
                  <a:lnTo>
                    <a:pt x="5263" y="5941"/>
                  </a:lnTo>
                  <a:lnTo>
                    <a:pt x="1674" y="7376"/>
                  </a:lnTo>
                  <a:lnTo>
                    <a:pt x="3111" y="3787"/>
                  </a:lnTo>
                  <a:close/>
                  <a:moveTo>
                    <a:pt x="8493" y="1"/>
                  </a:moveTo>
                  <a:cubicBezTo>
                    <a:pt x="8424" y="1"/>
                    <a:pt x="8354" y="14"/>
                    <a:pt x="8283" y="42"/>
                  </a:cubicBezTo>
                  <a:cubicBezTo>
                    <a:pt x="2241" y="2459"/>
                    <a:pt x="2649" y="2284"/>
                    <a:pt x="2553" y="2361"/>
                  </a:cubicBezTo>
                  <a:cubicBezTo>
                    <a:pt x="2393" y="2492"/>
                    <a:pt x="2583" y="2097"/>
                    <a:pt x="153" y="8171"/>
                  </a:cubicBezTo>
                  <a:cubicBezTo>
                    <a:pt x="0" y="8554"/>
                    <a:pt x="299" y="8938"/>
                    <a:pt x="670" y="8938"/>
                  </a:cubicBezTo>
                  <a:cubicBezTo>
                    <a:pt x="738" y="8938"/>
                    <a:pt x="809" y="8925"/>
                    <a:pt x="879" y="8897"/>
                  </a:cubicBezTo>
                  <a:cubicBezTo>
                    <a:pt x="6925" y="6479"/>
                    <a:pt x="6514" y="6655"/>
                    <a:pt x="6609" y="6577"/>
                  </a:cubicBezTo>
                  <a:cubicBezTo>
                    <a:pt x="6769" y="6446"/>
                    <a:pt x="6579" y="6840"/>
                    <a:pt x="9009" y="767"/>
                  </a:cubicBezTo>
                  <a:cubicBezTo>
                    <a:pt x="9162" y="384"/>
                    <a:pt x="8864" y="1"/>
                    <a:pt x="84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69" name="Google Shape;19869;p92"/>
          <p:cNvGrpSpPr/>
          <p:nvPr/>
        </p:nvGrpSpPr>
        <p:grpSpPr>
          <a:xfrm>
            <a:off x="4775328" y="4003108"/>
            <a:ext cx="353461" cy="353461"/>
            <a:chOff x="3832444" y="3779717"/>
            <a:chExt cx="384072" cy="384072"/>
          </a:xfrm>
        </p:grpSpPr>
        <p:sp>
          <p:nvSpPr>
            <p:cNvPr id="19870" name="Google Shape;19870;p92"/>
            <p:cNvSpPr/>
            <p:nvPr/>
          </p:nvSpPr>
          <p:spPr>
            <a:xfrm>
              <a:off x="3832444" y="3779717"/>
              <a:ext cx="384072" cy="384072"/>
            </a:xfrm>
            <a:custGeom>
              <a:rect b="b" l="l" r="r" t="t"/>
              <a:pathLst>
                <a:path extrusionOk="0" h="19063" w="19063">
                  <a:moveTo>
                    <a:pt x="9549" y="1118"/>
                  </a:moveTo>
                  <a:cubicBezTo>
                    <a:pt x="12324" y="1118"/>
                    <a:pt x="14582" y="3376"/>
                    <a:pt x="14582" y="6153"/>
                  </a:cubicBezTo>
                  <a:lnTo>
                    <a:pt x="14582" y="6775"/>
                  </a:lnTo>
                  <a:lnTo>
                    <a:pt x="13387" y="6775"/>
                  </a:lnTo>
                  <a:cubicBezTo>
                    <a:pt x="13121" y="6008"/>
                    <a:pt x="12444" y="5623"/>
                    <a:pt x="11766" y="5623"/>
                  </a:cubicBezTo>
                  <a:cubicBezTo>
                    <a:pt x="11090" y="5623"/>
                    <a:pt x="10414" y="6006"/>
                    <a:pt x="10148" y="6775"/>
                  </a:cubicBezTo>
                  <a:lnTo>
                    <a:pt x="8955" y="6775"/>
                  </a:lnTo>
                  <a:cubicBezTo>
                    <a:pt x="8690" y="6008"/>
                    <a:pt x="8013" y="5623"/>
                    <a:pt x="7336" y="5623"/>
                  </a:cubicBezTo>
                  <a:cubicBezTo>
                    <a:pt x="6660" y="5623"/>
                    <a:pt x="5984" y="6006"/>
                    <a:pt x="5718" y="6775"/>
                  </a:cubicBezTo>
                  <a:lnTo>
                    <a:pt x="4484" y="6775"/>
                  </a:lnTo>
                  <a:lnTo>
                    <a:pt x="4484" y="6153"/>
                  </a:lnTo>
                  <a:cubicBezTo>
                    <a:pt x="4484" y="3376"/>
                    <a:pt x="6742" y="1118"/>
                    <a:pt x="9519" y="1118"/>
                  </a:cubicBezTo>
                  <a:close/>
                  <a:moveTo>
                    <a:pt x="7337" y="6737"/>
                  </a:moveTo>
                  <a:cubicBezTo>
                    <a:pt x="7492" y="6737"/>
                    <a:pt x="7644" y="6797"/>
                    <a:pt x="7758" y="6911"/>
                  </a:cubicBezTo>
                  <a:cubicBezTo>
                    <a:pt x="7929" y="7081"/>
                    <a:pt x="7979" y="7338"/>
                    <a:pt x="7887" y="7561"/>
                  </a:cubicBezTo>
                  <a:cubicBezTo>
                    <a:pt x="7794" y="7784"/>
                    <a:pt x="7577" y="7929"/>
                    <a:pt x="7337" y="7929"/>
                  </a:cubicBezTo>
                  <a:cubicBezTo>
                    <a:pt x="7008" y="7927"/>
                    <a:pt x="6741" y="7661"/>
                    <a:pt x="6741" y="7332"/>
                  </a:cubicBezTo>
                  <a:cubicBezTo>
                    <a:pt x="6741" y="7092"/>
                    <a:pt x="6885" y="6873"/>
                    <a:pt x="7108" y="6782"/>
                  </a:cubicBezTo>
                  <a:cubicBezTo>
                    <a:pt x="7182" y="6752"/>
                    <a:pt x="7260" y="6737"/>
                    <a:pt x="7337" y="6737"/>
                  </a:cubicBezTo>
                  <a:close/>
                  <a:moveTo>
                    <a:pt x="11768" y="6737"/>
                  </a:moveTo>
                  <a:cubicBezTo>
                    <a:pt x="11922" y="6737"/>
                    <a:pt x="12074" y="6797"/>
                    <a:pt x="12188" y="6911"/>
                  </a:cubicBezTo>
                  <a:cubicBezTo>
                    <a:pt x="12358" y="7081"/>
                    <a:pt x="12409" y="7338"/>
                    <a:pt x="12318" y="7561"/>
                  </a:cubicBezTo>
                  <a:cubicBezTo>
                    <a:pt x="12225" y="7784"/>
                    <a:pt x="12007" y="7929"/>
                    <a:pt x="11767" y="7929"/>
                  </a:cubicBezTo>
                  <a:cubicBezTo>
                    <a:pt x="11438" y="7927"/>
                    <a:pt x="11172" y="7661"/>
                    <a:pt x="11172" y="7332"/>
                  </a:cubicBezTo>
                  <a:cubicBezTo>
                    <a:pt x="11172" y="7092"/>
                    <a:pt x="11317" y="6873"/>
                    <a:pt x="11539" y="6782"/>
                  </a:cubicBezTo>
                  <a:cubicBezTo>
                    <a:pt x="11613" y="6752"/>
                    <a:pt x="11691" y="6737"/>
                    <a:pt x="11768" y="6737"/>
                  </a:cubicBezTo>
                  <a:close/>
                  <a:moveTo>
                    <a:pt x="15238" y="3063"/>
                  </a:moveTo>
                  <a:cubicBezTo>
                    <a:pt x="16702" y="3063"/>
                    <a:pt x="17910" y="4255"/>
                    <a:pt x="17910" y="5738"/>
                  </a:cubicBezTo>
                  <a:lnTo>
                    <a:pt x="17910" y="5739"/>
                  </a:lnTo>
                  <a:cubicBezTo>
                    <a:pt x="17910" y="7081"/>
                    <a:pt x="16935" y="8159"/>
                    <a:pt x="15700" y="8372"/>
                  </a:cubicBezTo>
                  <a:lnTo>
                    <a:pt x="15700" y="6153"/>
                  </a:lnTo>
                  <a:cubicBezTo>
                    <a:pt x="15700" y="5077"/>
                    <a:pt x="15418" y="4019"/>
                    <a:pt x="14880" y="3086"/>
                  </a:cubicBezTo>
                  <a:cubicBezTo>
                    <a:pt x="15000" y="3070"/>
                    <a:pt x="15120" y="3063"/>
                    <a:pt x="15238" y="3063"/>
                  </a:cubicBezTo>
                  <a:close/>
                  <a:moveTo>
                    <a:pt x="3829" y="3387"/>
                  </a:moveTo>
                  <a:cubicBezTo>
                    <a:pt x="3893" y="3387"/>
                    <a:pt x="3957" y="3390"/>
                    <a:pt x="4022" y="3394"/>
                  </a:cubicBezTo>
                  <a:cubicBezTo>
                    <a:pt x="3590" y="4249"/>
                    <a:pt x="3366" y="5195"/>
                    <a:pt x="3367" y="6153"/>
                  </a:cubicBezTo>
                  <a:cubicBezTo>
                    <a:pt x="3367" y="8609"/>
                    <a:pt x="3364" y="8492"/>
                    <a:pt x="3375" y="8697"/>
                  </a:cubicBezTo>
                  <a:cubicBezTo>
                    <a:pt x="2149" y="8488"/>
                    <a:pt x="1157" y="7419"/>
                    <a:pt x="1157" y="6060"/>
                  </a:cubicBezTo>
                  <a:cubicBezTo>
                    <a:pt x="1157" y="4589"/>
                    <a:pt x="2354" y="3387"/>
                    <a:pt x="3829" y="3387"/>
                  </a:cubicBezTo>
                  <a:close/>
                  <a:moveTo>
                    <a:pt x="14582" y="7891"/>
                  </a:moveTo>
                  <a:lnTo>
                    <a:pt x="14582" y="8389"/>
                  </a:lnTo>
                  <a:cubicBezTo>
                    <a:pt x="14555" y="11167"/>
                    <a:pt x="12291" y="13430"/>
                    <a:pt x="9534" y="13430"/>
                  </a:cubicBezTo>
                  <a:cubicBezTo>
                    <a:pt x="6718" y="13430"/>
                    <a:pt x="4484" y="11148"/>
                    <a:pt x="4484" y="8392"/>
                  </a:cubicBezTo>
                  <a:lnTo>
                    <a:pt x="4484" y="7891"/>
                  </a:lnTo>
                  <a:lnTo>
                    <a:pt x="5718" y="7891"/>
                  </a:lnTo>
                  <a:cubicBezTo>
                    <a:pt x="5984" y="8658"/>
                    <a:pt x="6660" y="9042"/>
                    <a:pt x="7337" y="9042"/>
                  </a:cubicBezTo>
                  <a:cubicBezTo>
                    <a:pt x="8013" y="9042"/>
                    <a:pt x="8689" y="8659"/>
                    <a:pt x="8955" y="7891"/>
                  </a:cubicBezTo>
                  <a:lnTo>
                    <a:pt x="10148" y="7891"/>
                  </a:lnTo>
                  <a:cubicBezTo>
                    <a:pt x="10413" y="8658"/>
                    <a:pt x="11090" y="9042"/>
                    <a:pt x="11767" y="9042"/>
                  </a:cubicBezTo>
                  <a:cubicBezTo>
                    <a:pt x="12443" y="9042"/>
                    <a:pt x="13119" y="8659"/>
                    <a:pt x="13385" y="7891"/>
                  </a:cubicBezTo>
                  <a:close/>
                  <a:moveTo>
                    <a:pt x="11406" y="14255"/>
                  </a:moveTo>
                  <a:lnTo>
                    <a:pt x="9547" y="17380"/>
                  </a:lnTo>
                  <a:lnTo>
                    <a:pt x="7661" y="14259"/>
                  </a:lnTo>
                  <a:lnTo>
                    <a:pt x="7661" y="14259"/>
                  </a:lnTo>
                  <a:cubicBezTo>
                    <a:pt x="8268" y="14451"/>
                    <a:pt x="8898" y="14547"/>
                    <a:pt x="9527" y="14547"/>
                  </a:cubicBezTo>
                  <a:cubicBezTo>
                    <a:pt x="10161" y="14547"/>
                    <a:pt x="10794" y="14450"/>
                    <a:pt x="11405" y="14255"/>
                  </a:cubicBezTo>
                  <a:close/>
                  <a:moveTo>
                    <a:pt x="14020" y="13428"/>
                  </a:moveTo>
                  <a:cubicBezTo>
                    <a:pt x="16186" y="13428"/>
                    <a:pt x="17948" y="15186"/>
                    <a:pt x="17948" y="17347"/>
                  </a:cubicBezTo>
                  <a:lnTo>
                    <a:pt x="17948" y="17945"/>
                  </a:lnTo>
                  <a:lnTo>
                    <a:pt x="10513" y="17945"/>
                  </a:lnTo>
                  <a:lnTo>
                    <a:pt x="13198" y="13428"/>
                  </a:lnTo>
                  <a:close/>
                  <a:moveTo>
                    <a:pt x="5853" y="13428"/>
                  </a:moveTo>
                  <a:lnTo>
                    <a:pt x="8585" y="17946"/>
                  </a:lnTo>
                  <a:lnTo>
                    <a:pt x="1120" y="17946"/>
                  </a:lnTo>
                  <a:lnTo>
                    <a:pt x="1120" y="17347"/>
                  </a:lnTo>
                  <a:cubicBezTo>
                    <a:pt x="1120" y="15186"/>
                    <a:pt x="2882" y="13428"/>
                    <a:pt x="5047" y="13428"/>
                  </a:cubicBezTo>
                  <a:close/>
                  <a:moveTo>
                    <a:pt x="9517" y="0"/>
                  </a:moveTo>
                  <a:cubicBezTo>
                    <a:pt x="7554" y="0"/>
                    <a:pt x="5800" y="927"/>
                    <a:pt x="4674" y="2365"/>
                  </a:cubicBezTo>
                  <a:cubicBezTo>
                    <a:pt x="4387" y="2299"/>
                    <a:pt x="4102" y="2268"/>
                    <a:pt x="3822" y="2268"/>
                  </a:cubicBezTo>
                  <a:cubicBezTo>
                    <a:pt x="1778" y="2268"/>
                    <a:pt x="38" y="3936"/>
                    <a:pt x="38" y="6060"/>
                  </a:cubicBezTo>
                  <a:cubicBezTo>
                    <a:pt x="38" y="8084"/>
                    <a:pt x="1604" y="9697"/>
                    <a:pt x="3538" y="9842"/>
                  </a:cubicBezTo>
                  <a:cubicBezTo>
                    <a:pt x="3756" y="10752"/>
                    <a:pt x="4182" y="11599"/>
                    <a:pt x="4783" y="12318"/>
                  </a:cubicBezTo>
                  <a:cubicBezTo>
                    <a:pt x="2123" y="12455"/>
                    <a:pt x="2" y="14658"/>
                    <a:pt x="2" y="17347"/>
                  </a:cubicBezTo>
                  <a:lnTo>
                    <a:pt x="2" y="18504"/>
                  </a:lnTo>
                  <a:cubicBezTo>
                    <a:pt x="0" y="18813"/>
                    <a:pt x="251" y="19063"/>
                    <a:pt x="559" y="19063"/>
                  </a:cubicBezTo>
                  <a:lnTo>
                    <a:pt x="18504" y="19063"/>
                  </a:lnTo>
                  <a:cubicBezTo>
                    <a:pt x="18813" y="19063"/>
                    <a:pt x="19063" y="18813"/>
                    <a:pt x="19063" y="18504"/>
                  </a:cubicBezTo>
                  <a:lnTo>
                    <a:pt x="19063" y="17347"/>
                  </a:lnTo>
                  <a:cubicBezTo>
                    <a:pt x="19063" y="14652"/>
                    <a:pt x="16930" y="12445"/>
                    <a:pt x="14262" y="12318"/>
                  </a:cubicBezTo>
                  <a:lnTo>
                    <a:pt x="14264" y="12316"/>
                  </a:lnTo>
                  <a:cubicBezTo>
                    <a:pt x="14936" y="11509"/>
                    <a:pt x="15392" y="10545"/>
                    <a:pt x="15589" y="9514"/>
                  </a:cubicBezTo>
                  <a:cubicBezTo>
                    <a:pt x="17492" y="9341"/>
                    <a:pt x="19027" y="7740"/>
                    <a:pt x="19027" y="5739"/>
                  </a:cubicBezTo>
                  <a:cubicBezTo>
                    <a:pt x="19027" y="3595"/>
                    <a:pt x="17266" y="1944"/>
                    <a:pt x="15240" y="1944"/>
                  </a:cubicBezTo>
                  <a:cubicBezTo>
                    <a:pt x="14888" y="1944"/>
                    <a:pt x="14529" y="1993"/>
                    <a:pt x="14170" y="2099"/>
                  </a:cubicBezTo>
                  <a:cubicBezTo>
                    <a:pt x="13041" y="813"/>
                    <a:pt x="11387" y="0"/>
                    <a:pt x="9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1" name="Google Shape;19871;p92"/>
            <p:cNvSpPr/>
            <p:nvPr/>
          </p:nvSpPr>
          <p:spPr>
            <a:xfrm>
              <a:off x="3990763" y="3982965"/>
              <a:ext cx="67534" cy="22505"/>
            </a:xfrm>
            <a:custGeom>
              <a:rect b="b" l="l" r="r" t="t"/>
              <a:pathLst>
                <a:path extrusionOk="0" h="1117" w="3352">
                  <a:moveTo>
                    <a:pt x="558" y="0"/>
                  </a:moveTo>
                  <a:cubicBezTo>
                    <a:pt x="250" y="0"/>
                    <a:pt x="0" y="250"/>
                    <a:pt x="0" y="558"/>
                  </a:cubicBezTo>
                  <a:cubicBezTo>
                    <a:pt x="0" y="867"/>
                    <a:pt x="250" y="1117"/>
                    <a:pt x="558" y="1117"/>
                  </a:cubicBezTo>
                  <a:lnTo>
                    <a:pt x="2792" y="1117"/>
                  </a:lnTo>
                  <a:cubicBezTo>
                    <a:pt x="3101" y="1117"/>
                    <a:pt x="3351" y="867"/>
                    <a:pt x="3351" y="558"/>
                  </a:cubicBezTo>
                  <a:cubicBezTo>
                    <a:pt x="3351" y="250"/>
                    <a:pt x="3101" y="0"/>
                    <a:pt x="2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72" name="Google Shape;19872;p92"/>
          <p:cNvGrpSpPr/>
          <p:nvPr/>
        </p:nvGrpSpPr>
        <p:grpSpPr>
          <a:xfrm>
            <a:off x="5521311" y="4003116"/>
            <a:ext cx="355297" cy="353443"/>
            <a:chOff x="4323539" y="3796097"/>
            <a:chExt cx="386066" cy="384052"/>
          </a:xfrm>
        </p:grpSpPr>
        <p:sp>
          <p:nvSpPr>
            <p:cNvPr id="19873" name="Google Shape;19873;p92"/>
            <p:cNvSpPr/>
            <p:nvPr/>
          </p:nvSpPr>
          <p:spPr>
            <a:xfrm>
              <a:off x="4323539" y="3796097"/>
              <a:ext cx="386066" cy="384052"/>
            </a:xfrm>
            <a:custGeom>
              <a:rect b="b" l="l" r="r" t="t"/>
              <a:pathLst>
                <a:path extrusionOk="0" h="19062" w="19162">
                  <a:moveTo>
                    <a:pt x="9533" y="1117"/>
                  </a:moveTo>
                  <a:cubicBezTo>
                    <a:pt x="9758" y="1117"/>
                    <a:pt x="9961" y="1253"/>
                    <a:pt x="10048" y="1462"/>
                  </a:cubicBezTo>
                  <a:cubicBezTo>
                    <a:pt x="10133" y="1670"/>
                    <a:pt x="10086" y="1910"/>
                    <a:pt x="9927" y="2070"/>
                  </a:cubicBezTo>
                  <a:cubicBezTo>
                    <a:pt x="9820" y="2177"/>
                    <a:pt x="9677" y="2234"/>
                    <a:pt x="9532" y="2234"/>
                  </a:cubicBezTo>
                  <a:cubicBezTo>
                    <a:pt x="9459" y="2234"/>
                    <a:pt x="9387" y="2220"/>
                    <a:pt x="9317" y="2191"/>
                  </a:cubicBezTo>
                  <a:cubicBezTo>
                    <a:pt x="9110" y="2105"/>
                    <a:pt x="8974" y="1901"/>
                    <a:pt x="8974" y="1676"/>
                  </a:cubicBezTo>
                  <a:cubicBezTo>
                    <a:pt x="8974" y="1366"/>
                    <a:pt x="9223" y="1117"/>
                    <a:pt x="9533" y="1117"/>
                  </a:cubicBezTo>
                  <a:close/>
                  <a:moveTo>
                    <a:pt x="4003" y="3444"/>
                  </a:moveTo>
                  <a:cubicBezTo>
                    <a:pt x="4229" y="3444"/>
                    <a:pt x="4433" y="3580"/>
                    <a:pt x="4519" y="3789"/>
                  </a:cubicBezTo>
                  <a:cubicBezTo>
                    <a:pt x="4605" y="3998"/>
                    <a:pt x="4557" y="4237"/>
                    <a:pt x="4399" y="4397"/>
                  </a:cubicBezTo>
                  <a:cubicBezTo>
                    <a:pt x="4290" y="4506"/>
                    <a:pt x="4147" y="4561"/>
                    <a:pt x="4004" y="4561"/>
                  </a:cubicBezTo>
                  <a:cubicBezTo>
                    <a:pt x="3861" y="4561"/>
                    <a:pt x="3717" y="4506"/>
                    <a:pt x="3608" y="4397"/>
                  </a:cubicBezTo>
                  <a:cubicBezTo>
                    <a:pt x="3257" y="4046"/>
                    <a:pt x="3505" y="3444"/>
                    <a:pt x="4003" y="3444"/>
                  </a:cubicBezTo>
                  <a:close/>
                  <a:moveTo>
                    <a:pt x="15056" y="3443"/>
                  </a:moveTo>
                  <a:cubicBezTo>
                    <a:pt x="15343" y="3443"/>
                    <a:pt x="15618" y="3666"/>
                    <a:pt x="15618" y="4003"/>
                  </a:cubicBezTo>
                  <a:cubicBezTo>
                    <a:pt x="15618" y="4228"/>
                    <a:pt x="15482" y="4431"/>
                    <a:pt x="15274" y="4518"/>
                  </a:cubicBezTo>
                  <a:cubicBezTo>
                    <a:pt x="15205" y="4547"/>
                    <a:pt x="15132" y="4561"/>
                    <a:pt x="15060" y="4561"/>
                  </a:cubicBezTo>
                  <a:cubicBezTo>
                    <a:pt x="14915" y="4561"/>
                    <a:pt x="14772" y="4504"/>
                    <a:pt x="14665" y="4397"/>
                  </a:cubicBezTo>
                  <a:cubicBezTo>
                    <a:pt x="14448" y="4179"/>
                    <a:pt x="14448" y="3826"/>
                    <a:pt x="14665" y="3608"/>
                  </a:cubicBezTo>
                  <a:cubicBezTo>
                    <a:pt x="14779" y="3494"/>
                    <a:pt x="14919" y="3443"/>
                    <a:pt x="15056" y="3443"/>
                  </a:cubicBezTo>
                  <a:close/>
                  <a:moveTo>
                    <a:pt x="17386" y="7855"/>
                  </a:moveTo>
                  <a:cubicBezTo>
                    <a:pt x="17387" y="7855"/>
                    <a:pt x="17387" y="7855"/>
                    <a:pt x="17387" y="7855"/>
                  </a:cubicBezTo>
                  <a:lnTo>
                    <a:pt x="17387" y="7855"/>
                  </a:lnTo>
                  <a:cubicBezTo>
                    <a:pt x="17387" y="7855"/>
                    <a:pt x="17388" y="7855"/>
                    <a:pt x="17388" y="7855"/>
                  </a:cubicBezTo>
                  <a:close/>
                  <a:moveTo>
                    <a:pt x="1672" y="8971"/>
                  </a:moveTo>
                  <a:cubicBezTo>
                    <a:pt x="1959" y="8971"/>
                    <a:pt x="2235" y="9194"/>
                    <a:pt x="2235" y="9531"/>
                  </a:cubicBezTo>
                  <a:cubicBezTo>
                    <a:pt x="2235" y="9839"/>
                    <a:pt x="1984" y="10090"/>
                    <a:pt x="1676" y="10090"/>
                  </a:cubicBezTo>
                  <a:cubicBezTo>
                    <a:pt x="1178" y="10090"/>
                    <a:pt x="929" y="9487"/>
                    <a:pt x="1281" y="9136"/>
                  </a:cubicBezTo>
                  <a:cubicBezTo>
                    <a:pt x="1395" y="9022"/>
                    <a:pt x="1535" y="8971"/>
                    <a:pt x="1672" y="8971"/>
                  </a:cubicBezTo>
                  <a:close/>
                  <a:moveTo>
                    <a:pt x="17383" y="8971"/>
                  </a:moveTo>
                  <a:cubicBezTo>
                    <a:pt x="17670" y="8971"/>
                    <a:pt x="17945" y="9194"/>
                    <a:pt x="17945" y="9531"/>
                  </a:cubicBezTo>
                  <a:cubicBezTo>
                    <a:pt x="17945" y="9839"/>
                    <a:pt x="17696" y="10088"/>
                    <a:pt x="17388" y="10090"/>
                  </a:cubicBezTo>
                  <a:cubicBezTo>
                    <a:pt x="16890" y="10090"/>
                    <a:pt x="16640" y="9487"/>
                    <a:pt x="16992" y="9136"/>
                  </a:cubicBezTo>
                  <a:cubicBezTo>
                    <a:pt x="17106" y="9022"/>
                    <a:pt x="17246" y="8971"/>
                    <a:pt x="17383" y="8971"/>
                  </a:cubicBezTo>
                  <a:close/>
                  <a:moveTo>
                    <a:pt x="9533" y="5621"/>
                  </a:moveTo>
                  <a:cubicBezTo>
                    <a:pt x="11688" y="5621"/>
                    <a:pt x="13441" y="7376"/>
                    <a:pt x="13441" y="9531"/>
                  </a:cubicBezTo>
                  <a:cubicBezTo>
                    <a:pt x="13441" y="11686"/>
                    <a:pt x="11688" y="13440"/>
                    <a:pt x="9533" y="13440"/>
                  </a:cubicBezTo>
                  <a:cubicBezTo>
                    <a:pt x="7376" y="13440"/>
                    <a:pt x="5623" y="11686"/>
                    <a:pt x="5623" y="9531"/>
                  </a:cubicBezTo>
                  <a:cubicBezTo>
                    <a:pt x="5623" y="7376"/>
                    <a:pt x="7376" y="5621"/>
                    <a:pt x="9533" y="5621"/>
                  </a:cubicBezTo>
                  <a:close/>
                  <a:moveTo>
                    <a:pt x="4007" y="14500"/>
                  </a:moveTo>
                  <a:cubicBezTo>
                    <a:pt x="4144" y="14500"/>
                    <a:pt x="4284" y="14551"/>
                    <a:pt x="4397" y="14664"/>
                  </a:cubicBezTo>
                  <a:cubicBezTo>
                    <a:pt x="4616" y="14882"/>
                    <a:pt x="4616" y="15235"/>
                    <a:pt x="4397" y="15453"/>
                  </a:cubicBezTo>
                  <a:cubicBezTo>
                    <a:pt x="4292" y="15560"/>
                    <a:pt x="4149" y="15617"/>
                    <a:pt x="4003" y="15617"/>
                  </a:cubicBezTo>
                  <a:cubicBezTo>
                    <a:pt x="3931" y="15617"/>
                    <a:pt x="3859" y="15603"/>
                    <a:pt x="3789" y="15574"/>
                  </a:cubicBezTo>
                  <a:cubicBezTo>
                    <a:pt x="3581" y="15489"/>
                    <a:pt x="3445" y="15284"/>
                    <a:pt x="3445" y="15059"/>
                  </a:cubicBezTo>
                  <a:cubicBezTo>
                    <a:pt x="3445" y="14722"/>
                    <a:pt x="3720" y="14500"/>
                    <a:pt x="4007" y="14500"/>
                  </a:cubicBezTo>
                  <a:close/>
                  <a:moveTo>
                    <a:pt x="15060" y="14501"/>
                  </a:moveTo>
                  <a:cubicBezTo>
                    <a:pt x="15203" y="14501"/>
                    <a:pt x="15346" y="14555"/>
                    <a:pt x="15455" y="14664"/>
                  </a:cubicBezTo>
                  <a:cubicBezTo>
                    <a:pt x="15615" y="14824"/>
                    <a:pt x="15663" y="15065"/>
                    <a:pt x="15576" y="15273"/>
                  </a:cubicBezTo>
                  <a:cubicBezTo>
                    <a:pt x="15490" y="15482"/>
                    <a:pt x="15286" y="15618"/>
                    <a:pt x="15061" y="15618"/>
                  </a:cubicBezTo>
                  <a:cubicBezTo>
                    <a:pt x="14563" y="15618"/>
                    <a:pt x="14313" y="15015"/>
                    <a:pt x="14665" y="14664"/>
                  </a:cubicBezTo>
                  <a:cubicBezTo>
                    <a:pt x="14774" y="14555"/>
                    <a:pt x="14917" y="14501"/>
                    <a:pt x="15060" y="14501"/>
                  </a:cubicBezTo>
                  <a:close/>
                  <a:moveTo>
                    <a:pt x="9527" y="16827"/>
                  </a:moveTo>
                  <a:cubicBezTo>
                    <a:pt x="9814" y="16827"/>
                    <a:pt x="10090" y="17049"/>
                    <a:pt x="10090" y="17386"/>
                  </a:cubicBezTo>
                  <a:cubicBezTo>
                    <a:pt x="10090" y="17695"/>
                    <a:pt x="9840" y="17945"/>
                    <a:pt x="9533" y="17945"/>
                  </a:cubicBezTo>
                  <a:cubicBezTo>
                    <a:pt x="9033" y="17945"/>
                    <a:pt x="8785" y="17344"/>
                    <a:pt x="9137" y="16991"/>
                  </a:cubicBezTo>
                  <a:cubicBezTo>
                    <a:pt x="9250" y="16878"/>
                    <a:pt x="9390" y="16827"/>
                    <a:pt x="9527" y="16827"/>
                  </a:cubicBezTo>
                  <a:close/>
                  <a:moveTo>
                    <a:pt x="9531" y="0"/>
                  </a:moveTo>
                  <a:cubicBezTo>
                    <a:pt x="8715" y="0"/>
                    <a:pt x="8017" y="588"/>
                    <a:pt x="7880" y="1392"/>
                  </a:cubicBezTo>
                  <a:cubicBezTo>
                    <a:pt x="7742" y="2196"/>
                    <a:pt x="8202" y="2983"/>
                    <a:pt x="8972" y="3255"/>
                  </a:cubicBezTo>
                  <a:lnTo>
                    <a:pt x="8972" y="4536"/>
                  </a:lnTo>
                  <a:cubicBezTo>
                    <a:pt x="8029" y="4641"/>
                    <a:pt x="7135" y="5011"/>
                    <a:pt x="6396" y="5606"/>
                  </a:cubicBezTo>
                  <a:lnTo>
                    <a:pt x="5515" y="4724"/>
                  </a:lnTo>
                  <a:cubicBezTo>
                    <a:pt x="5867" y="3988"/>
                    <a:pt x="5636" y="3106"/>
                    <a:pt x="4971" y="2635"/>
                  </a:cubicBezTo>
                  <a:cubicBezTo>
                    <a:pt x="4680" y="2428"/>
                    <a:pt x="4342" y="2327"/>
                    <a:pt x="4005" y="2327"/>
                  </a:cubicBezTo>
                  <a:cubicBezTo>
                    <a:pt x="3573" y="2327"/>
                    <a:pt x="3144" y="2494"/>
                    <a:pt x="2819" y="2819"/>
                  </a:cubicBezTo>
                  <a:cubicBezTo>
                    <a:pt x="2242" y="3396"/>
                    <a:pt x="2165" y="4304"/>
                    <a:pt x="2635" y="4969"/>
                  </a:cubicBezTo>
                  <a:cubicBezTo>
                    <a:pt x="2958" y="5426"/>
                    <a:pt x="3474" y="5678"/>
                    <a:pt x="4004" y="5678"/>
                  </a:cubicBezTo>
                  <a:cubicBezTo>
                    <a:pt x="4247" y="5678"/>
                    <a:pt x="4494" y="5625"/>
                    <a:pt x="4726" y="5513"/>
                  </a:cubicBezTo>
                  <a:lnTo>
                    <a:pt x="5606" y="6395"/>
                  </a:lnTo>
                  <a:cubicBezTo>
                    <a:pt x="5013" y="7135"/>
                    <a:pt x="4643" y="8029"/>
                    <a:pt x="4538" y="8972"/>
                  </a:cubicBezTo>
                  <a:lnTo>
                    <a:pt x="3256" y="8972"/>
                  </a:lnTo>
                  <a:cubicBezTo>
                    <a:pt x="3016" y="8294"/>
                    <a:pt x="2375" y="7855"/>
                    <a:pt x="1675" y="7855"/>
                  </a:cubicBezTo>
                  <a:cubicBezTo>
                    <a:pt x="1582" y="7855"/>
                    <a:pt x="1487" y="7863"/>
                    <a:pt x="1392" y="7879"/>
                  </a:cubicBezTo>
                  <a:cubicBezTo>
                    <a:pt x="588" y="8018"/>
                    <a:pt x="1" y="8715"/>
                    <a:pt x="1" y="9531"/>
                  </a:cubicBezTo>
                  <a:cubicBezTo>
                    <a:pt x="1" y="10347"/>
                    <a:pt x="588" y="11045"/>
                    <a:pt x="1392" y="11182"/>
                  </a:cubicBezTo>
                  <a:cubicBezTo>
                    <a:pt x="1487" y="11198"/>
                    <a:pt x="1582" y="11206"/>
                    <a:pt x="1675" y="11206"/>
                  </a:cubicBezTo>
                  <a:cubicBezTo>
                    <a:pt x="2375" y="11206"/>
                    <a:pt x="3016" y="10767"/>
                    <a:pt x="3256" y="10090"/>
                  </a:cubicBezTo>
                  <a:lnTo>
                    <a:pt x="4536" y="10090"/>
                  </a:lnTo>
                  <a:cubicBezTo>
                    <a:pt x="4641" y="11033"/>
                    <a:pt x="5012" y="11926"/>
                    <a:pt x="5606" y="12666"/>
                  </a:cubicBezTo>
                  <a:lnTo>
                    <a:pt x="4725" y="13548"/>
                  </a:lnTo>
                  <a:cubicBezTo>
                    <a:pt x="4493" y="13437"/>
                    <a:pt x="4246" y="13384"/>
                    <a:pt x="4003" y="13384"/>
                  </a:cubicBezTo>
                  <a:cubicBezTo>
                    <a:pt x="3473" y="13384"/>
                    <a:pt x="2957" y="13635"/>
                    <a:pt x="2634" y="14092"/>
                  </a:cubicBezTo>
                  <a:cubicBezTo>
                    <a:pt x="2163" y="14758"/>
                    <a:pt x="2241" y="15667"/>
                    <a:pt x="2818" y="16244"/>
                  </a:cubicBezTo>
                  <a:cubicBezTo>
                    <a:pt x="3143" y="16568"/>
                    <a:pt x="3572" y="16735"/>
                    <a:pt x="4004" y="16735"/>
                  </a:cubicBezTo>
                  <a:cubicBezTo>
                    <a:pt x="4340" y="16735"/>
                    <a:pt x="4678" y="16634"/>
                    <a:pt x="4970" y="16428"/>
                  </a:cubicBezTo>
                  <a:cubicBezTo>
                    <a:pt x="5636" y="15956"/>
                    <a:pt x="5867" y="15074"/>
                    <a:pt x="5514" y="14337"/>
                  </a:cubicBezTo>
                  <a:lnTo>
                    <a:pt x="6396" y="13455"/>
                  </a:lnTo>
                  <a:cubicBezTo>
                    <a:pt x="7135" y="14050"/>
                    <a:pt x="8029" y="14421"/>
                    <a:pt x="8972" y="14525"/>
                  </a:cubicBezTo>
                  <a:lnTo>
                    <a:pt x="8972" y="15808"/>
                  </a:lnTo>
                  <a:cubicBezTo>
                    <a:pt x="8202" y="16080"/>
                    <a:pt x="7742" y="16866"/>
                    <a:pt x="7880" y="17670"/>
                  </a:cubicBezTo>
                  <a:cubicBezTo>
                    <a:pt x="8017" y="18474"/>
                    <a:pt x="8715" y="19061"/>
                    <a:pt x="9531" y="19061"/>
                  </a:cubicBezTo>
                  <a:cubicBezTo>
                    <a:pt x="10347" y="19061"/>
                    <a:pt x="11045" y="18474"/>
                    <a:pt x="11182" y="17670"/>
                  </a:cubicBezTo>
                  <a:cubicBezTo>
                    <a:pt x="11320" y="16866"/>
                    <a:pt x="10858" y="16080"/>
                    <a:pt x="10090" y="15808"/>
                  </a:cubicBezTo>
                  <a:lnTo>
                    <a:pt x="10090" y="14525"/>
                  </a:lnTo>
                  <a:cubicBezTo>
                    <a:pt x="11033" y="14421"/>
                    <a:pt x="11927" y="14050"/>
                    <a:pt x="12667" y="13455"/>
                  </a:cubicBezTo>
                  <a:lnTo>
                    <a:pt x="13548" y="14337"/>
                  </a:lnTo>
                  <a:cubicBezTo>
                    <a:pt x="13196" y="15074"/>
                    <a:pt x="13426" y="15956"/>
                    <a:pt x="14092" y="16428"/>
                  </a:cubicBezTo>
                  <a:cubicBezTo>
                    <a:pt x="14384" y="16634"/>
                    <a:pt x="14722" y="16735"/>
                    <a:pt x="15058" y="16735"/>
                  </a:cubicBezTo>
                  <a:cubicBezTo>
                    <a:pt x="15490" y="16735"/>
                    <a:pt x="15919" y="16568"/>
                    <a:pt x="16244" y="16244"/>
                  </a:cubicBezTo>
                  <a:cubicBezTo>
                    <a:pt x="16821" y="15667"/>
                    <a:pt x="16899" y="14758"/>
                    <a:pt x="16427" y="14092"/>
                  </a:cubicBezTo>
                  <a:cubicBezTo>
                    <a:pt x="16104" y="13635"/>
                    <a:pt x="15589" y="13384"/>
                    <a:pt x="15059" y="13384"/>
                  </a:cubicBezTo>
                  <a:cubicBezTo>
                    <a:pt x="14816" y="13384"/>
                    <a:pt x="14569" y="13437"/>
                    <a:pt x="14337" y="13548"/>
                  </a:cubicBezTo>
                  <a:lnTo>
                    <a:pt x="13456" y="12666"/>
                  </a:lnTo>
                  <a:cubicBezTo>
                    <a:pt x="14050" y="11926"/>
                    <a:pt x="14421" y="11033"/>
                    <a:pt x="14526" y="10090"/>
                  </a:cubicBezTo>
                  <a:lnTo>
                    <a:pt x="15806" y="10090"/>
                  </a:lnTo>
                  <a:cubicBezTo>
                    <a:pt x="16016" y="10680"/>
                    <a:pt x="16536" y="11104"/>
                    <a:pt x="17156" y="11190"/>
                  </a:cubicBezTo>
                  <a:cubicBezTo>
                    <a:pt x="17233" y="11200"/>
                    <a:pt x="17311" y="11206"/>
                    <a:pt x="17388" y="11206"/>
                  </a:cubicBezTo>
                  <a:cubicBezTo>
                    <a:pt x="17926" y="11206"/>
                    <a:pt x="18439" y="10945"/>
                    <a:pt x="18755" y="10498"/>
                  </a:cubicBezTo>
                  <a:cubicBezTo>
                    <a:pt x="19115" y="9986"/>
                    <a:pt x="19162" y="9317"/>
                    <a:pt x="18875" y="8761"/>
                  </a:cubicBezTo>
                  <a:cubicBezTo>
                    <a:pt x="18586" y="8205"/>
                    <a:pt x="18013" y="7856"/>
                    <a:pt x="17387" y="7855"/>
                  </a:cubicBezTo>
                  <a:lnTo>
                    <a:pt x="17387" y="7855"/>
                  </a:lnTo>
                  <a:cubicBezTo>
                    <a:pt x="16678" y="7857"/>
                    <a:pt x="16046" y="8304"/>
                    <a:pt x="15808" y="8972"/>
                  </a:cubicBezTo>
                  <a:lnTo>
                    <a:pt x="14526" y="8972"/>
                  </a:lnTo>
                  <a:cubicBezTo>
                    <a:pt x="14421" y="8029"/>
                    <a:pt x="14050" y="7135"/>
                    <a:pt x="13457" y="6395"/>
                  </a:cubicBezTo>
                  <a:lnTo>
                    <a:pt x="14339" y="5513"/>
                  </a:lnTo>
                  <a:cubicBezTo>
                    <a:pt x="14571" y="5625"/>
                    <a:pt x="14817" y="5678"/>
                    <a:pt x="15060" y="5678"/>
                  </a:cubicBezTo>
                  <a:cubicBezTo>
                    <a:pt x="15590" y="5678"/>
                    <a:pt x="16106" y="5426"/>
                    <a:pt x="16428" y="4969"/>
                  </a:cubicBezTo>
                  <a:cubicBezTo>
                    <a:pt x="16899" y="4303"/>
                    <a:pt x="16821" y="3394"/>
                    <a:pt x="16244" y="2817"/>
                  </a:cubicBezTo>
                  <a:cubicBezTo>
                    <a:pt x="15920" y="2493"/>
                    <a:pt x="15491" y="2327"/>
                    <a:pt x="15060" y="2327"/>
                  </a:cubicBezTo>
                  <a:cubicBezTo>
                    <a:pt x="14723" y="2327"/>
                    <a:pt x="14384" y="2428"/>
                    <a:pt x="14092" y="2635"/>
                  </a:cubicBezTo>
                  <a:cubicBezTo>
                    <a:pt x="13427" y="3106"/>
                    <a:pt x="13197" y="3988"/>
                    <a:pt x="13548" y="4724"/>
                  </a:cubicBezTo>
                  <a:lnTo>
                    <a:pt x="12667" y="5606"/>
                  </a:lnTo>
                  <a:cubicBezTo>
                    <a:pt x="11927" y="5011"/>
                    <a:pt x="11033" y="4641"/>
                    <a:pt x="10089" y="4536"/>
                  </a:cubicBezTo>
                  <a:lnTo>
                    <a:pt x="10089" y="3255"/>
                  </a:lnTo>
                  <a:cubicBezTo>
                    <a:pt x="10858" y="2983"/>
                    <a:pt x="11320" y="2196"/>
                    <a:pt x="11182" y="1392"/>
                  </a:cubicBezTo>
                  <a:cubicBezTo>
                    <a:pt x="11043" y="588"/>
                    <a:pt x="10347" y="0"/>
                    <a:pt x="9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4" name="Google Shape;19874;p92"/>
            <p:cNvSpPr/>
            <p:nvPr/>
          </p:nvSpPr>
          <p:spPr>
            <a:xfrm>
              <a:off x="4495437" y="3931850"/>
              <a:ext cx="40275" cy="112524"/>
            </a:xfrm>
            <a:custGeom>
              <a:rect b="b" l="l" r="r" t="t"/>
              <a:pathLst>
                <a:path extrusionOk="0" h="5585" w="1999">
                  <a:moveTo>
                    <a:pt x="1372" y="1"/>
                  </a:moveTo>
                  <a:cubicBezTo>
                    <a:pt x="1211" y="1"/>
                    <a:pt x="1053" y="69"/>
                    <a:pt x="942" y="201"/>
                  </a:cubicBezTo>
                  <a:lnTo>
                    <a:pt x="198" y="1095"/>
                  </a:lnTo>
                  <a:cubicBezTo>
                    <a:pt x="26" y="1303"/>
                    <a:pt x="26" y="1603"/>
                    <a:pt x="198" y="1811"/>
                  </a:cubicBezTo>
                  <a:lnTo>
                    <a:pt x="645" y="2346"/>
                  </a:lnTo>
                  <a:lnTo>
                    <a:pt x="198" y="2882"/>
                  </a:lnTo>
                  <a:cubicBezTo>
                    <a:pt x="26" y="3089"/>
                    <a:pt x="26" y="3389"/>
                    <a:pt x="198" y="3597"/>
                  </a:cubicBezTo>
                  <a:lnTo>
                    <a:pt x="645" y="4133"/>
                  </a:lnTo>
                  <a:lnTo>
                    <a:pt x="198" y="4670"/>
                  </a:lnTo>
                  <a:cubicBezTo>
                    <a:pt x="1" y="4906"/>
                    <a:pt x="32" y="5259"/>
                    <a:pt x="270" y="5456"/>
                  </a:cubicBezTo>
                  <a:cubicBezTo>
                    <a:pt x="374" y="5543"/>
                    <a:pt x="501" y="5585"/>
                    <a:pt x="626" y="5585"/>
                  </a:cubicBezTo>
                  <a:cubicBezTo>
                    <a:pt x="787" y="5585"/>
                    <a:pt x="945" y="5516"/>
                    <a:pt x="1056" y="5384"/>
                  </a:cubicBezTo>
                  <a:lnTo>
                    <a:pt x="1802" y="4490"/>
                  </a:lnTo>
                  <a:cubicBezTo>
                    <a:pt x="1973" y="4283"/>
                    <a:pt x="1973" y="3982"/>
                    <a:pt x="1802" y="3776"/>
                  </a:cubicBezTo>
                  <a:lnTo>
                    <a:pt x="1355" y="3240"/>
                  </a:lnTo>
                  <a:lnTo>
                    <a:pt x="1802" y="2703"/>
                  </a:lnTo>
                  <a:cubicBezTo>
                    <a:pt x="1973" y="2497"/>
                    <a:pt x="1973" y="2195"/>
                    <a:pt x="1802" y="1989"/>
                  </a:cubicBezTo>
                  <a:lnTo>
                    <a:pt x="1355" y="1452"/>
                  </a:lnTo>
                  <a:lnTo>
                    <a:pt x="1802" y="917"/>
                  </a:lnTo>
                  <a:cubicBezTo>
                    <a:pt x="1999" y="679"/>
                    <a:pt x="1967" y="327"/>
                    <a:pt x="1730" y="129"/>
                  </a:cubicBezTo>
                  <a:lnTo>
                    <a:pt x="1730" y="131"/>
                  </a:lnTo>
                  <a:cubicBezTo>
                    <a:pt x="1625" y="43"/>
                    <a:pt x="1498" y="1"/>
                    <a:pt x="13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75" name="Google Shape;19875;p92"/>
          <p:cNvGrpSpPr/>
          <p:nvPr/>
        </p:nvGrpSpPr>
        <p:grpSpPr>
          <a:xfrm>
            <a:off x="6287718" y="4003450"/>
            <a:ext cx="351385" cy="352775"/>
            <a:chOff x="4770471" y="3807319"/>
            <a:chExt cx="381815" cy="383326"/>
          </a:xfrm>
        </p:grpSpPr>
        <p:sp>
          <p:nvSpPr>
            <p:cNvPr id="19876" name="Google Shape;19876;p92"/>
            <p:cNvSpPr/>
            <p:nvPr/>
          </p:nvSpPr>
          <p:spPr>
            <a:xfrm>
              <a:off x="4770471" y="3807319"/>
              <a:ext cx="381815" cy="383326"/>
            </a:xfrm>
            <a:custGeom>
              <a:rect b="b" l="l" r="r" t="t"/>
              <a:pathLst>
                <a:path extrusionOk="0" h="19026" w="18951">
                  <a:moveTo>
                    <a:pt x="10559" y="1116"/>
                  </a:moveTo>
                  <a:lnTo>
                    <a:pt x="10559" y="3865"/>
                  </a:lnTo>
                  <a:cubicBezTo>
                    <a:pt x="10559" y="4060"/>
                    <a:pt x="10559" y="4012"/>
                    <a:pt x="11454" y="5613"/>
                  </a:cubicBezTo>
                  <a:lnTo>
                    <a:pt x="7476" y="5613"/>
                  </a:lnTo>
                  <a:cubicBezTo>
                    <a:pt x="8365" y="4012"/>
                    <a:pt x="8367" y="4058"/>
                    <a:pt x="8367" y="3865"/>
                  </a:cubicBezTo>
                  <a:lnTo>
                    <a:pt x="8367" y="1116"/>
                  </a:lnTo>
                  <a:close/>
                  <a:moveTo>
                    <a:pt x="12076" y="6727"/>
                  </a:moveTo>
                  <a:lnTo>
                    <a:pt x="14379" y="10845"/>
                  </a:lnTo>
                  <a:cubicBezTo>
                    <a:pt x="14753" y="11513"/>
                    <a:pt x="14270" y="12338"/>
                    <a:pt x="13503" y="12338"/>
                  </a:cubicBezTo>
                  <a:lnTo>
                    <a:pt x="5440" y="12338"/>
                  </a:lnTo>
                  <a:cubicBezTo>
                    <a:pt x="4675" y="12338"/>
                    <a:pt x="4193" y="11516"/>
                    <a:pt x="4565" y="10846"/>
                  </a:cubicBezTo>
                  <a:lnTo>
                    <a:pt x="6856" y="6727"/>
                  </a:lnTo>
                  <a:close/>
                  <a:moveTo>
                    <a:pt x="16721" y="13453"/>
                  </a:moveTo>
                  <a:lnTo>
                    <a:pt x="16721" y="16796"/>
                  </a:lnTo>
                  <a:lnTo>
                    <a:pt x="7803" y="16796"/>
                  </a:lnTo>
                  <a:lnTo>
                    <a:pt x="7803" y="15124"/>
                  </a:lnTo>
                  <a:cubicBezTo>
                    <a:pt x="7803" y="14816"/>
                    <a:pt x="7554" y="14566"/>
                    <a:pt x="7246" y="14566"/>
                  </a:cubicBezTo>
                  <a:lnTo>
                    <a:pt x="3901" y="14566"/>
                  </a:lnTo>
                  <a:cubicBezTo>
                    <a:pt x="3593" y="14566"/>
                    <a:pt x="3344" y="14816"/>
                    <a:pt x="3344" y="15124"/>
                  </a:cubicBezTo>
                  <a:lnTo>
                    <a:pt x="3344" y="16796"/>
                  </a:lnTo>
                  <a:lnTo>
                    <a:pt x="2788" y="16796"/>
                  </a:lnTo>
                  <a:cubicBezTo>
                    <a:pt x="1873" y="16782"/>
                    <a:pt x="1139" y="16038"/>
                    <a:pt x="1139" y="15124"/>
                  </a:cubicBezTo>
                  <a:cubicBezTo>
                    <a:pt x="1139" y="14210"/>
                    <a:pt x="1873" y="13466"/>
                    <a:pt x="2788" y="13453"/>
                  </a:cubicBezTo>
                  <a:close/>
                  <a:moveTo>
                    <a:pt x="6688" y="15681"/>
                  </a:moveTo>
                  <a:lnTo>
                    <a:pt x="6688" y="17696"/>
                  </a:lnTo>
                  <a:lnTo>
                    <a:pt x="5750" y="17382"/>
                  </a:lnTo>
                  <a:cubicBezTo>
                    <a:pt x="5692" y="17362"/>
                    <a:pt x="5642" y="17352"/>
                    <a:pt x="5587" y="17352"/>
                  </a:cubicBezTo>
                  <a:cubicBezTo>
                    <a:pt x="5410" y="17352"/>
                    <a:pt x="5179" y="17456"/>
                    <a:pt x="4459" y="17696"/>
                  </a:cubicBezTo>
                  <a:lnTo>
                    <a:pt x="4459" y="15681"/>
                  </a:lnTo>
                  <a:close/>
                  <a:moveTo>
                    <a:pt x="7258" y="1"/>
                  </a:moveTo>
                  <a:cubicBezTo>
                    <a:pt x="6954" y="1"/>
                    <a:pt x="6705" y="246"/>
                    <a:pt x="6700" y="552"/>
                  </a:cubicBezTo>
                  <a:cubicBezTo>
                    <a:pt x="6697" y="860"/>
                    <a:pt x="6944" y="1113"/>
                    <a:pt x="7252" y="1116"/>
                  </a:cubicBezTo>
                  <a:lnTo>
                    <a:pt x="7252" y="3722"/>
                  </a:lnTo>
                  <a:lnTo>
                    <a:pt x="3590" y="10304"/>
                  </a:lnTo>
                  <a:cubicBezTo>
                    <a:pt x="3236" y="10934"/>
                    <a:pt x="3230" y="11703"/>
                    <a:pt x="3575" y="12338"/>
                  </a:cubicBezTo>
                  <a:lnTo>
                    <a:pt x="2788" y="12338"/>
                  </a:lnTo>
                  <a:cubicBezTo>
                    <a:pt x="1251" y="12338"/>
                    <a:pt x="0" y="13587"/>
                    <a:pt x="0" y="15124"/>
                  </a:cubicBezTo>
                  <a:cubicBezTo>
                    <a:pt x="0" y="16661"/>
                    <a:pt x="1251" y="17911"/>
                    <a:pt x="2788" y="17911"/>
                  </a:cubicBezTo>
                  <a:lnTo>
                    <a:pt x="3345" y="17911"/>
                  </a:lnTo>
                  <a:lnTo>
                    <a:pt x="3345" y="18468"/>
                  </a:lnTo>
                  <a:cubicBezTo>
                    <a:pt x="3345" y="18786"/>
                    <a:pt x="3606" y="19026"/>
                    <a:pt x="3903" y="19026"/>
                  </a:cubicBezTo>
                  <a:cubicBezTo>
                    <a:pt x="3961" y="19026"/>
                    <a:pt x="4020" y="19017"/>
                    <a:pt x="4079" y="18997"/>
                  </a:cubicBezTo>
                  <a:lnTo>
                    <a:pt x="5573" y="18498"/>
                  </a:lnTo>
                  <a:cubicBezTo>
                    <a:pt x="7110" y="19010"/>
                    <a:pt x="7126" y="19026"/>
                    <a:pt x="7225" y="19026"/>
                  </a:cubicBezTo>
                  <a:cubicBezTo>
                    <a:pt x="7231" y="19026"/>
                    <a:pt x="7238" y="19026"/>
                    <a:pt x="7246" y="19026"/>
                  </a:cubicBezTo>
                  <a:cubicBezTo>
                    <a:pt x="7554" y="19026"/>
                    <a:pt x="7803" y="18776"/>
                    <a:pt x="7803" y="18468"/>
                  </a:cubicBezTo>
                  <a:lnTo>
                    <a:pt x="7803" y="17911"/>
                  </a:lnTo>
                  <a:lnTo>
                    <a:pt x="18393" y="17911"/>
                  </a:lnTo>
                  <a:cubicBezTo>
                    <a:pt x="18701" y="17911"/>
                    <a:pt x="18951" y="17661"/>
                    <a:pt x="18951" y="17353"/>
                  </a:cubicBezTo>
                  <a:cubicBezTo>
                    <a:pt x="18951" y="17045"/>
                    <a:pt x="18701" y="16796"/>
                    <a:pt x="18393" y="16796"/>
                  </a:cubicBezTo>
                  <a:lnTo>
                    <a:pt x="17836" y="16796"/>
                  </a:lnTo>
                  <a:lnTo>
                    <a:pt x="17836" y="13453"/>
                  </a:lnTo>
                  <a:lnTo>
                    <a:pt x="18393" y="13453"/>
                  </a:lnTo>
                  <a:cubicBezTo>
                    <a:pt x="18697" y="13447"/>
                    <a:pt x="18940" y="13199"/>
                    <a:pt x="18940" y="12895"/>
                  </a:cubicBezTo>
                  <a:cubicBezTo>
                    <a:pt x="18940" y="12590"/>
                    <a:pt x="18697" y="12342"/>
                    <a:pt x="18393" y="12338"/>
                  </a:cubicBezTo>
                  <a:lnTo>
                    <a:pt x="15368" y="12338"/>
                  </a:lnTo>
                  <a:cubicBezTo>
                    <a:pt x="15715" y="11701"/>
                    <a:pt x="15709" y="10931"/>
                    <a:pt x="15352" y="10301"/>
                  </a:cubicBezTo>
                  <a:cubicBezTo>
                    <a:pt x="15223" y="10071"/>
                    <a:pt x="11850" y="4039"/>
                    <a:pt x="11674" y="3722"/>
                  </a:cubicBezTo>
                  <a:lnTo>
                    <a:pt x="11674" y="1116"/>
                  </a:lnTo>
                  <a:cubicBezTo>
                    <a:pt x="12421" y="1116"/>
                    <a:pt x="12448" y="1"/>
                    <a:pt x="11649" y="1"/>
                  </a:cubicBezTo>
                  <a:lnTo>
                    <a:pt x="7264" y="1"/>
                  </a:lnTo>
                  <a:cubicBezTo>
                    <a:pt x="7262" y="1"/>
                    <a:pt x="7260" y="1"/>
                    <a:pt x="72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7" name="Google Shape;19877;p92"/>
            <p:cNvSpPr/>
            <p:nvPr/>
          </p:nvSpPr>
          <p:spPr>
            <a:xfrm>
              <a:off x="4923874" y="3966041"/>
              <a:ext cx="26292" cy="22485"/>
            </a:xfrm>
            <a:custGeom>
              <a:rect b="b" l="l" r="r" t="t"/>
              <a:pathLst>
                <a:path extrusionOk="0" h="1116" w="1305">
                  <a:moveTo>
                    <a:pt x="747" y="0"/>
                  </a:moveTo>
                  <a:cubicBezTo>
                    <a:pt x="251" y="0"/>
                    <a:pt x="1" y="601"/>
                    <a:pt x="352" y="952"/>
                  </a:cubicBezTo>
                  <a:cubicBezTo>
                    <a:pt x="459" y="1059"/>
                    <a:pt x="601" y="1115"/>
                    <a:pt x="746" y="1115"/>
                  </a:cubicBezTo>
                  <a:cubicBezTo>
                    <a:pt x="818" y="1115"/>
                    <a:pt x="890" y="1101"/>
                    <a:pt x="959" y="1073"/>
                  </a:cubicBezTo>
                  <a:cubicBezTo>
                    <a:pt x="1168" y="987"/>
                    <a:pt x="1304" y="783"/>
                    <a:pt x="1304" y="558"/>
                  </a:cubicBezTo>
                  <a:cubicBezTo>
                    <a:pt x="1304" y="250"/>
                    <a:pt x="1055" y="0"/>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8" name="Google Shape;19878;p92"/>
            <p:cNvSpPr/>
            <p:nvPr/>
          </p:nvSpPr>
          <p:spPr>
            <a:xfrm>
              <a:off x="4968803" y="3988505"/>
              <a:ext cx="26272" cy="22464"/>
            </a:xfrm>
            <a:custGeom>
              <a:rect b="b" l="l" r="r" t="t"/>
              <a:pathLst>
                <a:path extrusionOk="0" h="1115" w="1304">
                  <a:moveTo>
                    <a:pt x="747" y="0"/>
                  </a:moveTo>
                  <a:cubicBezTo>
                    <a:pt x="249" y="0"/>
                    <a:pt x="1" y="601"/>
                    <a:pt x="352" y="952"/>
                  </a:cubicBezTo>
                  <a:cubicBezTo>
                    <a:pt x="458" y="1058"/>
                    <a:pt x="601" y="1115"/>
                    <a:pt x="747" y="1115"/>
                  </a:cubicBezTo>
                  <a:cubicBezTo>
                    <a:pt x="818" y="1115"/>
                    <a:pt x="890" y="1101"/>
                    <a:pt x="959" y="1073"/>
                  </a:cubicBezTo>
                  <a:cubicBezTo>
                    <a:pt x="1168" y="986"/>
                    <a:pt x="1302" y="783"/>
                    <a:pt x="1304" y="558"/>
                  </a:cubicBezTo>
                  <a:cubicBezTo>
                    <a:pt x="1304" y="250"/>
                    <a:pt x="1054" y="0"/>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79" name="Google Shape;19879;p92"/>
          <p:cNvGrpSpPr/>
          <p:nvPr/>
        </p:nvGrpSpPr>
        <p:grpSpPr>
          <a:xfrm>
            <a:off x="7078948" y="4003116"/>
            <a:ext cx="269319" cy="353443"/>
            <a:chOff x="5265152" y="3808850"/>
            <a:chExt cx="292642" cy="384052"/>
          </a:xfrm>
        </p:grpSpPr>
        <p:sp>
          <p:nvSpPr>
            <p:cNvPr id="19880" name="Google Shape;19880;p92"/>
            <p:cNvSpPr/>
            <p:nvPr/>
          </p:nvSpPr>
          <p:spPr>
            <a:xfrm>
              <a:off x="5265152" y="3808850"/>
              <a:ext cx="292642" cy="384052"/>
            </a:xfrm>
            <a:custGeom>
              <a:rect b="b" l="l" r="r" t="t"/>
              <a:pathLst>
                <a:path extrusionOk="0" h="19062" w="14525">
                  <a:moveTo>
                    <a:pt x="12103" y="1117"/>
                  </a:moveTo>
                  <a:cubicBezTo>
                    <a:pt x="12206" y="1117"/>
                    <a:pt x="12290" y="1200"/>
                    <a:pt x="12290" y="1304"/>
                  </a:cubicBezTo>
                  <a:lnTo>
                    <a:pt x="12290" y="3389"/>
                  </a:lnTo>
                  <a:lnTo>
                    <a:pt x="2238" y="3389"/>
                  </a:lnTo>
                  <a:lnTo>
                    <a:pt x="2236" y="1304"/>
                  </a:lnTo>
                  <a:cubicBezTo>
                    <a:pt x="2236" y="1200"/>
                    <a:pt x="2320" y="1117"/>
                    <a:pt x="2423" y="1117"/>
                  </a:cubicBezTo>
                  <a:close/>
                  <a:moveTo>
                    <a:pt x="11172" y="4505"/>
                  </a:moveTo>
                  <a:lnTo>
                    <a:pt x="11172" y="6680"/>
                  </a:lnTo>
                  <a:cubicBezTo>
                    <a:pt x="11171" y="7224"/>
                    <a:pt x="11386" y="7745"/>
                    <a:pt x="11771" y="8128"/>
                  </a:cubicBezTo>
                  <a:lnTo>
                    <a:pt x="13133" y="9489"/>
                  </a:lnTo>
                  <a:cubicBezTo>
                    <a:pt x="13308" y="9663"/>
                    <a:pt x="13406" y="9900"/>
                    <a:pt x="13406" y="10147"/>
                  </a:cubicBezTo>
                  <a:lnTo>
                    <a:pt x="13405" y="17014"/>
                  </a:lnTo>
                  <a:cubicBezTo>
                    <a:pt x="13405" y="17528"/>
                    <a:pt x="12988" y="17944"/>
                    <a:pt x="12475" y="17945"/>
                  </a:cubicBezTo>
                  <a:lnTo>
                    <a:pt x="2051" y="17945"/>
                  </a:lnTo>
                  <a:cubicBezTo>
                    <a:pt x="1537" y="17944"/>
                    <a:pt x="1120" y="17528"/>
                    <a:pt x="1120" y="17014"/>
                  </a:cubicBezTo>
                  <a:lnTo>
                    <a:pt x="1120" y="10147"/>
                  </a:lnTo>
                  <a:cubicBezTo>
                    <a:pt x="1119" y="9900"/>
                    <a:pt x="1217" y="9663"/>
                    <a:pt x="1392" y="9489"/>
                  </a:cubicBezTo>
                  <a:lnTo>
                    <a:pt x="2754" y="8128"/>
                  </a:lnTo>
                  <a:cubicBezTo>
                    <a:pt x="3139" y="7744"/>
                    <a:pt x="3354" y="7224"/>
                    <a:pt x="3354" y="6680"/>
                  </a:cubicBezTo>
                  <a:lnTo>
                    <a:pt x="3354" y="4505"/>
                  </a:lnTo>
                  <a:close/>
                  <a:moveTo>
                    <a:pt x="2423" y="1"/>
                  </a:moveTo>
                  <a:cubicBezTo>
                    <a:pt x="1703" y="1"/>
                    <a:pt x="1120" y="584"/>
                    <a:pt x="1120" y="1304"/>
                  </a:cubicBezTo>
                  <a:lnTo>
                    <a:pt x="1120" y="3946"/>
                  </a:lnTo>
                  <a:cubicBezTo>
                    <a:pt x="1120" y="4256"/>
                    <a:pt x="1370" y="4505"/>
                    <a:pt x="1677" y="4505"/>
                  </a:cubicBezTo>
                  <a:lnTo>
                    <a:pt x="2236" y="4505"/>
                  </a:lnTo>
                  <a:lnTo>
                    <a:pt x="2236" y="6681"/>
                  </a:lnTo>
                  <a:cubicBezTo>
                    <a:pt x="2236" y="6928"/>
                    <a:pt x="2139" y="7164"/>
                    <a:pt x="1964" y="7339"/>
                  </a:cubicBezTo>
                  <a:lnTo>
                    <a:pt x="603" y="8700"/>
                  </a:lnTo>
                  <a:cubicBezTo>
                    <a:pt x="217" y="9083"/>
                    <a:pt x="1" y="9605"/>
                    <a:pt x="2" y="10149"/>
                  </a:cubicBezTo>
                  <a:lnTo>
                    <a:pt x="2" y="17014"/>
                  </a:lnTo>
                  <a:cubicBezTo>
                    <a:pt x="4" y="18144"/>
                    <a:pt x="920" y="19060"/>
                    <a:pt x="2051" y="19062"/>
                  </a:cubicBezTo>
                  <a:lnTo>
                    <a:pt x="12475" y="19062"/>
                  </a:lnTo>
                  <a:cubicBezTo>
                    <a:pt x="13605" y="19060"/>
                    <a:pt x="14521" y="18144"/>
                    <a:pt x="14523" y="17014"/>
                  </a:cubicBezTo>
                  <a:lnTo>
                    <a:pt x="14523" y="10147"/>
                  </a:lnTo>
                  <a:cubicBezTo>
                    <a:pt x="14524" y="9605"/>
                    <a:pt x="14308" y="9083"/>
                    <a:pt x="13922" y="8700"/>
                  </a:cubicBezTo>
                  <a:lnTo>
                    <a:pt x="12562" y="7339"/>
                  </a:lnTo>
                  <a:cubicBezTo>
                    <a:pt x="12386" y="7164"/>
                    <a:pt x="12288" y="6926"/>
                    <a:pt x="12288" y="6680"/>
                  </a:cubicBezTo>
                  <a:lnTo>
                    <a:pt x="12288" y="4505"/>
                  </a:lnTo>
                  <a:lnTo>
                    <a:pt x="12847" y="4505"/>
                  </a:lnTo>
                  <a:cubicBezTo>
                    <a:pt x="13155" y="4505"/>
                    <a:pt x="13405" y="4254"/>
                    <a:pt x="13405" y="3946"/>
                  </a:cubicBezTo>
                  <a:lnTo>
                    <a:pt x="13405" y="1304"/>
                  </a:lnTo>
                  <a:cubicBezTo>
                    <a:pt x="13405" y="584"/>
                    <a:pt x="12822" y="1"/>
                    <a:pt x="121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1" name="Google Shape;19881;p92"/>
            <p:cNvSpPr/>
            <p:nvPr/>
          </p:nvSpPr>
          <p:spPr>
            <a:xfrm>
              <a:off x="5332687" y="3989613"/>
              <a:ext cx="157533" cy="157553"/>
            </a:xfrm>
            <a:custGeom>
              <a:rect b="b" l="l" r="r" t="t"/>
              <a:pathLst>
                <a:path extrusionOk="0" h="7820" w="7819">
                  <a:moveTo>
                    <a:pt x="4469" y="1117"/>
                  </a:moveTo>
                  <a:lnTo>
                    <a:pt x="4469" y="2794"/>
                  </a:lnTo>
                  <a:cubicBezTo>
                    <a:pt x="4469" y="3101"/>
                    <a:pt x="4719" y="3351"/>
                    <a:pt x="5027" y="3351"/>
                  </a:cubicBezTo>
                  <a:lnTo>
                    <a:pt x="6702" y="3351"/>
                  </a:lnTo>
                  <a:lnTo>
                    <a:pt x="6702" y="4467"/>
                  </a:lnTo>
                  <a:lnTo>
                    <a:pt x="5027" y="4467"/>
                  </a:lnTo>
                  <a:cubicBezTo>
                    <a:pt x="4719" y="4467"/>
                    <a:pt x="4469" y="4719"/>
                    <a:pt x="4469" y="5026"/>
                  </a:cubicBezTo>
                  <a:lnTo>
                    <a:pt x="4469" y="6702"/>
                  </a:lnTo>
                  <a:lnTo>
                    <a:pt x="3351" y="6702"/>
                  </a:lnTo>
                  <a:lnTo>
                    <a:pt x="3351" y="5026"/>
                  </a:lnTo>
                  <a:cubicBezTo>
                    <a:pt x="3351" y="4719"/>
                    <a:pt x="3102" y="4467"/>
                    <a:pt x="2794" y="4467"/>
                  </a:cubicBezTo>
                  <a:lnTo>
                    <a:pt x="1119" y="4467"/>
                  </a:lnTo>
                  <a:lnTo>
                    <a:pt x="1119" y="3351"/>
                  </a:lnTo>
                  <a:lnTo>
                    <a:pt x="2794" y="3351"/>
                  </a:lnTo>
                  <a:cubicBezTo>
                    <a:pt x="3102" y="3351"/>
                    <a:pt x="3351" y="3101"/>
                    <a:pt x="3351" y="2792"/>
                  </a:cubicBezTo>
                  <a:lnTo>
                    <a:pt x="3351" y="1117"/>
                  </a:lnTo>
                  <a:close/>
                  <a:moveTo>
                    <a:pt x="2794" y="0"/>
                  </a:moveTo>
                  <a:cubicBezTo>
                    <a:pt x="2485" y="0"/>
                    <a:pt x="2235" y="250"/>
                    <a:pt x="2235" y="559"/>
                  </a:cubicBezTo>
                  <a:lnTo>
                    <a:pt x="2235" y="2235"/>
                  </a:lnTo>
                  <a:lnTo>
                    <a:pt x="560" y="2235"/>
                  </a:lnTo>
                  <a:cubicBezTo>
                    <a:pt x="559" y="2235"/>
                    <a:pt x="558" y="2235"/>
                    <a:pt x="557" y="2235"/>
                  </a:cubicBezTo>
                  <a:cubicBezTo>
                    <a:pt x="249" y="2235"/>
                    <a:pt x="1" y="2485"/>
                    <a:pt x="1" y="2794"/>
                  </a:cubicBezTo>
                  <a:lnTo>
                    <a:pt x="1" y="5026"/>
                  </a:lnTo>
                  <a:cubicBezTo>
                    <a:pt x="1" y="5336"/>
                    <a:pt x="250" y="5585"/>
                    <a:pt x="560" y="5585"/>
                  </a:cubicBezTo>
                  <a:lnTo>
                    <a:pt x="2235" y="5585"/>
                  </a:lnTo>
                  <a:lnTo>
                    <a:pt x="2235" y="7261"/>
                  </a:lnTo>
                  <a:cubicBezTo>
                    <a:pt x="2235" y="7569"/>
                    <a:pt x="2485" y="7820"/>
                    <a:pt x="2793" y="7820"/>
                  </a:cubicBezTo>
                  <a:lnTo>
                    <a:pt x="5027" y="7820"/>
                  </a:lnTo>
                  <a:cubicBezTo>
                    <a:pt x="5335" y="7820"/>
                    <a:pt x="5586" y="7569"/>
                    <a:pt x="5586" y="7261"/>
                  </a:cubicBezTo>
                  <a:lnTo>
                    <a:pt x="5586" y="5585"/>
                  </a:lnTo>
                  <a:lnTo>
                    <a:pt x="7261" y="5585"/>
                  </a:lnTo>
                  <a:cubicBezTo>
                    <a:pt x="7569" y="5585"/>
                    <a:pt x="7819" y="5336"/>
                    <a:pt x="7819" y="5026"/>
                  </a:cubicBezTo>
                  <a:lnTo>
                    <a:pt x="7819" y="2794"/>
                  </a:lnTo>
                  <a:cubicBezTo>
                    <a:pt x="7819" y="2484"/>
                    <a:pt x="7569" y="2235"/>
                    <a:pt x="7261" y="2235"/>
                  </a:cubicBezTo>
                  <a:lnTo>
                    <a:pt x="5587" y="2235"/>
                  </a:lnTo>
                  <a:lnTo>
                    <a:pt x="5587" y="559"/>
                  </a:lnTo>
                  <a:cubicBezTo>
                    <a:pt x="5587" y="250"/>
                    <a:pt x="5336" y="0"/>
                    <a:pt x="5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882" name="Google Shape;19882;p92"/>
          <p:cNvSpPr/>
          <p:nvPr/>
        </p:nvSpPr>
        <p:spPr>
          <a:xfrm>
            <a:off x="7791573" y="4024315"/>
            <a:ext cx="353380" cy="311324"/>
          </a:xfrm>
          <a:custGeom>
            <a:rect b="b" l="l" r="r" t="t"/>
            <a:pathLst>
              <a:path extrusionOk="0" h="16792" w="19063">
                <a:moveTo>
                  <a:pt x="6144" y="1117"/>
                </a:moveTo>
                <a:cubicBezTo>
                  <a:pt x="6370" y="1117"/>
                  <a:pt x="6573" y="1253"/>
                  <a:pt x="6660" y="1463"/>
                </a:cubicBezTo>
                <a:cubicBezTo>
                  <a:pt x="6747" y="1670"/>
                  <a:pt x="6699" y="1911"/>
                  <a:pt x="6539" y="2071"/>
                </a:cubicBezTo>
                <a:cubicBezTo>
                  <a:pt x="6432" y="2178"/>
                  <a:pt x="6290" y="2235"/>
                  <a:pt x="6145" y="2235"/>
                </a:cubicBezTo>
                <a:cubicBezTo>
                  <a:pt x="6073" y="2235"/>
                  <a:pt x="6000" y="2221"/>
                  <a:pt x="5931" y="2192"/>
                </a:cubicBezTo>
                <a:cubicBezTo>
                  <a:pt x="5722" y="2105"/>
                  <a:pt x="5586" y="1902"/>
                  <a:pt x="5586" y="1676"/>
                </a:cubicBezTo>
                <a:cubicBezTo>
                  <a:pt x="5587" y="1367"/>
                  <a:pt x="5837" y="1117"/>
                  <a:pt x="6144" y="1117"/>
                </a:cubicBezTo>
                <a:close/>
                <a:moveTo>
                  <a:pt x="12883" y="1117"/>
                </a:moveTo>
                <a:cubicBezTo>
                  <a:pt x="13109" y="1117"/>
                  <a:pt x="13312" y="1253"/>
                  <a:pt x="13399" y="1463"/>
                </a:cubicBezTo>
                <a:cubicBezTo>
                  <a:pt x="13485" y="1670"/>
                  <a:pt x="13438" y="1911"/>
                  <a:pt x="13278" y="2071"/>
                </a:cubicBezTo>
                <a:cubicBezTo>
                  <a:pt x="13171" y="2178"/>
                  <a:pt x="13028" y="2235"/>
                  <a:pt x="12883" y="2235"/>
                </a:cubicBezTo>
                <a:cubicBezTo>
                  <a:pt x="12811" y="2235"/>
                  <a:pt x="12739" y="2221"/>
                  <a:pt x="12669" y="2192"/>
                </a:cubicBezTo>
                <a:cubicBezTo>
                  <a:pt x="12460" y="2105"/>
                  <a:pt x="12324" y="1902"/>
                  <a:pt x="12324" y="1676"/>
                </a:cubicBezTo>
                <a:cubicBezTo>
                  <a:pt x="12326" y="1367"/>
                  <a:pt x="12575" y="1117"/>
                  <a:pt x="12883" y="1117"/>
                </a:cubicBezTo>
                <a:close/>
                <a:moveTo>
                  <a:pt x="11303" y="2235"/>
                </a:moveTo>
                <a:cubicBezTo>
                  <a:pt x="11383" y="2458"/>
                  <a:pt x="11508" y="2661"/>
                  <a:pt x="11673" y="2833"/>
                </a:cubicBezTo>
                <a:lnTo>
                  <a:pt x="9700" y="6734"/>
                </a:lnTo>
                <a:cubicBezTo>
                  <a:pt x="9632" y="6725"/>
                  <a:pt x="9564" y="6720"/>
                  <a:pt x="9495" y="6720"/>
                </a:cubicBezTo>
                <a:cubicBezTo>
                  <a:pt x="9427" y="6720"/>
                  <a:pt x="9358" y="6725"/>
                  <a:pt x="9290" y="6734"/>
                </a:cubicBezTo>
                <a:lnTo>
                  <a:pt x="7349" y="2841"/>
                </a:lnTo>
                <a:cubicBezTo>
                  <a:pt x="7515" y="2667"/>
                  <a:pt x="7643" y="2461"/>
                  <a:pt x="7724" y="2235"/>
                </a:cubicBezTo>
                <a:close/>
                <a:moveTo>
                  <a:pt x="5732" y="3299"/>
                </a:moveTo>
                <a:cubicBezTo>
                  <a:pt x="5866" y="3334"/>
                  <a:pt x="6003" y="3351"/>
                  <a:pt x="6141" y="3351"/>
                </a:cubicBezTo>
                <a:cubicBezTo>
                  <a:pt x="6210" y="3351"/>
                  <a:pt x="6280" y="3347"/>
                  <a:pt x="6349" y="3338"/>
                </a:cubicBezTo>
                <a:lnTo>
                  <a:pt x="8291" y="7233"/>
                </a:lnTo>
                <a:cubicBezTo>
                  <a:pt x="8123" y="7405"/>
                  <a:pt x="7996" y="7611"/>
                  <a:pt x="7915" y="7838"/>
                </a:cubicBezTo>
                <a:lnTo>
                  <a:pt x="3250" y="7838"/>
                </a:lnTo>
                <a:cubicBezTo>
                  <a:pt x="3190" y="7678"/>
                  <a:pt x="3108" y="7527"/>
                  <a:pt x="3003" y="7393"/>
                </a:cubicBezTo>
                <a:lnTo>
                  <a:pt x="5732" y="3299"/>
                </a:lnTo>
                <a:close/>
                <a:moveTo>
                  <a:pt x="13294" y="3299"/>
                </a:moveTo>
                <a:lnTo>
                  <a:pt x="16028" y="7400"/>
                </a:lnTo>
                <a:cubicBezTo>
                  <a:pt x="15932" y="7535"/>
                  <a:pt x="15856" y="7681"/>
                  <a:pt x="15802" y="7838"/>
                </a:cubicBezTo>
                <a:lnTo>
                  <a:pt x="11075" y="7838"/>
                </a:lnTo>
                <a:cubicBezTo>
                  <a:pt x="10994" y="7611"/>
                  <a:pt x="10866" y="7405"/>
                  <a:pt x="10700" y="7233"/>
                </a:cubicBezTo>
                <a:lnTo>
                  <a:pt x="12669" y="3337"/>
                </a:lnTo>
                <a:cubicBezTo>
                  <a:pt x="12741" y="3346"/>
                  <a:pt x="12813" y="3351"/>
                  <a:pt x="12885" y="3351"/>
                </a:cubicBezTo>
                <a:cubicBezTo>
                  <a:pt x="13022" y="3351"/>
                  <a:pt x="13160" y="3334"/>
                  <a:pt x="13294" y="3299"/>
                </a:cubicBezTo>
                <a:close/>
                <a:moveTo>
                  <a:pt x="17383" y="7817"/>
                </a:moveTo>
                <a:cubicBezTo>
                  <a:pt x="17670" y="7817"/>
                  <a:pt x="17947" y="8041"/>
                  <a:pt x="17947" y="8378"/>
                </a:cubicBezTo>
                <a:cubicBezTo>
                  <a:pt x="17945" y="8685"/>
                  <a:pt x="17695" y="8935"/>
                  <a:pt x="17388" y="8935"/>
                </a:cubicBezTo>
                <a:cubicBezTo>
                  <a:pt x="16890" y="8935"/>
                  <a:pt x="16640" y="8334"/>
                  <a:pt x="16993" y="7982"/>
                </a:cubicBezTo>
                <a:cubicBezTo>
                  <a:pt x="17106" y="7868"/>
                  <a:pt x="17246" y="7817"/>
                  <a:pt x="17383" y="7817"/>
                </a:cubicBezTo>
                <a:close/>
                <a:moveTo>
                  <a:pt x="9499" y="7836"/>
                </a:moveTo>
                <a:cubicBezTo>
                  <a:pt x="9636" y="7836"/>
                  <a:pt x="9776" y="7887"/>
                  <a:pt x="9890" y="8001"/>
                </a:cubicBezTo>
                <a:cubicBezTo>
                  <a:pt x="10050" y="8161"/>
                  <a:pt x="10097" y="8400"/>
                  <a:pt x="10011" y="8609"/>
                </a:cubicBezTo>
                <a:cubicBezTo>
                  <a:pt x="9924" y="8818"/>
                  <a:pt x="9721" y="8954"/>
                  <a:pt x="9495" y="8954"/>
                </a:cubicBezTo>
                <a:cubicBezTo>
                  <a:pt x="9186" y="8953"/>
                  <a:pt x="8936" y="8703"/>
                  <a:pt x="8936" y="8396"/>
                </a:cubicBezTo>
                <a:cubicBezTo>
                  <a:pt x="8936" y="8059"/>
                  <a:pt x="9212" y="7836"/>
                  <a:pt x="9499" y="7836"/>
                </a:cubicBezTo>
                <a:close/>
                <a:moveTo>
                  <a:pt x="1682" y="7855"/>
                </a:moveTo>
                <a:cubicBezTo>
                  <a:pt x="1819" y="7855"/>
                  <a:pt x="1959" y="7906"/>
                  <a:pt x="2072" y="8019"/>
                </a:cubicBezTo>
                <a:cubicBezTo>
                  <a:pt x="2232" y="8179"/>
                  <a:pt x="2280" y="8419"/>
                  <a:pt x="2193" y="8629"/>
                </a:cubicBezTo>
                <a:cubicBezTo>
                  <a:pt x="2108" y="8836"/>
                  <a:pt x="1903" y="8972"/>
                  <a:pt x="1677" y="8972"/>
                </a:cubicBezTo>
                <a:cubicBezTo>
                  <a:pt x="1370" y="8972"/>
                  <a:pt x="1120" y="8723"/>
                  <a:pt x="1118" y="8415"/>
                </a:cubicBezTo>
                <a:cubicBezTo>
                  <a:pt x="1118" y="8078"/>
                  <a:pt x="1395" y="7855"/>
                  <a:pt x="1682" y="7855"/>
                </a:cubicBezTo>
                <a:close/>
                <a:moveTo>
                  <a:pt x="7915" y="8954"/>
                </a:moveTo>
                <a:cubicBezTo>
                  <a:pt x="7996" y="9180"/>
                  <a:pt x="8123" y="9386"/>
                  <a:pt x="8291" y="9558"/>
                </a:cubicBezTo>
                <a:lnTo>
                  <a:pt x="6349" y="13453"/>
                </a:lnTo>
                <a:cubicBezTo>
                  <a:pt x="6281" y="13445"/>
                  <a:pt x="6213" y="13440"/>
                  <a:pt x="6145" y="13440"/>
                </a:cubicBezTo>
                <a:cubicBezTo>
                  <a:pt x="6008" y="13440"/>
                  <a:pt x="5870" y="13457"/>
                  <a:pt x="5736" y="13490"/>
                </a:cubicBezTo>
                <a:lnTo>
                  <a:pt x="3028" y="9404"/>
                </a:lnTo>
                <a:cubicBezTo>
                  <a:pt x="3129" y="9267"/>
                  <a:pt x="3208" y="9114"/>
                  <a:pt x="3263" y="8954"/>
                </a:cubicBezTo>
                <a:close/>
                <a:moveTo>
                  <a:pt x="15815" y="8954"/>
                </a:moveTo>
                <a:cubicBezTo>
                  <a:pt x="15868" y="9098"/>
                  <a:pt x="15941" y="9234"/>
                  <a:pt x="16031" y="9358"/>
                </a:cubicBezTo>
                <a:lnTo>
                  <a:pt x="13290" y="13490"/>
                </a:lnTo>
                <a:cubicBezTo>
                  <a:pt x="13158" y="13457"/>
                  <a:pt x="13022" y="13440"/>
                  <a:pt x="12886" y="13440"/>
                </a:cubicBezTo>
                <a:cubicBezTo>
                  <a:pt x="12814" y="13440"/>
                  <a:pt x="12742" y="13445"/>
                  <a:pt x="12671" y="13454"/>
                </a:cubicBezTo>
                <a:lnTo>
                  <a:pt x="10704" y="9554"/>
                </a:lnTo>
                <a:cubicBezTo>
                  <a:pt x="10869" y="9382"/>
                  <a:pt x="10994" y="9177"/>
                  <a:pt x="11075" y="8954"/>
                </a:cubicBezTo>
                <a:close/>
                <a:moveTo>
                  <a:pt x="9709" y="10059"/>
                </a:moveTo>
                <a:lnTo>
                  <a:pt x="11674" y="13960"/>
                </a:lnTo>
                <a:cubicBezTo>
                  <a:pt x="11510" y="14130"/>
                  <a:pt x="11384" y="14335"/>
                  <a:pt x="11305" y="14559"/>
                </a:cubicBezTo>
                <a:lnTo>
                  <a:pt x="7724" y="14559"/>
                </a:lnTo>
                <a:cubicBezTo>
                  <a:pt x="7645" y="14332"/>
                  <a:pt x="7516" y="14125"/>
                  <a:pt x="7349" y="13954"/>
                </a:cubicBezTo>
                <a:lnTo>
                  <a:pt x="7349" y="13952"/>
                </a:lnTo>
                <a:lnTo>
                  <a:pt x="9292" y="10059"/>
                </a:lnTo>
                <a:cubicBezTo>
                  <a:pt x="9361" y="10067"/>
                  <a:pt x="9430" y="10071"/>
                  <a:pt x="9500" y="10071"/>
                </a:cubicBezTo>
                <a:cubicBezTo>
                  <a:pt x="9569" y="10071"/>
                  <a:pt x="9639" y="10067"/>
                  <a:pt x="9709" y="10059"/>
                </a:cubicBezTo>
                <a:close/>
                <a:moveTo>
                  <a:pt x="6140" y="14556"/>
                </a:moveTo>
                <a:cubicBezTo>
                  <a:pt x="6427" y="14556"/>
                  <a:pt x="6703" y="14779"/>
                  <a:pt x="6703" y="15116"/>
                </a:cubicBezTo>
                <a:cubicBezTo>
                  <a:pt x="6702" y="15424"/>
                  <a:pt x="6452" y="15674"/>
                  <a:pt x="6144" y="15674"/>
                </a:cubicBezTo>
                <a:cubicBezTo>
                  <a:pt x="5647" y="15674"/>
                  <a:pt x="5397" y="15073"/>
                  <a:pt x="5750" y="14720"/>
                </a:cubicBezTo>
                <a:cubicBezTo>
                  <a:pt x="5863" y="14607"/>
                  <a:pt x="6003" y="14556"/>
                  <a:pt x="6140" y="14556"/>
                </a:cubicBezTo>
                <a:close/>
                <a:moveTo>
                  <a:pt x="12879" y="14556"/>
                </a:moveTo>
                <a:cubicBezTo>
                  <a:pt x="13166" y="14556"/>
                  <a:pt x="13442" y="14779"/>
                  <a:pt x="13442" y="15116"/>
                </a:cubicBezTo>
                <a:cubicBezTo>
                  <a:pt x="13441" y="15424"/>
                  <a:pt x="13191" y="15674"/>
                  <a:pt x="12883" y="15674"/>
                </a:cubicBezTo>
                <a:cubicBezTo>
                  <a:pt x="12385" y="15674"/>
                  <a:pt x="12136" y="15073"/>
                  <a:pt x="12489" y="14720"/>
                </a:cubicBezTo>
                <a:cubicBezTo>
                  <a:pt x="12602" y="14607"/>
                  <a:pt x="12742" y="14556"/>
                  <a:pt x="12879" y="14556"/>
                </a:cubicBezTo>
                <a:close/>
                <a:moveTo>
                  <a:pt x="6144" y="1"/>
                </a:moveTo>
                <a:cubicBezTo>
                  <a:pt x="4765" y="1"/>
                  <a:pt x="3979" y="1582"/>
                  <a:pt x="4804" y="2679"/>
                </a:cubicBezTo>
                <a:lnTo>
                  <a:pt x="2066" y="6786"/>
                </a:lnTo>
                <a:cubicBezTo>
                  <a:pt x="1933" y="6754"/>
                  <a:pt x="1801" y="6739"/>
                  <a:pt x="1672" y="6739"/>
                </a:cubicBezTo>
                <a:cubicBezTo>
                  <a:pt x="771" y="6739"/>
                  <a:pt x="1" y="7475"/>
                  <a:pt x="1" y="8415"/>
                </a:cubicBezTo>
                <a:cubicBezTo>
                  <a:pt x="1" y="9359"/>
                  <a:pt x="775" y="10090"/>
                  <a:pt x="1673" y="10090"/>
                </a:cubicBezTo>
                <a:cubicBezTo>
                  <a:pt x="1815" y="10090"/>
                  <a:pt x="1960" y="10072"/>
                  <a:pt x="2105" y="10034"/>
                </a:cubicBezTo>
                <a:lnTo>
                  <a:pt x="4807" y="14109"/>
                </a:lnTo>
                <a:cubicBezTo>
                  <a:pt x="3977" y="15206"/>
                  <a:pt x="4764" y="16792"/>
                  <a:pt x="6144" y="16792"/>
                </a:cubicBezTo>
                <a:cubicBezTo>
                  <a:pt x="6854" y="16790"/>
                  <a:pt x="7487" y="16343"/>
                  <a:pt x="7724" y="15674"/>
                </a:cubicBezTo>
                <a:lnTo>
                  <a:pt x="11303" y="15674"/>
                </a:lnTo>
                <a:cubicBezTo>
                  <a:pt x="11541" y="16343"/>
                  <a:pt x="12173" y="16790"/>
                  <a:pt x="12883" y="16792"/>
                </a:cubicBezTo>
                <a:cubicBezTo>
                  <a:pt x="14263" y="16792"/>
                  <a:pt x="15050" y="15206"/>
                  <a:pt x="14221" y="14109"/>
                </a:cubicBezTo>
                <a:lnTo>
                  <a:pt x="16948" y="9993"/>
                </a:lnTo>
                <a:cubicBezTo>
                  <a:pt x="17097" y="10034"/>
                  <a:pt x="17246" y="10053"/>
                  <a:pt x="17391" y="10053"/>
                </a:cubicBezTo>
                <a:cubicBezTo>
                  <a:pt x="18288" y="10053"/>
                  <a:pt x="19063" y="9322"/>
                  <a:pt x="19063" y="8378"/>
                </a:cubicBezTo>
                <a:cubicBezTo>
                  <a:pt x="19063" y="7434"/>
                  <a:pt x="18287" y="6701"/>
                  <a:pt x="17390" y="6701"/>
                </a:cubicBezTo>
                <a:cubicBezTo>
                  <a:pt x="17244" y="6701"/>
                  <a:pt x="17095" y="6721"/>
                  <a:pt x="16945" y="6762"/>
                </a:cubicBezTo>
                <a:lnTo>
                  <a:pt x="16945" y="6762"/>
                </a:lnTo>
                <a:lnTo>
                  <a:pt x="14224" y="2679"/>
                </a:lnTo>
                <a:cubicBezTo>
                  <a:pt x="15046" y="1584"/>
                  <a:pt x="14264" y="1"/>
                  <a:pt x="12883" y="1"/>
                </a:cubicBezTo>
                <a:cubicBezTo>
                  <a:pt x="12173" y="1"/>
                  <a:pt x="11541" y="448"/>
                  <a:pt x="11303" y="1117"/>
                </a:cubicBezTo>
                <a:lnTo>
                  <a:pt x="7724" y="1117"/>
                </a:lnTo>
                <a:cubicBezTo>
                  <a:pt x="7487" y="448"/>
                  <a:pt x="6854" y="1"/>
                  <a:pt x="6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3" name="Google Shape;19883;p92"/>
          <p:cNvSpPr/>
          <p:nvPr/>
        </p:nvSpPr>
        <p:spPr>
          <a:xfrm>
            <a:off x="1034934" y="1765666"/>
            <a:ext cx="304108" cy="353428"/>
          </a:xfrm>
          <a:custGeom>
            <a:rect b="b" l="l" r="r" t="t"/>
            <a:pathLst>
              <a:path extrusionOk="0" h="19063" w="16405">
                <a:moveTo>
                  <a:pt x="12663" y="1347"/>
                </a:moveTo>
                <a:lnTo>
                  <a:pt x="13451" y="2130"/>
                </a:lnTo>
                <a:lnTo>
                  <a:pt x="12663" y="2918"/>
                </a:lnTo>
                <a:lnTo>
                  <a:pt x="11874" y="2130"/>
                </a:lnTo>
                <a:lnTo>
                  <a:pt x="12663" y="1347"/>
                </a:lnTo>
                <a:close/>
                <a:moveTo>
                  <a:pt x="10293" y="2129"/>
                </a:moveTo>
                <a:lnTo>
                  <a:pt x="12663" y="4497"/>
                </a:lnTo>
                <a:lnTo>
                  <a:pt x="8713" y="8446"/>
                </a:lnTo>
                <a:lnTo>
                  <a:pt x="6345" y="6077"/>
                </a:lnTo>
                <a:lnTo>
                  <a:pt x="10293" y="2129"/>
                </a:lnTo>
                <a:close/>
                <a:moveTo>
                  <a:pt x="6345" y="7657"/>
                </a:moveTo>
                <a:lnTo>
                  <a:pt x="7134" y="8446"/>
                </a:lnTo>
                <a:lnTo>
                  <a:pt x="6345" y="9236"/>
                </a:lnTo>
                <a:lnTo>
                  <a:pt x="5556" y="8446"/>
                </a:lnTo>
                <a:lnTo>
                  <a:pt x="6345" y="7657"/>
                </a:lnTo>
                <a:close/>
                <a:moveTo>
                  <a:pt x="3649" y="12287"/>
                </a:moveTo>
                <a:cubicBezTo>
                  <a:pt x="3959" y="13170"/>
                  <a:pt x="4511" y="13947"/>
                  <a:pt x="5243" y="14533"/>
                </a:cubicBezTo>
                <a:cubicBezTo>
                  <a:pt x="4959" y="14777"/>
                  <a:pt x="4711" y="15060"/>
                  <a:pt x="4506" y="15373"/>
                </a:cubicBezTo>
                <a:cubicBezTo>
                  <a:pt x="3528" y="14578"/>
                  <a:pt x="2819" y="13500"/>
                  <a:pt x="2475" y="12287"/>
                </a:cubicBezTo>
                <a:close/>
                <a:moveTo>
                  <a:pt x="12599" y="6140"/>
                </a:moveTo>
                <a:cubicBezTo>
                  <a:pt x="15318" y="8697"/>
                  <a:pt x="15125" y="13049"/>
                  <a:pt x="12270" y="15377"/>
                </a:cubicBezTo>
                <a:cubicBezTo>
                  <a:pt x="12064" y="15060"/>
                  <a:pt x="11813" y="14775"/>
                  <a:pt x="11526" y="14528"/>
                </a:cubicBezTo>
                <a:cubicBezTo>
                  <a:pt x="13944" y="12584"/>
                  <a:pt x="14034" y="9002"/>
                  <a:pt x="11809" y="6930"/>
                </a:cubicBezTo>
                <a:lnTo>
                  <a:pt x="12599" y="6140"/>
                </a:lnTo>
                <a:close/>
                <a:moveTo>
                  <a:pt x="8382" y="14521"/>
                </a:moveTo>
                <a:cubicBezTo>
                  <a:pt x="9387" y="14521"/>
                  <a:pt x="10393" y="14892"/>
                  <a:pt x="11066" y="15637"/>
                </a:cubicBezTo>
                <a:lnTo>
                  <a:pt x="5705" y="15637"/>
                </a:lnTo>
                <a:cubicBezTo>
                  <a:pt x="6371" y="14894"/>
                  <a:pt x="7376" y="14521"/>
                  <a:pt x="8382" y="14521"/>
                </a:cubicBezTo>
                <a:close/>
                <a:moveTo>
                  <a:pt x="14530" y="16754"/>
                </a:moveTo>
                <a:lnTo>
                  <a:pt x="14530" y="17946"/>
                </a:lnTo>
                <a:lnTo>
                  <a:pt x="2245" y="17946"/>
                </a:lnTo>
                <a:lnTo>
                  <a:pt x="2245" y="16754"/>
                </a:lnTo>
                <a:close/>
                <a:moveTo>
                  <a:pt x="12663" y="1"/>
                </a:moveTo>
                <a:cubicBezTo>
                  <a:pt x="12520" y="1"/>
                  <a:pt x="12378" y="55"/>
                  <a:pt x="12269" y="163"/>
                </a:cubicBezTo>
                <a:lnTo>
                  <a:pt x="11084" y="1340"/>
                </a:lnTo>
                <a:cubicBezTo>
                  <a:pt x="10688" y="943"/>
                  <a:pt x="10585" y="779"/>
                  <a:pt x="10293" y="779"/>
                </a:cubicBezTo>
                <a:cubicBezTo>
                  <a:pt x="10145" y="779"/>
                  <a:pt x="10003" y="839"/>
                  <a:pt x="9899" y="943"/>
                </a:cubicBezTo>
                <a:lnTo>
                  <a:pt x="5161" y="5683"/>
                </a:lnTo>
                <a:cubicBezTo>
                  <a:pt x="4943" y="5901"/>
                  <a:pt x="4943" y="6253"/>
                  <a:pt x="5161" y="6472"/>
                </a:cubicBezTo>
                <a:lnTo>
                  <a:pt x="5556" y="6868"/>
                </a:lnTo>
                <a:lnTo>
                  <a:pt x="4372" y="8051"/>
                </a:lnTo>
                <a:cubicBezTo>
                  <a:pt x="4154" y="8269"/>
                  <a:pt x="4154" y="8624"/>
                  <a:pt x="4372" y="8842"/>
                </a:cubicBezTo>
                <a:lnTo>
                  <a:pt x="5950" y="10422"/>
                </a:lnTo>
                <a:cubicBezTo>
                  <a:pt x="6059" y="10530"/>
                  <a:pt x="6202" y="10584"/>
                  <a:pt x="6345" y="10584"/>
                </a:cubicBezTo>
                <a:cubicBezTo>
                  <a:pt x="6489" y="10584"/>
                  <a:pt x="6632" y="10530"/>
                  <a:pt x="6741" y="10422"/>
                </a:cubicBezTo>
                <a:lnTo>
                  <a:pt x="7926" y="9236"/>
                </a:lnTo>
                <a:lnTo>
                  <a:pt x="8320" y="9631"/>
                </a:lnTo>
                <a:cubicBezTo>
                  <a:pt x="8429" y="9740"/>
                  <a:pt x="8572" y="9795"/>
                  <a:pt x="8715" y="9795"/>
                </a:cubicBezTo>
                <a:cubicBezTo>
                  <a:pt x="8858" y="9795"/>
                  <a:pt x="9000" y="9740"/>
                  <a:pt x="9109" y="9631"/>
                </a:cubicBezTo>
                <a:lnTo>
                  <a:pt x="11019" y="7721"/>
                </a:lnTo>
                <a:lnTo>
                  <a:pt x="11019" y="7721"/>
                </a:lnTo>
                <a:cubicBezTo>
                  <a:pt x="12883" y="9420"/>
                  <a:pt x="12696" y="12453"/>
                  <a:pt x="10526" y="13878"/>
                </a:cubicBezTo>
                <a:cubicBezTo>
                  <a:pt x="9862" y="13561"/>
                  <a:pt x="9125" y="13403"/>
                  <a:pt x="8388" y="13403"/>
                </a:cubicBezTo>
                <a:cubicBezTo>
                  <a:pt x="7649" y="13403"/>
                  <a:pt x="6910" y="13562"/>
                  <a:pt x="6245" y="13880"/>
                </a:cubicBezTo>
                <a:cubicBezTo>
                  <a:pt x="5644" y="13487"/>
                  <a:pt x="5163" y="12935"/>
                  <a:pt x="4855" y="12287"/>
                </a:cubicBezTo>
                <a:lnTo>
                  <a:pt x="5334" y="12287"/>
                </a:lnTo>
                <a:cubicBezTo>
                  <a:pt x="5639" y="12281"/>
                  <a:pt x="5883" y="12033"/>
                  <a:pt x="5883" y="11728"/>
                </a:cubicBezTo>
                <a:cubicBezTo>
                  <a:pt x="5883" y="11424"/>
                  <a:pt x="5639" y="11175"/>
                  <a:pt x="5334" y="11170"/>
                </a:cubicBezTo>
                <a:lnTo>
                  <a:pt x="570" y="11170"/>
                </a:lnTo>
                <a:cubicBezTo>
                  <a:pt x="566" y="11170"/>
                  <a:pt x="563" y="11170"/>
                  <a:pt x="559" y="11170"/>
                </a:cubicBezTo>
                <a:cubicBezTo>
                  <a:pt x="252" y="11170"/>
                  <a:pt x="1" y="11419"/>
                  <a:pt x="1" y="11728"/>
                </a:cubicBezTo>
                <a:cubicBezTo>
                  <a:pt x="1" y="12036"/>
                  <a:pt x="252" y="12287"/>
                  <a:pt x="559" y="12287"/>
                </a:cubicBezTo>
                <a:cubicBezTo>
                  <a:pt x="563" y="12287"/>
                  <a:pt x="566" y="12287"/>
                  <a:pt x="570" y="12287"/>
                </a:cubicBezTo>
                <a:lnTo>
                  <a:pt x="1323" y="12287"/>
                </a:lnTo>
                <a:cubicBezTo>
                  <a:pt x="1619" y="13547"/>
                  <a:pt x="2250" y="14705"/>
                  <a:pt x="3148" y="15637"/>
                </a:cubicBezTo>
                <a:lnTo>
                  <a:pt x="1686" y="15637"/>
                </a:lnTo>
                <a:cubicBezTo>
                  <a:pt x="1378" y="15637"/>
                  <a:pt x="1127" y="15887"/>
                  <a:pt x="1127" y="16196"/>
                </a:cubicBezTo>
                <a:lnTo>
                  <a:pt x="1127" y="18504"/>
                </a:lnTo>
                <a:cubicBezTo>
                  <a:pt x="1127" y="18812"/>
                  <a:pt x="1378" y="19063"/>
                  <a:pt x="1686" y="19063"/>
                </a:cubicBezTo>
                <a:lnTo>
                  <a:pt x="15089" y="19063"/>
                </a:lnTo>
                <a:cubicBezTo>
                  <a:pt x="15397" y="19063"/>
                  <a:pt x="15648" y="18812"/>
                  <a:pt x="15648" y="18504"/>
                </a:cubicBezTo>
                <a:lnTo>
                  <a:pt x="15648" y="16196"/>
                </a:lnTo>
                <a:cubicBezTo>
                  <a:pt x="15648" y="15887"/>
                  <a:pt x="15397" y="15637"/>
                  <a:pt x="15089" y="15637"/>
                </a:cubicBezTo>
                <a:lnTo>
                  <a:pt x="13632" y="15637"/>
                </a:lnTo>
                <a:cubicBezTo>
                  <a:pt x="16404" y="12743"/>
                  <a:pt x="16309" y="8122"/>
                  <a:pt x="13390" y="5351"/>
                </a:cubicBezTo>
                <a:lnTo>
                  <a:pt x="13847" y="4893"/>
                </a:lnTo>
                <a:cubicBezTo>
                  <a:pt x="14065" y="4675"/>
                  <a:pt x="14065" y="4321"/>
                  <a:pt x="13847" y="4103"/>
                </a:cubicBezTo>
                <a:lnTo>
                  <a:pt x="13453" y="3708"/>
                </a:lnTo>
                <a:lnTo>
                  <a:pt x="14638" y="2523"/>
                </a:lnTo>
                <a:cubicBezTo>
                  <a:pt x="14856" y="2305"/>
                  <a:pt x="14854" y="1951"/>
                  <a:pt x="14636" y="1733"/>
                </a:cubicBezTo>
                <a:lnTo>
                  <a:pt x="13056" y="163"/>
                </a:lnTo>
                <a:cubicBezTo>
                  <a:pt x="12947" y="55"/>
                  <a:pt x="12805" y="1"/>
                  <a:pt x="126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4" name="Google Shape;19884;p92"/>
          <p:cNvSpPr txBox="1"/>
          <p:nvPr/>
        </p:nvSpPr>
        <p:spPr>
          <a:xfrm>
            <a:off x="1048350" y="11586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lt1"/>
                </a:solidFill>
              </a:rPr>
              <a:t>Laboratory</a:t>
            </a:r>
            <a:endParaRPr sz="1600">
              <a:solidFill>
                <a:srgbClr val="FFFFFF"/>
              </a:solidFill>
            </a:endParaRPr>
          </a:p>
        </p:txBody>
      </p:sp>
      <p:sp>
        <p:nvSpPr>
          <p:cNvPr id="19885" name="Google Shape;19885;p92"/>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Premium Icons</a:t>
            </a:r>
            <a:endParaRPr/>
          </a:p>
        </p:txBody>
      </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889" name="Shape 19889"/>
        <p:cNvGrpSpPr/>
        <p:nvPr/>
      </p:nvGrpSpPr>
      <p:grpSpPr>
        <a:xfrm>
          <a:off x="0" y="0"/>
          <a:ext cx="0" cy="0"/>
          <a:chOff x="0" y="0"/>
          <a:chExt cx="0" cy="0"/>
        </a:xfrm>
      </p:grpSpPr>
      <p:sp>
        <p:nvSpPr>
          <p:cNvPr id="19890" name="Google Shape;19890;p93"/>
          <p:cNvSpPr/>
          <p:nvPr/>
        </p:nvSpPr>
        <p:spPr>
          <a:xfrm>
            <a:off x="1765008" y="1765774"/>
            <a:ext cx="354827" cy="354849"/>
          </a:xfrm>
          <a:custGeom>
            <a:rect b="b" l="l" r="r" t="t"/>
            <a:pathLst>
              <a:path extrusionOk="0" h="16413" w="16412">
                <a:moveTo>
                  <a:pt x="8205" y="6796"/>
                </a:moveTo>
                <a:cubicBezTo>
                  <a:pt x="8456" y="6796"/>
                  <a:pt x="8702" y="6894"/>
                  <a:pt x="8885" y="7077"/>
                </a:cubicBezTo>
                <a:cubicBezTo>
                  <a:pt x="9161" y="7352"/>
                  <a:pt x="9243" y="7767"/>
                  <a:pt x="9095" y="8126"/>
                </a:cubicBezTo>
                <a:cubicBezTo>
                  <a:pt x="8945" y="8484"/>
                  <a:pt x="8595" y="8719"/>
                  <a:pt x="8206" y="8719"/>
                </a:cubicBezTo>
                <a:cubicBezTo>
                  <a:pt x="7676" y="8719"/>
                  <a:pt x="7245" y="8288"/>
                  <a:pt x="7245" y="7758"/>
                </a:cubicBezTo>
                <a:cubicBezTo>
                  <a:pt x="7245" y="7368"/>
                  <a:pt x="7478" y="7018"/>
                  <a:pt x="7838" y="6869"/>
                </a:cubicBezTo>
                <a:cubicBezTo>
                  <a:pt x="7957" y="6820"/>
                  <a:pt x="8082" y="6796"/>
                  <a:pt x="8205" y="6796"/>
                </a:cubicBezTo>
                <a:close/>
                <a:moveTo>
                  <a:pt x="8206" y="9676"/>
                </a:moveTo>
                <a:cubicBezTo>
                  <a:pt x="9297" y="9676"/>
                  <a:pt x="10202" y="10517"/>
                  <a:pt x="10284" y="11604"/>
                </a:cubicBezTo>
                <a:lnTo>
                  <a:pt x="6129" y="11604"/>
                </a:lnTo>
                <a:cubicBezTo>
                  <a:pt x="6210" y="10517"/>
                  <a:pt x="7116" y="9676"/>
                  <a:pt x="8206" y="9676"/>
                </a:cubicBezTo>
                <a:close/>
                <a:moveTo>
                  <a:pt x="15451" y="8046"/>
                </a:moveTo>
                <a:lnTo>
                  <a:pt x="15451" y="15449"/>
                </a:lnTo>
                <a:lnTo>
                  <a:pt x="11571" y="15449"/>
                </a:lnTo>
                <a:lnTo>
                  <a:pt x="11571" y="14489"/>
                </a:lnTo>
                <a:lnTo>
                  <a:pt x="14008" y="14489"/>
                </a:lnTo>
                <a:cubicBezTo>
                  <a:pt x="14273" y="14489"/>
                  <a:pt x="14488" y="14273"/>
                  <a:pt x="14488" y="14008"/>
                </a:cubicBezTo>
                <a:lnTo>
                  <a:pt x="14488" y="8046"/>
                </a:lnTo>
                <a:close/>
                <a:moveTo>
                  <a:pt x="7256" y="1"/>
                </a:moveTo>
                <a:cubicBezTo>
                  <a:pt x="7252" y="1"/>
                  <a:pt x="7249" y="1"/>
                  <a:pt x="7245" y="1"/>
                </a:cubicBezTo>
                <a:lnTo>
                  <a:pt x="482" y="1"/>
                </a:lnTo>
                <a:cubicBezTo>
                  <a:pt x="216" y="1"/>
                  <a:pt x="0" y="216"/>
                  <a:pt x="0" y="483"/>
                </a:cubicBezTo>
                <a:lnTo>
                  <a:pt x="0" y="15933"/>
                </a:lnTo>
                <a:cubicBezTo>
                  <a:pt x="0" y="16198"/>
                  <a:pt x="216" y="16413"/>
                  <a:pt x="481" y="16413"/>
                </a:cubicBezTo>
                <a:lnTo>
                  <a:pt x="15931" y="16413"/>
                </a:lnTo>
                <a:cubicBezTo>
                  <a:pt x="16196" y="16413"/>
                  <a:pt x="16411" y="16198"/>
                  <a:pt x="16411" y="15933"/>
                </a:cubicBezTo>
                <a:lnTo>
                  <a:pt x="16411" y="483"/>
                </a:lnTo>
                <a:cubicBezTo>
                  <a:pt x="16411" y="216"/>
                  <a:pt x="16196" y="1"/>
                  <a:pt x="15931" y="1"/>
                </a:cubicBezTo>
                <a:lnTo>
                  <a:pt x="9168" y="1"/>
                </a:lnTo>
                <a:cubicBezTo>
                  <a:pt x="8906" y="5"/>
                  <a:pt x="8696" y="219"/>
                  <a:pt x="8696" y="481"/>
                </a:cubicBezTo>
                <a:cubicBezTo>
                  <a:pt x="8696" y="743"/>
                  <a:pt x="8906" y="957"/>
                  <a:pt x="9168" y="963"/>
                </a:cubicBezTo>
                <a:lnTo>
                  <a:pt x="15451" y="963"/>
                </a:lnTo>
                <a:lnTo>
                  <a:pt x="15451" y="7084"/>
                </a:lnTo>
                <a:lnTo>
                  <a:pt x="14490" y="7084"/>
                </a:lnTo>
                <a:lnTo>
                  <a:pt x="14490" y="6283"/>
                </a:lnTo>
                <a:cubicBezTo>
                  <a:pt x="14494" y="6014"/>
                  <a:pt x="14277" y="5793"/>
                  <a:pt x="14008" y="5793"/>
                </a:cubicBezTo>
                <a:cubicBezTo>
                  <a:pt x="13739" y="5793"/>
                  <a:pt x="13522" y="6014"/>
                  <a:pt x="13528" y="6283"/>
                </a:cubicBezTo>
                <a:lnTo>
                  <a:pt x="13528" y="9969"/>
                </a:lnTo>
                <a:lnTo>
                  <a:pt x="12566" y="9969"/>
                </a:lnTo>
                <a:lnTo>
                  <a:pt x="12566" y="9168"/>
                </a:lnTo>
                <a:cubicBezTo>
                  <a:pt x="12561" y="8906"/>
                  <a:pt x="12347" y="8697"/>
                  <a:pt x="12085" y="8697"/>
                </a:cubicBezTo>
                <a:cubicBezTo>
                  <a:pt x="11823" y="8697"/>
                  <a:pt x="11609" y="8906"/>
                  <a:pt x="11605" y="9168"/>
                </a:cubicBezTo>
                <a:lnTo>
                  <a:pt x="11605" y="11604"/>
                </a:lnTo>
                <a:lnTo>
                  <a:pt x="11248" y="11604"/>
                </a:lnTo>
                <a:cubicBezTo>
                  <a:pt x="11190" y="10529"/>
                  <a:pt x="10569" y="9564"/>
                  <a:pt x="9615" y="9066"/>
                </a:cubicBezTo>
                <a:cubicBezTo>
                  <a:pt x="10136" y="8505"/>
                  <a:pt x="10275" y="7689"/>
                  <a:pt x="9969" y="6988"/>
                </a:cubicBezTo>
                <a:cubicBezTo>
                  <a:pt x="9664" y="6286"/>
                  <a:pt x="8972" y="5832"/>
                  <a:pt x="8207" y="5832"/>
                </a:cubicBezTo>
                <a:cubicBezTo>
                  <a:pt x="7441" y="5832"/>
                  <a:pt x="6750" y="6286"/>
                  <a:pt x="6444" y="6988"/>
                </a:cubicBezTo>
                <a:cubicBezTo>
                  <a:pt x="6138" y="7689"/>
                  <a:pt x="6277" y="8505"/>
                  <a:pt x="6798" y="9066"/>
                </a:cubicBezTo>
                <a:cubicBezTo>
                  <a:pt x="5844" y="9564"/>
                  <a:pt x="5224" y="10529"/>
                  <a:pt x="5166" y="11604"/>
                </a:cubicBezTo>
                <a:lnTo>
                  <a:pt x="4810" y="11604"/>
                </a:lnTo>
                <a:lnTo>
                  <a:pt x="4810" y="7565"/>
                </a:lnTo>
                <a:cubicBezTo>
                  <a:pt x="4804" y="7302"/>
                  <a:pt x="4590" y="7093"/>
                  <a:pt x="4328" y="7093"/>
                </a:cubicBezTo>
                <a:cubicBezTo>
                  <a:pt x="4066" y="7093"/>
                  <a:pt x="3852" y="7302"/>
                  <a:pt x="3848" y="7565"/>
                </a:cubicBezTo>
                <a:lnTo>
                  <a:pt x="3848" y="12084"/>
                </a:lnTo>
                <a:cubicBezTo>
                  <a:pt x="3848" y="12350"/>
                  <a:pt x="4063" y="12566"/>
                  <a:pt x="4328" y="12566"/>
                </a:cubicBezTo>
                <a:lnTo>
                  <a:pt x="12085" y="12566"/>
                </a:lnTo>
                <a:cubicBezTo>
                  <a:pt x="12350" y="12566"/>
                  <a:pt x="12566" y="12350"/>
                  <a:pt x="12566" y="12084"/>
                </a:cubicBezTo>
                <a:lnTo>
                  <a:pt x="12566" y="10931"/>
                </a:lnTo>
                <a:lnTo>
                  <a:pt x="13528" y="10931"/>
                </a:lnTo>
                <a:lnTo>
                  <a:pt x="13528" y="13528"/>
                </a:lnTo>
                <a:lnTo>
                  <a:pt x="6283" y="13528"/>
                </a:lnTo>
                <a:cubicBezTo>
                  <a:pt x="6279" y="13528"/>
                  <a:pt x="6276" y="13528"/>
                  <a:pt x="6272" y="13528"/>
                </a:cubicBezTo>
                <a:cubicBezTo>
                  <a:pt x="6008" y="13528"/>
                  <a:pt x="5792" y="13742"/>
                  <a:pt x="5792" y="14008"/>
                </a:cubicBezTo>
                <a:cubicBezTo>
                  <a:pt x="5792" y="14274"/>
                  <a:pt x="6008" y="14489"/>
                  <a:pt x="6272" y="14489"/>
                </a:cubicBezTo>
                <a:cubicBezTo>
                  <a:pt x="6276" y="14489"/>
                  <a:pt x="6279" y="14489"/>
                  <a:pt x="6283" y="14489"/>
                </a:cubicBezTo>
                <a:lnTo>
                  <a:pt x="10610" y="14489"/>
                </a:lnTo>
                <a:lnTo>
                  <a:pt x="10610" y="15451"/>
                </a:lnTo>
                <a:lnTo>
                  <a:pt x="963" y="15451"/>
                </a:lnTo>
                <a:lnTo>
                  <a:pt x="963" y="4841"/>
                </a:lnTo>
                <a:lnTo>
                  <a:pt x="1925" y="4841"/>
                </a:lnTo>
                <a:lnTo>
                  <a:pt x="1925" y="14008"/>
                </a:lnTo>
                <a:cubicBezTo>
                  <a:pt x="1925" y="14273"/>
                  <a:pt x="2140" y="14489"/>
                  <a:pt x="2405" y="14489"/>
                </a:cubicBezTo>
                <a:lnTo>
                  <a:pt x="4360" y="14489"/>
                </a:lnTo>
                <a:cubicBezTo>
                  <a:pt x="4622" y="14483"/>
                  <a:pt x="4832" y="14269"/>
                  <a:pt x="4832" y="14008"/>
                </a:cubicBezTo>
                <a:cubicBezTo>
                  <a:pt x="4832" y="13746"/>
                  <a:pt x="4622" y="13532"/>
                  <a:pt x="4360" y="13526"/>
                </a:cubicBezTo>
                <a:lnTo>
                  <a:pt x="2885" y="13526"/>
                </a:lnTo>
                <a:lnTo>
                  <a:pt x="2885" y="2886"/>
                </a:lnTo>
                <a:lnTo>
                  <a:pt x="7725" y="2886"/>
                </a:lnTo>
                <a:lnTo>
                  <a:pt x="7725" y="3846"/>
                </a:lnTo>
                <a:lnTo>
                  <a:pt x="4328" y="3846"/>
                </a:lnTo>
                <a:cubicBezTo>
                  <a:pt x="4063" y="3846"/>
                  <a:pt x="3848" y="4062"/>
                  <a:pt x="3848" y="4328"/>
                </a:cubicBezTo>
                <a:lnTo>
                  <a:pt x="3848" y="5642"/>
                </a:lnTo>
                <a:cubicBezTo>
                  <a:pt x="3852" y="5904"/>
                  <a:pt x="4066" y="6113"/>
                  <a:pt x="4328" y="6113"/>
                </a:cubicBezTo>
                <a:cubicBezTo>
                  <a:pt x="4590" y="6113"/>
                  <a:pt x="4804" y="5904"/>
                  <a:pt x="4808" y="5642"/>
                </a:cubicBezTo>
                <a:lnTo>
                  <a:pt x="4808" y="4809"/>
                </a:lnTo>
                <a:lnTo>
                  <a:pt x="11603" y="4809"/>
                </a:lnTo>
                <a:lnTo>
                  <a:pt x="11603" y="7244"/>
                </a:lnTo>
                <a:cubicBezTo>
                  <a:pt x="11599" y="7513"/>
                  <a:pt x="11816" y="7735"/>
                  <a:pt x="12085" y="7735"/>
                </a:cubicBezTo>
                <a:cubicBezTo>
                  <a:pt x="12353" y="7735"/>
                  <a:pt x="12570" y="7513"/>
                  <a:pt x="12566" y="7244"/>
                </a:cubicBezTo>
                <a:lnTo>
                  <a:pt x="12566" y="4328"/>
                </a:lnTo>
                <a:cubicBezTo>
                  <a:pt x="12566" y="4062"/>
                  <a:pt x="12350" y="3846"/>
                  <a:pt x="12085" y="3846"/>
                </a:cubicBezTo>
                <a:lnTo>
                  <a:pt x="8688" y="3846"/>
                </a:lnTo>
                <a:lnTo>
                  <a:pt x="8688" y="2886"/>
                </a:lnTo>
                <a:lnTo>
                  <a:pt x="13528" y="2886"/>
                </a:lnTo>
                <a:lnTo>
                  <a:pt x="13528" y="4360"/>
                </a:lnTo>
                <a:cubicBezTo>
                  <a:pt x="13532" y="4621"/>
                  <a:pt x="13746" y="4832"/>
                  <a:pt x="14008" y="4832"/>
                </a:cubicBezTo>
                <a:cubicBezTo>
                  <a:pt x="14270" y="4832"/>
                  <a:pt x="14484" y="4621"/>
                  <a:pt x="14488" y="4360"/>
                </a:cubicBezTo>
                <a:lnTo>
                  <a:pt x="14488" y="2404"/>
                </a:lnTo>
                <a:cubicBezTo>
                  <a:pt x="14488" y="2139"/>
                  <a:pt x="14273" y="1924"/>
                  <a:pt x="14008" y="1924"/>
                </a:cubicBezTo>
                <a:lnTo>
                  <a:pt x="2405" y="1924"/>
                </a:lnTo>
                <a:cubicBezTo>
                  <a:pt x="2139" y="1924"/>
                  <a:pt x="1923" y="2139"/>
                  <a:pt x="1925" y="2404"/>
                </a:cubicBezTo>
                <a:lnTo>
                  <a:pt x="1925" y="3879"/>
                </a:lnTo>
                <a:lnTo>
                  <a:pt x="963" y="3879"/>
                </a:lnTo>
                <a:lnTo>
                  <a:pt x="963" y="963"/>
                </a:lnTo>
                <a:lnTo>
                  <a:pt x="7245" y="963"/>
                </a:lnTo>
                <a:cubicBezTo>
                  <a:pt x="7248" y="963"/>
                  <a:pt x="7250" y="963"/>
                  <a:pt x="7253" y="963"/>
                </a:cubicBezTo>
                <a:cubicBezTo>
                  <a:pt x="7518" y="963"/>
                  <a:pt x="7734" y="748"/>
                  <a:pt x="7734" y="481"/>
                </a:cubicBezTo>
                <a:cubicBezTo>
                  <a:pt x="7734" y="215"/>
                  <a:pt x="7519" y="1"/>
                  <a:pt x="72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1" name="Google Shape;19891;p93"/>
          <p:cNvSpPr/>
          <p:nvPr/>
        </p:nvSpPr>
        <p:spPr>
          <a:xfrm>
            <a:off x="2523592" y="1765806"/>
            <a:ext cx="359951" cy="354784"/>
          </a:xfrm>
          <a:custGeom>
            <a:rect b="b" l="l" r="r" t="t"/>
            <a:pathLst>
              <a:path extrusionOk="0" h="16410" w="16649">
                <a:moveTo>
                  <a:pt x="4452" y="960"/>
                </a:moveTo>
                <a:cubicBezTo>
                  <a:pt x="4699" y="960"/>
                  <a:pt x="4937" y="1152"/>
                  <a:pt x="4937" y="1442"/>
                </a:cubicBezTo>
                <a:cubicBezTo>
                  <a:pt x="4937" y="1707"/>
                  <a:pt x="4722" y="1922"/>
                  <a:pt x="4457" y="1923"/>
                </a:cubicBezTo>
                <a:cubicBezTo>
                  <a:pt x="4028" y="1923"/>
                  <a:pt x="3814" y="1405"/>
                  <a:pt x="4117" y="1102"/>
                </a:cubicBezTo>
                <a:cubicBezTo>
                  <a:pt x="4214" y="1004"/>
                  <a:pt x="4335" y="960"/>
                  <a:pt x="4452" y="960"/>
                </a:cubicBezTo>
                <a:close/>
                <a:moveTo>
                  <a:pt x="10077" y="1222"/>
                </a:moveTo>
                <a:cubicBezTo>
                  <a:pt x="10087" y="1222"/>
                  <a:pt x="10098" y="1223"/>
                  <a:pt x="10108" y="1223"/>
                </a:cubicBezTo>
                <a:cubicBezTo>
                  <a:pt x="10338" y="1238"/>
                  <a:pt x="10524" y="1414"/>
                  <a:pt x="10553" y="1641"/>
                </a:cubicBezTo>
                <a:cubicBezTo>
                  <a:pt x="10584" y="1868"/>
                  <a:pt x="10449" y="2084"/>
                  <a:pt x="10231" y="2159"/>
                </a:cubicBezTo>
                <a:cubicBezTo>
                  <a:pt x="10181" y="2176"/>
                  <a:pt x="10129" y="2184"/>
                  <a:pt x="10078" y="2184"/>
                </a:cubicBezTo>
                <a:cubicBezTo>
                  <a:pt x="9910" y="2184"/>
                  <a:pt x="9749" y="2096"/>
                  <a:pt x="9661" y="1944"/>
                </a:cubicBezTo>
                <a:cubicBezTo>
                  <a:pt x="9597" y="1833"/>
                  <a:pt x="9579" y="1702"/>
                  <a:pt x="9613" y="1579"/>
                </a:cubicBezTo>
                <a:cubicBezTo>
                  <a:pt x="9669" y="1367"/>
                  <a:pt x="9861" y="1222"/>
                  <a:pt x="10077" y="1222"/>
                </a:cubicBezTo>
                <a:close/>
                <a:moveTo>
                  <a:pt x="14002" y="2058"/>
                </a:moveTo>
                <a:cubicBezTo>
                  <a:pt x="14094" y="2058"/>
                  <a:pt x="14187" y="2084"/>
                  <a:pt x="14269" y="2139"/>
                </a:cubicBezTo>
                <a:cubicBezTo>
                  <a:pt x="14459" y="2266"/>
                  <a:pt x="14532" y="2511"/>
                  <a:pt x="14444" y="2723"/>
                </a:cubicBezTo>
                <a:cubicBezTo>
                  <a:pt x="14369" y="2905"/>
                  <a:pt x="14192" y="3019"/>
                  <a:pt x="14000" y="3019"/>
                </a:cubicBezTo>
                <a:cubicBezTo>
                  <a:pt x="13969" y="3019"/>
                  <a:pt x="13938" y="3016"/>
                  <a:pt x="13907" y="3010"/>
                </a:cubicBezTo>
                <a:cubicBezTo>
                  <a:pt x="13683" y="2965"/>
                  <a:pt x="13520" y="2768"/>
                  <a:pt x="13520" y="2538"/>
                </a:cubicBezTo>
                <a:cubicBezTo>
                  <a:pt x="13520" y="2411"/>
                  <a:pt x="13571" y="2288"/>
                  <a:pt x="13661" y="2199"/>
                </a:cubicBezTo>
                <a:cubicBezTo>
                  <a:pt x="13754" y="2106"/>
                  <a:pt x="13877" y="2058"/>
                  <a:pt x="14002" y="2058"/>
                </a:cubicBezTo>
                <a:close/>
                <a:moveTo>
                  <a:pt x="1569" y="3845"/>
                </a:moveTo>
                <a:cubicBezTo>
                  <a:pt x="1816" y="3845"/>
                  <a:pt x="2052" y="4036"/>
                  <a:pt x="2052" y="4327"/>
                </a:cubicBezTo>
                <a:cubicBezTo>
                  <a:pt x="2052" y="4592"/>
                  <a:pt x="1837" y="4807"/>
                  <a:pt x="1572" y="4807"/>
                </a:cubicBezTo>
                <a:cubicBezTo>
                  <a:pt x="1143" y="4807"/>
                  <a:pt x="929" y="4288"/>
                  <a:pt x="1232" y="3987"/>
                </a:cubicBezTo>
                <a:cubicBezTo>
                  <a:pt x="1330" y="3889"/>
                  <a:pt x="1451" y="3845"/>
                  <a:pt x="1569" y="3845"/>
                </a:cubicBezTo>
                <a:close/>
                <a:moveTo>
                  <a:pt x="5414" y="4806"/>
                </a:moveTo>
                <a:cubicBezTo>
                  <a:pt x="5662" y="4806"/>
                  <a:pt x="5899" y="4998"/>
                  <a:pt x="5899" y="5289"/>
                </a:cubicBezTo>
                <a:cubicBezTo>
                  <a:pt x="5899" y="5554"/>
                  <a:pt x="5684" y="5769"/>
                  <a:pt x="5417" y="5769"/>
                </a:cubicBezTo>
                <a:cubicBezTo>
                  <a:pt x="4990" y="5769"/>
                  <a:pt x="4774" y="5251"/>
                  <a:pt x="5078" y="4947"/>
                </a:cubicBezTo>
                <a:cubicBezTo>
                  <a:pt x="5175" y="4850"/>
                  <a:pt x="5296" y="4806"/>
                  <a:pt x="5414" y="4806"/>
                </a:cubicBezTo>
                <a:close/>
                <a:moveTo>
                  <a:pt x="14841" y="5982"/>
                </a:moveTo>
                <a:cubicBezTo>
                  <a:pt x="15193" y="5982"/>
                  <a:pt x="15444" y="6372"/>
                  <a:pt x="15253" y="6703"/>
                </a:cubicBezTo>
                <a:cubicBezTo>
                  <a:pt x="15166" y="6854"/>
                  <a:pt x="15007" y="6943"/>
                  <a:pt x="14836" y="6943"/>
                </a:cubicBezTo>
                <a:cubicBezTo>
                  <a:pt x="14816" y="6943"/>
                  <a:pt x="14795" y="6942"/>
                  <a:pt x="14774" y="6939"/>
                </a:cubicBezTo>
                <a:cubicBezTo>
                  <a:pt x="14580" y="6914"/>
                  <a:pt x="14422" y="6775"/>
                  <a:pt x="14373" y="6588"/>
                </a:cubicBezTo>
                <a:cubicBezTo>
                  <a:pt x="14304" y="6331"/>
                  <a:pt x="14456" y="6068"/>
                  <a:pt x="14712" y="5999"/>
                </a:cubicBezTo>
                <a:cubicBezTo>
                  <a:pt x="14756" y="5987"/>
                  <a:pt x="14800" y="5982"/>
                  <a:pt x="14841" y="5982"/>
                </a:cubicBezTo>
                <a:close/>
                <a:moveTo>
                  <a:pt x="8335" y="7404"/>
                </a:moveTo>
                <a:cubicBezTo>
                  <a:pt x="8438" y="7404"/>
                  <a:pt x="8543" y="7424"/>
                  <a:pt x="8642" y="7465"/>
                </a:cubicBezTo>
                <a:cubicBezTo>
                  <a:pt x="8941" y="7588"/>
                  <a:pt x="9136" y="7881"/>
                  <a:pt x="9136" y="8204"/>
                </a:cubicBezTo>
                <a:cubicBezTo>
                  <a:pt x="9136" y="8647"/>
                  <a:pt x="8777" y="9006"/>
                  <a:pt x="8335" y="9006"/>
                </a:cubicBezTo>
                <a:cubicBezTo>
                  <a:pt x="8011" y="9006"/>
                  <a:pt x="7718" y="8811"/>
                  <a:pt x="7595" y="8512"/>
                </a:cubicBezTo>
                <a:cubicBezTo>
                  <a:pt x="7470" y="8212"/>
                  <a:pt x="7539" y="7868"/>
                  <a:pt x="7768" y="7638"/>
                </a:cubicBezTo>
                <a:cubicBezTo>
                  <a:pt x="7921" y="7485"/>
                  <a:pt x="8126" y="7404"/>
                  <a:pt x="8335" y="7404"/>
                </a:cubicBezTo>
                <a:close/>
                <a:moveTo>
                  <a:pt x="1832" y="9466"/>
                </a:moveTo>
                <a:cubicBezTo>
                  <a:pt x="2048" y="9466"/>
                  <a:pt x="2241" y="9612"/>
                  <a:pt x="2298" y="9823"/>
                </a:cubicBezTo>
                <a:cubicBezTo>
                  <a:pt x="2330" y="9946"/>
                  <a:pt x="2314" y="10077"/>
                  <a:pt x="2250" y="10187"/>
                </a:cubicBezTo>
                <a:cubicBezTo>
                  <a:pt x="2162" y="10340"/>
                  <a:pt x="2001" y="10428"/>
                  <a:pt x="1833" y="10428"/>
                </a:cubicBezTo>
                <a:cubicBezTo>
                  <a:pt x="1781" y="10428"/>
                  <a:pt x="1729" y="10420"/>
                  <a:pt x="1679" y="10403"/>
                </a:cubicBezTo>
                <a:cubicBezTo>
                  <a:pt x="1462" y="10329"/>
                  <a:pt x="1327" y="10111"/>
                  <a:pt x="1356" y="9884"/>
                </a:cubicBezTo>
                <a:cubicBezTo>
                  <a:pt x="1386" y="9657"/>
                  <a:pt x="1573" y="9483"/>
                  <a:pt x="1802" y="9467"/>
                </a:cubicBezTo>
                <a:cubicBezTo>
                  <a:pt x="1812" y="9466"/>
                  <a:pt x="1822" y="9466"/>
                  <a:pt x="1832" y="9466"/>
                </a:cubicBezTo>
                <a:close/>
                <a:moveTo>
                  <a:pt x="11248" y="10640"/>
                </a:moveTo>
                <a:cubicBezTo>
                  <a:pt x="11495" y="10640"/>
                  <a:pt x="11732" y="10831"/>
                  <a:pt x="11732" y="11122"/>
                </a:cubicBezTo>
                <a:cubicBezTo>
                  <a:pt x="11732" y="11387"/>
                  <a:pt x="11517" y="11602"/>
                  <a:pt x="11252" y="11602"/>
                </a:cubicBezTo>
                <a:cubicBezTo>
                  <a:pt x="10823" y="11602"/>
                  <a:pt x="10609" y="11085"/>
                  <a:pt x="10912" y="10782"/>
                </a:cubicBezTo>
                <a:cubicBezTo>
                  <a:pt x="11010" y="10684"/>
                  <a:pt x="11130" y="10640"/>
                  <a:pt x="11248" y="10640"/>
                </a:cubicBezTo>
                <a:close/>
                <a:moveTo>
                  <a:pt x="15095" y="11602"/>
                </a:moveTo>
                <a:cubicBezTo>
                  <a:pt x="15342" y="11602"/>
                  <a:pt x="15579" y="11794"/>
                  <a:pt x="15579" y="12084"/>
                </a:cubicBezTo>
                <a:cubicBezTo>
                  <a:pt x="15578" y="12349"/>
                  <a:pt x="15364" y="12564"/>
                  <a:pt x="15099" y="12564"/>
                </a:cubicBezTo>
                <a:cubicBezTo>
                  <a:pt x="14670" y="12564"/>
                  <a:pt x="14455" y="12047"/>
                  <a:pt x="14758" y="11744"/>
                </a:cubicBezTo>
                <a:cubicBezTo>
                  <a:pt x="14856" y="11646"/>
                  <a:pt x="14977" y="11602"/>
                  <a:pt x="15095" y="11602"/>
                </a:cubicBezTo>
                <a:close/>
                <a:moveTo>
                  <a:pt x="2667" y="13391"/>
                </a:moveTo>
                <a:cubicBezTo>
                  <a:pt x="2699" y="13391"/>
                  <a:pt x="2730" y="13394"/>
                  <a:pt x="2762" y="13400"/>
                </a:cubicBezTo>
                <a:cubicBezTo>
                  <a:pt x="2988" y="13444"/>
                  <a:pt x="3149" y="13642"/>
                  <a:pt x="3149" y="13870"/>
                </a:cubicBezTo>
                <a:cubicBezTo>
                  <a:pt x="3150" y="13998"/>
                  <a:pt x="3099" y="14121"/>
                  <a:pt x="3008" y="14212"/>
                </a:cubicBezTo>
                <a:cubicBezTo>
                  <a:pt x="2915" y="14304"/>
                  <a:pt x="2793" y="14351"/>
                  <a:pt x="2669" y="14351"/>
                </a:cubicBezTo>
                <a:cubicBezTo>
                  <a:pt x="2576" y="14351"/>
                  <a:pt x="2483" y="14325"/>
                  <a:pt x="2402" y="14270"/>
                </a:cubicBezTo>
                <a:cubicBezTo>
                  <a:pt x="2212" y="14143"/>
                  <a:pt x="2137" y="13898"/>
                  <a:pt x="2225" y="13687"/>
                </a:cubicBezTo>
                <a:cubicBezTo>
                  <a:pt x="2300" y="13505"/>
                  <a:pt x="2477" y="13391"/>
                  <a:pt x="2667" y="13391"/>
                </a:cubicBezTo>
                <a:close/>
                <a:moveTo>
                  <a:pt x="6592" y="14225"/>
                </a:moveTo>
                <a:cubicBezTo>
                  <a:pt x="6634" y="14225"/>
                  <a:pt x="6677" y="14231"/>
                  <a:pt x="6718" y="14242"/>
                </a:cubicBezTo>
                <a:cubicBezTo>
                  <a:pt x="6974" y="14311"/>
                  <a:pt x="7125" y="14575"/>
                  <a:pt x="7058" y="14831"/>
                </a:cubicBezTo>
                <a:cubicBezTo>
                  <a:pt x="6996" y="15059"/>
                  <a:pt x="6795" y="15187"/>
                  <a:pt x="6591" y="15187"/>
                </a:cubicBezTo>
                <a:cubicBezTo>
                  <a:pt x="6452" y="15187"/>
                  <a:pt x="6311" y="15127"/>
                  <a:pt x="6213" y="14998"/>
                </a:cubicBezTo>
                <a:cubicBezTo>
                  <a:pt x="5969" y="14683"/>
                  <a:pt x="6193" y="14226"/>
                  <a:pt x="6592" y="14225"/>
                </a:cubicBezTo>
                <a:close/>
                <a:moveTo>
                  <a:pt x="12217" y="14488"/>
                </a:moveTo>
                <a:cubicBezTo>
                  <a:pt x="12409" y="14488"/>
                  <a:pt x="12583" y="14605"/>
                  <a:pt x="12658" y="14784"/>
                </a:cubicBezTo>
                <a:cubicBezTo>
                  <a:pt x="12732" y="14964"/>
                  <a:pt x="12691" y="15171"/>
                  <a:pt x="12554" y="15309"/>
                </a:cubicBezTo>
                <a:cubicBezTo>
                  <a:pt x="12462" y="15401"/>
                  <a:pt x="12339" y="15449"/>
                  <a:pt x="12214" y="15449"/>
                </a:cubicBezTo>
                <a:cubicBezTo>
                  <a:pt x="12152" y="15449"/>
                  <a:pt x="12089" y="15437"/>
                  <a:pt x="12029" y="15413"/>
                </a:cubicBezTo>
                <a:cubicBezTo>
                  <a:pt x="11849" y="15338"/>
                  <a:pt x="11732" y="15164"/>
                  <a:pt x="11732" y="14969"/>
                </a:cubicBezTo>
                <a:cubicBezTo>
                  <a:pt x="11734" y="14704"/>
                  <a:pt x="11947" y="14488"/>
                  <a:pt x="12214" y="14488"/>
                </a:cubicBezTo>
                <a:cubicBezTo>
                  <a:pt x="12215" y="14488"/>
                  <a:pt x="12216" y="14488"/>
                  <a:pt x="12217" y="14488"/>
                </a:cubicBezTo>
                <a:close/>
                <a:moveTo>
                  <a:pt x="4458" y="1"/>
                </a:moveTo>
                <a:cubicBezTo>
                  <a:pt x="4342" y="1"/>
                  <a:pt x="4224" y="15"/>
                  <a:pt x="4107" y="44"/>
                </a:cubicBezTo>
                <a:cubicBezTo>
                  <a:pt x="3426" y="214"/>
                  <a:pt x="2966" y="851"/>
                  <a:pt x="3019" y="1551"/>
                </a:cubicBezTo>
                <a:cubicBezTo>
                  <a:pt x="3071" y="2251"/>
                  <a:pt x="3620" y="2811"/>
                  <a:pt x="4319" y="2878"/>
                </a:cubicBezTo>
                <a:lnTo>
                  <a:pt x="4622" y="4086"/>
                </a:lnTo>
                <a:cubicBezTo>
                  <a:pt x="4461" y="4193"/>
                  <a:pt x="4322" y="4331"/>
                  <a:pt x="4215" y="4492"/>
                </a:cubicBezTo>
                <a:lnTo>
                  <a:pt x="3007" y="4190"/>
                </a:lnTo>
                <a:cubicBezTo>
                  <a:pt x="2941" y="3490"/>
                  <a:pt x="2380" y="2940"/>
                  <a:pt x="1679" y="2887"/>
                </a:cubicBezTo>
                <a:cubicBezTo>
                  <a:pt x="1642" y="2884"/>
                  <a:pt x="1606" y="2883"/>
                  <a:pt x="1569" y="2883"/>
                </a:cubicBezTo>
                <a:cubicBezTo>
                  <a:pt x="913" y="2883"/>
                  <a:pt x="333" y="3330"/>
                  <a:pt x="170" y="3975"/>
                </a:cubicBezTo>
                <a:cubicBezTo>
                  <a:pt x="0" y="4658"/>
                  <a:pt x="344" y="5363"/>
                  <a:pt x="989" y="5646"/>
                </a:cubicBezTo>
                <a:cubicBezTo>
                  <a:pt x="1177" y="5729"/>
                  <a:pt x="1375" y="5769"/>
                  <a:pt x="1571" y="5769"/>
                </a:cubicBezTo>
                <a:cubicBezTo>
                  <a:pt x="2042" y="5769"/>
                  <a:pt x="2500" y="5537"/>
                  <a:pt x="2774" y="5123"/>
                </a:cubicBezTo>
                <a:lnTo>
                  <a:pt x="3982" y="5425"/>
                </a:lnTo>
                <a:cubicBezTo>
                  <a:pt x="4055" y="6198"/>
                  <a:pt x="4707" y="6733"/>
                  <a:pt x="5419" y="6733"/>
                </a:cubicBezTo>
                <a:cubicBezTo>
                  <a:pt x="5625" y="6733"/>
                  <a:pt x="5836" y="6688"/>
                  <a:pt x="6040" y="6591"/>
                </a:cubicBezTo>
                <a:lnTo>
                  <a:pt x="6795" y="7346"/>
                </a:lnTo>
                <a:cubicBezTo>
                  <a:pt x="6652" y="7601"/>
                  <a:pt x="6576" y="7888"/>
                  <a:pt x="6573" y="8180"/>
                </a:cubicBezTo>
                <a:lnTo>
                  <a:pt x="3023" y="9131"/>
                </a:lnTo>
                <a:cubicBezTo>
                  <a:pt x="2746" y="8729"/>
                  <a:pt x="2295" y="8505"/>
                  <a:pt x="1832" y="8505"/>
                </a:cubicBezTo>
                <a:cubicBezTo>
                  <a:pt x="1630" y="8505"/>
                  <a:pt x="1424" y="8548"/>
                  <a:pt x="1230" y="8638"/>
                </a:cubicBezTo>
                <a:cubicBezTo>
                  <a:pt x="592" y="8931"/>
                  <a:pt x="259" y="9643"/>
                  <a:pt x="441" y="10321"/>
                </a:cubicBezTo>
                <a:cubicBezTo>
                  <a:pt x="611" y="10955"/>
                  <a:pt x="1185" y="11390"/>
                  <a:pt x="1832" y="11390"/>
                </a:cubicBezTo>
                <a:cubicBezTo>
                  <a:pt x="1876" y="11390"/>
                  <a:pt x="1921" y="11388"/>
                  <a:pt x="1966" y="11384"/>
                </a:cubicBezTo>
                <a:cubicBezTo>
                  <a:pt x="2664" y="11319"/>
                  <a:pt x="3216" y="10761"/>
                  <a:pt x="3270" y="10060"/>
                </a:cubicBezTo>
                <a:lnTo>
                  <a:pt x="6725" y="9134"/>
                </a:lnTo>
                <a:lnTo>
                  <a:pt x="3291" y="12570"/>
                </a:lnTo>
                <a:cubicBezTo>
                  <a:pt x="3092" y="12475"/>
                  <a:pt x="2880" y="12430"/>
                  <a:pt x="2671" y="12430"/>
                </a:cubicBezTo>
                <a:cubicBezTo>
                  <a:pt x="2215" y="12430"/>
                  <a:pt x="1771" y="12646"/>
                  <a:pt x="1494" y="13039"/>
                </a:cubicBezTo>
                <a:cubicBezTo>
                  <a:pt x="1088" y="13611"/>
                  <a:pt x="1156" y="14393"/>
                  <a:pt x="1652" y="14888"/>
                </a:cubicBezTo>
                <a:cubicBezTo>
                  <a:pt x="1930" y="15167"/>
                  <a:pt x="2300" y="15311"/>
                  <a:pt x="2671" y="15311"/>
                </a:cubicBezTo>
                <a:cubicBezTo>
                  <a:pt x="2960" y="15311"/>
                  <a:pt x="3251" y="15224"/>
                  <a:pt x="3502" y="15046"/>
                </a:cubicBezTo>
                <a:cubicBezTo>
                  <a:pt x="4074" y="14642"/>
                  <a:pt x="4272" y="13884"/>
                  <a:pt x="3970" y="13250"/>
                </a:cubicBezTo>
                <a:lnTo>
                  <a:pt x="7405" y="9815"/>
                </a:lnTo>
                <a:lnTo>
                  <a:pt x="6481" y="13270"/>
                </a:lnTo>
                <a:cubicBezTo>
                  <a:pt x="5780" y="13324"/>
                  <a:pt x="5223" y="13875"/>
                  <a:pt x="5158" y="14573"/>
                </a:cubicBezTo>
                <a:cubicBezTo>
                  <a:pt x="5095" y="15272"/>
                  <a:pt x="5543" y="15915"/>
                  <a:pt x="6220" y="16096"/>
                </a:cubicBezTo>
                <a:cubicBezTo>
                  <a:pt x="6344" y="16130"/>
                  <a:pt x="6469" y="16146"/>
                  <a:pt x="6593" y="16146"/>
                </a:cubicBezTo>
                <a:cubicBezTo>
                  <a:pt x="7144" y="16146"/>
                  <a:pt x="7662" y="15828"/>
                  <a:pt x="7901" y="15309"/>
                </a:cubicBezTo>
                <a:cubicBezTo>
                  <a:pt x="8194" y="14671"/>
                  <a:pt x="7986" y="13916"/>
                  <a:pt x="7409" y="13518"/>
                </a:cubicBezTo>
                <a:lnTo>
                  <a:pt x="8361" y="9968"/>
                </a:lnTo>
                <a:cubicBezTo>
                  <a:pt x="8652" y="9965"/>
                  <a:pt x="8939" y="9887"/>
                  <a:pt x="9194" y="9745"/>
                </a:cubicBezTo>
                <a:lnTo>
                  <a:pt x="9950" y="10501"/>
                </a:lnTo>
                <a:cubicBezTo>
                  <a:pt x="9518" y="11406"/>
                  <a:pt x="10117" y="12465"/>
                  <a:pt x="11116" y="12558"/>
                </a:cubicBezTo>
                <a:lnTo>
                  <a:pt x="11417" y="13766"/>
                </a:lnTo>
                <a:cubicBezTo>
                  <a:pt x="10831" y="14155"/>
                  <a:pt x="10612" y="14907"/>
                  <a:pt x="10894" y="15550"/>
                </a:cubicBezTo>
                <a:cubicBezTo>
                  <a:pt x="11130" y="16081"/>
                  <a:pt x="11653" y="16410"/>
                  <a:pt x="12213" y="16410"/>
                </a:cubicBezTo>
                <a:cubicBezTo>
                  <a:pt x="12329" y="16410"/>
                  <a:pt x="12447" y="16395"/>
                  <a:pt x="12564" y="16366"/>
                </a:cubicBezTo>
                <a:cubicBezTo>
                  <a:pt x="13245" y="16196"/>
                  <a:pt x="13705" y="15560"/>
                  <a:pt x="13652" y="14860"/>
                </a:cubicBezTo>
                <a:cubicBezTo>
                  <a:pt x="13599" y="14160"/>
                  <a:pt x="13050" y="13600"/>
                  <a:pt x="12350" y="13534"/>
                </a:cubicBezTo>
                <a:lnTo>
                  <a:pt x="12048" y="12325"/>
                </a:lnTo>
                <a:cubicBezTo>
                  <a:pt x="12210" y="12217"/>
                  <a:pt x="12347" y="12079"/>
                  <a:pt x="12454" y="11918"/>
                </a:cubicBezTo>
                <a:lnTo>
                  <a:pt x="13662" y="12221"/>
                </a:lnTo>
                <a:cubicBezTo>
                  <a:pt x="13716" y="12790"/>
                  <a:pt x="14102" y="13271"/>
                  <a:pt x="14643" y="13453"/>
                </a:cubicBezTo>
                <a:cubicBezTo>
                  <a:pt x="14793" y="13503"/>
                  <a:pt x="14946" y="13527"/>
                  <a:pt x="15098" y="13527"/>
                </a:cubicBezTo>
                <a:cubicBezTo>
                  <a:pt x="15498" y="13527"/>
                  <a:pt x="15887" y="13360"/>
                  <a:pt x="16165" y="13055"/>
                </a:cubicBezTo>
                <a:cubicBezTo>
                  <a:pt x="16550" y="12632"/>
                  <a:pt x="16648" y="12022"/>
                  <a:pt x="16417" y="11501"/>
                </a:cubicBezTo>
                <a:cubicBezTo>
                  <a:pt x="16187" y="10978"/>
                  <a:pt x="15670" y="10641"/>
                  <a:pt x="15099" y="10641"/>
                </a:cubicBezTo>
                <a:cubicBezTo>
                  <a:pt x="14614" y="10641"/>
                  <a:pt x="14163" y="10883"/>
                  <a:pt x="13897" y="11287"/>
                </a:cubicBezTo>
                <a:lnTo>
                  <a:pt x="12688" y="10985"/>
                </a:lnTo>
                <a:cubicBezTo>
                  <a:pt x="12615" y="10211"/>
                  <a:pt x="11962" y="9678"/>
                  <a:pt x="11252" y="9678"/>
                </a:cubicBezTo>
                <a:cubicBezTo>
                  <a:pt x="11045" y="9678"/>
                  <a:pt x="10834" y="9723"/>
                  <a:pt x="10631" y="9820"/>
                </a:cubicBezTo>
                <a:lnTo>
                  <a:pt x="9874" y="9063"/>
                </a:lnTo>
                <a:cubicBezTo>
                  <a:pt x="10017" y="8808"/>
                  <a:pt x="10093" y="8522"/>
                  <a:pt x="10098" y="8231"/>
                </a:cubicBezTo>
                <a:lnTo>
                  <a:pt x="13649" y="7279"/>
                </a:lnTo>
                <a:cubicBezTo>
                  <a:pt x="13925" y="7681"/>
                  <a:pt x="14375" y="7905"/>
                  <a:pt x="14839" y="7905"/>
                </a:cubicBezTo>
                <a:cubicBezTo>
                  <a:pt x="15042" y="7905"/>
                  <a:pt x="15247" y="7862"/>
                  <a:pt x="15442" y="7772"/>
                </a:cubicBezTo>
                <a:cubicBezTo>
                  <a:pt x="16080" y="7478"/>
                  <a:pt x="16413" y="6766"/>
                  <a:pt x="16231" y="6088"/>
                </a:cubicBezTo>
                <a:cubicBezTo>
                  <a:pt x="16061" y="5454"/>
                  <a:pt x="15485" y="5019"/>
                  <a:pt x="14838" y="5019"/>
                </a:cubicBezTo>
                <a:cubicBezTo>
                  <a:pt x="14794" y="5019"/>
                  <a:pt x="14750" y="5021"/>
                  <a:pt x="14705" y="5025"/>
                </a:cubicBezTo>
                <a:cubicBezTo>
                  <a:pt x="14005" y="5090"/>
                  <a:pt x="13454" y="5649"/>
                  <a:pt x="13399" y="6349"/>
                </a:cubicBezTo>
                <a:lnTo>
                  <a:pt x="9944" y="7276"/>
                </a:lnTo>
                <a:lnTo>
                  <a:pt x="13380" y="3840"/>
                </a:lnTo>
                <a:cubicBezTo>
                  <a:pt x="13577" y="3934"/>
                  <a:pt x="13787" y="3979"/>
                  <a:pt x="13995" y="3979"/>
                </a:cubicBezTo>
                <a:cubicBezTo>
                  <a:pt x="14450" y="3979"/>
                  <a:pt x="14894" y="3763"/>
                  <a:pt x="15172" y="3370"/>
                </a:cubicBezTo>
                <a:cubicBezTo>
                  <a:pt x="15575" y="2798"/>
                  <a:pt x="15507" y="2019"/>
                  <a:pt x="15011" y="1524"/>
                </a:cubicBezTo>
                <a:cubicBezTo>
                  <a:pt x="14733" y="1246"/>
                  <a:pt x="14365" y="1103"/>
                  <a:pt x="13995" y="1103"/>
                </a:cubicBezTo>
                <a:cubicBezTo>
                  <a:pt x="13706" y="1103"/>
                  <a:pt x="13416" y="1190"/>
                  <a:pt x="13166" y="1367"/>
                </a:cubicBezTo>
                <a:cubicBezTo>
                  <a:pt x="12593" y="1771"/>
                  <a:pt x="12397" y="2530"/>
                  <a:pt x="12699" y="3161"/>
                </a:cubicBezTo>
                <a:lnTo>
                  <a:pt x="9263" y="6596"/>
                </a:lnTo>
                <a:lnTo>
                  <a:pt x="10189" y="3142"/>
                </a:lnTo>
                <a:cubicBezTo>
                  <a:pt x="10887" y="3086"/>
                  <a:pt x="11444" y="2536"/>
                  <a:pt x="11508" y="1838"/>
                </a:cubicBezTo>
                <a:cubicBezTo>
                  <a:pt x="11571" y="1140"/>
                  <a:pt x="11123" y="498"/>
                  <a:pt x="10446" y="317"/>
                </a:cubicBezTo>
                <a:cubicBezTo>
                  <a:pt x="10323" y="284"/>
                  <a:pt x="10198" y="268"/>
                  <a:pt x="10075" y="268"/>
                </a:cubicBezTo>
                <a:cubicBezTo>
                  <a:pt x="9525" y="268"/>
                  <a:pt x="9007" y="585"/>
                  <a:pt x="8768" y="1105"/>
                </a:cubicBezTo>
                <a:cubicBezTo>
                  <a:pt x="8475" y="1742"/>
                  <a:pt x="8683" y="2496"/>
                  <a:pt x="9260" y="2893"/>
                </a:cubicBezTo>
                <a:lnTo>
                  <a:pt x="8308" y="6443"/>
                </a:lnTo>
                <a:cubicBezTo>
                  <a:pt x="8015" y="6447"/>
                  <a:pt x="7730" y="6523"/>
                  <a:pt x="7475" y="6667"/>
                </a:cubicBezTo>
                <a:lnTo>
                  <a:pt x="6718" y="5910"/>
                </a:lnTo>
                <a:cubicBezTo>
                  <a:pt x="7151" y="5006"/>
                  <a:pt x="6552" y="3947"/>
                  <a:pt x="5555" y="3852"/>
                </a:cubicBezTo>
                <a:lnTo>
                  <a:pt x="5253" y="2644"/>
                </a:lnTo>
                <a:cubicBezTo>
                  <a:pt x="5838" y="2256"/>
                  <a:pt x="6059" y="1503"/>
                  <a:pt x="5775" y="860"/>
                </a:cubicBezTo>
                <a:cubicBezTo>
                  <a:pt x="5541" y="329"/>
                  <a:pt x="5017" y="1"/>
                  <a:pt x="44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892" name="Google Shape;19892;p93"/>
          <p:cNvGrpSpPr/>
          <p:nvPr/>
        </p:nvGrpSpPr>
        <p:grpSpPr>
          <a:xfrm>
            <a:off x="3304507" y="1765820"/>
            <a:ext cx="297988" cy="354633"/>
            <a:chOff x="7253900" y="1797600"/>
            <a:chExt cx="344575" cy="410075"/>
          </a:xfrm>
        </p:grpSpPr>
        <p:sp>
          <p:nvSpPr>
            <p:cNvPr id="19893" name="Google Shape;19893;p93"/>
            <p:cNvSpPr/>
            <p:nvPr/>
          </p:nvSpPr>
          <p:spPr>
            <a:xfrm>
              <a:off x="7253900" y="1869475"/>
              <a:ext cx="344575" cy="338200"/>
            </a:xfrm>
            <a:custGeom>
              <a:rect b="b" l="l" r="r" t="t"/>
              <a:pathLst>
                <a:path extrusionOk="0" h="13528" w="13783">
                  <a:moveTo>
                    <a:pt x="6893" y="964"/>
                  </a:moveTo>
                  <a:cubicBezTo>
                    <a:pt x="7645" y="964"/>
                    <a:pt x="8356" y="1233"/>
                    <a:pt x="8922" y="1740"/>
                  </a:cubicBezTo>
                  <a:cubicBezTo>
                    <a:pt x="10172" y="2857"/>
                    <a:pt x="10282" y="4779"/>
                    <a:pt x="9165" y="6031"/>
                  </a:cubicBezTo>
                  <a:cubicBezTo>
                    <a:pt x="8736" y="6513"/>
                    <a:pt x="8462" y="7091"/>
                    <a:pt x="8368" y="7695"/>
                  </a:cubicBezTo>
                  <a:lnTo>
                    <a:pt x="7372" y="7695"/>
                  </a:lnTo>
                  <a:lnTo>
                    <a:pt x="7372" y="5168"/>
                  </a:lnTo>
                  <a:lnTo>
                    <a:pt x="8192" y="4348"/>
                  </a:lnTo>
                  <a:cubicBezTo>
                    <a:pt x="8380" y="4161"/>
                    <a:pt x="8380" y="3856"/>
                    <a:pt x="8192" y="3669"/>
                  </a:cubicBezTo>
                  <a:cubicBezTo>
                    <a:pt x="8099" y="3574"/>
                    <a:pt x="7976" y="3527"/>
                    <a:pt x="7853" y="3527"/>
                  </a:cubicBezTo>
                  <a:cubicBezTo>
                    <a:pt x="7730" y="3527"/>
                    <a:pt x="7607" y="3574"/>
                    <a:pt x="7513" y="3669"/>
                  </a:cubicBezTo>
                  <a:lnTo>
                    <a:pt x="6891" y="4291"/>
                  </a:lnTo>
                  <a:lnTo>
                    <a:pt x="6268" y="3669"/>
                  </a:lnTo>
                  <a:cubicBezTo>
                    <a:pt x="6175" y="3576"/>
                    <a:pt x="6054" y="3530"/>
                    <a:pt x="5932" y="3530"/>
                  </a:cubicBezTo>
                  <a:cubicBezTo>
                    <a:pt x="5809" y="3530"/>
                    <a:pt x="5686" y="3577"/>
                    <a:pt x="5592" y="3672"/>
                  </a:cubicBezTo>
                  <a:cubicBezTo>
                    <a:pt x="5406" y="3858"/>
                    <a:pt x="5404" y="4159"/>
                    <a:pt x="5589" y="4348"/>
                  </a:cubicBezTo>
                  <a:lnTo>
                    <a:pt x="6410" y="5168"/>
                  </a:lnTo>
                  <a:lnTo>
                    <a:pt x="6410" y="7695"/>
                  </a:lnTo>
                  <a:lnTo>
                    <a:pt x="5413" y="7695"/>
                  </a:lnTo>
                  <a:cubicBezTo>
                    <a:pt x="5318" y="7093"/>
                    <a:pt x="5041" y="6510"/>
                    <a:pt x="4607" y="6019"/>
                  </a:cubicBezTo>
                  <a:cubicBezTo>
                    <a:pt x="4029" y="5365"/>
                    <a:pt x="3767" y="4523"/>
                    <a:pt x="3866" y="3647"/>
                  </a:cubicBezTo>
                  <a:lnTo>
                    <a:pt x="3866" y="3647"/>
                  </a:lnTo>
                  <a:lnTo>
                    <a:pt x="3868" y="3648"/>
                  </a:lnTo>
                  <a:cubicBezTo>
                    <a:pt x="4026" y="2259"/>
                    <a:pt x="5152" y="1138"/>
                    <a:pt x="6542" y="983"/>
                  </a:cubicBezTo>
                  <a:cubicBezTo>
                    <a:pt x="6660" y="970"/>
                    <a:pt x="6777" y="964"/>
                    <a:pt x="6893" y="964"/>
                  </a:cubicBezTo>
                  <a:close/>
                  <a:moveTo>
                    <a:pt x="7667" y="8657"/>
                  </a:moveTo>
                  <a:lnTo>
                    <a:pt x="7346" y="9617"/>
                  </a:lnTo>
                  <a:lnTo>
                    <a:pt x="6437" y="9617"/>
                  </a:lnTo>
                  <a:lnTo>
                    <a:pt x="6116" y="8657"/>
                  </a:lnTo>
                  <a:close/>
                  <a:moveTo>
                    <a:pt x="5102" y="8657"/>
                  </a:moveTo>
                  <a:lnTo>
                    <a:pt x="5593" y="10126"/>
                  </a:lnTo>
                  <a:lnTo>
                    <a:pt x="5061" y="12567"/>
                  </a:lnTo>
                  <a:lnTo>
                    <a:pt x="961" y="12567"/>
                  </a:lnTo>
                  <a:lnTo>
                    <a:pt x="962" y="11634"/>
                  </a:lnTo>
                  <a:cubicBezTo>
                    <a:pt x="965" y="10562"/>
                    <a:pt x="1676" y="9620"/>
                    <a:pt x="2705" y="9322"/>
                  </a:cubicBezTo>
                  <a:lnTo>
                    <a:pt x="5035" y="8657"/>
                  </a:lnTo>
                  <a:close/>
                  <a:moveTo>
                    <a:pt x="7305" y="10580"/>
                  </a:moveTo>
                  <a:lnTo>
                    <a:pt x="7737" y="12567"/>
                  </a:lnTo>
                  <a:lnTo>
                    <a:pt x="6046" y="12567"/>
                  </a:lnTo>
                  <a:lnTo>
                    <a:pt x="6478" y="10580"/>
                  </a:lnTo>
                  <a:close/>
                  <a:moveTo>
                    <a:pt x="8746" y="8657"/>
                  </a:moveTo>
                  <a:lnTo>
                    <a:pt x="11077" y="9323"/>
                  </a:lnTo>
                  <a:cubicBezTo>
                    <a:pt x="12107" y="9620"/>
                    <a:pt x="12817" y="10562"/>
                    <a:pt x="12820" y="11634"/>
                  </a:cubicBezTo>
                  <a:lnTo>
                    <a:pt x="12822" y="12567"/>
                  </a:lnTo>
                  <a:lnTo>
                    <a:pt x="8721" y="12567"/>
                  </a:lnTo>
                  <a:lnTo>
                    <a:pt x="8190" y="10126"/>
                  </a:lnTo>
                  <a:lnTo>
                    <a:pt x="8680" y="8657"/>
                  </a:lnTo>
                  <a:close/>
                  <a:moveTo>
                    <a:pt x="6892" y="1"/>
                  </a:moveTo>
                  <a:cubicBezTo>
                    <a:pt x="6741" y="1"/>
                    <a:pt x="6588" y="9"/>
                    <a:pt x="6435" y="27"/>
                  </a:cubicBezTo>
                  <a:cubicBezTo>
                    <a:pt x="4604" y="230"/>
                    <a:pt x="3122" y="1706"/>
                    <a:pt x="2912" y="3537"/>
                  </a:cubicBezTo>
                  <a:cubicBezTo>
                    <a:pt x="2780" y="4687"/>
                    <a:pt x="3127" y="5795"/>
                    <a:pt x="3887" y="6656"/>
                  </a:cubicBezTo>
                  <a:cubicBezTo>
                    <a:pt x="4193" y="7002"/>
                    <a:pt x="4389" y="7406"/>
                    <a:pt x="4459" y="7821"/>
                  </a:cubicBezTo>
                  <a:lnTo>
                    <a:pt x="2441" y="8398"/>
                  </a:lnTo>
                  <a:cubicBezTo>
                    <a:pt x="996" y="8809"/>
                    <a:pt x="0" y="10130"/>
                    <a:pt x="0" y="11633"/>
                  </a:cubicBezTo>
                  <a:lnTo>
                    <a:pt x="0" y="13047"/>
                  </a:lnTo>
                  <a:cubicBezTo>
                    <a:pt x="0" y="13312"/>
                    <a:pt x="215" y="13528"/>
                    <a:pt x="481" y="13528"/>
                  </a:cubicBezTo>
                  <a:lnTo>
                    <a:pt x="13302" y="13528"/>
                  </a:lnTo>
                  <a:cubicBezTo>
                    <a:pt x="13567" y="13528"/>
                    <a:pt x="13782" y="13312"/>
                    <a:pt x="13782" y="13047"/>
                  </a:cubicBezTo>
                  <a:lnTo>
                    <a:pt x="13782" y="11633"/>
                  </a:lnTo>
                  <a:cubicBezTo>
                    <a:pt x="13782" y="10130"/>
                    <a:pt x="12786" y="8809"/>
                    <a:pt x="11343" y="8398"/>
                  </a:cubicBezTo>
                  <a:lnTo>
                    <a:pt x="9323" y="7821"/>
                  </a:lnTo>
                  <a:cubicBezTo>
                    <a:pt x="9390" y="7406"/>
                    <a:pt x="9584" y="7006"/>
                    <a:pt x="9884" y="6671"/>
                  </a:cubicBezTo>
                  <a:cubicBezTo>
                    <a:pt x="10988" y="5429"/>
                    <a:pt x="11212" y="3637"/>
                    <a:pt x="10446" y="2162"/>
                  </a:cubicBezTo>
                  <a:cubicBezTo>
                    <a:pt x="9753" y="824"/>
                    <a:pt x="8374" y="1"/>
                    <a:pt x="68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4" name="Google Shape;19894;p93"/>
            <p:cNvSpPr/>
            <p:nvPr/>
          </p:nvSpPr>
          <p:spPr>
            <a:xfrm>
              <a:off x="7414150" y="1797600"/>
              <a:ext cx="24075" cy="47875"/>
            </a:xfrm>
            <a:custGeom>
              <a:rect b="b" l="l" r="r" t="t"/>
              <a:pathLst>
                <a:path extrusionOk="0" h="1915" w="963">
                  <a:moveTo>
                    <a:pt x="481" y="1"/>
                  </a:moveTo>
                  <a:cubicBezTo>
                    <a:pt x="220" y="1"/>
                    <a:pt x="6" y="210"/>
                    <a:pt x="0" y="472"/>
                  </a:cubicBezTo>
                  <a:lnTo>
                    <a:pt x="0" y="1434"/>
                  </a:lnTo>
                  <a:cubicBezTo>
                    <a:pt x="0" y="1699"/>
                    <a:pt x="215" y="1915"/>
                    <a:pt x="482" y="1915"/>
                  </a:cubicBezTo>
                  <a:cubicBezTo>
                    <a:pt x="747" y="1915"/>
                    <a:pt x="962" y="1699"/>
                    <a:pt x="962" y="1434"/>
                  </a:cubicBezTo>
                  <a:lnTo>
                    <a:pt x="962" y="472"/>
                  </a:lnTo>
                  <a:cubicBezTo>
                    <a:pt x="956" y="210"/>
                    <a:pt x="743" y="1"/>
                    <a:pt x="4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5" name="Google Shape;19895;p93"/>
            <p:cNvSpPr/>
            <p:nvPr/>
          </p:nvSpPr>
          <p:spPr>
            <a:xfrm>
              <a:off x="7550375" y="1957625"/>
              <a:ext cx="47875" cy="24075"/>
            </a:xfrm>
            <a:custGeom>
              <a:rect b="b" l="l" r="r" t="t"/>
              <a:pathLst>
                <a:path extrusionOk="0" h="963" w="1915">
                  <a:moveTo>
                    <a:pt x="482" y="1"/>
                  </a:moveTo>
                  <a:cubicBezTo>
                    <a:pt x="216" y="1"/>
                    <a:pt x="0" y="216"/>
                    <a:pt x="0" y="483"/>
                  </a:cubicBezTo>
                  <a:cubicBezTo>
                    <a:pt x="0" y="748"/>
                    <a:pt x="216" y="963"/>
                    <a:pt x="482" y="963"/>
                  </a:cubicBezTo>
                  <a:lnTo>
                    <a:pt x="1443" y="963"/>
                  </a:lnTo>
                  <a:cubicBezTo>
                    <a:pt x="1705" y="957"/>
                    <a:pt x="1915" y="743"/>
                    <a:pt x="1915" y="483"/>
                  </a:cubicBezTo>
                  <a:cubicBezTo>
                    <a:pt x="1915" y="220"/>
                    <a:pt x="1705" y="7"/>
                    <a:pt x="1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6" name="Google Shape;19896;p93"/>
            <p:cNvSpPr/>
            <p:nvPr/>
          </p:nvSpPr>
          <p:spPr>
            <a:xfrm>
              <a:off x="7254100" y="1957675"/>
              <a:ext cx="47675" cy="24075"/>
            </a:xfrm>
            <a:custGeom>
              <a:rect b="b" l="l" r="r" t="t"/>
              <a:pathLst>
                <a:path extrusionOk="0" h="963" w="1907">
                  <a:moveTo>
                    <a:pt x="473" y="0"/>
                  </a:moveTo>
                  <a:cubicBezTo>
                    <a:pt x="212" y="5"/>
                    <a:pt x="1" y="218"/>
                    <a:pt x="1" y="481"/>
                  </a:cubicBezTo>
                  <a:cubicBezTo>
                    <a:pt x="1" y="743"/>
                    <a:pt x="212" y="957"/>
                    <a:pt x="473" y="962"/>
                  </a:cubicBezTo>
                  <a:lnTo>
                    <a:pt x="1435" y="962"/>
                  </a:lnTo>
                  <a:cubicBezTo>
                    <a:pt x="1697" y="957"/>
                    <a:pt x="1906" y="743"/>
                    <a:pt x="1906" y="481"/>
                  </a:cubicBezTo>
                  <a:cubicBezTo>
                    <a:pt x="1906" y="218"/>
                    <a:pt x="1697" y="5"/>
                    <a:pt x="1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7" name="Google Shape;19897;p93"/>
            <p:cNvSpPr/>
            <p:nvPr/>
          </p:nvSpPr>
          <p:spPr>
            <a:xfrm>
              <a:off x="7531150" y="1877625"/>
              <a:ext cx="47325" cy="35975"/>
            </a:xfrm>
            <a:custGeom>
              <a:rect b="b" l="l" r="r" t="t"/>
              <a:pathLst>
                <a:path extrusionOk="0" h="1439" w="1893">
                  <a:moveTo>
                    <a:pt x="1345" y="1"/>
                  </a:moveTo>
                  <a:cubicBezTo>
                    <a:pt x="1266" y="1"/>
                    <a:pt x="1186" y="20"/>
                    <a:pt x="1112" y="61"/>
                  </a:cubicBezTo>
                  <a:lnTo>
                    <a:pt x="280" y="541"/>
                  </a:lnTo>
                  <a:cubicBezTo>
                    <a:pt x="91" y="650"/>
                    <a:pt x="1" y="872"/>
                    <a:pt x="56" y="1082"/>
                  </a:cubicBezTo>
                  <a:cubicBezTo>
                    <a:pt x="113" y="1293"/>
                    <a:pt x="304" y="1438"/>
                    <a:pt x="521" y="1438"/>
                  </a:cubicBezTo>
                  <a:lnTo>
                    <a:pt x="521" y="1439"/>
                  </a:lnTo>
                  <a:cubicBezTo>
                    <a:pt x="605" y="1439"/>
                    <a:pt x="687" y="1416"/>
                    <a:pt x="761" y="1375"/>
                  </a:cubicBezTo>
                  <a:lnTo>
                    <a:pt x="1594" y="893"/>
                  </a:lnTo>
                  <a:cubicBezTo>
                    <a:pt x="1818" y="758"/>
                    <a:pt x="1893" y="468"/>
                    <a:pt x="1762" y="241"/>
                  </a:cubicBezTo>
                  <a:cubicBezTo>
                    <a:pt x="1673" y="87"/>
                    <a:pt x="1511"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8" name="Google Shape;19898;p93"/>
            <p:cNvSpPr/>
            <p:nvPr/>
          </p:nvSpPr>
          <p:spPr>
            <a:xfrm>
              <a:off x="7480550" y="1818850"/>
              <a:ext cx="39500" cy="44900"/>
            </a:xfrm>
            <a:custGeom>
              <a:rect b="b" l="l" r="r" t="t"/>
              <a:pathLst>
                <a:path extrusionOk="0" h="1796" w="1580">
                  <a:moveTo>
                    <a:pt x="1033" y="1"/>
                  </a:moveTo>
                  <a:cubicBezTo>
                    <a:pt x="866" y="1"/>
                    <a:pt x="704" y="87"/>
                    <a:pt x="614" y="242"/>
                  </a:cubicBezTo>
                  <a:lnTo>
                    <a:pt x="134" y="1073"/>
                  </a:lnTo>
                  <a:cubicBezTo>
                    <a:pt x="1" y="1303"/>
                    <a:pt x="80" y="1598"/>
                    <a:pt x="310" y="1731"/>
                  </a:cubicBezTo>
                  <a:cubicBezTo>
                    <a:pt x="385" y="1774"/>
                    <a:pt x="468" y="1795"/>
                    <a:pt x="550" y="1795"/>
                  </a:cubicBezTo>
                  <a:cubicBezTo>
                    <a:pt x="716" y="1795"/>
                    <a:pt x="877" y="1709"/>
                    <a:pt x="966" y="1554"/>
                  </a:cubicBezTo>
                  <a:lnTo>
                    <a:pt x="1448" y="722"/>
                  </a:lnTo>
                  <a:cubicBezTo>
                    <a:pt x="1579" y="492"/>
                    <a:pt x="1502" y="198"/>
                    <a:pt x="1272" y="64"/>
                  </a:cubicBezTo>
                  <a:cubicBezTo>
                    <a:pt x="1197" y="21"/>
                    <a:pt x="1114" y="1"/>
                    <a:pt x="10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9" name="Google Shape;19899;p93"/>
            <p:cNvSpPr/>
            <p:nvPr/>
          </p:nvSpPr>
          <p:spPr>
            <a:xfrm>
              <a:off x="7332325" y="1818825"/>
              <a:ext cx="39475" cy="44900"/>
            </a:xfrm>
            <a:custGeom>
              <a:rect b="b" l="l" r="r" t="t"/>
              <a:pathLst>
                <a:path extrusionOk="0" h="1796" w="1579">
                  <a:moveTo>
                    <a:pt x="549" y="1"/>
                  </a:moveTo>
                  <a:cubicBezTo>
                    <a:pt x="468" y="1"/>
                    <a:pt x="385" y="22"/>
                    <a:pt x="309" y="65"/>
                  </a:cubicBezTo>
                  <a:cubicBezTo>
                    <a:pt x="79" y="199"/>
                    <a:pt x="0" y="492"/>
                    <a:pt x="133" y="721"/>
                  </a:cubicBezTo>
                  <a:lnTo>
                    <a:pt x="614" y="1555"/>
                  </a:lnTo>
                  <a:cubicBezTo>
                    <a:pt x="703" y="1709"/>
                    <a:pt x="864" y="1795"/>
                    <a:pt x="1030" y="1795"/>
                  </a:cubicBezTo>
                  <a:cubicBezTo>
                    <a:pt x="1111" y="1795"/>
                    <a:pt x="1194" y="1774"/>
                    <a:pt x="1270" y="1731"/>
                  </a:cubicBezTo>
                  <a:cubicBezTo>
                    <a:pt x="1500" y="1599"/>
                    <a:pt x="1579" y="1304"/>
                    <a:pt x="1447" y="1074"/>
                  </a:cubicBezTo>
                  <a:lnTo>
                    <a:pt x="965" y="241"/>
                  </a:lnTo>
                  <a:cubicBezTo>
                    <a:pt x="877" y="87"/>
                    <a:pt x="715"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0" name="Google Shape;19900;p93"/>
            <p:cNvSpPr/>
            <p:nvPr/>
          </p:nvSpPr>
          <p:spPr>
            <a:xfrm>
              <a:off x="7273675" y="1877525"/>
              <a:ext cx="48275" cy="36075"/>
            </a:xfrm>
            <a:custGeom>
              <a:rect b="b" l="l" r="r" t="t"/>
              <a:pathLst>
                <a:path extrusionOk="0" h="1443" w="1931">
                  <a:moveTo>
                    <a:pt x="549" y="0"/>
                  </a:moveTo>
                  <a:cubicBezTo>
                    <a:pt x="383" y="0"/>
                    <a:pt x="222" y="87"/>
                    <a:pt x="133" y="241"/>
                  </a:cubicBezTo>
                  <a:cubicBezTo>
                    <a:pt x="0" y="471"/>
                    <a:pt x="79" y="765"/>
                    <a:pt x="309" y="897"/>
                  </a:cubicBezTo>
                  <a:lnTo>
                    <a:pt x="1141" y="1379"/>
                  </a:lnTo>
                  <a:cubicBezTo>
                    <a:pt x="1216" y="1422"/>
                    <a:pt x="1298" y="1442"/>
                    <a:pt x="1380" y="1442"/>
                  </a:cubicBezTo>
                  <a:cubicBezTo>
                    <a:pt x="1546" y="1442"/>
                    <a:pt x="1709" y="1356"/>
                    <a:pt x="1798" y="1201"/>
                  </a:cubicBezTo>
                  <a:cubicBezTo>
                    <a:pt x="1930" y="971"/>
                    <a:pt x="1853" y="679"/>
                    <a:pt x="1623" y="545"/>
                  </a:cubicBezTo>
                  <a:lnTo>
                    <a:pt x="789" y="65"/>
                  </a:lnTo>
                  <a:cubicBezTo>
                    <a:pt x="714" y="21"/>
                    <a:pt x="631"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01" name="Google Shape;19901;p93"/>
          <p:cNvGrpSpPr/>
          <p:nvPr/>
        </p:nvGrpSpPr>
        <p:grpSpPr>
          <a:xfrm>
            <a:off x="4033559" y="1765657"/>
            <a:ext cx="354827" cy="354957"/>
            <a:chOff x="6659825" y="1814575"/>
            <a:chExt cx="410300" cy="410450"/>
          </a:xfrm>
        </p:grpSpPr>
        <p:sp>
          <p:nvSpPr>
            <p:cNvPr id="19902" name="Google Shape;19902;p93"/>
            <p:cNvSpPr/>
            <p:nvPr/>
          </p:nvSpPr>
          <p:spPr>
            <a:xfrm>
              <a:off x="6659825" y="1814575"/>
              <a:ext cx="410300" cy="410450"/>
            </a:xfrm>
            <a:custGeom>
              <a:rect b="b" l="l" r="r" t="t"/>
              <a:pathLst>
                <a:path extrusionOk="0" h="16418" w="16412">
                  <a:moveTo>
                    <a:pt x="8688" y="4878"/>
                  </a:moveTo>
                  <a:lnTo>
                    <a:pt x="8688" y="7121"/>
                  </a:lnTo>
                  <a:lnTo>
                    <a:pt x="7726" y="7121"/>
                  </a:lnTo>
                  <a:lnTo>
                    <a:pt x="7726" y="6322"/>
                  </a:lnTo>
                  <a:lnTo>
                    <a:pt x="7726" y="6320"/>
                  </a:lnTo>
                  <a:lnTo>
                    <a:pt x="7726" y="6319"/>
                  </a:lnTo>
                  <a:lnTo>
                    <a:pt x="7726" y="4878"/>
                  </a:lnTo>
                  <a:close/>
                  <a:moveTo>
                    <a:pt x="14650" y="6801"/>
                  </a:moveTo>
                  <a:cubicBezTo>
                    <a:pt x="15092" y="6802"/>
                    <a:pt x="15449" y="7161"/>
                    <a:pt x="15451" y="7603"/>
                  </a:cubicBezTo>
                  <a:lnTo>
                    <a:pt x="15451" y="14654"/>
                  </a:lnTo>
                  <a:cubicBezTo>
                    <a:pt x="15449" y="15097"/>
                    <a:pt x="15092" y="15456"/>
                    <a:pt x="14650" y="15456"/>
                  </a:cubicBezTo>
                  <a:lnTo>
                    <a:pt x="1764" y="15456"/>
                  </a:lnTo>
                  <a:cubicBezTo>
                    <a:pt x="1322" y="15456"/>
                    <a:pt x="963" y="15097"/>
                    <a:pt x="963" y="14654"/>
                  </a:cubicBezTo>
                  <a:lnTo>
                    <a:pt x="963" y="7603"/>
                  </a:lnTo>
                  <a:cubicBezTo>
                    <a:pt x="963" y="7161"/>
                    <a:pt x="1322" y="6802"/>
                    <a:pt x="1764" y="6801"/>
                  </a:cubicBezTo>
                  <a:lnTo>
                    <a:pt x="6764" y="6801"/>
                  </a:lnTo>
                  <a:lnTo>
                    <a:pt x="6764" y="7603"/>
                  </a:lnTo>
                  <a:cubicBezTo>
                    <a:pt x="6764" y="7868"/>
                    <a:pt x="6979" y="8083"/>
                    <a:pt x="7245" y="8083"/>
                  </a:cubicBezTo>
                  <a:lnTo>
                    <a:pt x="9168" y="8083"/>
                  </a:lnTo>
                  <a:cubicBezTo>
                    <a:pt x="9433" y="8083"/>
                    <a:pt x="9649" y="7868"/>
                    <a:pt x="9649" y="7603"/>
                  </a:cubicBezTo>
                  <a:lnTo>
                    <a:pt x="9649" y="6801"/>
                  </a:lnTo>
                  <a:close/>
                  <a:moveTo>
                    <a:pt x="13084" y="1"/>
                  </a:moveTo>
                  <a:cubicBezTo>
                    <a:pt x="12958" y="1"/>
                    <a:pt x="12833" y="50"/>
                    <a:pt x="12739" y="148"/>
                  </a:cubicBezTo>
                  <a:lnTo>
                    <a:pt x="8969" y="3917"/>
                  </a:lnTo>
                  <a:lnTo>
                    <a:pt x="7443" y="3917"/>
                  </a:lnTo>
                  <a:lnTo>
                    <a:pt x="3674" y="148"/>
                  </a:lnTo>
                  <a:cubicBezTo>
                    <a:pt x="3580" y="54"/>
                    <a:pt x="3457" y="7"/>
                    <a:pt x="3334" y="7"/>
                  </a:cubicBezTo>
                  <a:cubicBezTo>
                    <a:pt x="3211" y="7"/>
                    <a:pt x="3088" y="54"/>
                    <a:pt x="2994" y="148"/>
                  </a:cubicBezTo>
                  <a:cubicBezTo>
                    <a:pt x="2807" y="335"/>
                    <a:pt x="2807" y="640"/>
                    <a:pt x="2994" y="829"/>
                  </a:cubicBezTo>
                  <a:lnTo>
                    <a:pt x="6764" y="4597"/>
                  </a:lnTo>
                  <a:lnTo>
                    <a:pt x="6764" y="5840"/>
                  </a:lnTo>
                  <a:lnTo>
                    <a:pt x="1764" y="5840"/>
                  </a:lnTo>
                  <a:cubicBezTo>
                    <a:pt x="790" y="5841"/>
                    <a:pt x="2" y="6631"/>
                    <a:pt x="1" y="7603"/>
                  </a:cubicBezTo>
                  <a:lnTo>
                    <a:pt x="1" y="14654"/>
                  </a:lnTo>
                  <a:cubicBezTo>
                    <a:pt x="2" y="15628"/>
                    <a:pt x="790" y="16416"/>
                    <a:pt x="1764" y="16418"/>
                  </a:cubicBezTo>
                  <a:lnTo>
                    <a:pt x="14648" y="16418"/>
                  </a:lnTo>
                  <a:cubicBezTo>
                    <a:pt x="15622" y="16416"/>
                    <a:pt x="16410" y="15628"/>
                    <a:pt x="16412" y="14654"/>
                  </a:cubicBezTo>
                  <a:lnTo>
                    <a:pt x="16412" y="7603"/>
                  </a:lnTo>
                  <a:cubicBezTo>
                    <a:pt x="16410" y="6629"/>
                    <a:pt x="15622" y="5841"/>
                    <a:pt x="14648" y="5840"/>
                  </a:cubicBezTo>
                  <a:lnTo>
                    <a:pt x="9649" y="5840"/>
                  </a:lnTo>
                  <a:lnTo>
                    <a:pt x="9649" y="4597"/>
                  </a:lnTo>
                  <a:lnTo>
                    <a:pt x="13418" y="829"/>
                  </a:lnTo>
                  <a:cubicBezTo>
                    <a:pt x="13611" y="641"/>
                    <a:pt x="13614" y="332"/>
                    <a:pt x="13424" y="142"/>
                  </a:cubicBezTo>
                  <a:cubicBezTo>
                    <a:pt x="13330" y="48"/>
                    <a:pt x="13207" y="1"/>
                    <a:pt x="13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3" name="Google Shape;19903;p93"/>
            <p:cNvSpPr/>
            <p:nvPr/>
          </p:nvSpPr>
          <p:spPr>
            <a:xfrm>
              <a:off x="6708700" y="2008600"/>
              <a:ext cx="152300" cy="168325"/>
            </a:xfrm>
            <a:custGeom>
              <a:rect b="b" l="l" r="r" t="t"/>
              <a:pathLst>
                <a:path extrusionOk="0" h="6733" w="6092">
                  <a:moveTo>
                    <a:pt x="3046" y="963"/>
                  </a:moveTo>
                  <a:cubicBezTo>
                    <a:pt x="3296" y="963"/>
                    <a:pt x="3542" y="1061"/>
                    <a:pt x="3726" y="1245"/>
                  </a:cubicBezTo>
                  <a:cubicBezTo>
                    <a:pt x="4000" y="1520"/>
                    <a:pt x="4084" y="1933"/>
                    <a:pt x="3934" y="2292"/>
                  </a:cubicBezTo>
                  <a:cubicBezTo>
                    <a:pt x="3785" y="2652"/>
                    <a:pt x="3435" y="2887"/>
                    <a:pt x="3045" y="2887"/>
                  </a:cubicBezTo>
                  <a:cubicBezTo>
                    <a:pt x="2515" y="2885"/>
                    <a:pt x="2085" y="2456"/>
                    <a:pt x="2085" y="1925"/>
                  </a:cubicBezTo>
                  <a:cubicBezTo>
                    <a:pt x="2085" y="1536"/>
                    <a:pt x="2319" y="1185"/>
                    <a:pt x="2678" y="1037"/>
                  </a:cubicBezTo>
                  <a:cubicBezTo>
                    <a:pt x="2797" y="988"/>
                    <a:pt x="2922" y="963"/>
                    <a:pt x="3046" y="963"/>
                  </a:cubicBezTo>
                  <a:close/>
                  <a:moveTo>
                    <a:pt x="3045" y="3843"/>
                  </a:moveTo>
                  <a:cubicBezTo>
                    <a:pt x="4135" y="3843"/>
                    <a:pt x="5041" y="4684"/>
                    <a:pt x="5124" y="5772"/>
                  </a:cubicBezTo>
                  <a:lnTo>
                    <a:pt x="967" y="5772"/>
                  </a:lnTo>
                  <a:cubicBezTo>
                    <a:pt x="1049" y="4684"/>
                    <a:pt x="1956" y="3843"/>
                    <a:pt x="3045" y="3843"/>
                  </a:cubicBezTo>
                  <a:close/>
                  <a:moveTo>
                    <a:pt x="3045" y="0"/>
                  </a:moveTo>
                  <a:cubicBezTo>
                    <a:pt x="2281" y="0"/>
                    <a:pt x="1588" y="453"/>
                    <a:pt x="1282" y="1154"/>
                  </a:cubicBezTo>
                  <a:cubicBezTo>
                    <a:pt x="978" y="1856"/>
                    <a:pt x="1117" y="2671"/>
                    <a:pt x="1638" y="3232"/>
                  </a:cubicBezTo>
                  <a:cubicBezTo>
                    <a:pt x="632" y="3758"/>
                    <a:pt x="2" y="4798"/>
                    <a:pt x="1" y="5931"/>
                  </a:cubicBezTo>
                  <a:lnTo>
                    <a:pt x="1" y="6252"/>
                  </a:lnTo>
                  <a:cubicBezTo>
                    <a:pt x="1" y="6517"/>
                    <a:pt x="216" y="6732"/>
                    <a:pt x="481" y="6732"/>
                  </a:cubicBezTo>
                  <a:lnTo>
                    <a:pt x="5610" y="6732"/>
                  </a:lnTo>
                  <a:cubicBezTo>
                    <a:pt x="5876" y="6732"/>
                    <a:pt x="6092" y="6517"/>
                    <a:pt x="6092" y="6252"/>
                  </a:cubicBezTo>
                  <a:lnTo>
                    <a:pt x="6092" y="5931"/>
                  </a:lnTo>
                  <a:cubicBezTo>
                    <a:pt x="6090" y="4798"/>
                    <a:pt x="5459" y="3758"/>
                    <a:pt x="4454" y="3232"/>
                  </a:cubicBezTo>
                  <a:cubicBezTo>
                    <a:pt x="4976" y="2671"/>
                    <a:pt x="5115" y="1856"/>
                    <a:pt x="4809" y="1154"/>
                  </a:cubicBezTo>
                  <a:cubicBezTo>
                    <a:pt x="4504" y="453"/>
                    <a:pt x="3811" y="0"/>
                    <a:pt x="30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4" name="Google Shape;19904;p93"/>
            <p:cNvSpPr/>
            <p:nvPr/>
          </p:nvSpPr>
          <p:spPr>
            <a:xfrm>
              <a:off x="6884775" y="2152875"/>
              <a:ext cx="136250" cy="24050"/>
            </a:xfrm>
            <a:custGeom>
              <a:rect b="b" l="l" r="r" t="t"/>
              <a:pathLst>
                <a:path extrusionOk="0" h="962" w="5450">
                  <a:moveTo>
                    <a:pt x="480" y="1"/>
                  </a:moveTo>
                  <a:cubicBezTo>
                    <a:pt x="216" y="1"/>
                    <a:pt x="0" y="215"/>
                    <a:pt x="0" y="481"/>
                  </a:cubicBezTo>
                  <a:cubicBezTo>
                    <a:pt x="0" y="747"/>
                    <a:pt x="216" y="962"/>
                    <a:pt x="480" y="962"/>
                  </a:cubicBezTo>
                  <a:cubicBezTo>
                    <a:pt x="484" y="962"/>
                    <a:pt x="487" y="961"/>
                    <a:pt x="491" y="961"/>
                  </a:cubicBezTo>
                  <a:lnTo>
                    <a:pt x="4978" y="961"/>
                  </a:lnTo>
                  <a:cubicBezTo>
                    <a:pt x="5239" y="957"/>
                    <a:pt x="5450" y="743"/>
                    <a:pt x="5450" y="481"/>
                  </a:cubicBezTo>
                  <a:cubicBezTo>
                    <a:pt x="5450" y="219"/>
                    <a:pt x="5239" y="5"/>
                    <a:pt x="4978" y="1"/>
                  </a:cubicBezTo>
                  <a:lnTo>
                    <a:pt x="491" y="1"/>
                  </a:lnTo>
                  <a:cubicBezTo>
                    <a:pt x="487" y="1"/>
                    <a:pt x="484" y="1"/>
                    <a:pt x="4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5" name="Google Shape;19905;p93"/>
            <p:cNvSpPr/>
            <p:nvPr/>
          </p:nvSpPr>
          <p:spPr>
            <a:xfrm>
              <a:off x="6884775" y="2104800"/>
              <a:ext cx="136250" cy="24100"/>
            </a:xfrm>
            <a:custGeom>
              <a:rect b="b" l="l" r="r" t="t"/>
              <a:pathLst>
                <a:path extrusionOk="0" h="964" w="5450">
                  <a:moveTo>
                    <a:pt x="480" y="1"/>
                  </a:moveTo>
                  <a:cubicBezTo>
                    <a:pt x="216" y="1"/>
                    <a:pt x="0" y="215"/>
                    <a:pt x="0" y="481"/>
                  </a:cubicBezTo>
                  <a:cubicBezTo>
                    <a:pt x="0" y="748"/>
                    <a:pt x="217" y="963"/>
                    <a:pt x="483" y="963"/>
                  </a:cubicBezTo>
                  <a:cubicBezTo>
                    <a:pt x="486" y="963"/>
                    <a:pt x="488" y="963"/>
                    <a:pt x="491" y="963"/>
                  </a:cubicBezTo>
                  <a:lnTo>
                    <a:pt x="4978" y="963"/>
                  </a:lnTo>
                  <a:cubicBezTo>
                    <a:pt x="5239" y="957"/>
                    <a:pt x="5450" y="743"/>
                    <a:pt x="5450" y="481"/>
                  </a:cubicBezTo>
                  <a:cubicBezTo>
                    <a:pt x="5450" y="219"/>
                    <a:pt x="5239" y="5"/>
                    <a:pt x="4978" y="1"/>
                  </a:cubicBezTo>
                  <a:lnTo>
                    <a:pt x="491" y="1"/>
                  </a:lnTo>
                  <a:cubicBezTo>
                    <a:pt x="487" y="1"/>
                    <a:pt x="484" y="1"/>
                    <a:pt x="4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6" name="Google Shape;19906;p93"/>
            <p:cNvSpPr/>
            <p:nvPr/>
          </p:nvSpPr>
          <p:spPr>
            <a:xfrm>
              <a:off x="6885000" y="2056700"/>
              <a:ext cx="136250" cy="24075"/>
            </a:xfrm>
            <a:custGeom>
              <a:rect b="b" l="l" r="r" t="t"/>
              <a:pathLst>
                <a:path extrusionOk="0" h="963" w="5450">
                  <a:moveTo>
                    <a:pt x="482" y="1"/>
                  </a:moveTo>
                  <a:cubicBezTo>
                    <a:pt x="215" y="1"/>
                    <a:pt x="0" y="216"/>
                    <a:pt x="0" y="482"/>
                  </a:cubicBezTo>
                  <a:cubicBezTo>
                    <a:pt x="0" y="747"/>
                    <a:pt x="215" y="963"/>
                    <a:pt x="482" y="963"/>
                  </a:cubicBezTo>
                  <a:lnTo>
                    <a:pt x="4969" y="963"/>
                  </a:lnTo>
                  <a:cubicBezTo>
                    <a:pt x="5234" y="963"/>
                    <a:pt x="5449" y="747"/>
                    <a:pt x="5449" y="482"/>
                  </a:cubicBezTo>
                  <a:cubicBezTo>
                    <a:pt x="5449" y="216"/>
                    <a:pt x="5234" y="1"/>
                    <a:pt x="49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07" name="Google Shape;19907;p93"/>
          <p:cNvGrpSpPr/>
          <p:nvPr/>
        </p:nvGrpSpPr>
        <p:grpSpPr>
          <a:xfrm>
            <a:off x="4806061" y="1765714"/>
            <a:ext cx="325338" cy="354849"/>
            <a:chOff x="6116525" y="1736875"/>
            <a:chExt cx="376200" cy="410325"/>
          </a:xfrm>
        </p:grpSpPr>
        <p:sp>
          <p:nvSpPr>
            <p:cNvPr id="19908" name="Google Shape;19908;p93"/>
            <p:cNvSpPr/>
            <p:nvPr/>
          </p:nvSpPr>
          <p:spPr>
            <a:xfrm>
              <a:off x="6292350" y="1833000"/>
              <a:ext cx="152275" cy="168325"/>
            </a:xfrm>
            <a:custGeom>
              <a:rect b="b" l="l" r="r" t="t"/>
              <a:pathLst>
                <a:path extrusionOk="0" h="6733" w="6091">
                  <a:moveTo>
                    <a:pt x="3045" y="963"/>
                  </a:moveTo>
                  <a:cubicBezTo>
                    <a:pt x="3295" y="963"/>
                    <a:pt x="3542" y="1061"/>
                    <a:pt x="3725" y="1246"/>
                  </a:cubicBezTo>
                  <a:cubicBezTo>
                    <a:pt x="4000" y="1521"/>
                    <a:pt x="4082" y="1934"/>
                    <a:pt x="3934" y="2293"/>
                  </a:cubicBezTo>
                  <a:cubicBezTo>
                    <a:pt x="3785" y="2653"/>
                    <a:pt x="3435" y="2887"/>
                    <a:pt x="3045" y="2887"/>
                  </a:cubicBezTo>
                  <a:cubicBezTo>
                    <a:pt x="2515" y="2886"/>
                    <a:pt x="2085" y="2457"/>
                    <a:pt x="2085" y="1925"/>
                  </a:cubicBezTo>
                  <a:cubicBezTo>
                    <a:pt x="2085" y="1537"/>
                    <a:pt x="2318" y="1185"/>
                    <a:pt x="2678" y="1036"/>
                  </a:cubicBezTo>
                  <a:cubicBezTo>
                    <a:pt x="2796" y="987"/>
                    <a:pt x="2921" y="963"/>
                    <a:pt x="3045" y="963"/>
                  </a:cubicBezTo>
                  <a:close/>
                  <a:moveTo>
                    <a:pt x="3045" y="3843"/>
                  </a:moveTo>
                  <a:cubicBezTo>
                    <a:pt x="4137" y="3843"/>
                    <a:pt x="5042" y="4684"/>
                    <a:pt x="5124" y="5771"/>
                  </a:cubicBezTo>
                  <a:lnTo>
                    <a:pt x="969" y="5771"/>
                  </a:lnTo>
                  <a:cubicBezTo>
                    <a:pt x="1049" y="4684"/>
                    <a:pt x="1956" y="3843"/>
                    <a:pt x="3045" y="3843"/>
                  </a:cubicBezTo>
                  <a:close/>
                  <a:moveTo>
                    <a:pt x="3045" y="1"/>
                  </a:moveTo>
                  <a:cubicBezTo>
                    <a:pt x="2281" y="1"/>
                    <a:pt x="1588" y="455"/>
                    <a:pt x="1282" y="1155"/>
                  </a:cubicBezTo>
                  <a:cubicBezTo>
                    <a:pt x="978" y="1856"/>
                    <a:pt x="1117" y="2672"/>
                    <a:pt x="1637" y="3233"/>
                  </a:cubicBezTo>
                  <a:cubicBezTo>
                    <a:pt x="632" y="3759"/>
                    <a:pt x="2" y="4798"/>
                    <a:pt x="1" y="5932"/>
                  </a:cubicBezTo>
                  <a:lnTo>
                    <a:pt x="1" y="6253"/>
                  </a:lnTo>
                  <a:cubicBezTo>
                    <a:pt x="1" y="6518"/>
                    <a:pt x="216" y="6733"/>
                    <a:pt x="481" y="6733"/>
                  </a:cubicBezTo>
                  <a:lnTo>
                    <a:pt x="5610" y="6733"/>
                  </a:lnTo>
                  <a:cubicBezTo>
                    <a:pt x="5875" y="6733"/>
                    <a:pt x="6090" y="6518"/>
                    <a:pt x="6090" y="6253"/>
                  </a:cubicBezTo>
                  <a:lnTo>
                    <a:pt x="6090" y="5932"/>
                  </a:lnTo>
                  <a:cubicBezTo>
                    <a:pt x="6090" y="4798"/>
                    <a:pt x="5459" y="3759"/>
                    <a:pt x="4454" y="3233"/>
                  </a:cubicBezTo>
                  <a:cubicBezTo>
                    <a:pt x="4976" y="2672"/>
                    <a:pt x="5115" y="1856"/>
                    <a:pt x="4809" y="1155"/>
                  </a:cubicBezTo>
                  <a:cubicBezTo>
                    <a:pt x="4503" y="455"/>
                    <a:pt x="3811" y="1"/>
                    <a:pt x="30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9" name="Google Shape;19909;p93"/>
            <p:cNvSpPr/>
            <p:nvPr/>
          </p:nvSpPr>
          <p:spPr>
            <a:xfrm>
              <a:off x="6116525" y="1736875"/>
              <a:ext cx="376200" cy="410325"/>
            </a:xfrm>
            <a:custGeom>
              <a:rect b="b" l="l" r="r" t="t"/>
              <a:pathLst>
                <a:path extrusionOk="0" h="16413" w="15048">
                  <a:moveTo>
                    <a:pt x="12162" y="962"/>
                  </a:moveTo>
                  <a:lnTo>
                    <a:pt x="12162" y="1924"/>
                  </a:lnTo>
                  <a:lnTo>
                    <a:pt x="4310" y="1924"/>
                  </a:lnTo>
                  <a:cubicBezTo>
                    <a:pt x="4043" y="1924"/>
                    <a:pt x="3828" y="2140"/>
                    <a:pt x="3828" y="2405"/>
                  </a:cubicBezTo>
                  <a:lnTo>
                    <a:pt x="3828" y="6411"/>
                  </a:lnTo>
                  <a:lnTo>
                    <a:pt x="2867" y="6411"/>
                  </a:lnTo>
                  <a:lnTo>
                    <a:pt x="2867" y="962"/>
                  </a:lnTo>
                  <a:close/>
                  <a:moveTo>
                    <a:pt x="1732" y="4809"/>
                  </a:moveTo>
                  <a:cubicBezTo>
                    <a:pt x="1737" y="4809"/>
                    <a:pt x="1741" y="4809"/>
                    <a:pt x="1746" y="4809"/>
                  </a:cubicBezTo>
                  <a:lnTo>
                    <a:pt x="1907" y="4809"/>
                  </a:lnTo>
                  <a:lnTo>
                    <a:pt x="1907" y="6411"/>
                  </a:lnTo>
                  <a:lnTo>
                    <a:pt x="1746" y="6411"/>
                  </a:lnTo>
                  <a:cubicBezTo>
                    <a:pt x="1742" y="6412"/>
                    <a:pt x="1739" y="6412"/>
                    <a:pt x="1735" y="6412"/>
                  </a:cubicBezTo>
                  <a:cubicBezTo>
                    <a:pt x="1293" y="6412"/>
                    <a:pt x="933" y="6053"/>
                    <a:pt x="933" y="5610"/>
                  </a:cubicBezTo>
                  <a:cubicBezTo>
                    <a:pt x="933" y="5167"/>
                    <a:pt x="1292" y="4809"/>
                    <a:pt x="1732" y="4809"/>
                  </a:cubicBezTo>
                  <a:close/>
                  <a:moveTo>
                    <a:pt x="4965" y="4809"/>
                  </a:moveTo>
                  <a:cubicBezTo>
                    <a:pt x="5405" y="4809"/>
                    <a:pt x="5764" y="5167"/>
                    <a:pt x="5764" y="5610"/>
                  </a:cubicBezTo>
                  <a:cubicBezTo>
                    <a:pt x="5764" y="6053"/>
                    <a:pt x="5404" y="6412"/>
                    <a:pt x="4962" y="6412"/>
                  </a:cubicBezTo>
                  <a:cubicBezTo>
                    <a:pt x="4959" y="6412"/>
                    <a:pt x="4955" y="6412"/>
                    <a:pt x="4951" y="6411"/>
                  </a:cubicBezTo>
                  <a:lnTo>
                    <a:pt x="4792" y="6411"/>
                  </a:lnTo>
                  <a:lnTo>
                    <a:pt x="4792" y="4809"/>
                  </a:lnTo>
                  <a:lnTo>
                    <a:pt x="4951" y="4809"/>
                  </a:lnTo>
                  <a:cubicBezTo>
                    <a:pt x="4956" y="4809"/>
                    <a:pt x="4960" y="4809"/>
                    <a:pt x="4965" y="4809"/>
                  </a:cubicBezTo>
                  <a:close/>
                  <a:moveTo>
                    <a:pt x="3830" y="7374"/>
                  </a:moveTo>
                  <a:lnTo>
                    <a:pt x="3830" y="13527"/>
                  </a:lnTo>
                  <a:lnTo>
                    <a:pt x="2867" y="13527"/>
                  </a:lnTo>
                  <a:lnTo>
                    <a:pt x="2867" y="7374"/>
                  </a:lnTo>
                  <a:close/>
                  <a:moveTo>
                    <a:pt x="14087" y="2885"/>
                  </a:moveTo>
                  <a:lnTo>
                    <a:pt x="14087" y="15449"/>
                  </a:lnTo>
                  <a:lnTo>
                    <a:pt x="4792" y="15449"/>
                  </a:lnTo>
                  <a:lnTo>
                    <a:pt x="4792" y="7374"/>
                  </a:lnTo>
                  <a:lnTo>
                    <a:pt x="4951" y="7374"/>
                  </a:lnTo>
                  <a:cubicBezTo>
                    <a:pt x="5918" y="7363"/>
                    <a:pt x="6696" y="6577"/>
                    <a:pt x="6696" y="5610"/>
                  </a:cubicBezTo>
                  <a:cubicBezTo>
                    <a:pt x="6696" y="4644"/>
                    <a:pt x="5918" y="3857"/>
                    <a:pt x="4951" y="3847"/>
                  </a:cubicBezTo>
                  <a:lnTo>
                    <a:pt x="4792" y="3847"/>
                  </a:lnTo>
                  <a:lnTo>
                    <a:pt x="4792" y="2885"/>
                  </a:lnTo>
                  <a:close/>
                  <a:moveTo>
                    <a:pt x="2386" y="0"/>
                  </a:moveTo>
                  <a:cubicBezTo>
                    <a:pt x="2121" y="0"/>
                    <a:pt x="1905" y="215"/>
                    <a:pt x="1905" y="480"/>
                  </a:cubicBezTo>
                  <a:lnTo>
                    <a:pt x="1905" y="3847"/>
                  </a:lnTo>
                  <a:lnTo>
                    <a:pt x="1746" y="3847"/>
                  </a:lnTo>
                  <a:cubicBezTo>
                    <a:pt x="779" y="3857"/>
                    <a:pt x="0" y="4644"/>
                    <a:pt x="0" y="5610"/>
                  </a:cubicBezTo>
                  <a:cubicBezTo>
                    <a:pt x="0" y="6577"/>
                    <a:pt x="779" y="7363"/>
                    <a:pt x="1746" y="7374"/>
                  </a:cubicBezTo>
                  <a:lnTo>
                    <a:pt x="1905" y="7374"/>
                  </a:lnTo>
                  <a:lnTo>
                    <a:pt x="1905" y="14008"/>
                  </a:lnTo>
                  <a:cubicBezTo>
                    <a:pt x="1905" y="14273"/>
                    <a:pt x="2121" y="14488"/>
                    <a:pt x="2386" y="14488"/>
                  </a:cubicBezTo>
                  <a:lnTo>
                    <a:pt x="3828" y="14488"/>
                  </a:lnTo>
                  <a:lnTo>
                    <a:pt x="3828" y="15930"/>
                  </a:lnTo>
                  <a:cubicBezTo>
                    <a:pt x="3828" y="16197"/>
                    <a:pt x="4043" y="16412"/>
                    <a:pt x="4310" y="16412"/>
                  </a:cubicBezTo>
                  <a:lnTo>
                    <a:pt x="14567" y="16412"/>
                  </a:lnTo>
                  <a:cubicBezTo>
                    <a:pt x="14832" y="16412"/>
                    <a:pt x="15047" y="16197"/>
                    <a:pt x="15047" y="15930"/>
                  </a:cubicBezTo>
                  <a:lnTo>
                    <a:pt x="15047" y="2405"/>
                  </a:lnTo>
                  <a:cubicBezTo>
                    <a:pt x="15047" y="2140"/>
                    <a:pt x="14832" y="1924"/>
                    <a:pt x="14567" y="1924"/>
                  </a:cubicBezTo>
                  <a:lnTo>
                    <a:pt x="13125" y="1924"/>
                  </a:lnTo>
                  <a:lnTo>
                    <a:pt x="13125" y="482"/>
                  </a:lnTo>
                  <a:cubicBezTo>
                    <a:pt x="13125" y="215"/>
                    <a:pt x="12909" y="0"/>
                    <a:pt x="1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0" name="Google Shape;19910;p93"/>
            <p:cNvSpPr/>
            <p:nvPr/>
          </p:nvSpPr>
          <p:spPr>
            <a:xfrm>
              <a:off x="6340650" y="2025350"/>
              <a:ext cx="103750" cy="24050"/>
            </a:xfrm>
            <a:custGeom>
              <a:rect b="b" l="l" r="r" t="t"/>
              <a:pathLst>
                <a:path extrusionOk="0" h="962" w="4150">
                  <a:moveTo>
                    <a:pt x="472" y="1"/>
                  </a:moveTo>
                  <a:cubicBezTo>
                    <a:pt x="211" y="5"/>
                    <a:pt x="0" y="219"/>
                    <a:pt x="0" y="481"/>
                  </a:cubicBezTo>
                  <a:cubicBezTo>
                    <a:pt x="0" y="743"/>
                    <a:pt x="211" y="957"/>
                    <a:pt x="472" y="962"/>
                  </a:cubicBezTo>
                  <a:lnTo>
                    <a:pt x="3678" y="962"/>
                  </a:lnTo>
                  <a:cubicBezTo>
                    <a:pt x="3940" y="957"/>
                    <a:pt x="4149" y="743"/>
                    <a:pt x="4149" y="481"/>
                  </a:cubicBezTo>
                  <a:cubicBezTo>
                    <a:pt x="4149" y="219"/>
                    <a:pt x="3940" y="5"/>
                    <a:pt x="36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1" name="Google Shape;19911;p93"/>
            <p:cNvSpPr/>
            <p:nvPr/>
          </p:nvSpPr>
          <p:spPr>
            <a:xfrm>
              <a:off x="6260325" y="2073425"/>
              <a:ext cx="184300" cy="24075"/>
            </a:xfrm>
            <a:custGeom>
              <a:rect b="b" l="l" r="r" t="t"/>
              <a:pathLst>
                <a:path extrusionOk="0" h="963" w="7372">
                  <a:moveTo>
                    <a:pt x="481" y="1"/>
                  </a:moveTo>
                  <a:cubicBezTo>
                    <a:pt x="214" y="1"/>
                    <a:pt x="0" y="216"/>
                    <a:pt x="0" y="481"/>
                  </a:cubicBezTo>
                  <a:cubicBezTo>
                    <a:pt x="0" y="748"/>
                    <a:pt x="214" y="962"/>
                    <a:pt x="481" y="963"/>
                  </a:cubicBezTo>
                  <a:lnTo>
                    <a:pt x="6891" y="963"/>
                  </a:lnTo>
                  <a:cubicBezTo>
                    <a:pt x="7156" y="963"/>
                    <a:pt x="7371" y="748"/>
                    <a:pt x="7371" y="481"/>
                  </a:cubicBezTo>
                  <a:cubicBezTo>
                    <a:pt x="7371" y="216"/>
                    <a:pt x="7156" y="1"/>
                    <a:pt x="68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12" name="Google Shape;19912;p93"/>
          <p:cNvGrpSpPr/>
          <p:nvPr/>
        </p:nvGrpSpPr>
        <p:grpSpPr>
          <a:xfrm>
            <a:off x="5546028" y="1765724"/>
            <a:ext cx="354806" cy="354827"/>
            <a:chOff x="5450975" y="1751175"/>
            <a:chExt cx="410275" cy="410300"/>
          </a:xfrm>
        </p:grpSpPr>
        <p:sp>
          <p:nvSpPr>
            <p:cNvPr id="19913" name="Google Shape;19913;p93"/>
            <p:cNvSpPr/>
            <p:nvPr/>
          </p:nvSpPr>
          <p:spPr>
            <a:xfrm>
              <a:off x="5564750" y="1751175"/>
              <a:ext cx="296500" cy="410300"/>
            </a:xfrm>
            <a:custGeom>
              <a:rect b="b" l="l" r="r" t="t"/>
              <a:pathLst>
                <a:path extrusionOk="0" h="16412" w="11860">
                  <a:moveTo>
                    <a:pt x="10096" y="963"/>
                  </a:moveTo>
                  <a:cubicBezTo>
                    <a:pt x="10538" y="963"/>
                    <a:pt x="10897" y="1322"/>
                    <a:pt x="10899" y="1764"/>
                  </a:cubicBezTo>
                  <a:lnTo>
                    <a:pt x="10899" y="14648"/>
                  </a:lnTo>
                  <a:cubicBezTo>
                    <a:pt x="10897" y="15090"/>
                    <a:pt x="10538" y="15449"/>
                    <a:pt x="10096" y="15449"/>
                  </a:cubicBezTo>
                  <a:lnTo>
                    <a:pt x="1763" y="15449"/>
                  </a:lnTo>
                  <a:cubicBezTo>
                    <a:pt x="1321" y="15449"/>
                    <a:pt x="962" y="15090"/>
                    <a:pt x="961" y="14648"/>
                  </a:cubicBezTo>
                  <a:lnTo>
                    <a:pt x="961" y="1764"/>
                  </a:lnTo>
                  <a:cubicBezTo>
                    <a:pt x="962" y="1322"/>
                    <a:pt x="1321" y="963"/>
                    <a:pt x="1763" y="963"/>
                  </a:cubicBezTo>
                  <a:close/>
                  <a:moveTo>
                    <a:pt x="1763" y="1"/>
                  </a:moveTo>
                  <a:cubicBezTo>
                    <a:pt x="789" y="2"/>
                    <a:pt x="1" y="790"/>
                    <a:pt x="0" y="1764"/>
                  </a:cubicBezTo>
                  <a:lnTo>
                    <a:pt x="0" y="14648"/>
                  </a:lnTo>
                  <a:cubicBezTo>
                    <a:pt x="1" y="15622"/>
                    <a:pt x="789" y="16410"/>
                    <a:pt x="1763" y="16411"/>
                  </a:cubicBezTo>
                  <a:lnTo>
                    <a:pt x="10096" y="16411"/>
                  </a:lnTo>
                  <a:cubicBezTo>
                    <a:pt x="11070" y="16410"/>
                    <a:pt x="11858" y="15622"/>
                    <a:pt x="11859" y="14648"/>
                  </a:cubicBezTo>
                  <a:lnTo>
                    <a:pt x="11859" y="1764"/>
                  </a:lnTo>
                  <a:cubicBezTo>
                    <a:pt x="11858" y="790"/>
                    <a:pt x="11070" y="2"/>
                    <a:pt x="10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4" name="Google Shape;19914;p93"/>
            <p:cNvSpPr/>
            <p:nvPr/>
          </p:nvSpPr>
          <p:spPr>
            <a:xfrm>
              <a:off x="5604800" y="1799250"/>
              <a:ext cx="216400" cy="121825"/>
            </a:xfrm>
            <a:custGeom>
              <a:rect b="b" l="l" r="r" t="t"/>
              <a:pathLst>
                <a:path extrusionOk="0" h="4873" w="8656">
                  <a:moveTo>
                    <a:pt x="7693" y="963"/>
                  </a:moveTo>
                  <a:lnTo>
                    <a:pt x="7693" y="3912"/>
                  </a:lnTo>
                  <a:lnTo>
                    <a:pt x="962" y="3912"/>
                  </a:lnTo>
                  <a:lnTo>
                    <a:pt x="962" y="963"/>
                  </a:lnTo>
                  <a:close/>
                  <a:moveTo>
                    <a:pt x="482" y="0"/>
                  </a:moveTo>
                  <a:cubicBezTo>
                    <a:pt x="215" y="0"/>
                    <a:pt x="0" y="216"/>
                    <a:pt x="0" y="482"/>
                  </a:cubicBezTo>
                  <a:lnTo>
                    <a:pt x="0" y="4392"/>
                  </a:lnTo>
                  <a:cubicBezTo>
                    <a:pt x="0" y="4657"/>
                    <a:pt x="215" y="4873"/>
                    <a:pt x="482" y="4873"/>
                  </a:cubicBezTo>
                  <a:lnTo>
                    <a:pt x="8173" y="4873"/>
                  </a:lnTo>
                  <a:cubicBezTo>
                    <a:pt x="8440" y="4873"/>
                    <a:pt x="8655" y="4657"/>
                    <a:pt x="8655" y="4392"/>
                  </a:cubicBezTo>
                  <a:lnTo>
                    <a:pt x="8655" y="482"/>
                  </a:lnTo>
                  <a:cubicBezTo>
                    <a:pt x="8655" y="216"/>
                    <a:pt x="8440" y="0"/>
                    <a:pt x="8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5" name="Google Shape;19915;p93"/>
            <p:cNvSpPr/>
            <p:nvPr/>
          </p:nvSpPr>
          <p:spPr>
            <a:xfrm>
              <a:off x="5604800" y="1945100"/>
              <a:ext cx="216400" cy="168300"/>
            </a:xfrm>
            <a:custGeom>
              <a:rect b="b" l="l" r="r" t="t"/>
              <a:pathLst>
                <a:path extrusionOk="0" h="6732" w="8656">
                  <a:moveTo>
                    <a:pt x="1924" y="962"/>
                  </a:moveTo>
                  <a:lnTo>
                    <a:pt x="1924" y="1924"/>
                  </a:lnTo>
                  <a:lnTo>
                    <a:pt x="962" y="1924"/>
                  </a:lnTo>
                  <a:lnTo>
                    <a:pt x="962" y="962"/>
                  </a:lnTo>
                  <a:close/>
                  <a:moveTo>
                    <a:pt x="3847" y="962"/>
                  </a:moveTo>
                  <a:lnTo>
                    <a:pt x="3847" y="1924"/>
                  </a:lnTo>
                  <a:lnTo>
                    <a:pt x="2885" y="1924"/>
                  </a:lnTo>
                  <a:lnTo>
                    <a:pt x="2885" y="962"/>
                  </a:lnTo>
                  <a:close/>
                  <a:moveTo>
                    <a:pt x="5769" y="962"/>
                  </a:moveTo>
                  <a:lnTo>
                    <a:pt x="5769" y="1924"/>
                  </a:lnTo>
                  <a:lnTo>
                    <a:pt x="4808" y="1924"/>
                  </a:lnTo>
                  <a:lnTo>
                    <a:pt x="4808" y="962"/>
                  </a:lnTo>
                  <a:close/>
                  <a:moveTo>
                    <a:pt x="7693" y="962"/>
                  </a:moveTo>
                  <a:lnTo>
                    <a:pt x="7693" y="1924"/>
                  </a:lnTo>
                  <a:lnTo>
                    <a:pt x="6731" y="1924"/>
                  </a:lnTo>
                  <a:lnTo>
                    <a:pt x="6731" y="962"/>
                  </a:lnTo>
                  <a:close/>
                  <a:moveTo>
                    <a:pt x="1923" y="2884"/>
                  </a:moveTo>
                  <a:lnTo>
                    <a:pt x="1923" y="3847"/>
                  </a:lnTo>
                  <a:lnTo>
                    <a:pt x="961" y="3847"/>
                  </a:lnTo>
                  <a:lnTo>
                    <a:pt x="961" y="2884"/>
                  </a:lnTo>
                  <a:close/>
                  <a:moveTo>
                    <a:pt x="3846" y="2884"/>
                  </a:moveTo>
                  <a:lnTo>
                    <a:pt x="3846" y="3847"/>
                  </a:lnTo>
                  <a:lnTo>
                    <a:pt x="2885" y="3847"/>
                  </a:lnTo>
                  <a:lnTo>
                    <a:pt x="2885" y="2884"/>
                  </a:lnTo>
                  <a:close/>
                  <a:moveTo>
                    <a:pt x="5769" y="2884"/>
                  </a:moveTo>
                  <a:lnTo>
                    <a:pt x="5769" y="3847"/>
                  </a:lnTo>
                  <a:lnTo>
                    <a:pt x="4808" y="3847"/>
                  </a:lnTo>
                  <a:lnTo>
                    <a:pt x="4808" y="2884"/>
                  </a:lnTo>
                  <a:close/>
                  <a:moveTo>
                    <a:pt x="7693" y="2884"/>
                  </a:moveTo>
                  <a:lnTo>
                    <a:pt x="7693" y="3847"/>
                  </a:lnTo>
                  <a:lnTo>
                    <a:pt x="6731" y="3847"/>
                  </a:lnTo>
                  <a:lnTo>
                    <a:pt x="6731" y="2884"/>
                  </a:lnTo>
                  <a:close/>
                  <a:moveTo>
                    <a:pt x="1924" y="4809"/>
                  </a:moveTo>
                  <a:lnTo>
                    <a:pt x="1924" y="5769"/>
                  </a:lnTo>
                  <a:lnTo>
                    <a:pt x="962" y="5769"/>
                  </a:lnTo>
                  <a:lnTo>
                    <a:pt x="962" y="4809"/>
                  </a:lnTo>
                  <a:close/>
                  <a:moveTo>
                    <a:pt x="3847" y="4809"/>
                  </a:moveTo>
                  <a:lnTo>
                    <a:pt x="3847" y="5769"/>
                  </a:lnTo>
                  <a:lnTo>
                    <a:pt x="2885" y="5769"/>
                  </a:lnTo>
                  <a:lnTo>
                    <a:pt x="2885" y="4809"/>
                  </a:lnTo>
                  <a:close/>
                  <a:moveTo>
                    <a:pt x="5770" y="4809"/>
                  </a:moveTo>
                  <a:lnTo>
                    <a:pt x="5770" y="5769"/>
                  </a:lnTo>
                  <a:lnTo>
                    <a:pt x="4808" y="5769"/>
                  </a:lnTo>
                  <a:lnTo>
                    <a:pt x="4808" y="4809"/>
                  </a:lnTo>
                  <a:close/>
                  <a:moveTo>
                    <a:pt x="7693" y="4809"/>
                  </a:moveTo>
                  <a:lnTo>
                    <a:pt x="7693" y="5769"/>
                  </a:lnTo>
                  <a:lnTo>
                    <a:pt x="6732" y="5769"/>
                  </a:lnTo>
                  <a:lnTo>
                    <a:pt x="6732" y="4809"/>
                  </a:lnTo>
                  <a:close/>
                  <a:moveTo>
                    <a:pt x="479" y="1"/>
                  </a:moveTo>
                  <a:cubicBezTo>
                    <a:pt x="214" y="1"/>
                    <a:pt x="0" y="216"/>
                    <a:pt x="0" y="481"/>
                  </a:cubicBezTo>
                  <a:lnTo>
                    <a:pt x="0" y="6251"/>
                  </a:lnTo>
                  <a:cubicBezTo>
                    <a:pt x="0" y="6516"/>
                    <a:pt x="215" y="6732"/>
                    <a:pt x="482" y="6732"/>
                  </a:cubicBezTo>
                  <a:lnTo>
                    <a:pt x="8173" y="6732"/>
                  </a:lnTo>
                  <a:cubicBezTo>
                    <a:pt x="8440" y="6732"/>
                    <a:pt x="8655" y="6516"/>
                    <a:pt x="8655" y="6251"/>
                  </a:cubicBezTo>
                  <a:lnTo>
                    <a:pt x="8655" y="481"/>
                  </a:lnTo>
                  <a:cubicBezTo>
                    <a:pt x="8655" y="216"/>
                    <a:pt x="8440" y="1"/>
                    <a:pt x="8173" y="1"/>
                  </a:cubicBezTo>
                  <a:lnTo>
                    <a:pt x="482" y="1"/>
                  </a:lnTo>
                  <a:cubicBezTo>
                    <a:pt x="481" y="1"/>
                    <a:pt x="480"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6" name="Google Shape;19916;p93"/>
            <p:cNvSpPr/>
            <p:nvPr/>
          </p:nvSpPr>
          <p:spPr>
            <a:xfrm>
              <a:off x="5450975" y="1751175"/>
              <a:ext cx="88200" cy="410300"/>
            </a:xfrm>
            <a:custGeom>
              <a:rect b="b" l="l" r="r" t="t"/>
              <a:pathLst>
                <a:path extrusionOk="0" h="16412" w="3528">
                  <a:moveTo>
                    <a:pt x="1763" y="2025"/>
                  </a:moveTo>
                  <a:lnTo>
                    <a:pt x="2381" y="3911"/>
                  </a:lnTo>
                  <a:lnTo>
                    <a:pt x="1145" y="3911"/>
                  </a:lnTo>
                  <a:lnTo>
                    <a:pt x="1763" y="2025"/>
                  </a:lnTo>
                  <a:close/>
                  <a:moveTo>
                    <a:pt x="2564" y="4873"/>
                  </a:moveTo>
                  <a:lnTo>
                    <a:pt x="2564" y="12886"/>
                  </a:lnTo>
                  <a:lnTo>
                    <a:pt x="960" y="12886"/>
                  </a:lnTo>
                  <a:lnTo>
                    <a:pt x="962" y="4873"/>
                  </a:lnTo>
                  <a:close/>
                  <a:moveTo>
                    <a:pt x="2564" y="13847"/>
                  </a:moveTo>
                  <a:lnTo>
                    <a:pt x="2564" y="15290"/>
                  </a:lnTo>
                  <a:cubicBezTo>
                    <a:pt x="2562" y="15379"/>
                    <a:pt x="2491" y="15451"/>
                    <a:pt x="2403" y="15451"/>
                  </a:cubicBezTo>
                  <a:lnTo>
                    <a:pt x="1123" y="15451"/>
                  </a:lnTo>
                  <a:cubicBezTo>
                    <a:pt x="1033" y="15451"/>
                    <a:pt x="962" y="15379"/>
                    <a:pt x="962" y="15290"/>
                  </a:cubicBezTo>
                  <a:lnTo>
                    <a:pt x="962" y="13847"/>
                  </a:lnTo>
                  <a:close/>
                  <a:moveTo>
                    <a:pt x="1763" y="1"/>
                  </a:moveTo>
                  <a:cubicBezTo>
                    <a:pt x="1555" y="1"/>
                    <a:pt x="1372" y="134"/>
                    <a:pt x="1306" y="332"/>
                  </a:cubicBezTo>
                  <a:lnTo>
                    <a:pt x="24" y="4243"/>
                  </a:lnTo>
                  <a:cubicBezTo>
                    <a:pt x="10" y="4292"/>
                    <a:pt x="1" y="4341"/>
                    <a:pt x="1" y="4393"/>
                  </a:cubicBezTo>
                  <a:lnTo>
                    <a:pt x="1" y="15290"/>
                  </a:lnTo>
                  <a:cubicBezTo>
                    <a:pt x="2" y="15909"/>
                    <a:pt x="505" y="16411"/>
                    <a:pt x="1124" y="16411"/>
                  </a:cubicBezTo>
                  <a:lnTo>
                    <a:pt x="2406" y="16411"/>
                  </a:lnTo>
                  <a:cubicBezTo>
                    <a:pt x="3024" y="16411"/>
                    <a:pt x="3526" y="15909"/>
                    <a:pt x="3527" y="15290"/>
                  </a:cubicBezTo>
                  <a:lnTo>
                    <a:pt x="3527" y="4393"/>
                  </a:lnTo>
                  <a:cubicBezTo>
                    <a:pt x="3527" y="4341"/>
                    <a:pt x="3519" y="4290"/>
                    <a:pt x="3504" y="4242"/>
                  </a:cubicBezTo>
                  <a:lnTo>
                    <a:pt x="3501" y="4243"/>
                  </a:lnTo>
                  <a:lnTo>
                    <a:pt x="2220" y="332"/>
                  </a:lnTo>
                  <a:cubicBezTo>
                    <a:pt x="2155" y="134"/>
                    <a:pt x="1971"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17" name="Google Shape;19917;p93"/>
          <p:cNvGrpSpPr/>
          <p:nvPr/>
        </p:nvGrpSpPr>
        <p:grpSpPr>
          <a:xfrm>
            <a:off x="6301895" y="1765746"/>
            <a:ext cx="354871" cy="354784"/>
            <a:chOff x="4805950" y="1743575"/>
            <a:chExt cx="410350" cy="410250"/>
          </a:xfrm>
        </p:grpSpPr>
        <p:sp>
          <p:nvSpPr>
            <p:cNvPr id="19918" name="Google Shape;19918;p93"/>
            <p:cNvSpPr/>
            <p:nvPr/>
          </p:nvSpPr>
          <p:spPr>
            <a:xfrm>
              <a:off x="4806000" y="1743575"/>
              <a:ext cx="410300" cy="88150"/>
            </a:xfrm>
            <a:custGeom>
              <a:rect b="b" l="l" r="r" t="t"/>
              <a:pathLst>
                <a:path extrusionOk="0" h="3526" w="16412">
                  <a:moveTo>
                    <a:pt x="12501" y="1142"/>
                  </a:moveTo>
                  <a:lnTo>
                    <a:pt x="14386" y="1760"/>
                  </a:lnTo>
                  <a:lnTo>
                    <a:pt x="12501" y="2378"/>
                  </a:lnTo>
                  <a:lnTo>
                    <a:pt x="12501" y="1142"/>
                  </a:lnTo>
                  <a:close/>
                  <a:moveTo>
                    <a:pt x="2565" y="959"/>
                  </a:moveTo>
                  <a:lnTo>
                    <a:pt x="2565" y="2561"/>
                  </a:lnTo>
                  <a:lnTo>
                    <a:pt x="1122" y="2561"/>
                  </a:lnTo>
                  <a:cubicBezTo>
                    <a:pt x="1033" y="2561"/>
                    <a:pt x="961" y="2490"/>
                    <a:pt x="961" y="2402"/>
                  </a:cubicBezTo>
                  <a:lnTo>
                    <a:pt x="961" y="1119"/>
                  </a:lnTo>
                  <a:cubicBezTo>
                    <a:pt x="961" y="1031"/>
                    <a:pt x="1033" y="959"/>
                    <a:pt x="1122" y="959"/>
                  </a:cubicBezTo>
                  <a:close/>
                  <a:moveTo>
                    <a:pt x="11539" y="959"/>
                  </a:moveTo>
                  <a:lnTo>
                    <a:pt x="11539" y="2561"/>
                  </a:lnTo>
                  <a:lnTo>
                    <a:pt x="3525" y="2561"/>
                  </a:lnTo>
                  <a:lnTo>
                    <a:pt x="3525" y="959"/>
                  </a:lnTo>
                  <a:close/>
                  <a:moveTo>
                    <a:pt x="1122" y="0"/>
                  </a:moveTo>
                  <a:cubicBezTo>
                    <a:pt x="503" y="0"/>
                    <a:pt x="0" y="502"/>
                    <a:pt x="0" y="1122"/>
                  </a:cubicBezTo>
                  <a:lnTo>
                    <a:pt x="0" y="2403"/>
                  </a:lnTo>
                  <a:cubicBezTo>
                    <a:pt x="0" y="3023"/>
                    <a:pt x="503" y="3524"/>
                    <a:pt x="1122" y="3525"/>
                  </a:cubicBezTo>
                  <a:lnTo>
                    <a:pt x="1122" y="3524"/>
                  </a:lnTo>
                  <a:lnTo>
                    <a:pt x="12019" y="3524"/>
                  </a:lnTo>
                  <a:cubicBezTo>
                    <a:pt x="12071" y="3524"/>
                    <a:pt x="12120" y="3515"/>
                    <a:pt x="12170" y="3500"/>
                  </a:cubicBezTo>
                  <a:lnTo>
                    <a:pt x="16080" y="2219"/>
                  </a:lnTo>
                  <a:cubicBezTo>
                    <a:pt x="16276" y="2153"/>
                    <a:pt x="16411" y="1968"/>
                    <a:pt x="16411" y="1762"/>
                  </a:cubicBezTo>
                  <a:cubicBezTo>
                    <a:pt x="16411" y="1554"/>
                    <a:pt x="16276" y="1369"/>
                    <a:pt x="16080" y="1305"/>
                  </a:cubicBezTo>
                  <a:lnTo>
                    <a:pt x="12170" y="23"/>
                  </a:lnTo>
                  <a:cubicBezTo>
                    <a:pt x="12120" y="7"/>
                    <a:pt x="12071" y="0"/>
                    <a:pt x="120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9" name="Google Shape;19919;p93"/>
            <p:cNvSpPr/>
            <p:nvPr/>
          </p:nvSpPr>
          <p:spPr>
            <a:xfrm>
              <a:off x="5096075" y="1841500"/>
              <a:ext cx="120225" cy="312075"/>
            </a:xfrm>
            <a:custGeom>
              <a:rect b="b" l="l" r="r" t="t"/>
              <a:pathLst>
                <a:path extrusionOk="0" h="12483" w="4809">
                  <a:moveTo>
                    <a:pt x="2403" y="1914"/>
                  </a:moveTo>
                  <a:cubicBezTo>
                    <a:pt x="2779" y="1914"/>
                    <a:pt x="3148" y="2061"/>
                    <a:pt x="3423" y="2336"/>
                  </a:cubicBezTo>
                  <a:cubicBezTo>
                    <a:pt x="3836" y="2749"/>
                    <a:pt x="3959" y="3370"/>
                    <a:pt x="3736" y="3909"/>
                  </a:cubicBezTo>
                  <a:cubicBezTo>
                    <a:pt x="3514" y="4448"/>
                    <a:pt x="2986" y="4800"/>
                    <a:pt x="2404" y="4800"/>
                  </a:cubicBezTo>
                  <a:cubicBezTo>
                    <a:pt x="1607" y="4798"/>
                    <a:pt x="963" y="4154"/>
                    <a:pt x="961" y="3357"/>
                  </a:cubicBezTo>
                  <a:cubicBezTo>
                    <a:pt x="961" y="2774"/>
                    <a:pt x="1313" y="2247"/>
                    <a:pt x="1851" y="2024"/>
                  </a:cubicBezTo>
                  <a:cubicBezTo>
                    <a:pt x="2030" y="1950"/>
                    <a:pt x="2217" y="1914"/>
                    <a:pt x="2403" y="1914"/>
                  </a:cubicBezTo>
                  <a:close/>
                  <a:moveTo>
                    <a:pt x="2404" y="7685"/>
                  </a:moveTo>
                  <a:cubicBezTo>
                    <a:pt x="3200" y="7685"/>
                    <a:pt x="3845" y="8330"/>
                    <a:pt x="3846" y="9127"/>
                  </a:cubicBezTo>
                  <a:cubicBezTo>
                    <a:pt x="3846" y="9710"/>
                    <a:pt x="3495" y="10236"/>
                    <a:pt x="2956" y="10460"/>
                  </a:cubicBezTo>
                  <a:cubicBezTo>
                    <a:pt x="2777" y="10533"/>
                    <a:pt x="2590" y="10569"/>
                    <a:pt x="2404" y="10569"/>
                  </a:cubicBezTo>
                  <a:cubicBezTo>
                    <a:pt x="2029" y="10569"/>
                    <a:pt x="1659" y="10423"/>
                    <a:pt x="1383" y="10146"/>
                  </a:cubicBezTo>
                  <a:cubicBezTo>
                    <a:pt x="971" y="9733"/>
                    <a:pt x="847" y="9114"/>
                    <a:pt x="1071" y="8575"/>
                  </a:cubicBezTo>
                  <a:cubicBezTo>
                    <a:pt x="1293" y="8036"/>
                    <a:pt x="1819" y="7685"/>
                    <a:pt x="2404" y="7685"/>
                  </a:cubicBezTo>
                  <a:close/>
                  <a:moveTo>
                    <a:pt x="2405" y="0"/>
                  </a:moveTo>
                  <a:cubicBezTo>
                    <a:pt x="2143" y="0"/>
                    <a:pt x="1929" y="210"/>
                    <a:pt x="1923" y="472"/>
                  </a:cubicBezTo>
                  <a:lnTo>
                    <a:pt x="1923" y="1001"/>
                  </a:lnTo>
                  <a:cubicBezTo>
                    <a:pt x="828" y="1225"/>
                    <a:pt x="0" y="2196"/>
                    <a:pt x="0" y="3357"/>
                  </a:cubicBezTo>
                  <a:cubicBezTo>
                    <a:pt x="0" y="4517"/>
                    <a:pt x="828" y="5489"/>
                    <a:pt x="1923" y="5712"/>
                  </a:cubicBezTo>
                  <a:lnTo>
                    <a:pt x="1923" y="6771"/>
                  </a:lnTo>
                  <a:cubicBezTo>
                    <a:pt x="828" y="6993"/>
                    <a:pt x="0" y="7966"/>
                    <a:pt x="0" y="9126"/>
                  </a:cubicBezTo>
                  <a:cubicBezTo>
                    <a:pt x="0" y="10287"/>
                    <a:pt x="828" y="11258"/>
                    <a:pt x="1923" y="11482"/>
                  </a:cubicBezTo>
                  <a:lnTo>
                    <a:pt x="1923" y="12011"/>
                  </a:lnTo>
                  <a:cubicBezTo>
                    <a:pt x="1929" y="12273"/>
                    <a:pt x="2143" y="12482"/>
                    <a:pt x="2405" y="12482"/>
                  </a:cubicBezTo>
                  <a:cubicBezTo>
                    <a:pt x="2667" y="12482"/>
                    <a:pt x="2881" y="12273"/>
                    <a:pt x="2885" y="12011"/>
                  </a:cubicBezTo>
                  <a:lnTo>
                    <a:pt x="2885" y="11482"/>
                  </a:lnTo>
                  <a:cubicBezTo>
                    <a:pt x="3982" y="11258"/>
                    <a:pt x="4808" y="10287"/>
                    <a:pt x="4808" y="9126"/>
                  </a:cubicBezTo>
                  <a:cubicBezTo>
                    <a:pt x="4808" y="7966"/>
                    <a:pt x="3981" y="6993"/>
                    <a:pt x="2885" y="6771"/>
                  </a:cubicBezTo>
                  <a:lnTo>
                    <a:pt x="2885" y="5712"/>
                  </a:lnTo>
                  <a:cubicBezTo>
                    <a:pt x="3982" y="5488"/>
                    <a:pt x="4808" y="4517"/>
                    <a:pt x="4808" y="3357"/>
                  </a:cubicBezTo>
                  <a:cubicBezTo>
                    <a:pt x="4808" y="2196"/>
                    <a:pt x="3981" y="1225"/>
                    <a:pt x="2885" y="1002"/>
                  </a:cubicBezTo>
                  <a:lnTo>
                    <a:pt x="2885" y="472"/>
                  </a:lnTo>
                  <a:cubicBezTo>
                    <a:pt x="2881" y="210"/>
                    <a:pt x="2667" y="0"/>
                    <a:pt x="2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0" name="Google Shape;19920;p93"/>
            <p:cNvSpPr/>
            <p:nvPr/>
          </p:nvSpPr>
          <p:spPr>
            <a:xfrm>
              <a:off x="4805950" y="1857275"/>
              <a:ext cx="248475" cy="296550"/>
            </a:xfrm>
            <a:custGeom>
              <a:rect b="b" l="l" r="r" t="t"/>
              <a:pathLst>
                <a:path extrusionOk="0" h="11862" w="9939">
                  <a:moveTo>
                    <a:pt x="8977" y="963"/>
                  </a:moveTo>
                  <a:lnTo>
                    <a:pt x="8977" y="10899"/>
                  </a:lnTo>
                  <a:lnTo>
                    <a:pt x="963" y="10899"/>
                  </a:lnTo>
                  <a:lnTo>
                    <a:pt x="963" y="963"/>
                  </a:lnTo>
                  <a:close/>
                  <a:moveTo>
                    <a:pt x="483" y="1"/>
                  </a:moveTo>
                  <a:cubicBezTo>
                    <a:pt x="218" y="1"/>
                    <a:pt x="2" y="216"/>
                    <a:pt x="2" y="481"/>
                  </a:cubicBezTo>
                  <a:lnTo>
                    <a:pt x="2" y="11380"/>
                  </a:lnTo>
                  <a:cubicBezTo>
                    <a:pt x="1" y="11645"/>
                    <a:pt x="218" y="11861"/>
                    <a:pt x="483" y="11861"/>
                  </a:cubicBezTo>
                  <a:lnTo>
                    <a:pt x="9457" y="11861"/>
                  </a:lnTo>
                  <a:cubicBezTo>
                    <a:pt x="9724" y="11861"/>
                    <a:pt x="9939" y="11646"/>
                    <a:pt x="9939" y="11380"/>
                  </a:cubicBezTo>
                  <a:lnTo>
                    <a:pt x="9939" y="481"/>
                  </a:lnTo>
                  <a:cubicBezTo>
                    <a:pt x="9939" y="216"/>
                    <a:pt x="9724" y="1"/>
                    <a:pt x="94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1" name="Google Shape;19921;p93"/>
            <p:cNvSpPr/>
            <p:nvPr/>
          </p:nvSpPr>
          <p:spPr>
            <a:xfrm>
              <a:off x="4949625" y="1921100"/>
              <a:ext cx="66300" cy="128775"/>
            </a:xfrm>
            <a:custGeom>
              <a:rect b="b" l="l" r="r" t="t"/>
              <a:pathLst>
                <a:path extrusionOk="0" h="5151" w="2652">
                  <a:moveTo>
                    <a:pt x="964" y="1227"/>
                  </a:moveTo>
                  <a:lnTo>
                    <a:pt x="964" y="1898"/>
                  </a:lnTo>
                  <a:cubicBezTo>
                    <a:pt x="932" y="1878"/>
                    <a:pt x="903" y="1857"/>
                    <a:pt x="876" y="1835"/>
                  </a:cubicBezTo>
                  <a:cubicBezTo>
                    <a:pt x="800" y="1777"/>
                    <a:pt x="768" y="1649"/>
                    <a:pt x="793" y="1514"/>
                  </a:cubicBezTo>
                  <a:cubicBezTo>
                    <a:pt x="813" y="1402"/>
                    <a:pt x="875" y="1299"/>
                    <a:pt x="964" y="1227"/>
                  </a:cubicBezTo>
                  <a:close/>
                  <a:moveTo>
                    <a:pt x="1604" y="2876"/>
                  </a:moveTo>
                  <a:cubicBezTo>
                    <a:pt x="1953" y="3023"/>
                    <a:pt x="1944" y="3320"/>
                    <a:pt x="1922" y="3446"/>
                  </a:cubicBezTo>
                  <a:cubicBezTo>
                    <a:pt x="1890" y="3638"/>
                    <a:pt x="1772" y="3806"/>
                    <a:pt x="1604" y="3906"/>
                  </a:cubicBezTo>
                  <a:lnTo>
                    <a:pt x="1604" y="2876"/>
                  </a:lnTo>
                  <a:close/>
                  <a:moveTo>
                    <a:pt x="1285" y="0"/>
                  </a:moveTo>
                  <a:cubicBezTo>
                    <a:pt x="1103" y="0"/>
                    <a:pt x="958" y="151"/>
                    <a:pt x="964" y="333"/>
                  </a:cubicBezTo>
                  <a:lnTo>
                    <a:pt x="964" y="532"/>
                  </a:lnTo>
                  <a:cubicBezTo>
                    <a:pt x="944" y="536"/>
                    <a:pt x="925" y="542"/>
                    <a:pt x="904" y="548"/>
                  </a:cubicBezTo>
                  <a:cubicBezTo>
                    <a:pt x="523" y="664"/>
                    <a:pt x="241" y="987"/>
                    <a:pt x="163" y="1394"/>
                  </a:cubicBezTo>
                  <a:cubicBezTo>
                    <a:pt x="93" y="1769"/>
                    <a:pt x="214" y="2131"/>
                    <a:pt x="481" y="2339"/>
                  </a:cubicBezTo>
                  <a:cubicBezTo>
                    <a:pt x="605" y="2439"/>
                    <a:pt x="759" y="2528"/>
                    <a:pt x="964" y="2622"/>
                  </a:cubicBezTo>
                  <a:lnTo>
                    <a:pt x="964" y="3976"/>
                  </a:lnTo>
                  <a:cubicBezTo>
                    <a:pt x="819" y="3956"/>
                    <a:pt x="711" y="3907"/>
                    <a:pt x="536" y="3793"/>
                  </a:cubicBezTo>
                  <a:cubicBezTo>
                    <a:pt x="483" y="3759"/>
                    <a:pt x="424" y="3743"/>
                    <a:pt x="366" y="3743"/>
                  </a:cubicBezTo>
                  <a:cubicBezTo>
                    <a:pt x="261" y="3743"/>
                    <a:pt x="159" y="3795"/>
                    <a:pt x="97" y="3888"/>
                  </a:cubicBezTo>
                  <a:cubicBezTo>
                    <a:pt x="0" y="4036"/>
                    <a:pt x="41" y="4233"/>
                    <a:pt x="186" y="4331"/>
                  </a:cubicBezTo>
                  <a:cubicBezTo>
                    <a:pt x="491" y="4528"/>
                    <a:pt x="705" y="4599"/>
                    <a:pt x="964" y="4621"/>
                  </a:cubicBezTo>
                  <a:lnTo>
                    <a:pt x="964" y="4820"/>
                  </a:lnTo>
                  <a:cubicBezTo>
                    <a:pt x="958" y="5001"/>
                    <a:pt x="1103" y="5151"/>
                    <a:pt x="1285" y="5151"/>
                  </a:cubicBezTo>
                  <a:cubicBezTo>
                    <a:pt x="1465" y="5151"/>
                    <a:pt x="1610" y="5001"/>
                    <a:pt x="1604" y="4820"/>
                  </a:cubicBezTo>
                  <a:lnTo>
                    <a:pt x="1604" y="4590"/>
                  </a:lnTo>
                  <a:cubicBezTo>
                    <a:pt x="2137" y="4455"/>
                    <a:pt x="2478" y="4000"/>
                    <a:pt x="2555" y="3552"/>
                  </a:cubicBezTo>
                  <a:cubicBezTo>
                    <a:pt x="2651" y="2975"/>
                    <a:pt x="2338" y="2453"/>
                    <a:pt x="1774" y="2254"/>
                  </a:cubicBezTo>
                  <a:cubicBezTo>
                    <a:pt x="1720" y="2234"/>
                    <a:pt x="1661" y="2213"/>
                    <a:pt x="1604" y="2193"/>
                  </a:cubicBezTo>
                  <a:lnTo>
                    <a:pt x="1604" y="1157"/>
                  </a:lnTo>
                  <a:cubicBezTo>
                    <a:pt x="1663" y="1176"/>
                    <a:pt x="1715" y="1208"/>
                    <a:pt x="1761" y="1249"/>
                  </a:cubicBezTo>
                  <a:cubicBezTo>
                    <a:pt x="1824" y="1320"/>
                    <a:pt x="1911" y="1355"/>
                    <a:pt x="1999" y="1355"/>
                  </a:cubicBezTo>
                  <a:cubicBezTo>
                    <a:pt x="2074" y="1355"/>
                    <a:pt x="2150" y="1329"/>
                    <a:pt x="2210" y="1276"/>
                  </a:cubicBezTo>
                  <a:cubicBezTo>
                    <a:pt x="2342" y="1160"/>
                    <a:pt x="2357" y="959"/>
                    <a:pt x="2243" y="826"/>
                  </a:cubicBezTo>
                  <a:cubicBezTo>
                    <a:pt x="2136" y="705"/>
                    <a:pt x="1916" y="551"/>
                    <a:pt x="1604" y="497"/>
                  </a:cubicBezTo>
                  <a:lnTo>
                    <a:pt x="1604" y="333"/>
                  </a:lnTo>
                  <a:cubicBezTo>
                    <a:pt x="1610" y="151"/>
                    <a:pt x="1465" y="0"/>
                    <a:pt x="1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2" name="Google Shape;19922;p93"/>
            <p:cNvSpPr/>
            <p:nvPr/>
          </p:nvSpPr>
          <p:spPr>
            <a:xfrm>
              <a:off x="4854325" y="1921375"/>
              <a:ext cx="79700" cy="24100"/>
            </a:xfrm>
            <a:custGeom>
              <a:rect b="b" l="l" r="r" t="t"/>
              <a:pathLst>
                <a:path extrusionOk="0" h="964" w="3188">
                  <a:moveTo>
                    <a:pt x="472" y="1"/>
                  </a:moveTo>
                  <a:cubicBezTo>
                    <a:pt x="210" y="7"/>
                    <a:pt x="0" y="221"/>
                    <a:pt x="0" y="481"/>
                  </a:cubicBezTo>
                  <a:cubicBezTo>
                    <a:pt x="0" y="743"/>
                    <a:pt x="210" y="957"/>
                    <a:pt x="472" y="963"/>
                  </a:cubicBezTo>
                  <a:lnTo>
                    <a:pt x="2716" y="963"/>
                  </a:lnTo>
                  <a:cubicBezTo>
                    <a:pt x="2976" y="957"/>
                    <a:pt x="3187" y="743"/>
                    <a:pt x="3187" y="481"/>
                  </a:cubicBezTo>
                  <a:cubicBezTo>
                    <a:pt x="3187" y="221"/>
                    <a:pt x="2976" y="7"/>
                    <a:pt x="2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3" name="Google Shape;19923;p93"/>
            <p:cNvSpPr/>
            <p:nvPr/>
          </p:nvSpPr>
          <p:spPr>
            <a:xfrm>
              <a:off x="4854325" y="1969450"/>
              <a:ext cx="79700" cy="24075"/>
            </a:xfrm>
            <a:custGeom>
              <a:rect b="b" l="l" r="r" t="t"/>
              <a:pathLst>
                <a:path extrusionOk="0" h="963" w="3188">
                  <a:moveTo>
                    <a:pt x="472" y="1"/>
                  </a:moveTo>
                  <a:cubicBezTo>
                    <a:pt x="210" y="7"/>
                    <a:pt x="0" y="220"/>
                    <a:pt x="0" y="483"/>
                  </a:cubicBezTo>
                  <a:cubicBezTo>
                    <a:pt x="0" y="745"/>
                    <a:pt x="210" y="959"/>
                    <a:pt x="472" y="963"/>
                  </a:cubicBezTo>
                  <a:lnTo>
                    <a:pt x="2716" y="963"/>
                  </a:lnTo>
                  <a:cubicBezTo>
                    <a:pt x="2976" y="959"/>
                    <a:pt x="3187" y="745"/>
                    <a:pt x="3187" y="483"/>
                  </a:cubicBezTo>
                  <a:cubicBezTo>
                    <a:pt x="3187" y="220"/>
                    <a:pt x="2976" y="7"/>
                    <a:pt x="2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4" name="Google Shape;19924;p93"/>
            <p:cNvSpPr/>
            <p:nvPr/>
          </p:nvSpPr>
          <p:spPr>
            <a:xfrm>
              <a:off x="4854325" y="2017575"/>
              <a:ext cx="79700" cy="24025"/>
            </a:xfrm>
            <a:custGeom>
              <a:rect b="b" l="l" r="r" t="t"/>
              <a:pathLst>
                <a:path extrusionOk="0" h="961" w="3188">
                  <a:moveTo>
                    <a:pt x="472" y="0"/>
                  </a:moveTo>
                  <a:cubicBezTo>
                    <a:pt x="210" y="4"/>
                    <a:pt x="0" y="218"/>
                    <a:pt x="0" y="480"/>
                  </a:cubicBezTo>
                  <a:cubicBezTo>
                    <a:pt x="0" y="743"/>
                    <a:pt x="210" y="956"/>
                    <a:pt x="472" y="961"/>
                  </a:cubicBezTo>
                  <a:lnTo>
                    <a:pt x="2716" y="961"/>
                  </a:lnTo>
                  <a:cubicBezTo>
                    <a:pt x="2976" y="956"/>
                    <a:pt x="3187" y="743"/>
                    <a:pt x="3187" y="480"/>
                  </a:cubicBezTo>
                  <a:cubicBezTo>
                    <a:pt x="3187" y="218"/>
                    <a:pt x="2976" y="4"/>
                    <a:pt x="2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5" name="Google Shape;19925;p93"/>
            <p:cNvSpPr/>
            <p:nvPr/>
          </p:nvSpPr>
          <p:spPr>
            <a:xfrm>
              <a:off x="4854325" y="2065625"/>
              <a:ext cx="152250" cy="24050"/>
            </a:xfrm>
            <a:custGeom>
              <a:rect b="b" l="l" r="r" t="t"/>
              <a:pathLst>
                <a:path extrusionOk="0" h="962" w="6090">
                  <a:moveTo>
                    <a:pt x="5610" y="1"/>
                  </a:moveTo>
                  <a:cubicBezTo>
                    <a:pt x="5606" y="1"/>
                    <a:pt x="5603" y="1"/>
                    <a:pt x="5599" y="1"/>
                  </a:cubicBezTo>
                  <a:lnTo>
                    <a:pt x="472" y="1"/>
                  </a:lnTo>
                  <a:cubicBezTo>
                    <a:pt x="210" y="5"/>
                    <a:pt x="0" y="219"/>
                    <a:pt x="0" y="481"/>
                  </a:cubicBezTo>
                  <a:cubicBezTo>
                    <a:pt x="0" y="743"/>
                    <a:pt x="210" y="957"/>
                    <a:pt x="472" y="962"/>
                  </a:cubicBezTo>
                  <a:lnTo>
                    <a:pt x="5599" y="962"/>
                  </a:lnTo>
                  <a:cubicBezTo>
                    <a:pt x="5603" y="962"/>
                    <a:pt x="5606" y="962"/>
                    <a:pt x="5610" y="962"/>
                  </a:cubicBezTo>
                  <a:cubicBezTo>
                    <a:pt x="5874" y="962"/>
                    <a:pt x="6090" y="747"/>
                    <a:pt x="6090" y="481"/>
                  </a:cubicBezTo>
                  <a:cubicBezTo>
                    <a:pt x="6090" y="215"/>
                    <a:pt x="5874" y="1"/>
                    <a:pt x="5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26" name="Google Shape;19926;p93"/>
          <p:cNvGrpSpPr/>
          <p:nvPr/>
        </p:nvGrpSpPr>
        <p:grpSpPr>
          <a:xfrm>
            <a:off x="7052989" y="1765713"/>
            <a:ext cx="354806" cy="354849"/>
            <a:chOff x="4226150" y="1771400"/>
            <a:chExt cx="410275" cy="410325"/>
          </a:xfrm>
        </p:grpSpPr>
        <p:sp>
          <p:nvSpPr>
            <p:cNvPr id="19927" name="Google Shape;19927;p93"/>
            <p:cNvSpPr/>
            <p:nvPr/>
          </p:nvSpPr>
          <p:spPr>
            <a:xfrm>
              <a:off x="4226150" y="1771400"/>
              <a:ext cx="296500" cy="410275"/>
            </a:xfrm>
            <a:custGeom>
              <a:rect b="b" l="l" r="r" t="t"/>
              <a:pathLst>
                <a:path extrusionOk="0" h="16411" w="11860">
                  <a:moveTo>
                    <a:pt x="6511" y="962"/>
                  </a:moveTo>
                  <a:lnTo>
                    <a:pt x="6744" y="1939"/>
                  </a:lnTo>
                  <a:cubicBezTo>
                    <a:pt x="6782" y="2100"/>
                    <a:pt x="6902" y="2230"/>
                    <a:pt x="7060" y="2283"/>
                  </a:cubicBezTo>
                  <a:cubicBezTo>
                    <a:pt x="7438" y="2409"/>
                    <a:pt x="7693" y="2763"/>
                    <a:pt x="7693" y="3162"/>
                  </a:cubicBezTo>
                  <a:lnTo>
                    <a:pt x="7693" y="3270"/>
                  </a:lnTo>
                  <a:lnTo>
                    <a:pt x="4167" y="3270"/>
                  </a:lnTo>
                  <a:lnTo>
                    <a:pt x="4167" y="3162"/>
                  </a:lnTo>
                  <a:cubicBezTo>
                    <a:pt x="4167" y="2763"/>
                    <a:pt x="4421" y="2409"/>
                    <a:pt x="4799" y="2283"/>
                  </a:cubicBezTo>
                  <a:cubicBezTo>
                    <a:pt x="4957" y="2230"/>
                    <a:pt x="5077" y="2100"/>
                    <a:pt x="5116" y="1939"/>
                  </a:cubicBezTo>
                  <a:lnTo>
                    <a:pt x="5348" y="962"/>
                  </a:lnTo>
                  <a:close/>
                  <a:moveTo>
                    <a:pt x="8974" y="4232"/>
                  </a:moveTo>
                  <a:lnTo>
                    <a:pt x="8974" y="13527"/>
                  </a:lnTo>
                  <a:lnTo>
                    <a:pt x="2885" y="13527"/>
                  </a:lnTo>
                  <a:lnTo>
                    <a:pt x="2885" y="4232"/>
                  </a:lnTo>
                  <a:close/>
                  <a:moveTo>
                    <a:pt x="10098" y="2308"/>
                  </a:moveTo>
                  <a:cubicBezTo>
                    <a:pt x="10540" y="2309"/>
                    <a:pt x="10899" y="2667"/>
                    <a:pt x="10899" y="3111"/>
                  </a:cubicBezTo>
                  <a:lnTo>
                    <a:pt x="10899" y="14649"/>
                  </a:lnTo>
                  <a:cubicBezTo>
                    <a:pt x="10899" y="15091"/>
                    <a:pt x="10540" y="15450"/>
                    <a:pt x="10098" y="15450"/>
                  </a:cubicBezTo>
                  <a:lnTo>
                    <a:pt x="1763" y="15450"/>
                  </a:lnTo>
                  <a:cubicBezTo>
                    <a:pt x="1321" y="15450"/>
                    <a:pt x="962" y="15091"/>
                    <a:pt x="962" y="14649"/>
                  </a:cubicBezTo>
                  <a:lnTo>
                    <a:pt x="962" y="3111"/>
                  </a:lnTo>
                  <a:cubicBezTo>
                    <a:pt x="962" y="2667"/>
                    <a:pt x="1321" y="2309"/>
                    <a:pt x="1763" y="2308"/>
                  </a:cubicBezTo>
                  <a:lnTo>
                    <a:pt x="3409" y="2308"/>
                  </a:lnTo>
                  <a:cubicBezTo>
                    <a:pt x="3275" y="2573"/>
                    <a:pt x="3204" y="2866"/>
                    <a:pt x="3206" y="3162"/>
                  </a:cubicBezTo>
                  <a:lnTo>
                    <a:pt x="3206" y="3270"/>
                  </a:lnTo>
                  <a:lnTo>
                    <a:pt x="2405" y="3270"/>
                  </a:lnTo>
                  <a:cubicBezTo>
                    <a:pt x="2140" y="3270"/>
                    <a:pt x="1924" y="3485"/>
                    <a:pt x="1924" y="3751"/>
                  </a:cubicBezTo>
                  <a:lnTo>
                    <a:pt x="1924" y="14008"/>
                  </a:lnTo>
                  <a:cubicBezTo>
                    <a:pt x="1924" y="14273"/>
                    <a:pt x="2140" y="14488"/>
                    <a:pt x="2405" y="14488"/>
                  </a:cubicBezTo>
                  <a:lnTo>
                    <a:pt x="9456" y="14488"/>
                  </a:lnTo>
                  <a:cubicBezTo>
                    <a:pt x="9721" y="14488"/>
                    <a:pt x="9937" y="14273"/>
                    <a:pt x="9937" y="14008"/>
                  </a:cubicBezTo>
                  <a:lnTo>
                    <a:pt x="9937" y="3751"/>
                  </a:lnTo>
                  <a:cubicBezTo>
                    <a:pt x="9937" y="3485"/>
                    <a:pt x="9721" y="3270"/>
                    <a:pt x="9456" y="3270"/>
                  </a:cubicBezTo>
                  <a:lnTo>
                    <a:pt x="8655" y="3270"/>
                  </a:lnTo>
                  <a:lnTo>
                    <a:pt x="8655" y="3162"/>
                  </a:lnTo>
                  <a:cubicBezTo>
                    <a:pt x="8655" y="2866"/>
                    <a:pt x="8585" y="2573"/>
                    <a:pt x="8452" y="2308"/>
                  </a:cubicBezTo>
                  <a:close/>
                  <a:moveTo>
                    <a:pt x="4968" y="0"/>
                  </a:moveTo>
                  <a:cubicBezTo>
                    <a:pt x="4745" y="0"/>
                    <a:pt x="4552" y="154"/>
                    <a:pt x="4500" y="371"/>
                  </a:cubicBezTo>
                  <a:lnTo>
                    <a:pt x="4268" y="1347"/>
                  </a:lnTo>
                  <a:lnTo>
                    <a:pt x="1763" y="1347"/>
                  </a:lnTo>
                  <a:cubicBezTo>
                    <a:pt x="789" y="1347"/>
                    <a:pt x="2" y="2137"/>
                    <a:pt x="0" y="3109"/>
                  </a:cubicBezTo>
                  <a:lnTo>
                    <a:pt x="0" y="14649"/>
                  </a:lnTo>
                  <a:cubicBezTo>
                    <a:pt x="2" y="15621"/>
                    <a:pt x="789" y="16411"/>
                    <a:pt x="1763" y="16411"/>
                  </a:cubicBezTo>
                  <a:lnTo>
                    <a:pt x="10096" y="16411"/>
                  </a:lnTo>
                  <a:cubicBezTo>
                    <a:pt x="11070" y="16411"/>
                    <a:pt x="11858" y="15621"/>
                    <a:pt x="11859" y="14649"/>
                  </a:cubicBezTo>
                  <a:lnTo>
                    <a:pt x="11859" y="3111"/>
                  </a:lnTo>
                  <a:cubicBezTo>
                    <a:pt x="11858" y="2137"/>
                    <a:pt x="11070" y="1349"/>
                    <a:pt x="10096" y="1347"/>
                  </a:cubicBezTo>
                  <a:lnTo>
                    <a:pt x="7592" y="1347"/>
                  </a:lnTo>
                  <a:lnTo>
                    <a:pt x="7359" y="371"/>
                  </a:lnTo>
                  <a:cubicBezTo>
                    <a:pt x="7308" y="154"/>
                    <a:pt x="7115" y="0"/>
                    <a:pt x="6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8" name="Google Shape;19928;p93"/>
            <p:cNvSpPr/>
            <p:nvPr/>
          </p:nvSpPr>
          <p:spPr>
            <a:xfrm>
              <a:off x="4548325" y="1771425"/>
              <a:ext cx="88100" cy="410300"/>
            </a:xfrm>
            <a:custGeom>
              <a:rect b="b" l="l" r="r" t="t"/>
              <a:pathLst>
                <a:path extrusionOk="0" h="16412" w="3524">
                  <a:moveTo>
                    <a:pt x="1761" y="2023"/>
                  </a:moveTo>
                  <a:lnTo>
                    <a:pt x="2380" y="3911"/>
                  </a:lnTo>
                  <a:lnTo>
                    <a:pt x="1143" y="3911"/>
                  </a:lnTo>
                  <a:lnTo>
                    <a:pt x="1761" y="2023"/>
                  </a:lnTo>
                  <a:close/>
                  <a:moveTo>
                    <a:pt x="2562" y="4871"/>
                  </a:moveTo>
                  <a:lnTo>
                    <a:pt x="2562" y="12885"/>
                  </a:lnTo>
                  <a:lnTo>
                    <a:pt x="960" y="12885"/>
                  </a:lnTo>
                  <a:lnTo>
                    <a:pt x="960" y="4871"/>
                  </a:lnTo>
                  <a:close/>
                  <a:moveTo>
                    <a:pt x="2562" y="13847"/>
                  </a:moveTo>
                  <a:lnTo>
                    <a:pt x="2562" y="15289"/>
                  </a:lnTo>
                  <a:cubicBezTo>
                    <a:pt x="2562" y="15377"/>
                    <a:pt x="2490" y="15449"/>
                    <a:pt x="2402" y="15449"/>
                  </a:cubicBezTo>
                  <a:lnTo>
                    <a:pt x="1119" y="15449"/>
                  </a:lnTo>
                  <a:cubicBezTo>
                    <a:pt x="1031" y="15449"/>
                    <a:pt x="960" y="15377"/>
                    <a:pt x="960" y="15289"/>
                  </a:cubicBezTo>
                  <a:lnTo>
                    <a:pt x="960" y="13847"/>
                  </a:lnTo>
                  <a:close/>
                  <a:moveTo>
                    <a:pt x="1762" y="1"/>
                  </a:moveTo>
                  <a:cubicBezTo>
                    <a:pt x="1554" y="1"/>
                    <a:pt x="1370" y="134"/>
                    <a:pt x="1305" y="331"/>
                  </a:cubicBezTo>
                  <a:lnTo>
                    <a:pt x="24" y="4242"/>
                  </a:lnTo>
                  <a:cubicBezTo>
                    <a:pt x="8" y="4290"/>
                    <a:pt x="0" y="4340"/>
                    <a:pt x="0" y="4391"/>
                  </a:cubicBezTo>
                  <a:lnTo>
                    <a:pt x="0" y="15289"/>
                  </a:lnTo>
                  <a:cubicBezTo>
                    <a:pt x="0" y="15907"/>
                    <a:pt x="501" y="16410"/>
                    <a:pt x="1119" y="16411"/>
                  </a:cubicBezTo>
                  <a:lnTo>
                    <a:pt x="2401" y="16411"/>
                  </a:lnTo>
                  <a:cubicBezTo>
                    <a:pt x="3020" y="16411"/>
                    <a:pt x="3522" y="15909"/>
                    <a:pt x="3522" y="15289"/>
                  </a:cubicBezTo>
                  <a:lnTo>
                    <a:pt x="3522" y="4391"/>
                  </a:lnTo>
                  <a:lnTo>
                    <a:pt x="3524" y="4391"/>
                  </a:lnTo>
                  <a:cubicBezTo>
                    <a:pt x="3524" y="4340"/>
                    <a:pt x="3515" y="4290"/>
                    <a:pt x="3501" y="4242"/>
                  </a:cubicBezTo>
                  <a:lnTo>
                    <a:pt x="2219" y="331"/>
                  </a:lnTo>
                  <a:cubicBezTo>
                    <a:pt x="2153" y="134"/>
                    <a:pt x="1970"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9" name="Google Shape;19929;p93"/>
            <p:cNvSpPr/>
            <p:nvPr/>
          </p:nvSpPr>
          <p:spPr>
            <a:xfrm>
              <a:off x="4354100" y="1901200"/>
              <a:ext cx="80650" cy="24100"/>
            </a:xfrm>
            <a:custGeom>
              <a:rect b="b" l="l" r="r" t="t"/>
              <a:pathLst>
                <a:path extrusionOk="0" h="964" w="3226">
                  <a:moveTo>
                    <a:pt x="483" y="1"/>
                  </a:moveTo>
                  <a:cubicBezTo>
                    <a:pt x="217" y="1"/>
                    <a:pt x="0" y="216"/>
                    <a:pt x="0" y="481"/>
                  </a:cubicBezTo>
                  <a:cubicBezTo>
                    <a:pt x="0" y="748"/>
                    <a:pt x="217" y="963"/>
                    <a:pt x="483" y="963"/>
                  </a:cubicBezTo>
                  <a:cubicBezTo>
                    <a:pt x="486" y="963"/>
                    <a:pt x="488" y="963"/>
                    <a:pt x="491" y="963"/>
                  </a:cubicBezTo>
                  <a:lnTo>
                    <a:pt x="2735" y="963"/>
                  </a:lnTo>
                  <a:cubicBezTo>
                    <a:pt x="2737" y="963"/>
                    <a:pt x="2740" y="963"/>
                    <a:pt x="2743" y="963"/>
                  </a:cubicBezTo>
                  <a:cubicBezTo>
                    <a:pt x="3008" y="963"/>
                    <a:pt x="3225" y="748"/>
                    <a:pt x="3225" y="481"/>
                  </a:cubicBezTo>
                  <a:cubicBezTo>
                    <a:pt x="3225" y="216"/>
                    <a:pt x="3008" y="1"/>
                    <a:pt x="2743" y="1"/>
                  </a:cubicBezTo>
                  <a:cubicBezTo>
                    <a:pt x="2740" y="1"/>
                    <a:pt x="2737" y="1"/>
                    <a:pt x="2735" y="1"/>
                  </a:cubicBezTo>
                  <a:lnTo>
                    <a:pt x="491" y="1"/>
                  </a:lnTo>
                  <a:cubicBezTo>
                    <a:pt x="488" y="1"/>
                    <a:pt x="486" y="1"/>
                    <a:pt x="4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0" name="Google Shape;19930;p93"/>
            <p:cNvSpPr/>
            <p:nvPr/>
          </p:nvSpPr>
          <p:spPr>
            <a:xfrm>
              <a:off x="4310250" y="1901225"/>
              <a:ext cx="28100" cy="24050"/>
            </a:xfrm>
            <a:custGeom>
              <a:rect b="b" l="l" r="r" t="t"/>
              <a:pathLst>
                <a:path extrusionOk="0" h="962" w="1124">
                  <a:moveTo>
                    <a:pt x="643" y="0"/>
                  </a:moveTo>
                  <a:cubicBezTo>
                    <a:pt x="214" y="0"/>
                    <a:pt x="0" y="518"/>
                    <a:pt x="303" y="820"/>
                  </a:cubicBezTo>
                  <a:cubicBezTo>
                    <a:pt x="395" y="913"/>
                    <a:pt x="518" y="961"/>
                    <a:pt x="644" y="961"/>
                  </a:cubicBezTo>
                  <a:cubicBezTo>
                    <a:pt x="705" y="961"/>
                    <a:pt x="767" y="950"/>
                    <a:pt x="826" y="926"/>
                  </a:cubicBezTo>
                  <a:cubicBezTo>
                    <a:pt x="1006" y="851"/>
                    <a:pt x="1123" y="675"/>
                    <a:pt x="1123" y="482"/>
                  </a:cubicBezTo>
                  <a:cubicBezTo>
                    <a:pt x="1123" y="215"/>
                    <a:pt x="908"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1" name="Google Shape;19931;p93"/>
            <p:cNvSpPr/>
            <p:nvPr/>
          </p:nvSpPr>
          <p:spPr>
            <a:xfrm>
              <a:off x="4354100" y="1949275"/>
              <a:ext cx="80650" cy="24100"/>
            </a:xfrm>
            <a:custGeom>
              <a:rect b="b" l="l" r="r" t="t"/>
              <a:pathLst>
                <a:path extrusionOk="0" h="964" w="3226">
                  <a:moveTo>
                    <a:pt x="483" y="1"/>
                  </a:moveTo>
                  <a:cubicBezTo>
                    <a:pt x="217" y="1"/>
                    <a:pt x="0" y="216"/>
                    <a:pt x="0" y="483"/>
                  </a:cubicBezTo>
                  <a:cubicBezTo>
                    <a:pt x="0" y="749"/>
                    <a:pt x="216" y="963"/>
                    <a:pt x="480" y="963"/>
                  </a:cubicBezTo>
                  <a:cubicBezTo>
                    <a:pt x="484" y="963"/>
                    <a:pt x="487" y="963"/>
                    <a:pt x="491" y="963"/>
                  </a:cubicBezTo>
                  <a:lnTo>
                    <a:pt x="2735" y="963"/>
                  </a:lnTo>
                  <a:cubicBezTo>
                    <a:pt x="2738" y="963"/>
                    <a:pt x="2742" y="963"/>
                    <a:pt x="2745" y="963"/>
                  </a:cubicBezTo>
                  <a:cubicBezTo>
                    <a:pt x="3010" y="963"/>
                    <a:pt x="3225" y="749"/>
                    <a:pt x="3225" y="483"/>
                  </a:cubicBezTo>
                  <a:cubicBezTo>
                    <a:pt x="3225" y="216"/>
                    <a:pt x="3008" y="1"/>
                    <a:pt x="2743" y="1"/>
                  </a:cubicBezTo>
                  <a:cubicBezTo>
                    <a:pt x="2740" y="1"/>
                    <a:pt x="2737" y="1"/>
                    <a:pt x="2735" y="1"/>
                  </a:cubicBezTo>
                  <a:lnTo>
                    <a:pt x="491" y="1"/>
                  </a:lnTo>
                  <a:cubicBezTo>
                    <a:pt x="488" y="1"/>
                    <a:pt x="486" y="1"/>
                    <a:pt x="4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2" name="Google Shape;19932;p93"/>
            <p:cNvSpPr/>
            <p:nvPr/>
          </p:nvSpPr>
          <p:spPr>
            <a:xfrm>
              <a:off x="4310250" y="1949275"/>
              <a:ext cx="28100" cy="24100"/>
            </a:xfrm>
            <a:custGeom>
              <a:rect b="b" l="l" r="r" t="t"/>
              <a:pathLst>
                <a:path extrusionOk="0" h="964" w="1124">
                  <a:moveTo>
                    <a:pt x="643" y="1"/>
                  </a:moveTo>
                  <a:cubicBezTo>
                    <a:pt x="214" y="1"/>
                    <a:pt x="0" y="519"/>
                    <a:pt x="303" y="822"/>
                  </a:cubicBezTo>
                  <a:cubicBezTo>
                    <a:pt x="395" y="914"/>
                    <a:pt x="518" y="963"/>
                    <a:pt x="642" y="963"/>
                  </a:cubicBezTo>
                  <a:cubicBezTo>
                    <a:pt x="704" y="963"/>
                    <a:pt x="767" y="951"/>
                    <a:pt x="826" y="926"/>
                  </a:cubicBezTo>
                  <a:cubicBezTo>
                    <a:pt x="1006" y="852"/>
                    <a:pt x="1123" y="676"/>
                    <a:pt x="1123" y="483"/>
                  </a:cubicBezTo>
                  <a:cubicBezTo>
                    <a:pt x="1123" y="216"/>
                    <a:pt x="908"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3" name="Google Shape;19933;p93"/>
            <p:cNvSpPr/>
            <p:nvPr/>
          </p:nvSpPr>
          <p:spPr>
            <a:xfrm>
              <a:off x="4354350" y="1997400"/>
              <a:ext cx="80125" cy="24025"/>
            </a:xfrm>
            <a:custGeom>
              <a:rect b="b" l="l" r="r" t="t"/>
              <a:pathLst>
                <a:path extrusionOk="0" h="961" w="3205">
                  <a:moveTo>
                    <a:pt x="481" y="0"/>
                  </a:moveTo>
                  <a:cubicBezTo>
                    <a:pt x="216" y="0"/>
                    <a:pt x="1" y="215"/>
                    <a:pt x="1" y="480"/>
                  </a:cubicBezTo>
                  <a:cubicBezTo>
                    <a:pt x="1" y="746"/>
                    <a:pt x="216" y="961"/>
                    <a:pt x="481" y="961"/>
                  </a:cubicBezTo>
                  <a:lnTo>
                    <a:pt x="2725" y="961"/>
                  </a:lnTo>
                  <a:cubicBezTo>
                    <a:pt x="2990" y="961"/>
                    <a:pt x="3205" y="746"/>
                    <a:pt x="3205" y="480"/>
                  </a:cubicBezTo>
                  <a:cubicBezTo>
                    <a:pt x="3205" y="215"/>
                    <a:pt x="2990" y="0"/>
                    <a:pt x="2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4" name="Google Shape;19934;p93"/>
            <p:cNvSpPr/>
            <p:nvPr/>
          </p:nvSpPr>
          <p:spPr>
            <a:xfrm>
              <a:off x="4310250" y="1997400"/>
              <a:ext cx="28100" cy="24050"/>
            </a:xfrm>
            <a:custGeom>
              <a:rect b="b" l="l" r="r" t="t"/>
              <a:pathLst>
                <a:path extrusionOk="0" h="962" w="1124">
                  <a:moveTo>
                    <a:pt x="643" y="0"/>
                  </a:moveTo>
                  <a:cubicBezTo>
                    <a:pt x="214" y="0"/>
                    <a:pt x="0" y="517"/>
                    <a:pt x="303" y="820"/>
                  </a:cubicBezTo>
                  <a:cubicBezTo>
                    <a:pt x="395" y="912"/>
                    <a:pt x="518" y="961"/>
                    <a:pt x="642" y="961"/>
                  </a:cubicBezTo>
                  <a:cubicBezTo>
                    <a:pt x="704" y="961"/>
                    <a:pt x="767" y="949"/>
                    <a:pt x="826" y="924"/>
                  </a:cubicBezTo>
                  <a:cubicBezTo>
                    <a:pt x="1006" y="850"/>
                    <a:pt x="1123" y="675"/>
                    <a:pt x="1123" y="480"/>
                  </a:cubicBezTo>
                  <a:cubicBezTo>
                    <a:pt x="1123" y="215"/>
                    <a:pt x="908"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5" name="Google Shape;19935;p93"/>
            <p:cNvSpPr/>
            <p:nvPr/>
          </p:nvSpPr>
          <p:spPr>
            <a:xfrm>
              <a:off x="4354100" y="2045450"/>
              <a:ext cx="80650" cy="24050"/>
            </a:xfrm>
            <a:custGeom>
              <a:rect b="b" l="l" r="r" t="t"/>
              <a:pathLst>
                <a:path extrusionOk="0" h="962" w="3226">
                  <a:moveTo>
                    <a:pt x="480" y="1"/>
                  </a:moveTo>
                  <a:cubicBezTo>
                    <a:pt x="216" y="1"/>
                    <a:pt x="0" y="215"/>
                    <a:pt x="0" y="481"/>
                  </a:cubicBezTo>
                  <a:cubicBezTo>
                    <a:pt x="0" y="747"/>
                    <a:pt x="216" y="962"/>
                    <a:pt x="480" y="962"/>
                  </a:cubicBezTo>
                  <a:cubicBezTo>
                    <a:pt x="484" y="962"/>
                    <a:pt x="487" y="962"/>
                    <a:pt x="491" y="962"/>
                  </a:cubicBezTo>
                  <a:lnTo>
                    <a:pt x="2735" y="962"/>
                  </a:lnTo>
                  <a:cubicBezTo>
                    <a:pt x="2738" y="962"/>
                    <a:pt x="2742" y="962"/>
                    <a:pt x="2745" y="962"/>
                  </a:cubicBezTo>
                  <a:cubicBezTo>
                    <a:pt x="3010" y="962"/>
                    <a:pt x="3225" y="747"/>
                    <a:pt x="3225" y="481"/>
                  </a:cubicBezTo>
                  <a:cubicBezTo>
                    <a:pt x="3225" y="215"/>
                    <a:pt x="3010" y="1"/>
                    <a:pt x="2745" y="1"/>
                  </a:cubicBezTo>
                  <a:cubicBezTo>
                    <a:pt x="2742" y="1"/>
                    <a:pt x="2738" y="1"/>
                    <a:pt x="2735" y="1"/>
                  </a:cubicBezTo>
                  <a:lnTo>
                    <a:pt x="491" y="1"/>
                  </a:lnTo>
                  <a:cubicBezTo>
                    <a:pt x="487" y="1"/>
                    <a:pt x="484" y="1"/>
                    <a:pt x="4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6" name="Google Shape;19936;p93"/>
            <p:cNvSpPr/>
            <p:nvPr/>
          </p:nvSpPr>
          <p:spPr>
            <a:xfrm>
              <a:off x="4310250" y="2045450"/>
              <a:ext cx="28100" cy="24050"/>
            </a:xfrm>
            <a:custGeom>
              <a:rect b="b" l="l" r="r" t="t"/>
              <a:pathLst>
                <a:path extrusionOk="0" h="962" w="1124">
                  <a:moveTo>
                    <a:pt x="643" y="1"/>
                  </a:moveTo>
                  <a:cubicBezTo>
                    <a:pt x="214" y="1"/>
                    <a:pt x="0" y="518"/>
                    <a:pt x="303" y="821"/>
                  </a:cubicBezTo>
                  <a:cubicBezTo>
                    <a:pt x="394" y="913"/>
                    <a:pt x="517" y="962"/>
                    <a:pt x="642" y="962"/>
                  </a:cubicBezTo>
                  <a:cubicBezTo>
                    <a:pt x="704" y="962"/>
                    <a:pt x="767" y="950"/>
                    <a:pt x="826" y="925"/>
                  </a:cubicBezTo>
                  <a:cubicBezTo>
                    <a:pt x="1006" y="852"/>
                    <a:pt x="1123" y="676"/>
                    <a:pt x="1123" y="481"/>
                  </a:cubicBezTo>
                  <a:cubicBezTo>
                    <a:pt x="1123" y="216"/>
                    <a:pt x="908"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37" name="Google Shape;19937;p93"/>
          <p:cNvGrpSpPr/>
          <p:nvPr/>
        </p:nvGrpSpPr>
        <p:grpSpPr>
          <a:xfrm>
            <a:off x="7821217" y="1765736"/>
            <a:ext cx="339607" cy="354806"/>
            <a:chOff x="3644225" y="1732300"/>
            <a:chExt cx="392700" cy="410275"/>
          </a:xfrm>
        </p:grpSpPr>
        <p:sp>
          <p:nvSpPr>
            <p:cNvPr id="19938" name="Google Shape;19938;p93"/>
            <p:cNvSpPr/>
            <p:nvPr/>
          </p:nvSpPr>
          <p:spPr>
            <a:xfrm>
              <a:off x="3644225" y="1732300"/>
              <a:ext cx="392700" cy="410275"/>
            </a:xfrm>
            <a:custGeom>
              <a:rect b="b" l="l" r="r" t="t"/>
              <a:pathLst>
                <a:path extrusionOk="0" h="16411" w="15708">
                  <a:moveTo>
                    <a:pt x="1924" y="2564"/>
                  </a:moveTo>
                  <a:lnTo>
                    <a:pt x="1924" y="3526"/>
                  </a:lnTo>
                  <a:lnTo>
                    <a:pt x="1443" y="3526"/>
                  </a:lnTo>
                  <a:cubicBezTo>
                    <a:pt x="1178" y="3526"/>
                    <a:pt x="963" y="3311"/>
                    <a:pt x="963" y="3045"/>
                  </a:cubicBezTo>
                  <a:cubicBezTo>
                    <a:pt x="963" y="2780"/>
                    <a:pt x="1178" y="2564"/>
                    <a:pt x="1443" y="2564"/>
                  </a:cubicBezTo>
                  <a:close/>
                  <a:moveTo>
                    <a:pt x="13783" y="1044"/>
                  </a:moveTo>
                  <a:cubicBezTo>
                    <a:pt x="14359" y="1248"/>
                    <a:pt x="14744" y="1792"/>
                    <a:pt x="14745" y="2403"/>
                  </a:cubicBezTo>
                  <a:lnTo>
                    <a:pt x="14745" y="2405"/>
                  </a:lnTo>
                  <a:lnTo>
                    <a:pt x="14745" y="4345"/>
                  </a:lnTo>
                  <a:cubicBezTo>
                    <a:pt x="14461" y="4130"/>
                    <a:pt x="14132" y="3982"/>
                    <a:pt x="13783" y="3910"/>
                  </a:cubicBezTo>
                  <a:lnTo>
                    <a:pt x="13783" y="1044"/>
                  </a:lnTo>
                  <a:close/>
                  <a:moveTo>
                    <a:pt x="13783" y="4906"/>
                  </a:moveTo>
                  <a:cubicBezTo>
                    <a:pt x="14359" y="5111"/>
                    <a:pt x="14744" y="5654"/>
                    <a:pt x="14745" y="6266"/>
                  </a:cubicBezTo>
                  <a:lnTo>
                    <a:pt x="14745" y="8207"/>
                  </a:lnTo>
                  <a:cubicBezTo>
                    <a:pt x="14461" y="7992"/>
                    <a:pt x="14132" y="7844"/>
                    <a:pt x="13783" y="7773"/>
                  </a:cubicBezTo>
                  <a:lnTo>
                    <a:pt x="13783" y="4906"/>
                  </a:lnTo>
                  <a:close/>
                  <a:moveTo>
                    <a:pt x="1924" y="7693"/>
                  </a:moveTo>
                  <a:lnTo>
                    <a:pt x="1924" y="8653"/>
                  </a:lnTo>
                  <a:lnTo>
                    <a:pt x="1443" y="8653"/>
                  </a:lnTo>
                  <a:cubicBezTo>
                    <a:pt x="1178" y="8653"/>
                    <a:pt x="963" y="8438"/>
                    <a:pt x="963" y="8173"/>
                  </a:cubicBezTo>
                  <a:cubicBezTo>
                    <a:pt x="963" y="7908"/>
                    <a:pt x="1178" y="7693"/>
                    <a:pt x="1443" y="7693"/>
                  </a:cubicBezTo>
                  <a:close/>
                  <a:moveTo>
                    <a:pt x="13783" y="8769"/>
                  </a:moveTo>
                  <a:cubicBezTo>
                    <a:pt x="14359" y="8973"/>
                    <a:pt x="14744" y="9518"/>
                    <a:pt x="14745" y="10128"/>
                  </a:cubicBezTo>
                  <a:lnTo>
                    <a:pt x="14745" y="12069"/>
                  </a:lnTo>
                  <a:cubicBezTo>
                    <a:pt x="14461" y="11855"/>
                    <a:pt x="14132" y="11707"/>
                    <a:pt x="13783" y="11635"/>
                  </a:cubicBezTo>
                  <a:lnTo>
                    <a:pt x="13783" y="8769"/>
                  </a:lnTo>
                  <a:close/>
                  <a:moveTo>
                    <a:pt x="1924" y="12886"/>
                  </a:moveTo>
                  <a:lnTo>
                    <a:pt x="1924" y="13846"/>
                  </a:lnTo>
                  <a:lnTo>
                    <a:pt x="1443" y="13846"/>
                  </a:lnTo>
                  <a:cubicBezTo>
                    <a:pt x="1178" y="13846"/>
                    <a:pt x="963" y="13631"/>
                    <a:pt x="963" y="13366"/>
                  </a:cubicBezTo>
                  <a:cubicBezTo>
                    <a:pt x="963" y="13101"/>
                    <a:pt x="1178" y="12886"/>
                    <a:pt x="1443" y="12886"/>
                  </a:cubicBezTo>
                  <a:close/>
                  <a:moveTo>
                    <a:pt x="3848" y="962"/>
                  </a:moveTo>
                  <a:lnTo>
                    <a:pt x="3848" y="15450"/>
                  </a:lnTo>
                  <a:lnTo>
                    <a:pt x="3687" y="15450"/>
                  </a:lnTo>
                  <a:cubicBezTo>
                    <a:pt x="3245" y="15450"/>
                    <a:pt x="2886" y="15091"/>
                    <a:pt x="2886" y="14649"/>
                  </a:cubicBezTo>
                  <a:lnTo>
                    <a:pt x="2886" y="14648"/>
                  </a:lnTo>
                  <a:lnTo>
                    <a:pt x="2886" y="1763"/>
                  </a:lnTo>
                  <a:cubicBezTo>
                    <a:pt x="2886" y="1321"/>
                    <a:pt x="3245" y="962"/>
                    <a:pt x="3687" y="962"/>
                  </a:cubicBezTo>
                  <a:close/>
                  <a:moveTo>
                    <a:pt x="12822" y="962"/>
                  </a:moveTo>
                  <a:lnTo>
                    <a:pt x="12822" y="15450"/>
                  </a:lnTo>
                  <a:lnTo>
                    <a:pt x="4809" y="15450"/>
                  </a:lnTo>
                  <a:lnTo>
                    <a:pt x="4809" y="962"/>
                  </a:lnTo>
                  <a:close/>
                  <a:moveTo>
                    <a:pt x="13783" y="12631"/>
                  </a:moveTo>
                  <a:cubicBezTo>
                    <a:pt x="14359" y="12836"/>
                    <a:pt x="14744" y="13379"/>
                    <a:pt x="14745" y="13991"/>
                  </a:cubicBezTo>
                  <a:lnTo>
                    <a:pt x="14745" y="15450"/>
                  </a:lnTo>
                  <a:lnTo>
                    <a:pt x="13783" y="15450"/>
                  </a:lnTo>
                  <a:lnTo>
                    <a:pt x="13783" y="12631"/>
                  </a:lnTo>
                  <a:close/>
                  <a:moveTo>
                    <a:pt x="3687" y="0"/>
                  </a:moveTo>
                  <a:cubicBezTo>
                    <a:pt x="2776" y="1"/>
                    <a:pt x="2016" y="696"/>
                    <a:pt x="1932" y="1602"/>
                  </a:cubicBezTo>
                  <a:lnTo>
                    <a:pt x="1443" y="1602"/>
                  </a:lnTo>
                  <a:cubicBezTo>
                    <a:pt x="647" y="1602"/>
                    <a:pt x="1" y="2248"/>
                    <a:pt x="1" y="3045"/>
                  </a:cubicBezTo>
                  <a:cubicBezTo>
                    <a:pt x="1" y="3841"/>
                    <a:pt x="647" y="4487"/>
                    <a:pt x="1443" y="4487"/>
                  </a:cubicBezTo>
                  <a:lnTo>
                    <a:pt x="1924" y="4487"/>
                  </a:lnTo>
                  <a:lnTo>
                    <a:pt x="1924" y="6731"/>
                  </a:lnTo>
                  <a:lnTo>
                    <a:pt x="1443" y="6731"/>
                  </a:lnTo>
                  <a:cubicBezTo>
                    <a:pt x="647" y="6731"/>
                    <a:pt x="1" y="7376"/>
                    <a:pt x="1" y="8173"/>
                  </a:cubicBezTo>
                  <a:cubicBezTo>
                    <a:pt x="1" y="8970"/>
                    <a:pt x="647" y="9616"/>
                    <a:pt x="1443" y="9616"/>
                  </a:cubicBezTo>
                  <a:lnTo>
                    <a:pt x="1924" y="9616"/>
                  </a:lnTo>
                  <a:lnTo>
                    <a:pt x="1924" y="11924"/>
                  </a:lnTo>
                  <a:lnTo>
                    <a:pt x="1443" y="11924"/>
                  </a:lnTo>
                  <a:cubicBezTo>
                    <a:pt x="647" y="11924"/>
                    <a:pt x="1" y="12569"/>
                    <a:pt x="1" y="13366"/>
                  </a:cubicBezTo>
                  <a:cubicBezTo>
                    <a:pt x="1" y="14163"/>
                    <a:pt x="647" y="14809"/>
                    <a:pt x="1443" y="14809"/>
                  </a:cubicBezTo>
                  <a:lnTo>
                    <a:pt x="1932" y="14809"/>
                  </a:lnTo>
                  <a:cubicBezTo>
                    <a:pt x="2016" y="15715"/>
                    <a:pt x="2776" y="16409"/>
                    <a:pt x="3687" y="16411"/>
                  </a:cubicBezTo>
                  <a:lnTo>
                    <a:pt x="15225" y="16411"/>
                  </a:lnTo>
                  <a:cubicBezTo>
                    <a:pt x="15492" y="16411"/>
                    <a:pt x="15707" y="16195"/>
                    <a:pt x="15707" y="15930"/>
                  </a:cubicBezTo>
                  <a:lnTo>
                    <a:pt x="15707" y="2405"/>
                  </a:lnTo>
                  <a:cubicBezTo>
                    <a:pt x="15707" y="1078"/>
                    <a:pt x="14628" y="0"/>
                    <a:pt x="13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9" name="Google Shape;19939;p93"/>
            <p:cNvSpPr/>
            <p:nvPr/>
          </p:nvSpPr>
          <p:spPr>
            <a:xfrm>
              <a:off x="3788475" y="1804375"/>
              <a:ext cx="152300" cy="168325"/>
            </a:xfrm>
            <a:custGeom>
              <a:rect b="b" l="l" r="r" t="t"/>
              <a:pathLst>
                <a:path extrusionOk="0" h="6733" w="6092">
                  <a:moveTo>
                    <a:pt x="3045" y="963"/>
                  </a:moveTo>
                  <a:cubicBezTo>
                    <a:pt x="3295" y="963"/>
                    <a:pt x="3542" y="1061"/>
                    <a:pt x="3725" y="1245"/>
                  </a:cubicBezTo>
                  <a:cubicBezTo>
                    <a:pt x="4000" y="1521"/>
                    <a:pt x="4082" y="1934"/>
                    <a:pt x="3934" y="2292"/>
                  </a:cubicBezTo>
                  <a:cubicBezTo>
                    <a:pt x="3785" y="2653"/>
                    <a:pt x="3435" y="2887"/>
                    <a:pt x="3045" y="2887"/>
                  </a:cubicBezTo>
                  <a:cubicBezTo>
                    <a:pt x="2515" y="2886"/>
                    <a:pt x="2085" y="2455"/>
                    <a:pt x="2085" y="1925"/>
                  </a:cubicBezTo>
                  <a:cubicBezTo>
                    <a:pt x="2085" y="1535"/>
                    <a:pt x="2318" y="1185"/>
                    <a:pt x="2678" y="1036"/>
                  </a:cubicBezTo>
                  <a:cubicBezTo>
                    <a:pt x="2796" y="987"/>
                    <a:pt x="2921" y="963"/>
                    <a:pt x="3045" y="963"/>
                  </a:cubicBezTo>
                  <a:close/>
                  <a:moveTo>
                    <a:pt x="3045" y="3843"/>
                  </a:moveTo>
                  <a:cubicBezTo>
                    <a:pt x="4135" y="3843"/>
                    <a:pt x="5042" y="4684"/>
                    <a:pt x="5124" y="5770"/>
                  </a:cubicBezTo>
                  <a:lnTo>
                    <a:pt x="967" y="5770"/>
                  </a:lnTo>
                  <a:cubicBezTo>
                    <a:pt x="1049" y="4684"/>
                    <a:pt x="1954" y="3843"/>
                    <a:pt x="3045" y="3843"/>
                  </a:cubicBezTo>
                  <a:close/>
                  <a:moveTo>
                    <a:pt x="3045" y="1"/>
                  </a:moveTo>
                  <a:cubicBezTo>
                    <a:pt x="2281" y="1"/>
                    <a:pt x="1588" y="453"/>
                    <a:pt x="1282" y="1155"/>
                  </a:cubicBezTo>
                  <a:cubicBezTo>
                    <a:pt x="976" y="1856"/>
                    <a:pt x="1117" y="2672"/>
                    <a:pt x="1637" y="3233"/>
                  </a:cubicBezTo>
                  <a:cubicBezTo>
                    <a:pt x="632" y="3758"/>
                    <a:pt x="2" y="4798"/>
                    <a:pt x="1" y="5932"/>
                  </a:cubicBezTo>
                  <a:lnTo>
                    <a:pt x="1" y="6252"/>
                  </a:lnTo>
                  <a:cubicBezTo>
                    <a:pt x="1" y="6517"/>
                    <a:pt x="216" y="6733"/>
                    <a:pt x="481" y="6733"/>
                  </a:cubicBezTo>
                  <a:lnTo>
                    <a:pt x="5610" y="6733"/>
                  </a:lnTo>
                  <a:cubicBezTo>
                    <a:pt x="5875" y="6733"/>
                    <a:pt x="6092" y="6517"/>
                    <a:pt x="6092" y="6252"/>
                  </a:cubicBezTo>
                  <a:lnTo>
                    <a:pt x="6092" y="5932"/>
                  </a:lnTo>
                  <a:cubicBezTo>
                    <a:pt x="6090" y="4798"/>
                    <a:pt x="5459" y="3758"/>
                    <a:pt x="4454" y="3233"/>
                  </a:cubicBezTo>
                  <a:cubicBezTo>
                    <a:pt x="4976" y="2672"/>
                    <a:pt x="5115" y="1856"/>
                    <a:pt x="4809" y="1155"/>
                  </a:cubicBezTo>
                  <a:cubicBezTo>
                    <a:pt x="4503" y="453"/>
                    <a:pt x="3811" y="1"/>
                    <a:pt x="30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0" name="Google Shape;19940;p93"/>
            <p:cNvSpPr/>
            <p:nvPr/>
          </p:nvSpPr>
          <p:spPr>
            <a:xfrm>
              <a:off x="3788700" y="1996725"/>
              <a:ext cx="151825" cy="24050"/>
            </a:xfrm>
            <a:custGeom>
              <a:rect b="b" l="l" r="r" t="t"/>
              <a:pathLst>
                <a:path extrusionOk="0" h="962" w="6073">
                  <a:moveTo>
                    <a:pt x="472" y="1"/>
                  </a:moveTo>
                  <a:cubicBezTo>
                    <a:pt x="210" y="5"/>
                    <a:pt x="1" y="219"/>
                    <a:pt x="1" y="481"/>
                  </a:cubicBezTo>
                  <a:cubicBezTo>
                    <a:pt x="1" y="743"/>
                    <a:pt x="210" y="957"/>
                    <a:pt x="472" y="961"/>
                  </a:cubicBezTo>
                  <a:lnTo>
                    <a:pt x="5601" y="961"/>
                  </a:lnTo>
                  <a:cubicBezTo>
                    <a:pt x="5863" y="957"/>
                    <a:pt x="6072" y="743"/>
                    <a:pt x="6072" y="481"/>
                  </a:cubicBezTo>
                  <a:cubicBezTo>
                    <a:pt x="6072" y="219"/>
                    <a:pt x="5863" y="5"/>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1" name="Google Shape;19941;p93"/>
            <p:cNvSpPr/>
            <p:nvPr/>
          </p:nvSpPr>
          <p:spPr>
            <a:xfrm>
              <a:off x="3788475" y="2044800"/>
              <a:ext cx="152275" cy="24050"/>
            </a:xfrm>
            <a:custGeom>
              <a:rect b="b" l="l" r="r" t="t"/>
              <a:pathLst>
                <a:path extrusionOk="0" h="962" w="6091">
                  <a:moveTo>
                    <a:pt x="481" y="1"/>
                  </a:moveTo>
                  <a:cubicBezTo>
                    <a:pt x="216" y="1"/>
                    <a:pt x="1" y="216"/>
                    <a:pt x="1" y="481"/>
                  </a:cubicBezTo>
                  <a:cubicBezTo>
                    <a:pt x="1" y="746"/>
                    <a:pt x="216" y="961"/>
                    <a:pt x="481" y="961"/>
                  </a:cubicBezTo>
                  <a:lnTo>
                    <a:pt x="5610" y="961"/>
                  </a:lnTo>
                  <a:cubicBezTo>
                    <a:pt x="5875" y="961"/>
                    <a:pt x="6090" y="746"/>
                    <a:pt x="6090" y="481"/>
                  </a:cubicBezTo>
                  <a:cubicBezTo>
                    <a:pt x="6090" y="216"/>
                    <a:pt x="5875" y="1"/>
                    <a:pt x="5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42" name="Google Shape;19942;p93"/>
          <p:cNvGrpSpPr/>
          <p:nvPr/>
        </p:nvGrpSpPr>
        <p:grpSpPr>
          <a:xfrm>
            <a:off x="7813629" y="2324005"/>
            <a:ext cx="354827" cy="354784"/>
            <a:chOff x="3066125" y="1753675"/>
            <a:chExt cx="410300" cy="410250"/>
          </a:xfrm>
        </p:grpSpPr>
        <p:sp>
          <p:nvSpPr>
            <p:cNvPr id="19943" name="Google Shape;19943;p93"/>
            <p:cNvSpPr/>
            <p:nvPr/>
          </p:nvSpPr>
          <p:spPr>
            <a:xfrm>
              <a:off x="3371450" y="1947825"/>
              <a:ext cx="66475" cy="127675"/>
            </a:xfrm>
            <a:custGeom>
              <a:rect b="b" l="l" r="r" t="t"/>
              <a:pathLst>
                <a:path extrusionOk="0" h="5107" w="2659">
                  <a:moveTo>
                    <a:pt x="971" y="1204"/>
                  </a:moveTo>
                  <a:lnTo>
                    <a:pt x="971" y="1873"/>
                  </a:lnTo>
                  <a:cubicBezTo>
                    <a:pt x="940" y="1854"/>
                    <a:pt x="911" y="1834"/>
                    <a:pt x="885" y="1812"/>
                  </a:cubicBezTo>
                  <a:cubicBezTo>
                    <a:pt x="808" y="1753"/>
                    <a:pt x="776" y="1627"/>
                    <a:pt x="801" y="1491"/>
                  </a:cubicBezTo>
                  <a:cubicBezTo>
                    <a:pt x="822" y="1378"/>
                    <a:pt x="882" y="1276"/>
                    <a:pt x="971" y="1204"/>
                  </a:cubicBezTo>
                  <a:close/>
                  <a:moveTo>
                    <a:pt x="1612" y="2853"/>
                  </a:moveTo>
                  <a:cubicBezTo>
                    <a:pt x="1960" y="2999"/>
                    <a:pt x="1951" y="3298"/>
                    <a:pt x="1930" y="3423"/>
                  </a:cubicBezTo>
                  <a:cubicBezTo>
                    <a:pt x="1897" y="3616"/>
                    <a:pt x="1781" y="3784"/>
                    <a:pt x="1612" y="3883"/>
                  </a:cubicBezTo>
                  <a:lnTo>
                    <a:pt x="1612" y="2853"/>
                  </a:lnTo>
                  <a:close/>
                  <a:moveTo>
                    <a:pt x="1292" y="0"/>
                  </a:moveTo>
                  <a:cubicBezTo>
                    <a:pt x="1119" y="0"/>
                    <a:pt x="977" y="136"/>
                    <a:pt x="971" y="309"/>
                  </a:cubicBezTo>
                  <a:lnTo>
                    <a:pt x="971" y="508"/>
                  </a:lnTo>
                  <a:cubicBezTo>
                    <a:pt x="952" y="514"/>
                    <a:pt x="932" y="520"/>
                    <a:pt x="911" y="526"/>
                  </a:cubicBezTo>
                  <a:cubicBezTo>
                    <a:pt x="532" y="640"/>
                    <a:pt x="248" y="965"/>
                    <a:pt x="171" y="1372"/>
                  </a:cubicBezTo>
                  <a:cubicBezTo>
                    <a:pt x="101" y="1746"/>
                    <a:pt x="223" y="2108"/>
                    <a:pt x="488" y="2317"/>
                  </a:cubicBezTo>
                  <a:cubicBezTo>
                    <a:pt x="614" y="2415"/>
                    <a:pt x="766" y="2506"/>
                    <a:pt x="971" y="2600"/>
                  </a:cubicBezTo>
                  <a:lnTo>
                    <a:pt x="971" y="3954"/>
                  </a:lnTo>
                  <a:cubicBezTo>
                    <a:pt x="826" y="3934"/>
                    <a:pt x="718" y="3884"/>
                    <a:pt x="545" y="3771"/>
                  </a:cubicBezTo>
                  <a:cubicBezTo>
                    <a:pt x="490" y="3734"/>
                    <a:pt x="427" y="3716"/>
                    <a:pt x="366" y="3716"/>
                  </a:cubicBezTo>
                  <a:cubicBezTo>
                    <a:pt x="261" y="3716"/>
                    <a:pt x="159" y="3767"/>
                    <a:pt x="98" y="3862"/>
                  </a:cubicBezTo>
                  <a:cubicBezTo>
                    <a:pt x="0" y="4011"/>
                    <a:pt x="44" y="4212"/>
                    <a:pt x="195" y="4307"/>
                  </a:cubicBezTo>
                  <a:cubicBezTo>
                    <a:pt x="498" y="4506"/>
                    <a:pt x="713" y="4577"/>
                    <a:pt x="971" y="4599"/>
                  </a:cubicBezTo>
                  <a:lnTo>
                    <a:pt x="971" y="4798"/>
                  </a:lnTo>
                  <a:cubicBezTo>
                    <a:pt x="977" y="4969"/>
                    <a:pt x="1119" y="5107"/>
                    <a:pt x="1292" y="5107"/>
                  </a:cubicBezTo>
                  <a:cubicBezTo>
                    <a:pt x="1465" y="5107"/>
                    <a:pt x="1607" y="4969"/>
                    <a:pt x="1612" y="4798"/>
                  </a:cubicBezTo>
                  <a:lnTo>
                    <a:pt x="1612" y="4568"/>
                  </a:lnTo>
                  <a:cubicBezTo>
                    <a:pt x="2146" y="4433"/>
                    <a:pt x="2487" y="3978"/>
                    <a:pt x="2561" y="3530"/>
                  </a:cubicBezTo>
                  <a:cubicBezTo>
                    <a:pt x="2658" y="2953"/>
                    <a:pt x="2345" y="2431"/>
                    <a:pt x="1782" y="2232"/>
                  </a:cubicBezTo>
                  <a:cubicBezTo>
                    <a:pt x="1725" y="2212"/>
                    <a:pt x="1670" y="2191"/>
                    <a:pt x="1612" y="2171"/>
                  </a:cubicBezTo>
                  <a:lnTo>
                    <a:pt x="1612" y="1134"/>
                  </a:lnTo>
                  <a:cubicBezTo>
                    <a:pt x="1670" y="1154"/>
                    <a:pt x="1724" y="1185"/>
                    <a:pt x="1768" y="1227"/>
                  </a:cubicBezTo>
                  <a:cubicBezTo>
                    <a:pt x="1831" y="1300"/>
                    <a:pt x="1920" y="1336"/>
                    <a:pt x="2009" y="1336"/>
                  </a:cubicBezTo>
                  <a:cubicBezTo>
                    <a:pt x="2084" y="1336"/>
                    <a:pt x="2160" y="1310"/>
                    <a:pt x="2220" y="1257"/>
                  </a:cubicBezTo>
                  <a:cubicBezTo>
                    <a:pt x="2354" y="1140"/>
                    <a:pt x="2367" y="936"/>
                    <a:pt x="2250" y="804"/>
                  </a:cubicBezTo>
                  <a:cubicBezTo>
                    <a:pt x="2143" y="681"/>
                    <a:pt x="1923" y="529"/>
                    <a:pt x="1612" y="475"/>
                  </a:cubicBezTo>
                  <a:lnTo>
                    <a:pt x="1612" y="309"/>
                  </a:lnTo>
                  <a:cubicBezTo>
                    <a:pt x="1607" y="136"/>
                    <a:pt x="1465" y="0"/>
                    <a:pt x="12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4" name="Google Shape;19944;p93"/>
            <p:cNvSpPr/>
            <p:nvPr/>
          </p:nvSpPr>
          <p:spPr>
            <a:xfrm>
              <a:off x="3211750" y="1947550"/>
              <a:ext cx="144275" cy="24050"/>
            </a:xfrm>
            <a:custGeom>
              <a:rect b="b" l="l" r="r" t="t"/>
              <a:pathLst>
                <a:path extrusionOk="0" h="962" w="5771">
                  <a:moveTo>
                    <a:pt x="480" y="1"/>
                  </a:moveTo>
                  <a:cubicBezTo>
                    <a:pt x="215" y="1"/>
                    <a:pt x="0" y="215"/>
                    <a:pt x="0" y="481"/>
                  </a:cubicBezTo>
                  <a:cubicBezTo>
                    <a:pt x="0" y="747"/>
                    <a:pt x="215" y="962"/>
                    <a:pt x="480" y="962"/>
                  </a:cubicBezTo>
                  <a:cubicBezTo>
                    <a:pt x="484" y="962"/>
                    <a:pt x="487" y="962"/>
                    <a:pt x="491" y="962"/>
                  </a:cubicBezTo>
                  <a:lnTo>
                    <a:pt x="5299" y="962"/>
                  </a:lnTo>
                  <a:cubicBezTo>
                    <a:pt x="5561" y="957"/>
                    <a:pt x="5770" y="744"/>
                    <a:pt x="5770" y="481"/>
                  </a:cubicBezTo>
                  <a:cubicBezTo>
                    <a:pt x="5770" y="219"/>
                    <a:pt x="5561" y="5"/>
                    <a:pt x="5299" y="1"/>
                  </a:cubicBezTo>
                  <a:lnTo>
                    <a:pt x="491" y="1"/>
                  </a:lnTo>
                  <a:cubicBezTo>
                    <a:pt x="487" y="1"/>
                    <a:pt x="484" y="1"/>
                    <a:pt x="4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5" name="Google Shape;19945;p93"/>
            <p:cNvSpPr/>
            <p:nvPr/>
          </p:nvSpPr>
          <p:spPr>
            <a:xfrm>
              <a:off x="3211750" y="1995625"/>
              <a:ext cx="144275" cy="24100"/>
            </a:xfrm>
            <a:custGeom>
              <a:rect b="b" l="l" r="r" t="t"/>
              <a:pathLst>
                <a:path extrusionOk="0" h="964" w="5771">
                  <a:moveTo>
                    <a:pt x="483" y="1"/>
                  </a:moveTo>
                  <a:cubicBezTo>
                    <a:pt x="217" y="1"/>
                    <a:pt x="0" y="216"/>
                    <a:pt x="0" y="483"/>
                  </a:cubicBezTo>
                  <a:cubicBezTo>
                    <a:pt x="0" y="749"/>
                    <a:pt x="215" y="963"/>
                    <a:pt x="480" y="963"/>
                  </a:cubicBezTo>
                  <a:cubicBezTo>
                    <a:pt x="484" y="963"/>
                    <a:pt x="487" y="963"/>
                    <a:pt x="491" y="963"/>
                  </a:cubicBezTo>
                  <a:lnTo>
                    <a:pt x="5299" y="963"/>
                  </a:lnTo>
                  <a:cubicBezTo>
                    <a:pt x="5561" y="959"/>
                    <a:pt x="5770" y="745"/>
                    <a:pt x="5770" y="483"/>
                  </a:cubicBezTo>
                  <a:cubicBezTo>
                    <a:pt x="5770" y="221"/>
                    <a:pt x="5561" y="7"/>
                    <a:pt x="5299" y="1"/>
                  </a:cubicBezTo>
                  <a:lnTo>
                    <a:pt x="491" y="1"/>
                  </a:lnTo>
                  <a:cubicBezTo>
                    <a:pt x="488" y="1"/>
                    <a:pt x="485" y="1"/>
                    <a:pt x="4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6" name="Google Shape;19946;p93"/>
            <p:cNvSpPr/>
            <p:nvPr/>
          </p:nvSpPr>
          <p:spPr>
            <a:xfrm>
              <a:off x="3211750" y="2043700"/>
              <a:ext cx="144275" cy="24075"/>
            </a:xfrm>
            <a:custGeom>
              <a:rect b="b" l="l" r="r" t="t"/>
              <a:pathLst>
                <a:path extrusionOk="0" h="963" w="5771">
                  <a:moveTo>
                    <a:pt x="480" y="1"/>
                  </a:moveTo>
                  <a:cubicBezTo>
                    <a:pt x="215" y="1"/>
                    <a:pt x="0" y="215"/>
                    <a:pt x="0" y="481"/>
                  </a:cubicBezTo>
                  <a:cubicBezTo>
                    <a:pt x="0" y="748"/>
                    <a:pt x="217" y="963"/>
                    <a:pt x="483" y="963"/>
                  </a:cubicBezTo>
                  <a:cubicBezTo>
                    <a:pt x="485" y="963"/>
                    <a:pt x="488" y="963"/>
                    <a:pt x="491" y="963"/>
                  </a:cubicBezTo>
                  <a:lnTo>
                    <a:pt x="5299" y="963"/>
                  </a:lnTo>
                  <a:cubicBezTo>
                    <a:pt x="5561" y="957"/>
                    <a:pt x="5770" y="743"/>
                    <a:pt x="5770" y="481"/>
                  </a:cubicBezTo>
                  <a:cubicBezTo>
                    <a:pt x="5770" y="219"/>
                    <a:pt x="5561" y="5"/>
                    <a:pt x="5299" y="1"/>
                  </a:cubicBezTo>
                  <a:lnTo>
                    <a:pt x="491" y="1"/>
                  </a:lnTo>
                  <a:cubicBezTo>
                    <a:pt x="487" y="1"/>
                    <a:pt x="484" y="1"/>
                    <a:pt x="4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7" name="Google Shape;19947;p93"/>
            <p:cNvSpPr/>
            <p:nvPr/>
          </p:nvSpPr>
          <p:spPr>
            <a:xfrm>
              <a:off x="3211750" y="2091775"/>
              <a:ext cx="216825" cy="24075"/>
            </a:xfrm>
            <a:custGeom>
              <a:rect b="b" l="l" r="r" t="t"/>
              <a:pathLst>
                <a:path extrusionOk="0" h="963" w="8673">
                  <a:moveTo>
                    <a:pt x="483" y="0"/>
                  </a:moveTo>
                  <a:cubicBezTo>
                    <a:pt x="217" y="0"/>
                    <a:pt x="0" y="216"/>
                    <a:pt x="0" y="482"/>
                  </a:cubicBezTo>
                  <a:cubicBezTo>
                    <a:pt x="0" y="748"/>
                    <a:pt x="215" y="963"/>
                    <a:pt x="480" y="963"/>
                  </a:cubicBezTo>
                  <a:cubicBezTo>
                    <a:pt x="484" y="963"/>
                    <a:pt x="487" y="963"/>
                    <a:pt x="491" y="963"/>
                  </a:cubicBezTo>
                  <a:lnTo>
                    <a:pt x="8184" y="963"/>
                  </a:lnTo>
                  <a:cubicBezTo>
                    <a:pt x="8187" y="963"/>
                    <a:pt x="8191" y="963"/>
                    <a:pt x="8194" y="963"/>
                  </a:cubicBezTo>
                  <a:cubicBezTo>
                    <a:pt x="8457" y="963"/>
                    <a:pt x="8673" y="748"/>
                    <a:pt x="8673" y="482"/>
                  </a:cubicBezTo>
                  <a:cubicBezTo>
                    <a:pt x="8673" y="216"/>
                    <a:pt x="8456" y="0"/>
                    <a:pt x="8192" y="0"/>
                  </a:cubicBezTo>
                  <a:cubicBezTo>
                    <a:pt x="8189" y="0"/>
                    <a:pt x="8186" y="0"/>
                    <a:pt x="8184" y="1"/>
                  </a:cubicBezTo>
                  <a:lnTo>
                    <a:pt x="491" y="1"/>
                  </a:lnTo>
                  <a:cubicBezTo>
                    <a:pt x="488" y="0"/>
                    <a:pt x="485" y="0"/>
                    <a:pt x="4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8" name="Google Shape;19948;p93"/>
            <p:cNvSpPr/>
            <p:nvPr/>
          </p:nvSpPr>
          <p:spPr>
            <a:xfrm>
              <a:off x="3066125" y="1753675"/>
              <a:ext cx="410300" cy="88150"/>
            </a:xfrm>
            <a:custGeom>
              <a:rect b="b" l="l" r="r" t="t"/>
              <a:pathLst>
                <a:path extrusionOk="0" h="3526" w="16412">
                  <a:moveTo>
                    <a:pt x="12502" y="1144"/>
                  </a:moveTo>
                  <a:lnTo>
                    <a:pt x="14388" y="1763"/>
                  </a:lnTo>
                  <a:lnTo>
                    <a:pt x="12502" y="2380"/>
                  </a:lnTo>
                  <a:lnTo>
                    <a:pt x="12502" y="1144"/>
                  </a:lnTo>
                  <a:close/>
                  <a:moveTo>
                    <a:pt x="2565" y="961"/>
                  </a:moveTo>
                  <a:lnTo>
                    <a:pt x="2565" y="2563"/>
                  </a:lnTo>
                  <a:lnTo>
                    <a:pt x="1123" y="2563"/>
                  </a:lnTo>
                  <a:cubicBezTo>
                    <a:pt x="1035" y="2563"/>
                    <a:pt x="963" y="2491"/>
                    <a:pt x="963" y="2403"/>
                  </a:cubicBezTo>
                  <a:lnTo>
                    <a:pt x="963" y="1121"/>
                  </a:lnTo>
                  <a:cubicBezTo>
                    <a:pt x="963" y="1033"/>
                    <a:pt x="1035" y="961"/>
                    <a:pt x="1123" y="961"/>
                  </a:cubicBezTo>
                  <a:close/>
                  <a:moveTo>
                    <a:pt x="11539" y="961"/>
                  </a:moveTo>
                  <a:lnTo>
                    <a:pt x="11539" y="2563"/>
                  </a:lnTo>
                  <a:lnTo>
                    <a:pt x="3527" y="2563"/>
                  </a:lnTo>
                  <a:lnTo>
                    <a:pt x="3527" y="961"/>
                  </a:lnTo>
                  <a:close/>
                  <a:moveTo>
                    <a:pt x="1123" y="0"/>
                  </a:moveTo>
                  <a:cubicBezTo>
                    <a:pt x="503" y="2"/>
                    <a:pt x="2" y="503"/>
                    <a:pt x="1" y="1122"/>
                  </a:cubicBezTo>
                  <a:lnTo>
                    <a:pt x="1" y="2403"/>
                  </a:lnTo>
                  <a:cubicBezTo>
                    <a:pt x="2" y="3023"/>
                    <a:pt x="503" y="3525"/>
                    <a:pt x="1123" y="3525"/>
                  </a:cubicBezTo>
                  <a:lnTo>
                    <a:pt x="12021" y="3525"/>
                  </a:lnTo>
                  <a:cubicBezTo>
                    <a:pt x="12071" y="3525"/>
                    <a:pt x="12122" y="3516"/>
                    <a:pt x="12171" y="3500"/>
                  </a:cubicBezTo>
                  <a:lnTo>
                    <a:pt x="16081" y="2219"/>
                  </a:lnTo>
                  <a:cubicBezTo>
                    <a:pt x="16278" y="2154"/>
                    <a:pt x="16412" y="1970"/>
                    <a:pt x="16412" y="1762"/>
                  </a:cubicBezTo>
                  <a:cubicBezTo>
                    <a:pt x="16412" y="1554"/>
                    <a:pt x="16278" y="1371"/>
                    <a:pt x="16081" y="1305"/>
                  </a:cubicBezTo>
                  <a:lnTo>
                    <a:pt x="12171" y="24"/>
                  </a:lnTo>
                  <a:cubicBezTo>
                    <a:pt x="12122" y="8"/>
                    <a:pt x="12071" y="0"/>
                    <a:pt x="12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9" name="Google Shape;19949;p93"/>
            <p:cNvSpPr/>
            <p:nvPr/>
          </p:nvSpPr>
          <p:spPr>
            <a:xfrm>
              <a:off x="3066125" y="1867425"/>
              <a:ext cx="410300" cy="296500"/>
            </a:xfrm>
            <a:custGeom>
              <a:rect b="b" l="l" r="r" t="t"/>
              <a:pathLst>
                <a:path extrusionOk="0" h="11860" w="16412">
                  <a:moveTo>
                    <a:pt x="3911" y="962"/>
                  </a:moveTo>
                  <a:lnTo>
                    <a:pt x="3911" y="8975"/>
                  </a:lnTo>
                  <a:lnTo>
                    <a:pt x="3431" y="8975"/>
                  </a:lnTo>
                  <a:cubicBezTo>
                    <a:pt x="3267" y="8975"/>
                    <a:pt x="3104" y="9002"/>
                    <a:pt x="2950" y="9058"/>
                  </a:cubicBezTo>
                  <a:lnTo>
                    <a:pt x="2950" y="1764"/>
                  </a:lnTo>
                  <a:cubicBezTo>
                    <a:pt x="2950" y="1321"/>
                    <a:pt x="3309" y="962"/>
                    <a:pt x="3751" y="962"/>
                  </a:cubicBezTo>
                  <a:close/>
                  <a:moveTo>
                    <a:pt x="1988" y="2244"/>
                  </a:moveTo>
                  <a:lnTo>
                    <a:pt x="1988" y="10417"/>
                  </a:lnTo>
                  <a:cubicBezTo>
                    <a:pt x="1988" y="10581"/>
                    <a:pt x="2016" y="10744"/>
                    <a:pt x="2072" y="10899"/>
                  </a:cubicBezTo>
                  <a:lnTo>
                    <a:pt x="963" y="10899"/>
                  </a:lnTo>
                  <a:lnTo>
                    <a:pt x="963" y="2244"/>
                  </a:lnTo>
                  <a:close/>
                  <a:moveTo>
                    <a:pt x="15451" y="2244"/>
                  </a:moveTo>
                  <a:lnTo>
                    <a:pt x="15451" y="10899"/>
                  </a:lnTo>
                  <a:lnTo>
                    <a:pt x="3431" y="10899"/>
                  </a:lnTo>
                  <a:cubicBezTo>
                    <a:pt x="3166" y="10899"/>
                    <a:pt x="2950" y="10684"/>
                    <a:pt x="2950" y="10417"/>
                  </a:cubicBezTo>
                  <a:cubicBezTo>
                    <a:pt x="2950" y="10152"/>
                    <a:pt x="3166" y="9937"/>
                    <a:pt x="3431" y="9937"/>
                  </a:cubicBezTo>
                  <a:lnTo>
                    <a:pt x="4393" y="9937"/>
                  </a:lnTo>
                  <a:cubicBezTo>
                    <a:pt x="4645" y="9937"/>
                    <a:pt x="4853" y="9742"/>
                    <a:pt x="4872" y="9491"/>
                  </a:cubicBezTo>
                  <a:cubicBezTo>
                    <a:pt x="4873" y="9480"/>
                    <a:pt x="4873" y="9468"/>
                    <a:pt x="4873" y="9456"/>
                  </a:cubicBezTo>
                  <a:lnTo>
                    <a:pt x="4873" y="2244"/>
                  </a:lnTo>
                  <a:close/>
                  <a:moveTo>
                    <a:pt x="3751" y="0"/>
                  </a:moveTo>
                  <a:cubicBezTo>
                    <a:pt x="2964" y="2"/>
                    <a:pt x="2272" y="525"/>
                    <a:pt x="2056" y="1282"/>
                  </a:cubicBezTo>
                  <a:lnTo>
                    <a:pt x="483" y="1282"/>
                  </a:lnTo>
                  <a:cubicBezTo>
                    <a:pt x="216" y="1282"/>
                    <a:pt x="1" y="1497"/>
                    <a:pt x="1" y="1762"/>
                  </a:cubicBezTo>
                  <a:lnTo>
                    <a:pt x="1" y="11379"/>
                  </a:lnTo>
                  <a:cubicBezTo>
                    <a:pt x="1" y="11644"/>
                    <a:pt x="216" y="11860"/>
                    <a:pt x="483" y="11860"/>
                  </a:cubicBezTo>
                  <a:lnTo>
                    <a:pt x="15931" y="11860"/>
                  </a:lnTo>
                  <a:cubicBezTo>
                    <a:pt x="16196" y="11860"/>
                    <a:pt x="16412" y="11644"/>
                    <a:pt x="16412" y="11379"/>
                  </a:cubicBezTo>
                  <a:lnTo>
                    <a:pt x="16412" y="1764"/>
                  </a:lnTo>
                  <a:cubicBezTo>
                    <a:pt x="16412" y="1499"/>
                    <a:pt x="16198" y="1283"/>
                    <a:pt x="15934" y="1283"/>
                  </a:cubicBezTo>
                  <a:cubicBezTo>
                    <a:pt x="15933" y="1283"/>
                    <a:pt x="15932" y="1283"/>
                    <a:pt x="15931" y="1283"/>
                  </a:cubicBezTo>
                  <a:lnTo>
                    <a:pt x="4873" y="1283"/>
                  </a:lnTo>
                  <a:lnTo>
                    <a:pt x="4873" y="481"/>
                  </a:lnTo>
                  <a:cubicBezTo>
                    <a:pt x="4873" y="216"/>
                    <a:pt x="4658" y="0"/>
                    <a:pt x="4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50" name="Google Shape;19950;p93"/>
          <p:cNvGrpSpPr/>
          <p:nvPr/>
        </p:nvGrpSpPr>
        <p:grpSpPr>
          <a:xfrm>
            <a:off x="7053744" y="2323983"/>
            <a:ext cx="353444" cy="354827"/>
            <a:chOff x="2366775" y="1748950"/>
            <a:chExt cx="408700" cy="410300"/>
          </a:xfrm>
        </p:grpSpPr>
        <p:sp>
          <p:nvSpPr>
            <p:cNvPr id="19951" name="Google Shape;19951;p93"/>
            <p:cNvSpPr/>
            <p:nvPr/>
          </p:nvSpPr>
          <p:spPr>
            <a:xfrm>
              <a:off x="2366775" y="1748950"/>
              <a:ext cx="408700" cy="410300"/>
            </a:xfrm>
            <a:custGeom>
              <a:rect b="b" l="l" r="r" t="t"/>
              <a:pathLst>
                <a:path extrusionOk="0" h="16412" w="16348">
                  <a:moveTo>
                    <a:pt x="10256" y="961"/>
                  </a:moveTo>
                  <a:lnTo>
                    <a:pt x="10256" y="1986"/>
                  </a:lnTo>
                  <a:lnTo>
                    <a:pt x="6090" y="1986"/>
                  </a:lnTo>
                  <a:lnTo>
                    <a:pt x="6090" y="961"/>
                  </a:lnTo>
                  <a:close/>
                  <a:moveTo>
                    <a:pt x="3846" y="6795"/>
                  </a:moveTo>
                  <a:lnTo>
                    <a:pt x="3846" y="15449"/>
                  </a:lnTo>
                  <a:lnTo>
                    <a:pt x="2884" y="15449"/>
                  </a:lnTo>
                  <a:lnTo>
                    <a:pt x="2884" y="14006"/>
                  </a:lnTo>
                  <a:cubicBezTo>
                    <a:pt x="2878" y="13744"/>
                    <a:pt x="2664" y="13535"/>
                    <a:pt x="2404" y="13535"/>
                  </a:cubicBezTo>
                  <a:cubicBezTo>
                    <a:pt x="2142" y="13535"/>
                    <a:pt x="1928" y="13744"/>
                    <a:pt x="1922" y="14006"/>
                  </a:cubicBezTo>
                  <a:lnTo>
                    <a:pt x="1922" y="15449"/>
                  </a:lnTo>
                  <a:lnTo>
                    <a:pt x="961" y="15449"/>
                  </a:lnTo>
                  <a:lnTo>
                    <a:pt x="961" y="6795"/>
                  </a:lnTo>
                  <a:close/>
                  <a:moveTo>
                    <a:pt x="9294" y="12564"/>
                  </a:moveTo>
                  <a:lnTo>
                    <a:pt x="9294" y="15449"/>
                  </a:lnTo>
                  <a:lnTo>
                    <a:pt x="7051" y="15449"/>
                  </a:lnTo>
                  <a:lnTo>
                    <a:pt x="7051" y="12564"/>
                  </a:lnTo>
                  <a:close/>
                  <a:moveTo>
                    <a:pt x="11538" y="2948"/>
                  </a:moveTo>
                  <a:lnTo>
                    <a:pt x="11538" y="15449"/>
                  </a:lnTo>
                  <a:lnTo>
                    <a:pt x="10256" y="15449"/>
                  </a:lnTo>
                  <a:lnTo>
                    <a:pt x="10256" y="12084"/>
                  </a:lnTo>
                  <a:cubicBezTo>
                    <a:pt x="10256" y="11819"/>
                    <a:pt x="10041" y="11603"/>
                    <a:pt x="9776" y="11603"/>
                  </a:cubicBezTo>
                  <a:lnTo>
                    <a:pt x="6570" y="11603"/>
                  </a:lnTo>
                  <a:cubicBezTo>
                    <a:pt x="6305" y="11603"/>
                    <a:pt x="6088" y="11819"/>
                    <a:pt x="6090" y="12084"/>
                  </a:cubicBezTo>
                  <a:lnTo>
                    <a:pt x="6090" y="15449"/>
                  </a:lnTo>
                  <a:lnTo>
                    <a:pt x="4808" y="15449"/>
                  </a:lnTo>
                  <a:lnTo>
                    <a:pt x="4807" y="2948"/>
                  </a:lnTo>
                  <a:close/>
                  <a:moveTo>
                    <a:pt x="15385" y="6795"/>
                  </a:moveTo>
                  <a:lnTo>
                    <a:pt x="15385" y="15449"/>
                  </a:lnTo>
                  <a:lnTo>
                    <a:pt x="14423" y="15449"/>
                  </a:lnTo>
                  <a:lnTo>
                    <a:pt x="14423" y="14006"/>
                  </a:lnTo>
                  <a:cubicBezTo>
                    <a:pt x="14418" y="13744"/>
                    <a:pt x="14205" y="13535"/>
                    <a:pt x="13942" y="13535"/>
                  </a:cubicBezTo>
                  <a:cubicBezTo>
                    <a:pt x="13680" y="13535"/>
                    <a:pt x="13466" y="13744"/>
                    <a:pt x="13461" y="14006"/>
                  </a:cubicBezTo>
                  <a:lnTo>
                    <a:pt x="13461" y="15449"/>
                  </a:lnTo>
                  <a:lnTo>
                    <a:pt x="12500" y="15449"/>
                  </a:lnTo>
                  <a:lnTo>
                    <a:pt x="12500" y="6795"/>
                  </a:lnTo>
                  <a:close/>
                  <a:moveTo>
                    <a:pt x="4327" y="0"/>
                  </a:moveTo>
                  <a:cubicBezTo>
                    <a:pt x="4065" y="5"/>
                    <a:pt x="3855" y="219"/>
                    <a:pt x="3855" y="481"/>
                  </a:cubicBezTo>
                  <a:cubicBezTo>
                    <a:pt x="3855" y="743"/>
                    <a:pt x="4065" y="957"/>
                    <a:pt x="4327" y="962"/>
                  </a:cubicBezTo>
                  <a:lnTo>
                    <a:pt x="5128" y="962"/>
                  </a:lnTo>
                  <a:lnTo>
                    <a:pt x="5128" y="1988"/>
                  </a:lnTo>
                  <a:lnTo>
                    <a:pt x="4327" y="1988"/>
                  </a:lnTo>
                  <a:cubicBezTo>
                    <a:pt x="4060" y="1988"/>
                    <a:pt x="3845" y="2203"/>
                    <a:pt x="3846" y="2468"/>
                  </a:cubicBezTo>
                  <a:lnTo>
                    <a:pt x="3846" y="5833"/>
                  </a:lnTo>
                  <a:lnTo>
                    <a:pt x="481" y="5833"/>
                  </a:lnTo>
                  <a:cubicBezTo>
                    <a:pt x="480" y="5833"/>
                    <a:pt x="479" y="5833"/>
                    <a:pt x="478" y="5833"/>
                  </a:cubicBezTo>
                  <a:cubicBezTo>
                    <a:pt x="214" y="5833"/>
                    <a:pt x="1" y="6048"/>
                    <a:pt x="1" y="6314"/>
                  </a:cubicBezTo>
                  <a:lnTo>
                    <a:pt x="1" y="15929"/>
                  </a:lnTo>
                  <a:cubicBezTo>
                    <a:pt x="1" y="16196"/>
                    <a:pt x="216" y="16411"/>
                    <a:pt x="481" y="16411"/>
                  </a:cubicBezTo>
                  <a:lnTo>
                    <a:pt x="15865" y="16411"/>
                  </a:lnTo>
                  <a:cubicBezTo>
                    <a:pt x="16130" y="16411"/>
                    <a:pt x="16346" y="16196"/>
                    <a:pt x="16346" y="15929"/>
                  </a:cubicBezTo>
                  <a:lnTo>
                    <a:pt x="16346" y="6314"/>
                  </a:lnTo>
                  <a:cubicBezTo>
                    <a:pt x="16347" y="6049"/>
                    <a:pt x="16133" y="5833"/>
                    <a:pt x="15868" y="5833"/>
                  </a:cubicBezTo>
                  <a:cubicBezTo>
                    <a:pt x="15867" y="5833"/>
                    <a:pt x="15866" y="5833"/>
                    <a:pt x="15865" y="5833"/>
                  </a:cubicBezTo>
                  <a:lnTo>
                    <a:pt x="12500" y="5833"/>
                  </a:lnTo>
                  <a:lnTo>
                    <a:pt x="12500" y="2468"/>
                  </a:lnTo>
                  <a:cubicBezTo>
                    <a:pt x="12500" y="2203"/>
                    <a:pt x="12285" y="1988"/>
                    <a:pt x="12020" y="1988"/>
                  </a:cubicBezTo>
                  <a:lnTo>
                    <a:pt x="11217" y="1988"/>
                  </a:lnTo>
                  <a:lnTo>
                    <a:pt x="11217" y="962"/>
                  </a:lnTo>
                  <a:lnTo>
                    <a:pt x="12020" y="962"/>
                  </a:lnTo>
                  <a:cubicBezTo>
                    <a:pt x="12280" y="957"/>
                    <a:pt x="12491" y="743"/>
                    <a:pt x="12491" y="481"/>
                  </a:cubicBezTo>
                  <a:cubicBezTo>
                    <a:pt x="12491" y="219"/>
                    <a:pt x="12280" y="5"/>
                    <a:pt x="120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2" name="Google Shape;19952;p93"/>
            <p:cNvSpPr/>
            <p:nvPr/>
          </p:nvSpPr>
          <p:spPr>
            <a:xfrm>
              <a:off x="2555000" y="1846700"/>
              <a:ext cx="28150" cy="24075"/>
            </a:xfrm>
            <a:custGeom>
              <a:rect b="b" l="l" r="r" t="t"/>
              <a:pathLst>
                <a:path extrusionOk="0" h="963" w="1126">
                  <a:moveTo>
                    <a:pt x="643" y="0"/>
                  </a:moveTo>
                  <a:cubicBezTo>
                    <a:pt x="214" y="0"/>
                    <a:pt x="0" y="519"/>
                    <a:pt x="304" y="822"/>
                  </a:cubicBezTo>
                  <a:cubicBezTo>
                    <a:pt x="396" y="914"/>
                    <a:pt x="518" y="963"/>
                    <a:pt x="643" y="963"/>
                  </a:cubicBezTo>
                  <a:cubicBezTo>
                    <a:pt x="705" y="963"/>
                    <a:pt x="768" y="951"/>
                    <a:pt x="828" y="926"/>
                  </a:cubicBezTo>
                  <a:cubicBezTo>
                    <a:pt x="1008" y="851"/>
                    <a:pt x="1125" y="676"/>
                    <a:pt x="1125" y="481"/>
                  </a:cubicBezTo>
                  <a:cubicBezTo>
                    <a:pt x="1125" y="216"/>
                    <a:pt x="91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3" name="Google Shape;19953;p93"/>
            <p:cNvSpPr/>
            <p:nvPr/>
          </p:nvSpPr>
          <p:spPr>
            <a:xfrm>
              <a:off x="2603075" y="1846700"/>
              <a:ext cx="28150" cy="24050"/>
            </a:xfrm>
            <a:custGeom>
              <a:rect b="b" l="l" r="r" t="t"/>
              <a:pathLst>
                <a:path extrusionOk="0" h="962" w="1126">
                  <a:moveTo>
                    <a:pt x="643" y="0"/>
                  </a:moveTo>
                  <a:cubicBezTo>
                    <a:pt x="216" y="0"/>
                    <a:pt x="0" y="519"/>
                    <a:pt x="303" y="821"/>
                  </a:cubicBezTo>
                  <a:cubicBezTo>
                    <a:pt x="395" y="913"/>
                    <a:pt x="518" y="961"/>
                    <a:pt x="643" y="961"/>
                  </a:cubicBezTo>
                  <a:cubicBezTo>
                    <a:pt x="705" y="961"/>
                    <a:pt x="768" y="949"/>
                    <a:pt x="828" y="925"/>
                  </a:cubicBezTo>
                  <a:cubicBezTo>
                    <a:pt x="1008" y="851"/>
                    <a:pt x="1125" y="676"/>
                    <a:pt x="1125" y="481"/>
                  </a:cubicBezTo>
                  <a:cubicBezTo>
                    <a:pt x="1125" y="216"/>
                    <a:pt x="91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4" name="Google Shape;19954;p93"/>
            <p:cNvSpPr/>
            <p:nvPr/>
          </p:nvSpPr>
          <p:spPr>
            <a:xfrm>
              <a:off x="2506925" y="1846700"/>
              <a:ext cx="28100" cy="24075"/>
            </a:xfrm>
            <a:custGeom>
              <a:rect b="b" l="l" r="r" t="t"/>
              <a:pathLst>
                <a:path extrusionOk="0" h="963" w="1124">
                  <a:moveTo>
                    <a:pt x="644" y="0"/>
                  </a:moveTo>
                  <a:cubicBezTo>
                    <a:pt x="214" y="0"/>
                    <a:pt x="1" y="519"/>
                    <a:pt x="304" y="822"/>
                  </a:cubicBezTo>
                  <a:cubicBezTo>
                    <a:pt x="396" y="914"/>
                    <a:pt x="518" y="963"/>
                    <a:pt x="643" y="963"/>
                  </a:cubicBezTo>
                  <a:cubicBezTo>
                    <a:pt x="706" y="963"/>
                    <a:pt x="768" y="951"/>
                    <a:pt x="828" y="926"/>
                  </a:cubicBezTo>
                  <a:cubicBezTo>
                    <a:pt x="1007" y="851"/>
                    <a:pt x="1124" y="676"/>
                    <a:pt x="1124" y="481"/>
                  </a:cubicBezTo>
                  <a:cubicBezTo>
                    <a:pt x="1124" y="216"/>
                    <a:pt x="909"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5" name="Google Shape;19955;p93"/>
            <p:cNvSpPr/>
            <p:nvPr/>
          </p:nvSpPr>
          <p:spPr>
            <a:xfrm>
              <a:off x="2555000" y="1894775"/>
              <a:ext cx="28150" cy="24050"/>
            </a:xfrm>
            <a:custGeom>
              <a:rect b="b" l="l" r="r" t="t"/>
              <a:pathLst>
                <a:path extrusionOk="0" h="962" w="1126">
                  <a:moveTo>
                    <a:pt x="646" y="0"/>
                  </a:moveTo>
                  <a:cubicBezTo>
                    <a:pt x="645" y="0"/>
                    <a:pt x="644" y="0"/>
                    <a:pt x="643" y="0"/>
                  </a:cubicBezTo>
                  <a:cubicBezTo>
                    <a:pt x="216" y="0"/>
                    <a:pt x="0" y="517"/>
                    <a:pt x="304" y="820"/>
                  </a:cubicBezTo>
                  <a:cubicBezTo>
                    <a:pt x="396" y="912"/>
                    <a:pt x="518" y="961"/>
                    <a:pt x="643" y="961"/>
                  </a:cubicBezTo>
                  <a:cubicBezTo>
                    <a:pt x="705" y="961"/>
                    <a:pt x="768" y="949"/>
                    <a:pt x="828" y="924"/>
                  </a:cubicBezTo>
                  <a:cubicBezTo>
                    <a:pt x="1007" y="851"/>
                    <a:pt x="1124" y="675"/>
                    <a:pt x="1125" y="481"/>
                  </a:cubicBezTo>
                  <a:cubicBezTo>
                    <a:pt x="1124" y="215"/>
                    <a:pt x="910"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6" name="Google Shape;19956;p93"/>
            <p:cNvSpPr/>
            <p:nvPr/>
          </p:nvSpPr>
          <p:spPr>
            <a:xfrm>
              <a:off x="2603100" y="1894775"/>
              <a:ext cx="28125" cy="24050"/>
            </a:xfrm>
            <a:custGeom>
              <a:rect b="b" l="l" r="r" t="t"/>
              <a:pathLst>
                <a:path extrusionOk="0" h="962" w="1125">
                  <a:moveTo>
                    <a:pt x="642" y="0"/>
                  </a:moveTo>
                  <a:cubicBezTo>
                    <a:pt x="215" y="0"/>
                    <a:pt x="1" y="517"/>
                    <a:pt x="302" y="820"/>
                  </a:cubicBezTo>
                  <a:cubicBezTo>
                    <a:pt x="394" y="912"/>
                    <a:pt x="517" y="961"/>
                    <a:pt x="642" y="961"/>
                  </a:cubicBezTo>
                  <a:cubicBezTo>
                    <a:pt x="704" y="961"/>
                    <a:pt x="767" y="949"/>
                    <a:pt x="827" y="924"/>
                  </a:cubicBezTo>
                  <a:cubicBezTo>
                    <a:pt x="1005" y="851"/>
                    <a:pt x="1123" y="675"/>
                    <a:pt x="1124" y="481"/>
                  </a:cubicBezTo>
                  <a:cubicBezTo>
                    <a:pt x="1124" y="214"/>
                    <a:pt x="909" y="0"/>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7" name="Google Shape;19957;p93"/>
            <p:cNvSpPr/>
            <p:nvPr/>
          </p:nvSpPr>
          <p:spPr>
            <a:xfrm>
              <a:off x="2506950" y="1894775"/>
              <a:ext cx="28075" cy="24050"/>
            </a:xfrm>
            <a:custGeom>
              <a:rect b="b" l="l" r="r" t="t"/>
              <a:pathLst>
                <a:path extrusionOk="0" h="962" w="1123">
                  <a:moveTo>
                    <a:pt x="641" y="0"/>
                  </a:moveTo>
                  <a:cubicBezTo>
                    <a:pt x="213" y="0"/>
                    <a:pt x="0" y="518"/>
                    <a:pt x="303" y="820"/>
                  </a:cubicBezTo>
                  <a:cubicBezTo>
                    <a:pt x="394" y="912"/>
                    <a:pt x="517" y="961"/>
                    <a:pt x="642" y="961"/>
                  </a:cubicBezTo>
                  <a:cubicBezTo>
                    <a:pt x="704" y="961"/>
                    <a:pt x="766" y="949"/>
                    <a:pt x="826" y="924"/>
                  </a:cubicBezTo>
                  <a:cubicBezTo>
                    <a:pt x="1006" y="851"/>
                    <a:pt x="1123" y="675"/>
                    <a:pt x="1123" y="481"/>
                  </a:cubicBezTo>
                  <a:cubicBezTo>
                    <a:pt x="1123" y="214"/>
                    <a:pt x="908" y="0"/>
                    <a:pt x="643" y="0"/>
                  </a:cubicBezTo>
                  <a:cubicBezTo>
                    <a:pt x="642" y="0"/>
                    <a:pt x="641" y="0"/>
                    <a:pt x="6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8" name="Google Shape;19958;p93"/>
            <p:cNvSpPr/>
            <p:nvPr/>
          </p:nvSpPr>
          <p:spPr>
            <a:xfrm>
              <a:off x="2555000" y="1942850"/>
              <a:ext cx="28150" cy="24075"/>
            </a:xfrm>
            <a:custGeom>
              <a:rect b="b" l="l" r="r" t="t"/>
              <a:pathLst>
                <a:path extrusionOk="0" h="963" w="1126">
                  <a:moveTo>
                    <a:pt x="643" y="0"/>
                  </a:moveTo>
                  <a:cubicBezTo>
                    <a:pt x="216" y="0"/>
                    <a:pt x="0" y="519"/>
                    <a:pt x="304" y="822"/>
                  </a:cubicBezTo>
                  <a:cubicBezTo>
                    <a:pt x="396" y="914"/>
                    <a:pt x="518" y="962"/>
                    <a:pt x="643" y="962"/>
                  </a:cubicBezTo>
                  <a:cubicBezTo>
                    <a:pt x="705" y="962"/>
                    <a:pt x="768" y="950"/>
                    <a:pt x="828" y="926"/>
                  </a:cubicBezTo>
                  <a:cubicBezTo>
                    <a:pt x="1008" y="851"/>
                    <a:pt x="1125" y="675"/>
                    <a:pt x="1125" y="482"/>
                  </a:cubicBezTo>
                  <a:cubicBezTo>
                    <a:pt x="1125" y="215"/>
                    <a:pt x="908"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9" name="Google Shape;19959;p93"/>
            <p:cNvSpPr/>
            <p:nvPr/>
          </p:nvSpPr>
          <p:spPr>
            <a:xfrm>
              <a:off x="2603100" y="1942850"/>
              <a:ext cx="28125" cy="24075"/>
            </a:xfrm>
            <a:custGeom>
              <a:rect b="b" l="l" r="r" t="t"/>
              <a:pathLst>
                <a:path extrusionOk="0" h="963" w="1125">
                  <a:moveTo>
                    <a:pt x="642" y="0"/>
                  </a:moveTo>
                  <a:cubicBezTo>
                    <a:pt x="215" y="0"/>
                    <a:pt x="1" y="519"/>
                    <a:pt x="302" y="822"/>
                  </a:cubicBezTo>
                  <a:cubicBezTo>
                    <a:pt x="395" y="913"/>
                    <a:pt x="518" y="962"/>
                    <a:pt x="643" y="962"/>
                  </a:cubicBezTo>
                  <a:cubicBezTo>
                    <a:pt x="705" y="962"/>
                    <a:pt x="767" y="950"/>
                    <a:pt x="827" y="926"/>
                  </a:cubicBezTo>
                  <a:cubicBezTo>
                    <a:pt x="1007" y="851"/>
                    <a:pt x="1124" y="675"/>
                    <a:pt x="1124" y="482"/>
                  </a:cubicBezTo>
                  <a:cubicBezTo>
                    <a:pt x="1124" y="215"/>
                    <a:pt x="909" y="0"/>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0" name="Google Shape;19960;p93"/>
            <p:cNvSpPr/>
            <p:nvPr/>
          </p:nvSpPr>
          <p:spPr>
            <a:xfrm>
              <a:off x="2506925" y="1942850"/>
              <a:ext cx="28100" cy="24075"/>
            </a:xfrm>
            <a:custGeom>
              <a:rect b="b" l="l" r="r" t="t"/>
              <a:pathLst>
                <a:path extrusionOk="0" h="963" w="1124">
                  <a:moveTo>
                    <a:pt x="644" y="0"/>
                  </a:moveTo>
                  <a:cubicBezTo>
                    <a:pt x="214" y="0"/>
                    <a:pt x="1" y="519"/>
                    <a:pt x="304" y="822"/>
                  </a:cubicBezTo>
                  <a:cubicBezTo>
                    <a:pt x="396" y="914"/>
                    <a:pt x="518" y="962"/>
                    <a:pt x="643" y="962"/>
                  </a:cubicBezTo>
                  <a:cubicBezTo>
                    <a:pt x="706" y="962"/>
                    <a:pt x="768" y="950"/>
                    <a:pt x="828" y="926"/>
                  </a:cubicBezTo>
                  <a:cubicBezTo>
                    <a:pt x="1007" y="851"/>
                    <a:pt x="1124" y="675"/>
                    <a:pt x="1124" y="482"/>
                  </a:cubicBezTo>
                  <a:cubicBezTo>
                    <a:pt x="1124" y="215"/>
                    <a:pt x="909"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1" name="Google Shape;19961;p93"/>
            <p:cNvSpPr/>
            <p:nvPr/>
          </p:nvSpPr>
          <p:spPr>
            <a:xfrm>
              <a:off x="2555000" y="1990900"/>
              <a:ext cx="28150" cy="24100"/>
            </a:xfrm>
            <a:custGeom>
              <a:rect b="b" l="l" r="r" t="t"/>
              <a:pathLst>
                <a:path extrusionOk="0" h="964" w="1126">
                  <a:moveTo>
                    <a:pt x="643" y="1"/>
                  </a:moveTo>
                  <a:cubicBezTo>
                    <a:pt x="216" y="1"/>
                    <a:pt x="0" y="519"/>
                    <a:pt x="304" y="823"/>
                  </a:cubicBezTo>
                  <a:cubicBezTo>
                    <a:pt x="396" y="914"/>
                    <a:pt x="518" y="963"/>
                    <a:pt x="643" y="963"/>
                  </a:cubicBezTo>
                  <a:cubicBezTo>
                    <a:pt x="705" y="963"/>
                    <a:pt x="768" y="951"/>
                    <a:pt x="828" y="926"/>
                  </a:cubicBezTo>
                  <a:cubicBezTo>
                    <a:pt x="1007" y="852"/>
                    <a:pt x="1125" y="678"/>
                    <a:pt x="1125" y="483"/>
                  </a:cubicBezTo>
                  <a:cubicBezTo>
                    <a:pt x="1125" y="216"/>
                    <a:pt x="91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2" name="Google Shape;19962;p93"/>
            <p:cNvSpPr/>
            <p:nvPr/>
          </p:nvSpPr>
          <p:spPr>
            <a:xfrm>
              <a:off x="2603100" y="1990900"/>
              <a:ext cx="28125" cy="24100"/>
            </a:xfrm>
            <a:custGeom>
              <a:rect b="b" l="l" r="r" t="t"/>
              <a:pathLst>
                <a:path extrusionOk="0" h="964" w="1125">
                  <a:moveTo>
                    <a:pt x="642" y="1"/>
                  </a:moveTo>
                  <a:cubicBezTo>
                    <a:pt x="215" y="1"/>
                    <a:pt x="1" y="519"/>
                    <a:pt x="302" y="823"/>
                  </a:cubicBezTo>
                  <a:cubicBezTo>
                    <a:pt x="394" y="914"/>
                    <a:pt x="517" y="963"/>
                    <a:pt x="642" y="963"/>
                  </a:cubicBezTo>
                  <a:cubicBezTo>
                    <a:pt x="704" y="963"/>
                    <a:pt x="767" y="951"/>
                    <a:pt x="827" y="926"/>
                  </a:cubicBezTo>
                  <a:cubicBezTo>
                    <a:pt x="1007" y="852"/>
                    <a:pt x="1124" y="678"/>
                    <a:pt x="1124" y="483"/>
                  </a:cubicBezTo>
                  <a:cubicBezTo>
                    <a:pt x="1124" y="216"/>
                    <a:pt x="909"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3" name="Google Shape;19963;p93"/>
            <p:cNvSpPr/>
            <p:nvPr/>
          </p:nvSpPr>
          <p:spPr>
            <a:xfrm>
              <a:off x="2506925" y="1990900"/>
              <a:ext cx="28100" cy="24100"/>
            </a:xfrm>
            <a:custGeom>
              <a:rect b="b" l="l" r="r" t="t"/>
              <a:pathLst>
                <a:path extrusionOk="0" h="964" w="1124">
                  <a:moveTo>
                    <a:pt x="644" y="1"/>
                  </a:moveTo>
                  <a:cubicBezTo>
                    <a:pt x="214" y="1"/>
                    <a:pt x="1" y="519"/>
                    <a:pt x="304" y="823"/>
                  </a:cubicBezTo>
                  <a:cubicBezTo>
                    <a:pt x="396" y="914"/>
                    <a:pt x="518" y="963"/>
                    <a:pt x="643" y="963"/>
                  </a:cubicBezTo>
                  <a:cubicBezTo>
                    <a:pt x="706" y="963"/>
                    <a:pt x="768" y="951"/>
                    <a:pt x="828" y="926"/>
                  </a:cubicBezTo>
                  <a:cubicBezTo>
                    <a:pt x="1007" y="852"/>
                    <a:pt x="1124" y="678"/>
                    <a:pt x="1124" y="483"/>
                  </a:cubicBezTo>
                  <a:cubicBezTo>
                    <a:pt x="1124" y="216"/>
                    <a:pt x="909" y="1"/>
                    <a:pt x="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4" name="Google Shape;19964;p93"/>
            <p:cNvSpPr/>
            <p:nvPr/>
          </p:nvSpPr>
          <p:spPr>
            <a:xfrm>
              <a:off x="2699250" y="1942850"/>
              <a:ext cx="28100" cy="24075"/>
            </a:xfrm>
            <a:custGeom>
              <a:rect b="b" l="l" r="r" t="t"/>
              <a:pathLst>
                <a:path extrusionOk="0" h="963" w="1124">
                  <a:moveTo>
                    <a:pt x="643" y="0"/>
                  </a:moveTo>
                  <a:cubicBezTo>
                    <a:pt x="214" y="0"/>
                    <a:pt x="0" y="519"/>
                    <a:pt x="304" y="822"/>
                  </a:cubicBezTo>
                  <a:cubicBezTo>
                    <a:pt x="396" y="914"/>
                    <a:pt x="518" y="962"/>
                    <a:pt x="643" y="962"/>
                  </a:cubicBezTo>
                  <a:cubicBezTo>
                    <a:pt x="705" y="962"/>
                    <a:pt x="768" y="950"/>
                    <a:pt x="828" y="926"/>
                  </a:cubicBezTo>
                  <a:cubicBezTo>
                    <a:pt x="1007" y="851"/>
                    <a:pt x="1124" y="675"/>
                    <a:pt x="1124" y="482"/>
                  </a:cubicBezTo>
                  <a:cubicBezTo>
                    <a:pt x="1124" y="215"/>
                    <a:pt x="908"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5" name="Google Shape;19965;p93"/>
            <p:cNvSpPr/>
            <p:nvPr/>
          </p:nvSpPr>
          <p:spPr>
            <a:xfrm>
              <a:off x="2699250" y="1990900"/>
              <a:ext cx="28100" cy="24100"/>
            </a:xfrm>
            <a:custGeom>
              <a:rect b="b" l="l" r="r" t="t"/>
              <a:pathLst>
                <a:path extrusionOk="0" h="964" w="1124">
                  <a:moveTo>
                    <a:pt x="643" y="1"/>
                  </a:moveTo>
                  <a:cubicBezTo>
                    <a:pt x="214" y="1"/>
                    <a:pt x="0" y="519"/>
                    <a:pt x="304" y="823"/>
                  </a:cubicBezTo>
                  <a:cubicBezTo>
                    <a:pt x="395" y="914"/>
                    <a:pt x="518" y="963"/>
                    <a:pt x="643" y="963"/>
                  </a:cubicBezTo>
                  <a:cubicBezTo>
                    <a:pt x="705" y="963"/>
                    <a:pt x="767" y="951"/>
                    <a:pt x="826" y="926"/>
                  </a:cubicBezTo>
                  <a:cubicBezTo>
                    <a:pt x="1007" y="852"/>
                    <a:pt x="1124" y="678"/>
                    <a:pt x="1124" y="483"/>
                  </a:cubicBezTo>
                  <a:cubicBezTo>
                    <a:pt x="1124" y="216"/>
                    <a:pt x="908"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6" name="Google Shape;19966;p93"/>
            <p:cNvSpPr/>
            <p:nvPr/>
          </p:nvSpPr>
          <p:spPr>
            <a:xfrm>
              <a:off x="2699250" y="2039025"/>
              <a:ext cx="28100" cy="24050"/>
            </a:xfrm>
            <a:custGeom>
              <a:rect b="b" l="l" r="r" t="t"/>
              <a:pathLst>
                <a:path extrusionOk="0" h="962" w="1124">
                  <a:moveTo>
                    <a:pt x="643" y="0"/>
                  </a:moveTo>
                  <a:cubicBezTo>
                    <a:pt x="214" y="0"/>
                    <a:pt x="0" y="517"/>
                    <a:pt x="304" y="820"/>
                  </a:cubicBezTo>
                  <a:cubicBezTo>
                    <a:pt x="396" y="912"/>
                    <a:pt x="518" y="961"/>
                    <a:pt x="643" y="961"/>
                  </a:cubicBezTo>
                  <a:cubicBezTo>
                    <a:pt x="705" y="961"/>
                    <a:pt x="768" y="949"/>
                    <a:pt x="828" y="924"/>
                  </a:cubicBezTo>
                  <a:cubicBezTo>
                    <a:pt x="1007" y="850"/>
                    <a:pt x="1124" y="675"/>
                    <a:pt x="1124" y="481"/>
                  </a:cubicBezTo>
                  <a:cubicBezTo>
                    <a:pt x="1124" y="216"/>
                    <a:pt x="908"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7" name="Google Shape;19967;p93"/>
            <p:cNvSpPr/>
            <p:nvPr/>
          </p:nvSpPr>
          <p:spPr>
            <a:xfrm>
              <a:off x="2410750" y="1942850"/>
              <a:ext cx="28150" cy="24075"/>
            </a:xfrm>
            <a:custGeom>
              <a:rect b="b" l="l" r="r" t="t"/>
              <a:pathLst>
                <a:path extrusionOk="0" h="963" w="1126">
                  <a:moveTo>
                    <a:pt x="645" y="0"/>
                  </a:moveTo>
                  <a:cubicBezTo>
                    <a:pt x="216" y="0"/>
                    <a:pt x="0" y="519"/>
                    <a:pt x="304" y="822"/>
                  </a:cubicBezTo>
                  <a:cubicBezTo>
                    <a:pt x="396" y="914"/>
                    <a:pt x="519" y="962"/>
                    <a:pt x="644" y="962"/>
                  </a:cubicBezTo>
                  <a:cubicBezTo>
                    <a:pt x="706" y="962"/>
                    <a:pt x="769" y="950"/>
                    <a:pt x="828" y="926"/>
                  </a:cubicBezTo>
                  <a:cubicBezTo>
                    <a:pt x="1008" y="851"/>
                    <a:pt x="1125" y="675"/>
                    <a:pt x="1125" y="482"/>
                  </a:cubicBezTo>
                  <a:cubicBezTo>
                    <a:pt x="1125" y="215"/>
                    <a:pt x="910" y="0"/>
                    <a:pt x="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8" name="Google Shape;19968;p93"/>
            <p:cNvSpPr/>
            <p:nvPr/>
          </p:nvSpPr>
          <p:spPr>
            <a:xfrm>
              <a:off x="2410750" y="1990900"/>
              <a:ext cx="28150" cy="24100"/>
            </a:xfrm>
            <a:custGeom>
              <a:rect b="b" l="l" r="r" t="t"/>
              <a:pathLst>
                <a:path extrusionOk="0" h="964" w="1126">
                  <a:moveTo>
                    <a:pt x="645" y="1"/>
                  </a:moveTo>
                  <a:cubicBezTo>
                    <a:pt x="216" y="1"/>
                    <a:pt x="0" y="519"/>
                    <a:pt x="304" y="823"/>
                  </a:cubicBezTo>
                  <a:cubicBezTo>
                    <a:pt x="396" y="914"/>
                    <a:pt x="518" y="963"/>
                    <a:pt x="643" y="963"/>
                  </a:cubicBezTo>
                  <a:cubicBezTo>
                    <a:pt x="705" y="963"/>
                    <a:pt x="768" y="951"/>
                    <a:pt x="828" y="926"/>
                  </a:cubicBezTo>
                  <a:cubicBezTo>
                    <a:pt x="1008" y="852"/>
                    <a:pt x="1125" y="678"/>
                    <a:pt x="1125" y="483"/>
                  </a:cubicBezTo>
                  <a:cubicBezTo>
                    <a:pt x="1125" y="216"/>
                    <a:pt x="910" y="1"/>
                    <a:pt x="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9" name="Google Shape;19969;p93"/>
            <p:cNvSpPr/>
            <p:nvPr/>
          </p:nvSpPr>
          <p:spPr>
            <a:xfrm>
              <a:off x="2410750" y="2039025"/>
              <a:ext cx="28150" cy="24050"/>
            </a:xfrm>
            <a:custGeom>
              <a:rect b="b" l="l" r="r" t="t"/>
              <a:pathLst>
                <a:path extrusionOk="0" h="962" w="1126">
                  <a:moveTo>
                    <a:pt x="645" y="0"/>
                  </a:moveTo>
                  <a:cubicBezTo>
                    <a:pt x="216" y="0"/>
                    <a:pt x="0" y="517"/>
                    <a:pt x="304" y="820"/>
                  </a:cubicBezTo>
                  <a:cubicBezTo>
                    <a:pt x="396" y="912"/>
                    <a:pt x="519" y="961"/>
                    <a:pt x="644" y="961"/>
                  </a:cubicBezTo>
                  <a:cubicBezTo>
                    <a:pt x="706" y="961"/>
                    <a:pt x="769" y="949"/>
                    <a:pt x="828" y="924"/>
                  </a:cubicBezTo>
                  <a:cubicBezTo>
                    <a:pt x="1008" y="850"/>
                    <a:pt x="1125" y="675"/>
                    <a:pt x="1125" y="481"/>
                  </a:cubicBezTo>
                  <a:cubicBezTo>
                    <a:pt x="1125" y="216"/>
                    <a:pt x="910" y="0"/>
                    <a:pt x="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70" name="Google Shape;19970;p93"/>
          <p:cNvGrpSpPr/>
          <p:nvPr/>
        </p:nvGrpSpPr>
        <p:grpSpPr>
          <a:xfrm>
            <a:off x="6302038" y="2338499"/>
            <a:ext cx="354827" cy="325792"/>
            <a:chOff x="1770125" y="1821150"/>
            <a:chExt cx="410300" cy="376725"/>
          </a:xfrm>
        </p:grpSpPr>
        <p:sp>
          <p:nvSpPr>
            <p:cNvPr id="19971" name="Google Shape;19971;p93"/>
            <p:cNvSpPr/>
            <p:nvPr/>
          </p:nvSpPr>
          <p:spPr>
            <a:xfrm>
              <a:off x="2043600" y="2077575"/>
              <a:ext cx="56125" cy="24075"/>
            </a:xfrm>
            <a:custGeom>
              <a:rect b="b" l="l" r="r" t="t"/>
              <a:pathLst>
                <a:path extrusionOk="0" h="963" w="2245">
                  <a:moveTo>
                    <a:pt x="1764" y="0"/>
                  </a:moveTo>
                  <a:cubicBezTo>
                    <a:pt x="1761" y="0"/>
                    <a:pt x="1757" y="0"/>
                    <a:pt x="1754" y="0"/>
                  </a:cubicBezTo>
                  <a:lnTo>
                    <a:pt x="472" y="0"/>
                  </a:lnTo>
                  <a:cubicBezTo>
                    <a:pt x="210" y="5"/>
                    <a:pt x="1" y="219"/>
                    <a:pt x="1" y="481"/>
                  </a:cubicBezTo>
                  <a:cubicBezTo>
                    <a:pt x="1" y="743"/>
                    <a:pt x="210" y="957"/>
                    <a:pt x="472" y="962"/>
                  </a:cubicBezTo>
                  <a:lnTo>
                    <a:pt x="1754" y="962"/>
                  </a:lnTo>
                  <a:cubicBezTo>
                    <a:pt x="1756" y="963"/>
                    <a:pt x="1759" y="963"/>
                    <a:pt x="1762" y="963"/>
                  </a:cubicBezTo>
                  <a:cubicBezTo>
                    <a:pt x="2028" y="963"/>
                    <a:pt x="2244" y="747"/>
                    <a:pt x="2244" y="481"/>
                  </a:cubicBezTo>
                  <a:cubicBezTo>
                    <a:pt x="2244" y="215"/>
                    <a:pt x="2029" y="0"/>
                    <a:pt x="1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2" name="Google Shape;19972;p93"/>
            <p:cNvSpPr/>
            <p:nvPr/>
          </p:nvSpPr>
          <p:spPr>
            <a:xfrm>
              <a:off x="1770125" y="1821150"/>
              <a:ext cx="410300" cy="376725"/>
            </a:xfrm>
            <a:custGeom>
              <a:rect b="b" l="l" r="r" t="t"/>
              <a:pathLst>
                <a:path extrusionOk="0" h="15069" w="16412">
                  <a:moveTo>
                    <a:pt x="15450" y="962"/>
                  </a:moveTo>
                  <a:lnTo>
                    <a:pt x="15450" y="4487"/>
                  </a:lnTo>
                  <a:lnTo>
                    <a:pt x="9360" y="4487"/>
                  </a:lnTo>
                  <a:lnTo>
                    <a:pt x="9360" y="962"/>
                  </a:lnTo>
                  <a:close/>
                  <a:moveTo>
                    <a:pt x="12959" y="5451"/>
                  </a:moveTo>
                  <a:lnTo>
                    <a:pt x="13120" y="6412"/>
                  </a:lnTo>
                  <a:lnTo>
                    <a:pt x="11691" y="6412"/>
                  </a:lnTo>
                  <a:lnTo>
                    <a:pt x="11851" y="5451"/>
                  </a:lnTo>
                  <a:close/>
                  <a:moveTo>
                    <a:pt x="2597" y="7372"/>
                  </a:moveTo>
                  <a:lnTo>
                    <a:pt x="2597" y="8334"/>
                  </a:lnTo>
                  <a:lnTo>
                    <a:pt x="962" y="8334"/>
                  </a:lnTo>
                  <a:lnTo>
                    <a:pt x="962" y="7372"/>
                  </a:lnTo>
                  <a:close/>
                  <a:moveTo>
                    <a:pt x="15450" y="7372"/>
                  </a:moveTo>
                  <a:lnTo>
                    <a:pt x="15450" y="8334"/>
                  </a:lnTo>
                  <a:lnTo>
                    <a:pt x="8046" y="8334"/>
                  </a:lnTo>
                  <a:lnTo>
                    <a:pt x="8046" y="7372"/>
                  </a:lnTo>
                  <a:close/>
                  <a:moveTo>
                    <a:pt x="5962" y="4808"/>
                  </a:moveTo>
                  <a:cubicBezTo>
                    <a:pt x="6582" y="4808"/>
                    <a:pt x="7084" y="5310"/>
                    <a:pt x="7085" y="5930"/>
                  </a:cubicBezTo>
                  <a:lnTo>
                    <a:pt x="7084" y="9616"/>
                  </a:lnTo>
                  <a:lnTo>
                    <a:pt x="3559" y="9616"/>
                  </a:lnTo>
                  <a:lnTo>
                    <a:pt x="3559" y="5930"/>
                  </a:lnTo>
                  <a:cubicBezTo>
                    <a:pt x="3559" y="5310"/>
                    <a:pt x="4061" y="4810"/>
                    <a:pt x="4681" y="4808"/>
                  </a:cubicBezTo>
                  <a:close/>
                  <a:moveTo>
                    <a:pt x="14456" y="9297"/>
                  </a:moveTo>
                  <a:lnTo>
                    <a:pt x="14456" y="12180"/>
                  </a:lnTo>
                  <a:lnTo>
                    <a:pt x="9648" y="12180"/>
                  </a:lnTo>
                  <a:lnTo>
                    <a:pt x="9648" y="9297"/>
                  </a:lnTo>
                  <a:close/>
                  <a:moveTo>
                    <a:pt x="8879" y="0"/>
                  </a:moveTo>
                  <a:cubicBezTo>
                    <a:pt x="8613" y="0"/>
                    <a:pt x="8397" y="216"/>
                    <a:pt x="8397" y="482"/>
                  </a:cubicBezTo>
                  <a:lnTo>
                    <a:pt x="8397" y="4969"/>
                  </a:lnTo>
                  <a:cubicBezTo>
                    <a:pt x="8397" y="5234"/>
                    <a:pt x="8613" y="5449"/>
                    <a:pt x="8879" y="5449"/>
                  </a:cubicBezTo>
                  <a:lnTo>
                    <a:pt x="10875" y="5449"/>
                  </a:lnTo>
                  <a:lnTo>
                    <a:pt x="10716" y="6412"/>
                  </a:lnTo>
                  <a:lnTo>
                    <a:pt x="8046" y="6412"/>
                  </a:lnTo>
                  <a:lnTo>
                    <a:pt x="8046" y="5930"/>
                  </a:lnTo>
                  <a:cubicBezTo>
                    <a:pt x="8045" y="4780"/>
                    <a:pt x="7113" y="3849"/>
                    <a:pt x="5962" y="3847"/>
                  </a:cubicBezTo>
                  <a:lnTo>
                    <a:pt x="4681" y="3847"/>
                  </a:lnTo>
                  <a:cubicBezTo>
                    <a:pt x="3531" y="3849"/>
                    <a:pt x="2600" y="4780"/>
                    <a:pt x="2597" y="5930"/>
                  </a:cubicBezTo>
                  <a:lnTo>
                    <a:pt x="2597" y="6412"/>
                  </a:lnTo>
                  <a:lnTo>
                    <a:pt x="482" y="6412"/>
                  </a:lnTo>
                  <a:cubicBezTo>
                    <a:pt x="481" y="6412"/>
                    <a:pt x="480" y="6412"/>
                    <a:pt x="479" y="6412"/>
                  </a:cubicBezTo>
                  <a:cubicBezTo>
                    <a:pt x="214" y="6412"/>
                    <a:pt x="0" y="6626"/>
                    <a:pt x="0" y="6892"/>
                  </a:cubicBezTo>
                  <a:lnTo>
                    <a:pt x="0" y="8815"/>
                  </a:lnTo>
                  <a:cubicBezTo>
                    <a:pt x="0" y="9081"/>
                    <a:pt x="215" y="9297"/>
                    <a:pt x="482" y="9297"/>
                  </a:cubicBezTo>
                  <a:lnTo>
                    <a:pt x="995" y="9297"/>
                  </a:lnTo>
                  <a:lnTo>
                    <a:pt x="995" y="14585"/>
                  </a:lnTo>
                  <a:cubicBezTo>
                    <a:pt x="999" y="14847"/>
                    <a:pt x="1213" y="15056"/>
                    <a:pt x="1475" y="15056"/>
                  </a:cubicBezTo>
                  <a:cubicBezTo>
                    <a:pt x="1737" y="15056"/>
                    <a:pt x="1951" y="14847"/>
                    <a:pt x="1955" y="14585"/>
                  </a:cubicBezTo>
                  <a:lnTo>
                    <a:pt x="1955" y="9297"/>
                  </a:lnTo>
                  <a:lnTo>
                    <a:pt x="2597" y="9297"/>
                  </a:lnTo>
                  <a:lnTo>
                    <a:pt x="2597" y="10098"/>
                  </a:lnTo>
                  <a:cubicBezTo>
                    <a:pt x="2597" y="10364"/>
                    <a:pt x="2812" y="10578"/>
                    <a:pt x="3078" y="10578"/>
                  </a:cubicBezTo>
                  <a:lnTo>
                    <a:pt x="4840" y="10578"/>
                  </a:lnTo>
                  <a:lnTo>
                    <a:pt x="4840" y="12782"/>
                  </a:lnTo>
                  <a:lnTo>
                    <a:pt x="3379" y="14245"/>
                  </a:lnTo>
                  <a:cubicBezTo>
                    <a:pt x="3188" y="14431"/>
                    <a:pt x="3187" y="14739"/>
                    <a:pt x="3376" y="14927"/>
                  </a:cubicBezTo>
                  <a:cubicBezTo>
                    <a:pt x="3470" y="15021"/>
                    <a:pt x="3593" y="15068"/>
                    <a:pt x="3716" y="15068"/>
                  </a:cubicBezTo>
                  <a:cubicBezTo>
                    <a:pt x="3841" y="15068"/>
                    <a:pt x="3965" y="15020"/>
                    <a:pt x="4060" y="14925"/>
                  </a:cubicBezTo>
                  <a:lnTo>
                    <a:pt x="4840" y="14143"/>
                  </a:lnTo>
                  <a:lnTo>
                    <a:pt x="4840" y="14585"/>
                  </a:lnTo>
                  <a:cubicBezTo>
                    <a:pt x="4846" y="14847"/>
                    <a:pt x="5060" y="15056"/>
                    <a:pt x="5322" y="15056"/>
                  </a:cubicBezTo>
                  <a:cubicBezTo>
                    <a:pt x="5583" y="15056"/>
                    <a:pt x="5797" y="14847"/>
                    <a:pt x="5802" y="14585"/>
                  </a:cubicBezTo>
                  <a:lnTo>
                    <a:pt x="5802" y="14143"/>
                  </a:lnTo>
                  <a:lnTo>
                    <a:pt x="6584" y="14925"/>
                  </a:lnTo>
                  <a:cubicBezTo>
                    <a:pt x="6678" y="15018"/>
                    <a:pt x="6801" y="15065"/>
                    <a:pt x="6924" y="15065"/>
                  </a:cubicBezTo>
                  <a:cubicBezTo>
                    <a:pt x="7047" y="15065"/>
                    <a:pt x="7170" y="15018"/>
                    <a:pt x="7264" y="14925"/>
                  </a:cubicBezTo>
                  <a:cubicBezTo>
                    <a:pt x="7451" y="14737"/>
                    <a:pt x="7451" y="14432"/>
                    <a:pt x="7264" y="14245"/>
                  </a:cubicBezTo>
                  <a:lnTo>
                    <a:pt x="5804" y="12782"/>
                  </a:lnTo>
                  <a:lnTo>
                    <a:pt x="5804" y="10578"/>
                  </a:lnTo>
                  <a:lnTo>
                    <a:pt x="7566" y="10578"/>
                  </a:lnTo>
                  <a:cubicBezTo>
                    <a:pt x="7832" y="10578"/>
                    <a:pt x="8047" y="10363"/>
                    <a:pt x="8047" y="10098"/>
                  </a:cubicBezTo>
                  <a:lnTo>
                    <a:pt x="8047" y="9297"/>
                  </a:lnTo>
                  <a:lnTo>
                    <a:pt x="8687" y="9297"/>
                  </a:lnTo>
                  <a:lnTo>
                    <a:pt x="8687" y="14585"/>
                  </a:lnTo>
                  <a:cubicBezTo>
                    <a:pt x="8687" y="14850"/>
                    <a:pt x="8903" y="15065"/>
                    <a:pt x="9168" y="15065"/>
                  </a:cubicBezTo>
                  <a:cubicBezTo>
                    <a:pt x="9434" y="15065"/>
                    <a:pt x="9650" y="14850"/>
                    <a:pt x="9650" y="14585"/>
                  </a:cubicBezTo>
                  <a:lnTo>
                    <a:pt x="9650" y="13142"/>
                  </a:lnTo>
                  <a:lnTo>
                    <a:pt x="14456" y="13142"/>
                  </a:lnTo>
                  <a:lnTo>
                    <a:pt x="14456" y="14585"/>
                  </a:lnTo>
                  <a:cubicBezTo>
                    <a:pt x="14462" y="14847"/>
                    <a:pt x="14676" y="15056"/>
                    <a:pt x="14938" y="15056"/>
                  </a:cubicBezTo>
                  <a:cubicBezTo>
                    <a:pt x="15198" y="15056"/>
                    <a:pt x="15412" y="14847"/>
                    <a:pt x="15418" y="14585"/>
                  </a:cubicBezTo>
                  <a:lnTo>
                    <a:pt x="15418" y="9297"/>
                  </a:lnTo>
                  <a:lnTo>
                    <a:pt x="15931" y="9297"/>
                  </a:lnTo>
                  <a:cubicBezTo>
                    <a:pt x="16196" y="9297"/>
                    <a:pt x="16411" y="9081"/>
                    <a:pt x="16411" y="8816"/>
                  </a:cubicBezTo>
                  <a:lnTo>
                    <a:pt x="16411" y="6892"/>
                  </a:lnTo>
                  <a:cubicBezTo>
                    <a:pt x="16411" y="6627"/>
                    <a:pt x="16196" y="6412"/>
                    <a:pt x="15931" y="6412"/>
                  </a:cubicBezTo>
                  <a:lnTo>
                    <a:pt x="14094" y="6412"/>
                  </a:lnTo>
                  <a:lnTo>
                    <a:pt x="13935" y="5449"/>
                  </a:lnTo>
                  <a:lnTo>
                    <a:pt x="15931" y="5449"/>
                  </a:lnTo>
                  <a:cubicBezTo>
                    <a:pt x="16196" y="5449"/>
                    <a:pt x="16411" y="5234"/>
                    <a:pt x="16411" y="4969"/>
                  </a:cubicBezTo>
                  <a:lnTo>
                    <a:pt x="16411" y="482"/>
                  </a:lnTo>
                  <a:cubicBezTo>
                    <a:pt x="16411" y="216"/>
                    <a:pt x="16196" y="0"/>
                    <a:pt x="159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973" name="Google Shape;19973;p93"/>
          <p:cNvSpPr/>
          <p:nvPr/>
        </p:nvSpPr>
        <p:spPr>
          <a:xfrm>
            <a:off x="5543750" y="2324054"/>
            <a:ext cx="359800" cy="354806"/>
          </a:xfrm>
          <a:custGeom>
            <a:rect b="b" l="l" r="r" t="t"/>
            <a:pathLst>
              <a:path extrusionOk="0" h="16411" w="16642">
                <a:moveTo>
                  <a:pt x="13482" y="962"/>
                </a:moveTo>
                <a:lnTo>
                  <a:pt x="13098" y="1474"/>
                </a:lnTo>
                <a:cubicBezTo>
                  <a:pt x="12970" y="1644"/>
                  <a:pt x="12970" y="1880"/>
                  <a:pt x="13098" y="2050"/>
                </a:cubicBezTo>
                <a:lnTo>
                  <a:pt x="13482" y="2562"/>
                </a:lnTo>
                <a:lnTo>
                  <a:pt x="11079" y="2562"/>
                </a:lnTo>
                <a:lnTo>
                  <a:pt x="11077" y="962"/>
                </a:lnTo>
                <a:close/>
                <a:moveTo>
                  <a:pt x="10597" y="6698"/>
                </a:moveTo>
                <a:lnTo>
                  <a:pt x="11999" y="9334"/>
                </a:lnTo>
                <a:cubicBezTo>
                  <a:pt x="11791" y="9407"/>
                  <a:pt x="11628" y="9501"/>
                  <a:pt x="11483" y="9583"/>
                </a:cubicBezTo>
                <a:cubicBezTo>
                  <a:pt x="11221" y="9732"/>
                  <a:pt x="11031" y="9839"/>
                  <a:pt x="10597" y="9839"/>
                </a:cubicBezTo>
                <a:cubicBezTo>
                  <a:pt x="10164" y="9839"/>
                  <a:pt x="9973" y="9731"/>
                  <a:pt x="9711" y="9583"/>
                </a:cubicBezTo>
                <a:cubicBezTo>
                  <a:pt x="9566" y="9501"/>
                  <a:pt x="9404" y="9409"/>
                  <a:pt x="9196" y="9334"/>
                </a:cubicBezTo>
                <a:lnTo>
                  <a:pt x="10597" y="6698"/>
                </a:lnTo>
                <a:close/>
                <a:moveTo>
                  <a:pt x="4764" y="9246"/>
                </a:moveTo>
                <a:lnTo>
                  <a:pt x="5656" y="10893"/>
                </a:lnTo>
                <a:cubicBezTo>
                  <a:pt x="5570" y="10945"/>
                  <a:pt x="5492" y="10997"/>
                  <a:pt x="5422" y="11046"/>
                </a:cubicBezTo>
                <a:cubicBezTo>
                  <a:pt x="5215" y="11188"/>
                  <a:pt x="5079" y="11282"/>
                  <a:pt x="4764" y="11282"/>
                </a:cubicBezTo>
                <a:cubicBezTo>
                  <a:pt x="4449" y="11282"/>
                  <a:pt x="4313" y="11188"/>
                  <a:pt x="4107" y="11046"/>
                </a:cubicBezTo>
                <a:cubicBezTo>
                  <a:pt x="4035" y="10997"/>
                  <a:pt x="3960" y="10945"/>
                  <a:pt x="3872" y="10893"/>
                </a:cubicBezTo>
                <a:lnTo>
                  <a:pt x="4373" y="9968"/>
                </a:lnTo>
                <a:lnTo>
                  <a:pt x="4764" y="9246"/>
                </a:lnTo>
                <a:close/>
                <a:moveTo>
                  <a:pt x="6113" y="11740"/>
                </a:moveTo>
                <a:lnTo>
                  <a:pt x="6475" y="12406"/>
                </a:lnTo>
                <a:lnTo>
                  <a:pt x="4858" y="15448"/>
                </a:lnTo>
                <a:lnTo>
                  <a:pt x="1405" y="15448"/>
                </a:lnTo>
                <a:lnTo>
                  <a:pt x="3414" y="11740"/>
                </a:lnTo>
                <a:cubicBezTo>
                  <a:pt x="3461" y="11769"/>
                  <a:pt x="3508" y="11801"/>
                  <a:pt x="3560" y="11837"/>
                </a:cubicBezTo>
                <a:cubicBezTo>
                  <a:pt x="3823" y="12018"/>
                  <a:pt x="4149" y="12244"/>
                  <a:pt x="4763" y="12244"/>
                </a:cubicBezTo>
                <a:cubicBezTo>
                  <a:pt x="5378" y="12244"/>
                  <a:pt x="5704" y="12018"/>
                  <a:pt x="5966" y="11837"/>
                </a:cubicBezTo>
                <a:cubicBezTo>
                  <a:pt x="6019" y="11800"/>
                  <a:pt x="6068" y="11769"/>
                  <a:pt x="6113" y="11740"/>
                </a:cubicBezTo>
                <a:close/>
                <a:moveTo>
                  <a:pt x="12458" y="10199"/>
                </a:moveTo>
                <a:lnTo>
                  <a:pt x="15247" y="15448"/>
                </a:lnTo>
                <a:lnTo>
                  <a:pt x="5949" y="15448"/>
                </a:lnTo>
                <a:lnTo>
                  <a:pt x="7446" y="12629"/>
                </a:lnTo>
                <a:lnTo>
                  <a:pt x="8737" y="10199"/>
                </a:lnTo>
                <a:cubicBezTo>
                  <a:pt x="8929" y="10243"/>
                  <a:pt x="9067" y="10321"/>
                  <a:pt x="9237" y="10418"/>
                </a:cubicBezTo>
                <a:cubicBezTo>
                  <a:pt x="9537" y="10587"/>
                  <a:pt x="9909" y="10800"/>
                  <a:pt x="10597" y="10800"/>
                </a:cubicBezTo>
                <a:cubicBezTo>
                  <a:pt x="11285" y="10800"/>
                  <a:pt x="11659" y="10587"/>
                  <a:pt x="11959" y="10418"/>
                </a:cubicBezTo>
                <a:cubicBezTo>
                  <a:pt x="12129" y="10321"/>
                  <a:pt x="12267" y="10243"/>
                  <a:pt x="12458" y="10199"/>
                </a:cubicBezTo>
                <a:close/>
                <a:moveTo>
                  <a:pt x="10597" y="1"/>
                </a:moveTo>
                <a:cubicBezTo>
                  <a:pt x="10332" y="1"/>
                  <a:pt x="10117" y="216"/>
                  <a:pt x="10117" y="481"/>
                </a:cubicBezTo>
                <a:lnTo>
                  <a:pt x="10117" y="5554"/>
                </a:lnTo>
                <a:lnTo>
                  <a:pt x="7017" y="11387"/>
                </a:lnTo>
                <a:lnTo>
                  <a:pt x="5186" y="8007"/>
                </a:lnTo>
                <a:cubicBezTo>
                  <a:pt x="5095" y="7839"/>
                  <a:pt x="4929" y="7755"/>
                  <a:pt x="4763" y="7755"/>
                </a:cubicBezTo>
                <a:cubicBezTo>
                  <a:pt x="4598" y="7755"/>
                  <a:pt x="4432" y="7839"/>
                  <a:pt x="4341" y="8007"/>
                </a:cubicBezTo>
                <a:lnTo>
                  <a:pt x="175" y="15700"/>
                </a:lnTo>
                <a:cubicBezTo>
                  <a:pt x="0" y="16021"/>
                  <a:pt x="233" y="16410"/>
                  <a:pt x="598" y="16410"/>
                </a:cubicBezTo>
                <a:lnTo>
                  <a:pt x="16048" y="16410"/>
                </a:lnTo>
                <a:cubicBezTo>
                  <a:pt x="16410" y="16410"/>
                  <a:pt x="16641" y="16023"/>
                  <a:pt x="16473" y="15704"/>
                </a:cubicBezTo>
                <a:lnTo>
                  <a:pt x="16471" y="15704"/>
                </a:lnTo>
                <a:lnTo>
                  <a:pt x="11079" y="5553"/>
                </a:lnTo>
                <a:lnTo>
                  <a:pt x="11079" y="3526"/>
                </a:lnTo>
                <a:lnTo>
                  <a:pt x="14444" y="3526"/>
                </a:lnTo>
                <a:cubicBezTo>
                  <a:pt x="14840" y="3524"/>
                  <a:pt x="15065" y="3073"/>
                  <a:pt x="14828" y="2757"/>
                </a:cubicBezTo>
                <a:lnTo>
                  <a:pt x="14083" y="1763"/>
                </a:lnTo>
                <a:lnTo>
                  <a:pt x="14828" y="770"/>
                </a:lnTo>
                <a:cubicBezTo>
                  <a:pt x="15065" y="452"/>
                  <a:pt x="14840" y="1"/>
                  <a:pt x="144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974" name="Google Shape;19974;p93"/>
          <p:cNvGrpSpPr/>
          <p:nvPr/>
        </p:nvGrpSpPr>
        <p:grpSpPr>
          <a:xfrm>
            <a:off x="4791177" y="2323953"/>
            <a:ext cx="355022" cy="354827"/>
            <a:chOff x="7146500" y="2639325"/>
            <a:chExt cx="410525" cy="410300"/>
          </a:xfrm>
        </p:grpSpPr>
        <p:sp>
          <p:nvSpPr>
            <p:cNvPr id="19975" name="Google Shape;19975;p93"/>
            <p:cNvSpPr/>
            <p:nvPr/>
          </p:nvSpPr>
          <p:spPr>
            <a:xfrm>
              <a:off x="7485125" y="2639325"/>
              <a:ext cx="71675" cy="24100"/>
            </a:xfrm>
            <a:custGeom>
              <a:rect b="b" l="l" r="r" t="t"/>
              <a:pathLst>
                <a:path extrusionOk="0" h="964" w="2867">
                  <a:moveTo>
                    <a:pt x="472" y="1"/>
                  </a:moveTo>
                  <a:cubicBezTo>
                    <a:pt x="210" y="5"/>
                    <a:pt x="1" y="219"/>
                    <a:pt x="1" y="481"/>
                  </a:cubicBezTo>
                  <a:cubicBezTo>
                    <a:pt x="1" y="743"/>
                    <a:pt x="210" y="957"/>
                    <a:pt x="472" y="963"/>
                  </a:cubicBezTo>
                  <a:lnTo>
                    <a:pt x="2395" y="963"/>
                  </a:lnTo>
                  <a:cubicBezTo>
                    <a:pt x="2657" y="957"/>
                    <a:pt x="2867" y="743"/>
                    <a:pt x="2867" y="481"/>
                  </a:cubicBezTo>
                  <a:cubicBezTo>
                    <a:pt x="2867" y="219"/>
                    <a:pt x="2657" y="5"/>
                    <a:pt x="2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6" name="Google Shape;19976;p93"/>
            <p:cNvSpPr/>
            <p:nvPr/>
          </p:nvSpPr>
          <p:spPr>
            <a:xfrm>
              <a:off x="7146775" y="2977475"/>
              <a:ext cx="56075" cy="24075"/>
            </a:xfrm>
            <a:custGeom>
              <a:rect b="b" l="l" r="r" t="t"/>
              <a:pathLst>
                <a:path extrusionOk="0" h="963" w="2243">
                  <a:moveTo>
                    <a:pt x="481" y="1"/>
                  </a:moveTo>
                  <a:cubicBezTo>
                    <a:pt x="214" y="1"/>
                    <a:pt x="0" y="216"/>
                    <a:pt x="0" y="481"/>
                  </a:cubicBezTo>
                  <a:cubicBezTo>
                    <a:pt x="0" y="748"/>
                    <a:pt x="214" y="963"/>
                    <a:pt x="481" y="963"/>
                  </a:cubicBezTo>
                  <a:lnTo>
                    <a:pt x="1762" y="963"/>
                  </a:lnTo>
                  <a:cubicBezTo>
                    <a:pt x="2027" y="963"/>
                    <a:pt x="2242" y="748"/>
                    <a:pt x="2242" y="481"/>
                  </a:cubicBezTo>
                  <a:cubicBezTo>
                    <a:pt x="2242" y="216"/>
                    <a:pt x="2027"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7" name="Google Shape;19977;p93"/>
            <p:cNvSpPr/>
            <p:nvPr/>
          </p:nvSpPr>
          <p:spPr>
            <a:xfrm>
              <a:off x="7147525" y="2640150"/>
              <a:ext cx="168350" cy="168275"/>
            </a:xfrm>
            <a:custGeom>
              <a:rect b="b" l="l" r="r" t="t"/>
              <a:pathLst>
                <a:path extrusionOk="0" h="6731" w="6734">
                  <a:moveTo>
                    <a:pt x="5771" y="983"/>
                  </a:moveTo>
                  <a:lnTo>
                    <a:pt x="5771" y="1923"/>
                  </a:lnTo>
                  <a:lnTo>
                    <a:pt x="3214" y="1923"/>
                  </a:lnTo>
                  <a:cubicBezTo>
                    <a:pt x="3968" y="1390"/>
                    <a:pt x="4850" y="1066"/>
                    <a:pt x="5771" y="983"/>
                  </a:cubicBezTo>
                  <a:close/>
                  <a:moveTo>
                    <a:pt x="5771" y="2885"/>
                  </a:moveTo>
                  <a:lnTo>
                    <a:pt x="5771" y="3846"/>
                  </a:lnTo>
                  <a:lnTo>
                    <a:pt x="1542" y="3846"/>
                  </a:lnTo>
                  <a:cubicBezTo>
                    <a:pt x="1717" y="3503"/>
                    <a:pt x="1930" y="3181"/>
                    <a:pt x="2176" y="2885"/>
                  </a:cubicBezTo>
                  <a:close/>
                  <a:moveTo>
                    <a:pt x="5771" y="4808"/>
                  </a:moveTo>
                  <a:lnTo>
                    <a:pt x="5771" y="5769"/>
                  </a:lnTo>
                  <a:lnTo>
                    <a:pt x="985" y="5769"/>
                  </a:lnTo>
                  <a:cubicBezTo>
                    <a:pt x="1014" y="5444"/>
                    <a:pt x="1074" y="5121"/>
                    <a:pt x="1164" y="4808"/>
                  </a:cubicBezTo>
                  <a:close/>
                  <a:moveTo>
                    <a:pt x="6251" y="0"/>
                  </a:moveTo>
                  <a:cubicBezTo>
                    <a:pt x="2805" y="0"/>
                    <a:pt x="1" y="2803"/>
                    <a:pt x="1" y="6251"/>
                  </a:cubicBezTo>
                  <a:cubicBezTo>
                    <a:pt x="1" y="6516"/>
                    <a:pt x="216" y="6731"/>
                    <a:pt x="483" y="6731"/>
                  </a:cubicBezTo>
                  <a:lnTo>
                    <a:pt x="6251" y="6731"/>
                  </a:lnTo>
                  <a:cubicBezTo>
                    <a:pt x="6518" y="6731"/>
                    <a:pt x="6733" y="6516"/>
                    <a:pt x="6733" y="6251"/>
                  </a:cubicBezTo>
                  <a:lnTo>
                    <a:pt x="6733" y="481"/>
                  </a:lnTo>
                  <a:cubicBezTo>
                    <a:pt x="6733" y="215"/>
                    <a:pt x="6518"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8" name="Google Shape;19978;p93"/>
            <p:cNvSpPr/>
            <p:nvPr/>
          </p:nvSpPr>
          <p:spPr>
            <a:xfrm>
              <a:off x="7146500" y="2687400"/>
              <a:ext cx="410525" cy="362225"/>
            </a:xfrm>
            <a:custGeom>
              <a:rect b="b" l="l" r="r" t="t"/>
              <a:pathLst>
                <a:path extrusionOk="0" h="14489" w="16421">
                  <a:moveTo>
                    <a:pt x="8697" y="1016"/>
                  </a:moveTo>
                  <a:cubicBezTo>
                    <a:pt x="11387" y="1260"/>
                    <a:pt x="13505" y="3529"/>
                    <a:pt x="13505" y="6283"/>
                  </a:cubicBezTo>
                  <a:cubicBezTo>
                    <a:pt x="13505" y="9199"/>
                    <a:pt x="11131" y="11571"/>
                    <a:pt x="8215" y="11571"/>
                  </a:cubicBezTo>
                  <a:cubicBezTo>
                    <a:pt x="5462" y="11571"/>
                    <a:pt x="3192" y="9455"/>
                    <a:pt x="2949" y="6764"/>
                  </a:cubicBezTo>
                  <a:lnTo>
                    <a:pt x="8215" y="6764"/>
                  </a:lnTo>
                  <a:cubicBezTo>
                    <a:pt x="8480" y="6764"/>
                    <a:pt x="8697" y="6548"/>
                    <a:pt x="8697" y="6283"/>
                  </a:cubicBezTo>
                  <a:lnTo>
                    <a:pt x="8697" y="1016"/>
                  </a:lnTo>
                  <a:close/>
                  <a:moveTo>
                    <a:pt x="14017" y="1"/>
                  </a:moveTo>
                  <a:cubicBezTo>
                    <a:pt x="13890" y="1"/>
                    <a:pt x="13767" y="52"/>
                    <a:pt x="13678" y="141"/>
                  </a:cubicBezTo>
                  <a:lnTo>
                    <a:pt x="12280" y="1538"/>
                  </a:lnTo>
                  <a:cubicBezTo>
                    <a:pt x="11151" y="567"/>
                    <a:pt x="9711" y="33"/>
                    <a:pt x="8223" y="33"/>
                  </a:cubicBezTo>
                  <a:cubicBezTo>
                    <a:pt x="8221" y="33"/>
                    <a:pt x="8219" y="33"/>
                    <a:pt x="8217" y="33"/>
                  </a:cubicBezTo>
                  <a:cubicBezTo>
                    <a:pt x="7950" y="33"/>
                    <a:pt x="7735" y="248"/>
                    <a:pt x="7736" y="513"/>
                  </a:cubicBezTo>
                  <a:lnTo>
                    <a:pt x="7736" y="5803"/>
                  </a:lnTo>
                  <a:lnTo>
                    <a:pt x="2447" y="5803"/>
                  </a:lnTo>
                  <a:cubicBezTo>
                    <a:pt x="2180" y="5803"/>
                    <a:pt x="1965" y="6018"/>
                    <a:pt x="1966" y="6283"/>
                  </a:cubicBezTo>
                  <a:cubicBezTo>
                    <a:pt x="1966" y="8323"/>
                    <a:pt x="2947" y="10138"/>
                    <a:pt x="4463" y="11279"/>
                  </a:cubicBezTo>
                  <a:lnTo>
                    <a:pt x="2215" y="13528"/>
                  </a:lnTo>
                  <a:lnTo>
                    <a:pt x="492" y="13528"/>
                  </a:lnTo>
                  <a:cubicBezTo>
                    <a:pt x="488" y="13528"/>
                    <a:pt x="484" y="13528"/>
                    <a:pt x="481" y="13528"/>
                  </a:cubicBezTo>
                  <a:cubicBezTo>
                    <a:pt x="216" y="13528"/>
                    <a:pt x="1" y="13742"/>
                    <a:pt x="1" y="14008"/>
                  </a:cubicBezTo>
                  <a:cubicBezTo>
                    <a:pt x="1" y="14274"/>
                    <a:pt x="216" y="14489"/>
                    <a:pt x="481" y="14489"/>
                  </a:cubicBezTo>
                  <a:cubicBezTo>
                    <a:pt x="484" y="14489"/>
                    <a:pt x="488" y="14489"/>
                    <a:pt x="492" y="14489"/>
                  </a:cubicBezTo>
                  <a:lnTo>
                    <a:pt x="2413" y="14489"/>
                  </a:lnTo>
                  <a:cubicBezTo>
                    <a:pt x="2540" y="14489"/>
                    <a:pt x="2663" y="14439"/>
                    <a:pt x="2753" y="14348"/>
                  </a:cubicBezTo>
                  <a:lnTo>
                    <a:pt x="5295" y="11807"/>
                  </a:lnTo>
                  <a:cubicBezTo>
                    <a:pt x="6192" y="12283"/>
                    <a:pt x="7191" y="12534"/>
                    <a:pt x="8206" y="12534"/>
                  </a:cubicBezTo>
                  <a:cubicBezTo>
                    <a:pt x="8209" y="12534"/>
                    <a:pt x="8212" y="12534"/>
                    <a:pt x="8215" y="12534"/>
                  </a:cubicBezTo>
                  <a:cubicBezTo>
                    <a:pt x="11662" y="12534"/>
                    <a:pt x="14465" y="9729"/>
                    <a:pt x="14465" y="6283"/>
                  </a:cubicBezTo>
                  <a:cubicBezTo>
                    <a:pt x="14467" y="4793"/>
                    <a:pt x="13932" y="3350"/>
                    <a:pt x="12960" y="2219"/>
                  </a:cubicBezTo>
                  <a:lnTo>
                    <a:pt x="14217" y="963"/>
                  </a:lnTo>
                  <a:lnTo>
                    <a:pt x="15940" y="963"/>
                  </a:lnTo>
                  <a:cubicBezTo>
                    <a:pt x="16205" y="963"/>
                    <a:pt x="16421" y="748"/>
                    <a:pt x="16421" y="483"/>
                  </a:cubicBezTo>
                  <a:cubicBezTo>
                    <a:pt x="16421" y="216"/>
                    <a:pt x="16205" y="1"/>
                    <a:pt x="159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79" name="Google Shape;19979;p93"/>
          <p:cNvGrpSpPr/>
          <p:nvPr/>
        </p:nvGrpSpPr>
        <p:grpSpPr>
          <a:xfrm>
            <a:off x="4032842" y="2323934"/>
            <a:ext cx="356276" cy="354871"/>
            <a:chOff x="6475850" y="2546300"/>
            <a:chExt cx="411975" cy="410350"/>
          </a:xfrm>
        </p:grpSpPr>
        <p:sp>
          <p:nvSpPr>
            <p:cNvPr id="19980" name="Google Shape;19980;p93"/>
            <p:cNvSpPr/>
            <p:nvPr/>
          </p:nvSpPr>
          <p:spPr>
            <a:xfrm>
              <a:off x="6476700" y="2546300"/>
              <a:ext cx="104450" cy="104225"/>
            </a:xfrm>
            <a:custGeom>
              <a:rect b="b" l="l" r="r" t="t"/>
              <a:pathLst>
                <a:path extrusionOk="0" h="4169" w="4178">
                  <a:moveTo>
                    <a:pt x="3695" y="1"/>
                  </a:moveTo>
                  <a:cubicBezTo>
                    <a:pt x="3692" y="1"/>
                    <a:pt x="3689" y="1"/>
                    <a:pt x="3687" y="1"/>
                  </a:cubicBezTo>
                  <a:lnTo>
                    <a:pt x="481" y="1"/>
                  </a:lnTo>
                  <a:cubicBezTo>
                    <a:pt x="216" y="1"/>
                    <a:pt x="0" y="216"/>
                    <a:pt x="0" y="483"/>
                  </a:cubicBezTo>
                  <a:lnTo>
                    <a:pt x="0" y="3687"/>
                  </a:lnTo>
                  <a:cubicBezTo>
                    <a:pt x="0" y="3953"/>
                    <a:pt x="216" y="4169"/>
                    <a:pt x="481" y="4169"/>
                  </a:cubicBezTo>
                  <a:cubicBezTo>
                    <a:pt x="746" y="4169"/>
                    <a:pt x="961" y="3953"/>
                    <a:pt x="961" y="3687"/>
                  </a:cubicBezTo>
                  <a:lnTo>
                    <a:pt x="961" y="963"/>
                  </a:lnTo>
                  <a:lnTo>
                    <a:pt x="3687" y="963"/>
                  </a:lnTo>
                  <a:cubicBezTo>
                    <a:pt x="3690" y="963"/>
                    <a:pt x="3694" y="963"/>
                    <a:pt x="3697" y="963"/>
                  </a:cubicBezTo>
                  <a:cubicBezTo>
                    <a:pt x="3962" y="963"/>
                    <a:pt x="4177" y="748"/>
                    <a:pt x="4177" y="483"/>
                  </a:cubicBezTo>
                  <a:cubicBezTo>
                    <a:pt x="4177" y="216"/>
                    <a:pt x="3960" y="1"/>
                    <a:pt x="3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1" name="Google Shape;19981;p93"/>
            <p:cNvSpPr/>
            <p:nvPr/>
          </p:nvSpPr>
          <p:spPr>
            <a:xfrm>
              <a:off x="6782550" y="2546300"/>
              <a:ext cx="104450" cy="104225"/>
            </a:xfrm>
            <a:custGeom>
              <a:rect b="b" l="l" r="r" t="t"/>
              <a:pathLst>
                <a:path extrusionOk="0" h="4169" w="4178">
                  <a:moveTo>
                    <a:pt x="483" y="1"/>
                  </a:moveTo>
                  <a:cubicBezTo>
                    <a:pt x="217" y="1"/>
                    <a:pt x="1" y="216"/>
                    <a:pt x="1" y="483"/>
                  </a:cubicBezTo>
                  <a:cubicBezTo>
                    <a:pt x="1" y="748"/>
                    <a:pt x="216" y="963"/>
                    <a:pt x="481" y="963"/>
                  </a:cubicBezTo>
                  <a:cubicBezTo>
                    <a:pt x="484" y="963"/>
                    <a:pt x="488" y="963"/>
                    <a:pt x="491" y="963"/>
                  </a:cubicBezTo>
                  <a:lnTo>
                    <a:pt x="3215" y="963"/>
                  </a:lnTo>
                  <a:lnTo>
                    <a:pt x="3215" y="3687"/>
                  </a:lnTo>
                  <a:cubicBezTo>
                    <a:pt x="3215" y="3953"/>
                    <a:pt x="3430" y="4169"/>
                    <a:pt x="3697" y="4169"/>
                  </a:cubicBezTo>
                  <a:cubicBezTo>
                    <a:pt x="3962" y="4169"/>
                    <a:pt x="4177" y="3953"/>
                    <a:pt x="4177" y="3687"/>
                  </a:cubicBezTo>
                  <a:lnTo>
                    <a:pt x="4177" y="483"/>
                  </a:lnTo>
                  <a:cubicBezTo>
                    <a:pt x="4177" y="216"/>
                    <a:pt x="3962" y="1"/>
                    <a:pt x="3697" y="1"/>
                  </a:cubicBezTo>
                  <a:lnTo>
                    <a:pt x="491" y="1"/>
                  </a:lnTo>
                  <a:cubicBezTo>
                    <a:pt x="489" y="1"/>
                    <a:pt x="486" y="1"/>
                    <a:pt x="4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2" name="Google Shape;19982;p93"/>
            <p:cNvSpPr/>
            <p:nvPr/>
          </p:nvSpPr>
          <p:spPr>
            <a:xfrm>
              <a:off x="6476700" y="2852625"/>
              <a:ext cx="104450" cy="104025"/>
            </a:xfrm>
            <a:custGeom>
              <a:rect b="b" l="l" r="r" t="t"/>
              <a:pathLst>
                <a:path extrusionOk="0" h="4161" w="4178">
                  <a:moveTo>
                    <a:pt x="481" y="1"/>
                  </a:moveTo>
                  <a:cubicBezTo>
                    <a:pt x="219" y="1"/>
                    <a:pt x="5" y="212"/>
                    <a:pt x="0" y="472"/>
                  </a:cubicBezTo>
                  <a:lnTo>
                    <a:pt x="0" y="3680"/>
                  </a:lnTo>
                  <a:cubicBezTo>
                    <a:pt x="0" y="3945"/>
                    <a:pt x="216" y="4160"/>
                    <a:pt x="481" y="4160"/>
                  </a:cubicBezTo>
                  <a:lnTo>
                    <a:pt x="3687" y="4160"/>
                  </a:lnTo>
                  <a:cubicBezTo>
                    <a:pt x="3689" y="4160"/>
                    <a:pt x="3692" y="4160"/>
                    <a:pt x="3695" y="4160"/>
                  </a:cubicBezTo>
                  <a:cubicBezTo>
                    <a:pt x="3960" y="4160"/>
                    <a:pt x="4177" y="3945"/>
                    <a:pt x="4177" y="3678"/>
                  </a:cubicBezTo>
                  <a:cubicBezTo>
                    <a:pt x="4177" y="3413"/>
                    <a:pt x="3960" y="3198"/>
                    <a:pt x="3695" y="3198"/>
                  </a:cubicBezTo>
                  <a:cubicBezTo>
                    <a:pt x="3692" y="3198"/>
                    <a:pt x="3689" y="3198"/>
                    <a:pt x="3687" y="3198"/>
                  </a:cubicBezTo>
                  <a:lnTo>
                    <a:pt x="961" y="3198"/>
                  </a:lnTo>
                  <a:lnTo>
                    <a:pt x="961" y="472"/>
                  </a:lnTo>
                  <a:cubicBezTo>
                    <a:pt x="957" y="212"/>
                    <a:pt x="743" y="1"/>
                    <a:pt x="4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3" name="Google Shape;19983;p93"/>
            <p:cNvSpPr/>
            <p:nvPr/>
          </p:nvSpPr>
          <p:spPr>
            <a:xfrm>
              <a:off x="6782550" y="2852425"/>
              <a:ext cx="104450" cy="104175"/>
            </a:xfrm>
            <a:custGeom>
              <a:rect b="b" l="l" r="r" t="t"/>
              <a:pathLst>
                <a:path extrusionOk="0" h="4167" w="4178">
                  <a:moveTo>
                    <a:pt x="3697" y="0"/>
                  </a:moveTo>
                  <a:cubicBezTo>
                    <a:pt x="3430" y="0"/>
                    <a:pt x="3215" y="215"/>
                    <a:pt x="3215" y="480"/>
                  </a:cubicBezTo>
                  <a:lnTo>
                    <a:pt x="3215" y="3206"/>
                  </a:lnTo>
                  <a:lnTo>
                    <a:pt x="491" y="3206"/>
                  </a:lnTo>
                  <a:cubicBezTo>
                    <a:pt x="488" y="3206"/>
                    <a:pt x="484" y="3206"/>
                    <a:pt x="481" y="3206"/>
                  </a:cubicBezTo>
                  <a:cubicBezTo>
                    <a:pt x="216" y="3206"/>
                    <a:pt x="1" y="3420"/>
                    <a:pt x="1" y="3686"/>
                  </a:cubicBezTo>
                  <a:cubicBezTo>
                    <a:pt x="1" y="3952"/>
                    <a:pt x="216" y="4167"/>
                    <a:pt x="481" y="4167"/>
                  </a:cubicBezTo>
                  <a:cubicBezTo>
                    <a:pt x="484" y="4167"/>
                    <a:pt x="488" y="4167"/>
                    <a:pt x="491" y="4167"/>
                  </a:cubicBezTo>
                  <a:lnTo>
                    <a:pt x="3697" y="4167"/>
                  </a:lnTo>
                  <a:cubicBezTo>
                    <a:pt x="3962" y="4167"/>
                    <a:pt x="4177" y="3951"/>
                    <a:pt x="4177" y="3686"/>
                  </a:cubicBezTo>
                  <a:lnTo>
                    <a:pt x="4177" y="480"/>
                  </a:lnTo>
                  <a:cubicBezTo>
                    <a:pt x="4177" y="215"/>
                    <a:pt x="3962" y="0"/>
                    <a:pt x="36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4" name="Google Shape;19984;p93"/>
            <p:cNvSpPr/>
            <p:nvPr/>
          </p:nvSpPr>
          <p:spPr>
            <a:xfrm>
              <a:off x="6475850" y="2627250"/>
              <a:ext cx="411975" cy="248400"/>
            </a:xfrm>
            <a:custGeom>
              <a:rect b="b" l="l" r="r" t="t"/>
              <a:pathLst>
                <a:path extrusionOk="0" h="9936" w="16479">
                  <a:moveTo>
                    <a:pt x="3958" y="2455"/>
                  </a:moveTo>
                  <a:lnTo>
                    <a:pt x="3958" y="2455"/>
                  </a:lnTo>
                  <a:cubicBezTo>
                    <a:pt x="3044" y="4006"/>
                    <a:pt x="3044" y="5932"/>
                    <a:pt x="3958" y="7483"/>
                  </a:cubicBezTo>
                  <a:cubicBezTo>
                    <a:pt x="3643" y="7273"/>
                    <a:pt x="3354" y="7058"/>
                    <a:pt x="3097" y="6851"/>
                  </a:cubicBezTo>
                  <a:cubicBezTo>
                    <a:pt x="2389" y="6283"/>
                    <a:pt x="1735" y="5654"/>
                    <a:pt x="1140" y="4970"/>
                  </a:cubicBezTo>
                  <a:cubicBezTo>
                    <a:pt x="1729" y="4290"/>
                    <a:pt x="2378" y="3665"/>
                    <a:pt x="3079" y="3101"/>
                  </a:cubicBezTo>
                  <a:cubicBezTo>
                    <a:pt x="3341" y="2889"/>
                    <a:pt x="3636" y="2669"/>
                    <a:pt x="3958" y="2455"/>
                  </a:cubicBezTo>
                  <a:close/>
                  <a:moveTo>
                    <a:pt x="12523" y="2455"/>
                  </a:moveTo>
                  <a:lnTo>
                    <a:pt x="12523" y="2455"/>
                  </a:lnTo>
                  <a:cubicBezTo>
                    <a:pt x="12837" y="2666"/>
                    <a:pt x="13125" y="2880"/>
                    <a:pt x="13385" y="3086"/>
                  </a:cubicBezTo>
                  <a:cubicBezTo>
                    <a:pt x="14090" y="3655"/>
                    <a:pt x="14745" y="4284"/>
                    <a:pt x="15340" y="4970"/>
                  </a:cubicBezTo>
                  <a:cubicBezTo>
                    <a:pt x="14749" y="5648"/>
                    <a:pt x="14101" y="6273"/>
                    <a:pt x="13401" y="6838"/>
                  </a:cubicBezTo>
                  <a:cubicBezTo>
                    <a:pt x="13139" y="7048"/>
                    <a:pt x="12844" y="7267"/>
                    <a:pt x="12523" y="7483"/>
                  </a:cubicBezTo>
                  <a:cubicBezTo>
                    <a:pt x="13436" y="5930"/>
                    <a:pt x="13436" y="4006"/>
                    <a:pt x="12523" y="2455"/>
                  </a:cubicBezTo>
                  <a:close/>
                  <a:moveTo>
                    <a:pt x="8240" y="961"/>
                  </a:moveTo>
                  <a:cubicBezTo>
                    <a:pt x="10448" y="961"/>
                    <a:pt x="12247" y="2760"/>
                    <a:pt x="12247" y="4968"/>
                  </a:cubicBezTo>
                  <a:cubicBezTo>
                    <a:pt x="12247" y="7178"/>
                    <a:pt x="10448" y="8975"/>
                    <a:pt x="8240" y="8975"/>
                  </a:cubicBezTo>
                  <a:cubicBezTo>
                    <a:pt x="6030" y="8975"/>
                    <a:pt x="4233" y="7178"/>
                    <a:pt x="4233" y="4968"/>
                  </a:cubicBezTo>
                  <a:cubicBezTo>
                    <a:pt x="4233" y="2760"/>
                    <a:pt x="6030" y="961"/>
                    <a:pt x="8240" y="961"/>
                  </a:cubicBezTo>
                  <a:close/>
                  <a:moveTo>
                    <a:pt x="8240" y="1"/>
                  </a:moveTo>
                  <a:cubicBezTo>
                    <a:pt x="7197" y="1"/>
                    <a:pt x="6118" y="251"/>
                    <a:pt x="5034" y="745"/>
                  </a:cubicBezTo>
                  <a:cubicBezTo>
                    <a:pt x="4180" y="1134"/>
                    <a:pt x="3319" y="1675"/>
                    <a:pt x="2477" y="2350"/>
                  </a:cubicBezTo>
                  <a:cubicBezTo>
                    <a:pt x="1051" y="3495"/>
                    <a:pt x="171" y="4627"/>
                    <a:pt x="134" y="4675"/>
                  </a:cubicBezTo>
                  <a:cubicBezTo>
                    <a:pt x="1" y="4848"/>
                    <a:pt x="1" y="5088"/>
                    <a:pt x="134" y="5263"/>
                  </a:cubicBezTo>
                  <a:cubicBezTo>
                    <a:pt x="171" y="5309"/>
                    <a:pt x="1049" y="6443"/>
                    <a:pt x="2477" y="7587"/>
                  </a:cubicBezTo>
                  <a:cubicBezTo>
                    <a:pt x="3319" y="8263"/>
                    <a:pt x="4179" y="8804"/>
                    <a:pt x="5034" y="9192"/>
                  </a:cubicBezTo>
                  <a:cubicBezTo>
                    <a:pt x="6119" y="9685"/>
                    <a:pt x="7197" y="9936"/>
                    <a:pt x="8240" y="9936"/>
                  </a:cubicBezTo>
                  <a:cubicBezTo>
                    <a:pt x="9281" y="9936"/>
                    <a:pt x="10360" y="9685"/>
                    <a:pt x="11446" y="9192"/>
                  </a:cubicBezTo>
                  <a:cubicBezTo>
                    <a:pt x="12299" y="8804"/>
                    <a:pt x="13159" y="8263"/>
                    <a:pt x="14003" y="7587"/>
                  </a:cubicBezTo>
                  <a:cubicBezTo>
                    <a:pt x="15429" y="6443"/>
                    <a:pt x="16309" y="5309"/>
                    <a:pt x="16346" y="5263"/>
                  </a:cubicBezTo>
                  <a:cubicBezTo>
                    <a:pt x="16479" y="5088"/>
                    <a:pt x="16479" y="4848"/>
                    <a:pt x="16346" y="4675"/>
                  </a:cubicBezTo>
                  <a:cubicBezTo>
                    <a:pt x="16309" y="4627"/>
                    <a:pt x="15430" y="3495"/>
                    <a:pt x="14003" y="2350"/>
                  </a:cubicBezTo>
                  <a:cubicBezTo>
                    <a:pt x="13160" y="1675"/>
                    <a:pt x="12301" y="1134"/>
                    <a:pt x="11446" y="745"/>
                  </a:cubicBezTo>
                  <a:cubicBezTo>
                    <a:pt x="10360" y="251"/>
                    <a:pt x="9283" y="1"/>
                    <a:pt x="82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5" name="Google Shape;19985;p93"/>
            <p:cNvSpPr/>
            <p:nvPr/>
          </p:nvSpPr>
          <p:spPr>
            <a:xfrm>
              <a:off x="6605725" y="2675325"/>
              <a:ext cx="152250" cy="152300"/>
            </a:xfrm>
            <a:custGeom>
              <a:rect b="b" l="l" r="r" t="t"/>
              <a:pathLst>
                <a:path extrusionOk="0" h="6092" w="6090">
                  <a:moveTo>
                    <a:pt x="3046" y="962"/>
                  </a:moveTo>
                  <a:cubicBezTo>
                    <a:pt x="3314" y="962"/>
                    <a:pt x="3584" y="1014"/>
                    <a:pt x="3842" y="1121"/>
                  </a:cubicBezTo>
                  <a:cubicBezTo>
                    <a:pt x="4621" y="1443"/>
                    <a:pt x="5129" y="2203"/>
                    <a:pt x="5129" y="3047"/>
                  </a:cubicBezTo>
                  <a:cubicBezTo>
                    <a:pt x="5127" y="4196"/>
                    <a:pt x="4194" y="5128"/>
                    <a:pt x="3045" y="5129"/>
                  </a:cubicBezTo>
                  <a:cubicBezTo>
                    <a:pt x="2201" y="5129"/>
                    <a:pt x="1443" y="4621"/>
                    <a:pt x="1121" y="3843"/>
                  </a:cubicBezTo>
                  <a:cubicBezTo>
                    <a:pt x="797" y="3064"/>
                    <a:pt x="976" y="2168"/>
                    <a:pt x="1572" y="1572"/>
                  </a:cubicBezTo>
                  <a:cubicBezTo>
                    <a:pt x="1970" y="1174"/>
                    <a:pt x="2504" y="962"/>
                    <a:pt x="3046" y="962"/>
                  </a:cubicBezTo>
                  <a:close/>
                  <a:moveTo>
                    <a:pt x="3045" y="1"/>
                  </a:moveTo>
                  <a:cubicBezTo>
                    <a:pt x="1365" y="1"/>
                    <a:pt x="0" y="1367"/>
                    <a:pt x="0" y="3045"/>
                  </a:cubicBezTo>
                  <a:cubicBezTo>
                    <a:pt x="0" y="4725"/>
                    <a:pt x="1365" y="6091"/>
                    <a:pt x="3045" y="6091"/>
                  </a:cubicBezTo>
                  <a:cubicBezTo>
                    <a:pt x="4723" y="6091"/>
                    <a:pt x="6090" y="4725"/>
                    <a:pt x="6090" y="3045"/>
                  </a:cubicBezTo>
                  <a:cubicBezTo>
                    <a:pt x="6090" y="1367"/>
                    <a:pt x="4723" y="1"/>
                    <a:pt x="30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986" name="Google Shape;19986;p93"/>
          <p:cNvSpPr/>
          <p:nvPr/>
        </p:nvSpPr>
        <p:spPr>
          <a:xfrm>
            <a:off x="3304799" y="2324043"/>
            <a:ext cx="297988" cy="354827"/>
          </a:xfrm>
          <a:custGeom>
            <a:rect b="b" l="l" r="r" t="t"/>
            <a:pathLst>
              <a:path extrusionOk="0" h="16412" w="13783">
                <a:moveTo>
                  <a:pt x="9070" y="962"/>
                </a:moveTo>
                <a:lnTo>
                  <a:pt x="6891" y="3577"/>
                </a:lnTo>
                <a:lnTo>
                  <a:pt x="4714" y="962"/>
                </a:lnTo>
                <a:close/>
                <a:moveTo>
                  <a:pt x="3788" y="1354"/>
                </a:moveTo>
                <a:lnTo>
                  <a:pt x="4380" y="2064"/>
                </a:lnTo>
                <a:lnTo>
                  <a:pt x="6155" y="4195"/>
                </a:lnTo>
                <a:lnTo>
                  <a:pt x="4819" y="4958"/>
                </a:lnTo>
                <a:lnTo>
                  <a:pt x="3274" y="2384"/>
                </a:lnTo>
                <a:lnTo>
                  <a:pt x="3788" y="1354"/>
                </a:lnTo>
                <a:close/>
                <a:moveTo>
                  <a:pt x="9996" y="1354"/>
                </a:moveTo>
                <a:lnTo>
                  <a:pt x="10510" y="2384"/>
                </a:lnTo>
                <a:lnTo>
                  <a:pt x="8965" y="4960"/>
                </a:lnTo>
                <a:lnTo>
                  <a:pt x="7628" y="4195"/>
                </a:lnTo>
                <a:lnTo>
                  <a:pt x="9404" y="2064"/>
                </a:lnTo>
                <a:lnTo>
                  <a:pt x="9996" y="1354"/>
                </a:lnTo>
                <a:close/>
                <a:moveTo>
                  <a:pt x="6893" y="4882"/>
                </a:moveTo>
                <a:lnTo>
                  <a:pt x="7613" y="5293"/>
                </a:lnTo>
                <a:lnTo>
                  <a:pt x="7388" y="5769"/>
                </a:lnTo>
                <a:lnTo>
                  <a:pt x="6396" y="5769"/>
                </a:lnTo>
                <a:lnTo>
                  <a:pt x="6171" y="5293"/>
                </a:lnTo>
                <a:lnTo>
                  <a:pt x="6893" y="4882"/>
                </a:lnTo>
                <a:close/>
                <a:moveTo>
                  <a:pt x="7279" y="6732"/>
                </a:moveTo>
                <a:lnTo>
                  <a:pt x="7767" y="9936"/>
                </a:lnTo>
                <a:lnTo>
                  <a:pt x="7533" y="9936"/>
                </a:lnTo>
                <a:cubicBezTo>
                  <a:pt x="7530" y="9936"/>
                  <a:pt x="7527" y="9936"/>
                  <a:pt x="7525" y="9936"/>
                </a:cubicBezTo>
                <a:cubicBezTo>
                  <a:pt x="7259" y="9936"/>
                  <a:pt x="7042" y="10151"/>
                  <a:pt x="7042" y="10418"/>
                </a:cubicBezTo>
                <a:cubicBezTo>
                  <a:pt x="7042" y="10683"/>
                  <a:pt x="7257" y="10898"/>
                  <a:pt x="7522" y="10898"/>
                </a:cubicBezTo>
                <a:cubicBezTo>
                  <a:pt x="7525" y="10898"/>
                  <a:pt x="7529" y="10898"/>
                  <a:pt x="7533" y="10898"/>
                </a:cubicBezTo>
                <a:lnTo>
                  <a:pt x="7913" y="10898"/>
                </a:lnTo>
                <a:lnTo>
                  <a:pt x="8307" y="13481"/>
                </a:lnTo>
                <a:lnTo>
                  <a:pt x="6891" y="15180"/>
                </a:lnTo>
                <a:lnTo>
                  <a:pt x="5476" y="13481"/>
                </a:lnTo>
                <a:lnTo>
                  <a:pt x="6503" y="6732"/>
                </a:lnTo>
                <a:close/>
                <a:moveTo>
                  <a:pt x="2452" y="2886"/>
                </a:moveTo>
                <a:lnTo>
                  <a:pt x="4236" y="5857"/>
                </a:lnTo>
                <a:cubicBezTo>
                  <a:pt x="4325" y="6008"/>
                  <a:pt x="4484" y="6091"/>
                  <a:pt x="4647" y="6091"/>
                </a:cubicBezTo>
                <a:cubicBezTo>
                  <a:pt x="4728" y="6091"/>
                  <a:pt x="4811" y="6070"/>
                  <a:pt x="4886" y="6027"/>
                </a:cubicBezTo>
                <a:lnTo>
                  <a:pt x="5333" y="5772"/>
                </a:lnTo>
                <a:lnTo>
                  <a:pt x="5592" y="6324"/>
                </a:lnTo>
                <a:lnTo>
                  <a:pt x="4494" y="13552"/>
                </a:lnTo>
                <a:cubicBezTo>
                  <a:pt x="4472" y="13686"/>
                  <a:pt x="4511" y="13825"/>
                  <a:pt x="4599" y="13931"/>
                </a:cubicBezTo>
                <a:lnTo>
                  <a:pt x="5865" y="15451"/>
                </a:lnTo>
                <a:lnTo>
                  <a:pt x="962" y="15451"/>
                </a:lnTo>
                <a:lnTo>
                  <a:pt x="962" y="2886"/>
                </a:lnTo>
                <a:close/>
                <a:moveTo>
                  <a:pt x="12821" y="2886"/>
                </a:moveTo>
                <a:lnTo>
                  <a:pt x="12821" y="15451"/>
                </a:lnTo>
                <a:lnTo>
                  <a:pt x="7918" y="15451"/>
                </a:lnTo>
                <a:lnTo>
                  <a:pt x="9185" y="13931"/>
                </a:lnTo>
                <a:cubicBezTo>
                  <a:pt x="9272" y="13825"/>
                  <a:pt x="9310" y="13686"/>
                  <a:pt x="9290" y="13550"/>
                </a:cubicBezTo>
                <a:lnTo>
                  <a:pt x="8887" y="10898"/>
                </a:lnTo>
                <a:lnTo>
                  <a:pt x="9455" y="10898"/>
                </a:lnTo>
                <a:cubicBezTo>
                  <a:pt x="9459" y="10898"/>
                  <a:pt x="9463" y="10898"/>
                  <a:pt x="9466" y="10898"/>
                </a:cubicBezTo>
                <a:cubicBezTo>
                  <a:pt x="9731" y="10898"/>
                  <a:pt x="9946" y="10683"/>
                  <a:pt x="9946" y="10418"/>
                </a:cubicBezTo>
                <a:cubicBezTo>
                  <a:pt x="9946" y="10152"/>
                  <a:pt x="9731" y="9937"/>
                  <a:pt x="9466" y="9937"/>
                </a:cubicBezTo>
                <a:cubicBezTo>
                  <a:pt x="9463" y="9937"/>
                  <a:pt x="9459" y="9937"/>
                  <a:pt x="9455" y="9937"/>
                </a:cubicBezTo>
                <a:lnTo>
                  <a:pt x="8741" y="9937"/>
                </a:lnTo>
                <a:lnTo>
                  <a:pt x="8192" y="6323"/>
                </a:lnTo>
                <a:lnTo>
                  <a:pt x="8452" y="5772"/>
                </a:lnTo>
                <a:lnTo>
                  <a:pt x="8897" y="6027"/>
                </a:lnTo>
                <a:cubicBezTo>
                  <a:pt x="8973" y="6070"/>
                  <a:pt x="9055" y="6091"/>
                  <a:pt x="9136" y="6091"/>
                </a:cubicBezTo>
                <a:cubicBezTo>
                  <a:pt x="9300" y="6091"/>
                  <a:pt x="9459" y="6007"/>
                  <a:pt x="9549" y="5857"/>
                </a:cubicBezTo>
                <a:lnTo>
                  <a:pt x="11331" y="2886"/>
                </a:lnTo>
                <a:close/>
                <a:moveTo>
                  <a:pt x="3687" y="1"/>
                </a:moveTo>
                <a:cubicBezTo>
                  <a:pt x="3504" y="1"/>
                  <a:pt x="3338" y="103"/>
                  <a:pt x="3256" y="266"/>
                </a:cubicBezTo>
                <a:lnTo>
                  <a:pt x="2427" y="1924"/>
                </a:lnTo>
                <a:lnTo>
                  <a:pt x="481" y="1924"/>
                </a:lnTo>
                <a:cubicBezTo>
                  <a:pt x="216" y="1924"/>
                  <a:pt x="1" y="2139"/>
                  <a:pt x="1" y="2404"/>
                </a:cubicBezTo>
                <a:lnTo>
                  <a:pt x="1" y="15930"/>
                </a:lnTo>
                <a:cubicBezTo>
                  <a:pt x="1" y="16196"/>
                  <a:pt x="216" y="16412"/>
                  <a:pt x="481" y="16412"/>
                </a:cubicBezTo>
                <a:lnTo>
                  <a:pt x="13303" y="16412"/>
                </a:lnTo>
                <a:cubicBezTo>
                  <a:pt x="13568" y="16412"/>
                  <a:pt x="13783" y="16196"/>
                  <a:pt x="13783" y="15930"/>
                </a:cubicBezTo>
                <a:lnTo>
                  <a:pt x="13783" y="2404"/>
                </a:lnTo>
                <a:cubicBezTo>
                  <a:pt x="13783" y="2139"/>
                  <a:pt x="13568" y="1924"/>
                  <a:pt x="13303" y="1924"/>
                </a:cubicBezTo>
                <a:lnTo>
                  <a:pt x="11356" y="1924"/>
                </a:lnTo>
                <a:lnTo>
                  <a:pt x="10527" y="266"/>
                </a:lnTo>
                <a:cubicBezTo>
                  <a:pt x="10447" y="103"/>
                  <a:pt x="10280" y="1"/>
                  <a:pt x="100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987" name="Google Shape;19987;p93"/>
          <p:cNvGrpSpPr/>
          <p:nvPr/>
        </p:nvGrpSpPr>
        <p:grpSpPr>
          <a:xfrm>
            <a:off x="2525279" y="2323975"/>
            <a:ext cx="356146" cy="354784"/>
            <a:chOff x="5369350" y="2619200"/>
            <a:chExt cx="411825" cy="410250"/>
          </a:xfrm>
        </p:grpSpPr>
        <p:sp>
          <p:nvSpPr>
            <p:cNvPr id="19988" name="Google Shape;19988;p93"/>
            <p:cNvSpPr/>
            <p:nvPr/>
          </p:nvSpPr>
          <p:spPr>
            <a:xfrm>
              <a:off x="5369350" y="2619200"/>
              <a:ext cx="411825" cy="410250"/>
            </a:xfrm>
            <a:custGeom>
              <a:rect b="b" l="l" r="r" t="t"/>
              <a:pathLst>
                <a:path extrusionOk="0" h="16410" w="16473">
                  <a:moveTo>
                    <a:pt x="8236" y="1282"/>
                  </a:moveTo>
                  <a:lnTo>
                    <a:pt x="9198" y="2563"/>
                  </a:lnTo>
                  <a:cubicBezTo>
                    <a:pt x="8933" y="2563"/>
                    <a:pt x="8718" y="2779"/>
                    <a:pt x="8718" y="3044"/>
                  </a:cubicBezTo>
                  <a:lnTo>
                    <a:pt x="8718" y="8872"/>
                  </a:lnTo>
                  <a:cubicBezTo>
                    <a:pt x="8718" y="9160"/>
                    <a:pt x="8955" y="9354"/>
                    <a:pt x="9202" y="9354"/>
                  </a:cubicBezTo>
                  <a:cubicBezTo>
                    <a:pt x="9316" y="9354"/>
                    <a:pt x="9432" y="9313"/>
                    <a:pt x="9528" y="9222"/>
                  </a:cubicBezTo>
                  <a:cubicBezTo>
                    <a:pt x="10577" y="8235"/>
                    <a:pt x="11938" y="7692"/>
                    <a:pt x="13365" y="7692"/>
                  </a:cubicBezTo>
                  <a:cubicBezTo>
                    <a:pt x="13631" y="7692"/>
                    <a:pt x="13847" y="7477"/>
                    <a:pt x="13847" y="7210"/>
                  </a:cubicBezTo>
                  <a:lnTo>
                    <a:pt x="15128" y="8172"/>
                  </a:lnTo>
                  <a:lnTo>
                    <a:pt x="13847" y="9134"/>
                  </a:lnTo>
                  <a:cubicBezTo>
                    <a:pt x="13847" y="8868"/>
                    <a:pt x="13631" y="8653"/>
                    <a:pt x="13365" y="8653"/>
                  </a:cubicBezTo>
                  <a:cubicBezTo>
                    <a:pt x="10802" y="8653"/>
                    <a:pt x="8718" y="10738"/>
                    <a:pt x="8718" y="13301"/>
                  </a:cubicBezTo>
                  <a:lnTo>
                    <a:pt x="8718" y="15448"/>
                  </a:lnTo>
                  <a:lnTo>
                    <a:pt x="7756" y="15448"/>
                  </a:lnTo>
                  <a:lnTo>
                    <a:pt x="7756" y="10095"/>
                  </a:lnTo>
                  <a:cubicBezTo>
                    <a:pt x="7756" y="7532"/>
                    <a:pt x="5671" y="5448"/>
                    <a:pt x="3109" y="5448"/>
                  </a:cubicBezTo>
                  <a:cubicBezTo>
                    <a:pt x="2843" y="5448"/>
                    <a:pt x="2627" y="5664"/>
                    <a:pt x="2627" y="5929"/>
                  </a:cubicBezTo>
                  <a:lnTo>
                    <a:pt x="1346" y="4967"/>
                  </a:lnTo>
                  <a:lnTo>
                    <a:pt x="2627" y="4006"/>
                  </a:lnTo>
                  <a:cubicBezTo>
                    <a:pt x="2627" y="4271"/>
                    <a:pt x="2843" y="4486"/>
                    <a:pt x="3109" y="4486"/>
                  </a:cubicBezTo>
                  <a:cubicBezTo>
                    <a:pt x="4534" y="4486"/>
                    <a:pt x="5898" y="5029"/>
                    <a:pt x="6946" y="6017"/>
                  </a:cubicBezTo>
                  <a:cubicBezTo>
                    <a:pt x="7043" y="6107"/>
                    <a:pt x="7159" y="6148"/>
                    <a:pt x="7272" y="6148"/>
                  </a:cubicBezTo>
                  <a:cubicBezTo>
                    <a:pt x="7520" y="6148"/>
                    <a:pt x="7756" y="5955"/>
                    <a:pt x="7756" y="5667"/>
                  </a:cubicBezTo>
                  <a:lnTo>
                    <a:pt x="7756" y="3044"/>
                  </a:lnTo>
                  <a:cubicBezTo>
                    <a:pt x="7756" y="2779"/>
                    <a:pt x="7541" y="2563"/>
                    <a:pt x="7276" y="2563"/>
                  </a:cubicBezTo>
                  <a:lnTo>
                    <a:pt x="8236" y="1282"/>
                  </a:lnTo>
                  <a:close/>
                  <a:moveTo>
                    <a:pt x="8237" y="0"/>
                  </a:moveTo>
                  <a:cubicBezTo>
                    <a:pt x="8093" y="0"/>
                    <a:pt x="7949" y="64"/>
                    <a:pt x="7853" y="192"/>
                  </a:cubicBezTo>
                  <a:lnTo>
                    <a:pt x="5928" y="2755"/>
                  </a:lnTo>
                  <a:cubicBezTo>
                    <a:pt x="5691" y="3073"/>
                    <a:pt x="5918" y="3524"/>
                    <a:pt x="6313" y="3524"/>
                  </a:cubicBezTo>
                  <a:lnTo>
                    <a:pt x="6794" y="3524"/>
                  </a:lnTo>
                  <a:lnTo>
                    <a:pt x="6794" y="4665"/>
                  </a:lnTo>
                  <a:cubicBezTo>
                    <a:pt x="5843" y="4013"/>
                    <a:pt x="4738" y="3627"/>
                    <a:pt x="3590" y="3542"/>
                  </a:cubicBezTo>
                  <a:lnTo>
                    <a:pt x="3590" y="3044"/>
                  </a:lnTo>
                  <a:cubicBezTo>
                    <a:pt x="3589" y="2760"/>
                    <a:pt x="3355" y="2563"/>
                    <a:pt x="3107" y="2563"/>
                  </a:cubicBezTo>
                  <a:cubicBezTo>
                    <a:pt x="3009" y="2563"/>
                    <a:pt x="2910" y="2593"/>
                    <a:pt x="2821" y="2660"/>
                  </a:cubicBezTo>
                  <a:lnTo>
                    <a:pt x="255" y="4583"/>
                  </a:lnTo>
                  <a:cubicBezTo>
                    <a:pt x="0" y="4775"/>
                    <a:pt x="0" y="5158"/>
                    <a:pt x="255" y="5352"/>
                  </a:cubicBezTo>
                  <a:lnTo>
                    <a:pt x="2819" y="7274"/>
                  </a:lnTo>
                  <a:cubicBezTo>
                    <a:pt x="2909" y="7341"/>
                    <a:pt x="3009" y="7371"/>
                    <a:pt x="3106" y="7371"/>
                  </a:cubicBezTo>
                  <a:cubicBezTo>
                    <a:pt x="3355" y="7371"/>
                    <a:pt x="3588" y="7175"/>
                    <a:pt x="3588" y="6889"/>
                  </a:cubicBezTo>
                  <a:lnTo>
                    <a:pt x="3588" y="6440"/>
                  </a:lnTo>
                  <a:cubicBezTo>
                    <a:pt x="5395" y="6677"/>
                    <a:pt x="6794" y="8226"/>
                    <a:pt x="6794" y="10095"/>
                  </a:cubicBezTo>
                  <a:lnTo>
                    <a:pt x="6794" y="15929"/>
                  </a:lnTo>
                  <a:cubicBezTo>
                    <a:pt x="6794" y="16195"/>
                    <a:pt x="7009" y="16410"/>
                    <a:pt x="7274" y="16410"/>
                  </a:cubicBezTo>
                  <a:lnTo>
                    <a:pt x="9198" y="16410"/>
                  </a:lnTo>
                  <a:cubicBezTo>
                    <a:pt x="9464" y="16410"/>
                    <a:pt x="9679" y="16195"/>
                    <a:pt x="9679" y="15929"/>
                  </a:cubicBezTo>
                  <a:lnTo>
                    <a:pt x="9679" y="13301"/>
                  </a:lnTo>
                  <a:cubicBezTo>
                    <a:pt x="9679" y="11431"/>
                    <a:pt x="11077" y="9883"/>
                    <a:pt x="12885" y="9645"/>
                  </a:cubicBezTo>
                  <a:lnTo>
                    <a:pt x="12885" y="10095"/>
                  </a:lnTo>
                  <a:cubicBezTo>
                    <a:pt x="12885" y="10380"/>
                    <a:pt x="13118" y="10577"/>
                    <a:pt x="13367" y="10577"/>
                  </a:cubicBezTo>
                  <a:cubicBezTo>
                    <a:pt x="13464" y="10577"/>
                    <a:pt x="13564" y="10547"/>
                    <a:pt x="13653" y="10480"/>
                  </a:cubicBezTo>
                  <a:lnTo>
                    <a:pt x="16216" y="8557"/>
                  </a:lnTo>
                  <a:cubicBezTo>
                    <a:pt x="16472" y="8364"/>
                    <a:pt x="16472" y="7980"/>
                    <a:pt x="16216" y="7789"/>
                  </a:cubicBezTo>
                  <a:lnTo>
                    <a:pt x="16218" y="7789"/>
                  </a:lnTo>
                  <a:lnTo>
                    <a:pt x="13653" y="5864"/>
                  </a:lnTo>
                  <a:cubicBezTo>
                    <a:pt x="13565" y="5798"/>
                    <a:pt x="13465" y="5768"/>
                    <a:pt x="13368" y="5768"/>
                  </a:cubicBezTo>
                  <a:cubicBezTo>
                    <a:pt x="13119" y="5768"/>
                    <a:pt x="12886" y="5965"/>
                    <a:pt x="12885" y="6249"/>
                  </a:cubicBezTo>
                  <a:lnTo>
                    <a:pt x="12885" y="6747"/>
                  </a:lnTo>
                  <a:cubicBezTo>
                    <a:pt x="11736" y="6832"/>
                    <a:pt x="10631" y="7219"/>
                    <a:pt x="9680" y="7869"/>
                  </a:cubicBezTo>
                  <a:lnTo>
                    <a:pt x="9680" y="3525"/>
                  </a:lnTo>
                  <a:lnTo>
                    <a:pt x="10161" y="3525"/>
                  </a:lnTo>
                  <a:cubicBezTo>
                    <a:pt x="10556" y="3524"/>
                    <a:pt x="10782" y="3073"/>
                    <a:pt x="10544" y="2757"/>
                  </a:cubicBezTo>
                  <a:lnTo>
                    <a:pt x="8621" y="192"/>
                  </a:lnTo>
                  <a:cubicBezTo>
                    <a:pt x="8526" y="64"/>
                    <a:pt x="8381" y="0"/>
                    <a:pt x="8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9" name="Google Shape;19989;p93"/>
            <p:cNvSpPr/>
            <p:nvPr/>
          </p:nvSpPr>
          <p:spPr>
            <a:xfrm>
              <a:off x="5427000" y="2897225"/>
              <a:ext cx="88200" cy="24050"/>
            </a:xfrm>
            <a:custGeom>
              <a:rect b="b" l="l" r="r" t="t"/>
              <a:pathLst>
                <a:path extrusionOk="0" h="962" w="3528">
                  <a:moveTo>
                    <a:pt x="482" y="1"/>
                  </a:moveTo>
                  <a:cubicBezTo>
                    <a:pt x="216" y="1"/>
                    <a:pt x="1" y="216"/>
                    <a:pt x="1" y="481"/>
                  </a:cubicBezTo>
                  <a:cubicBezTo>
                    <a:pt x="1" y="746"/>
                    <a:pt x="216" y="961"/>
                    <a:pt x="482" y="961"/>
                  </a:cubicBezTo>
                  <a:lnTo>
                    <a:pt x="3047" y="961"/>
                  </a:lnTo>
                  <a:cubicBezTo>
                    <a:pt x="3312" y="961"/>
                    <a:pt x="3527" y="746"/>
                    <a:pt x="3527" y="481"/>
                  </a:cubicBezTo>
                  <a:cubicBezTo>
                    <a:pt x="3527" y="216"/>
                    <a:pt x="3312" y="1"/>
                    <a:pt x="30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0" name="Google Shape;19990;p93"/>
            <p:cNvSpPr/>
            <p:nvPr/>
          </p:nvSpPr>
          <p:spPr>
            <a:xfrm>
              <a:off x="5378900" y="2897225"/>
              <a:ext cx="28100" cy="24050"/>
            </a:xfrm>
            <a:custGeom>
              <a:rect b="b" l="l" r="r" t="t"/>
              <a:pathLst>
                <a:path extrusionOk="0" h="962" w="1124">
                  <a:moveTo>
                    <a:pt x="643" y="1"/>
                  </a:moveTo>
                  <a:cubicBezTo>
                    <a:pt x="214" y="1"/>
                    <a:pt x="0" y="518"/>
                    <a:pt x="302" y="821"/>
                  </a:cubicBezTo>
                  <a:cubicBezTo>
                    <a:pt x="394" y="913"/>
                    <a:pt x="517" y="962"/>
                    <a:pt x="642" y="962"/>
                  </a:cubicBezTo>
                  <a:cubicBezTo>
                    <a:pt x="705" y="962"/>
                    <a:pt x="767" y="949"/>
                    <a:pt x="826" y="925"/>
                  </a:cubicBezTo>
                  <a:cubicBezTo>
                    <a:pt x="1006" y="851"/>
                    <a:pt x="1124" y="676"/>
                    <a:pt x="1124" y="481"/>
                  </a:cubicBezTo>
                  <a:cubicBezTo>
                    <a:pt x="1124" y="216"/>
                    <a:pt x="908"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1" name="Google Shape;19991;p93"/>
            <p:cNvSpPr/>
            <p:nvPr/>
          </p:nvSpPr>
          <p:spPr>
            <a:xfrm>
              <a:off x="5426775" y="2849150"/>
              <a:ext cx="88625" cy="24050"/>
            </a:xfrm>
            <a:custGeom>
              <a:rect b="b" l="l" r="r" t="t"/>
              <a:pathLst>
                <a:path extrusionOk="0" h="962" w="3545">
                  <a:moveTo>
                    <a:pt x="481" y="1"/>
                  </a:moveTo>
                  <a:cubicBezTo>
                    <a:pt x="216" y="1"/>
                    <a:pt x="1" y="215"/>
                    <a:pt x="1" y="481"/>
                  </a:cubicBezTo>
                  <a:cubicBezTo>
                    <a:pt x="1" y="747"/>
                    <a:pt x="216" y="962"/>
                    <a:pt x="481" y="962"/>
                  </a:cubicBezTo>
                  <a:cubicBezTo>
                    <a:pt x="484" y="962"/>
                    <a:pt x="488" y="962"/>
                    <a:pt x="491" y="961"/>
                  </a:cubicBezTo>
                  <a:lnTo>
                    <a:pt x="3056" y="961"/>
                  </a:lnTo>
                  <a:cubicBezTo>
                    <a:pt x="3059" y="962"/>
                    <a:pt x="3063" y="962"/>
                    <a:pt x="3066" y="962"/>
                  </a:cubicBezTo>
                  <a:cubicBezTo>
                    <a:pt x="3330" y="962"/>
                    <a:pt x="3545" y="747"/>
                    <a:pt x="3545" y="481"/>
                  </a:cubicBezTo>
                  <a:cubicBezTo>
                    <a:pt x="3545" y="215"/>
                    <a:pt x="3330" y="1"/>
                    <a:pt x="3066" y="1"/>
                  </a:cubicBezTo>
                  <a:cubicBezTo>
                    <a:pt x="3063" y="1"/>
                    <a:pt x="3059" y="1"/>
                    <a:pt x="3056" y="1"/>
                  </a:cubicBezTo>
                  <a:lnTo>
                    <a:pt x="491" y="1"/>
                  </a:lnTo>
                  <a:cubicBezTo>
                    <a:pt x="488" y="1"/>
                    <a:pt x="484" y="1"/>
                    <a:pt x="4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2" name="Google Shape;19992;p93"/>
            <p:cNvSpPr/>
            <p:nvPr/>
          </p:nvSpPr>
          <p:spPr>
            <a:xfrm>
              <a:off x="5378900" y="2849125"/>
              <a:ext cx="28100" cy="24075"/>
            </a:xfrm>
            <a:custGeom>
              <a:rect b="b" l="l" r="r" t="t"/>
              <a:pathLst>
                <a:path extrusionOk="0" h="963" w="1124">
                  <a:moveTo>
                    <a:pt x="643" y="0"/>
                  </a:moveTo>
                  <a:cubicBezTo>
                    <a:pt x="214" y="0"/>
                    <a:pt x="0" y="519"/>
                    <a:pt x="302" y="822"/>
                  </a:cubicBezTo>
                  <a:cubicBezTo>
                    <a:pt x="394" y="914"/>
                    <a:pt x="517" y="963"/>
                    <a:pt x="642" y="963"/>
                  </a:cubicBezTo>
                  <a:cubicBezTo>
                    <a:pt x="705" y="963"/>
                    <a:pt x="767" y="951"/>
                    <a:pt x="826" y="926"/>
                  </a:cubicBezTo>
                  <a:cubicBezTo>
                    <a:pt x="1006" y="851"/>
                    <a:pt x="1124" y="677"/>
                    <a:pt x="1124" y="482"/>
                  </a:cubicBezTo>
                  <a:cubicBezTo>
                    <a:pt x="1124" y="216"/>
                    <a:pt x="908"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3" name="Google Shape;19993;p93"/>
            <p:cNvSpPr/>
            <p:nvPr/>
          </p:nvSpPr>
          <p:spPr>
            <a:xfrm>
              <a:off x="5426775" y="2945300"/>
              <a:ext cx="88625" cy="24075"/>
            </a:xfrm>
            <a:custGeom>
              <a:rect b="b" l="l" r="r" t="t"/>
              <a:pathLst>
                <a:path extrusionOk="0" h="963" w="3545">
                  <a:moveTo>
                    <a:pt x="481" y="0"/>
                  </a:moveTo>
                  <a:cubicBezTo>
                    <a:pt x="216" y="0"/>
                    <a:pt x="1" y="215"/>
                    <a:pt x="1" y="481"/>
                  </a:cubicBezTo>
                  <a:cubicBezTo>
                    <a:pt x="1" y="748"/>
                    <a:pt x="218" y="963"/>
                    <a:pt x="483" y="963"/>
                  </a:cubicBezTo>
                  <a:cubicBezTo>
                    <a:pt x="486" y="963"/>
                    <a:pt x="489" y="963"/>
                    <a:pt x="491" y="963"/>
                  </a:cubicBezTo>
                  <a:lnTo>
                    <a:pt x="3056" y="963"/>
                  </a:lnTo>
                  <a:cubicBezTo>
                    <a:pt x="3058" y="963"/>
                    <a:pt x="3061" y="963"/>
                    <a:pt x="3064" y="963"/>
                  </a:cubicBezTo>
                  <a:cubicBezTo>
                    <a:pt x="3328" y="963"/>
                    <a:pt x="3545" y="748"/>
                    <a:pt x="3545" y="481"/>
                  </a:cubicBezTo>
                  <a:cubicBezTo>
                    <a:pt x="3545" y="215"/>
                    <a:pt x="3330" y="0"/>
                    <a:pt x="3066" y="0"/>
                  </a:cubicBezTo>
                  <a:cubicBezTo>
                    <a:pt x="3063" y="0"/>
                    <a:pt x="3059" y="0"/>
                    <a:pt x="3056" y="0"/>
                  </a:cubicBezTo>
                  <a:lnTo>
                    <a:pt x="491" y="0"/>
                  </a:lnTo>
                  <a:cubicBezTo>
                    <a:pt x="488" y="0"/>
                    <a:pt x="484" y="0"/>
                    <a:pt x="4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4" name="Google Shape;19994;p93"/>
            <p:cNvSpPr/>
            <p:nvPr/>
          </p:nvSpPr>
          <p:spPr>
            <a:xfrm>
              <a:off x="5378900" y="2945300"/>
              <a:ext cx="28100" cy="24050"/>
            </a:xfrm>
            <a:custGeom>
              <a:rect b="b" l="l" r="r" t="t"/>
              <a:pathLst>
                <a:path extrusionOk="0" h="962" w="1124">
                  <a:moveTo>
                    <a:pt x="643" y="0"/>
                  </a:moveTo>
                  <a:cubicBezTo>
                    <a:pt x="214" y="0"/>
                    <a:pt x="0" y="517"/>
                    <a:pt x="302" y="821"/>
                  </a:cubicBezTo>
                  <a:cubicBezTo>
                    <a:pt x="394" y="913"/>
                    <a:pt x="519" y="962"/>
                    <a:pt x="644" y="962"/>
                  </a:cubicBezTo>
                  <a:cubicBezTo>
                    <a:pt x="706" y="962"/>
                    <a:pt x="768" y="950"/>
                    <a:pt x="826" y="926"/>
                  </a:cubicBezTo>
                  <a:cubicBezTo>
                    <a:pt x="1006" y="851"/>
                    <a:pt x="1124" y="676"/>
                    <a:pt x="1124" y="481"/>
                  </a:cubicBezTo>
                  <a:cubicBezTo>
                    <a:pt x="1124" y="216"/>
                    <a:pt x="908"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5" name="Google Shape;19995;p93"/>
            <p:cNvSpPr/>
            <p:nvPr/>
          </p:nvSpPr>
          <p:spPr>
            <a:xfrm>
              <a:off x="5426775" y="2993375"/>
              <a:ext cx="88625" cy="24075"/>
            </a:xfrm>
            <a:custGeom>
              <a:rect b="b" l="l" r="r" t="t"/>
              <a:pathLst>
                <a:path extrusionOk="0" h="963" w="3545">
                  <a:moveTo>
                    <a:pt x="483" y="0"/>
                  </a:moveTo>
                  <a:cubicBezTo>
                    <a:pt x="218" y="0"/>
                    <a:pt x="1" y="215"/>
                    <a:pt x="1" y="481"/>
                  </a:cubicBezTo>
                  <a:cubicBezTo>
                    <a:pt x="1" y="747"/>
                    <a:pt x="218" y="963"/>
                    <a:pt x="483" y="963"/>
                  </a:cubicBezTo>
                  <a:cubicBezTo>
                    <a:pt x="486" y="963"/>
                    <a:pt x="489" y="962"/>
                    <a:pt x="491" y="962"/>
                  </a:cubicBezTo>
                  <a:lnTo>
                    <a:pt x="3056" y="962"/>
                  </a:lnTo>
                  <a:cubicBezTo>
                    <a:pt x="3058" y="962"/>
                    <a:pt x="3061" y="963"/>
                    <a:pt x="3064" y="963"/>
                  </a:cubicBezTo>
                  <a:cubicBezTo>
                    <a:pt x="3328" y="963"/>
                    <a:pt x="3545" y="747"/>
                    <a:pt x="3545" y="481"/>
                  </a:cubicBezTo>
                  <a:cubicBezTo>
                    <a:pt x="3545" y="215"/>
                    <a:pt x="3328" y="0"/>
                    <a:pt x="3064" y="0"/>
                  </a:cubicBezTo>
                  <a:cubicBezTo>
                    <a:pt x="3061" y="0"/>
                    <a:pt x="3058" y="0"/>
                    <a:pt x="3056" y="0"/>
                  </a:cubicBezTo>
                  <a:lnTo>
                    <a:pt x="491" y="0"/>
                  </a:lnTo>
                  <a:cubicBezTo>
                    <a:pt x="489" y="0"/>
                    <a:pt x="486" y="0"/>
                    <a:pt x="4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6" name="Google Shape;19996;p93"/>
            <p:cNvSpPr/>
            <p:nvPr/>
          </p:nvSpPr>
          <p:spPr>
            <a:xfrm>
              <a:off x="5378900" y="2993375"/>
              <a:ext cx="28100" cy="24075"/>
            </a:xfrm>
            <a:custGeom>
              <a:rect b="b" l="l" r="r" t="t"/>
              <a:pathLst>
                <a:path extrusionOk="0" h="963" w="1124">
                  <a:moveTo>
                    <a:pt x="643" y="0"/>
                  </a:moveTo>
                  <a:cubicBezTo>
                    <a:pt x="214" y="0"/>
                    <a:pt x="0" y="519"/>
                    <a:pt x="302" y="822"/>
                  </a:cubicBezTo>
                  <a:cubicBezTo>
                    <a:pt x="394" y="914"/>
                    <a:pt x="517" y="963"/>
                    <a:pt x="642" y="963"/>
                  </a:cubicBezTo>
                  <a:cubicBezTo>
                    <a:pt x="705" y="963"/>
                    <a:pt x="767" y="951"/>
                    <a:pt x="826" y="926"/>
                  </a:cubicBezTo>
                  <a:cubicBezTo>
                    <a:pt x="1006" y="851"/>
                    <a:pt x="1124" y="675"/>
                    <a:pt x="1124" y="481"/>
                  </a:cubicBezTo>
                  <a:cubicBezTo>
                    <a:pt x="1124" y="216"/>
                    <a:pt x="908"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97" name="Google Shape;19997;p93"/>
          <p:cNvGrpSpPr/>
          <p:nvPr/>
        </p:nvGrpSpPr>
        <p:grpSpPr>
          <a:xfrm>
            <a:off x="1762597" y="2323919"/>
            <a:ext cx="359260" cy="354892"/>
            <a:chOff x="4851100" y="2664550"/>
            <a:chExt cx="415425" cy="410375"/>
          </a:xfrm>
        </p:grpSpPr>
        <p:sp>
          <p:nvSpPr>
            <p:cNvPr id="19998" name="Google Shape;19998;p93"/>
            <p:cNvSpPr/>
            <p:nvPr/>
          </p:nvSpPr>
          <p:spPr>
            <a:xfrm>
              <a:off x="5089050" y="2752875"/>
              <a:ext cx="90375" cy="88000"/>
            </a:xfrm>
            <a:custGeom>
              <a:rect b="b" l="l" r="r" t="t"/>
              <a:pathLst>
                <a:path extrusionOk="0" h="3520" w="3615">
                  <a:moveTo>
                    <a:pt x="3086" y="1"/>
                  </a:moveTo>
                  <a:cubicBezTo>
                    <a:pt x="2966" y="1"/>
                    <a:pt x="2845" y="45"/>
                    <a:pt x="2752" y="135"/>
                  </a:cubicBezTo>
                  <a:lnTo>
                    <a:pt x="188" y="2699"/>
                  </a:lnTo>
                  <a:cubicBezTo>
                    <a:pt x="0" y="2887"/>
                    <a:pt x="0" y="3191"/>
                    <a:pt x="188" y="3379"/>
                  </a:cubicBezTo>
                  <a:cubicBezTo>
                    <a:pt x="281" y="3472"/>
                    <a:pt x="404" y="3519"/>
                    <a:pt x="527" y="3519"/>
                  </a:cubicBezTo>
                  <a:cubicBezTo>
                    <a:pt x="650" y="3519"/>
                    <a:pt x="773" y="3472"/>
                    <a:pt x="867" y="3379"/>
                  </a:cubicBezTo>
                  <a:lnTo>
                    <a:pt x="3433" y="815"/>
                  </a:lnTo>
                  <a:cubicBezTo>
                    <a:pt x="3614" y="626"/>
                    <a:pt x="3612" y="327"/>
                    <a:pt x="3426" y="141"/>
                  </a:cubicBezTo>
                  <a:cubicBezTo>
                    <a:pt x="3332" y="47"/>
                    <a:pt x="3209" y="1"/>
                    <a:pt x="3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9" name="Google Shape;19999;p93"/>
            <p:cNvSpPr/>
            <p:nvPr/>
          </p:nvSpPr>
          <p:spPr>
            <a:xfrm>
              <a:off x="5146275" y="2812800"/>
              <a:ext cx="28100" cy="24075"/>
            </a:xfrm>
            <a:custGeom>
              <a:rect b="b" l="l" r="r" t="t"/>
              <a:pathLst>
                <a:path extrusionOk="0" h="963" w="1124">
                  <a:moveTo>
                    <a:pt x="643" y="1"/>
                  </a:moveTo>
                  <a:cubicBezTo>
                    <a:pt x="214" y="1"/>
                    <a:pt x="0" y="519"/>
                    <a:pt x="303" y="822"/>
                  </a:cubicBezTo>
                  <a:cubicBezTo>
                    <a:pt x="395" y="914"/>
                    <a:pt x="518" y="963"/>
                    <a:pt x="643" y="963"/>
                  </a:cubicBezTo>
                  <a:cubicBezTo>
                    <a:pt x="705" y="963"/>
                    <a:pt x="768" y="951"/>
                    <a:pt x="828" y="926"/>
                  </a:cubicBezTo>
                  <a:cubicBezTo>
                    <a:pt x="1006" y="851"/>
                    <a:pt x="1123" y="676"/>
                    <a:pt x="1123" y="482"/>
                  </a:cubicBezTo>
                  <a:cubicBezTo>
                    <a:pt x="1123" y="216"/>
                    <a:pt x="908"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0" name="Google Shape;20000;p93"/>
            <p:cNvSpPr/>
            <p:nvPr/>
          </p:nvSpPr>
          <p:spPr>
            <a:xfrm>
              <a:off x="5090175" y="2756725"/>
              <a:ext cx="28100" cy="24050"/>
            </a:xfrm>
            <a:custGeom>
              <a:rect b="b" l="l" r="r" t="t"/>
              <a:pathLst>
                <a:path extrusionOk="0" h="962" w="1124">
                  <a:moveTo>
                    <a:pt x="643" y="0"/>
                  </a:moveTo>
                  <a:cubicBezTo>
                    <a:pt x="214" y="0"/>
                    <a:pt x="1" y="518"/>
                    <a:pt x="304" y="820"/>
                  </a:cubicBezTo>
                  <a:cubicBezTo>
                    <a:pt x="395" y="913"/>
                    <a:pt x="519" y="961"/>
                    <a:pt x="644" y="961"/>
                  </a:cubicBezTo>
                  <a:cubicBezTo>
                    <a:pt x="706" y="961"/>
                    <a:pt x="768" y="950"/>
                    <a:pt x="827" y="926"/>
                  </a:cubicBezTo>
                  <a:cubicBezTo>
                    <a:pt x="1007" y="851"/>
                    <a:pt x="1124" y="675"/>
                    <a:pt x="1124" y="482"/>
                  </a:cubicBezTo>
                  <a:cubicBezTo>
                    <a:pt x="1124" y="215"/>
                    <a:pt x="909"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1" name="Google Shape;20001;p93"/>
            <p:cNvSpPr/>
            <p:nvPr/>
          </p:nvSpPr>
          <p:spPr>
            <a:xfrm>
              <a:off x="4851100" y="2664550"/>
              <a:ext cx="415425" cy="410375"/>
            </a:xfrm>
            <a:custGeom>
              <a:rect b="b" l="l" r="r" t="t"/>
              <a:pathLst>
                <a:path extrusionOk="0" h="16415" w="16617">
                  <a:moveTo>
                    <a:pt x="11328" y="963"/>
                  </a:moveTo>
                  <a:cubicBezTo>
                    <a:pt x="13714" y="963"/>
                    <a:pt x="15656" y="2904"/>
                    <a:pt x="15656" y="5291"/>
                  </a:cubicBezTo>
                  <a:cubicBezTo>
                    <a:pt x="15656" y="7676"/>
                    <a:pt x="13715" y="9618"/>
                    <a:pt x="11328" y="9618"/>
                  </a:cubicBezTo>
                  <a:cubicBezTo>
                    <a:pt x="8941" y="9618"/>
                    <a:pt x="7001" y="7676"/>
                    <a:pt x="7001" y="5291"/>
                  </a:cubicBezTo>
                  <a:cubicBezTo>
                    <a:pt x="7001" y="2904"/>
                    <a:pt x="8941" y="963"/>
                    <a:pt x="11328" y="963"/>
                  </a:cubicBezTo>
                  <a:close/>
                  <a:moveTo>
                    <a:pt x="7266" y="8674"/>
                  </a:moveTo>
                  <a:cubicBezTo>
                    <a:pt x="7471" y="8920"/>
                    <a:pt x="7699" y="9147"/>
                    <a:pt x="7945" y="9353"/>
                  </a:cubicBezTo>
                  <a:lnTo>
                    <a:pt x="5916" y="11383"/>
                  </a:lnTo>
                  <a:lnTo>
                    <a:pt x="5235" y="10703"/>
                  </a:lnTo>
                  <a:lnTo>
                    <a:pt x="7266" y="8674"/>
                  </a:lnTo>
                  <a:close/>
                  <a:moveTo>
                    <a:pt x="4102" y="10996"/>
                  </a:moveTo>
                  <a:cubicBezTo>
                    <a:pt x="4143" y="10996"/>
                    <a:pt x="4184" y="11012"/>
                    <a:pt x="4215" y="11043"/>
                  </a:cubicBezTo>
                  <a:lnTo>
                    <a:pt x="5576" y="12403"/>
                  </a:lnTo>
                  <a:cubicBezTo>
                    <a:pt x="5637" y="12465"/>
                    <a:pt x="5637" y="12568"/>
                    <a:pt x="5576" y="12630"/>
                  </a:cubicBezTo>
                  <a:lnTo>
                    <a:pt x="3082" y="15123"/>
                  </a:lnTo>
                  <a:cubicBezTo>
                    <a:pt x="2863" y="15342"/>
                    <a:pt x="2576" y="15451"/>
                    <a:pt x="2289" y="15451"/>
                  </a:cubicBezTo>
                  <a:cubicBezTo>
                    <a:pt x="2002" y="15451"/>
                    <a:pt x="1715" y="15342"/>
                    <a:pt x="1496" y="15123"/>
                  </a:cubicBezTo>
                  <a:cubicBezTo>
                    <a:pt x="1058" y="14685"/>
                    <a:pt x="1058" y="13975"/>
                    <a:pt x="1496" y="13537"/>
                  </a:cubicBezTo>
                  <a:lnTo>
                    <a:pt x="3988" y="11043"/>
                  </a:lnTo>
                  <a:cubicBezTo>
                    <a:pt x="4020" y="11012"/>
                    <a:pt x="4061" y="10996"/>
                    <a:pt x="4102" y="10996"/>
                  </a:cubicBezTo>
                  <a:close/>
                  <a:moveTo>
                    <a:pt x="11328" y="1"/>
                  </a:moveTo>
                  <a:cubicBezTo>
                    <a:pt x="8411" y="1"/>
                    <a:pt x="6039" y="2373"/>
                    <a:pt x="6039" y="5291"/>
                  </a:cubicBezTo>
                  <a:cubicBezTo>
                    <a:pt x="6037" y="6193"/>
                    <a:pt x="6269" y="7080"/>
                    <a:pt x="6711" y="7867"/>
                  </a:cubicBezTo>
                  <a:lnTo>
                    <a:pt x="4477" y="10100"/>
                  </a:lnTo>
                  <a:cubicBezTo>
                    <a:pt x="4355" y="10056"/>
                    <a:pt x="4228" y="10035"/>
                    <a:pt x="4102" y="10035"/>
                  </a:cubicBezTo>
                  <a:cubicBezTo>
                    <a:pt x="3810" y="10035"/>
                    <a:pt x="3523" y="10150"/>
                    <a:pt x="3309" y="10363"/>
                  </a:cubicBezTo>
                  <a:lnTo>
                    <a:pt x="815" y="12857"/>
                  </a:lnTo>
                  <a:cubicBezTo>
                    <a:pt x="1" y="13670"/>
                    <a:pt x="1" y="14990"/>
                    <a:pt x="815" y="15804"/>
                  </a:cubicBezTo>
                  <a:cubicBezTo>
                    <a:pt x="1222" y="16211"/>
                    <a:pt x="1755" y="16415"/>
                    <a:pt x="2289" y="16415"/>
                  </a:cubicBezTo>
                  <a:cubicBezTo>
                    <a:pt x="2822" y="16415"/>
                    <a:pt x="3356" y="16211"/>
                    <a:pt x="3763" y="15804"/>
                  </a:cubicBezTo>
                  <a:lnTo>
                    <a:pt x="6255" y="13311"/>
                  </a:lnTo>
                  <a:cubicBezTo>
                    <a:pt x="6561" y="13004"/>
                    <a:pt x="6664" y="12548"/>
                    <a:pt x="6519" y="12141"/>
                  </a:cubicBezTo>
                  <a:lnTo>
                    <a:pt x="8751" y="9910"/>
                  </a:lnTo>
                  <a:cubicBezTo>
                    <a:pt x="9539" y="10350"/>
                    <a:pt x="10425" y="10580"/>
                    <a:pt x="11328" y="10580"/>
                  </a:cubicBezTo>
                  <a:cubicBezTo>
                    <a:pt x="14244" y="10580"/>
                    <a:pt x="16616" y="8206"/>
                    <a:pt x="16616" y="5291"/>
                  </a:cubicBezTo>
                  <a:cubicBezTo>
                    <a:pt x="16616" y="2375"/>
                    <a:pt x="14244" y="1"/>
                    <a:pt x="1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02" name="Google Shape;20002;p93"/>
          <p:cNvGrpSpPr/>
          <p:nvPr/>
        </p:nvGrpSpPr>
        <p:grpSpPr>
          <a:xfrm>
            <a:off x="1015371" y="2323941"/>
            <a:ext cx="354849" cy="354849"/>
            <a:chOff x="4379475" y="2661350"/>
            <a:chExt cx="410325" cy="410325"/>
          </a:xfrm>
        </p:grpSpPr>
        <p:sp>
          <p:nvSpPr>
            <p:cNvPr id="20003" name="Google Shape;20003;p93"/>
            <p:cNvSpPr/>
            <p:nvPr/>
          </p:nvSpPr>
          <p:spPr>
            <a:xfrm>
              <a:off x="4379475" y="2661350"/>
              <a:ext cx="410325" cy="410325"/>
            </a:xfrm>
            <a:custGeom>
              <a:rect b="b" l="l" r="r" t="t"/>
              <a:pathLst>
                <a:path extrusionOk="0" h="16413" w="16413">
                  <a:moveTo>
                    <a:pt x="8206" y="962"/>
                  </a:moveTo>
                  <a:cubicBezTo>
                    <a:pt x="9682" y="962"/>
                    <a:pt x="11154" y="1412"/>
                    <a:pt x="12406" y="2302"/>
                  </a:cubicBezTo>
                  <a:cubicBezTo>
                    <a:pt x="12489" y="2362"/>
                    <a:pt x="12587" y="2391"/>
                    <a:pt x="12684" y="2391"/>
                  </a:cubicBezTo>
                  <a:cubicBezTo>
                    <a:pt x="12808" y="2391"/>
                    <a:pt x="12931" y="2343"/>
                    <a:pt x="13024" y="2250"/>
                  </a:cubicBezTo>
                  <a:lnTo>
                    <a:pt x="13097" y="2176"/>
                  </a:lnTo>
                  <a:lnTo>
                    <a:pt x="13324" y="3764"/>
                  </a:lnTo>
                  <a:lnTo>
                    <a:pt x="13324" y="3764"/>
                  </a:lnTo>
                  <a:lnTo>
                    <a:pt x="11716" y="3534"/>
                  </a:lnTo>
                  <a:cubicBezTo>
                    <a:pt x="11843" y="3310"/>
                    <a:pt x="11773" y="3026"/>
                    <a:pt x="11555" y="2889"/>
                  </a:cubicBezTo>
                  <a:cubicBezTo>
                    <a:pt x="10555" y="2258"/>
                    <a:pt x="9397" y="1923"/>
                    <a:pt x="8215" y="1923"/>
                  </a:cubicBezTo>
                  <a:cubicBezTo>
                    <a:pt x="8212" y="1923"/>
                    <a:pt x="8210" y="1923"/>
                    <a:pt x="8207" y="1923"/>
                  </a:cubicBezTo>
                  <a:cubicBezTo>
                    <a:pt x="4744" y="1923"/>
                    <a:pt x="1925" y="4742"/>
                    <a:pt x="1925" y="8205"/>
                  </a:cubicBezTo>
                  <a:cubicBezTo>
                    <a:pt x="1925" y="11669"/>
                    <a:pt x="4742" y="14488"/>
                    <a:pt x="8207" y="14488"/>
                  </a:cubicBezTo>
                  <a:cubicBezTo>
                    <a:pt x="11510" y="14488"/>
                    <a:pt x="14225" y="11927"/>
                    <a:pt x="14471" y="8686"/>
                  </a:cubicBezTo>
                  <a:lnTo>
                    <a:pt x="15436" y="8686"/>
                  </a:lnTo>
                  <a:cubicBezTo>
                    <a:pt x="15322" y="10440"/>
                    <a:pt x="14583" y="12073"/>
                    <a:pt x="13330" y="13328"/>
                  </a:cubicBezTo>
                  <a:cubicBezTo>
                    <a:pt x="11947" y="14710"/>
                    <a:pt x="10095" y="15450"/>
                    <a:pt x="8206" y="15450"/>
                  </a:cubicBezTo>
                  <a:cubicBezTo>
                    <a:pt x="7371" y="15450"/>
                    <a:pt x="6529" y="15305"/>
                    <a:pt x="5718" y="15008"/>
                  </a:cubicBezTo>
                  <a:cubicBezTo>
                    <a:pt x="3070" y="14038"/>
                    <a:pt x="1225" y="11621"/>
                    <a:pt x="990" y="8810"/>
                  </a:cubicBezTo>
                  <a:cubicBezTo>
                    <a:pt x="755" y="6000"/>
                    <a:pt x="2171" y="3310"/>
                    <a:pt x="4619" y="1913"/>
                  </a:cubicBezTo>
                  <a:cubicBezTo>
                    <a:pt x="5735" y="1277"/>
                    <a:pt x="6972" y="962"/>
                    <a:pt x="8206" y="962"/>
                  </a:cubicBezTo>
                  <a:close/>
                  <a:moveTo>
                    <a:pt x="8222" y="0"/>
                  </a:moveTo>
                  <a:cubicBezTo>
                    <a:pt x="8217" y="0"/>
                    <a:pt x="8212" y="0"/>
                    <a:pt x="8207" y="0"/>
                  </a:cubicBezTo>
                  <a:cubicBezTo>
                    <a:pt x="6015" y="0"/>
                    <a:pt x="3954" y="854"/>
                    <a:pt x="2404" y="2403"/>
                  </a:cubicBezTo>
                  <a:cubicBezTo>
                    <a:pt x="853" y="3953"/>
                    <a:pt x="0" y="6013"/>
                    <a:pt x="0" y="8207"/>
                  </a:cubicBezTo>
                  <a:cubicBezTo>
                    <a:pt x="0" y="10399"/>
                    <a:pt x="854" y="12458"/>
                    <a:pt x="2404" y="14008"/>
                  </a:cubicBezTo>
                  <a:cubicBezTo>
                    <a:pt x="3953" y="15559"/>
                    <a:pt x="6015" y="16412"/>
                    <a:pt x="8207" y="16412"/>
                  </a:cubicBezTo>
                  <a:cubicBezTo>
                    <a:pt x="10400" y="16412"/>
                    <a:pt x="12459" y="15559"/>
                    <a:pt x="14009" y="14008"/>
                  </a:cubicBezTo>
                  <a:cubicBezTo>
                    <a:pt x="15560" y="12458"/>
                    <a:pt x="16413" y="10398"/>
                    <a:pt x="16413" y="8207"/>
                  </a:cubicBezTo>
                  <a:cubicBezTo>
                    <a:pt x="16413" y="7940"/>
                    <a:pt x="16197" y="7725"/>
                    <a:pt x="15932" y="7725"/>
                  </a:cubicBezTo>
                  <a:lnTo>
                    <a:pt x="13047" y="7725"/>
                  </a:lnTo>
                  <a:cubicBezTo>
                    <a:pt x="12785" y="7730"/>
                    <a:pt x="12576" y="7943"/>
                    <a:pt x="12576" y="8205"/>
                  </a:cubicBezTo>
                  <a:cubicBezTo>
                    <a:pt x="12576" y="8468"/>
                    <a:pt x="12785" y="8681"/>
                    <a:pt x="13047" y="8686"/>
                  </a:cubicBezTo>
                  <a:lnTo>
                    <a:pt x="13506" y="8686"/>
                  </a:lnTo>
                  <a:cubicBezTo>
                    <a:pt x="13451" y="9294"/>
                    <a:pt x="13292" y="9885"/>
                    <a:pt x="13036" y="10439"/>
                  </a:cubicBezTo>
                  <a:lnTo>
                    <a:pt x="12639" y="10209"/>
                  </a:lnTo>
                  <a:cubicBezTo>
                    <a:pt x="12562" y="10163"/>
                    <a:pt x="12477" y="10142"/>
                    <a:pt x="12394" y="10142"/>
                  </a:cubicBezTo>
                  <a:cubicBezTo>
                    <a:pt x="12228" y="10142"/>
                    <a:pt x="12066" y="10228"/>
                    <a:pt x="11977" y="10382"/>
                  </a:cubicBezTo>
                  <a:cubicBezTo>
                    <a:pt x="11843" y="10615"/>
                    <a:pt x="11924" y="10910"/>
                    <a:pt x="12158" y="11042"/>
                  </a:cubicBezTo>
                  <a:lnTo>
                    <a:pt x="12554" y="11271"/>
                  </a:lnTo>
                  <a:cubicBezTo>
                    <a:pt x="12202" y="11767"/>
                    <a:pt x="11769" y="12201"/>
                    <a:pt x="11272" y="12552"/>
                  </a:cubicBezTo>
                  <a:lnTo>
                    <a:pt x="11044" y="12155"/>
                  </a:lnTo>
                  <a:cubicBezTo>
                    <a:pt x="10953" y="12006"/>
                    <a:pt x="10795" y="11923"/>
                    <a:pt x="10632" y="11923"/>
                  </a:cubicBezTo>
                  <a:cubicBezTo>
                    <a:pt x="10550" y="11923"/>
                    <a:pt x="10467" y="11944"/>
                    <a:pt x="10391" y="11988"/>
                  </a:cubicBezTo>
                  <a:cubicBezTo>
                    <a:pt x="10164" y="12119"/>
                    <a:pt x="10085" y="12407"/>
                    <a:pt x="10211" y="12637"/>
                  </a:cubicBezTo>
                  <a:lnTo>
                    <a:pt x="10441" y="13034"/>
                  </a:lnTo>
                  <a:cubicBezTo>
                    <a:pt x="9887" y="13290"/>
                    <a:pt x="9295" y="13450"/>
                    <a:pt x="8688" y="13504"/>
                  </a:cubicBezTo>
                  <a:lnTo>
                    <a:pt x="8688" y="13044"/>
                  </a:lnTo>
                  <a:cubicBezTo>
                    <a:pt x="8688" y="12779"/>
                    <a:pt x="8472" y="12564"/>
                    <a:pt x="8207" y="12564"/>
                  </a:cubicBezTo>
                  <a:cubicBezTo>
                    <a:pt x="7942" y="12564"/>
                    <a:pt x="7727" y="12779"/>
                    <a:pt x="7727" y="13044"/>
                  </a:cubicBezTo>
                  <a:lnTo>
                    <a:pt x="7727" y="13504"/>
                  </a:lnTo>
                  <a:cubicBezTo>
                    <a:pt x="7119" y="13450"/>
                    <a:pt x="6526" y="13290"/>
                    <a:pt x="5974" y="13034"/>
                  </a:cubicBezTo>
                  <a:lnTo>
                    <a:pt x="6204" y="12637"/>
                  </a:lnTo>
                  <a:cubicBezTo>
                    <a:pt x="6341" y="12407"/>
                    <a:pt x="6265" y="12107"/>
                    <a:pt x="6032" y="11972"/>
                  </a:cubicBezTo>
                  <a:cubicBezTo>
                    <a:pt x="5956" y="11928"/>
                    <a:pt x="5874" y="11908"/>
                    <a:pt x="5792" y="11908"/>
                  </a:cubicBezTo>
                  <a:cubicBezTo>
                    <a:pt x="5623" y="11908"/>
                    <a:pt x="5459" y="11997"/>
                    <a:pt x="5371" y="12157"/>
                  </a:cubicBezTo>
                  <a:lnTo>
                    <a:pt x="5142" y="12552"/>
                  </a:lnTo>
                  <a:cubicBezTo>
                    <a:pt x="4646" y="12201"/>
                    <a:pt x="4212" y="11767"/>
                    <a:pt x="3861" y="11271"/>
                  </a:cubicBezTo>
                  <a:lnTo>
                    <a:pt x="4256" y="11042"/>
                  </a:lnTo>
                  <a:cubicBezTo>
                    <a:pt x="4483" y="10907"/>
                    <a:pt x="4559" y="10616"/>
                    <a:pt x="4427" y="10389"/>
                  </a:cubicBezTo>
                  <a:cubicBezTo>
                    <a:pt x="4338" y="10235"/>
                    <a:pt x="4177" y="10148"/>
                    <a:pt x="4011" y="10148"/>
                  </a:cubicBezTo>
                  <a:cubicBezTo>
                    <a:pt x="3931" y="10148"/>
                    <a:pt x="3850" y="10168"/>
                    <a:pt x="3776" y="10210"/>
                  </a:cubicBezTo>
                  <a:lnTo>
                    <a:pt x="3379" y="10439"/>
                  </a:lnTo>
                  <a:cubicBezTo>
                    <a:pt x="3123" y="9887"/>
                    <a:pt x="2963" y="9294"/>
                    <a:pt x="2909" y="8687"/>
                  </a:cubicBezTo>
                  <a:lnTo>
                    <a:pt x="3367" y="8687"/>
                  </a:lnTo>
                  <a:cubicBezTo>
                    <a:pt x="3629" y="8681"/>
                    <a:pt x="3839" y="8468"/>
                    <a:pt x="3839" y="8205"/>
                  </a:cubicBezTo>
                  <a:cubicBezTo>
                    <a:pt x="3839" y="7945"/>
                    <a:pt x="3629" y="7731"/>
                    <a:pt x="3367" y="7725"/>
                  </a:cubicBezTo>
                  <a:lnTo>
                    <a:pt x="2909" y="7725"/>
                  </a:lnTo>
                  <a:cubicBezTo>
                    <a:pt x="2963" y="7119"/>
                    <a:pt x="3123" y="6526"/>
                    <a:pt x="3379" y="5974"/>
                  </a:cubicBezTo>
                  <a:lnTo>
                    <a:pt x="3776" y="6202"/>
                  </a:lnTo>
                  <a:cubicBezTo>
                    <a:pt x="3853" y="6248"/>
                    <a:pt x="3937" y="6269"/>
                    <a:pt x="4020" y="6269"/>
                  </a:cubicBezTo>
                  <a:cubicBezTo>
                    <a:pt x="4186" y="6269"/>
                    <a:pt x="4347" y="6183"/>
                    <a:pt x="4436" y="6029"/>
                  </a:cubicBezTo>
                  <a:cubicBezTo>
                    <a:pt x="4571" y="5798"/>
                    <a:pt x="4489" y="5501"/>
                    <a:pt x="4256" y="5370"/>
                  </a:cubicBezTo>
                  <a:lnTo>
                    <a:pt x="3861" y="5142"/>
                  </a:lnTo>
                  <a:cubicBezTo>
                    <a:pt x="4212" y="4644"/>
                    <a:pt x="4646" y="4212"/>
                    <a:pt x="5142" y="3860"/>
                  </a:cubicBezTo>
                  <a:lnTo>
                    <a:pt x="5371" y="4256"/>
                  </a:lnTo>
                  <a:cubicBezTo>
                    <a:pt x="5459" y="4415"/>
                    <a:pt x="5623" y="4505"/>
                    <a:pt x="5792" y="4505"/>
                  </a:cubicBezTo>
                  <a:cubicBezTo>
                    <a:pt x="5874" y="4505"/>
                    <a:pt x="5956" y="4484"/>
                    <a:pt x="6032" y="4440"/>
                  </a:cubicBezTo>
                  <a:cubicBezTo>
                    <a:pt x="6265" y="4306"/>
                    <a:pt x="6341" y="4005"/>
                    <a:pt x="6204" y="3775"/>
                  </a:cubicBezTo>
                  <a:lnTo>
                    <a:pt x="5974" y="3377"/>
                  </a:lnTo>
                  <a:cubicBezTo>
                    <a:pt x="6526" y="3119"/>
                    <a:pt x="7119" y="2961"/>
                    <a:pt x="7725" y="2907"/>
                  </a:cubicBezTo>
                  <a:lnTo>
                    <a:pt x="7725" y="3365"/>
                  </a:lnTo>
                  <a:cubicBezTo>
                    <a:pt x="7725" y="3631"/>
                    <a:pt x="7941" y="3846"/>
                    <a:pt x="8207" y="3846"/>
                  </a:cubicBezTo>
                  <a:cubicBezTo>
                    <a:pt x="8472" y="3846"/>
                    <a:pt x="8688" y="3631"/>
                    <a:pt x="8688" y="3365"/>
                  </a:cubicBezTo>
                  <a:lnTo>
                    <a:pt x="8688" y="2907"/>
                  </a:lnTo>
                  <a:cubicBezTo>
                    <a:pt x="9319" y="2963"/>
                    <a:pt x="9935" y="3133"/>
                    <a:pt x="10506" y="3406"/>
                  </a:cubicBezTo>
                  <a:lnTo>
                    <a:pt x="10378" y="3537"/>
                  </a:lnTo>
                  <a:cubicBezTo>
                    <a:pt x="10096" y="3816"/>
                    <a:pt x="10257" y="4297"/>
                    <a:pt x="10648" y="4352"/>
                  </a:cubicBezTo>
                  <a:lnTo>
                    <a:pt x="13822" y="4806"/>
                  </a:lnTo>
                  <a:cubicBezTo>
                    <a:pt x="13845" y="4810"/>
                    <a:pt x="13867" y="4811"/>
                    <a:pt x="13889" y="4811"/>
                  </a:cubicBezTo>
                  <a:cubicBezTo>
                    <a:pt x="14176" y="4811"/>
                    <a:pt x="14407" y="4557"/>
                    <a:pt x="14365" y="4262"/>
                  </a:cubicBezTo>
                  <a:lnTo>
                    <a:pt x="13913" y="1088"/>
                  </a:lnTo>
                  <a:cubicBezTo>
                    <a:pt x="13876" y="833"/>
                    <a:pt x="13659" y="675"/>
                    <a:pt x="13434" y="675"/>
                  </a:cubicBezTo>
                  <a:cubicBezTo>
                    <a:pt x="13315" y="675"/>
                    <a:pt x="13194" y="720"/>
                    <a:pt x="13097" y="817"/>
                  </a:cubicBezTo>
                  <a:lnTo>
                    <a:pt x="12624" y="1290"/>
                  </a:lnTo>
                  <a:cubicBezTo>
                    <a:pt x="11310" y="447"/>
                    <a:pt x="9783" y="0"/>
                    <a:pt x="8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4" name="Google Shape;20004;p93"/>
            <p:cNvSpPr/>
            <p:nvPr/>
          </p:nvSpPr>
          <p:spPr>
            <a:xfrm>
              <a:off x="4526825" y="2778125"/>
              <a:ext cx="140950" cy="140450"/>
            </a:xfrm>
            <a:custGeom>
              <a:rect b="b" l="l" r="r" t="t"/>
              <a:pathLst>
                <a:path extrusionOk="0" h="5618" w="5638">
                  <a:moveTo>
                    <a:pt x="2310" y="3053"/>
                  </a:moveTo>
                  <a:cubicBezTo>
                    <a:pt x="2557" y="3053"/>
                    <a:pt x="2794" y="3244"/>
                    <a:pt x="2794" y="3534"/>
                  </a:cubicBezTo>
                  <a:cubicBezTo>
                    <a:pt x="2794" y="3800"/>
                    <a:pt x="2578" y="4015"/>
                    <a:pt x="2313" y="4015"/>
                  </a:cubicBezTo>
                  <a:cubicBezTo>
                    <a:pt x="1884" y="4015"/>
                    <a:pt x="1670" y="3498"/>
                    <a:pt x="1973" y="3195"/>
                  </a:cubicBezTo>
                  <a:cubicBezTo>
                    <a:pt x="2072" y="3097"/>
                    <a:pt x="2192" y="3053"/>
                    <a:pt x="2310" y="3053"/>
                  </a:cubicBezTo>
                  <a:close/>
                  <a:moveTo>
                    <a:pt x="550" y="0"/>
                  </a:moveTo>
                  <a:cubicBezTo>
                    <a:pt x="468" y="0"/>
                    <a:pt x="386" y="21"/>
                    <a:pt x="310" y="65"/>
                  </a:cubicBezTo>
                  <a:cubicBezTo>
                    <a:pt x="80" y="197"/>
                    <a:pt x="1" y="491"/>
                    <a:pt x="134" y="721"/>
                  </a:cubicBezTo>
                  <a:lnTo>
                    <a:pt x="1216" y="2599"/>
                  </a:lnTo>
                  <a:cubicBezTo>
                    <a:pt x="729" y="3170"/>
                    <a:pt x="761" y="4021"/>
                    <a:pt x="1294" y="4554"/>
                  </a:cubicBezTo>
                  <a:cubicBezTo>
                    <a:pt x="1574" y="4834"/>
                    <a:pt x="1943" y="4976"/>
                    <a:pt x="2313" y="4976"/>
                  </a:cubicBezTo>
                  <a:cubicBezTo>
                    <a:pt x="2645" y="4976"/>
                    <a:pt x="2978" y="4861"/>
                    <a:pt x="3249" y="4630"/>
                  </a:cubicBezTo>
                  <a:lnTo>
                    <a:pt x="4848" y="5553"/>
                  </a:lnTo>
                  <a:cubicBezTo>
                    <a:pt x="4924" y="5596"/>
                    <a:pt x="5007" y="5617"/>
                    <a:pt x="5088" y="5617"/>
                  </a:cubicBezTo>
                  <a:cubicBezTo>
                    <a:pt x="5254" y="5617"/>
                    <a:pt x="5416" y="5531"/>
                    <a:pt x="5504" y="5377"/>
                  </a:cubicBezTo>
                  <a:cubicBezTo>
                    <a:pt x="5638" y="5147"/>
                    <a:pt x="5558" y="4852"/>
                    <a:pt x="5329" y="4721"/>
                  </a:cubicBezTo>
                  <a:lnTo>
                    <a:pt x="3731" y="3798"/>
                  </a:lnTo>
                  <a:cubicBezTo>
                    <a:pt x="3896" y="2911"/>
                    <a:pt x="3215" y="2092"/>
                    <a:pt x="2313" y="2092"/>
                  </a:cubicBezTo>
                  <a:cubicBezTo>
                    <a:pt x="2224" y="2092"/>
                    <a:pt x="2136" y="2101"/>
                    <a:pt x="2050" y="2117"/>
                  </a:cubicBezTo>
                  <a:lnTo>
                    <a:pt x="966" y="241"/>
                  </a:lnTo>
                  <a:cubicBezTo>
                    <a:pt x="877" y="87"/>
                    <a:pt x="715" y="0"/>
                    <a:pt x="5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05" name="Google Shape;20005;p93"/>
          <p:cNvGrpSpPr/>
          <p:nvPr/>
        </p:nvGrpSpPr>
        <p:grpSpPr>
          <a:xfrm>
            <a:off x="1014905" y="2883902"/>
            <a:ext cx="355822" cy="354827"/>
            <a:chOff x="3868125" y="2689450"/>
            <a:chExt cx="411450" cy="410300"/>
          </a:xfrm>
        </p:grpSpPr>
        <p:sp>
          <p:nvSpPr>
            <p:cNvPr id="20006" name="Google Shape;20006;p93"/>
            <p:cNvSpPr/>
            <p:nvPr/>
          </p:nvSpPr>
          <p:spPr>
            <a:xfrm>
              <a:off x="4160275" y="2953500"/>
              <a:ext cx="55050" cy="108200"/>
            </a:xfrm>
            <a:custGeom>
              <a:rect b="b" l="l" r="r" t="t"/>
              <a:pathLst>
                <a:path extrusionOk="0" h="4328" w="2202">
                  <a:moveTo>
                    <a:pt x="825" y="945"/>
                  </a:moveTo>
                  <a:lnTo>
                    <a:pt x="825" y="1642"/>
                  </a:lnTo>
                  <a:cubicBezTo>
                    <a:pt x="780" y="1617"/>
                    <a:pt x="737" y="1588"/>
                    <a:pt x="695" y="1556"/>
                  </a:cubicBezTo>
                  <a:cubicBezTo>
                    <a:pt x="620" y="1497"/>
                    <a:pt x="588" y="1376"/>
                    <a:pt x="611" y="1247"/>
                  </a:cubicBezTo>
                  <a:cubicBezTo>
                    <a:pt x="632" y="1138"/>
                    <a:pt x="699" y="1010"/>
                    <a:pt x="825" y="945"/>
                  </a:cubicBezTo>
                  <a:close/>
                  <a:moveTo>
                    <a:pt x="1307" y="2370"/>
                  </a:moveTo>
                  <a:lnTo>
                    <a:pt x="1316" y="2373"/>
                  </a:lnTo>
                  <a:cubicBezTo>
                    <a:pt x="1685" y="2505"/>
                    <a:pt x="1663" y="2821"/>
                    <a:pt x="1647" y="2915"/>
                  </a:cubicBezTo>
                  <a:cubicBezTo>
                    <a:pt x="1614" y="3110"/>
                    <a:pt x="1487" y="3276"/>
                    <a:pt x="1307" y="3359"/>
                  </a:cubicBezTo>
                  <a:lnTo>
                    <a:pt x="1307" y="2370"/>
                  </a:lnTo>
                  <a:close/>
                  <a:moveTo>
                    <a:pt x="1067" y="0"/>
                  </a:moveTo>
                  <a:cubicBezTo>
                    <a:pt x="933" y="0"/>
                    <a:pt x="825" y="107"/>
                    <a:pt x="825" y="241"/>
                  </a:cubicBezTo>
                  <a:lnTo>
                    <a:pt x="825" y="438"/>
                  </a:lnTo>
                  <a:cubicBezTo>
                    <a:pt x="802" y="444"/>
                    <a:pt x="775" y="452"/>
                    <a:pt x="750" y="459"/>
                  </a:cubicBezTo>
                  <a:cubicBezTo>
                    <a:pt x="437" y="553"/>
                    <a:pt x="203" y="821"/>
                    <a:pt x="140" y="1157"/>
                  </a:cubicBezTo>
                  <a:cubicBezTo>
                    <a:pt x="81" y="1466"/>
                    <a:pt x="181" y="1764"/>
                    <a:pt x="399" y="1934"/>
                  </a:cubicBezTo>
                  <a:cubicBezTo>
                    <a:pt x="509" y="2020"/>
                    <a:pt x="642" y="2099"/>
                    <a:pt x="825" y="2181"/>
                  </a:cubicBezTo>
                  <a:lnTo>
                    <a:pt x="825" y="3402"/>
                  </a:lnTo>
                  <a:cubicBezTo>
                    <a:pt x="677" y="3388"/>
                    <a:pt x="575" y="3345"/>
                    <a:pt x="408" y="3235"/>
                  </a:cubicBezTo>
                  <a:cubicBezTo>
                    <a:pt x="367" y="3209"/>
                    <a:pt x="322" y="3196"/>
                    <a:pt x="277" y="3196"/>
                  </a:cubicBezTo>
                  <a:cubicBezTo>
                    <a:pt x="198" y="3196"/>
                    <a:pt x="120" y="3235"/>
                    <a:pt x="74" y="3306"/>
                  </a:cubicBezTo>
                  <a:cubicBezTo>
                    <a:pt x="1" y="3417"/>
                    <a:pt x="33" y="3565"/>
                    <a:pt x="144" y="3638"/>
                  </a:cubicBezTo>
                  <a:cubicBezTo>
                    <a:pt x="411" y="3812"/>
                    <a:pt x="595" y="3868"/>
                    <a:pt x="825" y="3884"/>
                  </a:cubicBezTo>
                  <a:lnTo>
                    <a:pt x="825" y="4088"/>
                  </a:lnTo>
                  <a:cubicBezTo>
                    <a:pt x="825" y="4220"/>
                    <a:pt x="933" y="4328"/>
                    <a:pt x="1067" y="4328"/>
                  </a:cubicBezTo>
                  <a:cubicBezTo>
                    <a:pt x="1198" y="4328"/>
                    <a:pt x="1307" y="4220"/>
                    <a:pt x="1307" y="4088"/>
                  </a:cubicBezTo>
                  <a:lnTo>
                    <a:pt x="1307" y="3864"/>
                  </a:lnTo>
                  <a:cubicBezTo>
                    <a:pt x="1764" y="3760"/>
                    <a:pt x="2057" y="3375"/>
                    <a:pt x="2121" y="2994"/>
                  </a:cubicBezTo>
                  <a:cubicBezTo>
                    <a:pt x="2202" y="2509"/>
                    <a:pt x="1948" y="2087"/>
                    <a:pt x="1475" y="1920"/>
                  </a:cubicBezTo>
                  <a:cubicBezTo>
                    <a:pt x="1420" y="1900"/>
                    <a:pt x="1362" y="1879"/>
                    <a:pt x="1307" y="1859"/>
                  </a:cubicBezTo>
                  <a:lnTo>
                    <a:pt x="1307" y="901"/>
                  </a:lnTo>
                  <a:cubicBezTo>
                    <a:pt x="1431" y="935"/>
                    <a:pt x="1496" y="999"/>
                    <a:pt x="1500" y="1004"/>
                  </a:cubicBezTo>
                  <a:cubicBezTo>
                    <a:pt x="1548" y="1058"/>
                    <a:pt x="1614" y="1085"/>
                    <a:pt x="1681" y="1085"/>
                  </a:cubicBezTo>
                  <a:cubicBezTo>
                    <a:pt x="1737" y="1085"/>
                    <a:pt x="1793" y="1066"/>
                    <a:pt x="1838" y="1026"/>
                  </a:cubicBezTo>
                  <a:cubicBezTo>
                    <a:pt x="1939" y="938"/>
                    <a:pt x="1948" y="785"/>
                    <a:pt x="1862" y="686"/>
                  </a:cubicBezTo>
                  <a:cubicBezTo>
                    <a:pt x="1850" y="674"/>
                    <a:pt x="1663" y="463"/>
                    <a:pt x="1307" y="411"/>
                  </a:cubicBezTo>
                  <a:lnTo>
                    <a:pt x="1307" y="241"/>
                  </a:lnTo>
                  <a:cubicBezTo>
                    <a:pt x="1307" y="107"/>
                    <a:pt x="1198" y="0"/>
                    <a:pt x="10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7" name="Google Shape;20007;p93"/>
            <p:cNvSpPr/>
            <p:nvPr/>
          </p:nvSpPr>
          <p:spPr>
            <a:xfrm>
              <a:off x="3868125" y="2689450"/>
              <a:ext cx="411450" cy="410300"/>
            </a:xfrm>
            <a:custGeom>
              <a:rect b="b" l="l" r="r" t="t"/>
              <a:pathLst>
                <a:path extrusionOk="0" h="16412" w="16458">
                  <a:moveTo>
                    <a:pt x="6448" y="963"/>
                  </a:moveTo>
                  <a:cubicBezTo>
                    <a:pt x="6643" y="963"/>
                    <a:pt x="6817" y="1080"/>
                    <a:pt x="6892" y="1259"/>
                  </a:cubicBezTo>
                  <a:cubicBezTo>
                    <a:pt x="6967" y="1439"/>
                    <a:pt x="6926" y="1645"/>
                    <a:pt x="6788" y="1783"/>
                  </a:cubicBezTo>
                  <a:cubicBezTo>
                    <a:pt x="6696" y="1875"/>
                    <a:pt x="6573" y="1924"/>
                    <a:pt x="6448" y="1924"/>
                  </a:cubicBezTo>
                  <a:cubicBezTo>
                    <a:pt x="6386" y="1924"/>
                    <a:pt x="6323" y="1912"/>
                    <a:pt x="6264" y="1887"/>
                  </a:cubicBezTo>
                  <a:cubicBezTo>
                    <a:pt x="6085" y="1812"/>
                    <a:pt x="5968" y="1638"/>
                    <a:pt x="5968" y="1443"/>
                  </a:cubicBezTo>
                  <a:cubicBezTo>
                    <a:pt x="5968" y="1178"/>
                    <a:pt x="6183" y="963"/>
                    <a:pt x="6448" y="963"/>
                  </a:cubicBezTo>
                  <a:close/>
                  <a:moveTo>
                    <a:pt x="6928" y="4895"/>
                  </a:moveTo>
                  <a:cubicBezTo>
                    <a:pt x="7529" y="4949"/>
                    <a:pt x="8116" y="5106"/>
                    <a:pt x="8664" y="5359"/>
                  </a:cubicBezTo>
                  <a:lnTo>
                    <a:pt x="8435" y="5758"/>
                  </a:lnTo>
                  <a:cubicBezTo>
                    <a:pt x="8302" y="5988"/>
                    <a:pt x="8381" y="6282"/>
                    <a:pt x="8611" y="6414"/>
                  </a:cubicBezTo>
                  <a:cubicBezTo>
                    <a:pt x="8687" y="6458"/>
                    <a:pt x="8770" y="6478"/>
                    <a:pt x="8851" y="6478"/>
                  </a:cubicBezTo>
                  <a:cubicBezTo>
                    <a:pt x="9017" y="6478"/>
                    <a:pt x="9178" y="6392"/>
                    <a:pt x="9267" y="6238"/>
                  </a:cubicBezTo>
                  <a:lnTo>
                    <a:pt x="9497" y="5841"/>
                  </a:lnTo>
                  <a:cubicBezTo>
                    <a:pt x="9991" y="6190"/>
                    <a:pt x="10420" y="6619"/>
                    <a:pt x="10768" y="7112"/>
                  </a:cubicBezTo>
                  <a:lnTo>
                    <a:pt x="10370" y="7342"/>
                  </a:lnTo>
                  <a:cubicBezTo>
                    <a:pt x="10140" y="7474"/>
                    <a:pt x="10062" y="7768"/>
                    <a:pt x="10194" y="7998"/>
                  </a:cubicBezTo>
                  <a:cubicBezTo>
                    <a:pt x="10284" y="8152"/>
                    <a:pt x="10445" y="8239"/>
                    <a:pt x="10612" y="8239"/>
                  </a:cubicBezTo>
                  <a:cubicBezTo>
                    <a:pt x="10693" y="8239"/>
                    <a:pt x="10776" y="8218"/>
                    <a:pt x="10852" y="8174"/>
                  </a:cubicBezTo>
                  <a:lnTo>
                    <a:pt x="11250" y="7944"/>
                  </a:lnTo>
                  <a:cubicBezTo>
                    <a:pt x="11436" y="8348"/>
                    <a:pt x="11571" y="8776"/>
                    <a:pt x="11651" y="9214"/>
                  </a:cubicBezTo>
                  <a:cubicBezTo>
                    <a:pt x="10165" y="9690"/>
                    <a:pt x="9086" y="11084"/>
                    <a:pt x="9086" y="12726"/>
                  </a:cubicBezTo>
                  <a:cubicBezTo>
                    <a:pt x="9084" y="13333"/>
                    <a:pt x="9234" y="13931"/>
                    <a:pt x="9522" y="14465"/>
                  </a:cubicBezTo>
                  <a:cubicBezTo>
                    <a:pt x="9513" y="14471"/>
                    <a:pt x="9506" y="14477"/>
                    <a:pt x="9497" y="14483"/>
                  </a:cubicBezTo>
                  <a:lnTo>
                    <a:pt x="9497" y="14481"/>
                  </a:lnTo>
                  <a:lnTo>
                    <a:pt x="9269" y="14085"/>
                  </a:lnTo>
                  <a:cubicBezTo>
                    <a:pt x="9181" y="13927"/>
                    <a:pt x="9017" y="13838"/>
                    <a:pt x="8849" y="13838"/>
                  </a:cubicBezTo>
                  <a:cubicBezTo>
                    <a:pt x="8767" y="13838"/>
                    <a:pt x="8684" y="13859"/>
                    <a:pt x="8608" y="13903"/>
                  </a:cubicBezTo>
                  <a:cubicBezTo>
                    <a:pt x="8375" y="14036"/>
                    <a:pt x="8298" y="14335"/>
                    <a:pt x="8435" y="14566"/>
                  </a:cubicBezTo>
                  <a:lnTo>
                    <a:pt x="8665" y="14963"/>
                  </a:lnTo>
                  <a:cubicBezTo>
                    <a:pt x="8116" y="15215"/>
                    <a:pt x="7530" y="15373"/>
                    <a:pt x="6928" y="15427"/>
                  </a:cubicBezTo>
                  <a:lnTo>
                    <a:pt x="6928" y="14969"/>
                  </a:lnTo>
                  <a:cubicBezTo>
                    <a:pt x="6924" y="14707"/>
                    <a:pt x="6710" y="14497"/>
                    <a:pt x="6448" y="14497"/>
                  </a:cubicBezTo>
                  <a:cubicBezTo>
                    <a:pt x="6186" y="14497"/>
                    <a:pt x="5972" y="14707"/>
                    <a:pt x="5968" y="14969"/>
                  </a:cubicBezTo>
                  <a:lnTo>
                    <a:pt x="5968" y="15427"/>
                  </a:lnTo>
                  <a:cubicBezTo>
                    <a:pt x="5366" y="15373"/>
                    <a:pt x="4779" y="15217"/>
                    <a:pt x="4231" y="14963"/>
                  </a:cubicBezTo>
                  <a:lnTo>
                    <a:pt x="4461" y="14566"/>
                  </a:lnTo>
                  <a:cubicBezTo>
                    <a:pt x="4593" y="14335"/>
                    <a:pt x="4515" y="14042"/>
                    <a:pt x="4285" y="13909"/>
                  </a:cubicBezTo>
                  <a:cubicBezTo>
                    <a:pt x="4209" y="13865"/>
                    <a:pt x="4127" y="13844"/>
                    <a:pt x="4045" y="13844"/>
                  </a:cubicBezTo>
                  <a:cubicBezTo>
                    <a:pt x="3879" y="13844"/>
                    <a:pt x="3717" y="13930"/>
                    <a:pt x="3628" y="14085"/>
                  </a:cubicBezTo>
                  <a:lnTo>
                    <a:pt x="3399" y="14480"/>
                  </a:lnTo>
                  <a:cubicBezTo>
                    <a:pt x="2907" y="14131"/>
                    <a:pt x="2478" y="13702"/>
                    <a:pt x="2129" y="13210"/>
                  </a:cubicBezTo>
                  <a:lnTo>
                    <a:pt x="2525" y="12982"/>
                  </a:lnTo>
                  <a:cubicBezTo>
                    <a:pt x="2755" y="12849"/>
                    <a:pt x="2834" y="12554"/>
                    <a:pt x="2701" y="12324"/>
                  </a:cubicBezTo>
                  <a:cubicBezTo>
                    <a:pt x="2611" y="12170"/>
                    <a:pt x="2449" y="12084"/>
                    <a:pt x="2283" y="12084"/>
                  </a:cubicBezTo>
                  <a:cubicBezTo>
                    <a:pt x="2202" y="12084"/>
                    <a:pt x="2119" y="12105"/>
                    <a:pt x="2043" y="12149"/>
                  </a:cubicBezTo>
                  <a:lnTo>
                    <a:pt x="1648" y="12378"/>
                  </a:lnTo>
                  <a:cubicBezTo>
                    <a:pt x="1393" y="11831"/>
                    <a:pt x="1236" y="11243"/>
                    <a:pt x="1182" y="10642"/>
                  </a:cubicBezTo>
                  <a:lnTo>
                    <a:pt x="1640" y="10642"/>
                  </a:lnTo>
                  <a:cubicBezTo>
                    <a:pt x="1644" y="10642"/>
                    <a:pt x="1647" y="10642"/>
                    <a:pt x="1651" y="10642"/>
                  </a:cubicBezTo>
                  <a:cubicBezTo>
                    <a:pt x="1916" y="10642"/>
                    <a:pt x="2131" y="10427"/>
                    <a:pt x="2131" y="10161"/>
                  </a:cubicBezTo>
                  <a:cubicBezTo>
                    <a:pt x="2131" y="9895"/>
                    <a:pt x="1916" y="9681"/>
                    <a:pt x="1651" y="9681"/>
                  </a:cubicBezTo>
                  <a:cubicBezTo>
                    <a:pt x="1647" y="9681"/>
                    <a:pt x="1644" y="9681"/>
                    <a:pt x="1640" y="9681"/>
                  </a:cubicBezTo>
                  <a:lnTo>
                    <a:pt x="1182" y="9681"/>
                  </a:lnTo>
                  <a:cubicBezTo>
                    <a:pt x="1236" y="9079"/>
                    <a:pt x="1393" y="8492"/>
                    <a:pt x="1648" y="7944"/>
                  </a:cubicBezTo>
                  <a:lnTo>
                    <a:pt x="2043" y="8174"/>
                  </a:lnTo>
                  <a:cubicBezTo>
                    <a:pt x="2121" y="8221"/>
                    <a:pt x="2207" y="8243"/>
                    <a:pt x="2291" y="8243"/>
                  </a:cubicBezTo>
                  <a:cubicBezTo>
                    <a:pt x="2458" y="8243"/>
                    <a:pt x="2620" y="8157"/>
                    <a:pt x="2708" y="8003"/>
                  </a:cubicBezTo>
                  <a:cubicBezTo>
                    <a:pt x="2843" y="7770"/>
                    <a:pt x="2761" y="7471"/>
                    <a:pt x="2525" y="7341"/>
                  </a:cubicBezTo>
                  <a:lnTo>
                    <a:pt x="2128" y="7112"/>
                  </a:lnTo>
                  <a:cubicBezTo>
                    <a:pt x="2476" y="6620"/>
                    <a:pt x="2906" y="6191"/>
                    <a:pt x="3399" y="5843"/>
                  </a:cubicBezTo>
                  <a:lnTo>
                    <a:pt x="3628" y="6238"/>
                  </a:lnTo>
                  <a:cubicBezTo>
                    <a:pt x="3718" y="6388"/>
                    <a:pt x="3877" y="6472"/>
                    <a:pt x="4040" y="6472"/>
                  </a:cubicBezTo>
                  <a:cubicBezTo>
                    <a:pt x="4122" y="6472"/>
                    <a:pt x="4205" y="6451"/>
                    <a:pt x="4281" y="6408"/>
                  </a:cubicBezTo>
                  <a:cubicBezTo>
                    <a:pt x="4508" y="6276"/>
                    <a:pt x="4588" y="5986"/>
                    <a:pt x="4459" y="5758"/>
                  </a:cubicBezTo>
                  <a:lnTo>
                    <a:pt x="4231" y="5361"/>
                  </a:lnTo>
                  <a:cubicBezTo>
                    <a:pt x="4779" y="5106"/>
                    <a:pt x="5366" y="4949"/>
                    <a:pt x="5966" y="4895"/>
                  </a:cubicBezTo>
                  <a:lnTo>
                    <a:pt x="5966" y="5353"/>
                  </a:lnTo>
                  <a:cubicBezTo>
                    <a:pt x="5971" y="5616"/>
                    <a:pt x="6185" y="5825"/>
                    <a:pt x="6447" y="5825"/>
                  </a:cubicBezTo>
                  <a:cubicBezTo>
                    <a:pt x="6709" y="5825"/>
                    <a:pt x="6923" y="5616"/>
                    <a:pt x="6928" y="5353"/>
                  </a:cubicBezTo>
                  <a:lnTo>
                    <a:pt x="6928" y="4895"/>
                  </a:lnTo>
                  <a:close/>
                  <a:moveTo>
                    <a:pt x="12772" y="10002"/>
                  </a:moveTo>
                  <a:cubicBezTo>
                    <a:pt x="14274" y="10002"/>
                    <a:pt x="15496" y="11223"/>
                    <a:pt x="15496" y="12726"/>
                  </a:cubicBezTo>
                  <a:cubicBezTo>
                    <a:pt x="15496" y="14228"/>
                    <a:pt x="14273" y="15449"/>
                    <a:pt x="12772" y="15449"/>
                  </a:cubicBezTo>
                  <a:cubicBezTo>
                    <a:pt x="11269" y="15449"/>
                    <a:pt x="10048" y="14228"/>
                    <a:pt x="10048" y="12726"/>
                  </a:cubicBezTo>
                  <a:cubicBezTo>
                    <a:pt x="10048" y="11223"/>
                    <a:pt x="11269" y="10002"/>
                    <a:pt x="12772" y="10002"/>
                  </a:cubicBezTo>
                  <a:close/>
                  <a:moveTo>
                    <a:pt x="6448" y="1"/>
                  </a:moveTo>
                  <a:cubicBezTo>
                    <a:pt x="5745" y="1"/>
                    <a:pt x="5145" y="506"/>
                    <a:pt x="5026" y="1199"/>
                  </a:cubicBezTo>
                  <a:cubicBezTo>
                    <a:pt x="4908" y="1891"/>
                    <a:pt x="5304" y="2568"/>
                    <a:pt x="5968" y="2802"/>
                  </a:cubicBezTo>
                  <a:lnTo>
                    <a:pt x="5968" y="3930"/>
                  </a:lnTo>
                  <a:cubicBezTo>
                    <a:pt x="4644" y="4031"/>
                    <a:pt x="3389" y="4552"/>
                    <a:pt x="2384" y="5418"/>
                  </a:cubicBezTo>
                  <a:lnTo>
                    <a:pt x="1689" y="4722"/>
                  </a:lnTo>
                  <a:lnTo>
                    <a:pt x="1829" y="4580"/>
                  </a:lnTo>
                  <a:cubicBezTo>
                    <a:pt x="2023" y="4394"/>
                    <a:pt x="2025" y="4084"/>
                    <a:pt x="1835" y="3895"/>
                  </a:cubicBezTo>
                  <a:cubicBezTo>
                    <a:pt x="1741" y="3801"/>
                    <a:pt x="1618" y="3754"/>
                    <a:pt x="1495" y="3754"/>
                  </a:cubicBezTo>
                  <a:cubicBezTo>
                    <a:pt x="1369" y="3754"/>
                    <a:pt x="1243" y="3803"/>
                    <a:pt x="1148" y="3901"/>
                  </a:cubicBezTo>
                  <a:lnTo>
                    <a:pt x="188" y="4863"/>
                  </a:lnTo>
                  <a:cubicBezTo>
                    <a:pt x="0" y="5050"/>
                    <a:pt x="0" y="5355"/>
                    <a:pt x="188" y="5542"/>
                  </a:cubicBezTo>
                  <a:cubicBezTo>
                    <a:pt x="281" y="5636"/>
                    <a:pt x="404" y="5683"/>
                    <a:pt x="527" y="5683"/>
                  </a:cubicBezTo>
                  <a:cubicBezTo>
                    <a:pt x="650" y="5683"/>
                    <a:pt x="773" y="5636"/>
                    <a:pt x="867" y="5542"/>
                  </a:cubicBezTo>
                  <a:lnTo>
                    <a:pt x="1008" y="5402"/>
                  </a:lnTo>
                  <a:lnTo>
                    <a:pt x="1703" y="6097"/>
                  </a:lnTo>
                  <a:cubicBezTo>
                    <a:pt x="731" y="7228"/>
                    <a:pt x="196" y="8669"/>
                    <a:pt x="198" y="10161"/>
                  </a:cubicBezTo>
                  <a:cubicBezTo>
                    <a:pt x="198" y="13607"/>
                    <a:pt x="3001" y="16412"/>
                    <a:pt x="6448" y="16412"/>
                  </a:cubicBezTo>
                  <a:cubicBezTo>
                    <a:pt x="7752" y="16410"/>
                    <a:pt x="9023" y="16001"/>
                    <a:pt x="10083" y="15244"/>
                  </a:cubicBezTo>
                  <a:cubicBezTo>
                    <a:pt x="10779" y="15988"/>
                    <a:pt x="11752" y="16412"/>
                    <a:pt x="12772" y="16412"/>
                  </a:cubicBezTo>
                  <a:cubicBezTo>
                    <a:pt x="14804" y="16412"/>
                    <a:pt x="16458" y="14758"/>
                    <a:pt x="16458" y="12726"/>
                  </a:cubicBezTo>
                  <a:cubicBezTo>
                    <a:pt x="16458" y="10693"/>
                    <a:pt x="14804" y="9039"/>
                    <a:pt x="12772" y="9039"/>
                  </a:cubicBezTo>
                  <a:cubicBezTo>
                    <a:pt x="12713" y="9039"/>
                    <a:pt x="12656" y="9041"/>
                    <a:pt x="12597" y="9044"/>
                  </a:cubicBezTo>
                  <a:cubicBezTo>
                    <a:pt x="12401" y="7953"/>
                    <a:pt x="11916" y="6935"/>
                    <a:pt x="11194" y="6094"/>
                  </a:cubicBezTo>
                  <a:lnTo>
                    <a:pt x="11887" y="5402"/>
                  </a:lnTo>
                  <a:lnTo>
                    <a:pt x="12028" y="5542"/>
                  </a:lnTo>
                  <a:cubicBezTo>
                    <a:pt x="12122" y="5636"/>
                    <a:pt x="12245" y="5683"/>
                    <a:pt x="12368" y="5683"/>
                  </a:cubicBezTo>
                  <a:cubicBezTo>
                    <a:pt x="12491" y="5683"/>
                    <a:pt x="12614" y="5636"/>
                    <a:pt x="12709" y="5542"/>
                  </a:cubicBezTo>
                  <a:cubicBezTo>
                    <a:pt x="12896" y="5355"/>
                    <a:pt x="12896" y="5050"/>
                    <a:pt x="12709" y="4863"/>
                  </a:cubicBezTo>
                  <a:lnTo>
                    <a:pt x="11747" y="3901"/>
                  </a:lnTo>
                  <a:cubicBezTo>
                    <a:pt x="11653" y="3803"/>
                    <a:pt x="11527" y="3754"/>
                    <a:pt x="11401" y="3754"/>
                  </a:cubicBezTo>
                  <a:cubicBezTo>
                    <a:pt x="11277" y="3754"/>
                    <a:pt x="11154" y="3801"/>
                    <a:pt x="11060" y="3895"/>
                  </a:cubicBezTo>
                  <a:cubicBezTo>
                    <a:pt x="10869" y="4085"/>
                    <a:pt x="10872" y="4394"/>
                    <a:pt x="11067" y="4582"/>
                  </a:cubicBezTo>
                  <a:lnTo>
                    <a:pt x="11208" y="4722"/>
                  </a:lnTo>
                  <a:lnTo>
                    <a:pt x="10515" y="5415"/>
                  </a:lnTo>
                  <a:cubicBezTo>
                    <a:pt x="9507" y="4551"/>
                    <a:pt x="8251" y="4031"/>
                    <a:pt x="6928" y="3930"/>
                  </a:cubicBezTo>
                  <a:lnTo>
                    <a:pt x="6928" y="2802"/>
                  </a:lnTo>
                  <a:cubicBezTo>
                    <a:pt x="7590" y="2568"/>
                    <a:pt x="7989" y="1891"/>
                    <a:pt x="7870" y="1199"/>
                  </a:cubicBezTo>
                  <a:cubicBezTo>
                    <a:pt x="7750" y="506"/>
                    <a:pt x="7151" y="1"/>
                    <a:pt x="6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8" name="Google Shape;20008;p93"/>
            <p:cNvSpPr/>
            <p:nvPr/>
          </p:nvSpPr>
          <p:spPr>
            <a:xfrm>
              <a:off x="3975600" y="2862200"/>
              <a:ext cx="91550" cy="155775"/>
            </a:xfrm>
            <a:custGeom>
              <a:rect b="b" l="l" r="r" t="t"/>
              <a:pathLst>
                <a:path extrusionOk="0" h="6231" w="3662">
                  <a:moveTo>
                    <a:pt x="2144" y="2768"/>
                  </a:moveTo>
                  <a:cubicBezTo>
                    <a:pt x="2392" y="2768"/>
                    <a:pt x="2629" y="2961"/>
                    <a:pt x="2629" y="3251"/>
                  </a:cubicBezTo>
                  <a:cubicBezTo>
                    <a:pt x="2629" y="3516"/>
                    <a:pt x="2414" y="3732"/>
                    <a:pt x="2148" y="3732"/>
                  </a:cubicBezTo>
                  <a:cubicBezTo>
                    <a:pt x="1720" y="3732"/>
                    <a:pt x="1505" y="3213"/>
                    <a:pt x="1808" y="2910"/>
                  </a:cubicBezTo>
                  <a:cubicBezTo>
                    <a:pt x="1906" y="2812"/>
                    <a:pt x="2026" y="2768"/>
                    <a:pt x="2144" y="2768"/>
                  </a:cubicBezTo>
                  <a:close/>
                  <a:moveTo>
                    <a:pt x="548" y="1"/>
                  </a:moveTo>
                  <a:cubicBezTo>
                    <a:pt x="467" y="1"/>
                    <a:pt x="384" y="21"/>
                    <a:pt x="308" y="65"/>
                  </a:cubicBezTo>
                  <a:cubicBezTo>
                    <a:pt x="81" y="196"/>
                    <a:pt x="1" y="486"/>
                    <a:pt x="130" y="716"/>
                  </a:cubicBezTo>
                  <a:lnTo>
                    <a:pt x="1052" y="2315"/>
                  </a:lnTo>
                  <a:cubicBezTo>
                    <a:pt x="591" y="2854"/>
                    <a:pt x="591" y="3650"/>
                    <a:pt x="1052" y="4188"/>
                  </a:cubicBezTo>
                  <a:lnTo>
                    <a:pt x="291" y="5509"/>
                  </a:lnTo>
                  <a:cubicBezTo>
                    <a:pt x="157" y="5739"/>
                    <a:pt x="237" y="6034"/>
                    <a:pt x="466" y="6166"/>
                  </a:cubicBezTo>
                  <a:cubicBezTo>
                    <a:pt x="542" y="6209"/>
                    <a:pt x="625" y="6230"/>
                    <a:pt x="706" y="6230"/>
                  </a:cubicBezTo>
                  <a:cubicBezTo>
                    <a:pt x="872" y="6230"/>
                    <a:pt x="1033" y="6144"/>
                    <a:pt x="1123" y="5990"/>
                  </a:cubicBezTo>
                  <a:lnTo>
                    <a:pt x="1886" y="4669"/>
                  </a:lnTo>
                  <a:cubicBezTo>
                    <a:pt x="1975" y="4685"/>
                    <a:pt x="2064" y="4693"/>
                    <a:pt x="2151" y="4693"/>
                  </a:cubicBezTo>
                  <a:cubicBezTo>
                    <a:pt x="2881" y="4693"/>
                    <a:pt x="3515" y="4137"/>
                    <a:pt x="3584" y="3383"/>
                  </a:cubicBezTo>
                  <a:cubicBezTo>
                    <a:pt x="3662" y="2538"/>
                    <a:pt x="2997" y="1809"/>
                    <a:pt x="2149" y="1809"/>
                  </a:cubicBezTo>
                  <a:lnTo>
                    <a:pt x="2148" y="1809"/>
                  </a:lnTo>
                  <a:cubicBezTo>
                    <a:pt x="2060" y="1809"/>
                    <a:pt x="1972" y="1818"/>
                    <a:pt x="1886" y="1834"/>
                  </a:cubicBezTo>
                  <a:lnTo>
                    <a:pt x="961" y="236"/>
                  </a:lnTo>
                  <a:cubicBezTo>
                    <a:pt x="871" y="84"/>
                    <a:pt x="712"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009" name="Google Shape;20009;p93"/>
          <p:cNvSpPr/>
          <p:nvPr/>
        </p:nvSpPr>
        <p:spPr>
          <a:xfrm>
            <a:off x="1764986" y="2883702"/>
            <a:ext cx="354871" cy="355411"/>
          </a:xfrm>
          <a:custGeom>
            <a:rect b="b" l="l" r="r" t="t"/>
            <a:pathLst>
              <a:path extrusionOk="0" h="16439" w="16414">
                <a:moveTo>
                  <a:pt x="14426" y="4528"/>
                </a:moveTo>
                <a:lnTo>
                  <a:pt x="15451" y="5024"/>
                </a:lnTo>
                <a:lnTo>
                  <a:pt x="15451" y="6986"/>
                </a:lnTo>
                <a:lnTo>
                  <a:pt x="14426" y="7481"/>
                </a:lnTo>
                <a:lnTo>
                  <a:pt x="14426" y="4528"/>
                </a:lnTo>
                <a:close/>
                <a:moveTo>
                  <a:pt x="5131" y="4242"/>
                </a:moveTo>
                <a:lnTo>
                  <a:pt x="5131" y="7767"/>
                </a:lnTo>
                <a:lnTo>
                  <a:pt x="2726" y="7767"/>
                </a:lnTo>
                <a:cubicBezTo>
                  <a:pt x="1752" y="7767"/>
                  <a:pt x="965" y="6978"/>
                  <a:pt x="963" y="6005"/>
                </a:cubicBezTo>
                <a:cubicBezTo>
                  <a:pt x="965" y="5031"/>
                  <a:pt x="1752" y="4243"/>
                  <a:pt x="2726" y="4242"/>
                </a:cubicBezTo>
                <a:close/>
                <a:moveTo>
                  <a:pt x="13464" y="2104"/>
                </a:moveTo>
                <a:lnTo>
                  <a:pt x="13464" y="9907"/>
                </a:lnTo>
                <a:cubicBezTo>
                  <a:pt x="12491" y="9293"/>
                  <a:pt x="11446" y="8804"/>
                  <a:pt x="10353" y="8448"/>
                </a:cubicBezTo>
                <a:cubicBezTo>
                  <a:pt x="8977" y="8000"/>
                  <a:pt x="7539" y="7771"/>
                  <a:pt x="6092" y="7767"/>
                </a:cubicBezTo>
                <a:lnTo>
                  <a:pt x="6092" y="4242"/>
                </a:lnTo>
                <a:cubicBezTo>
                  <a:pt x="8701" y="4236"/>
                  <a:pt x="11255" y="3494"/>
                  <a:pt x="13464" y="2104"/>
                </a:cubicBezTo>
                <a:close/>
                <a:moveTo>
                  <a:pt x="5931" y="10652"/>
                </a:moveTo>
                <a:cubicBezTo>
                  <a:pt x="6020" y="10652"/>
                  <a:pt x="6092" y="10724"/>
                  <a:pt x="6092" y="10813"/>
                </a:cubicBezTo>
                <a:lnTo>
                  <a:pt x="6092" y="11453"/>
                </a:lnTo>
                <a:cubicBezTo>
                  <a:pt x="6092" y="11542"/>
                  <a:pt x="6020" y="11613"/>
                  <a:pt x="5931" y="11614"/>
                </a:cubicBezTo>
                <a:lnTo>
                  <a:pt x="5131" y="11614"/>
                </a:lnTo>
                <a:lnTo>
                  <a:pt x="5131" y="10652"/>
                </a:lnTo>
                <a:close/>
                <a:moveTo>
                  <a:pt x="4169" y="8729"/>
                </a:moveTo>
                <a:lnTo>
                  <a:pt x="4169" y="14979"/>
                </a:lnTo>
                <a:cubicBezTo>
                  <a:pt x="4173" y="15249"/>
                  <a:pt x="3956" y="15470"/>
                  <a:pt x="3687" y="15470"/>
                </a:cubicBezTo>
                <a:cubicBezTo>
                  <a:pt x="3418" y="15470"/>
                  <a:pt x="3201" y="15249"/>
                  <a:pt x="3207" y="14979"/>
                </a:cubicBezTo>
                <a:lnTo>
                  <a:pt x="3207" y="8729"/>
                </a:lnTo>
                <a:close/>
                <a:moveTo>
                  <a:pt x="13944" y="1"/>
                </a:moveTo>
                <a:cubicBezTo>
                  <a:pt x="13675" y="1"/>
                  <a:pt x="13458" y="222"/>
                  <a:pt x="13464" y="492"/>
                </a:cubicBezTo>
                <a:lnTo>
                  <a:pt x="13464" y="950"/>
                </a:lnTo>
                <a:cubicBezTo>
                  <a:pt x="11292" y="2467"/>
                  <a:pt x="8707" y="3280"/>
                  <a:pt x="6059" y="3280"/>
                </a:cubicBezTo>
                <a:lnTo>
                  <a:pt x="2726" y="3280"/>
                </a:lnTo>
                <a:cubicBezTo>
                  <a:pt x="1224" y="3280"/>
                  <a:pt x="1" y="4503"/>
                  <a:pt x="1" y="6005"/>
                </a:cubicBezTo>
                <a:cubicBezTo>
                  <a:pt x="1" y="7344"/>
                  <a:pt x="972" y="8458"/>
                  <a:pt x="2245" y="8687"/>
                </a:cubicBezTo>
                <a:lnTo>
                  <a:pt x="2245" y="14979"/>
                </a:lnTo>
                <a:cubicBezTo>
                  <a:pt x="2236" y="15782"/>
                  <a:pt x="2884" y="16438"/>
                  <a:pt x="3687" y="16438"/>
                </a:cubicBezTo>
                <a:cubicBezTo>
                  <a:pt x="4491" y="16438"/>
                  <a:pt x="5138" y="15782"/>
                  <a:pt x="5130" y="14979"/>
                </a:cubicBezTo>
                <a:lnTo>
                  <a:pt x="5130" y="12575"/>
                </a:lnTo>
                <a:lnTo>
                  <a:pt x="5931" y="12575"/>
                </a:lnTo>
                <a:cubicBezTo>
                  <a:pt x="6550" y="12575"/>
                  <a:pt x="7052" y="12072"/>
                  <a:pt x="7052" y="11453"/>
                </a:cubicBezTo>
                <a:lnTo>
                  <a:pt x="7052" y="10813"/>
                </a:lnTo>
                <a:cubicBezTo>
                  <a:pt x="7052" y="10194"/>
                  <a:pt x="6550" y="9691"/>
                  <a:pt x="5931" y="9691"/>
                </a:cubicBezTo>
                <a:lnTo>
                  <a:pt x="5131" y="9691"/>
                </a:lnTo>
                <a:lnTo>
                  <a:pt x="5131" y="8729"/>
                </a:lnTo>
                <a:lnTo>
                  <a:pt x="6059" y="8729"/>
                </a:lnTo>
                <a:cubicBezTo>
                  <a:pt x="8709" y="8729"/>
                  <a:pt x="11293" y="9543"/>
                  <a:pt x="13464" y="11061"/>
                </a:cubicBezTo>
                <a:lnTo>
                  <a:pt x="13464" y="11517"/>
                </a:lnTo>
                <a:cubicBezTo>
                  <a:pt x="13458" y="11787"/>
                  <a:pt x="13675" y="12008"/>
                  <a:pt x="13944" y="12008"/>
                </a:cubicBezTo>
                <a:cubicBezTo>
                  <a:pt x="14214" y="12008"/>
                  <a:pt x="14430" y="11787"/>
                  <a:pt x="14426" y="11517"/>
                </a:cubicBezTo>
                <a:lnTo>
                  <a:pt x="14426" y="8550"/>
                </a:lnTo>
                <a:lnTo>
                  <a:pt x="16141" y="7720"/>
                </a:lnTo>
                <a:cubicBezTo>
                  <a:pt x="16308" y="7640"/>
                  <a:pt x="16413" y="7471"/>
                  <a:pt x="16413" y="7287"/>
                </a:cubicBezTo>
                <a:lnTo>
                  <a:pt x="16413" y="4722"/>
                </a:lnTo>
                <a:cubicBezTo>
                  <a:pt x="16413" y="4538"/>
                  <a:pt x="16308" y="4369"/>
                  <a:pt x="16141" y="4290"/>
                </a:cubicBezTo>
                <a:lnTo>
                  <a:pt x="14424" y="3460"/>
                </a:lnTo>
                <a:lnTo>
                  <a:pt x="14424" y="492"/>
                </a:lnTo>
                <a:cubicBezTo>
                  <a:pt x="14430" y="222"/>
                  <a:pt x="14214" y="1"/>
                  <a:pt x="139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010" name="Google Shape;20010;p93"/>
          <p:cNvGrpSpPr/>
          <p:nvPr/>
        </p:nvGrpSpPr>
        <p:grpSpPr>
          <a:xfrm>
            <a:off x="2540612" y="2883910"/>
            <a:ext cx="325684" cy="354806"/>
            <a:chOff x="2862325" y="2761300"/>
            <a:chExt cx="376600" cy="410275"/>
          </a:xfrm>
        </p:grpSpPr>
        <p:sp>
          <p:nvSpPr>
            <p:cNvPr id="20011" name="Google Shape;20011;p93"/>
            <p:cNvSpPr/>
            <p:nvPr/>
          </p:nvSpPr>
          <p:spPr>
            <a:xfrm>
              <a:off x="3119650" y="3025475"/>
              <a:ext cx="55075" cy="107875"/>
            </a:xfrm>
            <a:custGeom>
              <a:rect b="b" l="l" r="r" t="t"/>
              <a:pathLst>
                <a:path extrusionOk="0" h="4315" w="2203">
                  <a:moveTo>
                    <a:pt x="825" y="938"/>
                  </a:moveTo>
                  <a:lnTo>
                    <a:pt x="825" y="1636"/>
                  </a:lnTo>
                  <a:cubicBezTo>
                    <a:pt x="780" y="1610"/>
                    <a:pt x="736" y="1581"/>
                    <a:pt x="695" y="1549"/>
                  </a:cubicBezTo>
                  <a:cubicBezTo>
                    <a:pt x="620" y="1490"/>
                    <a:pt x="588" y="1368"/>
                    <a:pt x="612" y="1240"/>
                  </a:cubicBezTo>
                  <a:cubicBezTo>
                    <a:pt x="632" y="1131"/>
                    <a:pt x="700" y="1004"/>
                    <a:pt x="825" y="938"/>
                  </a:cubicBezTo>
                  <a:close/>
                  <a:moveTo>
                    <a:pt x="1307" y="2364"/>
                  </a:moveTo>
                  <a:cubicBezTo>
                    <a:pt x="1310" y="2364"/>
                    <a:pt x="1312" y="2366"/>
                    <a:pt x="1315" y="2367"/>
                  </a:cubicBezTo>
                  <a:cubicBezTo>
                    <a:pt x="1685" y="2498"/>
                    <a:pt x="1663" y="2814"/>
                    <a:pt x="1647" y="2908"/>
                  </a:cubicBezTo>
                  <a:cubicBezTo>
                    <a:pt x="1615" y="3102"/>
                    <a:pt x="1487" y="3269"/>
                    <a:pt x="1307" y="3353"/>
                  </a:cubicBezTo>
                  <a:lnTo>
                    <a:pt x="1307" y="2364"/>
                  </a:lnTo>
                  <a:close/>
                  <a:moveTo>
                    <a:pt x="1067" y="1"/>
                  </a:moveTo>
                  <a:cubicBezTo>
                    <a:pt x="937" y="1"/>
                    <a:pt x="830" y="103"/>
                    <a:pt x="825" y="233"/>
                  </a:cubicBezTo>
                  <a:lnTo>
                    <a:pt x="825" y="431"/>
                  </a:lnTo>
                  <a:cubicBezTo>
                    <a:pt x="801" y="437"/>
                    <a:pt x="776" y="444"/>
                    <a:pt x="751" y="452"/>
                  </a:cubicBezTo>
                  <a:cubicBezTo>
                    <a:pt x="437" y="547"/>
                    <a:pt x="203" y="815"/>
                    <a:pt x="139" y="1152"/>
                  </a:cubicBezTo>
                  <a:cubicBezTo>
                    <a:pt x="82" y="1459"/>
                    <a:pt x="181" y="1757"/>
                    <a:pt x="398" y="1928"/>
                  </a:cubicBezTo>
                  <a:cubicBezTo>
                    <a:pt x="508" y="2013"/>
                    <a:pt x="642" y="2092"/>
                    <a:pt x="825" y="2174"/>
                  </a:cubicBezTo>
                  <a:lnTo>
                    <a:pt x="825" y="3395"/>
                  </a:lnTo>
                  <a:cubicBezTo>
                    <a:pt x="678" y="3381"/>
                    <a:pt x="575" y="3338"/>
                    <a:pt x="407" y="3230"/>
                  </a:cubicBezTo>
                  <a:cubicBezTo>
                    <a:pt x="366" y="3203"/>
                    <a:pt x="320" y="3190"/>
                    <a:pt x="275" y="3190"/>
                  </a:cubicBezTo>
                  <a:cubicBezTo>
                    <a:pt x="197" y="3190"/>
                    <a:pt x="121" y="3228"/>
                    <a:pt x="74" y="3299"/>
                  </a:cubicBezTo>
                  <a:cubicBezTo>
                    <a:pt x="1" y="3410"/>
                    <a:pt x="33" y="3559"/>
                    <a:pt x="144" y="3632"/>
                  </a:cubicBezTo>
                  <a:cubicBezTo>
                    <a:pt x="411" y="3805"/>
                    <a:pt x="596" y="3862"/>
                    <a:pt x="825" y="3879"/>
                  </a:cubicBezTo>
                  <a:lnTo>
                    <a:pt x="825" y="4081"/>
                  </a:lnTo>
                  <a:cubicBezTo>
                    <a:pt x="830" y="4211"/>
                    <a:pt x="937" y="4315"/>
                    <a:pt x="1067" y="4315"/>
                  </a:cubicBezTo>
                  <a:cubicBezTo>
                    <a:pt x="1197" y="4315"/>
                    <a:pt x="1303" y="4211"/>
                    <a:pt x="1307" y="4081"/>
                  </a:cubicBezTo>
                  <a:lnTo>
                    <a:pt x="1307" y="3857"/>
                  </a:lnTo>
                  <a:cubicBezTo>
                    <a:pt x="1764" y="3753"/>
                    <a:pt x="2057" y="3367"/>
                    <a:pt x="2122" y="2988"/>
                  </a:cubicBezTo>
                  <a:cubicBezTo>
                    <a:pt x="2202" y="2503"/>
                    <a:pt x="1949" y="2082"/>
                    <a:pt x="1474" y="1913"/>
                  </a:cubicBezTo>
                  <a:cubicBezTo>
                    <a:pt x="1420" y="1894"/>
                    <a:pt x="1363" y="1874"/>
                    <a:pt x="1307" y="1852"/>
                  </a:cubicBezTo>
                  <a:lnTo>
                    <a:pt x="1307" y="894"/>
                  </a:lnTo>
                  <a:cubicBezTo>
                    <a:pt x="1379" y="912"/>
                    <a:pt x="1445" y="947"/>
                    <a:pt x="1501" y="996"/>
                  </a:cubicBezTo>
                  <a:cubicBezTo>
                    <a:pt x="1548" y="1051"/>
                    <a:pt x="1615" y="1078"/>
                    <a:pt x="1681" y="1078"/>
                  </a:cubicBezTo>
                  <a:cubicBezTo>
                    <a:pt x="1737" y="1078"/>
                    <a:pt x="1793" y="1059"/>
                    <a:pt x="1839" y="1018"/>
                  </a:cubicBezTo>
                  <a:cubicBezTo>
                    <a:pt x="1940" y="931"/>
                    <a:pt x="1949" y="780"/>
                    <a:pt x="1862" y="680"/>
                  </a:cubicBezTo>
                  <a:cubicBezTo>
                    <a:pt x="1851" y="667"/>
                    <a:pt x="1662" y="458"/>
                    <a:pt x="1307" y="403"/>
                  </a:cubicBezTo>
                  <a:lnTo>
                    <a:pt x="1307" y="233"/>
                  </a:lnTo>
                  <a:cubicBezTo>
                    <a:pt x="1303" y="103"/>
                    <a:pt x="1197" y="1"/>
                    <a:pt x="1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2" name="Google Shape;20012;p93"/>
            <p:cNvSpPr/>
            <p:nvPr/>
          </p:nvSpPr>
          <p:spPr>
            <a:xfrm>
              <a:off x="2862325" y="2761300"/>
              <a:ext cx="376600" cy="410275"/>
            </a:xfrm>
            <a:custGeom>
              <a:rect b="b" l="l" r="r" t="t"/>
              <a:pathLst>
                <a:path extrusionOk="0" h="16411" w="15064">
                  <a:moveTo>
                    <a:pt x="4968" y="961"/>
                  </a:moveTo>
                  <a:cubicBezTo>
                    <a:pt x="6647" y="961"/>
                    <a:pt x="8012" y="2327"/>
                    <a:pt x="8012" y="4005"/>
                  </a:cubicBezTo>
                  <a:lnTo>
                    <a:pt x="8012" y="5769"/>
                  </a:lnTo>
                  <a:lnTo>
                    <a:pt x="1923" y="5769"/>
                  </a:lnTo>
                  <a:lnTo>
                    <a:pt x="1923" y="4005"/>
                  </a:lnTo>
                  <a:cubicBezTo>
                    <a:pt x="1923" y="2327"/>
                    <a:pt x="3289" y="961"/>
                    <a:pt x="4968" y="961"/>
                  </a:cubicBezTo>
                  <a:close/>
                  <a:moveTo>
                    <a:pt x="8974" y="6731"/>
                  </a:moveTo>
                  <a:lnTo>
                    <a:pt x="8974" y="9932"/>
                  </a:lnTo>
                  <a:cubicBezTo>
                    <a:pt x="7963" y="10802"/>
                    <a:pt x="7500" y="12152"/>
                    <a:pt x="7766" y="13460"/>
                  </a:cubicBezTo>
                  <a:lnTo>
                    <a:pt x="961" y="13461"/>
                  </a:lnTo>
                  <a:lnTo>
                    <a:pt x="961" y="6731"/>
                  </a:lnTo>
                  <a:close/>
                  <a:moveTo>
                    <a:pt x="11379" y="9999"/>
                  </a:moveTo>
                  <a:cubicBezTo>
                    <a:pt x="12880" y="9999"/>
                    <a:pt x="14105" y="11222"/>
                    <a:pt x="14105" y="12725"/>
                  </a:cubicBezTo>
                  <a:cubicBezTo>
                    <a:pt x="14105" y="14226"/>
                    <a:pt x="12882" y="15449"/>
                    <a:pt x="11379" y="15449"/>
                  </a:cubicBezTo>
                  <a:cubicBezTo>
                    <a:pt x="9877" y="15449"/>
                    <a:pt x="8654" y="14226"/>
                    <a:pt x="8654" y="12725"/>
                  </a:cubicBezTo>
                  <a:cubicBezTo>
                    <a:pt x="8654" y="11222"/>
                    <a:pt x="9877" y="9999"/>
                    <a:pt x="11379" y="9999"/>
                  </a:cubicBezTo>
                  <a:close/>
                  <a:moveTo>
                    <a:pt x="4968" y="0"/>
                  </a:moveTo>
                  <a:cubicBezTo>
                    <a:pt x="2759" y="0"/>
                    <a:pt x="961" y="1797"/>
                    <a:pt x="961" y="4005"/>
                  </a:cubicBezTo>
                  <a:lnTo>
                    <a:pt x="961" y="5769"/>
                  </a:lnTo>
                  <a:lnTo>
                    <a:pt x="481" y="5769"/>
                  </a:lnTo>
                  <a:cubicBezTo>
                    <a:pt x="215" y="5769"/>
                    <a:pt x="0" y="5984"/>
                    <a:pt x="0" y="6249"/>
                  </a:cubicBezTo>
                  <a:lnTo>
                    <a:pt x="0" y="13942"/>
                  </a:lnTo>
                  <a:cubicBezTo>
                    <a:pt x="0" y="14208"/>
                    <a:pt x="215" y="14424"/>
                    <a:pt x="481" y="14424"/>
                  </a:cubicBezTo>
                  <a:lnTo>
                    <a:pt x="8108" y="14424"/>
                  </a:lnTo>
                  <a:cubicBezTo>
                    <a:pt x="8723" y="15602"/>
                    <a:pt x="9959" y="16411"/>
                    <a:pt x="11379" y="16411"/>
                  </a:cubicBezTo>
                  <a:cubicBezTo>
                    <a:pt x="13410" y="16411"/>
                    <a:pt x="15064" y="14756"/>
                    <a:pt x="15064" y="12725"/>
                  </a:cubicBezTo>
                  <a:cubicBezTo>
                    <a:pt x="15064" y="10692"/>
                    <a:pt x="13410" y="9039"/>
                    <a:pt x="11379" y="9039"/>
                  </a:cubicBezTo>
                  <a:cubicBezTo>
                    <a:pt x="11376" y="9039"/>
                    <a:pt x="11372" y="9039"/>
                    <a:pt x="11368" y="9039"/>
                  </a:cubicBezTo>
                  <a:cubicBezTo>
                    <a:pt x="10876" y="9039"/>
                    <a:pt x="10389" y="9138"/>
                    <a:pt x="9937" y="9332"/>
                  </a:cubicBezTo>
                  <a:lnTo>
                    <a:pt x="9937" y="6249"/>
                  </a:lnTo>
                  <a:cubicBezTo>
                    <a:pt x="9937" y="5984"/>
                    <a:pt x="9721" y="5769"/>
                    <a:pt x="9455" y="5769"/>
                  </a:cubicBezTo>
                  <a:lnTo>
                    <a:pt x="8974" y="5769"/>
                  </a:lnTo>
                  <a:lnTo>
                    <a:pt x="8974" y="4005"/>
                  </a:lnTo>
                  <a:cubicBezTo>
                    <a:pt x="8974" y="1797"/>
                    <a:pt x="7178" y="0"/>
                    <a:pt x="49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3" name="Google Shape;20013;p93"/>
            <p:cNvSpPr/>
            <p:nvPr/>
          </p:nvSpPr>
          <p:spPr>
            <a:xfrm>
              <a:off x="2948000" y="2961600"/>
              <a:ext cx="77050" cy="111925"/>
            </a:xfrm>
            <a:custGeom>
              <a:rect b="b" l="l" r="r" t="t"/>
              <a:pathLst>
                <a:path extrusionOk="0" h="4477" w="3082">
                  <a:moveTo>
                    <a:pt x="1538" y="961"/>
                  </a:moveTo>
                  <a:cubicBezTo>
                    <a:pt x="1785" y="961"/>
                    <a:pt x="2021" y="1152"/>
                    <a:pt x="2021" y="1443"/>
                  </a:cubicBezTo>
                  <a:cubicBezTo>
                    <a:pt x="2021" y="1708"/>
                    <a:pt x="1806" y="1923"/>
                    <a:pt x="1541" y="1923"/>
                  </a:cubicBezTo>
                  <a:cubicBezTo>
                    <a:pt x="1113" y="1923"/>
                    <a:pt x="898" y="1406"/>
                    <a:pt x="1201" y="1103"/>
                  </a:cubicBezTo>
                  <a:cubicBezTo>
                    <a:pt x="1299" y="1005"/>
                    <a:pt x="1420" y="961"/>
                    <a:pt x="1538" y="961"/>
                  </a:cubicBezTo>
                  <a:close/>
                  <a:moveTo>
                    <a:pt x="1541" y="0"/>
                  </a:moveTo>
                  <a:cubicBezTo>
                    <a:pt x="838" y="0"/>
                    <a:pt x="239" y="507"/>
                    <a:pt x="119" y="1198"/>
                  </a:cubicBezTo>
                  <a:cubicBezTo>
                    <a:pt x="0" y="1891"/>
                    <a:pt x="398" y="2569"/>
                    <a:pt x="1060" y="2803"/>
                  </a:cubicBezTo>
                  <a:lnTo>
                    <a:pt x="1060" y="4007"/>
                  </a:lnTo>
                  <a:cubicBezTo>
                    <a:pt x="1065" y="4268"/>
                    <a:pt x="1279" y="4477"/>
                    <a:pt x="1541" y="4477"/>
                  </a:cubicBezTo>
                  <a:cubicBezTo>
                    <a:pt x="1803" y="4477"/>
                    <a:pt x="2017" y="4268"/>
                    <a:pt x="2021" y="4007"/>
                  </a:cubicBezTo>
                  <a:lnTo>
                    <a:pt x="2021" y="2802"/>
                  </a:lnTo>
                  <a:cubicBezTo>
                    <a:pt x="2684" y="2567"/>
                    <a:pt x="3081" y="1891"/>
                    <a:pt x="2963" y="1198"/>
                  </a:cubicBezTo>
                  <a:cubicBezTo>
                    <a:pt x="2844" y="505"/>
                    <a:pt x="2244" y="0"/>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014" name="Google Shape;20014;p93"/>
          <p:cNvSpPr/>
          <p:nvPr/>
        </p:nvSpPr>
        <p:spPr>
          <a:xfrm>
            <a:off x="3275372" y="2891670"/>
            <a:ext cx="356838" cy="339477"/>
          </a:xfrm>
          <a:custGeom>
            <a:rect b="b" l="l" r="r" t="t"/>
            <a:pathLst>
              <a:path extrusionOk="0" h="15702" w="16505">
                <a:moveTo>
                  <a:pt x="11430" y="1147"/>
                </a:moveTo>
                <a:lnTo>
                  <a:pt x="15312" y="5031"/>
                </a:lnTo>
                <a:cubicBezTo>
                  <a:pt x="14982" y="5473"/>
                  <a:pt x="14839" y="6028"/>
                  <a:pt x="14917" y="6576"/>
                </a:cubicBezTo>
                <a:lnTo>
                  <a:pt x="14917" y="6574"/>
                </a:lnTo>
                <a:lnTo>
                  <a:pt x="14917" y="6574"/>
                </a:lnTo>
                <a:cubicBezTo>
                  <a:pt x="14965" y="6924"/>
                  <a:pt x="14848" y="7276"/>
                  <a:pt x="14599" y="7526"/>
                </a:cubicBezTo>
                <a:lnTo>
                  <a:pt x="11652" y="4580"/>
                </a:lnTo>
                <a:cubicBezTo>
                  <a:pt x="11884" y="4523"/>
                  <a:pt x="12108" y="4439"/>
                  <a:pt x="12320" y="4329"/>
                </a:cubicBezTo>
                <a:cubicBezTo>
                  <a:pt x="12557" y="4211"/>
                  <a:pt x="12654" y="3922"/>
                  <a:pt x="12535" y="3683"/>
                </a:cubicBezTo>
                <a:cubicBezTo>
                  <a:pt x="12451" y="3515"/>
                  <a:pt x="12282" y="3418"/>
                  <a:pt x="12106" y="3418"/>
                </a:cubicBezTo>
                <a:cubicBezTo>
                  <a:pt x="12033" y="3418"/>
                  <a:pt x="11959" y="3435"/>
                  <a:pt x="11889" y="3470"/>
                </a:cubicBezTo>
                <a:cubicBezTo>
                  <a:pt x="11622" y="3604"/>
                  <a:pt x="11400" y="3674"/>
                  <a:pt x="11193" y="3674"/>
                </a:cubicBezTo>
                <a:cubicBezTo>
                  <a:pt x="10861" y="3674"/>
                  <a:pt x="10567" y="3493"/>
                  <a:pt x="10179" y="3105"/>
                </a:cubicBezTo>
                <a:cubicBezTo>
                  <a:pt x="10085" y="3011"/>
                  <a:pt x="9962" y="2964"/>
                  <a:pt x="9839" y="2964"/>
                </a:cubicBezTo>
                <a:cubicBezTo>
                  <a:pt x="9716" y="2964"/>
                  <a:pt x="9593" y="3011"/>
                  <a:pt x="9499" y="3105"/>
                </a:cubicBezTo>
                <a:lnTo>
                  <a:pt x="7574" y="5034"/>
                </a:lnTo>
                <a:cubicBezTo>
                  <a:pt x="7448" y="5159"/>
                  <a:pt x="7284" y="5221"/>
                  <a:pt x="7120" y="5221"/>
                </a:cubicBezTo>
                <a:cubicBezTo>
                  <a:pt x="6956" y="5221"/>
                  <a:pt x="6792" y="5159"/>
                  <a:pt x="6667" y="5034"/>
                </a:cubicBezTo>
                <a:cubicBezTo>
                  <a:pt x="6417" y="4783"/>
                  <a:pt x="6417" y="4378"/>
                  <a:pt x="6667" y="4127"/>
                </a:cubicBezTo>
                <a:lnTo>
                  <a:pt x="8933" y="1860"/>
                </a:lnTo>
                <a:cubicBezTo>
                  <a:pt x="9145" y="1649"/>
                  <a:pt x="9430" y="1533"/>
                  <a:pt x="9726" y="1533"/>
                </a:cubicBezTo>
                <a:cubicBezTo>
                  <a:pt x="9779" y="1533"/>
                  <a:pt x="9832" y="1536"/>
                  <a:pt x="9885" y="1544"/>
                </a:cubicBezTo>
                <a:cubicBezTo>
                  <a:pt x="9981" y="1557"/>
                  <a:pt x="10078" y="1564"/>
                  <a:pt x="10175" y="1564"/>
                </a:cubicBezTo>
                <a:cubicBezTo>
                  <a:pt x="10625" y="1564"/>
                  <a:pt x="11065" y="1419"/>
                  <a:pt x="11430" y="1147"/>
                </a:cubicBezTo>
                <a:close/>
                <a:moveTo>
                  <a:pt x="3947" y="7113"/>
                </a:moveTo>
                <a:cubicBezTo>
                  <a:pt x="4111" y="7113"/>
                  <a:pt x="4275" y="7175"/>
                  <a:pt x="4400" y="7301"/>
                </a:cubicBezTo>
                <a:cubicBezTo>
                  <a:pt x="4651" y="7550"/>
                  <a:pt x="4651" y="7957"/>
                  <a:pt x="4400" y="8207"/>
                </a:cubicBezTo>
                <a:lnTo>
                  <a:pt x="2814" y="9793"/>
                </a:lnTo>
                <a:cubicBezTo>
                  <a:pt x="2689" y="9918"/>
                  <a:pt x="2525" y="9981"/>
                  <a:pt x="2361" y="9981"/>
                </a:cubicBezTo>
                <a:cubicBezTo>
                  <a:pt x="2197" y="9981"/>
                  <a:pt x="2033" y="9918"/>
                  <a:pt x="1908" y="9793"/>
                </a:cubicBezTo>
                <a:cubicBezTo>
                  <a:pt x="1657" y="9543"/>
                  <a:pt x="1657" y="9137"/>
                  <a:pt x="1908" y="8887"/>
                </a:cubicBezTo>
                <a:lnTo>
                  <a:pt x="3494" y="7301"/>
                </a:lnTo>
                <a:cubicBezTo>
                  <a:pt x="3619" y="7175"/>
                  <a:pt x="3783" y="7113"/>
                  <a:pt x="3947" y="7113"/>
                </a:cubicBezTo>
                <a:close/>
                <a:moveTo>
                  <a:pt x="5988" y="8246"/>
                </a:moveTo>
                <a:cubicBezTo>
                  <a:pt x="6151" y="8246"/>
                  <a:pt x="6315" y="8308"/>
                  <a:pt x="6440" y="8433"/>
                </a:cubicBezTo>
                <a:cubicBezTo>
                  <a:pt x="6691" y="8683"/>
                  <a:pt x="6691" y="9090"/>
                  <a:pt x="6440" y="9341"/>
                </a:cubicBezTo>
                <a:lnTo>
                  <a:pt x="4400" y="11379"/>
                </a:lnTo>
                <a:cubicBezTo>
                  <a:pt x="4278" y="11502"/>
                  <a:pt x="4114" y="11567"/>
                  <a:pt x="3947" y="11567"/>
                </a:cubicBezTo>
                <a:cubicBezTo>
                  <a:pt x="3864" y="11567"/>
                  <a:pt x="3781" y="11551"/>
                  <a:pt x="3702" y="11518"/>
                </a:cubicBezTo>
                <a:cubicBezTo>
                  <a:pt x="3461" y="11420"/>
                  <a:pt x="3305" y="11186"/>
                  <a:pt x="3306" y="10927"/>
                </a:cubicBezTo>
                <a:cubicBezTo>
                  <a:pt x="3305" y="10757"/>
                  <a:pt x="3374" y="10593"/>
                  <a:pt x="3494" y="10473"/>
                </a:cubicBezTo>
                <a:lnTo>
                  <a:pt x="5534" y="8434"/>
                </a:lnTo>
                <a:cubicBezTo>
                  <a:pt x="5659" y="8309"/>
                  <a:pt x="5823" y="8246"/>
                  <a:pt x="5988" y="8246"/>
                </a:cubicBezTo>
                <a:close/>
                <a:moveTo>
                  <a:pt x="5077" y="1147"/>
                </a:moveTo>
                <a:cubicBezTo>
                  <a:pt x="5440" y="1419"/>
                  <a:pt x="5879" y="1563"/>
                  <a:pt x="6328" y="1563"/>
                </a:cubicBezTo>
                <a:cubicBezTo>
                  <a:pt x="6426" y="1563"/>
                  <a:pt x="6524" y="1556"/>
                  <a:pt x="6622" y="1542"/>
                </a:cubicBezTo>
                <a:cubicBezTo>
                  <a:pt x="6673" y="1535"/>
                  <a:pt x="6725" y="1532"/>
                  <a:pt x="6777" y="1532"/>
                </a:cubicBezTo>
                <a:cubicBezTo>
                  <a:pt x="7073" y="1532"/>
                  <a:pt x="7360" y="1648"/>
                  <a:pt x="7574" y="1860"/>
                </a:cubicBezTo>
                <a:lnTo>
                  <a:pt x="5986" y="3446"/>
                </a:lnTo>
                <a:cubicBezTo>
                  <a:pt x="5361" y="4073"/>
                  <a:pt x="5361" y="5088"/>
                  <a:pt x="5986" y="5713"/>
                </a:cubicBezTo>
                <a:cubicBezTo>
                  <a:pt x="6300" y="6026"/>
                  <a:pt x="6710" y="6182"/>
                  <a:pt x="7120" y="6182"/>
                </a:cubicBezTo>
                <a:cubicBezTo>
                  <a:pt x="7530" y="6182"/>
                  <a:pt x="7940" y="6026"/>
                  <a:pt x="8253" y="5713"/>
                </a:cubicBezTo>
                <a:lnTo>
                  <a:pt x="9839" y="4127"/>
                </a:lnTo>
                <a:lnTo>
                  <a:pt x="14259" y="8545"/>
                </a:lnTo>
                <a:lnTo>
                  <a:pt x="14599" y="8885"/>
                </a:lnTo>
                <a:cubicBezTo>
                  <a:pt x="14848" y="9136"/>
                  <a:pt x="14848" y="9541"/>
                  <a:pt x="14599" y="9792"/>
                </a:cubicBezTo>
                <a:lnTo>
                  <a:pt x="14599" y="9793"/>
                </a:lnTo>
                <a:cubicBezTo>
                  <a:pt x="14474" y="9918"/>
                  <a:pt x="14310" y="9981"/>
                  <a:pt x="14145" y="9981"/>
                </a:cubicBezTo>
                <a:cubicBezTo>
                  <a:pt x="13981" y="9981"/>
                  <a:pt x="13817" y="9918"/>
                  <a:pt x="13692" y="9793"/>
                </a:cubicBezTo>
                <a:lnTo>
                  <a:pt x="12219" y="8320"/>
                </a:lnTo>
                <a:cubicBezTo>
                  <a:pt x="12125" y="8225"/>
                  <a:pt x="12002" y="8178"/>
                  <a:pt x="11879" y="8178"/>
                </a:cubicBezTo>
                <a:cubicBezTo>
                  <a:pt x="11756" y="8178"/>
                  <a:pt x="11633" y="8225"/>
                  <a:pt x="11539" y="8320"/>
                </a:cubicBezTo>
                <a:cubicBezTo>
                  <a:pt x="11352" y="8507"/>
                  <a:pt x="11352" y="8812"/>
                  <a:pt x="11539" y="8999"/>
                </a:cubicBezTo>
                <a:lnTo>
                  <a:pt x="13013" y="10473"/>
                </a:lnTo>
                <a:cubicBezTo>
                  <a:pt x="13263" y="10723"/>
                  <a:pt x="13263" y="11129"/>
                  <a:pt x="13013" y="11379"/>
                </a:cubicBezTo>
                <a:cubicBezTo>
                  <a:pt x="12888" y="11504"/>
                  <a:pt x="12723" y="11567"/>
                  <a:pt x="12559" y="11567"/>
                </a:cubicBezTo>
                <a:cubicBezTo>
                  <a:pt x="12395" y="11567"/>
                  <a:pt x="12231" y="11504"/>
                  <a:pt x="12106" y="11379"/>
                </a:cubicBezTo>
                <a:lnTo>
                  <a:pt x="10633" y="9906"/>
                </a:lnTo>
                <a:cubicBezTo>
                  <a:pt x="10539" y="9816"/>
                  <a:pt x="10419" y="9771"/>
                  <a:pt x="10299" y="9771"/>
                </a:cubicBezTo>
                <a:cubicBezTo>
                  <a:pt x="10176" y="9771"/>
                  <a:pt x="10053" y="9818"/>
                  <a:pt x="9959" y="9912"/>
                </a:cubicBezTo>
                <a:cubicBezTo>
                  <a:pt x="9773" y="10096"/>
                  <a:pt x="9770" y="10396"/>
                  <a:pt x="9953" y="10585"/>
                </a:cubicBezTo>
                <a:lnTo>
                  <a:pt x="11427" y="12059"/>
                </a:lnTo>
                <a:cubicBezTo>
                  <a:pt x="11676" y="12309"/>
                  <a:pt x="11677" y="12715"/>
                  <a:pt x="11427" y="12965"/>
                </a:cubicBezTo>
                <a:cubicBezTo>
                  <a:pt x="11301" y="13090"/>
                  <a:pt x="11137" y="13153"/>
                  <a:pt x="10973" y="13153"/>
                </a:cubicBezTo>
                <a:cubicBezTo>
                  <a:pt x="10809" y="13153"/>
                  <a:pt x="10645" y="13090"/>
                  <a:pt x="10520" y="12965"/>
                </a:cubicBezTo>
                <a:lnTo>
                  <a:pt x="9047" y="11493"/>
                </a:lnTo>
                <a:cubicBezTo>
                  <a:pt x="8954" y="11401"/>
                  <a:pt x="8831" y="11352"/>
                  <a:pt x="8707" y="11352"/>
                </a:cubicBezTo>
                <a:cubicBezTo>
                  <a:pt x="8628" y="11352"/>
                  <a:pt x="8548" y="11372"/>
                  <a:pt x="8474" y="11413"/>
                </a:cubicBezTo>
                <a:cubicBezTo>
                  <a:pt x="8602" y="10637"/>
                  <a:pt x="8149" y="9884"/>
                  <a:pt x="7404" y="9633"/>
                </a:cubicBezTo>
                <a:cubicBezTo>
                  <a:pt x="7707" y="9058"/>
                  <a:pt x="7632" y="8356"/>
                  <a:pt x="7215" y="7857"/>
                </a:cubicBezTo>
                <a:cubicBezTo>
                  <a:pt x="6904" y="7488"/>
                  <a:pt x="6451" y="7283"/>
                  <a:pt x="5985" y="7283"/>
                </a:cubicBezTo>
                <a:cubicBezTo>
                  <a:pt x="5823" y="7283"/>
                  <a:pt x="5660" y="7308"/>
                  <a:pt x="5500" y="7359"/>
                </a:cubicBezTo>
                <a:cubicBezTo>
                  <a:pt x="5358" y="6800"/>
                  <a:pt x="4927" y="6360"/>
                  <a:pt x="4371" y="6208"/>
                </a:cubicBezTo>
                <a:cubicBezTo>
                  <a:pt x="4231" y="6169"/>
                  <a:pt x="4088" y="6150"/>
                  <a:pt x="3946" y="6150"/>
                </a:cubicBezTo>
                <a:cubicBezTo>
                  <a:pt x="3527" y="6150"/>
                  <a:pt x="3118" y="6315"/>
                  <a:pt x="2814" y="6620"/>
                </a:cubicBezTo>
                <a:lnTo>
                  <a:pt x="1908" y="7526"/>
                </a:lnTo>
                <a:cubicBezTo>
                  <a:pt x="1659" y="7276"/>
                  <a:pt x="1540" y="6924"/>
                  <a:pt x="1590" y="6574"/>
                </a:cubicBezTo>
                <a:cubicBezTo>
                  <a:pt x="1666" y="6028"/>
                  <a:pt x="1524" y="5471"/>
                  <a:pt x="1193" y="5029"/>
                </a:cubicBezTo>
                <a:lnTo>
                  <a:pt x="5077" y="1147"/>
                </a:lnTo>
                <a:close/>
                <a:moveTo>
                  <a:pt x="6893" y="10512"/>
                </a:moveTo>
                <a:cubicBezTo>
                  <a:pt x="7057" y="10512"/>
                  <a:pt x="7221" y="10574"/>
                  <a:pt x="7347" y="10700"/>
                </a:cubicBezTo>
                <a:cubicBezTo>
                  <a:pt x="7597" y="10950"/>
                  <a:pt x="7597" y="11356"/>
                  <a:pt x="7347" y="11606"/>
                </a:cubicBezTo>
                <a:lnTo>
                  <a:pt x="5986" y="12967"/>
                </a:lnTo>
                <a:cubicBezTo>
                  <a:pt x="5861" y="13092"/>
                  <a:pt x="5697" y="13154"/>
                  <a:pt x="5533" y="13154"/>
                </a:cubicBezTo>
                <a:cubicBezTo>
                  <a:pt x="5369" y="13154"/>
                  <a:pt x="5205" y="13092"/>
                  <a:pt x="5080" y="12967"/>
                </a:cubicBezTo>
                <a:cubicBezTo>
                  <a:pt x="4829" y="12716"/>
                  <a:pt x="4829" y="12311"/>
                  <a:pt x="5080" y="12060"/>
                </a:cubicBezTo>
                <a:lnTo>
                  <a:pt x="6440" y="10700"/>
                </a:lnTo>
                <a:cubicBezTo>
                  <a:pt x="6565" y="10574"/>
                  <a:pt x="6729" y="10512"/>
                  <a:pt x="6893" y="10512"/>
                </a:cubicBezTo>
                <a:close/>
                <a:moveTo>
                  <a:pt x="7801" y="12779"/>
                </a:moveTo>
                <a:cubicBezTo>
                  <a:pt x="7964" y="12779"/>
                  <a:pt x="8128" y="12841"/>
                  <a:pt x="8253" y="12965"/>
                </a:cubicBezTo>
                <a:cubicBezTo>
                  <a:pt x="8504" y="13216"/>
                  <a:pt x="8504" y="13623"/>
                  <a:pt x="8253" y="13873"/>
                </a:cubicBezTo>
                <a:lnTo>
                  <a:pt x="7913" y="14213"/>
                </a:lnTo>
                <a:lnTo>
                  <a:pt x="7574" y="14553"/>
                </a:lnTo>
                <a:cubicBezTo>
                  <a:pt x="7448" y="14677"/>
                  <a:pt x="7284" y="14739"/>
                  <a:pt x="7120" y="14739"/>
                </a:cubicBezTo>
                <a:cubicBezTo>
                  <a:pt x="6956" y="14739"/>
                  <a:pt x="6792" y="14677"/>
                  <a:pt x="6667" y="14553"/>
                </a:cubicBezTo>
                <a:cubicBezTo>
                  <a:pt x="6417" y="14302"/>
                  <a:pt x="6417" y="13897"/>
                  <a:pt x="6667" y="13646"/>
                </a:cubicBezTo>
                <a:lnTo>
                  <a:pt x="7347" y="12967"/>
                </a:lnTo>
                <a:cubicBezTo>
                  <a:pt x="7472" y="12841"/>
                  <a:pt x="7636" y="12779"/>
                  <a:pt x="7801" y="12779"/>
                </a:cubicBezTo>
                <a:close/>
                <a:moveTo>
                  <a:pt x="9387" y="13192"/>
                </a:moveTo>
                <a:lnTo>
                  <a:pt x="9839" y="13646"/>
                </a:lnTo>
                <a:cubicBezTo>
                  <a:pt x="10090" y="13897"/>
                  <a:pt x="10090" y="14302"/>
                  <a:pt x="9839" y="14553"/>
                </a:cubicBezTo>
                <a:cubicBezTo>
                  <a:pt x="9714" y="14678"/>
                  <a:pt x="9550" y="14740"/>
                  <a:pt x="9386" y="14740"/>
                </a:cubicBezTo>
                <a:cubicBezTo>
                  <a:pt x="9222" y="14740"/>
                  <a:pt x="9058" y="14678"/>
                  <a:pt x="8933" y="14553"/>
                </a:cubicBezTo>
                <a:cubicBezTo>
                  <a:pt x="9234" y="14252"/>
                  <a:pt x="9404" y="13844"/>
                  <a:pt x="9403" y="13419"/>
                </a:cubicBezTo>
                <a:cubicBezTo>
                  <a:pt x="9403" y="13343"/>
                  <a:pt x="9397" y="13268"/>
                  <a:pt x="9387" y="13192"/>
                </a:cubicBezTo>
                <a:close/>
                <a:moveTo>
                  <a:pt x="5061" y="1"/>
                </a:moveTo>
                <a:cubicBezTo>
                  <a:pt x="4938" y="1"/>
                  <a:pt x="4815" y="48"/>
                  <a:pt x="4721" y="142"/>
                </a:cubicBezTo>
                <a:lnTo>
                  <a:pt x="188" y="4675"/>
                </a:lnTo>
                <a:cubicBezTo>
                  <a:pt x="1" y="4862"/>
                  <a:pt x="1" y="5167"/>
                  <a:pt x="188" y="5354"/>
                </a:cubicBezTo>
                <a:lnTo>
                  <a:pt x="320" y="5486"/>
                </a:lnTo>
                <a:cubicBezTo>
                  <a:pt x="569" y="5737"/>
                  <a:pt x="686" y="6089"/>
                  <a:pt x="638" y="6438"/>
                </a:cubicBezTo>
                <a:cubicBezTo>
                  <a:pt x="547" y="7087"/>
                  <a:pt x="765" y="7741"/>
                  <a:pt x="1227" y="8206"/>
                </a:cubicBezTo>
                <a:cubicBezTo>
                  <a:pt x="771" y="8663"/>
                  <a:pt x="632" y="9348"/>
                  <a:pt x="877" y="9945"/>
                </a:cubicBezTo>
                <a:cubicBezTo>
                  <a:pt x="1120" y="10543"/>
                  <a:pt x="1698" y="10935"/>
                  <a:pt x="2344" y="10941"/>
                </a:cubicBezTo>
                <a:cubicBezTo>
                  <a:pt x="2351" y="11814"/>
                  <a:pt x="3059" y="12520"/>
                  <a:pt x="3932" y="12529"/>
                </a:cubicBezTo>
                <a:cubicBezTo>
                  <a:pt x="3939" y="13402"/>
                  <a:pt x="4645" y="14107"/>
                  <a:pt x="5518" y="14115"/>
                </a:cubicBezTo>
                <a:cubicBezTo>
                  <a:pt x="5525" y="14759"/>
                  <a:pt x="5917" y="15338"/>
                  <a:pt x="6515" y="15581"/>
                </a:cubicBezTo>
                <a:cubicBezTo>
                  <a:pt x="6711" y="15661"/>
                  <a:pt x="6917" y="15700"/>
                  <a:pt x="7121" y="15700"/>
                </a:cubicBezTo>
                <a:cubicBezTo>
                  <a:pt x="7537" y="15700"/>
                  <a:pt x="7946" y="15538"/>
                  <a:pt x="8252" y="15232"/>
                </a:cubicBezTo>
                <a:cubicBezTo>
                  <a:pt x="8559" y="15538"/>
                  <a:pt x="8969" y="15701"/>
                  <a:pt x="9386" y="15701"/>
                </a:cubicBezTo>
                <a:cubicBezTo>
                  <a:pt x="9590" y="15701"/>
                  <a:pt x="9795" y="15662"/>
                  <a:pt x="9992" y="15582"/>
                </a:cubicBezTo>
                <a:cubicBezTo>
                  <a:pt x="10589" y="15338"/>
                  <a:pt x="10982" y="14759"/>
                  <a:pt x="10987" y="14113"/>
                </a:cubicBezTo>
                <a:cubicBezTo>
                  <a:pt x="11860" y="14106"/>
                  <a:pt x="12566" y="13400"/>
                  <a:pt x="12573" y="12527"/>
                </a:cubicBezTo>
                <a:cubicBezTo>
                  <a:pt x="13448" y="12520"/>
                  <a:pt x="14154" y="11814"/>
                  <a:pt x="14161" y="10940"/>
                </a:cubicBezTo>
                <a:cubicBezTo>
                  <a:pt x="14807" y="10934"/>
                  <a:pt x="15385" y="10541"/>
                  <a:pt x="15628" y="9944"/>
                </a:cubicBezTo>
                <a:cubicBezTo>
                  <a:pt x="15873" y="9346"/>
                  <a:pt x="15734" y="8661"/>
                  <a:pt x="15278" y="8206"/>
                </a:cubicBezTo>
                <a:cubicBezTo>
                  <a:pt x="15740" y="7741"/>
                  <a:pt x="15958" y="7087"/>
                  <a:pt x="15867" y="6438"/>
                </a:cubicBezTo>
                <a:cubicBezTo>
                  <a:pt x="15817" y="6088"/>
                  <a:pt x="15936" y="5737"/>
                  <a:pt x="16185" y="5486"/>
                </a:cubicBezTo>
                <a:lnTo>
                  <a:pt x="16317" y="5354"/>
                </a:lnTo>
                <a:cubicBezTo>
                  <a:pt x="16504" y="5166"/>
                  <a:pt x="16504" y="4861"/>
                  <a:pt x="16317" y="4674"/>
                </a:cubicBezTo>
                <a:lnTo>
                  <a:pt x="16317" y="4674"/>
                </a:lnTo>
                <a:lnTo>
                  <a:pt x="16318" y="4675"/>
                </a:lnTo>
                <a:lnTo>
                  <a:pt x="16317" y="4673"/>
                </a:lnTo>
                <a:lnTo>
                  <a:pt x="16317" y="4673"/>
                </a:lnTo>
                <a:cubicBezTo>
                  <a:pt x="16317" y="4674"/>
                  <a:pt x="16317" y="4674"/>
                  <a:pt x="16317" y="4674"/>
                </a:cubicBezTo>
                <a:lnTo>
                  <a:pt x="16317" y="4674"/>
                </a:lnTo>
                <a:lnTo>
                  <a:pt x="11784" y="142"/>
                </a:lnTo>
                <a:cubicBezTo>
                  <a:pt x="11690" y="48"/>
                  <a:pt x="11567" y="1"/>
                  <a:pt x="11444" y="1"/>
                </a:cubicBezTo>
                <a:cubicBezTo>
                  <a:pt x="11321" y="1"/>
                  <a:pt x="11198" y="48"/>
                  <a:pt x="11105" y="142"/>
                </a:cubicBezTo>
                <a:lnTo>
                  <a:pt x="10973" y="274"/>
                </a:lnTo>
                <a:cubicBezTo>
                  <a:pt x="10760" y="485"/>
                  <a:pt x="10475" y="602"/>
                  <a:pt x="10180" y="602"/>
                </a:cubicBezTo>
                <a:cubicBezTo>
                  <a:pt x="10127" y="602"/>
                  <a:pt x="10074" y="598"/>
                  <a:pt x="10021" y="590"/>
                </a:cubicBezTo>
                <a:cubicBezTo>
                  <a:pt x="9924" y="577"/>
                  <a:pt x="9827" y="570"/>
                  <a:pt x="9731" y="570"/>
                </a:cubicBezTo>
                <a:cubicBezTo>
                  <a:pt x="9181" y="570"/>
                  <a:pt x="8648" y="787"/>
                  <a:pt x="8253" y="1181"/>
                </a:cubicBezTo>
                <a:cubicBezTo>
                  <a:pt x="7858" y="787"/>
                  <a:pt x="7325" y="570"/>
                  <a:pt x="6776" y="570"/>
                </a:cubicBezTo>
                <a:cubicBezTo>
                  <a:pt x="6679" y="570"/>
                  <a:pt x="6582" y="577"/>
                  <a:pt x="6486" y="590"/>
                </a:cubicBezTo>
                <a:cubicBezTo>
                  <a:pt x="6433" y="598"/>
                  <a:pt x="6379" y="602"/>
                  <a:pt x="6327" y="602"/>
                </a:cubicBezTo>
                <a:cubicBezTo>
                  <a:pt x="6031" y="602"/>
                  <a:pt x="5746" y="485"/>
                  <a:pt x="5534" y="274"/>
                </a:cubicBezTo>
                <a:lnTo>
                  <a:pt x="5402" y="142"/>
                </a:lnTo>
                <a:cubicBezTo>
                  <a:pt x="5307" y="48"/>
                  <a:pt x="5184" y="1"/>
                  <a:pt x="5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015" name="Google Shape;20015;p93"/>
          <p:cNvGrpSpPr/>
          <p:nvPr/>
        </p:nvGrpSpPr>
        <p:grpSpPr>
          <a:xfrm>
            <a:off x="4030663" y="2883888"/>
            <a:ext cx="361011" cy="354849"/>
            <a:chOff x="1790575" y="2776750"/>
            <a:chExt cx="417450" cy="410325"/>
          </a:xfrm>
        </p:grpSpPr>
        <p:sp>
          <p:nvSpPr>
            <p:cNvPr id="20016" name="Google Shape;20016;p93"/>
            <p:cNvSpPr/>
            <p:nvPr/>
          </p:nvSpPr>
          <p:spPr>
            <a:xfrm>
              <a:off x="2036150" y="2858450"/>
              <a:ext cx="171875" cy="328625"/>
            </a:xfrm>
            <a:custGeom>
              <a:rect b="b" l="l" r="r" t="t"/>
              <a:pathLst>
                <a:path extrusionOk="0" h="13145" w="6875">
                  <a:moveTo>
                    <a:pt x="4968" y="964"/>
                  </a:moveTo>
                  <a:cubicBezTo>
                    <a:pt x="5177" y="964"/>
                    <a:pt x="5383" y="1046"/>
                    <a:pt x="5536" y="1199"/>
                  </a:cubicBezTo>
                  <a:cubicBezTo>
                    <a:pt x="5766" y="1429"/>
                    <a:pt x="5833" y="1773"/>
                    <a:pt x="5710" y="2072"/>
                  </a:cubicBezTo>
                  <a:cubicBezTo>
                    <a:pt x="5585" y="2372"/>
                    <a:pt x="5293" y="2566"/>
                    <a:pt x="4969" y="2566"/>
                  </a:cubicBezTo>
                  <a:cubicBezTo>
                    <a:pt x="4527" y="2566"/>
                    <a:pt x="4168" y="2208"/>
                    <a:pt x="4168" y="1765"/>
                  </a:cubicBezTo>
                  <a:cubicBezTo>
                    <a:pt x="4168" y="1442"/>
                    <a:pt x="4363" y="1149"/>
                    <a:pt x="4663" y="1024"/>
                  </a:cubicBezTo>
                  <a:cubicBezTo>
                    <a:pt x="4761" y="984"/>
                    <a:pt x="4865" y="964"/>
                    <a:pt x="4968" y="964"/>
                  </a:cubicBezTo>
                  <a:close/>
                  <a:moveTo>
                    <a:pt x="4969" y="3515"/>
                  </a:moveTo>
                  <a:cubicBezTo>
                    <a:pt x="5417" y="3515"/>
                    <a:pt x="5777" y="3882"/>
                    <a:pt x="5770" y="4330"/>
                  </a:cubicBezTo>
                  <a:lnTo>
                    <a:pt x="5770" y="8175"/>
                  </a:lnTo>
                  <a:cubicBezTo>
                    <a:pt x="5770" y="8618"/>
                    <a:pt x="5411" y="8976"/>
                    <a:pt x="4969" y="8976"/>
                  </a:cubicBezTo>
                  <a:lnTo>
                    <a:pt x="2405" y="8976"/>
                  </a:lnTo>
                  <a:cubicBezTo>
                    <a:pt x="2140" y="8976"/>
                    <a:pt x="1924" y="9192"/>
                    <a:pt x="1924" y="9458"/>
                  </a:cubicBezTo>
                  <a:lnTo>
                    <a:pt x="1924" y="11702"/>
                  </a:lnTo>
                  <a:cubicBezTo>
                    <a:pt x="1924" y="11967"/>
                    <a:pt x="1709" y="12182"/>
                    <a:pt x="1444" y="12182"/>
                  </a:cubicBezTo>
                  <a:cubicBezTo>
                    <a:pt x="1177" y="12182"/>
                    <a:pt x="962" y="11967"/>
                    <a:pt x="962" y="11702"/>
                  </a:cubicBezTo>
                  <a:lnTo>
                    <a:pt x="962" y="8817"/>
                  </a:lnTo>
                  <a:cubicBezTo>
                    <a:pt x="964" y="8375"/>
                    <a:pt x="1321" y="8016"/>
                    <a:pt x="1763" y="8016"/>
                  </a:cubicBezTo>
                  <a:lnTo>
                    <a:pt x="3688" y="8016"/>
                  </a:lnTo>
                  <a:cubicBezTo>
                    <a:pt x="3953" y="8016"/>
                    <a:pt x="4168" y="7800"/>
                    <a:pt x="4168" y="7534"/>
                  </a:cubicBezTo>
                  <a:lnTo>
                    <a:pt x="4168" y="4330"/>
                  </a:lnTo>
                  <a:cubicBezTo>
                    <a:pt x="4161" y="3882"/>
                    <a:pt x="4522" y="3515"/>
                    <a:pt x="4969" y="3515"/>
                  </a:cubicBezTo>
                  <a:close/>
                  <a:moveTo>
                    <a:pt x="5770" y="9939"/>
                  </a:moveTo>
                  <a:lnTo>
                    <a:pt x="5770" y="12182"/>
                  </a:lnTo>
                  <a:lnTo>
                    <a:pt x="2885" y="12182"/>
                  </a:lnTo>
                  <a:lnTo>
                    <a:pt x="2885" y="9939"/>
                  </a:lnTo>
                  <a:close/>
                  <a:moveTo>
                    <a:pt x="4969" y="1"/>
                  </a:moveTo>
                  <a:cubicBezTo>
                    <a:pt x="4246" y="1"/>
                    <a:pt x="3597" y="442"/>
                    <a:pt x="3330" y="1114"/>
                  </a:cubicBezTo>
                  <a:cubicBezTo>
                    <a:pt x="3064" y="1786"/>
                    <a:pt x="3234" y="2552"/>
                    <a:pt x="3761" y="3047"/>
                  </a:cubicBezTo>
                  <a:cubicBezTo>
                    <a:pt x="3406" y="3379"/>
                    <a:pt x="3206" y="3844"/>
                    <a:pt x="3206" y="4328"/>
                  </a:cubicBezTo>
                  <a:lnTo>
                    <a:pt x="3206" y="7052"/>
                  </a:lnTo>
                  <a:lnTo>
                    <a:pt x="1763" y="7052"/>
                  </a:lnTo>
                  <a:cubicBezTo>
                    <a:pt x="791" y="7054"/>
                    <a:pt x="1" y="7843"/>
                    <a:pt x="0" y="8815"/>
                  </a:cubicBezTo>
                  <a:lnTo>
                    <a:pt x="0" y="11702"/>
                  </a:lnTo>
                  <a:cubicBezTo>
                    <a:pt x="0" y="12197"/>
                    <a:pt x="255" y="12658"/>
                    <a:pt x="674" y="12922"/>
                  </a:cubicBezTo>
                  <a:cubicBezTo>
                    <a:pt x="908" y="13069"/>
                    <a:pt x="1175" y="13144"/>
                    <a:pt x="1443" y="13144"/>
                  </a:cubicBezTo>
                  <a:cubicBezTo>
                    <a:pt x="1655" y="13144"/>
                    <a:pt x="1867" y="13097"/>
                    <a:pt x="2065" y="13004"/>
                  </a:cubicBezTo>
                  <a:cubicBezTo>
                    <a:pt x="2154" y="13093"/>
                    <a:pt x="2277" y="13144"/>
                    <a:pt x="2405" y="13144"/>
                  </a:cubicBezTo>
                  <a:lnTo>
                    <a:pt x="6250" y="13144"/>
                  </a:lnTo>
                  <a:cubicBezTo>
                    <a:pt x="6517" y="13144"/>
                    <a:pt x="6732" y="12929"/>
                    <a:pt x="6732" y="12664"/>
                  </a:cubicBezTo>
                  <a:lnTo>
                    <a:pt x="6732" y="9458"/>
                  </a:lnTo>
                  <a:cubicBezTo>
                    <a:pt x="6732" y="9290"/>
                    <a:pt x="6644" y="9135"/>
                    <a:pt x="6501" y="9047"/>
                  </a:cubicBezTo>
                  <a:cubicBezTo>
                    <a:pt x="6652" y="8782"/>
                    <a:pt x="6732" y="8481"/>
                    <a:pt x="6732" y="8175"/>
                  </a:cubicBezTo>
                  <a:lnTo>
                    <a:pt x="6732" y="4330"/>
                  </a:lnTo>
                  <a:cubicBezTo>
                    <a:pt x="6731" y="3844"/>
                    <a:pt x="6530" y="3379"/>
                    <a:pt x="6177" y="3048"/>
                  </a:cubicBezTo>
                  <a:lnTo>
                    <a:pt x="6177" y="3047"/>
                  </a:lnTo>
                  <a:cubicBezTo>
                    <a:pt x="6703" y="2552"/>
                    <a:pt x="6874" y="1786"/>
                    <a:pt x="6608" y="1114"/>
                  </a:cubicBezTo>
                  <a:cubicBezTo>
                    <a:pt x="6341" y="442"/>
                    <a:pt x="5691" y="1"/>
                    <a:pt x="49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7" name="Google Shape;20017;p93"/>
            <p:cNvSpPr/>
            <p:nvPr/>
          </p:nvSpPr>
          <p:spPr>
            <a:xfrm>
              <a:off x="1790575" y="2858450"/>
              <a:ext cx="171900" cy="328600"/>
            </a:xfrm>
            <a:custGeom>
              <a:rect b="b" l="l" r="r" t="t"/>
              <a:pathLst>
                <a:path extrusionOk="0" h="13144" w="6876">
                  <a:moveTo>
                    <a:pt x="1907" y="963"/>
                  </a:moveTo>
                  <a:cubicBezTo>
                    <a:pt x="2116" y="963"/>
                    <a:pt x="2321" y="1045"/>
                    <a:pt x="2474" y="1199"/>
                  </a:cubicBezTo>
                  <a:cubicBezTo>
                    <a:pt x="2703" y="1427"/>
                    <a:pt x="2772" y="1771"/>
                    <a:pt x="2647" y="2072"/>
                  </a:cubicBezTo>
                  <a:cubicBezTo>
                    <a:pt x="2523" y="2370"/>
                    <a:pt x="2231" y="2566"/>
                    <a:pt x="1908" y="2566"/>
                  </a:cubicBezTo>
                  <a:cubicBezTo>
                    <a:pt x="1464" y="2565"/>
                    <a:pt x="1106" y="2208"/>
                    <a:pt x="1105" y="1765"/>
                  </a:cubicBezTo>
                  <a:cubicBezTo>
                    <a:pt x="1105" y="1440"/>
                    <a:pt x="1301" y="1149"/>
                    <a:pt x="1600" y="1024"/>
                  </a:cubicBezTo>
                  <a:cubicBezTo>
                    <a:pt x="1699" y="983"/>
                    <a:pt x="1804" y="963"/>
                    <a:pt x="1907" y="963"/>
                  </a:cubicBezTo>
                  <a:close/>
                  <a:moveTo>
                    <a:pt x="3990" y="9939"/>
                  </a:moveTo>
                  <a:lnTo>
                    <a:pt x="3990" y="12182"/>
                  </a:lnTo>
                  <a:lnTo>
                    <a:pt x="1105" y="12182"/>
                  </a:lnTo>
                  <a:lnTo>
                    <a:pt x="1105" y="9939"/>
                  </a:lnTo>
                  <a:close/>
                  <a:moveTo>
                    <a:pt x="1908" y="3515"/>
                  </a:moveTo>
                  <a:cubicBezTo>
                    <a:pt x="2354" y="3515"/>
                    <a:pt x="2714" y="3882"/>
                    <a:pt x="2709" y="4330"/>
                  </a:cubicBezTo>
                  <a:lnTo>
                    <a:pt x="2709" y="7534"/>
                  </a:lnTo>
                  <a:cubicBezTo>
                    <a:pt x="2709" y="7800"/>
                    <a:pt x="2924" y="8016"/>
                    <a:pt x="3189" y="8016"/>
                  </a:cubicBezTo>
                  <a:lnTo>
                    <a:pt x="5112" y="8016"/>
                  </a:lnTo>
                  <a:cubicBezTo>
                    <a:pt x="5554" y="8016"/>
                    <a:pt x="5913" y="8375"/>
                    <a:pt x="5913" y="8817"/>
                  </a:cubicBezTo>
                  <a:lnTo>
                    <a:pt x="5913" y="11702"/>
                  </a:lnTo>
                  <a:cubicBezTo>
                    <a:pt x="5917" y="11970"/>
                    <a:pt x="5701" y="12191"/>
                    <a:pt x="5431" y="12191"/>
                  </a:cubicBezTo>
                  <a:cubicBezTo>
                    <a:pt x="5163" y="12191"/>
                    <a:pt x="4946" y="11970"/>
                    <a:pt x="4951" y="11702"/>
                  </a:cubicBezTo>
                  <a:lnTo>
                    <a:pt x="4951" y="9458"/>
                  </a:lnTo>
                  <a:cubicBezTo>
                    <a:pt x="4951" y="9192"/>
                    <a:pt x="4735" y="8976"/>
                    <a:pt x="4470" y="8976"/>
                  </a:cubicBezTo>
                  <a:lnTo>
                    <a:pt x="1908" y="8976"/>
                  </a:lnTo>
                  <a:cubicBezTo>
                    <a:pt x="1464" y="8976"/>
                    <a:pt x="1106" y="8618"/>
                    <a:pt x="1105" y="8175"/>
                  </a:cubicBezTo>
                  <a:lnTo>
                    <a:pt x="1105" y="4330"/>
                  </a:lnTo>
                  <a:cubicBezTo>
                    <a:pt x="1099" y="3882"/>
                    <a:pt x="1459" y="3515"/>
                    <a:pt x="1908" y="3515"/>
                  </a:cubicBezTo>
                  <a:close/>
                  <a:moveTo>
                    <a:pt x="1906" y="1"/>
                  </a:moveTo>
                  <a:cubicBezTo>
                    <a:pt x="1184" y="1"/>
                    <a:pt x="534" y="442"/>
                    <a:pt x="267" y="1114"/>
                  </a:cubicBezTo>
                  <a:cubicBezTo>
                    <a:pt x="1" y="1786"/>
                    <a:pt x="172" y="2552"/>
                    <a:pt x="698" y="3048"/>
                  </a:cubicBezTo>
                  <a:cubicBezTo>
                    <a:pt x="345" y="3379"/>
                    <a:pt x="143" y="3844"/>
                    <a:pt x="143" y="4330"/>
                  </a:cubicBezTo>
                  <a:lnTo>
                    <a:pt x="143" y="8175"/>
                  </a:lnTo>
                  <a:cubicBezTo>
                    <a:pt x="143" y="8481"/>
                    <a:pt x="223" y="8782"/>
                    <a:pt x="376" y="9047"/>
                  </a:cubicBezTo>
                  <a:cubicBezTo>
                    <a:pt x="231" y="9133"/>
                    <a:pt x="143" y="9290"/>
                    <a:pt x="143" y="9458"/>
                  </a:cubicBezTo>
                  <a:lnTo>
                    <a:pt x="143" y="12662"/>
                  </a:lnTo>
                  <a:cubicBezTo>
                    <a:pt x="143" y="12928"/>
                    <a:pt x="358" y="13143"/>
                    <a:pt x="625" y="13143"/>
                  </a:cubicBezTo>
                  <a:lnTo>
                    <a:pt x="4470" y="13143"/>
                  </a:lnTo>
                  <a:cubicBezTo>
                    <a:pt x="4472" y="13143"/>
                    <a:pt x="4474" y="13143"/>
                    <a:pt x="4476" y="13143"/>
                  </a:cubicBezTo>
                  <a:cubicBezTo>
                    <a:pt x="4601" y="13143"/>
                    <a:pt x="4722" y="13092"/>
                    <a:pt x="4810" y="13002"/>
                  </a:cubicBezTo>
                  <a:cubicBezTo>
                    <a:pt x="5008" y="13097"/>
                    <a:pt x="5221" y="13143"/>
                    <a:pt x="5433" y="13143"/>
                  </a:cubicBezTo>
                  <a:cubicBezTo>
                    <a:pt x="5701" y="13143"/>
                    <a:pt x="5968" y="13069"/>
                    <a:pt x="6201" y="12922"/>
                  </a:cubicBezTo>
                  <a:cubicBezTo>
                    <a:pt x="6620" y="12657"/>
                    <a:pt x="6875" y="12197"/>
                    <a:pt x="6875" y="11702"/>
                  </a:cubicBezTo>
                  <a:lnTo>
                    <a:pt x="6875" y="8817"/>
                  </a:lnTo>
                  <a:cubicBezTo>
                    <a:pt x="6874" y="7843"/>
                    <a:pt x="6084" y="7055"/>
                    <a:pt x="5112" y="7054"/>
                  </a:cubicBezTo>
                  <a:lnTo>
                    <a:pt x="3669" y="7054"/>
                  </a:lnTo>
                  <a:lnTo>
                    <a:pt x="3669" y="4330"/>
                  </a:lnTo>
                  <a:cubicBezTo>
                    <a:pt x="3669" y="3844"/>
                    <a:pt x="3469" y="3379"/>
                    <a:pt x="3114" y="3048"/>
                  </a:cubicBezTo>
                  <a:cubicBezTo>
                    <a:pt x="3641" y="2552"/>
                    <a:pt x="3811" y="1786"/>
                    <a:pt x="3545" y="1114"/>
                  </a:cubicBezTo>
                  <a:cubicBezTo>
                    <a:pt x="3280" y="442"/>
                    <a:pt x="2630" y="1"/>
                    <a:pt x="1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8" name="Google Shape;20018;p93"/>
            <p:cNvSpPr/>
            <p:nvPr/>
          </p:nvSpPr>
          <p:spPr>
            <a:xfrm>
              <a:off x="1907375" y="2986700"/>
              <a:ext cx="183850" cy="200325"/>
            </a:xfrm>
            <a:custGeom>
              <a:rect b="b" l="l" r="r" t="t"/>
              <a:pathLst>
                <a:path extrusionOk="0" h="8013" w="7354">
                  <a:moveTo>
                    <a:pt x="472" y="1"/>
                  </a:moveTo>
                  <a:cubicBezTo>
                    <a:pt x="210" y="5"/>
                    <a:pt x="0" y="219"/>
                    <a:pt x="0" y="481"/>
                  </a:cubicBezTo>
                  <a:cubicBezTo>
                    <a:pt x="0" y="743"/>
                    <a:pt x="210" y="957"/>
                    <a:pt x="472" y="961"/>
                  </a:cubicBezTo>
                  <a:lnTo>
                    <a:pt x="3197" y="961"/>
                  </a:lnTo>
                  <a:lnTo>
                    <a:pt x="3197" y="7052"/>
                  </a:lnTo>
                  <a:lnTo>
                    <a:pt x="3036" y="7052"/>
                  </a:lnTo>
                  <a:cubicBezTo>
                    <a:pt x="2771" y="7052"/>
                    <a:pt x="2556" y="7267"/>
                    <a:pt x="2556" y="7532"/>
                  </a:cubicBezTo>
                  <a:cubicBezTo>
                    <a:pt x="2556" y="7798"/>
                    <a:pt x="2771" y="8013"/>
                    <a:pt x="3036" y="8013"/>
                  </a:cubicBezTo>
                  <a:lnTo>
                    <a:pt x="4318" y="8013"/>
                  </a:lnTo>
                  <a:cubicBezTo>
                    <a:pt x="4583" y="8013"/>
                    <a:pt x="4798" y="7798"/>
                    <a:pt x="4798" y="7532"/>
                  </a:cubicBezTo>
                  <a:cubicBezTo>
                    <a:pt x="4798" y="7267"/>
                    <a:pt x="4583" y="7052"/>
                    <a:pt x="4318" y="7052"/>
                  </a:cubicBezTo>
                  <a:lnTo>
                    <a:pt x="4158" y="7052"/>
                  </a:lnTo>
                  <a:lnTo>
                    <a:pt x="4158" y="961"/>
                  </a:lnTo>
                  <a:lnTo>
                    <a:pt x="6883" y="961"/>
                  </a:lnTo>
                  <a:cubicBezTo>
                    <a:pt x="7144" y="957"/>
                    <a:pt x="7354" y="743"/>
                    <a:pt x="7354" y="481"/>
                  </a:cubicBezTo>
                  <a:cubicBezTo>
                    <a:pt x="7354" y="219"/>
                    <a:pt x="7144" y="5"/>
                    <a:pt x="68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9" name="Google Shape;20019;p93"/>
            <p:cNvSpPr/>
            <p:nvPr/>
          </p:nvSpPr>
          <p:spPr>
            <a:xfrm>
              <a:off x="1907150" y="2776750"/>
              <a:ext cx="184325" cy="184350"/>
            </a:xfrm>
            <a:custGeom>
              <a:rect b="b" l="l" r="r" t="t"/>
              <a:pathLst>
                <a:path extrusionOk="0" h="7374" w="7373">
                  <a:moveTo>
                    <a:pt x="3687" y="962"/>
                  </a:moveTo>
                  <a:cubicBezTo>
                    <a:pt x="5189" y="962"/>
                    <a:pt x="6411" y="2185"/>
                    <a:pt x="6411" y="3688"/>
                  </a:cubicBezTo>
                  <a:cubicBezTo>
                    <a:pt x="6411" y="5189"/>
                    <a:pt x="5189" y="6411"/>
                    <a:pt x="3687" y="6411"/>
                  </a:cubicBezTo>
                  <a:cubicBezTo>
                    <a:pt x="2184" y="6411"/>
                    <a:pt x="963" y="5189"/>
                    <a:pt x="963" y="3686"/>
                  </a:cubicBezTo>
                  <a:cubicBezTo>
                    <a:pt x="963" y="2185"/>
                    <a:pt x="2186" y="962"/>
                    <a:pt x="3687" y="962"/>
                  </a:cubicBezTo>
                  <a:close/>
                  <a:moveTo>
                    <a:pt x="3687" y="0"/>
                  </a:moveTo>
                  <a:cubicBezTo>
                    <a:pt x="1654" y="0"/>
                    <a:pt x="1" y="1655"/>
                    <a:pt x="1" y="3688"/>
                  </a:cubicBezTo>
                  <a:cubicBezTo>
                    <a:pt x="1" y="5719"/>
                    <a:pt x="1654" y="7374"/>
                    <a:pt x="3687" y="7374"/>
                  </a:cubicBezTo>
                  <a:cubicBezTo>
                    <a:pt x="5718" y="7374"/>
                    <a:pt x="7373" y="5719"/>
                    <a:pt x="7373" y="3688"/>
                  </a:cubicBezTo>
                  <a:cubicBezTo>
                    <a:pt x="7373" y="1655"/>
                    <a:pt x="5719" y="0"/>
                    <a:pt x="36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0" name="Google Shape;20020;p93"/>
            <p:cNvSpPr/>
            <p:nvPr/>
          </p:nvSpPr>
          <p:spPr>
            <a:xfrm>
              <a:off x="1972225" y="2814950"/>
              <a:ext cx="55050" cy="107900"/>
            </a:xfrm>
            <a:custGeom>
              <a:rect b="b" l="l" r="r" t="t"/>
              <a:pathLst>
                <a:path extrusionOk="0" h="4316" w="2202">
                  <a:moveTo>
                    <a:pt x="825" y="940"/>
                  </a:moveTo>
                  <a:lnTo>
                    <a:pt x="825" y="1638"/>
                  </a:lnTo>
                  <a:cubicBezTo>
                    <a:pt x="779" y="1612"/>
                    <a:pt x="735" y="1583"/>
                    <a:pt x="693" y="1550"/>
                  </a:cubicBezTo>
                  <a:cubicBezTo>
                    <a:pt x="618" y="1492"/>
                    <a:pt x="586" y="1370"/>
                    <a:pt x="609" y="1241"/>
                  </a:cubicBezTo>
                  <a:cubicBezTo>
                    <a:pt x="630" y="1133"/>
                    <a:pt x="697" y="1006"/>
                    <a:pt x="825" y="940"/>
                  </a:cubicBezTo>
                  <a:close/>
                  <a:moveTo>
                    <a:pt x="1305" y="2366"/>
                  </a:moveTo>
                  <a:lnTo>
                    <a:pt x="1312" y="2369"/>
                  </a:lnTo>
                  <a:lnTo>
                    <a:pt x="1312" y="2368"/>
                  </a:lnTo>
                  <a:cubicBezTo>
                    <a:pt x="1683" y="2499"/>
                    <a:pt x="1661" y="2816"/>
                    <a:pt x="1645" y="2909"/>
                  </a:cubicBezTo>
                  <a:cubicBezTo>
                    <a:pt x="1612" y="3104"/>
                    <a:pt x="1485" y="3271"/>
                    <a:pt x="1305" y="3355"/>
                  </a:cubicBezTo>
                  <a:lnTo>
                    <a:pt x="1305" y="2366"/>
                  </a:lnTo>
                  <a:close/>
                  <a:moveTo>
                    <a:pt x="1065" y="1"/>
                  </a:moveTo>
                  <a:cubicBezTo>
                    <a:pt x="934" y="1"/>
                    <a:pt x="827" y="105"/>
                    <a:pt x="825" y="235"/>
                  </a:cubicBezTo>
                  <a:lnTo>
                    <a:pt x="825" y="433"/>
                  </a:lnTo>
                  <a:cubicBezTo>
                    <a:pt x="800" y="439"/>
                    <a:pt x="775" y="446"/>
                    <a:pt x="748" y="454"/>
                  </a:cubicBezTo>
                  <a:cubicBezTo>
                    <a:pt x="435" y="549"/>
                    <a:pt x="201" y="817"/>
                    <a:pt x="138" y="1154"/>
                  </a:cubicBezTo>
                  <a:cubicBezTo>
                    <a:pt x="79" y="1461"/>
                    <a:pt x="179" y="1758"/>
                    <a:pt x="397" y="1930"/>
                  </a:cubicBezTo>
                  <a:cubicBezTo>
                    <a:pt x="507" y="2015"/>
                    <a:pt x="641" y="2094"/>
                    <a:pt x="825" y="2176"/>
                  </a:cubicBezTo>
                  <a:lnTo>
                    <a:pt x="825" y="3397"/>
                  </a:lnTo>
                  <a:cubicBezTo>
                    <a:pt x="675" y="3382"/>
                    <a:pt x="573" y="3340"/>
                    <a:pt x="406" y="3230"/>
                  </a:cubicBezTo>
                  <a:cubicBezTo>
                    <a:pt x="365" y="3204"/>
                    <a:pt x="320" y="3191"/>
                    <a:pt x="274" y="3191"/>
                  </a:cubicBezTo>
                  <a:cubicBezTo>
                    <a:pt x="196" y="3191"/>
                    <a:pt x="118" y="3230"/>
                    <a:pt x="72" y="3300"/>
                  </a:cubicBezTo>
                  <a:cubicBezTo>
                    <a:pt x="0" y="3412"/>
                    <a:pt x="31" y="3561"/>
                    <a:pt x="142" y="3633"/>
                  </a:cubicBezTo>
                  <a:cubicBezTo>
                    <a:pt x="409" y="3807"/>
                    <a:pt x="593" y="3863"/>
                    <a:pt x="825" y="3879"/>
                  </a:cubicBezTo>
                  <a:lnTo>
                    <a:pt x="825" y="4082"/>
                  </a:lnTo>
                  <a:cubicBezTo>
                    <a:pt x="827" y="4213"/>
                    <a:pt x="934" y="4315"/>
                    <a:pt x="1065" y="4315"/>
                  </a:cubicBezTo>
                  <a:cubicBezTo>
                    <a:pt x="1195" y="4315"/>
                    <a:pt x="1302" y="4213"/>
                    <a:pt x="1305" y="4082"/>
                  </a:cubicBezTo>
                  <a:lnTo>
                    <a:pt x="1305" y="3858"/>
                  </a:lnTo>
                  <a:cubicBezTo>
                    <a:pt x="1763" y="3754"/>
                    <a:pt x="2056" y="3369"/>
                    <a:pt x="2119" y="2990"/>
                  </a:cubicBezTo>
                  <a:cubicBezTo>
                    <a:pt x="2201" y="2504"/>
                    <a:pt x="1946" y="2082"/>
                    <a:pt x="1473" y="1915"/>
                  </a:cubicBezTo>
                  <a:cubicBezTo>
                    <a:pt x="1418" y="1896"/>
                    <a:pt x="1361" y="1875"/>
                    <a:pt x="1305" y="1854"/>
                  </a:cubicBezTo>
                  <a:lnTo>
                    <a:pt x="1305" y="896"/>
                  </a:lnTo>
                  <a:cubicBezTo>
                    <a:pt x="1377" y="913"/>
                    <a:pt x="1443" y="948"/>
                    <a:pt x="1498" y="998"/>
                  </a:cubicBezTo>
                  <a:cubicBezTo>
                    <a:pt x="1546" y="1052"/>
                    <a:pt x="1613" y="1080"/>
                    <a:pt x="1680" y="1080"/>
                  </a:cubicBezTo>
                  <a:cubicBezTo>
                    <a:pt x="1736" y="1080"/>
                    <a:pt x="1792" y="1060"/>
                    <a:pt x="1838" y="1020"/>
                  </a:cubicBezTo>
                  <a:cubicBezTo>
                    <a:pt x="1938" y="932"/>
                    <a:pt x="1948" y="782"/>
                    <a:pt x="1860" y="682"/>
                  </a:cubicBezTo>
                  <a:cubicBezTo>
                    <a:pt x="1850" y="669"/>
                    <a:pt x="1661" y="458"/>
                    <a:pt x="1305" y="405"/>
                  </a:cubicBezTo>
                  <a:lnTo>
                    <a:pt x="1305" y="235"/>
                  </a:lnTo>
                  <a:cubicBezTo>
                    <a:pt x="1302" y="105"/>
                    <a:pt x="1195" y="1"/>
                    <a:pt x="10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21" name="Google Shape;20021;p93"/>
          <p:cNvGrpSpPr/>
          <p:nvPr/>
        </p:nvGrpSpPr>
        <p:grpSpPr>
          <a:xfrm>
            <a:off x="4791604" y="2883461"/>
            <a:ext cx="354896" cy="356263"/>
            <a:chOff x="1079575" y="2794925"/>
            <a:chExt cx="408725" cy="410300"/>
          </a:xfrm>
        </p:grpSpPr>
        <p:sp>
          <p:nvSpPr>
            <p:cNvPr id="20022" name="Google Shape;20022;p93"/>
            <p:cNvSpPr/>
            <p:nvPr/>
          </p:nvSpPr>
          <p:spPr>
            <a:xfrm>
              <a:off x="1111650" y="2794925"/>
              <a:ext cx="344575" cy="200400"/>
            </a:xfrm>
            <a:custGeom>
              <a:rect b="b" l="l" r="r" t="t"/>
              <a:pathLst>
                <a:path extrusionOk="0" h="8016" w="13783">
                  <a:moveTo>
                    <a:pt x="12340" y="962"/>
                  </a:moveTo>
                  <a:cubicBezTo>
                    <a:pt x="12605" y="963"/>
                    <a:pt x="12821" y="1177"/>
                    <a:pt x="12821" y="1443"/>
                  </a:cubicBezTo>
                  <a:lnTo>
                    <a:pt x="12821" y="5289"/>
                  </a:lnTo>
                  <a:cubicBezTo>
                    <a:pt x="12821" y="5554"/>
                    <a:pt x="12605" y="5769"/>
                    <a:pt x="12340" y="5769"/>
                  </a:cubicBezTo>
                  <a:lnTo>
                    <a:pt x="11700" y="5769"/>
                  </a:lnTo>
                  <a:cubicBezTo>
                    <a:pt x="11434" y="5769"/>
                    <a:pt x="11219" y="5985"/>
                    <a:pt x="11219" y="6251"/>
                  </a:cubicBezTo>
                  <a:lnTo>
                    <a:pt x="11219" y="6532"/>
                  </a:lnTo>
                  <a:lnTo>
                    <a:pt x="10397" y="5875"/>
                  </a:lnTo>
                  <a:cubicBezTo>
                    <a:pt x="10312" y="5808"/>
                    <a:pt x="10205" y="5769"/>
                    <a:pt x="10097" y="5769"/>
                  </a:cubicBezTo>
                  <a:lnTo>
                    <a:pt x="3687" y="5769"/>
                  </a:lnTo>
                  <a:cubicBezTo>
                    <a:pt x="3577" y="5769"/>
                    <a:pt x="3472" y="5808"/>
                    <a:pt x="3387" y="5875"/>
                  </a:cubicBezTo>
                  <a:lnTo>
                    <a:pt x="2565" y="6532"/>
                  </a:lnTo>
                  <a:lnTo>
                    <a:pt x="2565" y="6251"/>
                  </a:lnTo>
                  <a:cubicBezTo>
                    <a:pt x="2565" y="5985"/>
                    <a:pt x="2350" y="5769"/>
                    <a:pt x="2085" y="5769"/>
                  </a:cubicBezTo>
                  <a:lnTo>
                    <a:pt x="1443" y="5769"/>
                  </a:lnTo>
                  <a:cubicBezTo>
                    <a:pt x="1178" y="5769"/>
                    <a:pt x="963" y="5554"/>
                    <a:pt x="963" y="5289"/>
                  </a:cubicBezTo>
                  <a:lnTo>
                    <a:pt x="963" y="1443"/>
                  </a:lnTo>
                  <a:cubicBezTo>
                    <a:pt x="963" y="1177"/>
                    <a:pt x="1178" y="963"/>
                    <a:pt x="1443" y="962"/>
                  </a:cubicBezTo>
                  <a:close/>
                  <a:moveTo>
                    <a:pt x="1443" y="1"/>
                  </a:moveTo>
                  <a:cubicBezTo>
                    <a:pt x="647" y="2"/>
                    <a:pt x="2" y="647"/>
                    <a:pt x="1" y="1443"/>
                  </a:cubicBezTo>
                  <a:lnTo>
                    <a:pt x="1" y="5289"/>
                  </a:lnTo>
                  <a:cubicBezTo>
                    <a:pt x="2" y="6086"/>
                    <a:pt x="647" y="6730"/>
                    <a:pt x="1443" y="6732"/>
                  </a:cubicBezTo>
                  <a:lnTo>
                    <a:pt x="1603" y="6732"/>
                  </a:lnTo>
                  <a:lnTo>
                    <a:pt x="1603" y="7533"/>
                  </a:lnTo>
                  <a:cubicBezTo>
                    <a:pt x="1603" y="7818"/>
                    <a:pt x="1837" y="8015"/>
                    <a:pt x="2086" y="8015"/>
                  </a:cubicBezTo>
                  <a:cubicBezTo>
                    <a:pt x="2188" y="8015"/>
                    <a:pt x="2292" y="7982"/>
                    <a:pt x="2383" y="7909"/>
                  </a:cubicBezTo>
                  <a:lnTo>
                    <a:pt x="3855" y="6733"/>
                  </a:lnTo>
                  <a:lnTo>
                    <a:pt x="9928" y="6733"/>
                  </a:lnTo>
                  <a:lnTo>
                    <a:pt x="11399" y="7909"/>
                  </a:lnTo>
                  <a:cubicBezTo>
                    <a:pt x="11490" y="7982"/>
                    <a:pt x="11595" y="8015"/>
                    <a:pt x="11697" y="8015"/>
                  </a:cubicBezTo>
                  <a:cubicBezTo>
                    <a:pt x="11946" y="8015"/>
                    <a:pt x="12181" y="7820"/>
                    <a:pt x="12181" y="7534"/>
                  </a:cubicBezTo>
                  <a:lnTo>
                    <a:pt x="12181" y="6733"/>
                  </a:lnTo>
                  <a:lnTo>
                    <a:pt x="12340" y="6733"/>
                  </a:lnTo>
                  <a:cubicBezTo>
                    <a:pt x="13137" y="6732"/>
                    <a:pt x="13781" y="6086"/>
                    <a:pt x="13783" y="5291"/>
                  </a:cubicBezTo>
                  <a:lnTo>
                    <a:pt x="13783" y="1443"/>
                  </a:lnTo>
                  <a:cubicBezTo>
                    <a:pt x="13781" y="647"/>
                    <a:pt x="13137" y="2"/>
                    <a:pt x="1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3" name="Google Shape;20023;p93"/>
            <p:cNvSpPr/>
            <p:nvPr/>
          </p:nvSpPr>
          <p:spPr>
            <a:xfrm>
              <a:off x="1079575" y="3012800"/>
              <a:ext cx="408725" cy="192425"/>
            </a:xfrm>
            <a:custGeom>
              <a:rect b="b" l="l" r="r" t="t"/>
              <a:pathLst>
                <a:path extrusionOk="0" h="7697" w="16349">
                  <a:moveTo>
                    <a:pt x="3366" y="965"/>
                  </a:moveTo>
                  <a:cubicBezTo>
                    <a:pt x="3885" y="965"/>
                    <a:pt x="4352" y="1278"/>
                    <a:pt x="4551" y="1757"/>
                  </a:cubicBezTo>
                  <a:cubicBezTo>
                    <a:pt x="4749" y="2234"/>
                    <a:pt x="4639" y="2786"/>
                    <a:pt x="4273" y="3152"/>
                  </a:cubicBezTo>
                  <a:cubicBezTo>
                    <a:pt x="4028" y="3398"/>
                    <a:pt x="3699" y="3528"/>
                    <a:pt x="3366" y="3528"/>
                  </a:cubicBezTo>
                  <a:cubicBezTo>
                    <a:pt x="3201" y="3528"/>
                    <a:pt x="3035" y="3496"/>
                    <a:pt x="2877" y="3431"/>
                  </a:cubicBezTo>
                  <a:cubicBezTo>
                    <a:pt x="2398" y="3232"/>
                    <a:pt x="2085" y="2764"/>
                    <a:pt x="2085" y="2246"/>
                  </a:cubicBezTo>
                  <a:cubicBezTo>
                    <a:pt x="2086" y="1539"/>
                    <a:pt x="2659" y="966"/>
                    <a:pt x="3366" y="965"/>
                  </a:cubicBezTo>
                  <a:close/>
                  <a:moveTo>
                    <a:pt x="12982" y="965"/>
                  </a:moveTo>
                  <a:cubicBezTo>
                    <a:pt x="13500" y="965"/>
                    <a:pt x="13967" y="1278"/>
                    <a:pt x="14167" y="1757"/>
                  </a:cubicBezTo>
                  <a:cubicBezTo>
                    <a:pt x="14364" y="2234"/>
                    <a:pt x="14255" y="2786"/>
                    <a:pt x="13888" y="3152"/>
                  </a:cubicBezTo>
                  <a:cubicBezTo>
                    <a:pt x="13643" y="3398"/>
                    <a:pt x="13315" y="3528"/>
                    <a:pt x="12981" y="3528"/>
                  </a:cubicBezTo>
                  <a:cubicBezTo>
                    <a:pt x="12817" y="3528"/>
                    <a:pt x="12651" y="3496"/>
                    <a:pt x="12493" y="3431"/>
                  </a:cubicBezTo>
                  <a:cubicBezTo>
                    <a:pt x="12014" y="3232"/>
                    <a:pt x="11700" y="2764"/>
                    <a:pt x="11700" y="2246"/>
                  </a:cubicBezTo>
                  <a:cubicBezTo>
                    <a:pt x="11702" y="1539"/>
                    <a:pt x="12275" y="966"/>
                    <a:pt x="12982" y="965"/>
                  </a:cubicBezTo>
                  <a:close/>
                  <a:moveTo>
                    <a:pt x="7855" y="4491"/>
                  </a:moveTo>
                  <a:cubicBezTo>
                    <a:pt x="8115" y="4495"/>
                    <a:pt x="8325" y="4709"/>
                    <a:pt x="8325" y="4971"/>
                  </a:cubicBezTo>
                  <a:cubicBezTo>
                    <a:pt x="8325" y="5233"/>
                    <a:pt x="8115" y="5447"/>
                    <a:pt x="7855" y="5452"/>
                  </a:cubicBezTo>
                  <a:lnTo>
                    <a:pt x="7855" y="5453"/>
                  </a:lnTo>
                  <a:lnTo>
                    <a:pt x="6084" y="5453"/>
                  </a:lnTo>
                  <a:cubicBezTo>
                    <a:pt x="5752" y="5453"/>
                    <a:pt x="5520" y="5781"/>
                    <a:pt x="5630" y="6093"/>
                  </a:cubicBezTo>
                  <a:cubicBezTo>
                    <a:pt x="5705" y="6300"/>
                    <a:pt x="5749" y="6515"/>
                    <a:pt x="5765" y="6735"/>
                  </a:cubicBezTo>
                  <a:lnTo>
                    <a:pt x="969" y="6735"/>
                  </a:lnTo>
                  <a:cubicBezTo>
                    <a:pt x="1052" y="5482"/>
                    <a:pt x="2096" y="4491"/>
                    <a:pt x="3368" y="4491"/>
                  </a:cubicBezTo>
                  <a:close/>
                  <a:moveTo>
                    <a:pt x="12982" y="4491"/>
                  </a:moveTo>
                  <a:cubicBezTo>
                    <a:pt x="14255" y="4491"/>
                    <a:pt x="15299" y="5484"/>
                    <a:pt x="15381" y="6735"/>
                  </a:cubicBezTo>
                  <a:lnTo>
                    <a:pt x="10585" y="6735"/>
                  </a:lnTo>
                  <a:cubicBezTo>
                    <a:pt x="10599" y="6515"/>
                    <a:pt x="10645" y="6300"/>
                    <a:pt x="10719" y="6093"/>
                  </a:cubicBezTo>
                  <a:cubicBezTo>
                    <a:pt x="10829" y="5781"/>
                    <a:pt x="10596" y="5453"/>
                    <a:pt x="10265" y="5453"/>
                  </a:cubicBezTo>
                  <a:lnTo>
                    <a:pt x="9214" y="5453"/>
                  </a:lnTo>
                  <a:cubicBezTo>
                    <a:pt x="9324" y="5141"/>
                    <a:pt x="9324" y="4803"/>
                    <a:pt x="9214" y="4491"/>
                  </a:cubicBezTo>
                  <a:close/>
                  <a:moveTo>
                    <a:pt x="12982" y="1"/>
                  </a:moveTo>
                  <a:cubicBezTo>
                    <a:pt x="12195" y="1"/>
                    <a:pt x="11458" y="415"/>
                    <a:pt x="11052" y="1102"/>
                  </a:cubicBezTo>
                  <a:cubicBezTo>
                    <a:pt x="10604" y="1859"/>
                    <a:pt x="10639" y="2808"/>
                    <a:pt x="11143" y="3530"/>
                  </a:cubicBezTo>
                  <a:lnTo>
                    <a:pt x="5207" y="3530"/>
                  </a:lnTo>
                  <a:cubicBezTo>
                    <a:pt x="5709" y="2808"/>
                    <a:pt x="5746" y="1859"/>
                    <a:pt x="5296" y="1102"/>
                  </a:cubicBezTo>
                  <a:cubicBezTo>
                    <a:pt x="4890" y="416"/>
                    <a:pt x="4154" y="2"/>
                    <a:pt x="3368" y="2"/>
                  </a:cubicBezTo>
                  <a:cubicBezTo>
                    <a:pt x="3287" y="2"/>
                    <a:pt x="3206" y="7"/>
                    <a:pt x="3125" y="16"/>
                  </a:cubicBezTo>
                  <a:cubicBezTo>
                    <a:pt x="2250" y="111"/>
                    <a:pt x="1512" y="707"/>
                    <a:pt x="1235" y="1543"/>
                  </a:cubicBezTo>
                  <a:cubicBezTo>
                    <a:pt x="960" y="2378"/>
                    <a:pt x="1199" y="3297"/>
                    <a:pt x="1845" y="3893"/>
                  </a:cubicBezTo>
                  <a:cubicBezTo>
                    <a:pt x="714" y="4468"/>
                    <a:pt x="2" y="5627"/>
                    <a:pt x="1" y="6896"/>
                  </a:cubicBezTo>
                  <a:lnTo>
                    <a:pt x="1" y="7216"/>
                  </a:lnTo>
                  <a:cubicBezTo>
                    <a:pt x="1" y="7481"/>
                    <a:pt x="216" y="7697"/>
                    <a:pt x="483" y="7697"/>
                  </a:cubicBezTo>
                  <a:lnTo>
                    <a:pt x="6251" y="7697"/>
                  </a:lnTo>
                  <a:cubicBezTo>
                    <a:pt x="6516" y="7697"/>
                    <a:pt x="6733" y="7481"/>
                    <a:pt x="6733" y="7216"/>
                  </a:cubicBezTo>
                  <a:lnTo>
                    <a:pt x="6733" y="6896"/>
                  </a:lnTo>
                  <a:cubicBezTo>
                    <a:pt x="6732" y="6735"/>
                    <a:pt x="6720" y="6573"/>
                    <a:pt x="6696" y="6414"/>
                  </a:cubicBezTo>
                  <a:lnTo>
                    <a:pt x="9653" y="6414"/>
                  </a:lnTo>
                  <a:cubicBezTo>
                    <a:pt x="9628" y="6573"/>
                    <a:pt x="9617" y="6735"/>
                    <a:pt x="9617" y="6896"/>
                  </a:cubicBezTo>
                  <a:lnTo>
                    <a:pt x="9617" y="7216"/>
                  </a:lnTo>
                  <a:cubicBezTo>
                    <a:pt x="9617" y="7481"/>
                    <a:pt x="9832" y="7697"/>
                    <a:pt x="10098" y="7697"/>
                  </a:cubicBezTo>
                  <a:lnTo>
                    <a:pt x="15867" y="7697"/>
                  </a:lnTo>
                  <a:cubicBezTo>
                    <a:pt x="16133" y="7697"/>
                    <a:pt x="16349" y="7481"/>
                    <a:pt x="16349" y="7216"/>
                  </a:cubicBezTo>
                  <a:lnTo>
                    <a:pt x="16349" y="6896"/>
                  </a:lnTo>
                  <a:cubicBezTo>
                    <a:pt x="16347" y="5627"/>
                    <a:pt x="15634" y="4468"/>
                    <a:pt x="14505" y="3893"/>
                  </a:cubicBezTo>
                  <a:cubicBezTo>
                    <a:pt x="15151" y="3297"/>
                    <a:pt x="15389" y="2378"/>
                    <a:pt x="15114" y="1542"/>
                  </a:cubicBezTo>
                  <a:cubicBezTo>
                    <a:pt x="14837" y="707"/>
                    <a:pt x="14099" y="109"/>
                    <a:pt x="13225" y="14"/>
                  </a:cubicBezTo>
                  <a:cubicBezTo>
                    <a:pt x="13144" y="5"/>
                    <a:pt x="13063" y="1"/>
                    <a:pt x="129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4" name="Google Shape;20024;p93"/>
            <p:cNvSpPr/>
            <p:nvPr/>
          </p:nvSpPr>
          <p:spPr>
            <a:xfrm>
              <a:off x="1299925" y="2843000"/>
              <a:ext cx="28100" cy="24050"/>
            </a:xfrm>
            <a:custGeom>
              <a:rect b="b" l="l" r="r" t="t"/>
              <a:pathLst>
                <a:path extrusionOk="0" h="962" w="1124">
                  <a:moveTo>
                    <a:pt x="641" y="1"/>
                  </a:moveTo>
                  <a:cubicBezTo>
                    <a:pt x="213" y="1"/>
                    <a:pt x="0" y="518"/>
                    <a:pt x="302" y="821"/>
                  </a:cubicBezTo>
                  <a:cubicBezTo>
                    <a:pt x="394" y="913"/>
                    <a:pt x="516" y="962"/>
                    <a:pt x="641" y="962"/>
                  </a:cubicBezTo>
                  <a:cubicBezTo>
                    <a:pt x="704" y="962"/>
                    <a:pt x="766" y="950"/>
                    <a:pt x="826" y="925"/>
                  </a:cubicBezTo>
                  <a:cubicBezTo>
                    <a:pt x="1006" y="852"/>
                    <a:pt x="1123" y="676"/>
                    <a:pt x="1123" y="481"/>
                  </a:cubicBezTo>
                  <a:cubicBezTo>
                    <a:pt x="1123" y="215"/>
                    <a:pt x="908" y="1"/>
                    <a:pt x="643" y="1"/>
                  </a:cubicBezTo>
                  <a:cubicBezTo>
                    <a:pt x="642" y="1"/>
                    <a:pt x="642" y="1"/>
                    <a:pt x="6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5" name="Google Shape;20025;p93"/>
            <p:cNvSpPr/>
            <p:nvPr/>
          </p:nvSpPr>
          <p:spPr>
            <a:xfrm>
              <a:off x="1235800" y="2843000"/>
              <a:ext cx="28100" cy="24050"/>
            </a:xfrm>
            <a:custGeom>
              <a:rect b="b" l="l" r="r" t="t"/>
              <a:pathLst>
                <a:path extrusionOk="0" h="962" w="1124">
                  <a:moveTo>
                    <a:pt x="646" y="1"/>
                  </a:moveTo>
                  <a:cubicBezTo>
                    <a:pt x="645" y="1"/>
                    <a:pt x="645" y="1"/>
                    <a:pt x="644" y="1"/>
                  </a:cubicBezTo>
                  <a:cubicBezTo>
                    <a:pt x="215" y="1"/>
                    <a:pt x="1" y="518"/>
                    <a:pt x="304" y="821"/>
                  </a:cubicBezTo>
                  <a:cubicBezTo>
                    <a:pt x="395" y="913"/>
                    <a:pt x="518" y="962"/>
                    <a:pt x="643" y="962"/>
                  </a:cubicBezTo>
                  <a:cubicBezTo>
                    <a:pt x="705" y="962"/>
                    <a:pt x="767" y="950"/>
                    <a:pt x="827" y="925"/>
                  </a:cubicBezTo>
                  <a:cubicBezTo>
                    <a:pt x="1007" y="852"/>
                    <a:pt x="1124" y="676"/>
                    <a:pt x="1124" y="481"/>
                  </a:cubicBezTo>
                  <a:cubicBezTo>
                    <a:pt x="1124" y="215"/>
                    <a:pt x="910" y="1"/>
                    <a:pt x="6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6" name="Google Shape;20026;p93"/>
            <p:cNvSpPr/>
            <p:nvPr/>
          </p:nvSpPr>
          <p:spPr>
            <a:xfrm>
              <a:off x="1238650" y="2882900"/>
              <a:ext cx="90750" cy="37500"/>
            </a:xfrm>
            <a:custGeom>
              <a:rect b="b" l="l" r="r" t="t"/>
              <a:pathLst>
                <a:path extrusionOk="0" h="1500" w="3630">
                  <a:moveTo>
                    <a:pt x="3100" y="1"/>
                  </a:moveTo>
                  <a:cubicBezTo>
                    <a:pt x="2974" y="1"/>
                    <a:pt x="2848" y="50"/>
                    <a:pt x="2753" y="149"/>
                  </a:cubicBezTo>
                  <a:cubicBezTo>
                    <a:pt x="2493" y="409"/>
                    <a:pt x="2152" y="539"/>
                    <a:pt x="1811" y="539"/>
                  </a:cubicBezTo>
                  <a:cubicBezTo>
                    <a:pt x="1470" y="539"/>
                    <a:pt x="1129" y="409"/>
                    <a:pt x="869" y="149"/>
                  </a:cubicBezTo>
                  <a:cubicBezTo>
                    <a:pt x="776" y="54"/>
                    <a:pt x="653" y="7"/>
                    <a:pt x="530" y="7"/>
                  </a:cubicBezTo>
                  <a:cubicBezTo>
                    <a:pt x="407" y="7"/>
                    <a:pt x="284" y="54"/>
                    <a:pt x="190" y="149"/>
                  </a:cubicBezTo>
                  <a:cubicBezTo>
                    <a:pt x="1" y="336"/>
                    <a:pt x="1" y="641"/>
                    <a:pt x="190" y="828"/>
                  </a:cubicBezTo>
                  <a:cubicBezTo>
                    <a:pt x="637" y="1276"/>
                    <a:pt x="1224" y="1500"/>
                    <a:pt x="1811" y="1500"/>
                  </a:cubicBezTo>
                  <a:cubicBezTo>
                    <a:pt x="2398" y="1500"/>
                    <a:pt x="2986" y="1276"/>
                    <a:pt x="3434" y="828"/>
                  </a:cubicBezTo>
                  <a:cubicBezTo>
                    <a:pt x="3627" y="641"/>
                    <a:pt x="3630" y="332"/>
                    <a:pt x="3440" y="142"/>
                  </a:cubicBezTo>
                  <a:cubicBezTo>
                    <a:pt x="3346" y="48"/>
                    <a:pt x="3223" y="1"/>
                    <a:pt x="3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027" name="Google Shape;20027;p93"/>
          <p:cNvSpPr/>
          <p:nvPr/>
        </p:nvSpPr>
        <p:spPr>
          <a:xfrm>
            <a:off x="5546052" y="2883994"/>
            <a:ext cx="355195" cy="354827"/>
          </a:xfrm>
          <a:custGeom>
            <a:rect b="b" l="l" r="r" t="t"/>
            <a:pathLst>
              <a:path extrusionOk="0" h="16412" w="16429">
                <a:moveTo>
                  <a:pt x="9039" y="2885"/>
                </a:moveTo>
                <a:lnTo>
                  <a:pt x="9039" y="4488"/>
                </a:lnTo>
                <a:lnTo>
                  <a:pt x="8174" y="4488"/>
                </a:lnTo>
                <a:cubicBezTo>
                  <a:pt x="7731" y="4487"/>
                  <a:pt x="7373" y="4130"/>
                  <a:pt x="7371" y="3687"/>
                </a:cubicBezTo>
                <a:cubicBezTo>
                  <a:pt x="7373" y="3245"/>
                  <a:pt x="7731" y="2886"/>
                  <a:pt x="8174" y="2885"/>
                </a:cubicBezTo>
                <a:close/>
                <a:moveTo>
                  <a:pt x="14500" y="2725"/>
                </a:moveTo>
                <a:cubicBezTo>
                  <a:pt x="15032" y="2725"/>
                  <a:pt x="15462" y="3154"/>
                  <a:pt x="15462" y="3687"/>
                </a:cubicBezTo>
                <a:cubicBezTo>
                  <a:pt x="15462" y="4219"/>
                  <a:pt x="15032" y="4648"/>
                  <a:pt x="14500" y="4648"/>
                </a:cubicBezTo>
                <a:cubicBezTo>
                  <a:pt x="14496" y="4648"/>
                  <a:pt x="14491" y="4648"/>
                  <a:pt x="14487" y="4648"/>
                </a:cubicBezTo>
                <a:lnTo>
                  <a:pt x="14487" y="2725"/>
                </a:lnTo>
                <a:cubicBezTo>
                  <a:pt x="14491" y="2725"/>
                  <a:pt x="14496" y="2725"/>
                  <a:pt x="14500" y="2725"/>
                </a:cubicBezTo>
                <a:close/>
                <a:moveTo>
                  <a:pt x="13526" y="1549"/>
                </a:moveTo>
                <a:lnTo>
                  <a:pt x="13526" y="5824"/>
                </a:lnTo>
                <a:cubicBezTo>
                  <a:pt x="12501" y="5055"/>
                  <a:pt x="11278" y="4598"/>
                  <a:pt x="10000" y="4504"/>
                </a:cubicBezTo>
                <a:lnTo>
                  <a:pt x="10000" y="2869"/>
                </a:lnTo>
                <a:cubicBezTo>
                  <a:pt x="11278" y="2775"/>
                  <a:pt x="12501" y="2318"/>
                  <a:pt x="13526" y="1549"/>
                </a:cubicBezTo>
                <a:close/>
                <a:moveTo>
                  <a:pt x="3685" y="7437"/>
                </a:moveTo>
                <a:cubicBezTo>
                  <a:pt x="4061" y="7437"/>
                  <a:pt x="4429" y="7583"/>
                  <a:pt x="4706" y="7860"/>
                </a:cubicBezTo>
                <a:cubicBezTo>
                  <a:pt x="5119" y="8271"/>
                  <a:pt x="5242" y="8892"/>
                  <a:pt x="5019" y="9431"/>
                </a:cubicBezTo>
                <a:cubicBezTo>
                  <a:pt x="4795" y="9970"/>
                  <a:pt x="4269" y="10321"/>
                  <a:pt x="3687" y="10321"/>
                </a:cubicBezTo>
                <a:cubicBezTo>
                  <a:pt x="2890" y="10321"/>
                  <a:pt x="2244" y="9675"/>
                  <a:pt x="2244" y="8879"/>
                </a:cubicBezTo>
                <a:cubicBezTo>
                  <a:pt x="2244" y="8296"/>
                  <a:pt x="2596" y="7770"/>
                  <a:pt x="3134" y="7546"/>
                </a:cubicBezTo>
                <a:cubicBezTo>
                  <a:pt x="3313" y="7472"/>
                  <a:pt x="3500" y="7437"/>
                  <a:pt x="3685" y="7437"/>
                </a:cubicBezTo>
                <a:close/>
                <a:moveTo>
                  <a:pt x="8814" y="7447"/>
                </a:moveTo>
                <a:cubicBezTo>
                  <a:pt x="9076" y="7447"/>
                  <a:pt x="9290" y="7656"/>
                  <a:pt x="9295" y="7918"/>
                </a:cubicBezTo>
                <a:lnTo>
                  <a:pt x="9295" y="11443"/>
                </a:lnTo>
                <a:cubicBezTo>
                  <a:pt x="9294" y="11885"/>
                  <a:pt x="8937" y="12244"/>
                  <a:pt x="8494" y="12244"/>
                </a:cubicBezTo>
                <a:lnTo>
                  <a:pt x="6623" y="12244"/>
                </a:lnTo>
                <a:cubicBezTo>
                  <a:pt x="6276" y="12244"/>
                  <a:pt x="6043" y="12600"/>
                  <a:pt x="6182" y="12918"/>
                </a:cubicBezTo>
                <a:cubicBezTo>
                  <a:pt x="6333" y="13262"/>
                  <a:pt x="6410" y="13632"/>
                  <a:pt x="6410" y="14007"/>
                </a:cubicBezTo>
                <a:lnTo>
                  <a:pt x="6410" y="15450"/>
                </a:lnTo>
                <a:lnTo>
                  <a:pt x="961" y="15450"/>
                </a:lnTo>
                <a:lnTo>
                  <a:pt x="961" y="14007"/>
                </a:lnTo>
                <a:cubicBezTo>
                  <a:pt x="961" y="12505"/>
                  <a:pt x="2184" y="11283"/>
                  <a:pt x="3685" y="11283"/>
                </a:cubicBezTo>
                <a:lnTo>
                  <a:pt x="7853" y="11283"/>
                </a:lnTo>
                <a:cubicBezTo>
                  <a:pt x="8118" y="11283"/>
                  <a:pt x="8333" y="11068"/>
                  <a:pt x="8333" y="10802"/>
                </a:cubicBezTo>
                <a:lnTo>
                  <a:pt x="8333" y="7918"/>
                </a:lnTo>
                <a:cubicBezTo>
                  <a:pt x="8339" y="7656"/>
                  <a:pt x="8553" y="7447"/>
                  <a:pt x="8814" y="7447"/>
                </a:cubicBezTo>
                <a:close/>
                <a:moveTo>
                  <a:pt x="14003" y="0"/>
                </a:moveTo>
                <a:cubicBezTo>
                  <a:pt x="13885" y="0"/>
                  <a:pt x="13765" y="44"/>
                  <a:pt x="13667" y="142"/>
                </a:cubicBezTo>
                <a:lnTo>
                  <a:pt x="13557" y="252"/>
                </a:lnTo>
                <a:cubicBezTo>
                  <a:pt x="12492" y="1323"/>
                  <a:pt x="11046" y="1924"/>
                  <a:pt x="9536" y="1924"/>
                </a:cubicBezTo>
                <a:cubicBezTo>
                  <a:pt x="9531" y="1924"/>
                  <a:pt x="9525" y="1924"/>
                  <a:pt x="9520" y="1924"/>
                </a:cubicBezTo>
                <a:lnTo>
                  <a:pt x="8174" y="1924"/>
                </a:lnTo>
                <a:cubicBezTo>
                  <a:pt x="8167" y="1924"/>
                  <a:pt x="8161" y="1924"/>
                  <a:pt x="8155" y="1924"/>
                </a:cubicBezTo>
                <a:cubicBezTo>
                  <a:pt x="7182" y="1924"/>
                  <a:pt x="6393" y="2712"/>
                  <a:pt x="6393" y="3687"/>
                </a:cubicBezTo>
                <a:cubicBezTo>
                  <a:pt x="6393" y="4662"/>
                  <a:pt x="7182" y="5451"/>
                  <a:pt x="8155" y="5451"/>
                </a:cubicBezTo>
                <a:cubicBezTo>
                  <a:pt x="8161" y="5451"/>
                  <a:pt x="8167" y="5451"/>
                  <a:pt x="8174" y="5451"/>
                </a:cubicBezTo>
                <a:lnTo>
                  <a:pt x="8333" y="5451"/>
                </a:lnTo>
                <a:lnTo>
                  <a:pt x="8333" y="6559"/>
                </a:lnTo>
                <a:cubicBezTo>
                  <a:pt x="7758" y="6763"/>
                  <a:pt x="7373" y="7307"/>
                  <a:pt x="7371" y="7918"/>
                </a:cubicBezTo>
                <a:lnTo>
                  <a:pt x="7371" y="10323"/>
                </a:lnTo>
                <a:lnTo>
                  <a:pt x="5608" y="10323"/>
                </a:lnTo>
                <a:cubicBezTo>
                  <a:pt x="5921" y="9907"/>
                  <a:pt x="6090" y="9400"/>
                  <a:pt x="6090" y="8880"/>
                </a:cubicBezTo>
                <a:cubicBezTo>
                  <a:pt x="6090" y="7555"/>
                  <a:pt x="5012" y="6476"/>
                  <a:pt x="3685" y="6476"/>
                </a:cubicBezTo>
                <a:cubicBezTo>
                  <a:pt x="2360" y="6476"/>
                  <a:pt x="1282" y="7555"/>
                  <a:pt x="1282" y="8880"/>
                </a:cubicBezTo>
                <a:cubicBezTo>
                  <a:pt x="1282" y="9570"/>
                  <a:pt x="1579" y="10226"/>
                  <a:pt x="2098" y="10682"/>
                </a:cubicBezTo>
                <a:cubicBezTo>
                  <a:pt x="859" y="11276"/>
                  <a:pt x="0" y="12544"/>
                  <a:pt x="0" y="14007"/>
                </a:cubicBezTo>
                <a:lnTo>
                  <a:pt x="0" y="15932"/>
                </a:lnTo>
                <a:cubicBezTo>
                  <a:pt x="0" y="16197"/>
                  <a:pt x="216" y="16412"/>
                  <a:pt x="481" y="16412"/>
                </a:cubicBezTo>
                <a:lnTo>
                  <a:pt x="6891" y="16412"/>
                </a:lnTo>
                <a:cubicBezTo>
                  <a:pt x="7157" y="16412"/>
                  <a:pt x="7373" y="16197"/>
                  <a:pt x="7371" y="15932"/>
                </a:cubicBezTo>
                <a:lnTo>
                  <a:pt x="7371" y="14007"/>
                </a:lnTo>
                <a:cubicBezTo>
                  <a:pt x="7373" y="13738"/>
                  <a:pt x="7343" y="13470"/>
                  <a:pt x="7285" y="13206"/>
                </a:cubicBezTo>
                <a:lnTo>
                  <a:pt x="8494" y="13206"/>
                </a:lnTo>
                <a:cubicBezTo>
                  <a:pt x="9467" y="13205"/>
                  <a:pt x="10256" y="12417"/>
                  <a:pt x="10256" y="11443"/>
                </a:cubicBezTo>
                <a:lnTo>
                  <a:pt x="10256" y="7918"/>
                </a:lnTo>
                <a:cubicBezTo>
                  <a:pt x="10256" y="7306"/>
                  <a:pt x="9871" y="6763"/>
                  <a:pt x="9295" y="6558"/>
                </a:cubicBezTo>
                <a:lnTo>
                  <a:pt x="9295" y="5449"/>
                </a:lnTo>
                <a:lnTo>
                  <a:pt x="9520" y="5449"/>
                </a:lnTo>
                <a:cubicBezTo>
                  <a:pt x="9523" y="5449"/>
                  <a:pt x="9527" y="5449"/>
                  <a:pt x="9531" y="5449"/>
                </a:cubicBezTo>
                <a:cubicBezTo>
                  <a:pt x="11042" y="5449"/>
                  <a:pt x="12491" y="6051"/>
                  <a:pt x="13557" y="7121"/>
                </a:cubicBezTo>
                <a:lnTo>
                  <a:pt x="13667" y="7231"/>
                </a:lnTo>
                <a:cubicBezTo>
                  <a:pt x="13759" y="7324"/>
                  <a:pt x="13883" y="7373"/>
                  <a:pt x="14008" y="7373"/>
                </a:cubicBezTo>
                <a:cubicBezTo>
                  <a:pt x="14070" y="7373"/>
                  <a:pt x="14132" y="7361"/>
                  <a:pt x="14191" y="7337"/>
                </a:cubicBezTo>
                <a:cubicBezTo>
                  <a:pt x="14370" y="7262"/>
                  <a:pt x="14487" y="7086"/>
                  <a:pt x="14487" y="6892"/>
                </a:cubicBezTo>
                <a:lnTo>
                  <a:pt x="14487" y="5610"/>
                </a:lnTo>
                <a:cubicBezTo>
                  <a:pt x="14493" y="5610"/>
                  <a:pt x="14500" y="5610"/>
                  <a:pt x="14506" y="5610"/>
                </a:cubicBezTo>
                <a:cubicBezTo>
                  <a:pt x="15568" y="5610"/>
                  <a:pt x="16429" y="4750"/>
                  <a:pt x="16429" y="3687"/>
                </a:cubicBezTo>
                <a:cubicBezTo>
                  <a:pt x="16429" y="2625"/>
                  <a:pt x="15568" y="1764"/>
                  <a:pt x="14506" y="1764"/>
                </a:cubicBezTo>
                <a:cubicBezTo>
                  <a:pt x="14500" y="1764"/>
                  <a:pt x="14493" y="1764"/>
                  <a:pt x="14487" y="1764"/>
                </a:cubicBezTo>
                <a:lnTo>
                  <a:pt x="14487" y="1763"/>
                </a:lnTo>
                <a:lnTo>
                  <a:pt x="14487" y="482"/>
                </a:lnTo>
                <a:cubicBezTo>
                  <a:pt x="14488" y="192"/>
                  <a:pt x="14251" y="0"/>
                  <a:pt x="140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028" name="Google Shape;20028;p93"/>
          <p:cNvGrpSpPr/>
          <p:nvPr/>
        </p:nvGrpSpPr>
        <p:grpSpPr>
          <a:xfrm>
            <a:off x="6302513" y="2883862"/>
            <a:ext cx="353465" cy="354849"/>
            <a:chOff x="6894725" y="3524525"/>
            <a:chExt cx="408725" cy="410325"/>
          </a:xfrm>
        </p:grpSpPr>
        <p:sp>
          <p:nvSpPr>
            <p:cNvPr id="20029" name="Google Shape;20029;p93"/>
            <p:cNvSpPr/>
            <p:nvPr/>
          </p:nvSpPr>
          <p:spPr>
            <a:xfrm>
              <a:off x="6894725" y="3524525"/>
              <a:ext cx="408725" cy="168325"/>
            </a:xfrm>
            <a:custGeom>
              <a:rect b="b" l="l" r="r" t="t"/>
              <a:pathLst>
                <a:path extrusionOk="0" h="6733" w="16349">
                  <a:moveTo>
                    <a:pt x="3047" y="964"/>
                  </a:moveTo>
                  <a:cubicBezTo>
                    <a:pt x="3297" y="964"/>
                    <a:pt x="3542" y="1061"/>
                    <a:pt x="3726" y="1245"/>
                  </a:cubicBezTo>
                  <a:cubicBezTo>
                    <a:pt x="4002" y="1521"/>
                    <a:pt x="4084" y="1934"/>
                    <a:pt x="3934" y="2294"/>
                  </a:cubicBezTo>
                  <a:cubicBezTo>
                    <a:pt x="3786" y="2653"/>
                    <a:pt x="3435" y="2887"/>
                    <a:pt x="3047" y="2887"/>
                  </a:cubicBezTo>
                  <a:cubicBezTo>
                    <a:pt x="2515" y="2887"/>
                    <a:pt x="2085" y="2457"/>
                    <a:pt x="2085" y="1925"/>
                  </a:cubicBezTo>
                  <a:cubicBezTo>
                    <a:pt x="2085" y="1537"/>
                    <a:pt x="2319" y="1185"/>
                    <a:pt x="2678" y="1037"/>
                  </a:cubicBezTo>
                  <a:cubicBezTo>
                    <a:pt x="2797" y="988"/>
                    <a:pt x="2923" y="964"/>
                    <a:pt x="3047" y="964"/>
                  </a:cubicBezTo>
                  <a:close/>
                  <a:moveTo>
                    <a:pt x="8175" y="964"/>
                  </a:moveTo>
                  <a:cubicBezTo>
                    <a:pt x="8426" y="964"/>
                    <a:pt x="8671" y="1061"/>
                    <a:pt x="8855" y="1245"/>
                  </a:cubicBezTo>
                  <a:cubicBezTo>
                    <a:pt x="9130" y="1521"/>
                    <a:pt x="9212" y="1934"/>
                    <a:pt x="9063" y="2294"/>
                  </a:cubicBezTo>
                  <a:cubicBezTo>
                    <a:pt x="8914" y="2653"/>
                    <a:pt x="8564" y="2887"/>
                    <a:pt x="8174" y="2887"/>
                  </a:cubicBezTo>
                  <a:cubicBezTo>
                    <a:pt x="7644" y="2887"/>
                    <a:pt x="7213" y="2457"/>
                    <a:pt x="7213" y="1925"/>
                  </a:cubicBezTo>
                  <a:cubicBezTo>
                    <a:pt x="7213" y="1537"/>
                    <a:pt x="7448" y="1185"/>
                    <a:pt x="7806" y="1037"/>
                  </a:cubicBezTo>
                  <a:cubicBezTo>
                    <a:pt x="7926" y="988"/>
                    <a:pt x="8051" y="964"/>
                    <a:pt x="8175" y="964"/>
                  </a:cubicBezTo>
                  <a:close/>
                  <a:moveTo>
                    <a:pt x="13303" y="964"/>
                  </a:moveTo>
                  <a:cubicBezTo>
                    <a:pt x="13553" y="964"/>
                    <a:pt x="13800" y="1061"/>
                    <a:pt x="13984" y="1245"/>
                  </a:cubicBezTo>
                  <a:cubicBezTo>
                    <a:pt x="14257" y="1521"/>
                    <a:pt x="14341" y="1934"/>
                    <a:pt x="14191" y="2294"/>
                  </a:cubicBezTo>
                  <a:cubicBezTo>
                    <a:pt x="14042" y="2653"/>
                    <a:pt x="13692" y="2887"/>
                    <a:pt x="13303" y="2887"/>
                  </a:cubicBezTo>
                  <a:cubicBezTo>
                    <a:pt x="12772" y="2887"/>
                    <a:pt x="12342" y="2457"/>
                    <a:pt x="12342" y="1925"/>
                  </a:cubicBezTo>
                  <a:cubicBezTo>
                    <a:pt x="12342" y="1537"/>
                    <a:pt x="12576" y="1185"/>
                    <a:pt x="12935" y="1037"/>
                  </a:cubicBezTo>
                  <a:cubicBezTo>
                    <a:pt x="13054" y="988"/>
                    <a:pt x="13179" y="964"/>
                    <a:pt x="13303" y="964"/>
                  </a:cubicBezTo>
                  <a:close/>
                  <a:moveTo>
                    <a:pt x="3045" y="3845"/>
                  </a:moveTo>
                  <a:cubicBezTo>
                    <a:pt x="4136" y="3845"/>
                    <a:pt x="5041" y="4685"/>
                    <a:pt x="5123" y="5772"/>
                  </a:cubicBezTo>
                  <a:lnTo>
                    <a:pt x="967" y="5772"/>
                  </a:lnTo>
                  <a:cubicBezTo>
                    <a:pt x="1049" y="4685"/>
                    <a:pt x="1956" y="3845"/>
                    <a:pt x="3045" y="3845"/>
                  </a:cubicBezTo>
                  <a:close/>
                  <a:moveTo>
                    <a:pt x="8174" y="3845"/>
                  </a:moveTo>
                  <a:cubicBezTo>
                    <a:pt x="9264" y="3845"/>
                    <a:pt x="10170" y="4685"/>
                    <a:pt x="10252" y="5772"/>
                  </a:cubicBezTo>
                  <a:lnTo>
                    <a:pt x="6096" y="5772"/>
                  </a:lnTo>
                  <a:cubicBezTo>
                    <a:pt x="6178" y="4685"/>
                    <a:pt x="7084" y="3845"/>
                    <a:pt x="8174" y="3845"/>
                  </a:cubicBezTo>
                  <a:close/>
                  <a:moveTo>
                    <a:pt x="13303" y="3845"/>
                  </a:moveTo>
                  <a:cubicBezTo>
                    <a:pt x="14392" y="3845"/>
                    <a:pt x="15299" y="4685"/>
                    <a:pt x="15381" y="5772"/>
                  </a:cubicBezTo>
                  <a:lnTo>
                    <a:pt x="11224" y="5772"/>
                  </a:lnTo>
                  <a:cubicBezTo>
                    <a:pt x="11306" y="4685"/>
                    <a:pt x="12211" y="3845"/>
                    <a:pt x="13303" y="3845"/>
                  </a:cubicBezTo>
                  <a:close/>
                  <a:moveTo>
                    <a:pt x="3047" y="1"/>
                  </a:moveTo>
                  <a:cubicBezTo>
                    <a:pt x="2281" y="1"/>
                    <a:pt x="1588" y="455"/>
                    <a:pt x="1284" y="1156"/>
                  </a:cubicBezTo>
                  <a:cubicBezTo>
                    <a:pt x="978" y="1858"/>
                    <a:pt x="1117" y="2673"/>
                    <a:pt x="1638" y="3233"/>
                  </a:cubicBezTo>
                  <a:cubicBezTo>
                    <a:pt x="632" y="3758"/>
                    <a:pt x="2" y="4798"/>
                    <a:pt x="1" y="5932"/>
                  </a:cubicBezTo>
                  <a:lnTo>
                    <a:pt x="1" y="6252"/>
                  </a:lnTo>
                  <a:cubicBezTo>
                    <a:pt x="1" y="6518"/>
                    <a:pt x="216" y="6733"/>
                    <a:pt x="483" y="6733"/>
                  </a:cubicBezTo>
                  <a:lnTo>
                    <a:pt x="15867" y="6733"/>
                  </a:lnTo>
                  <a:cubicBezTo>
                    <a:pt x="16133" y="6733"/>
                    <a:pt x="16349" y="6518"/>
                    <a:pt x="16349" y="6252"/>
                  </a:cubicBezTo>
                  <a:lnTo>
                    <a:pt x="16349" y="5932"/>
                  </a:lnTo>
                  <a:cubicBezTo>
                    <a:pt x="16347" y="4798"/>
                    <a:pt x="15716" y="3758"/>
                    <a:pt x="14711" y="3233"/>
                  </a:cubicBezTo>
                  <a:cubicBezTo>
                    <a:pt x="15233" y="2673"/>
                    <a:pt x="15372" y="1858"/>
                    <a:pt x="15066" y="1156"/>
                  </a:cubicBezTo>
                  <a:cubicBezTo>
                    <a:pt x="14760" y="455"/>
                    <a:pt x="14068" y="1"/>
                    <a:pt x="13303" y="1"/>
                  </a:cubicBezTo>
                  <a:cubicBezTo>
                    <a:pt x="12538" y="1"/>
                    <a:pt x="11845" y="455"/>
                    <a:pt x="11539" y="1156"/>
                  </a:cubicBezTo>
                  <a:cubicBezTo>
                    <a:pt x="11235" y="1858"/>
                    <a:pt x="11374" y="2673"/>
                    <a:pt x="11895" y="3233"/>
                  </a:cubicBezTo>
                  <a:cubicBezTo>
                    <a:pt x="11424" y="3480"/>
                    <a:pt x="11025" y="3845"/>
                    <a:pt x="10738" y="4292"/>
                  </a:cubicBezTo>
                  <a:cubicBezTo>
                    <a:pt x="10451" y="3845"/>
                    <a:pt x="10053" y="3480"/>
                    <a:pt x="9583" y="3233"/>
                  </a:cubicBezTo>
                  <a:cubicBezTo>
                    <a:pt x="10104" y="2673"/>
                    <a:pt x="10243" y="1858"/>
                    <a:pt x="9937" y="1156"/>
                  </a:cubicBezTo>
                  <a:cubicBezTo>
                    <a:pt x="9631" y="455"/>
                    <a:pt x="8940" y="1"/>
                    <a:pt x="8174" y="1"/>
                  </a:cubicBezTo>
                  <a:cubicBezTo>
                    <a:pt x="7410" y="1"/>
                    <a:pt x="6717" y="455"/>
                    <a:pt x="6412" y="1156"/>
                  </a:cubicBezTo>
                  <a:cubicBezTo>
                    <a:pt x="6106" y="1858"/>
                    <a:pt x="6245" y="2673"/>
                    <a:pt x="6767" y="3233"/>
                  </a:cubicBezTo>
                  <a:cubicBezTo>
                    <a:pt x="6295" y="3480"/>
                    <a:pt x="5898" y="3845"/>
                    <a:pt x="5611" y="4292"/>
                  </a:cubicBezTo>
                  <a:cubicBezTo>
                    <a:pt x="5323" y="3845"/>
                    <a:pt x="4924" y="3480"/>
                    <a:pt x="4454" y="3233"/>
                  </a:cubicBezTo>
                  <a:cubicBezTo>
                    <a:pt x="4976" y="2673"/>
                    <a:pt x="5115" y="1858"/>
                    <a:pt x="4809" y="1156"/>
                  </a:cubicBezTo>
                  <a:cubicBezTo>
                    <a:pt x="4504" y="455"/>
                    <a:pt x="3811" y="1"/>
                    <a:pt x="30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0" name="Google Shape;20030;p93"/>
            <p:cNvSpPr/>
            <p:nvPr/>
          </p:nvSpPr>
          <p:spPr>
            <a:xfrm>
              <a:off x="7006950" y="3718500"/>
              <a:ext cx="184325" cy="216350"/>
            </a:xfrm>
            <a:custGeom>
              <a:rect b="b" l="l" r="r" t="t"/>
              <a:pathLst>
                <a:path extrusionOk="0" h="8654" w="7373">
                  <a:moveTo>
                    <a:pt x="3684" y="961"/>
                  </a:moveTo>
                  <a:cubicBezTo>
                    <a:pt x="4060" y="961"/>
                    <a:pt x="4429" y="1108"/>
                    <a:pt x="4706" y="1384"/>
                  </a:cubicBezTo>
                  <a:cubicBezTo>
                    <a:pt x="5117" y="1797"/>
                    <a:pt x="5242" y="2417"/>
                    <a:pt x="5018" y="2956"/>
                  </a:cubicBezTo>
                  <a:cubicBezTo>
                    <a:pt x="4795" y="3495"/>
                    <a:pt x="4268" y="3846"/>
                    <a:pt x="3685" y="3846"/>
                  </a:cubicBezTo>
                  <a:cubicBezTo>
                    <a:pt x="2888" y="3846"/>
                    <a:pt x="2244" y="3200"/>
                    <a:pt x="2242" y="2404"/>
                  </a:cubicBezTo>
                  <a:cubicBezTo>
                    <a:pt x="2242" y="1821"/>
                    <a:pt x="2594" y="1295"/>
                    <a:pt x="3133" y="1071"/>
                  </a:cubicBezTo>
                  <a:cubicBezTo>
                    <a:pt x="3311" y="997"/>
                    <a:pt x="3498" y="961"/>
                    <a:pt x="3684" y="961"/>
                  </a:cubicBezTo>
                  <a:close/>
                  <a:moveTo>
                    <a:pt x="3685" y="4808"/>
                  </a:moveTo>
                  <a:cubicBezTo>
                    <a:pt x="5188" y="4808"/>
                    <a:pt x="6409" y="6030"/>
                    <a:pt x="6409" y="7532"/>
                  </a:cubicBezTo>
                  <a:lnTo>
                    <a:pt x="6409" y="7693"/>
                  </a:lnTo>
                  <a:lnTo>
                    <a:pt x="961" y="7693"/>
                  </a:lnTo>
                  <a:lnTo>
                    <a:pt x="961" y="7532"/>
                  </a:lnTo>
                  <a:cubicBezTo>
                    <a:pt x="961" y="6030"/>
                    <a:pt x="2182" y="4808"/>
                    <a:pt x="3685" y="4808"/>
                  </a:cubicBezTo>
                  <a:close/>
                  <a:moveTo>
                    <a:pt x="3685" y="0"/>
                  </a:moveTo>
                  <a:cubicBezTo>
                    <a:pt x="2360" y="0"/>
                    <a:pt x="1283" y="1080"/>
                    <a:pt x="1283" y="2404"/>
                  </a:cubicBezTo>
                  <a:cubicBezTo>
                    <a:pt x="1282" y="3095"/>
                    <a:pt x="1579" y="3751"/>
                    <a:pt x="2099" y="4206"/>
                  </a:cubicBezTo>
                  <a:cubicBezTo>
                    <a:pt x="859" y="4801"/>
                    <a:pt x="0" y="6068"/>
                    <a:pt x="0" y="7532"/>
                  </a:cubicBezTo>
                  <a:lnTo>
                    <a:pt x="0" y="8174"/>
                  </a:lnTo>
                  <a:cubicBezTo>
                    <a:pt x="0" y="8439"/>
                    <a:pt x="216" y="8654"/>
                    <a:pt x="481" y="8654"/>
                  </a:cubicBezTo>
                  <a:lnTo>
                    <a:pt x="6892" y="8654"/>
                  </a:lnTo>
                  <a:cubicBezTo>
                    <a:pt x="7157" y="8654"/>
                    <a:pt x="7372" y="8439"/>
                    <a:pt x="7372" y="8174"/>
                  </a:cubicBezTo>
                  <a:lnTo>
                    <a:pt x="7372" y="7532"/>
                  </a:lnTo>
                  <a:cubicBezTo>
                    <a:pt x="7372" y="6068"/>
                    <a:pt x="6514" y="4801"/>
                    <a:pt x="5275" y="4206"/>
                  </a:cubicBezTo>
                  <a:lnTo>
                    <a:pt x="5274" y="4206"/>
                  </a:lnTo>
                  <a:cubicBezTo>
                    <a:pt x="5792" y="3751"/>
                    <a:pt x="6090" y="3095"/>
                    <a:pt x="6090" y="2404"/>
                  </a:cubicBezTo>
                  <a:cubicBezTo>
                    <a:pt x="6090" y="1078"/>
                    <a:pt x="5010" y="0"/>
                    <a:pt x="3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031" name="Google Shape;20031;p93"/>
          <p:cNvSpPr/>
          <p:nvPr/>
        </p:nvSpPr>
        <p:spPr>
          <a:xfrm>
            <a:off x="7053839" y="2883983"/>
            <a:ext cx="353444" cy="354849"/>
          </a:xfrm>
          <a:custGeom>
            <a:rect b="b" l="l" r="r" t="t"/>
            <a:pathLst>
              <a:path extrusionOk="0" h="16413" w="16348">
                <a:moveTo>
                  <a:pt x="13303" y="964"/>
                </a:moveTo>
                <a:cubicBezTo>
                  <a:pt x="13553" y="964"/>
                  <a:pt x="13798" y="1061"/>
                  <a:pt x="13982" y="1245"/>
                </a:cubicBezTo>
                <a:cubicBezTo>
                  <a:pt x="14257" y="1520"/>
                  <a:pt x="14339" y="1933"/>
                  <a:pt x="14192" y="2294"/>
                </a:cubicBezTo>
                <a:cubicBezTo>
                  <a:pt x="14042" y="2652"/>
                  <a:pt x="13692" y="2887"/>
                  <a:pt x="13303" y="2887"/>
                </a:cubicBezTo>
                <a:cubicBezTo>
                  <a:pt x="12772" y="2887"/>
                  <a:pt x="12342" y="2456"/>
                  <a:pt x="12340" y="1925"/>
                </a:cubicBezTo>
                <a:cubicBezTo>
                  <a:pt x="12340" y="1537"/>
                  <a:pt x="12575" y="1185"/>
                  <a:pt x="12935" y="1037"/>
                </a:cubicBezTo>
                <a:cubicBezTo>
                  <a:pt x="13054" y="988"/>
                  <a:pt x="13179" y="964"/>
                  <a:pt x="13303" y="964"/>
                </a:cubicBezTo>
                <a:close/>
                <a:moveTo>
                  <a:pt x="8173" y="3527"/>
                </a:moveTo>
                <a:cubicBezTo>
                  <a:pt x="8424" y="3527"/>
                  <a:pt x="8670" y="3625"/>
                  <a:pt x="8854" y="3809"/>
                </a:cubicBezTo>
                <a:cubicBezTo>
                  <a:pt x="9129" y="4083"/>
                  <a:pt x="9211" y="4498"/>
                  <a:pt x="9063" y="4856"/>
                </a:cubicBezTo>
                <a:cubicBezTo>
                  <a:pt x="8914" y="5217"/>
                  <a:pt x="8564" y="5451"/>
                  <a:pt x="8174" y="5451"/>
                </a:cubicBezTo>
                <a:cubicBezTo>
                  <a:pt x="7644" y="5450"/>
                  <a:pt x="7213" y="5021"/>
                  <a:pt x="7213" y="4489"/>
                </a:cubicBezTo>
                <a:cubicBezTo>
                  <a:pt x="7212" y="4101"/>
                  <a:pt x="7446" y="3749"/>
                  <a:pt x="7806" y="3600"/>
                </a:cubicBezTo>
                <a:cubicBezTo>
                  <a:pt x="7925" y="3551"/>
                  <a:pt x="8050" y="3527"/>
                  <a:pt x="8173" y="3527"/>
                </a:cubicBezTo>
                <a:close/>
                <a:moveTo>
                  <a:pt x="13303" y="3849"/>
                </a:moveTo>
                <a:cubicBezTo>
                  <a:pt x="14391" y="3850"/>
                  <a:pt x="15294" y="4687"/>
                  <a:pt x="15381" y="5772"/>
                </a:cubicBezTo>
                <a:lnTo>
                  <a:pt x="11225" y="5772"/>
                </a:lnTo>
                <a:cubicBezTo>
                  <a:pt x="11311" y="4687"/>
                  <a:pt x="12215" y="3850"/>
                  <a:pt x="13303" y="3849"/>
                </a:cubicBezTo>
                <a:close/>
                <a:moveTo>
                  <a:pt x="3046" y="6091"/>
                </a:moveTo>
                <a:cubicBezTo>
                  <a:pt x="3296" y="6091"/>
                  <a:pt x="3542" y="6188"/>
                  <a:pt x="3725" y="6372"/>
                </a:cubicBezTo>
                <a:cubicBezTo>
                  <a:pt x="4000" y="6648"/>
                  <a:pt x="4082" y="7061"/>
                  <a:pt x="3934" y="7421"/>
                </a:cubicBezTo>
                <a:cubicBezTo>
                  <a:pt x="3785" y="7780"/>
                  <a:pt x="3435" y="8014"/>
                  <a:pt x="3045" y="8014"/>
                </a:cubicBezTo>
                <a:cubicBezTo>
                  <a:pt x="2515" y="8014"/>
                  <a:pt x="2085" y="7583"/>
                  <a:pt x="2085" y="7053"/>
                </a:cubicBezTo>
                <a:cubicBezTo>
                  <a:pt x="2085" y="6664"/>
                  <a:pt x="2318" y="6312"/>
                  <a:pt x="2678" y="6164"/>
                </a:cubicBezTo>
                <a:cubicBezTo>
                  <a:pt x="2797" y="6115"/>
                  <a:pt x="2922" y="6091"/>
                  <a:pt x="3046" y="6091"/>
                </a:cubicBezTo>
                <a:close/>
                <a:moveTo>
                  <a:pt x="8174" y="6412"/>
                </a:moveTo>
                <a:cubicBezTo>
                  <a:pt x="9262" y="6413"/>
                  <a:pt x="10166" y="7251"/>
                  <a:pt x="10252" y="8335"/>
                </a:cubicBezTo>
                <a:lnTo>
                  <a:pt x="6096" y="8335"/>
                </a:lnTo>
                <a:cubicBezTo>
                  <a:pt x="6181" y="7249"/>
                  <a:pt x="7086" y="6413"/>
                  <a:pt x="8174" y="6412"/>
                </a:cubicBezTo>
                <a:close/>
                <a:moveTo>
                  <a:pt x="3045" y="8976"/>
                </a:moveTo>
                <a:cubicBezTo>
                  <a:pt x="4134" y="8977"/>
                  <a:pt x="5037" y="9814"/>
                  <a:pt x="5124" y="10899"/>
                </a:cubicBezTo>
                <a:lnTo>
                  <a:pt x="967" y="10899"/>
                </a:lnTo>
                <a:cubicBezTo>
                  <a:pt x="1052" y="9814"/>
                  <a:pt x="1957" y="8977"/>
                  <a:pt x="3045" y="8976"/>
                </a:cubicBezTo>
                <a:close/>
                <a:moveTo>
                  <a:pt x="15387" y="6732"/>
                </a:moveTo>
                <a:lnTo>
                  <a:pt x="15387" y="15452"/>
                </a:lnTo>
                <a:lnTo>
                  <a:pt x="963" y="15452"/>
                </a:lnTo>
                <a:lnTo>
                  <a:pt x="963" y="11861"/>
                </a:lnTo>
                <a:lnTo>
                  <a:pt x="5611" y="11861"/>
                </a:lnTo>
                <a:cubicBezTo>
                  <a:pt x="5876" y="11861"/>
                  <a:pt x="6092" y="11646"/>
                  <a:pt x="6092" y="11381"/>
                </a:cubicBezTo>
                <a:lnTo>
                  <a:pt x="6092" y="9297"/>
                </a:lnTo>
                <a:lnTo>
                  <a:pt x="10740" y="9297"/>
                </a:lnTo>
                <a:cubicBezTo>
                  <a:pt x="11005" y="9297"/>
                  <a:pt x="11220" y="9081"/>
                  <a:pt x="11220" y="8816"/>
                </a:cubicBezTo>
                <a:lnTo>
                  <a:pt x="11220" y="6732"/>
                </a:lnTo>
                <a:close/>
                <a:moveTo>
                  <a:pt x="13303" y="0"/>
                </a:moveTo>
                <a:cubicBezTo>
                  <a:pt x="12538" y="0"/>
                  <a:pt x="11845" y="454"/>
                  <a:pt x="11539" y="1156"/>
                </a:cubicBezTo>
                <a:cubicBezTo>
                  <a:pt x="11235" y="1857"/>
                  <a:pt x="11374" y="2673"/>
                  <a:pt x="11894" y="3232"/>
                </a:cubicBezTo>
                <a:cubicBezTo>
                  <a:pt x="10889" y="3758"/>
                  <a:pt x="10258" y="4798"/>
                  <a:pt x="10258" y="5931"/>
                </a:cubicBezTo>
                <a:lnTo>
                  <a:pt x="10258" y="6277"/>
                </a:lnTo>
                <a:cubicBezTo>
                  <a:pt x="10056" y="6088"/>
                  <a:pt x="9829" y="5926"/>
                  <a:pt x="9583" y="5797"/>
                </a:cubicBezTo>
                <a:cubicBezTo>
                  <a:pt x="10104" y="5237"/>
                  <a:pt x="10243" y="4422"/>
                  <a:pt x="9937" y="3720"/>
                </a:cubicBezTo>
                <a:cubicBezTo>
                  <a:pt x="9631" y="3019"/>
                  <a:pt x="8940" y="2565"/>
                  <a:pt x="8174" y="2565"/>
                </a:cubicBezTo>
                <a:cubicBezTo>
                  <a:pt x="7410" y="2565"/>
                  <a:pt x="6717" y="3019"/>
                  <a:pt x="6411" y="3720"/>
                </a:cubicBezTo>
                <a:cubicBezTo>
                  <a:pt x="6106" y="4422"/>
                  <a:pt x="6245" y="5237"/>
                  <a:pt x="6765" y="5797"/>
                </a:cubicBezTo>
                <a:cubicBezTo>
                  <a:pt x="5761" y="6322"/>
                  <a:pt x="5131" y="7362"/>
                  <a:pt x="5129" y="8496"/>
                </a:cubicBezTo>
                <a:lnTo>
                  <a:pt x="5129" y="8841"/>
                </a:lnTo>
                <a:cubicBezTo>
                  <a:pt x="4927" y="8651"/>
                  <a:pt x="4700" y="8490"/>
                  <a:pt x="4454" y="8361"/>
                </a:cubicBezTo>
                <a:cubicBezTo>
                  <a:pt x="4976" y="7800"/>
                  <a:pt x="5115" y="6984"/>
                  <a:pt x="4809" y="6283"/>
                </a:cubicBezTo>
                <a:cubicBezTo>
                  <a:pt x="4504" y="5581"/>
                  <a:pt x="3811" y="5129"/>
                  <a:pt x="3045" y="5129"/>
                </a:cubicBezTo>
                <a:cubicBezTo>
                  <a:pt x="2281" y="5129"/>
                  <a:pt x="1588" y="5581"/>
                  <a:pt x="1282" y="6283"/>
                </a:cubicBezTo>
                <a:cubicBezTo>
                  <a:pt x="978" y="6984"/>
                  <a:pt x="1117" y="7800"/>
                  <a:pt x="1638" y="8361"/>
                </a:cubicBezTo>
                <a:cubicBezTo>
                  <a:pt x="632" y="8887"/>
                  <a:pt x="2" y="9926"/>
                  <a:pt x="1" y="11060"/>
                </a:cubicBezTo>
                <a:lnTo>
                  <a:pt x="1" y="15932"/>
                </a:lnTo>
                <a:cubicBezTo>
                  <a:pt x="1" y="16197"/>
                  <a:pt x="216" y="16413"/>
                  <a:pt x="481" y="16413"/>
                </a:cubicBezTo>
                <a:lnTo>
                  <a:pt x="15867" y="16413"/>
                </a:lnTo>
                <a:cubicBezTo>
                  <a:pt x="16132" y="16413"/>
                  <a:pt x="16347" y="16197"/>
                  <a:pt x="16347" y="15932"/>
                </a:cubicBezTo>
                <a:lnTo>
                  <a:pt x="16347" y="5931"/>
                </a:lnTo>
                <a:cubicBezTo>
                  <a:pt x="16347" y="4798"/>
                  <a:pt x="15716" y="3758"/>
                  <a:pt x="14711" y="3232"/>
                </a:cubicBezTo>
                <a:cubicBezTo>
                  <a:pt x="15231" y="2673"/>
                  <a:pt x="15370" y="1857"/>
                  <a:pt x="15066" y="1156"/>
                </a:cubicBezTo>
                <a:cubicBezTo>
                  <a:pt x="14760" y="454"/>
                  <a:pt x="14067" y="0"/>
                  <a:pt x="13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032" name="Google Shape;20032;p93"/>
          <p:cNvGrpSpPr/>
          <p:nvPr/>
        </p:nvGrpSpPr>
        <p:grpSpPr>
          <a:xfrm>
            <a:off x="7814180" y="2883885"/>
            <a:ext cx="353509" cy="354806"/>
            <a:chOff x="5781250" y="3485550"/>
            <a:chExt cx="408775" cy="410275"/>
          </a:xfrm>
        </p:grpSpPr>
        <p:sp>
          <p:nvSpPr>
            <p:cNvPr id="20033" name="Google Shape;20033;p93"/>
            <p:cNvSpPr/>
            <p:nvPr/>
          </p:nvSpPr>
          <p:spPr>
            <a:xfrm>
              <a:off x="5781325" y="3485550"/>
              <a:ext cx="184325" cy="184325"/>
            </a:xfrm>
            <a:custGeom>
              <a:rect b="b" l="l" r="r" t="t"/>
              <a:pathLst>
                <a:path extrusionOk="0" h="7373" w="7373">
                  <a:moveTo>
                    <a:pt x="3687" y="961"/>
                  </a:moveTo>
                  <a:cubicBezTo>
                    <a:pt x="5189" y="961"/>
                    <a:pt x="6411" y="2184"/>
                    <a:pt x="6411" y="3686"/>
                  </a:cubicBezTo>
                  <a:cubicBezTo>
                    <a:pt x="6411" y="5187"/>
                    <a:pt x="5189" y="6410"/>
                    <a:pt x="3687" y="6410"/>
                  </a:cubicBezTo>
                  <a:cubicBezTo>
                    <a:pt x="2184" y="6410"/>
                    <a:pt x="963" y="5189"/>
                    <a:pt x="963" y="3686"/>
                  </a:cubicBezTo>
                  <a:cubicBezTo>
                    <a:pt x="963" y="2184"/>
                    <a:pt x="2184" y="961"/>
                    <a:pt x="3687" y="961"/>
                  </a:cubicBezTo>
                  <a:close/>
                  <a:moveTo>
                    <a:pt x="3687" y="0"/>
                  </a:moveTo>
                  <a:cubicBezTo>
                    <a:pt x="1654" y="0"/>
                    <a:pt x="1" y="1653"/>
                    <a:pt x="1" y="3685"/>
                  </a:cubicBezTo>
                  <a:cubicBezTo>
                    <a:pt x="1" y="5717"/>
                    <a:pt x="1654" y="7371"/>
                    <a:pt x="3687" y="7371"/>
                  </a:cubicBezTo>
                  <a:lnTo>
                    <a:pt x="3687" y="7372"/>
                  </a:lnTo>
                  <a:cubicBezTo>
                    <a:pt x="5720" y="7372"/>
                    <a:pt x="7373" y="5719"/>
                    <a:pt x="7373" y="3686"/>
                  </a:cubicBezTo>
                  <a:cubicBezTo>
                    <a:pt x="7373" y="1653"/>
                    <a:pt x="5720" y="0"/>
                    <a:pt x="36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4" name="Google Shape;20034;p93"/>
            <p:cNvSpPr/>
            <p:nvPr/>
          </p:nvSpPr>
          <p:spPr>
            <a:xfrm>
              <a:off x="5846400" y="3523750"/>
              <a:ext cx="55050" cy="107900"/>
            </a:xfrm>
            <a:custGeom>
              <a:rect b="b" l="l" r="r" t="t"/>
              <a:pathLst>
                <a:path extrusionOk="0" h="4316" w="2202">
                  <a:moveTo>
                    <a:pt x="825" y="938"/>
                  </a:moveTo>
                  <a:lnTo>
                    <a:pt x="825" y="1637"/>
                  </a:lnTo>
                  <a:cubicBezTo>
                    <a:pt x="779" y="1610"/>
                    <a:pt x="735" y="1583"/>
                    <a:pt x="694" y="1550"/>
                  </a:cubicBezTo>
                  <a:cubicBezTo>
                    <a:pt x="620" y="1492"/>
                    <a:pt x="586" y="1370"/>
                    <a:pt x="611" y="1241"/>
                  </a:cubicBezTo>
                  <a:cubicBezTo>
                    <a:pt x="631" y="1133"/>
                    <a:pt x="697" y="1004"/>
                    <a:pt x="825" y="938"/>
                  </a:cubicBezTo>
                  <a:close/>
                  <a:moveTo>
                    <a:pt x="1305" y="2365"/>
                  </a:moveTo>
                  <a:lnTo>
                    <a:pt x="1314" y="2367"/>
                  </a:lnTo>
                  <a:cubicBezTo>
                    <a:pt x="1684" y="2498"/>
                    <a:pt x="1661" y="2814"/>
                    <a:pt x="1645" y="2909"/>
                  </a:cubicBezTo>
                  <a:cubicBezTo>
                    <a:pt x="1613" y="3104"/>
                    <a:pt x="1485" y="3271"/>
                    <a:pt x="1305" y="3353"/>
                  </a:cubicBezTo>
                  <a:lnTo>
                    <a:pt x="1305" y="2365"/>
                  </a:lnTo>
                  <a:close/>
                  <a:moveTo>
                    <a:pt x="1065" y="1"/>
                  </a:moveTo>
                  <a:cubicBezTo>
                    <a:pt x="935" y="1"/>
                    <a:pt x="828" y="105"/>
                    <a:pt x="825" y="235"/>
                  </a:cubicBezTo>
                  <a:lnTo>
                    <a:pt x="825" y="433"/>
                  </a:lnTo>
                  <a:cubicBezTo>
                    <a:pt x="800" y="439"/>
                    <a:pt x="775" y="445"/>
                    <a:pt x="749" y="453"/>
                  </a:cubicBezTo>
                  <a:cubicBezTo>
                    <a:pt x="435" y="547"/>
                    <a:pt x="201" y="815"/>
                    <a:pt x="138" y="1152"/>
                  </a:cubicBezTo>
                  <a:cubicBezTo>
                    <a:pt x="79" y="1460"/>
                    <a:pt x="179" y="1758"/>
                    <a:pt x="397" y="1928"/>
                  </a:cubicBezTo>
                  <a:cubicBezTo>
                    <a:pt x="507" y="2015"/>
                    <a:pt x="642" y="2094"/>
                    <a:pt x="825" y="2176"/>
                  </a:cubicBezTo>
                  <a:lnTo>
                    <a:pt x="825" y="3396"/>
                  </a:lnTo>
                  <a:cubicBezTo>
                    <a:pt x="675" y="3381"/>
                    <a:pt x="574" y="3338"/>
                    <a:pt x="406" y="3230"/>
                  </a:cubicBezTo>
                  <a:cubicBezTo>
                    <a:pt x="365" y="3203"/>
                    <a:pt x="319" y="3190"/>
                    <a:pt x="274" y="3190"/>
                  </a:cubicBezTo>
                  <a:cubicBezTo>
                    <a:pt x="195" y="3190"/>
                    <a:pt x="119" y="3228"/>
                    <a:pt x="73" y="3299"/>
                  </a:cubicBezTo>
                  <a:cubicBezTo>
                    <a:pt x="0" y="3410"/>
                    <a:pt x="31" y="3560"/>
                    <a:pt x="142" y="3633"/>
                  </a:cubicBezTo>
                  <a:cubicBezTo>
                    <a:pt x="409" y="3807"/>
                    <a:pt x="593" y="3863"/>
                    <a:pt x="825" y="3879"/>
                  </a:cubicBezTo>
                  <a:lnTo>
                    <a:pt x="825" y="4081"/>
                  </a:lnTo>
                  <a:cubicBezTo>
                    <a:pt x="828" y="4211"/>
                    <a:pt x="935" y="4315"/>
                    <a:pt x="1065" y="4315"/>
                  </a:cubicBezTo>
                  <a:cubicBezTo>
                    <a:pt x="1195" y="4315"/>
                    <a:pt x="1302" y="4211"/>
                    <a:pt x="1305" y="4081"/>
                  </a:cubicBezTo>
                  <a:lnTo>
                    <a:pt x="1305" y="3857"/>
                  </a:lnTo>
                  <a:cubicBezTo>
                    <a:pt x="1763" y="3753"/>
                    <a:pt x="2056" y="3368"/>
                    <a:pt x="2119" y="2988"/>
                  </a:cubicBezTo>
                  <a:cubicBezTo>
                    <a:pt x="2201" y="2504"/>
                    <a:pt x="1948" y="2082"/>
                    <a:pt x="1473" y="1913"/>
                  </a:cubicBezTo>
                  <a:cubicBezTo>
                    <a:pt x="1419" y="1894"/>
                    <a:pt x="1362" y="1874"/>
                    <a:pt x="1305" y="1853"/>
                  </a:cubicBezTo>
                  <a:lnTo>
                    <a:pt x="1305" y="896"/>
                  </a:lnTo>
                  <a:cubicBezTo>
                    <a:pt x="1377" y="913"/>
                    <a:pt x="1444" y="948"/>
                    <a:pt x="1498" y="997"/>
                  </a:cubicBezTo>
                  <a:cubicBezTo>
                    <a:pt x="1546" y="1049"/>
                    <a:pt x="1612" y="1075"/>
                    <a:pt x="1677" y="1075"/>
                  </a:cubicBezTo>
                  <a:cubicBezTo>
                    <a:pt x="1734" y="1075"/>
                    <a:pt x="1790" y="1056"/>
                    <a:pt x="1835" y="1016"/>
                  </a:cubicBezTo>
                  <a:cubicBezTo>
                    <a:pt x="1933" y="929"/>
                    <a:pt x="1945" y="780"/>
                    <a:pt x="1860" y="680"/>
                  </a:cubicBezTo>
                  <a:cubicBezTo>
                    <a:pt x="1850" y="667"/>
                    <a:pt x="1661" y="458"/>
                    <a:pt x="1305" y="405"/>
                  </a:cubicBezTo>
                  <a:lnTo>
                    <a:pt x="1305" y="235"/>
                  </a:lnTo>
                  <a:cubicBezTo>
                    <a:pt x="1302" y="105"/>
                    <a:pt x="1195" y="1"/>
                    <a:pt x="10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5" name="Google Shape;20035;p93"/>
            <p:cNvSpPr/>
            <p:nvPr/>
          </p:nvSpPr>
          <p:spPr>
            <a:xfrm>
              <a:off x="5933600" y="3727550"/>
              <a:ext cx="104175" cy="168275"/>
            </a:xfrm>
            <a:custGeom>
              <a:rect b="b" l="l" r="r" t="t"/>
              <a:pathLst>
                <a:path extrusionOk="0" h="6731" w="4167">
                  <a:moveTo>
                    <a:pt x="3205" y="961"/>
                  </a:moveTo>
                  <a:lnTo>
                    <a:pt x="3205" y="5770"/>
                  </a:lnTo>
                  <a:lnTo>
                    <a:pt x="961" y="5770"/>
                  </a:lnTo>
                  <a:lnTo>
                    <a:pt x="961" y="961"/>
                  </a:lnTo>
                  <a:close/>
                  <a:moveTo>
                    <a:pt x="481" y="0"/>
                  </a:moveTo>
                  <a:cubicBezTo>
                    <a:pt x="216" y="0"/>
                    <a:pt x="1" y="215"/>
                    <a:pt x="1" y="480"/>
                  </a:cubicBezTo>
                  <a:lnTo>
                    <a:pt x="1" y="6250"/>
                  </a:lnTo>
                  <a:cubicBezTo>
                    <a:pt x="1" y="6515"/>
                    <a:pt x="216" y="6731"/>
                    <a:pt x="481" y="6731"/>
                  </a:cubicBezTo>
                  <a:lnTo>
                    <a:pt x="3687" y="6731"/>
                  </a:lnTo>
                  <a:cubicBezTo>
                    <a:pt x="3952" y="6731"/>
                    <a:pt x="4167" y="6515"/>
                    <a:pt x="4167" y="6250"/>
                  </a:cubicBezTo>
                  <a:lnTo>
                    <a:pt x="4167" y="480"/>
                  </a:lnTo>
                  <a:cubicBezTo>
                    <a:pt x="4167" y="215"/>
                    <a:pt x="3952" y="0"/>
                    <a:pt x="36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6" name="Google Shape;20036;p93"/>
            <p:cNvSpPr/>
            <p:nvPr/>
          </p:nvSpPr>
          <p:spPr>
            <a:xfrm>
              <a:off x="6085825" y="3679425"/>
              <a:ext cx="104200" cy="216400"/>
            </a:xfrm>
            <a:custGeom>
              <a:rect b="b" l="l" r="r" t="t"/>
              <a:pathLst>
                <a:path extrusionOk="0" h="8656" w="4168">
                  <a:moveTo>
                    <a:pt x="3207" y="963"/>
                  </a:moveTo>
                  <a:lnTo>
                    <a:pt x="3207" y="7695"/>
                  </a:lnTo>
                  <a:lnTo>
                    <a:pt x="963" y="7695"/>
                  </a:lnTo>
                  <a:lnTo>
                    <a:pt x="963" y="963"/>
                  </a:lnTo>
                  <a:close/>
                  <a:moveTo>
                    <a:pt x="481" y="1"/>
                  </a:moveTo>
                  <a:cubicBezTo>
                    <a:pt x="216" y="1"/>
                    <a:pt x="1" y="216"/>
                    <a:pt x="1" y="483"/>
                  </a:cubicBezTo>
                  <a:lnTo>
                    <a:pt x="1" y="8175"/>
                  </a:lnTo>
                  <a:cubicBezTo>
                    <a:pt x="1" y="8440"/>
                    <a:pt x="216" y="8656"/>
                    <a:pt x="481" y="8656"/>
                  </a:cubicBezTo>
                  <a:lnTo>
                    <a:pt x="3687" y="8656"/>
                  </a:lnTo>
                  <a:cubicBezTo>
                    <a:pt x="3952" y="8656"/>
                    <a:pt x="4167" y="8440"/>
                    <a:pt x="4167" y="8175"/>
                  </a:cubicBezTo>
                  <a:lnTo>
                    <a:pt x="4167" y="483"/>
                  </a:lnTo>
                  <a:cubicBezTo>
                    <a:pt x="4167" y="216"/>
                    <a:pt x="3952" y="1"/>
                    <a:pt x="3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7" name="Google Shape;20037;p93"/>
            <p:cNvSpPr/>
            <p:nvPr/>
          </p:nvSpPr>
          <p:spPr>
            <a:xfrm>
              <a:off x="5781325" y="3775600"/>
              <a:ext cx="104200" cy="120225"/>
            </a:xfrm>
            <a:custGeom>
              <a:rect b="b" l="l" r="r" t="t"/>
              <a:pathLst>
                <a:path extrusionOk="0" h="4809" w="4168">
                  <a:moveTo>
                    <a:pt x="3207" y="962"/>
                  </a:moveTo>
                  <a:lnTo>
                    <a:pt x="3207" y="3848"/>
                  </a:lnTo>
                  <a:lnTo>
                    <a:pt x="963" y="3848"/>
                  </a:lnTo>
                  <a:lnTo>
                    <a:pt x="963" y="962"/>
                  </a:lnTo>
                  <a:close/>
                  <a:moveTo>
                    <a:pt x="481" y="1"/>
                  </a:moveTo>
                  <a:cubicBezTo>
                    <a:pt x="216" y="1"/>
                    <a:pt x="1" y="216"/>
                    <a:pt x="1" y="481"/>
                  </a:cubicBezTo>
                  <a:lnTo>
                    <a:pt x="1" y="4328"/>
                  </a:lnTo>
                  <a:cubicBezTo>
                    <a:pt x="1" y="4593"/>
                    <a:pt x="216" y="4809"/>
                    <a:pt x="481" y="4809"/>
                  </a:cubicBezTo>
                  <a:lnTo>
                    <a:pt x="3687" y="4809"/>
                  </a:lnTo>
                  <a:cubicBezTo>
                    <a:pt x="3952" y="4809"/>
                    <a:pt x="4167" y="4593"/>
                    <a:pt x="4167" y="4328"/>
                  </a:cubicBezTo>
                  <a:lnTo>
                    <a:pt x="4167" y="481"/>
                  </a:lnTo>
                  <a:cubicBezTo>
                    <a:pt x="4167" y="216"/>
                    <a:pt x="3952" y="1"/>
                    <a:pt x="3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8" name="Google Shape;20038;p93"/>
            <p:cNvSpPr/>
            <p:nvPr/>
          </p:nvSpPr>
          <p:spPr>
            <a:xfrm>
              <a:off x="5781250" y="3485550"/>
              <a:ext cx="408775" cy="248425"/>
            </a:xfrm>
            <a:custGeom>
              <a:rect b="b" l="l" r="r" t="t"/>
              <a:pathLst>
                <a:path extrusionOk="0" h="9937" w="16351">
                  <a:moveTo>
                    <a:pt x="13306" y="0"/>
                  </a:moveTo>
                  <a:cubicBezTo>
                    <a:pt x="13041" y="0"/>
                    <a:pt x="12825" y="214"/>
                    <a:pt x="12825" y="480"/>
                  </a:cubicBezTo>
                  <a:cubicBezTo>
                    <a:pt x="12825" y="745"/>
                    <a:pt x="13041" y="961"/>
                    <a:pt x="13306" y="961"/>
                  </a:cubicBezTo>
                  <a:lnTo>
                    <a:pt x="14653" y="961"/>
                  </a:lnTo>
                  <a:cubicBezTo>
                    <a:pt x="14439" y="1167"/>
                    <a:pt x="14219" y="1382"/>
                    <a:pt x="13994" y="1604"/>
                  </a:cubicBezTo>
                  <a:cubicBezTo>
                    <a:pt x="12526" y="3040"/>
                    <a:pt x="10700" y="4830"/>
                    <a:pt x="8457" y="6284"/>
                  </a:cubicBezTo>
                  <a:cubicBezTo>
                    <a:pt x="5843" y="7980"/>
                    <a:pt x="3229" y="8859"/>
                    <a:pt x="464" y="8976"/>
                  </a:cubicBezTo>
                  <a:cubicBezTo>
                    <a:pt x="204" y="8987"/>
                    <a:pt x="1" y="9204"/>
                    <a:pt x="5" y="9465"/>
                  </a:cubicBezTo>
                  <a:cubicBezTo>
                    <a:pt x="11" y="9725"/>
                    <a:pt x="223" y="9935"/>
                    <a:pt x="484" y="9936"/>
                  </a:cubicBezTo>
                  <a:lnTo>
                    <a:pt x="505" y="9936"/>
                  </a:lnTo>
                  <a:cubicBezTo>
                    <a:pt x="7149" y="9660"/>
                    <a:pt x="11673" y="5225"/>
                    <a:pt x="14666" y="2292"/>
                  </a:cubicBezTo>
                  <a:cubicBezTo>
                    <a:pt x="14915" y="2049"/>
                    <a:pt x="15157" y="1812"/>
                    <a:pt x="15388" y="1587"/>
                  </a:cubicBezTo>
                  <a:lnTo>
                    <a:pt x="15388" y="3046"/>
                  </a:lnTo>
                  <a:cubicBezTo>
                    <a:pt x="15394" y="3307"/>
                    <a:pt x="15608" y="3518"/>
                    <a:pt x="15870" y="3518"/>
                  </a:cubicBezTo>
                  <a:cubicBezTo>
                    <a:pt x="16131" y="3518"/>
                    <a:pt x="16344" y="3307"/>
                    <a:pt x="16350" y="3046"/>
                  </a:cubicBezTo>
                  <a:lnTo>
                    <a:pt x="16350" y="480"/>
                  </a:lnTo>
                  <a:cubicBezTo>
                    <a:pt x="16350" y="215"/>
                    <a:pt x="16135" y="0"/>
                    <a:pt x="1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39" name="Google Shape;20039;p93"/>
          <p:cNvGrpSpPr/>
          <p:nvPr/>
        </p:nvGrpSpPr>
        <p:grpSpPr>
          <a:xfrm>
            <a:off x="7813541" y="3438815"/>
            <a:ext cx="354827" cy="354827"/>
            <a:chOff x="5254050" y="3500500"/>
            <a:chExt cx="410300" cy="410300"/>
          </a:xfrm>
        </p:grpSpPr>
        <p:sp>
          <p:nvSpPr>
            <p:cNvPr id="20040" name="Google Shape;20040;p93"/>
            <p:cNvSpPr/>
            <p:nvPr/>
          </p:nvSpPr>
          <p:spPr>
            <a:xfrm>
              <a:off x="5254050" y="3500500"/>
              <a:ext cx="410300" cy="410300"/>
            </a:xfrm>
            <a:custGeom>
              <a:rect b="b" l="l" r="r" t="t"/>
              <a:pathLst>
                <a:path extrusionOk="0" h="16412" w="16412">
                  <a:moveTo>
                    <a:pt x="14969" y="962"/>
                  </a:moveTo>
                  <a:cubicBezTo>
                    <a:pt x="15234" y="962"/>
                    <a:pt x="15449" y="1177"/>
                    <a:pt x="15449" y="1443"/>
                  </a:cubicBezTo>
                  <a:lnTo>
                    <a:pt x="15451" y="7853"/>
                  </a:lnTo>
                  <a:cubicBezTo>
                    <a:pt x="15451" y="8118"/>
                    <a:pt x="15234" y="8334"/>
                    <a:pt x="14969" y="8335"/>
                  </a:cubicBezTo>
                  <a:lnTo>
                    <a:pt x="11529" y="8335"/>
                  </a:lnTo>
                  <a:cubicBezTo>
                    <a:pt x="11576" y="8105"/>
                    <a:pt x="11451" y="7875"/>
                    <a:pt x="11233" y="7790"/>
                  </a:cubicBezTo>
                  <a:cubicBezTo>
                    <a:pt x="11176" y="7768"/>
                    <a:pt x="11117" y="7758"/>
                    <a:pt x="11059" y="7758"/>
                  </a:cubicBezTo>
                  <a:cubicBezTo>
                    <a:pt x="10894" y="7758"/>
                    <a:pt x="10735" y="7843"/>
                    <a:pt x="10646" y="7991"/>
                  </a:cubicBezTo>
                  <a:lnTo>
                    <a:pt x="10441" y="8335"/>
                  </a:lnTo>
                  <a:lnTo>
                    <a:pt x="7276" y="8335"/>
                  </a:lnTo>
                  <a:cubicBezTo>
                    <a:pt x="7011" y="8334"/>
                    <a:pt x="6796" y="8118"/>
                    <a:pt x="6796" y="7853"/>
                  </a:cubicBezTo>
                  <a:lnTo>
                    <a:pt x="6796" y="1443"/>
                  </a:lnTo>
                  <a:cubicBezTo>
                    <a:pt x="6796" y="1177"/>
                    <a:pt x="7011" y="962"/>
                    <a:pt x="7276" y="962"/>
                  </a:cubicBezTo>
                  <a:close/>
                  <a:moveTo>
                    <a:pt x="3366" y="9040"/>
                  </a:moveTo>
                  <a:cubicBezTo>
                    <a:pt x="3699" y="9040"/>
                    <a:pt x="4026" y="9170"/>
                    <a:pt x="4271" y="9416"/>
                  </a:cubicBezTo>
                  <a:cubicBezTo>
                    <a:pt x="4637" y="9782"/>
                    <a:pt x="4747" y="10333"/>
                    <a:pt x="4549" y="10812"/>
                  </a:cubicBezTo>
                  <a:cubicBezTo>
                    <a:pt x="4350" y="11290"/>
                    <a:pt x="3883" y="11602"/>
                    <a:pt x="3366" y="11602"/>
                  </a:cubicBezTo>
                  <a:cubicBezTo>
                    <a:pt x="2659" y="11601"/>
                    <a:pt x="2084" y="11028"/>
                    <a:pt x="2084" y="10321"/>
                  </a:cubicBezTo>
                  <a:cubicBezTo>
                    <a:pt x="2084" y="9803"/>
                    <a:pt x="2396" y="9335"/>
                    <a:pt x="2875" y="9138"/>
                  </a:cubicBezTo>
                  <a:cubicBezTo>
                    <a:pt x="3034" y="9072"/>
                    <a:pt x="3201" y="9040"/>
                    <a:pt x="3366" y="9040"/>
                  </a:cubicBezTo>
                  <a:close/>
                  <a:moveTo>
                    <a:pt x="7853" y="12565"/>
                  </a:moveTo>
                  <a:cubicBezTo>
                    <a:pt x="8115" y="12569"/>
                    <a:pt x="8325" y="12783"/>
                    <a:pt x="8325" y="13045"/>
                  </a:cubicBezTo>
                  <a:cubicBezTo>
                    <a:pt x="8325" y="13307"/>
                    <a:pt x="8115" y="13521"/>
                    <a:pt x="7853" y="13527"/>
                  </a:cubicBezTo>
                  <a:lnTo>
                    <a:pt x="6084" y="13527"/>
                  </a:lnTo>
                  <a:cubicBezTo>
                    <a:pt x="5752" y="13527"/>
                    <a:pt x="5520" y="13855"/>
                    <a:pt x="5630" y="14167"/>
                  </a:cubicBezTo>
                  <a:cubicBezTo>
                    <a:pt x="5722" y="14424"/>
                    <a:pt x="5769" y="14695"/>
                    <a:pt x="5771" y="14968"/>
                  </a:cubicBezTo>
                  <a:lnTo>
                    <a:pt x="5771" y="15450"/>
                  </a:lnTo>
                  <a:lnTo>
                    <a:pt x="963" y="15450"/>
                  </a:lnTo>
                  <a:lnTo>
                    <a:pt x="963" y="14968"/>
                  </a:lnTo>
                  <a:cubicBezTo>
                    <a:pt x="963" y="13642"/>
                    <a:pt x="2041" y="12565"/>
                    <a:pt x="3366" y="12565"/>
                  </a:cubicBezTo>
                  <a:close/>
                  <a:moveTo>
                    <a:pt x="7276" y="1"/>
                  </a:moveTo>
                  <a:cubicBezTo>
                    <a:pt x="6479" y="1"/>
                    <a:pt x="5835" y="647"/>
                    <a:pt x="5834" y="1443"/>
                  </a:cubicBezTo>
                  <a:lnTo>
                    <a:pt x="5834" y="7853"/>
                  </a:lnTo>
                  <a:cubicBezTo>
                    <a:pt x="5835" y="8650"/>
                    <a:pt x="6479" y="9294"/>
                    <a:pt x="7276" y="9296"/>
                  </a:cubicBezTo>
                  <a:lnTo>
                    <a:pt x="9864" y="9296"/>
                  </a:lnTo>
                  <a:lnTo>
                    <a:pt x="8411" y="11715"/>
                  </a:lnTo>
                  <a:cubicBezTo>
                    <a:pt x="8235" y="11642"/>
                    <a:pt x="8045" y="11604"/>
                    <a:pt x="7853" y="11604"/>
                  </a:cubicBezTo>
                  <a:lnTo>
                    <a:pt x="5205" y="11604"/>
                  </a:lnTo>
                  <a:cubicBezTo>
                    <a:pt x="5709" y="10882"/>
                    <a:pt x="5744" y="9933"/>
                    <a:pt x="5296" y="9176"/>
                  </a:cubicBezTo>
                  <a:cubicBezTo>
                    <a:pt x="4890" y="8489"/>
                    <a:pt x="4153" y="8076"/>
                    <a:pt x="3368" y="8076"/>
                  </a:cubicBezTo>
                  <a:cubicBezTo>
                    <a:pt x="3287" y="8076"/>
                    <a:pt x="3206" y="8080"/>
                    <a:pt x="3124" y="8089"/>
                  </a:cubicBezTo>
                  <a:cubicBezTo>
                    <a:pt x="2250" y="8184"/>
                    <a:pt x="1510" y="8780"/>
                    <a:pt x="1235" y="9617"/>
                  </a:cubicBezTo>
                  <a:cubicBezTo>
                    <a:pt x="960" y="10451"/>
                    <a:pt x="1197" y="11371"/>
                    <a:pt x="1844" y="11967"/>
                  </a:cubicBezTo>
                  <a:cubicBezTo>
                    <a:pt x="750" y="12525"/>
                    <a:pt x="1" y="13660"/>
                    <a:pt x="1" y="14969"/>
                  </a:cubicBezTo>
                  <a:lnTo>
                    <a:pt x="1" y="15931"/>
                  </a:lnTo>
                  <a:cubicBezTo>
                    <a:pt x="1" y="16196"/>
                    <a:pt x="216" y="16412"/>
                    <a:pt x="481" y="16412"/>
                  </a:cubicBezTo>
                  <a:lnTo>
                    <a:pt x="6251" y="16412"/>
                  </a:lnTo>
                  <a:cubicBezTo>
                    <a:pt x="6516" y="16412"/>
                    <a:pt x="6731" y="16196"/>
                    <a:pt x="6731" y="15931"/>
                  </a:cubicBezTo>
                  <a:lnTo>
                    <a:pt x="6731" y="14969"/>
                  </a:lnTo>
                  <a:cubicBezTo>
                    <a:pt x="6731" y="14810"/>
                    <a:pt x="6720" y="14649"/>
                    <a:pt x="6696" y="14489"/>
                  </a:cubicBezTo>
                  <a:lnTo>
                    <a:pt x="7853" y="14489"/>
                  </a:lnTo>
                  <a:cubicBezTo>
                    <a:pt x="8357" y="14489"/>
                    <a:pt x="8824" y="14227"/>
                    <a:pt x="9086" y="13796"/>
                  </a:cubicBezTo>
                  <a:cubicBezTo>
                    <a:pt x="9348" y="13366"/>
                    <a:pt x="9366" y="12830"/>
                    <a:pt x="9133" y="12383"/>
                  </a:cubicBezTo>
                  <a:lnTo>
                    <a:pt x="10984" y="9297"/>
                  </a:lnTo>
                  <a:lnTo>
                    <a:pt x="14969" y="9297"/>
                  </a:lnTo>
                  <a:cubicBezTo>
                    <a:pt x="15766" y="9296"/>
                    <a:pt x="16410" y="8650"/>
                    <a:pt x="16411" y="7855"/>
                  </a:cubicBezTo>
                  <a:lnTo>
                    <a:pt x="16411" y="1443"/>
                  </a:lnTo>
                  <a:cubicBezTo>
                    <a:pt x="16410" y="647"/>
                    <a:pt x="15766" y="1"/>
                    <a:pt x="149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1" name="Google Shape;20041;p93"/>
            <p:cNvSpPr/>
            <p:nvPr/>
          </p:nvSpPr>
          <p:spPr>
            <a:xfrm>
              <a:off x="5592050" y="3548575"/>
              <a:ext cx="24325" cy="136475"/>
            </a:xfrm>
            <a:custGeom>
              <a:rect b="b" l="l" r="r" t="t"/>
              <a:pathLst>
                <a:path extrusionOk="0" h="5459" w="973">
                  <a:moveTo>
                    <a:pt x="487" y="1"/>
                  </a:moveTo>
                  <a:cubicBezTo>
                    <a:pt x="222" y="1"/>
                    <a:pt x="6" y="216"/>
                    <a:pt x="6" y="481"/>
                  </a:cubicBezTo>
                  <a:lnTo>
                    <a:pt x="6" y="4968"/>
                  </a:lnTo>
                  <a:cubicBezTo>
                    <a:pt x="1" y="5238"/>
                    <a:pt x="217" y="5459"/>
                    <a:pt x="487" y="5459"/>
                  </a:cubicBezTo>
                  <a:cubicBezTo>
                    <a:pt x="756" y="5459"/>
                    <a:pt x="973" y="5238"/>
                    <a:pt x="969" y="4968"/>
                  </a:cubicBezTo>
                  <a:lnTo>
                    <a:pt x="969" y="481"/>
                  </a:lnTo>
                  <a:cubicBezTo>
                    <a:pt x="969" y="216"/>
                    <a:pt x="753" y="1"/>
                    <a:pt x="4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2" name="Google Shape;20042;p93"/>
            <p:cNvSpPr/>
            <p:nvPr/>
          </p:nvSpPr>
          <p:spPr>
            <a:xfrm>
              <a:off x="5543975" y="3572625"/>
              <a:ext cx="24350" cy="112425"/>
            </a:xfrm>
            <a:custGeom>
              <a:rect b="b" l="l" r="r" t="t"/>
              <a:pathLst>
                <a:path extrusionOk="0" h="4497" w="974">
                  <a:moveTo>
                    <a:pt x="484" y="1"/>
                  </a:moveTo>
                  <a:cubicBezTo>
                    <a:pt x="220" y="1"/>
                    <a:pt x="7" y="216"/>
                    <a:pt x="7" y="481"/>
                  </a:cubicBezTo>
                  <a:lnTo>
                    <a:pt x="7" y="4006"/>
                  </a:lnTo>
                  <a:cubicBezTo>
                    <a:pt x="1" y="4276"/>
                    <a:pt x="217" y="4497"/>
                    <a:pt x="487" y="4497"/>
                  </a:cubicBezTo>
                  <a:cubicBezTo>
                    <a:pt x="756" y="4497"/>
                    <a:pt x="973" y="4276"/>
                    <a:pt x="969" y="4006"/>
                  </a:cubicBezTo>
                  <a:lnTo>
                    <a:pt x="969" y="481"/>
                  </a:lnTo>
                  <a:cubicBezTo>
                    <a:pt x="969" y="216"/>
                    <a:pt x="753" y="1"/>
                    <a:pt x="490" y="1"/>
                  </a:cubicBezTo>
                  <a:cubicBezTo>
                    <a:pt x="489" y="1"/>
                    <a:pt x="488" y="1"/>
                    <a:pt x="487" y="1"/>
                  </a:cubicBezTo>
                  <a:cubicBezTo>
                    <a:pt x="486" y="1"/>
                    <a:pt x="485" y="1"/>
                    <a:pt x="4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3" name="Google Shape;20043;p93"/>
            <p:cNvSpPr/>
            <p:nvPr/>
          </p:nvSpPr>
          <p:spPr>
            <a:xfrm>
              <a:off x="5495900" y="3596650"/>
              <a:ext cx="24350" cy="88400"/>
            </a:xfrm>
            <a:custGeom>
              <a:rect b="b" l="l" r="r" t="t"/>
              <a:pathLst>
                <a:path extrusionOk="0" h="3536" w="974">
                  <a:moveTo>
                    <a:pt x="487" y="1"/>
                  </a:moveTo>
                  <a:cubicBezTo>
                    <a:pt x="222" y="1"/>
                    <a:pt x="7" y="216"/>
                    <a:pt x="7" y="481"/>
                  </a:cubicBezTo>
                  <a:lnTo>
                    <a:pt x="7" y="3045"/>
                  </a:lnTo>
                  <a:cubicBezTo>
                    <a:pt x="1" y="3315"/>
                    <a:pt x="218" y="3536"/>
                    <a:pt x="487" y="3536"/>
                  </a:cubicBezTo>
                  <a:cubicBezTo>
                    <a:pt x="756" y="3536"/>
                    <a:pt x="973" y="3315"/>
                    <a:pt x="967" y="3045"/>
                  </a:cubicBezTo>
                  <a:lnTo>
                    <a:pt x="967" y="481"/>
                  </a:lnTo>
                  <a:cubicBezTo>
                    <a:pt x="967" y="216"/>
                    <a:pt x="752" y="1"/>
                    <a:pt x="4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4" name="Google Shape;20044;p93"/>
            <p:cNvSpPr/>
            <p:nvPr/>
          </p:nvSpPr>
          <p:spPr>
            <a:xfrm>
              <a:off x="5447825" y="3620700"/>
              <a:ext cx="24350" cy="64350"/>
            </a:xfrm>
            <a:custGeom>
              <a:rect b="b" l="l" r="r" t="t"/>
              <a:pathLst>
                <a:path extrusionOk="0" h="2574" w="974">
                  <a:moveTo>
                    <a:pt x="487" y="1"/>
                  </a:moveTo>
                  <a:cubicBezTo>
                    <a:pt x="221" y="1"/>
                    <a:pt x="5" y="216"/>
                    <a:pt x="5" y="481"/>
                  </a:cubicBezTo>
                  <a:lnTo>
                    <a:pt x="5" y="2083"/>
                  </a:lnTo>
                  <a:cubicBezTo>
                    <a:pt x="1" y="2353"/>
                    <a:pt x="218" y="2574"/>
                    <a:pt x="487" y="2574"/>
                  </a:cubicBezTo>
                  <a:cubicBezTo>
                    <a:pt x="757" y="2574"/>
                    <a:pt x="973" y="2353"/>
                    <a:pt x="968" y="2083"/>
                  </a:cubicBezTo>
                  <a:lnTo>
                    <a:pt x="968" y="481"/>
                  </a:lnTo>
                  <a:cubicBezTo>
                    <a:pt x="968" y="216"/>
                    <a:pt x="752" y="1"/>
                    <a:pt x="4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5" name="Google Shape;20045;p93"/>
            <p:cNvSpPr/>
            <p:nvPr/>
          </p:nvSpPr>
          <p:spPr>
            <a:xfrm>
              <a:off x="5447725" y="3548575"/>
              <a:ext cx="72150" cy="24100"/>
            </a:xfrm>
            <a:custGeom>
              <a:rect b="b" l="l" r="r" t="t"/>
              <a:pathLst>
                <a:path extrusionOk="0" h="964" w="2886">
                  <a:moveTo>
                    <a:pt x="481" y="1"/>
                  </a:moveTo>
                  <a:cubicBezTo>
                    <a:pt x="216" y="1"/>
                    <a:pt x="1" y="215"/>
                    <a:pt x="1" y="481"/>
                  </a:cubicBezTo>
                  <a:cubicBezTo>
                    <a:pt x="1" y="748"/>
                    <a:pt x="217" y="963"/>
                    <a:pt x="483" y="963"/>
                  </a:cubicBezTo>
                  <a:cubicBezTo>
                    <a:pt x="486" y="963"/>
                    <a:pt x="488" y="963"/>
                    <a:pt x="491" y="963"/>
                  </a:cubicBezTo>
                  <a:lnTo>
                    <a:pt x="2414" y="963"/>
                  </a:lnTo>
                  <a:cubicBezTo>
                    <a:pt x="2676" y="957"/>
                    <a:pt x="2886" y="743"/>
                    <a:pt x="2886" y="481"/>
                  </a:cubicBezTo>
                  <a:cubicBezTo>
                    <a:pt x="2886" y="219"/>
                    <a:pt x="2676" y="5"/>
                    <a:pt x="2414" y="1"/>
                  </a:cubicBezTo>
                  <a:lnTo>
                    <a:pt x="491" y="1"/>
                  </a:lnTo>
                  <a:cubicBezTo>
                    <a:pt x="488" y="1"/>
                    <a:pt x="484" y="1"/>
                    <a:pt x="4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46" name="Google Shape;20046;p93"/>
          <p:cNvGrpSpPr/>
          <p:nvPr/>
        </p:nvGrpSpPr>
        <p:grpSpPr>
          <a:xfrm>
            <a:off x="7064046" y="3438837"/>
            <a:ext cx="332645" cy="354784"/>
            <a:chOff x="4817850" y="3478300"/>
            <a:chExt cx="384650" cy="410250"/>
          </a:xfrm>
        </p:grpSpPr>
        <p:sp>
          <p:nvSpPr>
            <p:cNvPr id="20047" name="Google Shape;20047;p93"/>
            <p:cNvSpPr/>
            <p:nvPr/>
          </p:nvSpPr>
          <p:spPr>
            <a:xfrm>
              <a:off x="4817850" y="3478300"/>
              <a:ext cx="384650" cy="410250"/>
            </a:xfrm>
            <a:custGeom>
              <a:rect b="b" l="l" r="r" t="t"/>
              <a:pathLst>
                <a:path extrusionOk="0" h="16410" w="15386">
                  <a:moveTo>
                    <a:pt x="11378" y="0"/>
                  </a:moveTo>
                  <a:cubicBezTo>
                    <a:pt x="11379" y="0"/>
                    <a:pt x="11379" y="0"/>
                    <a:pt x="11379" y="0"/>
                  </a:cubicBezTo>
                  <a:lnTo>
                    <a:pt x="11379" y="0"/>
                  </a:lnTo>
                  <a:cubicBezTo>
                    <a:pt x="11379" y="0"/>
                    <a:pt x="11380" y="0"/>
                    <a:pt x="11380" y="0"/>
                  </a:cubicBezTo>
                  <a:close/>
                  <a:moveTo>
                    <a:pt x="11380" y="962"/>
                  </a:moveTo>
                  <a:cubicBezTo>
                    <a:pt x="13058" y="962"/>
                    <a:pt x="14424" y="2327"/>
                    <a:pt x="14424" y="4007"/>
                  </a:cubicBezTo>
                  <a:cubicBezTo>
                    <a:pt x="14424" y="5685"/>
                    <a:pt x="13058" y="7051"/>
                    <a:pt x="11380" y="7051"/>
                  </a:cubicBezTo>
                  <a:cubicBezTo>
                    <a:pt x="9700" y="7051"/>
                    <a:pt x="8335" y="5687"/>
                    <a:pt x="8335" y="4007"/>
                  </a:cubicBezTo>
                  <a:cubicBezTo>
                    <a:pt x="8335" y="2327"/>
                    <a:pt x="9700" y="962"/>
                    <a:pt x="11380" y="962"/>
                  </a:cubicBezTo>
                  <a:close/>
                  <a:moveTo>
                    <a:pt x="3688" y="7436"/>
                  </a:moveTo>
                  <a:cubicBezTo>
                    <a:pt x="4063" y="7436"/>
                    <a:pt x="4431" y="7582"/>
                    <a:pt x="4706" y="7858"/>
                  </a:cubicBezTo>
                  <a:cubicBezTo>
                    <a:pt x="5119" y="8270"/>
                    <a:pt x="5244" y="8891"/>
                    <a:pt x="5020" y="9430"/>
                  </a:cubicBezTo>
                  <a:cubicBezTo>
                    <a:pt x="4797" y="9969"/>
                    <a:pt x="4271" y="10320"/>
                    <a:pt x="3688" y="10322"/>
                  </a:cubicBezTo>
                  <a:cubicBezTo>
                    <a:pt x="2892" y="10320"/>
                    <a:pt x="2246" y="9674"/>
                    <a:pt x="2246" y="8879"/>
                  </a:cubicBezTo>
                  <a:lnTo>
                    <a:pt x="2244" y="8879"/>
                  </a:lnTo>
                  <a:cubicBezTo>
                    <a:pt x="2244" y="8295"/>
                    <a:pt x="2596" y="7769"/>
                    <a:pt x="3135" y="7546"/>
                  </a:cubicBezTo>
                  <a:cubicBezTo>
                    <a:pt x="3314" y="7472"/>
                    <a:pt x="3502" y="7436"/>
                    <a:pt x="3688" y="7436"/>
                  </a:cubicBezTo>
                  <a:close/>
                  <a:moveTo>
                    <a:pt x="9136" y="7428"/>
                  </a:moveTo>
                  <a:cubicBezTo>
                    <a:pt x="9404" y="7428"/>
                    <a:pt x="9621" y="7649"/>
                    <a:pt x="9617" y="7917"/>
                  </a:cubicBezTo>
                  <a:lnTo>
                    <a:pt x="9617" y="11443"/>
                  </a:lnTo>
                  <a:cubicBezTo>
                    <a:pt x="9617" y="11886"/>
                    <a:pt x="9258" y="12244"/>
                    <a:pt x="8815" y="12244"/>
                  </a:cubicBezTo>
                  <a:lnTo>
                    <a:pt x="6623" y="12244"/>
                  </a:lnTo>
                  <a:cubicBezTo>
                    <a:pt x="6278" y="12244"/>
                    <a:pt x="6045" y="12600"/>
                    <a:pt x="6182" y="12918"/>
                  </a:cubicBezTo>
                  <a:cubicBezTo>
                    <a:pt x="6333" y="13261"/>
                    <a:pt x="6411" y="13633"/>
                    <a:pt x="6411" y="14008"/>
                  </a:cubicBezTo>
                  <a:lnTo>
                    <a:pt x="6411" y="15450"/>
                  </a:lnTo>
                  <a:lnTo>
                    <a:pt x="963" y="15450"/>
                  </a:lnTo>
                  <a:lnTo>
                    <a:pt x="963" y="14008"/>
                  </a:lnTo>
                  <a:cubicBezTo>
                    <a:pt x="963" y="12505"/>
                    <a:pt x="2184" y="11282"/>
                    <a:pt x="3687" y="11282"/>
                  </a:cubicBezTo>
                  <a:lnTo>
                    <a:pt x="8174" y="11282"/>
                  </a:lnTo>
                  <a:cubicBezTo>
                    <a:pt x="8439" y="11282"/>
                    <a:pt x="8654" y="11067"/>
                    <a:pt x="8654" y="10802"/>
                  </a:cubicBezTo>
                  <a:lnTo>
                    <a:pt x="8654" y="7917"/>
                  </a:lnTo>
                  <a:cubicBezTo>
                    <a:pt x="8650" y="7649"/>
                    <a:pt x="8867" y="7428"/>
                    <a:pt x="9136" y="7428"/>
                  </a:cubicBezTo>
                  <a:close/>
                  <a:moveTo>
                    <a:pt x="11379" y="0"/>
                  </a:moveTo>
                  <a:lnTo>
                    <a:pt x="11379" y="0"/>
                  </a:lnTo>
                  <a:cubicBezTo>
                    <a:pt x="9169" y="0"/>
                    <a:pt x="7373" y="1799"/>
                    <a:pt x="7373" y="4007"/>
                  </a:cubicBezTo>
                  <a:cubicBezTo>
                    <a:pt x="7372" y="4994"/>
                    <a:pt x="7736" y="5946"/>
                    <a:pt x="8397" y="6679"/>
                  </a:cubicBezTo>
                  <a:cubicBezTo>
                    <a:pt x="7960" y="6940"/>
                    <a:pt x="7694" y="7410"/>
                    <a:pt x="7694" y="7918"/>
                  </a:cubicBezTo>
                  <a:lnTo>
                    <a:pt x="7694" y="10322"/>
                  </a:lnTo>
                  <a:lnTo>
                    <a:pt x="5608" y="10322"/>
                  </a:lnTo>
                  <a:cubicBezTo>
                    <a:pt x="5922" y="9906"/>
                    <a:pt x="6092" y="9399"/>
                    <a:pt x="6090" y="8879"/>
                  </a:cubicBezTo>
                  <a:cubicBezTo>
                    <a:pt x="6090" y="7554"/>
                    <a:pt x="5012" y="6474"/>
                    <a:pt x="3687" y="6474"/>
                  </a:cubicBezTo>
                  <a:cubicBezTo>
                    <a:pt x="2362" y="6474"/>
                    <a:pt x="1282" y="7554"/>
                    <a:pt x="1282" y="8879"/>
                  </a:cubicBezTo>
                  <a:cubicBezTo>
                    <a:pt x="1282" y="9569"/>
                    <a:pt x="1580" y="10225"/>
                    <a:pt x="2098" y="10680"/>
                  </a:cubicBezTo>
                  <a:cubicBezTo>
                    <a:pt x="859" y="11275"/>
                    <a:pt x="1" y="12543"/>
                    <a:pt x="1" y="14006"/>
                  </a:cubicBezTo>
                  <a:lnTo>
                    <a:pt x="1" y="15929"/>
                  </a:lnTo>
                  <a:cubicBezTo>
                    <a:pt x="1" y="16194"/>
                    <a:pt x="216" y="16409"/>
                    <a:pt x="481" y="16409"/>
                  </a:cubicBezTo>
                  <a:lnTo>
                    <a:pt x="6891" y="16409"/>
                  </a:lnTo>
                  <a:cubicBezTo>
                    <a:pt x="7156" y="16409"/>
                    <a:pt x="7372" y="16194"/>
                    <a:pt x="7372" y="15929"/>
                  </a:cubicBezTo>
                  <a:lnTo>
                    <a:pt x="7372" y="14006"/>
                  </a:lnTo>
                  <a:cubicBezTo>
                    <a:pt x="7372" y="13737"/>
                    <a:pt x="7342" y="13469"/>
                    <a:pt x="7284" y="13205"/>
                  </a:cubicBezTo>
                  <a:lnTo>
                    <a:pt x="8814" y="13205"/>
                  </a:lnTo>
                  <a:cubicBezTo>
                    <a:pt x="9788" y="13204"/>
                    <a:pt x="10576" y="12416"/>
                    <a:pt x="10577" y="11443"/>
                  </a:cubicBezTo>
                  <a:lnTo>
                    <a:pt x="10577" y="7933"/>
                  </a:lnTo>
                  <a:cubicBezTo>
                    <a:pt x="10841" y="7987"/>
                    <a:pt x="11109" y="8014"/>
                    <a:pt x="11378" y="8014"/>
                  </a:cubicBezTo>
                  <a:cubicBezTo>
                    <a:pt x="13588" y="8014"/>
                    <a:pt x="15385" y="6217"/>
                    <a:pt x="15385" y="4007"/>
                  </a:cubicBezTo>
                  <a:cubicBezTo>
                    <a:pt x="15385" y="1799"/>
                    <a:pt x="13589" y="0"/>
                    <a:pt x="11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8" name="Google Shape;20048;p93"/>
            <p:cNvSpPr/>
            <p:nvPr/>
          </p:nvSpPr>
          <p:spPr>
            <a:xfrm>
              <a:off x="5075250" y="3524525"/>
              <a:ext cx="55000" cy="107875"/>
            </a:xfrm>
            <a:custGeom>
              <a:rect b="b" l="l" r="r" t="t"/>
              <a:pathLst>
                <a:path extrusionOk="0" h="4315" w="2200">
                  <a:moveTo>
                    <a:pt x="825" y="939"/>
                  </a:moveTo>
                  <a:lnTo>
                    <a:pt x="825" y="1636"/>
                  </a:lnTo>
                  <a:cubicBezTo>
                    <a:pt x="778" y="1612"/>
                    <a:pt x="735" y="1582"/>
                    <a:pt x="693" y="1550"/>
                  </a:cubicBezTo>
                  <a:cubicBezTo>
                    <a:pt x="618" y="1491"/>
                    <a:pt x="586" y="1370"/>
                    <a:pt x="609" y="1241"/>
                  </a:cubicBezTo>
                  <a:cubicBezTo>
                    <a:pt x="630" y="1133"/>
                    <a:pt x="697" y="1005"/>
                    <a:pt x="825" y="939"/>
                  </a:cubicBezTo>
                  <a:close/>
                  <a:moveTo>
                    <a:pt x="1305" y="2364"/>
                  </a:moveTo>
                  <a:lnTo>
                    <a:pt x="1314" y="2367"/>
                  </a:lnTo>
                  <a:cubicBezTo>
                    <a:pt x="1684" y="2499"/>
                    <a:pt x="1661" y="2815"/>
                    <a:pt x="1645" y="2909"/>
                  </a:cubicBezTo>
                  <a:cubicBezTo>
                    <a:pt x="1612" y="3104"/>
                    <a:pt x="1485" y="3271"/>
                    <a:pt x="1305" y="3353"/>
                  </a:cubicBezTo>
                  <a:lnTo>
                    <a:pt x="1305" y="2364"/>
                  </a:lnTo>
                  <a:close/>
                  <a:moveTo>
                    <a:pt x="1065" y="1"/>
                  </a:moveTo>
                  <a:cubicBezTo>
                    <a:pt x="934" y="1"/>
                    <a:pt x="827" y="105"/>
                    <a:pt x="823" y="235"/>
                  </a:cubicBezTo>
                  <a:lnTo>
                    <a:pt x="823" y="431"/>
                  </a:lnTo>
                  <a:cubicBezTo>
                    <a:pt x="800" y="439"/>
                    <a:pt x="773" y="444"/>
                    <a:pt x="748" y="453"/>
                  </a:cubicBezTo>
                  <a:cubicBezTo>
                    <a:pt x="435" y="547"/>
                    <a:pt x="201" y="815"/>
                    <a:pt x="138" y="1152"/>
                  </a:cubicBezTo>
                  <a:cubicBezTo>
                    <a:pt x="79" y="1459"/>
                    <a:pt x="179" y="1757"/>
                    <a:pt x="397" y="1928"/>
                  </a:cubicBezTo>
                  <a:cubicBezTo>
                    <a:pt x="507" y="2014"/>
                    <a:pt x="642" y="2092"/>
                    <a:pt x="823" y="2175"/>
                  </a:cubicBezTo>
                  <a:lnTo>
                    <a:pt x="823" y="3395"/>
                  </a:lnTo>
                  <a:cubicBezTo>
                    <a:pt x="675" y="3381"/>
                    <a:pt x="573" y="3340"/>
                    <a:pt x="406" y="3230"/>
                  </a:cubicBezTo>
                  <a:cubicBezTo>
                    <a:pt x="365" y="3203"/>
                    <a:pt x="319" y="3190"/>
                    <a:pt x="273" y="3190"/>
                  </a:cubicBezTo>
                  <a:cubicBezTo>
                    <a:pt x="195" y="3190"/>
                    <a:pt x="118" y="3228"/>
                    <a:pt x="72" y="3299"/>
                  </a:cubicBezTo>
                  <a:cubicBezTo>
                    <a:pt x="0" y="3410"/>
                    <a:pt x="31" y="3559"/>
                    <a:pt x="142" y="3633"/>
                  </a:cubicBezTo>
                  <a:cubicBezTo>
                    <a:pt x="409" y="3807"/>
                    <a:pt x="593" y="3862"/>
                    <a:pt x="823" y="3879"/>
                  </a:cubicBezTo>
                  <a:lnTo>
                    <a:pt x="823" y="4081"/>
                  </a:lnTo>
                  <a:cubicBezTo>
                    <a:pt x="827" y="4211"/>
                    <a:pt x="934" y="4315"/>
                    <a:pt x="1065" y="4315"/>
                  </a:cubicBezTo>
                  <a:cubicBezTo>
                    <a:pt x="1195" y="4315"/>
                    <a:pt x="1301" y="4211"/>
                    <a:pt x="1305" y="4081"/>
                  </a:cubicBezTo>
                  <a:lnTo>
                    <a:pt x="1305" y="3857"/>
                  </a:lnTo>
                  <a:cubicBezTo>
                    <a:pt x="1762" y="3753"/>
                    <a:pt x="2055" y="3369"/>
                    <a:pt x="2119" y="2988"/>
                  </a:cubicBezTo>
                  <a:cubicBezTo>
                    <a:pt x="2200" y="2503"/>
                    <a:pt x="1946" y="2082"/>
                    <a:pt x="1473" y="1915"/>
                  </a:cubicBezTo>
                  <a:cubicBezTo>
                    <a:pt x="1418" y="1894"/>
                    <a:pt x="1361" y="1874"/>
                    <a:pt x="1305" y="1853"/>
                  </a:cubicBezTo>
                  <a:lnTo>
                    <a:pt x="1305" y="895"/>
                  </a:lnTo>
                  <a:cubicBezTo>
                    <a:pt x="1429" y="929"/>
                    <a:pt x="1494" y="992"/>
                    <a:pt x="1498" y="998"/>
                  </a:cubicBezTo>
                  <a:cubicBezTo>
                    <a:pt x="1546" y="1052"/>
                    <a:pt x="1612" y="1080"/>
                    <a:pt x="1679" y="1080"/>
                  </a:cubicBezTo>
                  <a:cubicBezTo>
                    <a:pt x="1735" y="1080"/>
                    <a:pt x="1792" y="1060"/>
                    <a:pt x="1838" y="1020"/>
                  </a:cubicBezTo>
                  <a:cubicBezTo>
                    <a:pt x="1938" y="932"/>
                    <a:pt x="1948" y="781"/>
                    <a:pt x="1860" y="680"/>
                  </a:cubicBezTo>
                  <a:cubicBezTo>
                    <a:pt x="1848" y="668"/>
                    <a:pt x="1661" y="458"/>
                    <a:pt x="1305" y="405"/>
                  </a:cubicBezTo>
                  <a:lnTo>
                    <a:pt x="1305" y="235"/>
                  </a:lnTo>
                  <a:cubicBezTo>
                    <a:pt x="1301" y="105"/>
                    <a:pt x="1195" y="1"/>
                    <a:pt x="10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049" name="Google Shape;20049;p93"/>
          <p:cNvSpPr/>
          <p:nvPr/>
        </p:nvSpPr>
        <p:spPr>
          <a:xfrm>
            <a:off x="6322152" y="3438957"/>
            <a:ext cx="314744" cy="354784"/>
          </a:xfrm>
          <a:custGeom>
            <a:rect b="b" l="l" r="r" t="t"/>
            <a:pathLst>
              <a:path extrusionOk="0" h="16410" w="14558">
                <a:moveTo>
                  <a:pt x="13046" y="961"/>
                </a:moveTo>
                <a:lnTo>
                  <a:pt x="12262" y="2137"/>
                </a:lnTo>
                <a:cubicBezTo>
                  <a:pt x="12154" y="2298"/>
                  <a:pt x="12154" y="2509"/>
                  <a:pt x="12262" y="2670"/>
                </a:cubicBezTo>
                <a:lnTo>
                  <a:pt x="13046" y="3846"/>
                </a:lnTo>
                <a:lnTo>
                  <a:pt x="8335" y="3846"/>
                </a:lnTo>
                <a:lnTo>
                  <a:pt x="8335" y="961"/>
                </a:lnTo>
                <a:close/>
                <a:moveTo>
                  <a:pt x="3364" y="7436"/>
                </a:moveTo>
                <a:cubicBezTo>
                  <a:pt x="3698" y="7436"/>
                  <a:pt x="4026" y="7567"/>
                  <a:pt x="4272" y="7812"/>
                </a:cubicBezTo>
                <a:cubicBezTo>
                  <a:pt x="4638" y="8178"/>
                  <a:pt x="4748" y="8730"/>
                  <a:pt x="4549" y="9209"/>
                </a:cubicBezTo>
                <a:cubicBezTo>
                  <a:pt x="4351" y="9688"/>
                  <a:pt x="3884" y="10000"/>
                  <a:pt x="3366" y="10000"/>
                </a:cubicBezTo>
                <a:cubicBezTo>
                  <a:pt x="2658" y="9998"/>
                  <a:pt x="2086" y="9426"/>
                  <a:pt x="2084" y="8718"/>
                </a:cubicBezTo>
                <a:cubicBezTo>
                  <a:pt x="2084" y="8200"/>
                  <a:pt x="2396" y="7733"/>
                  <a:pt x="2875" y="7534"/>
                </a:cubicBezTo>
                <a:cubicBezTo>
                  <a:pt x="3033" y="7468"/>
                  <a:pt x="3199" y="7436"/>
                  <a:pt x="3364" y="7436"/>
                </a:cubicBezTo>
                <a:close/>
                <a:moveTo>
                  <a:pt x="7865" y="10962"/>
                </a:moveTo>
                <a:cubicBezTo>
                  <a:pt x="8128" y="10962"/>
                  <a:pt x="8343" y="11176"/>
                  <a:pt x="8343" y="11442"/>
                </a:cubicBezTo>
                <a:cubicBezTo>
                  <a:pt x="8343" y="11708"/>
                  <a:pt x="8128" y="11923"/>
                  <a:pt x="7865" y="11923"/>
                </a:cubicBezTo>
                <a:cubicBezTo>
                  <a:pt x="7861" y="11923"/>
                  <a:pt x="7858" y="11923"/>
                  <a:pt x="7854" y="11923"/>
                </a:cubicBezTo>
                <a:lnTo>
                  <a:pt x="6084" y="11923"/>
                </a:lnTo>
                <a:cubicBezTo>
                  <a:pt x="5751" y="11924"/>
                  <a:pt x="5520" y="12251"/>
                  <a:pt x="5630" y="12564"/>
                </a:cubicBezTo>
                <a:cubicBezTo>
                  <a:pt x="5722" y="12820"/>
                  <a:pt x="5770" y="13091"/>
                  <a:pt x="5770" y="13365"/>
                </a:cubicBezTo>
                <a:lnTo>
                  <a:pt x="5770" y="15450"/>
                </a:lnTo>
                <a:lnTo>
                  <a:pt x="962" y="15450"/>
                </a:lnTo>
                <a:lnTo>
                  <a:pt x="962" y="13365"/>
                </a:lnTo>
                <a:cubicBezTo>
                  <a:pt x="962" y="12040"/>
                  <a:pt x="2040" y="10962"/>
                  <a:pt x="3366" y="10962"/>
                </a:cubicBezTo>
                <a:lnTo>
                  <a:pt x="7854" y="10962"/>
                </a:lnTo>
                <a:cubicBezTo>
                  <a:pt x="7858" y="10962"/>
                  <a:pt x="7861" y="10962"/>
                  <a:pt x="7865" y="10962"/>
                </a:cubicBezTo>
                <a:close/>
                <a:moveTo>
                  <a:pt x="7852" y="0"/>
                </a:moveTo>
                <a:cubicBezTo>
                  <a:pt x="7586" y="0"/>
                  <a:pt x="7372" y="217"/>
                  <a:pt x="7372" y="481"/>
                </a:cubicBezTo>
                <a:lnTo>
                  <a:pt x="7372" y="10000"/>
                </a:lnTo>
                <a:lnTo>
                  <a:pt x="5206" y="10000"/>
                </a:lnTo>
                <a:cubicBezTo>
                  <a:pt x="5710" y="9278"/>
                  <a:pt x="5745" y="8329"/>
                  <a:pt x="5297" y="7572"/>
                </a:cubicBezTo>
                <a:cubicBezTo>
                  <a:pt x="4891" y="6885"/>
                  <a:pt x="4154" y="6472"/>
                  <a:pt x="3368" y="6472"/>
                </a:cubicBezTo>
                <a:cubicBezTo>
                  <a:pt x="3287" y="6472"/>
                  <a:pt x="3206" y="6476"/>
                  <a:pt x="3124" y="6485"/>
                </a:cubicBezTo>
                <a:cubicBezTo>
                  <a:pt x="2250" y="6579"/>
                  <a:pt x="1512" y="7176"/>
                  <a:pt x="1236" y="8012"/>
                </a:cubicBezTo>
                <a:cubicBezTo>
                  <a:pt x="960" y="8847"/>
                  <a:pt x="1198" y="9767"/>
                  <a:pt x="1844" y="10364"/>
                </a:cubicBezTo>
                <a:cubicBezTo>
                  <a:pt x="752" y="10921"/>
                  <a:pt x="0" y="12057"/>
                  <a:pt x="0" y="13365"/>
                </a:cubicBezTo>
                <a:lnTo>
                  <a:pt x="0" y="15929"/>
                </a:lnTo>
                <a:cubicBezTo>
                  <a:pt x="0" y="16194"/>
                  <a:pt x="216" y="16410"/>
                  <a:pt x="482" y="16410"/>
                </a:cubicBezTo>
                <a:lnTo>
                  <a:pt x="6251" y="16410"/>
                </a:lnTo>
                <a:cubicBezTo>
                  <a:pt x="6517" y="16410"/>
                  <a:pt x="6732" y="16194"/>
                  <a:pt x="6732" y="15929"/>
                </a:cubicBezTo>
                <a:lnTo>
                  <a:pt x="6732" y="13365"/>
                </a:lnTo>
                <a:cubicBezTo>
                  <a:pt x="6732" y="13204"/>
                  <a:pt x="6721" y="13044"/>
                  <a:pt x="6697" y="12885"/>
                </a:cubicBezTo>
                <a:lnTo>
                  <a:pt x="7854" y="12885"/>
                </a:lnTo>
                <a:cubicBezTo>
                  <a:pt x="8556" y="12885"/>
                  <a:pt x="9156" y="12378"/>
                  <a:pt x="9275" y="11687"/>
                </a:cubicBezTo>
                <a:cubicBezTo>
                  <a:pt x="9393" y="10994"/>
                  <a:pt x="8997" y="10317"/>
                  <a:pt x="8335" y="10083"/>
                </a:cubicBezTo>
                <a:lnTo>
                  <a:pt x="8335" y="4808"/>
                </a:lnTo>
                <a:lnTo>
                  <a:pt x="13944" y="4808"/>
                </a:lnTo>
                <a:cubicBezTo>
                  <a:pt x="14327" y="4807"/>
                  <a:pt x="14557" y="4379"/>
                  <a:pt x="14343" y="4060"/>
                </a:cubicBezTo>
                <a:lnTo>
                  <a:pt x="13239" y="2404"/>
                </a:lnTo>
                <a:lnTo>
                  <a:pt x="14343" y="747"/>
                </a:lnTo>
                <a:cubicBezTo>
                  <a:pt x="14557" y="429"/>
                  <a:pt x="14328" y="0"/>
                  <a:pt x="13945" y="0"/>
                </a:cubicBezTo>
                <a:cubicBezTo>
                  <a:pt x="13945" y="0"/>
                  <a:pt x="13944" y="0"/>
                  <a:pt x="13944" y="0"/>
                </a:cubicBezTo>
                <a:lnTo>
                  <a:pt x="7854" y="0"/>
                </a:lnTo>
                <a:cubicBezTo>
                  <a:pt x="7853" y="0"/>
                  <a:pt x="7852" y="0"/>
                  <a:pt x="78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0" name="Google Shape;20050;p93"/>
          <p:cNvSpPr/>
          <p:nvPr/>
        </p:nvSpPr>
        <p:spPr>
          <a:xfrm>
            <a:off x="5546225" y="3438924"/>
            <a:ext cx="354849" cy="354849"/>
          </a:xfrm>
          <a:custGeom>
            <a:rect b="b" l="l" r="r" t="t"/>
            <a:pathLst>
              <a:path extrusionOk="0" h="16413" w="16413">
                <a:moveTo>
                  <a:pt x="7727" y="977"/>
                </a:moveTo>
                <a:lnTo>
                  <a:pt x="7725" y="3260"/>
                </a:lnTo>
                <a:cubicBezTo>
                  <a:pt x="7182" y="3313"/>
                  <a:pt x="6649" y="3457"/>
                  <a:pt x="6151" y="3684"/>
                </a:cubicBezTo>
                <a:lnTo>
                  <a:pt x="5009" y="1702"/>
                </a:lnTo>
                <a:cubicBezTo>
                  <a:pt x="5858" y="1285"/>
                  <a:pt x="6781" y="1037"/>
                  <a:pt x="7727" y="977"/>
                </a:cubicBezTo>
                <a:close/>
                <a:moveTo>
                  <a:pt x="8687" y="977"/>
                </a:moveTo>
                <a:cubicBezTo>
                  <a:pt x="9632" y="1037"/>
                  <a:pt x="10556" y="1285"/>
                  <a:pt x="11405" y="1702"/>
                </a:cubicBezTo>
                <a:lnTo>
                  <a:pt x="10262" y="3684"/>
                </a:lnTo>
                <a:cubicBezTo>
                  <a:pt x="9764" y="3457"/>
                  <a:pt x="9232" y="3313"/>
                  <a:pt x="8687" y="3260"/>
                </a:cubicBezTo>
                <a:lnTo>
                  <a:pt x="8687" y="977"/>
                </a:lnTo>
                <a:close/>
                <a:moveTo>
                  <a:pt x="12237" y="2184"/>
                </a:moveTo>
                <a:cubicBezTo>
                  <a:pt x="13022" y="2713"/>
                  <a:pt x="13697" y="3388"/>
                  <a:pt x="14227" y="4173"/>
                </a:cubicBezTo>
                <a:lnTo>
                  <a:pt x="14227" y="4174"/>
                </a:lnTo>
                <a:lnTo>
                  <a:pt x="12247" y="5317"/>
                </a:lnTo>
                <a:cubicBezTo>
                  <a:pt x="11928" y="4873"/>
                  <a:pt x="11539" y="4483"/>
                  <a:pt x="11093" y="4164"/>
                </a:cubicBezTo>
                <a:lnTo>
                  <a:pt x="12237" y="2184"/>
                </a:lnTo>
                <a:close/>
                <a:moveTo>
                  <a:pt x="4175" y="2184"/>
                </a:moveTo>
                <a:lnTo>
                  <a:pt x="5319" y="4166"/>
                </a:lnTo>
                <a:cubicBezTo>
                  <a:pt x="4874" y="4483"/>
                  <a:pt x="4486" y="4873"/>
                  <a:pt x="4167" y="5318"/>
                </a:cubicBezTo>
                <a:lnTo>
                  <a:pt x="2187" y="4174"/>
                </a:lnTo>
                <a:cubicBezTo>
                  <a:pt x="2450" y="3782"/>
                  <a:pt x="2750" y="3417"/>
                  <a:pt x="3084" y="3083"/>
                </a:cubicBezTo>
                <a:cubicBezTo>
                  <a:pt x="3418" y="2749"/>
                  <a:pt x="3783" y="2448"/>
                  <a:pt x="4175" y="2184"/>
                </a:cubicBezTo>
                <a:close/>
                <a:moveTo>
                  <a:pt x="1703" y="5006"/>
                </a:moveTo>
                <a:lnTo>
                  <a:pt x="1705" y="5008"/>
                </a:lnTo>
                <a:lnTo>
                  <a:pt x="3685" y="6150"/>
                </a:lnTo>
                <a:cubicBezTo>
                  <a:pt x="3458" y="6648"/>
                  <a:pt x="3314" y="7179"/>
                  <a:pt x="3263" y="7724"/>
                </a:cubicBezTo>
                <a:lnTo>
                  <a:pt x="978" y="7724"/>
                </a:lnTo>
                <a:cubicBezTo>
                  <a:pt x="1038" y="6780"/>
                  <a:pt x="1286" y="5856"/>
                  <a:pt x="1703" y="5006"/>
                </a:cubicBezTo>
                <a:close/>
                <a:moveTo>
                  <a:pt x="14711" y="5006"/>
                </a:moveTo>
                <a:cubicBezTo>
                  <a:pt x="15128" y="5856"/>
                  <a:pt x="15374" y="6780"/>
                  <a:pt x="15436" y="7726"/>
                </a:cubicBezTo>
                <a:lnTo>
                  <a:pt x="13151" y="7726"/>
                </a:lnTo>
                <a:cubicBezTo>
                  <a:pt x="13098" y="7181"/>
                  <a:pt x="12956" y="6648"/>
                  <a:pt x="12729" y="6151"/>
                </a:cubicBezTo>
                <a:lnTo>
                  <a:pt x="14711" y="5006"/>
                </a:lnTo>
                <a:close/>
                <a:moveTo>
                  <a:pt x="8207" y="6122"/>
                </a:moveTo>
                <a:cubicBezTo>
                  <a:pt x="8499" y="6122"/>
                  <a:pt x="8786" y="6236"/>
                  <a:pt x="9001" y="6450"/>
                </a:cubicBezTo>
                <a:cubicBezTo>
                  <a:pt x="9321" y="6771"/>
                  <a:pt x="9418" y="7254"/>
                  <a:pt x="9244" y="7673"/>
                </a:cubicBezTo>
                <a:cubicBezTo>
                  <a:pt x="9070" y="8092"/>
                  <a:pt x="8661" y="8366"/>
                  <a:pt x="8207" y="8366"/>
                </a:cubicBezTo>
                <a:cubicBezTo>
                  <a:pt x="7588" y="8366"/>
                  <a:pt x="7087" y="7863"/>
                  <a:pt x="7085" y="7244"/>
                </a:cubicBezTo>
                <a:cubicBezTo>
                  <a:pt x="7085" y="6790"/>
                  <a:pt x="7359" y="6381"/>
                  <a:pt x="7778" y="6207"/>
                </a:cubicBezTo>
                <a:cubicBezTo>
                  <a:pt x="7917" y="6150"/>
                  <a:pt x="8062" y="6122"/>
                  <a:pt x="8207" y="6122"/>
                </a:cubicBezTo>
                <a:close/>
                <a:moveTo>
                  <a:pt x="8207" y="4199"/>
                </a:moveTo>
                <a:cubicBezTo>
                  <a:pt x="10417" y="4199"/>
                  <a:pt x="12214" y="5996"/>
                  <a:pt x="12214" y="8206"/>
                </a:cubicBezTo>
                <a:cubicBezTo>
                  <a:pt x="12214" y="9086"/>
                  <a:pt x="11924" y="9941"/>
                  <a:pt x="11388" y="10638"/>
                </a:cubicBezTo>
                <a:cubicBezTo>
                  <a:pt x="11098" y="9796"/>
                  <a:pt x="10487" y="9102"/>
                  <a:pt x="9688" y="8708"/>
                </a:cubicBezTo>
                <a:cubicBezTo>
                  <a:pt x="10278" y="8111"/>
                  <a:pt x="10453" y="7216"/>
                  <a:pt x="10130" y="6440"/>
                </a:cubicBezTo>
                <a:cubicBezTo>
                  <a:pt x="9805" y="5664"/>
                  <a:pt x="9048" y="5158"/>
                  <a:pt x="8207" y="5158"/>
                </a:cubicBezTo>
                <a:cubicBezTo>
                  <a:pt x="7365" y="5158"/>
                  <a:pt x="6608" y="5664"/>
                  <a:pt x="6284" y="6440"/>
                </a:cubicBezTo>
                <a:cubicBezTo>
                  <a:pt x="5961" y="7216"/>
                  <a:pt x="6135" y="8111"/>
                  <a:pt x="6725" y="8708"/>
                </a:cubicBezTo>
                <a:cubicBezTo>
                  <a:pt x="5927" y="9102"/>
                  <a:pt x="5316" y="9796"/>
                  <a:pt x="5026" y="10638"/>
                </a:cubicBezTo>
                <a:cubicBezTo>
                  <a:pt x="4490" y="9941"/>
                  <a:pt x="4200" y="9086"/>
                  <a:pt x="4200" y="8206"/>
                </a:cubicBezTo>
                <a:cubicBezTo>
                  <a:pt x="4200" y="5996"/>
                  <a:pt x="5999" y="4199"/>
                  <a:pt x="8207" y="4199"/>
                </a:cubicBezTo>
                <a:close/>
                <a:moveTo>
                  <a:pt x="3263" y="8686"/>
                </a:moveTo>
                <a:cubicBezTo>
                  <a:pt x="3314" y="9231"/>
                  <a:pt x="3458" y="9764"/>
                  <a:pt x="3685" y="10262"/>
                </a:cubicBezTo>
                <a:lnTo>
                  <a:pt x="1705" y="11404"/>
                </a:lnTo>
                <a:cubicBezTo>
                  <a:pt x="1286" y="10555"/>
                  <a:pt x="1040" y="9631"/>
                  <a:pt x="980" y="8686"/>
                </a:cubicBezTo>
                <a:close/>
                <a:moveTo>
                  <a:pt x="15436" y="8686"/>
                </a:moveTo>
                <a:cubicBezTo>
                  <a:pt x="15374" y="9631"/>
                  <a:pt x="15128" y="10555"/>
                  <a:pt x="14711" y="11404"/>
                </a:cubicBezTo>
                <a:lnTo>
                  <a:pt x="12729" y="10262"/>
                </a:lnTo>
                <a:cubicBezTo>
                  <a:pt x="12956" y="9764"/>
                  <a:pt x="13100" y="9231"/>
                  <a:pt x="13153" y="8686"/>
                </a:cubicBezTo>
                <a:close/>
                <a:moveTo>
                  <a:pt x="8207" y="9328"/>
                </a:moveTo>
                <a:cubicBezTo>
                  <a:pt x="9415" y="9328"/>
                  <a:pt x="10436" y="10227"/>
                  <a:pt x="10588" y="11426"/>
                </a:cubicBezTo>
                <a:cubicBezTo>
                  <a:pt x="9881" y="11951"/>
                  <a:pt x="9044" y="12213"/>
                  <a:pt x="8207" y="12213"/>
                </a:cubicBezTo>
                <a:cubicBezTo>
                  <a:pt x="7370" y="12213"/>
                  <a:pt x="6533" y="11951"/>
                  <a:pt x="5826" y="11426"/>
                </a:cubicBezTo>
                <a:cubicBezTo>
                  <a:pt x="5978" y="10227"/>
                  <a:pt x="6999" y="9328"/>
                  <a:pt x="8207" y="9328"/>
                </a:cubicBezTo>
                <a:close/>
                <a:moveTo>
                  <a:pt x="12247" y="11092"/>
                </a:moveTo>
                <a:lnTo>
                  <a:pt x="14227" y="12236"/>
                </a:lnTo>
                <a:cubicBezTo>
                  <a:pt x="13964" y="12627"/>
                  <a:pt x="13664" y="12993"/>
                  <a:pt x="13330" y="13327"/>
                </a:cubicBezTo>
                <a:lnTo>
                  <a:pt x="13328" y="13327"/>
                </a:lnTo>
                <a:cubicBezTo>
                  <a:pt x="12994" y="13661"/>
                  <a:pt x="12630" y="13961"/>
                  <a:pt x="12237" y="14225"/>
                </a:cubicBezTo>
                <a:lnTo>
                  <a:pt x="11095" y="12245"/>
                </a:lnTo>
                <a:cubicBezTo>
                  <a:pt x="11539" y="11926"/>
                  <a:pt x="11928" y="11536"/>
                  <a:pt x="12247" y="11092"/>
                </a:cubicBezTo>
                <a:close/>
                <a:moveTo>
                  <a:pt x="4167" y="11092"/>
                </a:moveTo>
                <a:cubicBezTo>
                  <a:pt x="4484" y="11536"/>
                  <a:pt x="4874" y="11926"/>
                  <a:pt x="5319" y="12245"/>
                </a:cubicBezTo>
                <a:lnTo>
                  <a:pt x="4175" y="14226"/>
                </a:lnTo>
                <a:cubicBezTo>
                  <a:pt x="3390" y="13696"/>
                  <a:pt x="2715" y="13021"/>
                  <a:pt x="2185" y="12236"/>
                </a:cubicBezTo>
                <a:lnTo>
                  <a:pt x="4167" y="11092"/>
                </a:lnTo>
                <a:close/>
                <a:moveTo>
                  <a:pt x="6151" y="12728"/>
                </a:moveTo>
                <a:cubicBezTo>
                  <a:pt x="6649" y="12955"/>
                  <a:pt x="7180" y="13097"/>
                  <a:pt x="7725" y="13150"/>
                </a:cubicBezTo>
                <a:lnTo>
                  <a:pt x="7727" y="13150"/>
                </a:lnTo>
                <a:lnTo>
                  <a:pt x="7727" y="15433"/>
                </a:lnTo>
                <a:cubicBezTo>
                  <a:pt x="6781" y="15373"/>
                  <a:pt x="5858" y="15127"/>
                  <a:pt x="5007" y="14708"/>
                </a:cubicBezTo>
                <a:lnTo>
                  <a:pt x="6151" y="12728"/>
                </a:lnTo>
                <a:close/>
                <a:moveTo>
                  <a:pt x="10262" y="12728"/>
                </a:moveTo>
                <a:lnTo>
                  <a:pt x="11405" y="14708"/>
                </a:lnTo>
                <a:cubicBezTo>
                  <a:pt x="10556" y="15127"/>
                  <a:pt x="9632" y="15373"/>
                  <a:pt x="8687" y="15433"/>
                </a:cubicBezTo>
                <a:lnTo>
                  <a:pt x="8687" y="13150"/>
                </a:lnTo>
                <a:cubicBezTo>
                  <a:pt x="9232" y="13097"/>
                  <a:pt x="9765" y="12955"/>
                  <a:pt x="10262" y="12728"/>
                </a:cubicBezTo>
                <a:close/>
                <a:moveTo>
                  <a:pt x="8206" y="1"/>
                </a:moveTo>
                <a:cubicBezTo>
                  <a:pt x="6013" y="1"/>
                  <a:pt x="3953" y="854"/>
                  <a:pt x="2403" y="2404"/>
                </a:cubicBezTo>
                <a:cubicBezTo>
                  <a:pt x="852" y="3953"/>
                  <a:pt x="0" y="6014"/>
                  <a:pt x="0" y="8206"/>
                </a:cubicBezTo>
                <a:cubicBezTo>
                  <a:pt x="0" y="10398"/>
                  <a:pt x="852" y="12459"/>
                  <a:pt x="2403" y="14010"/>
                </a:cubicBezTo>
                <a:cubicBezTo>
                  <a:pt x="3953" y="15560"/>
                  <a:pt x="6013" y="16413"/>
                  <a:pt x="8206" y="16413"/>
                </a:cubicBezTo>
                <a:cubicBezTo>
                  <a:pt x="10398" y="16413"/>
                  <a:pt x="12458" y="15559"/>
                  <a:pt x="14009" y="14010"/>
                </a:cubicBezTo>
                <a:cubicBezTo>
                  <a:pt x="15559" y="12460"/>
                  <a:pt x="16412" y="10398"/>
                  <a:pt x="16412" y="8206"/>
                </a:cubicBezTo>
                <a:cubicBezTo>
                  <a:pt x="16412" y="6014"/>
                  <a:pt x="15559" y="3955"/>
                  <a:pt x="14009" y="2404"/>
                </a:cubicBezTo>
                <a:cubicBezTo>
                  <a:pt x="12458" y="854"/>
                  <a:pt x="10398" y="1"/>
                  <a:pt x="8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051" name="Google Shape;20051;p93"/>
          <p:cNvGrpSpPr/>
          <p:nvPr/>
        </p:nvGrpSpPr>
        <p:grpSpPr>
          <a:xfrm>
            <a:off x="4838941" y="3438804"/>
            <a:ext cx="259808" cy="354849"/>
            <a:chOff x="3291625" y="3507475"/>
            <a:chExt cx="300425" cy="410325"/>
          </a:xfrm>
        </p:grpSpPr>
        <p:sp>
          <p:nvSpPr>
            <p:cNvPr id="20052" name="Google Shape;20052;p93"/>
            <p:cNvSpPr/>
            <p:nvPr/>
          </p:nvSpPr>
          <p:spPr>
            <a:xfrm>
              <a:off x="3291625" y="3507475"/>
              <a:ext cx="300425" cy="410325"/>
            </a:xfrm>
            <a:custGeom>
              <a:rect b="b" l="l" r="r" t="t"/>
              <a:pathLst>
                <a:path extrusionOk="0" h="16413" w="12017">
                  <a:moveTo>
                    <a:pt x="6008" y="962"/>
                  </a:moveTo>
                  <a:cubicBezTo>
                    <a:pt x="6300" y="962"/>
                    <a:pt x="6587" y="1076"/>
                    <a:pt x="6802" y="1290"/>
                  </a:cubicBezTo>
                  <a:cubicBezTo>
                    <a:pt x="7122" y="1611"/>
                    <a:pt x="7219" y="2094"/>
                    <a:pt x="7045" y="2513"/>
                  </a:cubicBezTo>
                  <a:cubicBezTo>
                    <a:pt x="6872" y="2932"/>
                    <a:pt x="6462" y="3206"/>
                    <a:pt x="6008" y="3206"/>
                  </a:cubicBezTo>
                  <a:cubicBezTo>
                    <a:pt x="5390" y="3204"/>
                    <a:pt x="4887" y="2704"/>
                    <a:pt x="4886" y="2084"/>
                  </a:cubicBezTo>
                  <a:cubicBezTo>
                    <a:pt x="4886" y="1630"/>
                    <a:pt x="5160" y="1222"/>
                    <a:pt x="5579" y="1047"/>
                  </a:cubicBezTo>
                  <a:cubicBezTo>
                    <a:pt x="5717" y="990"/>
                    <a:pt x="5863" y="962"/>
                    <a:pt x="6008" y="962"/>
                  </a:cubicBezTo>
                  <a:close/>
                  <a:moveTo>
                    <a:pt x="6008" y="4168"/>
                  </a:moveTo>
                  <a:cubicBezTo>
                    <a:pt x="7280" y="4168"/>
                    <a:pt x="8325" y="5160"/>
                    <a:pt x="8407" y="6412"/>
                  </a:cubicBezTo>
                  <a:lnTo>
                    <a:pt x="3610" y="6412"/>
                  </a:lnTo>
                  <a:cubicBezTo>
                    <a:pt x="3692" y="5160"/>
                    <a:pt x="4737" y="4168"/>
                    <a:pt x="6008" y="4168"/>
                  </a:cubicBezTo>
                  <a:close/>
                  <a:moveTo>
                    <a:pt x="10791" y="7372"/>
                  </a:moveTo>
                  <a:lnTo>
                    <a:pt x="10470" y="8334"/>
                  </a:lnTo>
                  <a:lnTo>
                    <a:pt x="1547" y="8334"/>
                  </a:lnTo>
                  <a:lnTo>
                    <a:pt x="1226" y="7372"/>
                  </a:lnTo>
                  <a:close/>
                  <a:moveTo>
                    <a:pt x="9304" y="9297"/>
                  </a:moveTo>
                  <a:lnTo>
                    <a:pt x="8473" y="15452"/>
                  </a:lnTo>
                  <a:lnTo>
                    <a:pt x="3545" y="15452"/>
                  </a:lnTo>
                  <a:lnTo>
                    <a:pt x="2713" y="9297"/>
                  </a:lnTo>
                  <a:close/>
                  <a:moveTo>
                    <a:pt x="6009" y="0"/>
                  </a:moveTo>
                  <a:cubicBezTo>
                    <a:pt x="5167" y="0"/>
                    <a:pt x="4409" y="505"/>
                    <a:pt x="4085" y="1282"/>
                  </a:cubicBezTo>
                  <a:cubicBezTo>
                    <a:pt x="3761" y="2058"/>
                    <a:pt x="3937" y="2953"/>
                    <a:pt x="4529" y="3550"/>
                  </a:cubicBezTo>
                  <a:cubicBezTo>
                    <a:pt x="3458" y="4077"/>
                    <a:pt x="2707" y="5155"/>
                    <a:pt x="2647" y="6413"/>
                  </a:cubicBezTo>
                  <a:lnTo>
                    <a:pt x="1682" y="6413"/>
                  </a:lnTo>
                  <a:lnTo>
                    <a:pt x="1682" y="4306"/>
                  </a:lnTo>
                  <a:lnTo>
                    <a:pt x="2698" y="3796"/>
                  </a:lnTo>
                  <a:cubicBezTo>
                    <a:pt x="2935" y="3677"/>
                    <a:pt x="3032" y="3389"/>
                    <a:pt x="2913" y="3152"/>
                  </a:cubicBezTo>
                  <a:cubicBezTo>
                    <a:pt x="2829" y="2983"/>
                    <a:pt x="2659" y="2886"/>
                    <a:pt x="2482" y="2886"/>
                  </a:cubicBezTo>
                  <a:cubicBezTo>
                    <a:pt x="2410" y="2886"/>
                    <a:pt x="2336" y="2902"/>
                    <a:pt x="2268" y="2936"/>
                  </a:cubicBezTo>
                  <a:lnTo>
                    <a:pt x="986" y="3576"/>
                  </a:lnTo>
                  <a:cubicBezTo>
                    <a:pt x="824" y="3658"/>
                    <a:pt x="721" y="3825"/>
                    <a:pt x="721" y="4007"/>
                  </a:cubicBezTo>
                  <a:lnTo>
                    <a:pt x="721" y="6412"/>
                  </a:lnTo>
                  <a:lnTo>
                    <a:pt x="560" y="6412"/>
                  </a:lnTo>
                  <a:cubicBezTo>
                    <a:pt x="232" y="6412"/>
                    <a:pt x="1" y="6732"/>
                    <a:pt x="105" y="7044"/>
                  </a:cubicBezTo>
                  <a:lnTo>
                    <a:pt x="745" y="8967"/>
                  </a:lnTo>
                  <a:cubicBezTo>
                    <a:pt x="810" y="9163"/>
                    <a:pt x="995" y="9295"/>
                    <a:pt x="1201" y="9295"/>
                  </a:cubicBezTo>
                  <a:lnTo>
                    <a:pt x="1743" y="9295"/>
                  </a:lnTo>
                  <a:lnTo>
                    <a:pt x="2574" y="15452"/>
                  </a:lnTo>
                  <a:lnTo>
                    <a:pt x="881" y="15452"/>
                  </a:lnTo>
                  <a:cubicBezTo>
                    <a:pt x="877" y="15452"/>
                    <a:pt x="874" y="15452"/>
                    <a:pt x="870" y="15452"/>
                  </a:cubicBezTo>
                  <a:cubicBezTo>
                    <a:pt x="605" y="15452"/>
                    <a:pt x="390" y="15666"/>
                    <a:pt x="390" y="15932"/>
                  </a:cubicBezTo>
                  <a:cubicBezTo>
                    <a:pt x="390" y="16198"/>
                    <a:pt x="605" y="16413"/>
                    <a:pt x="870" y="16413"/>
                  </a:cubicBezTo>
                  <a:cubicBezTo>
                    <a:pt x="874" y="16413"/>
                    <a:pt x="877" y="16412"/>
                    <a:pt x="881" y="16412"/>
                  </a:cubicBezTo>
                  <a:lnTo>
                    <a:pt x="11138" y="16412"/>
                  </a:lnTo>
                  <a:cubicBezTo>
                    <a:pt x="11399" y="16408"/>
                    <a:pt x="11608" y="16194"/>
                    <a:pt x="11608" y="15932"/>
                  </a:cubicBezTo>
                  <a:cubicBezTo>
                    <a:pt x="11608" y="15670"/>
                    <a:pt x="11399" y="15456"/>
                    <a:pt x="11138" y="15452"/>
                  </a:cubicBezTo>
                  <a:lnTo>
                    <a:pt x="9443" y="15452"/>
                  </a:lnTo>
                  <a:lnTo>
                    <a:pt x="10275" y="9297"/>
                  </a:lnTo>
                  <a:lnTo>
                    <a:pt x="10817" y="9297"/>
                  </a:lnTo>
                  <a:cubicBezTo>
                    <a:pt x="11024" y="9297"/>
                    <a:pt x="11207" y="9165"/>
                    <a:pt x="11273" y="8969"/>
                  </a:cubicBezTo>
                  <a:lnTo>
                    <a:pt x="11913" y="7044"/>
                  </a:lnTo>
                  <a:cubicBezTo>
                    <a:pt x="12017" y="6734"/>
                    <a:pt x="11785" y="6412"/>
                    <a:pt x="11457" y="6412"/>
                  </a:cubicBezTo>
                  <a:lnTo>
                    <a:pt x="11296" y="6412"/>
                  </a:lnTo>
                  <a:lnTo>
                    <a:pt x="11296" y="4008"/>
                  </a:lnTo>
                  <a:cubicBezTo>
                    <a:pt x="11297" y="3825"/>
                    <a:pt x="11193" y="3660"/>
                    <a:pt x="11031" y="3578"/>
                  </a:cubicBezTo>
                  <a:lnTo>
                    <a:pt x="9750" y="2938"/>
                  </a:lnTo>
                  <a:cubicBezTo>
                    <a:pt x="9680" y="2903"/>
                    <a:pt x="9607" y="2886"/>
                    <a:pt x="9534" y="2886"/>
                  </a:cubicBezTo>
                  <a:cubicBezTo>
                    <a:pt x="9358" y="2886"/>
                    <a:pt x="9189" y="2984"/>
                    <a:pt x="9104" y="3152"/>
                  </a:cubicBezTo>
                  <a:cubicBezTo>
                    <a:pt x="8985" y="3390"/>
                    <a:pt x="9082" y="3679"/>
                    <a:pt x="9319" y="3798"/>
                  </a:cubicBezTo>
                  <a:lnTo>
                    <a:pt x="10335" y="4306"/>
                  </a:lnTo>
                  <a:lnTo>
                    <a:pt x="10335" y="6413"/>
                  </a:lnTo>
                  <a:lnTo>
                    <a:pt x="9370" y="6413"/>
                  </a:lnTo>
                  <a:cubicBezTo>
                    <a:pt x="9312" y="5155"/>
                    <a:pt x="8559" y="4077"/>
                    <a:pt x="7488" y="3550"/>
                  </a:cubicBezTo>
                  <a:cubicBezTo>
                    <a:pt x="8080" y="2953"/>
                    <a:pt x="8256" y="2058"/>
                    <a:pt x="7932" y="1282"/>
                  </a:cubicBezTo>
                  <a:cubicBezTo>
                    <a:pt x="7608" y="505"/>
                    <a:pt x="6850" y="0"/>
                    <a:pt x="6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3" name="Google Shape;20053;p93"/>
            <p:cNvSpPr/>
            <p:nvPr/>
          </p:nvSpPr>
          <p:spPr>
            <a:xfrm>
              <a:off x="3387875" y="3763925"/>
              <a:ext cx="107875" cy="105775"/>
            </a:xfrm>
            <a:custGeom>
              <a:rect b="b" l="l" r="r" t="t"/>
              <a:pathLst>
                <a:path extrusionOk="0" h="4231" w="4315">
                  <a:moveTo>
                    <a:pt x="3252" y="961"/>
                  </a:moveTo>
                  <a:lnTo>
                    <a:pt x="2944" y="3269"/>
                  </a:lnTo>
                  <a:lnTo>
                    <a:pt x="1373" y="3269"/>
                  </a:lnTo>
                  <a:lnTo>
                    <a:pt x="1065" y="961"/>
                  </a:lnTo>
                  <a:close/>
                  <a:moveTo>
                    <a:pt x="515" y="1"/>
                  </a:moveTo>
                  <a:cubicBezTo>
                    <a:pt x="225" y="1"/>
                    <a:pt x="1" y="257"/>
                    <a:pt x="39" y="544"/>
                  </a:cubicBezTo>
                  <a:lnTo>
                    <a:pt x="477" y="3814"/>
                  </a:lnTo>
                  <a:cubicBezTo>
                    <a:pt x="507" y="4053"/>
                    <a:pt x="711" y="4230"/>
                    <a:pt x="953" y="4230"/>
                  </a:cubicBezTo>
                  <a:lnTo>
                    <a:pt x="3365" y="4230"/>
                  </a:lnTo>
                  <a:cubicBezTo>
                    <a:pt x="3605" y="4230"/>
                    <a:pt x="3808" y="4053"/>
                    <a:pt x="3840" y="3814"/>
                  </a:cubicBezTo>
                  <a:lnTo>
                    <a:pt x="4277" y="544"/>
                  </a:lnTo>
                  <a:cubicBezTo>
                    <a:pt x="4315" y="257"/>
                    <a:pt x="4092" y="1"/>
                    <a:pt x="38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54" name="Google Shape;20054;p93"/>
          <p:cNvGrpSpPr/>
          <p:nvPr/>
        </p:nvGrpSpPr>
        <p:grpSpPr>
          <a:xfrm>
            <a:off x="4034409" y="3438803"/>
            <a:ext cx="353444" cy="354849"/>
            <a:chOff x="2733800" y="3534200"/>
            <a:chExt cx="408700" cy="410325"/>
          </a:xfrm>
        </p:grpSpPr>
        <p:sp>
          <p:nvSpPr>
            <p:cNvPr id="20055" name="Google Shape;20055;p93"/>
            <p:cNvSpPr/>
            <p:nvPr/>
          </p:nvSpPr>
          <p:spPr>
            <a:xfrm>
              <a:off x="2733800" y="3784175"/>
              <a:ext cx="408700" cy="160350"/>
            </a:xfrm>
            <a:custGeom>
              <a:rect b="b" l="l" r="r" t="t"/>
              <a:pathLst>
                <a:path extrusionOk="0" h="6414" w="16348">
                  <a:moveTo>
                    <a:pt x="3045" y="965"/>
                  </a:moveTo>
                  <a:cubicBezTo>
                    <a:pt x="3295" y="965"/>
                    <a:pt x="3542" y="1062"/>
                    <a:pt x="3725" y="1247"/>
                  </a:cubicBezTo>
                  <a:cubicBezTo>
                    <a:pt x="4000" y="1521"/>
                    <a:pt x="4082" y="1935"/>
                    <a:pt x="3934" y="2294"/>
                  </a:cubicBezTo>
                  <a:cubicBezTo>
                    <a:pt x="3785" y="2654"/>
                    <a:pt x="3435" y="2889"/>
                    <a:pt x="3046" y="2889"/>
                  </a:cubicBezTo>
                  <a:cubicBezTo>
                    <a:pt x="2515" y="2887"/>
                    <a:pt x="2085" y="2457"/>
                    <a:pt x="2083" y="1926"/>
                  </a:cubicBezTo>
                  <a:cubicBezTo>
                    <a:pt x="2085" y="1537"/>
                    <a:pt x="2318" y="1187"/>
                    <a:pt x="2678" y="1037"/>
                  </a:cubicBezTo>
                  <a:cubicBezTo>
                    <a:pt x="2796" y="989"/>
                    <a:pt x="2921" y="965"/>
                    <a:pt x="3045" y="965"/>
                  </a:cubicBezTo>
                  <a:close/>
                  <a:moveTo>
                    <a:pt x="8173" y="965"/>
                  </a:moveTo>
                  <a:cubicBezTo>
                    <a:pt x="8423" y="965"/>
                    <a:pt x="8669" y="1062"/>
                    <a:pt x="8854" y="1247"/>
                  </a:cubicBezTo>
                  <a:cubicBezTo>
                    <a:pt x="9129" y="1521"/>
                    <a:pt x="9211" y="1935"/>
                    <a:pt x="9063" y="2294"/>
                  </a:cubicBezTo>
                  <a:cubicBezTo>
                    <a:pt x="8914" y="2654"/>
                    <a:pt x="8564" y="2889"/>
                    <a:pt x="8174" y="2889"/>
                  </a:cubicBezTo>
                  <a:cubicBezTo>
                    <a:pt x="7644" y="2887"/>
                    <a:pt x="7213" y="2457"/>
                    <a:pt x="7212" y="1926"/>
                  </a:cubicBezTo>
                  <a:cubicBezTo>
                    <a:pt x="7212" y="1537"/>
                    <a:pt x="7446" y="1187"/>
                    <a:pt x="7807" y="1037"/>
                  </a:cubicBezTo>
                  <a:cubicBezTo>
                    <a:pt x="7925" y="989"/>
                    <a:pt x="8050" y="965"/>
                    <a:pt x="8173" y="965"/>
                  </a:cubicBezTo>
                  <a:close/>
                  <a:moveTo>
                    <a:pt x="13302" y="965"/>
                  </a:moveTo>
                  <a:cubicBezTo>
                    <a:pt x="13552" y="965"/>
                    <a:pt x="13798" y="1062"/>
                    <a:pt x="13982" y="1247"/>
                  </a:cubicBezTo>
                  <a:cubicBezTo>
                    <a:pt x="14258" y="1521"/>
                    <a:pt x="14340" y="1935"/>
                    <a:pt x="14192" y="2294"/>
                  </a:cubicBezTo>
                  <a:cubicBezTo>
                    <a:pt x="14042" y="2654"/>
                    <a:pt x="13691" y="2889"/>
                    <a:pt x="13303" y="2889"/>
                  </a:cubicBezTo>
                  <a:cubicBezTo>
                    <a:pt x="12771" y="2887"/>
                    <a:pt x="12342" y="2457"/>
                    <a:pt x="12341" y="1926"/>
                  </a:cubicBezTo>
                  <a:cubicBezTo>
                    <a:pt x="12341" y="1537"/>
                    <a:pt x="12575" y="1187"/>
                    <a:pt x="12935" y="1037"/>
                  </a:cubicBezTo>
                  <a:cubicBezTo>
                    <a:pt x="13054" y="989"/>
                    <a:pt x="13178" y="965"/>
                    <a:pt x="13302" y="965"/>
                  </a:cubicBezTo>
                  <a:close/>
                  <a:moveTo>
                    <a:pt x="3046" y="3849"/>
                  </a:moveTo>
                  <a:cubicBezTo>
                    <a:pt x="4011" y="3849"/>
                    <a:pt x="4850" y="4513"/>
                    <a:pt x="5072" y="5451"/>
                  </a:cubicBezTo>
                  <a:lnTo>
                    <a:pt x="1019" y="5451"/>
                  </a:lnTo>
                  <a:cubicBezTo>
                    <a:pt x="1241" y="4513"/>
                    <a:pt x="2080" y="3849"/>
                    <a:pt x="3046" y="3849"/>
                  </a:cubicBezTo>
                  <a:close/>
                  <a:moveTo>
                    <a:pt x="8174" y="3849"/>
                  </a:moveTo>
                  <a:cubicBezTo>
                    <a:pt x="9139" y="3849"/>
                    <a:pt x="9978" y="4513"/>
                    <a:pt x="10201" y="5451"/>
                  </a:cubicBezTo>
                  <a:lnTo>
                    <a:pt x="6146" y="5451"/>
                  </a:lnTo>
                  <a:cubicBezTo>
                    <a:pt x="6370" y="4513"/>
                    <a:pt x="7209" y="3849"/>
                    <a:pt x="8174" y="3849"/>
                  </a:cubicBezTo>
                  <a:close/>
                  <a:moveTo>
                    <a:pt x="13303" y="3849"/>
                  </a:moveTo>
                  <a:cubicBezTo>
                    <a:pt x="14268" y="3849"/>
                    <a:pt x="15107" y="4513"/>
                    <a:pt x="15330" y="5451"/>
                  </a:cubicBezTo>
                  <a:lnTo>
                    <a:pt x="11274" y="5451"/>
                  </a:lnTo>
                  <a:cubicBezTo>
                    <a:pt x="11498" y="4513"/>
                    <a:pt x="12338" y="3849"/>
                    <a:pt x="13303" y="3849"/>
                  </a:cubicBezTo>
                  <a:close/>
                  <a:moveTo>
                    <a:pt x="3046" y="1"/>
                  </a:moveTo>
                  <a:cubicBezTo>
                    <a:pt x="2281" y="1"/>
                    <a:pt x="1588" y="455"/>
                    <a:pt x="1282" y="1156"/>
                  </a:cubicBezTo>
                  <a:cubicBezTo>
                    <a:pt x="976" y="1858"/>
                    <a:pt x="1117" y="2673"/>
                    <a:pt x="1637" y="3234"/>
                  </a:cubicBezTo>
                  <a:cubicBezTo>
                    <a:pt x="632" y="3758"/>
                    <a:pt x="1" y="4798"/>
                    <a:pt x="1" y="5933"/>
                  </a:cubicBezTo>
                  <a:cubicBezTo>
                    <a:pt x="1" y="6198"/>
                    <a:pt x="216" y="6413"/>
                    <a:pt x="481" y="6413"/>
                  </a:cubicBezTo>
                  <a:lnTo>
                    <a:pt x="15867" y="6413"/>
                  </a:lnTo>
                  <a:cubicBezTo>
                    <a:pt x="16132" y="6413"/>
                    <a:pt x="16347" y="6198"/>
                    <a:pt x="16347" y="5933"/>
                  </a:cubicBezTo>
                  <a:cubicBezTo>
                    <a:pt x="16346" y="4798"/>
                    <a:pt x="15716" y="3758"/>
                    <a:pt x="14712" y="3234"/>
                  </a:cubicBezTo>
                  <a:cubicBezTo>
                    <a:pt x="15231" y="2673"/>
                    <a:pt x="15372" y="1858"/>
                    <a:pt x="15066" y="1156"/>
                  </a:cubicBezTo>
                  <a:cubicBezTo>
                    <a:pt x="14760" y="455"/>
                    <a:pt x="14067" y="1"/>
                    <a:pt x="13303" y="1"/>
                  </a:cubicBezTo>
                  <a:cubicBezTo>
                    <a:pt x="12537" y="1"/>
                    <a:pt x="11846" y="455"/>
                    <a:pt x="11539" y="1156"/>
                  </a:cubicBezTo>
                  <a:cubicBezTo>
                    <a:pt x="11233" y="1858"/>
                    <a:pt x="11373" y="2673"/>
                    <a:pt x="11894" y="3234"/>
                  </a:cubicBezTo>
                  <a:cubicBezTo>
                    <a:pt x="11424" y="3480"/>
                    <a:pt x="11025" y="3845"/>
                    <a:pt x="10738" y="4291"/>
                  </a:cubicBezTo>
                  <a:cubicBezTo>
                    <a:pt x="10451" y="3845"/>
                    <a:pt x="10053" y="3480"/>
                    <a:pt x="9583" y="3234"/>
                  </a:cubicBezTo>
                  <a:cubicBezTo>
                    <a:pt x="10104" y="2673"/>
                    <a:pt x="10243" y="1858"/>
                    <a:pt x="9937" y="1156"/>
                  </a:cubicBezTo>
                  <a:cubicBezTo>
                    <a:pt x="9631" y="455"/>
                    <a:pt x="8939" y="1"/>
                    <a:pt x="8174" y="1"/>
                  </a:cubicBezTo>
                  <a:cubicBezTo>
                    <a:pt x="7410" y="1"/>
                    <a:pt x="6717" y="455"/>
                    <a:pt x="6411" y="1156"/>
                  </a:cubicBezTo>
                  <a:cubicBezTo>
                    <a:pt x="6105" y="1858"/>
                    <a:pt x="6244" y="2673"/>
                    <a:pt x="6765" y="3234"/>
                  </a:cubicBezTo>
                  <a:cubicBezTo>
                    <a:pt x="6295" y="3480"/>
                    <a:pt x="5897" y="3845"/>
                    <a:pt x="5610" y="4291"/>
                  </a:cubicBezTo>
                  <a:cubicBezTo>
                    <a:pt x="5323" y="3845"/>
                    <a:pt x="4924" y="3480"/>
                    <a:pt x="4454" y="3234"/>
                  </a:cubicBezTo>
                  <a:cubicBezTo>
                    <a:pt x="4976" y="2673"/>
                    <a:pt x="5115" y="1858"/>
                    <a:pt x="4809" y="1156"/>
                  </a:cubicBezTo>
                  <a:cubicBezTo>
                    <a:pt x="4503" y="455"/>
                    <a:pt x="3811" y="1"/>
                    <a:pt x="30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6" name="Google Shape;20056;p93"/>
            <p:cNvSpPr/>
            <p:nvPr/>
          </p:nvSpPr>
          <p:spPr>
            <a:xfrm>
              <a:off x="2821725" y="3534200"/>
              <a:ext cx="232400" cy="224400"/>
            </a:xfrm>
            <a:custGeom>
              <a:rect b="b" l="l" r="r" t="t"/>
              <a:pathLst>
                <a:path extrusionOk="0" h="8976" w="9296">
                  <a:moveTo>
                    <a:pt x="4658" y="963"/>
                  </a:moveTo>
                  <a:cubicBezTo>
                    <a:pt x="4907" y="963"/>
                    <a:pt x="5153" y="1061"/>
                    <a:pt x="5337" y="1245"/>
                  </a:cubicBezTo>
                  <a:cubicBezTo>
                    <a:pt x="5612" y="1520"/>
                    <a:pt x="5694" y="1933"/>
                    <a:pt x="5546" y="2294"/>
                  </a:cubicBezTo>
                  <a:cubicBezTo>
                    <a:pt x="5397" y="2652"/>
                    <a:pt x="5047" y="2887"/>
                    <a:pt x="4657" y="2887"/>
                  </a:cubicBezTo>
                  <a:cubicBezTo>
                    <a:pt x="4127" y="2885"/>
                    <a:pt x="3696" y="2456"/>
                    <a:pt x="3695" y="1925"/>
                  </a:cubicBezTo>
                  <a:cubicBezTo>
                    <a:pt x="3695" y="1536"/>
                    <a:pt x="3929" y="1185"/>
                    <a:pt x="4290" y="1037"/>
                  </a:cubicBezTo>
                  <a:cubicBezTo>
                    <a:pt x="4409" y="988"/>
                    <a:pt x="4534" y="963"/>
                    <a:pt x="4658" y="963"/>
                  </a:cubicBezTo>
                  <a:close/>
                  <a:moveTo>
                    <a:pt x="4657" y="3849"/>
                  </a:moveTo>
                  <a:cubicBezTo>
                    <a:pt x="5622" y="3849"/>
                    <a:pt x="6461" y="4512"/>
                    <a:pt x="6685" y="5451"/>
                  </a:cubicBezTo>
                  <a:lnTo>
                    <a:pt x="2630" y="5451"/>
                  </a:lnTo>
                  <a:cubicBezTo>
                    <a:pt x="2854" y="4512"/>
                    <a:pt x="3692" y="3849"/>
                    <a:pt x="4657" y="3849"/>
                  </a:cubicBezTo>
                  <a:close/>
                  <a:moveTo>
                    <a:pt x="7381" y="6412"/>
                  </a:moveTo>
                  <a:lnTo>
                    <a:pt x="7381" y="8015"/>
                  </a:lnTo>
                  <a:lnTo>
                    <a:pt x="1933" y="8015"/>
                  </a:lnTo>
                  <a:lnTo>
                    <a:pt x="1933" y="6412"/>
                  </a:lnTo>
                  <a:close/>
                  <a:moveTo>
                    <a:pt x="4657" y="0"/>
                  </a:moveTo>
                  <a:cubicBezTo>
                    <a:pt x="3893" y="0"/>
                    <a:pt x="3200" y="453"/>
                    <a:pt x="2894" y="1154"/>
                  </a:cubicBezTo>
                  <a:cubicBezTo>
                    <a:pt x="2588" y="1856"/>
                    <a:pt x="2727" y="2671"/>
                    <a:pt x="3248" y="3232"/>
                  </a:cubicBezTo>
                  <a:cubicBezTo>
                    <a:pt x="2396" y="3679"/>
                    <a:pt x="1804" y="4501"/>
                    <a:pt x="1651" y="5451"/>
                  </a:cubicBezTo>
                  <a:lnTo>
                    <a:pt x="491" y="5451"/>
                  </a:lnTo>
                  <a:cubicBezTo>
                    <a:pt x="487" y="5451"/>
                    <a:pt x="484" y="5451"/>
                    <a:pt x="480" y="5451"/>
                  </a:cubicBezTo>
                  <a:cubicBezTo>
                    <a:pt x="215" y="5451"/>
                    <a:pt x="0" y="5665"/>
                    <a:pt x="0" y="5931"/>
                  </a:cubicBezTo>
                  <a:cubicBezTo>
                    <a:pt x="0" y="6197"/>
                    <a:pt x="215" y="6412"/>
                    <a:pt x="480" y="6412"/>
                  </a:cubicBezTo>
                  <a:cubicBezTo>
                    <a:pt x="484" y="6412"/>
                    <a:pt x="487" y="6412"/>
                    <a:pt x="491" y="6412"/>
                  </a:cubicBezTo>
                  <a:lnTo>
                    <a:pt x="971" y="6412"/>
                  </a:lnTo>
                  <a:lnTo>
                    <a:pt x="971" y="8496"/>
                  </a:lnTo>
                  <a:cubicBezTo>
                    <a:pt x="971" y="8761"/>
                    <a:pt x="1186" y="8976"/>
                    <a:pt x="1451" y="8976"/>
                  </a:cubicBezTo>
                  <a:lnTo>
                    <a:pt x="7863" y="8976"/>
                  </a:lnTo>
                  <a:cubicBezTo>
                    <a:pt x="8128" y="8976"/>
                    <a:pt x="8343" y="8761"/>
                    <a:pt x="8343" y="8496"/>
                  </a:cubicBezTo>
                  <a:lnTo>
                    <a:pt x="8343" y="6412"/>
                  </a:lnTo>
                  <a:lnTo>
                    <a:pt x="8824" y="6412"/>
                  </a:lnTo>
                  <a:cubicBezTo>
                    <a:pt x="9086" y="6407"/>
                    <a:pt x="9295" y="6193"/>
                    <a:pt x="9295" y="5931"/>
                  </a:cubicBezTo>
                  <a:cubicBezTo>
                    <a:pt x="9295" y="5669"/>
                    <a:pt x="9086" y="5455"/>
                    <a:pt x="8824" y="5451"/>
                  </a:cubicBezTo>
                  <a:lnTo>
                    <a:pt x="7664" y="5451"/>
                  </a:lnTo>
                  <a:cubicBezTo>
                    <a:pt x="7510" y="4501"/>
                    <a:pt x="6918" y="3679"/>
                    <a:pt x="6066" y="3232"/>
                  </a:cubicBezTo>
                  <a:cubicBezTo>
                    <a:pt x="6587" y="2671"/>
                    <a:pt x="6726" y="1856"/>
                    <a:pt x="6420" y="1154"/>
                  </a:cubicBezTo>
                  <a:cubicBezTo>
                    <a:pt x="6114" y="453"/>
                    <a:pt x="5422" y="0"/>
                    <a:pt x="46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057" name="Google Shape;20057;p93"/>
          <p:cNvSpPr/>
          <p:nvPr/>
        </p:nvSpPr>
        <p:spPr>
          <a:xfrm>
            <a:off x="3274702" y="3438827"/>
            <a:ext cx="358179" cy="355044"/>
          </a:xfrm>
          <a:custGeom>
            <a:rect b="b" l="l" r="r" t="t"/>
            <a:pathLst>
              <a:path extrusionOk="0" h="16422" w="16567">
                <a:moveTo>
                  <a:pt x="12880" y="961"/>
                </a:moveTo>
                <a:cubicBezTo>
                  <a:pt x="13255" y="961"/>
                  <a:pt x="13624" y="1108"/>
                  <a:pt x="13900" y="1384"/>
                </a:cubicBezTo>
                <a:cubicBezTo>
                  <a:pt x="14313" y="1796"/>
                  <a:pt x="14436" y="2417"/>
                  <a:pt x="14213" y="2956"/>
                </a:cubicBezTo>
                <a:cubicBezTo>
                  <a:pt x="13989" y="3494"/>
                  <a:pt x="13463" y="3846"/>
                  <a:pt x="12880" y="3846"/>
                </a:cubicBezTo>
                <a:cubicBezTo>
                  <a:pt x="12084" y="3844"/>
                  <a:pt x="11439" y="3200"/>
                  <a:pt x="11438" y="2403"/>
                </a:cubicBezTo>
                <a:cubicBezTo>
                  <a:pt x="11438" y="1821"/>
                  <a:pt x="11789" y="1295"/>
                  <a:pt x="12328" y="1071"/>
                </a:cubicBezTo>
                <a:cubicBezTo>
                  <a:pt x="12507" y="997"/>
                  <a:pt x="12694" y="961"/>
                  <a:pt x="12880" y="961"/>
                </a:cubicBezTo>
                <a:close/>
                <a:moveTo>
                  <a:pt x="12882" y="4808"/>
                </a:moveTo>
                <a:cubicBezTo>
                  <a:pt x="14384" y="4808"/>
                  <a:pt x="15606" y="6031"/>
                  <a:pt x="15606" y="7533"/>
                </a:cubicBezTo>
                <a:lnTo>
                  <a:pt x="15606" y="7693"/>
                </a:lnTo>
                <a:lnTo>
                  <a:pt x="12006" y="7693"/>
                </a:lnTo>
                <a:cubicBezTo>
                  <a:pt x="11849" y="6921"/>
                  <a:pt x="11469" y="6213"/>
                  <a:pt x="10911" y="5657"/>
                </a:cubicBezTo>
                <a:lnTo>
                  <a:pt x="10908" y="5655"/>
                </a:lnTo>
                <a:cubicBezTo>
                  <a:pt x="11423" y="5114"/>
                  <a:pt x="12135" y="4808"/>
                  <a:pt x="12882" y="4808"/>
                </a:cubicBezTo>
                <a:close/>
                <a:moveTo>
                  <a:pt x="8076" y="5446"/>
                </a:moveTo>
                <a:cubicBezTo>
                  <a:pt x="8856" y="5446"/>
                  <a:pt x="9636" y="5743"/>
                  <a:pt x="10230" y="6337"/>
                </a:cubicBezTo>
                <a:cubicBezTo>
                  <a:pt x="11419" y="7525"/>
                  <a:pt x="11419" y="9453"/>
                  <a:pt x="10230" y="10643"/>
                </a:cubicBezTo>
                <a:cubicBezTo>
                  <a:pt x="9634" y="11246"/>
                  <a:pt x="8848" y="11549"/>
                  <a:pt x="8062" y="11549"/>
                </a:cubicBezTo>
                <a:cubicBezTo>
                  <a:pt x="7283" y="11549"/>
                  <a:pt x="6504" y="11252"/>
                  <a:pt x="5910" y="10657"/>
                </a:cubicBezTo>
                <a:cubicBezTo>
                  <a:pt x="4714" y="9462"/>
                  <a:pt x="4720" y="7523"/>
                  <a:pt x="5924" y="6337"/>
                </a:cubicBezTo>
                <a:cubicBezTo>
                  <a:pt x="6517" y="5743"/>
                  <a:pt x="7297" y="5446"/>
                  <a:pt x="8076" y="5446"/>
                </a:cubicBezTo>
                <a:close/>
                <a:moveTo>
                  <a:pt x="4924" y="10962"/>
                </a:moveTo>
                <a:cubicBezTo>
                  <a:pt x="5122" y="11215"/>
                  <a:pt x="5350" y="11444"/>
                  <a:pt x="5603" y="11643"/>
                </a:cubicBezTo>
                <a:lnTo>
                  <a:pt x="1938" y="15308"/>
                </a:lnTo>
                <a:cubicBezTo>
                  <a:pt x="1843" y="15402"/>
                  <a:pt x="1720" y="15449"/>
                  <a:pt x="1597" y="15449"/>
                </a:cubicBezTo>
                <a:cubicBezTo>
                  <a:pt x="1474" y="15449"/>
                  <a:pt x="1351" y="15402"/>
                  <a:pt x="1257" y="15308"/>
                </a:cubicBezTo>
                <a:cubicBezTo>
                  <a:pt x="1069" y="15121"/>
                  <a:pt x="1069" y="14816"/>
                  <a:pt x="1257" y="14629"/>
                </a:cubicBezTo>
                <a:lnTo>
                  <a:pt x="4924" y="10962"/>
                </a:lnTo>
                <a:close/>
                <a:moveTo>
                  <a:pt x="12880" y="0"/>
                </a:moveTo>
                <a:cubicBezTo>
                  <a:pt x="11555" y="0"/>
                  <a:pt x="10477" y="1078"/>
                  <a:pt x="10477" y="2403"/>
                </a:cubicBezTo>
                <a:cubicBezTo>
                  <a:pt x="10476" y="3095"/>
                  <a:pt x="10774" y="3751"/>
                  <a:pt x="11293" y="4206"/>
                </a:cubicBezTo>
                <a:cubicBezTo>
                  <a:pt x="10859" y="4413"/>
                  <a:pt x="10470" y="4703"/>
                  <a:pt x="10148" y="5060"/>
                </a:cubicBezTo>
                <a:cubicBezTo>
                  <a:pt x="9513" y="4677"/>
                  <a:pt x="8794" y="4485"/>
                  <a:pt x="8076" y="4485"/>
                </a:cubicBezTo>
                <a:cubicBezTo>
                  <a:pt x="7050" y="4485"/>
                  <a:pt x="6024" y="4876"/>
                  <a:pt x="5243" y="5656"/>
                </a:cubicBezTo>
                <a:cubicBezTo>
                  <a:pt x="4073" y="6829"/>
                  <a:pt x="3744" y="8600"/>
                  <a:pt x="4413" y="10114"/>
                </a:cubicBezTo>
                <a:lnTo>
                  <a:pt x="579" y="13948"/>
                </a:lnTo>
                <a:cubicBezTo>
                  <a:pt x="5" y="14510"/>
                  <a:pt x="0" y="15431"/>
                  <a:pt x="567" y="15998"/>
                </a:cubicBezTo>
                <a:cubicBezTo>
                  <a:pt x="849" y="16280"/>
                  <a:pt x="1219" y="16421"/>
                  <a:pt x="1588" y="16421"/>
                </a:cubicBezTo>
                <a:cubicBezTo>
                  <a:pt x="1962" y="16421"/>
                  <a:pt x="2335" y="16277"/>
                  <a:pt x="2617" y="15988"/>
                </a:cubicBezTo>
                <a:lnTo>
                  <a:pt x="6453" y="12154"/>
                </a:lnTo>
                <a:cubicBezTo>
                  <a:pt x="6971" y="12384"/>
                  <a:pt x="7524" y="12497"/>
                  <a:pt x="8074" y="12497"/>
                </a:cubicBezTo>
                <a:cubicBezTo>
                  <a:pt x="8812" y="12497"/>
                  <a:pt x="9547" y="12293"/>
                  <a:pt x="10192" y="11892"/>
                </a:cubicBezTo>
                <a:cubicBezTo>
                  <a:pt x="11318" y="11192"/>
                  <a:pt x="12025" y="9979"/>
                  <a:pt x="12079" y="8654"/>
                </a:cubicBezTo>
                <a:lnTo>
                  <a:pt x="16086" y="8654"/>
                </a:lnTo>
                <a:cubicBezTo>
                  <a:pt x="16351" y="8654"/>
                  <a:pt x="16566" y="8438"/>
                  <a:pt x="16566" y="8173"/>
                </a:cubicBezTo>
                <a:lnTo>
                  <a:pt x="16566" y="7532"/>
                </a:lnTo>
                <a:cubicBezTo>
                  <a:pt x="16566" y="6068"/>
                  <a:pt x="15708" y="4801"/>
                  <a:pt x="14469" y="4206"/>
                </a:cubicBezTo>
                <a:cubicBezTo>
                  <a:pt x="14988" y="3751"/>
                  <a:pt x="15285" y="3093"/>
                  <a:pt x="15285" y="2403"/>
                </a:cubicBezTo>
                <a:cubicBezTo>
                  <a:pt x="15285" y="1078"/>
                  <a:pt x="14206" y="0"/>
                  <a:pt x="128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058" name="Google Shape;20058;p93"/>
          <p:cNvGrpSpPr/>
          <p:nvPr/>
        </p:nvGrpSpPr>
        <p:grpSpPr>
          <a:xfrm>
            <a:off x="2521570" y="3438812"/>
            <a:ext cx="363865" cy="354827"/>
            <a:chOff x="1633750" y="3576625"/>
            <a:chExt cx="420750" cy="410300"/>
          </a:xfrm>
        </p:grpSpPr>
        <p:sp>
          <p:nvSpPr>
            <p:cNvPr id="20059" name="Google Shape;20059;p93"/>
            <p:cNvSpPr/>
            <p:nvPr/>
          </p:nvSpPr>
          <p:spPr>
            <a:xfrm>
              <a:off x="1633750" y="3576625"/>
              <a:ext cx="420750" cy="410300"/>
            </a:xfrm>
            <a:custGeom>
              <a:rect b="b" l="l" r="r" t="t"/>
              <a:pathLst>
                <a:path extrusionOk="0" h="16412" w="16830">
                  <a:moveTo>
                    <a:pt x="14049" y="963"/>
                  </a:moveTo>
                  <a:cubicBezTo>
                    <a:pt x="14485" y="963"/>
                    <a:pt x="14922" y="994"/>
                    <a:pt x="15356" y="1056"/>
                  </a:cubicBezTo>
                  <a:cubicBezTo>
                    <a:pt x="15525" y="2234"/>
                    <a:pt x="15465" y="3433"/>
                    <a:pt x="15178" y="4587"/>
                  </a:cubicBezTo>
                  <a:lnTo>
                    <a:pt x="15173" y="4595"/>
                  </a:lnTo>
                  <a:cubicBezTo>
                    <a:pt x="13438" y="4337"/>
                    <a:pt x="12076" y="2975"/>
                    <a:pt x="11818" y="1240"/>
                  </a:cubicBezTo>
                  <a:lnTo>
                    <a:pt x="11827" y="1235"/>
                  </a:lnTo>
                  <a:cubicBezTo>
                    <a:pt x="12555" y="1054"/>
                    <a:pt x="13301" y="963"/>
                    <a:pt x="14049" y="963"/>
                  </a:cubicBezTo>
                  <a:close/>
                  <a:moveTo>
                    <a:pt x="6079" y="3808"/>
                  </a:moveTo>
                  <a:cubicBezTo>
                    <a:pt x="5247" y="4744"/>
                    <a:pt x="4514" y="5765"/>
                    <a:pt x="3891" y="6851"/>
                  </a:cubicBezTo>
                  <a:lnTo>
                    <a:pt x="2081" y="5946"/>
                  </a:lnTo>
                  <a:lnTo>
                    <a:pt x="2516" y="5511"/>
                  </a:lnTo>
                  <a:cubicBezTo>
                    <a:pt x="3474" y="4552"/>
                    <a:pt x="4732" y="3952"/>
                    <a:pt x="6079" y="3808"/>
                  </a:cubicBezTo>
                  <a:close/>
                  <a:moveTo>
                    <a:pt x="10890" y="1521"/>
                  </a:moveTo>
                  <a:cubicBezTo>
                    <a:pt x="11253" y="3562"/>
                    <a:pt x="12851" y="5160"/>
                    <a:pt x="14892" y="5522"/>
                  </a:cubicBezTo>
                  <a:cubicBezTo>
                    <a:pt x="14432" y="6780"/>
                    <a:pt x="13705" y="7920"/>
                    <a:pt x="12757" y="8868"/>
                  </a:cubicBezTo>
                  <a:lnTo>
                    <a:pt x="12734" y="8893"/>
                  </a:lnTo>
                  <a:cubicBezTo>
                    <a:pt x="11054" y="10577"/>
                    <a:pt x="9043" y="11898"/>
                    <a:pt x="6829" y="12769"/>
                  </a:cubicBezTo>
                  <a:lnTo>
                    <a:pt x="5575" y="11517"/>
                  </a:lnTo>
                  <a:lnTo>
                    <a:pt x="7955" y="9137"/>
                  </a:lnTo>
                  <a:cubicBezTo>
                    <a:pt x="8144" y="8950"/>
                    <a:pt x="8144" y="8645"/>
                    <a:pt x="7955" y="8458"/>
                  </a:cubicBezTo>
                  <a:cubicBezTo>
                    <a:pt x="7861" y="8363"/>
                    <a:pt x="7738" y="8316"/>
                    <a:pt x="7615" y="8316"/>
                  </a:cubicBezTo>
                  <a:cubicBezTo>
                    <a:pt x="7492" y="8316"/>
                    <a:pt x="7369" y="8363"/>
                    <a:pt x="7276" y="8458"/>
                  </a:cubicBezTo>
                  <a:lnTo>
                    <a:pt x="4896" y="10838"/>
                  </a:lnTo>
                  <a:lnTo>
                    <a:pt x="3644" y="9584"/>
                  </a:lnTo>
                  <a:cubicBezTo>
                    <a:pt x="4515" y="7370"/>
                    <a:pt x="5834" y="5359"/>
                    <a:pt x="7522" y="3679"/>
                  </a:cubicBezTo>
                  <a:lnTo>
                    <a:pt x="7545" y="3654"/>
                  </a:lnTo>
                  <a:cubicBezTo>
                    <a:pt x="8491" y="2708"/>
                    <a:pt x="9633" y="1981"/>
                    <a:pt x="10890" y="1521"/>
                  </a:cubicBezTo>
                  <a:close/>
                  <a:moveTo>
                    <a:pt x="12605" y="10334"/>
                  </a:moveTo>
                  <a:lnTo>
                    <a:pt x="12605" y="10334"/>
                  </a:lnTo>
                  <a:cubicBezTo>
                    <a:pt x="12461" y="11681"/>
                    <a:pt x="11861" y="12939"/>
                    <a:pt x="10902" y="13897"/>
                  </a:cubicBezTo>
                  <a:lnTo>
                    <a:pt x="10467" y="14333"/>
                  </a:lnTo>
                  <a:lnTo>
                    <a:pt x="9562" y="12520"/>
                  </a:lnTo>
                  <a:cubicBezTo>
                    <a:pt x="10648" y="11898"/>
                    <a:pt x="11667" y="11166"/>
                    <a:pt x="12605" y="10334"/>
                  </a:cubicBezTo>
                  <a:close/>
                  <a:moveTo>
                    <a:pt x="3402" y="10704"/>
                  </a:moveTo>
                  <a:lnTo>
                    <a:pt x="4216" y="11517"/>
                  </a:lnTo>
                  <a:lnTo>
                    <a:pt x="3196" y="12538"/>
                  </a:lnTo>
                  <a:cubicBezTo>
                    <a:pt x="3014" y="12727"/>
                    <a:pt x="3017" y="13025"/>
                    <a:pt x="3201" y="13211"/>
                  </a:cubicBezTo>
                  <a:cubicBezTo>
                    <a:pt x="3295" y="13305"/>
                    <a:pt x="3418" y="13352"/>
                    <a:pt x="3541" y="13352"/>
                  </a:cubicBezTo>
                  <a:cubicBezTo>
                    <a:pt x="3662" y="13352"/>
                    <a:pt x="3782" y="13307"/>
                    <a:pt x="3875" y="13217"/>
                  </a:cubicBezTo>
                  <a:lnTo>
                    <a:pt x="4896" y="12198"/>
                  </a:lnTo>
                  <a:lnTo>
                    <a:pt x="5709" y="13011"/>
                  </a:lnTo>
                  <a:cubicBezTo>
                    <a:pt x="5196" y="13712"/>
                    <a:pt x="4537" y="14294"/>
                    <a:pt x="3777" y="14714"/>
                  </a:cubicBezTo>
                  <a:cubicBezTo>
                    <a:pt x="2914" y="15188"/>
                    <a:pt x="1946" y="15442"/>
                    <a:pt x="962" y="15451"/>
                  </a:cubicBezTo>
                  <a:cubicBezTo>
                    <a:pt x="978" y="13572"/>
                    <a:pt x="1883" y="11811"/>
                    <a:pt x="3402" y="10704"/>
                  </a:cubicBezTo>
                  <a:close/>
                  <a:moveTo>
                    <a:pt x="14045" y="1"/>
                  </a:moveTo>
                  <a:cubicBezTo>
                    <a:pt x="11451" y="1"/>
                    <a:pt x="8929" y="995"/>
                    <a:pt x="7022" y="2821"/>
                  </a:cubicBezTo>
                  <a:cubicBezTo>
                    <a:pt x="6915" y="2816"/>
                    <a:pt x="6807" y="2814"/>
                    <a:pt x="6700" y="2814"/>
                  </a:cubicBezTo>
                  <a:cubicBezTo>
                    <a:pt x="4880" y="2814"/>
                    <a:pt x="3128" y="3537"/>
                    <a:pt x="1836" y="4830"/>
                  </a:cubicBezTo>
                  <a:lnTo>
                    <a:pt x="930" y="5737"/>
                  </a:lnTo>
                  <a:cubicBezTo>
                    <a:pt x="697" y="5970"/>
                    <a:pt x="760" y="6361"/>
                    <a:pt x="1054" y="6507"/>
                  </a:cubicBezTo>
                  <a:lnTo>
                    <a:pt x="3436" y="7698"/>
                  </a:lnTo>
                  <a:cubicBezTo>
                    <a:pt x="3135" y="8295"/>
                    <a:pt x="2867" y="8909"/>
                    <a:pt x="2632" y="9536"/>
                  </a:cubicBezTo>
                  <a:cubicBezTo>
                    <a:pt x="2570" y="9698"/>
                    <a:pt x="2604" y="9883"/>
                    <a:pt x="2717" y="10016"/>
                  </a:cubicBezTo>
                  <a:cubicBezTo>
                    <a:pt x="1006" y="11319"/>
                    <a:pt x="0" y="13346"/>
                    <a:pt x="0" y="15497"/>
                  </a:cubicBezTo>
                  <a:lnTo>
                    <a:pt x="0" y="15931"/>
                  </a:lnTo>
                  <a:cubicBezTo>
                    <a:pt x="0" y="16196"/>
                    <a:pt x="215" y="16411"/>
                    <a:pt x="480" y="16411"/>
                  </a:cubicBezTo>
                  <a:lnTo>
                    <a:pt x="915" y="16411"/>
                  </a:lnTo>
                  <a:cubicBezTo>
                    <a:pt x="3067" y="16411"/>
                    <a:pt x="5093" y="15407"/>
                    <a:pt x="6397" y="13695"/>
                  </a:cubicBezTo>
                  <a:cubicBezTo>
                    <a:pt x="6485" y="13771"/>
                    <a:pt x="6597" y="13810"/>
                    <a:pt x="6710" y="13810"/>
                  </a:cubicBezTo>
                  <a:cubicBezTo>
                    <a:pt x="6766" y="13810"/>
                    <a:pt x="6824" y="13800"/>
                    <a:pt x="6879" y="13780"/>
                  </a:cubicBezTo>
                  <a:cubicBezTo>
                    <a:pt x="7504" y="13545"/>
                    <a:pt x="8116" y="13277"/>
                    <a:pt x="8714" y="12976"/>
                  </a:cubicBezTo>
                  <a:lnTo>
                    <a:pt x="9906" y="15358"/>
                  </a:lnTo>
                  <a:cubicBezTo>
                    <a:pt x="9975" y="15496"/>
                    <a:pt x="10106" y="15593"/>
                    <a:pt x="10259" y="15618"/>
                  </a:cubicBezTo>
                  <a:cubicBezTo>
                    <a:pt x="10284" y="15622"/>
                    <a:pt x="10310" y="15623"/>
                    <a:pt x="10335" y="15623"/>
                  </a:cubicBezTo>
                  <a:cubicBezTo>
                    <a:pt x="10462" y="15623"/>
                    <a:pt x="10585" y="15572"/>
                    <a:pt x="10675" y="15483"/>
                  </a:cubicBezTo>
                  <a:lnTo>
                    <a:pt x="11581" y="14576"/>
                  </a:lnTo>
                  <a:cubicBezTo>
                    <a:pt x="12952" y="13207"/>
                    <a:pt x="13681" y="11324"/>
                    <a:pt x="13592" y="9391"/>
                  </a:cubicBezTo>
                  <a:cubicBezTo>
                    <a:pt x="15841" y="7040"/>
                    <a:pt x="16830" y="3754"/>
                    <a:pt x="16248" y="553"/>
                  </a:cubicBezTo>
                  <a:cubicBezTo>
                    <a:pt x="16212" y="355"/>
                    <a:pt x="16058" y="201"/>
                    <a:pt x="15860" y="165"/>
                  </a:cubicBezTo>
                  <a:cubicBezTo>
                    <a:pt x="15256" y="55"/>
                    <a:pt x="14648" y="1"/>
                    <a:pt x="140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0" name="Google Shape;20060;p93"/>
            <p:cNvSpPr/>
            <p:nvPr/>
          </p:nvSpPr>
          <p:spPr>
            <a:xfrm>
              <a:off x="1830525" y="3682150"/>
              <a:ext cx="113050" cy="104175"/>
            </a:xfrm>
            <a:custGeom>
              <a:rect b="b" l="l" r="r" t="t"/>
              <a:pathLst>
                <a:path extrusionOk="0" h="4167" w="4522">
                  <a:moveTo>
                    <a:pt x="2238" y="962"/>
                  </a:moveTo>
                  <a:cubicBezTo>
                    <a:pt x="2529" y="962"/>
                    <a:pt x="2816" y="1076"/>
                    <a:pt x="3031" y="1290"/>
                  </a:cubicBezTo>
                  <a:cubicBezTo>
                    <a:pt x="3468" y="1728"/>
                    <a:pt x="3468" y="2438"/>
                    <a:pt x="3031" y="2876"/>
                  </a:cubicBezTo>
                  <a:cubicBezTo>
                    <a:pt x="2816" y="3091"/>
                    <a:pt x="2529" y="3205"/>
                    <a:pt x="2238" y="3205"/>
                  </a:cubicBezTo>
                  <a:cubicBezTo>
                    <a:pt x="2093" y="3205"/>
                    <a:pt x="1948" y="3177"/>
                    <a:pt x="1809" y="3119"/>
                  </a:cubicBezTo>
                  <a:cubicBezTo>
                    <a:pt x="1390" y="2945"/>
                    <a:pt x="1116" y="2537"/>
                    <a:pt x="1116" y="2083"/>
                  </a:cubicBezTo>
                  <a:cubicBezTo>
                    <a:pt x="1116" y="1630"/>
                    <a:pt x="1390" y="1220"/>
                    <a:pt x="1809" y="1047"/>
                  </a:cubicBezTo>
                  <a:cubicBezTo>
                    <a:pt x="1948" y="990"/>
                    <a:pt x="2093" y="962"/>
                    <a:pt x="2238" y="962"/>
                  </a:cubicBezTo>
                  <a:close/>
                  <a:moveTo>
                    <a:pt x="2242" y="0"/>
                  </a:moveTo>
                  <a:cubicBezTo>
                    <a:pt x="2240" y="0"/>
                    <a:pt x="2239" y="0"/>
                    <a:pt x="2237" y="0"/>
                  </a:cubicBezTo>
                  <a:cubicBezTo>
                    <a:pt x="1244" y="0"/>
                    <a:pt x="389" y="702"/>
                    <a:pt x="194" y="1677"/>
                  </a:cubicBezTo>
                  <a:cubicBezTo>
                    <a:pt x="1" y="2651"/>
                    <a:pt x="522" y="3628"/>
                    <a:pt x="1440" y="4007"/>
                  </a:cubicBezTo>
                  <a:cubicBezTo>
                    <a:pt x="1700" y="4114"/>
                    <a:pt x="1970" y="4166"/>
                    <a:pt x="2237" y="4166"/>
                  </a:cubicBezTo>
                  <a:cubicBezTo>
                    <a:pt x="2916" y="4166"/>
                    <a:pt x="3573" y="3833"/>
                    <a:pt x="3969" y="3240"/>
                  </a:cubicBezTo>
                  <a:cubicBezTo>
                    <a:pt x="4521" y="2414"/>
                    <a:pt x="4413" y="1312"/>
                    <a:pt x="3710" y="609"/>
                  </a:cubicBezTo>
                  <a:cubicBezTo>
                    <a:pt x="3322" y="220"/>
                    <a:pt x="2794" y="0"/>
                    <a:pt x="22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61" name="Google Shape;20061;p93"/>
          <p:cNvGrpSpPr/>
          <p:nvPr/>
        </p:nvGrpSpPr>
        <p:grpSpPr>
          <a:xfrm>
            <a:off x="1764377" y="3438448"/>
            <a:ext cx="356242" cy="356263"/>
            <a:chOff x="1068100" y="3571575"/>
            <a:chExt cx="410275" cy="410300"/>
          </a:xfrm>
        </p:grpSpPr>
        <p:sp>
          <p:nvSpPr>
            <p:cNvPr id="20062" name="Google Shape;20062;p93"/>
            <p:cNvSpPr/>
            <p:nvPr/>
          </p:nvSpPr>
          <p:spPr>
            <a:xfrm>
              <a:off x="1245225" y="3917725"/>
              <a:ext cx="56075" cy="24100"/>
            </a:xfrm>
            <a:custGeom>
              <a:rect b="b" l="l" r="r" t="t"/>
              <a:pathLst>
                <a:path extrusionOk="0" h="964" w="2243">
                  <a:moveTo>
                    <a:pt x="480" y="1"/>
                  </a:moveTo>
                  <a:cubicBezTo>
                    <a:pt x="214" y="1"/>
                    <a:pt x="0" y="216"/>
                    <a:pt x="0" y="483"/>
                  </a:cubicBezTo>
                  <a:cubicBezTo>
                    <a:pt x="0" y="748"/>
                    <a:pt x="214" y="963"/>
                    <a:pt x="480" y="963"/>
                  </a:cubicBezTo>
                  <a:lnTo>
                    <a:pt x="1762" y="963"/>
                  </a:lnTo>
                  <a:cubicBezTo>
                    <a:pt x="2027" y="963"/>
                    <a:pt x="2242" y="748"/>
                    <a:pt x="2242" y="483"/>
                  </a:cubicBezTo>
                  <a:cubicBezTo>
                    <a:pt x="2242" y="216"/>
                    <a:pt x="2027"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3" name="Google Shape;20063;p93"/>
            <p:cNvSpPr/>
            <p:nvPr/>
          </p:nvSpPr>
          <p:spPr>
            <a:xfrm>
              <a:off x="1325325" y="3917725"/>
              <a:ext cx="40075" cy="24100"/>
            </a:xfrm>
            <a:custGeom>
              <a:rect b="b" l="l" r="r" t="t"/>
              <a:pathLst>
                <a:path extrusionOk="0" h="964" w="1603">
                  <a:moveTo>
                    <a:pt x="481" y="1"/>
                  </a:moveTo>
                  <a:cubicBezTo>
                    <a:pt x="216" y="1"/>
                    <a:pt x="0" y="216"/>
                    <a:pt x="0" y="483"/>
                  </a:cubicBezTo>
                  <a:cubicBezTo>
                    <a:pt x="0" y="748"/>
                    <a:pt x="216" y="963"/>
                    <a:pt x="481" y="963"/>
                  </a:cubicBezTo>
                  <a:lnTo>
                    <a:pt x="1122" y="963"/>
                  </a:lnTo>
                  <a:cubicBezTo>
                    <a:pt x="1387" y="963"/>
                    <a:pt x="1602" y="748"/>
                    <a:pt x="1602" y="483"/>
                  </a:cubicBezTo>
                  <a:cubicBezTo>
                    <a:pt x="1602" y="216"/>
                    <a:pt x="1387" y="1"/>
                    <a:pt x="11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4" name="Google Shape;20064;p93"/>
            <p:cNvSpPr/>
            <p:nvPr/>
          </p:nvSpPr>
          <p:spPr>
            <a:xfrm>
              <a:off x="1181075" y="3917725"/>
              <a:ext cx="40075" cy="24100"/>
            </a:xfrm>
            <a:custGeom>
              <a:rect b="b" l="l" r="r" t="t"/>
              <a:pathLst>
                <a:path extrusionOk="0" h="964" w="1603">
                  <a:moveTo>
                    <a:pt x="482" y="1"/>
                  </a:moveTo>
                  <a:cubicBezTo>
                    <a:pt x="216" y="1"/>
                    <a:pt x="0" y="216"/>
                    <a:pt x="0" y="483"/>
                  </a:cubicBezTo>
                  <a:cubicBezTo>
                    <a:pt x="0" y="748"/>
                    <a:pt x="216" y="963"/>
                    <a:pt x="482" y="963"/>
                  </a:cubicBezTo>
                  <a:lnTo>
                    <a:pt x="1122" y="963"/>
                  </a:lnTo>
                  <a:cubicBezTo>
                    <a:pt x="1387" y="963"/>
                    <a:pt x="1602" y="748"/>
                    <a:pt x="1602" y="483"/>
                  </a:cubicBezTo>
                  <a:cubicBezTo>
                    <a:pt x="1602" y="216"/>
                    <a:pt x="1387" y="1"/>
                    <a:pt x="11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5" name="Google Shape;20065;p93"/>
            <p:cNvSpPr/>
            <p:nvPr/>
          </p:nvSpPr>
          <p:spPr>
            <a:xfrm>
              <a:off x="1068100" y="3571575"/>
              <a:ext cx="410275" cy="410300"/>
            </a:xfrm>
            <a:custGeom>
              <a:rect b="b" l="l" r="r" t="t"/>
              <a:pathLst>
                <a:path extrusionOk="0" h="16412" w="16411">
                  <a:moveTo>
                    <a:pt x="15450" y="2885"/>
                  </a:moveTo>
                  <a:lnTo>
                    <a:pt x="15450" y="5129"/>
                  </a:lnTo>
                  <a:lnTo>
                    <a:pt x="11123" y="5129"/>
                  </a:lnTo>
                  <a:cubicBezTo>
                    <a:pt x="11035" y="5129"/>
                    <a:pt x="10950" y="5152"/>
                    <a:pt x="10875" y="5198"/>
                  </a:cubicBezTo>
                  <a:lnTo>
                    <a:pt x="10001" y="5722"/>
                  </a:lnTo>
                  <a:lnTo>
                    <a:pt x="10001" y="2885"/>
                  </a:lnTo>
                  <a:close/>
                  <a:moveTo>
                    <a:pt x="6410" y="7052"/>
                  </a:moveTo>
                  <a:lnTo>
                    <a:pt x="6410" y="9890"/>
                  </a:lnTo>
                  <a:lnTo>
                    <a:pt x="5536" y="9366"/>
                  </a:lnTo>
                  <a:cubicBezTo>
                    <a:pt x="5461" y="9320"/>
                    <a:pt x="5376" y="9297"/>
                    <a:pt x="5288" y="9297"/>
                  </a:cubicBezTo>
                  <a:lnTo>
                    <a:pt x="962" y="9297"/>
                  </a:lnTo>
                  <a:lnTo>
                    <a:pt x="962" y="7052"/>
                  </a:lnTo>
                  <a:close/>
                  <a:moveTo>
                    <a:pt x="11732" y="963"/>
                  </a:moveTo>
                  <a:cubicBezTo>
                    <a:pt x="12174" y="963"/>
                    <a:pt x="12531" y="1321"/>
                    <a:pt x="12533" y="1764"/>
                  </a:cubicBezTo>
                  <a:lnTo>
                    <a:pt x="12533" y="1925"/>
                  </a:lnTo>
                  <a:lnTo>
                    <a:pt x="9519" y="1925"/>
                  </a:lnTo>
                  <a:cubicBezTo>
                    <a:pt x="9518" y="1925"/>
                    <a:pt x="9517" y="1925"/>
                    <a:pt x="9516" y="1925"/>
                  </a:cubicBezTo>
                  <a:cubicBezTo>
                    <a:pt x="9253" y="1925"/>
                    <a:pt x="9039" y="2140"/>
                    <a:pt x="9039" y="2405"/>
                  </a:cubicBezTo>
                  <a:lnTo>
                    <a:pt x="9039" y="6572"/>
                  </a:lnTo>
                  <a:cubicBezTo>
                    <a:pt x="9039" y="6853"/>
                    <a:pt x="9270" y="7053"/>
                    <a:pt x="9521" y="7053"/>
                  </a:cubicBezTo>
                  <a:cubicBezTo>
                    <a:pt x="9603" y="7053"/>
                    <a:pt x="9687" y="7032"/>
                    <a:pt x="9767" y="6985"/>
                  </a:cubicBezTo>
                  <a:lnTo>
                    <a:pt x="11254" y="6091"/>
                  </a:lnTo>
                  <a:lnTo>
                    <a:pt x="12531" y="6091"/>
                  </a:lnTo>
                  <a:lnTo>
                    <a:pt x="12533" y="12245"/>
                  </a:lnTo>
                  <a:lnTo>
                    <a:pt x="3878" y="12245"/>
                  </a:lnTo>
                  <a:lnTo>
                    <a:pt x="3878" y="10258"/>
                  </a:lnTo>
                  <a:lnTo>
                    <a:pt x="5155" y="10258"/>
                  </a:lnTo>
                  <a:lnTo>
                    <a:pt x="6644" y="11151"/>
                  </a:lnTo>
                  <a:cubicBezTo>
                    <a:pt x="6723" y="11198"/>
                    <a:pt x="6808" y="11220"/>
                    <a:pt x="6890" y="11220"/>
                  </a:cubicBezTo>
                  <a:cubicBezTo>
                    <a:pt x="7141" y="11220"/>
                    <a:pt x="7372" y="11019"/>
                    <a:pt x="7372" y="10738"/>
                  </a:cubicBezTo>
                  <a:lnTo>
                    <a:pt x="7372" y="6572"/>
                  </a:lnTo>
                  <a:cubicBezTo>
                    <a:pt x="7372" y="6306"/>
                    <a:pt x="7157" y="6091"/>
                    <a:pt x="6892" y="6091"/>
                  </a:cubicBezTo>
                  <a:lnTo>
                    <a:pt x="3878" y="6091"/>
                  </a:lnTo>
                  <a:lnTo>
                    <a:pt x="3878" y="1764"/>
                  </a:lnTo>
                  <a:cubicBezTo>
                    <a:pt x="3879" y="1321"/>
                    <a:pt x="4237" y="963"/>
                    <a:pt x="4680" y="963"/>
                  </a:cubicBezTo>
                  <a:close/>
                  <a:moveTo>
                    <a:pt x="12533" y="13206"/>
                  </a:moveTo>
                  <a:lnTo>
                    <a:pt x="12533" y="14648"/>
                  </a:lnTo>
                  <a:cubicBezTo>
                    <a:pt x="12531" y="15090"/>
                    <a:pt x="12174" y="15449"/>
                    <a:pt x="11732" y="15451"/>
                  </a:cubicBezTo>
                  <a:lnTo>
                    <a:pt x="4680" y="15451"/>
                  </a:lnTo>
                  <a:cubicBezTo>
                    <a:pt x="4237" y="15449"/>
                    <a:pt x="3879" y="15090"/>
                    <a:pt x="3878" y="14648"/>
                  </a:cubicBezTo>
                  <a:lnTo>
                    <a:pt x="3878" y="13206"/>
                  </a:lnTo>
                  <a:close/>
                  <a:moveTo>
                    <a:pt x="4680" y="0"/>
                  </a:moveTo>
                  <a:cubicBezTo>
                    <a:pt x="3707" y="2"/>
                    <a:pt x="2917" y="790"/>
                    <a:pt x="2917" y="1764"/>
                  </a:cubicBezTo>
                  <a:lnTo>
                    <a:pt x="2917" y="6091"/>
                  </a:lnTo>
                  <a:lnTo>
                    <a:pt x="480" y="6091"/>
                  </a:lnTo>
                  <a:cubicBezTo>
                    <a:pt x="215" y="6091"/>
                    <a:pt x="0" y="6306"/>
                    <a:pt x="0" y="6572"/>
                  </a:cubicBezTo>
                  <a:lnTo>
                    <a:pt x="0" y="9777"/>
                  </a:lnTo>
                  <a:cubicBezTo>
                    <a:pt x="0" y="10042"/>
                    <a:pt x="215" y="10258"/>
                    <a:pt x="480" y="10258"/>
                  </a:cubicBezTo>
                  <a:lnTo>
                    <a:pt x="2917" y="10258"/>
                  </a:lnTo>
                  <a:lnTo>
                    <a:pt x="2917" y="14649"/>
                  </a:lnTo>
                  <a:cubicBezTo>
                    <a:pt x="2917" y="15622"/>
                    <a:pt x="3707" y="16411"/>
                    <a:pt x="4680" y="16411"/>
                  </a:cubicBezTo>
                  <a:lnTo>
                    <a:pt x="11730" y="16411"/>
                  </a:lnTo>
                  <a:cubicBezTo>
                    <a:pt x="12704" y="16411"/>
                    <a:pt x="13494" y="15622"/>
                    <a:pt x="13494" y="14649"/>
                  </a:cubicBezTo>
                  <a:lnTo>
                    <a:pt x="13494" y="6091"/>
                  </a:lnTo>
                  <a:lnTo>
                    <a:pt x="15930" y="6091"/>
                  </a:lnTo>
                  <a:cubicBezTo>
                    <a:pt x="16196" y="6091"/>
                    <a:pt x="16411" y="5876"/>
                    <a:pt x="16411" y="5609"/>
                  </a:cubicBezTo>
                  <a:lnTo>
                    <a:pt x="16411" y="2405"/>
                  </a:lnTo>
                  <a:cubicBezTo>
                    <a:pt x="16411" y="2140"/>
                    <a:pt x="16197" y="1925"/>
                    <a:pt x="15933" y="1925"/>
                  </a:cubicBezTo>
                  <a:cubicBezTo>
                    <a:pt x="15932" y="1925"/>
                    <a:pt x="15931" y="1925"/>
                    <a:pt x="15930" y="1925"/>
                  </a:cubicBezTo>
                  <a:lnTo>
                    <a:pt x="13494" y="1925"/>
                  </a:lnTo>
                  <a:lnTo>
                    <a:pt x="13494" y="1764"/>
                  </a:lnTo>
                  <a:cubicBezTo>
                    <a:pt x="13494" y="790"/>
                    <a:pt x="12704" y="2"/>
                    <a:pt x="1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6" name="Google Shape;20066;p93"/>
            <p:cNvSpPr/>
            <p:nvPr/>
          </p:nvSpPr>
          <p:spPr>
            <a:xfrm>
              <a:off x="1341900" y="3659725"/>
              <a:ext cx="88150" cy="24050"/>
            </a:xfrm>
            <a:custGeom>
              <a:rect b="b" l="l" r="r" t="t"/>
              <a:pathLst>
                <a:path extrusionOk="0" h="962" w="3526">
                  <a:moveTo>
                    <a:pt x="481" y="1"/>
                  </a:moveTo>
                  <a:cubicBezTo>
                    <a:pt x="216" y="1"/>
                    <a:pt x="1" y="215"/>
                    <a:pt x="1" y="481"/>
                  </a:cubicBezTo>
                  <a:cubicBezTo>
                    <a:pt x="1" y="747"/>
                    <a:pt x="216" y="962"/>
                    <a:pt x="481" y="962"/>
                  </a:cubicBezTo>
                  <a:cubicBezTo>
                    <a:pt x="484" y="962"/>
                    <a:pt x="488" y="962"/>
                    <a:pt x="491" y="962"/>
                  </a:cubicBezTo>
                  <a:lnTo>
                    <a:pt x="3056" y="962"/>
                  </a:lnTo>
                  <a:cubicBezTo>
                    <a:pt x="3316" y="957"/>
                    <a:pt x="3526" y="743"/>
                    <a:pt x="3526" y="481"/>
                  </a:cubicBezTo>
                  <a:cubicBezTo>
                    <a:pt x="3526" y="219"/>
                    <a:pt x="3316" y="5"/>
                    <a:pt x="3056" y="1"/>
                  </a:cubicBezTo>
                  <a:lnTo>
                    <a:pt x="491" y="1"/>
                  </a:lnTo>
                  <a:cubicBezTo>
                    <a:pt x="488" y="1"/>
                    <a:pt x="484" y="1"/>
                    <a:pt x="4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7" name="Google Shape;20067;p93"/>
            <p:cNvSpPr/>
            <p:nvPr/>
          </p:nvSpPr>
          <p:spPr>
            <a:xfrm>
              <a:off x="1116425" y="3763900"/>
              <a:ext cx="87925" cy="24075"/>
            </a:xfrm>
            <a:custGeom>
              <a:rect b="b" l="l" r="r" t="t"/>
              <a:pathLst>
                <a:path extrusionOk="0" h="963" w="3517">
                  <a:moveTo>
                    <a:pt x="472" y="0"/>
                  </a:moveTo>
                  <a:cubicBezTo>
                    <a:pt x="210" y="5"/>
                    <a:pt x="0" y="219"/>
                    <a:pt x="0" y="481"/>
                  </a:cubicBezTo>
                  <a:cubicBezTo>
                    <a:pt x="0" y="743"/>
                    <a:pt x="210" y="957"/>
                    <a:pt x="472" y="962"/>
                  </a:cubicBezTo>
                  <a:lnTo>
                    <a:pt x="3034" y="962"/>
                  </a:lnTo>
                  <a:cubicBezTo>
                    <a:pt x="3301" y="962"/>
                    <a:pt x="3516" y="747"/>
                    <a:pt x="3516" y="481"/>
                  </a:cubicBezTo>
                  <a:cubicBezTo>
                    <a:pt x="3516" y="216"/>
                    <a:pt x="3301" y="0"/>
                    <a:pt x="3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068" name="Google Shape;20068;p93"/>
          <p:cNvSpPr/>
          <p:nvPr/>
        </p:nvSpPr>
        <p:spPr>
          <a:xfrm>
            <a:off x="1013947" y="3438946"/>
            <a:ext cx="358049" cy="354806"/>
          </a:xfrm>
          <a:custGeom>
            <a:rect b="b" l="l" r="r" t="t"/>
            <a:pathLst>
              <a:path extrusionOk="0" h="16411" w="16561">
                <a:moveTo>
                  <a:pt x="10712" y="962"/>
                </a:moveTo>
                <a:lnTo>
                  <a:pt x="10712" y="2007"/>
                </a:lnTo>
                <a:cubicBezTo>
                  <a:pt x="10554" y="1993"/>
                  <a:pt x="10393" y="1987"/>
                  <a:pt x="10232" y="1987"/>
                </a:cubicBezTo>
                <a:cubicBezTo>
                  <a:pt x="10069" y="1987"/>
                  <a:pt x="9909" y="1993"/>
                  <a:pt x="9750" y="2007"/>
                </a:cubicBezTo>
                <a:lnTo>
                  <a:pt x="9750" y="962"/>
                </a:lnTo>
                <a:close/>
                <a:moveTo>
                  <a:pt x="10229" y="6796"/>
                </a:moveTo>
                <a:cubicBezTo>
                  <a:pt x="10310" y="6796"/>
                  <a:pt x="10392" y="6803"/>
                  <a:pt x="10475" y="6817"/>
                </a:cubicBezTo>
                <a:cubicBezTo>
                  <a:pt x="11167" y="6936"/>
                  <a:pt x="11674" y="7536"/>
                  <a:pt x="11674" y="8238"/>
                </a:cubicBezTo>
                <a:cubicBezTo>
                  <a:pt x="11674" y="8941"/>
                  <a:pt x="11167" y="9541"/>
                  <a:pt x="10475" y="9660"/>
                </a:cubicBezTo>
                <a:cubicBezTo>
                  <a:pt x="10393" y="9674"/>
                  <a:pt x="10311" y="9681"/>
                  <a:pt x="10230" y="9681"/>
                </a:cubicBezTo>
                <a:cubicBezTo>
                  <a:pt x="9629" y="9681"/>
                  <a:pt x="9078" y="9303"/>
                  <a:pt x="8871" y="8720"/>
                </a:cubicBezTo>
                <a:lnTo>
                  <a:pt x="10232" y="8720"/>
                </a:lnTo>
                <a:cubicBezTo>
                  <a:pt x="10234" y="8720"/>
                  <a:pt x="10237" y="8720"/>
                  <a:pt x="10240" y="8720"/>
                </a:cubicBezTo>
                <a:cubicBezTo>
                  <a:pt x="10504" y="8720"/>
                  <a:pt x="10721" y="8505"/>
                  <a:pt x="10721" y="8238"/>
                </a:cubicBezTo>
                <a:cubicBezTo>
                  <a:pt x="10721" y="7972"/>
                  <a:pt x="10505" y="7757"/>
                  <a:pt x="10242" y="7757"/>
                </a:cubicBezTo>
                <a:cubicBezTo>
                  <a:pt x="10239" y="7757"/>
                  <a:pt x="10235" y="7757"/>
                  <a:pt x="10232" y="7757"/>
                </a:cubicBezTo>
                <a:lnTo>
                  <a:pt x="8871" y="7757"/>
                </a:lnTo>
                <a:cubicBezTo>
                  <a:pt x="9077" y="7174"/>
                  <a:pt x="9628" y="6796"/>
                  <a:pt x="10229" y="6796"/>
                </a:cubicBezTo>
                <a:close/>
                <a:moveTo>
                  <a:pt x="10232" y="4874"/>
                </a:moveTo>
                <a:cubicBezTo>
                  <a:pt x="12087" y="4874"/>
                  <a:pt x="13597" y="6384"/>
                  <a:pt x="13597" y="8239"/>
                </a:cubicBezTo>
                <a:cubicBezTo>
                  <a:pt x="13597" y="10095"/>
                  <a:pt x="12087" y="11603"/>
                  <a:pt x="10232" y="11603"/>
                </a:cubicBezTo>
                <a:cubicBezTo>
                  <a:pt x="8539" y="11603"/>
                  <a:pt x="7134" y="10348"/>
                  <a:pt x="6900" y="8720"/>
                </a:cubicBezTo>
                <a:lnTo>
                  <a:pt x="7875" y="8720"/>
                </a:lnTo>
                <a:cubicBezTo>
                  <a:pt x="8099" y="9815"/>
                  <a:pt x="9070" y="10642"/>
                  <a:pt x="10232" y="10642"/>
                </a:cubicBezTo>
                <a:cubicBezTo>
                  <a:pt x="11557" y="10642"/>
                  <a:pt x="12635" y="9565"/>
                  <a:pt x="12635" y="8238"/>
                </a:cubicBezTo>
                <a:cubicBezTo>
                  <a:pt x="12635" y="6912"/>
                  <a:pt x="11557" y="5836"/>
                  <a:pt x="10232" y="5836"/>
                </a:cubicBezTo>
                <a:cubicBezTo>
                  <a:pt x="9070" y="5836"/>
                  <a:pt x="8099" y="6662"/>
                  <a:pt x="7875" y="7759"/>
                </a:cubicBezTo>
                <a:lnTo>
                  <a:pt x="6900" y="7759"/>
                </a:lnTo>
                <a:cubicBezTo>
                  <a:pt x="7134" y="6129"/>
                  <a:pt x="8539" y="4874"/>
                  <a:pt x="10232" y="4874"/>
                </a:cubicBezTo>
                <a:close/>
                <a:moveTo>
                  <a:pt x="10232" y="2950"/>
                </a:moveTo>
                <a:cubicBezTo>
                  <a:pt x="13147" y="2950"/>
                  <a:pt x="15520" y="5322"/>
                  <a:pt x="15520" y="8238"/>
                </a:cubicBezTo>
                <a:cubicBezTo>
                  <a:pt x="15520" y="11155"/>
                  <a:pt x="13147" y="13527"/>
                  <a:pt x="10232" y="13527"/>
                </a:cubicBezTo>
                <a:cubicBezTo>
                  <a:pt x="7477" y="13527"/>
                  <a:pt x="5208" y="11411"/>
                  <a:pt x="4964" y="8720"/>
                </a:cubicBezTo>
                <a:lnTo>
                  <a:pt x="5932" y="8720"/>
                </a:lnTo>
                <a:cubicBezTo>
                  <a:pt x="6172" y="10880"/>
                  <a:pt x="8008" y="12565"/>
                  <a:pt x="10232" y="12565"/>
                </a:cubicBezTo>
                <a:cubicBezTo>
                  <a:pt x="12617" y="12565"/>
                  <a:pt x="14559" y="10625"/>
                  <a:pt x="14559" y="8238"/>
                </a:cubicBezTo>
                <a:cubicBezTo>
                  <a:pt x="14559" y="5852"/>
                  <a:pt x="12619" y="3912"/>
                  <a:pt x="10232" y="3912"/>
                </a:cubicBezTo>
                <a:cubicBezTo>
                  <a:pt x="8008" y="3912"/>
                  <a:pt x="6171" y="5597"/>
                  <a:pt x="5932" y="7757"/>
                </a:cubicBezTo>
                <a:lnTo>
                  <a:pt x="4965" y="7757"/>
                </a:lnTo>
                <a:cubicBezTo>
                  <a:pt x="5208" y="5066"/>
                  <a:pt x="7478" y="2950"/>
                  <a:pt x="10232" y="2950"/>
                </a:cubicBezTo>
                <a:close/>
                <a:moveTo>
                  <a:pt x="6002" y="12835"/>
                </a:moveTo>
                <a:cubicBezTo>
                  <a:pt x="6318" y="13128"/>
                  <a:pt x="6666" y="13387"/>
                  <a:pt x="7036" y="13608"/>
                </a:cubicBezTo>
                <a:lnTo>
                  <a:pt x="5807" y="15450"/>
                </a:lnTo>
                <a:lnTo>
                  <a:pt x="5129" y="15450"/>
                </a:lnTo>
                <a:lnTo>
                  <a:pt x="6002" y="12835"/>
                </a:lnTo>
                <a:close/>
                <a:moveTo>
                  <a:pt x="14461" y="12835"/>
                </a:moveTo>
                <a:lnTo>
                  <a:pt x="15334" y="15450"/>
                </a:lnTo>
                <a:lnTo>
                  <a:pt x="14656" y="15450"/>
                </a:lnTo>
                <a:lnTo>
                  <a:pt x="13427" y="13608"/>
                </a:lnTo>
                <a:cubicBezTo>
                  <a:pt x="13798" y="13387"/>
                  <a:pt x="14145" y="13128"/>
                  <a:pt x="14461" y="12835"/>
                </a:cubicBezTo>
                <a:close/>
                <a:moveTo>
                  <a:pt x="9271" y="0"/>
                </a:moveTo>
                <a:cubicBezTo>
                  <a:pt x="9004" y="0"/>
                  <a:pt x="8789" y="215"/>
                  <a:pt x="8789" y="482"/>
                </a:cubicBezTo>
                <a:lnTo>
                  <a:pt x="8789" y="2156"/>
                </a:lnTo>
                <a:cubicBezTo>
                  <a:pt x="6187" y="2774"/>
                  <a:pt x="4208" y="5022"/>
                  <a:pt x="3999" y="7757"/>
                </a:cubicBezTo>
                <a:lnTo>
                  <a:pt x="3678" y="7757"/>
                </a:lnTo>
                <a:lnTo>
                  <a:pt x="2859" y="6668"/>
                </a:lnTo>
                <a:cubicBezTo>
                  <a:pt x="2766" y="6538"/>
                  <a:pt x="2619" y="6469"/>
                  <a:pt x="2470" y="6469"/>
                </a:cubicBezTo>
                <a:cubicBezTo>
                  <a:pt x="2370" y="6469"/>
                  <a:pt x="2268" y="6500"/>
                  <a:pt x="2181" y="6565"/>
                </a:cubicBezTo>
                <a:cubicBezTo>
                  <a:pt x="1968" y="6726"/>
                  <a:pt x="1927" y="7033"/>
                  <a:pt x="2091" y="7245"/>
                </a:cubicBezTo>
                <a:lnTo>
                  <a:pt x="2476" y="7757"/>
                </a:lnTo>
                <a:lnTo>
                  <a:pt x="1754" y="7757"/>
                </a:lnTo>
                <a:lnTo>
                  <a:pt x="937" y="6668"/>
                </a:lnTo>
                <a:cubicBezTo>
                  <a:pt x="843" y="6538"/>
                  <a:pt x="696" y="6468"/>
                  <a:pt x="547" y="6468"/>
                </a:cubicBezTo>
                <a:cubicBezTo>
                  <a:pt x="447" y="6468"/>
                  <a:pt x="345" y="6500"/>
                  <a:pt x="259" y="6565"/>
                </a:cubicBezTo>
                <a:cubicBezTo>
                  <a:pt x="43" y="6726"/>
                  <a:pt x="4" y="7033"/>
                  <a:pt x="168" y="7245"/>
                </a:cubicBezTo>
                <a:lnTo>
                  <a:pt x="553" y="7757"/>
                </a:lnTo>
                <a:cubicBezTo>
                  <a:pt x="291" y="7762"/>
                  <a:pt x="81" y="7976"/>
                  <a:pt x="81" y="8238"/>
                </a:cubicBezTo>
                <a:cubicBezTo>
                  <a:pt x="81" y="8500"/>
                  <a:pt x="291" y="8714"/>
                  <a:pt x="553" y="8718"/>
                </a:cubicBezTo>
                <a:lnTo>
                  <a:pt x="168" y="9231"/>
                </a:lnTo>
                <a:cubicBezTo>
                  <a:pt x="1" y="9443"/>
                  <a:pt x="42" y="9751"/>
                  <a:pt x="257" y="9913"/>
                </a:cubicBezTo>
                <a:cubicBezTo>
                  <a:pt x="344" y="9978"/>
                  <a:pt x="445" y="10009"/>
                  <a:pt x="545" y="10009"/>
                </a:cubicBezTo>
                <a:cubicBezTo>
                  <a:pt x="695" y="10009"/>
                  <a:pt x="843" y="9939"/>
                  <a:pt x="937" y="9808"/>
                </a:cubicBezTo>
                <a:lnTo>
                  <a:pt x="1754" y="8718"/>
                </a:lnTo>
                <a:lnTo>
                  <a:pt x="2476" y="8718"/>
                </a:lnTo>
                <a:lnTo>
                  <a:pt x="2091" y="9231"/>
                </a:lnTo>
                <a:cubicBezTo>
                  <a:pt x="1924" y="9443"/>
                  <a:pt x="1965" y="9751"/>
                  <a:pt x="2180" y="9913"/>
                </a:cubicBezTo>
                <a:cubicBezTo>
                  <a:pt x="2267" y="9978"/>
                  <a:pt x="2368" y="10009"/>
                  <a:pt x="2468" y="10009"/>
                </a:cubicBezTo>
                <a:cubicBezTo>
                  <a:pt x="2618" y="10009"/>
                  <a:pt x="2766" y="9939"/>
                  <a:pt x="2859" y="9808"/>
                </a:cubicBezTo>
                <a:lnTo>
                  <a:pt x="3678" y="8720"/>
                </a:lnTo>
                <a:lnTo>
                  <a:pt x="4000" y="8720"/>
                </a:lnTo>
                <a:cubicBezTo>
                  <a:pt x="4092" y="9918"/>
                  <a:pt x="4529" y="11064"/>
                  <a:pt x="5260" y="12020"/>
                </a:cubicBezTo>
                <a:lnTo>
                  <a:pt x="4006" y="15778"/>
                </a:lnTo>
                <a:cubicBezTo>
                  <a:pt x="3902" y="16090"/>
                  <a:pt x="4135" y="16411"/>
                  <a:pt x="4463" y="16411"/>
                </a:cubicBezTo>
                <a:lnTo>
                  <a:pt x="6065" y="16411"/>
                </a:lnTo>
                <a:cubicBezTo>
                  <a:pt x="6226" y="16411"/>
                  <a:pt x="6376" y="16332"/>
                  <a:pt x="6465" y="16197"/>
                </a:cubicBezTo>
                <a:lnTo>
                  <a:pt x="7905" y="14039"/>
                </a:lnTo>
                <a:cubicBezTo>
                  <a:pt x="8651" y="14339"/>
                  <a:pt x="9442" y="14489"/>
                  <a:pt x="10232" y="14489"/>
                </a:cubicBezTo>
                <a:cubicBezTo>
                  <a:pt x="11023" y="14489"/>
                  <a:pt x="11813" y="14339"/>
                  <a:pt x="12560" y="14039"/>
                </a:cubicBezTo>
                <a:lnTo>
                  <a:pt x="13998" y="16197"/>
                </a:lnTo>
                <a:cubicBezTo>
                  <a:pt x="14087" y="16332"/>
                  <a:pt x="14238" y="16411"/>
                  <a:pt x="14399" y="16411"/>
                </a:cubicBezTo>
                <a:lnTo>
                  <a:pt x="16002" y="16411"/>
                </a:lnTo>
                <a:cubicBezTo>
                  <a:pt x="16330" y="16411"/>
                  <a:pt x="16561" y="16090"/>
                  <a:pt x="16457" y="15778"/>
                </a:cubicBezTo>
                <a:lnTo>
                  <a:pt x="15203" y="12020"/>
                </a:lnTo>
                <a:cubicBezTo>
                  <a:pt x="16034" y="10934"/>
                  <a:pt x="16483" y="9606"/>
                  <a:pt x="16482" y="8238"/>
                </a:cubicBezTo>
                <a:cubicBezTo>
                  <a:pt x="16482" y="5288"/>
                  <a:pt x="14427" y="2809"/>
                  <a:pt x="11674" y="2156"/>
                </a:cubicBezTo>
                <a:lnTo>
                  <a:pt x="11674" y="482"/>
                </a:lnTo>
                <a:cubicBezTo>
                  <a:pt x="11674" y="215"/>
                  <a:pt x="11459" y="0"/>
                  <a:pt x="11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069" name="Google Shape;20069;p93"/>
          <p:cNvGrpSpPr/>
          <p:nvPr/>
        </p:nvGrpSpPr>
        <p:grpSpPr>
          <a:xfrm>
            <a:off x="1049433" y="3994788"/>
            <a:ext cx="286941" cy="354827"/>
            <a:chOff x="1724675" y="4188000"/>
            <a:chExt cx="331800" cy="410300"/>
          </a:xfrm>
        </p:grpSpPr>
        <p:sp>
          <p:nvSpPr>
            <p:cNvPr id="20070" name="Google Shape;20070;p93"/>
            <p:cNvSpPr/>
            <p:nvPr/>
          </p:nvSpPr>
          <p:spPr>
            <a:xfrm>
              <a:off x="1840050" y="4304175"/>
              <a:ext cx="28100" cy="24075"/>
            </a:xfrm>
            <a:custGeom>
              <a:rect b="b" l="l" r="r" t="t"/>
              <a:pathLst>
                <a:path extrusionOk="0" h="963" w="1124">
                  <a:moveTo>
                    <a:pt x="643" y="0"/>
                  </a:moveTo>
                  <a:cubicBezTo>
                    <a:pt x="214" y="0"/>
                    <a:pt x="0" y="519"/>
                    <a:pt x="303" y="822"/>
                  </a:cubicBezTo>
                  <a:cubicBezTo>
                    <a:pt x="395" y="914"/>
                    <a:pt x="518" y="963"/>
                    <a:pt x="643" y="963"/>
                  </a:cubicBezTo>
                  <a:cubicBezTo>
                    <a:pt x="705" y="963"/>
                    <a:pt x="768" y="951"/>
                    <a:pt x="828" y="926"/>
                  </a:cubicBezTo>
                  <a:cubicBezTo>
                    <a:pt x="1006" y="851"/>
                    <a:pt x="1124" y="677"/>
                    <a:pt x="1124" y="482"/>
                  </a:cubicBezTo>
                  <a:cubicBezTo>
                    <a:pt x="1124" y="216"/>
                    <a:pt x="908"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1" name="Google Shape;20071;p93"/>
            <p:cNvSpPr/>
            <p:nvPr/>
          </p:nvSpPr>
          <p:spPr>
            <a:xfrm>
              <a:off x="1936250" y="4428400"/>
              <a:ext cx="24050" cy="71875"/>
            </a:xfrm>
            <a:custGeom>
              <a:rect b="b" l="l" r="r" t="t"/>
              <a:pathLst>
                <a:path extrusionOk="0" h="2875" w="962">
                  <a:moveTo>
                    <a:pt x="481" y="0"/>
                  </a:moveTo>
                  <a:cubicBezTo>
                    <a:pt x="216" y="0"/>
                    <a:pt x="1" y="216"/>
                    <a:pt x="1" y="481"/>
                  </a:cubicBezTo>
                  <a:lnTo>
                    <a:pt x="1" y="2403"/>
                  </a:lnTo>
                  <a:cubicBezTo>
                    <a:pt x="5" y="2666"/>
                    <a:pt x="219" y="2875"/>
                    <a:pt x="481" y="2875"/>
                  </a:cubicBezTo>
                  <a:cubicBezTo>
                    <a:pt x="743" y="2875"/>
                    <a:pt x="957" y="2666"/>
                    <a:pt x="962" y="2403"/>
                  </a:cubicBezTo>
                  <a:lnTo>
                    <a:pt x="962" y="481"/>
                  </a:lnTo>
                  <a:cubicBezTo>
                    <a:pt x="962" y="216"/>
                    <a:pt x="746" y="0"/>
                    <a:pt x="4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2" name="Google Shape;20072;p93"/>
            <p:cNvSpPr/>
            <p:nvPr/>
          </p:nvSpPr>
          <p:spPr>
            <a:xfrm>
              <a:off x="1724675" y="4188000"/>
              <a:ext cx="331800" cy="410300"/>
            </a:xfrm>
            <a:custGeom>
              <a:rect b="b" l="l" r="r" t="t"/>
              <a:pathLst>
                <a:path extrusionOk="0" h="16412" w="13272">
                  <a:moveTo>
                    <a:pt x="7096" y="964"/>
                  </a:moveTo>
                  <a:lnTo>
                    <a:pt x="7096" y="964"/>
                  </a:lnTo>
                  <a:cubicBezTo>
                    <a:pt x="9986" y="1048"/>
                    <a:pt x="12310" y="3424"/>
                    <a:pt x="12310" y="6333"/>
                  </a:cubicBezTo>
                  <a:lnTo>
                    <a:pt x="12310" y="8174"/>
                  </a:lnTo>
                  <a:cubicBezTo>
                    <a:pt x="12308" y="8784"/>
                    <a:pt x="11924" y="9329"/>
                    <a:pt x="11347" y="9533"/>
                  </a:cubicBezTo>
                  <a:lnTo>
                    <a:pt x="11347" y="6333"/>
                  </a:lnTo>
                  <a:cubicBezTo>
                    <a:pt x="11347" y="4019"/>
                    <a:pt x="9556" y="2117"/>
                    <a:pt x="7288" y="1937"/>
                  </a:cubicBezTo>
                  <a:lnTo>
                    <a:pt x="7288" y="1764"/>
                  </a:lnTo>
                  <a:cubicBezTo>
                    <a:pt x="7288" y="1486"/>
                    <a:pt x="7222" y="1212"/>
                    <a:pt x="7096" y="964"/>
                  </a:cubicBezTo>
                  <a:close/>
                  <a:moveTo>
                    <a:pt x="5526" y="961"/>
                  </a:moveTo>
                  <a:cubicBezTo>
                    <a:pt x="5968" y="961"/>
                    <a:pt x="6326" y="1320"/>
                    <a:pt x="6327" y="1762"/>
                  </a:cubicBezTo>
                  <a:lnTo>
                    <a:pt x="6327" y="2411"/>
                  </a:lnTo>
                  <a:cubicBezTo>
                    <a:pt x="6327" y="2677"/>
                    <a:pt x="6544" y="2892"/>
                    <a:pt x="6808" y="2892"/>
                  </a:cubicBezTo>
                  <a:cubicBezTo>
                    <a:pt x="6813" y="2892"/>
                    <a:pt x="6818" y="2892"/>
                    <a:pt x="6824" y="2891"/>
                  </a:cubicBezTo>
                  <a:cubicBezTo>
                    <a:pt x="6850" y="2891"/>
                    <a:pt x="6875" y="2889"/>
                    <a:pt x="6900" y="2887"/>
                  </a:cubicBezTo>
                  <a:cubicBezTo>
                    <a:pt x="6915" y="2886"/>
                    <a:pt x="6932" y="2884"/>
                    <a:pt x="6938" y="2884"/>
                  </a:cubicBezTo>
                  <a:cubicBezTo>
                    <a:pt x="8840" y="2884"/>
                    <a:pt x="10387" y="4431"/>
                    <a:pt x="10387" y="6333"/>
                  </a:cubicBezTo>
                  <a:lnTo>
                    <a:pt x="10387" y="13462"/>
                  </a:lnTo>
                  <a:lnTo>
                    <a:pt x="3040" y="13462"/>
                  </a:lnTo>
                  <a:cubicBezTo>
                    <a:pt x="3161" y="12349"/>
                    <a:pt x="3696" y="11321"/>
                    <a:pt x="4539" y="10584"/>
                  </a:cubicBezTo>
                  <a:lnTo>
                    <a:pt x="5415" y="9817"/>
                  </a:lnTo>
                  <a:cubicBezTo>
                    <a:pt x="5519" y="9726"/>
                    <a:pt x="5579" y="9594"/>
                    <a:pt x="5579" y="9455"/>
                  </a:cubicBezTo>
                  <a:lnTo>
                    <a:pt x="5579" y="8975"/>
                  </a:lnTo>
                  <a:lnTo>
                    <a:pt x="5739" y="8975"/>
                  </a:lnTo>
                  <a:cubicBezTo>
                    <a:pt x="6890" y="8973"/>
                    <a:pt x="7821" y="8042"/>
                    <a:pt x="7823" y="6892"/>
                  </a:cubicBezTo>
                  <a:cubicBezTo>
                    <a:pt x="7828" y="6623"/>
                    <a:pt x="7612" y="6402"/>
                    <a:pt x="7342" y="6402"/>
                  </a:cubicBezTo>
                  <a:cubicBezTo>
                    <a:pt x="7073" y="6402"/>
                    <a:pt x="6856" y="6623"/>
                    <a:pt x="6860" y="6892"/>
                  </a:cubicBezTo>
                  <a:cubicBezTo>
                    <a:pt x="6860" y="7510"/>
                    <a:pt x="6358" y="8013"/>
                    <a:pt x="5739" y="8013"/>
                  </a:cubicBezTo>
                  <a:lnTo>
                    <a:pt x="4136" y="8013"/>
                  </a:lnTo>
                  <a:cubicBezTo>
                    <a:pt x="4053" y="8014"/>
                    <a:pt x="3971" y="8036"/>
                    <a:pt x="3899" y="8077"/>
                  </a:cubicBezTo>
                  <a:lnTo>
                    <a:pt x="2293" y="8995"/>
                  </a:lnTo>
                  <a:cubicBezTo>
                    <a:pt x="2218" y="9038"/>
                    <a:pt x="2136" y="9058"/>
                    <a:pt x="2055" y="9058"/>
                  </a:cubicBezTo>
                  <a:cubicBezTo>
                    <a:pt x="1930" y="9058"/>
                    <a:pt x="1807" y="9010"/>
                    <a:pt x="1714" y="8918"/>
                  </a:cubicBezTo>
                  <a:lnTo>
                    <a:pt x="1251" y="8455"/>
                  </a:lnTo>
                  <a:cubicBezTo>
                    <a:pt x="1074" y="8279"/>
                    <a:pt x="1061" y="7998"/>
                    <a:pt x="1222" y="7808"/>
                  </a:cubicBezTo>
                  <a:lnTo>
                    <a:pt x="4290" y="4126"/>
                  </a:lnTo>
                  <a:cubicBezTo>
                    <a:pt x="4530" y="3837"/>
                    <a:pt x="4816" y="3590"/>
                    <a:pt x="5135" y="3394"/>
                  </a:cubicBezTo>
                  <a:cubicBezTo>
                    <a:pt x="5279" y="3306"/>
                    <a:pt x="5365" y="3151"/>
                    <a:pt x="5365" y="2984"/>
                  </a:cubicBezTo>
                  <a:lnTo>
                    <a:pt x="5365" y="961"/>
                  </a:lnTo>
                  <a:close/>
                  <a:moveTo>
                    <a:pt x="11509" y="14424"/>
                  </a:moveTo>
                  <a:cubicBezTo>
                    <a:pt x="11951" y="14424"/>
                    <a:pt x="12310" y="14783"/>
                    <a:pt x="12310" y="15225"/>
                  </a:cubicBezTo>
                  <a:lnTo>
                    <a:pt x="12310" y="15449"/>
                  </a:lnTo>
                  <a:lnTo>
                    <a:pt x="1092" y="15449"/>
                  </a:lnTo>
                  <a:lnTo>
                    <a:pt x="1092" y="15225"/>
                  </a:lnTo>
                  <a:cubicBezTo>
                    <a:pt x="1092" y="14783"/>
                    <a:pt x="1451" y="14424"/>
                    <a:pt x="1893" y="14424"/>
                  </a:cubicBezTo>
                  <a:close/>
                  <a:moveTo>
                    <a:pt x="4883" y="1"/>
                  </a:moveTo>
                  <a:cubicBezTo>
                    <a:pt x="4618" y="1"/>
                    <a:pt x="4403" y="216"/>
                    <a:pt x="4403" y="481"/>
                  </a:cubicBezTo>
                  <a:lnTo>
                    <a:pt x="4403" y="2726"/>
                  </a:lnTo>
                  <a:cubicBezTo>
                    <a:pt x="4085" y="2949"/>
                    <a:pt x="3798" y="3212"/>
                    <a:pt x="3551" y="3511"/>
                  </a:cubicBezTo>
                  <a:lnTo>
                    <a:pt x="483" y="7191"/>
                  </a:lnTo>
                  <a:cubicBezTo>
                    <a:pt x="1" y="7764"/>
                    <a:pt x="40" y="8609"/>
                    <a:pt x="570" y="9134"/>
                  </a:cubicBezTo>
                  <a:lnTo>
                    <a:pt x="1033" y="9597"/>
                  </a:lnTo>
                  <a:cubicBezTo>
                    <a:pt x="1311" y="9874"/>
                    <a:pt x="1681" y="10019"/>
                    <a:pt x="2054" y="10019"/>
                  </a:cubicBezTo>
                  <a:cubicBezTo>
                    <a:pt x="2299" y="10019"/>
                    <a:pt x="2545" y="9957"/>
                    <a:pt x="2769" y="9830"/>
                  </a:cubicBezTo>
                  <a:lnTo>
                    <a:pt x="4264" y="8975"/>
                  </a:lnTo>
                  <a:lnTo>
                    <a:pt x="4617" y="8975"/>
                  </a:lnTo>
                  <a:lnTo>
                    <a:pt x="4617" y="9237"/>
                  </a:lnTo>
                  <a:lnTo>
                    <a:pt x="3905" y="9859"/>
                  </a:lnTo>
                  <a:cubicBezTo>
                    <a:pt x="2854" y="10780"/>
                    <a:pt x="2199" y="12071"/>
                    <a:pt x="2074" y="13462"/>
                  </a:cubicBezTo>
                  <a:lnTo>
                    <a:pt x="1893" y="13462"/>
                  </a:lnTo>
                  <a:cubicBezTo>
                    <a:pt x="919" y="13463"/>
                    <a:pt x="131" y="14251"/>
                    <a:pt x="130" y="15225"/>
                  </a:cubicBezTo>
                  <a:lnTo>
                    <a:pt x="130" y="15930"/>
                  </a:lnTo>
                  <a:cubicBezTo>
                    <a:pt x="130" y="16196"/>
                    <a:pt x="345" y="16411"/>
                    <a:pt x="610" y="16411"/>
                  </a:cubicBezTo>
                  <a:lnTo>
                    <a:pt x="12790" y="16411"/>
                  </a:lnTo>
                  <a:cubicBezTo>
                    <a:pt x="13057" y="16411"/>
                    <a:pt x="13272" y="16196"/>
                    <a:pt x="13272" y="15930"/>
                  </a:cubicBezTo>
                  <a:lnTo>
                    <a:pt x="13272" y="15225"/>
                  </a:lnTo>
                  <a:cubicBezTo>
                    <a:pt x="13270" y="14251"/>
                    <a:pt x="12481" y="13463"/>
                    <a:pt x="11509" y="13462"/>
                  </a:cubicBezTo>
                  <a:lnTo>
                    <a:pt x="11347" y="13462"/>
                  </a:lnTo>
                  <a:lnTo>
                    <a:pt x="11347" y="10529"/>
                  </a:lnTo>
                  <a:cubicBezTo>
                    <a:pt x="12444" y="10306"/>
                    <a:pt x="13272" y="9335"/>
                    <a:pt x="13272" y="8174"/>
                  </a:cubicBezTo>
                  <a:lnTo>
                    <a:pt x="13272" y="6333"/>
                  </a:lnTo>
                  <a:cubicBezTo>
                    <a:pt x="13272" y="2842"/>
                    <a:pt x="10431" y="1"/>
                    <a:pt x="6938" y="1"/>
                  </a:cubicBezTo>
                  <a:cubicBezTo>
                    <a:pt x="6633" y="2"/>
                    <a:pt x="6329" y="27"/>
                    <a:pt x="6029" y="74"/>
                  </a:cubicBezTo>
                  <a:cubicBezTo>
                    <a:pt x="5865" y="25"/>
                    <a:pt x="5695"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73" name="Google Shape;20073;p93"/>
          <p:cNvGrpSpPr/>
          <p:nvPr/>
        </p:nvGrpSpPr>
        <p:grpSpPr>
          <a:xfrm>
            <a:off x="1764583" y="3994799"/>
            <a:ext cx="355498" cy="354806"/>
            <a:chOff x="2235525" y="4172375"/>
            <a:chExt cx="411075" cy="410275"/>
          </a:xfrm>
        </p:grpSpPr>
        <p:sp>
          <p:nvSpPr>
            <p:cNvPr id="20074" name="Google Shape;20074;p93"/>
            <p:cNvSpPr/>
            <p:nvPr/>
          </p:nvSpPr>
          <p:spPr>
            <a:xfrm>
              <a:off x="2319450" y="4258125"/>
              <a:ext cx="28100" cy="24050"/>
            </a:xfrm>
            <a:custGeom>
              <a:rect b="b" l="l" r="r" t="t"/>
              <a:pathLst>
                <a:path extrusionOk="0" h="962" w="1124">
                  <a:moveTo>
                    <a:pt x="643" y="0"/>
                  </a:moveTo>
                  <a:cubicBezTo>
                    <a:pt x="214" y="0"/>
                    <a:pt x="0" y="518"/>
                    <a:pt x="303" y="820"/>
                  </a:cubicBezTo>
                  <a:cubicBezTo>
                    <a:pt x="396" y="913"/>
                    <a:pt x="519" y="961"/>
                    <a:pt x="645" y="961"/>
                  </a:cubicBezTo>
                  <a:cubicBezTo>
                    <a:pt x="706" y="961"/>
                    <a:pt x="768" y="950"/>
                    <a:pt x="827" y="926"/>
                  </a:cubicBezTo>
                  <a:cubicBezTo>
                    <a:pt x="1006" y="851"/>
                    <a:pt x="1123" y="675"/>
                    <a:pt x="1123" y="480"/>
                  </a:cubicBezTo>
                  <a:cubicBezTo>
                    <a:pt x="1123" y="215"/>
                    <a:pt x="908"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5" name="Google Shape;20075;p93"/>
            <p:cNvSpPr/>
            <p:nvPr/>
          </p:nvSpPr>
          <p:spPr>
            <a:xfrm>
              <a:off x="2235525" y="4172375"/>
              <a:ext cx="411075" cy="410275"/>
            </a:xfrm>
            <a:custGeom>
              <a:rect b="b" l="l" r="r" t="t"/>
              <a:pathLst>
                <a:path extrusionOk="0" h="16411" w="16443">
                  <a:moveTo>
                    <a:pt x="11438" y="10476"/>
                  </a:moveTo>
                  <a:lnTo>
                    <a:pt x="12142" y="13526"/>
                  </a:lnTo>
                  <a:lnTo>
                    <a:pt x="5658" y="13526"/>
                  </a:lnTo>
                  <a:lnTo>
                    <a:pt x="6350" y="10522"/>
                  </a:lnTo>
                  <a:cubicBezTo>
                    <a:pt x="7085" y="10815"/>
                    <a:pt x="7867" y="10963"/>
                    <a:pt x="8686" y="10963"/>
                  </a:cubicBezTo>
                  <a:cubicBezTo>
                    <a:pt x="8724" y="10963"/>
                    <a:pt x="8763" y="10962"/>
                    <a:pt x="8802" y="10962"/>
                  </a:cubicBezTo>
                  <a:cubicBezTo>
                    <a:pt x="9625" y="10949"/>
                    <a:pt x="10510" y="10785"/>
                    <a:pt x="11438" y="10476"/>
                  </a:cubicBezTo>
                  <a:close/>
                  <a:moveTo>
                    <a:pt x="3772" y="962"/>
                  </a:moveTo>
                  <a:cubicBezTo>
                    <a:pt x="4252" y="964"/>
                    <a:pt x="4640" y="1352"/>
                    <a:pt x="4641" y="1832"/>
                  </a:cubicBezTo>
                  <a:cubicBezTo>
                    <a:pt x="4641" y="2048"/>
                    <a:pt x="4783" y="2236"/>
                    <a:pt x="4991" y="2295"/>
                  </a:cubicBezTo>
                  <a:cubicBezTo>
                    <a:pt x="6109" y="2616"/>
                    <a:pt x="6881" y="3638"/>
                    <a:pt x="6885" y="4801"/>
                  </a:cubicBezTo>
                  <a:lnTo>
                    <a:pt x="6885" y="5674"/>
                  </a:lnTo>
                  <a:cubicBezTo>
                    <a:pt x="6884" y="5939"/>
                    <a:pt x="7099" y="6154"/>
                    <a:pt x="7365" y="6154"/>
                  </a:cubicBezTo>
                  <a:lnTo>
                    <a:pt x="11784" y="6154"/>
                  </a:lnTo>
                  <a:cubicBezTo>
                    <a:pt x="12933" y="6157"/>
                    <a:pt x="13866" y="7088"/>
                    <a:pt x="13868" y="8238"/>
                  </a:cubicBezTo>
                  <a:lnTo>
                    <a:pt x="13868" y="13526"/>
                  </a:lnTo>
                  <a:lnTo>
                    <a:pt x="13128" y="13526"/>
                  </a:lnTo>
                  <a:lnTo>
                    <a:pt x="12252" y="9732"/>
                  </a:lnTo>
                  <a:cubicBezTo>
                    <a:pt x="12201" y="9507"/>
                    <a:pt x="12001" y="9359"/>
                    <a:pt x="11785" y="9359"/>
                  </a:cubicBezTo>
                  <a:cubicBezTo>
                    <a:pt x="11728" y="9359"/>
                    <a:pt x="11669" y="9370"/>
                    <a:pt x="11612" y="9392"/>
                  </a:cubicBezTo>
                  <a:cubicBezTo>
                    <a:pt x="10557" y="9798"/>
                    <a:pt x="9586" y="10001"/>
                    <a:pt x="8688" y="10001"/>
                  </a:cubicBezTo>
                  <a:cubicBezTo>
                    <a:pt x="7805" y="10001"/>
                    <a:pt x="6992" y="9806"/>
                    <a:pt x="6236" y="9414"/>
                  </a:cubicBezTo>
                  <a:cubicBezTo>
                    <a:pt x="6165" y="9377"/>
                    <a:pt x="6089" y="9359"/>
                    <a:pt x="6015" y="9359"/>
                  </a:cubicBezTo>
                  <a:cubicBezTo>
                    <a:pt x="5801" y="9359"/>
                    <a:pt x="5600" y="9504"/>
                    <a:pt x="5546" y="9732"/>
                  </a:cubicBezTo>
                  <a:lnTo>
                    <a:pt x="4671" y="13526"/>
                  </a:lnTo>
                  <a:lnTo>
                    <a:pt x="3931" y="13526"/>
                  </a:lnTo>
                  <a:lnTo>
                    <a:pt x="3931" y="6787"/>
                  </a:lnTo>
                  <a:cubicBezTo>
                    <a:pt x="4851" y="6703"/>
                    <a:pt x="5618" y="6046"/>
                    <a:pt x="5841" y="5149"/>
                  </a:cubicBezTo>
                  <a:cubicBezTo>
                    <a:pt x="5905" y="4892"/>
                    <a:pt x="5749" y="4629"/>
                    <a:pt x="5491" y="4565"/>
                  </a:cubicBezTo>
                  <a:cubicBezTo>
                    <a:pt x="5452" y="4555"/>
                    <a:pt x="5413" y="4551"/>
                    <a:pt x="5374" y="4551"/>
                  </a:cubicBezTo>
                  <a:cubicBezTo>
                    <a:pt x="5158" y="4551"/>
                    <a:pt x="4961" y="4698"/>
                    <a:pt x="4908" y="4916"/>
                  </a:cubicBezTo>
                  <a:cubicBezTo>
                    <a:pt x="4773" y="5454"/>
                    <a:pt x="4290" y="5833"/>
                    <a:pt x="3735" y="5833"/>
                  </a:cubicBezTo>
                  <a:cubicBezTo>
                    <a:pt x="3734" y="5833"/>
                    <a:pt x="3733" y="5833"/>
                    <a:pt x="3732" y="5833"/>
                  </a:cubicBezTo>
                  <a:lnTo>
                    <a:pt x="2972" y="5833"/>
                  </a:lnTo>
                  <a:cubicBezTo>
                    <a:pt x="2880" y="5833"/>
                    <a:pt x="2790" y="5860"/>
                    <a:pt x="2713" y="5911"/>
                  </a:cubicBezTo>
                  <a:lnTo>
                    <a:pt x="1748" y="6532"/>
                  </a:lnTo>
                  <a:cubicBezTo>
                    <a:pt x="1721" y="6549"/>
                    <a:pt x="1691" y="6557"/>
                    <a:pt x="1661" y="6557"/>
                  </a:cubicBezTo>
                  <a:cubicBezTo>
                    <a:pt x="1609" y="6557"/>
                    <a:pt x="1559" y="6532"/>
                    <a:pt x="1528" y="6485"/>
                  </a:cubicBezTo>
                  <a:lnTo>
                    <a:pt x="1074" y="5805"/>
                  </a:lnTo>
                  <a:cubicBezTo>
                    <a:pt x="1034" y="5747"/>
                    <a:pt x="1039" y="5669"/>
                    <a:pt x="1084" y="5615"/>
                  </a:cubicBezTo>
                  <a:lnTo>
                    <a:pt x="3197" y="3079"/>
                  </a:lnTo>
                  <a:cubicBezTo>
                    <a:pt x="3288" y="2972"/>
                    <a:pt x="3389" y="2875"/>
                    <a:pt x="3501" y="2789"/>
                  </a:cubicBezTo>
                  <a:cubicBezTo>
                    <a:pt x="3613" y="2698"/>
                    <a:pt x="3679" y="2559"/>
                    <a:pt x="3679" y="2414"/>
                  </a:cubicBezTo>
                  <a:lnTo>
                    <a:pt x="3679" y="962"/>
                  </a:lnTo>
                  <a:close/>
                  <a:moveTo>
                    <a:pt x="3769" y="14487"/>
                  </a:moveTo>
                  <a:cubicBezTo>
                    <a:pt x="4016" y="14487"/>
                    <a:pt x="4253" y="14678"/>
                    <a:pt x="4253" y="14969"/>
                  </a:cubicBezTo>
                  <a:cubicBezTo>
                    <a:pt x="4252" y="15234"/>
                    <a:pt x="4038" y="15449"/>
                    <a:pt x="3773" y="15449"/>
                  </a:cubicBezTo>
                  <a:cubicBezTo>
                    <a:pt x="3344" y="15449"/>
                    <a:pt x="3129" y="14932"/>
                    <a:pt x="3432" y="14629"/>
                  </a:cubicBezTo>
                  <a:cubicBezTo>
                    <a:pt x="3530" y="14531"/>
                    <a:pt x="3651" y="14487"/>
                    <a:pt x="3769" y="14487"/>
                  </a:cubicBezTo>
                  <a:close/>
                  <a:moveTo>
                    <a:pt x="14026" y="14487"/>
                  </a:moveTo>
                  <a:cubicBezTo>
                    <a:pt x="14273" y="14487"/>
                    <a:pt x="14510" y="14678"/>
                    <a:pt x="14510" y="14969"/>
                  </a:cubicBezTo>
                  <a:cubicBezTo>
                    <a:pt x="14509" y="15234"/>
                    <a:pt x="14294" y="15449"/>
                    <a:pt x="14029" y="15449"/>
                  </a:cubicBezTo>
                  <a:cubicBezTo>
                    <a:pt x="13601" y="15449"/>
                    <a:pt x="13386" y="14932"/>
                    <a:pt x="13689" y="14629"/>
                  </a:cubicBezTo>
                  <a:cubicBezTo>
                    <a:pt x="13787" y="14531"/>
                    <a:pt x="13908" y="14487"/>
                    <a:pt x="14026" y="14487"/>
                  </a:cubicBezTo>
                  <a:close/>
                  <a:moveTo>
                    <a:pt x="8900" y="14488"/>
                  </a:moveTo>
                  <a:cubicBezTo>
                    <a:pt x="9167" y="14488"/>
                    <a:pt x="9380" y="14703"/>
                    <a:pt x="9382" y="14969"/>
                  </a:cubicBezTo>
                  <a:cubicBezTo>
                    <a:pt x="9382" y="15163"/>
                    <a:pt x="9265" y="15339"/>
                    <a:pt x="9085" y="15414"/>
                  </a:cubicBezTo>
                  <a:cubicBezTo>
                    <a:pt x="9025" y="15438"/>
                    <a:pt x="8963" y="15450"/>
                    <a:pt x="8902" y="15450"/>
                  </a:cubicBezTo>
                  <a:cubicBezTo>
                    <a:pt x="8776" y="15450"/>
                    <a:pt x="8653" y="15401"/>
                    <a:pt x="8560" y="15308"/>
                  </a:cubicBezTo>
                  <a:cubicBezTo>
                    <a:pt x="8257" y="15005"/>
                    <a:pt x="8472" y="14488"/>
                    <a:pt x="8900" y="14488"/>
                  </a:cubicBezTo>
                  <a:close/>
                  <a:moveTo>
                    <a:pt x="3199" y="0"/>
                  </a:moveTo>
                  <a:cubicBezTo>
                    <a:pt x="2934" y="0"/>
                    <a:pt x="2717" y="216"/>
                    <a:pt x="2719" y="482"/>
                  </a:cubicBezTo>
                  <a:lnTo>
                    <a:pt x="2719" y="2193"/>
                  </a:lnTo>
                  <a:cubicBezTo>
                    <a:pt x="2625" y="2278"/>
                    <a:pt x="2538" y="2367"/>
                    <a:pt x="2459" y="2462"/>
                  </a:cubicBezTo>
                  <a:lnTo>
                    <a:pt x="346" y="4998"/>
                  </a:lnTo>
                  <a:cubicBezTo>
                    <a:pt x="30" y="5381"/>
                    <a:pt x="1" y="5924"/>
                    <a:pt x="274" y="6338"/>
                  </a:cubicBezTo>
                  <a:lnTo>
                    <a:pt x="727" y="7018"/>
                  </a:lnTo>
                  <a:cubicBezTo>
                    <a:pt x="944" y="7341"/>
                    <a:pt x="1301" y="7516"/>
                    <a:pt x="1664" y="7516"/>
                  </a:cubicBezTo>
                  <a:cubicBezTo>
                    <a:pt x="1871" y="7516"/>
                    <a:pt x="2080" y="7459"/>
                    <a:pt x="2268" y="7340"/>
                  </a:cubicBezTo>
                  <a:lnTo>
                    <a:pt x="2970" y="6888"/>
                  </a:lnTo>
                  <a:lnTo>
                    <a:pt x="2970" y="13526"/>
                  </a:lnTo>
                  <a:lnTo>
                    <a:pt x="1849" y="13526"/>
                  </a:lnTo>
                  <a:cubicBezTo>
                    <a:pt x="1587" y="13532"/>
                    <a:pt x="1377" y="13746"/>
                    <a:pt x="1377" y="14006"/>
                  </a:cubicBezTo>
                  <a:cubicBezTo>
                    <a:pt x="1377" y="14268"/>
                    <a:pt x="1587" y="14482"/>
                    <a:pt x="1849" y="14488"/>
                  </a:cubicBezTo>
                  <a:lnTo>
                    <a:pt x="2412" y="14488"/>
                  </a:lnTo>
                  <a:cubicBezTo>
                    <a:pt x="2080" y="15427"/>
                    <a:pt x="2776" y="16411"/>
                    <a:pt x="3772" y="16411"/>
                  </a:cubicBezTo>
                  <a:cubicBezTo>
                    <a:pt x="4767" y="16411"/>
                    <a:pt x="5463" y="15427"/>
                    <a:pt x="5131" y="14488"/>
                  </a:cubicBezTo>
                  <a:lnTo>
                    <a:pt x="7540" y="14488"/>
                  </a:lnTo>
                  <a:cubicBezTo>
                    <a:pt x="7209" y="15427"/>
                    <a:pt x="7904" y="16411"/>
                    <a:pt x="8900" y="16411"/>
                  </a:cubicBezTo>
                  <a:cubicBezTo>
                    <a:pt x="9896" y="16411"/>
                    <a:pt x="10592" y="15427"/>
                    <a:pt x="10259" y="14488"/>
                  </a:cubicBezTo>
                  <a:lnTo>
                    <a:pt x="12670" y="14488"/>
                  </a:lnTo>
                  <a:cubicBezTo>
                    <a:pt x="12337" y="15427"/>
                    <a:pt x="13033" y="16411"/>
                    <a:pt x="14029" y="16411"/>
                  </a:cubicBezTo>
                  <a:cubicBezTo>
                    <a:pt x="15024" y="16411"/>
                    <a:pt x="15720" y="15427"/>
                    <a:pt x="15388" y="14488"/>
                  </a:cubicBezTo>
                  <a:lnTo>
                    <a:pt x="15951" y="14488"/>
                  </a:lnTo>
                  <a:cubicBezTo>
                    <a:pt x="15954" y="14488"/>
                    <a:pt x="15957" y="14488"/>
                    <a:pt x="15960" y="14488"/>
                  </a:cubicBezTo>
                  <a:cubicBezTo>
                    <a:pt x="16225" y="14488"/>
                    <a:pt x="16442" y="14273"/>
                    <a:pt x="16442" y="14006"/>
                  </a:cubicBezTo>
                  <a:cubicBezTo>
                    <a:pt x="16442" y="13741"/>
                    <a:pt x="16225" y="13526"/>
                    <a:pt x="15960" y="13526"/>
                  </a:cubicBezTo>
                  <a:cubicBezTo>
                    <a:pt x="15957" y="13526"/>
                    <a:pt x="15954" y="13526"/>
                    <a:pt x="15951" y="13526"/>
                  </a:cubicBezTo>
                  <a:lnTo>
                    <a:pt x="14830" y="13526"/>
                  </a:lnTo>
                  <a:lnTo>
                    <a:pt x="14830" y="8238"/>
                  </a:lnTo>
                  <a:cubicBezTo>
                    <a:pt x="14830" y="7718"/>
                    <a:pt x="14696" y="7205"/>
                    <a:pt x="14442" y="6751"/>
                  </a:cubicBezTo>
                  <a:lnTo>
                    <a:pt x="14442" y="6751"/>
                  </a:lnTo>
                  <a:cubicBezTo>
                    <a:pt x="14478" y="6776"/>
                    <a:pt x="14513" y="6800"/>
                    <a:pt x="14547" y="6825"/>
                  </a:cubicBezTo>
                  <a:cubicBezTo>
                    <a:pt x="15168" y="7274"/>
                    <a:pt x="15470" y="7945"/>
                    <a:pt x="15470" y="8879"/>
                  </a:cubicBezTo>
                  <a:cubicBezTo>
                    <a:pt x="15476" y="9141"/>
                    <a:pt x="15689" y="9351"/>
                    <a:pt x="15951" y="9351"/>
                  </a:cubicBezTo>
                  <a:cubicBezTo>
                    <a:pt x="16212" y="9351"/>
                    <a:pt x="16426" y="9141"/>
                    <a:pt x="16432" y="8879"/>
                  </a:cubicBezTo>
                  <a:cubicBezTo>
                    <a:pt x="16432" y="7632"/>
                    <a:pt x="15987" y="6678"/>
                    <a:pt x="15111" y="6046"/>
                  </a:cubicBezTo>
                  <a:cubicBezTo>
                    <a:pt x="14327" y="5480"/>
                    <a:pt x="13209" y="5193"/>
                    <a:pt x="11784" y="5193"/>
                  </a:cubicBezTo>
                  <a:lnTo>
                    <a:pt x="7846" y="5193"/>
                  </a:lnTo>
                  <a:lnTo>
                    <a:pt x="7846" y="4801"/>
                  </a:lnTo>
                  <a:cubicBezTo>
                    <a:pt x="7846" y="3329"/>
                    <a:pt x="6941" y="2007"/>
                    <a:pt x="5567" y="1475"/>
                  </a:cubicBezTo>
                  <a:cubicBezTo>
                    <a:pt x="5396" y="618"/>
                    <a:pt x="4644" y="2"/>
                    <a:pt x="37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76" name="Google Shape;20076;p93"/>
          <p:cNvGrpSpPr/>
          <p:nvPr/>
        </p:nvGrpSpPr>
        <p:grpSpPr>
          <a:xfrm>
            <a:off x="2540541" y="3994789"/>
            <a:ext cx="325835" cy="354827"/>
            <a:chOff x="2756925" y="4164750"/>
            <a:chExt cx="376775" cy="410300"/>
          </a:xfrm>
        </p:grpSpPr>
        <p:sp>
          <p:nvSpPr>
            <p:cNvPr id="20077" name="Google Shape;20077;p93"/>
            <p:cNvSpPr/>
            <p:nvPr/>
          </p:nvSpPr>
          <p:spPr>
            <a:xfrm>
              <a:off x="2756925" y="4164750"/>
              <a:ext cx="376775" cy="410300"/>
            </a:xfrm>
            <a:custGeom>
              <a:rect b="b" l="l" r="r" t="t"/>
              <a:pathLst>
                <a:path extrusionOk="0" h="16412" w="15071">
                  <a:moveTo>
                    <a:pt x="2566" y="2307"/>
                  </a:moveTo>
                  <a:lnTo>
                    <a:pt x="2566" y="5674"/>
                  </a:lnTo>
                  <a:cubicBezTo>
                    <a:pt x="2566" y="6320"/>
                    <a:pt x="2690" y="6961"/>
                    <a:pt x="2936" y="7559"/>
                  </a:cubicBezTo>
                  <a:cubicBezTo>
                    <a:pt x="1749" y="7115"/>
                    <a:pt x="962" y="5980"/>
                    <a:pt x="964" y="4712"/>
                  </a:cubicBezTo>
                  <a:lnTo>
                    <a:pt x="964" y="3110"/>
                  </a:lnTo>
                  <a:cubicBezTo>
                    <a:pt x="964" y="2666"/>
                    <a:pt x="1322" y="2309"/>
                    <a:pt x="1765" y="2307"/>
                  </a:cubicBezTo>
                  <a:close/>
                  <a:moveTo>
                    <a:pt x="13305" y="2309"/>
                  </a:moveTo>
                  <a:cubicBezTo>
                    <a:pt x="13747" y="2309"/>
                    <a:pt x="14104" y="2667"/>
                    <a:pt x="14106" y="3110"/>
                  </a:cubicBezTo>
                  <a:lnTo>
                    <a:pt x="14106" y="4712"/>
                  </a:lnTo>
                  <a:cubicBezTo>
                    <a:pt x="14107" y="5980"/>
                    <a:pt x="13321" y="7115"/>
                    <a:pt x="12133" y="7560"/>
                  </a:cubicBezTo>
                  <a:cubicBezTo>
                    <a:pt x="12378" y="6961"/>
                    <a:pt x="12504" y="6321"/>
                    <a:pt x="12502" y="5674"/>
                  </a:cubicBezTo>
                  <a:lnTo>
                    <a:pt x="12502" y="2309"/>
                  </a:lnTo>
                  <a:close/>
                  <a:moveTo>
                    <a:pt x="11541" y="961"/>
                  </a:moveTo>
                  <a:lnTo>
                    <a:pt x="11541" y="5674"/>
                  </a:lnTo>
                  <a:cubicBezTo>
                    <a:pt x="11544" y="6545"/>
                    <a:pt x="11260" y="7395"/>
                    <a:pt x="10732" y="8089"/>
                  </a:cubicBezTo>
                  <a:cubicBezTo>
                    <a:pt x="10215" y="8767"/>
                    <a:pt x="9497" y="9266"/>
                    <a:pt x="8680" y="9512"/>
                  </a:cubicBezTo>
                  <a:cubicBezTo>
                    <a:pt x="8475" y="9572"/>
                    <a:pt x="8336" y="9760"/>
                    <a:pt x="8336" y="9972"/>
                  </a:cubicBezTo>
                  <a:lnTo>
                    <a:pt x="8336" y="14007"/>
                  </a:lnTo>
                  <a:cubicBezTo>
                    <a:pt x="8336" y="14273"/>
                    <a:pt x="8551" y="14489"/>
                    <a:pt x="8816" y="14489"/>
                  </a:cubicBezTo>
                  <a:lnTo>
                    <a:pt x="9816" y="14489"/>
                  </a:lnTo>
                  <a:cubicBezTo>
                    <a:pt x="9817" y="14489"/>
                    <a:pt x="9819" y="14489"/>
                    <a:pt x="9820" y="14489"/>
                  </a:cubicBezTo>
                  <a:cubicBezTo>
                    <a:pt x="10162" y="14489"/>
                    <a:pt x="10467" y="14709"/>
                    <a:pt x="10576" y="15036"/>
                  </a:cubicBezTo>
                  <a:lnTo>
                    <a:pt x="10714" y="15449"/>
                  </a:lnTo>
                  <a:lnTo>
                    <a:pt x="4357" y="15449"/>
                  </a:lnTo>
                  <a:lnTo>
                    <a:pt x="4494" y="15036"/>
                  </a:lnTo>
                  <a:cubicBezTo>
                    <a:pt x="4602" y="14709"/>
                    <a:pt x="4907" y="14489"/>
                    <a:pt x="5251" y="14489"/>
                  </a:cubicBezTo>
                  <a:cubicBezTo>
                    <a:pt x="5252" y="14489"/>
                    <a:pt x="5253" y="14489"/>
                    <a:pt x="5255" y="14489"/>
                  </a:cubicBezTo>
                  <a:lnTo>
                    <a:pt x="6253" y="14489"/>
                  </a:lnTo>
                  <a:cubicBezTo>
                    <a:pt x="6518" y="14489"/>
                    <a:pt x="6734" y="14273"/>
                    <a:pt x="6734" y="14007"/>
                  </a:cubicBezTo>
                  <a:lnTo>
                    <a:pt x="6734" y="9972"/>
                  </a:lnTo>
                  <a:cubicBezTo>
                    <a:pt x="6734" y="9760"/>
                    <a:pt x="6595" y="9572"/>
                    <a:pt x="6391" y="9512"/>
                  </a:cubicBezTo>
                  <a:cubicBezTo>
                    <a:pt x="5574" y="9266"/>
                    <a:pt x="4855" y="8767"/>
                    <a:pt x="4339" y="8089"/>
                  </a:cubicBezTo>
                  <a:cubicBezTo>
                    <a:pt x="3811" y="7395"/>
                    <a:pt x="3526" y="6545"/>
                    <a:pt x="3529" y="5674"/>
                  </a:cubicBezTo>
                  <a:lnTo>
                    <a:pt x="3529" y="961"/>
                  </a:lnTo>
                  <a:close/>
                  <a:moveTo>
                    <a:pt x="3048" y="1"/>
                  </a:moveTo>
                  <a:cubicBezTo>
                    <a:pt x="2782" y="1"/>
                    <a:pt x="2567" y="216"/>
                    <a:pt x="2567" y="481"/>
                  </a:cubicBezTo>
                  <a:lnTo>
                    <a:pt x="2567" y="1346"/>
                  </a:lnTo>
                  <a:lnTo>
                    <a:pt x="1766" y="1346"/>
                  </a:lnTo>
                  <a:cubicBezTo>
                    <a:pt x="792" y="1348"/>
                    <a:pt x="4" y="2136"/>
                    <a:pt x="3" y="3110"/>
                  </a:cubicBezTo>
                  <a:lnTo>
                    <a:pt x="3" y="4712"/>
                  </a:lnTo>
                  <a:cubicBezTo>
                    <a:pt x="0" y="6764"/>
                    <a:pt x="1551" y="8483"/>
                    <a:pt x="3591" y="8692"/>
                  </a:cubicBezTo>
                  <a:cubicBezTo>
                    <a:pt x="4155" y="9424"/>
                    <a:pt x="4909" y="9987"/>
                    <a:pt x="5773" y="10316"/>
                  </a:cubicBezTo>
                  <a:lnTo>
                    <a:pt x="5773" y="13526"/>
                  </a:lnTo>
                  <a:lnTo>
                    <a:pt x="5255" y="13526"/>
                  </a:lnTo>
                  <a:cubicBezTo>
                    <a:pt x="4494" y="13526"/>
                    <a:pt x="3821" y="14011"/>
                    <a:pt x="3582" y="14732"/>
                  </a:cubicBezTo>
                  <a:lnTo>
                    <a:pt x="3234" y="15779"/>
                  </a:lnTo>
                  <a:cubicBezTo>
                    <a:pt x="3130" y="16089"/>
                    <a:pt x="3361" y="16411"/>
                    <a:pt x="3690" y="16411"/>
                  </a:cubicBezTo>
                  <a:lnTo>
                    <a:pt x="11382" y="16411"/>
                  </a:lnTo>
                  <a:cubicBezTo>
                    <a:pt x="11710" y="16411"/>
                    <a:pt x="11941" y="16089"/>
                    <a:pt x="11839" y="15779"/>
                  </a:cubicBezTo>
                  <a:lnTo>
                    <a:pt x="11490" y="14732"/>
                  </a:lnTo>
                  <a:cubicBezTo>
                    <a:pt x="11252" y="14011"/>
                    <a:pt x="10576" y="13526"/>
                    <a:pt x="9818" y="13526"/>
                  </a:cubicBezTo>
                  <a:lnTo>
                    <a:pt x="9299" y="13526"/>
                  </a:lnTo>
                  <a:lnTo>
                    <a:pt x="9299" y="10316"/>
                  </a:lnTo>
                  <a:cubicBezTo>
                    <a:pt x="10162" y="9987"/>
                    <a:pt x="10916" y="9424"/>
                    <a:pt x="11480" y="8692"/>
                  </a:cubicBezTo>
                  <a:cubicBezTo>
                    <a:pt x="13520" y="8483"/>
                    <a:pt x="15071" y="6764"/>
                    <a:pt x="15068" y="4712"/>
                  </a:cubicBezTo>
                  <a:lnTo>
                    <a:pt x="15068" y="3110"/>
                  </a:lnTo>
                  <a:cubicBezTo>
                    <a:pt x="15066" y="2136"/>
                    <a:pt x="14277" y="1348"/>
                    <a:pt x="13305" y="1346"/>
                  </a:cubicBezTo>
                  <a:lnTo>
                    <a:pt x="12502" y="1346"/>
                  </a:lnTo>
                  <a:lnTo>
                    <a:pt x="12502" y="481"/>
                  </a:lnTo>
                  <a:cubicBezTo>
                    <a:pt x="12502" y="216"/>
                    <a:pt x="12287" y="1"/>
                    <a:pt x="120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8" name="Google Shape;20078;p93"/>
            <p:cNvSpPr/>
            <p:nvPr/>
          </p:nvSpPr>
          <p:spPr>
            <a:xfrm>
              <a:off x="2865650" y="4214425"/>
              <a:ext cx="159275" cy="146025"/>
            </a:xfrm>
            <a:custGeom>
              <a:rect b="b" l="l" r="r" t="t"/>
              <a:pathLst>
                <a:path extrusionOk="0" h="5841" w="6371">
                  <a:moveTo>
                    <a:pt x="3186" y="1568"/>
                  </a:moveTo>
                  <a:lnTo>
                    <a:pt x="3547" y="2300"/>
                  </a:lnTo>
                  <a:cubicBezTo>
                    <a:pt x="3618" y="2442"/>
                    <a:pt x="3752" y="2540"/>
                    <a:pt x="3909" y="2564"/>
                  </a:cubicBezTo>
                  <a:lnTo>
                    <a:pt x="4718" y="2681"/>
                  </a:lnTo>
                  <a:lnTo>
                    <a:pt x="4133" y="3249"/>
                  </a:lnTo>
                  <a:cubicBezTo>
                    <a:pt x="4019" y="3360"/>
                    <a:pt x="3968" y="3519"/>
                    <a:pt x="3994" y="3675"/>
                  </a:cubicBezTo>
                  <a:lnTo>
                    <a:pt x="4133" y="4481"/>
                  </a:lnTo>
                  <a:lnTo>
                    <a:pt x="4133" y="4481"/>
                  </a:lnTo>
                  <a:lnTo>
                    <a:pt x="3410" y="4101"/>
                  </a:lnTo>
                  <a:cubicBezTo>
                    <a:pt x="3339" y="4064"/>
                    <a:pt x="3263" y="4045"/>
                    <a:pt x="3186" y="4045"/>
                  </a:cubicBezTo>
                  <a:cubicBezTo>
                    <a:pt x="3109" y="4045"/>
                    <a:pt x="3033" y="4064"/>
                    <a:pt x="2963" y="4101"/>
                  </a:cubicBezTo>
                  <a:lnTo>
                    <a:pt x="2240" y="4481"/>
                  </a:lnTo>
                  <a:lnTo>
                    <a:pt x="2379" y="3677"/>
                  </a:lnTo>
                  <a:cubicBezTo>
                    <a:pt x="2405" y="3520"/>
                    <a:pt x="2352" y="3360"/>
                    <a:pt x="2240" y="3251"/>
                  </a:cubicBezTo>
                  <a:lnTo>
                    <a:pt x="1655" y="2681"/>
                  </a:lnTo>
                  <a:lnTo>
                    <a:pt x="2464" y="2564"/>
                  </a:lnTo>
                  <a:cubicBezTo>
                    <a:pt x="2619" y="2540"/>
                    <a:pt x="2755" y="2442"/>
                    <a:pt x="2825" y="2300"/>
                  </a:cubicBezTo>
                  <a:lnTo>
                    <a:pt x="3186" y="1568"/>
                  </a:lnTo>
                  <a:close/>
                  <a:moveTo>
                    <a:pt x="3186" y="1"/>
                  </a:moveTo>
                  <a:cubicBezTo>
                    <a:pt x="3014" y="1"/>
                    <a:pt x="2843" y="90"/>
                    <a:pt x="2755" y="269"/>
                  </a:cubicBezTo>
                  <a:lnTo>
                    <a:pt x="2074" y="1647"/>
                  </a:lnTo>
                  <a:lnTo>
                    <a:pt x="553" y="1868"/>
                  </a:lnTo>
                  <a:cubicBezTo>
                    <a:pt x="159" y="1925"/>
                    <a:pt x="0" y="2410"/>
                    <a:pt x="286" y="2688"/>
                  </a:cubicBezTo>
                  <a:lnTo>
                    <a:pt x="1387" y="3762"/>
                  </a:lnTo>
                  <a:lnTo>
                    <a:pt x="1127" y="5277"/>
                  </a:lnTo>
                  <a:cubicBezTo>
                    <a:pt x="1073" y="5588"/>
                    <a:pt x="1321" y="5841"/>
                    <a:pt x="1601" y="5841"/>
                  </a:cubicBezTo>
                  <a:cubicBezTo>
                    <a:pt x="1675" y="5841"/>
                    <a:pt x="1751" y="5823"/>
                    <a:pt x="1825" y="5784"/>
                  </a:cubicBezTo>
                  <a:lnTo>
                    <a:pt x="3186" y="5069"/>
                  </a:lnTo>
                  <a:lnTo>
                    <a:pt x="4548" y="5784"/>
                  </a:lnTo>
                  <a:cubicBezTo>
                    <a:pt x="4621" y="5823"/>
                    <a:pt x="4697" y="5841"/>
                    <a:pt x="4771" y="5841"/>
                  </a:cubicBezTo>
                  <a:cubicBezTo>
                    <a:pt x="5051" y="5841"/>
                    <a:pt x="5298" y="5588"/>
                    <a:pt x="5245" y="5277"/>
                  </a:cubicBezTo>
                  <a:lnTo>
                    <a:pt x="4984" y="3762"/>
                  </a:lnTo>
                  <a:lnTo>
                    <a:pt x="6085" y="2688"/>
                  </a:lnTo>
                  <a:cubicBezTo>
                    <a:pt x="6371" y="2410"/>
                    <a:pt x="6213" y="1927"/>
                    <a:pt x="5819" y="1868"/>
                  </a:cubicBezTo>
                  <a:lnTo>
                    <a:pt x="5820" y="1868"/>
                  </a:lnTo>
                  <a:lnTo>
                    <a:pt x="4299" y="1647"/>
                  </a:lnTo>
                  <a:lnTo>
                    <a:pt x="3618" y="269"/>
                  </a:lnTo>
                  <a:cubicBezTo>
                    <a:pt x="3529" y="90"/>
                    <a:pt x="3357" y="1"/>
                    <a:pt x="3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79" name="Google Shape;20079;p93"/>
          <p:cNvGrpSpPr/>
          <p:nvPr/>
        </p:nvGrpSpPr>
        <p:grpSpPr>
          <a:xfrm>
            <a:off x="3296874" y="3994788"/>
            <a:ext cx="313576" cy="354827"/>
            <a:chOff x="3246450" y="4189450"/>
            <a:chExt cx="362600" cy="410300"/>
          </a:xfrm>
        </p:grpSpPr>
        <p:sp>
          <p:nvSpPr>
            <p:cNvPr id="20080" name="Google Shape;20080;p93"/>
            <p:cNvSpPr/>
            <p:nvPr/>
          </p:nvSpPr>
          <p:spPr>
            <a:xfrm>
              <a:off x="3246450" y="4189450"/>
              <a:ext cx="362600" cy="410300"/>
            </a:xfrm>
            <a:custGeom>
              <a:rect b="b" l="l" r="r" t="t"/>
              <a:pathLst>
                <a:path extrusionOk="0" h="16412" w="14504">
                  <a:moveTo>
                    <a:pt x="7782" y="964"/>
                  </a:moveTo>
                  <a:cubicBezTo>
                    <a:pt x="7995" y="964"/>
                    <a:pt x="8210" y="976"/>
                    <a:pt x="8427" y="1000"/>
                  </a:cubicBezTo>
                  <a:cubicBezTo>
                    <a:pt x="9694" y="1139"/>
                    <a:pt x="10892" y="1728"/>
                    <a:pt x="11800" y="2661"/>
                  </a:cubicBezTo>
                  <a:cubicBezTo>
                    <a:pt x="12708" y="3592"/>
                    <a:pt x="13267" y="4805"/>
                    <a:pt x="13377" y="6077"/>
                  </a:cubicBezTo>
                  <a:cubicBezTo>
                    <a:pt x="13529" y="7792"/>
                    <a:pt x="12883" y="9481"/>
                    <a:pt x="11627" y="10657"/>
                  </a:cubicBezTo>
                  <a:lnTo>
                    <a:pt x="11627" y="10655"/>
                  </a:lnTo>
                  <a:cubicBezTo>
                    <a:pt x="11530" y="10746"/>
                    <a:pt x="11476" y="10872"/>
                    <a:pt x="11476" y="11005"/>
                  </a:cubicBezTo>
                  <a:lnTo>
                    <a:pt x="11476" y="15451"/>
                  </a:lnTo>
                  <a:lnTo>
                    <a:pt x="6027" y="15451"/>
                  </a:lnTo>
                  <a:lnTo>
                    <a:pt x="6027" y="13624"/>
                  </a:lnTo>
                  <a:cubicBezTo>
                    <a:pt x="6027" y="13359"/>
                    <a:pt x="5811" y="13143"/>
                    <a:pt x="5546" y="13143"/>
                  </a:cubicBezTo>
                  <a:lnTo>
                    <a:pt x="3943" y="13143"/>
                  </a:lnTo>
                  <a:cubicBezTo>
                    <a:pt x="3500" y="13142"/>
                    <a:pt x="3143" y="12784"/>
                    <a:pt x="3142" y="12342"/>
                  </a:cubicBezTo>
                  <a:lnTo>
                    <a:pt x="3142" y="10419"/>
                  </a:lnTo>
                  <a:cubicBezTo>
                    <a:pt x="3142" y="10154"/>
                    <a:pt x="2926" y="9939"/>
                    <a:pt x="2661" y="9939"/>
                  </a:cubicBezTo>
                  <a:lnTo>
                    <a:pt x="1307" y="9939"/>
                  </a:lnTo>
                  <a:cubicBezTo>
                    <a:pt x="1197" y="9939"/>
                    <a:pt x="1121" y="9832"/>
                    <a:pt x="1154" y="9728"/>
                  </a:cubicBezTo>
                  <a:lnTo>
                    <a:pt x="2156" y="6726"/>
                  </a:lnTo>
                  <a:cubicBezTo>
                    <a:pt x="2172" y="6676"/>
                    <a:pt x="2180" y="6625"/>
                    <a:pt x="2180" y="6574"/>
                  </a:cubicBezTo>
                  <a:cubicBezTo>
                    <a:pt x="2181" y="4979"/>
                    <a:pt x="2861" y="3460"/>
                    <a:pt x="4047" y="2396"/>
                  </a:cubicBezTo>
                  <a:cubicBezTo>
                    <a:pt x="5090" y="1462"/>
                    <a:pt x="6397" y="964"/>
                    <a:pt x="7782" y="964"/>
                  </a:cubicBezTo>
                  <a:close/>
                  <a:moveTo>
                    <a:pt x="7791" y="0"/>
                  </a:moveTo>
                  <a:cubicBezTo>
                    <a:pt x="6199" y="0"/>
                    <a:pt x="4650" y="580"/>
                    <a:pt x="3443" y="1644"/>
                  </a:cubicBezTo>
                  <a:cubicBezTo>
                    <a:pt x="2049" y="2873"/>
                    <a:pt x="1242" y="4635"/>
                    <a:pt x="1219" y="6493"/>
                  </a:cubicBezTo>
                  <a:lnTo>
                    <a:pt x="244" y="9422"/>
                  </a:lnTo>
                  <a:cubicBezTo>
                    <a:pt x="0" y="10148"/>
                    <a:pt x="541" y="10900"/>
                    <a:pt x="1307" y="10900"/>
                  </a:cubicBezTo>
                  <a:lnTo>
                    <a:pt x="2181" y="10900"/>
                  </a:lnTo>
                  <a:lnTo>
                    <a:pt x="2181" y="12342"/>
                  </a:lnTo>
                  <a:cubicBezTo>
                    <a:pt x="2181" y="13315"/>
                    <a:pt x="2970" y="14102"/>
                    <a:pt x="3943" y="14104"/>
                  </a:cubicBezTo>
                  <a:lnTo>
                    <a:pt x="5065" y="14104"/>
                  </a:lnTo>
                  <a:lnTo>
                    <a:pt x="5065" y="15932"/>
                  </a:lnTo>
                  <a:cubicBezTo>
                    <a:pt x="5065" y="16197"/>
                    <a:pt x="5280" y="16412"/>
                    <a:pt x="5546" y="16412"/>
                  </a:cubicBezTo>
                  <a:lnTo>
                    <a:pt x="11956" y="16412"/>
                  </a:lnTo>
                  <a:cubicBezTo>
                    <a:pt x="12221" y="16412"/>
                    <a:pt x="12437" y="16197"/>
                    <a:pt x="12437" y="15932"/>
                  </a:cubicBezTo>
                  <a:lnTo>
                    <a:pt x="12437" y="11209"/>
                  </a:lnTo>
                  <a:cubicBezTo>
                    <a:pt x="13812" y="9831"/>
                    <a:pt x="14503" y="7943"/>
                    <a:pt x="14335" y="5994"/>
                  </a:cubicBezTo>
                  <a:lnTo>
                    <a:pt x="14336" y="5994"/>
                  </a:lnTo>
                  <a:cubicBezTo>
                    <a:pt x="14207" y="4500"/>
                    <a:pt x="13551" y="3078"/>
                    <a:pt x="12489" y="1988"/>
                  </a:cubicBezTo>
                  <a:cubicBezTo>
                    <a:pt x="11426" y="899"/>
                    <a:pt x="10020" y="206"/>
                    <a:pt x="8531" y="42"/>
                  </a:cubicBezTo>
                  <a:cubicBezTo>
                    <a:pt x="8284" y="14"/>
                    <a:pt x="8037" y="0"/>
                    <a:pt x="77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1" name="Google Shape;20081;p93"/>
            <p:cNvSpPr/>
            <p:nvPr/>
          </p:nvSpPr>
          <p:spPr>
            <a:xfrm>
              <a:off x="3347650" y="4249300"/>
              <a:ext cx="187100" cy="208450"/>
            </a:xfrm>
            <a:custGeom>
              <a:rect b="b" l="l" r="r" t="t"/>
              <a:pathLst>
                <a:path extrusionOk="0" h="8338" w="7484">
                  <a:moveTo>
                    <a:pt x="3741" y="2255"/>
                  </a:moveTo>
                  <a:cubicBezTo>
                    <a:pt x="3989" y="2255"/>
                    <a:pt x="4239" y="2303"/>
                    <a:pt x="4477" y="2402"/>
                  </a:cubicBezTo>
                  <a:cubicBezTo>
                    <a:pt x="5195" y="2699"/>
                    <a:pt x="5663" y="3401"/>
                    <a:pt x="5663" y="4178"/>
                  </a:cubicBezTo>
                  <a:cubicBezTo>
                    <a:pt x="5662" y="5240"/>
                    <a:pt x="4802" y="6100"/>
                    <a:pt x="3742" y="6101"/>
                  </a:cubicBezTo>
                  <a:cubicBezTo>
                    <a:pt x="2964" y="6101"/>
                    <a:pt x="2263" y="5634"/>
                    <a:pt x="1964" y="4915"/>
                  </a:cubicBezTo>
                  <a:cubicBezTo>
                    <a:pt x="1667" y="4196"/>
                    <a:pt x="1831" y="3368"/>
                    <a:pt x="2380" y="2819"/>
                  </a:cubicBezTo>
                  <a:cubicBezTo>
                    <a:pt x="2748" y="2451"/>
                    <a:pt x="3240" y="2255"/>
                    <a:pt x="3741" y="2255"/>
                  </a:cubicBezTo>
                  <a:close/>
                  <a:moveTo>
                    <a:pt x="3742" y="0"/>
                  </a:moveTo>
                  <a:cubicBezTo>
                    <a:pt x="3472" y="0"/>
                    <a:pt x="3256" y="221"/>
                    <a:pt x="3262" y="491"/>
                  </a:cubicBezTo>
                  <a:lnTo>
                    <a:pt x="3262" y="1333"/>
                  </a:lnTo>
                  <a:cubicBezTo>
                    <a:pt x="2579" y="1448"/>
                    <a:pt x="1961" y="1806"/>
                    <a:pt x="1520" y="2340"/>
                  </a:cubicBezTo>
                  <a:lnTo>
                    <a:pt x="790" y="1919"/>
                  </a:lnTo>
                  <a:cubicBezTo>
                    <a:pt x="715" y="1877"/>
                    <a:pt x="634" y="1857"/>
                    <a:pt x="554" y="1857"/>
                  </a:cubicBezTo>
                  <a:cubicBezTo>
                    <a:pt x="388" y="1857"/>
                    <a:pt x="227" y="1943"/>
                    <a:pt x="138" y="2097"/>
                  </a:cubicBezTo>
                  <a:cubicBezTo>
                    <a:pt x="6" y="2326"/>
                    <a:pt x="82" y="2617"/>
                    <a:pt x="309" y="2752"/>
                  </a:cubicBezTo>
                  <a:lnTo>
                    <a:pt x="1039" y="3172"/>
                  </a:lnTo>
                  <a:cubicBezTo>
                    <a:pt x="797" y="3821"/>
                    <a:pt x="797" y="4536"/>
                    <a:pt x="1039" y="5184"/>
                  </a:cubicBezTo>
                  <a:lnTo>
                    <a:pt x="309" y="5605"/>
                  </a:lnTo>
                  <a:cubicBezTo>
                    <a:pt x="79" y="5738"/>
                    <a:pt x="0" y="6032"/>
                    <a:pt x="133" y="6262"/>
                  </a:cubicBezTo>
                  <a:cubicBezTo>
                    <a:pt x="222" y="6416"/>
                    <a:pt x="383" y="6503"/>
                    <a:pt x="549" y="6503"/>
                  </a:cubicBezTo>
                  <a:cubicBezTo>
                    <a:pt x="631" y="6503"/>
                    <a:pt x="714" y="6482"/>
                    <a:pt x="790" y="6438"/>
                  </a:cubicBezTo>
                  <a:lnTo>
                    <a:pt x="1520" y="6018"/>
                  </a:lnTo>
                  <a:cubicBezTo>
                    <a:pt x="1961" y="6551"/>
                    <a:pt x="2579" y="6908"/>
                    <a:pt x="3262" y="7024"/>
                  </a:cubicBezTo>
                  <a:lnTo>
                    <a:pt x="3262" y="7866"/>
                  </a:lnTo>
                  <a:cubicBezTo>
                    <a:pt x="3266" y="8128"/>
                    <a:pt x="3480" y="8337"/>
                    <a:pt x="3742" y="8337"/>
                  </a:cubicBezTo>
                  <a:cubicBezTo>
                    <a:pt x="4004" y="8337"/>
                    <a:pt x="4218" y="8128"/>
                    <a:pt x="4222" y="7866"/>
                  </a:cubicBezTo>
                  <a:lnTo>
                    <a:pt x="4222" y="7024"/>
                  </a:lnTo>
                  <a:cubicBezTo>
                    <a:pt x="4905" y="6908"/>
                    <a:pt x="5523" y="6551"/>
                    <a:pt x="5964" y="6018"/>
                  </a:cubicBezTo>
                  <a:lnTo>
                    <a:pt x="6693" y="6438"/>
                  </a:lnTo>
                  <a:cubicBezTo>
                    <a:pt x="6769" y="6482"/>
                    <a:pt x="6851" y="6503"/>
                    <a:pt x="6933" y="6503"/>
                  </a:cubicBezTo>
                  <a:cubicBezTo>
                    <a:pt x="7099" y="6503"/>
                    <a:pt x="7261" y="6416"/>
                    <a:pt x="7350" y="6262"/>
                  </a:cubicBezTo>
                  <a:cubicBezTo>
                    <a:pt x="7482" y="6032"/>
                    <a:pt x="7405" y="5738"/>
                    <a:pt x="7175" y="5605"/>
                  </a:cubicBezTo>
                  <a:lnTo>
                    <a:pt x="6445" y="5184"/>
                  </a:lnTo>
                  <a:cubicBezTo>
                    <a:pt x="6687" y="4536"/>
                    <a:pt x="6687" y="3821"/>
                    <a:pt x="6445" y="3172"/>
                  </a:cubicBezTo>
                  <a:lnTo>
                    <a:pt x="7175" y="2752"/>
                  </a:lnTo>
                  <a:cubicBezTo>
                    <a:pt x="7405" y="2619"/>
                    <a:pt x="7484" y="2324"/>
                    <a:pt x="7350" y="2094"/>
                  </a:cubicBezTo>
                  <a:cubicBezTo>
                    <a:pt x="7261" y="1940"/>
                    <a:pt x="7099" y="1854"/>
                    <a:pt x="6933" y="1854"/>
                  </a:cubicBezTo>
                  <a:cubicBezTo>
                    <a:pt x="6851" y="1854"/>
                    <a:pt x="6769" y="1875"/>
                    <a:pt x="6693" y="1919"/>
                  </a:cubicBezTo>
                  <a:lnTo>
                    <a:pt x="5964" y="2340"/>
                  </a:lnTo>
                  <a:cubicBezTo>
                    <a:pt x="5523" y="1806"/>
                    <a:pt x="4905" y="1448"/>
                    <a:pt x="4222" y="1333"/>
                  </a:cubicBezTo>
                  <a:lnTo>
                    <a:pt x="4222" y="491"/>
                  </a:lnTo>
                  <a:cubicBezTo>
                    <a:pt x="4228" y="221"/>
                    <a:pt x="4011" y="0"/>
                    <a:pt x="3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82" name="Google Shape;20082;p93"/>
          <p:cNvGrpSpPr/>
          <p:nvPr/>
        </p:nvGrpSpPr>
        <p:grpSpPr>
          <a:xfrm>
            <a:off x="4054321" y="3994798"/>
            <a:ext cx="313533" cy="354806"/>
            <a:chOff x="3841100" y="4203650"/>
            <a:chExt cx="362550" cy="410275"/>
          </a:xfrm>
        </p:grpSpPr>
        <p:sp>
          <p:nvSpPr>
            <p:cNvPr id="20083" name="Google Shape;20083;p93"/>
            <p:cNvSpPr/>
            <p:nvPr/>
          </p:nvSpPr>
          <p:spPr>
            <a:xfrm>
              <a:off x="3841100" y="4203650"/>
              <a:ext cx="362550" cy="410275"/>
            </a:xfrm>
            <a:custGeom>
              <a:rect b="b" l="l" r="r" t="t"/>
              <a:pathLst>
                <a:path extrusionOk="0" h="16411" w="14502">
                  <a:moveTo>
                    <a:pt x="7780" y="963"/>
                  </a:moveTo>
                  <a:cubicBezTo>
                    <a:pt x="7994" y="963"/>
                    <a:pt x="8209" y="975"/>
                    <a:pt x="8425" y="999"/>
                  </a:cubicBezTo>
                  <a:cubicBezTo>
                    <a:pt x="9694" y="1138"/>
                    <a:pt x="10892" y="1728"/>
                    <a:pt x="11800" y="2659"/>
                  </a:cubicBezTo>
                  <a:cubicBezTo>
                    <a:pt x="12707" y="3591"/>
                    <a:pt x="13267" y="4803"/>
                    <a:pt x="13377" y="6076"/>
                  </a:cubicBezTo>
                  <a:cubicBezTo>
                    <a:pt x="13529" y="7791"/>
                    <a:pt x="12883" y="9479"/>
                    <a:pt x="11627" y="10655"/>
                  </a:cubicBezTo>
                  <a:lnTo>
                    <a:pt x="11625" y="10655"/>
                  </a:lnTo>
                  <a:cubicBezTo>
                    <a:pt x="11529" y="10746"/>
                    <a:pt x="11474" y="10872"/>
                    <a:pt x="11474" y="11005"/>
                  </a:cubicBezTo>
                  <a:lnTo>
                    <a:pt x="11474" y="15450"/>
                  </a:lnTo>
                  <a:lnTo>
                    <a:pt x="6025" y="15450"/>
                  </a:lnTo>
                  <a:lnTo>
                    <a:pt x="6025" y="13624"/>
                  </a:lnTo>
                  <a:cubicBezTo>
                    <a:pt x="6025" y="13359"/>
                    <a:pt x="5810" y="13143"/>
                    <a:pt x="5545" y="13143"/>
                  </a:cubicBezTo>
                  <a:lnTo>
                    <a:pt x="3943" y="13143"/>
                  </a:lnTo>
                  <a:cubicBezTo>
                    <a:pt x="3500" y="13142"/>
                    <a:pt x="3142" y="12783"/>
                    <a:pt x="3142" y="12341"/>
                  </a:cubicBezTo>
                  <a:lnTo>
                    <a:pt x="3142" y="10418"/>
                  </a:lnTo>
                  <a:cubicBezTo>
                    <a:pt x="3142" y="10153"/>
                    <a:pt x="2926" y="9938"/>
                    <a:pt x="2660" y="9938"/>
                  </a:cubicBezTo>
                  <a:lnTo>
                    <a:pt x="1305" y="9938"/>
                  </a:lnTo>
                  <a:cubicBezTo>
                    <a:pt x="1197" y="9938"/>
                    <a:pt x="1119" y="9831"/>
                    <a:pt x="1153" y="9727"/>
                  </a:cubicBezTo>
                  <a:lnTo>
                    <a:pt x="2155" y="6725"/>
                  </a:lnTo>
                  <a:cubicBezTo>
                    <a:pt x="2171" y="6675"/>
                    <a:pt x="2179" y="6624"/>
                    <a:pt x="2179" y="6572"/>
                  </a:cubicBezTo>
                  <a:cubicBezTo>
                    <a:pt x="2181" y="4978"/>
                    <a:pt x="2859" y="3459"/>
                    <a:pt x="4047" y="2394"/>
                  </a:cubicBezTo>
                  <a:cubicBezTo>
                    <a:pt x="5088" y="1460"/>
                    <a:pt x="6395" y="963"/>
                    <a:pt x="7780" y="963"/>
                  </a:cubicBezTo>
                  <a:close/>
                  <a:moveTo>
                    <a:pt x="7789" y="0"/>
                  </a:moveTo>
                  <a:cubicBezTo>
                    <a:pt x="6197" y="0"/>
                    <a:pt x="4649" y="579"/>
                    <a:pt x="3442" y="1645"/>
                  </a:cubicBezTo>
                  <a:cubicBezTo>
                    <a:pt x="2049" y="2873"/>
                    <a:pt x="1241" y="4635"/>
                    <a:pt x="1219" y="6493"/>
                  </a:cubicBezTo>
                  <a:lnTo>
                    <a:pt x="242" y="9422"/>
                  </a:lnTo>
                  <a:cubicBezTo>
                    <a:pt x="0" y="10149"/>
                    <a:pt x="541" y="10898"/>
                    <a:pt x="1307" y="10898"/>
                  </a:cubicBezTo>
                  <a:lnTo>
                    <a:pt x="2179" y="10898"/>
                  </a:lnTo>
                  <a:lnTo>
                    <a:pt x="2179" y="12341"/>
                  </a:lnTo>
                  <a:cubicBezTo>
                    <a:pt x="2181" y="13313"/>
                    <a:pt x="2969" y="14103"/>
                    <a:pt x="3943" y="14104"/>
                  </a:cubicBezTo>
                  <a:lnTo>
                    <a:pt x="5064" y="14104"/>
                  </a:lnTo>
                  <a:lnTo>
                    <a:pt x="5064" y="15930"/>
                  </a:lnTo>
                  <a:cubicBezTo>
                    <a:pt x="5064" y="16195"/>
                    <a:pt x="5280" y="16411"/>
                    <a:pt x="5545" y="16411"/>
                  </a:cubicBezTo>
                  <a:lnTo>
                    <a:pt x="11955" y="16411"/>
                  </a:lnTo>
                  <a:cubicBezTo>
                    <a:pt x="12221" y="16411"/>
                    <a:pt x="12437" y="16195"/>
                    <a:pt x="12437" y="15930"/>
                  </a:cubicBezTo>
                  <a:lnTo>
                    <a:pt x="12437" y="11207"/>
                  </a:lnTo>
                  <a:cubicBezTo>
                    <a:pt x="13812" y="9831"/>
                    <a:pt x="14501" y="7942"/>
                    <a:pt x="14335" y="5992"/>
                  </a:cubicBezTo>
                  <a:lnTo>
                    <a:pt x="14335" y="5992"/>
                  </a:lnTo>
                  <a:lnTo>
                    <a:pt x="14335" y="5994"/>
                  </a:lnTo>
                  <a:cubicBezTo>
                    <a:pt x="14206" y="4500"/>
                    <a:pt x="13550" y="3078"/>
                    <a:pt x="12488" y="1989"/>
                  </a:cubicBezTo>
                  <a:cubicBezTo>
                    <a:pt x="11426" y="898"/>
                    <a:pt x="10019" y="206"/>
                    <a:pt x="8531" y="42"/>
                  </a:cubicBezTo>
                  <a:cubicBezTo>
                    <a:pt x="8283" y="14"/>
                    <a:pt x="8036" y="0"/>
                    <a:pt x="77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4" name="Google Shape;20084;p93"/>
            <p:cNvSpPr/>
            <p:nvPr/>
          </p:nvSpPr>
          <p:spPr>
            <a:xfrm>
              <a:off x="3927750" y="4251750"/>
              <a:ext cx="210875" cy="264450"/>
            </a:xfrm>
            <a:custGeom>
              <a:rect b="b" l="l" r="r" t="t"/>
              <a:pathLst>
                <a:path extrusionOk="0" h="10578" w="8435">
                  <a:moveTo>
                    <a:pt x="4321" y="962"/>
                  </a:moveTo>
                  <a:cubicBezTo>
                    <a:pt x="4437" y="962"/>
                    <a:pt x="4555" y="968"/>
                    <a:pt x="4672" y="981"/>
                  </a:cubicBezTo>
                  <a:cubicBezTo>
                    <a:pt x="6062" y="1137"/>
                    <a:pt x="7187" y="2257"/>
                    <a:pt x="7346" y="3645"/>
                  </a:cubicBezTo>
                  <a:cubicBezTo>
                    <a:pt x="7446" y="4522"/>
                    <a:pt x="7184" y="5365"/>
                    <a:pt x="6605" y="6018"/>
                  </a:cubicBezTo>
                  <a:lnTo>
                    <a:pt x="6607" y="6018"/>
                  </a:lnTo>
                  <a:cubicBezTo>
                    <a:pt x="6173" y="6510"/>
                    <a:pt x="5895" y="7091"/>
                    <a:pt x="5801" y="7693"/>
                  </a:cubicBezTo>
                  <a:lnTo>
                    <a:pt x="4804" y="7693"/>
                  </a:lnTo>
                  <a:lnTo>
                    <a:pt x="4804" y="5168"/>
                  </a:lnTo>
                  <a:lnTo>
                    <a:pt x="5624" y="4347"/>
                  </a:lnTo>
                  <a:cubicBezTo>
                    <a:pt x="5818" y="4161"/>
                    <a:pt x="5820" y="3852"/>
                    <a:pt x="5630" y="3661"/>
                  </a:cubicBezTo>
                  <a:cubicBezTo>
                    <a:pt x="5536" y="3567"/>
                    <a:pt x="5413" y="3520"/>
                    <a:pt x="5290" y="3520"/>
                  </a:cubicBezTo>
                  <a:cubicBezTo>
                    <a:pt x="5164" y="3520"/>
                    <a:pt x="5039" y="3569"/>
                    <a:pt x="4945" y="3667"/>
                  </a:cubicBezTo>
                  <a:lnTo>
                    <a:pt x="4322" y="4290"/>
                  </a:lnTo>
                  <a:lnTo>
                    <a:pt x="3700" y="3667"/>
                  </a:lnTo>
                  <a:cubicBezTo>
                    <a:pt x="3607" y="3578"/>
                    <a:pt x="3486" y="3533"/>
                    <a:pt x="3366" y="3533"/>
                  </a:cubicBezTo>
                  <a:cubicBezTo>
                    <a:pt x="3243" y="3533"/>
                    <a:pt x="3120" y="3580"/>
                    <a:pt x="3026" y="3673"/>
                  </a:cubicBezTo>
                  <a:cubicBezTo>
                    <a:pt x="2840" y="3859"/>
                    <a:pt x="2837" y="4159"/>
                    <a:pt x="3019" y="4347"/>
                  </a:cubicBezTo>
                  <a:lnTo>
                    <a:pt x="3841" y="5168"/>
                  </a:lnTo>
                  <a:lnTo>
                    <a:pt x="3841" y="7693"/>
                  </a:lnTo>
                  <a:lnTo>
                    <a:pt x="2845" y="7693"/>
                  </a:lnTo>
                  <a:cubicBezTo>
                    <a:pt x="2752" y="7090"/>
                    <a:pt x="2477" y="6511"/>
                    <a:pt x="2048" y="6029"/>
                  </a:cubicBezTo>
                  <a:cubicBezTo>
                    <a:pt x="932" y="4776"/>
                    <a:pt x="1040" y="2856"/>
                    <a:pt x="2293" y="1739"/>
                  </a:cubicBezTo>
                  <a:cubicBezTo>
                    <a:pt x="2858" y="1231"/>
                    <a:pt x="3568" y="962"/>
                    <a:pt x="4321" y="962"/>
                  </a:cubicBezTo>
                  <a:close/>
                  <a:moveTo>
                    <a:pt x="5765" y="8655"/>
                  </a:moveTo>
                  <a:lnTo>
                    <a:pt x="5765" y="9456"/>
                  </a:lnTo>
                  <a:cubicBezTo>
                    <a:pt x="5765" y="9544"/>
                    <a:pt x="5693" y="9616"/>
                    <a:pt x="5605" y="9616"/>
                  </a:cubicBezTo>
                  <a:lnTo>
                    <a:pt x="3041" y="9616"/>
                  </a:lnTo>
                  <a:cubicBezTo>
                    <a:pt x="2952" y="9616"/>
                    <a:pt x="2880" y="9544"/>
                    <a:pt x="2880" y="9456"/>
                  </a:cubicBezTo>
                  <a:lnTo>
                    <a:pt x="2880" y="8655"/>
                  </a:lnTo>
                  <a:close/>
                  <a:moveTo>
                    <a:pt x="4319" y="0"/>
                  </a:moveTo>
                  <a:cubicBezTo>
                    <a:pt x="2837" y="0"/>
                    <a:pt x="1460" y="823"/>
                    <a:pt x="767" y="2160"/>
                  </a:cubicBezTo>
                  <a:cubicBezTo>
                    <a:pt x="1" y="3635"/>
                    <a:pt x="226" y="5429"/>
                    <a:pt x="1330" y="6669"/>
                  </a:cubicBezTo>
                  <a:cubicBezTo>
                    <a:pt x="1710" y="7094"/>
                    <a:pt x="1919" y="7620"/>
                    <a:pt x="1919" y="8148"/>
                  </a:cubicBezTo>
                  <a:lnTo>
                    <a:pt x="1919" y="9456"/>
                  </a:lnTo>
                  <a:cubicBezTo>
                    <a:pt x="1919" y="10076"/>
                    <a:pt x="2421" y="10577"/>
                    <a:pt x="3041" y="10578"/>
                  </a:cubicBezTo>
                  <a:lnTo>
                    <a:pt x="5605" y="10578"/>
                  </a:lnTo>
                  <a:cubicBezTo>
                    <a:pt x="6223" y="10577"/>
                    <a:pt x="6726" y="10076"/>
                    <a:pt x="6727" y="9456"/>
                  </a:cubicBezTo>
                  <a:lnTo>
                    <a:pt x="6727" y="8150"/>
                  </a:lnTo>
                  <a:cubicBezTo>
                    <a:pt x="6727" y="7624"/>
                    <a:pt x="6939" y="7094"/>
                    <a:pt x="7327" y="6655"/>
                  </a:cubicBezTo>
                  <a:cubicBezTo>
                    <a:pt x="8087" y="5795"/>
                    <a:pt x="8435" y="4686"/>
                    <a:pt x="8301" y="3537"/>
                  </a:cubicBezTo>
                  <a:cubicBezTo>
                    <a:pt x="8092" y="1706"/>
                    <a:pt x="6610" y="229"/>
                    <a:pt x="4779" y="27"/>
                  </a:cubicBezTo>
                  <a:cubicBezTo>
                    <a:pt x="4625" y="9"/>
                    <a:pt x="4472" y="0"/>
                    <a:pt x="4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85" name="Google Shape;20085;p93"/>
          <p:cNvGrpSpPr/>
          <p:nvPr/>
        </p:nvGrpSpPr>
        <p:grpSpPr>
          <a:xfrm>
            <a:off x="4812011" y="3994778"/>
            <a:ext cx="313576" cy="354849"/>
            <a:chOff x="4409450" y="4166450"/>
            <a:chExt cx="362600" cy="410325"/>
          </a:xfrm>
        </p:grpSpPr>
        <p:sp>
          <p:nvSpPr>
            <p:cNvPr id="20086" name="Google Shape;20086;p93"/>
            <p:cNvSpPr/>
            <p:nvPr/>
          </p:nvSpPr>
          <p:spPr>
            <a:xfrm>
              <a:off x="4409450" y="4166450"/>
              <a:ext cx="362600" cy="410325"/>
            </a:xfrm>
            <a:custGeom>
              <a:rect b="b" l="l" r="r" t="t"/>
              <a:pathLst>
                <a:path extrusionOk="0" h="16413" w="14504">
                  <a:moveTo>
                    <a:pt x="7781" y="965"/>
                  </a:moveTo>
                  <a:cubicBezTo>
                    <a:pt x="7994" y="965"/>
                    <a:pt x="8209" y="976"/>
                    <a:pt x="8426" y="1000"/>
                  </a:cubicBezTo>
                  <a:cubicBezTo>
                    <a:pt x="9694" y="1139"/>
                    <a:pt x="10892" y="1730"/>
                    <a:pt x="11800" y="2661"/>
                  </a:cubicBezTo>
                  <a:cubicBezTo>
                    <a:pt x="12708" y="3592"/>
                    <a:pt x="13267" y="4806"/>
                    <a:pt x="13377" y="6079"/>
                  </a:cubicBezTo>
                  <a:cubicBezTo>
                    <a:pt x="13529" y="7792"/>
                    <a:pt x="12884" y="9481"/>
                    <a:pt x="11627" y="10657"/>
                  </a:cubicBezTo>
                  <a:cubicBezTo>
                    <a:pt x="11530" y="10748"/>
                    <a:pt x="11476" y="10874"/>
                    <a:pt x="11476" y="11007"/>
                  </a:cubicBezTo>
                  <a:lnTo>
                    <a:pt x="11476" y="15452"/>
                  </a:lnTo>
                  <a:lnTo>
                    <a:pt x="6027" y="15452"/>
                  </a:lnTo>
                  <a:lnTo>
                    <a:pt x="6027" y="13625"/>
                  </a:lnTo>
                  <a:cubicBezTo>
                    <a:pt x="6027" y="13359"/>
                    <a:pt x="5812" y="13144"/>
                    <a:pt x="5547" y="13144"/>
                  </a:cubicBezTo>
                  <a:lnTo>
                    <a:pt x="3943" y="13144"/>
                  </a:lnTo>
                  <a:cubicBezTo>
                    <a:pt x="3501" y="13144"/>
                    <a:pt x="3143" y="12785"/>
                    <a:pt x="3142" y="12342"/>
                  </a:cubicBezTo>
                  <a:lnTo>
                    <a:pt x="3142" y="10421"/>
                  </a:lnTo>
                  <a:cubicBezTo>
                    <a:pt x="3142" y="10155"/>
                    <a:pt x="2927" y="9939"/>
                    <a:pt x="2662" y="9939"/>
                  </a:cubicBezTo>
                  <a:lnTo>
                    <a:pt x="1307" y="9939"/>
                  </a:lnTo>
                  <a:cubicBezTo>
                    <a:pt x="1197" y="9939"/>
                    <a:pt x="1121" y="9832"/>
                    <a:pt x="1155" y="9728"/>
                  </a:cubicBezTo>
                  <a:lnTo>
                    <a:pt x="2155" y="6726"/>
                  </a:lnTo>
                  <a:cubicBezTo>
                    <a:pt x="2173" y="6678"/>
                    <a:pt x="2180" y="6627"/>
                    <a:pt x="2180" y="6574"/>
                  </a:cubicBezTo>
                  <a:cubicBezTo>
                    <a:pt x="2181" y="4979"/>
                    <a:pt x="2861" y="3461"/>
                    <a:pt x="4047" y="2396"/>
                  </a:cubicBezTo>
                  <a:cubicBezTo>
                    <a:pt x="5090" y="1462"/>
                    <a:pt x="6397" y="965"/>
                    <a:pt x="7781" y="965"/>
                  </a:cubicBezTo>
                  <a:close/>
                  <a:moveTo>
                    <a:pt x="7791" y="1"/>
                  </a:moveTo>
                  <a:cubicBezTo>
                    <a:pt x="6199" y="1"/>
                    <a:pt x="4650" y="580"/>
                    <a:pt x="3444" y="1645"/>
                  </a:cubicBezTo>
                  <a:cubicBezTo>
                    <a:pt x="2050" y="2873"/>
                    <a:pt x="1243" y="4635"/>
                    <a:pt x="1219" y="6493"/>
                  </a:cubicBezTo>
                  <a:lnTo>
                    <a:pt x="244" y="9424"/>
                  </a:lnTo>
                  <a:cubicBezTo>
                    <a:pt x="1" y="10150"/>
                    <a:pt x="541" y="10900"/>
                    <a:pt x="1307" y="10900"/>
                  </a:cubicBezTo>
                  <a:lnTo>
                    <a:pt x="2181" y="10900"/>
                  </a:lnTo>
                  <a:lnTo>
                    <a:pt x="2181" y="12342"/>
                  </a:lnTo>
                  <a:cubicBezTo>
                    <a:pt x="2181" y="13315"/>
                    <a:pt x="2971" y="14104"/>
                    <a:pt x="3943" y="14106"/>
                  </a:cubicBezTo>
                  <a:lnTo>
                    <a:pt x="5066" y="14106"/>
                  </a:lnTo>
                  <a:lnTo>
                    <a:pt x="5066" y="15932"/>
                  </a:lnTo>
                  <a:cubicBezTo>
                    <a:pt x="5066" y="16197"/>
                    <a:pt x="5280" y="16412"/>
                    <a:pt x="5547" y="16412"/>
                  </a:cubicBezTo>
                  <a:lnTo>
                    <a:pt x="11957" y="16412"/>
                  </a:lnTo>
                  <a:cubicBezTo>
                    <a:pt x="12222" y="16412"/>
                    <a:pt x="12437" y="16197"/>
                    <a:pt x="12437" y="15932"/>
                  </a:cubicBezTo>
                  <a:lnTo>
                    <a:pt x="12437" y="11209"/>
                  </a:lnTo>
                  <a:cubicBezTo>
                    <a:pt x="13814" y="9832"/>
                    <a:pt x="14503" y="7943"/>
                    <a:pt x="14335" y="5994"/>
                  </a:cubicBezTo>
                  <a:cubicBezTo>
                    <a:pt x="14208" y="4500"/>
                    <a:pt x="13551" y="3078"/>
                    <a:pt x="12490" y="1989"/>
                  </a:cubicBezTo>
                  <a:cubicBezTo>
                    <a:pt x="11426" y="899"/>
                    <a:pt x="10021" y="207"/>
                    <a:pt x="8531" y="42"/>
                  </a:cubicBezTo>
                  <a:cubicBezTo>
                    <a:pt x="8284" y="14"/>
                    <a:pt x="8037" y="1"/>
                    <a:pt x="7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7" name="Google Shape;20087;p93"/>
            <p:cNvSpPr/>
            <p:nvPr/>
          </p:nvSpPr>
          <p:spPr>
            <a:xfrm>
              <a:off x="4487975" y="4214575"/>
              <a:ext cx="232450" cy="128250"/>
            </a:xfrm>
            <a:custGeom>
              <a:rect b="b" l="l" r="r" t="t"/>
              <a:pathLst>
                <a:path extrusionOk="0" h="5130" w="9298">
                  <a:moveTo>
                    <a:pt x="4649" y="1"/>
                  </a:moveTo>
                  <a:cubicBezTo>
                    <a:pt x="2086" y="1"/>
                    <a:pt x="1" y="2085"/>
                    <a:pt x="1" y="4648"/>
                  </a:cubicBezTo>
                  <a:cubicBezTo>
                    <a:pt x="1" y="4913"/>
                    <a:pt x="216" y="5128"/>
                    <a:pt x="483" y="5129"/>
                  </a:cubicBezTo>
                  <a:lnTo>
                    <a:pt x="1444" y="5129"/>
                  </a:lnTo>
                  <a:cubicBezTo>
                    <a:pt x="1446" y="5129"/>
                    <a:pt x="1449" y="5129"/>
                    <a:pt x="1452" y="5129"/>
                  </a:cubicBezTo>
                  <a:cubicBezTo>
                    <a:pt x="1717" y="5129"/>
                    <a:pt x="1934" y="4914"/>
                    <a:pt x="1934" y="4648"/>
                  </a:cubicBezTo>
                  <a:cubicBezTo>
                    <a:pt x="1934" y="4382"/>
                    <a:pt x="1719" y="4167"/>
                    <a:pt x="1454" y="4167"/>
                  </a:cubicBezTo>
                  <a:cubicBezTo>
                    <a:pt x="1451" y="4167"/>
                    <a:pt x="1447" y="4167"/>
                    <a:pt x="1444" y="4167"/>
                  </a:cubicBezTo>
                  <a:lnTo>
                    <a:pt x="994" y="4167"/>
                  </a:lnTo>
                  <a:cubicBezTo>
                    <a:pt x="1079" y="3526"/>
                    <a:pt x="1331" y="2918"/>
                    <a:pt x="1726" y="2405"/>
                  </a:cubicBezTo>
                  <a:lnTo>
                    <a:pt x="2042" y="2722"/>
                  </a:lnTo>
                  <a:cubicBezTo>
                    <a:pt x="2137" y="2817"/>
                    <a:pt x="2261" y="2865"/>
                    <a:pt x="2386" y="2865"/>
                  </a:cubicBezTo>
                  <a:cubicBezTo>
                    <a:pt x="2509" y="2865"/>
                    <a:pt x="2632" y="2819"/>
                    <a:pt x="2726" y="2725"/>
                  </a:cubicBezTo>
                  <a:cubicBezTo>
                    <a:pt x="2915" y="2536"/>
                    <a:pt x="2914" y="2228"/>
                    <a:pt x="2723" y="2041"/>
                  </a:cubicBezTo>
                  <a:lnTo>
                    <a:pt x="2406" y="1724"/>
                  </a:lnTo>
                  <a:cubicBezTo>
                    <a:pt x="2920" y="1329"/>
                    <a:pt x="3527" y="1077"/>
                    <a:pt x="4169" y="992"/>
                  </a:cubicBezTo>
                  <a:lnTo>
                    <a:pt x="4169" y="1442"/>
                  </a:lnTo>
                  <a:cubicBezTo>
                    <a:pt x="4173" y="1704"/>
                    <a:pt x="4387" y="1913"/>
                    <a:pt x="4649" y="1913"/>
                  </a:cubicBezTo>
                  <a:cubicBezTo>
                    <a:pt x="4911" y="1913"/>
                    <a:pt x="5125" y="1704"/>
                    <a:pt x="5130" y="1442"/>
                  </a:cubicBezTo>
                  <a:lnTo>
                    <a:pt x="5130" y="992"/>
                  </a:lnTo>
                  <a:cubicBezTo>
                    <a:pt x="5772" y="1077"/>
                    <a:pt x="6380" y="1329"/>
                    <a:pt x="6893" y="1724"/>
                  </a:cubicBezTo>
                  <a:lnTo>
                    <a:pt x="6575" y="2042"/>
                  </a:lnTo>
                  <a:cubicBezTo>
                    <a:pt x="6393" y="2230"/>
                    <a:pt x="6396" y="2530"/>
                    <a:pt x="6582" y="2716"/>
                  </a:cubicBezTo>
                  <a:cubicBezTo>
                    <a:pt x="6676" y="2809"/>
                    <a:pt x="6799" y="2856"/>
                    <a:pt x="6922" y="2856"/>
                  </a:cubicBezTo>
                  <a:cubicBezTo>
                    <a:pt x="7042" y="2856"/>
                    <a:pt x="7163" y="2811"/>
                    <a:pt x="7256" y="2722"/>
                  </a:cubicBezTo>
                  <a:lnTo>
                    <a:pt x="7572" y="2405"/>
                  </a:lnTo>
                  <a:cubicBezTo>
                    <a:pt x="7968" y="2918"/>
                    <a:pt x="8220" y="3526"/>
                    <a:pt x="8305" y="4167"/>
                  </a:cubicBezTo>
                  <a:lnTo>
                    <a:pt x="7855" y="4167"/>
                  </a:lnTo>
                  <a:cubicBezTo>
                    <a:pt x="7593" y="4172"/>
                    <a:pt x="7383" y="4385"/>
                    <a:pt x="7383" y="4648"/>
                  </a:cubicBezTo>
                  <a:cubicBezTo>
                    <a:pt x="7383" y="4910"/>
                    <a:pt x="7593" y="5123"/>
                    <a:pt x="7855" y="5129"/>
                  </a:cubicBezTo>
                  <a:lnTo>
                    <a:pt x="8817" y="5129"/>
                  </a:lnTo>
                  <a:cubicBezTo>
                    <a:pt x="9082" y="5129"/>
                    <a:pt x="9297" y="4913"/>
                    <a:pt x="9297" y="4648"/>
                  </a:cubicBezTo>
                  <a:cubicBezTo>
                    <a:pt x="9297" y="2085"/>
                    <a:pt x="7212" y="1"/>
                    <a:pt x="46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8" name="Google Shape;20088;p93"/>
            <p:cNvSpPr/>
            <p:nvPr/>
          </p:nvSpPr>
          <p:spPr>
            <a:xfrm>
              <a:off x="4565675" y="4286450"/>
              <a:ext cx="77050" cy="136475"/>
            </a:xfrm>
            <a:custGeom>
              <a:rect b="b" l="l" r="r" t="t"/>
              <a:pathLst>
                <a:path extrusionOk="0" h="5459" w="3082">
                  <a:moveTo>
                    <a:pt x="1538" y="3535"/>
                  </a:moveTo>
                  <a:cubicBezTo>
                    <a:pt x="1785" y="3535"/>
                    <a:pt x="2022" y="3727"/>
                    <a:pt x="2023" y="4016"/>
                  </a:cubicBezTo>
                  <a:cubicBezTo>
                    <a:pt x="2022" y="4283"/>
                    <a:pt x="1806" y="4496"/>
                    <a:pt x="1541" y="4498"/>
                  </a:cubicBezTo>
                  <a:cubicBezTo>
                    <a:pt x="1114" y="4496"/>
                    <a:pt x="898" y="3979"/>
                    <a:pt x="1201" y="3676"/>
                  </a:cubicBezTo>
                  <a:cubicBezTo>
                    <a:pt x="1299" y="3578"/>
                    <a:pt x="1420" y="3535"/>
                    <a:pt x="1538" y="3535"/>
                  </a:cubicBezTo>
                  <a:close/>
                  <a:moveTo>
                    <a:pt x="1541" y="1"/>
                  </a:moveTo>
                  <a:cubicBezTo>
                    <a:pt x="1272" y="1"/>
                    <a:pt x="1055" y="222"/>
                    <a:pt x="1061" y="491"/>
                  </a:cubicBezTo>
                  <a:lnTo>
                    <a:pt x="1061" y="2657"/>
                  </a:lnTo>
                  <a:cubicBezTo>
                    <a:pt x="399" y="2891"/>
                    <a:pt x="1" y="3568"/>
                    <a:pt x="119" y="4261"/>
                  </a:cubicBezTo>
                  <a:cubicBezTo>
                    <a:pt x="239" y="4953"/>
                    <a:pt x="838" y="5459"/>
                    <a:pt x="1541" y="5459"/>
                  </a:cubicBezTo>
                  <a:cubicBezTo>
                    <a:pt x="2244" y="5459"/>
                    <a:pt x="2845" y="4953"/>
                    <a:pt x="2963" y="4261"/>
                  </a:cubicBezTo>
                  <a:cubicBezTo>
                    <a:pt x="3082" y="3568"/>
                    <a:pt x="2685" y="2891"/>
                    <a:pt x="2023" y="2657"/>
                  </a:cubicBezTo>
                  <a:lnTo>
                    <a:pt x="2023" y="491"/>
                  </a:lnTo>
                  <a:cubicBezTo>
                    <a:pt x="2027" y="222"/>
                    <a:pt x="1811" y="1"/>
                    <a:pt x="15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89" name="Google Shape;20089;p93"/>
          <p:cNvGrpSpPr/>
          <p:nvPr/>
        </p:nvGrpSpPr>
        <p:grpSpPr>
          <a:xfrm>
            <a:off x="5546728" y="3994788"/>
            <a:ext cx="353444" cy="354827"/>
            <a:chOff x="4974950" y="4183425"/>
            <a:chExt cx="408700" cy="410300"/>
          </a:xfrm>
        </p:grpSpPr>
        <p:sp>
          <p:nvSpPr>
            <p:cNvPr id="20090" name="Google Shape;20090;p93"/>
            <p:cNvSpPr/>
            <p:nvPr/>
          </p:nvSpPr>
          <p:spPr>
            <a:xfrm>
              <a:off x="4974950" y="4425400"/>
              <a:ext cx="408700" cy="168325"/>
            </a:xfrm>
            <a:custGeom>
              <a:rect b="b" l="l" r="r" t="t"/>
              <a:pathLst>
                <a:path extrusionOk="0" h="6733" w="16348">
                  <a:moveTo>
                    <a:pt x="3045" y="962"/>
                  </a:moveTo>
                  <a:cubicBezTo>
                    <a:pt x="3296" y="962"/>
                    <a:pt x="3542" y="1060"/>
                    <a:pt x="3727" y="1243"/>
                  </a:cubicBezTo>
                  <a:cubicBezTo>
                    <a:pt x="4000" y="1519"/>
                    <a:pt x="4084" y="1933"/>
                    <a:pt x="3934" y="2292"/>
                  </a:cubicBezTo>
                  <a:cubicBezTo>
                    <a:pt x="3785" y="2651"/>
                    <a:pt x="3435" y="2885"/>
                    <a:pt x="3046" y="2885"/>
                  </a:cubicBezTo>
                  <a:cubicBezTo>
                    <a:pt x="2515" y="2885"/>
                    <a:pt x="2085" y="2455"/>
                    <a:pt x="2085" y="1924"/>
                  </a:cubicBezTo>
                  <a:cubicBezTo>
                    <a:pt x="2085" y="1535"/>
                    <a:pt x="2319" y="1185"/>
                    <a:pt x="2678" y="1036"/>
                  </a:cubicBezTo>
                  <a:cubicBezTo>
                    <a:pt x="2797" y="986"/>
                    <a:pt x="2921" y="962"/>
                    <a:pt x="3045" y="962"/>
                  </a:cubicBezTo>
                  <a:close/>
                  <a:moveTo>
                    <a:pt x="8174" y="962"/>
                  </a:moveTo>
                  <a:cubicBezTo>
                    <a:pt x="8424" y="962"/>
                    <a:pt x="8670" y="1060"/>
                    <a:pt x="8854" y="1243"/>
                  </a:cubicBezTo>
                  <a:cubicBezTo>
                    <a:pt x="9129" y="1519"/>
                    <a:pt x="9211" y="1933"/>
                    <a:pt x="9063" y="2292"/>
                  </a:cubicBezTo>
                  <a:cubicBezTo>
                    <a:pt x="8914" y="2651"/>
                    <a:pt x="8564" y="2885"/>
                    <a:pt x="8174" y="2885"/>
                  </a:cubicBezTo>
                  <a:cubicBezTo>
                    <a:pt x="7644" y="2885"/>
                    <a:pt x="7213" y="2455"/>
                    <a:pt x="7213" y="1924"/>
                  </a:cubicBezTo>
                  <a:cubicBezTo>
                    <a:pt x="7213" y="1535"/>
                    <a:pt x="7446" y="1185"/>
                    <a:pt x="7807" y="1036"/>
                  </a:cubicBezTo>
                  <a:cubicBezTo>
                    <a:pt x="7925" y="986"/>
                    <a:pt x="8050" y="962"/>
                    <a:pt x="8174" y="962"/>
                  </a:cubicBezTo>
                  <a:close/>
                  <a:moveTo>
                    <a:pt x="13302" y="962"/>
                  </a:moveTo>
                  <a:cubicBezTo>
                    <a:pt x="13552" y="962"/>
                    <a:pt x="13799" y="1061"/>
                    <a:pt x="13982" y="1245"/>
                  </a:cubicBezTo>
                  <a:cubicBezTo>
                    <a:pt x="14257" y="1519"/>
                    <a:pt x="14340" y="1933"/>
                    <a:pt x="14192" y="2292"/>
                  </a:cubicBezTo>
                  <a:cubicBezTo>
                    <a:pt x="14042" y="2651"/>
                    <a:pt x="13692" y="2885"/>
                    <a:pt x="13303" y="2885"/>
                  </a:cubicBezTo>
                  <a:cubicBezTo>
                    <a:pt x="12773" y="2885"/>
                    <a:pt x="12342" y="2455"/>
                    <a:pt x="12342" y="1924"/>
                  </a:cubicBezTo>
                  <a:cubicBezTo>
                    <a:pt x="12342" y="1535"/>
                    <a:pt x="12575" y="1185"/>
                    <a:pt x="12935" y="1036"/>
                  </a:cubicBezTo>
                  <a:cubicBezTo>
                    <a:pt x="13054" y="986"/>
                    <a:pt x="13178" y="962"/>
                    <a:pt x="13302" y="962"/>
                  </a:cubicBezTo>
                  <a:close/>
                  <a:moveTo>
                    <a:pt x="3046" y="3843"/>
                  </a:moveTo>
                  <a:cubicBezTo>
                    <a:pt x="4135" y="3843"/>
                    <a:pt x="5042" y="4683"/>
                    <a:pt x="5124" y="5770"/>
                  </a:cubicBezTo>
                  <a:lnTo>
                    <a:pt x="967" y="5770"/>
                  </a:lnTo>
                  <a:cubicBezTo>
                    <a:pt x="1049" y="4683"/>
                    <a:pt x="1954" y="3843"/>
                    <a:pt x="3046" y="3843"/>
                  </a:cubicBezTo>
                  <a:close/>
                  <a:moveTo>
                    <a:pt x="8174" y="3843"/>
                  </a:moveTo>
                  <a:cubicBezTo>
                    <a:pt x="9264" y="3843"/>
                    <a:pt x="10170" y="4683"/>
                    <a:pt x="10252" y="5770"/>
                  </a:cubicBezTo>
                  <a:lnTo>
                    <a:pt x="6096" y="5770"/>
                  </a:lnTo>
                  <a:cubicBezTo>
                    <a:pt x="6178" y="4683"/>
                    <a:pt x="7083" y="3843"/>
                    <a:pt x="8174" y="3843"/>
                  </a:cubicBezTo>
                  <a:close/>
                  <a:moveTo>
                    <a:pt x="13303" y="3843"/>
                  </a:moveTo>
                  <a:cubicBezTo>
                    <a:pt x="14392" y="3843"/>
                    <a:pt x="15299" y="4683"/>
                    <a:pt x="15379" y="5770"/>
                  </a:cubicBezTo>
                  <a:lnTo>
                    <a:pt x="11225" y="5770"/>
                  </a:lnTo>
                  <a:cubicBezTo>
                    <a:pt x="11307" y="4683"/>
                    <a:pt x="12212" y="3843"/>
                    <a:pt x="13303" y="3843"/>
                  </a:cubicBezTo>
                  <a:close/>
                  <a:moveTo>
                    <a:pt x="3046" y="0"/>
                  </a:moveTo>
                  <a:cubicBezTo>
                    <a:pt x="2281" y="0"/>
                    <a:pt x="1588" y="453"/>
                    <a:pt x="1282" y="1154"/>
                  </a:cubicBezTo>
                  <a:cubicBezTo>
                    <a:pt x="978" y="1856"/>
                    <a:pt x="1117" y="2671"/>
                    <a:pt x="1637" y="3232"/>
                  </a:cubicBezTo>
                  <a:cubicBezTo>
                    <a:pt x="632" y="3756"/>
                    <a:pt x="1" y="4796"/>
                    <a:pt x="1" y="5931"/>
                  </a:cubicBezTo>
                  <a:lnTo>
                    <a:pt x="1" y="6252"/>
                  </a:lnTo>
                  <a:cubicBezTo>
                    <a:pt x="1" y="6517"/>
                    <a:pt x="216" y="6732"/>
                    <a:pt x="481" y="6732"/>
                  </a:cubicBezTo>
                  <a:lnTo>
                    <a:pt x="15867" y="6732"/>
                  </a:lnTo>
                  <a:cubicBezTo>
                    <a:pt x="16132" y="6732"/>
                    <a:pt x="16347" y="6517"/>
                    <a:pt x="16347" y="6252"/>
                  </a:cubicBezTo>
                  <a:lnTo>
                    <a:pt x="16347" y="5931"/>
                  </a:lnTo>
                  <a:cubicBezTo>
                    <a:pt x="16346" y="4796"/>
                    <a:pt x="15716" y="3756"/>
                    <a:pt x="14711" y="3232"/>
                  </a:cubicBezTo>
                  <a:cubicBezTo>
                    <a:pt x="15231" y="2671"/>
                    <a:pt x="15370" y="1856"/>
                    <a:pt x="15066" y="1154"/>
                  </a:cubicBezTo>
                  <a:cubicBezTo>
                    <a:pt x="14760" y="453"/>
                    <a:pt x="14067" y="0"/>
                    <a:pt x="13303" y="0"/>
                  </a:cubicBezTo>
                  <a:cubicBezTo>
                    <a:pt x="12537" y="0"/>
                    <a:pt x="11846" y="453"/>
                    <a:pt x="11539" y="1154"/>
                  </a:cubicBezTo>
                  <a:cubicBezTo>
                    <a:pt x="11233" y="1856"/>
                    <a:pt x="11372" y="2671"/>
                    <a:pt x="11894" y="3232"/>
                  </a:cubicBezTo>
                  <a:cubicBezTo>
                    <a:pt x="11424" y="3478"/>
                    <a:pt x="11025" y="3843"/>
                    <a:pt x="10738" y="4290"/>
                  </a:cubicBezTo>
                  <a:cubicBezTo>
                    <a:pt x="10451" y="3843"/>
                    <a:pt x="10053" y="3478"/>
                    <a:pt x="9583" y="3232"/>
                  </a:cubicBezTo>
                  <a:cubicBezTo>
                    <a:pt x="10103" y="2671"/>
                    <a:pt x="10242" y="1856"/>
                    <a:pt x="9937" y="1154"/>
                  </a:cubicBezTo>
                  <a:cubicBezTo>
                    <a:pt x="9631" y="453"/>
                    <a:pt x="8939" y="0"/>
                    <a:pt x="8174" y="0"/>
                  </a:cubicBezTo>
                  <a:cubicBezTo>
                    <a:pt x="7408" y="0"/>
                    <a:pt x="6717" y="453"/>
                    <a:pt x="6411" y="1154"/>
                  </a:cubicBezTo>
                  <a:cubicBezTo>
                    <a:pt x="6105" y="1856"/>
                    <a:pt x="6244" y="2671"/>
                    <a:pt x="6765" y="3232"/>
                  </a:cubicBezTo>
                  <a:cubicBezTo>
                    <a:pt x="6295" y="3478"/>
                    <a:pt x="5897" y="3843"/>
                    <a:pt x="5610" y="4290"/>
                  </a:cubicBezTo>
                  <a:cubicBezTo>
                    <a:pt x="5323" y="3843"/>
                    <a:pt x="4924" y="3478"/>
                    <a:pt x="4454" y="3232"/>
                  </a:cubicBezTo>
                  <a:cubicBezTo>
                    <a:pt x="4974" y="2671"/>
                    <a:pt x="5113" y="1856"/>
                    <a:pt x="4809" y="1154"/>
                  </a:cubicBezTo>
                  <a:cubicBezTo>
                    <a:pt x="4503" y="453"/>
                    <a:pt x="3810" y="0"/>
                    <a:pt x="30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1" name="Google Shape;20091;p93"/>
            <p:cNvSpPr/>
            <p:nvPr/>
          </p:nvSpPr>
          <p:spPr>
            <a:xfrm>
              <a:off x="4974950" y="4183425"/>
              <a:ext cx="408700" cy="216375"/>
            </a:xfrm>
            <a:custGeom>
              <a:rect b="b" l="l" r="r" t="t"/>
              <a:pathLst>
                <a:path extrusionOk="0" h="8655" w="16348">
                  <a:moveTo>
                    <a:pt x="8176" y="1"/>
                  </a:moveTo>
                  <a:cubicBezTo>
                    <a:pt x="8058" y="1"/>
                    <a:pt x="7940" y="8"/>
                    <a:pt x="7821" y="24"/>
                  </a:cubicBezTo>
                  <a:cubicBezTo>
                    <a:pt x="6875" y="147"/>
                    <a:pt x="6062" y="758"/>
                    <a:pt x="5680" y="1632"/>
                  </a:cubicBezTo>
                  <a:cubicBezTo>
                    <a:pt x="5551" y="1613"/>
                    <a:pt x="5421" y="1603"/>
                    <a:pt x="5291" y="1603"/>
                  </a:cubicBezTo>
                  <a:cubicBezTo>
                    <a:pt x="4220" y="1606"/>
                    <a:pt x="3251" y="2232"/>
                    <a:pt x="2808" y="3206"/>
                  </a:cubicBezTo>
                  <a:cubicBezTo>
                    <a:pt x="2780" y="3206"/>
                    <a:pt x="2754" y="3205"/>
                    <a:pt x="2726" y="3205"/>
                  </a:cubicBezTo>
                  <a:cubicBezTo>
                    <a:pt x="1224" y="3205"/>
                    <a:pt x="1" y="4428"/>
                    <a:pt x="1" y="5930"/>
                  </a:cubicBezTo>
                  <a:cubicBezTo>
                    <a:pt x="1" y="7433"/>
                    <a:pt x="1224" y="8654"/>
                    <a:pt x="2726" y="8654"/>
                  </a:cubicBezTo>
                  <a:lnTo>
                    <a:pt x="6251" y="8654"/>
                  </a:lnTo>
                  <a:cubicBezTo>
                    <a:pt x="6516" y="8654"/>
                    <a:pt x="6732" y="8439"/>
                    <a:pt x="6732" y="8174"/>
                  </a:cubicBezTo>
                  <a:cubicBezTo>
                    <a:pt x="6732" y="7909"/>
                    <a:pt x="6516" y="7693"/>
                    <a:pt x="6251" y="7693"/>
                  </a:cubicBezTo>
                  <a:lnTo>
                    <a:pt x="2725" y="7693"/>
                  </a:lnTo>
                  <a:cubicBezTo>
                    <a:pt x="1783" y="7692"/>
                    <a:pt x="1007" y="6949"/>
                    <a:pt x="966" y="6009"/>
                  </a:cubicBezTo>
                  <a:cubicBezTo>
                    <a:pt x="924" y="5068"/>
                    <a:pt x="1629" y="4259"/>
                    <a:pt x="2568" y="4174"/>
                  </a:cubicBezTo>
                  <a:lnTo>
                    <a:pt x="2568" y="4174"/>
                  </a:lnTo>
                  <a:cubicBezTo>
                    <a:pt x="2548" y="4543"/>
                    <a:pt x="2602" y="4912"/>
                    <a:pt x="2729" y="5259"/>
                  </a:cubicBezTo>
                  <a:cubicBezTo>
                    <a:pt x="2800" y="5454"/>
                    <a:pt x="2985" y="5576"/>
                    <a:pt x="3182" y="5576"/>
                  </a:cubicBezTo>
                  <a:cubicBezTo>
                    <a:pt x="3236" y="5576"/>
                    <a:pt x="3292" y="5566"/>
                    <a:pt x="3346" y="5546"/>
                  </a:cubicBezTo>
                  <a:cubicBezTo>
                    <a:pt x="3595" y="5456"/>
                    <a:pt x="3724" y="5179"/>
                    <a:pt x="3633" y="4930"/>
                  </a:cubicBezTo>
                  <a:cubicBezTo>
                    <a:pt x="3401" y="4294"/>
                    <a:pt x="3552" y="3583"/>
                    <a:pt x="4024" y="3098"/>
                  </a:cubicBezTo>
                  <a:cubicBezTo>
                    <a:pt x="4361" y="2751"/>
                    <a:pt x="4818" y="2565"/>
                    <a:pt x="5286" y="2565"/>
                  </a:cubicBezTo>
                  <a:cubicBezTo>
                    <a:pt x="5473" y="2565"/>
                    <a:pt x="5661" y="2595"/>
                    <a:pt x="5844" y="2656"/>
                  </a:cubicBezTo>
                  <a:cubicBezTo>
                    <a:pt x="5894" y="2672"/>
                    <a:pt x="5945" y="2680"/>
                    <a:pt x="5995" y="2680"/>
                  </a:cubicBezTo>
                  <a:cubicBezTo>
                    <a:pt x="6210" y="2680"/>
                    <a:pt x="6409" y="2534"/>
                    <a:pt x="6462" y="2311"/>
                  </a:cubicBezTo>
                  <a:cubicBezTo>
                    <a:pt x="6620" y="1650"/>
                    <a:pt x="7146" y="1138"/>
                    <a:pt x="7812" y="999"/>
                  </a:cubicBezTo>
                  <a:cubicBezTo>
                    <a:pt x="7933" y="974"/>
                    <a:pt x="8054" y="962"/>
                    <a:pt x="8173" y="962"/>
                  </a:cubicBezTo>
                  <a:cubicBezTo>
                    <a:pt x="8718" y="962"/>
                    <a:pt x="9240" y="1214"/>
                    <a:pt x="9576" y="1658"/>
                  </a:cubicBezTo>
                  <a:cubicBezTo>
                    <a:pt x="9390" y="1891"/>
                    <a:pt x="9242" y="2153"/>
                    <a:pt x="9139" y="2434"/>
                  </a:cubicBezTo>
                  <a:cubicBezTo>
                    <a:pt x="9048" y="2683"/>
                    <a:pt x="9177" y="2959"/>
                    <a:pt x="9426" y="3050"/>
                  </a:cubicBezTo>
                  <a:cubicBezTo>
                    <a:pt x="9481" y="3070"/>
                    <a:pt x="9537" y="3079"/>
                    <a:pt x="9593" y="3079"/>
                  </a:cubicBezTo>
                  <a:cubicBezTo>
                    <a:pt x="9789" y="3079"/>
                    <a:pt x="9972" y="2958"/>
                    <a:pt x="10043" y="2764"/>
                  </a:cubicBezTo>
                  <a:cubicBezTo>
                    <a:pt x="10304" y="2048"/>
                    <a:pt x="10980" y="1603"/>
                    <a:pt x="11700" y="1603"/>
                  </a:cubicBezTo>
                  <a:cubicBezTo>
                    <a:pt x="11900" y="1603"/>
                    <a:pt x="12104" y="1637"/>
                    <a:pt x="12302" y="1710"/>
                  </a:cubicBezTo>
                  <a:cubicBezTo>
                    <a:pt x="13218" y="2042"/>
                    <a:pt x="13689" y="3054"/>
                    <a:pt x="13357" y="3969"/>
                  </a:cubicBezTo>
                  <a:cubicBezTo>
                    <a:pt x="13266" y="4218"/>
                    <a:pt x="13393" y="4495"/>
                    <a:pt x="13644" y="4586"/>
                  </a:cubicBezTo>
                  <a:cubicBezTo>
                    <a:pt x="13698" y="4605"/>
                    <a:pt x="13753" y="4615"/>
                    <a:pt x="13808" y="4615"/>
                  </a:cubicBezTo>
                  <a:cubicBezTo>
                    <a:pt x="14004" y="4615"/>
                    <a:pt x="14189" y="4494"/>
                    <a:pt x="14260" y="4299"/>
                  </a:cubicBezTo>
                  <a:cubicBezTo>
                    <a:pt x="14260" y="4296"/>
                    <a:pt x="14262" y="4293"/>
                    <a:pt x="14263" y="4290"/>
                  </a:cubicBezTo>
                  <a:cubicBezTo>
                    <a:pt x="15051" y="4599"/>
                    <a:pt x="15508" y="5425"/>
                    <a:pt x="15351" y="6257"/>
                  </a:cubicBezTo>
                  <a:cubicBezTo>
                    <a:pt x="15196" y="7089"/>
                    <a:pt x="14470" y="7692"/>
                    <a:pt x="13623" y="7693"/>
                  </a:cubicBezTo>
                  <a:lnTo>
                    <a:pt x="10097" y="7693"/>
                  </a:lnTo>
                  <a:cubicBezTo>
                    <a:pt x="9832" y="7693"/>
                    <a:pt x="9617" y="7909"/>
                    <a:pt x="9617" y="8174"/>
                  </a:cubicBezTo>
                  <a:cubicBezTo>
                    <a:pt x="9617" y="8439"/>
                    <a:pt x="9832" y="8654"/>
                    <a:pt x="10097" y="8654"/>
                  </a:cubicBezTo>
                  <a:lnTo>
                    <a:pt x="13623" y="8654"/>
                  </a:lnTo>
                  <a:cubicBezTo>
                    <a:pt x="15124" y="8654"/>
                    <a:pt x="16347" y="7433"/>
                    <a:pt x="16347" y="5930"/>
                  </a:cubicBezTo>
                  <a:cubicBezTo>
                    <a:pt x="16347" y="4722"/>
                    <a:pt x="15548" y="3673"/>
                    <a:pt x="14424" y="3328"/>
                  </a:cubicBezTo>
                  <a:cubicBezTo>
                    <a:pt x="14413" y="2404"/>
                    <a:pt x="13931" y="1548"/>
                    <a:pt x="13149" y="1058"/>
                  </a:cubicBezTo>
                  <a:cubicBezTo>
                    <a:pt x="12708" y="781"/>
                    <a:pt x="12206" y="641"/>
                    <a:pt x="11702" y="641"/>
                  </a:cubicBezTo>
                  <a:cubicBezTo>
                    <a:pt x="11309" y="641"/>
                    <a:pt x="10916" y="726"/>
                    <a:pt x="10549" y="897"/>
                  </a:cubicBezTo>
                  <a:cubicBezTo>
                    <a:pt x="10465" y="936"/>
                    <a:pt x="10383" y="979"/>
                    <a:pt x="10303" y="1027"/>
                  </a:cubicBezTo>
                  <a:cubicBezTo>
                    <a:pt x="9783" y="374"/>
                    <a:pt x="8998" y="1"/>
                    <a:pt x="8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2" name="Google Shape;20092;p93"/>
            <p:cNvSpPr/>
            <p:nvPr/>
          </p:nvSpPr>
          <p:spPr>
            <a:xfrm>
              <a:off x="5140475" y="4279625"/>
              <a:ext cx="77600" cy="120175"/>
            </a:xfrm>
            <a:custGeom>
              <a:rect b="b" l="l" r="r" t="t"/>
              <a:pathLst>
                <a:path extrusionOk="0" h="4807" w="3104">
                  <a:moveTo>
                    <a:pt x="1553" y="0"/>
                  </a:moveTo>
                  <a:cubicBezTo>
                    <a:pt x="1377" y="0"/>
                    <a:pt x="1207" y="98"/>
                    <a:pt x="1123" y="266"/>
                  </a:cubicBezTo>
                  <a:lnTo>
                    <a:pt x="160" y="2189"/>
                  </a:lnTo>
                  <a:cubicBezTo>
                    <a:pt x="1" y="2508"/>
                    <a:pt x="234" y="2885"/>
                    <a:pt x="591" y="2885"/>
                  </a:cubicBezTo>
                  <a:lnTo>
                    <a:pt x="1736" y="2885"/>
                  </a:lnTo>
                  <a:lnTo>
                    <a:pt x="1123" y="4112"/>
                  </a:lnTo>
                  <a:cubicBezTo>
                    <a:pt x="1004" y="4349"/>
                    <a:pt x="1101" y="4638"/>
                    <a:pt x="1338" y="4756"/>
                  </a:cubicBezTo>
                  <a:cubicBezTo>
                    <a:pt x="1407" y="4791"/>
                    <a:pt x="1480" y="4807"/>
                    <a:pt x="1552" y="4807"/>
                  </a:cubicBezTo>
                  <a:cubicBezTo>
                    <a:pt x="1729" y="4807"/>
                    <a:pt x="1899" y="4709"/>
                    <a:pt x="1984" y="4541"/>
                  </a:cubicBezTo>
                  <a:lnTo>
                    <a:pt x="2944" y="2618"/>
                  </a:lnTo>
                  <a:cubicBezTo>
                    <a:pt x="3104" y="2299"/>
                    <a:pt x="2871" y="1923"/>
                    <a:pt x="2515" y="1923"/>
                  </a:cubicBezTo>
                  <a:lnTo>
                    <a:pt x="1370" y="1923"/>
                  </a:lnTo>
                  <a:lnTo>
                    <a:pt x="1984" y="697"/>
                  </a:lnTo>
                  <a:cubicBezTo>
                    <a:pt x="2102" y="458"/>
                    <a:pt x="2006" y="170"/>
                    <a:pt x="1768" y="51"/>
                  </a:cubicBezTo>
                  <a:cubicBezTo>
                    <a:pt x="1699" y="17"/>
                    <a:pt x="1626" y="0"/>
                    <a:pt x="15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93" name="Google Shape;20093;p93"/>
          <p:cNvGrpSpPr/>
          <p:nvPr/>
        </p:nvGrpSpPr>
        <p:grpSpPr>
          <a:xfrm>
            <a:off x="6302585" y="3994789"/>
            <a:ext cx="353422" cy="354827"/>
            <a:chOff x="5654375" y="4143800"/>
            <a:chExt cx="408675" cy="410300"/>
          </a:xfrm>
        </p:grpSpPr>
        <p:sp>
          <p:nvSpPr>
            <p:cNvPr id="20094" name="Google Shape;20094;p93"/>
            <p:cNvSpPr/>
            <p:nvPr/>
          </p:nvSpPr>
          <p:spPr>
            <a:xfrm>
              <a:off x="5654375" y="4385775"/>
              <a:ext cx="408675" cy="168325"/>
            </a:xfrm>
            <a:custGeom>
              <a:rect b="b" l="l" r="r" t="t"/>
              <a:pathLst>
                <a:path extrusionOk="0" h="6733" w="16347">
                  <a:moveTo>
                    <a:pt x="3045" y="964"/>
                  </a:moveTo>
                  <a:cubicBezTo>
                    <a:pt x="3295" y="964"/>
                    <a:pt x="3540" y="1061"/>
                    <a:pt x="3724" y="1245"/>
                  </a:cubicBezTo>
                  <a:cubicBezTo>
                    <a:pt x="3999" y="1521"/>
                    <a:pt x="4082" y="1934"/>
                    <a:pt x="3934" y="2294"/>
                  </a:cubicBezTo>
                  <a:cubicBezTo>
                    <a:pt x="3784" y="2653"/>
                    <a:pt x="3434" y="2887"/>
                    <a:pt x="3045" y="2887"/>
                  </a:cubicBezTo>
                  <a:cubicBezTo>
                    <a:pt x="2515" y="2887"/>
                    <a:pt x="2084" y="2456"/>
                    <a:pt x="2083" y="1925"/>
                  </a:cubicBezTo>
                  <a:cubicBezTo>
                    <a:pt x="2083" y="1537"/>
                    <a:pt x="2317" y="1185"/>
                    <a:pt x="2677" y="1037"/>
                  </a:cubicBezTo>
                  <a:cubicBezTo>
                    <a:pt x="2796" y="988"/>
                    <a:pt x="2921" y="964"/>
                    <a:pt x="3045" y="964"/>
                  </a:cubicBezTo>
                  <a:close/>
                  <a:moveTo>
                    <a:pt x="8174" y="964"/>
                  </a:moveTo>
                  <a:cubicBezTo>
                    <a:pt x="8423" y="964"/>
                    <a:pt x="8669" y="1061"/>
                    <a:pt x="8853" y="1245"/>
                  </a:cubicBezTo>
                  <a:cubicBezTo>
                    <a:pt x="9128" y="1521"/>
                    <a:pt x="9210" y="1934"/>
                    <a:pt x="9062" y="2294"/>
                  </a:cubicBezTo>
                  <a:cubicBezTo>
                    <a:pt x="8913" y="2653"/>
                    <a:pt x="8561" y="2887"/>
                    <a:pt x="8173" y="2887"/>
                  </a:cubicBezTo>
                  <a:cubicBezTo>
                    <a:pt x="7642" y="2887"/>
                    <a:pt x="7213" y="2456"/>
                    <a:pt x="7211" y="1925"/>
                  </a:cubicBezTo>
                  <a:cubicBezTo>
                    <a:pt x="7211" y="1537"/>
                    <a:pt x="7445" y="1185"/>
                    <a:pt x="7806" y="1037"/>
                  </a:cubicBezTo>
                  <a:cubicBezTo>
                    <a:pt x="7925" y="988"/>
                    <a:pt x="8050" y="964"/>
                    <a:pt x="8174" y="964"/>
                  </a:cubicBezTo>
                  <a:close/>
                  <a:moveTo>
                    <a:pt x="13302" y="964"/>
                  </a:moveTo>
                  <a:cubicBezTo>
                    <a:pt x="13552" y="964"/>
                    <a:pt x="13797" y="1061"/>
                    <a:pt x="13981" y="1245"/>
                  </a:cubicBezTo>
                  <a:cubicBezTo>
                    <a:pt x="14257" y="1521"/>
                    <a:pt x="14339" y="1934"/>
                    <a:pt x="14189" y="2294"/>
                  </a:cubicBezTo>
                  <a:cubicBezTo>
                    <a:pt x="14041" y="2653"/>
                    <a:pt x="13690" y="2887"/>
                    <a:pt x="13302" y="2887"/>
                  </a:cubicBezTo>
                  <a:cubicBezTo>
                    <a:pt x="12770" y="2887"/>
                    <a:pt x="12341" y="2456"/>
                    <a:pt x="12340" y="1925"/>
                  </a:cubicBezTo>
                  <a:cubicBezTo>
                    <a:pt x="12340" y="1537"/>
                    <a:pt x="12574" y="1185"/>
                    <a:pt x="12933" y="1037"/>
                  </a:cubicBezTo>
                  <a:cubicBezTo>
                    <a:pt x="13052" y="988"/>
                    <a:pt x="13178" y="964"/>
                    <a:pt x="13302" y="964"/>
                  </a:cubicBezTo>
                  <a:close/>
                  <a:moveTo>
                    <a:pt x="3045" y="3845"/>
                  </a:moveTo>
                  <a:cubicBezTo>
                    <a:pt x="4134" y="3845"/>
                    <a:pt x="5041" y="4684"/>
                    <a:pt x="5121" y="5772"/>
                  </a:cubicBezTo>
                  <a:lnTo>
                    <a:pt x="967" y="5772"/>
                  </a:lnTo>
                  <a:cubicBezTo>
                    <a:pt x="1049" y="4684"/>
                    <a:pt x="1954" y="3845"/>
                    <a:pt x="3045" y="3845"/>
                  </a:cubicBezTo>
                  <a:close/>
                  <a:moveTo>
                    <a:pt x="8173" y="3845"/>
                  </a:moveTo>
                  <a:cubicBezTo>
                    <a:pt x="9263" y="3845"/>
                    <a:pt x="10168" y="4684"/>
                    <a:pt x="10250" y="5772"/>
                  </a:cubicBezTo>
                  <a:lnTo>
                    <a:pt x="6095" y="5772"/>
                  </a:lnTo>
                  <a:cubicBezTo>
                    <a:pt x="6177" y="4684"/>
                    <a:pt x="7082" y="3845"/>
                    <a:pt x="8173" y="3845"/>
                  </a:cubicBezTo>
                  <a:close/>
                  <a:moveTo>
                    <a:pt x="13300" y="3845"/>
                  </a:moveTo>
                  <a:cubicBezTo>
                    <a:pt x="14391" y="3845"/>
                    <a:pt x="15296" y="4684"/>
                    <a:pt x="15378" y="5772"/>
                  </a:cubicBezTo>
                  <a:lnTo>
                    <a:pt x="11224" y="5772"/>
                  </a:lnTo>
                  <a:cubicBezTo>
                    <a:pt x="11304" y="4684"/>
                    <a:pt x="12211" y="3845"/>
                    <a:pt x="13300" y="3845"/>
                  </a:cubicBezTo>
                  <a:close/>
                  <a:moveTo>
                    <a:pt x="3045" y="1"/>
                  </a:moveTo>
                  <a:cubicBezTo>
                    <a:pt x="2280" y="1"/>
                    <a:pt x="1588" y="455"/>
                    <a:pt x="1281" y="1156"/>
                  </a:cubicBezTo>
                  <a:cubicBezTo>
                    <a:pt x="977" y="1858"/>
                    <a:pt x="1116" y="2673"/>
                    <a:pt x="1636" y="3233"/>
                  </a:cubicBezTo>
                  <a:cubicBezTo>
                    <a:pt x="631" y="3758"/>
                    <a:pt x="0" y="4798"/>
                    <a:pt x="0" y="5932"/>
                  </a:cubicBezTo>
                  <a:lnTo>
                    <a:pt x="0" y="6252"/>
                  </a:lnTo>
                  <a:cubicBezTo>
                    <a:pt x="0" y="6517"/>
                    <a:pt x="215" y="6733"/>
                    <a:pt x="480" y="6733"/>
                  </a:cubicBezTo>
                  <a:lnTo>
                    <a:pt x="15866" y="6733"/>
                  </a:lnTo>
                  <a:cubicBezTo>
                    <a:pt x="16131" y="6733"/>
                    <a:pt x="16346" y="6517"/>
                    <a:pt x="16346" y="6252"/>
                  </a:cubicBezTo>
                  <a:lnTo>
                    <a:pt x="16346" y="5932"/>
                  </a:lnTo>
                  <a:cubicBezTo>
                    <a:pt x="16345" y="4798"/>
                    <a:pt x="15715" y="3758"/>
                    <a:pt x="14711" y="3233"/>
                  </a:cubicBezTo>
                  <a:cubicBezTo>
                    <a:pt x="15231" y="2673"/>
                    <a:pt x="15370" y="1858"/>
                    <a:pt x="15065" y="1156"/>
                  </a:cubicBezTo>
                  <a:cubicBezTo>
                    <a:pt x="14759" y="455"/>
                    <a:pt x="14066" y="1"/>
                    <a:pt x="13302" y="1"/>
                  </a:cubicBezTo>
                  <a:cubicBezTo>
                    <a:pt x="12536" y="1"/>
                    <a:pt x="11845" y="455"/>
                    <a:pt x="11539" y="1156"/>
                  </a:cubicBezTo>
                  <a:cubicBezTo>
                    <a:pt x="11233" y="1858"/>
                    <a:pt x="11372" y="2673"/>
                    <a:pt x="11893" y="3233"/>
                  </a:cubicBezTo>
                  <a:cubicBezTo>
                    <a:pt x="11423" y="3480"/>
                    <a:pt x="11025" y="3845"/>
                    <a:pt x="10738" y="4291"/>
                  </a:cubicBezTo>
                  <a:cubicBezTo>
                    <a:pt x="10450" y="3845"/>
                    <a:pt x="10052" y="3480"/>
                    <a:pt x="9582" y="3233"/>
                  </a:cubicBezTo>
                  <a:cubicBezTo>
                    <a:pt x="10102" y="2673"/>
                    <a:pt x="10241" y="1858"/>
                    <a:pt x="9936" y="1156"/>
                  </a:cubicBezTo>
                  <a:cubicBezTo>
                    <a:pt x="9630" y="455"/>
                    <a:pt x="8938" y="1"/>
                    <a:pt x="8173" y="1"/>
                  </a:cubicBezTo>
                  <a:cubicBezTo>
                    <a:pt x="7407" y="1"/>
                    <a:pt x="6716" y="455"/>
                    <a:pt x="6410" y="1156"/>
                  </a:cubicBezTo>
                  <a:cubicBezTo>
                    <a:pt x="6104" y="1858"/>
                    <a:pt x="6243" y="2673"/>
                    <a:pt x="6764" y="3233"/>
                  </a:cubicBezTo>
                  <a:cubicBezTo>
                    <a:pt x="6294" y="3480"/>
                    <a:pt x="5896" y="3845"/>
                    <a:pt x="5609" y="4291"/>
                  </a:cubicBezTo>
                  <a:cubicBezTo>
                    <a:pt x="5322" y="3845"/>
                    <a:pt x="4924" y="3480"/>
                    <a:pt x="4453" y="3233"/>
                  </a:cubicBezTo>
                  <a:cubicBezTo>
                    <a:pt x="4973" y="2673"/>
                    <a:pt x="5112" y="1858"/>
                    <a:pt x="4808" y="1156"/>
                  </a:cubicBezTo>
                  <a:cubicBezTo>
                    <a:pt x="4502" y="455"/>
                    <a:pt x="3809" y="1"/>
                    <a:pt x="30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5" name="Google Shape;20095;p93"/>
            <p:cNvSpPr/>
            <p:nvPr/>
          </p:nvSpPr>
          <p:spPr>
            <a:xfrm>
              <a:off x="5734700" y="4199925"/>
              <a:ext cx="248425" cy="24050"/>
            </a:xfrm>
            <a:custGeom>
              <a:rect b="b" l="l" r="r" t="t"/>
              <a:pathLst>
                <a:path extrusionOk="0" h="962" w="9937">
                  <a:moveTo>
                    <a:pt x="9458" y="1"/>
                  </a:moveTo>
                  <a:cubicBezTo>
                    <a:pt x="9454" y="1"/>
                    <a:pt x="9451" y="1"/>
                    <a:pt x="9447" y="1"/>
                  </a:cubicBezTo>
                  <a:lnTo>
                    <a:pt x="472" y="1"/>
                  </a:lnTo>
                  <a:cubicBezTo>
                    <a:pt x="209" y="5"/>
                    <a:pt x="0" y="219"/>
                    <a:pt x="0" y="481"/>
                  </a:cubicBezTo>
                  <a:cubicBezTo>
                    <a:pt x="0" y="743"/>
                    <a:pt x="209" y="957"/>
                    <a:pt x="472" y="962"/>
                  </a:cubicBezTo>
                  <a:lnTo>
                    <a:pt x="9447" y="962"/>
                  </a:lnTo>
                  <a:cubicBezTo>
                    <a:pt x="9451" y="962"/>
                    <a:pt x="9454" y="962"/>
                    <a:pt x="9458" y="962"/>
                  </a:cubicBezTo>
                  <a:cubicBezTo>
                    <a:pt x="9721" y="962"/>
                    <a:pt x="9936" y="747"/>
                    <a:pt x="9936" y="481"/>
                  </a:cubicBezTo>
                  <a:cubicBezTo>
                    <a:pt x="9936" y="215"/>
                    <a:pt x="9721" y="1"/>
                    <a:pt x="94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6" name="Google Shape;20096;p93"/>
            <p:cNvSpPr/>
            <p:nvPr/>
          </p:nvSpPr>
          <p:spPr>
            <a:xfrm>
              <a:off x="5686400" y="4143800"/>
              <a:ext cx="344575" cy="136275"/>
            </a:xfrm>
            <a:custGeom>
              <a:rect b="b" l="l" r="r" t="t"/>
              <a:pathLst>
                <a:path extrusionOk="0" h="5451" w="13783">
                  <a:moveTo>
                    <a:pt x="12019" y="963"/>
                  </a:moveTo>
                  <a:cubicBezTo>
                    <a:pt x="12462" y="963"/>
                    <a:pt x="12820" y="1322"/>
                    <a:pt x="12820" y="1764"/>
                  </a:cubicBezTo>
                  <a:lnTo>
                    <a:pt x="12820" y="3687"/>
                  </a:lnTo>
                  <a:cubicBezTo>
                    <a:pt x="12820" y="4129"/>
                    <a:pt x="12462" y="4488"/>
                    <a:pt x="12019" y="4490"/>
                  </a:cubicBezTo>
                  <a:lnTo>
                    <a:pt x="1762" y="4490"/>
                  </a:lnTo>
                  <a:cubicBezTo>
                    <a:pt x="1320" y="4488"/>
                    <a:pt x="961" y="4129"/>
                    <a:pt x="961" y="3687"/>
                  </a:cubicBezTo>
                  <a:lnTo>
                    <a:pt x="963" y="1764"/>
                  </a:lnTo>
                  <a:cubicBezTo>
                    <a:pt x="963" y="1322"/>
                    <a:pt x="1321" y="963"/>
                    <a:pt x="1764" y="963"/>
                  </a:cubicBezTo>
                  <a:close/>
                  <a:moveTo>
                    <a:pt x="1762" y="1"/>
                  </a:moveTo>
                  <a:cubicBezTo>
                    <a:pt x="790" y="2"/>
                    <a:pt x="0" y="792"/>
                    <a:pt x="0" y="1764"/>
                  </a:cubicBezTo>
                  <a:lnTo>
                    <a:pt x="0" y="3687"/>
                  </a:lnTo>
                  <a:cubicBezTo>
                    <a:pt x="0" y="4661"/>
                    <a:pt x="790" y="5449"/>
                    <a:pt x="1762" y="5450"/>
                  </a:cubicBezTo>
                  <a:lnTo>
                    <a:pt x="12019" y="5450"/>
                  </a:lnTo>
                  <a:cubicBezTo>
                    <a:pt x="12992" y="5449"/>
                    <a:pt x="13781" y="4661"/>
                    <a:pt x="13783" y="3687"/>
                  </a:cubicBezTo>
                  <a:lnTo>
                    <a:pt x="13783" y="1764"/>
                  </a:lnTo>
                  <a:cubicBezTo>
                    <a:pt x="13781" y="792"/>
                    <a:pt x="12992" y="2"/>
                    <a:pt x="120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7" name="Google Shape;20097;p93"/>
            <p:cNvSpPr/>
            <p:nvPr/>
          </p:nvSpPr>
          <p:spPr>
            <a:xfrm>
              <a:off x="5954400" y="4305700"/>
              <a:ext cx="34575" cy="56125"/>
            </a:xfrm>
            <a:custGeom>
              <a:rect b="b" l="l" r="r" t="t"/>
              <a:pathLst>
                <a:path extrusionOk="0" h="2245" w="1383">
                  <a:moveTo>
                    <a:pt x="532" y="1"/>
                  </a:moveTo>
                  <a:cubicBezTo>
                    <a:pt x="493" y="1"/>
                    <a:pt x="454" y="6"/>
                    <a:pt x="415" y="15"/>
                  </a:cubicBezTo>
                  <a:cubicBezTo>
                    <a:pt x="157" y="80"/>
                    <a:pt x="0" y="341"/>
                    <a:pt x="65" y="598"/>
                  </a:cubicBezTo>
                  <a:lnTo>
                    <a:pt x="386" y="1880"/>
                  </a:lnTo>
                  <a:cubicBezTo>
                    <a:pt x="439" y="2098"/>
                    <a:pt x="636" y="2244"/>
                    <a:pt x="851" y="2244"/>
                  </a:cubicBezTo>
                  <a:cubicBezTo>
                    <a:pt x="890" y="2244"/>
                    <a:pt x="929" y="2240"/>
                    <a:pt x="968" y="2230"/>
                  </a:cubicBezTo>
                  <a:cubicBezTo>
                    <a:pt x="1226" y="2165"/>
                    <a:pt x="1383" y="1905"/>
                    <a:pt x="1318" y="1647"/>
                  </a:cubicBezTo>
                  <a:lnTo>
                    <a:pt x="998" y="365"/>
                  </a:lnTo>
                  <a:cubicBezTo>
                    <a:pt x="943" y="147"/>
                    <a:pt x="747" y="1"/>
                    <a:pt x="5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8" name="Google Shape;20098;p93"/>
            <p:cNvSpPr/>
            <p:nvPr/>
          </p:nvSpPr>
          <p:spPr>
            <a:xfrm>
              <a:off x="5728325" y="4305675"/>
              <a:ext cx="34650" cy="56250"/>
            </a:xfrm>
            <a:custGeom>
              <a:rect b="b" l="l" r="r" t="t"/>
              <a:pathLst>
                <a:path extrusionOk="0" h="2250" w="1386">
                  <a:moveTo>
                    <a:pt x="854" y="1"/>
                  </a:moveTo>
                  <a:cubicBezTo>
                    <a:pt x="639" y="1"/>
                    <a:pt x="443" y="146"/>
                    <a:pt x="388" y="365"/>
                  </a:cubicBezTo>
                  <a:lnTo>
                    <a:pt x="69" y="1646"/>
                  </a:lnTo>
                  <a:cubicBezTo>
                    <a:pt x="0" y="1906"/>
                    <a:pt x="157" y="2171"/>
                    <a:pt x="418" y="2235"/>
                  </a:cubicBezTo>
                  <a:cubicBezTo>
                    <a:pt x="457" y="2245"/>
                    <a:pt x="495" y="2249"/>
                    <a:pt x="534" y="2249"/>
                  </a:cubicBezTo>
                  <a:cubicBezTo>
                    <a:pt x="751" y="2249"/>
                    <a:pt x="948" y="2101"/>
                    <a:pt x="1002" y="1879"/>
                  </a:cubicBezTo>
                  <a:lnTo>
                    <a:pt x="1321" y="598"/>
                  </a:lnTo>
                  <a:cubicBezTo>
                    <a:pt x="1386" y="340"/>
                    <a:pt x="1229" y="79"/>
                    <a:pt x="971" y="15"/>
                  </a:cubicBezTo>
                  <a:cubicBezTo>
                    <a:pt x="932" y="5"/>
                    <a:pt x="893" y="1"/>
                    <a:pt x="8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9" name="Google Shape;20099;p93"/>
            <p:cNvSpPr/>
            <p:nvPr/>
          </p:nvSpPr>
          <p:spPr>
            <a:xfrm>
              <a:off x="5846550" y="4305450"/>
              <a:ext cx="24275" cy="56600"/>
            </a:xfrm>
            <a:custGeom>
              <a:rect b="b" l="l" r="r" t="t"/>
              <a:pathLst>
                <a:path extrusionOk="0" h="2264" w="971">
                  <a:moveTo>
                    <a:pt x="486" y="1"/>
                  </a:moveTo>
                  <a:cubicBezTo>
                    <a:pt x="217" y="1"/>
                    <a:pt x="0" y="222"/>
                    <a:pt x="4" y="491"/>
                  </a:cubicBezTo>
                  <a:lnTo>
                    <a:pt x="4" y="1773"/>
                  </a:lnTo>
                  <a:cubicBezTo>
                    <a:pt x="0" y="2042"/>
                    <a:pt x="217" y="2263"/>
                    <a:pt x="486" y="2263"/>
                  </a:cubicBezTo>
                  <a:cubicBezTo>
                    <a:pt x="754" y="2263"/>
                    <a:pt x="971" y="2042"/>
                    <a:pt x="967" y="1773"/>
                  </a:cubicBezTo>
                  <a:lnTo>
                    <a:pt x="967" y="491"/>
                  </a:lnTo>
                  <a:cubicBezTo>
                    <a:pt x="971" y="222"/>
                    <a:pt x="754" y="1"/>
                    <a:pt x="4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00" name="Google Shape;20100;p93"/>
          <p:cNvGrpSpPr/>
          <p:nvPr/>
        </p:nvGrpSpPr>
        <p:grpSpPr>
          <a:xfrm>
            <a:off x="7052898" y="3994778"/>
            <a:ext cx="354827" cy="354849"/>
            <a:chOff x="6208625" y="4147250"/>
            <a:chExt cx="410300" cy="410325"/>
          </a:xfrm>
        </p:grpSpPr>
        <p:sp>
          <p:nvSpPr>
            <p:cNvPr id="20101" name="Google Shape;20101;p93"/>
            <p:cNvSpPr/>
            <p:nvPr/>
          </p:nvSpPr>
          <p:spPr>
            <a:xfrm>
              <a:off x="6337650" y="4389250"/>
              <a:ext cx="152250" cy="168325"/>
            </a:xfrm>
            <a:custGeom>
              <a:rect b="b" l="l" r="r" t="t"/>
              <a:pathLst>
                <a:path extrusionOk="0" h="6733" w="6090">
                  <a:moveTo>
                    <a:pt x="3046" y="964"/>
                  </a:moveTo>
                  <a:cubicBezTo>
                    <a:pt x="3295" y="964"/>
                    <a:pt x="3541" y="1062"/>
                    <a:pt x="3725" y="1246"/>
                  </a:cubicBezTo>
                  <a:cubicBezTo>
                    <a:pt x="4000" y="1521"/>
                    <a:pt x="4082" y="1934"/>
                    <a:pt x="3934" y="2294"/>
                  </a:cubicBezTo>
                  <a:cubicBezTo>
                    <a:pt x="3785" y="2653"/>
                    <a:pt x="3433" y="2887"/>
                    <a:pt x="3045" y="2887"/>
                  </a:cubicBezTo>
                  <a:cubicBezTo>
                    <a:pt x="2513" y="2886"/>
                    <a:pt x="2084" y="2457"/>
                    <a:pt x="2083" y="1925"/>
                  </a:cubicBezTo>
                  <a:cubicBezTo>
                    <a:pt x="2083" y="1537"/>
                    <a:pt x="2317" y="1185"/>
                    <a:pt x="2677" y="1038"/>
                  </a:cubicBezTo>
                  <a:cubicBezTo>
                    <a:pt x="2797" y="988"/>
                    <a:pt x="2922" y="964"/>
                    <a:pt x="3046" y="964"/>
                  </a:cubicBezTo>
                  <a:close/>
                  <a:moveTo>
                    <a:pt x="3045" y="3843"/>
                  </a:moveTo>
                  <a:cubicBezTo>
                    <a:pt x="4135" y="3843"/>
                    <a:pt x="5040" y="4684"/>
                    <a:pt x="5122" y="5772"/>
                  </a:cubicBezTo>
                  <a:lnTo>
                    <a:pt x="967" y="5772"/>
                  </a:lnTo>
                  <a:cubicBezTo>
                    <a:pt x="1049" y="4684"/>
                    <a:pt x="1954" y="3843"/>
                    <a:pt x="3045" y="3843"/>
                  </a:cubicBezTo>
                  <a:close/>
                  <a:moveTo>
                    <a:pt x="3045" y="1"/>
                  </a:moveTo>
                  <a:cubicBezTo>
                    <a:pt x="2279" y="1"/>
                    <a:pt x="1588" y="453"/>
                    <a:pt x="1282" y="1155"/>
                  </a:cubicBezTo>
                  <a:cubicBezTo>
                    <a:pt x="976" y="1856"/>
                    <a:pt x="1115" y="2672"/>
                    <a:pt x="1636" y="3233"/>
                  </a:cubicBezTo>
                  <a:cubicBezTo>
                    <a:pt x="632" y="3759"/>
                    <a:pt x="0" y="4798"/>
                    <a:pt x="0" y="5932"/>
                  </a:cubicBezTo>
                  <a:lnTo>
                    <a:pt x="0" y="6252"/>
                  </a:lnTo>
                  <a:cubicBezTo>
                    <a:pt x="0" y="6518"/>
                    <a:pt x="216" y="6733"/>
                    <a:pt x="481" y="6733"/>
                  </a:cubicBezTo>
                  <a:lnTo>
                    <a:pt x="5609" y="6733"/>
                  </a:lnTo>
                  <a:cubicBezTo>
                    <a:pt x="5874" y="6733"/>
                    <a:pt x="6090" y="6518"/>
                    <a:pt x="6090" y="6252"/>
                  </a:cubicBezTo>
                  <a:lnTo>
                    <a:pt x="6090" y="5932"/>
                  </a:lnTo>
                  <a:cubicBezTo>
                    <a:pt x="6088" y="4798"/>
                    <a:pt x="5458" y="3759"/>
                    <a:pt x="4454" y="3233"/>
                  </a:cubicBezTo>
                  <a:cubicBezTo>
                    <a:pt x="4974" y="2672"/>
                    <a:pt x="5114" y="1856"/>
                    <a:pt x="4808" y="1155"/>
                  </a:cubicBezTo>
                  <a:cubicBezTo>
                    <a:pt x="4502" y="453"/>
                    <a:pt x="3809" y="1"/>
                    <a:pt x="30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2" name="Google Shape;20102;p93"/>
            <p:cNvSpPr/>
            <p:nvPr/>
          </p:nvSpPr>
          <p:spPr>
            <a:xfrm>
              <a:off x="6466625" y="4147250"/>
              <a:ext cx="152300" cy="168375"/>
            </a:xfrm>
            <a:custGeom>
              <a:rect b="b" l="l" r="r" t="t"/>
              <a:pathLst>
                <a:path extrusionOk="0" h="6735" w="6092">
                  <a:moveTo>
                    <a:pt x="3047" y="964"/>
                  </a:moveTo>
                  <a:cubicBezTo>
                    <a:pt x="3297" y="964"/>
                    <a:pt x="3542" y="1061"/>
                    <a:pt x="3726" y="1245"/>
                  </a:cubicBezTo>
                  <a:cubicBezTo>
                    <a:pt x="4002" y="1521"/>
                    <a:pt x="4084" y="1934"/>
                    <a:pt x="3934" y="2294"/>
                  </a:cubicBezTo>
                  <a:cubicBezTo>
                    <a:pt x="3786" y="2653"/>
                    <a:pt x="3435" y="2887"/>
                    <a:pt x="3047" y="2887"/>
                  </a:cubicBezTo>
                  <a:cubicBezTo>
                    <a:pt x="2515" y="2887"/>
                    <a:pt x="2085" y="2457"/>
                    <a:pt x="2085" y="1926"/>
                  </a:cubicBezTo>
                  <a:cubicBezTo>
                    <a:pt x="2085" y="1537"/>
                    <a:pt x="2319" y="1185"/>
                    <a:pt x="2678" y="1037"/>
                  </a:cubicBezTo>
                  <a:cubicBezTo>
                    <a:pt x="2797" y="988"/>
                    <a:pt x="2923" y="964"/>
                    <a:pt x="3047" y="964"/>
                  </a:cubicBezTo>
                  <a:close/>
                  <a:moveTo>
                    <a:pt x="3045" y="3845"/>
                  </a:moveTo>
                  <a:cubicBezTo>
                    <a:pt x="4136" y="3845"/>
                    <a:pt x="5041" y="4685"/>
                    <a:pt x="5123" y="5772"/>
                  </a:cubicBezTo>
                  <a:lnTo>
                    <a:pt x="969" y="5772"/>
                  </a:lnTo>
                  <a:cubicBezTo>
                    <a:pt x="1049" y="4685"/>
                    <a:pt x="1956" y="3845"/>
                    <a:pt x="3045" y="3845"/>
                  </a:cubicBezTo>
                  <a:close/>
                  <a:moveTo>
                    <a:pt x="3047" y="1"/>
                  </a:moveTo>
                  <a:cubicBezTo>
                    <a:pt x="2281" y="1"/>
                    <a:pt x="1588" y="455"/>
                    <a:pt x="1284" y="1156"/>
                  </a:cubicBezTo>
                  <a:cubicBezTo>
                    <a:pt x="978" y="1858"/>
                    <a:pt x="1117" y="2673"/>
                    <a:pt x="1638" y="3233"/>
                  </a:cubicBezTo>
                  <a:cubicBezTo>
                    <a:pt x="633" y="3758"/>
                    <a:pt x="2" y="4798"/>
                    <a:pt x="1" y="5932"/>
                  </a:cubicBezTo>
                  <a:lnTo>
                    <a:pt x="1" y="6252"/>
                  </a:lnTo>
                  <a:cubicBezTo>
                    <a:pt x="1" y="6517"/>
                    <a:pt x="216" y="6734"/>
                    <a:pt x="483" y="6734"/>
                  </a:cubicBezTo>
                  <a:lnTo>
                    <a:pt x="5611" y="6734"/>
                  </a:lnTo>
                  <a:cubicBezTo>
                    <a:pt x="5876" y="6734"/>
                    <a:pt x="6091" y="6517"/>
                    <a:pt x="6091" y="6252"/>
                  </a:cubicBezTo>
                  <a:lnTo>
                    <a:pt x="6091" y="5933"/>
                  </a:lnTo>
                  <a:cubicBezTo>
                    <a:pt x="6090" y="4798"/>
                    <a:pt x="5460" y="3758"/>
                    <a:pt x="4454" y="3234"/>
                  </a:cubicBezTo>
                  <a:lnTo>
                    <a:pt x="4454" y="3233"/>
                  </a:lnTo>
                  <a:cubicBezTo>
                    <a:pt x="4976" y="2673"/>
                    <a:pt x="5115" y="1858"/>
                    <a:pt x="4810" y="1156"/>
                  </a:cubicBezTo>
                  <a:cubicBezTo>
                    <a:pt x="4504" y="455"/>
                    <a:pt x="3811" y="1"/>
                    <a:pt x="30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3" name="Google Shape;20103;p93"/>
            <p:cNvSpPr/>
            <p:nvPr/>
          </p:nvSpPr>
          <p:spPr>
            <a:xfrm>
              <a:off x="6208625" y="4147250"/>
              <a:ext cx="152300" cy="168375"/>
            </a:xfrm>
            <a:custGeom>
              <a:rect b="b" l="l" r="r" t="t"/>
              <a:pathLst>
                <a:path extrusionOk="0" h="6735" w="6092">
                  <a:moveTo>
                    <a:pt x="3046" y="964"/>
                  </a:moveTo>
                  <a:cubicBezTo>
                    <a:pt x="3296" y="964"/>
                    <a:pt x="3542" y="1061"/>
                    <a:pt x="3725" y="1245"/>
                  </a:cubicBezTo>
                  <a:cubicBezTo>
                    <a:pt x="4000" y="1521"/>
                    <a:pt x="4082" y="1934"/>
                    <a:pt x="3934" y="2294"/>
                  </a:cubicBezTo>
                  <a:cubicBezTo>
                    <a:pt x="3785" y="2653"/>
                    <a:pt x="3435" y="2887"/>
                    <a:pt x="3045" y="2887"/>
                  </a:cubicBezTo>
                  <a:cubicBezTo>
                    <a:pt x="2515" y="2887"/>
                    <a:pt x="2085" y="2457"/>
                    <a:pt x="2083" y="1926"/>
                  </a:cubicBezTo>
                  <a:cubicBezTo>
                    <a:pt x="2083" y="1537"/>
                    <a:pt x="2317" y="1185"/>
                    <a:pt x="2678" y="1037"/>
                  </a:cubicBezTo>
                  <a:cubicBezTo>
                    <a:pt x="2797" y="988"/>
                    <a:pt x="2922" y="964"/>
                    <a:pt x="3046" y="964"/>
                  </a:cubicBezTo>
                  <a:close/>
                  <a:moveTo>
                    <a:pt x="3045" y="3845"/>
                  </a:moveTo>
                  <a:cubicBezTo>
                    <a:pt x="4135" y="3845"/>
                    <a:pt x="5041" y="4685"/>
                    <a:pt x="5122" y="5772"/>
                  </a:cubicBezTo>
                  <a:lnTo>
                    <a:pt x="967" y="5772"/>
                  </a:lnTo>
                  <a:cubicBezTo>
                    <a:pt x="1049" y="4685"/>
                    <a:pt x="1954" y="3845"/>
                    <a:pt x="3045" y="3845"/>
                  </a:cubicBezTo>
                  <a:close/>
                  <a:moveTo>
                    <a:pt x="3045" y="1"/>
                  </a:moveTo>
                  <a:cubicBezTo>
                    <a:pt x="2281" y="1"/>
                    <a:pt x="1588" y="455"/>
                    <a:pt x="1282" y="1156"/>
                  </a:cubicBezTo>
                  <a:cubicBezTo>
                    <a:pt x="976" y="1858"/>
                    <a:pt x="1117" y="2673"/>
                    <a:pt x="1636" y="3234"/>
                  </a:cubicBezTo>
                  <a:cubicBezTo>
                    <a:pt x="632" y="3758"/>
                    <a:pt x="1" y="4798"/>
                    <a:pt x="1" y="5933"/>
                  </a:cubicBezTo>
                  <a:lnTo>
                    <a:pt x="1" y="6252"/>
                  </a:lnTo>
                  <a:cubicBezTo>
                    <a:pt x="1" y="6519"/>
                    <a:pt x="216" y="6734"/>
                    <a:pt x="481" y="6734"/>
                  </a:cubicBezTo>
                  <a:lnTo>
                    <a:pt x="5611" y="6734"/>
                  </a:lnTo>
                  <a:cubicBezTo>
                    <a:pt x="5876" y="6734"/>
                    <a:pt x="6091" y="6519"/>
                    <a:pt x="6091" y="6252"/>
                  </a:cubicBezTo>
                  <a:lnTo>
                    <a:pt x="6090" y="6252"/>
                  </a:lnTo>
                  <a:lnTo>
                    <a:pt x="6090" y="5933"/>
                  </a:lnTo>
                  <a:cubicBezTo>
                    <a:pt x="6090" y="4798"/>
                    <a:pt x="5459" y="3758"/>
                    <a:pt x="4454" y="3234"/>
                  </a:cubicBezTo>
                  <a:cubicBezTo>
                    <a:pt x="4975" y="2673"/>
                    <a:pt x="5115" y="1858"/>
                    <a:pt x="4808" y="1156"/>
                  </a:cubicBezTo>
                  <a:cubicBezTo>
                    <a:pt x="4502" y="455"/>
                    <a:pt x="3811" y="1"/>
                    <a:pt x="30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4" name="Google Shape;20104;p93"/>
            <p:cNvSpPr/>
            <p:nvPr/>
          </p:nvSpPr>
          <p:spPr>
            <a:xfrm>
              <a:off x="6357425" y="4151350"/>
              <a:ext cx="113625" cy="88225"/>
            </a:xfrm>
            <a:custGeom>
              <a:rect b="b" l="l" r="r" t="t"/>
              <a:pathLst>
                <a:path extrusionOk="0" h="3529" w="4545">
                  <a:moveTo>
                    <a:pt x="2734" y="1"/>
                  </a:moveTo>
                  <a:cubicBezTo>
                    <a:pt x="2611" y="1"/>
                    <a:pt x="2488" y="48"/>
                    <a:pt x="2395" y="141"/>
                  </a:cubicBezTo>
                  <a:cubicBezTo>
                    <a:pt x="2207" y="329"/>
                    <a:pt x="2207" y="633"/>
                    <a:pt x="2395" y="821"/>
                  </a:cubicBezTo>
                  <a:lnTo>
                    <a:pt x="2856" y="1282"/>
                  </a:lnTo>
                  <a:lnTo>
                    <a:pt x="491" y="1282"/>
                  </a:lnTo>
                  <a:cubicBezTo>
                    <a:pt x="488" y="1282"/>
                    <a:pt x="485" y="1282"/>
                    <a:pt x="483" y="1282"/>
                  </a:cubicBezTo>
                  <a:cubicBezTo>
                    <a:pt x="217" y="1282"/>
                    <a:pt x="0" y="1497"/>
                    <a:pt x="0" y="1762"/>
                  </a:cubicBezTo>
                  <a:cubicBezTo>
                    <a:pt x="0" y="2029"/>
                    <a:pt x="217" y="2244"/>
                    <a:pt x="483" y="2244"/>
                  </a:cubicBezTo>
                  <a:cubicBezTo>
                    <a:pt x="485" y="2244"/>
                    <a:pt x="488" y="2244"/>
                    <a:pt x="491" y="2244"/>
                  </a:cubicBezTo>
                  <a:lnTo>
                    <a:pt x="491" y="2243"/>
                  </a:lnTo>
                  <a:lnTo>
                    <a:pt x="2856" y="2243"/>
                  </a:lnTo>
                  <a:lnTo>
                    <a:pt x="2395" y="2704"/>
                  </a:lnTo>
                  <a:cubicBezTo>
                    <a:pt x="2203" y="2892"/>
                    <a:pt x="2201" y="3198"/>
                    <a:pt x="2390" y="3388"/>
                  </a:cubicBezTo>
                  <a:cubicBezTo>
                    <a:pt x="2485" y="3482"/>
                    <a:pt x="2608" y="3529"/>
                    <a:pt x="2731" y="3529"/>
                  </a:cubicBezTo>
                  <a:cubicBezTo>
                    <a:pt x="2856" y="3529"/>
                    <a:pt x="2980" y="3480"/>
                    <a:pt x="3074" y="3384"/>
                  </a:cubicBezTo>
                  <a:lnTo>
                    <a:pt x="4356" y="2102"/>
                  </a:lnTo>
                  <a:cubicBezTo>
                    <a:pt x="4544" y="1915"/>
                    <a:pt x="4544" y="1610"/>
                    <a:pt x="4356" y="1423"/>
                  </a:cubicBezTo>
                  <a:lnTo>
                    <a:pt x="3074" y="141"/>
                  </a:lnTo>
                  <a:cubicBezTo>
                    <a:pt x="2980" y="48"/>
                    <a:pt x="2857" y="1"/>
                    <a:pt x="27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5" name="Google Shape;20105;p93"/>
            <p:cNvSpPr/>
            <p:nvPr/>
          </p:nvSpPr>
          <p:spPr>
            <a:xfrm>
              <a:off x="6250375" y="4345400"/>
              <a:ext cx="87475" cy="86300"/>
            </a:xfrm>
            <a:custGeom>
              <a:rect b="b" l="l" r="r" t="t"/>
              <a:pathLst>
                <a:path extrusionOk="0" h="3452" w="3499">
                  <a:moveTo>
                    <a:pt x="482" y="0"/>
                  </a:moveTo>
                  <a:cubicBezTo>
                    <a:pt x="215" y="0"/>
                    <a:pt x="0" y="216"/>
                    <a:pt x="0" y="481"/>
                  </a:cubicBezTo>
                  <a:lnTo>
                    <a:pt x="0" y="2295"/>
                  </a:lnTo>
                  <a:cubicBezTo>
                    <a:pt x="6" y="2556"/>
                    <a:pt x="220" y="2765"/>
                    <a:pt x="482" y="2765"/>
                  </a:cubicBezTo>
                  <a:cubicBezTo>
                    <a:pt x="744" y="2765"/>
                    <a:pt x="958" y="2556"/>
                    <a:pt x="962" y="2295"/>
                  </a:cubicBezTo>
                  <a:lnTo>
                    <a:pt x="962" y="1642"/>
                  </a:lnTo>
                  <a:lnTo>
                    <a:pt x="2635" y="3314"/>
                  </a:lnTo>
                  <a:cubicBezTo>
                    <a:pt x="2728" y="3406"/>
                    <a:pt x="2849" y="3451"/>
                    <a:pt x="2970" y="3451"/>
                  </a:cubicBezTo>
                  <a:cubicBezTo>
                    <a:pt x="3093" y="3451"/>
                    <a:pt x="3217" y="3404"/>
                    <a:pt x="3311" y="3310"/>
                  </a:cubicBezTo>
                  <a:cubicBezTo>
                    <a:pt x="3497" y="3124"/>
                    <a:pt x="3499" y="2822"/>
                    <a:pt x="3314" y="2635"/>
                  </a:cubicBezTo>
                  <a:lnTo>
                    <a:pt x="1642" y="962"/>
                  </a:lnTo>
                  <a:lnTo>
                    <a:pt x="2295" y="962"/>
                  </a:lnTo>
                  <a:cubicBezTo>
                    <a:pt x="2557" y="957"/>
                    <a:pt x="2766" y="743"/>
                    <a:pt x="2766" y="481"/>
                  </a:cubicBezTo>
                  <a:cubicBezTo>
                    <a:pt x="2766" y="219"/>
                    <a:pt x="2557" y="5"/>
                    <a:pt x="2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6" name="Google Shape;20106;p93"/>
            <p:cNvSpPr/>
            <p:nvPr/>
          </p:nvSpPr>
          <p:spPr>
            <a:xfrm>
              <a:off x="6490750" y="4345400"/>
              <a:ext cx="87575" cy="86400"/>
            </a:xfrm>
            <a:custGeom>
              <a:rect b="b" l="l" r="r" t="t"/>
              <a:pathLst>
                <a:path extrusionOk="0" h="3456" w="3503">
                  <a:moveTo>
                    <a:pt x="2975" y="1"/>
                  </a:moveTo>
                  <a:cubicBezTo>
                    <a:pt x="2852" y="1"/>
                    <a:pt x="2729" y="48"/>
                    <a:pt x="2635" y="142"/>
                  </a:cubicBezTo>
                  <a:lnTo>
                    <a:pt x="2637" y="141"/>
                  </a:lnTo>
                  <a:lnTo>
                    <a:pt x="963" y="1815"/>
                  </a:lnTo>
                  <a:lnTo>
                    <a:pt x="963" y="1162"/>
                  </a:lnTo>
                  <a:cubicBezTo>
                    <a:pt x="959" y="899"/>
                    <a:pt x="745" y="690"/>
                    <a:pt x="483" y="690"/>
                  </a:cubicBezTo>
                  <a:cubicBezTo>
                    <a:pt x="220" y="690"/>
                    <a:pt x="7" y="899"/>
                    <a:pt x="1" y="1162"/>
                  </a:cubicBezTo>
                  <a:lnTo>
                    <a:pt x="1" y="2975"/>
                  </a:lnTo>
                  <a:cubicBezTo>
                    <a:pt x="1" y="3240"/>
                    <a:pt x="216" y="3455"/>
                    <a:pt x="483" y="3455"/>
                  </a:cubicBezTo>
                  <a:lnTo>
                    <a:pt x="2294" y="3455"/>
                  </a:lnTo>
                  <a:cubicBezTo>
                    <a:pt x="2298" y="3455"/>
                    <a:pt x="2301" y="3455"/>
                    <a:pt x="2305" y="3455"/>
                  </a:cubicBezTo>
                  <a:cubicBezTo>
                    <a:pt x="2569" y="3455"/>
                    <a:pt x="2785" y="3241"/>
                    <a:pt x="2785" y="2975"/>
                  </a:cubicBezTo>
                  <a:cubicBezTo>
                    <a:pt x="2785" y="2709"/>
                    <a:pt x="2569" y="2494"/>
                    <a:pt x="2305" y="2494"/>
                  </a:cubicBezTo>
                  <a:cubicBezTo>
                    <a:pt x="2301" y="2494"/>
                    <a:pt x="2298" y="2494"/>
                    <a:pt x="2294" y="2494"/>
                  </a:cubicBezTo>
                  <a:lnTo>
                    <a:pt x="1642" y="2494"/>
                  </a:lnTo>
                  <a:lnTo>
                    <a:pt x="3315" y="822"/>
                  </a:lnTo>
                  <a:cubicBezTo>
                    <a:pt x="3502" y="634"/>
                    <a:pt x="3502" y="330"/>
                    <a:pt x="3315" y="142"/>
                  </a:cubicBezTo>
                  <a:cubicBezTo>
                    <a:pt x="3221" y="48"/>
                    <a:pt x="3098" y="1"/>
                    <a:pt x="2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107" name="Google Shape;20107;p93"/>
          <p:cNvSpPr/>
          <p:nvPr/>
        </p:nvSpPr>
        <p:spPr>
          <a:xfrm>
            <a:off x="7813763" y="3994921"/>
            <a:ext cx="354806" cy="354849"/>
          </a:xfrm>
          <a:custGeom>
            <a:rect b="b" l="l" r="r" t="t"/>
            <a:pathLst>
              <a:path extrusionOk="0" h="16413" w="16411">
                <a:moveTo>
                  <a:pt x="8204" y="963"/>
                </a:moveTo>
                <a:cubicBezTo>
                  <a:pt x="8455" y="963"/>
                  <a:pt x="8701" y="1061"/>
                  <a:pt x="8885" y="1245"/>
                </a:cubicBezTo>
                <a:cubicBezTo>
                  <a:pt x="9160" y="1521"/>
                  <a:pt x="9242" y="1934"/>
                  <a:pt x="9094" y="2292"/>
                </a:cubicBezTo>
                <a:cubicBezTo>
                  <a:pt x="8945" y="2653"/>
                  <a:pt x="8595" y="2887"/>
                  <a:pt x="8206" y="2887"/>
                </a:cubicBezTo>
                <a:cubicBezTo>
                  <a:pt x="7675" y="2885"/>
                  <a:pt x="7245" y="2455"/>
                  <a:pt x="7243" y="1925"/>
                </a:cubicBezTo>
                <a:cubicBezTo>
                  <a:pt x="7243" y="1535"/>
                  <a:pt x="7478" y="1185"/>
                  <a:pt x="7838" y="1036"/>
                </a:cubicBezTo>
                <a:cubicBezTo>
                  <a:pt x="7956" y="987"/>
                  <a:pt x="8081" y="963"/>
                  <a:pt x="8204" y="963"/>
                </a:cubicBezTo>
                <a:close/>
                <a:moveTo>
                  <a:pt x="8206" y="3848"/>
                </a:moveTo>
                <a:cubicBezTo>
                  <a:pt x="9294" y="3849"/>
                  <a:pt x="10197" y="4687"/>
                  <a:pt x="10284" y="5770"/>
                </a:cubicBezTo>
                <a:lnTo>
                  <a:pt x="6127" y="5770"/>
                </a:lnTo>
                <a:cubicBezTo>
                  <a:pt x="6212" y="4687"/>
                  <a:pt x="7117" y="3849"/>
                  <a:pt x="8206" y="3848"/>
                </a:cubicBezTo>
                <a:close/>
                <a:moveTo>
                  <a:pt x="13365" y="10643"/>
                </a:moveTo>
                <a:cubicBezTo>
                  <a:pt x="13616" y="10643"/>
                  <a:pt x="13862" y="10741"/>
                  <a:pt x="14046" y="10924"/>
                </a:cubicBezTo>
                <a:cubicBezTo>
                  <a:pt x="14321" y="11199"/>
                  <a:pt x="14403" y="11614"/>
                  <a:pt x="14254" y="11972"/>
                </a:cubicBezTo>
                <a:cubicBezTo>
                  <a:pt x="14106" y="12331"/>
                  <a:pt x="13754" y="12565"/>
                  <a:pt x="13366" y="12565"/>
                </a:cubicBezTo>
                <a:cubicBezTo>
                  <a:pt x="12835" y="12565"/>
                  <a:pt x="12406" y="12135"/>
                  <a:pt x="12404" y="11605"/>
                </a:cubicBezTo>
                <a:cubicBezTo>
                  <a:pt x="12404" y="11215"/>
                  <a:pt x="12638" y="10865"/>
                  <a:pt x="12997" y="10716"/>
                </a:cubicBezTo>
                <a:cubicBezTo>
                  <a:pt x="13116" y="10666"/>
                  <a:pt x="13241" y="10643"/>
                  <a:pt x="13365" y="10643"/>
                </a:cubicBezTo>
                <a:close/>
                <a:moveTo>
                  <a:pt x="3045" y="10643"/>
                </a:moveTo>
                <a:cubicBezTo>
                  <a:pt x="3576" y="10644"/>
                  <a:pt x="4005" y="11073"/>
                  <a:pt x="4007" y="11605"/>
                </a:cubicBezTo>
                <a:cubicBezTo>
                  <a:pt x="4007" y="11993"/>
                  <a:pt x="3773" y="12344"/>
                  <a:pt x="3414" y="12492"/>
                </a:cubicBezTo>
                <a:cubicBezTo>
                  <a:pt x="3294" y="12542"/>
                  <a:pt x="3169" y="12566"/>
                  <a:pt x="3045" y="12566"/>
                </a:cubicBezTo>
                <a:cubicBezTo>
                  <a:pt x="2795" y="12566"/>
                  <a:pt x="2549" y="12468"/>
                  <a:pt x="2365" y="12284"/>
                </a:cubicBezTo>
                <a:cubicBezTo>
                  <a:pt x="2090" y="12009"/>
                  <a:pt x="2008" y="11596"/>
                  <a:pt x="2157" y="11236"/>
                </a:cubicBezTo>
                <a:cubicBezTo>
                  <a:pt x="2305" y="10877"/>
                  <a:pt x="2657" y="10643"/>
                  <a:pt x="3045" y="10643"/>
                </a:cubicBezTo>
                <a:close/>
                <a:moveTo>
                  <a:pt x="3045" y="13523"/>
                </a:moveTo>
                <a:cubicBezTo>
                  <a:pt x="4134" y="13523"/>
                  <a:pt x="5041" y="14364"/>
                  <a:pt x="5123" y="15450"/>
                </a:cubicBezTo>
                <a:lnTo>
                  <a:pt x="967" y="15450"/>
                </a:lnTo>
                <a:cubicBezTo>
                  <a:pt x="1049" y="14364"/>
                  <a:pt x="1955" y="13523"/>
                  <a:pt x="3045" y="13523"/>
                </a:cubicBezTo>
                <a:close/>
                <a:moveTo>
                  <a:pt x="13365" y="13523"/>
                </a:moveTo>
                <a:cubicBezTo>
                  <a:pt x="14456" y="13523"/>
                  <a:pt x="15361" y="14364"/>
                  <a:pt x="15443" y="15450"/>
                </a:cubicBezTo>
                <a:lnTo>
                  <a:pt x="11288" y="15450"/>
                </a:lnTo>
                <a:cubicBezTo>
                  <a:pt x="11369" y="14364"/>
                  <a:pt x="12275" y="13523"/>
                  <a:pt x="13365" y="13523"/>
                </a:cubicBezTo>
                <a:close/>
                <a:moveTo>
                  <a:pt x="8206" y="0"/>
                </a:moveTo>
                <a:cubicBezTo>
                  <a:pt x="7441" y="0"/>
                  <a:pt x="6748" y="454"/>
                  <a:pt x="6442" y="1154"/>
                </a:cubicBezTo>
                <a:cubicBezTo>
                  <a:pt x="6136" y="1856"/>
                  <a:pt x="6275" y="2673"/>
                  <a:pt x="6797" y="3232"/>
                </a:cubicBezTo>
                <a:cubicBezTo>
                  <a:pt x="5792" y="3758"/>
                  <a:pt x="5161" y="4798"/>
                  <a:pt x="5161" y="5931"/>
                </a:cubicBezTo>
                <a:lnTo>
                  <a:pt x="5161" y="6252"/>
                </a:lnTo>
                <a:cubicBezTo>
                  <a:pt x="5161" y="6517"/>
                  <a:pt x="5376" y="6733"/>
                  <a:pt x="5641" y="6733"/>
                </a:cubicBezTo>
                <a:lnTo>
                  <a:pt x="7725" y="6733"/>
                </a:lnTo>
                <a:lnTo>
                  <a:pt x="7725" y="7758"/>
                </a:lnTo>
                <a:lnTo>
                  <a:pt x="3046" y="7758"/>
                </a:lnTo>
                <a:cubicBezTo>
                  <a:pt x="2780" y="7758"/>
                  <a:pt x="2564" y="7973"/>
                  <a:pt x="2564" y="8239"/>
                </a:cubicBezTo>
                <a:lnTo>
                  <a:pt x="2564" y="9742"/>
                </a:lnTo>
                <a:cubicBezTo>
                  <a:pt x="1908" y="9912"/>
                  <a:pt x="1390" y="10414"/>
                  <a:pt x="1200" y="11064"/>
                </a:cubicBezTo>
                <a:cubicBezTo>
                  <a:pt x="1009" y="11713"/>
                  <a:pt x="1176" y="12416"/>
                  <a:pt x="1637" y="12913"/>
                </a:cubicBezTo>
                <a:cubicBezTo>
                  <a:pt x="631" y="13437"/>
                  <a:pt x="2" y="14477"/>
                  <a:pt x="0" y="15612"/>
                </a:cubicBezTo>
                <a:lnTo>
                  <a:pt x="0" y="15932"/>
                </a:lnTo>
                <a:cubicBezTo>
                  <a:pt x="0" y="16197"/>
                  <a:pt x="215" y="16413"/>
                  <a:pt x="482" y="16413"/>
                </a:cubicBezTo>
                <a:lnTo>
                  <a:pt x="5609" y="16413"/>
                </a:lnTo>
                <a:cubicBezTo>
                  <a:pt x="5876" y="16413"/>
                  <a:pt x="6091" y="16197"/>
                  <a:pt x="6091" y="15932"/>
                </a:cubicBezTo>
                <a:lnTo>
                  <a:pt x="6091" y="15612"/>
                </a:lnTo>
                <a:cubicBezTo>
                  <a:pt x="6089" y="14477"/>
                  <a:pt x="5460" y="13437"/>
                  <a:pt x="4454" y="12913"/>
                </a:cubicBezTo>
                <a:cubicBezTo>
                  <a:pt x="4915" y="12416"/>
                  <a:pt x="5082" y="11713"/>
                  <a:pt x="4891" y="11063"/>
                </a:cubicBezTo>
                <a:cubicBezTo>
                  <a:pt x="4701" y="10414"/>
                  <a:pt x="4183" y="9912"/>
                  <a:pt x="3527" y="9742"/>
                </a:cubicBezTo>
                <a:lnTo>
                  <a:pt x="3527" y="8720"/>
                </a:lnTo>
                <a:lnTo>
                  <a:pt x="12886" y="8720"/>
                </a:lnTo>
                <a:lnTo>
                  <a:pt x="12886" y="9742"/>
                </a:lnTo>
                <a:cubicBezTo>
                  <a:pt x="12230" y="9912"/>
                  <a:pt x="11711" y="10414"/>
                  <a:pt x="11521" y="11063"/>
                </a:cubicBezTo>
                <a:cubicBezTo>
                  <a:pt x="11331" y="11713"/>
                  <a:pt x="11496" y="12416"/>
                  <a:pt x="11957" y="12913"/>
                </a:cubicBezTo>
                <a:cubicBezTo>
                  <a:pt x="10953" y="13437"/>
                  <a:pt x="10322" y="14477"/>
                  <a:pt x="10322" y="15612"/>
                </a:cubicBezTo>
                <a:lnTo>
                  <a:pt x="10322" y="15932"/>
                </a:lnTo>
                <a:cubicBezTo>
                  <a:pt x="10322" y="16197"/>
                  <a:pt x="10537" y="16413"/>
                  <a:pt x="10802" y="16413"/>
                </a:cubicBezTo>
                <a:lnTo>
                  <a:pt x="15931" y="16413"/>
                </a:lnTo>
                <a:cubicBezTo>
                  <a:pt x="16196" y="16413"/>
                  <a:pt x="16411" y="16197"/>
                  <a:pt x="16411" y="15932"/>
                </a:cubicBezTo>
                <a:lnTo>
                  <a:pt x="16411" y="15612"/>
                </a:lnTo>
                <a:cubicBezTo>
                  <a:pt x="16411" y="14477"/>
                  <a:pt x="15780" y="13437"/>
                  <a:pt x="14775" y="12913"/>
                </a:cubicBezTo>
                <a:cubicBezTo>
                  <a:pt x="15235" y="12416"/>
                  <a:pt x="15402" y="11713"/>
                  <a:pt x="15212" y="11064"/>
                </a:cubicBezTo>
                <a:cubicBezTo>
                  <a:pt x="15021" y="10414"/>
                  <a:pt x="14503" y="9912"/>
                  <a:pt x="13847" y="9742"/>
                </a:cubicBezTo>
                <a:lnTo>
                  <a:pt x="13847" y="8239"/>
                </a:lnTo>
                <a:cubicBezTo>
                  <a:pt x="13847" y="7973"/>
                  <a:pt x="13631" y="7758"/>
                  <a:pt x="13366" y="7758"/>
                </a:cubicBezTo>
                <a:lnTo>
                  <a:pt x="8686" y="7758"/>
                </a:lnTo>
                <a:lnTo>
                  <a:pt x="8686" y="6733"/>
                </a:lnTo>
                <a:lnTo>
                  <a:pt x="10770" y="6733"/>
                </a:lnTo>
                <a:cubicBezTo>
                  <a:pt x="11035" y="6733"/>
                  <a:pt x="11250" y="6517"/>
                  <a:pt x="11250" y="6252"/>
                </a:cubicBezTo>
                <a:lnTo>
                  <a:pt x="11250" y="5931"/>
                </a:lnTo>
                <a:cubicBezTo>
                  <a:pt x="11250" y="4798"/>
                  <a:pt x="10619" y="3758"/>
                  <a:pt x="9614" y="3232"/>
                </a:cubicBezTo>
                <a:cubicBezTo>
                  <a:pt x="10136" y="2673"/>
                  <a:pt x="10275" y="1856"/>
                  <a:pt x="9969" y="1154"/>
                </a:cubicBezTo>
                <a:cubicBezTo>
                  <a:pt x="9663" y="454"/>
                  <a:pt x="8970" y="0"/>
                  <a:pt x="8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108" name="Google Shape;20108;p93"/>
          <p:cNvGrpSpPr/>
          <p:nvPr/>
        </p:nvGrpSpPr>
        <p:grpSpPr>
          <a:xfrm>
            <a:off x="1015260" y="1765577"/>
            <a:ext cx="354827" cy="354957"/>
            <a:chOff x="7398250" y="4162700"/>
            <a:chExt cx="410300" cy="410450"/>
          </a:xfrm>
        </p:grpSpPr>
        <p:sp>
          <p:nvSpPr>
            <p:cNvPr id="20109" name="Google Shape;20109;p93"/>
            <p:cNvSpPr/>
            <p:nvPr/>
          </p:nvSpPr>
          <p:spPr>
            <a:xfrm>
              <a:off x="7398250" y="4162700"/>
              <a:ext cx="410300" cy="410450"/>
            </a:xfrm>
            <a:custGeom>
              <a:rect b="b" l="l" r="r" t="t"/>
              <a:pathLst>
                <a:path extrusionOk="0" h="16418" w="16412">
                  <a:moveTo>
                    <a:pt x="4552" y="966"/>
                  </a:moveTo>
                  <a:cubicBezTo>
                    <a:pt x="4876" y="966"/>
                    <a:pt x="5169" y="1161"/>
                    <a:pt x="5292" y="1461"/>
                  </a:cubicBezTo>
                  <a:cubicBezTo>
                    <a:pt x="5416" y="1759"/>
                    <a:pt x="5347" y="2105"/>
                    <a:pt x="5119" y="2334"/>
                  </a:cubicBezTo>
                  <a:cubicBezTo>
                    <a:pt x="4965" y="2487"/>
                    <a:pt x="4760" y="2569"/>
                    <a:pt x="4552" y="2569"/>
                  </a:cubicBezTo>
                  <a:cubicBezTo>
                    <a:pt x="4448" y="2569"/>
                    <a:pt x="4344" y="2549"/>
                    <a:pt x="4245" y="2508"/>
                  </a:cubicBezTo>
                  <a:cubicBezTo>
                    <a:pt x="3946" y="2383"/>
                    <a:pt x="3750" y="2090"/>
                    <a:pt x="3750" y="1767"/>
                  </a:cubicBezTo>
                  <a:cubicBezTo>
                    <a:pt x="3751" y="1325"/>
                    <a:pt x="4110" y="966"/>
                    <a:pt x="4552" y="966"/>
                  </a:cubicBezTo>
                  <a:close/>
                  <a:moveTo>
                    <a:pt x="11860" y="966"/>
                  </a:moveTo>
                  <a:cubicBezTo>
                    <a:pt x="12184" y="966"/>
                    <a:pt x="12476" y="1161"/>
                    <a:pt x="12599" y="1461"/>
                  </a:cubicBezTo>
                  <a:cubicBezTo>
                    <a:pt x="12724" y="1759"/>
                    <a:pt x="12655" y="2105"/>
                    <a:pt x="12427" y="2334"/>
                  </a:cubicBezTo>
                  <a:cubicBezTo>
                    <a:pt x="12273" y="2487"/>
                    <a:pt x="12068" y="2569"/>
                    <a:pt x="11859" y="2569"/>
                  </a:cubicBezTo>
                  <a:cubicBezTo>
                    <a:pt x="11756" y="2569"/>
                    <a:pt x="11652" y="2549"/>
                    <a:pt x="11552" y="2508"/>
                  </a:cubicBezTo>
                  <a:cubicBezTo>
                    <a:pt x="11254" y="2383"/>
                    <a:pt x="11059" y="2090"/>
                    <a:pt x="11059" y="1767"/>
                  </a:cubicBezTo>
                  <a:cubicBezTo>
                    <a:pt x="11059" y="1325"/>
                    <a:pt x="11418" y="966"/>
                    <a:pt x="11860" y="966"/>
                  </a:cubicBezTo>
                  <a:close/>
                  <a:moveTo>
                    <a:pt x="5842" y="2966"/>
                  </a:moveTo>
                  <a:cubicBezTo>
                    <a:pt x="5907" y="3016"/>
                    <a:pt x="5968" y="3070"/>
                    <a:pt x="6025" y="3129"/>
                  </a:cubicBezTo>
                  <a:cubicBezTo>
                    <a:pt x="6320" y="3420"/>
                    <a:pt x="6519" y="3795"/>
                    <a:pt x="6597" y="4204"/>
                  </a:cubicBezTo>
                  <a:lnTo>
                    <a:pt x="2506" y="4204"/>
                  </a:lnTo>
                  <a:cubicBezTo>
                    <a:pt x="2585" y="3795"/>
                    <a:pt x="2785" y="3420"/>
                    <a:pt x="3079" y="3129"/>
                  </a:cubicBezTo>
                  <a:cubicBezTo>
                    <a:pt x="3136" y="3070"/>
                    <a:pt x="3198" y="3016"/>
                    <a:pt x="3262" y="2966"/>
                  </a:cubicBezTo>
                  <a:cubicBezTo>
                    <a:pt x="3610" y="3342"/>
                    <a:pt x="4081" y="3530"/>
                    <a:pt x="4552" y="3530"/>
                  </a:cubicBezTo>
                  <a:cubicBezTo>
                    <a:pt x="5023" y="3530"/>
                    <a:pt x="5495" y="3342"/>
                    <a:pt x="5842" y="2966"/>
                  </a:cubicBezTo>
                  <a:close/>
                  <a:moveTo>
                    <a:pt x="13150" y="2966"/>
                  </a:moveTo>
                  <a:cubicBezTo>
                    <a:pt x="13214" y="3016"/>
                    <a:pt x="13276" y="3070"/>
                    <a:pt x="13333" y="3129"/>
                  </a:cubicBezTo>
                  <a:cubicBezTo>
                    <a:pt x="13627" y="3420"/>
                    <a:pt x="13827" y="3795"/>
                    <a:pt x="13906" y="4204"/>
                  </a:cubicBezTo>
                  <a:lnTo>
                    <a:pt x="9815" y="4204"/>
                  </a:lnTo>
                  <a:cubicBezTo>
                    <a:pt x="9893" y="3795"/>
                    <a:pt x="10092" y="3420"/>
                    <a:pt x="10387" y="3129"/>
                  </a:cubicBezTo>
                  <a:cubicBezTo>
                    <a:pt x="10444" y="3070"/>
                    <a:pt x="10505" y="3016"/>
                    <a:pt x="10570" y="2966"/>
                  </a:cubicBezTo>
                  <a:cubicBezTo>
                    <a:pt x="10917" y="3342"/>
                    <a:pt x="11389" y="3530"/>
                    <a:pt x="11860" y="3530"/>
                  </a:cubicBezTo>
                  <a:cubicBezTo>
                    <a:pt x="12331" y="3530"/>
                    <a:pt x="12802" y="3342"/>
                    <a:pt x="13150" y="2966"/>
                  </a:cubicBezTo>
                  <a:close/>
                  <a:moveTo>
                    <a:pt x="15449" y="5164"/>
                  </a:moveTo>
                  <a:lnTo>
                    <a:pt x="15449" y="11255"/>
                  </a:lnTo>
                  <a:lnTo>
                    <a:pt x="961" y="11255"/>
                  </a:lnTo>
                  <a:lnTo>
                    <a:pt x="961" y="5164"/>
                  </a:lnTo>
                  <a:close/>
                  <a:moveTo>
                    <a:pt x="6595" y="12216"/>
                  </a:moveTo>
                  <a:cubicBezTo>
                    <a:pt x="6517" y="12624"/>
                    <a:pt x="6318" y="12998"/>
                    <a:pt x="6024" y="13291"/>
                  </a:cubicBezTo>
                  <a:lnTo>
                    <a:pt x="6025" y="13291"/>
                  </a:lnTo>
                  <a:cubicBezTo>
                    <a:pt x="5967" y="13348"/>
                    <a:pt x="5905" y="13402"/>
                    <a:pt x="5842" y="13453"/>
                  </a:cubicBezTo>
                  <a:cubicBezTo>
                    <a:pt x="5494" y="13078"/>
                    <a:pt x="5023" y="12890"/>
                    <a:pt x="4551" y="12890"/>
                  </a:cubicBezTo>
                  <a:cubicBezTo>
                    <a:pt x="4080" y="12890"/>
                    <a:pt x="3609" y="13078"/>
                    <a:pt x="3261" y="13453"/>
                  </a:cubicBezTo>
                  <a:cubicBezTo>
                    <a:pt x="3196" y="13402"/>
                    <a:pt x="3136" y="13348"/>
                    <a:pt x="3077" y="13291"/>
                  </a:cubicBezTo>
                  <a:cubicBezTo>
                    <a:pt x="2783" y="12998"/>
                    <a:pt x="2584" y="12624"/>
                    <a:pt x="2506" y="12216"/>
                  </a:cubicBezTo>
                  <a:close/>
                  <a:moveTo>
                    <a:pt x="13904" y="12216"/>
                  </a:moveTo>
                  <a:cubicBezTo>
                    <a:pt x="13825" y="12624"/>
                    <a:pt x="13626" y="12998"/>
                    <a:pt x="13332" y="13291"/>
                  </a:cubicBezTo>
                  <a:lnTo>
                    <a:pt x="13333" y="13291"/>
                  </a:lnTo>
                  <a:cubicBezTo>
                    <a:pt x="13275" y="13348"/>
                    <a:pt x="13214" y="13402"/>
                    <a:pt x="13150" y="13453"/>
                  </a:cubicBezTo>
                  <a:cubicBezTo>
                    <a:pt x="12802" y="13078"/>
                    <a:pt x="12330" y="12890"/>
                    <a:pt x="11859" y="12890"/>
                  </a:cubicBezTo>
                  <a:cubicBezTo>
                    <a:pt x="11388" y="12890"/>
                    <a:pt x="10917" y="13078"/>
                    <a:pt x="10568" y="13453"/>
                  </a:cubicBezTo>
                  <a:cubicBezTo>
                    <a:pt x="10504" y="13402"/>
                    <a:pt x="10444" y="13348"/>
                    <a:pt x="10385" y="13291"/>
                  </a:cubicBezTo>
                  <a:cubicBezTo>
                    <a:pt x="10091" y="12998"/>
                    <a:pt x="9892" y="12624"/>
                    <a:pt x="9814" y="12216"/>
                  </a:cubicBezTo>
                  <a:close/>
                  <a:moveTo>
                    <a:pt x="4552" y="13850"/>
                  </a:moveTo>
                  <a:cubicBezTo>
                    <a:pt x="4655" y="13850"/>
                    <a:pt x="4759" y="13870"/>
                    <a:pt x="4858" y="13912"/>
                  </a:cubicBezTo>
                  <a:cubicBezTo>
                    <a:pt x="5157" y="14036"/>
                    <a:pt x="5353" y="14327"/>
                    <a:pt x="5353" y="14653"/>
                  </a:cubicBezTo>
                  <a:cubicBezTo>
                    <a:pt x="5352" y="15095"/>
                    <a:pt x="4994" y="15452"/>
                    <a:pt x="4552" y="15454"/>
                  </a:cubicBezTo>
                  <a:cubicBezTo>
                    <a:pt x="4227" y="15454"/>
                    <a:pt x="3936" y="15257"/>
                    <a:pt x="3811" y="14959"/>
                  </a:cubicBezTo>
                  <a:cubicBezTo>
                    <a:pt x="3687" y="14660"/>
                    <a:pt x="3755" y="14314"/>
                    <a:pt x="3985" y="14086"/>
                  </a:cubicBezTo>
                  <a:cubicBezTo>
                    <a:pt x="4138" y="13932"/>
                    <a:pt x="4343" y="13850"/>
                    <a:pt x="4552" y="13850"/>
                  </a:cubicBezTo>
                  <a:close/>
                  <a:moveTo>
                    <a:pt x="11860" y="13850"/>
                  </a:moveTo>
                  <a:cubicBezTo>
                    <a:pt x="11963" y="13850"/>
                    <a:pt x="12067" y="13870"/>
                    <a:pt x="12166" y="13912"/>
                  </a:cubicBezTo>
                  <a:cubicBezTo>
                    <a:pt x="12466" y="14036"/>
                    <a:pt x="12661" y="14327"/>
                    <a:pt x="12661" y="14653"/>
                  </a:cubicBezTo>
                  <a:cubicBezTo>
                    <a:pt x="12661" y="15095"/>
                    <a:pt x="12302" y="15452"/>
                    <a:pt x="11860" y="15454"/>
                  </a:cubicBezTo>
                  <a:cubicBezTo>
                    <a:pt x="11535" y="15454"/>
                    <a:pt x="11243" y="15257"/>
                    <a:pt x="11119" y="14959"/>
                  </a:cubicBezTo>
                  <a:cubicBezTo>
                    <a:pt x="10996" y="14660"/>
                    <a:pt x="11063" y="14314"/>
                    <a:pt x="11293" y="14086"/>
                  </a:cubicBezTo>
                  <a:cubicBezTo>
                    <a:pt x="11446" y="13932"/>
                    <a:pt x="11651" y="13850"/>
                    <a:pt x="11860" y="13850"/>
                  </a:cubicBezTo>
                  <a:close/>
                  <a:moveTo>
                    <a:pt x="4554" y="0"/>
                  </a:moveTo>
                  <a:cubicBezTo>
                    <a:pt x="4498" y="0"/>
                    <a:pt x="4443" y="3"/>
                    <a:pt x="4387" y="8"/>
                  </a:cubicBezTo>
                  <a:cubicBezTo>
                    <a:pt x="3351" y="106"/>
                    <a:pt x="2625" y="1076"/>
                    <a:pt x="2821" y="2098"/>
                  </a:cubicBezTo>
                  <a:cubicBezTo>
                    <a:pt x="2114" y="2585"/>
                    <a:pt x="1645" y="3350"/>
                    <a:pt x="1535" y="4202"/>
                  </a:cubicBezTo>
                  <a:lnTo>
                    <a:pt x="482" y="4202"/>
                  </a:lnTo>
                  <a:cubicBezTo>
                    <a:pt x="216" y="4202"/>
                    <a:pt x="1" y="4417"/>
                    <a:pt x="1" y="4684"/>
                  </a:cubicBezTo>
                  <a:lnTo>
                    <a:pt x="1" y="11734"/>
                  </a:lnTo>
                  <a:cubicBezTo>
                    <a:pt x="1" y="12000"/>
                    <a:pt x="216" y="12216"/>
                    <a:pt x="482" y="12216"/>
                  </a:cubicBezTo>
                  <a:lnTo>
                    <a:pt x="1535" y="12216"/>
                  </a:lnTo>
                  <a:cubicBezTo>
                    <a:pt x="1645" y="13068"/>
                    <a:pt x="2114" y="13832"/>
                    <a:pt x="2821" y="14320"/>
                  </a:cubicBezTo>
                  <a:cubicBezTo>
                    <a:pt x="2612" y="15408"/>
                    <a:pt x="3445" y="16417"/>
                    <a:pt x="4552" y="16417"/>
                  </a:cubicBezTo>
                  <a:cubicBezTo>
                    <a:pt x="5659" y="16417"/>
                    <a:pt x="6493" y="15408"/>
                    <a:pt x="6283" y="14320"/>
                  </a:cubicBezTo>
                  <a:cubicBezTo>
                    <a:pt x="6434" y="14216"/>
                    <a:pt x="6576" y="14099"/>
                    <a:pt x="6705" y="13970"/>
                  </a:cubicBezTo>
                  <a:cubicBezTo>
                    <a:pt x="7178" y="13496"/>
                    <a:pt x="7481" y="12879"/>
                    <a:pt x="7569" y="12214"/>
                  </a:cubicBezTo>
                  <a:lnTo>
                    <a:pt x="8843" y="12214"/>
                  </a:lnTo>
                  <a:cubicBezTo>
                    <a:pt x="8953" y="13067"/>
                    <a:pt x="9422" y="13832"/>
                    <a:pt x="10129" y="14320"/>
                  </a:cubicBezTo>
                  <a:cubicBezTo>
                    <a:pt x="9921" y="15407"/>
                    <a:pt x="10753" y="16414"/>
                    <a:pt x="11860" y="16414"/>
                  </a:cubicBezTo>
                  <a:cubicBezTo>
                    <a:pt x="12967" y="16414"/>
                    <a:pt x="13799" y="15407"/>
                    <a:pt x="13591" y="14320"/>
                  </a:cubicBezTo>
                  <a:cubicBezTo>
                    <a:pt x="14298" y="13832"/>
                    <a:pt x="14767" y="13067"/>
                    <a:pt x="14878" y="12214"/>
                  </a:cubicBezTo>
                  <a:lnTo>
                    <a:pt x="15931" y="12214"/>
                  </a:lnTo>
                  <a:cubicBezTo>
                    <a:pt x="15932" y="12214"/>
                    <a:pt x="15933" y="12214"/>
                    <a:pt x="15934" y="12214"/>
                  </a:cubicBezTo>
                  <a:cubicBezTo>
                    <a:pt x="16198" y="12214"/>
                    <a:pt x="16411" y="11998"/>
                    <a:pt x="16411" y="11734"/>
                  </a:cubicBezTo>
                  <a:lnTo>
                    <a:pt x="16411" y="4683"/>
                  </a:lnTo>
                  <a:cubicBezTo>
                    <a:pt x="16411" y="4417"/>
                    <a:pt x="16196" y="4202"/>
                    <a:pt x="15931" y="4202"/>
                  </a:cubicBezTo>
                  <a:lnTo>
                    <a:pt x="15930" y="4204"/>
                  </a:lnTo>
                  <a:lnTo>
                    <a:pt x="14877" y="4204"/>
                  </a:lnTo>
                  <a:cubicBezTo>
                    <a:pt x="14765" y="3351"/>
                    <a:pt x="14298" y="2585"/>
                    <a:pt x="13591" y="2098"/>
                  </a:cubicBezTo>
                  <a:cubicBezTo>
                    <a:pt x="13799" y="1011"/>
                    <a:pt x="12966" y="4"/>
                    <a:pt x="11860" y="4"/>
                  </a:cubicBezTo>
                  <a:cubicBezTo>
                    <a:pt x="10753" y="4"/>
                    <a:pt x="9919" y="1011"/>
                    <a:pt x="10129" y="2098"/>
                  </a:cubicBezTo>
                  <a:cubicBezTo>
                    <a:pt x="9420" y="2585"/>
                    <a:pt x="8953" y="3351"/>
                    <a:pt x="8842" y="4204"/>
                  </a:cubicBezTo>
                  <a:lnTo>
                    <a:pt x="7569" y="4204"/>
                  </a:lnTo>
                  <a:cubicBezTo>
                    <a:pt x="7481" y="3539"/>
                    <a:pt x="7178" y="2922"/>
                    <a:pt x="6705" y="2448"/>
                  </a:cubicBezTo>
                  <a:cubicBezTo>
                    <a:pt x="6576" y="2319"/>
                    <a:pt x="6434" y="2202"/>
                    <a:pt x="6283" y="2098"/>
                  </a:cubicBezTo>
                  <a:cubicBezTo>
                    <a:pt x="6305" y="1988"/>
                    <a:pt x="6315" y="1878"/>
                    <a:pt x="6315" y="1768"/>
                  </a:cubicBezTo>
                  <a:cubicBezTo>
                    <a:pt x="6318" y="783"/>
                    <a:pt x="5518" y="0"/>
                    <a:pt x="45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0" name="Google Shape;20110;p93"/>
            <p:cNvSpPr/>
            <p:nvPr/>
          </p:nvSpPr>
          <p:spPr>
            <a:xfrm>
              <a:off x="7471950" y="4319850"/>
              <a:ext cx="80175" cy="96200"/>
            </a:xfrm>
            <a:custGeom>
              <a:rect b="b" l="l" r="r" t="t"/>
              <a:pathLst>
                <a:path extrusionOk="0" h="3848" w="3207">
                  <a:moveTo>
                    <a:pt x="2244" y="962"/>
                  </a:moveTo>
                  <a:lnTo>
                    <a:pt x="2244" y="2885"/>
                  </a:lnTo>
                  <a:lnTo>
                    <a:pt x="963" y="2885"/>
                  </a:lnTo>
                  <a:lnTo>
                    <a:pt x="963" y="962"/>
                  </a:lnTo>
                  <a:close/>
                  <a:moveTo>
                    <a:pt x="482" y="0"/>
                  </a:moveTo>
                  <a:cubicBezTo>
                    <a:pt x="216" y="0"/>
                    <a:pt x="1" y="215"/>
                    <a:pt x="1" y="482"/>
                  </a:cubicBezTo>
                  <a:lnTo>
                    <a:pt x="1" y="3365"/>
                  </a:lnTo>
                  <a:cubicBezTo>
                    <a:pt x="1" y="3632"/>
                    <a:pt x="216" y="3847"/>
                    <a:pt x="482" y="3847"/>
                  </a:cubicBezTo>
                  <a:lnTo>
                    <a:pt x="2726" y="3847"/>
                  </a:lnTo>
                  <a:cubicBezTo>
                    <a:pt x="2991" y="3847"/>
                    <a:pt x="3206" y="3632"/>
                    <a:pt x="3206" y="3365"/>
                  </a:cubicBezTo>
                  <a:lnTo>
                    <a:pt x="3206" y="482"/>
                  </a:lnTo>
                  <a:cubicBezTo>
                    <a:pt x="3206" y="215"/>
                    <a:pt x="2991" y="0"/>
                    <a:pt x="27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1" name="Google Shape;20111;p93"/>
            <p:cNvSpPr/>
            <p:nvPr/>
          </p:nvSpPr>
          <p:spPr>
            <a:xfrm>
              <a:off x="7654650" y="4319850"/>
              <a:ext cx="80150" cy="96200"/>
            </a:xfrm>
            <a:custGeom>
              <a:rect b="b" l="l" r="r" t="t"/>
              <a:pathLst>
                <a:path extrusionOk="0" h="3848" w="3206">
                  <a:moveTo>
                    <a:pt x="2245" y="962"/>
                  </a:moveTo>
                  <a:lnTo>
                    <a:pt x="2245" y="2885"/>
                  </a:lnTo>
                  <a:lnTo>
                    <a:pt x="964" y="2885"/>
                  </a:lnTo>
                  <a:lnTo>
                    <a:pt x="964" y="962"/>
                  </a:lnTo>
                  <a:close/>
                  <a:moveTo>
                    <a:pt x="482" y="0"/>
                  </a:moveTo>
                  <a:cubicBezTo>
                    <a:pt x="216" y="0"/>
                    <a:pt x="0" y="215"/>
                    <a:pt x="0" y="482"/>
                  </a:cubicBezTo>
                  <a:lnTo>
                    <a:pt x="0" y="3365"/>
                  </a:lnTo>
                  <a:cubicBezTo>
                    <a:pt x="0" y="3632"/>
                    <a:pt x="216" y="3847"/>
                    <a:pt x="482" y="3847"/>
                  </a:cubicBezTo>
                  <a:lnTo>
                    <a:pt x="2726" y="3847"/>
                  </a:lnTo>
                  <a:cubicBezTo>
                    <a:pt x="2991" y="3847"/>
                    <a:pt x="3206" y="3632"/>
                    <a:pt x="3206" y="3365"/>
                  </a:cubicBezTo>
                  <a:lnTo>
                    <a:pt x="3206" y="482"/>
                  </a:lnTo>
                  <a:cubicBezTo>
                    <a:pt x="3206" y="215"/>
                    <a:pt x="2991" y="0"/>
                    <a:pt x="27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112" name="Google Shape;20112;p93"/>
          <p:cNvSpPr txBox="1"/>
          <p:nvPr/>
        </p:nvSpPr>
        <p:spPr>
          <a:xfrm>
            <a:off x="1048350" y="11586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lt1"/>
                </a:solidFill>
              </a:rPr>
              <a:t>Goals &amp; Results</a:t>
            </a:r>
            <a:endParaRPr sz="1600">
              <a:solidFill>
                <a:srgbClr val="FFFFFF"/>
              </a:solidFill>
            </a:endParaRPr>
          </a:p>
        </p:txBody>
      </p:sp>
      <p:sp>
        <p:nvSpPr>
          <p:cNvPr id="20113" name="Google Shape;20113;p93"/>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Premium Icons</a:t>
            </a:r>
            <a:endParaRPr/>
          </a:p>
        </p:txBody>
      </p:sp>
    </p:spTree>
  </p:cSld>
  <p:clrMapOvr>
    <a:masterClrMapping/>
  </p:clrMapOvr>
</p:sld>
</file>

<file path=ppt/slides/slide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117" name="Shape 20117"/>
        <p:cNvGrpSpPr/>
        <p:nvPr/>
      </p:nvGrpSpPr>
      <p:grpSpPr>
        <a:xfrm>
          <a:off x="0" y="0"/>
          <a:ext cx="0" cy="0"/>
          <a:chOff x="0" y="0"/>
          <a:chExt cx="0" cy="0"/>
        </a:xfrm>
      </p:grpSpPr>
      <p:sp>
        <p:nvSpPr>
          <p:cNvPr id="20118" name="Google Shape;20118;p94"/>
          <p:cNvSpPr/>
          <p:nvPr/>
        </p:nvSpPr>
        <p:spPr>
          <a:xfrm>
            <a:off x="1093550" y="1765031"/>
            <a:ext cx="339124" cy="338212"/>
          </a:xfrm>
          <a:custGeom>
            <a:rect b="b" l="l" r="r" t="t"/>
            <a:pathLst>
              <a:path extrusionOk="0" h="11496" w="11527">
                <a:moveTo>
                  <a:pt x="2906" y="723"/>
                </a:moveTo>
                <a:cubicBezTo>
                  <a:pt x="3430" y="723"/>
                  <a:pt x="3882" y="1152"/>
                  <a:pt x="3882" y="1700"/>
                </a:cubicBezTo>
                <a:cubicBezTo>
                  <a:pt x="3882" y="2224"/>
                  <a:pt x="3430" y="2676"/>
                  <a:pt x="2906" y="2676"/>
                </a:cubicBezTo>
                <a:cubicBezTo>
                  <a:pt x="2358" y="2676"/>
                  <a:pt x="1906" y="2224"/>
                  <a:pt x="1906" y="1700"/>
                </a:cubicBezTo>
                <a:cubicBezTo>
                  <a:pt x="1906" y="1152"/>
                  <a:pt x="2358" y="723"/>
                  <a:pt x="2906" y="723"/>
                </a:cubicBezTo>
                <a:close/>
                <a:moveTo>
                  <a:pt x="8740" y="723"/>
                </a:moveTo>
                <a:cubicBezTo>
                  <a:pt x="9264" y="723"/>
                  <a:pt x="9717" y="1152"/>
                  <a:pt x="9717" y="1700"/>
                </a:cubicBezTo>
                <a:cubicBezTo>
                  <a:pt x="9717" y="2224"/>
                  <a:pt x="9264" y="2676"/>
                  <a:pt x="8740" y="2676"/>
                </a:cubicBezTo>
                <a:cubicBezTo>
                  <a:pt x="8193" y="2676"/>
                  <a:pt x="7740" y="2224"/>
                  <a:pt x="7740" y="1700"/>
                </a:cubicBezTo>
                <a:cubicBezTo>
                  <a:pt x="7740" y="1152"/>
                  <a:pt x="8193" y="723"/>
                  <a:pt x="8740" y="723"/>
                </a:cubicBezTo>
                <a:close/>
                <a:moveTo>
                  <a:pt x="2906" y="5415"/>
                </a:moveTo>
                <a:cubicBezTo>
                  <a:pt x="3096" y="5415"/>
                  <a:pt x="3287" y="5605"/>
                  <a:pt x="3287" y="5796"/>
                </a:cubicBezTo>
                <a:cubicBezTo>
                  <a:pt x="3287" y="6010"/>
                  <a:pt x="3096" y="6201"/>
                  <a:pt x="2906" y="6201"/>
                </a:cubicBezTo>
                <a:cubicBezTo>
                  <a:pt x="2692" y="6201"/>
                  <a:pt x="2501" y="6010"/>
                  <a:pt x="2501" y="5796"/>
                </a:cubicBezTo>
                <a:cubicBezTo>
                  <a:pt x="2501" y="5605"/>
                  <a:pt x="2692" y="5415"/>
                  <a:pt x="2906" y="5415"/>
                </a:cubicBezTo>
                <a:close/>
                <a:moveTo>
                  <a:pt x="5811" y="5415"/>
                </a:moveTo>
                <a:cubicBezTo>
                  <a:pt x="6026" y="5415"/>
                  <a:pt x="6192" y="5605"/>
                  <a:pt x="6192" y="5796"/>
                </a:cubicBezTo>
                <a:cubicBezTo>
                  <a:pt x="6192" y="6010"/>
                  <a:pt x="6026" y="6201"/>
                  <a:pt x="5811" y="6201"/>
                </a:cubicBezTo>
                <a:cubicBezTo>
                  <a:pt x="5597" y="6201"/>
                  <a:pt x="5430" y="6010"/>
                  <a:pt x="5430" y="5796"/>
                </a:cubicBezTo>
                <a:cubicBezTo>
                  <a:pt x="5430" y="5605"/>
                  <a:pt x="5597" y="5415"/>
                  <a:pt x="5811" y="5415"/>
                </a:cubicBezTo>
                <a:close/>
                <a:moveTo>
                  <a:pt x="8740" y="5415"/>
                </a:moveTo>
                <a:cubicBezTo>
                  <a:pt x="8931" y="5415"/>
                  <a:pt x="9121" y="5605"/>
                  <a:pt x="9121" y="5796"/>
                </a:cubicBezTo>
                <a:cubicBezTo>
                  <a:pt x="9121" y="6010"/>
                  <a:pt x="8931" y="6201"/>
                  <a:pt x="8740" y="6201"/>
                </a:cubicBezTo>
                <a:cubicBezTo>
                  <a:pt x="8526" y="6201"/>
                  <a:pt x="8336" y="6010"/>
                  <a:pt x="8336" y="5796"/>
                </a:cubicBezTo>
                <a:cubicBezTo>
                  <a:pt x="8336" y="5605"/>
                  <a:pt x="8526" y="5415"/>
                  <a:pt x="8740" y="5415"/>
                </a:cubicBezTo>
                <a:close/>
                <a:moveTo>
                  <a:pt x="5811" y="8892"/>
                </a:moveTo>
                <a:cubicBezTo>
                  <a:pt x="6359" y="8892"/>
                  <a:pt x="6788" y="9344"/>
                  <a:pt x="6788" y="9892"/>
                </a:cubicBezTo>
                <a:cubicBezTo>
                  <a:pt x="6788" y="10416"/>
                  <a:pt x="6359" y="10868"/>
                  <a:pt x="5811" y="10868"/>
                </a:cubicBezTo>
                <a:cubicBezTo>
                  <a:pt x="5287" y="10868"/>
                  <a:pt x="4835" y="10416"/>
                  <a:pt x="4835" y="9892"/>
                </a:cubicBezTo>
                <a:cubicBezTo>
                  <a:pt x="4835" y="9344"/>
                  <a:pt x="5287" y="8892"/>
                  <a:pt x="5811" y="8892"/>
                </a:cubicBezTo>
                <a:close/>
                <a:moveTo>
                  <a:pt x="2813" y="1"/>
                </a:moveTo>
                <a:cubicBezTo>
                  <a:pt x="1912" y="1"/>
                  <a:pt x="1191" y="730"/>
                  <a:pt x="1191" y="1628"/>
                </a:cubicBezTo>
                <a:cubicBezTo>
                  <a:pt x="1191" y="2438"/>
                  <a:pt x="1763" y="3105"/>
                  <a:pt x="2501" y="3248"/>
                </a:cubicBezTo>
                <a:lnTo>
                  <a:pt x="2501" y="4700"/>
                </a:lnTo>
                <a:cubicBezTo>
                  <a:pt x="2191" y="4819"/>
                  <a:pt x="1953" y="5058"/>
                  <a:pt x="1834" y="5391"/>
                </a:cubicBezTo>
                <a:lnTo>
                  <a:pt x="0" y="5391"/>
                </a:lnTo>
                <a:lnTo>
                  <a:pt x="0" y="6082"/>
                </a:lnTo>
                <a:lnTo>
                  <a:pt x="1834" y="6082"/>
                </a:lnTo>
                <a:cubicBezTo>
                  <a:pt x="1977" y="6486"/>
                  <a:pt x="2358" y="6820"/>
                  <a:pt x="2834" y="6820"/>
                </a:cubicBezTo>
                <a:cubicBezTo>
                  <a:pt x="3311" y="6820"/>
                  <a:pt x="3692" y="6510"/>
                  <a:pt x="3858" y="6082"/>
                </a:cubicBezTo>
                <a:lnTo>
                  <a:pt x="4740" y="6082"/>
                </a:lnTo>
                <a:cubicBezTo>
                  <a:pt x="4859" y="6391"/>
                  <a:pt x="5097" y="6629"/>
                  <a:pt x="5430" y="6748"/>
                </a:cubicBezTo>
                <a:lnTo>
                  <a:pt x="5430" y="8201"/>
                </a:lnTo>
                <a:cubicBezTo>
                  <a:pt x="4621" y="8392"/>
                  <a:pt x="4049" y="9106"/>
                  <a:pt x="4120" y="9963"/>
                </a:cubicBezTo>
                <a:cubicBezTo>
                  <a:pt x="4168" y="10773"/>
                  <a:pt x="4835" y="11416"/>
                  <a:pt x="5645" y="11487"/>
                </a:cubicBezTo>
                <a:cubicBezTo>
                  <a:pt x="5699" y="11493"/>
                  <a:pt x="5752" y="11495"/>
                  <a:pt x="5805" y="11495"/>
                </a:cubicBezTo>
                <a:cubicBezTo>
                  <a:pt x="6708" y="11495"/>
                  <a:pt x="7431" y="10744"/>
                  <a:pt x="7431" y="9844"/>
                </a:cubicBezTo>
                <a:cubicBezTo>
                  <a:pt x="7431" y="9035"/>
                  <a:pt x="6859" y="8392"/>
                  <a:pt x="6121" y="8249"/>
                </a:cubicBezTo>
                <a:lnTo>
                  <a:pt x="6121" y="6772"/>
                </a:lnTo>
                <a:cubicBezTo>
                  <a:pt x="6430" y="6677"/>
                  <a:pt x="6669" y="6415"/>
                  <a:pt x="6788" y="6105"/>
                </a:cubicBezTo>
                <a:lnTo>
                  <a:pt x="7693" y="6105"/>
                </a:lnTo>
                <a:cubicBezTo>
                  <a:pt x="7835" y="6510"/>
                  <a:pt x="8216" y="6844"/>
                  <a:pt x="8693" y="6844"/>
                </a:cubicBezTo>
                <a:cubicBezTo>
                  <a:pt x="9169" y="6844"/>
                  <a:pt x="9574" y="6558"/>
                  <a:pt x="9717" y="6105"/>
                </a:cubicBezTo>
                <a:lnTo>
                  <a:pt x="11527" y="6105"/>
                </a:lnTo>
                <a:lnTo>
                  <a:pt x="11527" y="5439"/>
                </a:lnTo>
                <a:lnTo>
                  <a:pt x="9741" y="5439"/>
                </a:lnTo>
                <a:cubicBezTo>
                  <a:pt x="9622" y="5129"/>
                  <a:pt x="9383" y="4891"/>
                  <a:pt x="9050" y="4772"/>
                </a:cubicBezTo>
                <a:lnTo>
                  <a:pt x="9050" y="3295"/>
                </a:lnTo>
                <a:cubicBezTo>
                  <a:pt x="9860" y="3129"/>
                  <a:pt x="10431" y="2414"/>
                  <a:pt x="10360" y="1557"/>
                </a:cubicBezTo>
                <a:cubicBezTo>
                  <a:pt x="10312" y="747"/>
                  <a:pt x="9645" y="80"/>
                  <a:pt x="8859" y="33"/>
                </a:cubicBezTo>
                <a:cubicBezTo>
                  <a:pt x="8804" y="27"/>
                  <a:pt x="8750" y="25"/>
                  <a:pt x="8696" y="25"/>
                </a:cubicBezTo>
                <a:cubicBezTo>
                  <a:pt x="7775" y="25"/>
                  <a:pt x="7073" y="776"/>
                  <a:pt x="7073" y="1676"/>
                </a:cubicBezTo>
                <a:cubicBezTo>
                  <a:pt x="7073" y="2462"/>
                  <a:pt x="7621" y="3129"/>
                  <a:pt x="8383" y="3272"/>
                </a:cubicBezTo>
                <a:lnTo>
                  <a:pt x="8383" y="4724"/>
                </a:lnTo>
                <a:cubicBezTo>
                  <a:pt x="8050" y="4843"/>
                  <a:pt x="7812" y="5081"/>
                  <a:pt x="7693" y="5415"/>
                </a:cubicBezTo>
                <a:lnTo>
                  <a:pt x="6788" y="5415"/>
                </a:lnTo>
                <a:cubicBezTo>
                  <a:pt x="6645" y="5010"/>
                  <a:pt x="6264" y="4677"/>
                  <a:pt x="5787" y="4677"/>
                </a:cubicBezTo>
                <a:cubicBezTo>
                  <a:pt x="5311" y="4677"/>
                  <a:pt x="4930" y="4962"/>
                  <a:pt x="4763" y="5415"/>
                </a:cubicBezTo>
                <a:lnTo>
                  <a:pt x="3882" y="5415"/>
                </a:lnTo>
                <a:cubicBezTo>
                  <a:pt x="3763" y="5081"/>
                  <a:pt x="3525" y="4843"/>
                  <a:pt x="3192" y="4724"/>
                </a:cubicBezTo>
                <a:lnTo>
                  <a:pt x="3192" y="3272"/>
                </a:lnTo>
                <a:cubicBezTo>
                  <a:pt x="4001" y="3105"/>
                  <a:pt x="4573" y="2390"/>
                  <a:pt x="4501" y="1509"/>
                </a:cubicBezTo>
                <a:cubicBezTo>
                  <a:pt x="4454" y="723"/>
                  <a:pt x="3787" y="57"/>
                  <a:pt x="2977" y="9"/>
                </a:cubicBezTo>
                <a:cubicBezTo>
                  <a:pt x="2922" y="4"/>
                  <a:pt x="2867" y="1"/>
                  <a:pt x="28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nvGrpSpPr>
          <p:cNvPr id="20119" name="Google Shape;20119;p94"/>
          <p:cNvGrpSpPr/>
          <p:nvPr/>
        </p:nvGrpSpPr>
        <p:grpSpPr>
          <a:xfrm>
            <a:off x="1833752" y="1719725"/>
            <a:ext cx="339154" cy="337032"/>
            <a:chOff x="2367152" y="1922125"/>
            <a:chExt cx="339154" cy="337032"/>
          </a:xfrm>
        </p:grpSpPr>
        <p:sp>
          <p:nvSpPr>
            <p:cNvPr id="20120" name="Google Shape;20120;p94"/>
            <p:cNvSpPr/>
            <p:nvPr/>
          </p:nvSpPr>
          <p:spPr>
            <a:xfrm>
              <a:off x="2367152" y="1922125"/>
              <a:ext cx="235448" cy="122652"/>
            </a:xfrm>
            <a:custGeom>
              <a:rect b="b" l="l" r="r" t="t"/>
              <a:pathLst>
                <a:path extrusionOk="0" h="4169" w="8003">
                  <a:moveTo>
                    <a:pt x="1096" y="1692"/>
                  </a:moveTo>
                  <a:cubicBezTo>
                    <a:pt x="1311" y="1692"/>
                    <a:pt x="1501" y="1859"/>
                    <a:pt x="1501" y="2073"/>
                  </a:cubicBezTo>
                  <a:cubicBezTo>
                    <a:pt x="1501" y="2287"/>
                    <a:pt x="1311" y="2454"/>
                    <a:pt x="1096" y="2454"/>
                  </a:cubicBezTo>
                  <a:cubicBezTo>
                    <a:pt x="906" y="2454"/>
                    <a:pt x="715" y="2287"/>
                    <a:pt x="715" y="2073"/>
                  </a:cubicBezTo>
                  <a:cubicBezTo>
                    <a:pt x="715" y="1859"/>
                    <a:pt x="906" y="1692"/>
                    <a:pt x="1096" y="1692"/>
                  </a:cubicBezTo>
                  <a:close/>
                  <a:moveTo>
                    <a:pt x="5716" y="1311"/>
                  </a:moveTo>
                  <a:lnTo>
                    <a:pt x="6859" y="2097"/>
                  </a:lnTo>
                  <a:lnTo>
                    <a:pt x="5716" y="2906"/>
                  </a:lnTo>
                  <a:lnTo>
                    <a:pt x="5716" y="2502"/>
                  </a:lnTo>
                  <a:lnTo>
                    <a:pt x="3930" y="2502"/>
                  </a:lnTo>
                  <a:lnTo>
                    <a:pt x="3930" y="1692"/>
                  </a:lnTo>
                  <a:lnTo>
                    <a:pt x="5716" y="1692"/>
                  </a:lnTo>
                  <a:lnTo>
                    <a:pt x="5716" y="1311"/>
                  </a:lnTo>
                  <a:close/>
                  <a:moveTo>
                    <a:pt x="5026" y="1"/>
                  </a:moveTo>
                  <a:lnTo>
                    <a:pt x="5026" y="1001"/>
                  </a:lnTo>
                  <a:lnTo>
                    <a:pt x="3240" y="1001"/>
                  </a:lnTo>
                  <a:lnTo>
                    <a:pt x="3240" y="1716"/>
                  </a:lnTo>
                  <a:lnTo>
                    <a:pt x="2120" y="1716"/>
                  </a:lnTo>
                  <a:cubicBezTo>
                    <a:pt x="1987" y="1294"/>
                    <a:pt x="1585" y="996"/>
                    <a:pt x="1126" y="996"/>
                  </a:cubicBezTo>
                  <a:cubicBezTo>
                    <a:pt x="1093" y="996"/>
                    <a:pt x="1059" y="998"/>
                    <a:pt x="1025" y="1001"/>
                  </a:cubicBezTo>
                  <a:cubicBezTo>
                    <a:pt x="501" y="1025"/>
                    <a:pt x="96" y="1477"/>
                    <a:pt x="25" y="1978"/>
                  </a:cubicBezTo>
                  <a:cubicBezTo>
                    <a:pt x="1" y="2644"/>
                    <a:pt x="477" y="3144"/>
                    <a:pt x="1096" y="3144"/>
                  </a:cubicBezTo>
                  <a:cubicBezTo>
                    <a:pt x="1573" y="3144"/>
                    <a:pt x="1977" y="2859"/>
                    <a:pt x="2120" y="2406"/>
                  </a:cubicBezTo>
                  <a:lnTo>
                    <a:pt x="3240" y="2406"/>
                  </a:lnTo>
                  <a:lnTo>
                    <a:pt x="3240" y="3144"/>
                  </a:lnTo>
                  <a:lnTo>
                    <a:pt x="5026" y="3144"/>
                  </a:lnTo>
                  <a:lnTo>
                    <a:pt x="5026" y="4169"/>
                  </a:lnTo>
                  <a:lnTo>
                    <a:pt x="8003" y="2073"/>
                  </a:lnTo>
                  <a:lnTo>
                    <a:pt x="502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121" name="Google Shape;20121;p94"/>
            <p:cNvSpPr/>
            <p:nvPr/>
          </p:nvSpPr>
          <p:spPr>
            <a:xfrm>
              <a:off x="2367152" y="2028624"/>
              <a:ext cx="286580" cy="122652"/>
            </a:xfrm>
            <a:custGeom>
              <a:rect b="b" l="l" r="r" t="t"/>
              <a:pathLst>
                <a:path extrusionOk="0" h="4169" w="9741">
                  <a:moveTo>
                    <a:pt x="1096" y="1739"/>
                  </a:moveTo>
                  <a:cubicBezTo>
                    <a:pt x="1311" y="1739"/>
                    <a:pt x="1501" y="1906"/>
                    <a:pt x="1501" y="2120"/>
                  </a:cubicBezTo>
                  <a:cubicBezTo>
                    <a:pt x="1501" y="2335"/>
                    <a:pt x="1311" y="2501"/>
                    <a:pt x="1096" y="2501"/>
                  </a:cubicBezTo>
                  <a:cubicBezTo>
                    <a:pt x="906" y="2501"/>
                    <a:pt x="715" y="2311"/>
                    <a:pt x="715" y="2120"/>
                  </a:cubicBezTo>
                  <a:cubicBezTo>
                    <a:pt x="715" y="1906"/>
                    <a:pt x="906" y="1739"/>
                    <a:pt x="1096" y="1739"/>
                  </a:cubicBezTo>
                  <a:close/>
                  <a:moveTo>
                    <a:pt x="7455" y="1311"/>
                  </a:moveTo>
                  <a:lnTo>
                    <a:pt x="8574" y="2120"/>
                  </a:lnTo>
                  <a:lnTo>
                    <a:pt x="7455" y="2930"/>
                  </a:lnTo>
                  <a:lnTo>
                    <a:pt x="7455" y="2501"/>
                  </a:lnTo>
                  <a:lnTo>
                    <a:pt x="3930" y="2501"/>
                  </a:lnTo>
                  <a:lnTo>
                    <a:pt x="3930" y="1739"/>
                  </a:lnTo>
                  <a:lnTo>
                    <a:pt x="7455" y="1739"/>
                  </a:lnTo>
                  <a:lnTo>
                    <a:pt x="7455" y="1311"/>
                  </a:lnTo>
                  <a:close/>
                  <a:moveTo>
                    <a:pt x="6764" y="1"/>
                  </a:moveTo>
                  <a:lnTo>
                    <a:pt x="6764" y="1025"/>
                  </a:lnTo>
                  <a:lnTo>
                    <a:pt x="3240" y="1025"/>
                  </a:lnTo>
                  <a:lnTo>
                    <a:pt x="3240" y="1715"/>
                  </a:lnTo>
                  <a:lnTo>
                    <a:pt x="2120" y="1715"/>
                  </a:lnTo>
                  <a:cubicBezTo>
                    <a:pt x="1991" y="1326"/>
                    <a:pt x="1605" y="1015"/>
                    <a:pt x="1161" y="1015"/>
                  </a:cubicBezTo>
                  <a:cubicBezTo>
                    <a:pt x="1116" y="1015"/>
                    <a:pt x="1071" y="1018"/>
                    <a:pt x="1025" y="1025"/>
                  </a:cubicBezTo>
                  <a:cubicBezTo>
                    <a:pt x="501" y="1049"/>
                    <a:pt x="96" y="1501"/>
                    <a:pt x="25" y="2001"/>
                  </a:cubicBezTo>
                  <a:cubicBezTo>
                    <a:pt x="1" y="2644"/>
                    <a:pt x="477" y="3168"/>
                    <a:pt x="1096" y="3168"/>
                  </a:cubicBezTo>
                  <a:cubicBezTo>
                    <a:pt x="1573" y="3168"/>
                    <a:pt x="1977" y="2859"/>
                    <a:pt x="2120" y="2406"/>
                  </a:cubicBezTo>
                  <a:lnTo>
                    <a:pt x="3240" y="2406"/>
                  </a:lnTo>
                  <a:lnTo>
                    <a:pt x="3240" y="3168"/>
                  </a:lnTo>
                  <a:lnTo>
                    <a:pt x="6764" y="3168"/>
                  </a:lnTo>
                  <a:lnTo>
                    <a:pt x="6764" y="4168"/>
                  </a:lnTo>
                  <a:lnTo>
                    <a:pt x="9741" y="2096"/>
                  </a:lnTo>
                  <a:lnTo>
                    <a:pt x="676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122" name="Google Shape;20122;p94"/>
            <p:cNvSpPr/>
            <p:nvPr/>
          </p:nvSpPr>
          <p:spPr>
            <a:xfrm>
              <a:off x="2367152" y="2136535"/>
              <a:ext cx="339154" cy="122623"/>
            </a:xfrm>
            <a:custGeom>
              <a:rect b="b" l="l" r="r" t="t"/>
              <a:pathLst>
                <a:path extrusionOk="0" h="4168" w="11528">
                  <a:moveTo>
                    <a:pt x="1096" y="1715"/>
                  </a:moveTo>
                  <a:cubicBezTo>
                    <a:pt x="1311" y="1715"/>
                    <a:pt x="1501" y="1905"/>
                    <a:pt x="1501" y="2120"/>
                  </a:cubicBezTo>
                  <a:cubicBezTo>
                    <a:pt x="1501" y="2310"/>
                    <a:pt x="1311" y="2501"/>
                    <a:pt x="1096" y="2501"/>
                  </a:cubicBezTo>
                  <a:cubicBezTo>
                    <a:pt x="906" y="2501"/>
                    <a:pt x="715" y="2310"/>
                    <a:pt x="715" y="2120"/>
                  </a:cubicBezTo>
                  <a:cubicBezTo>
                    <a:pt x="715" y="1905"/>
                    <a:pt x="906" y="1715"/>
                    <a:pt x="1096" y="1715"/>
                  </a:cubicBezTo>
                  <a:close/>
                  <a:moveTo>
                    <a:pt x="9193" y="1286"/>
                  </a:moveTo>
                  <a:lnTo>
                    <a:pt x="10336" y="2072"/>
                  </a:lnTo>
                  <a:lnTo>
                    <a:pt x="9193" y="2882"/>
                  </a:lnTo>
                  <a:lnTo>
                    <a:pt x="9193" y="2477"/>
                  </a:lnTo>
                  <a:lnTo>
                    <a:pt x="3930" y="2477"/>
                  </a:lnTo>
                  <a:lnTo>
                    <a:pt x="3930" y="1691"/>
                  </a:lnTo>
                  <a:lnTo>
                    <a:pt x="9193" y="1691"/>
                  </a:lnTo>
                  <a:lnTo>
                    <a:pt x="9193" y="1286"/>
                  </a:lnTo>
                  <a:close/>
                  <a:moveTo>
                    <a:pt x="8550" y="0"/>
                  </a:moveTo>
                  <a:lnTo>
                    <a:pt x="8550" y="1000"/>
                  </a:lnTo>
                  <a:lnTo>
                    <a:pt x="3287" y="1000"/>
                  </a:lnTo>
                  <a:lnTo>
                    <a:pt x="3287" y="1762"/>
                  </a:lnTo>
                  <a:lnTo>
                    <a:pt x="2144" y="1762"/>
                  </a:lnTo>
                  <a:cubicBezTo>
                    <a:pt x="2014" y="1351"/>
                    <a:pt x="1629" y="1038"/>
                    <a:pt x="1184" y="1038"/>
                  </a:cubicBezTo>
                  <a:cubicBezTo>
                    <a:pt x="1139" y="1038"/>
                    <a:pt x="1094" y="1042"/>
                    <a:pt x="1049" y="1048"/>
                  </a:cubicBezTo>
                  <a:cubicBezTo>
                    <a:pt x="549" y="1072"/>
                    <a:pt x="120" y="1524"/>
                    <a:pt x="72" y="2024"/>
                  </a:cubicBezTo>
                  <a:cubicBezTo>
                    <a:pt x="1" y="2644"/>
                    <a:pt x="501" y="3191"/>
                    <a:pt x="1144" y="3191"/>
                  </a:cubicBezTo>
                  <a:cubicBezTo>
                    <a:pt x="1620" y="3191"/>
                    <a:pt x="2001" y="2882"/>
                    <a:pt x="2144" y="2429"/>
                  </a:cubicBezTo>
                  <a:lnTo>
                    <a:pt x="3287" y="2429"/>
                  </a:lnTo>
                  <a:lnTo>
                    <a:pt x="3287" y="3144"/>
                  </a:lnTo>
                  <a:lnTo>
                    <a:pt x="8550" y="3144"/>
                  </a:lnTo>
                  <a:lnTo>
                    <a:pt x="8550" y="4168"/>
                  </a:lnTo>
                  <a:lnTo>
                    <a:pt x="11527" y="2072"/>
                  </a:lnTo>
                  <a:lnTo>
                    <a:pt x="855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sp>
        <p:nvSpPr>
          <p:cNvPr id="20123" name="Google Shape;20123;p94"/>
          <p:cNvSpPr/>
          <p:nvPr/>
        </p:nvSpPr>
        <p:spPr>
          <a:xfrm>
            <a:off x="2599197" y="1753381"/>
            <a:ext cx="304115" cy="338418"/>
          </a:xfrm>
          <a:custGeom>
            <a:rect b="b" l="l" r="r" t="t"/>
            <a:pathLst>
              <a:path extrusionOk="0" h="11503" w="10337">
                <a:moveTo>
                  <a:pt x="5216" y="1643"/>
                </a:moveTo>
                <a:lnTo>
                  <a:pt x="5883" y="3215"/>
                </a:lnTo>
                <a:lnTo>
                  <a:pt x="4501" y="3215"/>
                </a:lnTo>
                <a:lnTo>
                  <a:pt x="5216" y="1643"/>
                </a:lnTo>
                <a:close/>
                <a:moveTo>
                  <a:pt x="6216" y="3882"/>
                </a:moveTo>
                <a:lnTo>
                  <a:pt x="6764" y="5120"/>
                </a:lnTo>
                <a:lnTo>
                  <a:pt x="3644" y="5120"/>
                </a:lnTo>
                <a:lnTo>
                  <a:pt x="4192" y="3882"/>
                </a:lnTo>
                <a:close/>
                <a:moveTo>
                  <a:pt x="7050" y="5811"/>
                </a:moveTo>
                <a:lnTo>
                  <a:pt x="7621" y="7073"/>
                </a:lnTo>
                <a:lnTo>
                  <a:pt x="2763" y="7073"/>
                </a:lnTo>
                <a:lnTo>
                  <a:pt x="3335" y="5811"/>
                </a:lnTo>
                <a:close/>
                <a:moveTo>
                  <a:pt x="7931" y="7716"/>
                </a:moveTo>
                <a:lnTo>
                  <a:pt x="8478" y="8978"/>
                </a:lnTo>
                <a:lnTo>
                  <a:pt x="1906" y="8978"/>
                </a:lnTo>
                <a:lnTo>
                  <a:pt x="2477" y="7716"/>
                </a:lnTo>
                <a:close/>
                <a:moveTo>
                  <a:pt x="8764" y="9597"/>
                </a:moveTo>
                <a:lnTo>
                  <a:pt x="9312" y="10836"/>
                </a:lnTo>
                <a:lnTo>
                  <a:pt x="1025" y="10836"/>
                </a:lnTo>
                <a:lnTo>
                  <a:pt x="1572" y="9597"/>
                </a:lnTo>
                <a:close/>
                <a:moveTo>
                  <a:pt x="5192" y="0"/>
                </a:moveTo>
                <a:lnTo>
                  <a:pt x="1" y="11502"/>
                </a:lnTo>
                <a:lnTo>
                  <a:pt x="10336" y="11502"/>
                </a:lnTo>
                <a:lnTo>
                  <a:pt x="519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124" name="Google Shape;20124;p94"/>
          <p:cNvSpPr/>
          <p:nvPr/>
        </p:nvSpPr>
        <p:spPr>
          <a:xfrm>
            <a:off x="3282649" y="1745673"/>
            <a:ext cx="337742" cy="339124"/>
          </a:xfrm>
          <a:custGeom>
            <a:rect b="b" l="l" r="r" t="t"/>
            <a:pathLst>
              <a:path extrusionOk="0" h="11527" w="11480">
                <a:moveTo>
                  <a:pt x="8336" y="667"/>
                </a:moveTo>
                <a:lnTo>
                  <a:pt x="8336" y="1762"/>
                </a:lnTo>
                <a:lnTo>
                  <a:pt x="6097" y="1762"/>
                </a:lnTo>
                <a:lnTo>
                  <a:pt x="6097" y="667"/>
                </a:lnTo>
                <a:close/>
                <a:moveTo>
                  <a:pt x="7669" y="4191"/>
                </a:moveTo>
                <a:lnTo>
                  <a:pt x="7669" y="4977"/>
                </a:lnTo>
                <a:lnTo>
                  <a:pt x="3764" y="4977"/>
                </a:lnTo>
                <a:lnTo>
                  <a:pt x="3764" y="4191"/>
                </a:lnTo>
                <a:close/>
                <a:moveTo>
                  <a:pt x="8503" y="5668"/>
                </a:moveTo>
                <a:lnTo>
                  <a:pt x="8503" y="6430"/>
                </a:lnTo>
                <a:lnTo>
                  <a:pt x="2978" y="6430"/>
                </a:lnTo>
                <a:lnTo>
                  <a:pt x="2978" y="5668"/>
                </a:lnTo>
                <a:close/>
                <a:moveTo>
                  <a:pt x="9241" y="7121"/>
                </a:moveTo>
                <a:lnTo>
                  <a:pt x="9241" y="7883"/>
                </a:lnTo>
                <a:lnTo>
                  <a:pt x="2168" y="7883"/>
                </a:lnTo>
                <a:lnTo>
                  <a:pt x="2168" y="7121"/>
                </a:lnTo>
                <a:close/>
                <a:moveTo>
                  <a:pt x="10003" y="8573"/>
                </a:moveTo>
                <a:lnTo>
                  <a:pt x="10003" y="9359"/>
                </a:lnTo>
                <a:lnTo>
                  <a:pt x="1454" y="9359"/>
                </a:lnTo>
                <a:lnTo>
                  <a:pt x="1454" y="8573"/>
                </a:lnTo>
                <a:close/>
                <a:moveTo>
                  <a:pt x="10789" y="10074"/>
                </a:moveTo>
                <a:lnTo>
                  <a:pt x="10789" y="10836"/>
                </a:lnTo>
                <a:lnTo>
                  <a:pt x="644" y="10836"/>
                </a:lnTo>
                <a:lnTo>
                  <a:pt x="644" y="10074"/>
                </a:lnTo>
                <a:close/>
                <a:moveTo>
                  <a:pt x="5383" y="0"/>
                </a:moveTo>
                <a:lnTo>
                  <a:pt x="5383" y="3548"/>
                </a:lnTo>
                <a:lnTo>
                  <a:pt x="3097" y="3548"/>
                </a:lnTo>
                <a:lnTo>
                  <a:pt x="3097" y="5001"/>
                </a:lnTo>
                <a:lnTo>
                  <a:pt x="2287" y="5001"/>
                </a:lnTo>
                <a:lnTo>
                  <a:pt x="2287" y="6454"/>
                </a:lnTo>
                <a:lnTo>
                  <a:pt x="1501" y="6454"/>
                </a:lnTo>
                <a:lnTo>
                  <a:pt x="1501" y="7930"/>
                </a:lnTo>
                <a:lnTo>
                  <a:pt x="787" y="7930"/>
                </a:lnTo>
                <a:lnTo>
                  <a:pt x="787" y="9383"/>
                </a:lnTo>
                <a:lnTo>
                  <a:pt x="1" y="9383"/>
                </a:lnTo>
                <a:lnTo>
                  <a:pt x="1" y="11526"/>
                </a:lnTo>
                <a:lnTo>
                  <a:pt x="11479" y="11526"/>
                </a:lnTo>
                <a:lnTo>
                  <a:pt x="11479" y="9383"/>
                </a:lnTo>
                <a:lnTo>
                  <a:pt x="10670" y="9383"/>
                </a:lnTo>
                <a:lnTo>
                  <a:pt x="10670" y="7930"/>
                </a:lnTo>
                <a:lnTo>
                  <a:pt x="9955" y="7930"/>
                </a:lnTo>
                <a:lnTo>
                  <a:pt x="9955" y="6454"/>
                </a:lnTo>
                <a:lnTo>
                  <a:pt x="9169" y="6454"/>
                </a:lnTo>
                <a:lnTo>
                  <a:pt x="9169" y="5001"/>
                </a:lnTo>
                <a:lnTo>
                  <a:pt x="8360" y="5001"/>
                </a:lnTo>
                <a:lnTo>
                  <a:pt x="8360" y="3548"/>
                </a:lnTo>
                <a:lnTo>
                  <a:pt x="6074" y="3548"/>
                </a:lnTo>
                <a:lnTo>
                  <a:pt x="6074" y="2453"/>
                </a:lnTo>
                <a:lnTo>
                  <a:pt x="8979" y="2453"/>
                </a:lnTo>
                <a:lnTo>
                  <a:pt x="89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nvGrpSpPr>
          <p:cNvPr id="20125" name="Google Shape;20125;p94"/>
          <p:cNvGrpSpPr/>
          <p:nvPr/>
        </p:nvGrpSpPr>
        <p:grpSpPr>
          <a:xfrm>
            <a:off x="4046004" y="1751263"/>
            <a:ext cx="339830" cy="338418"/>
            <a:chOff x="4122204" y="1953663"/>
            <a:chExt cx="339830" cy="338418"/>
          </a:xfrm>
        </p:grpSpPr>
        <p:sp>
          <p:nvSpPr>
            <p:cNvPr id="20126" name="Google Shape;20126;p94"/>
            <p:cNvSpPr/>
            <p:nvPr/>
          </p:nvSpPr>
          <p:spPr>
            <a:xfrm>
              <a:off x="4122204" y="1953663"/>
              <a:ext cx="339830" cy="338418"/>
            </a:xfrm>
            <a:custGeom>
              <a:rect b="b" l="l" r="r" t="t"/>
              <a:pathLst>
                <a:path extrusionOk="0" h="11503" w="11551">
                  <a:moveTo>
                    <a:pt x="9621" y="1858"/>
                  </a:moveTo>
                  <a:lnTo>
                    <a:pt x="9621" y="2644"/>
                  </a:lnTo>
                  <a:cubicBezTo>
                    <a:pt x="9621" y="4168"/>
                    <a:pt x="8407" y="5383"/>
                    <a:pt x="6883" y="5383"/>
                  </a:cubicBezTo>
                  <a:lnTo>
                    <a:pt x="6097" y="5383"/>
                  </a:lnTo>
                  <a:lnTo>
                    <a:pt x="6097" y="4597"/>
                  </a:lnTo>
                  <a:cubicBezTo>
                    <a:pt x="6097" y="3120"/>
                    <a:pt x="7359" y="1858"/>
                    <a:pt x="8835" y="1858"/>
                  </a:cubicBezTo>
                  <a:close/>
                  <a:moveTo>
                    <a:pt x="1881" y="667"/>
                  </a:moveTo>
                  <a:cubicBezTo>
                    <a:pt x="3834" y="667"/>
                    <a:pt x="5430" y="2263"/>
                    <a:pt x="5430" y="4216"/>
                  </a:cubicBezTo>
                  <a:lnTo>
                    <a:pt x="5430" y="4597"/>
                  </a:lnTo>
                  <a:lnTo>
                    <a:pt x="5430" y="5407"/>
                  </a:lnTo>
                  <a:lnTo>
                    <a:pt x="4239" y="5407"/>
                  </a:lnTo>
                  <a:cubicBezTo>
                    <a:pt x="4225" y="5407"/>
                    <a:pt x="4210" y="5407"/>
                    <a:pt x="4196" y="5407"/>
                  </a:cubicBezTo>
                  <a:cubicBezTo>
                    <a:pt x="2263" y="5407"/>
                    <a:pt x="691" y="3820"/>
                    <a:pt x="691" y="1858"/>
                  </a:cubicBezTo>
                  <a:lnTo>
                    <a:pt x="691" y="667"/>
                  </a:lnTo>
                  <a:close/>
                  <a:moveTo>
                    <a:pt x="5430" y="6121"/>
                  </a:moveTo>
                  <a:lnTo>
                    <a:pt x="5430" y="6907"/>
                  </a:lnTo>
                  <a:cubicBezTo>
                    <a:pt x="5430" y="8383"/>
                    <a:pt x="4191" y="9645"/>
                    <a:pt x="2691" y="9645"/>
                  </a:cubicBezTo>
                  <a:lnTo>
                    <a:pt x="1905" y="9645"/>
                  </a:lnTo>
                  <a:lnTo>
                    <a:pt x="1905" y="8860"/>
                  </a:lnTo>
                  <a:cubicBezTo>
                    <a:pt x="1905" y="7335"/>
                    <a:pt x="3120" y="6121"/>
                    <a:pt x="4644" y="6121"/>
                  </a:cubicBezTo>
                  <a:close/>
                  <a:moveTo>
                    <a:pt x="7335" y="6097"/>
                  </a:moveTo>
                  <a:cubicBezTo>
                    <a:pt x="9288" y="6097"/>
                    <a:pt x="10860" y="7669"/>
                    <a:pt x="10860" y="9645"/>
                  </a:cubicBezTo>
                  <a:lnTo>
                    <a:pt x="10860" y="10836"/>
                  </a:lnTo>
                  <a:lnTo>
                    <a:pt x="9669" y="10836"/>
                  </a:lnTo>
                  <a:cubicBezTo>
                    <a:pt x="7716" y="10836"/>
                    <a:pt x="6144" y="9241"/>
                    <a:pt x="6144" y="7288"/>
                  </a:cubicBezTo>
                  <a:lnTo>
                    <a:pt x="6144" y="6097"/>
                  </a:lnTo>
                  <a:close/>
                  <a:moveTo>
                    <a:pt x="0" y="1"/>
                  </a:moveTo>
                  <a:lnTo>
                    <a:pt x="0" y="1858"/>
                  </a:lnTo>
                  <a:cubicBezTo>
                    <a:pt x="0" y="3740"/>
                    <a:pt x="1215" y="5311"/>
                    <a:pt x="2929" y="5883"/>
                  </a:cubicBezTo>
                  <a:cubicBezTo>
                    <a:pt x="1905" y="6478"/>
                    <a:pt x="1215" y="7574"/>
                    <a:pt x="1215" y="8836"/>
                  </a:cubicBezTo>
                  <a:lnTo>
                    <a:pt x="1215" y="10288"/>
                  </a:lnTo>
                  <a:lnTo>
                    <a:pt x="2644" y="10288"/>
                  </a:lnTo>
                  <a:cubicBezTo>
                    <a:pt x="3930" y="10288"/>
                    <a:pt x="5025" y="9598"/>
                    <a:pt x="5620" y="8598"/>
                  </a:cubicBezTo>
                  <a:cubicBezTo>
                    <a:pt x="6192" y="10288"/>
                    <a:pt x="7764" y="11503"/>
                    <a:pt x="9669" y="11503"/>
                  </a:cubicBezTo>
                  <a:lnTo>
                    <a:pt x="11550" y="11503"/>
                  </a:lnTo>
                  <a:lnTo>
                    <a:pt x="11550" y="9645"/>
                  </a:lnTo>
                  <a:cubicBezTo>
                    <a:pt x="11526" y="7764"/>
                    <a:pt x="10312" y="6145"/>
                    <a:pt x="8597" y="5621"/>
                  </a:cubicBezTo>
                  <a:cubicBezTo>
                    <a:pt x="9621" y="5025"/>
                    <a:pt x="10312" y="3930"/>
                    <a:pt x="10312" y="2644"/>
                  </a:cubicBezTo>
                  <a:lnTo>
                    <a:pt x="10312" y="1215"/>
                  </a:lnTo>
                  <a:lnTo>
                    <a:pt x="8835" y="1215"/>
                  </a:lnTo>
                  <a:cubicBezTo>
                    <a:pt x="7573" y="1215"/>
                    <a:pt x="6454" y="1906"/>
                    <a:pt x="5859" y="2906"/>
                  </a:cubicBezTo>
                  <a:cubicBezTo>
                    <a:pt x="5311" y="1215"/>
                    <a:pt x="3715"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127" name="Google Shape;20127;p94"/>
            <p:cNvSpPr/>
            <p:nvPr/>
          </p:nvSpPr>
          <p:spPr>
            <a:xfrm>
              <a:off x="4190840" y="2014620"/>
              <a:ext cx="49073" cy="20359"/>
            </a:xfrm>
            <a:custGeom>
              <a:rect b="b" l="l" r="r" t="t"/>
              <a:pathLst>
                <a:path extrusionOk="0" h="692" w="1668">
                  <a:moveTo>
                    <a:pt x="1" y="0"/>
                  </a:moveTo>
                  <a:lnTo>
                    <a:pt x="1" y="691"/>
                  </a:lnTo>
                  <a:lnTo>
                    <a:pt x="1668" y="691"/>
                  </a:lnTo>
                  <a:lnTo>
                    <a:pt x="166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128" name="Google Shape;20128;p94"/>
            <p:cNvSpPr/>
            <p:nvPr/>
          </p:nvSpPr>
          <p:spPr>
            <a:xfrm>
              <a:off x="4190840" y="2053866"/>
              <a:ext cx="49073" cy="20329"/>
            </a:xfrm>
            <a:custGeom>
              <a:rect b="b" l="l" r="r" t="t"/>
              <a:pathLst>
                <a:path extrusionOk="0" h="691" w="1668">
                  <a:moveTo>
                    <a:pt x="1" y="0"/>
                  </a:moveTo>
                  <a:lnTo>
                    <a:pt x="1" y="691"/>
                  </a:lnTo>
                  <a:lnTo>
                    <a:pt x="1668" y="691"/>
                  </a:lnTo>
                  <a:lnTo>
                    <a:pt x="166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129" name="Google Shape;20129;p94"/>
            <p:cNvSpPr/>
            <p:nvPr/>
          </p:nvSpPr>
          <p:spPr>
            <a:xfrm>
              <a:off x="4343587" y="2170867"/>
              <a:ext cx="49073" cy="19623"/>
            </a:xfrm>
            <a:custGeom>
              <a:rect b="b" l="l" r="r" t="t"/>
              <a:pathLst>
                <a:path extrusionOk="0" h="667" w="1668">
                  <a:moveTo>
                    <a:pt x="1" y="0"/>
                  </a:moveTo>
                  <a:lnTo>
                    <a:pt x="1" y="667"/>
                  </a:lnTo>
                  <a:lnTo>
                    <a:pt x="1668" y="667"/>
                  </a:lnTo>
                  <a:lnTo>
                    <a:pt x="166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130" name="Google Shape;20130;p94"/>
            <p:cNvSpPr/>
            <p:nvPr/>
          </p:nvSpPr>
          <p:spPr>
            <a:xfrm>
              <a:off x="4343587" y="2210083"/>
              <a:ext cx="49073" cy="20359"/>
            </a:xfrm>
            <a:custGeom>
              <a:rect b="b" l="l" r="r" t="t"/>
              <a:pathLst>
                <a:path extrusionOk="0" h="692" w="1668">
                  <a:moveTo>
                    <a:pt x="1" y="1"/>
                  </a:moveTo>
                  <a:lnTo>
                    <a:pt x="1" y="691"/>
                  </a:lnTo>
                  <a:lnTo>
                    <a:pt x="1668" y="691"/>
                  </a:lnTo>
                  <a:lnTo>
                    <a:pt x="166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sp>
        <p:nvSpPr>
          <p:cNvPr id="20131" name="Google Shape;20131;p94"/>
          <p:cNvSpPr/>
          <p:nvPr/>
        </p:nvSpPr>
        <p:spPr>
          <a:xfrm>
            <a:off x="4780588" y="1741466"/>
            <a:ext cx="339154" cy="337712"/>
          </a:xfrm>
          <a:custGeom>
            <a:rect b="b" l="l" r="r" t="t"/>
            <a:pathLst>
              <a:path extrusionOk="0" h="11479" w="11528">
                <a:moveTo>
                  <a:pt x="1073" y="1953"/>
                </a:moveTo>
                <a:cubicBezTo>
                  <a:pt x="1287" y="1953"/>
                  <a:pt x="1477" y="2144"/>
                  <a:pt x="1477" y="2358"/>
                </a:cubicBezTo>
                <a:cubicBezTo>
                  <a:pt x="1477" y="2548"/>
                  <a:pt x="1287" y="2739"/>
                  <a:pt x="1073" y="2739"/>
                </a:cubicBezTo>
                <a:cubicBezTo>
                  <a:pt x="882" y="2739"/>
                  <a:pt x="692" y="2548"/>
                  <a:pt x="692" y="2358"/>
                </a:cubicBezTo>
                <a:cubicBezTo>
                  <a:pt x="692" y="2144"/>
                  <a:pt x="882" y="1953"/>
                  <a:pt x="1073" y="1953"/>
                </a:cubicBezTo>
                <a:close/>
                <a:moveTo>
                  <a:pt x="10456" y="1953"/>
                </a:moveTo>
                <a:cubicBezTo>
                  <a:pt x="10670" y="1953"/>
                  <a:pt x="10837" y="2144"/>
                  <a:pt x="10837" y="2358"/>
                </a:cubicBezTo>
                <a:cubicBezTo>
                  <a:pt x="10837" y="2548"/>
                  <a:pt x="10670" y="2739"/>
                  <a:pt x="10456" y="2739"/>
                </a:cubicBezTo>
                <a:cubicBezTo>
                  <a:pt x="10241" y="2739"/>
                  <a:pt x="10075" y="2548"/>
                  <a:pt x="10075" y="2358"/>
                </a:cubicBezTo>
                <a:cubicBezTo>
                  <a:pt x="10075" y="2144"/>
                  <a:pt x="10217" y="1953"/>
                  <a:pt x="10456" y="1953"/>
                </a:cubicBezTo>
                <a:close/>
                <a:moveTo>
                  <a:pt x="9408" y="2715"/>
                </a:moveTo>
                <a:cubicBezTo>
                  <a:pt x="9527" y="3025"/>
                  <a:pt x="9765" y="3263"/>
                  <a:pt x="10098" y="3382"/>
                </a:cubicBezTo>
                <a:lnTo>
                  <a:pt x="10098" y="4715"/>
                </a:lnTo>
                <a:cubicBezTo>
                  <a:pt x="9765" y="4835"/>
                  <a:pt x="9527" y="5097"/>
                  <a:pt x="9408" y="5406"/>
                </a:cubicBezTo>
                <a:lnTo>
                  <a:pt x="8217" y="5406"/>
                </a:lnTo>
                <a:cubicBezTo>
                  <a:pt x="7860" y="5406"/>
                  <a:pt x="7503" y="5263"/>
                  <a:pt x="7264" y="5025"/>
                </a:cubicBezTo>
                <a:lnTo>
                  <a:pt x="6764" y="4549"/>
                </a:lnTo>
                <a:lnTo>
                  <a:pt x="7431" y="3334"/>
                </a:lnTo>
                <a:cubicBezTo>
                  <a:pt x="7622" y="2953"/>
                  <a:pt x="8050" y="2715"/>
                  <a:pt x="8455" y="2715"/>
                </a:cubicBezTo>
                <a:close/>
                <a:moveTo>
                  <a:pt x="1073" y="5335"/>
                </a:moveTo>
                <a:cubicBezTo>
                  <a:pt x="1287" y="5335"/>
                  <a:pt x="1477" y="5501"/>
                  <a:pt x="1477" y="5716"/>
                </a:cubicBezTo>
                <a:cubicBezTo>
                  <a:pt x="1477" y="5930"/>
                  <a:pt x="1287" y="6097"/>
                  <a:pt x="1073" y="6097"/>
                </a:cubicBezTo>
                <a:cubicBezTo>
                  <a:pt x="882" y="6097"/>
                  <a:pt x="692" y="5906"/>
                  <a:pt x="692" y="5716"/>
                </a:cubicBezTo>
                <a:cubicBezTo>
                  <a:pt x="692" y="5501"/>
                  <a:pt x="882" y="5335"/>
                  <a:pt x="1073" y="5335"/>
                </a:cubicBezTo>
                <a:close/>
                <a:moveTo>
                  <a:pt x="10456" y="5358"/>
                </a:moveTo>
                <a:cubicBezTo>
                  <a:pt x="10670" y="5358"/>
                  <a:pt x="10837" y="5525"/>
                  <a:pt x="10837" y="5740"/>
                </a:cubicBezTo>
                <a:cubicBezTo>
                  <a:pt x="10837" y="5954"/>
                  <a:pt x="10670" y="6121"/>
                  <a:pt x="10456" y="6121"/>
                </a:cubicBezTo>
                <a:cubicBezTo>
                  <a:pt x="10241" y="6121"/>
                  <a:pt x="10075" y="5954"/>
                  <a:pt x="10075" y="5740"/>
                </a:cubicBezTo>
                <a:cubicBezTo>
                  <a:pt x="10075" y="5525"/>
                  <a:pt x="10241" y="5358"/>
                  <a:pt x="10456" y="5358"/>
                </a:cubicBezTo>
                <a:close/>
                <a:moveTo>
                  <a:pt x="3428" y="2707"/>
                </a:moveTo>
                <a:cubicBezTo>
                  <a:pt x="3726" y="2707"/>
                  <a:pt x="4032" y="2862"/>
                  <a:pt x="4264" y="3072"/>
                </a:cubicBezTo>
                <a:lnTo>
                  <a:pt x="5955" y="4668"/>
                </a:lnTo>
                <a:lnTo>
                  <a:pt x="5121" y="6240"/>
                </a:lnTo>
                <a:lnTo>
                  <a:pt x="4716" y="5859"/>
                </a:lnTo>
                <a:cubicBezTo>
                  <a:pt x="4335" y="5501"/>
                  <a:pt x="3811" y="5287"/>
                  <a:pt x="3287" y="5287"/>
                </a:cubicBezTo>
                <a:lnTo>
                  <a:pt x="2073" y="5287"/>
                </a:lnTo>
                <a:cubicBezTo>
                  <a:pt x="1954" y="5025"/>
                  <a:pt x="1716" y="4811"/>
                  <a:pt x="1430" y="4739"/>
                </a:cubicBezTo>
                <a:lnTo>
                  <a:pt x="1430" y="3382"/>
                </a:lnTo>
                <a:cubicBezTo>
                  <a:pt x="1763" y="3263"/>
                  <a:pt x="2001" y="3025"/>
                  <a:pt x="2120" y="2715"/>
                </a:cubicBezTo>
                <a:lnTo>
                  <a:pt x="3311" y="2715"/>
                </a:lnTo>
                <a:cubicBezTo>
                  <a:pt x="3350" y="2710"/>
                  <a:pt x="3389" y="2707"/>
                  <a:pt x="3428" y="2707"/>
                </a:cubicBezTo>
                <a:close/>
                <a:moveTo>
                  <a:pt x="6455" y="5168"/>
                </a:moveTo>
                <a:lnTo>
                  <a:pt x="6836" y="5525"/>
                </a:lnTo>
                <a:cubicBezTo>
                  <a:pt x="7217" y="5882"/>
                  <a:pt x="7717" y="6097"/>
                  <a:pt x="8241" y="6097"/>
                </a:cubicBezTo>
                <a:lnTo>
                  <a:pt x="9408" y="6097"/>
                </a:lnTo>
                <a:cubicBezTo>
                  <a:pt x="9527" y="6430"/>
                  <a:pt x="9765" y="6668"/>
                  <a:pt x="10098" y="6787"/>
                </a:cubicBezTo>
                <a:lnTo>
                  <a:pt x="10098" y="8121"/>
                </a:lnTo>
                <a:cubicBezTo>
                  <a:pt x="9836" y="8216"/>
                  <a:pt x="9598" y="8407"/>
                  <a:pt x="9479" y="8692"/>
                </a:cubicBezTo>
                <a:lnTo>
                  <a:pt x="8241" y="8692"/>
                </a:lnTo>
                <a:cubicBezTo>
                  <a:pt x="7931" y="8669"/>
                  <a:pt x="7574" y="8550"/>
                  <a:pt x="7312" y="8264"/>
                </a:cubicBezTo>
                <a:lnTo>
                  <a:pt x="5645" y="6716"/>
                </a:lnTo>
                <a:lnTo>
                  <a:pt x="6455" y="5168"/>
                </a:lnTo>
                <a:close/>
                <a:moveTo>
                  <a:pt x="3287" y="5954"/>
                </a:moveTo>
                <a:cubicBezTo>
                  <a:pt x="3645" y="5954"/>
                  <a:pt x="4002" y="6097"/>
                  <a:pt x="4240" y="6335"/>
                </a:cubicBezTo>
                <a:lnTo>
                  <a:pt x="4764" y="6835"/>
                </a:lnTo>
                <a:lnTo>
                  <a:pt x="4097" y="8121"/>
                </a:lnTo>
                <a:cubicBezTo>
                  <a:pt x="3883" y="8502"/>
                  <a:pt x="3502" y="8740"/>
                  <a:pt x="3049" y="8740"/>
                </a:cubicBezTo>
                <a:lnTo>
                  <a:pt x="2097" y="8740"/>
                </a:lnTo>
                <a:cubicBezTo>
                  <a:pt x="1978" y="8431"/>
                  <a:pt x="1739" y="8192"/>
                  <a:pt x="1406" y="8073"/>
                </a:cubicBezTo>
                <a:lnTo>
                  <a:pt x="1406" y="6716"/>
                </a:lnTo>
                <a:cubicBezTo>
                  <a:pt x="1763" y="6597"/>
                  <a:pt x="2025" y="6311"/>
                  <a:pt x="2120" y="5954"/>
                </a:cubicBezTo>
                <a:close/>
                <a:moveTo>
                  <a:pt x="1073" y="8716"/>
                </a:moveTo>
                <a:cubicBezTo>
                  <a:pt x="1287" y="8716"/>
                  <a:pt x="1477" y="8907"/>
                  <a:pt x="1477" y="9097"/>
                </a:cubicBezTo>
                <a:cubicBezTo>
                  <a:pt x="1477" y="9312"/>
                  <a:pt x="1287" y="9502"/>
                  <a:pt x="1073" y="9502"/>
                </a:cubicBezTo>
                <a:cubicBezTo>
                  <a:pt x="882" y="9502"/>
                  <a:pt x="692" y="9312"/>
                  <a:pt x="692" y="9097"/>
                </a:cubicBezTo>
                <a:cubicBezTo>
                  <a:pt x="692" y="8907"/>
                  <a:pt x="882" y="8716"/>
                  <a:pt x="1073" y="8716"/>
                </a:cubicBezTo>
                <a:close/>
                <a:moveTo>
                  <a:pt x="10456" y="8716"/>
                </a:moveTo>
                <a:cubicBezTo>
                  <a:pt x="10670" y="8716"/>
                  <a:pt x="10837" y="8907"/>
                  <a:pt x="10837" y="9097"/>
                </a:cubicBezTo>
                <a:cubicBezTo>
                  <a:pt x="10837" y="9312"/>
                  <a:pt x="10670" y="9502"/>
                  <a:pt x="10456" y="9502"/>
                </a:cubicBezTo>
                <a:cubicBezTo>
                  <a:pt x="10241" y="9502"/>
                  <a:pt x="10075" y="9312"/>
                  <a:pt x="10075" y="9097"/>
                </a:cubicBezTo>
                <a:cubicBezTo>
                  <a:pt x="10075" y="8907"/>
                  <a:pt x="10241" y="8716"/>
                  <a:pt x="10456" y="8716"/>
                </a:cubicBezTo>
                <a:close/>
                <a:moveTo>
                  <a:pt x="763" y="0"/>
                </a:moveTo>
                <a:lnTo>
                  <a:pt x="763" y="1358"/>
                </a:lnTo>
                <a:cubicBezTo>
                  <a:pt x="334" y="1524"/>
                  <a:pt x="1" y="1905"/>
                  <a:pt x="1" y="2382"/>
                </a:cubicBezTo>
                <a:cubicBezTo>
                  <a:pt x="1" y="2858"/>
                  <a:pt x="311" y="3239"/>
                  <a:pt x="763" y="3382"/>
                </a:cubicBezTo>
                <a:lnTo>
                  <a:pt x="763" y="4739"/>
                </a:lnTo>
                <a:cubicBezTo>
                  <a:pt x="334" y="4882"/>
                  <a:pt x="1" y="5263"/>
                  <a:pt x="1" y="5740"/>
                </a:cubicBezTo>
                <a:cubicBezTo>
                  <a:pt x="1" y="6216"/>
                  <a:pt x="311" y="6597"/>
                  <a:pt x="763" y="6764"/>
                </a:cubicBezTo>
                <a:lnTo>
                  <a:pt x="763" y="8097"/>
                </a:lnTo>
                <a:cubicBezTo>
                  <a:pt x="334" y="8240"/>
                  <a:pt x="1" y="8621"/>
                  <a:pt x="1" y="9097"/>
                </a:cubicBezTo>
                <a:cubicBezTo>
                  <a:pt x="1" y="9574"/>
                  <a:pt x="311" y="9955"/>
                  <a:pt x="763" y="10121"/>
                </a:cubicBezTo>
                <a:lnTo>
                  <a:pt x="763" y="11479"/>
                </a:lnTo>
                <a:lnTo>
                  <a:pt x="1430" y="11479"/>
                </a:lnTo>
                <a:lnTo>
                  <a:pt x="1430" y="10121"/>
                </a:lnTo>
                <a:cubicBezTo>
                  <a:pt x="1430" y="10121"/>
                  <a:pt x="2001" y="9764"/>
                  <a:pt x="2097" y="9455"/>
                </a:cubicBezTo>
                <a:lnTo>
                  <a:pt x="3049" y="9455"/>
                </a:lnTo>
                <a:cubicBezTo>
                  <a:pt x="3740" y="9455"/>
                  <a:pt x="4359" y="9074"/>
                  <a:pt x="4692" y="8454"/>
                </a:cubicBezTo>
                <a:lnTo>
                  <a:pt x="5288" y="7335"/>
                </a:lnTo>
                <a:lnTo>
                  <a:pt x="6836" y="8764"/>
                </a:lnTo>
                <a:cubicBezTo>
                  <a:pt x="7217" y="9121"/>
                  <a:pt x="8241" y="9335"/>
                  <a:pt x="8241" y="9335"/>
                </a:cubicBezTo>
                <a:lnTo>
                  <a:pt x="9408" y="9335"/>
                </a:lnTo>
                <a:cubicBezTo>
                  <a:pt x="9503" y="9693"/>
                  <a:pt x="9765" y="10002"/>
                  <a:pt x="10122" y="10121"/>
                </a:cubicBezTo>
                <a:lnTo>
                  <a:pt x="10122" y="11479"/>
                </a:lnTo>
                <a:lnTo>
                  <a:pt x="10789" y="11479"/>
                </a:lnTo>
                <a:lnTo>
                  <a:pt x="10789" y="10121"/>
                </a:lnTo>
                <a:cubicBezTo>
                  <a:pt x="11218" y="9955"/>
                  <a:pt x="11527" y="9574"/>
                  <a:pt x="11527" y="9097"/>
                </a:cubicBezTo>
                <a:cubicBezTo>
                  <a:pt x="11527" y="8621"/>
                  <a:pt x="11218" y="8240"/>
                  <a:pt x="10813" y="8097"/>
                </a:cubicBezTo>
                <a:lnTo>
                  <a:pt x="10813" y="6740"/>
                </a:lnTo>
                <a:cubicBezTo>
                  <a:pt x="11194" y="6597"/>
                  <a:pt x="11527" y="6192"/>
                  <a:pt x="11527" y="5740"/>
                </a:cubicBezTo>
                <a:cubicBezTo>
                  <a:pt x="11527" y="5263"/>
                  <a:pt x="11241" y="4882"/>
                  <a:pt x="10813" y="4739"/>
                </a:cubicBezTo>
                <a:lnTo>
                  <a:pt x="10813" y="3382"/>
                </a:lnTo>
                <a:cubicBezTo>
                  <a:pt x="11241" y="3239"/>
                  <a:pt x="11527" y="2858"/>
                  <a:pt x="11527" y="2382"/>
                </a:cubicBezTo>
                <a:cubicBezTo>
                  <a:pt x="11527" y="1905"/>
                  <a:pt x="11241" y="1524"/>
                  <a:pt x="10813" y="1358"/>
                </a:cubicBezTo>
                <a:lnTo>
                  <a:pt x="10813" y="0"/>
                </a:lnTo>
                <a:lnTo>
                  <a:pt x="10122" y="0"/>
                </a:lnTo>
                <a:lnTo>
                  <a:pt x="10122" y="1358"/>
                </a:lnTo>
                <a:cubicBezTo>
                  <a:pt x="9813" y="1477"/>
                  <a:pt x="9574" y="1715"/>
                  <a:pt x="9455" y="2048"/>
                </a:cubicBezTo>
                <a:lnTo>
                  <a:pt x="8503" y="2048"/>
                </a:lnTo>
                <a:cubicBezTo>
                  <a:pt x="7812" y="2048"/>
                  <a:pt x="7193" y="2429"/>
                  <a:pt x="6860" y="3025"/>
                </a:cubicBezTo>
                <a:lnTo>
                  <a:pt x="6288" y="4073"/>
                </a:lnTo>
                <a:lnTo>
                  <a:pt x="4716" y="2620"/>
                </a:lnTo>
                <a:cubicBezTo>
                  <a:pt x="4335" y="2263"/>
                  <a:pt x="3811" y="2048"/>
                  <a:pt x="3287" y="2048"/>
                </a:cubicBezTo>
                <a:lnTo>
                  <a:pt x="2097" y="2048"/>
                </a:lnTo>
                <a:cubicBezTo>
                  <a:pt x="1978" y="1715"/>
                  <a:pt x="1739" y="1477"/>
                  <a:pt x="1406" y="1358"/>
                </a:cubicBezTo>
                <a:lnTo>
                  <a:pt x="140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132" name="Google Shape;20132;p94"/>
          <p:cNvSpPr/>
          <p:nvPr/>
        </p:nvSpPr>
        <p:spPr>
          <a:xfrm>
            <a:off x="5513112" y="1732346"/>
            <a:ext cx="337712" cy="339124"/>
          </a:xfrm>
          <a:custGeom>
            <a:rect b="b" l="l" r="r" t="t"/>
            <a:pathLst>
              <a:path extrusionOk="0" h="11527" w="11479">
                <a:moveTo>
                  <a:pt x="4644" y="2430"/>
                </a:moveTo>
                <a:lnTo>
                  <a:pt x="4644" y="10812"/>
                </a:lnTo>
                <a:lnTo>
                  <a:pt x="3858" y="10812"/>
                </a:lnTo>
                <a:lnTo>
                  <a:pt x="3858" y="4692"/>
                </a:lnTo>
                <a:lnTo>
                  <a:pt x="3858" y="2430"/>
                </a:lnTo>
                <a:close/>
                <a:moveTo>
                  <a:pt x="3192" y="5359"/>
                </a:moveTo>
                <a:lnTo>
                  <a:pt x="3192" y="10836"/>
                </a:lnTo>
                <a:lnTo>
                  <a:pt x="2406" y="10836"/>
                </a:lnTo>
                <a:lnTo>
                  <a:pt x="2406" y="5359"/>
                </a:lnTo>
                <a:close/>
                <a:moveTo>
                  <a:pt x="6097" y="3906"/>
                </a:moveTo>
                <a:lnTo>
                  <a:pt x="6097" y="10836"/>
                </a:lnTo>
                <a:lnTo>
                  <a:pt x="5335" y="10836"/>
                </a:lnTo>
                <a:lnTo>
                  <a:pt x="5335" y="3906"/>
                </a:lnTo>
                <a:close/>
                <a:moveTo>
                  <a:pt x="7597" y="691"/>
                </a:moveTo>
                <a:lnTo>
                  <a:pt x="7597" y="10836"/>
                </a:lnTo>
                <a:lnTo>
                  <a:pt x="6811" y="10836"/>
                </a:lnTo>
                <a:lnTo>
                  <a:pt x="6811" y="691"/>
                </a:lnTo>
                <a:close/>
                <a:moveTo>
                  <a:pt x="9050" y="2454"/>
                </a:moveTo>
                <a:lnTo>
                  <a:pt x="9050" y="10836"/>
                </a:lnTo>
                <a:lnTo>
                  <a:pt x="8264" y="10836"/>
                </a:lnTo>
                <a:lnTo>
                  <a:pt x="8264" y="2454"/>
                </a:lnTo>
                <a:close/>
                <a:moveTo>
                  <a:pt x="6121" y="1"/>
                </a:moveTo>
                <a:lnTo>
                  <a:pt x="6121" y="3263"/>
                </a:lnTo>
                <a:lnTo>
                  <a:pt x="5359" y="3263"/>
                </a:lnTo>
                <a:lnTo>
                  <a:pt x="5359" y="1787"/>
                </a:lnTo>
                <a:lnTo>
                  <a:pt x="3215" y="1787"/>
                </a:lnTo>
                <a:lnTo>
                  <a:pt x="3215" y="4692"/>
                </a:lnTo>
                <a:lnTo>
                  <a:pt x="1739" y="4692"/>
                </a:lnTo>
                <a:lnTo>
                  <a:pt x="1739" y="10836"/>
                </a:lnTo>
                <a:lnTo>
                  <a:pt x="0" y="10836"/>
                </a:lnTo>
                <a:lnTo>
                  <a:pt x="0" y="11527"/>
                </a:lnTo>
                <a:lnTo>
                  <a:pt x="11479" y="11527"/>
                </a:lnTo>
                <a:lnTo>
                  <a:pt x="11479" y="10836"/>
                </a:lnTo>
                <a:lnTo>
                  <a:pt x="9740" y="10836"/>
                </a:lnTo>
                <a:lnTo>
                  <a:pt x="9740" y="1763"/>
                </a:lnTo>
                <a:lnTo>
                  <a:pt x="8264" y="1763"/>
                </a:lnTo>
                <a:lnTo>
                  <a:pt x="826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nvGrpSpPr>
          <p:cNvPr id="20133" name="Google Shape;20133;p94"/>
          <p:cNvGrpSpPr/>
          <p:nvPr/>
        </p:nvGrpSpPr>
        <p:grpSpPr>
          <a:xfrm>
            <a:off x="6252608" y="1765266"/>
            <a:ext cx="338448" cy="313907"/>
            <a:chOff x="5871608" y="1967666"/>
            <a:chExt cx="338448" cy="313907"/>
          </a:xfrm>
        </p:grpSpPr>
        <p:sp>
          <p:nvSpPr>
            <p:cNvPr id="20134" name="Google Shape;20134;p94"/>
            <p:cNvSpPr/>
            <p:nvPr/>
          </p:nvSpPr>
          <p:spPr>
            <a:xfrm>
              <a:off x="5871608" y="2046158"/>
              <a:ext cx="338448" cy="63076"/>
            </a:xfrm>
            <a:custGeom>
              <a:rect b="b" l="l" r="r" t="t"/>
              <a:pathLst>
                <a:path extrusionOk="0" h="2144" w="11504">
                  <a:moveTo>
                    <a:pt x="7693" y="691"/>
                  </a:moveTo>
                  <a:lnTo>
                    <a:pt x="8074" y="1072"/>
                  </a:lnTo>
                  <a:lnTo>
                    <a:pt x="7693" y="1453"/>
                  </a:lnTo>
                  <a:lnTo>
                    <a:pt x="668" y="1453"/>
                  </a:lnTo>
                  <a:lnTo>
                    <a:pt x="668" y="691"/>
                  </a:lnTo>
                  <a:close/>
                  <a:moveTo>
                    <a:pt x="10860" y="715"/>
                  </a:moveTo>
                  <a:lnTo>
                    <a:pt x="10860" y="1500"/>
                  </a:lnTo>
                  <a:lnTo>
                    <a:pt x="8669" y="1500"/>
                  </a:lnTo>
                  <a:lnTo>
                    <a:pt x="9074" y="1096"/>
                  </a:lnTo>
                  <a:lnTo>
                    <a:pt x="8669" y="715"/>
                  </a:lnTo>
                  <a:close/>
                  <a:moveTo>
                    <a:pt x="1" y="0"/>
                  </a:moveTo>
                  <a:lnTo>
                    <a:pt x="1" y="2143"/>
                  </a:lnTo>
                  <a:lnTo>
                    <a:pt x="11503" y="2143"/>
                  </a:lnTo>
                  <a:lnTo>
                    <a:pt x="1150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135" name="Google Shape;20135;p94"/>
            <p:cNvSpPr/>
            <p:nvPr/>
          </p:nvSpPr>
          <p:spPr>
            <a:xfrm>
              <a:off x="5871608" y="2133034"/>
              <a:ext cx="338448" cy="63076"/>
            </a:xfrm>
            <a:custGeom>
              <a:rect b="b" l="l" r="r" t="t"/>
              <a:pathLst>
                <a:path extrusionOk="0" h="2144" w="11504">
                  <a:moveTo>
                    <a:pt x="5955" y="643"/>
                  </a:moveTo>
                  <a:lnTo>
                    <a:pt x="6359" y="1048"/>
                  </a:lnTo>
                  <a:lnTo>
                    <a:pt x="5955" y="1429"/>
                  </a:lnTo>
                  <a:lnTo>
                    <a:pt x="668" y="1429"/>
                  </a:lnTo>
                  <a:lnTo>
                    <a:pt x="668" y="643"/>
                  </a:lnTo>
                  <a:close/>
                  <a:moveTo>
                    <a:pt x="10860" y="691"/>
                  </a:moveTo>
                  <a:lnTo>
                    <a:pt x="10860" y="1453"/>
                  </a:lnTo>
                  <a:lnTo>
                    <a:pt x="6955" y="1453"/>
                  </a:lnTo>
                  <a:lnTo>
                    <a:pt x="7336" y="1072"/>
                  </a:lnTo>
                  <a:lnTo>
                    <a:pt x="6955" y="691"/>
                  </a:lnTo>
                  <a:close/>
                  <a:moveTo>
                    <a:pt x="1" y="0"/>
                  </a:moveTo>
                  <a:lnTo>
                    <a:pt x="1" y="2143"/>
                  </a:lnTo>
                  <a:lnTo>
                    <a:pt x="11503" y="2143"/>
                  </a:lnTo>
                  <a:lnTo>
                    <a:pt x="1150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136" name="Google Shape;20136;p94"/>
            <p:cNvSpPr/>
            <p:nvPr/>
          </p:nvSpPr>
          <p:spPr>
            <a:xfrm>
              <a:off x="5871608" y="2218497"/>
              <a:ext cx="338448" cy="63076"/>
            </a:xfrm>
            <a:custGeom>
              <a:rect b="b" l="l" r="r" t="t"/>
              <a:pathLst>
                <a:path extrusionOk="0" h="2144" w="11504">
                  <a:moveTo>
                    <a:pt x="4002" y="691"/>
                  </a:moveTo>
                  <a:lnTo>
                    <a:pt x="4383" y="1072"/>
                  </a:lnTo>
                  <a:lnTo>
                    <a:pt x="4002" y="1453"/>
                  </a:lnTo>
                  <a:lnTo>
                    <a:pt x="668" y="1453"/>
                  </a:lnTo>
                  <a:lnTo>
                    <a:pt x="668" y="691"/>
                  </a:lnTo>
                  <a:close/>
                  <a:moveTo>
                    <a:pt x="10860" y="691"/>
                  </a:moveTo>
                  <a:lnTo>
                    <a:pt x="10860" y="1477"/>
                  </a:lnTo>
                  <a:lnTo>
                    <a:pt x="4978" y="1477"/>
                  </a:lnTo>
                  <a:lnTo>
                    <a:pt x="5359" y="1072"/>
                  </a:lnTo>
                  <a:lnTo>
                    <a:pt x="4978" y="691"/>
                  </a:lnTo>
                  <a:close/>
                  <a:moveTo>
                    <a:pt x="1" y="0"/>
                  </a:moveTo>
                  <a:lnTo>
                    <a:pt x="1" y="2144"/>
                  </a:lnTo>
                  <a:lnTo>
                    <a:pt x="11503" y="2144"/>
                  </a:lnTo>
                  <a:lnTo>
                    <a:pt x="1150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137" name="Google Shape;20137;p94"/>
            <p:cNvSpPr/>
            <p:nvPr/>
          </p:nvSpPr>
          <p:spPr>
            <a:xfrm>
              <a:off x="6149770" y="2006912"/>
              <a:ext cx="60282" cy="19653"/>
            </a:xfrm>
            <a:custGeom>
              <a:rect b="b" l="l" r="r" t="t"/>
              <a:pathLst>
                <a:path extrusionOk="0" h="668" w="2049">
                  <a:moveTo>
                    <a:pt x="0" y="1"/>
                  </a:moveTo>
                  <a:lnTo>
                    <a:pt x="0" y="667"/>
                  </a:lnTo>
                  <a:lnTo>
                    <a:pt x="2048" y="667"/>
                  </a:lnTo>
                  <a:lnTo>
                    <a:pt x="204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138" name="Google Shape;20138;p94"/>
            <p:cNvSpPr/>
            <p:nvPr/>
          </p:nvSpPr>
          <p:spPr>
            <a:xfrm>
              <a:off x="6149770" y="1967666"/>
              <a:ext cx="60282" cy="19653"/>
            </a:xfrm>
            <a:custGeom>
              <a:rect b="b" l="l" r="r" t="t"/>
              <a:pathLst>
                <a:path extrusionOk="0" h="668" w="2049">
                  <a:moveTo>
                    <a:pt x="0" y="1"/>
                  </a:moveTo>
                  <a:lnTo>
                    <a:pt x="0" y="668"/>
                  </a:lnTo>
                  <a:lnTo>
                    <a:pt x="2048" y="668"/>
                  </a:lnTo>
                  <a:lnTo>
                    <a:pt x="204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139" name="Google Shape;20139;p94"/>
            <p:cNvSpPr/>
            <p:nvPr/>
          </p:nvSpPr>
          <p:spPr>
            <a:xfrm>
              <a:off x="6109141" y="2006912"/>
              <a:ext cx="20329" cy="19653"/>
            </a:xfrm>
            <a:custGeom>
              <a:rect b="b" l="l" r="r" t="t"/>
              <a:pathLst>
                <a:path extrusionOk="0" h="668" w="691">
                  <a:moveTo>
                    <a:pt x="0" y="1"/>
                  </a:moveTo>
                  <a:lnTo>
                    <a:pt x="0" y="667"/>
                  </a:lnTo>
                  <a:lnTo>
                    <a:pt x="691" y="667"/>
                  </a:lnTo>
                  <a:lnTo>
                    <a:pt x="6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140" name="Google Shape;20140;p94"/>
            <p:cNvSpPr/>
            <p:nvPr/>
          </p:nvSpPr>
          <p:spPr>
            <a:xfrm>
              <a:off x="6109141" y="1967666"/>
              <a:ext cx="20329" cy="19653"/>
            </a:xfrm>
            <a:custGeom>
              <a:rect b="b" l="l" r="r" t="t"/>
              <a:pathLst>
                <a:path extrusionOk="0" h="668" w="691">
                  <a:moveTo>
                    <a:pt x="0" y="1"/>
                  </a:moveTo>
                  <a:lnTo>
                    <a:pt x="0" y="668"/>
                  </a:lnTo>
                  <a:lnTo>
                    <a:pt x="691" y="668"/>
                  </a:lnTo>
                  <a:lnTo>
                    <a:pt x="6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sp>
        <p:nvSpPr>
          <p:cNvPr id="20141" name="Google Shape;20141;p94"/>
          <p:cNvSpPr/>
          <p:nvPr/>
        </p:nvSpPr>
        <p:spPr>
          <a:xfrm>
            <a:off x="6974629" y="1721108"/>
            <a:ext cx="343331" cy="337065"/>
          </a:xfrm>
          <a:custGeom>
            <a:rect b="b" l="l" r="r" t="t"/>
            <a:pathLst>
              <a:path extrusionOk="0" h="11457" w="11670">
                <a:moveTo>
                  <a:pt x="4406" y="668"/>
                </a:moveTo>
                <a:cubicBezTo>
                  <a:pt x="4763" y="668"/>
                  <a:pt x="5025" y="930"/>
                  <a:pt x="5025" y="1288"/>
                </a:cubicBezTo>
                <a:cubicBezTo>
                  <a:pt x="5025" y="1645"/>
                  <a:pt x="4763" y="1907"/>
                  <a:pt x="4406" y="1907"/>
                </a:cubicBezTo>
                <a:cubicBezTo>
                  <a:pt x="4049" y="1907"/>
                  <a:pt x="3787" y="1621"/>
                  <a:pt x="3787" y="1288"/>
                </a:cubicBezTo>
                <a:cubicBezTo>
                  <a:pt x="3787" y="930"/>
                  <a:pt x="4049" y="668"/>
                  <a:pt x="4406" y="668"/>
                </a:cubicBezTo>
                <a:close/>
                <a:moveTo>
                  <a:pt x="10336" y="1621"/>
                </a:moveTo>
                <a:cubicBezTo>
                  <a:pt x="10693" y="1621"/>
                  <a:pt x="10955" y="1883"/>
                  <a:pt x="10955" y="2240"/>
                </a:cubicBezTo>
                <a:cubicBezTo>
                  <a:pt x="10955" y="2597"/>
                  <a:pt x="10693" y="2859"/>
                  <a:pt x="10336" y="2859"/>
                </a:cubicBezTo>
                <a:cubicBezTo>
                  <a:pt x="9978" y="2859"/>
                  <a:pt x="9716" y="2597"/>
                  <a:pt x="9716" y="2240"/>
                </a:cubicBezTo>
                <a:cubicBezTo>
                  <a:pt x="9716" y="1883"/>
                  <a:pt x="9978" y="1621"/>
                  <a:pt x="10336" y="1621"/>
                </a:cubicBezTo>
                <a:close/>
                <a:moveTo>
                  <a:pt x="1429" y="3574"/>
                </a:moveTo>
                <a:cubicBezTo>
                  <a:pt x="1786" y="3574"/>
                  <a:pt x="2048" y="3836"/>
                  <a:pt x="2048" y="4193"/>
                </a:cubicBezTo>
                <a:cubicBezTo>
                  <a:pt x="2048" y="4550"/>
                  <a:pt x="1786" y="4836"/>
                  <a:pt x="1429" y="4836"/>
                </a:cubicBezTo>
                <a:cubicBezTo>
                  <a:pt x="1072" y="4836"/>
                  <a:pt x="810" y="4550"/>
                  <a:pt x="810" y="4193"/>
                </a:cubicBezTo>
                <a:cubicBezTo>
                  <a:pt x="810" y="3836"/>
                  <a:pt x="1072" y="3574"/>
                  <a:pt x="1429" y="3574"/>
                </a:cubicBezTo>
                <a:close/>
                <a:moveTo>
                  <a:pt x="7359" y="4383"/>
                </a:moveTo>
                <a:cubicBezTo>
                  <a:pt x="7716" y="4383"/>
                  <a:pt x="7978" y="4645"/>
                  <a:pt x="7978" y="5003"/>
                </a:cubicBezTo>
                <a:cubicBezTo>
                  <a:pt x="7978" y="5360"/>
                  <a:pt x="7716" y="5622"/>
                  <a:pt x="7359" y="5622"/>
                </a:cubicBezTo>
                <a:cubicBezTo>
                  <a:pt x="7025" y="5622"/>
                  <a:pt x="6740" y="5336"/>
                  <a:pt x="6740" y="5003"/>
                </a:cubicBezTo>
                <a:cubicBezTo>
                  <a:pt x="6740" y="4645"/>
                  <a:pt x="7002" y="4383"/>
                  <a:pt x="7359" y="4383"/>
                </a:cubicBezTo>
                <a:close/>
                <a:moveTo>
                  <a:pt x="2858" y="9718"/>
                </a:moveTo>
                <a:lnTo>
                  <a:pt x="2858" y="10813"/>
                </a:lnTo>
                <a:lnTo>
                  <a:pt x="810" y="10813"/>
                </a:lnTo>
                <a:lnTo>
                  <a:pt x="810" y="9718"/>
                </a:lnTo>
                <a:close/>
                <a:moveTo>
                  <a:pt x="5573" y="9718"/>
                </a:moveTo>
                <a:lnTo>
                  <a:pt x="5573" y="10813"/>
                </a:lnTo>
                <a:lnTo>
                  <a:pt x="3525" y="10813"/>
                </a:lnTo>
                <a:lnTo>
                  <a:pt x="3525" y="9718"/>
                </a:lnTo>
                <a:close/>
                <a:moveTo>
                  <a:pt x="8240" y="9718"/>
                </a:moveTo>
                <a:lnTo>
                  <a:pt x="8240" y="10813"/>
                </a:lnTo>
                <a:lnTo>
                  <a:pt x="6192" y="10813"/>
                </a:lnTo>
                <a:lnTo>
                  <a:pt x="6192" y="9718"/>
                </a:lnTo>
                <a:close/>
                <a:moveTo>
                  <a:pt x="10955" y="9718"/>
                </a:moveTo>
                <a:lnTo>
                  <a:pt x="10955" y="10813"/>
                </a:lnTo>
                <a:lnTo>
                  <a:pt x="8907" y="10813"/>
                </a:lnTo>
                <a:lnTo>
                  <a:pt x="8907" y="9718"/>
                </a:lnTo>
                <a:close/>
                <a:moveTo>
                  <a:pt x="4339" y="1"/>
                </a:moveTo>
                <a:cubicBezTo>
                  <a:pt x="3619" y="1"/>
                  <a:pt x="3001" y="587"/>
                  <a:pt x="3001" y="1311"/>
                </a:cubicBezTo>
                <a:cubicBezTo>
                  <a:pt x="3001" y="1907"/>
                  <a:pt x="3429" y="2407"/>
                  <a:pt x="3953" y="2574"/>
                </a:cubicBezTo>
                <a:lnTo>
                  <a:pt x="3953" y="9051"/>
                </a:lnTo>
                <a:lnTo>
                  <a:pt x="1667" y="9027"/>
                </a:lnTo>
                <a:lnTo>
                  <a:pt x="1667" y="5455"/>
                </a:lnTo>
                <a:cubicBezTo>
                  <a:pt x="2239" y="5312"/>
                  <a:pt x="2643" y="4765"/>
                  <a:pt x="2620" y="4145"/>
                </a:cubicBezTo>
                <a:cubicBezTo>
                  <a:pt x="2596" y="3479"/>
                  <a:pt x="2048" y="2931"/>
                  <a:pt x="1381" y="2883"/>
                </a:cubicBezTo>
                <a:cubicBezTo>
                  <a:pt x="1367" y="2883"/>
                  <a:pt x="1352" y="2882"/>
                  <a:pt x="1337" y="2882"/>
                </a:cubicBezTo>
                <a:cubicBezTo>
                  <a:pt x="595" y="2882"/>
                  <a:pt x="0" y="3469"/>
                  <a:pt x="0" y="4193"/>
                </a:cubicBezTo>
                <a:cubicBezTo>
                  <a:pt x="0" y="4788"/>
                  <a:pt x="429" y="5312"/>
                  <a:pt x="953" y="5455"/>
                </a:cubicBezTo>
                <a:lnTo>
                  <a:pt x="953" y="9027"/>
                </a:lnTo>
                <a:lnTo>
                  <a:pt x="0" y="9027"/>
                </a:lnTo>
                <a:lnTo>
                  <a:pt x="0" y="11456"/>
                </a:lnTo>
                <a:lnTo>
                  <a:pt x="11502" y="11456"/>
                </a:lnTo>
                <a:lnTo>
                  <a:pt x="11502" y="9027"/>
                </a:lnTo>
                <a:lnTo>
                  <a:pt x="10550" y="9051"/>
                </a:lnTo>
                <a:lnTo>
                  <a:pt x="10550" y="3526"/>
                </a:lnTo>
                <a:lnTo>
                  <a:pt x="10693" y="3526"/>
                </a:lnTo>
                <a:cubicBezTo>
                  <a:pt x="11264" y="3359"/>
                  <a:pt x="11669" y="2836"/>
                  <a:pt x="11645" y="2216"/>
                </a:cubicBezTo>
                <a:cubicBezTo>
                  <a:pt x="11622" y="1550"/>
                  <a:pt x="11074" y="978"/>
                  <a:pt x="10383" y="954"/>
                </a:cubicBezTo>
                <a:cubicBezTo>
                  <a:pt x="10369" y="954"/>
                  <a:pt x="10355" y="954"/>
                  <a:pt x="10340" y="954"/>
                </a:cubicBezTo>
                <a:cubicBezTo>
                  <a:pt x="9621" y="954"/>
                  <a:pt x="9026" y="1540"/>
                  <a:pt x="9026" y="2264"/>
                </a:cubicBezTo>
                <a:cubicBezTo>
                  <a:pt x="9026" y="2859"/>
                  <a:pt x="9431" y="3359"/>
                  <a:pt x="9978" y="3526"/>
                </a:cubicBezTo>
                <a:lnTo>
                  <a:pt x="9978" y="9051"/>
                </a:lnTo>
                <a:lnTo>
                  <a:pt x="7692" y="9051"/>
                </a:lnTo>
                <a:lnTo>
                  <a:pt x="7692" y="6265"/>
                </a:lnTo>
                <a:cubicBezTo>
                  <a:pt x="8240" y="6098"/>
                  <a:pt x="8669" y="5574"/>
                  <a:pt x="8645" y="4955"/>
                </a:cubicBezTo>
                <a:cubicBezTo>
                  <a:pt x="8597" y="4288"/>
                  <a:pt x="8073" y="3717"/>
                  <a:pt x="7383" y="3693"/>
                </a:cubicBezTo>
                <a:cubicBezTo>
                  <a:pt x="7368" y="3692"/>
                  <a:pt x="7354" y="3692"/>
                  <a:pt x="7340" y="3692"/>
                </a:cubicBezTo>
                <a:cubicBezTo>
                  <a:pt x="6621" y="3692"/>
                  <a:pt x="6025" y="4279"/>
                  <a:pt x="6025" y="5003"/>
                </a:cubicBezTo>
                <a:cubicBezTo>
                  <a:pt x="6025" y="5598"/>
                  <a:pt x="6430" y="6098"/>
                  <a:pt x="6978" y="6265"/>
                </a:cubicBezTo>
                <a:lnTo>
                  <a:pt x="6978" y="9051"/>
                </a:lnTo>
                <a:lnTo>
                  <a:pt x="4668" y="9051"/>
                </a:lnTo>
                <a:lnTo>
                  <a:pt x="4668" y="2574"/>
                </a:lnTo>
                <a:cubicBezTo>
                  <a:pt x="5239" y="2407"/>
                  <a:pt x="5668" y="1883"/>
                  <a:pt x="5620" y="1264"/>
                </a:cubicBezTo>
                <a:cubicBezTo>
                  <a:pt x="5596" y="597"/>
                  <a:pt x="5073" y="25"/>
                  <a:pt x="4382" y="2"/>
                </a:cubicBezTo>
                <a:cubicBezTo>
                  <a:pt x="4368" y="1"/>
                  <a:pt x="4353" y="1"/>
                  <a:pt x="43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nvGrpSpPr>
          <p:cNvPr id="20142" name="Google Shape;20142;p94"/>
          <p:cNvGrpSpPr/>
          <p:nvPr/>
        </p:nvGrpSpPr>
        <p:grpSpPr>
          <a:xfrm>
            <a:off x="7709919" y="1731640"/>
            <a:ext cx="340537" cy="339830"/>
            <a:chOff x="7024119" y="1934040"/>
            <a:chExt cx="340537" cy="339830"/>
          </a:xfrm>
        </p:grpSpPr>
        <p:sp>
          <p:nvSpPr>
            <p:cNvPr id="20143" name="Google Shape;20143;p94"/>
            <p:cNvSpPr/>
            <p:nvPr/>
          </p:nvSpPr>
          <p:spPr>
            <a:xfrm>
              <a:off x="7024119" y="1934040"/>
              <a:ext cx="340537" cy="339830"/>
            </a:xfrm>
            <a:custGeom>
              <a:rect b="b" l="l" r="r" t="t"/>
              <a:pathLst>
                <a:path extrusionOk="0" h="11551" w="11575">
                  <a:moveTo>
                    <a:pt x="5811" y="691"/>
                  </a:moveTo>
                  <a:cubicBezTo>
                    <a:pt x="8503" y="691"/>
                    <a:pt x="10693" y="2763"/>
                    <a:pt x="10884" y="5431"/>
                  </a:cubicBezTo>
                  <a:lnTo>
                    <a:pt x="9788" y="5431"/>
                  </a:lnTo>
                  <a:cubicBezTo>
                    <a:pt x="9598" y="3359"/>
                    <a:pt x="7907" y="1763"/>
                    <a:pt x="5811" y="1763"/>
                  </a:cubicBezTo>
                  <a:cubicBezTo>
                    <a:pt x="3740" y="1763"/>
                    <a:pt x="2001" y="3359"/>
                    <a:pt x="1858" y="5431"/>
                  </a:cubicBezTo>
                  <a:lnTo>
                    <a:pt x="763" y="5431"/>
                  </a:lnTo>
                  <a:cubicBezTo>
                    <a:pt x="906" y="2811"/>
                    <a:pt x="3120" y="691"/>
                    <a:pt x="5811" y="691"/>
                  </a:cubicBezTo>
                  <a:close/>
                  <a:moveTo>
                    <a:pt x="5811" y="3930"/>
                  </a:moveTo>
                  <a:cubicBezTo>
                    <a:pt x="6835" y="3930"/>
                    <a:pt x="7669" y="4764"/>
                    <a:pt x="7669" y="5788"/>
                  </a:cubicBezTo>
                  <a:cubicBezTo>
                    <a:pt x="7669" y="6788"/>
                    <a:pt x="6835" y="7621"/>
                    <a:pt x="5811" y="7621"/>
                  </a:cubicBezTo>
                  <a:cubicBezTo>
                    <a:pt x="4811" y="7621"/>
                    <a:pt x="3978" y="6788"/>
                    <a:pt x="3978" y="5788"/>
                  </a:cubicBezTo>
                  <a:cubicBezTo>
                    <a:pt x="3978" y="4764"/>
                    <a:pt x="4811" y="3930"/>
                    <a:pt x="5811" y="3930"/>
                  </a:cubicBezTo>
                  <a:close/>
                  <a:moveTo>
                    <a:pt x="5454" y="2478"/>
                  </a:moveTo>
                  <a:lnTo>
                    <a:pt x="5454" y="3287"/>
                  </a:lnTo>
                  <a:cubicBezTo>
                    <a:pt x="4240" y="3454"/>
                    <a:pt x="3263" y="4502"/>
                    <a:pt x="3263" y="5788"/>
                  </a:cubicBezTo>
                  <a:cubicBezTo>
                    <a:pt x="3263" y="7050"/>
                    <a:pt x="4216" y="8122"/>
                    <a:pt x="5454" y="8288"/>
                  </a:cubicBezTo>
                  <a:lnTo>
                    <a:pt x="5454" y="9074"/>
                  </a:lnTo>
                  <a:cubicBezTo>
                    <a:pt x="3787" y="8907"/>
                    <a:pt x="2477" y="7502"/>
                    <a:pt x="2477" y="5788"/>
                  </a:cubicBezTo>
                  <a:cubicBezTo>
                    <a:pt x="2477" y="4049"/>
                    <a:pt x="3787" y="2644"/>
                    <a:pt x="5454" y="2478"/>
                  </a:cubicBezTo>
                  <a:close/>
                  <a:moveTo>
                    <a:pt x="6145" y="2478"/>
                  </a:moveTo>
                  <a:cubicBezTo>
                    <a:pt x="7812" y="2644"/>
                    <a:pt x="9122" y="4049"/>
                    <a:pt x="9122" y="5788"/>
                  </a:cubicBezTo>
                  <a:cubicBezTo>
                    <a:pt x="9122" y="7502"/>
                    <a:pt x="7812" y="8907"/>
                    <a:pt x="6145" y="9074"/>
                  </a:cubicBezTo>
                  <a:lnTo>
                    <a:pt x="6145" y="8288"/>
                  </a:lnTo>
                  <a:cubicBezTo>
                    <a:pt x="7359" y="8098"/>
                    <a:pt x="8360" y="7050"/>
                    <a:pt x="8360" y="5788"/>
                  </a:cubicBezTo>
                  <a:cubicBezTo>
                    <a:pt x="8360" y="4502"/>
                    <a:pt x="7407" y="3430"/>
                    <a:pt x="6145" y="3287"/>
                  </a:cubicBezTo>
                  <a:lnTo>
                    <a:pt x="6145" y="2478"/>
                  </a:lnTo>
                  <a:close/>
                  <a:moveTo>
                    <a:pt x="10884" y="6145"/>
                  </a:moveTo>
                  <a:cubicBezTo>
                    <a:pt x="10693" y="8765"/>
                    <a:pt x="8503" y="10860"/>
                    <a:pt x="5811" y="10860"/>
                  </a:cubicBezTo>
                  <a:cubicBezTo>
                    <a:pt x="3144" y="10860"/>
                    <a:pt x="929" y="8788"/>
                    <a:pt x="763" y="6145"/>
                  </a:cubicBezTo>
                  <a:lnTo>
                    <a:pt x="1858" y="6145"/>
                  </a:lnTo>
                  <a:cubicBezTo>
                    <a:pt x="2049" y="8193"/>
                    <a:pt x="3740" y="9789"/>
                    <a:pt x="5811" y="9789"/>
                  </a:cubicBezTo>
                  <a:cubicBezTo>
                    <a:pt x="7907" y="9789"/>
                    <a:pt x="9622" y="8193"/>
                    <a:pt x="9788" y="6145"/>
                  </a:cubicBezTo>
                  <a:close/>
                  <a:moveTo>
                    <a:pt x="5788" y="1"/>
                  </a:moveTo>
                  <a:cubicBezTo>
                    <a:pt x="4240" y="1"/>
                    <a:pt x="2811" y="596"/>
                    <a:pt x="1715" y="1692"/>
                  </a:cubicBezTo>
                  <a:cubicBezTo>
                    <a:pt x="644" y="2763"/>
                    <a:pt x="1" y="4240"/>
                    <a:pt x="1" y="5788"/>
                  </a:cubicBezTo>
                  <a:cubicBezTo>
                    <a:pt x="1" y="7336"/>
                    <a:pt x="596" y="8765"/>
                    <a:pt x="1715" y="9860"/>
                  </a:cubicBezTo>
                  <a:cubicBezTo>
                    <a:pt x="2787" y="10932"/>
                    <a:pt x="4240" y="11551"/>
                    <a:pt x="5788" y="11551"/>
                  </a:cubicBezTo>
                  <a:cubicBezTo>
                    <a:pt x="7336" y="11551"/>
                    <a:pt x="8764" y="10955"/>
                    <a:pt x="9860" y="9860"/>
                  </a:cubicBezTo>
                  <a:cubicBezTo>
                    <a:pt x="10932" y="8788"/>
                    <a:pt x="11575" y="7336"/>
                    <a:pt x="11575" y="5788"/>
                  </a:cubicBezTo>
                  <a:cubicBezTo>
                    <a:pt x="11575" y="4240"/>
                    <a:pt x="10979" y="2811"/>
                    <a:pt x="9860" y="1692"/>
                  </a:cubicBezTo>
                  <a:cubicBezTo>
                    <a:pt x="8788" y="620"/>
                    <a:pt x="7336" y="1"/>
                    <a:pt x="5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144" name="Google Shape;20144;p94"/>
            <p:cNvSpPr/>
            <p:nvPr/>
          </p:nvSpPr>
          <p:spPr>
            <a:xfrm>
              <a:off x="7170540" y="2073459"/>
              <a:ext cx="48396" cy="20359"/>
            </a:xfrm>
            <a:custGeom>
              <a:rect b="b" l="l" r="r" t="t"/>
              <a:pathLst>
                <a:path extrusionOk="0" h="692" w="1645">
                  <a:moveTo>
                    <a:pt x="1" y="1"/>
                  </a:moveTo>
                  <a:lnTo>
                    <a:pt x="1" y="692"/>
                  </a:lnTo>
                  <a:lnTo>
                    <a:pt x="1644" y="692"/>
                  </a:lnTo>
                  <a:lnTo>
                    <a:pt x="16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145" name="Google Shape;20145;p94"/>
            <p:cNvSpPr/>
            <p:nvPr/>
          </p:nvSpPr>
          <p:spPr>
            <a:xfrm>
              <a:off x="7170540" y="2114794"/>
              <a:ext cx="48396" cy="19653"/>
            </a:xfrm>
            <a:custGeom>
              <a:rect b="b" l="l" r="r" t="t"/>
              <a:pathLst>
                <a:path extrusionOk="0" h="668" w="1645">
                  <a:moveTo>
                    <a:pt x="1" y="1"/>
                  </a:moveTo>
                  <a:lnTo>
                    <a:pt x="1" y="668"/>
                  </a:lnTo>
                  <a:lnTo>
                    <a:pt x="1644" y="668"/>
                  </a:lnTo>
                  <a:lnTo>
                    <a:pt x="16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grpSp>
        <p:nvGrpSpPr>
          <p:cNvPr id="20146" name="Google Shape;20146;p94"/>
          <p:cNvGrpSpPr/>
          <p:nvPr/>
        </p:nvGrpSpPr>
        <p:grpSpPr>
          <a:xfrm>
            <a:off x="7711331" y="2254307"/>
            <a:ext cx="337712" cy="339119"/>
            <a:chOff x="7025531" y="2456707"/>
            <a:chExt cx="337712" cy="339119"/>
          </a:xfrm>
        </p:grpSpPr>
        <p:sp>
          <p:nvSpPr>
            <p:cNvPr id="20147" name="Google Shape;20147;p94"/>
            <p:cNvSpPr/>
            <p:nvPr/>
          </p:nvSpPr>
          <p:spPr>
            <a:xfrm>
              <a:off x="7025531" y="2456707"/>
              <a:ext cx="337712" cy="287286"/>
            </a:xfrm>
            <a:custGeom>
              <a:rect b="b" l="l" r="r" t="t"/>
              <a:pathLst>
                <a:path extrusionOk="0" h="9765" w="11479">
                  <a:moveTo>
                    <a:pt x="9074" y="691"/>
                  </a:moveTo>
                  <a:lnTo>
                    <a:pt x="9074" y="4406"/>
                  </a:lnTo>
                  <a:lnTo>
                    <a:pt x="8312" y="4406"/>
                  </a:lnTo>
                  <a:lnTo>
                    <a:pt x="8312" y="691"/>
                  </a:lnTo>
                  <a:close/>
                  <a:moveTo>
                    <a:pt x="6121" y="2144"/>
                  </a:moveTo>
                  <a:lnTo>
                    <a:pt x="6121" y="5883"/>
                  </a:lnTo>
                  <a:lnTo>
                    <a:pt x="5359" y="5883"/>
                  </a:lnTo>
                  <a:lnTo>
                    <a:pt x="5359" y="2144"/>
                  </a:lnTo>
                  <a:close/>
                  <a:moveTo>
                    <a:pt x="3215" y="3620"/>
                  </a:moveTo>
                  <a:lnTo>
                    <a:pt x="3215" y="7335"/>
                  </a:lnTo>
                  <a:lnTo>
                    <a:pt x="2429" y="7335"/>
                  </a:lnTo>
                  <a:lnTo>
                    <a:pt x="2429" y="3620"/>
                  </a:lnTo>
                  <a:close/>
                  <a:moveTo>
                    <a:pt x="3215" y="7978"/>
                  </a:moveTo>
                  <a:lnTo>
                    <a:pt x="3215" y="9097"/>
                  </a:lnTo>
                  <a:lnTo>
                    <a:pt x="2429" y="9097"/>
                  </a:lnTo>
                  <a:lnTo>
                    <a:pt x="2429" y="7978"/>
                  </a:lnTo>
                  <a:close/>
                  <a:moveTo>
                    <a:pt x="6121" y="6525"/>
                  </a:moveTo>
                  <a:lnTo>
                    <a:pt x="6121" y="9097"/>
                  </a:lnTo>
                  <a:lnTo>
                    <a:pt x="5359" y="9097"/>
                  </a:lnTo>
                  <a:lnTo>
                    <a:pt x="5359" y="6525"/>
                  </a:lnTo>
                  <a:close/>
                  <a:moveTo>
                    <a:pt x="9050" y="5073"/>
                  </a:moveTo>
                  <a:lnTo>
                    <a:pt x="9050" y="9097"/>
                  </a:lnTo>
                  <a:lnTo>
                    <a:pt x="8264" y="9097"/>
                  </a:lnTo>
                  <a:lnTo>
                    <a:pt x="8264" y="5073"/>
                  </a:lnTo>
                  <a:close/>
                  <a:moveTo>
                    <a:pt x="7597" y="0"/>
                  </a:moveTo>
                  <a:lnTo>
                    <a:pt x="7597" y="9097"/>
                  </a:lnTo>
                  <a:lnTo>
                    <a:pt x="6811" y="9097"/>
                  </a:lnTo>
                  <a:lnTo>
                    <a:pt x="6811" y="1477"/>
                  </a:lnTo>
                  <a:lnTo>
                    <a:pt x="4668" y="1477"/>
                  </a:lnTo>
                  <a:lnTo>
                    <a:pt x="4668" y="9097"/>
                  </a:lnTo>
                  <a:lnTo>
                    <a:pt x="3882" y="9097"/>
                  </a:lnTo>
                  <a:lnTo>
                    <a:pt x="3882" y="2930"/>
                  </a:lnTo>
                  <a:lnTo>
                    <a:pt x="1739" y="2930"/>
                  </a:lnTo>
                  <a:lnTo>
                    <a:pt x="1739" y="9097"/>
                  </a:lnTo>
                  <a:lnTo>
                    <a:pt x="0" y="9097"/>
                  </a:lnTo>
                  <a:lnTo>
                    <a:pt x="0" y="9764"/>
                  </a:lnTo>
                  <a:lnTo>
                    <a:pt x="11479" y="9764"/>
                  </a:lnTo>
                  <a:lnTo>
                    <a:pt x="11479" y="9097"/>
                  </a:lnTo>
                  <a:lnTo>
                    <a:pt x="9740" y="9097"/>
                  </a:lnTo>
                  <a:lnTo>
                    <a:pt x="974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148" name="Google Shape;20148;p94"/>
            <p:cNvSpPr/>
            <p:nvPr/>
          </p:nvSpPr>
          <p:spPr>
            <a:xfrm>
              <a:off x="7087871" y="2775468"/>
              <a:ext cx="42777" cy="20359"/>
            </a:xfrm>
            <a:custGeom>
              <a:rect b="b" l="l" r="r" t="t"/>
              <a:pathLst>
                <a:path extrusionOk="0" h="692" w="1454">
                  <a:moveTo>
                    <a:pt x="1" y="1"/>
                  </a:moveTo>
                  <a:lnTo>
                    <a:pt x="1" y="692"/>
                  </a:lnTo>
                  <a:lnTo>
                    <a:pt x="1454" y="692"/>
                  </a:lnTo>
                  <a:lnTo>
                    <a:pt x="14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149" name="Google Shape;20149;p94"/>
            <p:cNvSpPr/>
            <p:nvPr/>
          </p:nvSpPr>
          <p:spPr>
            <a:xfrm>
              <a:off x="7173364" y="2775468"/>
              <a:ext cx="42747" cy="20359"/>
            </a:xfrm>
            <a:custGeom>
              <a:rect b="b" l="l" r="r" t="t"/>
              <a:pathLst>
                <a:path extrusionOk="0" h="692" w="1453">
                  <a:moveTo>
                    <a:pt x="0" y="1"/>
                  </a:moveTo>
                  <a:lnTo>
                    <a:pt x="0" y="692"/>
                  </a:lnTo>
                  <a:lnTo>
                    <a:pt x="1453" y="692"/>
                  </a:lnTo>
                  <a:lnTo>
                    <a:pt x="14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150" name="Google Shape;20150;p94"/>
            <p:cNvSpPr/>
            <p:nvPr/>
          </p:nvSpPr>
          <p:spPr>
            <a:xfrm>
              <a:off x="7259534" y="2775468"/>
              <a:ext cx="42777" cy="20359"/>
            </a:xfrm>
            <a:custGeom>
              <a:rect b="b" l="l" r="r" t="t"/>
              <a:pathLst>
                <a:path extrusionOk="0" h="692" w="1454">
                  <a:moveTo>
                    <a:pt x="0" y="1"/>
                  </a:moveTo>
                  <a:lnTo>
                    <a:pt x="0" y="692"/>
                  </a:lnTo>
                  <a:lnTo>
                    <a:pt x="1453" y="692"/>
                  </a:lnTo>
                  <a:lnTo>
                    <a:pt x="14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grpSp>
        <p:nvGrpSpPr>
          <p:cNvPr id="20151" name="Google Shape;20151;p94"/>
          <p:cNvGrpSpPr/>
          <p:nvPr/>
        </p:nvGrpSpPr>
        <p:grpSpPr>
          <a:xfrm>
            <a:off x="6978130" y="2232596"/>
            <a:ext cx="339124" cy="339124"/>
            <a:chOff x="6444730" y="2434996"/>
            <a:chExt cx="339124" cy="339124"/>
          </a:xfrm>
        </p:grpSpPr>
        <p:sp>
          <p:nvSpPr>
            <p:cNvPr id="20152" name="Google Shape;20152;p94"/>
            <p:cNvSpPr/>
            <p:nvPr/>
          </p:nvSpPr>
          <p:spPr>
            <a:xfrm>
              <a:off x="6444730" y="2434996"/>
              <a:ext cx="339124" cy="339124"/>
            </a:xfrm>
            <a:custGeom>
              <a:rect b="b" l="l" r="r" t="t"/>
              <a:pathLst>
                <a:path extrusionOk="0" h="11527" w="11527">
                  <a:moveTo>
                    <a:pt x="5454" y="1429"/>
                  </a:moveTo>
                  <a:lnTo>
                    <a:pt x="5454" y="5454"/>
                  </a:lnTo>
                  <a:lnTo>
                    <a:pt x="1429" y="5454"/>
                  </a:lnTo>
                  <a:cubicBezTo>
                    <a:pt x="1620" y="3310"/>
                    <a:pt x="3310" y="1619"/>
                    <a:pt x="5454" y="1429"/>
                  </a:cubicBezTo>
                  <a:close/>
                  <a:moveTo>
                    <a:pt x="6097" y="715"/>
                  </a:moveTo>
                  <a:cubicBezTo>
                    <a:pt x="8645" y="905"/>
                    <a:pt x="10669" y="2929"/>
                    <a:pt x="10836" y="5454"/>
                  </a:cubicBezTo>
                  <a:lnTo>
                    <a:pt x="6097" y="5454"/>
                  </a:lnTo>
                  <a:lnTo>
                    <a:pt x="6097" y="715"/>
                  </a:lnTo>
                  <a:close/>
                  <a:moveTo>
                    <a:pt x="10121" y="6097"/>
                  </a:moveTo>
                  <a:cubicBezTo>
                    <a:pt x="9955" y="8240"/>
                    <a:pt x="8240" y="9955"/>
                    <a:pt x="6097" y="10121"/>
                  </a:cubicBezTo>
                  <a:lnTo>
                    <a:pt x="6097" y="6097"/>
                  </a:lnTo>
                  <a:close/>
                  <a:moveTo>
                    <a:pt x="5454" y="6097"/>
                  </a:moveTo>
                  <a:lnTo>
                    <a:pt x="5454" y="10836"/>
                  </a:lnTo>
                  <a:cubicBezTo>
                    <a:pt x="2929" y="10669"/>
                    <a:pt x="905" y="8645"/>
                    <a:pt x="715" y="6097"/>
                  </a:cubicBezTo>
                  <a:close/>
                  <a:moveTo>
                    <a:pt x="5406" y="0"/>
                  </a:moveTo>
                  <a:lnTo>
                    <a:pt x="5406" y="738"/>
                  </a:lnTo>
                  <a:cubicBezTo>
                    <a:pt x="4192" y="834"/>
                    <a:pt x="3072" y="1334"/>
                    <a:pt x="2191" y="2191"/>
                  </a:cubicBezTo>
                  <a:cubicBezTo>
                    <a:pt x="1334" y="3072"/>
                    <a:pt x="834" y="4191"/>
                    <a:pt x="738" y="5406"/>
                  </a:cubicBezTo>
                  <a:lnTo>
                    <a:pt x="0" y="5406"/>
                  </a:lnTo>
                  <a:lnTo>
                    <a:pt x="0" y="5739"/>
                  </a:lnTo>
                  <a:cubicBezTo>
                    <a:pt x="0" y="7287"/>
                    <a:pt x="596" y="8716"/>
                    <a:pt x="1691" y="9835"/>
                  </a:cubicBezTo>
                  <a:cubicBezTo>
                    <a:pt x="2763" y="10907"/>
                    <a:pt x="4239" y="11526"/>
                    <a:pt x="5787" y="11526"/>
                  </a:cubicBezTo>
                  <a:lnTo>
                    <a:pt x="6097" y="11526"/>
                  </a:lnTo>
                  <a:lnTo>
                    <a:pt x="6097" y="10788"/>
                  </a:lnTo>
                  <a:cubicBezTo>
                    <a:pt x="7335" y="10693"/>
                    <a:pt x="8454" y="10193"/>
                    <a:pt x="9312" y="9312"/>
                  </a:cubicBezTo>
                  <a:cubicBezTo>
                    <a:pt x="10193" y="8454"/>
                    <a:pt x="10693" y="7335"/>
                    <a:pt x="10788" y="6097"/>
                  </a:cubicBezTo>
                  <a:lnTo>
                    <a:pt x="11526" y="6097"/>
                  </a:lnTo>
                  <a:lnTo>
                    <a:pt x="11526" y="5787"/>
                  </a:lnTo>
                  <a:cubicBezTo>
                    <a:pt x="11526" y="4239"/>
                    <a:pt x="10931" y="2810"/>
                    <a:pt x="9836" y="1691"/>
                  </a:cubicBezTo>
                  <a:cubicBezTo>
                    <a:pt x="8740" y="619"/>
                    <a:pt x="7287"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153" name="Google Shape;20153;p94"/>
            <p:cNvSpPr/>
            <p:nvPr/>
          </p:nvSpPr>
          <p:spPr>
            <a:xfrm>
              <a:off x="6532283" y="2638167"/>
              <a:ext cx="48396" cy="20329"/>
            </a:xfrm>
            <a:custGeom>
              <a:rect b="b" l="l" r="r" t="t"/>
              <a:pathLst>
                <a:path extrusionOk="0" h="691" w="1645">
                  <a:moveTo>
                    <a:pt x="1" y="0"/>
                  </a:moveTo>
                  <a:lnTo>
                    <a:pt x="1" y="691"/>
                  </a:lnTo>
                  <a:lnTo>
                    <a:pt x="1644" y="691"/>
                  </a:lnTo>
                  <a:lnTo>
                    <a:pt x="164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154" name="Google Shape;20154;p94"/>
            <p:cNvSpPr/>
            <p:nvPr/>
          </p:nvSpPr>
          <p:spPr>
            <a:xfrm>
              <a:off x="6532283" y="2680208"/>
              <a:ext cx="48396" cy="20329"/>
            </a:xfrm>
            <a:custGeom>
              <a:rect b="b" l="l" r="r" t="t"/>
              <a:pathLst>
                <a:path extrusionOk="0" h="691" w="1645">
                  <a:moveTo>
                    <a:pt x="1" y="0"/>
                  </a:moveTo>
                  <a:lnTo>
                    <a:pt x="1" y="691"/>
                  </a:lnTo>
                  <a:lnTo>
                    <a:pt x="1644" y="691"/>
                  </a:lnTo>
                  <a:lnTo>
                    <a:pt x="164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155" name="Google Shape;20155;p94"/>
            <p:cNvSpPr/>
            <p:nvPr/>
          </p:nvSpPr>
          <p:spPr>
            <a:xfrm>
              <a:off x="6648608" y="2509251"/>
              <a:ext cx="48366" cy="20359"/>
            </a:xfrm>
            <a:custGeom>
              <a:rect b="b" l="l" r="r" t="t"/>
              <a:pathLst>
                <a:path extrusionOk="0" h="692" w="1644">
                  <a:moveTo>
                    <a:pt x="0" y="0"/>
                  </a:moveTo>
                  <a:lnTo>
                    <a:pt x="0" y="691"/>
                  </a:lnTo>
                  <a:lnTo>
                    <a:pt x="1643" y="691"/>
                  </a:lnTo>
                  <a:lnTo>
                    <a:pt x="16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156" name="Google Shape;20156;p94"/>
            <p:cNvSpPr/>
            <p:nvPr/>
          </p:nvSpPr>
          <p:spPr>
            <a:xfrm>
              <a:off x="6648608" y="2551291"/>
              <a:ext cx="48366" cy="20329"/>
            </a:xfrm>
            <a:custGeom>
              <a:rect b="b" l="l" r="r" t="t"/>
              <a:pathLst>
                <a:path extrusionOk="0" h="691" w="1644">
                  <a:moveTo>
                    <a:pt x="0" y="0"/>
                  </a:moveTo>
                  <a:lnTo>
                    <a:pt x="0" y="691"/>
                  </a:lnTo>
                  <a:lnTo>
                    <a:pt x="1643" y="691"/>
                  </a:lnTo>
                  <a:lnTo>
                    <a:pt x="16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sp>
        <p:nvSpPr>
          <p:cNvPr id="20157" name="Google Shape;20157;p94"/>
          <p:cNvSpPr/>
          <p:nvPr/>
        </p:nvSpPr>
        <p:spPr>
          <a:xfrm>
            <a:off x="6254020" y="2294936"/>
            <a:ext cx="337742" cy="280990"/>
          </a:xfrm>
          <a:custGeom>
            <a:rect b="b" l="l" r="r" t="t"/>
            <a:pathLst>
              <a:path extrusionOk="0" h="9551" w="11480">
                <a:moveTo>
                  <a:pt x="5716" y="644"/>
                </a:moveTo>
                <a:cubicBezTo>
                  <a:pt x="5978" y="644"/>
                  <a:pt x="6192" y="858"/>
                  <a:pt x="6192" y="1120"/>
                </a:cubicBezTo>
                <a:cubicBezTo>
                  <a:pt x="6192" y="1406"/>
                  <a:pt x="5978" y="1596"/>
                  <a:pt x="5716" y="1596"/>
                </a:cubicBezTo>
                <a:cubicBezTo>
                  <a:pt x="5454" y="1596"/>
                  <a:pt x="5240" y="1406"/>
                  <a:pt x="5240" y="1120"/>
                </a:cubicBezTo>
                <a:cubicBezTo>
                  <a:pt x="5240" y="882"/>
                  <a:pt x="5454" y="644"/>
                  <a:pt x="5716" y="644"/>
                </a:cubicBezTo>
                <a:close/>
                <a:moveTo>
                  <a:pt x="8860" y="2287"/>
                </a:moveTo>
                <a:cubicBezTo>
                  <a:pt x="9145" y="2287"/>
                  <a:pt x="9336" y="2501"/>
                  <a:pt x="9336" y="2763"/>
                </a:cubicBezTo>
                <a:cubicBezTo>
                  <a:pt x="9336" y="3025"/>
                  <a:pt x="9145" y="3239"/>
                  <a:pt x="8860" y="3239"/>
                </a:cubicBezTo>
                <a:cubicBezTo>
                  <a:pt x="8598" y="3239"/>
                  <a:pt x="8383" y="3025"/>
                  <a:pt x="8383" y="2763"/>
                </a:cubicBezTo>
                <a:cubicBezTo>
                  <a:pt x="8383" y="2501"/>
                  <a:pt x="8598" y="2287"/>
                  <a:pt x="8860" y="2287"/>
                </a:cubicBezTo>
                <a:close/>
                <a:moveTo>
                  <a:pt x="2501" y="3549"/>
                </a:moveTo>
                <a:cubicBezTo>
                  <a:pt x="2763" y="3549"/>
                  <a:pt x="2977" y="3739"/>
                  <a:pt x="2977" y="4025"/>
                </a:cubicBezTo>
                <a:cubicBezTo>
                  <a:pt x="2977" y="4287"/>
                  <a:pt x="2763" y="4502"/>
                  <a:pt x="2501" y="4502"/>
                </a:cubicBezTo>
                <a:cubicBezTo>
                  <a:pt x="2239" y="4502"/>
                  <a:pt x="2025" y="4287"/>
                  <a:pt x="2025" y="4025"/>
                </a:cubicBezTo>
                <a:cubicBezTo>
                  <a:pt x="2025" y="3787"/>
                  <a:pt x="2239" y="3549"/>
                  <a:pt x="2501" y="3549"/>
                </a:cubicBezTo>
                <a:close/>
                <a:moveTo>
                  <a:pt x="6621" y="1787"/>
                </a:moveTo>
                <a:lnTo>
                  <a:pt x="7740" y="2549"/>
                </a:lnTo>
                <a:cubicBezTo>
                  <a:pt x="7740" y="2620"/>
                  <a:pt x="7693" y="2668"/>
                  <a:pt x="7693" y="2739"/>
                </a:cubicBezTo>
                <a:cubicBezTo>
                  <a:pt x="7693" y="3216"/>
                  <a:pt x="7978" y="3597"/>
                  <a:pt x="8383" y="3787"/>
                </a:cubicBezTo>
                <a:lnTo>
                  <a:pt x="7407" y="6454"/>
                </a:lnTo>
                <a:lnTo>
                  <a:pt x="6216" y="2144"/>
                </a:lnTo>
                <a:cubicBezTo>
                  <a:pt x="6407" y="2049"/>
                  <a:pt x="6502" y="1930"/>
                  <a:pt x="6621" y="1787"/>
                </a:cubicBezTo>
                <a:close/>
                <a:moveTo>
                  <a:pt x="4906" y="1953"/>
                </a:moveTo>
                <a:cubicBezTo>
                  <a:pt x="5002" y="2049"/>
                  <a:pt x="5121" y="2144"/>
                  <a:pt x="5240" y="2192"/>
                </a:cubicBezTo>
                <a:lnTo>
                  <a:pt x="3954" y="6788"/>
                </a:lnTo>
                <a:lnTo>
                  <a:pt x="3120" y="4978"/>
                </a:lnTo>
                <a:cubicBezTo>
                  <a:pt x="3430" y="4763"/>
                  <a:pt x="3620" y="4406"/>
                  <a:pt x="3620" y="4025"/>
                </a:cubicBezTo>
                <a:cubicBezTo>
                  <a:pt x="3620" y="3859"/>
                  <a:pt x="3597" y="3692"/>
                  <a:pt x="3549" y="3573"/>
                </a:cubicBezTo>
                <a:lnTo>
                  <a:pt x="4906" y="1953"/>
                </a:lnTo>
                <a:close/>
                <a:moveTo>
                  <a:pt x="2572" y="5406"/>
                </a:moveTo>
                <a:lnTo>
                  <a:pt x="3644" y="7788"/>
                </a:lnTo>
                <a:lnTo>
                  <a:pt x="3358" y="8931"/>
                </a:lnTo>
                <a:lnTo>
                  <a:pt x="1001" y="8931"/>
                </a:lnTo>
                <a:lnTo>
                  <a:pt x="2572" y="5406"/>
                </a:lnTo>
                <a:close/>
                <a:moveTo>
                  <a:pt x="5740" y="2906"/>
                </a:moveTo>
                <a:lnTo>
                  <a:pt x="7407" y="8931"/>
                </a:lnTo>
                <a:lnTo>
                  <a:pt x="4073" y="8931"/>
                </a:lnTo>
                <a:lnTo>
                  <a:pt x="5740" y="2906"/>
                </a:lnTo>
                <a:close/>
                <a:moveTo>
                  <a:pt x="8860" y="4502"/>
                </a:moveTo>
                <a:lnTo>
                  <a:pt x="10503" y="8907"/>
                </a:lnTo>
                <a:lnTo>
                  <a:pt x="8097" y="8907"/>
                </a:lnTo>
                <a:lnTo>
                  <a:pt x="8097" y="8931"/>
                </a:lnTo>
                <a:lnTo>
                  <a:pt x="7740" y="7597"/>
                </a:lnTo>
                <a:lnTo>
                  <a:pt x="8860" y="4502"/>
                </a:lnTo>
                <a:close/>
                <a:moveTo>
                  <a:pt x="5740" y="1"/>
                </a:moveTo>
                <a:cubicBezTo>
                  <a:pt x="5121" y="1"/>
                  <a:pt x="4621" y="501"/>
                  <a:pt x="4621" y="1120"/>
                </a:cubicBezTo>
                <a:lnTo>
                  <a:pt x="4621" y="1287"/>
                </a:lnTo>
                <a:lnTo>
                  <a:pt x="3120" y="3025"/>
                </a:lnTo>
                <a:cubicBezTo>
                  <a:pt x="2906" y="2906"/>
                  <a:pt x="2715" y="2858"/>
                  <a:pt x="2430" y="2858"/>
                </a:cubicBezTo>
                <a:cubicBezTo>
                  <a:pt x="1882" y="2882"/>
                  <a:pt x="1406" y="3358"/>
                  <a:pt x="1358" y="3930"/>
                </a:cubicBezTo>
                <a:cubicBezTo>
                  <a:pt x="1334" y="4406"/>
                  <a:pt x="1644" y="4859"/>
                  <a:pt x="2049" y="5025"/>
                </a:cubicBezTo>
                <a:lnTo>
                  <a:pt x="1" y="9550"/>
                </a:lnTo>
                <a:lnTo>
                  <a:pt x="11479" y="9550"/>
                </a:lnTo>
                <a:lnTo>
                  <a:pt x="9336" y="3811"/>
                </a:lnTo>
                <a:cubicBezTo>
                  <a:pt x="9764" y="3620"/>
                  <a:pt x="10026" y="3216"/>
                  <a:pt x="10026" y="2739"/>
                </a:cubicBezTo>
                <a:cubicBezTo>
                  <a:pt x="10026" y="2144"/>
                  <a:pt x="9550" y="1644"/>
                  <a:pt x="8955" y="1596"/>
                </a:cubicBezTo>
                <a:cubicBezTo>
                  <a:pt x="8929" y="1594"/>
                  <a:pt x="8903" y="1594"/>
                  <a:pt x="8878" y="1594"/>
                </a:cubicBezTo>
                <a:cubicBezTo>
                  <a:pt x="8553" y="1594"/>
                  <a:pt x="8271" y="1733"/>
                  <a:pt x="8050" y="1953"/>
                </a:cubicBezTo>
                <a:lnTo>
                  <a:pt x="6859" y="1120"/>
                </a:lnTo>
                <a:cubicBezTo>
                  <a:pt x="6859" y="501"/>
                  <a:pt x="6359" y="1"/>
                  <a:pt x="5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158" name="Google Shape;20158;p94"/>
          <p:cNvSpPr/>
          <p:nvPr/>
        </p:nvSpPr>
        <p:spPr>
          <a:xfrm>
            <a:off x="5512406" y="2255690"/>
            <a:ext cx="339830" cy="337742"/>
          </a:xfrm>
          <a:custGeom>
            <a:rect b="b" l="l" r="r" t="t"/>
            <a:pathLst>
              <a:path extrusionOk="0" h="11480" w="11551">
                <a:moveTo>
                  <a:pt x="6883" y="644"/>
                </a:moveTo>
                <a:lnTo>
                  <a:pt x="6883" y="1716"/>
                </a:lnTo>
                <a:lnTo>
                  <a:pt x="4668" y="1716"/>
                </a:lnTo>
                <a:lnTo>
                  <a:pt x="4668" y="644"/>
                </a:lnTo>
                <a:close/>
                <a:moveTo>
                  <a:pt x="2406" y="3883"/>
                </a:moveTo>
                <a:lnTo>
                  <a:pt x="2406" y="4669"/>
                </a:lnTo>
                <a:lnTo>
                  <a:pt x="715" y="4669"/>
                </a:lnTo>
                <a:lnTo>
                  <a:pt x="715" y="3883"/>
                </a:lnTo>
                <a:close/>
                <a:moveTo>
                  <a:pt x="6597" y="3883"/>
                </a:moveTo>
                <a:lnTo>
                  <a:pt x="6597" y="4669"/>
                </a:lnTo>
                <a:lnTo>
                  <a:pt x="4906" y="4669"/>
                </a:lnTo>
                <a:lnTo>
                  <a:pt x="4906" y="3883"/>
                </a:lnTo>
                <a:close/>
                <a:moveTo>
                  <a:pt x="10860" y="3883"/>
                </a:moveTo>
                <a:lnTo>
                  <a:pt x="10860" y="4669"/>
                </a:lnTo>
                <a:lnTo>
                  <a:pt x="9169" y="4669"/>
                </a:lnTo>
                <a:lnTo>
                  <a:pt x="9169" y="3883"/>
                </a:lnTo>
                <a:close/>
                <a:moveTo>
                  <a:pt x="2406" y="6812"/>
                </a:moveTo>
                <a:lnTo>
                  <a:pt x="2406" y="7574"/>
                </a:lnTo>
                <a:lnTo>
                  <a:pt x="715" y="7574"/>
                </a:lnTo>
                <a:lnTo>
                  <a:pt x="715" y="6812"/>
                </a:lnTo>
                <a:close/>
                <a:moveTo>
                  <a:pt x="6597" y="6812"/>
                </a:moveTo>
                <a:lnTo>
                  <a:pt x="6597" y="7574"/>
                </a:lnTo>
                <a:lnTo>
                  <a:pt x="4906" y="7574"/>
                </a:lnTo>
                <a:lnTo>
                  <a:pt x="4906" y="6812"/>
                </a:lnTo>
                <a:close/>
                <a:moveTo>
                  <a:pt x="10836" y="6812"/>
                </a:moveTo>
                <a:lnTo>
                  <a:pt x="10836" y="7574"/>
                </a:lnTo>
                <a:lnTo>
                  <a:pt x="9122" y="7574"/>
                </a:lnTo>
                <a:lnTo>
                  <a:pt x="9122" y="6812"/>
                </a:lnTo>
                <a:close/>
                <a:moveTo>
                  <a:pt x="1548" y="9717"/>
                </a:moveTo>
                <a:cubicBezTo>
                  <a:pt x="1834" y="9717"/>
                  <a:pt x="2072" y="9955"/>
                  <a:pt x="2072" y="10265"/>
                </a:cubicBezTo>
                <a:cubicBezTo>
                  <a:pt x="2072" y="10551"/>
                  <a:pt x="1834" y="10789"/>
                  <a:pt x="1548" y="10789"/>
                </a:cubicBezTo>
                <a:cubicBezTo>
                  <a:pt x="1239" y="10789"/>
                  <a:pt x="1001" y="10551"/>
                  <a:pt x="1001" y="10265"/>
                </a:cubicBezTo>
                <a:cubicBezTo>
                  <a:pt x="1001" y="9955"/>
                  <a:pt x="1239" y="9717"/>
                  <a:pt x="1548" y="9717"/>
                </a:cubicBezTo>
                <a:close/>
                <a:moveTo>
                  <a:pt x="5764" y="9717"/>
                </a:moveTo>
                <a:cubicBezTo>
                  <a:pt x="6073" y="9717"/>
                  <a:pt x="6288" y="9955"/>
                  <a:pt x="6288" y="10265"/>
                </a:cubicBezTo>
                <a:cubicBezTo>
                  <a:pt x="6288" y="10551"/>
                  <a:pt x="6073" y="10789"/>
                  <a:pt x="5764" y="10789"/>
                </a:cubicBezTo>
                <a:cubicBezTo>
                  <a:pt x="5478" y="10789"/>
                  <a:pt x="5240" y="10551"/>
                  <a:pt x="5240" y="10265"/>
                </a:cubicBezTo>
                <a:cubicBezTo>
                  <a:pt x="5240" y="9955"/>
                  <a:pt x="5478" y="9717"/>
                  <a:pt x="5764" y="9717"/>
                </a:cubicBezTo>
                <a:close/>
                <a:moveTo>
                  <a:pt x="10003" y="9717"/>
                </a:moveTo>
                <a:cubicBezTo>
                  <a:pt x="10288" y="9717"/>
                  <a:pt x="10527" y="9955"/>
                  <a:pt x="10527" y="10265"/>
                </a:cubicBezTo>
                <a:cubicBezTo>
                  <a:pt x="10527" y="10551"/>
                  <a:pt x="10288" y="10789"/>
                  <a:pt x="10003" y="10789"/>
                </a:cubicBezTo>
                <a:cubicBezTo>
                  <a:pt x="9693" y="10789"/>
                  <a:pt x="9455" y="10551"/>
                  <a:pt x="9455" y="10265"/>
                </a:cubicBezTo>
                <a:cubicBezTo>
                  <a:pt x="9455" y="9955"/>
                  <a:pt x="9693" y="9717"/>
                  <a:pt x="10003" y="9717"/>
                </a:cubicBezTo>
                <a:close/>
                <a:moveTo>
                  <a:pt x="3978" y="1"/>
                </a:moveTo>
                <a:lnTo>
                  <a:pt x="3978" y="2430"/>
                </a:lnTo>
                <a:lnTo>
                  <a:pt x="5430" y="2430"/>
                </a:lnTo>
                <a:lnTo>
                  <a:pt x="5430" y="3216"/>
                </a:lnTo>
                <a:lnTo>
                  <a:pt x="4240" y="3216"/>
                </a:lnTo>
                <a:lnTo>
                  <a:pt x="4240" y="3930"/>
                </a:lnTo>
                <a:lnTo>
                  <a:pt x="3049" y="3930"/>
                </a:lnTo>
                <a:lnTo>
                  <a:pt x="3049" y="3216"/>
                </a:lnTo>
                <a:lnTo>
                  <a:pt x="1" y="3216"/>
                </a:lnTo>
                <a:lnTo>
                  <a:pt x="1" y="5359"/>
                </a:lnTo>
                <a:lnTo>
                  <a:pt x="1191" y="5359"/>
                </a:lnTo>
                <a:lnTo>
                  <a:pt x="1191" y="6121"/>
                </a:lnTo>
                <a:lnTo>
                  <a:pt x="1" y="6121"/>
                </a:lnTo>
                <a:lnTo>
                  <a:pt x="1" y="8265"/>
                </a:lnTo>
                <a:lnTo>
                  <a:pt x="1191" y="8265"/>
                </a:lnTo>
                <a:lnTo>
                  <a:pt x="1191" y="9098"/>
                </a:lnTo>
                <a:cubicBezTo>
                  <a:pt x="667" y="9241"/>
                  <a:pt x="286" y="9717"/>
                  <a:pt x="286" y="10265"/>
                </a:cubicBezTo>
                <a:cubicBezTo>
                  <a:pt x="286" y="10956"/>
                  <a:pt x="834" y="11480"/>
                  <a:pt x="1501" y="11480"/>
                </a:cubicBezTo>
                <a:cubicBezTo>
                  <a:pt x="2191" y="11480"/>
                  <a:pt x="2739" y="10956"/>
                  <a:pt x="2739" y="10265"/>
                </a:cubicBezTo>
                <a:cubicBezTo>
                  <a:pt x="2739" y="9693"/>
                  <a:pt x="2334" y="9241"/>
                  <a:pt x="1834" y="9098"/>
                </a:cubicBezTo>
                <a:lnTo>
                  <a:pt x="1834" y="8265"/>
                </a:lnTo>
                <a:lnTo>
                  <a:pt x="3025" y="8265"/>
                </a:lnTo>
                <a:lnTo>
                  <a:pt x="3025" y="6121"/>
                </a:lnTo>
                <a:lnTo>
                  <a:pt x="1834" y="6121"/>
                </a:lnTo>
                <a:lnTo>
                  <a:pt x="1834" y="5359"/>
                </a:lnTo>
                <a:lnTo>
                  <a:pt x="3025" y="5359"/>
                </a:lnTo>
                <a:lnTo>
                  <a:pt x="3025" y="4597"/>
                </a:lnTo>
                <a:lnTo>
                  <a:pt x="4216" y="4597"/>
                </a:lnTo>
                <a:lnTo>
                  <a:pt x="4216" y="5359"/>
                </a:lnTo>
                <a:lnTo>
                  <a:pt x="5406" y="5359"/>
                </a:lnTo>
                <a:lnTo>
                  <a:pt x="5406" y="6121"/>
                </a:lnTo>
                <a:lnTo>
                  <a:pt x="4216" y="6121"/>
                </a:lnTo>
                <a:lnTo>
                  <a:pt x="4216" y="8265"/>
                </a:lnTo>
                <a:lnTo>
                  <a:pt x="5406" y="8265"/>
                </a:lnTo>
                <a:lnTo>
                  <a:pt x="5406" y="9098"/>
                </a:lnTo>
                <a:cubicBezTo>
                  <a:pt x="4906" y="9241"/>
                  <a:pt x="4525" y="9717"/>
                  <a:pt x="4525" y="10265"/>
                </a:cubicBezTo>
                <a:cubicBezTo>
                  <a:pt x="4525" y="10956"/>
                  <a:pt x="5049" y="11480"/>
                  <a:pt x="5740" y="11480"/>
                </a:cubicBezTo>
                <a:cubicBezTo>
                  <a:pt x="6430" y="11480"/>
                  <a:pt x="6954" y="10956"/>
                  <a:pt x="6954" y="10265"/>
                </a:cubicBezTo>
                <a:cubicBezTo>
                  <a:pt x="6954" y="9693"/>
                  <a:pt x="6073" y="9098"/>
                  <a:pt x="6073" y="9098"/>
                </a:cubicBezTo>
                <a:lnTo>
                  <a:pt x="6073" y="8265"/>
                </a:lnTo>
                <a:lnTo>
                  <a:pt x="7264" y="8265"/>
                </a:lnTo>
                <a:lnTo>
                  <a:pt x="7264" y="6121"/>
                </a:lnTo>
                <a:lnTo>
                  <a:pt x="6073" y="6121"/>
                </a:lnTo>
                <a:lnTo>
                  <a:pt x="6073" y="5359"/>
                </a:lnTo>
                <a:lnTo>
                  <a:pt x="7264" y="5359"/>
                </a:lnTo>
                <a:lnTo>
                  <a:pt x="7264" y="4597"/>
                </a:lnTo>
                <a:lnTo>
                  <a:pt x="8455" y="4597"/>
                </a:lnTo>
                <a:lnTo>
                  <a:pt x="8455" y="5359"/>
                </a:lnTo>
                <a:lnTo>
                  <a:pt x="9645" y="5359"/>
                </a:lnTo>
                <a:lnTo>
                  <a:pt x="9645" y="6121"/>
                </a:lnTo>
                <a:lnTo>
                  <a:pt x="8455" y="6121"/>
                </a:lnTo>
                <a:lnTo>
                  <a:pt x="8455" y="8265"/>
                </a:lnTo>
                <a:lnTo>
                  <a:pt x="9645" y="8265"/>
                </a:lnTo>
                <a:lnTo>
                  <a:pt x="9645" y="9098"/>
                </a:lnTo>
                <a:cubicBezTo>
                  <a:pt x="9122" y="9241"/>
                  <a:pt x="8740" y="9717"/>
                  <a:pt x="8740" y="10265"/>
                </a:cubicBezTo>
                <a:cubicBezTo>
                  <a:pt x="8740" y="10956"/>
                  <a:pt x="9288" y="11480"/>
                  <a:pt x="9955" y="11480"/>
                </a:cubicBezTo>
                <a:cubicBezTo>
                  <a:pt x="10646" y="11480"/>
                  <a:pt x="11193" y="10956"/>
                  <a:pt x="11193" y="10265"/>
                </a:cubicBezTo>
                <a:cubicBezTo>
                  <a:pt x="11193" y="9693"/>
                  <a:pt x="10789" y="9241"/>
                  <a:pt x="10288" y="9098"/>
                </a:cubicBezTo>
                <a:lnTo>
                  <a:pt x="10288" y="8265"/>
                </a:lnTo>
                <a:lnTo>
                  <a:pt x="11479" y="8265"/>
                </a:lnTo>
                <a:lnTo>
                  <a:pt x="11479" y="6121"/>
                </a:lnTo>
                <a:lnTo>
                  <a:pt x="10288" y="6121"/>
                </a:lnTo>
                <a:lnTo>
                  <a:pt x="10288" y="5359"/>
                </a:lnTo>
                <a:lnTo>
                  <a:pt x="11551" y="5359"/>
                </a:lnTo>
                <a:lnTo>
                  <a:pt x="11551" y="3192"/>
                </a:lnTo>
                <a:lnTo>
                  <a:pt x="8479" y="3192"/>
                </a:lnTo>
                <a:lnTo>
                  <a:pt x="8479" y="3907"/>
                </a:lnTo>
                <a:lnTo>
                  <a:pt x="7288" y="3907"/>
                </a:lnTo>
                <a:lnTo>
                  <a:pt x="7288" y="3192"/>
                </a:lnTo>
                <a:lnTo>
                  <a:pt x="6097" y="3192"/>
                </a:lnTo>
                <a:lnTo>
                  <a:pt x="6097" y="2430"/>
                </a:lnTo>
                <a:lnTo>
                  <a:pt x="7574" y="2430"/>
                </a:lnTo>
                <a:lnTo>
                  <a:pt x="75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nvGrpSpPr>
          <p:cNvPr id="20159" name="Google Shape;20159;p94"/>
          <p:cNvGrpSpPr/>
          <p:nvPr/>
        </p:nvGrpSpPr>
        <p:grpSpPr>
          <a:xfrm>
            <a:off x="4782000" y="2268311"/>
            <a:ext cx="337737" cy="334913"/>
            <a:chOff x="4705800" y="2470711"/>
            <a:chExt cx="337737" cy="334913"/>
          </a:xfrm>
        </p:grpSpPr>
        <p:grpSp>
          <p:nvGrpSpPr>
            <p:cNvPr id="20160" name="Google Shape;20160;p94"/>
            <p:cNvGrpSpPr/>
            <p:nvPr/>
          </p:nvGrpSpPr>
          <p:grpSpPr>
            <a:xfrm>
              <a:off x="4705800" y="2501543"/>
              <a:ext cx="337737" cy="304082"/>
              <a:chOff x="4705800" y="2501543"/>
              <a:chExt cx="337737" cy="304082"/>
            </a:xfrm>
          </p:grpSpPr>
          <p:sp>
            <p:nvSpPr>
              <p:cNvPr id="20161" name="Google Shape;20161;p94"/>
              <p:cNvSpPr/>
              <p:nvPr/>
            </p:nvSpPr>
            <p:spPr>
              <a:xfrm>
                <a:off x="4923681" y="2502955"/>
                <a:ext cx="74315" cy="74285"/>
              </a:xfrm>
              <a:custGeom>
                <a:rect b="b" l="l" r="r" t="t"/>
                <a:pathLst>
                  <a:path extrusionOk="0" h="2525" w="2526">
                    <a:moveTo>
                      <a:pt x="1263" y="667"/>
                    </a:moveTo>
                    <a:cubicBezTo>
                      <a:pt x="1596" y="667"/>
                      <a:pt x="1835" y="929"/>
                      <a:pt x="1835" y="1238"/>
                    </a:cubicBezTo>
                    <a:cubicBezTo>
                      <a:pt x="1835" y="1572"/>
                      <a:pt x="1573" y="1810"/>
                      <a:pt x="1263" y="1810"/>
                    </a:cubicBezTo>
                    <a:cubicBezTo>
                      <a:pt x="953" y="1810"/>
                      <a:pt x="715" y="1524"/>
                      <a:pt x="715" y="1238"/>
                    </a:cubicBezTo>
                    <a:cubicBezTo>
                      <a:pt x="668" y="929"/>
                      <a:pt x="953" y="667"/>
                      <a:pt x="1263" y="667"/>
                    </a:cubicBezTo>
                    <a:close/>
                    <a:moveTo>
                      <a:pt x="1263" y="0"/>
                    </a:moveTo>
                    <a:cubicBezTo>
                      <a:pt x="596" y="0"/>
                      <a:pt x="25" y="572"/>
                      <a:pt x="25" y="1262"/>
                    </a:cubicBezTo>
                    <a:cubicBezTo>
                      <a:pt x="1" y="1953"/>
                      <a:pt x="572" y="2524"/>
                      <a:pt x="1263" y="2524"/>
                    </a:cubicBezTo>
                    <a:cubicBezTo>
                      <a:pt x="1954" y="2524"/>
                      <a:pt x="2525" y="1953"/>
                      <a:pt x="2525" y="1262"/>
                    </a:cubicBezTo>
                    <a:cubicBezTo>
                      <a:pt x="2525" y="572"/>
                      <a:pt x="195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162" name="Google Shape;20162;p94"/>
              <p:cNvSpPr/>
              <p:nvPr/>
            </p:nvSpPr>
            <p:spPr>
              <a:xfrm>
                <a:off x="4969929" y="2582800"/>
                <a:ext cx="73609" cy="73609"/>
              </a:xfrm>
              <a:custGeom>
                <a:rect b="b" l="l" r="r" t="t"/>
                <a:pathLst>
                  <a:path extrusionOk="0" h="2502" w="2502">
                    <a:moveTo>
                      <a:pt x="1263" y="692"/>
                    </a:moveTo>
                    <a:cubicBezTo>
                      <a:pt x="1549" y="692"/>
                      <a:pt x="1811" y="954"/>
                      <a:pt x="1811" y="1263"/>
                    </a:cubicBezTo>
                    <a:cubicBezTo>
                      <a:pt x="1811" y="1549"/>
                      <a:pt x="1549" y="1835"/>
                      <a:pt x="1263" y="1835"/>
                    </a:cubicBezTo>
                    <a:cubicBezTo>
                      <a:pt x="929" y="1835"/>
                      <a:pt x="691" y="1549"/>
                      <a:pt x="691" y="1263"/>
                    </a:cubicBezTo>
                    <a:cubicBezTo>
                      <a:pt x="691" y="930"/>
                      <a:pt x="953" y="692"/>
                      <a:pt x="1263" y="692"/>
                    </a:cubicBezTo>
                    <a:close/>
                    <a:moveTo>
                      <a:pt x="1263" y="1"/>
                    </a:moveTo>
                    <a:cubicBezTo>
                      <a:pt x="572" y="1"/>
                      <a:pt x="1" y="572"/>
                      <a:pt x="1" y="1263"/>
                    </a:cubicBezTo>
                    <a:cubicBezTo>
                      <a:pt x="1" y="1954"/>
                      <a:pt x="572" y="2501"/>
                      <a:pt x="1263" y="2501"/>
                    </a:cubicBezTo>
                    <a:cubicBezTo>
                      <a:pt x="1930" y="2501"/>
                      <a:pt x="2501" y="1954"/>
                      <a:pt x="2501" y="1263"/>
                    </a:cubicBezTo>
                    <a:cubicBezTo>
                      <a:pt x="2501" y="549"/>
                      <a:pt x="1930"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163" name="Google Shape;20163;p94"/>
              <p:cNvSpPr/>
              <p:nvPr/>
            </p:nvSpPr>
            <p:spPr>
              <a:xfrm>
                <a:off x="4952424" y="2673176"/>
                <a:ext cx="74286" cy="73609"/>
              </a:xfrm>
              <a:custGeom>
                <a:rect b="b" l="l" r="r" t="t"/>
                <a:pathLst>
                  <a:path extrusionOk="0" h="2502" w="2525">
                    <a:moveTo>
                      <a:pt x="1262" y="692"/>
                    </a:moveTo>
                    <a:cubicBezTo>
                      <a:pt x="1572" y="692"/>
                      <a:pt x="1810" y="954"/>
                      <a:pt x="1810" y="1263"/>
                    </a:cubicBezTo>
                    <a:cubicBezTo>
                      <a:pt x="1858" y="1573"/>
                      <a:pt x="1572" y="1811"/>
                      <a:pt x="1262" y="1811"/>
                    </a:cubicBezTo>
                    <a:cubicBezTo>
                      <a:pt x="929" y="1811"/>
                      <a:pt x="691" y="1549"/>
                      <a:pt x="691" y="1263"/>
                    </a:cubicBezTo>
                    <a:cubicBezTo>
                      <a:pt x="691" y="930"/>
                      <a:pt x="953" y="692"/>
                      <a:pt x="1262" y="692"/>
                    </a:cubicBezTo>
                    <a:close/>
                    <a:moveTo>
                      <a:pt x="1262" y="1"/>
                    </a:moveTo>
                    <a:cubicBezTo>
                      <a:pt x="572" y="1"/>
                      <a:pt x="0" y="573"/>
                      <a:pt x="0" y="1263"/>
                    </a:cubicBezTo>
                    <a:cubicBezTo>
                      <a:pt x="0" y="1930"/>
                      <a:pt x="572" y="2502"/>
                      <a:pt x="1262" y="2502"/>
                    </a:cubicBezTo>
                    <a:cubicBezTo>
                      <a:pt x="1929" y="2502"/>
                      <a:pt x="2501" y="1930"/>
                      <a:pt x="2501" y="1263"/>
                    </a:cubicBezTo>
                    <a:cubicBezTo>
                      <a:pt x="2525" y="573"/>
                      <a:pt x="197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164" name="Google Shape;20164;p94"/>
              <p:cNvSpPr/>
              <p:nvPr/>
            </p:nvSpPr>
            <p:spPr>
              <a:xfrm>
                <a:off x="4881670" y="2732045"/>
                <a:ext cx="74286" cy="73579"/>
              </a:xfrm>
              <a:custGeom>
                <a:rect b="b" l="l" r="r" t="t"/>
                <a:pathLst>
                  <a:path extrusionOk="0" h="2501" w="2525">
                    <a:moveTo>
                      <a:pt x="1238" y="691"/>
                    </a:moveTo>
                    <a:cubicBezTo>
                      <a:pt x="1572" y="691"/>
                      <a:pt x="1810" y="953"/>
                      <a:pt x="1810" y="1239"/>
                    </a:cubicBezTo>
                    <a:cubicBezTo>
                      <a:pt x="1810" y="1548"/>
                      <a:pt x="1572" y="1810"/>
                      <a:pt x="1238" y="1810"/>
                    </a:cubicBezTo>
                    <a:cubicBezTo>
                      <a:pt x="905" y="1810"/>
                      <a:pt x="691" y="1548"/>
                      <a:pt x="691" y="1239"/>
                    </a:cubicBezTo>
                    <a:cubicBezTo>
                      <a:pt x="691" y="929"/>
                      <a:pt x="953" y="691"/>
                      <a:pt x="1238" y="691"/>
                    </a:cubicBezTo>
                    <a:close/>
                    <a:moveTo>
                      <a:pt x="1238" y="0"/>
                    </a:moveTo>
                    <a:cubicBezTo>
                      <a:pt x="572" y="0"/>
                      <a:pt x="0" y="572"/>
                      <a:pt x="0" y="1239"/>
                    </a:cubicBezTo>
                    <a:cubicBezTo>
                      <a:pt x="0" y="1929"/>
                      <a:pt x="548" y="2501"/>
                      <a:pt x="1238" y="2501"/>
                    </a:cubicBezTo>
                    <a:cubicBezTo>
                      <a:pt x="1929" y="2501"/>
                      <a:pt x="2501" y="1929"/>
                      <a:pt x="2501" y="1239"/>
                    </a:cubicBezTo>
                    <a:cubicBezTo>
                      <a:pt x="2524" y="572"/>
                      <a:pt x="1953" y="0"/>
                      <a:pt x="1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165" name="Google Shape;20165;p94"/>
              <p:cNvSpPr/>
              <p:nvPr/>
            </p:nvSpPr>
            <p:spPr>
              <a:xfrm>
                <a:off x="4789881" y="2731339"/>
                <a:ext cx="73579" cy="73609"/>
              </a:xfrm>
              <a:custGeom>
                <a:rect b="b" l="l" r="r" t="t"/>
                <a:pathLst>
                  <a:path extrusionOk="0" h="2502" w="2501">
                    <a:moveTo>
                      <a:pt x="1239" y="667"/>
                    </a:moveTo>
                    <a:cubicBezTo>
                      <a:pt x="1548" y="667"/>
                      <a:pt x="1810" y="953"/>
                      <a:pt x="1810" y="1239"/>
                    </a:cubicBezTo>
                    <a:cubicBezTo>
                      <a:pt x="1810" y="1549"/>
                      <a:pt x="1572" y="1810"/>
                      <a:pt x="1239" y="1810"/>
                    </a:cubicBezTo>
                    <a:cubicBezTo>
                      <a:pt x="905" y="1810"/>
                      <a:pt x="667" y="1549"/>
                      <a:pt x="667" y="1239"/>
                    </a:cubicBezTo>
                    <a:cubicBezTo>
                      <a:pt x="667" y="906"/>
                      <a:pt x="953" y="667"/>
                      <a:pt x="1239" y="667"/>
                    </a:cubicBezTo>
                    <a:close/>
                    <a:moveTo>
                      <a:pt x="1239" y="1"/>
                    </a:moveTo>
                    <a:cubicBezTo>
                      <a:pt x="548" y="1"/>
                      <a:pt x="0" y="548"/>
                      <a:pt x="0" y="1239"/>
                    </a:cubicBezTo>
                    <a:cubicBezTo>
                      <a:pt x="0" y="1930"/>
                      <a:pt x="548" y="2501"/>
                      <a:pt x="1239" y="2501"/>
                    </a:cubicBezTo>
                    <a:cubicBezTo>
                      <a:pt x="1929" y="2501"/>
                      <a:pt x="2501" y="1930"/>
                      <a:pt x="2501" y="1239"/>
                    </a:cubicBezTo>
                    <a:cubicBezTo>
                      <a:pt x="2501" y="548"/>
                      <a:pt x="1953"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166" name="Google Shape;20166;p94"/>
              <p:cNvSpPr/>
              <p:nvPr/>
            </p:nvSpPr>
            <p:spPr>
              <a:xfrm>
                <a:off x="4720510" y="2670382"/>
                <a:ext cx="73609" cy="73609"/>
              </a:xfrm>
              <a:custGeom>
                <a:rect b="b" l="l" r="r" t="t"/>
                <a:pathLst>
                  <a:path extrusionOk="0" h="2502" w="2502">
                    <a:moveTo>
                      <a:pt x="1239" y="691"/>
                    </a:moveTo>
                    <a:cubicBezTo>
                      <a:pt x="1549" y="691"/>
                      <a:pt x="1811" y="953"/>
                      <a:pt x="1811" y="1263"/>
                    </a:cubicBezTo>
                    <a:cubicBezTo>
                      <a:pt x="1811" y="1596"/>
                      <a:pt x="1549" y="1834"/>
                      <a:pt x="1239" y="1834"/>
                    </a:cubicBezTo>
                    <a:cubicBezTo>
                      <a:pt x="929" y="1834"/>
                      <a:pt x="691" y="1549"/>
                      <a:pt x="691" y="1263"/>
                    </a:cubicBezTo>
                    <a:cubicBezTo>
                      <a:pt x="691" y="953"/>
                      <a:pt x="953" y="691"/>
                      <a:pt x="1239" y="691"/>
                    </a:cubicBezTo>
                    <a:close/>
                    <a:moveTo>
                      <a:pt x="1239" y="1"/>
                    </a:moveTo>
                    <a:cubicBezTo>
                      <a:pt x="572" y="1"/>
                      <a:pt x="1" y="572"/>
                      <a:pt x="1" y="1263"/>
                    </a:cubicBezTo>
                    <a:cubicBezTo>
                      <a:pt x="1" y="1954"/>
                      <a:pt x="572" y="2501"/>
                      <a:pt x="1239" y="2501"/>
                    </a:cubicBezTo>
                    <a:cubicBezTo>
                      <a:pt x="1930" y="2501"/>
                      <a:pt x="2501" y="1954"/>
                      <a:pt x="2501" y="1263"/>
                    </a:cubicBezTo>
                    <a:cubicBezTo>
                      <a:pt x="2501" y="572"/>
                      <a:pt x="193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167" name="Google Shape;20167;p94"/>
              <p:cNvSpPr/>
              <p:nvPr/>
            </p:nvSpPr>
            <p:spPr>
              <a:xfrm>
                <a:off x="4705800" y="2580711"/>
                <a:ext cx="73609" cy="73579"/>
              </a:xfrm>
              <a:custGeom>
                <a:rect b="b" l="l" r="r" t="t"/>
                <a:pathLst>
                  <a:path extrusionOk="0" h="2501" w="2502">
                    <a:moveTo>
                      <a:pt x="1215" y="667"/>
                    </a:moveTo>
                    <a:cubicBezTo>
                      <a:pt x="1549" y="667"/>
                      <a:pt x="1787" y="953"/>
                      <a:pt x="1787" y="1239"/>
                    </a:cubicBezTo>
                    <a:cubicBezTo>
                      <a:pt x="1787" y="1572"/>
                      <a:pt x="1501" y="1810"/>
                      <a:pt x="1215" y="1810"/>
                    </a:cubicBezTo>
                    <a:cubicBezTo>
                      <a:pt x="906" y="1810"/>
                      <a:pt x="644" y="1548"/>
                      <a:pt x="644" y="1239"/>
                    </a:cubicBezTo>
                    <a:cubicBezTo>
                      <a:pt x="644" y="905"/>
                      <a:pt x="906" y="667"/>
                      <a:pt x="1215" y="667"/>
                    </a:cubicBezTo>
                    <a:close/>
                    <a:moveTo>
                      <a:pt x="1239" y="0"/>
                    </a:moveTo>
                    <a:cubicBezTo>
                      <a:pt x="548" y="0"/>
                      <a:pt x="1" y="548"/>
                      <a:pt x="1" y="1239"/>
                    </a:cubicBezTo>
                    <a:cubicBezTo>
                      <a:pt x="1" y="1929"/>
                      <a:pt x="548" y="2501"/>
                      <a:pt x="1239" y="2501"/>
                    </a:cubicBezTo>
                    <a:cubicBezTo>
                      <a:pt x="1930" y="2501"/>
                      <a:pt x="2501" y="1929"/>
                      <a:pt x="2501" y="1239"/>
                    </a:cubicBezTo>
                    <a:cubicBezTo>
                      <a:pt x="2501" y="548"/>
                      <a:pt x="1930"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168" name="Google Shape;20168;p94"/>
              <p:cNvSpPr/>
              <p:nvPr/>
            </p:nvSpPr>
            <p:spPr>
              <a:xfrm>
                <a:off x="4752047" y="2501543"/>
                <a:ext cx="73579" cy="73579"/>
              </a:xfrm>
              <a:custGeom>
                <a:rect b="b" l="l" r="r" t="t"/>
                <a:pathLst>
                  <a:path extrusionOk="0" h="2501" w="2501">
                    <a:moveTo>
                      <a:pt x="1239" y="667"/>
                    </a:moveTo>
                    <a:cubicBezTo>
                      <a:pt x="1572" y="667"/>
                      <a:pt x="1810" y="929"/>
                      <a:pt x="1810" y="1215"/>
                    </a:cubicBezTo>
                    <a:cubicBezTo>
                      <a:pt x="1810" y="1525"/>
                      <a:pt x="1548" y="1787"/>
                      <a:pt x="1239" y="1787"/>
                    </a:cubicBezTo>
                    <a:cubicBezTo>
                      <a:pt x="929" y="1787"/>
                      <a:pt x="691" y="1525"/>
                      <a:pt x="691" y="1215"/>
                    </a:cubicBezTo>
                    <a:cubicBezTo>
                      <a:pt x="691" y="929"/>
                      <a:pt x="953" y="667"/>
                      <a:pt x="1239" y="667"/>
                    </a:cubicBezTo>
                    <a:close/>
                    <a:moveTo>
                      <a:pt x="1239" y="0"/>
                    </a:moveTo>
                    <a:cubicBezTo>
                      <a:pt x="572" y="0"/>
                      <a:pt x="0" y="572"/>
                      <a:pt x="0" y="1263"/>
                    </a:cubicBezTo>
                    <a:cubicBezTo>
                      <a:pt x="0" y="1929"/>
                      <a:pt x="572" y="2501"/>
                      <a:pt x="1239" y="2501"/>
                    </a:cubicBezTo>
                    <a:cubicBezTo>
                      <a:pt x="1929" y="2501"/>
                      <a:pt x="2501" y="1929"/>
                      <a:pt x="2501" y="1263"/>
                    </a:cubicBezTo>
                    <a:cubicBezTo>
                      <a:pt x="2501" y="572"/>
                      <a:pt x="1929"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169" name="Google Shape;20169;p94"/>
              <p:cNvSpPr/>
              <p:nvPr/>
            </p:nvSpPr>
            <p:spPr>
              <a:xfrm>
                <a:off x="4864136" y="2654289"/>
                <a:ext cx="61694" cy="19623"/>
              </a:xfrm>
              <a:custGeom>
                <a:rect b="b" l="l" r="r" t="t"/>
                <a:pathLst>
                  <a:path extrusionOk="0" h="667" w="2097">
                    <a:moveTo>
                      <a:pt x="1" y="0"/>
                    </a:moveTo>
                    <a:lnTo>
                      <a:pt x="1" y="667"/>
                    </a:lnTo>
                    <a:lnTo>
                      <a:pt x="2096" y="667"/>
                    </a:lnTo>
                    <a:lnTo>
                      <a:pt x="209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170" name="Google Shape;20170;p94"/>
              <p:cNvSpPr/>
              <p:nvPr/>
            </p:nvSpPr>
            <p:spPr>
              <a:xfrm>
                <a:off x="4864136" y="2613631"/>
                <a:ext cx="61694" cy="20359"/>
              </a:xfrm>
              <a:custGeom>
                <a:rect b="b" l="l" r="r" t="t"/>
                <a:pathLst>
                  <a:path extrusionOk="0" h="692" w="2097">
                    <a:moveTo>
                      <a:pt x="1" y="1"/>
                    </a:moveTo>
                    <a:lnTo>
                      <a:pt x="1" y="691"/>
                    </a:lnTo>
                    <a:lnTo>
                      <a:pt x="2096" y="691"/>
                    </a:lnTo>
                    <a:lnTo>
                      <a:pt x="209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171" name="Google Shape;20171;p94"/>
              <p:cNvSpPr/>
              <p:nvPr/>
            </p:nvSpPr>
            <p:spPr>
              <a:xfrm>
                <a:off x="4822801" y="2654289"/>
                <a:ext cx="20359" cy="19623"/>
              </a:xfrm>
              <a:custGeom>
                <a:rect b="b" l="l" r="r" t="t"/>
                <a:pathLst>
                  <a:path extrusionOk="0" h="667" w="692">
                    <a:moveTo>
                      <a:pt x="1" y="0"/>
                    </a:moveTo>
                    <a:lnTo>
                      <a:pt x="1" y="667"/>
                    </a:lnTo>
                    <a:lnTo>
                      <a:pt x="691" y="667"/>
                    </a:lnTo>
                    <a:lnTo>
                      <a:pt x="6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172" name="Google Shape;20172;p94"/>
              <p:cNvSpPr/>
              <p:nvPr/>
            </p:nvSpPr>
            <p:spPr>
              <a:xfrm>
                <a:off x="4822801" y="2613631"/>
                <a:ext cx="20359" cy="20359"/>
              </a:xfrm>
              <a:custGeom>
                <a:rect b="b" l="l" r="r" t="t"/>
                <a:pathLst>
                  <a:path extrusionOk="0" h="692" w="692">
                    <a:moveTo>
                      <a:pt x="1" y="1"/>
                    </a:moveTo>
                    <a:lnTo>
                      <a:pt x="1" y="691"/>
                    </a:lnTo>
                    <a:lnTo>
                      <a:pt x="691" y="691"/>
                    </a:lnTo>
                    <a:lnTo>
                      <a:pt x="6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sp>
          <p:nvSpPr>
            <p:cNvPr id="20173" name="Google Shape;20173;p94"/>
            <p:cNvSpPr/>
            <p:nvPr/>
          </p:nvSpPr>
          <p:spPr>
            <a:xfrm>
              <a:off x="4837511" y="2470711"/>
              <a:ext cx="73609" cy="73609"/>
            </a:xfrm>
            <a:custGeom>
              <a:rect b="b" l="l" r="r" t="t"/>
              <a:pathLst>
                <a:path extrusionOk="0" h="2502" w="2502">
                  <a:moveTo>
                    <a:pt x="1263" y="691"/>
                  </a:moveTo>
                  <a:cubicBezTo>
                    <a:pt x="1596" y="691"/>
                    <a:pt x="1811" y="953"/>
                    <a:pt x="1811" y="1263"/>
                  </a:cubicBezTo>
                  <a:cubicBezTo>
                    <a:pt x="1811" y="1596"/>
                    <a:pt x="1549" y="1834"/>
                    <a:pt x="1263" y="1834"/>
                  </a:cubicBezTo>
                  <a:cubicBezTo>
                    <a:pt x="929" y="1834"/>
                    <a:pt x="691" y="1549"/>
                    <a:pt x="691" y="1263"/>
                  </a:cubicBezTo>
                  <a:cubicBezTo>
                    <a:pt x="691" y="929"/>
                    <a:pt x="953" y="691"/>
                    <a:pt x="1263" y="691"/>
                  </a:cubicBezTo>
                  <a:close/>
                  <a:moveTo>
                    <a:pt x="1263" y="1"/>
                  </a:moveTo>
                  <a:cubicBezTo>
                    <a:pt x="572" y="1"/>
                    <a:pt x="1" y="572"/>
                    <a:pt x="1" y="1263"/>
                  </a:cubicBezTo>
                  <a:cubicBezTo>
                    <a:pt x="1" y="1953"/>
                    <a:pt x="572" y="2501"/>
                    <a:pt x="1263" y="2501"/>
                  </a:cubicBezTo>
                  <a:cubicBezTo>
                    <a:pt x="1930" y="2501"/>
                    <a:pt x="2501" y="1953"/>
                    <a:pt x="2501" y="1263"/>
                  </a:cubicBezTo>
                  <a:cubicBezTo>
                    <a:pt x="2501" y="572"/>
                    <a:pt x="1954"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grpSp>
        <p:nvGrpSpPr>
          <p:cNvPr id="20174" name="Google Shape;20174;p94"/>
          <p:cNvGrpSpPr/>
          <p:nvPr/>
        </p:nvGrpSpPr>
        <p:grpSpPr>
          <a:xfrm>
            <a:off x="4042504" y="2287228"/>
            <a:ext cx="346832" cy="319498"/>
            <a:chOff x="4118704" y="2489628"/>
            <a:chExt cx="346832" cy="319498"/>
          </a:xfrm>
        </p:grpSpPr>
        <p:sp>
          <p:nvSpPr>
            <p:cNvPr id="20175" name="Google Shape;20175;p94"/>
            <p:cNvSpPr/>
            <p:nvPr/>
          </p:nvSpPr>
          <p:spPr>
            <a:xfrm>
              <a:off x="4118704" y="2489628"/>
              <a:ext cx="346126" cy="97174"/>
            </a:xfrm>
            <a:custGeom>
              <a:rect b="b" l="l" r="r" t="t"/>
              <a:pathLst>
                <a:path extrusionOk="0" h="3303" w="11765">
                  <a:moveTo>
                    <a:pt x="10431" y="1120"/>
                  </a:moveTo>
                  <a:cubicBezTo>
                    <a:pt x="10788" y="1120"/>
                    <a:pt x="11050" y="1453"/>
                    <a:pt x="10955" y="1811"/>
                  </a:cubicBezTo>
                  <a:cubicBezTo>
                    <a:pt x="10931" y="2025"/>
                    <a:pt x="10669" y="2215"/>
                    <a:pt x="10431" y="2215"/>
                  </a:cubicBezTo>
                  <a:lnTo>
                    <a:pt x="9883" y="2215"/>
                  </a:lnTo>
                  <a:lnTo>
                    <a:pt x="9883" y="1120"/>
                  </a:lnTo>
                  <a:close/>
                  <a:moveTo>
                    <a:pt x="9240" y="1144"/>
                  </a:moveTo>
                  <a:lnTo>
                    <a:pt x="9240" y="2263"/>
                  </a:lnTo>
                  <a:lnTo>
                    <a:pt x="3310" y="2263"/>
                  </a:lnTo>
                  <a:lnTo>
                    <a:pt x="3310" y="2215"/>
                  </a:lnTo>
                  <a:cubicBezTo>
                    <a:pt x="3358" y="2049"/>
                    <a:pt x="3406" y="1858"/>
                    <a:pt x="3406" y="1691"/>
                  </a:cubicBezTo>
                  <a:cubicBezTo>
                    <a:pt x="3406" y="1501"/>
                    <a:pt x="3358" y="1310"/>
                    <a:pt x="3310" y="1144"/>
                  </a:cubicBezTo>
                  <a:close/>
                  <a:moveTo>
                    <a:pt x="1786" y="667"/>
                  </a:moveTo>
                  <a:cubicBezTo>
                    <a:pt x="2334" y="667"/>
                    <a:pt x="2763" y="1120"/>
                    <a:pt x="2763" y="1668"/>
                  </a:cubicBezTo>
                  <a:cubicBezTo>
                    <a:pt x="2763" y="2192"/>
                    <a:pt x="2334" y="2644"/>
                    <a:pt x="1786" y="2644"/>
                  </a:cubicBezTo>
                  <a:cubicBezTo>
                    <a:pt x="1262" y="2644"/>
                    <a:pt x="810" y="2192"/>
                    <a:pt x="810" y="1668"/>
                  </a:cubicBezTo>
                  <a:cubicBezTo>
                    <a:pt x="810" y="1120"/>
                    <a:pt x="1262" y="667"/>
                    <a:pt x="1786" y="667"/>
                  </a:cubicBezTo>
                  <a:close/>
                  <a:moveTo>
                    <a:pt x="1739" y="1"/>
                  </a:moveTo>
                  <a:cubicBezTo>
                    <a:pt x="786" y="1"/>
                    <a:pt x="0" y="834"/>
                    <a:pt x="48" y="1811"/>
                  </a:cubicBezTo>
                  <a:cubicBezTo>
                    <a:pt x="191" y="2573"/>
                    <a:pt x="786" y="3216"/>
                    <a:pt x="1572" y="3287"/>
                  </a:cubicBezTo>
                  <a:cubicBezTo>
                    <a:pt x="1647" y="3297"/>
                    <a:pt x="1721" y="3302"/>
                    <a:pt x="1793" y="3302"/>
                  </a:cubicBezTo>
                  <a:cubicBezTo>
                    <a:pt x="2228" y="3302"/>
                    <a:pt x="2616" y="3127"/>
                    <a:pt x="2882" y="2882"/>
                  </a:cubicBezTo>
                  <a:lnTo>
                    <a:pt x="10431" y="2882"/>
                  </a:lnTo>
                  <a:cubicBezTo>
                    <a:pt x="11026" y="2882"/>
                    <a:pt x="11550" y="2430"/>
                    <a:pt x="11645" y="1834"/>
                  </a:cubicBezTo>
                  <a:cubicBezTo>
                    <a:pt x="11764" y="1096"/>
                    <a:pt x="11169" y="429"/>
                    <a:pt x="10431" y="429"/>
                  </a:cubicBezTo>
                  <a:lnTo>
                    <a:pt x="2858" y="429"/>
                  </a:lnTo>
                  <a:cubicBezTo>
                    <a:pt x="2572" y="167"/>
                    <a:pt x="2167"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176" name="Google Shape;20176;p94"/>
            <p:cNvSpPr/>
            <p:nvPr/>
          </p:nvSpPr>
          <p:spPr>
            <a:xfrm>
              <a:off x="4119380" y="2601275"/>
              <a:ext cx="346156" cy="97174"/>
            </a:xfrm>
            <a:custGeom>
              <a:rect b="b" l="l" r="r" t="t"/>
              <a:pathLst>
                <a:path extrusionOk="0" h="3303" w="11766">
                  <a:moveTo>
                    <a:pt x="8455" y="1040"/>
                  </a:moveTo>
                  <a:lnTo>
                    <a:pt x="8455" y="1088"/>
                  </a:lnTo>
                  <a:cubicBezTo>
                    <a:pt x="8407" y="1254"/>
                    <a:pt x="8384" y="1445"/>
                    <a:pt x="8384" y="1611"/>
                  </a:cubicBezTo>
                  <a:cubicBezTo>
                    <a:pt x="8384" y="1778"/>
                    <a:pt x="8407" y="1993"/>
                    <a:pt x="8455" y="2135"/>
                  </a:cubicBezTo>
                  <a:lnTo>
                    <a:pt x="2549" y="2135"/>
                  </a:lnTo>
                  <a:lnTo>
                    <a:pt x="2549" y="1040"/>
                  </a:lnTo>
                  <a:close/>
                  <a:moveTo>
                    <a:pt x="1882" y="1088"/>
                  </a:moveTo>
                  <a:lnTo>
                    <a:pt x="1882" y="2183"/>
                  </a:lnTo>
                  <a:lnTo>
                    <a:pt x="1358" y="2183"/>
                  </a:lnTo>
                  <a:cubicBezTo>
                    <a:pt x="1001" y="2183"/>
                    <a:pt x="715" y="1850"/>
                    <a:pt x="811" y="1492"/>
                  </a:cubicBezTo>
                  <a:cubicBezTo>
                    <a:pt x="834" y="1278"/>
                    <a:pt x="1120" y="1088"/>
                    <a:pt x="1358" y="1088"/>
                  </a:cubicBezTo>
                  <a:close/>
                  <a:moveTo>
                    <a:pt x="9955" y="635"/>
                  </a:moveTo>
                  <a:cubicBezTo>
                    <a:pt x="10479" y="635"/>
                    <a:pt x="10932" y="1088"/>
                    <a:pt x="10932" y="1611"/>
                  </a:cubicBezTo>
                  <a:cubicBezTo>
                    <a:pt x="10932" y="2159"/>
                    <a:pt x="10479" y="2588"/>
                    <a:pt x="9955" y="2588"/>
                  </a:cubicBezTo>
                  <a:cubicBezTo>
                    <a:pt x="9408" y="2588"/>
                    <a:pt x="8979" y="2159"/>
                    <a:pt x="8979" y="1611"/>
                  </a:cubicBezTo>
                  <a:cubicBezTo>
                    <a:pt x="8979" y="1088"/>
                    <a:pt x="9408" y="635"/>
                    <a:pt x="9955" y="635"/>
                  </a:cubicBezTo>
                  <a:close/>
                  <a:moveTo>
                    <a:pt x="9981" y="1"/>
                  </a:moveTo>
                  <a:cubicBezTo>
                    <a:pt x="9560" y="1"/>
                    <a:pt x="9169" y="176"/>
                    <a:pt x="8884" y="421"/>
                  </a:cubicBezTo>
                  <a:lnTo>
                    <a:pt x="1358" y="421"/>
                  </a:lnTo>
                  <a:cubicBezTo>
                    <a:pt x="763" y="421"/>
                    <a:pt x="215" y="873"/>
                    <a:pt x="120" y="1469"/>
                  </a:cubicBezTo>
                  <a:cubicBezTo>
                    <a:pt x="1" y="2207"/>
                    <a:pt x="596" y="2874"/>
                    <a:pt x="1358" y="2874"/>
                  </a:cubicBezTo>
                  <a:lnTo>
                    <a:pt x="8907" y="2874"/>
                  </a:lnTo>
                  <a:cubicBezTo>
                    <a:pt x="9217" y="3136"/>
                    <a:pt x="9598" y="3302"/>
                    <a:pt x="10051" y="3302"/>
                  </a:cubicBezTo>
                  <a:cubicBezTo>
                    <a:pt x="11003" y="3302"/>
                    <a:pt x="11765" y="2469"/>
                    <a:pt x="11718" y="1492"/>
                  </a:cubicBezTo>
                  <a:cubicBezTo>
                    <a:pt x="11551" y="730"/>
                    <a:pt x="10956" y="87"/>
                    <a:pt x="10193" y="16"/>
                  </a:cubicBezTo>
                  <a:cubicBezTo>
                    <a:pt x="10122" y="6"/>
                    <a:pt x="10051" y="1"/>
                    <a:pt x="99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177" name="Google Shape;20177;p94"/>
            <p:cNvSpPr/>
            <p:nvPr/>
          </p:nvSpPr>
          <p:spPr>
            <a:xfrm>
              <a:off x="4119380" y="2711481"/>
              <a:ext cx="346156" cy="97645"/>
            </a:xfrm>
            <a:custGeom>
              <a:rect b="b" l="l" r="r" t="t"/>
              <a:pathLst>
                <a:path extrusionOk="0" h="3319" w="11766">
                  <a:moveTo>
                    <a:pt x="9169" y="1104"/>
                  </a:moveTo>
                  <a:lnTo>
                    <a:pt x="9169" y="2176"/>
                  </a:lnTo>
                  <a:lnTo>
                    <a:pt x="3263" y="2176"/>
                  </a:lnTo>
                  <a:cubicBezTo>
                    <a:pt x="3311" y="2009"/>
                    <a:pt x="3335" y="1819"/>
                    <a:pt x="3335" y="1652"/>
                  </a:cubicBezTo>
                  <a:cubicBezTo>
                    <a:pt x="3335" y="1461"/>
                    <a:pt x="3311" y="1271"/>
                    <a:pt x="3263" y="1104"/>
                  </a:cubicBezTo>
                  <a:close/>
                  <a:moveTo>
                    <a:pt x="10408" y="1080"/>
                  </a:moveTo>
                  <a:cubicBezTo>
                    <a:pt x="10765" y="1080"/>
                    <a:pt x="11027" y="1414"/>
                    <a:pt x="10932" y="1771"/>
                  </a:cubicBezTo>
                  <a:cubicBezTo>
                    <a:pt x="10908" y="2009"/>
                    <a:pt x="10646" y="2176"/>
                    <a:pt x="10408" y="2176"/>
                  </a:cubicBezTo>
                  <a:lnTo>
                    <a:pt x="9860" y="2176"/>
                  </a:lnTo>
                  <a:lnTo>
                    <a:pt x="9860" y="1080"/>
                  </a:lnTo>
                  <a:close/>
                  <a:moveTo>
                    <a:pt x="1763" y="676"/>
                  </a:moveTo>
                  <a:cubicBezTo>
                    <a:pt x="2311" y="676"/>
                    <a:pt x="2740" y="1104"/>
                    <a:pt x="2740" y="1652"/>
                  </a:cubicBezTo>
                  <a:cubicBezTo>
                    <a:pt x="2740" y="2176"/>
                    <a:pt x="2311" y="2628"/>
                    <a:pt x="1763" y="2628"/>
                  </a:cubicBezTo>
                  <a:cubicBezTo>
                    <a:pt x="1239" y="2628"/>
                    <a:pt x="787" y="2176"/>
                    <a:pt x="787" y="1652"/>
                  </a:cubicBezTo>
                  <a:cubicBezTo>
                    <a:pt x="787" y="1104"/>
                    <a:pt x="1239" y="676"/>
                    <a:pt x="1763" y="676"/>
                  </a:cubicBezTo>
                  <a:close/>
                  <a:moveTo>
                    <a:pt x="1725" y="1"/>
                  </a:moveTo>
                  <a:cubicBezTo>
                    <a:pt x="1667" y="1"/>
                    <a:pt x="1608" y="3"/>
                    <a:pt x="1549" y="9"/>
                  </a:cubicBezTo>
                  <a:cubicBezTo>
                    <a:pt x="787" y="104"/>
                    <a:pt x="168" y="723"/>
                    <a:pt x="96" y="1509"/>
                  </a:cubicBezTo>
                  <a:cubicBezTo>
                    <a:pt x="1" y="2485"/>
                    <a:pt x="787" y="3319"/>
                    <a:pt x="1763" y="3319"/>
                  </a:cubicBezTo>
                  <a:cubicBezTo>
                    <a:pt x="2192" y="3319"/>
                    <a:pt x="2597" y="3128"/>
                    <a:pt x="2906" y="2867"/>
                  </a:cubicBezTo>
                  <a:lnTo>
                    <a:pt x="10455" y="2867"/>
                  </a:lnTo>
                  <a:cubicBezTo>
                    <a:pt x="11194" y="2867"/>
                    <a:pt x="11765" y="2224"/>
                    <a:pt x="11670" y="1461"/>
                  </a:cubicBezTo>
                  <a:cubicBezTo>
                    <a:pt x="11527" y="866"/>
                    <a:pt x="11027" y="437"/>
                    <a:pt x="10408" y="437"/>
                  </a:cubicBezTo>
                  <a:lnTo>
                    <a:pt x="2859" y="437"/>
                  </a:lnTo>
                  <a:cubicBezTo>
                    <a:pt x="2584" y="163"/>
                    <a:pt x="2178" y="1"/>
                    <a:pt x="17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grpSp>
        <p:nvGrpSpPr>
          <p:cNvPr id="20178" name="Google Shape;20178;p94"/>
          <p:cNvGrpSpPr/>
          <p:nvPr/>
        </p:nvGrpSpPr>
        <p:grpSpPr>
          <a:xfrm>
            <a:off x="3281266" y="2278137"/>
            <a:ext cx="339124" cy="292876"/>
            <a:chOff x="3509866" y="2480537"/>
            <a:chExt cx="339124" cy="292876"/>
          </a:xfrm>
        </p:grpSpPr>
        <p:sp>
          <p:nvSpPr>
            <p:cNvPr id="20179" name="Google Shape;20179;p94"/>
            <p:cNvSpPr/>
            <p:nvPr/>
          </p:nvSpPr>
          <p:spPr>
            <a:xfrm>
              <a:off x="3669585" y="2636755"/>
              <a:ext cx="60311" cy="19653"/>
            </a:xfrm>
            <a:custGeom>
              <a:rect b="b" l="l" r="r" t="t"/>
              <a:pathLst>
                <a:path extrusionOk="0" h="668" w="2050">
                  <a:moveTo>
                    <a:pt x="1" y="1"/>
                  </a:moveTo>
                  <a:lnTo>
                    <a:pt x="1" y="667"/>
                  </a:lnTo>
                  <a:lnTo>
                    <a:pt x="2049" y="667"/>
                  </a:lnTo>
                  <a:lnTo>
                    <a:pt x="20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180" name="Google Shape;20180;p94"/>
            <p:cNvSpPr/>
            <p:nvPr/>
          </p:nvSpPr>
          <p:spPr>
            <a:xfrm>
              <a:off x="3669585" y="2598215"/>
              <a:ext cx="60311" cy="19653"/>
            </a:xfrm>
            <a:custGeom>
              <a:rect b="b" l="l" r="r" t="t"/>
              <a:pathLst>
                <a:path extrusionOk="0" h="668" w="2050">
                  <a:moveTo>
                    <a:pt x="1" y="1"/>
                  </a:moveTo>
                  <a:lnTo>
                    <a:pt x="1" y="668"/>
                  </a:lnTo>
                  <a:lnTo>
                    <a:pt x="2049" y="668"/>
                  </a:lnTo>
                  <a:lnTo>
                    <a:pt x="20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181" name="Google Shape;20181;p94"/>
            <p:cNvSpPr/>
            <p:nvPr/>
          </p:nvSpPr>
          <p:spPr>
            <a:xfrm>
              <a:off x="3628956" y="2636755"/>
              <a:ext cx="20359" cy="19653"/>
            </a:xfrm>
            <a:custGeom>
              <a:rect b="b" l="l" r="r" t="t"/>
              <a:pathLst>
                <a:path extrusionOk="0" h="668" w="692">
                  <a:moveTo>
                    <a:pt x="1" y="1"/>
                  </a:moveTo>
                  <a:lnTo>
                    <a:pt x="1" y="667"/>
                  </a:lnTo>
                  <a:lnTo>
                    <a:pt x="691" y="667"/>
                  </a:lnTo>
                  <a:lnTo>
                    <a:pt x="6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182" name="Google Shape;20182;p94"/>
            <p:cNvSpPr/>
            <p:nvPr/>
          </p:nvSpPr>
          <p:spPr>
            <a:xfrm>
              <a:off x="3628956" y="2598215"/>
              <a:ext cx="20359" cy="19653"/>
            </a:xfrm>
            <a:custGeom>
              <a:rect b="b" l="l" r="r" t="t"/>
              <a:pathLst>
                <a:path extrusionOk="0" h="668" w="692">
                  <a:moveTo>
                    <a:pt x="1" y="1"/>
                  </a:moveTo>
                  <a:lnTo>
                    <a:pt x="1" y="668"/>
                  </a:lnTo>
                  <a:lnTo>
                    <a:pt x="691" y="668"/>
                  </a:lnTo>
                  <a:lnTo>
                    <a:pt x="6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183" name="Google Shape;20183;p94"/>
            <p:cNvSpPr/>
            <p:nvPr/>
          </p:nvSpPr>
          <p:spPr>
            <a:xfrm>
              <a:off x="3509866" y="2480537"/>
              <a:ext cx="339124" cy="292876"/>
            </a:xfrm>
            <a:custGeom>
              <a:rect b="b" l="l" r="r" t="t"/>
              <a:pathLst>
                <a:path extrusionOk="0" h="9955" w="11527">
                  <a:moveTo>
                    <a:pt x="7907" y="667"/>
                  </a:moveTo>
                  <a:lnTo>
                    <a:pt x="7216" y="1858"/>
                  </a:lnTo>
                  <a:lnTo>
                    <a:pt x="4358" y="1858"/>
                  </a:lnTo>
                  <a:lnTo>
                    <a:pt x="3668" y="667"/>
                  </a:lnTo>
                  <a:close/>
                  <a:moveTo>
                    <a:pt x="3072" y="1024"/>
                  </a:moveTo>
                  <a:lnTo>
                    <a:pt x="3787" y="2167"/>
                  </a:lnTo>
                  <a:lnTo>
                    <a:pt x="2358" y="4644"/>
                  </a:lnTo>
                  <a:lnTo>
                    <a:pt x="1000" y="4644"/>
                  </a:lnTo>
                  <a:lnTo>
                    <a:pt x="3072" y="1024"/>
                  </a:lnTo>
                  <a:close/>
                  <a:moveTo>
                    <a:pt x="8431" y="1024"/>
                  </a:moveTo>
                  <a:lnTo>
                    <a:pt x="10526" y="4644"/>
                  </a:lnTo>
                  <a:lnTo>
                    <a:pt x="9169" y="4644"/>
                  </a:lnTo>
                  <a:lnTo>
                    <a:pt x="7740" y="2215"/>
                  </a:lnTo>
                  <a:lnTo>
                    <a:pt x="8431" y="1024"/>
                  </a:lnTo>
                  <a:close/>
                  <a:moveTo>
                    <a:pt x="7192" y="2524"/>
                  </a:moveTo>
                  <a:lnTo>
                    <a:pt x="8573" y="4977"/>
                  </a:lnTo>
                  <a:lnTo>
                    <a:pt x="7192" y="7406"/>
                  </a:lnTo>
                  <a:lnTo>
                    <a:pt x="4358" y="7406"/>
                  </a:lnTo>
                  <a:lnTo>
                    <a:pt x="2953" y="4977"/>
                  </a:lnTo>
                  <a:lnTo>
                    <a:pt x="4358" y="2524"/>
                  </a:lnTo>
                  <a:close/>
                  <a:moveTo>
                    <a:pt x="2358" y="5311"/>
                  </a:moveTo>
                  <a:lnTo>
                    <a:pt x="3787" y="7740"/>
                  </a:lnTo>
                  <a:lnTo>
                    <a:pt x="3096" y="8930"/>
                  </a:lnTo>
                  <a:lnTo>
                    <a:pt x="1024" y="5311"/>
                  </a:lnTo>
                  <a:close/>
                  <a:moveTo>
                    <a:pt x="10574" y="5334"/>
                  </a:moveTo>
                  <a:lnTo>
                    <a:pt x="8502" y="8954"/>
                  </a:lnTo>
                  <a:lnTo>
                    <a:pt x="7788" y="7764"/>
                  </a:lnTo>
                  <a:lnTo>
                    <a:pt x="9216" y="5334"/>
                  </a:lnTo>
                  <a:close/>
                  <a:moveTo>
                    <a:pt x="7216" y="8097"/>
                  </a:moveTo>
                  <a:lnTo>
                    <a:pt x="7907" y="9288"/>
                  </a:lnTo>
                  <a:lnTo>
                    <a:pt x="3668" y="9288"/>
                  </a:lnTo>
                  <a:lnTo>
                    <a:pt x="4358" y="8097"/>
                  </a:lnTo>
                  <a:close/>
                  <a:moveTo>
                    <a:pt x="2906" y="0"/>
                  </a:moveTo>
                  <a:lnTo>
                    <a:pt x="0" y="4977"/>
                  </a:lnTo>
                  <a:lnTo>
                    <a:pt x="2906" y="9954"/>
                  </a:lnTo>
                  <a:lnTo>
                    <a:pt x="8645" y="9954"/>
                  </a:lnTo>
                  <a:lnTo>
                    <a:pt x="11526" y="4977"/>
                  </a:lnTo>
                  <a:lnTo>
                    <a:pt x="864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grpSp>
        <p:nvGrpSpPr>
          <p:cNvPr id="20184" name="Google Shape;20184;p94"/>
          <p:cNvGrpSpPr/>
          <p:nvPr/>
        </p:nvGrpSpPr>
        <p:grpSpPr>
          <a:xfrm>
            <a:off x="2583781" y="2343272"/>
            <a:ext cx="338418" cy="194113"/>
            <a:chOff x="2964781" y="2545672"/>
            <a:chExt cx="338418" cy="194113"/>
          </a:xfrm>
        </p:grpSpPr>
        <p:sp>
          <p:nvSpPr>
            <p:cNvPr id="20185" name="Google Shape;20185;p94"/>
            <p:cNvSpPr/>
            <p:nvPr/>
          </p:nvSpPr>
          <p:spPr>
            <a:xfrm>
              <a:off x="2964781" y="2545672"/>
              <a:ext cx="338418" cy="194113"/>
            </a:xfrm>
            <a:custGeom>
              <a:rect b="b" l="l" r="r" t="t"/>
              <a:pathLst>
                <a:path extrusionOk="0" h="6598" w="11503">
                  <a:moveTo>
                    <a:pt x="2858" y="668"/>
                  </a:moveTo>
                  <a:lnTo>
                    <a:pt x="2858" y="2930"/>
                  </a:lnTo>
                  <a:lnTo>
                    <a:pt x="1144" y="2930"/>
                  </a:lnTo>
                  <a:lnTo>
                    <a:pt x="1787" y="1549"/>
                  </a:lnTo>
                  <a:cubicBezTo>
                    <a:pt x="1977" y="1096"/>
                    <a:pt x="2382" y="763"/>
                    <a:pt x="2858" y="668"/>
                  </a:cubicBezTo>
                  <a:close/>
                  <a:moveTo>
                    <a:pt x="3525" y="668"/>
                  </a:moveTo>
                  <a:cubicBezTo>
                    <a:pt x="4001" y="763"/>
                    <a:pt x="4382" y="1096"/>
                    <a:pt x="4597" y="1549"/>
                  </a:cubicBezTo>
                  <a:lnTo>
                    <a:pt x="5240" y="2930"/>
                  </a:lnTo>
                  <a:lnTo>
                    <a:pt x="3525" y="2930"/>
                  </a:lnTo>
                  <a:lnTo>
                    <a:pt x="3525" y="668"/>
                  </a:lnTo>
                  <a:close/>
                  <a:moveTo>
                    <a:pt x="7955" y="3597"/>
                  </a:moveTo>
                  <a:lnTo>
                    <a:pt x="7955" y="5859"/>
                  </a:lnTo>
                  <a:cubicBezTo>
                    <a:pt x="7502" y="5764"/>
                    <a:pt x="7097" y="5430"/>
                    <a:pt x="6907" y="5002"/>
                  </a:cubicBezTo>
                  <a:lnTo>
                    <a:pt x="6264" y="3597"/>
                  </a:lnTo>
                  <a:close/>
                  <a:moveTo>
                    <a:pt x="10312" y="3597"/>
                  </a:moveTo>
                  <a:lnTo>
                    <a:pt x="9693" y="5002"/>
                  </a:lnTo>
                  <a:cubicBezTo>
                    <a:pt x="9479" y="5430"/>
                    <a:pt x="9098" y="5764"/>
                    <a:pt x="8621" y="5859"/>
                  </a:cubicBezTo>
                  <a:lnTo>
                    <a:pt x="8621" y="3597"/>
                  </a:lnTo>
                  <a:close/>
                  <a:moveTo>
                    <a:pt x="3216" y="1"/>
                  </a:moveTo>
                  <a:cubicBezTo>
                    <a:pt x="2334" y="1"/>
                    <a:pt x="1572" y="501"/>
                    <a:pt x="1215" y="1263"/>
                  </a:cubicBezTo>
                  <a:lnTo>
                    <a:pt x="477" y="2930"/>
                  </a:lnTo>
                  <a:lnTo>
                    <a:pt x="1" y="2930"/>
                  </a:lnTo>
                  <a:lnTo>
                    <a:pt x="1" y="3621"/>
                  </a:lnTo>
                  <a:lnTo>
                    <a:pt x="5549" y="3621"/>
                  </a:lnTo>
                  <a:lnTo>
                    <a:pt x="6311" y="5288"/>
                  </a:lnTo>
                  <a:cubicBezTo>
                    <a:pt x="6669" y="6097"/>
                    <a:pt x="7431" y="6597"/>
                    <a:pt x="8336" y="6597"/>
                  </a:cubicBezTo>
                  <a:cubicBezTo>
                    <a:pt x="9217" y="6597"/>
                    <a:pt x="9955" y="6097"/>
                    <a:pt x="10360" y="5288"/>
                  </a:cubicBezTo>
                  <a:lnTo>
                    <a:pt x="11098" y="3621"/>
                  </a:lnTo>
                  <a:lnTo>
                    <a:pt x="11503" y="3621"/>
                  </a:lnTo>
                  <a:lnTo>
                    <a:pt x="11503" y="2930"/>
                  </a:lnTo>
                  <a:lnTo>
                    <a:pt x="5954" y="2930"/>
                  </a:lnTo>
                  <a:lnTo>
                    <a:pt x="5192" y="1263"/>
                  </a:lnTo>
                  <a:cubicBezTo>
                    <a:pt x="4835" y="477"/>
                    <a:pt x="4073" y="1"/>
                    <a:pt x="3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nvGrpSpPr>
            <p:cNvPr id="20186" name="Google Shape;20186;p94"/>
            <p:cNvGrpSpPr/>
            <p:nvPr/>
          </p:nvGrpSpPr>
          <p:grpSpPr>
            <a:xfrm>
              <a:off x="3048156" y="2565295"/>
              <a:ext cx="170281" cy="154159"/>
              <a:chOff x="3048156" y="2565295"/>
              <a:chExt cx="170281" cy="154159"/>
            </a:xfrm>
          </p:grpSpPr>
          <p:sp>
            <p:nvSpPr>
              <p:cNvPr id="20187" name="Google Shape;20187;p94"/>
              <p:cNvSpPr/>
              <p:nvPr/>
            </p:nvSpPr>
            <p:spPr>
              <a:xfrm>
                <a:off x="3048156" y="2665498"/>
                <a:ext cx="20359" cy="20329"/>
              </a:xfrm>
              <a:custGeom>
                <a:rect b="b" l="l" r="r" t="t"/>
                <a:pathLst>
                  <a:path extrusionOk="0" h="691" w="692">
                    <a:moveTo>
                      <a:pt x="1" y="0"/>
                    </a:moveTo>
                    <a:lnTo>
                      <a:pt x="1" y="691"/>
                    </a:lnTo>
                    <a:lnTo>
                      <a:pt x="691" y="691"/>
                    </a:lnTo>
                    <a:lnTo>
                      <a:pt x="6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188" name="Google Shape;20188;p94"/>
              <p:cNvSpPr/>
              <p:nvPr/>
            </p:nvSpPr>
            <p:spPr>
              <a:xfrm>
                <a:off x="3048156" y="2699801"/>
                <a:ext cx="20359" cy="19653"/>
              </a:xfrm>
              <a:custGeom>
                <a:rect b="b" l="l" r="r" t="t"/>
                <a:pathLst>
                  <a:path extrusionOk="0" h="668" w="692">
                    <a:moveTo>
                      <a:pt x="1" y="1"/>
                    </a:moveTo>
                    <a:lnTo>
                      <a:pt x="1" y="668"/>
                    </a:lnTo>
                    <a:lnTo>
                      <a:pt x="691" y="668"/>
                    </a:lnTo>
                    <a:lnTo>
                      <a:pt x="6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189" name="Google Shape;20189;p94"/>
              <p:cNvSpPr/>
              <p:nvPr/>
            </p:nvSpPr>
            <p:spPr>
              <a:xfrm>
                <a:off x="3198078" y="2565295"/>
                <a:ext cx="20359" cy="20359"/>
              </a:xfrm>
              <a:custGeom>
                <a:rect b="b" l="l" r="r" t="t"/>
                <a:pathLst>
                  <a:path extrusionOk="0" h="692" w="692">
                    <a:moveTo>
                      <a:pt x="1" y="1"/>
                    </a:moveTo>
                    <a:lnTo>
                      <a:pt x="1" y="691"/>
                    </a:lnTo>
                    <a:lnTo>
                      <a:pt x="691" y="691"/>
                    </a:lnTo>
                    <a:lnTo>
                      <a:pt x="6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190" name="Google Shape;20190;p94"/>
              <p:cNvSpPr/>
              <p:nvPr/>
            </p:nvSpPr>
            <p:spPr>
              <a:xfrm>
                <a:off x="3198078" y="2598922"/>
                <a:ext cx="20359" cy="20359"/>
              </a:xfrm>
              <a:custGeom>
                <a:rect b="b" l="l" r="r" t="t"/>
                <a:pathLst>
                  <a:path extrusionOk="0" h="692" w="692">
                    <a:moveTo>
                      <a:pt x="1" y="1"/>
                    </a:moveTo>
                    <a:lnTo>
                      <a:pt x="1" y="691"/>
                    </a:lnTo>
                    <a:lnTo>
                      <a:pt x="691" y="691"/>
                    </a:lnTo>
                    <a:lnTo>
                      <a:pt x="6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grpSp>
      <p:grpSp>
        <p:nvGrpSpPr>
          <p:cNvPr id="20191" name="Google Shape;20191;p94"/>
          <p:cNvGrpSpPr/>
          <p:nvPr/>
        </p:nvGrpSpPr>
        <p:grpSpPr>
          <a:xfrm>
            <a:off x="1834458" y="2243805"/>
            <a:ext cx="338448" cy="338418"/>
            <a:chOff x="2367858" y="2446205"/>
            <a:chExt cx="338448" cy="338418"/>
          </a:xfrm>
        </p:grpSpPr>
        <p:sp>
          <p:nvSpPr>
            <p:cNvPr id="20192" name="Google Shape;20192;p94"/>
            <p:cNvSpPr/>
            <p:nvPr/>
          </p:nvSpPr>
          <p:spPr>
            <a:xfrm>
              <a:off x="2367858" y="2446205"/>
              <a:ext cx="338448" cy="338418"/>
            </a:xfrm>
            <a:custGeom>
              <a:rect b="b" l="l" r="r" t="t"/>
              <a:pathLst>
                <a:path extrusionOk="0" h="11503" w="11504">
                  <a:moveTo>
                    <a:pt x="2144" y="691"/>
                  </a:moveTo>
                  <a:cubicBezTo>
                    <a:pt x="2454" y="691"/>
                    <a:pt x="2692" y="929"/>
                    <a:pt x="2692" y="1215"/>
                  </a:cubicBezTo>
                  <a:cubicBezTo>
                    <a:pt x="2692" y="1524"/>
                    <a:pt x="2454" y="1762"/>
                    <a:pt x="2144" y="1762"/>
                  </a:cubicBezTo>
                  <a:cubicBezTo>
                    <a:pt x="1858" y="1762"/>
                    <a:pt x="1620" y="1524"/>
                    <a:pt x="1620" y="1215"/>
                  </a:cubicBezTo>
                  <a:cubicBezTo>
                    <a:pt x="1620" y="929"/>
                    <a:pt x="1858" y="691"/>
                    <a:pt x="2144" y="691"/>
                  </a:cubicBezTo>
                  <a:close/>
                  <a:moveTo>
                    <a:pt x="5764" y="691"/>
                  </a:moveTo>
                  <a:cubicBezTo>
                    <a:pt x="6050" y="691"/>
                    <a:pt x="6288" y="929"/>
                    <a:pt x="6288" y="1215"/>
                  </a:cubicBezTo>
                  <a:cubicBezTo>
                    <a:pt x="6288" y="1524"/>
                    <a:pt x="6050" y="1762"/>
                    <a:pt x="5764" y="1762"/>
                  </a:cubicBezTo>
                  <a:cubicBezTo>
                    <a:pt x="5454" y="1762"/>
                    <a:pt x="5216" y="1524"/>
                    <a:pt x="5216" y="1215"/>
                  </a:cubicBezTo>
                  <a:cubicBezTo>
                    <a:pt x="5216" y="929"/>
                    <a:pt x="5454" y="691"/>
                    <a:pt x="5764" y="691"/>
                  </a:cubicBezTo>
                  <a:close/>
                  <a:moveTo>
                    <a:pt x="9360" y="691"/>
                  </a:moveTo>
                  <a:cubicBezTo>
                    <a:pt x="9646" y="691"/>
                    <a:pt x="9884" y="929"/>
                    <a:pt x="9884" y="1215"/>
                  </a:cubicBezTo>
                  <a:cubicBezTo>
                    <a:pt x="9884" y="1524"/>
                    <a:pt x="9646" y="1762"/>
                    <a:pt x="9360" y="1762"/>
                  </a:cubicBezTo>
                  <a:cubicBezTo>
                    <a:pt x="9050" y="1762"/>
                    <a:pt x="8812" y="1524"/>
                    <a:pt x="8812" y="1215"/>
                  </a:cubicBezTo>
                  <a:cubicBezTo>
                    <a:pt x="8812" y="929"/>
                    <a:pt x="9050" y="691"/>
                    <a:pt x="9360" y="691"/>
                  </a:cubicBezTo>
                  <a:close/>
                  <a:moveTo>
                    <a:pt x="3644" y="1977"/>
                  </a:moveTo>
                  <a:lnTo>
                    <a:pt x="3644" y="10836"/>
                  </a:lnTo>
                  <a:lnTo>
                    <a:pt x="667" y="10836"/>
                  </a:lnTo>
                  <a:lnTo>
                    <a:pt x="667" y="1977"/>
                  </a:lnTo>
                  <a:lnTo>
                    <a:pt x="1168" y="1977"/>
                  </a:lnTo>
                  <a:cubicBezTo>
                    <a:pt x="1382" y="2263"/>
                    <a:pt x="1739" y="2453"/>
                    <a:pt x="2144" y="2453"/>
                  </a:cubicBezTo>
                  <a:cubicBezTo>
                    <a:pt x="2549" y="2453"/>
                    <a:pt x="2906" y="2263"/>
                    <a:pt x="3144" y="1977"/>
                  </a:cubicBezTo>
                  <a:close/>
                  <a:moveTo>
                    <a:pt x="7264" y="1977"/>
                  </a:moveTo>
                  <a:lnTo>
                    <a:pt x="7264" y="10836"/>
                  </a:lnTo>
                  <a:lnTo>
                    <a:pt x="4287" y="10836"/>
                  </a:lnTo>
                  <a:lnTo>
                    <a:pt x="4287" y="1977"/>
                  </a:lnTo>
                  <a:lnTo>
                    <a:pt x="4811" y="1977"/>
                  </a:lnTo>
                  <a:cubicBezTo>
                    <a:pt x="5002" y="2263"/>
                    <a:pt x="5359" y="2453"/>
                    <a:pt x="5788" y="2453"/>
                  </a:cubicBezTo>
                  <a:cubicBezTo>
                    <a:pt x="6192" y="2453"/>
                    <a:pt x="6526" y="2263"/>
                    <a:pt x="6764" y="1977"/>
                  </a:cubicBezTo>
                  <a:close/>
                  <a:moveTo>
                    <a:pt x="10884" y="1977"/>
                  </a:moveTo>
                  <a:lnTo>
                    <a:pt x="10884" y="10836"/>
                  </a:lnTo>
                  <a:lnTo>
                    <a:pt x="7907" y="10836"/>
                  </a:lnTo>
                  <a:lnTo>
                    <a:pt x="7907" y="1977"/>
                  </a:lnTo>
                  <a:lnTo>
                    <a:pt x="8407" y="1977"/>
                  </a:lnTo>
                  <a:cubicBezTo>
                    <a:pt x="8622" y="2263"/>
                    <a:pt x="8979" y="2453"/>
                    <a:pt x="9384" y="2453"/>
                  </a:cubicBezTo>
                  <a:cubicBezTo>
                    <a:pt x="9788" y="2453"/>
                    <a:pt x="10122" y="2263"/>
                    <a:pt x="10360" y="1977"/>
                  </a:cubicBezTo>
                  <a:close/>
                  <a:moveTo>
                    <a:pt x="2144" y="0"/>
                  </a:moveTo>
                  <a:cubicBezTo>
                    <a:pt x="1477" y="0"/>
                    <a:pt x="929" y="548"/>
                    <a:pt x="929" y="1215"/>
                  </a:cubicBezTo>
                  <a:lnTo>
                    <a:pt x="929" y="1286"/>
                  </a:lnTo>
                  <a:lnTo>
                    <a:pt x="1" y="1286"/>
                  </a:lnTo>
                  <a:lnTo>
                    <a:pt x="1" y="11502"/>
                  </a:lnTo>
                  <a:lnTo>
                    <a:pt x="11503" y="11502"/>
                  </a:lnTo>
                  <a:lnTo>
                    <a:pt x="11503" y="1286"/>
                  </a:lnTo>
                  <a:lnTo>
                    <a:pt x="10574" y="1286"/>
                  </a:lnTo>
                  <a:lnTo>
                    <a:pt x="10574" y="1215"/>
                  </a:lnTo>
                  <a:cubicBezTo>
                    <a:pt x="10574" y="548"/>
                    <a:pt x="10027" y="0"/>
                    <a:pt x="9360" y="0"/>
                  </a:cubicBezTo>
                  <a:cubicBezTo>
                    <a:pt x="8669" y="0"/>
                    <a:pt x="8121" y="548"/>
                    <a:pt x="8121" y="1215"/>
                  </a:cubicBezTo>
                  <a:lnTo>
                    <a:pt x="8121" y="1286"/>
                  </a:lnTo>
                  <a:lnTo>
                    <a:pt x="6978" y="1286"/>
                  </a:lnTo>
                  <a:lnTo>
                    <a:pt x="6978" y="1215"/>
                  </a:lnTo>
                  <a:cubicBezTo>
                    <a:pt x="6978" y="548"/>
                    <a:pt x="6431" y="0"/>
                    <a:pt x="5740" y="0"/>
                  </a:cubicBezTo>
                  <a:cubicBezTo>
                    <a:pt x="5073" y="0"/>
                    <a:pt x="4525" y="548"/>
                    <a:pt x="4525" y="1215"/>
                  </a:cubicBezTo>
                  <a:lnTo>
                    <a:pt x="4525" y="1286"/>
                  </a:lnTo>
                  <a:lnTo>
                    <a:pt x="3382" y="1286"/>
                  </a:lnTo>
                  <a:lnTo>
                    <a:pt x="3382" y="1215"/>
                  </a:lnTo>
                  <a:cubicBezTo>
                    <a:pt x="3382" y="548"/>
                    <a:pt x="2835"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193" name="Google Shape;20193;p94"/>
            <p:cNvSpPr/>
            <p:nvPr/>
          </p:nvSpPr>
          <p:spPr>
            <a:xfrm>
              <a:off x="2516398" y="2542171"/>
              <a:ext cx="42777" cy="19653"/>
            </a:xfrm>
            <a:custGeom>
              <a:rect b="b" l="l" r="r" t="t"/>
              <a:pathLst>
                <a:path extrusionOk="0" h="668" w="1454">
                  <a:moveTo>
                    <a:pt x="0" y="1"/>
                  </a:moveTo>
                  <a:lnTo>
                    <a:pt x="0" y="668"/>
                  </a:lnTo>
                  <a:lnTo>
                    <a:pt x="1453" y="668"/>
                  </a:lnTo>
                  <a:lnTo>
                    <a:pt x="14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194" name="Google Shape;20194;p94"/>
            <p:cNvSpPr/>
            <p:nvPr/>
          </p:nvSpPr>
          <p:spPr>
            <a:xfrm>
              <a:off x="2516398" y="2584918"/>
              <a:ext cx="42777" cy="19653"/>
            </a:xfrm>
            <a:custGeom>
              <a:rect b="b" l="l" r="r" t="t"/>
              <a:pathLst>
                <a:path extrusionOk="0" h="668" w="1454">
                  <a:moveTo>
                    <a:pt x="0" y="0"/>
                  </a:moveTo>
                  <a:lnTo>
                    <a:pt x="0" y="667"/>
                  </a:lnTo>
                  <a:lnTo>
                    <a:pt x="1453" y="667"/>
                  </a:lnTo>
                  <a:lnTo>
                    <a:pt x="145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195" name="Google Shape;20195;p94"/>
            <p:cNvSpPr/>
            <p:nvPr/>
          </p:nvSpPr>
          <p:spPr>
            <a:xfrm>
              <a:off x="2516398" y="2627664"/>
              <a:ext cx="42777" cy="20329"/>
            </a:xfrm>
            <a:custGeom>
              <a:rect b="b" l="l" r="r" t="t"/>
              <a:pathLst>
                <a:path extrusionOk="0" h="691" w="1454">
                  <a:moveTo>
                    <a:pt x="0" y="0"/>
                  </a:moveTo>
                  <a:lnTo>
                    <a:pt x="0" y="691"/>
                  </a:lnTo>
                  <a:lnTo>
                    <a:pt x="1453" y="691"/>
                  </a:lnTo>
                  <a:lnTo>
                    <a:pt x="145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196" name="Google Shape;20196;p94"/>
            <p:cNvSpPr/>
            <p:nvPr/>
          </p:nvSpPr>
          <p:spPr>
            <a:xfrm>
              <a:off x="2516398" y="2670382"/>
              <a:ext cx="42777" cy="20359"/>
            </a:xfrm>
            <a:custGeom>
              <a:rect b="b" l="l" r="r" t="t"/>
              <a:pathLst>
                <a:path extrusionOk="0" h="692" w="1454">
                  <a:moveTo>
                    <a:pt x="0" y="1"/>
                  </a:moveTo>
                  <a:lnTo>
                    <a:pt x="0" y="691"/>
                  </a:lnTo>
                  <a:lnTo>
                    <a:pt x="1453" y="691"/>
                  </a:lnTo>
                  <a:lnTo>
                    <a:pt x="14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197" name="Google Shape;20197;p94"/>
            <p:cNvSpPr/>
            <p:nvPr/>
          </p:nvSpPr>
          <p:spPr>
            <a:xfrm>
              <a:off x="2409193" y="2542171"/>
              <a:ext cx="42777" cy="19653"/>
            </a:xfrm>
            <a:custGeom>
              <a:rect b="b" l="l" r="r" t="t"/>
              <a:pathLst>
                <a:path extrusionOk="0" h="668" w="1454">
                  <a:moveTo>
                    <a:pt x="1" y="1"/>
                  </a:moveTo>
                  <a:lnTo>
                    <a:pt x="1" y="668"/>
                  </a:lnTo>
                  <a:lnTo>
                    <a:pt x="1453" y="668"/>
                  </a:lnTo>
                  <a:lnTo>
                    <a:pt x="14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198" name="Google Shape;20198;p94"/>
            <p:cNvSpPr/>
            <p:nvPr/>
          </p:nvSpPr>
          <p:spPr>
            <a:xfrm>
              <a:off x="2409193" y="2584918"/>
              <a:ext cx="42777" cy="19653"/>
            </a:xfrm>
            <a:custGeom>
              <a:rect b="b" l="l" r="r" t="t"/>
              <a:pathLst>
                <a:path extrusionOk="0" h="668" w="1454">
                  <a:moveTo>
                    <a:pt x="1" y="0"/>
                  </a:moveTo>
                  <a:lnTo>
                    <a:pt x="1" y="667"/>
                  </a:lnTo>
                  <a:lnTo>
                    <a:pt x="1453" y="667"/>
                  </a:lnTo>
                  <a:lnTo>
                    <a:pt x="145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199" name="Google Shape;20199;p94"/>
            <p:cNvSpPr/>
            <p:nvPr/>
          </p:nvSpPr>
          <p:spPr>
            <a:xfrm>
              <a:off x="2409193" y="2627664"/>
              <a:ext cx="42777" cy="20329"/>
            </a:xfrm>
            <a:custGeom>
              <a:rect b="b" l="l" r="r" t="t"/>
              <a:pathLst>
                <a:path extrusionOk="0" h="691" w="1454">
                  <a:moveTo>
                    <a:pt x="1" y="0"/>
                  </a:moveTo>
                  <a:lnTo>
                    <a:pt x="1" y="691"/>
                  </a:lnTo>
                  <a:lnTo>
                    <a:pt x="1453" y="691"/>
                  </a:lnTo>
                  <a:lnTo>
                    <a:pt x="145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200" name="Google Shape;20200;p94"/>
            <p:cNvSpPr/>
            <p:nvPr/>
          </p:nvSpPr>
          <p:spPr>
            <a:xfrm>
              <a:off x="2409193" y="2670382"/>
              <a:ext cx="42777" cy="20359"/>
            </a:xfrm>
            <a:custGeom>
              <a:rect b="b" l="l" r="r" t="t"/>
              <a:pathLst>
                <a:path extrusionOk="0" h="692" w="1454">
                  <a:moveTo>
                    <a:pt x="1" y="1"/>
                  </a:moveTo>
                  <a:lnTo>
                    <a:pt x="1" y="691"/>
                  </a:lnTo>
                  <a:lnTo>
                    <a:pt x="1453" y="691"/>
                  </a:lnTo>
                  <a:lnTo>
                    <a:pt x="14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201" name="Google Shape;20201;p94"/>
            <p:cNvSpPr/>
            <p:nvPr/>
          </p:nvSpPr>
          <p:spPr>
            <a:xfrm>
              <a:off x="2622190" y="2542171"/>
              <a:ext cx="42747" cy="19653"/>
            </a:xfrm>
            <a:custGeom>
              <a:rect b="b" l="l" r="r" t="t"/>
              <a:pathLst>
                <a:path extrusionOk="0" h="668" w="1453">
                  <a:moveTo>
                    <a:pt x="0" y="1"/>
                  </a:moveTo>
                  <a:lnTo>
                    <a:pt x="0" y="668"/>
                  </a:lnTo>
                  <a:lnTo>
                    <a:pt x="1453" y="668"/>
                  </a:lnTo>
                  <a:lnTo>
                    <a:pt x="14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202" name="Google Shape;20202;p94"/>
            <p:cNvSpPr/>
            <p:nvPr/>
          </p:nvSpPr>
          <p:spPr>
            <a:xfrm>
              <a:off x="2622190" y="2584918"/>
              <a:ext cx="42747" cy="19653"/>
            </a:xfrm>
            <a:custGeom>
              <a:rect b="b" l="l" r="r" t="t"/>
              <a:pathLst>
                <a:path extrusionOk="0" h="668" w="1453">
                  <a:moveTo>
                    <a:pt x="0" y="0"/>
                  </a:moveTo>
                  <a:lnTo>
                    <a:pt x="0" y="667"/>
                  </a:lnTo>
                  <a:lnTo>
                    <a:pt x="1453" y="667"/>
                  </a:lnTo>
                  <a:lnTo>
                    <a:pt x="145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203" name="Google Shape;20203;p94"/>
            <p:cNvSpPr/>
            <p:nvPr/>
          </p:nvSpPr>
          <p:spPr>
            <a:xfrm>
              <a:off x="2622190" y="2627664"/>
              <a:ext cx="42747" cy="20329"/>
            </a:xfrm>
            <a:custGeom>
              <a:rect b="b" l="l" r="r" t="t"/>
              <a:pathLst>
                <a:path extrusionOk="0" h="691" w="1453">
                  <a:moveTo>
                    <a:pt x="0" y="0"/>
                  </a:moveTo>
                  <a:lnTo>
                    <a:pt x="0" y="691"/>
                  </a:lnTo>
                  <a:lnTo>
                    <a:pt x="1453" y="691"/>
                  </a:lnTo>
                  <a:lnTo>
                    <a:pt x="145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204" name="Google Shape;20204;p94"/>
            <p:cNvSpPr/>
            <p:nvPr/>
          </p:nvSpPr>
          <p:spPr>
            <a:xfrm>
              <a:off x="2622190" y="2670382"/>
              <a:ext cx="42747" cy="20359"/>
            </a:xfrm>
            <a:custGeom>
              <a:rect b="b" l="l" r="r" t="t"/>
              <a:pathLst>
                <a:path extrusionOk="0" h="692" w="1453">
                  <a:moveTo>
                    <a:pt x="0" y="1"/>
                  </a:moveTo>
                  <a:lnTo>
                    <a:pt x="0" y="691"/>
                  </a:lnTo>
                  <a:lnTo>
                    <a:pt x="1453" y="691"/>
                  </a:lnTo>
                  <a:lnTo>
                    <a:pt x="14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grpSp>
        <p:nvGrpSpPr>
          <p:cNvPr id="20205" name="Google Shape;20205;p94"/>
          <p:cNvGrpSpPr/>
          <p:nvPr/>
        </p:nvGrpSpPr>
        <p:grpSpPr>
          <a:xfrm>
            <a:off x="1095639" y="2326474"/>
            <a:ext cx="337738" cy="234742"/>
            <a:chOff x="1781439" y="2528874"/>
            <a:chExt cx="337738" cy="234742"/>
          </a:xfrm>
        </p:grpSpPr>
        <p:sp>
          <p:nvSpPr>
            <p:cNvPr id="20206" name="Google Shape;20206;p94"/>
            <p:cNvSpPr/>
            <p:nvPr/>
          </p:nvSpPr>
          <p:spPr>
            <a:xfrm>
              <a:off x="1781439" y="2528874"/>
              <a:ext cx="93232" cy="234742"/>
            </a:xfrm>
            <a:custGeom>
              <a:rect b="b" l="l" r="r" t="t"/>
              <a:pathLst>
                <a:path extrusionOk="0" h="7979" w="3169">
                  <a:moveTo>
                    <a:pt x="2525" y="643"/>
                  </a:moveTo>
                  <a:lnTo>
                    <a:pt x="2525" y="691"/>
                  </a:lnTo>
                  <a:lnTo>
                    <a:pt x="2525" y="1953"/>
                  </a:lnTo>
                  <a:lnTo>
                    <a:pt x="1597" y="2501"/>
                  </a:lnTo>
                  <a:lnTo>
                    <a:pt x="692" y="1953"/>
                  </a:lnTo>
                  <a:lnTo>
                    <a:pt x="692" y="643"/>
                  </a:lnTo>
                  <a:close/>
                  <a:moveTo>
                    <a:pt x="2525" y="2763"/>
                  </a:moveTo>
                  <a:lnTo>
                    <a:pt x="2525" y="7311"/>
                  </a:lnTo>
                  <a:lnTo>
                    <a:pt x="692" y="7311"/>
                  </a:lnTo>
                  <a:lnTo>
                    <a:pt x="692" y="2763"/>
                  </a:lnTo>
                  <a:lnTo>
                    <a:pt x="1597" y="3310"/>
                  </a:lnTo>
                  <a:lnTo>
                    <a:pt x="2525" y="2763"/>
                  </a:lnTo>
                  <a:close/>
                  <a:moveTo>
                    <a:pt x="1" y="0"/>
                  </a:moveTo>
                  <a:lnTo>
                    <a:pt x="1" y="7978"/>
                  </a:lnTo>
                  <a:lnTo>
                    <a:pt x="3168" y="7978"/>
                  </a:lnTo>
                  <a:lnTo>
                    <a:pt x="316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207" name="Google Shape;20207;p94"/>
            <p:cNvSpPr/>
            <p:nvPr/>
          </p:nvSpPr>
          <p:spPr>
            <a:xfrm>
              <a:off x="1903353" y="2528874"/>
              <a:ext cx="93203" cy="234742"/>
            </a:xfrm>
            <a:custGeom>
              <a:rect b="b" l="l" r="r" t="t"/>
              <a:pathLst>
                <a:path extrusionOk="0" h="7979" w="3168">
                  <a:moveTo>
                    <a:pt x="2525" y="691"/>
                  </a:moveTo>
                  <a:lnTo>
                    <a:pt x="2525" y="5239"/>
                  </a:lnTo>
                  <a:lnTo>
                    <a:pt x="1620" y="4692"/>
                  </a:lnTo>
                  <a:lnTo>
                    <a:pt x="667" y="5239"/>
                  </a:lnTo>
                  <a:lnTo>
                    <a:pt x="667" y="691"/>
                  </a:lnTo>
                  <a:close/>
                  <a:moveTo>
                    <a:pt x="1596" y="5501"/>
                  </a:moveTo>
                  <a:lnTo>
                    <a:pt x="2501" y="6049"/>
                  </a:lnTo>
                  <a:lnTo>
                    <a:pt x="2501" y="7311"/>
                  </a:lnTo>
                  <a:lnTo>
                    <a:pt x="667" y="7311"/>
                  </a:lnTo>
                  <a:lnTo>
                    <a:pt x="667" y="6049"/>
                  </a:lnTo>
                  <a:lnTo>
                    <a:pt x="1596" y="5501"/>
                  </a:lnTo>
                  <a:close/>
                  <a:moveTo>
                    <a:pt x="1" y="0"/>
                  </a:moveTo>
                  <a:lnTo>
                    <a:pt x="1" y="7978"/>
                  </a:lnTo>
                  <a:lnTo>
                    <a:pt x="3168" y="7978"/>
                  </a:lnTo>
                  <a:lnTo>
                    <a:pt x="316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208" name="Google Shape;20208;p94"/>
            <p:cNvSpPr/>
            <p:nvPr/>
          </p:nvSpPr>
          <p:spPr>
            <a:xfrm>
              <a:off x="2025974" y="2528874"/>
              <a:ext cx="93203" cy="234742"/>
            </a:xfrm>
            <a:custGeom>
              <a:rect b="b" l="l" r="r" t="t"/>
              <a:pathLst>
                <a:path extrusionOk="0" h="7979" w="3168">
                  <a:moveTo>
                    <a:pt x="2501" y="715"/>
                  </a:moveTo>
                  <a:lnTo>
                    <a:pt x="2501" y="2001"/>
                  </a:lnTo>
                  <a:lnTo>
                    <a:pt x="1596" y="2525"/>
                  </a:lnTo>
                  <a:lnTo>
                    <a:pt x="643" y="2001"/>
                  </a:lnTo>
                  <a:lnTo>
                    <a:pt x="643" y="715"/>
                  </a:lnTo>
                  <a:close/>
                  <a:moveTo>
                    <a:pt x="2501" y="2739"/>
                  </a:moveTo>
                  <a:lnTo>
                    <a:pt x="2501" y="7287"/>
                  </a:lnTo>
                  <a:lnTo>
                    <a:pt x="643" y="7287"/>
                  </a:lnTo>
                  <a:lnTo>
                    <a:pt x="643" y="2739"/>
                  </a:lnTo>
                  <a:lnTo>
                    <a:pt x="1596" y="3263"/>
                  </a:lnTo>
                  <a:lnTo>
                    <a:pt x="2501" y="2739"/>
                  </a:lnTo>
                  <a:close/>
                  <a:moveTo>
                    <a:pt x="0" y="0"/>
                  </a:moveTo>
                  <a:lnTo>
                    <a:pt x="0" y="7978"/>
                  </a:lnTo>
                  <a:lnTo>
                    <a:pt x="3168" y="7978"/>
                  </a:lnTo>
                  <a:lnTo>
                    <a:pt x="316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sp>
        <p:nvSpPr>
          <p:cNvPr id="20209" name="Google Shape;20209;p94"/>
          <p:cNvSpPr/>
          <p:nvPr/>
        </p:nvSpPr>
        <p:spPr>
          <a:xfrm>
            <a:off x="1094962" y="2809895"/>
            <a:ext cx="339124" cy="339830"/>
          </a:xfrm>
          <a:custGeom>
            <a:rect b="b" l="l" r="r" t="t"/>
            <a:pathLst>
              <a:path extrusionOk="0" h="11551" w="11527">
                <a:moveTo>
                  <a:pt x="6097" y="691"/>
                </a:moveTo>
                <a:cubicBezTo>
                  <a:pt x="8740" y="857"/>
                  <a:pt x="10860" y="3072"/>
                  <a:pt x="10860" y="5739"/>
                </a:cubicBezTo>
                <a:cubicBezTo>
                  <a:pt x="10860" y="6930"/>
                  <a:pt x="10431" y="8026"/>
                  <a:pt x="9764" y="8907"/>
                </a:cubicBezTo>
                <a:lnTo>
                  <a:pt x="8954" y="8145"/>
                </a:lnTo>
                <a:cubicBezTo>
                  <a:pt x="9454" y="7478"/>
                  <a:pt x="9764" y="6644"/>
                  <a:pt x="9764" y="5739"/>
                </a:cubicBezTo>
                <a:cubicBezTo>
                  <a:pt x="9764" y="3668"/>
                  <a:pt x="8145" y="1929"/>
                  <a:pt x="6097" y="1786"/>
                </a:cubicBezTo>
                <a:lnTo>
                  <a:pt x="6097" y="691"/>
                </a:lnTo>
                <a:close/>
                <a:moveTo>
                  <a:pt x="5763" y="2429"/>
                </a:moveTo>
                <a:cubicBezTo>
                  <a:pt x="7573" y="2429"/>
                  <a:pt x="9073" y="3930"/>
                  <a:pt x="9073" y="5739"/>
                </a:cubicBezTo>
                <a:cubicBezTo>
                  <a:pt x="9073" y="7549"/>
                  <a:pt x="7573" y="9050"/>
                  <a:pt x="5763" y="9050"/>
                </a:cubicBezTo>
                <a:cubicBezTo>
                  <a:pt x="3953" y="9050"/>
                  <a:pt x="2453" y="7549"/>
                  <a:pt x="2453" y="5739"/>
                </a:cubicBezTo>
                <a:cubicBezTo>
                  <a:pt x="2453" y="3930"/>
                  <a:pt x="3953" y="2429"/>
                  <a:pt x="5763" y="2429"/>
                </a:cubicBezTo>
                <a:close/>
                <a:moveTo>
                  <a:pt x="5406" y="691"/>
                </a:moveTo>
                <a:lnTo>
                  <a:pt x="5406" y="1786"/>
                </a:lnTo>
                <a:cubicBezTo>
                  <a:pt x="3358" y="1953"/>
                  <a:pt x="1739" y="3668"/>
                  <a:pt x="1739" y="5739"/>
                </a:cubicBezTo>
                <a:cubicBezTo>
                  <a:pt x="1739" y="7835"/>
                  <a:pt x="3358" y="9550"/>
                  <a:pt x="5406" y="9693"/>
                </a:cubicBezTo>
                <a:lnTo>
                  <a:pt x="5406" y="10812"/>
                </a:lnTo>
                <a:cubicBezTo>
                  <a:pt x="2786" y="10645"/>
                  <a:pt x="667" y="8430"/>
                  <a:pt x="667" y="5739"/>
                </a:cubicBezTo>
                <a:cubicBezTo>
                  <a:pt x="667" y="3072"/>
                  <a:pt x="2763" y="857"/>
                  <a:pt x="5406" y="691"/>
                </a:cubicBezTo>
                <a:close/>
                <a:moveTo>
                  <a:pt x="8478" y="8669"/>
                </a:moveTo>
                <a:lnTo>
                  <a:pt x="9288" y="9407"/>
                </a:lnTo>
                <a:cubicBezTo>
                  <a:pt x="8430" y="10217"/>
                  <a:pt x="7335" y="10740"/>
                  <a:pt x="6097" y="10812"/>
                </a:cubicBezTo>
                <a:lnTo>
                  <a:pt x="6097" y="9740"/>
                </a:lnTo>
                <a:cubicBezTo>
                  <a:pt x="7025" y="9645"/>
                  <a:pt x="7859" y="9264"/>
                  <a:pt x="8478" y="8669"/>
                </a:cubicBezTo>
                <a:close/>
                <a:moveTo>
                  <a:pt x="5763" y="0"/>
                </a:moveTo>
                <a:cubicBezTo>
                  <a:pt x="4215" y="0"/>
                  <a:pt x="2786" y="596"/>
                  <a:pt x="1691" y="1691"/>
                </a:cubicBezTo>
                <a:cubicBezTo>
                  <a:pt x="619" y="2763"/>
                  <a:pt x="0" y="4215"/>
                  <a:pt x="0" y="5763"/>
                </a:cubicBezTo>
                <a:cubicBezTo>
                  <a:pt x="0" y="7311"/>
                  <a:pt x="595" y="8740"/>
                  <a:pt x="1691" y="9859"/>
                </a:cubicBezTo>
                <a:cubicBezTo>
                  <a:pt x="2763" y="10931"/>
                  <a:pt x="4215" y="11550"/>
                  <a:pt x="5763" y="11550"/>
                </a:cubicBezTo>
                <a:cubicBezTo>
                  <a:pt x="7311" y="11550"/>
                  <a:pt x="8740" y="10955"/>
                  <a:pt x="9836" y="9859"/>
                </a:cubicBezTo>
                <a:cubicBezTo>
                  <a:pt x="10907" y="8788"/>
                  <a:pt x="11526" y="7311"/>
                  <a:pt x="11526" y="5763"/>
                </a:cubicBezTo>
                <a:cubicBezTo>
                  <a:pt x="11503" y="4215"/>
                  <a:pt x="10907" y="2763"/>
                  <a:pt x="9836" y="1691"/>
                </a:cubicBezTo>
                <a:cubicBezTo>
                  <a:pt x="8764" y="619"/>
                  <a:pt x="7311"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210" name="Google Shape;20210;p94"/>
          <p:cNvSpPr/>
          <p:nvPr/>
        </p:nvSpPr>
        <p:spPr>
          <a:xfrm>
            <a:off x="1835871" y="2786772"/>
            <a:ext cx="337036" cy="339830"/>
          </a:xfrm>
          <a:custGeom>
            <a:rect b="b" l="l" r="r" t="t"/>
            <a:pathLst>
              <a:path extrusionOk="0" h="11551" w="11456">
                <a:moveTo>
                  <a:pt x="9717" y="715"/>
                </a:moveTo>
                <a:lnTo>
                  <a:pt x="9717" y="1501"/>
                </a:lnTo>
                <a:lnTo>
                  <a:pt x="5311" y="1501"/>
                </a:lnTo>
                <a:cubicBezTo>
                  <a:pt x="5073" y="1501"/>
                  <a:pt x="4906" y="1286"/>
                  <a:pt x="4930" y="1072"/>
                </a:cubicBezTo>
                <a:cubicBezTo>
                  <a:pt x="4954" y="881"/>
                  <a:pt x="5144" y="715"/>
                  <a:pt x="5359" y="715"/>
                </a:cubicBezTo>
                <a:close/>
                <a:moveTo>
                  <a:pt x="10764" y="3858"/>
                </a:moveTo>
                <a:lnTo>
                  <a:pt x="10764" y="4620"/>
                </a:lnTo>
                <a:lnTo>
                  <a:pt x="6359" y="4620"/>
                </a:lnTo>
                <a:cubicBezTo>
                  <a:pt x="6121" y="4620"/>
                  <a:pt x="5954" y="4406"/>
                  <a:pt x="5978" y="4215"/>
                </a:cubicBezTo>
                <a:cubicBezTo>
                  <a:pt x="6002" y="4001"/>
                  <a:pt x="6216" y="3858"/>
                  <a:pt x="6383" y="3858"/>
                </a:cubicBezTo>
                <a:close/>
                <a:moveTo>
                  <a:pt x="2072" y="4358"/>
                </a:moveTo>
                <a:cubicBezTo>
                  <a:pt x="2882" y="4358"/>
                  <a:pt x="3501" y="5001"/>
                  <a:pt x="3501" y="5787"/>
                </a:cubicBezTo>
                <a:cubicBezTo>
                  <a:pt x="3501" y="6597"/>
                  <a:pt x="2882" y="7216"/>
                  <a:pt x="2072" y="7216"/>
                </a:cubicBezTo>
                <a:cubicBezTo>
                  <a:pt x="1262" y="7216"/>
                  <a:pt x="643" y="6549"/>
                  <a:pt x="643" y="5787"/>
                </a:cubicBezTo>
                <a:cubicBezTo>
                  <a:pt x="643" y="4977"/>
                  <a:pt x="1310" y="4358"/>
                  <a:pt x="2072" y="4358"/>
                </a:cubicBezTo>
                <a:close/>
                <a:moveTo>
                  <a:pt x="10764" y="6978"/>
                </a:moveTo>
                <a:lnTo>
                  <a:pt x="10764" y="7740"/>
                </a:lnTo>
                <a:lnTo>
                  <a:pt x="6359" y="7740"/>
                </a:lnTo>
                <a:cubicBezTo>
                  <a:pt x="6121" y="7740"/>
                  <a:pt x="5954" y="7549"/>
                  <a:pt x="5978" y="7335"/>
                </a:cubicBezTo>
                <a:cubicBezTo>
                  <a:pt x="6002" y="7121"/>
                  <a:pt x="6216" y="6978"/>
                  <a:pt x="6383" y="6978"/>
                </a:cubicBezTo>
                <a:close/>
                <a:moveTo>
                  <a:pt x="9717" y="10098"/>
                </a:moveTo>
                <a:lnTo>
                  <a:pt x="9717" y="10883"/>
                </a:lnTo>
                <a:lnTo>
                  <a:pt x="5311" y="10883"/>
                </a:lnTo>
                <a:cubicBezTo>
                  <a:pt x="5073" y="10883"/>
                  <a:pt x="4906" y="10669"/>
                  <a:pt x="4930" y="10455"/>
                </a:cubicBezTo>
                <a:cubicBezTo>
                  <a:pt x="4954" y="10240"/>
                  <a:pt x="5144" y="10098"/>
                  <a:pt x="5359" y="10098"/>
                </a:cubicBezTo>
                <a:close/>
                <a:moveTo>
                  <a:pt x="5359" y="0"/>
                </a:moveTo>
                <a:cubicBezTo>
                  <a:pt x="4882" y="0"/>
                  <a:pt x="4477" y="310"/>
                  <a:pt x="4335" y="739"/>
                </a:cubicBezTo>
                <a:lnTo>
                  <a:pt x="3001" y="739"/>
                </a:lnTo>
                <a:lnTo>
                  <a:pt x="1858" y="3668"/>
                </a:lnTo>
                <a:cubicBezTo>
                  <a:pt x="834" y="3787"/>
                  <a:pt x="0" y="4668"/>
                  <a:pt x="0" y="5787"/>
                </a:cubicBezTo>
                <a:cubicBezTo>
                  <a:pt x="0" y="6883"/>
                  <a:pt x="834" y="7764"/>
                  <a:pt x="1858" y="7883"/>
                </a:cubicBezTo>
                <a:lnTo>
                  <a:pt x="3001" y="10812"/>
                </a:lnTo>
                <a:lnTo>
                  <a:pt x="4335" y="10812"/>
                </a:lnTo>
                <a:cubicBezTo>
                  <a:pt x="4477" y="11217"/>
                  <a:pt x="4882" y="11550"/>
                  <a:pt x="5359" y="11550"/>
                </a:cubicBezTo>
                <a:lnTo>
                  <a:pt x="10407" y="11550"/>
                </a:lnTo>
                <a:lnTo>
                  <a:pt x="10407" y="9383"/>
                </a:lnTo>
                <a:lnTo>
                  <a:pt x="5359" y="9383"/>
                </a:lnTo>
                <a:cubicBezTo>
                  <a:pt x="4882" y="9383"/>
                  <a:pt x="4477" y="9693"/>
                  <a:pt x="4335" y="10121"/>
                </a:cubicBezTo>
                <a:lnTo>
                  <a:pt x="3453" y="10121"/>
                </a:lnTo>
                <a:lnTo>
                  <a:pt x="2548" y="7835"/>
                </a:lnTo>
                <a:cubicBezTo>
                  <a:pt x="2929" y="7740"/>
                  <a:pt x="3287" y="7549"/>
                  <a:pt x="3572" y="7264"/>
                </a:cubicBezTo>
                <a:lnTo>
                  <a:pt x="4477" y="7668"/>
                </a:lnTo>
                <a:lnTo>
                  <a:pt x="5382" y="7668"/>
                </a:lnTo>
                <a:cubicBezTo>
                  <a:pt x="5525" y="8073"/>
                  <a:pt x="5906" y="8407"/>
                  <a:pt x="6383" y="8407"/>
                </a:cubicBezTo>
                <a:lnTo>
                  <a:pt x="11455" y="8407"/>
                </a:lnTo>
                <a:lnTo>
                  <a:pt x="11455" y="6263"/>
                </a:lnTo>
                <a:lnTo>
                  <a:pt x="6383" y="6263"/>
                </a:lnTo>
                <a:cubicBezTo>
                  <a:pt x="5906" y="6263"/>
                  <a:pt x="5525" y="6549"/>
                  <a:pt x="5382" y="7002"/>
                </a:cubicBezTo>
                <a:lnTo>
                  <a:pt x="4644" y="7002"/>
                </a:lnTo>
                <a:lnTo>
                  <a:pt x="3977" y="6740"/>
                </a:lnTo>
                <a:cubicBezTo>
                  <a:pt x="4120" y="6430"/>
                  <a:pt x="4192" y="6144"/>
                  <a:pt x="4192" y="5787"/>
                </a:cubicBezTo>
                <a:cubicBezTo>
                  <a:pt x="4192" y="5430"/>
                  <a:pt x="4096" y="5120"/>
                  <a:pt x="3977" y="4835"/>
                </a:cubicBezTo>
                <a:lnTo>
                  <a:pt x="4644" y="4549"/>
                </a:lnTo>
                <a:lnTo>
                  <a:pt x="5382" y="4549"/>
                </a:lnTo>
                <a:lnTo>
                  <a:pt x="5382" y="4573"/>
                </a:lnTo>
                <a:cubicBezTo>
                  <a:pt x="5525" y="4977"/>
                  <a:pt x="5906" y="5311"/>
                  <a:pt x="6383" y="5311"/>
                </a:cubicBezTo>
                <a:lnTo>
                  <a:pt x="11455" y="5311"/>
                </a:lnTo>
                <a:lnTo>
                  <a:pt x="11455" y="3144"/>
                </a:lnTo>
                <a:lnTo>
                  <a:pt x="6383" y="3144"/>
                </a:lnTo>
                <a:cubicBezTo>
                  <a:pt x="5906" y="3144"/>
                  <a:pt x="5525" y="3430"/>
                  <a:pt x="5382" y="3882"/>
                </a:cubicBezTo>
                <a:lnTo>
                  <a:pt x="4477" y="3882"/>
                </a:lnTo>
                <a:lnTo>
                  <a:pt x="3572" y="4263"/>
                </a:lnTo>
                <a:cubicBezTo>
                  <a:pt x="3287" y="4001"/>
                  <a:pt x="2929" y="3787"/>
                  <a:pt x="2548" y="3691"/>
                </a:cubicBezTo>
                <a:lnTo>
                  <a:pt x="3453" y="1405"/>
                </a:lnTo>
                <a:lnTo>
                  <a:pt x="4335" y="1405"/>
                </a:lnTo>
                <a:cubicBezTo>
                  <a:pt x="4477" y="1810"/>
                  <a:pt x="4882" y="2144"/>
                  <a:pt x="5359" y="2144"/>
                </a:cubicBezTo>
                <a:lnTo>
                  <a:pt x="10407" y="2144"/>
                </a:lnTo>
                <a:lnTo>
                  <a:pt x="1040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211" name="Google Shape;20211;p94"/>
          <p:cNvSpPr/>
          <p:nvPr/>
        </p:nvSpPr>
        <p:spPr>
          <a:xfrm>
            <a:off x="2581692" y="2804276"/>
            <a:ext cx="337712" cy="339124"/>
          </a:xfrm>
          <a:custGeom>
            <a:rect b="b" l="l" r="r" t="t"/>
            <a:pathLst>
              <a:path extrusionOk="0" h="11527" w="11479">
                <a:moveTo>
                  <a:pt x="3239" y="5097"/>
                </a:moveTo>
                <a:lnTo>
                  <a:pt x="3239" y="10812"/>
                </a:lnTo>
                <a:lnTo>
                  <a:pt x="2477" y="10812"/>
                </a:lnTo>
                <a:lnTo>
                  <a:pt x="2477" y="5168"/>
                </a:lnTo>
                <a:cubicBezTo>
                  <a:pt x="2739" y="5168"/>
                  <a:pt x="3001" y="5121"/>
                  <a:pt x="3239" y="5097"/>
                </a:cubicBezTo>
                <a:close/>
                <a:moveTo>
                  <a:pt x="4692" y="4835"/>
                </a:moveTo>
                <a:lnTo>
                  <a:pt x="4692" y="10836"/>
                </a:lnTo>
                <a:lnTo>
                  <a:pt x="3930" y="10836"/>
                </a:lnTo>
                <a:lnTo>
                  <a:pt x="3930" y="5002"/>
                </a:lnTo>
                <a:cubicBezTo>
                  <a:pt x="4192" y="4954"/>
                  <a:pt x="4453" y="4883"/>
                  <a:pt x="4692" y="4835"/>
                </a:cubicBezTo>
                <a:close/>
                <a:moveTo>
                  <a:pt x="6168" y="4263"/>
                </a:moveTo>
                <a:lnTo>
                  <a:pt x="6168" y="10836"/>
                </a:lnTo>
                <a:lnTo>
                  <a:pt x="5382" y="10836"/>
                </a:lnTo>
                <a:lnTo>
                  <a:pt x="5382" y="4597"/>
                </a:lnTo>
                <a:cubicBezTo>
                  <a:pt x="5644" y="4502"/>
                  <a:pt x="5930" y="4382"/>
                  <a:pt x="6168" y="4263"/>
                </a:cubicBezTo>
                <a:close/>
                <a:moveTo>
                  <a:pt x="7621" y="3382"/>
                </a:moveTo>
                <a:lnTo>
                  <a:pt x="7621" y="10836"/>
                </a:lnTo>
                <a:lnTo>
                  <a:pt x="6859" y="10836"/>
                </a:lnTo>
                <a:lnTo>
                  <a:pt x="6859" y="3882"/>
                </a:lnTo>
                <a:cubicBezTo>
                  <a:pt x="7121" y="3739"/>
                  <a:pt x="7383" y="3549"/>
                  <a:pt x="7621" y="3382"/>
                </a:cubicBezTo>
                <a:close/>
                <a:moveTo>
                  <a:pt x="9073" y="2025"/>
                </a:moveTo>
                <a:lnTo>
                  <a:pt x="9073" y="10836"/>
                </a:lnTo>
                <a:lnTo>
                  <a:pt x="8311" y="10836"/>
                </a:lnTo>
                <a:lnTo>
                  <a:pt x="8311" y="2835"/>
                </a:lnTo>
                <a:cubicBezTo>
                  <a:pt x="8573" y="2596"/>
                  <a:pt x="8835" y="2334"/>
                  <a:pt x="9073" y="2025"/>
                </a:cubicBezTo>
                <a:close/>
                <a:moveTo>
                  <a:pt x="9764" y="1"/>
                </a:moveTo>
                <a:lnTo>
                  <a:pt x="9145" y="882"/>
                </a:lnTo>
                <a:cubicBezTo>
                  <a:pt x="7526" y="3168"/>
                  <a:pt x="4906" y="4502"/>
                  <a:pt x="2120" y="4502"/>
                </a:cubicBezTo>
                <a:lnTo>
                  <a:pt x="1786" y="4502"/>
                </a:lnTo>
                <a:lnTo>
                  <a:pt x="1786" y="10836"/>
                </a:lnTo>
                <a:lnTo>
                  <a:pt x="0" y="10836"/>
                </a:lnTo>
                <a:lnTo>
                  <a:pt x="0" y="11527"/>
                </a:lnTo>
                <a:lnTo>
                  <a:pt x="11479" y="11527"/>
                </a:lnTo>
                <a:lnTo>
                  <a:pt x="11479" y="10836"/>
                </a:lnTo>
                <a:lnTo>
                  <a:pt x="9764" y="10836"/>
                </a:lnTo>
                <a:lnTo>
                  <a:pt x="976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212" name="Google Shape;20212;p94"/>
          <p:cNvSpPr/>
          <p:nvPr/>
        </p:nvSpPr>
        <p:spPr>
          <a:xfrm>
            <a:off x="3279854" y="2783271"/>
            <a:ext cx="343331" cy="330004"/>
          </a:xfrm>
          <a:custGeom>
            <a:rect b="b" l="l" r="r" t="t"/>
            <a:pathLst>
              <a:path extrusionOk="0" h="11217" w="11670">
                <a:moveTo>
                  <a:pt x="5811" y="667"/>
                </a:moveTo>
                <a:cubicBezTo>
                  <a:pt x="6359" y="667"/>
                  <a:pt x="6883" y="881"/>
                  <a:pt x="7264" y="1262"/>
                </a:cubicBezTo>
                <a:cubicBezTo>
                  <a:pt x="7550" y="1548"/>
                  <a:pt x="7764" y="1929"/>
                  <a:pt x="7812" y="2334"/>
                </a:cubicBezTo>
                <a:cubicBezTo>
                  <a:pt x="7097" y="2596"/>
                  <a:pt x="6550" y="3168"/>
                  <a:pt x="6264" y="3810"/>
                </a:cubicBezTo>
                <a:cubicBezTo>
                  <a:pt x="6121" y="3787"/>
                  <a:pt x="5954" y="3763"/>
                  <a:pt x="5788" y="3763"/>
                </a:cubicBezTo>
                <a:cubicBezTo>
                  <a:pt x="5645" y="3763"/>
                  <a:pt x="5478" y="3787"/>
                  <a:pt x="5311" y="3810"/>
                </a:cubicBezTo>
                <a:lnTo>
                  <a:pt x="5240" y="3644"/>
                </a:lnTo>
                <a:cubicBezTo>
                  <a:pt x="4906" y="3025"/>
                  <a:pt x="4406" y="2572"/>
                  <a:pt x="3740" y="2310"/>
                </a:cubicBezTo>
                <a:cubicBezTo>
                  <a:pt x="3859" y="1953"/>
                  <a:pt x="4049" y="1548"/>
                  <a:pt x="4335" y="1262"/>
                </a:cubicBezTo>
                <a:cubicBezTo>
                  <a:pt x="4740" y="881"/>
                  <a:pt x="5264" y="667"/>
                  <a:pt x="5811" y="667"/>
                </a:cubicBezTo>
                <a:close/>
                <a:moveTo>
                  <a:pt x="2835" y="2834"/>
                </a:moveTo>
                <a:cubicBezTo>
                  <a:pt x="3025" y="2834"/>
                  <a:pt x="3239" y="2858"/>
                  <a:pt x="3478" y="2929"/>
                </a:cubicBezTo>
                <a:cubicBezTo>
                  <a:pt x="4025" y="3096"/>
                  <a:pt x="4430" y="3453"/>
                  <a:pt x="4668" y="3977"/>
                </a:cubicBezTo>
                <a:cubicBezTo>
                  <a:pt x="4692" y="4001"/>
                  <a:pt x="4692" y="4049"/>
                  <a:pt x="4740" y="4096"/>
                </a:cubicBezTo>
                <a:cubicBezTo>
                  <a:pt x="4168" y="4406"/>
                  <a:pt x="3811" y="5001"/>
                  <a:pt x="3740" y="5692"/>
                </a:cubicBezTo>
                <a:cubicBezTo>
                  <a:pt x="3025" y="5763"/>
                  <a:pt x="2311" y="6120"/>
                  <a:pt x="1834" y="6716"/>
                </a:cubicBezTo>
                <a:cubicBezTo>
                  <a:pt x="1453" y="6525"/>
                  <a:pt x="1168" y="6240"/>
                  <a:pt x="977" y="5835"/>
                </a:cubicBezTo>
                <a:cubicBezTo>
                  <a:pt x="739" y="5335"/>
                  <a:pt x="691" y="4811"/>
                  <a:pt x="858" y="4263"/>
                </a:cubicBezTo>
                <a:cubicBezTo>
                  <a:pt x="1168" y="3406"/>
                  <a:pt x="1953" y="2834"/>
                  <a:pt x="2835" y="2834"/>
                </a:cubicBezTo>
                <a:close/>
                <a:moveTo>
                  <a:pt x="8812" y="2858"/>
                </a:moveTo>
                <a:cubicBezTo>
                  <a:pt x="9669" y="2858"/>
                  <a:pt x="10503" y="3429"/>
                  <a:pt x="10765" y="4287"/>
                </a:cubicBezTo>
                <a:cubicBezTo>
                  <a:pt x="10979" y="4811"/>
                  <a:pt x="10931" y="5358"/>
                  <a:pt x="10693" y="5882"/>
                </a:cubicBezTo>
                <a:cubicBezTo>
                  <a:pt x="10455" y="6382"/>
                  <a:pt x="10003" y="6740"/>
                  <a:pt x="9455" y="6906"/>
                </a:cubicBezTo>
                <a:cubicBezTo>
                  <a:pt x="9248" y="6973"/>
                  <a:pt x="9037" y="7004"/>
                  <a:pt x="8831" y="7004"/>
                </a:cubicBezTo>
                <a:cubicBezTo>
                  <a:pt x="8445" y="7004"/>
                  <a:pt x="8074" y="6894"/>
                  <a:pt x="7764" y="6692"/>
                </a:cubicBezTo>
                <a:cubicBezTo>
                  <a:pt x="7859" y="6478"/>
                  <a:pt x="7907" y="6192"/>
                  <a:pt x="7907" y="5906"/>
                </a:cubicBezTo>
                <a:cubicBezTo>
                  <a:pt x="7907" y="5144"/>
                  <a:pt x="7526" y="4477"/>
                  <a:pt x="6907" y="4120"/>
                </a:cubicBezTo>
                <a:cubicBezTo>
                  <a:pt x="7145" y="3572"/>
                  <a:pt x="7597" y="3120"/>
                  <a:pt x="8193" y="2953"/>
                </a:cubicBezTo>
                <a:cubicBezTo>
                  <a:pt x="8383" y="2882"/>
                  <a:pt x="8598" y="2858"/>
                  <a:pt x="8812" y="2858"/>
                </a:cubicBezTo>
                <a:close/>
                <a:moveTo>
                  <a:pt x="5835" y="4477"/>
                </a:moveTo>
                <a:cubicBezTo>
                  <a:pt x="6645" y="4477"/>
                  <a:pt x="7264" y="5096"/>
                  <a:pt x="7264" y="5906"/>
                </a:cubicBezTo>
                <a:cubicBezTo>
                  <a:pt x="7240" y="6668"/>
                  <a:pt x="6597" y="7335"/>
                  <a:pt x="5835" y="7335"/>
                </a:cubicBezTo>
                <a:cubicBezTo>
                  <a:pt x="5049" y="7335"/>
                  <a:pt x="4406" y="6716"/>
                  <a:pt x="4406" y="5906"/>
                </a:cubicBezTo>
                <a:cubicBezTo>
                  <a:pt x="4406" y="5120"/>
                  <a:pt x="5026" y="4477"/>
                  <a:pt x="5835" y="4477"/>
                </a:cubicBezTo>
                <a:close/>
                <a:moveTo>
                  <a:pt x="7407" y="7240"/>
                </a:moveTo>
                <a:cubicBezTo>
                  <a:pt x="7836" y="7502"/>
                  <a:pt x="8336" y="7621"/>
                  <a:pt x="8836" y="7621"/>
                </a:cubicBezTo>
                <a:cubicBezTo>
                  <a:pt x="9074" y="7621"/>
                  <a:pt x="9312" y="7597"/>
                  <a:pt x="9550" y="7549"/>
                </a:cubicBezTo>
                <a:cubicBezTo>
                  <a:pt x="9741" y="7954"/>
                  <a:pt x="9788" y="8383"/>
                  <a:pt x="9741" y="8788"/>
                </a:cubicBezTo>
                <a:cubicBezTo>
                  <a:pt x="9646" y="9335"/>
                  <a:pt x="9336" y="9812"/>
                  <a:pt x="8907" y="10121"/>
                </a:cubicBezTo>
                <a:cubicBezTo>
                  <a:pt x="8539" y="10395"/>
                  <a:pt x="8112" y="10526"/>
                  <a:pt x="7688" y="10526"/>
                </a:cubicBezTo>
                <a:cubicBezTo>
                  <a:pt x="7042" y="10526"/>
                  <a:pt x="6405" y="10220"/>
                  <a:pt x="6002" y="9645"/>
                </a:cubicBezTo>
                <a:cubicBezTo>
                  <a:pt x="5645" y="9145"/>
                  <a:pt x="5526" y="8526"/>
                  <a:pt x="5692" y="7954"/>
                </a:cubicBezTo>
                <a:lnTo>
                  <a:pt x="5835" y="7954"/>
                </a:lnTo>
                <a:cubicBezTo>
                  <a:pt x="6454" y="7954"/>
                  <a:pt x="7026" y="7692"/>
                  <a:pt x="7407" y="7240"/>
                </a:cubicBezTo>
                <a:close/>
                <a:moveTo>
                  <a:pt x="3787" y="6406"/>
                </a:moveTo>
                <a:cubicBezTo>
                  <a:pt x="3930" y="7073"/>
                  <a:pt x="4406" y="7597"/>
                  <a:pt x="5002" y="7835"/>
                </a:cubicBezTo>
                <a:cubicBezTo>
                  <a:pt x="4811" y="8550"/>
                  <a:pt x="4930" y="9335"/>
                  <a:pt x="5383" y="9978"/>
                </a:cubicBezTo>
                <a:cubicBezTo>
                  <a:pt x="5002" y="10336"/>
                  <a:pt x="4502" y="10550"/>
                  <a:pt x="3954" y="10550"/>
                </a:cubicBezTo>
                <a:cubicBezTo>
                  <a:pt x="3549" y="10526"/>
                  <a:pt x="3097" y="10407"/>
                  <a:pt x="2739" y="10121"/>
                </a:cubicBezTo>
                <a:cubicBezTo>
                  <a:pt x="1811" y="9454"/>
                  <a:pt x="1596" y="8169"/>
                  <a:pt x="2287" y="7240"/>
                </a:cubicBezTo>
                <a:cubicBezTo>
                  <a:pt x="2644" y="6740"/>
                  <a:pt x="3216" y="6430"/>
                  <a:pt x="3787" y="6406"/>
                </a:cubicBezTo>
                <a:close/>
                <a:moveTo>
                  <a:pt x="5835" y="0"/>
                </a:moveTo>
                <a:cubicBezTo>
                  <a:pt x="4525" y="0"/>
                  <a:pt x="3382" y="953"/>
                  <a:pt x="3144" y="2215"/>
                </a:cubicBezTo>
                <a:cubicBezTo>
                  <a:pt x="3031" y="2200"/>
                  <a:pt x="2918" y="2193"/>
                  <a:pt x="2806" y="2193"/>
                </a:cubicBezTo>
                <a:cubicBezTo>
                  <a:pt x="1667" y="2193"/>
                  <a:pt x="607" y="2945"/>
                  <a:pt x="239" y="4072"/>
                </a:cubicBezTo>
                <a:cubicBezTo>
                  <a:pt x="1" y="4763"/>
                  <a:pt x="48" y="5501"/>
                  <a:pt x="382" y="6168"/>
                </a:cubicBezTo>
                <a:cubicBezTo>
                  <a:pt x="620" y="6644"/>
                  <a:pt x="1001" y="7049"/>
                  <a:pt x="1477" y="7335"/>
                </a:cubicBezTo>
                <a:cubicBezTo>
                  <a:pt x="953" y="8478"/>
                  <a:pt x="1287" y="9907"/>
                  <a:pt x="2334" y="10693"/>
                </a:cubicBezTo>
                <a:cubicBezTo>
                  <a:pt x="2835" y="11050"/>
                  <a:pt x="3382" y="11217"/>
                  <a:pt x="3954" y="11217"/>
                </a:cubicBezTo>
                <a:cubicBezTo>
                  <a:pt x="4644" y="11217"/>
                  <a:pt x="5287" y="10979"/>
                  <a:pt x="5788" y="10502"/>
                </a:cubicBezTo>
                <a:cubicBezTo>
                  <a:pt x="6311" y="10979"/>
                  <a:pt x="6978" y="11217"/>
                  <a:pt x="7669" y="11217"/>
                </a:cubicBezTo>
                <a:cubicBezTo>
                  <a:pt x="8240" y="11217"/>
                  <a:pt x="8812" y="11050"/>
                  <a:pt x="9288" y="10693"/>
                </a:cubicBezTo>
                <a:cubicBezTo>
                  <a:pt x="9884" y="10264"/>
                  <a:pt x="10265" y="9621"/>
                  <a:pt x="10384" y="8907"/>
                </a:cubicBezTo>
                <a:cubicBezTo>
                  <a:pt x="10479" y="8359"/>
                  <a:pt x="10384" y="7835"/>
                  <a:pt x="10169" y="7335"/>
                </a:cubicBezTo>
                <a:cubicBezTo>
                  <a:pt x="10646" y="7049"/>
                  <a:pt x="11027" y="6668"/>
                  <a:pt x="11265" y="6192"/>
                </a:cubicBezTo>
                <a:cubicBezTo>
                  <a:pt x="11598" y="5525"/>
                  <a:pt x="11670" y="4763"/>
                  <a:pt x="11432" y="4096"/>
                </a:cubicBezTo>
                <a:cubicBezTo>
                  <a:pt x="11037" y="2936"/>
                  <a:pt x="9958" y="2198"/>
                  <a:pt x="8806" y="2198"/>
                </a:cubicBezTo>
                <a:cubicBezTo>
                  <a:pt x="8705" y="2198"/>
                  <a:pt x="8604" y="2203"/>
                  <a:pt x="8502" y="2215"/>
                </a:cubicBezTo>
                <a:cubicBezTo>
                  <a:pt x="8383" y="1667"/>
                  <a:pt x="8145" y="1191"/>
                  <a:pt x="7764" y="810"/>
                </a:cubicBezTo>
                <a:cubicBezTo>
                  <a:pt x="7264" y="310"/>
                  <a:pt x="6550" y="0"/>
                  <a:pt x="5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nvGrpSpPr>
          <p:cNvPr id="20213" name="Google Shape;20213;p94"/>
          <p:cNvGrpSpPr/>
          <p:nvPr/>
        </p:nvGrpSpPr>
        <p:grpSpPr>
          <a:xfrm>
            <a:off x="4046004" y="2812690"/>
            <a:ext cx="339124" cy="299878"/>
            <a:chOff x="4122204" y="3015090"/>
            <a:chExt cx="339124" cy="299878"/>
          </a:xfrm>
        </p:grpSpPr>
        <p:sp>
          <p:nvSpPr>
            <p:cNvPr id="20214" name="Google Shape;20214;p94"/>
            <p:cNvSpPr/>
            <p:nvPr/>
          </p:nvSpPr>
          <p:spPr>
            <a:xfrm>
              <a:off x="4122204" y="3015090"/>
              <a:ext cx="339124" cy="299878"/>
            </a:xfrm>
            <a:custGeom>
              <a:rect b="b" l="l" r="r" t="t"/>
              <a:pathLst>
                <a:path extrusionOk="0" h="10193" w="11527">
                  <a:moveTo>
                    <a:pt x="3167" y="667"/>
                  </a:moveTo>
                  <a:lnTo>
                    <a:pt x="3167" y="3739"/>
                  </a:lnTo>
                  <a:lnTo>
                    <a:pt x="4358" y="5073"/>
                  </a:lnTo>
                  <a:lnTo>
                    <a:pt x="3167" y="6430"/>
                  </a:lnTo>
                  <a:lnTo>
                    <a:pt x="3167" y="9550"/>
                  </a:lnTo>
                  <a:lnTo>
                    <a:pt x="691" y="9550"/>
                  </a:lnTo>
                  <a:lnTo>
                    <a:pt x="691" y="667"/>
                  </a:lnTo>
                  <a:close/>
                  <a:moveTo>
                    <a:pt x="6311" y="667"/>
                  </a:moveTo>
                  <a:lnTo>
                    <a:pt x="6311" y="3739"/>
                  </a:lnTo>
                  <a:lnTo>
                    <a:pt x="7502" y="5073"/>
                  </a:lnTo>
                  <a:lnTo>
                    <a:pt x="6311" y="6430"/>
                  </a:lnTo>
                  <a:lnTo>
                    <a:pt x="6311" y="9550"/>
                  </a:lnTo>
                  <a:lnTo>
                    <a:pt x="3834" y="9550"/>
                  </a:lnTo>
                  <a:lnTo>
                    <a:pt x="3834" y="6716"/>
                  </a:lnTo>
                  <a:lnTo>
                    <a:pt x="5239" y="5120"/>
                  </a:lnTo>
                  <a:lnTo>
                    <a:pt x="3834" y="3501"/>
                  </a:lnTo>
                  <a:lnTo>
                    <a:pt x="3834" y="667"/>
                  </a:lnTo>
                  <a:close/>
                  <a:moveTo>
                    <a:pt x="9431" y="667"/>
                  </a:moveTo>
                  <a:lnTo>
                    <a:pt x="9431" y="3739"/>
                  </a:lnTo>
                  <a:lnTo>
                    <a:pt x="10621" y="5073"/>
                  </a:lnTo>
                  <a:lnTo>
                    <a:pt x="9431" y="6454"/>
                  </a:lnTo>
                  <a:lnTo>
                    <a:pt x="9431" y="9550"/>
                  </a:lnTo>
                  <a:lnTo>
                    <a:pt x="6978" y="9550"/>
                  </a:lnTo>
                  <a:lnTo>
                    <a:pt x="6978" y="6716"/>
                  </a:lnTo>
                  <a:lnTo>
                    <a:pt x="8359" y="5120"/>
                  </a:lnTo>
                  <a:lnTo>
                    <a:pt x="6978" y="3501"/>
                  </a:lnTo>
                  <a:lnTo>
                    <a:pt x="6978" y="667"/>
                  </a:lnTo>
                  <a:close/>
                  <a:moveTo>
                    <a:pt x="0" y="0"/>
                  </a:moveTo>
                  <a:lnTo>
                    <a:pt x="0" y="10193"/>
                  </a:lnTo>
                  <a:lnTo>
                    <a:pt x="10121" y="10193"/>
                  </a:lnTo>
                  <a:lnTo>
                    <a:pt x="10121" y="6692"/>
                  </a:lnTo>
                  <a:lnTo>
                    <a:pt x="11526" y="5073"/>
                  </a:lnTo>
                  <a:lnTo>
                    <a:pt x="10121" y="3501"/>
                  </a:lnTo>
                  <a:lnTo>
                    <a:pt x="1012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215" name="Google Shape;20215;p94"/>
            <p:cNvSpPr/>
            <p:nvPr/>
          </p:nvSpPr>
          <p:spPr>
            <a:xfrm>
              <a:off x="4157214" y="3050806"/>
              <a:ext cx="42777" cy="20359"/>
            </a:xfrm>
            <a:custGeom>
              <a:rect b="b" l="l" r="r" t="t"/>
              <a:pathLst>
                <a:path extrusionOk="0" h="692" w="1454">
                  <a:moveTo>
                    <a:pt x="1" y="1"/>
                  </a:moveTo>
                  <a:lnTo>
                    <a:pt x="1" y="692"/>
                  </a:lnTo>
                  <a:lnTo>
                    <a:pt x="1454" y="692"/>
                  </a:lnTo>
                  <a:lnTo>
                    <a:pt x="14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216" name="Google Shape;20216;p94"/>
            <p:cNvSpPr/>
            <p:nvPr/>
          </p:nvSpPr>
          <p:spPr>
            <a:xfrm>
              <a:off x="4157214" y="3093552"/>
              <a:ext cx="42777" cy="20359"/>
            </a:xfrm>
            <a:custGeom>
              <a:rect b="b" l="l" r="r" t="t"/>
              <a:pathLst>
                <a:path extrusionOk="0" h="692" w="1454">
                  <a:moveTo>
                    <a:pt x="1" y="1"/>
                  </a:moveTo>
                  <a:lnTo>
                    <a:pt x="1" y="691"/>
                  </a:lnTo>
                  <a:lnTo>
                    <a:pt x="1454" y="691"/>
                  </a:lnTo>
                  <a:lnTo>
                    <a:pt x="14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217" name="Google Shape;20217;p94"/>
            <p:cNvSpPr/>
            <p:nvPr/>
          </p:nvSpPr>
          <p:spPr>
            <a:xfrm>
              <a:off x="4342174" y="3050806"/>
              <a:ext cx="42777" cy="20359"/>
            </a:xfrm>
            <a:custGeom>
              <a:rect b="b" l="l" r="r" t="t"/>
              <a:pathLst>
                <a:path extrusionOk="0" h="692" w="1454">
                  <a:moveTo>
                    <a:pt x="1" y="1"/>
                  </a:moveTo>
                  <a:lnTo>
                    <a:pt x="1" y="692"/>
                  </a:lnTo>
                  <a:lnTo>
                    <a:pt x="1454" y="692"/>
                  </a:lnTo>
                  <a:lnTo>
                    <a:pt x="14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218" name="Google Shape;20218;p94"/>
            <p:cNvSpPr/>
            <p:nvPr/>
          </p:nvSpPr>
          <p:spPr>
            <a:xfrm>
              <a:off x="4342174" y="3093552"/>
              <a:ext cx="42777" cy="20359"/>
            </a:xfrm>
            <a:custGeom>
              <a:rect b="b" l="l" r="r" t="t"/>
              <a:pathLst>
                <a:path extrusionOk="0" h="692" w="1454">
                  <a:moveTo>
                    <a:pt x="1" y="1"/>
                  </a:moveTo>
                  <a:lnTo>
                    <a:pt x="1" y="691"/>
                  </a:lnTo>
                  <a:lnTo>
                    <a:pt x="1454" y="691"/>
                  </a:lnTo>
                  <a:lnTo>
                    <a:pt x="14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219" name="Google Shape;20219;p94"/>
            <p:cNvSpPr/>
            <p:nvPr/>
          </p:nvSpPr>
          <p:spPr>
            <a:xfrm>
              <a:off x="4250415" y="3216173"/>
              <a:ext cx="42747" cy="20329"/>
            </a:xfrm>
            <a:custGeom>
              <a:rect b="b" l="l" r="r" t="t"/>
              <a:pathLst>
                <a:path extrusionOk="0" h="691" w="1453">
                  <a:moveTo>
                    <a:pt x="0" y="0"/>
                  </a:moveTo>
                  <a:lnTo>
                    <a:pt x="0" y="691"/>
                  </a:lnTo>
                  <a:lnTo>
                    <a:pt x="1453" y="691"/>
                  </a:lnTo>
                  <a:lnTo>
                    <a:pt x="145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220" name="Google Shape;20220;p94"/>
            <p:cNvSpPr/>
            <p:nvPr/>
          </p:nvSpPr>
          <p:spPr>
            <a:xfrm>
              <a:off x="4250415" y="3258890"/>
              <a:ext cx="42747" cy="20359"/>
            </a:xfrm>
            <a:custGeom>
              <a:rect b="b" l="l" r="r" t="t"/>
              <a:pathLst>
                <a:path extrusionOk="0" h="692" w="1453">
                  <a:moveTo>
                    <a:pt x="0" y="1"/>
                  </a:moveTo>
                  <a:lnTo>
                    <a:pt x="0" y="691"/>
                  </a:lnTo>
                  <a:lnTo>
                    <a:pt x="1453" y="691"/>
                  </a:lnTo>
                  <a:lnTo>
                    <a:pt x="14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grpSp>
        <p:nvGrpSpPr>
          <p:cNvPr id="20221" name="Google Shape;20221;p94"/>
          <p:cNvGrpSpPr/>
          <p:nvPr/>
        </p:nvGrpSpPr>
        <p:grpSpPr>
          <a:xfrm>
            <a:off x="4800211" y="2800775"/>
            <a:ext cx="299201" cy="339830"/>
            <a:chOff x="4724011" y="3003175"/>
            <a:chExt cx="299201" cy="339830"/>
          </a:xfrm>
        </p:grpSpPr>
        <p:sp>
          <p:nvSpPr>
            <p:cNvPr id="20222" name="Google Shape;20222;p94"/>
            <p:cNvSpPr/>
            <p:nvPr/>
          </p:nvSpPr>
          <p:spPr>
            <a:xfrm>
              <a:off x="4724011" y="3003175"/>
              <a:ext cx="299201" cy="339830"/>
            </a:xfrm>
            <a:custGeom>
              <a:rect b="b" l="l" r="r" t="t"/>
              <a:pathLst>
                <a:path extrusionOk="0" h="11551" w="10170">
                  <a:moveTo>
                    <a:pt x="6097" y="3644"/>
                  </a:moveTo>
                  <a:cubicBezTo>
                    <a:pt x="7121" y="3787"/>
                    <a:pt x="7907" y="4692"/>
                    <a:pt x="7907" y="5764"/>
                  </a:cubicBezTo>
                  <a:cubicBezTo>
                    <a:pt x="7907" y="6835"/>
                    <a:pt x="7145" y="7716"/>
                    <a:pt x="6097" y="7859"/>
                  </a:cubicBezTo>
                  <a:lnTo>
                    <a:pt x="6097" y="3644"/>
                  </a:lnTo>
                  <a:close/>
                  <a:moveTo>
                    <a:pt x="6097" y="1977"/>
                  </a:moveTo>
                  <a:cubicBezTo>
                    <a:pt x="8002" y="2144"/>
                    <a:pt x="9527" y="3763"/>
                    <a:pt x="9527" y="5716"/>
                  </a:cubicBezTo>
                  <a:cubicBezTo>
                    <a:pt x="9527" y="7693"/>
                    <a:pt x="8002" y="9336"/>
                    <a:pt x="6097" y="9479"/>
                  </a:cubicBezTo>
                  <a:lnTo>
                    <a:pt x="6097" y="8526"/>
                  </a:lnTo>
                  <a:cubicBezTo>
                    <a:pt x="7502" y="8336"/>
                    <a:pt x="8574" y="7145"/>
                    <a:pt x="8574" y="5716"/>
                  </a:cubicBezTo>
                  <a:cubicBezTo>
                    <a:pt x="8574" y="4287"/>
                    <a:pt x="7502" y="3096"/>
                    <a:pt x="6097" y="2930"/>
                  </a:cubicBezTo>
                  <a:lnTo>
                    <a:pt x="6097" y="1977"/>
                  </a:lnTo>
                  <a:close/>
                  <a:moveTo>
                    <a:pt x="5407" y="691"/>
                  </a:moveTo>
                  <a:lnTo>
                    <a:pt x="5407" y="10812"/>
                  </a:lnTo>
                  <a:cubicBezTo>
                    <a:pt x="2763" y="10646"/>
                    <a:pt x="691" y="8431"/>
                    <a:pt x="691" y="5764"/>
                  </a:cubicBezTo>
                  <a:cubicBezTo>
                    <a:pt x="691" y="3073"/>
                    <a:pt x="2763" y="882"/>
                    <a:pt x="5407" y="691"/>
                  </a:cubicBezTo>
                  <a:close/>
                  <a:moveTo>
                    <a:pt x="5764" y="1"/>
                  </a:moveTo>
                  <a:cubicBezTo>
                    <a:pt x="4216" y="1"/>
                    <a:pt x="2787" y="596"/>
                    <a:pt x="1692" y="1715"/>
                  </a:cubicBezTo>
                  <a:cubicBezTo>
                    <a:pt x="620" y="2787"/>
                    <a:pt x="1" y="4240"/>
                    <a:pt x="1" y="5787"/>
                  </a:cubicBezTo>
                  <a:cubicBezTo>
                    <a:pt x="1" y="7335"/>
                    <a:pt x="596" y="8764"/>
                    <a:pt x="1692" y="9860"/>
                  </a:cubicBezTo>
                  <a:cubicBezTo>
                    <a:pt x="2763" y="10931"/>
                    <a:pt x="4216" y="11551"/>
                    <a:pt x="5764" y="11551"/>
                  </a:cubicBezTo>
                  <a:lnTo>
                    <a:pt x="6097" y="11551"/>
                  </a:lnTo>
                  <a:lnTo>
                    <a:pt x="6097" y="10217"/>
                  </a:lnTo>
                  <a:cubicBezTo>
                    <a:pt x="8383" y="9979"/>
                    <a:pt x="10170" y="8074"/>
                    <a:pt x="10170" y="5764"/>
                  </a:cubicBezTo>
                  <a:cubicBezTo>
                    <a:pt x="10170" y="3430"/>
                    <a:pt x="8360" y="1525"/>
                    <a:pt x="6097" y="1358"/>
                  </a:cubicBezTo>
                  <a:lnTo>
                    <a:pt x="609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223" name="Google Shape;20223;p94"/>
            <p:cNvSpPr/>
            <p:nvPr/>
          </p:nvSpPr>
          <p:spPr>
            <a:xfrm>
              <a:off x="4791970" y="3141182"/>
              <a:ext cx="43483" cy="19653"/>
            </a:xfrm>
            <a:custGeom>
              <a:rect b="b" l="l" r="r" t="t"/>
              <a:pathLst>
                <a:path extrusionOk="0" h="668" w="1478">
                  <a:moveTo>
                    <a:pt x="1" y="1"/>
                  </a:moveTo>
                  <a:lnTo>
                    <a:pt x="1" y="668"/>
                  </a:lnTo>
                  <a:lnTo>
                    <a:pt x="1477" y="668"/>
                  </a:lnTo>
                  <a:lnTo>
                    <a:pt x="147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224" name="Google Shape;20224;p94"/>
            <p:cNvSpPr/>
            <p:nvPr/>
          </p:nvSpPr>
          <p:spPr>
            <a:xfrm>
              <a:off x="4791970" y="3183929"/>
              <a:ext cx="43483" cy="20359"/>
            </a:xfrm>
            <a:custGeom>
              <a:rect b="b" l="l" r="r" t="t"/>
              <a:pathLst>
                <a:path extrusionOk="0" h="692" w="1478">
                  <a:moveTo>
                    <a:pt x="1" y="1"/>
                  </a:moveTo>
                  <a:lnTo>
                    <a:pt x="1" y="691"/>
                  </a:lnTo>
                  <a:lnTo>
                    <a:pt x="1477" y="691"/>
                  </a:lnTo>
                  <a:lnTo>
                    <a:pt x="147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sp>
        <p:nvSpPr>
          <p:cNvPr id="20225" name="Google Shape;20225;p94"/>
          <p:cNvSpPr/>
          <p:nvPr/>
        </p:nvSpPr>
        <p:spPr>
          <a:xfrm>
            <a:off x="5511700" y="2795186"/>
            <a:ext cx="339124" cy="339801"/>
          </a:xfrm>
          <a:custGeom>
            <a:rect b="b" l="l" r="r" t="t"/>
            <a:pathLst>
              <a:path extrusionOk="0" h="11550" w="11527">
                <a:moveTo>
                  <a:pt x="2716" y="667"/>
                </a:moveTo>
                <a:lnTo>
                  <a:pt x="2716" y="2667"/>
                </a:lnTo>
                <a:lnTo>
                  <a:pt x="715" y="2667"/>
                </a:lnTo>
                <a:lnTo>
                  <a:pt x="715" y="1667"/>
                </a:lnTo>
                <a:cubicBezTo>
                  <a:pt x="691" y="1119"/>
                  <a:pt x="1144" y="667"/>
                  <a:pt x="1715" y="667"/>
                </a:cubicBezTo>
                <a:close/>
                <a:moveTo>
                  <a:pt x="9884" y="667"/>
                </a:moveTo>
                <a:cubicBezTo>
                  <a:pt x="10431" y="667"/>
                  <a:pt x="10884" y="1119"/>
                  <a:pt x="10884" y="1667"/>
                </a:cubicBezTo>
                <a:lnTo>
                  <a:pt x="10884" y="2667"/>
                </a:lnTo>
                <a:lnTo>
                  <a:pt x="8884" y="2667"/>
                </a:lnTo>
                <a:lnTo>
                  <a:pt x="8884" y="667"/>
                </a:lnTo>
                <a:close/>
                <a:moveTo>
                  <a:pt x="5454" y="1334"/>
                </a:moveTo>
                <a:lnTo>
                  <a:pt x="5454" y="2786"/>
                </a:lnTo>
                <a:cubicBezTo>
                  <a:pt x="5454" y="4239"/>
                  <a:pt x="4264" y="5430"/>
                  <a:pt x="2811" y="5430"/>
                </a:cubicBezTo>
                <a:lnTo>
                  <a:pt x="1358" y="5430"/>
                </a:lnTo>
                <a:lnTo>
                  <a:pt x="1358" y="3358"/>
                </a:lnTo>
                <a:lnTo>
                  <a:pt x="3382" y="3358"/>
                </a:lnTo>
                <a:lnTo>
                  <a:pt x="3382" y="1334"/>
                </a:lnTo>
                <a:close/>
                <a:moveTo>
                  <a:pt x="8193" y="1334"/>
                </a:moveTo>
                <a:lnTo>
                  <a:pt x="8193" y="3358"/>
                </a:lnTo>
                <a:lnTo>
                  <a:pt x="10217" y="3358"/>
                </a:lnTo>
                <a:lnTo>
                  <a:pt x="10217" y="5430"/>
                </a:lnTo>
                <a:lnTo>
                  <a:pt x="8764" y="5430"/>
                </a:lnTo>
                <a:cubicBezTo>
                  <a:pt x="7312" y="5430"/>
                  <a:pt x="6121" y="4239"/>
                  <a:pt x="6121" y="2786"/>
                </a:cubicBezTo>
                <a:lnTo>
                  <a:pt x="6121" y="1334"/>
                </a:lnTo>
                <a:close/>
                <a:moveTo>
                  <a:pt x="5811" y="4239"/>
                </a:moveTo>
                <a:cubicBezTo>
                  <a:pt x="6121" y="4906"/>
                  <a:pt x="6645" y="5430"/>
                  <a:pt x="7336" y="5763"/>
                </a:cubicBezTo>
                <a:cubicBezTo>
                  <a:pt x="6693" y="6097"/>
                  <a:pt x="6145" y="6620"/>
                  <a:pt x="5811" y="7287"/>
                </a:cubicBezTo>
                <a:cubicBezTo>
                  <a:pt x="5502" y="6620"/>
                  <a:pt x="4954" y="6097"/>
                  <a:pt x="4311" y="5763"/>
                </a:cubicBezTo>
                <a:cubicBezTo>
                  <a:pt x="4954" y="5430"/>
                  <a:pt x="5502" y="4906"/>
                  <a:pt x="5811" y="4239"/>
                </a:cubicBezTo>
                <a:close/>
                <a:moveTo>
                  <a:pt x="2811" y="6097"/>
                </a:moveTo>
                <a:cubicBezTo>
                  <a:pt x="4264" y="6097"/>
                  <a:pt x="5454" y="7287"/>
                  <a:pt x="5454" y="8740"/>
                </a:cubicBezTo>
                <a:lnTo>
                  <a:pt x="5454" y="10193"/>
                </a:lnTo>
                <a:lnTo>
                  <a:pt x="3382" y="10193"/>
                </a:lnTo>
                <a:lnTo>
                  <a:pt x="3382" y="8145"/>
                </a:lnTo>
                <a:lnTo>
                  <a:pt x="1358" y="8145"/>
                </a:lnTo>
                <a:lnTo>
                  <a:pt x="1358" y="6097"/>
                </a:lnTo>
                <a:close/>
                <a:moveTo>
                  <a:pt x="10217" y="6097"/>
                </a:moveTo>
                <a:lnTo>
                  <a:pt x="10217" y="8168"/>
                </a:lnTo>
                <a:lnTo>
                  <a:pt x="8193" y="8168"/>
                </a:lnTo>
                <a:lnTo>
                  <a:pt x="8193" y="10193"/>
                </a:lnTo>
                <a:lnTo>
                  <a:pt x="6121" y="10193"/>
                </a:lnTo>
                <a:lnTo>
                  <a:pt x="6121" y="8740"/>
                </a:lnTo>
                <a:cubicBezTo>
                  <a:pt x="6121" y="7287"/>
                  <a:pt x="7312" y="6097"/>
                  <a:pt x="8764" y="6097"/>
                </a:cubicBezTo>
                <a:close/>
                <a:moveTo>
                  <a:pt x="2716" y="8835"/>
                </a:moveTo>
                <a:lnTo>
                  <a:pt x="2716" y="10836"/>
                </a:lnTo>
                <a:lnTo>
                  <a:pt x="1715" y="10836"/>
                </a:lnTo>
                <a:cubicBezTo>
                  <a:pt x="1168" y="10836"/>
                  <a:pt x="739" y="10383"/>
                  <a:pt x="739" y="9835"/>
                </a:cubicBezTo>
                <a:lnTo>
                  <a:pt x="739" y="8835"/>
                </a:lnTo>
                <a:close/>
                <a:moveTo>
                  <a:pt x="10884" y="8835"/>
                </a:moveTo>
                <a:lnTo>
                  <a:pt x="10884" y="9835"/>
                </a:lnTo>
                <a:cubicBezTo>
                  <a:pt x="10884" y="10383"/>
                  <a:pt x="10431" y="10836"/>
                  <a:pt x="9884" y="10836"/>
                </a:cubicBezTo>
                <a:lnTo>
                  <a:pt x="8884" y="10836"/>
                </a:lnTo>
                <a:lnTo>
                  <a:pt x="8884" y="8835"/>
                </a:lnTo>
                <a:close/>
                <a:moveTo>
                  <a:pt x="8193" y="0"/>
                </a:moveTo>
                <a:lnTo>
                  <a:pt x="8193" y="643"/>
                </a:lnTo>
                <a:lnTo>
                  <a:pt x="3382" y="643"/>
                </a:lnTo>
                <a:lnTo>
                  <a:pt x="3382" y="24"/>
                </a:lnTo>
                <a:lnTo>
                  <a:pt x="1668" y="24"/>
                </a:lnTo>
                <a:cubicBezTo>
                  <a:pt x="763" y="24"/>
                  <a:pt x="1" y="762"/>
                  <a:pt x="1" y="1691"/>
                </a:cubicBezTo>
                <a:lnTo>
                  <a:pt x="1" y="3358"/>
                </a:lnTo>
                <a:lnTo>
                  <a:pt x="668" y="3358"/>
                </a:lnTo>
                <a:lnTo>
                  <a:pt x="668" y="8168"/>
                </a:lnTo>
                <a:lnTo>
                  <a:pt x="1" y="8168"/>
                </a:lnTo>
                <a:lnTo>
                  <a:pt x="1" y="9883"/>
                </a:lnTo>
                <a:cubicBezTo>
                  <a:pt x="1" y="10788"/>
                  <a:pt x="763" y="11550"/>
                  <a:pt x="1668" y="11550"/>
                </a:cubicBezTo>
                <a:lnTo>
                  <a:pt x="3382" y="11550"/>
                </a:lnTo>
                <a:lnTo>
                  <a:pt x="3382" y="10907"/>
                </a:lnTo>
                <a:lnTo>
                  <a:pt x="8193" y="10907"/>
                </a:lnTo>
                <a:lnTo>
                  <a:pt x="8193" y="11550"/>
                </a:lnTo>
                <a:lnTo>
                  <a:pt x="9860" y="11550"/>
                </a:lnTo>
                <a:cubicBezTo>
                  <a:pt x="10789" y="11550"/>
                  <a:pt x="11527" y="10788"/>
                  <a:pt x="11527" y="9883"/>
                </a:cubicBezTo>
                <a:lnTo>
                  <a:pt x="11527" y="8216"/>
                </a:lnTo>
                <a:lnTo>
                  <a:pt x="10908" y="8216"/>
                </a:lnTo>
                <a:lnTo>
                  <a:pt x="10908" y="3358"/>
                </a:lnTo>
                <a:lnTo>
                  <a:pt x="11527" y="3358"/>
                </a:lnTo>
                <a:lnTo>
                  <a:pt x="11527" y="1667"/>
                </a:lnTo>
                <a:cubicBezTo>
                  <a:pt x="11527" y="738"/>
                  <a:pt x="10789" y="0"/>
                  <a:pt x="98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226" name="Google Shape;20226;p94"/>
          <p:cNvSpPr/>
          <p:nvPr/>
        </p:nvSpPr>
        <p:spPr>
          <a:xfrm>
            <a:off x="6251931" y="2881356"/>
            <a:ext cx="339124" cy="187788"/>
          </a:xfrm>
          <a:custGeom>
            <a:rect b="b" l="l" r="r" t="t"/>
            <a:pathLst>
              <a:path extrusionOk="0" h="6383" w="11527">
                <a:moveTo>
                  <a:pt x="5168" y="667"/>
                </a:moveTo>
                <a:lnTo>
                  <a:pt x="5787" y="1762"/>
                </a:lnTo>
                <a:lnTo>
                  <a:pt x="5168" y="2858"/>
                </a:lnTo>
                <a:lnTo>
                  <a:pt x="3906" y="2858"/>
                </a:lnTo>
                <a:lnTo>
                  <a:pt x="3572" y="2334"/>
                </a:lnTo>
                <a:lnTo>
                  <a:pt x="3239" y="1786"/>
                </a:lnTo>
                <a:lnTo>
                  <a:pt x="3906" y="667"/>
                </a:lnTo>
                <a:close/>
                <a:moveTo>
                  <a:pt x="10121" y="667"/>
                </a:moveTo>
                <a:lnTo>
                  <a:pt x="10764" y="1762"/>
                </a:lnTo>
                <a:lnTo>
                  <a:pt x="10121" y="2858"/>
                </a:lnTo>
                <a:lnTo>
                  <a:pt x="8883" y="2858"/>
                </a:lnTo>
                <a:lnTo>
                  <a:pt x="8264" y="1762"/>
                </a:lnTo>
                <a:lnTo>
                  <a:pt x="8883" y="667"/>
                </a:lnTo>
                <a:close/>
                <a:moveTo>
                  <a:pt x="2691" y="2096"/>
                </a:moveTo>
                <a:lnTo>
                  <a:pt x="3310" y="3191"/>
                </a:lnTo>
                <a:lnTo>
                  <a:pt x="2691" y="4287"/>
                </a:lnTo>
                <a:lnTo>
                  <a:pt x="1429" y="4287"/>
                </a:lnTo>
                <a:lnTo>
                  <a:pt x="810" y="3191"/>
                </a:lnTo>
                <a:lnTo>
                  <a:pt x="1429" y="2096"/>
                </a:lnTo>
                <a:close/>
                <a:moveTo>
                  <a:pt x="7621" y="2096"/>
                </a:moveTo>
                <a:lnTo>
                  <a:pt x="8264" y="3191"/>
                </a:lnTo>
                <a:lnTo>
                  <a:pt x="7668" y="4287"/>
                </a:lnTo>
                <a:lnTo>
                  <a:pt x="6406" y="4287"/>
                </a:lnTo>
                <a:lnTo>
                  <a:pt x="5763" y="3191"/>
                </a:lnTo>
                <a:lnTo>
                  <a:pt x="6382" y="2096"/>
                </a:lnTo>
                <a:close/>
                <a:moveTo>
                  <a:pt x="5192" y="3477"/>
                </a:moveTo>
                <a:lnTo>
                  <a:pt x="5811" y="4596"/>
                </a:lnTo>
                <a:lnTo>
                  <a:pt x="5192" y="5692"/>
                </a:lnTo>
                <a:lnTo>
                  <a:pt x="3929" y="5692"/>
                </a:lnTo>
                <a:lnTo>
                  <a:pt x="3310" y="4596"/>
                </a:lnTo>
                <a:lnTo>
                  <a:pt x="3929" y="3477"/>
                </a:lnTo>
                <a:close/>
                <a:moveTo>
                  <a:pt x="10121" y="3477"/>
                </a:moveTo>
                <a:lnTo>
                  <a:pt x="10764" y="4596"/>
                </a:lnTo>
                <a:lnTo>
                  <a:pt x="10121" y="5692"/>
                </a:lnTo>
                <a:lnTo>
                  <a:pt x="8883" y="5692"/>
                </a:lnTo>
                <a:lnTo>
                  <a:pt x="8264" y="4596"/>
                </a:lnTo>
                <a:lnTo>
                  <a:pt x="8883" y="3477"/>
                </a:lnTo>
                <a:close/>
                <a:moveTo>
                  <a:pt x="3501" y="0"/>
                </a:moveTo>
                <a:lnTo>
                  <a:pt x="2667" y="1429"/>
                </a:lnTo>
                <a:lnTo>
                  <a:pt x="1024" y="1429"/>
                </a:lnTo>
                <a:lnTo>
                  <a:pt x="0" y="3191"/>
                </a:lnTo>
                <a:lnTo>
                  <a:pt x="1024" y="4954"/>
                </a:lnTo>
                <a:lnTo>
                  <a:pt x="2667" y="4954"/>
                </a:lnTo>
                <a:lnTo>
                  <a:pt x="3501" y="6382"/>
                </a:lnTo>
                <a:lnTo>
                  <a:pt x="5549" y="6382"/>
                </a:lnTo>
                <a:lnTo>
                  <a:pt x="6382" y="4954"/>
                </a:lnTo>
                <a:lnTo>
                  <a:pt x="7668" y="4954"/>
                </a:lnTo>
                <a:lnTo>
                  <a:pt x="8502" y="6382"/>
                </a:lnTo>
                <a:lnTo>
                  <a:pt x="10526" y="6382"/>
                </a:lnTo>
                <a:lnTo>
                  <a:pt x="11526" y="4620"/>
                </a:lnTo>
                <a:lnTo>
                  <a:pt x="10693" y="3191"/>
                </a:lnTo>
                <a:lnTo>
                  <a:pt x="11526" y="1762"/>
                </a:lnTo>
                <a:lnTo>
                  <a:pt x="10526" y="0"/>
                </a:lnTo>
                <a:lnTo>
                  <a:pt x="8502" y="0"/>
                </a:lnTo>
                <a:lnTo>
                  <a:pt x="7668" y="1429"/>
                </a:lnTo>
                <a:lnTo>
                  <a:pt x="6382" y="1429"/>
                </a:lnTo>
                <a:lnTo>
                  <a:pt x="55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227" name="Google Shape;20227;p94"/>
          <p:cNvSpPr/>
          <p:nvPr/>
        </p:nvSpPr>
        <p:spPr>
          <a:xfrm>
            <a:off x="6978130" y="2772062"/>
            <a:ext cx="337712" cy="338418"/>
          </a:xfrm>
          <a:custGeom>
            <a:rect b="b" l="l" r="r" t="t"/>
            <a:pathLst>
              <a:path extrusionOk="0" h="11503" w="11479">
                <a:moveTo>
                  <a:pt x="9359" y="2929"/>
                </a:moveTo>
                <a:lnTo>
                  <a:pt x="9359" y="4763"/>
                </a:lnTo>
                <a:lnTo>
                  <a:pt x="7597" y="6025"/>
                </a:lnTo>
                <a:lnTo>
                  <a:pt x="6573" y="5549"/>
                </a:lnTo>
                <a:lnTo>
                  <a:pt x="5263" y="7049"/>
                </a:lnTo>
                <a:lnTo>
                  <a:pt x="4239" y="6525"/>
                </a:lnTo>
                <a:lnTo>
                  <a:pt x="2739" y="8335"/>
                </a:lnTo>
                <a:lnTo>
                  <a:pt x="1810" y="7978"/>
                </a:lnTo>
                <a:lnTo>
                  <a:pt x="715" y="9145"/>
                </a:lnTo>
                <a:lnTo>
                  <a:pt x="715" y="7502"/>
                </a:lnTo>
                <a:lnTo>
                  <a:pt x="1691" y="6406"/>
                </a:lnTo>
                <a:lnTo>
                  <a:pt x="2501" y="6906"/>
                </a:lnTo>
                <a:lnTo>
                  <a:pt x="4263" y="5025"/>
                </a:lnTo>
                <a:lnTo>
                  <a:pt x="5144" y="5335"/>
                </a:lnTo>
                <a:lnTo>
                  <a:pt x="7121" y="3406"/>
                </a:lnTo>
                <a:lnTo>
                  <a:pt x="8240" y="3596"/>
                </a:lnTo>
                <a:lnTo>
                  <a:pt x="9359" y="2929"/>
                </a:lnTo>
                <a:close/>
                <a:moveTo>
                  <a:pt x="9312" y="5597"/>
                </a:moveTo>
                <a:lnTo>
                  <a:pt x="9312" y="10860"/>
                </a:lnTo>
                <a:lnTo>
                  <a:pt x="667" y="10860"/>
                </a:lnTo>
                <a:lnTo>
                  <a:pt x="667" y="10145"/>
                </a:lnTo>
                <a:lnTo>
                  <a:pt x="715" y="10145"/>
                </a:lnTo>
                <a:lnTo>
                  <a:pt x="2001" y="8788"/>
                </a:lnTo>
                <a:lnTo>
                  <a:pt x="2953" y="9145"/>
                </a:lnTo>
                <a:lnTo>
                  <a:pt x="4382" y="7383"/>
                </a:lnTo>
                <a:lnTo>
                  <a:pt x="5430" y="7930"/>
                </a:lnTo>
                <a:lnTo>
                  <a:pt x="6740" y="6406"/>
                </a:lnTo>
                <a:lnTo>
                  <a:pt x="7621" y="6811"/>
                </a:lnTo>
                <a:lnTo>
                  <a:pt x="9312" y="5597"/>
                </a:lnTo>
                <a:close/>
                <a:moveTo>
                  <a:pt x="0" y="0"/>
                </a:moveTo>
                <a:lnTo>
                  <a:pt x="0" y="11503"/>
                </a:lnTo>
                <a:lnTo>
                  <a:pt x="11479" y="11503"/>
                </a:lnTo>
                <a:lnTo>
                  <a:pt x="11479" y="10264"/>
                </a:lnTo>
                <a:lnTo>
                  <a:pt x="10836" y="10264"/>
                </a:lnTo>
                <a:lnTo>
                  <a:pt x="10836" y="10312"/>
                </a:lnTo>
                <a:lnTo>
                  <a:pt x="10836" y="10836"/>
                </a:lnTo>
                <a:lnTo>
                  <a:pt x="10026" y="10836"/>
                </a:lnTo>
                <a:lnTo>
                  <a:pt x="10026" y="1667"/>
                </a:lnTo>
                <a:lnTo>
                  <a:pt x="8121" y="2858"/>
                </a:lnTo>
                <a:lnTo>
                  <a:pt x="6906" y="2620"/>
                </a:lnTo>
                <a:lnTo>
                  <a:pt x="4977" y="4525"/>
                </a:lnTo>
                <a:lnTo>
                  <a:pt x="4049" y="4239"/>
                </a:lnTo>
                <a:lnTo>
                  <a:pt x="2382" y="6025"/>
                </a:lnTo>
                <a:lnTo>
                  <a:pt x="1572" y="5501"/>
                </a:lnTo>
                <a:lnTo>
                  <a:pt x="715" y="6454"/>
                </a:lnTo>
                <a:lnTo>
                  <a:pt x="715" y="691"/>
                </a:lnTo>
                <a:lnTo>
                  <a:pt x="1239" y="691"/>
                </a:lnTo>
                <a:lnTo>
                  <a:pt x="123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nvGrpSpPr>
          <p:cNvPr id="20228" name="Google Shape;20228;p94"/>
          <p:cNvGrpSpPr/>
          <p:nvPr/>
        </p:nvGrpSpPr>
        <p:grpSpPr>
          <a:xfrm>
            <a:off x="7750547" y="2794980"/>
            <a:ext cx="259982" cy="337915"/>
            <a:chOff x="7064747" y="2997380"/>
            <a:chExt cx="259982" cy="337915"/>
          </a:xfrm>
        </p:grpSpPr>
        <p:sp>
          <p:nvSpPr>
            <p:cNvPr id="20229" name="Google Shape;20229;p94"/>
            <p:cNvSpPr/>
            <p:nvPr/>
          </p:nvSpPr>
          <p:spPr>
            <a:xfrm>
              <a:off x="7064747" y="2997380"/>
              <a:ext cx="72903" cy="152955"/>
            </a:xfrm>
            <a:custGeom>
              <a:rect b="b" l="l" r="r" t="t"/>
              <a:pathLst>
                <a:path extrusionOk="0" h="5199" w="2478">
                  <a:moveTo>
                    <a:pt x="1263" y="650"/>
                  </a:moveTo>
                  <a:cubicBezTo>
                    <a:pt x="1549" y="650"/>
                    <a:pt x="1787" y="888"/>
                    <a:pt x="1787" y="1198"/>
                  </a:cubicBezTo>
                  <a:cubicBezTo>
                    <a:pt x="1787" y="1484"/>
                    <a:pt x="1549" y="1722"/>
                    <a:pt x="1263" y="1722"/>
                  </a:cubicBezTo>
                  <a:cubicBezTo>
                    <a:pt x="954" y="1722"/>
                    <a:pt x="715" y="1484"/>
                    <a:pt x="715" y="1198"/>
                  </a:cubicBezTo>
                  <a:cubicBezTo>
                    <a:pt x="715" y="888"/>
                    <a:pt x="954" y="650"/>
                    <a:pt x="1263" y="650"/>
                  </a:cubicBezTo>
                  <a:close/>
                  <a:moveTo>
                    <a:pt x="1246" y="2410"/>
                  </a:moveTo>
                  <a:cubicBezTo>
                    <a:pt x="1260" y="2410"/>
                    <a:pt x="1273" y="2411"/>
                    <a:pt x="1287" y="2412"/>
                  </a:cubicBezTo>
                  <a:cubicBezTo>
                    <a:pt x="1501" y="2460"/>
                    <a:pt x="1644" y="2650"/>
                    <a:pt x="1644" y="2817"/>
                  </a:cubicBezTo>
                  <a:lnTo>
                    <a:pt x="1644" y="4532"/>
                  </a:lnTo>
                  <a:lnTo>
                    <a:pt x="858" y="4532"/>
                  </a:lnTo>
                  <a:lnTo>
                    <a:pt x="858" y="2793"/>
                  </a:lnTo>
                  <a:cubicBezTo>
                    <a:pt x="858" y="2570"/>
                    <a:pt x="1046" y="2410"/>
                    <a:pt x="1246" y="2410"/>
                  </a:cubicBezTo>
                  <a:close/>
                  <a:moveTo>
                    <a:pt x="1288" y="1"/>
                  </a:moveTo>
                  <a:cubicBezTo>
                    <a:pt x="1249" y="1"/>
                    <a:pt x="1208" y="3"/>
                    <a:pt x="1168" y="7"/>
                  </a:cubicBezTo>
                  <a:cubicBezTo>
                    <a:pt x="573" y="55"/>
                    <a:pt x="96" y="531"/>
                    <a:pt x="25" y="1126"/>
                  </a:cubicBezTo>
                  <a:cubicBezTo>
                    <a:pt x="1" y="1507"/>
                    <a:pt x="191" y="1865"/>
                    <a:pt x="453" y="2150"/>
                  </a:cubicBezTo>
                  <a:cubicBezTo>
                    <a:pt x="311" y="2317"/>
                    <a:pt x="191" y="2555"/>
                    <a:pt x="191" y="2817"/>
                  </a:cubicBezTo>
                  <a:lnTo>
                    <a:pt x="191" y="5199"/>
                  </a:lnTo>
                  <a:lnTo>
                    <a:pt x="2335" y="5199"/>
                  </a:lnTo>
                  <a:lnTo>
                    <a:pt x="2335" y="2817"/>
                  </a:lnTo>
                  <a:cubicBezTo>
                    <a:pt x="2335" y="2555"/>
                    <a:pt x="2240" y="2317"/>
                    <a:pt x="2049" y="2150"/>
                  </a:cubicBezTo>
                  <a:cubicBezTo>
                    <a:pt x="2335" y="1912"/>
                    <a:pt x="2478" y="1603"/>
                    <a:pt x="2478" y="1222"/>
                  </a:cubicBezTo>
                  <a:cubicBezTo>
                    <a:pt x="2478" y="548"/>
                    <a:pt x="1948" y="1"/>
                    <a:pt x="1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230" name="Google Shape;20230;p94"/>
            <p:cNvSpPr/>
            <p:nvPr/>
          </p:nvSpPr>
          <p:spPr>
            <a:xfrm>
              <a:off x="7158654" y="2997380"/>
              <a:ext cx="72873" cy="152955"/>
            </a:xfrm>
            <a:custGeom>
              <a:rect b="b" l="l" r="r" t="t"/>
              <a:pathLst>
                <a:path extrusionOk="0" h="5199" w="2477">
                  <a:moveTo>
                    <a:pt x="1238" y="650"/>
                  </a:moveTo>
                  <a:cubicBezTo>
                    <a:pt x="1548" y="650"/>
                    <a:pt x="1786" y="888"/>
                    <a:pt x="1786" y="1198"/>
                  </a:cubicBezTo>
                  <a:cubicBezTo>
                    <a:pt x="1786" y="1484"/>
                    <a:pt x="1548" y="1722"/>
                    <a:pt x="1238" y="1722"/>
                  </a:cubicBezTo>
                  <a:cubicBezTo>
                    <a:pt x="953" y="1722"/>
                    <a:pt x="715" y="1484"/>
                    <a:pt x="715" y="1198"/>
                  </a:cubicBezTo>
                  <a:cubicBezTo>
                    <a:pt x="715" y="888"/>
                    <a:pt x="953" y="650"/>
                    <a:pt x="1238" y="650"/>
                  </a:cubicBezTo>
                  <a:close/>
                  <a:moveTo>
                    <a:pt x="1245" y="2410"/>
                  </a:moveTo>
                  <a:cubicBezTo>
                    <a:pt x="1259" y="2410"/>
                    <a:pt x="1272" y="2411"/>
                    <a:pt x="1286" y="2412"/>
                  </a:cubicBezTo>
                  <a:cubicBezTo>
                    <a:pt x="1453" y="2460"/>
                    <a:pt x="1643" y="2650"/>
                    <a:pt x="1643" y="2817"/>
                  </a:cubicBezTo>
                  <a:lnTo>
                    <a:pt x="1643" y="4532"/>
                  </a:lnTo>
                  <a:lnTo>
                    <a:pt x="857" y="4532"/>
                  </a:lnTo>
                  <a:lnTo>
                    <a:pt x="857" y="2793"/>
                  </a:lnTo>
                  <a:cubicBezTo>
                    <a:pt x="857" y="2570"/>
                    <a:pt x="1045" y="2410"/>
                    <a:pt x="1245" y="2410"/>
                  </a:cubicBezTo>
                  <a:close/>
                  <a:moveTo>
                    <a:pt x="1288" y="1"/>
                  </a:moveTo>
                  <a:cubicBezTo>
                    <a:pt x="1248" y="1"/>
                    <a:pt x="1208" y="3"/>
                    <a:pt x="1167" y="7"/>
                  </a:cubicBezTo>
                  <a:cubicBezTo>
                    <a:pt x="524" y="55"/>
                    <a:pt x="48" y="531"/>
                    <a:pt x="24" y="1126"/>
                  </a:cubicBezTo>
                  <a:cubicBezTo>
                    <a:pt x="0" y="1507"/>
                    <a:pt x="167" y="1865"/>
                    <a:pt x="453" y="2150"/>
                  </a:cubicBezTo>
                  <a:cubicBezTo>
                    <a:pt x="286" y="2317"/>
                    <a:pt x="167" y="2555"/>
                    <a:pt x="167" y="2817"/>
                  </a:cubicBezTo>
                  <a:lnTo>
                    <a:pt x="167" y="5199"/>
                  </a:lnTo>
                  <a:lnTo>
                    <a:pt x="2310" y="5199"/>
                  </a:lnTo>
                  <a:lnTo>
                    <a:pt x="2310" y="2817"/>
                  </a:lnTo>
                  <a:cubicBezTo>
                    <a:pt x="2310" y="2555"/>
                    <a:pt x="2239" y="2317"/>
                    <a:pt x="2048" y="2150"/>
                  </a:cubicBezTo>
                  <a:cubicBezTo>
                    <a:pt x="2310" y="1912"/>
                    <a:pt x="2477" y="1603"/>
                    <a:pt x="2477" y="1222"/>
                  </a:cubicBezTo>
                  <a:cubicBezTo>
                    <a:pt x="2477" y="548"/>
                    <a:pt x="1947" y="1"/>
                    <a:pt x="1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231" name="Google Shape;20231;p94"/>
            <p:cNvSpPr/>
            <p:nvPr/>
          </p:nvSpPr>
          <p:spPr>
            <a:xfrm>
              <a:off x="7252532" y="2997380"/>
              <a:ext cx="72197" cy="152955"/>
            </a:xfrm>
            <a:custGeom>
              <a:rect b="b" l="l" r="r" t="t"/>
              <a:pathLst>
                <a:path extrusionOk="0" h="5199" w="2454">
                  <a:moveTo>
                    <a:pt x="1215" y="650"/>
                  </a:moveTo>
                  <a:cubicBezTo>
                    <a:pt x="1501" y="650"/>
                    <a:pt x="1739" y="888"/>
                    <a:pt x="1739" y="1198"/>
                  </a:cubicBezTo>
                  <a:cubicBezTo>
                    <a:pt x="1739" y="1484"/>
                    <a:pt x="1501" y="1722"/>
                    <a:pt x="1215" y="1722"/>
                  </a:cubicBezTo>
                  <a:cubicBezTo>
                    <a:pt x="905" y="1722"/>
                    <a:pt x="667" y="1484"/>
                    <a:pt x="667" y="1198"/>
                  </a:cubicBezTo>
                  <a:cubicBezTo>
                    <a:pt x="667" y="888"/>
                    <a:pt x="905" y="650"/>
                    <a:pt x="1215" y="650"/>
                  </a:cubicBezTo>
                  <a:close/>
                  <a:moveTo>
                    <a:pt x="1198" y="2410"/>
                  </a:moveTo>
                  <a:cubicBezTo>
                    <a:pt x="1211" y="2410"/>
                    <a:pt x="1225" y="2411"/>
                    <a:pt x="1239" y="2412"/>
                  </a:cubicBezTo>
                  <a:cubicBezTo>
                    <a:pt x="1453" y="2460"/>
                    <a:pt x="1596" y="2650"/>
                    <a:pt x="1596" y="2817"/>
                  </a:cubicBezTo>
                  <a:lnTo>
                    <a:pt x="1596" y="4532"/>
                  </a:lnTo>
                  <a:lnTo>
                    <a:pt x="834" y="4532"/>
                  </a:lnTo>
                  <a:lnTo>
                    <a:pt x="834" y="2793"/>
                  </a:lnTo>
                  <a:cubicBezTo>
                    <a:pt x="834" y="2570"/>
                    <a:pt x="1001" y="2410"/>
                    <a:pt x="1198" y="2410"/>
                  </a:cubicBezTo>
                  <a:close/>
                  <a:moveTo>
                    <a:pt x="1190" y="1"/>
                  </a:moveTo>
                  <a:cubicBezTo>
                    <a:pt x="530" y="1"/>
                    <a:pt x="0" y="548"/>
                    <a:pt x="0" y="1222"/>
                  </a:cubicBezTo>
                  <a:cubicBezTo>
                    <a:pt x="0" y="1579"/>
                    <a:pt x="143" y="1912"/>
                    <a:pt x="405" y="2150"/>
                  </a:cubicBezTo>
                  <a:cubicBezTo>
                    <a:pt x="262" y="2317"/>
                    <a:pt x="143" y="2555"/>
                    <a:pt x="143" y="2817"/>
                  </a:cubicBezTo>
                  <a:lnTo>
                    <a:pt x="143" y="5199"/>
                  </a:lnTo>
                  <a:lnTo>
                    <a:pt x="2286" y="5199"/>
                  </a:lnTo>
                  <a:lnTo>
                    <a:pt x="2286" y="2817"/>
                  </a:lnTo>
                  <a:cubicBezTo>
                    <a:pt x="2286" y="2555"/>
                    <a:pt x="2191" y="2317"/>
                    <a:pt x="2024" y="2150"/>
                  </a:cubicBezTo>
                  <a:cubicBezTo>
                    <a:pt x="2286" y="1912"/>
                    <a:pt x="2453" y="1555"/>
                    <a:pt x="2429" y="1126"/>
                  </a:cubicBezTo>
                  <a:cubicBezTo>
                    <a:pt x="2406" y="531"/>
                    <a:pt x="1905" y="55"/>
                    <a:pt x="1310" y="7"/>
                  </a:cubicBezTo>
                  <a:cubicBezTo>
                    <a:pt x="1269" y="3"/>
                    <a:pt x="1229" y="1"/>
                    <a:pt x="1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232" name="Google Shape;20232;p94"/>
            <p:cNvSpPr/>
            <p:nvPr/>
          </p:nvSpPr>
          <p:spPr>
            <a:xfrm>
              <a:off x="7064747" y="3181752"/>
              <a:ext cx="72903" cy="153543"/>
            </a:xfrm>
            <a:custGeom>
              <a:rect b="b" l="l" r="r" t="t"/>
              <a:pathLst>
                <a:path extrusionOk="0" h="5219" w="2478">
                  <a:moveTo>
                    <a:pt x="1263" y="670"/>
                  </a:moveTo>
                  <a:cubicBezTo>
                    <a:pt x="1549" y="670"/>
                    <a:pt x="1787" y="908"/>
                    <a:pt x="1787" y="1194"/>
                  </a:cubicBezTo>
                  <a:cubicBezTo>
                    <a:pt x="1787" y="1504"/>
                    <a:pt x="1549" y="1742"/>
                    <a:pt x="1263" y="1742"/>
                  </a:cubicBezTo>
                  <a:cubicBezTo>
                    <a:pt x="954" y="1742"/>
                    <a:pt x="715" y="1504"/>
                    <a:pt x="715" y="1194"/>
                  </a:cubicBezTo>
                  <a:cubicBezTo>
                    <a:pt x="715" y="932"/>
                    <a:pt x="954" y="670"/>
                    <a:pt x="1263" y="670"/>
                  </a:cubicBezTo>
                  <a:close/>
                  <a:moveTo>
                    <a:pt x="1246" y="2454"/>
                  </a:moveTo>
                  <a:cubicBezTo>
                    <a:pt x="1260" y="2454"/>
                    <a:pt x="1273" y="2455"/>
                    <a:pt x="1287" y="2456"/>
                  </a:cubicBezTo>
                  <a:cubicBezTo>
                    <a:pt x="1501" y="2456"/>
                    <a:pt x="1644" y="2623"/>
                    <a:pt x="1644" y="2837"/>
                  </a:cubicBezTo>
                  <a:lnTo>
                    <a:pt x="1644" y="4528"/>
                  </a:lnTo>
                  <a:lnTo>
                    <a:pt x="858" y="4528"/>
                  </a:lnTo>
                  <a:lnTo>
                    <a:pt x="858" y="2837"/>
                  </a:lnTo>
                  <a:cubicBezTo>
                    <a:pt x="858" y="2614"/>
                    <a:pt x="1046" y="2454"/>
                    <a:pt x="1246" y="2454"/>
                  </a:cubicBezTo>
                  <a:close/>
                  <a:moveTo>
                    <a:pt x="1251" y="0"/>
                  </a:moveTo>
                  <a:cubicBezTo>
                    <a:pt x="1223" y="0"/>
                    <a:pt x="1196" y="1"/>
                    <a:pt x="1168" y="3"/>
                  </a:cubicBezTo>
                  <a:cubicBezTo>
                    <a:pt x="573" y="75"/>
                    <a:pt x="96" y="551"/>
                    <a:pt x="25" y="1146"/>
                  </a:cubicBezTo>
                  <a:cubicBezTo>
                    <a:pt x="1" y="1527"/>
                    <a:pt x="191" y="1885"/>
                    <a:pt x="453" y="2147"/>
                  </a:cubicBezTo>
                  <a:cubicBezTo>
                    <a:pt x="311" y="2337"/>
                    <a:pt x="191" y="2575"/>
                    <a:pt x="191" y="2837"/>
                  </a:cubicBezTo>
                  <a:lnTo>
                    <a:pt x="191" y="5219"/>
                  </a:lnTo>
                  <a:lnTo>
                    <a:pt x="2335" y="5219"/>
                  </a:lnTo>
                  <a:lnTo>
                    <a:pt x="2335" y="2837"/>
                  </a:lnTo>
                  <a:cubicBezTo>
                    <a:pt x="2335" y="2575"/>
                    <a:pt x="2240" y="2337"/>
                    <a:pt x="2049" y="2147"/>
                  </a:cubicBezTo>
                  <a:cubicBezTo>
                    <a:pt x="2335" y="1908"/>
                    <a:pt x="2478" y="1599"/>
                    <a:pt x="2478" y="1242"/>
                  </a:cubicBezTo>
                  <a:cubicBezTo>
                    <a:pt x="2478" y="555"/>
                    <a:pt x="1928" y="0"/>
                    <a:pt x="1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233" name="Google Shape;20233;p94"/>
            <p:cNvSpPr/>
            <p:nvPr/>
          </p:nvSpPr>
          <p:spPr>
            <a:xfrm>
              <a:off x="7158654" y="3181752"/>
              <a:ext cx="72873" cy="153543"/>
            </a:xfrm>
            <a:custGeom>
              <a:rect b="b" l="l" r="r" t="t"/>
              <a:pathLst>
                <a:path extrusionOk="0" h="5219" w="2477">
                  <a:moveTo>
                    <a:pt x="1238" y="670"/>
                  </a:moveTo>
                  <a:cubicBezTo>
                    <a:pt x="1548" y="670"/>
                    <a:pt x="1786" y="908"/>
                    <a:pt x="1786" y="1194"/>
                  </a:cubicBezTo>
                  <a:cubicBezTo>
                    <a:pt x="1786" y="1504"/>
                    <a:pt x="1548" y="1742"/>
                    <a:pt x="1238" y="1742"/>
                  </a:cubicBezTo>
                  <a:cubicBezTo>
                    <a:pt x="953" y="1742"/>
                    <a:pt x="715" y="1504"/>
                    <a:pt x="715" y="1194"/>
                  </a:cubicBezTo>
                  <a:cubicBezTo>
                    <a:pt x="715" y="932"/>
                    <a:pt x="953" y="670"/>
                    <a:pt x="1238" y="670"/>
                  </a:cubicBezTo>
                  <a:close/>
                  <a:moveTo>
                    <a:pt x="1245" y="2454"/>
                  </a:moveTo>
                  <a:cubicBezTo>
                    <a:pt x="1259" y="2454"/>
                    <a:pt x="1272" y="2455"/>
                    <a:pt x="1286" y="2456"/>
                  </a:cubicBezTo>
                  <a:cubicBezTo>
                    <a:pt x="1453" y="2456"/>
                    <a:pt x="1643" y="2623"/>
                    <a:pt x="1643" y="2837"/>
                  </a:cubicBezTo>
                  <a:lnTo>
                    <a:pt x="1643" y="4528"/>
                  </a:lnTo>
                  <a:lnTo>
                    <a:pt x="857" y="4528"/>
                  </a:lnTo>
                  <a:lnTo>
                    <a:pt x="857" y="2837"/>
                  </a:lnTo>
                  <a:cubicBezTo>
                    <a:pt x="857" y="2614"/>
                    <a:pt x="1045" y="2454"/>
                    <a:pt x="1245" y="2454"/>
                  </a:cubicBezTo>
                  <a:close/>
                  <a:moveTo>
                    <a:pt x="1250" y="0"/>
                  </a:moveTo>
                  <a:cubicBezTo>
                    <a:pt x="1223" y="0"/>
                    <a:pt x="1195" y="1"/>
                    <a:pt x="1167" y="3"/>
                  </a:cubicBezTo>
                  <a:cubicBezTo>
                    <a:pt x="572" y="75"/>
                    <a:pt x="95" y="551"/>
                    <a:pt x="24" y="1146"/>
                  </a:cubicBezTo>
                  <a:cubicBezTo>
                    <a:pt x="0" y="1527"/>
                    <a:pt x="167" y="1885"/>
                    <a:pt x="453" y="2147"/>
                  </a:cubicBezTo>
                  <a:cubicBezTo>
                    <a:pt x="286" y="2337"/>
                    <a:pt x="167" y="2575"/>
                    <a:pt x="167" y="2837"/>
                  </a:cubicBezTo>
                  <a:lnTo>
                    <a:pt x="167" y="5219"/>
                  </a:lnTo>
                  <a:lnTo>
                    <a:pt x="2310" y="5219"/>
                  </a:lnTo>
                  <a:lnTo>
                    <a:pt x="2310" y="2837"/>
                  </a:lnTo>
                  <a:cubicBezTo>
                    <a:pt x="2310" y="2575"/>
                    <a:pt x="2239" y="2337"/>
                    <a:pt x="2048" y="2147"/>
                  </a:cubicBezTo>
                  <a:cubicBezTo>
                    <a:pt x="2286" y="1908"/>
                    <a:pt x="2477" y="1599"/>
                    <a:pt x="2477" y="1242"/>
                  </a:cubicBezTo>
                  <a:cubicBezTo>
                    <a:pt x="2477" y="555"/>
                    <a:pt x="1927"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234" name="Google Shape;20234;p94"/>
            <p:cNvSpPr/>
            <p:nvPr/>
          </p:nvSpPr>
          <p:spPr>
            <a:xfrm>
              <a:off x="7251120" y="3181752"/>
              <a:ext cx="72903" cy="153543"/>
            </a:xfrm>
            <a:custGeom>
              <a:rect b="b" l="l" r="r" t="t"/>
              <a:pathLst>
                <a:path extrusionOk="0" h="5219" w="2478">
                  <a:moveTo>
                    <a:pt x="1263" y="670"/>
                  </a:moveTo>
                  <a:cubicBezTo>
                    <a:pt x="1549" y="670"/>
                    <a:pt x="1787" y="908"/>
                    <a:pt x="1787" y="1194"/>
                  </a:cubicBezTo>
                  <a:cubicBezTo>
                    <a:pt x="1787" y="1504"/>
                    <a:pt x="1549" y="1742"/>
                    <a:pt x="1263" y="1742"/>
                  </a:cubicBezTo>
                  <a:cubicBezTo>
                    <a:pt x="953" y="1742"/>
                    <a:pt x="715" y="1504"/>
                    <a:pt x="715" y="1194"/>
                  </a:cubicBezTo>
                  <a:cubicBezTo>
                    <a:pt x="715" y="932"/>
                    <a:pt x="953" y="670"/>
                    <a:pt x="1263" y="670"/>
                  </a:cubicBezTo>
                  <a:close/>
                  <a:moveTo>
                    <a:pt x="1246" y="2454"/>
                  </a:moveTo>
                  <a:cubicBezTo>
                    <a:pt x="1259" y="2454"/>
                    <a:pt x="1273" y="2455"/>
                    <a:pt x="1287" y="2456"/>
                  </a:cubicBezTo>
                  <a:cubicBezTo>
                    <a:pt x="1501" y="2456"/>
                    <a:pt x="1644" y="2623"/>
                    <a:pt x="1644" y="2837"/>
                  </a:cubicBezTo>
                  <a:lnTo>
                    <a:pt x="1644" y="4528"/>
                  </a:lnTo>
                  <a:lnTo>
                    <a:pt x="882" y="4528"/>
                  </a:lnTo>
                  <a:lnTo>
                    <a:pt x="882" y="2837"/>
                  </a:lnTo>
                  <a:cubicBezTo>
                    <a:pt x="882" y="2614"/>
                    <a:pt x="1049" y="2454"/>
                    <a:pt x="1246" y="2454"/>
                  </a:cubicBezTo>
                  <a:close/>
                  <a:moveTo>
                    <a:pt x="1251" y="0"/>
                  </a:moveTo>
                  <a:cubicBezTo>
                    <a:pt x="1223" y="0"/>
                    <a:pt x="1195" y="1"/>
                    <a:pt x="1168" y="3"/>
                  </a:cubicBezTo>
                  <a:cubicBezTo>
                    <a:pt x="572" y="75"/>
                    <a:pt x="96" y="551"/>
                    <a:pt x="48" y="1146"/>
                  </a:cubicBezTo>
                  <a:cubicBezTo>
                    <a:pt x="1" y="1527"/>
                    <a:pt x="191" y="1885"/>
                    <a:pt x="453" y="2147"/>
                  </a:cubicBezTo>
                  <a:cubicBezTo>
                    <a:pt x="310" y="2337"/>
                    <a:pt x="191" y="2575"/>
                    <a:pt x="191" y="2837"/>
                  </a:cubicBezTo>
                  <a:lnTo>
                    <a:pt x="191" y="5219"/>
                  </a:lnTo>
                  <a:lnTo>
                    <a:pt x="2334" y="5219"/>
                  </a:lnTo>
                  <a:lnTo>
                    <a:pt x="2334" y="2837"/>
                  </a:lnTo>
                  <a:cubicBezTo>
                    <a:pt x="2334" y="2575"/>
                    <a:pt x="2239" y="2337"/>
                    <a:pt x="2072" y="2147"/>
                  </a:cubicBezTo>
                  <a:cubicBezTo>
                    <a:pt x="2334" y="1908"/>
                    <a:pt x="2477" y="1599"/>
                    <a:pt x="2477" y="1242"/>
                  </a:cubicBezTo>
                  <a:cubicBezTo>
                    <a:pt x="2477" y="555"/>
                    <a:pt x="1928" y="0"/>
                    <a:pt x="1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sp>
        <p:nvSpPr>
          <p:cNvPr id="20235" name="Google Shape;20235;p94"/>
          <p:cNvSpPr/>
          <p:nvPr/>
        </p:nvSpPr>
        <p:spPr>
          <a:xfrm>
            <a:off x="7709919" y="3352156"/>
            <a:ext cx="340537" cy="339830"/>
          </a:xfrm>
          <a:custGeom>
            <a:rect b="b" l="l" r="r" t="t"/>
            <a:pathLst>
              <a:path extrusionOk="0" h="11551" w="11575">
                <a:moveTo>
                  <a:pt x="5859" y="643"/>
                </a:moveTo>
                <a:cubicBezTo>
                  <a:pt x="6526" y="667"/>
                  <a:pt x="7240" y="834"/>
                  <a:pt x="7883" y="1120"/>
                </a:cubicBezTo>
                <a:lnTo>
                  <a:pt x="7883" y="2072"/>
                </a:lnTo>
                <a:lnTo>
                  <a:pt x="6978" y="2620"/>
                </a:lnTo>
                <a:cubicBezTo>
                  <a:pt x="6621" y="2453"/>
                  <a:pt x="6240" y="2406"/>
                  <a:pt x="5811" y="2406"/>
                </a:cubicBezTo>
                <a:cubicBezTo>
                  <a:pt x="5288" y="2406"/>
                  <a:pt x="4811" y="2525"/>
                  <a:pt x="4359" y="2739"/>
                </a:cubicBezTo>
                <a:lnTo>
                  <a:pt x="4359" y="1715"/>
                </a:lnTo>
                <a:lnTo>
                  <a:pt x="3525" y="1215"/>
                </a:lnTo>
                <a:cubicBezTo>
                  <a:pt x="4216" y="858"/>
                  <a:pt x="5026" y="643"/>
                  <a:pt x="5859" y="643"/>
                </a:cubicBezTo>
                <a:close/>
                <a:moveTo>
                  <a:pt x="2835" y="1620"/>
                </a:moveTo>
                <a:lnTo>
                  <a:pt x="3668" y="2096"/>
                </a:lnTo>
                <a:lnTo>
                  <a:pt x="3668" y="3144"/>
                </a:lnTo>
                <a:cubicBezTo>
                  <a:pt x="3001" y="3715"/>
                  <a:pt x="2549" y="4549"/>
                  <a:pt x="2477" y="5502"/>
                </a:cubicBezTo>
                <a:lnTo>
                  <a:pt x="1620" y="5025"/>
                </a:lnTo>
                <a:lnTo>
                  <a:pt x="763" y="5502"/>
                </a:lnTo>
                <a:cubicBezTo>
                  <a:pt x="810" y="3930"/>
                  <a:pt x="1620" y="2525"/>
                  <a:pt x="2835" y="1620"/>
                </a:cubicBezTo>
                <a:close/>
                <a:moveTo>
                  <a:pt x="8526" y="1501"/>
                </a:moveTo>
                <a:cubicBezTo>
                  <a:pt x="9812" y="2310"/>
                  <a:pt x="10693" y="3644"/>
                  <a:pt x="10860" y="5240"/>
                </a:cubicBezTo>
                <a:lnTo>
                  <a:pt x="10027" y="5716"/>
                </a:lnTo>
                <a:lnTo>
                  <a:pt x="9098" y="5192"/>
                </a:lnTo>
                <a:cubicBezTo>
                  <a:pt x="8955" y="4287"/>
                  <a:pt x="8407" y="3501"/>
                  <a:pt x="7669" y="3001"/>
                </a:cubicBezTo>
                <a:lnTo>
                  <a:pt x="8526" y="2501"/>
                </a:lnTo>
                <a:lnTo>
                  <a:pt x="8526" y="1501"/>
                </a:lnTo>
                <a:close/>
                <a:moveTo>
                  <a:pt x="5811" y="3049"/>
                </a:moveTo>
                <a:cubicBezTo>
                  <a:pt x="7312" y="3049"/>
                  <a:pt x="8503" y="4239"/>
                  <a:pt x="8503" y="5740"/>
                </a:cubicBezTo>
                <a:cubicBezTo>
                  <a:pt x="8503" y="7216"/>
                  <a:pt x="7288" y="8407"/>
                  <a:pt x="5811" y="8407"/>
                </a:cubicBezTo>
                <a:cubicBezTo>
                  <a:pt x="4335" y="8407"/>
                  <a:pt x="3144" y="7216"/>
                  <a:pt x="3144" y="5740"/>
                </a:cubicBezTo>
                <a:cubicBezTo>
                  <a:pt x="3144" y="4239"/>
                  <a:pt x="4335" y="3049"/>
                  <a:pt x="5811" y="3049"/>
                </a:cubicBezTo>
                <a:close/>
                <a:moveTo>
                  <a:pt x="9122" y="6002"/>
                </a:moveTo>
                <a:lnTo>
                  <a:pt x="9979" y="6478"/>
                </a:lnTo>
                <a:lnTo>
                  <a:pt x="10860" y="6002"/>
                </a:lnTo>
                <a:lnTo>
                  <a:pt x="10860" y="6002"/>
                </a:lnTo>
                <a:cubicBezTo>
                  <a:pt x="10789" y="7573"/>
                  <a:pt x="9979" y="8978"/>
                  <a:pt x="8764" y="9883"/>
                </a:cubicBezTo>
                <a:lnTo>
                  <a:pt x="7931" y="9407"/>
                </a:lnTo>
                <a:lnTo>
                  <a:pt x="7931" y="8359"/>
                </a:lnTo>
                <a:cubicBezTo>
                  <a:pt x="8622" y="7788"/>
                  <a:pt x="9074" y="6954"/>
                  <a:pt x="9122" y="6002"/>
                </a:cubicBezTo>
                <a:close/>
                <a:moveTo>
                  <a:pt x="1596" y="5787"/>
                </a:moveTo>
                <a:lnTo>
                  <a:pt x="2525" y="6287"/>
                </a:lnTo>
                <a:cubicBezTo>
                  <a:pt x="2668" y="7216"/>
                  <a:pt x="3192" y="8002"/>
                  <a:pt x="3930" y="8502"/>
                </a:cubicBezTo>
                <a:lnTo>
                  <a:pt x="3073" y="9002"/>
                </a:lnTo>
                <a:lnTo>
                  <a:pt x="3073" y="9979"/>
                </a:lnTo>
                <a:cubicBezTo>
                  <a:pt x="1811" y="9217"/>
                  <a:pt x="906" y="7859"/>
                  <a:pt x="763" y="6264"/>
                </a:cubicBezTo>
                <a:lnTo>
                  <a:pt x="1596" y="5787"/>
                </a:lnTo>
                <a:close/>
                <a:moveTo>
                  <a:pt x="7240" y="8764"/>
                </a:moveTo>
                <a:lnTo>
                  <a:pt x="7240" y="9788"/>
                </a:lnTo>
                <a:lnTo>
                  <a:pt x="8074" y="10288"/>
                </a:lnTo>
                <a:cubicBezTo>
                  <a:pt x="7407" y="10645"/>
                  <a:pt x="6597" y="10860"/>
                  <a:pt x="5764" y="10860"/>
                </a:cubicBezTo>
                <a:cubicBezTo>
                  <a:pt x="5073" y="10836"/>
                  <a:pt x="4359" y="10669"/>
                  <a:pt x="3740" y="10384"/>
                </a:cubicBezTo>
                <a:lnTo>
                  <a:pt x="3740" y="9431"/>
                </a:lnTo>
                <a:lnTo>
                  <a:pt x="4621" y="8883"/>
                </a:lnTo>
                <a:cubicBezTo>
                  <a:pt x="4978" y="9050"/>
                  <a:pt x="5383" y="9098"/>
                  <a:pt x="5788" y="9098"/>
                </a:cubicBezTo>
                <a:cubicBezTo>
                  <a:pt x="6312" y="9098"/>
                  <a:pt x="6812" y="8978"/>
                  <a:pt x="7240" y="8764"/>
                </a:cubicBezTo>
                <a:close/>
                <a:moveTo>
                  <a:pt x="5788" y="0"/>
                </a:moveTo>
                <a:cubicBezTo>
                  <a:pt x="4240" y="0"/>
                  <a:pt x="2811" y="596"/>
                  <a:pt x="1715" y="1691"/>
                </a:cubicBezTo>
                <a:cubicBezTo>
                  <a:pt x="644" y="2763"/>
                  <a:pt x="1" y="4216"/>
                  <a:pt x="1" y="5764"/>
                </a:cubicBezTo>
                <a:cubicBezTo>
                  <a:pt x="1" y="7311"/>
                  <a:pt x="596" y="8740"/>
                  <a:pt x="1715" y="9836"/>
                </a:cubicBezTo>
                <a:cubicBezTo>
                  <a:pt x="2787" y="10907"/>
                  <a:pt x="4240" y="11550"/>
                  <a:pt x="5788" y="11550"/>
                </a:cubicBezTo>
                <a:cubicBezTo>
                  <a:pt x="7336" y="11550"/>
                  <a:pt x="8764" y="10955"/>
                  <a:pt x="9860" y="9836"/>
                </a:cubicBezTo>
                <a:cubicBezTo>
                  <a:pt x="10932" y="8764"/>
                  <a:pt x="11575" y="7311"/>
                  <a:pt x="11575" y="5764"/>
                </a:cubicBezTo>
                <a:cubicBezTo>
                  <a:pt x="11575" y="4216"/>
                  <a:pt x="10979" y="2763"/>
                  <a:pt x="9860" y="1691"/>
                </a:cubicBezTo>
                <a:cubicBezTo>
                  <a:pt x="8788" y="620"/>
                  <a:pt x="7336" y="0"/>
                  <a:pt x="57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236" name="Google Shape;20236;p94"/>
          <p:cNvSpPr/>
          <p:nvPr/>
        </p:nvSpPr>
        <p:spPr>
          <a:xfrm>
            <a:off x="6977424" y="3346537"/>
            <a:ext cx="340537" cy="341243"/>
          </a:xfrm>
          <a:custGeom>
            <a:rect b="b" l="l" r="r" t="t"/>
            <a:pathLst>
              <a:path extrusionOk="0" h="11599" w="11575">
                <a:moveTo>
                  <a:pt x="5811" y="2001"/>
                </a:moveTo>
                <a:cubicBezTo>
                  <a:pt x="6002" y="2001"/>
                  <a:pt x="6192" y="2168"/>
                  <a:pt x="6192" y="2382"/>
                </a:cubicBezTo>
                <a:cubicBezTo>
                  <a:pt x="6192" y="2597"/>
                  <a:pt x="6002" y="2763"/>
                  <a:pt x="5811" y="2763"/>
                </a:cubicBezTo>
                <a:cubicBezTo>
                  <a:pt x="5597" y="2763"/>
                  <a:pt x="5406" y="2597"/>
                  <a:pt x="5406" y="2382"/>
                </a:cubicBezTo>
                <a:cubicBezTo>
                  <a:pt x="5382" y="2168"/>
                  <a:pt x="5573" y="2001"/>
                  <a:pt x="5811" y="2001"/>
                </a:cubicBezTo>
                <a:close/>
                <a:moveTo>
                  <a:pt x="2787" y="1620"/>
                </a:moveTo>
                <a:lnTo>
                  <a:pt x="3358" y="2406"/>
                </a:lnTo>
                <a:lnTo>
                  <a:pt x="2787" y="3216"/>
                </a:lnTo>
                <a:lnTo>
                  <a:pt x="739" y="3216"/>
                </a:lnTo>
                <a:lnTo>
                  <a:pt x="739" y="1620"/>
                </a:lnTo>
                <a:close/>
                <a:moveTo>
                  <a:pt x="5811" y="5383"/>
                </a:moveTo>
                <a:cubicBezTo>
                  <a:pt x="6002" y="5383"/>
                  <a:pt x="6192" y="5574"/>
                  <a:pt x="6192" y="5788"/>
                </a:cubicBezTo>
                <a:cubicBezTo>
                  <a:pt x="6192" y="5978"/>
                  <a:pt x="6002" y="6169"/>
                  <a:pt x="5811" y="6169"/>
                </a:cubicBezTo>
                <a:cubicBezTo>
                  <a:pt x="5597" y="6169"/>
                  <a:pt x="5406" y="5978"/>
                  <a:pt x="5406" y="5788"/>
                </a:cubicBezTo>
                <a:cubicBezTo>
                  <a:pt x="5406" y="5574"/>
                  <a:pt x="5597" y="5383"/>
                  <a:pt x="5811" y="5383"/>
                </a:cubicBezTo>
                <a:close/>
                <a:moveTo>
                  <a:pt x="10860" y="4978"/>
                </a:moveTo>
                <a:lnTo>
                  <a:pt x="10860" y="6574"/>
                </a:lnTo>
                <a:lnTo>
                  <a:pt x="8812" y="6574"/>
                </a:lnTo>
                <a:lnTo>
                  <a:pt x="8240" y="5788"/>
                </a:lnTo>
                <a:lnTo>
                  <a:pt x="8812" y="4978"/>
                </a:lnTo>
                <a:close/>
                <a:moveTo>
                  <a:pt x="5811" y="8765"/>
                </a:moveTo>
                <a:cubicBezTo>
                  <a:pt x="6002" y="8765"/>
                  <a:pt x="6192" y="8931"/>
                  <a:pt x="6192" y="9146"/>
                </a:cubicBezTo>
                <a:cubicBezTo>
                  <a:pt x="6192" y="9360"/>
                  <a:pt x="6002" y="9527"/>
                  <a:pt x="5811" y="9527"/>
                </a:cubicBezTo>
                <a:cubicBezTo>
                  <a:pt x="5597" y="9527"/>
                  <a:pt x="5406" y="9360"/>
                  <a:pt x="5406" y="9146"/>
                </a:cubicBezTo>
                <a:cubicBezTo>
                  <a:pt x="5406" y="8931"/>
                  <a:pt x="5597" y="8765"/>
                  <a:pt x="5811" y="8765"/>
                </a:cubicBezTo>
                <a:close/>
                <a:moveTo>
                  <a:pt x="2787" y="8336"/>
                </a:moveTo>
                <a:lnTo>
                  <a:pt x="3358" y="9146"/>
                </a:lnTo>
                <a:lnTo>
                  <a:pt x="2787" y="9955"/>
                </a:lnTo>
                <a:lnTo>
                  <a:pt x="739" y="9955"/>
                </a:lnTo>
                <a:lnTo>
                  <a:pt x="739" y="8336"/>
                </a:lnTo>
                <a:close/>
                <a:moveTo>
                  <a:pt x="5454" y="1"/>
                </a:moveTo>
                <a:lnTo>
                  <a:pt x="5454" y="1382"/>
                </a:lnTo>
                <a:cubicBezTo>
                  <a:pt x="5120" y="1501"/>
                  <a:pt x="4882" y="1739"/>
                  <a:pt x="4763" y="2049"/>
                </a:cubicBezTo>
                <a:lnTo>
                  <a:pt x="3906" y="2049"/>
                </a:lnTo>
                <a:lnTo>
                  <a:pt x="3096" y="930"/>
                </a:lnTo>
                <a:lnTo>
                  <a:pt x="0" y="930"/>
                </a:lnTo>
                <a:lnTo>
                  <a:pt x="0" y="3906"/>
                </a:lnTo>
                <a:lnTo>
                  <a:pt x="3096" y="3906"/>
                </a:lnTo>
                <a:lnTo>
                  <a:pt x="3906" y="2763"/>
                </a:lnTo>
                <a:lnTo>
                  <a:pt x="4763" y="2763"/>
                </a:lnTo>
                <a:cubicBezTo>
                  <a:pt x="4882" y="3097"/>
                  <a:pt x="5120" y="3335"/>
                  <a:pt x="5454" y="3454"/>
                </a:cubicBezTo>
                <a:lnTo>
                  <a:pt x="5454" y="4788"/>
                </a:lnTo>
                <a:cubicBezTo>
                  <a:pt x="5025" y="4954"/>
                  <a:pt x="4692" y="5335"/>
                  <a:pt x="4692" y="5812"/>
                </a:cubicBezTo>
                <a:cubicBezTo>
                  <a:pt x="4692" y="6288"/>
                  <a:pt x="5001" y="6669"/>
                  <a:pt x="5454" y="6812"/>
                </a:cubicBezTo>
                <a:lnTo>
                  <a:pt x="5454" y="8169"/>
                </a:lnTo>
                <a:cubicBezTo>
                  <a:pt x="5120" y="8288"/>
                  <a:pt x="4882" y="8526"/>
                  <a:pt x="4763" y="8836"/>
                </a:cubicBezTo>
                <a:lnTo>
                  <a:pt x="3906" y="8836"/>
                </a:lnTo>
                <a:lnTo>
                  <a:pt x="3096" y="7717"/>
                </a:lnTo>
                <a:lnTo>
                  <a:pt x="0" y="7717"/>
                </a:lnTo>
                <a:lnTo>
                  <a:pt x="0" y="10694"/>
                </a:lnTo>
                <a:lnTo>
                  <a:pt x="3096" y="10694"/>
                </a:lnTo>
                <a:lnTo>
                  <a:pt x="3906" y="9551"/>
                </a:lnTo>
                <a:lnTo>
                  <a:pt x="4763" y="9551"/>
                </a:lnTo>
                <a:cubicBezTo>
                  <a:pt x="4882" y="9884"/>
                  <a:pt x="5120" y="10122"/>
                  <a:pt x="5454" y="10241"/>
                </a:cubicBezTo>
                <a:lnTo>
                  <a:pt x="5454" y="11599"/>
                </a:lnTo>
                <a:lnTo>
                  <a:pt x="6121" y="11599"/>
                </a:lnTo>
                <a:lnTo>
                  <a:pt x="6121" y="10241"/>
                </a:lnTo>
                <a:cubicBezTo>
                  <a:pt x="6549" y="10098"/>
                  <a:pt x="6883" y="9717"/>
                  <a:pt x="6883" y="9217"/>
                </a:cubicBezTo>
                <a:cubicBezTo>
                  <a:pt x="6883" y="8741"/>
                  <a:pt x="6573" y="8360"/>
                  <a:pt x="6121" y="8217"/>
                </a:cubicBezTo>
                <a:lnTo>
                  <a:pt x="6121" y="6883"/>
                </a:lnTo>
                <a:cubicBezTo>
                  <a:pt x="6454" y="6764"/>
                  <a:pt x="6692" y="6526"/>
                  <a:pt x="6811" y="6193"/>
                </a:cubicBezTo>
                <a:lnTo>
                  <a:pt x="7669" y="6193"/>
                </a:lnTo>
                <a:lnTo>
                  <a:pt x="8478" y="7312"/>
                </a:lnTo>
                <a:lnTo>
                  <a:pt x="11574" y="7312"/>
                </a:lnTo>
                <a:lnTo>
                  <a:pt x="11574" y="4335"/>
                </a:lnTo>
                <a:lnTo>
                  <a:pt x="8454" y="4335"/>
                </a:lnTo>
                <a:lnTo>
                  <a:pt x="8454" y="4288"/>
                </a:lnTo>
                <a:lnTo>
                  <a:pt x="7645" y="5407"/>
                </a:lnTo>
                <a:lnTo>
                  <a:pt x="6811" y="5407"/>
                </a:lnTo>
                <a:cubicBezTo>
                  <a:pt x="6692" y="5097"/>
                  <a:pt x="6454" y="4859"/>
                  <a:pt x="6121" y="4740"/>
                </a:cubicBezTo>
                <a:lnTo>
                  <a:pt x="6121" y="3406"/>
                </a:lnTo>
                <a:cubicBezTo>
                  <a:pt x="6549" y="3240"/>
                  <a:pt x="6883" y="2859"/>
                  <a:pt x="6883" y="2382"/>
                </a:cubicBezTo>
                <a:cubicBezTo>
                  <a:pt x="6883" y="1906"/>
                  <a:pt x="6573" y="1525"/>
                  <a:pt x="6121" y="1382"/>
                </a:cubicBezTo>
                <a:lnTo>
                  <a:pt x="612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237" name="Google Shape;20237;p94"/>
          <p:cNvSpPr/>
          <p:nvPr/>
        </p:nvSpPr>
        <p:spPr>
          <a:xfrm>
            <a:off x="6253314" y="3390696"/>
            <a:ext cx="337742" cy="337712"/>
          </a:xfrm>
          <a:custGeom>
            <a:rect b="b" l="l" r="r" t="t"/>
            <a:pathLst>
              <a:path extrusionOk="0" h="11479" w="11480">
                <a:moveTo>
                  <a:pt x="3216" y="667"/>
                </a:moveTo>
                <a:lnTo>
                  <a:pt x="3216" y="2286"/>
                </a:lnTo>
                <a:lnTo>
                  <a:pt x="668" y="2286"/>
                </a:lnTo>
                <a:lnTo>
                  <a:pt x="668" y="667"/>
                </a:lnTo>
                <a:close/>
                <a:moveTo>
                  <a:pt x="3882" y="1262"/>
                </a:moveTo>
                <a:lnTo>
                  <a:pt x="4668" y="2191"/>
                </a:lnTo>
                <a:lnTo>
                  <a:pt x="4668" y="3406"/>
                </a:lnTo>
                <a:lnTo>
                  <a:pt x="3882" y="2501"/>
                </a:lnTo>
                <a:lnTo>
                  <a:pt x="3882" y="1262"/>
                </a:lnTo>
                <a:close/>
                <a:moveTo>
                  <a:pt x="10003" y="2405"/>
                </a:moveTo>
                <a:lnTo>
                  <a:pt x="10622" y="3215"/>
                </a:lnTo>
                <a:lnTo>
                  <a:pt x="10003" y="4001"/>
                </a:lnTo>
                <a:lnTo>
                  <a:pt x="5335" y="4001"/>
                </a:lnTo>
                <a:lnTo>
                  <a:pt x="5335" y="2405"/>
                </a:lnTo>
                <a:close/>
                <a:moveTo>
                  <a:pt x="3216" y="2929"/>
                </a:moveTo>
                <a:lnTo>
                  <a:pt x="3216" y="4549"/>
                </a:lnTo>
                <a:lnTo>
                  <a:pt x="668" y="4549"/>
                </a:lnTo>
                <a:lnTo>
                  <a:pt x="668" y="2929"/>
                </a:lnTo>
                <a:close/>
                <a:moveTo>
                  <a:pt x="3882" y="3525"/>
                </a:moveTo>
                <a:lnTo>
                  <a:pt x="4668" y="4454"/>
                </a:lnTo>
                <a:lnTo>
                  <a:pt x="4668" y="5668"/>
                </a:lnTo>
                <a:lnTo>
                  <a:pt x="3882" y="4763"/>
                </a:lnTo>
                <a:lnTo>
                  <a:pt x="3882" y="3525"/>
                </a:lnTo>
                <a:close/>
                <a:moveTo>
                  <a:pt x="10003" y="4668"/>
                </a:moveTo>
                <a:lnTo>
                  <a:pt x="10622" y="5478"/>
                </a:lnTo>
                <a:lnTo>
                  <a:pt x="10003" y="6263"/>
                </a:lnTo>
                <a:lnTo>
                  <a:pt x="5335" y="6263"/>
                </a:lnTo>
                <a:lnTo>
                  <a:pt x="5335" y="4668"/>
                </a:lnTo>
                <a:close/>
                <a:moveTo>
                  <a:pt x="3216" y="5239"/>
                </a:moveTo>
                <a:lnTo>
                  <a:pt x="3216" y="6835"/>
                </a:lnTo>
                <a:lnTo>
                  <a:pt x="668" y="6835"/>
                </a:lnTo>
                <a:lnTo>
                  <a:pt x="668" y="5239"/>
                </a:lnTo>
                <a:close/>
                <a:moveTo>
                  <a:pt x="3882" y="5787"/>
                </a:moveTo>
                <a:lnTo>
                  <a:pt x="4668" y="6716"/>
                </a:lnTo>
                <a:lnTo>
                  <a:pt x="4668" y="7930"/>
                </a:lnTo>
                <a:lnTo>
                  <a:pt x="3882" y="7025"/>
                </a:lnTo>
                <a:lnTo>
                  <a:pt x="3882" y="5787"/>
                </a:lnTo>
                <a:close/>
                <a:moveTo>
                  <a:pt x="10003" y="6954"/>
                </a:moveTo>
                <a:lnTo>
                  <a:pt x="10622" y="7764"/>
                </a:lnTo>
                <a:lnTo>
                  <a:pt x="10003" y="8573"/>
                </a:lnTo>
                <a:lnTo>
                  <a:pt x="5335" y="8573"/>
                </a:lnTo>
                <a:lnTo>
                  <a:pt x="5335" y="6954"/>
                </a:lnTo>
                <a:close/>
                <a:moveTo>
                  <a:pt x="3216" y="7478"/>
                </a:moveTo>
                <a:lnTo>
                  <a:pt x="3216" y="9097"/>
                </a:lnTo>
                <a:lnTo>
                  <a:pt x="668" y="9097"/>
                </a:lnTo>
                <a:lnTo>
                  <a:pt x="668" y="7478"/>
                </a:lnTo>
                <a:close/>
                <a:moveTo>
                  <a:pt x="3882" y="8073"/>
                </a:moveTo>
                <a:lnTo>
                  <a:pt x="4668" y="9002"/>
                </a:lnTo>
                <a:lnTo>
                  <a:pt x="4668" y="10217"/>
                </a:lnTo>
                <a:lnTo>
                  <a:pt x="3882" y="9312"/>
                </a:lnTo>
                <a:lnTo>
                  <a:pt x="3882" y="8073"/>
                </a:lnTo>
                <a:close/>
                <a:moveTo>
                  <a:pt x="10003" y="9216"/>
                </a:moveTo>
                <a:lnTo>
                  <a:pt x="10622" y="10026"/>
                </a:lnTo>
                <a:lnTo>
                  <a:pt x="10003" y="10836"/>
                </a:lnTo>
                <a:lnTo>
                  <a:pt x="5335" y="10836"/>
                </a:lnTo>
                <a:lnTo>
                  <a:pt x="5335" y="9216"/>
                </a:lnTo>
                <a:close/>
                <a:moveTo>
                  <a:pt x="1" y="0"/>
                </a:moveTo>
                <a:lnTo>
                  <a:pt x="1" y="9764"/>
                </a:lnTo>
                <a:lnTo>
                  <a:pt x="3382" y="9764"/>
                </a:lnTo>
                <a:lnTo>
                  <a:pt x="4835" y="11479"/>
                </a:lnTo>
                <a:lnTo>
                  <a:pt x="10312" y="11479"/>
                </a:lnTo>
                <a:lnTo>
                  <a:pt x="11479" y="10002"/>
                </a:lnTo>
                <a:lnTo>
                  <a:pt x="10598" y="8859"/>
                </a:lnTo>
                <a:lnTo>
                  <a:pt x="11479" y="7740"/>
                </a:lnTo>
                <a:lnTo>
                  <a:pt x="10598" y="6597"/>
                </a:lnTo>
                <a:lnTo>
                  <a:pt x="11479" y="5478"/>
                </a:lnTo>
                <a:lnTo>
                  <a:pt x="10598" y="4334"/>
                </a:lnTo>
                <a:lnTo>
                  <a:pt x="11479" y="3215"/>
                </a:lnTo>
                <a:lnTo>
                  <a:pt x="10312" y="1715"/>
                </a:lnTo>
                <a:lnTo>
                  <a:pt x="5168" y="1715"/>
                </a:lnTo>
                <a:lnTo>
                  <a:pt x="371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238" name="Google Shape;20238;p94"/>
          <p:cNvSpPr/>
          <p:nvPr/>
        </p:nvSpPr>
        <p:spPr>
          <a:xfrm>
            <a:off x="5541825" y="3351450"/>
            <a:ext cx="280990" cy="342625"/>
          </a:xfrm>
          <a:custGeom>
            <a:rect b="b" l="l" r="r" t="t"/>
            <a:pathLst>
              <a:path extrusionOk="0" h="11646" w="9551">
                <a:moveTo>
                  <a:pt x="7526" y="2192"/>
                </a:moveTo>
                <a:lnTo>
                  <a:pt x="7526" y="2954"/>
                </a:lnTo>
                <a:lnTo>
                  <a:pt x="1525" y="2954"/>
                </a:lnTo>
                <a:lnTo>
                  <a:pt x="1525" y="2192"/>
                </a:lnTo>
                <a:close/>
                <a:moveTo>
                  <a:pt x="8217" y="5407"/>
                </a:moveTo>
                <a:lnTo>
                  <a:pt x="8217" y="6169"/>
                </a:lnTo>
                <a:lnTo>
                  <a:pt x="1525" y="6169"/>
                </a:lnTo>
                <a:lnTo>
                  <a:pt x="1525" y="5407"/>
                </a:lnTo>
                <a:close/>
                <a:moveTo>
                  <a:pt x="8860" y="8598"/>
                </a:moveTo>
                <a:lnTo>
                  <a:pt x="8860" y="9360"/>
                </a:lnTo>
                <a:lnTo>
                  <a:pt x="1501" y="9360"/>
                </a:lnTo>
                <a:lnTo>
                  <a:pt x="1501" y="8598"/>
                </a:lnTo>
                <a:close/>
                <a:moveTo>
                  <a:pt x="1" y="1"/>
                </a:moveTo>
                <a:lnTo>
                  <a:pt x="1" y="691"/>
                </a:lnTo>
                <a:lnTo>
                  <a:pt x="858" y="691"/>
                </a:lnTo>
                <a:lnTo>
                  <a:pt x="858" y="1382"/>
                </a:lnTo>
                <a:lnTo>
                  <a:pt x="1" y="1382"/>
                </a:lnTo>
                <a:lnTo>
                  <a:pt x="1" y="2072"/>
                </a:lnTo>
                <a:lnTo>
                  <a:pt x="858" y="2072"/>
                </a:lnTo>
                <a:lnTo>
                  <a:pt x="858" y="2739"/>
                </a:lnTo>
                <a:lnTo>
                  <a:pt x="1" y="2739"/>
                </a:lnTo>
                <a:lnTo>
                  <a:pt x="1" y="3430"/>
                </a:lnTo>
                <a:lnTo>
                  <a:pt x="858" y="3430"/>
                </a:lnTo>
                <a:lnTo>
                  <a:pt x="858" y="4121"/>
                </a:lnTo>
                <a:lnTo>
                  <a:pt x="1" y="4121"/>
                </a:lnTo>
                <a:lnTo>
                  <a:pt x="1" y="4811"/>
                </a:lnTo>
                <a:lnTo>
                  <a:pt x="858" y="4811"/>
                </a:lnTo>
                <a:lnTo>
                  <a:pt x="858" y="5478"/>
                </a:lnTo>
                <a:lnTo>
                  <a:pt x="1" y="5478"/>
                </a:lnTo>
                <a:lnTo>
                  <a:pt x="1" y="6169"/>
                </a:lnTo>
                <a:lnTo>
                  <a:pt x="858" y="6169"/>
                </a:lnTo>
                <a:lnTo>
                  <a:pt x="858" y="6859"/>
                </a:lnTo>
                <a:lnTo>
                  <a:pt x="1" y="6859"/>
                </a:lnTo>
                <a:lnTo>
                  <a:pt x="1" y="7550"/>
                </a:lnTo>
                <a:lnTo>
                  <a:pt x="858" y="7550"/>
                </a:lnTo>
                <a:lnTo>
                  <a:pt x="858" y="8217"/>
                </a:lnTo>
                <a:lnTo>
                  <a:pt x="1" y="8217"/>
                </a:lnTo>
                <a:lnTo>
                  <a:pt x="1" y="8907"/>
                </a:lnTo>
                <a:lnTo>
                  <a:pt x="858" y="8907"/>
                </a:lnTo>
                <a:lnTo>
                  <a:pt x="858" y="9598"/>
                </a:lnTo>
                <a:lnTo>
                  <a:pt x="1" y="9598"/>
                </a:lnTo>
                <a:lnTo>
                  <a:pt x="1" y="10288"/>
                </a:lnTo>
                <a:lnTo>
                  <a:pt x="858" y="10288"/>
                </a:lnTo>
                <a:lnTo>
                  <a:pt x="858" y="10955"/>
                </a:lnTo>
                <a:lnTo>
                  <a:pt x="1" y="10955"/>
                </a:lnTo>
                <a:lnTo>
                  <a:pt x="1" y="11646"/>
                </a:lnTo>
                <a:lnTo>
                  <a:pt x="1525" y="11646"/>
                </a:lnTo>
                <a:lnTo>
                  <a:pt x="1525" y="10169"/>
                </a:lnTo>
                <a:lnTo>
                  <a:pt x="9550" y="10169"/>
                </a:lnTo>
                <a:lnTo>
                  <a:pt x="9550" y="7907"/>
                </a:lnTo>
                <a:lnTo>
                  <a:pt x="1525" y="7907"/>
                </a:lnTo>
                <a:lnTo>
                  <a:pt x="1525" y="6859"/>
                </a:lnTo>
                <a:lnTo>
                  <a:pt x="8907" y="6859"/>
                </a:lnTo>
                <a:lnTo>
                  <a:pt x="8907" y="4716"/>
                </a:lnTo>
                <a:lnTo>
                  <a:pt x="1525" y="4716"/>
                </a:lnTo>
                <a:lnTo>
                  <a:pt x="1525" y="3644"/>
                </a:lnTo>
                <a:lnTo>
                  <a:pt x="8217" y="3644"/>
                </a:lnTo>
                <a:lnTo>
                  <a:pt x="8217" y="1501"/>
                </a:lnTo>
                <a:lnTo>
                  <a:pt x="1525" y="1501"/>
                </a:lnTo>
                <a:lnTo>
                  <a:pt x="152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nvGrpSpPr>
          <p:cNvPr id="20239" name="Google Shape;20239;p94"/>
          <p:cNvGrpSpPr/>
          <p:nvPr/>
        </p:nvGrpSpPr>
        <p:grpSpPr>
          <a:xfrm>
            <a:off x="4780588" y="3397698"/>
            <a:ext cx="338448" cy="280283"/>
            <a:chOff x="4704388" y="3600098"/>
            <a:chExt cx="338448" cy="280283"/>
          </a:xfrm>
        </p:grpSpPr>
        <p:sp>
          <p:nvSpPr>
            <p:cNvPr id="20240" name="Google Shape;20240;p94"/>
            <p:cNvSpPr/>
            <p:nvPr/>
          </p:nvSpPr>
          <p:spPr>
            <a:xfrm>
              <a:off x="4704388" y="3705891"/>
              <a:ext cx="338448" cy="174490"/>
            </a:xfrm>
            <a:custGeom>
              <a:rect b="b" l="l" r="r" t="t"/>
              <a:pathLst>
                <a:path extrusionOk="0" h="5931" w="11504">
                  <a:moveTo>
                    <a:pt x="2573" y="2263"/>
                  </a:moveTo>
                  <a:lnTo>
                    <a:pt x="2954" y="2620"/>
                  </a:lnTo>
                  <a:lnTo>
                    <a:pt x="2954" y="5240"/>
                  </a:lnTo>
                  <a:lnTo>
                    <a:pt x="2192" y="5240"/>
                  </a:lnTo>
                  <a:lnTo>
                    <a:pt x="2192" y="2620"/>
                  </a:lnTo>
                  <a:lnTo>
                    <a:pt x="2573" y="2263"/>
                  </a:lnTo>
                  <a:close/>
                  <a:moveTo>
                    <a:pt x="5764" y="1572"/>
                  </a:moveTo>
                  <a:lnTo>
                    <a:pt x="6145" y="1929"/>
                  </a:lnTo>
                  <a:lnTo>
                    <a:pt x="6145" y="5240"/>
                  </a:lnTo>
                  <a:lnTo>
                    <a:pt x="5359" y="5240"/>
                  </a:lnTo>
                  <a:lnTo>
                    <a:pt x="5359" y="1929"/>
                  </a:lnTo>
                  <a:lnTo>
                    <a:pt x="5764" y="1572"/>
                  </a:lnTo>
                  <a:close/>
                  <a:moveTo>
                    <a:pt x="8931" y="929"/>
                  </a:moveTo>
                  <a:lnTo>
                    <a:pt x="9312" y="1286"/>
                  </a:lnTo>
                  <a:lnTo>
                    <a:pt x="9312" y="5240"/>
                  </a:lnTo>
                  <a:lnTo>
                    <a:pt x="8550" y="5240"/>
                  </a:lnTo>
                  <a:lnTo>
                    <a:pt x="8550" y="1286"/>
                  </a:lnTo>
                  <a:lnTo>
                    <a:pt x="8931" y="929"/>
                  </a:lnTo>
                  <a:close/>
                  <a:moveTo>
                    <a:pt x="8931" y="0"/>
                  </a:moveTo>
                  <a:lnTo>
                    <a:pt x="7860" y="977"/>
                  </a:lnTo>
                  <a:lnTo>
                    <a:pt x="7860" y="5240"/>
                  </a:lnTo>
                  <a:lnTo>
                    <a:pt x="6836" y="5240"/>
                  </a:lnTo>
                  <a:lnTo>
                    <a:pt x="6836" y="1667"/>
                  </a:lnTo>
                  <a:lnTo>
                    <a:pt x="5740" y="691"/>
                  </a:lnTo>
                  <a:lnTo>
                    <a:pt x="4669" y="1667"/>
                  </a:lnTo>
                  <a:lnTo>
                    <a:pt x="4669" y="5240"/>
                  </a:lnTo>
                  <a:lnTo>
                    <a:pt x="3645" y="5240"/>
                  </a:lnTo>
                  <a:lnTo>
                    <a:pt x="3645" y="2310"/>
                  </a:lnTo>
                  <a:lnTo>
                    <a:pt x="2573" y="1334"/>
                  </a:lnTo>
                  <a:lnTo>
                    <a:pt x="1501" y="2310"/>
                  </a:lnTo>
                  <a:lnTo>
                    <a:pt x="1501" y="5240"/>
                  </a:lnTo>
                  <a:lnTo>
                    <a:pt x="1" y="5240"/>
                  </a:lnTo>
                  <a:lnTo>
                    <a:pt x="1" y="5930"/>
                  </a:lnTo>
                  <a:lnTo>
                    <a:pt x="11503" y="5930"/>
                  </a:lnTo>
                  <a:lnTo>
                    <a:pt x="11503" y="5240"/>
                  </a:lnTo>
                  <a:lnTo>
                    <a:pt x="10003" y="5240"/>
                  </a:lnTo>
                  <a:lnTo>
                    <a:pt x="10003" y="977"/>
                  </a:lnTo>
                  <a:lnTo>
                    <a:pt x="893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241" name="Google Shape;20241;p94"/>
            <p:cNvSpPr/>
            <p:nvPr/>
          </p:nvSpPr>
          <p:spPr>
            <a:xfrm>
              <a:off x="4748547" y="3692564"/>
              <a:ext cx="63076" cy="56104"/>
            </a:xfrm>
            <a:custGeom>
              <a:rect b="b" l="l" r="r" t="t"/>
              <a:pathLst>
                <a:path extrusionOk="0" h="1907" w="2144">
                  <a:moveTo>
                    <a:pt x="1072" y="1"/>
                  </a:moveTo>
                  <a:lnTo>
                    <a:pt x="0" y="977"/>
                  </a:lnTo>
                  <a:lnTo>
                    <a:pt x="0" y="1906"/>
                  </a:lnTo>
                  <a:lnTo>
                    <a:pt x="1072" y="930"/>
                  </a:lnTo>
                  <a:lnTo>
                    <a:pt x="2144" y="1906"/>
                  </a:lnTo>
                  <a:lnTo>
                    <a:pt x="2144" y="977"/>
                  </a:lnTo>
                  <a:lnTo>
                    <a:pt x="107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242" name="Google Shape;20242;p94"/>
            <p:cNvSpPr/>
            <p:nvPr/>
          </p:nvSpPr>
          <p:spPr>
            <a:xfrm>
              <a:off x="4748547" y="3640020"/>
              <a:ext cx="63076" cy="56075"/>
            </a:xfrm>
            <a:custGeom>
              <a:rect b="b" l="l" r="r" t="t"/>
              <a:pathLst>
                <a:path extrusionOk="0" h="1906" w="2144">
                  <a:moveTo>
                    <a:pt x="1072" y="1"/>
                  </a:moveTo>
                  <a:lnTo>
                    <a:pt x="0" y="977"/>
                  </a:lnTo>
                  <a:lnTo>
                    <a:pt x="0" y="1906"/>
                  </a:lnTo>
                  <a:lnTo>
                    <a:pt x="1072" y="930"/>
                  </a:lnTo>
                  <a:lnTo>
                    <a:pt x="2144" y="1906"/>
                  </a:lnTo>
                  <a:lnTo>
                    <a:pt x="2144" y="977"/>
                  </a:lnTo>
                  <a:lnTo>
                    <a:pt x="107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243" name="Google Shape;20243;p94"/>
            <p:cNvSpPr/>
            <p:nvPr/>
          </p:nvSpPr>
          <p:spPr>
            <a:xfrm>
              <a:off x="4841718" y="3672264"/>
              <a:ext cx="63783" cy="56075"/>
            </a:xfrm>
            <a:custGeom>
              <a:rect b="b" l="l" r="r" t="t"/>
              <a:pathLst>
                <a:path extrusionOk="0" h="1906" w="2168">
                  <a:moveTo>
                    <a:pt x="1072" y="0"/>
                  </a:moveTo>
                  <a:lnTo>
                    <a:pt x="1" y="1000"/>
                  </a:lnTo>
                  <a:lnTo>
                    <a:pt x="1" y="1905"/>
                  </a:lnTo>
                  <a:lnTo>
                    <a:pt x="1072" y="929"/>
                  </a:lnTo>
                  <a:lnTo>
                    <a:pt x="2168" y="1905"/>
                  </a:lnTo>
                  <a:lnTo>
                    <a:pt x="2168" y="1000"/>
                  </a:lnTo>
                  <a:lnTo>
                    <a:pt x="107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244" name="Google Shape;20244;p94"/>
            <p:cNvSpPr/>
            <p:nvPr/>
          </p:nvSpPr>
          <p:spPr>
            <a:xfrm>
              <a:off x="4841718" y="3619721"/>
              <a:ext cx="63783" cy="56075"/>
            </a:xfrm>
            <a:custGeom>
              <a:rect b="b" l="l" r="r" t="t"/>
              <a:pathLst>
                <a:path extrusionOk="0" h="1906" w="2168">
                  <a:moveTo>
                    <a:pt x="1072" y="0"/>
                  </a:moveTo>
                  <a:lnTo>
                    <a:pt x="1" y="1000"/>
                  </a:lnTo>
                  <a:lnTo>
                    <a:pt x="1" y="1905"/>
                  </a:lnTo>
                  <a:lnTo>
                    <a:pt x="1072" y="929"/>
                  </a:lnTo>
                  <a:lnTo>
                    <a:pt x="2168" y="1905"/>
                  </a:lnTo>
                  <a:lnTo>
                    <a:pt x="2168" y="1000"/>
                  </a:lnTo>
                  <a:lnTo>
                    <a:pt x="107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245" name="Google Shape;20245;p94"/>
            <p:cNvSpPr/>
            <p:nvPr/>
          </p:nvSpPr>
          <p:spPr>
            <a:xfrm>
              <a:off x="4935596" y="3653347"/>
              <a:ext cx="63106" cy="56075"/>
            </a:xfrm>
            <a:custGeom>
              <a:rect b="b" l="l" r="r" t="t"/>
              <a:pathLst>
                <a:path extrusionOk="0" h="1906" w="2145">
                  <a:moveTo>
                    <a:pt x="1072" y="0"/>
                  </a:moveTo>
                  <a:lnTo>
                    <a:pt x="1" y="977"/>
                  </a:lnTo>
                  <a:lnTo>
                    <a:pt x="1" y="1905"/>
                  </a:lnTo>
                  <a:lnTo>
                    <a:pt x="1072" y="929"/>
                  </a:lnTo>
                  <a:lnTo>
                    <a:pt x="2144" y="1905"/>
                  </a:lnTo>
                  <a:lnTo>
                    <a:pt x="2144" y="977"/>
                  </a:lnTo>
                  <a:lnTo>
                    <a:pt x="107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246" name="Google Shape;20246;p94"/>
            <p:cNvSpPr/>
            <p:nvPr/>
          </p:nvSpPr>
          <p:spPr>
            <a:xfrm>
              <a:off x="4935596" y="3600098"/>
              <a:ext cx="63106" cy="56075"/>
            </a:xfrm>
            <a:custGeom>
              <a:rect b="b" l="l" r="r" t="t"/>
              <a:pathLst>
                <a:path extrusionOk="0" h="1906" w="2145">
                  <a:moveTo>
                    <a:pt x="1072" y="0"/>
                  </a:moveTo>
                  <a:lnTo>
                    <a:pt x="1" y="977"/>
                  </a:lnTo>
                  <a:lnTo>
                    <a:pt x="1" y="1906"/>
                  </a:lnTo>
                  <a:lnTo>
                    <a:pt x="1072" y="905"/>
                  </a:lnTo>
                  <a:lnTo>
                    <a:pt x="2144" y="1906"/>
                  </a:lnTo>
                  <a:lnTo>
                    <a:pt x="2144" y="977"/>
                  </a:lnTo>
                  <a:lnTo>
                    <a:pt x="107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sp>
        <p:nvSpPr>
          <p:cNvPr id="20247" name="Google Shape;20247;p94"/>
          <p:cNvSpPr/>
          <p:nvPr/>
        </p:nvSpPr>
        <p:spPr>
          <a:xfrm>
            <a:off x="4046004" y="3380046"/>
            <a:ext cx="339830" cy="288816"/>
          </a:xfrm>
          <a:custGeom>
            <a:rect b="b" l="l" r="r" t="t"/>
            <a:pathLst>
              <a:path extrusionOk="0" h="9817" w="11551">
                <a:moveTo>
                  <a:pt x="9859" y="672"/>
                </a:moveTo>
                <a:cubicBezTo>
                  <a:pt x="10383" y="672"/>
                  <a:pt x="10836" y="1124"/>
                  <a:pt x="10836" y="1672"/>
                </a:cubicBezTo>
                <a:cubicBezTo>
                  <a:pt x="10836" y="2196"/>
                  <a:pt x="10383" y="2648"/>
                  <a:pt x="9859" y="2648"/>
                </a:cubicBezTo>
                <a:cubicBezTo>
                  <a:pt x="9312" y="2648"/>
                  <a:pt x="8883" y="2196"/>
                  <a:pt x="8883" y="1672"/>
                </a:cubicBezTo>
                <a:cubicBezTo>
                  <a:pt x="8883" y="1124"/>
                  <a:pt x="9312" y="672"/>
                  <a:pt x="9859" y="672"/>
                </a:cubicBezTo>
                <a:close/>
                <a:moveTo>
                  <a:pt x="3906" y="3029"/>
                </a:moveTo>
                <a:cubicBezTo>
                  <a:pt x="4120" y="3029"/>
                  <a:pt x="4287" y="3220"/>
                  <a:pt x="4287" y="3410"/>
                </a:cubicBezTo>
                <a:cubicBezTo>
                  <a:pt x="4287" y="3625"/>
                  <a:pt x="4120" y="3792"/>
                  <a:pt x="3906" y="3792"/>
                </a:cubicBezTo>
                <a:cubicBezTo>
                  <a:pt x="3691" y="3792"/>
                  <a:pt x="3525" y="3625"/>
                  <a:pt x="3525" y="3410"/>
                </a:cubicBezTo>
                <a:cubicBezTo>
                  <a:pt x="3525" y="3220"/>
                  <a:pt x="3668" y="3029"/>
                  <a:pt x="3906" y="3029"/>
                </a:cubicBezTo>
                <a:close/>
                <a:moveTo>
                  <a:pt x="6811" y="5959"/>
                </a:moveTo>
                <a:cubicBezTo>
                  <a:pt x="7025" y="5959"/>
                  <a:pt x="7216" y="6125"/>
                  <a:pt x="7216" y="6340"/>
                </a:cubicBezTo>
                <a:cubicBezTo>
                  <a:pt x="7216" y="6554"/>
                  <a:pt x="7025" y="6721"/>
                  <a:pt x="6811" y="6721"/>
                </a:cubicBezTo>
                <a:cubicBezTo>
                  <a:pt x="6621" y="6721"/>
                  <a:pt x="6430" y="6554"/>
                  <a:pt x="6430" y="6340"/>
                </a:cubicBezTo>
                <a:cubicBezTo>
                  <a:pt x="6430" y="6125"/>
                  <a:pt x="6621" y="5959"/>
                  <a:pt x="6811" y="5959"/>
                </a:cubicBezTo>
                <a:close/>
                <a:moveTo>
                  <a:pt x="1072" y="7054"/>
                </a:moveTo>
                <a:cubicBezTo>
                  <a:pt x="1286" y="7054"/>
                  <a:pt x="1453" y="7221"/>
                  <a:pt x="1453" y="7435"/>
                </a:cubicBezTo>
                <a:cubicBezTo>
                  <a:pt x="1453" y="7649"/>
                  <a:pt x="1286" y="7816"/>
                  <a:pt x="1072" y="7816"/>
                </a:cubicBezTo>
                <a:cubicBezTo>
                  <a:pt x="857" y="7816"/>
                  <a:pt x="691" y="7649"/>
                  <a:pt x="691" y="7435"/>
                </a:cubicBezTo>
                <a:cubicBezTo>
                  <a:pt x="691" y="7221"/>
                  <a:pt x="857" y="7054"/>
                  <a:pt x="1072" y="7054"/>
                </a:cubicBezTo>
                <a:close/>
                <a:moveTo>
                  <a:pt x="3334" y="4315"/>
                </a:moveTo>
                <a:cubicBezTo>
                  <a:pt x="3406" y="4363"/>
                  <a:pt x="3477" y="4387"/>
                  <a:pt x="3572" y="4435"/>
                </a:cubicBezTo>
                <a:lnTo>
                  <a:pt x="3572" y="9126"/>
                </a:lnTo>
                <a:lnTo>
                  <a:pt x="1429" y="9126"/>
                </a:lnTo>
                <a:lnTo>
                  <a:pt x="1429" y="8435"/>
                </a:lnTo>
                <a:cubicBezTo>
                  <a:pt x="1858" y="8292"/>
                  <a:pt x="2143" y="7911"/>
                  <a:pt x="2143" y="7435"/>
                </a:cubicBezTo>
                <a:cubicBezTo>
                  <a:pt x="2143" y="7126"/>
                  <a:pt x="2024" y="6864"/>
                  <a:pt x="1810" y="6649"/>
                </a:cubicBezTo>
                <a:lnTo>
                  <a:pt x="3334" y="4315"/>
                </a:lnTo>
                <a:close/>
                <a:moveTo>
                  <a:pt x="4501" y="4292"/>
                </a:moveTo>
                <a:lnTo>
                  <a:pt x="5859" y="5863"/>
                </a:lnTo>
                <a:cubicBezTo>
                  <a:pt x="5787" y="6006"/>
                  <a:pt x="5739" y="6149"/>
                  <a:pt x="5739" y="6340"/>
                </a:cubicBezTo>
                <a:cubicBezTo>
                  <a:pt x="5739" y="6816"/>
                  <a:pt x="6049" y="7197"/>
                  <a:pt x="6501" y="7340"/>
                </a:cubicBezTo>
                <a:lnTo>
                  <a:pt x="6501" y="9126"/>
                </a:lnTo>
                <a:lnTo>
                  <a:pt x="4263" y="9126"/>
                </a:lnTo>
                <a:lnTo>
                  <a:pt x="4263" y="4435"/>
                </a:lnTo>
                <a:lnTo>
                  <a:pt x="4239" y="4435"/>
                </a:lnTo>
                <a:cubicBezTo>
                  <a:pt x="4311" y="4411"/>
                  <a:pt x="4430" y="4339"/>
                  <a:pt x="4501" y="4292"/>
                </a:cubicBezTo>
                <a:close/>
                <a:moveTo>
                  <a:pt x="9288" y="3220"/>
                </a:moveTo>
                <a:cubicBezTo>
                  <a:pt x="9383" y="3244"/>
                  <a:pt x="9478" y="3268"/>
                  <a:pt x="9526" y="3268"/>
                </a:cubicBezTo>
                <a:lnTo>
                  <a:pt x="9526" y="9126"/>
                </a:lnTo>
                <a:lnTo>
                  <a:pt x="7144" y="9126"/>
                </a:lnTo>
                <a:lnTo>
                  <a:pt x="7144" y="7340"/>
                </a:lnTo>
                <a:cubicBezTo>
                  <a:pt x="7573" y="7197"/>
                  <a:pt x="7883" y="6816"/>
                  <a:pt x="7883" y="6340"/>
                </a:cubicBezTo>
                <a:cubicBezTo>
                  <a:pt x="7883" y="6102"/>
                  <a:pt x="7811" y="5863"/>
                  <a:pt x="7645" y="5673"/>
                </a:cubicBezTo>
                <a:lnTo>
                  <a:pt x="9288" y="3220"/>
                </a:lnTo>
                <a:close/>
                <a:moveTo>
                  <a:pt x="9858" y="1"/>
                </a:moveTo>
                <a:cubicBezTo>
                  <a:pt x="8961" y="1"/>
                  <a:pt x="8240" y="758"/>
                  <a:pt x="8240" y="1624"/>
                </a:cubicBezTo>
                <a:cubicBezTo>
                  <a:pt x="8240" y="2101"/>
                  <a:pt x="8454" y="2529"/>
                  <a:pt x="8764" y="2815"/>
                </a:cubicBezTo>
                <a:lnTo>
                  <a:pt x="7121" y="5292"/>
                </a:lnTo>
                <a:cubicBezTo>
                  <a:pt x="7025" y="5268"/>
                  <a:pt x="6930" y="5268"/>
                  <a:pt x="6859" y="5268"/>
                </a:cubicBezTo>
                <a:cubicBezTo>
                  <a:pt x="6668" y="5268"/>
                  <a:pt x="6525" y="5292"/>
                  <a:pt x="6382" y="5387"/>
                </a:cubicBezTo>
                <a:lnTo>
                  <a:pt x="4954" y="3720"/>
                </a:lnTo>
                <a:cubicBezTo>
                  <a:pt x="4977" y="3601"/>
                  <a:pt x="5001" y="3458"/>
                  <a:pt x="4977" y="3291"/>
                </a:cubicBezTo>
                <a:cubicBezTo>
                  <a:pt x="4906" y="2791"/>
                  <a:pt x="4501" y="2386"/>
                  <a:pt x="4001" y="2339"/>
                </a:cubicBezTo>
                <a:cubicBezTo>
                  <a:pt x="3986" y="2338"/>
                  <a:pt x="3970" y="2338"/>
                  <a:pt x="3955" y="2338"/>
                </a:cubicBezTo>
                <a:cubicBezTo>
                  <a:pt x="3334" y="2338"/>
                  <a:pt x="2858" y="2806"/>
                  <a:pt x="2858" y="3410"/>
                </a:cubicBezTo>
                <a:cubicBezTo>
                  <a:pt x="2858" y="3530"/>
                  <a:pt x="2882" y="3649"/>
                  <a:pt x="2906" y="3744"/>
                </a:cubicBezTo>
                <a:lnTo>
                  <a:pt x="1215" y="6363"/>
                </a:lnTo>
                <a:lnTo>
                  <a:pt x="1096" y="6363"/>
                </a:lnTo>
                <a:cubicBezTo>
                  <a:pt x="500" y="6363"/>
                  <a:pt x="24" y="6840"/>
                  <a:pt x="24" y="7435"/>
                </a:cubicBezTo>
                <a:cubicBezTo>
                  <a:pt x="24" y="7911"/>
                  <a:pt x="334" y="8292"/>
                  <a:pt x="786" y="8435"/>
                </a:cubicBezTo>
                <a:lnTo>
                  <a:pt x="786" y="9126"/>
                </a:lnTo>
                <a:lnTo>
                  <a:pt x="0" y="9126"/>
                </a:lnTo>
                <a:lnTo>
                  <a:pt x="0" y="9817"/>
                </a:lnTo>
                <a:lnTo>
                  <a:pt x="11503" y="9817"/>
                </a:lnTo>
                <a:lnTo>
                  <a:pt x="11503" y="9126"/>
                </a:lnTo>
                <a:lnTo>
                  <a:pt x="10193" y="9126"/>
                </a:lnTo>
                <a:lnTo>
                  <a:pt x="10193" y="3268"/>
                </a:lnTo>
                <a:lnTo>
                  <a:pt x="10217" y="3268"/>
                </a:lnTo>
                <a:cubicBezTo>
                  <a:pt x="10979" y="3125"/>
                  <a:pt x="11550" y="2410"/>
                  <a:pt x="11526" y="1577"/>
                </a:cubicBezTo>
                <a:cubicBezTo>
                  <a:pt x="11503" y="743"/>
                  <a:pt x="10812" y="53"/>
                  <a:pt x="9978" y="5"/>
                </a:cubicBezTo>
                <a:cubicBezTo>
                  <a:pt x="9938" y="2"/>
                  <a:pt x="9898" y="1"/>
                  <a:pt x="9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248" name="Google Shape;20248;p94"/>
          <p:cNvSpPr/>
          <p:nvPr/>
        </p:nvSpPr>
        <p:spPr>
          <a:xfrm>
            <a:off x="3328896" y="3359158"/>
            <a:ext cx="245245" cy="339830"/>
          </a:xfrm>
          <a:custGeom>
            <a:rect b="b" l="l" r="r" t="t"/>
            <a:pathLst>
              <a:path extrusionOk="0" h="11551" w="8336">
                <a:moveTo>
                  <a:pt x="4168" y="786"/>
                </a:moveTo>
                <a:lnTo>
                  <a:pt x="6931" y="2311"/>
                </a:lnTo>
                <a:lnTo>
                  <a:pt x="4168" y="3835"/>
                </a:lnTo>
                <a:lnTo>
                  <a:pt x="1406" y="2311"/>
                </a:lnTo>
                <a:lnTo>
                  <a:pt x="4168" y="786"/>
                </a:lnTo>
                <a:close/>
                <a:moveTo>
                  <a:pt x="5526" y="3835"/>
                </a:moveTo>
                <a:lnTo>
                  <a:pt x="6931" y="4597"/>
                </a:lnTo>
                <a:lnTo>
                  <a:pt x="4168" y="6121"/>
                </a:lnTo>
                <a:lnTo>
                  <a:pt x="1406" y="4597"/>
                </a:lnTo>
                <a:lnTo>
                  <a:pt x="2787" y="3835"/>
                </a:lnTo>
                <a:lnTo>
                  <a:pt x="4168" y="4573"/>
                </a:lnTo>
                <a:lnTo>
                  <a:pt x="5526" y="3835"/>
                </a:lnTo>
                <a:close/>
                <a:moveTo>
                  <a:pt x="5526" y="6145"/>
                </a:moveTo>
                <a:lnTo>
                  <a:pt x="6931" y="6931"/>
                </a:lnTo>
                <a:lnTo>
                  <a:pt x="4168" y="8431"/>
                </a:lnTo>
                <a:lnTo>
                  <a:pt x="1406" y="6931"/>
                </a:lnTo>
                <a:lnTo>
                  <a:pt x="2787" y="6145"/>
                </a:lnTo>
                <a:lnTo>
                  <a:pt x="4168" y="6907"/>
                </a:lnTo>
                <a:lnTo>
                  <a:pt x="5526" y="6145"/>
                </a:lnTo>
                <a:close/>
                <a:moveTo>
                  <a:pt x="5526" y="8455"/>
                </a:moveTo>
                <a:lnTo>
                  <a:pt x="6931" y="9217"/>
                </a:lnTo>
                <a:lnTo>
                  <a:pt x="4168" y="10741"/>
                </a:lnTo>
                <a:lnTo>
                  <a:pt x="1406" y="9217"/>
                </a:lnTo>
                <a:lnTo>
                  <a:pt x="2787" y="8455"/>
                </a:lnTo>
                <a:lnTo>
                  <a:pt x="4168" y="9193"/>
                </a:lnTo>
                <a:lnTo>
                  <a:pt x="5526" y="8455"/>
                </a:lnTo>
                <a:close/>
                <a:moveTo>
                  <a:pt x="4168" y="1"/>
                </a:moveTo>
                <a:lnTo>
                  <a:pt x="1" y="2287"/>
                </a:lnTo>
                <a:lnTo>
                  <a:pt x="2120" y="3454"/>
                </a:lnTo>
                <a:lnTo>
                  <a:pt x="1" y="4597"/>
                </a:lnTo>
                <a:lnTo>
                  <a:pt x="2120" y="5764"/>
                </a:lnTo>
                <a:lnTo>
                  <a:pt x="1" y="6931"/>
                </a:lnTo>
                <a:lnTo>
                  <a:pt x="2120" y="8097"/>
                </a:lnTo>
                <a:lnTo>
                  <a:pt x="1" y="9241"/>
                </a:lnTo>
                <a:lnTo>
                  <a:pt x="4168" y="11551"/>
                </a:lnTo>
                <a:lnTo>
                  <a:pt x="8336" y="9241"/>
                </a:lnTo>
                <a:lnTo>
                  <a:pt x="6216" y="8097"/>
                </a:lnTo>
                <a:lnTo>
                  <a:pt x="8336" y="6931"/>
                </a:lnTo>
                <a:lnTo>
                  <a:pt x="6216" y="5764"/>
                </a:lnTo>
                <a:lnTo>
                  <a:pt x="8336" y="4597"/>
                </a:lnTo>
                <a:lnTo>
                  <a:pt x="6216" y="3454"/>
                </a:lnTo>
                <a:lnTo>
                  <a:pt x="8336" y="2287"/>
                </a:lnTo>
                <a:lnTo>
                  <a:pt x="416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nvGrpSpPr>
          <p:cNvPr id="20249" name="Google Shape;20249;p94"/>
          <p:cNvGrpSpPr/>
          <p:nvPr/>
        </p:nvGrpSpPr>
        <p:grpSpPr>
          <a:xfrm>
            <a:off x="2581692" y="3375280"/>
            <a:ext cx="339121" cy="336388"/>
            <a:chOff x="2962692" y="3577680"/>
            <a:chExt cx="339121" cy="336388"/>
          </a:xfrm>
        </p:grpSpPr>
        <p:sp>
          <p:nvSpPr>
            <p:cNvPr id="20250" name="Google Shape;20250;p94"/>
            <p:cNvSpPr/>
            <p:nvPr/>
          </p:nvSpPr>
          <p:spPr>
            <a:xfrm>
              <a:off x="2962692" y="3577680"/>
              <a:ext cx="98116" cy="336388"/>
            </a:xfrm>
            <a:custGeom>
              <a:rect b="b" l="l" r="r" t="t"/>
              <a:pathLst>
                <a:path extrusionOk="0" h="11434" w="3335">
                  <a:moveTo>
                    <a:pt x="2048" y="667"/>
                  </a:moveTo>
                  <a:lnTo>
                    <a:pt x="2048" y="4739"/>
                  </a:lnTo>
                  <a:cubicBezTo>
                    <a:pt x="1929" y="4692"/>
                    <a:pt x="1786" y="4644"/>
                    <a:pt x="1667" y="4644"/>
                  </a:cubicBezTo>
                  <a:cubicBezTo>
                    <a:pt x="1524" y="4644"/>
                    <a:pt x="1405" y="4692"/>
                    <a:pt x="1286" y="4739"/>
                  </a:cubicBezTo>
                  <a:lnTo>
                    <a:pt x="1286" y="667"/>
                  </a:lnTo>
                  <a:close/>
                  <a:moveTo>
                    <a:pt x="1655" y="5357"/>
                  </a:moveTo>
                  <a:cubicBezTo>
                    <a:pt x="1667" y="5357"/>
                    <a:pt x="1679" y="5357"/>
                    <a:pt x="1691" y="5359"/>
                  </a:cubicBezTo>
                  <a:cubicBezTo>
                    <a:pt x="1905" y="5406"/>
                    <a:pt x="2048" y="5573"/>
                    <a:pt x="2048" y="5763"/>
                  </a:cubicBezTo>
                  <a:lnTo>
                    <a:pt x="2048" y="8192"/>
                  </a:lnTo>
                  <a:cubicBezTo>
                    <a:pt x="1929" y="8169"/>
                    <a:pt x="1786" y="8145"/>
                    <a:pt x="1667" y="8145"/>
                  </a:cubicBezTo>
                  <a:cubicBezTo>
                    <a:pt x="1524" y="8145"/>
                    <a:pt x="1405" y="8169"/>
                    <a:pt x="1286" y="8192"/>
                  </a:cubicBezTo>
                  <a:lnTo>
                    <a:pt x="1286" y="5763"/>
                  </a:lnTo>
                  <a:cubicBezTo>
                    <a:pt x="1286" y="5539"/>
                    <a:pt x="1456" y="5357"/>
                    <a:pt x="1655" y="5357"/>
                  </a:cubicBezTo>
                  <a:close/>
                  <a:moveTo>
                    <a:pt x="1667" y="8812"/>
                  </a:moveTo>
                  <a:cubicBezTo>
                    <a:pt x="2215" y="8812"/>
                    <a:pt x="2644" y="9264"/>
                    <a:pt x="2644" y="9812"/>
                  </a:cubicBezTo>
                  <a:cubicBezTo>
                    <a:pt x="2644" y="10336"/>
                    <a:pt x="2215" y="10788"/>
                    <a:pt x="1667" y="10788"/>
                  </a:cubicBezTo>
                  <a:cubicBezTo>
                    <a:pt x="1119" y="10788"/>
                    <a:pt x="691" y="10336"/>
                    <a:pt x="691" y="9812"/>
                  </a:cubicBezTo>
                  <a:cubicBezTo>
                    <a:pt x="691" y="9264"/>
                    <a:pt x="1119" y="8812"/>
                    <a:pt x="1667" y="8812"/>
                  </a:cubicBezTo>
                  <a:close/>
                  <a:moveTo>
                    <a:pt x="596" y="0"/>
                  </a:moveTo>
                  <a:lnTo>
                    <a:pt x="596" y="8550"/>
                  </a:lnTo>
                  <a:cubicBezTo>
                    <a:pt x="238" y="8883"/>
                    <a:pt x="0" y="9359"/>
                    <a:pt x="0" y="9859"/>
                  </a:cubicBezTo>
                  <a:cubicBezTo>
                    <a:pt x="24" y="10717"/>
                    <a:pt x="738" y="11431"/>
                    <a:pt x="1620" y="11431"/>
                  </a:cubicBezTo>
                  <a:cubicBezTo>
                    <a:pt x="1646" y="11433"/>
                    <a:pt x="1673" y="11433"/>
                    <a:pt x="1700" y="11433"/>
                  </a:cubicBezTo>
                  <a:cubicBezTo>
                    <a:pt x="2571" y="11433"/>
                    <a:pt x="3310" y="10690"/>
                    <a:pt x="3310" y="9812"/>
                  </a:cubicBezTo>
                  <a:cubicBezTo>
                    <a:pt x="3334" y="9288"/>
                    <a:pt x="3096" y="8859"/>
                    <a:pt x="2739" y="8550"/>
                  </a:cubicBezTo>
                  <a:lnTo>
                    <a:pt x="273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251" name="Google Shape;20251;p94"/>
            <p:cNvSpPr/>
            <p:nvPr/>
          </p:nvSpPr>
          <p:spPr>
            <a:xfrm>
              <a:off x="3203697" y="3577680"/>
              <a:ext cx="98116" cy="336388"/>
            </a:xfrm>
            <a:custGeom>
              <a:rect b="b" l="l" r="r" t="t"/>
              <a:pathLst>
                <a:path extrusionOk="0" h="11434" w="3335">
                  <a:moveTo>
                    <a:pt x="2072" y="667"/>
                  </a:moveTo>
                  <a:lnTo>
                    <a:pt x="2072" y="3287"/>
                  </a:lnTo>
                  <a:cubicBezTo>
                    <a:pt x="1953" y="3215"/>
                    <a:pt x="1810" y="3191"/>
                    <a:pt x="1691" y="3191"/>
                  </a:cubicBezTo>
                  <a:cubicBezTo>
                    <a:pt x="1548" y="3191"/>
                    <a:pt x="1429" y="3215"/>
                    <a:pt x="1310" y="3287"/>
                  </a:cubicBezTo>
                  <a:lnTo>
                    <a:pt x="1310" y="667"/>
                  </a:lnTo>
                  <a:close/>
                  <a:moveTo>
                    <a:pt x="1650" y="3904"/>
                  </a:moveTo>
                  <a:cubicBezTo>
                    <a:pt x="1664" y="3904"/>
                    <a:pt x="1678" y="3904"/>
                    <a:pt x="1691" y="3906"/>
                  </a:cubicBezTo>
                  <a:cubicBezTo>
                    <a:pt x="1906" y="3930"/>
                    <a:pt x="2048" y="4120"/>
                    <a:pt x="2048" y="4287"/>
                  </a:cubicBezTo>
                  <a:lnTo>
                    <a:pt x="2048" y="8192"/>
                  </a:lnTo>
                  <a:cubicBezTo>
                    <a:pt x="1929" y="8169"/>
                    <a:pt x="1786" y="8145"/>
                    <a:pt x="1667" y="8145"/>
                  </a:cubicBezTo>
                  <a:cubicBezTo>
                    <a:pt x="1501" y="8145"/>
                    <a:pt x="1382" y="8169"/>
                    <a:pt x="1263" y="8192"/>
                  </a:cubicBezTo>
                  <a:lnTo>
                    <a:pt x="1263" y="4287"/>
                  </a:lnTo>
                  <a:cubicBezTo>
                    <a:pt x="1263" y="4064"/>
                    <a:pt x="1450" y="3904"/>
                    <a:pt x="1650" y="3904"/>
                  </a:cubicBezTo>
                  <a:close/>
                  <a:moveTo>
                    <a:pt x="1667" y="8812"/>
                  </a:moveTo>
                  <a:cubicBezTo>
                    <a:pt x="2191" y="8812"/>
                    <a:pt x="2644" y="9264"/>
                    <a:pt x="2644" y="9812"/>
                  </a:cubicBezTo>
                  <a:cubicBezTo>
                    <a:pt x="2644" y="10336"/>
                    <a:pt x="2191" y="10788"/>
                    <a:pt x="1667" y="10788"/>
                  </a:cubicBezTo>
                  <a:cubicBezTo>
                    <a:pt x="1120" y="10788"/>
                    <a:pt x="667" y="10336"/>
                    <a:pt x="667" y="9812"/>
                  </a:cubicBezTo>
                  <a:cubicBezTo>
                    <a:pt x="667" y="9264"/>
                    <a:pt x="1120" y="8812"/>
                    <a:pt x="1667" y="8812"/>
                  </a:cubicBezTo>
                  <a:close/>
                  <a:moveTo>
                    <a:pt x="596" y="0"/>
                  </a:moveTo>
                  <a:lnTo>
                    <a:pt x="596" y="8550"/>
                  </a:lnTo>
                  <a:cubicBezTo>
                    <a:pt x="238" y="8883"/>
                    <a:pt x="0" y="9359"/>
                    <a:pt x="0" y="9859"/>
                  </a:cubicBezTo>
                  <a:cubicBezTo>
                    <a:pt x="24" y="10717"/>
                    <a:pt x="739" y="11431"/>
                    <a:pt x="1596" y="11431"/>
                  </a:cubicBezTo>
                  <a:cubicBezTo>
                    <a:pt x="1624" y="11433"/>
                    <a:pt x="1651" y="11433"/>
                    <a:pt x="1678" y="11433"/>
                  </a:cubicBezTo>
                  <a:cubicBezTo>
                    <a:pt x="2571" y="11433"/>
                    <a:pt x="3311" y="10690"/>
                    <a:pt x="3311" y="9812"/>
                  </a:cubicBezTo>
                  <a:cubicBezTo>
                    <a:pt x="3334" y="9288"/>
                    <a:pt x="3096" y="8859"/>
                    <a:pt x="2739" y="8550"/>
                  </a:cubicBezTo>
                  <a:lnTo>
                    <a:pt x="273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252" name="Google Shape;20252;p94"/>
            <p:cNvSpPr/>
            <p:nvPr/>
          </p:nvSpPr>
          <p:spPr>
            <a:xfrm>
              <a:off x="3082489" y="3577680"/>
              <a:ext cx="98116" cy="336388"/>
            </a:xfrm>
            <a:custGeom>
              <a:rect b="b" l="l" r="r" t="t"/>
              <a:pathLst>
                <a:path extrusionOk="0" h="11434" w="3335">
                  <a:moveTo>
                    <a:pt x="2096" y="667"/>
                  </a:moveTo>
                  <a:lnTo>
                    <a:pt x="2096" y="1834"/>
                  </a:lnTo>
                  <a:cubicBezTo>
                    <a:pt x="1977" y="1763"/>
                    <a:pt x="1834" y="1739"/>
                    <a:pt x="1715" y="1739"/>
                  </a:cubicBezTo>
                  <a:cubicBezTo>
                    <a:pt x="1548" y="1739"/>
                    <a:pt x="1429" y="1763"/>
                    <a:pt x="1310" y="1834"/>
                  </a:cubicBezTo>
                  <a:lnTo>
                    <a:pt x="1310" y="667"/>
                  </a:lnTo>
                  <a:close/>
                  <a:moveTo>
                    <a:pt x="1674" y="2451"/>
                  </a:moveTo>
                  <a:cubicBezTo>
                    <a:pt x="1688" y="2451"/>
                    <a:pt x="1701" y="2452"/>
                    <a:pt x="1715" y="2453"/>
                  </a:cubicBezTo>
                  <a:cubicBezTo>
                    <a:pt x="1906" y="2477"/>
                    <a:pt x="2072" y="2668"/>
                    <a:pt x="2072" y="2834"/>
                  </a:cubicBezTo>
                  <a:lnTo>
                    <a:pt x="2072" y="8192"/>
                  </a:lnTo>
                  <a:cubicBezTo>
                    <a:pt x="1953" y="8169"/>
                    <a:pt x="1787" y="8145"/>
                    <a:pt x="1667" y="8145"/>
                  </a:cubicBezTo>
                  <a:cubicBezTo>
                    <a:pt x="1525" y="8145"/>
                    <a:pt x="1405" y="8169"/>
                    <a:pt x="1286" y="8192"/>
                  </a:cubicBezTo>
                  <a:lnTo>
                    <a:pt x="1286" y="2834"/>
                  </a:lnTo>
                  <a:cubicBezTo>
                    <a:pt x="1286" y="2611"/>
                    <a:pt x="1474" y="2451"/>
                    <a:pt x="1674" y="2451"/>
                  </a:cubicBezTo>
                  <a:close/>
                  <a:moveTo>
                    <a:pt x="1715" y="8812"/>
                  </a:moveTo>
                  <a:cubicBezTo>
                    <a:pt x="2239" y="8812"/>
                    <a:pt x="2691" y="9264"/>
                    <a:pt x="2691" y="9812"/>
                  </a:cubicBezTo>
                  <a:cubicBezTo>
                    <a:pt x="2691" y="10336"/>
                    <a:pt x="2239" y="10788"/>
                    <a:pt x="1715" y="10788"/>
                  </a:cubicBezTo>
                  <a:cubicBezTo>
                    <a:pt x="1167" y="10788"/>
                    <a:pt x="715" y="10336"/>
                    <a:pt x="715" y="9812"/>
                  </a:cubicBezTo>
                  <a:cubicBezTo>
                    <a:pt x="715" y="9264"/>
                    <a:pt x="1167" y="8812"/>
                    <a:pt x="1715" y="8812"/>
                  </a:cubicBezTo>
                  <a:close/>
                  <a:moveTo>
                    <a:pt x="596" y="0"/>
                  </a:moveTo>
                  <a:lnTo>
                    <a:pt x="596" y="8550"/>
                  </a:lnTo>
                  <a:cubicBezTo>
                    <a:pt x="239" y="8883"/>
                    <a:pt x="0" y="9359"/>
                    <a:pt x="0" y="9859"/>
                  </a:cubicBezTo>
                  <a:cubicBezTo>
                    <a:pt x="48" y="10717"/>
                    <a:pt x="763" y="11431"/>
                    <a:pt x="1620" y="11431"/>
                  </a:cubicBezTo>
                  <a:cubicBezTo>
                    <a:pt x="1647" y="11433"/>
                    <a:pt x="1675" y="11433"/>
                    <a:pt x="1702" y="11433"/>
                  </a:cubicBezTo>
                  <a:cubicBezTo>
                    <a:pt x="2593" y="11433"/>
                    <a:pt x="3311" y="10690"/>
                    <a:pt x="3311" y="9812"/>
                  </a:cubicBezTo>
                  <a:cubicBezTo>
                    <a:pt x="3334" y="9288"/>
                    <a:pt x="3096" y="8859"/>
                    <a:pt x="2739" y="8550"/>
                  </a:cubicBezTo>
                  <a:lnTo>
                    <a:pt x="273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sp>
        <p:nvSpPr>
          <p:cNvPr id="20253" name="Google Shape;20253;p94"/>
          <p:cNvSpPr/>
          <p:nvPr/>
        </p:nvSpPr>
        <p:spPr>
          <a:xfrm>
            <a:off x="1834458" y="3357746"/>
            <a:ext cx="338448" cy="337742"/>
          </a:xfrm>
          <a:custGeom>
            <a:rect b="b" l="l" r="r" t="t"/>
            <a:pathLst>
              <a:path extrusionOk="0" h="11480" w="11504">
                <a:moveTo>
                  <a:pt x="6169" y="668"/>
                </a:moveTo>
                <a:lnTo>
                  <a:pt x="6169" y="5407"/>
                </a:lnTo>
                <a:lnTo>
                  <a:pt x="5311" y="5407"/>
                </a:lnTo>
                <a:lnTo>
                  <a:pt x="5311" y="668"/>
                </a:lnTo>
                <a:close/>
                <a:moveTo>
                  <a:pt x="1549" y="3025"/>
                </a:moveTo>
                <a:lnTo>
                  <a:pt x="1549" y="5431"/>
                </a:lnTo>
                <a:lnTo>
                  <a:pt x="691" y="5431"/>
                </a:lnTo>
                <a:lnTo>
                  <a:pt x="691" y="3025"/>
                </a:lnTo>
                <a:close/>
                <a:moveTo>
                  <a:pt x="3097" y="1549"/>
                </a:moveTo>
                <a:lnTo>
                  <a:pt x="3097" y="5431"/>
                </a:lnTo>
                <a:lnTo>
                  <a:pt x="2239" y="5431"/>
                </a:lnTo>
                <a:lnTo>
                  <a:pt x="2239" y="1549"/>
                </a:lnTo>
                <a:close/>
                <a:moveTo>
                  <a:pt x="4621" y="2311"/>
                </a:moveTo>
                <a:lnTo>
                  <a:pt x="4621" y="5431"/>
                </a:lnTo>
                <a:lnTo>
                  <a:pt x="3763" y="5431"/>
                </a:lnTo>
                <a:lnTo>
                  <a:pt x="3763" y="2311"/>
                </a:lnTo>
                <a:close/>
                <a:moveTo>
                  <a:pt x="6169" y="6074"/>
                </a:moveTo>
                <a:lnTo>
                  <a:pt x="6169" y="8503"/>
                </a:lnTo>
                <a:lnTo>
                  <a:pt x="5311" y="8503"/>
                </a:lnTo>
                <a:lnTo>
                  <a:pt x="5311" y="6074"/>
                </a:lnTo>
                <a:close/>
                <a:moveTo>
                  <a:pt x="9264" y="6074"/>
                </a:moveTo>
                <a:lnTo>
                  <a:pt x="9264" y="9193"/>
                </a:lnTo>
                <a:lnTo>
                  <a:pt x="8407" y="9193"/>
                </a:lnTo>
                <a:lnTo>
                  <a:pt x="8407" y="6074"/>
                </a:lnTo>
                <a:close/>
                <a:moveTo>
                  <a:pt x="7717" y="6074"/>
                </a:moveTo>
                <a:lnTo>
                  <a:pt x="7717" y="9955"/>
                </a:lnTo>
                <a:lnTo>
                  <a:pt x="6859" y="9955"/>
                </a:lnTo>
                <a:lnTo>
                  <a:pt x="6859" y="6074"/>
                </a:lnTo>
                <a:close/>
                <a:moveTo>
                  <a:pt x="10836" y="6074"/>
                </a:moveTo>
                <a:lnTo>
                  <a:pt x="10836" y="10813"/>
                </a:lnTo>
                <a:lnTo>
                  <a:pt x="9979" y="10813"/>
                </a:lnTo>
                <a:lnTo>
                  <a:pt x="9979" y="6074"/>
                </a:lnTo>
                <a:close/>
                <a:moveTo>
                  <a:pt x="4621" y="1"/>
                </a:moveTo>
                <a:lnTo>
                  <a:pt x="4621" y="1620"/>
                </a:lnTo>
                <a:lnTo>
                  <a:pt x="3763" y="1620"/>
                </a:lnTo>
                <a:lnTo>
                  <a:pt x="3763" y="858"/>
                </a:lnTo>
                <a:lnTo>
                  <a:pt x="1549" y="858"/>
                </a:lnTo>
                <a:lnTo>
                  <a:pt x="1549" y="2335"/>
                </a:lnTo>
                <a:lnTo>
                  <a:pt x="1" y="2335"/>
                </a:lnTo>
                <a:lnTo>
                  <a:pt x="1" y="6074"/>
                </a:lnTo>
                <a:lnTo>
                  <a:pt x="4621" y="6074"/>
                </a:lnTo>
                <a:lnTo>
                  <a:pt x="4621" y="9146"/>
                </a:lnTo>
                <a:lnTo>
                  <a:pt x="6169" y="9146"/>
                </a:lnTo>
                <a:lnTo>
                  <a:pt x="6169" y="10598"/>
                </a:lnTo>
                <a:lnTo>
                  <a:pt x="8407" y="10598"/>
                </a:lnTo>
                <a:lnTo>
                  <a:pt x="8407" y="9860"/>
                </a:lnTo>
                <a:lnTo>
                  <a:pt x="9264" y="9860"/>
                </a:lnTo>
                <a:lnTo>
                  <a:pt x="9264" y="11479"/>
                </a:lnTo>
                <a:lnTo>
                  <a:pt x="11503" y="11479"/>
                </a:lnTo>
                <a:lnTo>
                  <a:pt x="11503" y="5359"/>
                </a:lnTo>
                <a:lnTo>
                  <a:pt x="6859" y="5359"/>
                </a:lnTo>
                <a:lnTo>
                  <a:pt x="68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nvGrpSpPr>
          <p:cNvPr id="20254" name="Google Shape;20254;p94"/>
          <p:cNvGrpSpPr/>
          <p:nvPr/>
        </p:nvGrpSpPr>
        <p:grpSpPr>
          <a:xfrm>
            <a:off x="1095639" y="3457949"/>
            <a:ext cx="337742" cy="185697"/>
            <a:chOff x="1781439" y="3660349"/>
            <a:chExt cx="337742" cy="185697"/>
          </a:xfrm>
        </p:grpSpPr>
        <p:sp>
          <p:nvSpPr>
            <p:cNvPr id="20255" name="Google Shape;20255;p94"/>
            <p:cNvSpPr/>
            <p:nvPr/>
          </p:nvSpPr>
          <p:spPr>
            <a:xfrm>
              <a:off x="2023150" y="3660349"/>
              <a:ext cx="96027" cy="104412"/>
            </a:xfrm>
            <a:custGeom>
              <a:rect b="b" l="l" r="r" t="t"/>
              <a:pathLst>
                <a:path extrusionOk="0" h="3549" w="3264">
                  <a:moveTo>
                    <a:pt x="2621" y="691"/>
                  </a:moveTo>
                  <a:lnTo>
                    <a:pt x="2621" y="2144"/>
                  </a:lnTo>
                  <a:lnTo>
                    <a:pt x="2168" y="2144"/>
                  </a:lnTo>
                  <a:lnTo>
                    <a:pt x="1692" y="2620"/>
                  </a:lnTo>
                  <a:lnTo>
                    <a:pt x="1215" y="2144"/>
                  </a:lnTo>
                  <a:lnTo>
                    <a:pt x="692" y="2144"/>
                  </a:lnTo>
                  <a:lnTo>
                    <a:pt x="692" y="691"/>
                  </a:lnTo>
                  <a:close/>
                  <a:moveTo>
                    <a:pt x="1" y="0"/>
                  </a:moveTo>
                  <a:lnTo>
                    <a:pt x="1" y="2787"/>
                  </a:lnTo>
                  <a:lnTo>
                    <a:pt x="930" y="2787"/>
                  </a:lnTo>
                  <a:lnTo>
                    <a:pt x="1668" y="3549"/>
                  </a:lnTo>
                  <a:lnTo>
                    <a:pt x="2406" y="2787"/>
                  </a:lnTo>
                  <a:lnTo>
                    <a:pt x="3264" y="2787"/>
                  </a:lnTo>
                  <a:lnTo>
                    <a:pt x="326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256" name="Google Shape;20256;p94"/>
            <p:cNvSpPr/>
            <p:nvPr/>
          </p:nvSpPr>
          <p:spPr>
            <a:xfrm>
              <a:off x="1901971" y="3661055"/>
              <a:ext cx="96704" cy="104412"/>
            </a:xfrm>
            <a:custGeom>
              <a:rect b="b" l="l" r="r" t="t"/>
              <a:pathLst>
                <a:path extrusionOk="0" h="3549" w="3287">
                  <a:moveTo>
                    <a:pt x="2596" y="667"/>
                  </a:moveTo>
                  <a:lnTo>
                    <a:pt x="2596" y="2120"/>
                  </a:lnTo>
                  <a:lnTo>
                    <a:pt x="2143" y="2120"/>
                  </a:lnTo>
                  <a:lnTo>
                    <a:pt x="1667" y="2596"/>
                  </a:lnTo>
                  <a:lnTo>
                    <a:pt x="1191" y="2120"/>
                  </a:lnTo>
                  <a:lnTo>
                    <a:pt x="667" y="2120"/>
                  </a:lnTo>
                  <a:lnTo>
                    <a:pt x="667" y="667"/>
                  </a:lnTo>
                  <a:close/>
                  <a:moveTo>
                    <a:pt x="0" y="0"/>
                  </a:moveTo>
                  <a:lnTo>
                    <a:pt x="0" y="2787"/>
                  </a:lnTo>
                  <a:lnTo>
                    <a:pt x="929" y="2787"/>
                  </a:lnTo>
                  <a:lnTo>
                    <a:pt x="1667" y="3549"/>
                  </a:lnTo>
                  <a:lnTo>
                    <a:pt x="2429" y="2787"/>
                  </a:lnTo>
                  <a:lnTo>
                    <a:pt x="3286" y="2787"/>
                  </a:lnTo>
                  <a:lnTo>
                    <a:pt x="328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257" name="Google Shape;20257;p94"/>
            <p:cNvSpPr/>
            <p:nvPr/>
          </p:nvSpPr>
          <p:spPr>
            <a:xfrm>
              <a:off x="1781439" y="3661055"/>
              <a:ext cx="96027" cy="104412"/>
            </a:xfrm>
            <a:custGeom>
              <a:rect b="b" l="l" r="r" t="t"/>
              <a:pathLst>
                <a:path extrusionOk="0" h="3549" w="3264">
                  <a:moveTo>
                    <a:pt x="2597" y="667"/>
                  </a:moveTo>
                  <a:lnTo>
                    <a:pt x="2597" y="2120"/>
                  </a:lnTo>
                  <a:lnTo>
                    <a:pt x="2144" y="2120"/>
                  </a:lnTo>
                  <a:lnTo>
                    <a:pt x="1668" y="2596"/>
                  </a:lnTo>
                  <a:lnTo>
                    <a:pt x="1192" y="2120"/>
                  </a:lnTo>
                  <a:lnTo>
                    <a:pt x="644" y="2120"/>
                  </a:lnTo>
                  <a:lnTo>
                    <a:pt x="644" y="667"/>
                  </a:lnTo>
                  <a:close/>
                  <a:moveTo>
                    <a:pt x="1" y="0"/>
                  </a:moveTo>
                  <a:lnTo>
                    <a:pt x="1" y="2787"/>
                  </a:lnTo>
                  <a:lnTo>
                    <a:pt x="930" y="2787"/>
                  </a:lnTo>
                  <a:lnTo>
                    <a:pt x="1668" y="3549"/>
                  </a:lnTo>
                  <a:lnTo>
                    <a:pt x="2406" y="2787"/>
                  </a:lnTo>
                  <a:lnTo>
                    <a:pt x="3264" y="2787"/>
                  </a:lnTo>
                  <a:lnTo>
                    <a:pt x="326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258" name="Google Shape;20258;p94"/>
            <p:cNvSpPr/>
            <p:nvPr/>
          </p:nvSpPr>
          <p:spPr>
            <a:xfrm>
              <a:off x="1781439" y="3782940"/>
              <a:ext cx="337742" cy="63106"/>
            </a:xfrm>
            <a:custGeom>
              <a:rect b="b" l="l" r="r" t="t"/>
              <a:pathLst>
                <a:path extrusionOk="0" h="2145" w="11480">
                  <a:moveTo>
                    <a:pt x="3597" y="692"/>
                  </a:moveTo>
                  <a:lnTo>
                    <a:pt x="3597" y="1454"/>
                  </a:lnTo>
                  <a:lnTo>
                    <a:pt x="644" y="1454"/>
                  </a:lnTo>
                  <a:lnTo>
                    <a:pt x="644" y="692"/>
                  </a:lnTo>
                  <a:close/>
                  <a:moveTo>
                    <a:pt x="7241" y="715"/>
                  </a:moveTo>
                  <a:lnTo>
                    <a:pt x="7241" y="1477"/>
                  </a:lnTo>
                  <a:lnTo>
                    <a:pt x="4288" y="1477"/>
                  </a:lnTo>
                  <a:lnTo>
                    <a:pt x="4288" y="715"/>
                  </a:lnTo>
                  <a:close/>
                  <a:moveTo>
                    <a:pt x="10837" y="715"/>
                  </a:moveTo>
                  <a:lnTo>
                    <a:pt x="10837" y="1477"/>
                  </a:lnTo>
                  <a:lnTo>
                    <a:pt x="7884" y="1477"/>
                  </a:lnTo>
                  <a:lnTo>
                    <a:pt x="7884" y="715"/>
                  </a:lnTo>
                  <a:close/>
                  <a:moveTo>
                    <a:pt x="1" y="1"/>
                  </a:moveTo>
                  <a:lnTo>
                    <a:pt x="1" y="2144"/>
                  </a:lnTo>
                  <a:lnTo>
                    <a:pt x="11480" y="2144"/>
                  </a:lnTo>
                  <a:lnTo>
                    <a:pt x="1148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sp>
        <p:nvSpPr>
          <p:cNvPr id="20259" name="Google Shape;20259;p94"/>
          <p:cNvSpPr/>
          <p:nvPr/>
        </p:nvSpPr>
        <p:spPr>
          <a:xfrm>
            <a:off x="1093550" y="3962377"/>
            <a:ext cx="339830" cy="339154"/>
          </a:xfrm>
          <a:custGeom>
            <a:rect b="b" l="l" r="r" t="t"/>
            <a:pathLst>
              <a:path extrusionOk="0" h="11528" w="11551">
                <a:moveTo>
                  <a:pt x="5478" y="691"/>
                </a:moveTo>
                <a:lnTo>
                  <a:pt x="5478" y="2501"/>
                </a:lnTo>
                <a:lnTo>
                  <a:pt x="6240" y="3240"/>
                </a:lnTo>
                <a:lnTo>
                  <a:pt x="5478" y="3978"/>
                </a:lnTo>
                <a:lnTo>
                  <a:pt x="5478" y="5502"/>
                </a:lnTo>
                <a:lnTo>
                  <a:pt x="4239" y="5502"/>
                </a:lnTo>
                <a:lnTo>
                  <a:pt x="3215" y="4478"/>
                </a:lnTo>
                <a:lnTo>
                  <a:pt x="2215" y="5502"/>
                </a:lnTo>
                <a:lnTo>
                  <a:pt x="763" y="5502"/>
                </a:lnTo>
                <a:cubicBezTo>
                  <a:pt x="882" y="2906"/>
                  <a:pt x="2930" y="858"/>
                  <a:pt x="5478" y="691"/>
                </a:cubicBezTo>
                <a:close/>
                <a:moveTo>
                  <a:pt x="6121" y="715"/>
                </a:moveTo>
                <a:cubicBezTo>
                  <a:pt x="8693" y="858"/>
                  <a:pt x="10765" y="2906"/>
                  <a:pt x="10884" y="5502"/>
                </a:cubicBezTo>
                <a:lnTo>
                  <a:pt x="9145" y="5502"/>
                </a:lnTo>
                <a:lnTo>
                  <a:pt x="8407" y="6240"/>
                </a:lnTo>
                <a:lnTo>
                  <a:pt x="7669" y="5502"/>
                </a:lnTo>
                <a:lnTo>
                  <a:pt x="6121" y="5502"/>
                </a:lnTo>
                <a:lnTo>
                  <a:pt x="6121" y="4264"/>
                </a:lnTo>
                <a:lnTo>
                  <a:pt x="7121" y="3240"/>
                </a:lnTo>
                <a:lnTo>
                  <a:pt x="6121" y="2216"/>
                </a:lnTo>
                <a:lnTo>
                  <a:pt x="6121" y="715"/>
                </a:lnTo>
                <a:close/>
                <a:moveTo>
                  <a:pt x="10836" y="6121"/>
                </a:moveTo>
                <a:cubicBezTo>
                  <a:pt x="10669" y="8669"/>
                  <a:pt x="8645" y="10646"/>
                  <a:pt x="6145" y="10812"/>
                </a:cubicBezTo>
                <a:lnTo>
                  <a:pt x="6145" y="9169"/>
                </a:lnTo>
                <a:lnTo>
                  <a:pt x="5406" y="8431"/>
                </a:lnTo>
                <a:lnTo>
                  <a:pt x="6145" y="7669"/>
                </a:lnTo>
                <a:lnTo>
                  <a:pt x="6145" y="6121"/>
                </a:lnTo>
                <a:lnTo>
                  <a:pt x="7383" y="6121"/>
                </a:lnTo>
                <a:lnTo>
                  <a:pt x="8407" y="7145"/>
                </a:lnTo>
                <a:lnTo>
                  <a:pt x="9407" y="6121"/>
                </a:lnTo>
                <a:close/>
                <a:moveTo>
                  <a:pt x="3215" y="5454"/>
                </a:moveTo>
                <a:lnTo>
                  <a:pt x="3978" y="6192"/>
                </a:lnTo>
                <a:lnTo>
                  <a:pt x="5478" y="6192"/>
                </a:lnTo>
                <a:lnTo>
                  <a:pt x="5478" y="7431"/>
                </a:lnTo>
                <a:lnTo>
                  <a:pt x="4478" y="8455"/>
                </a:lnTo>
                <a:lnTo>
                  <a:pt x="5478" y="9455"/>
                </a:lnTo>
                <a:lnTo>
                  <a:pt x="5478" y="10836"/>
                </a:lnTo>
                <a:cubicBezTo>
                  <a:pt x="2977" y="10646"/>
                  <a:pt x="953" y="8669"/>
                  <a:pt x="763" y="6192"/>
                </a:cubicBezTo>
                <a:lnTo>
                  <a:pt x="2477" y="6192"/>
                </a:lnTo>
                <a:lnTo>
                  <a:pt x="3215" y="5454"/>
                </a:lnTo>
                <a:close/>
                <a:moveTo>
                  <a:pt x="5707" y="0"/>
                </a:moveTo>
                <a:cubicBezTo>
                  <a:pt x="4233" y="0"/>
                  <a:pt x="2768" y="639"/>
                  <a:pt x="1715" y="1692"/>
                </a:cubicBezTo>
                <a:cubicBezTo>
                  <a:pt x="596" y="2787"/>
                  <a:pt x="0" y="4287"/>
                  <a:pt x="0" y="5835"/>
                </a:cubicBezTo>
                <a:cubicBezTo>
                  <a:pt x="48" y="7359"/>
                  <a:pt x="643" y="8788"/>
                  <a:pt x="1739" y="9860"/>
                </a:cubicBezTo>
                <a:cubicBezTo>
                  <a:pt x="2769" y="10866"/>
                  <a:pt x="4235" y="11528"/>
                  <a:pt x="5709" y="11528"/>
                </a:cubicBezTo>
                <a:cubicBezTo>
                  <a:pt x="5735" y="11528"/>
                  <a:pt x="5761" y="11527"/>
                  <a:pt x="5787" y="11527"/>
                </a:cubicBezTo>
                <a:cubicBezTo>
                  <a:pt x="5813" y="11527"/>
                  <a:pt x="5838" y="11528"/>
                  <a:pt x="5863" y="11528"/>
                </a:cubicBezTo>
                <a:cubicBezTo>
                  <a:pt x="7293" y="11528"/>
                  <a:pt x="8783" y="10866"/>
                  <a:pt x="9836" y="9860"/>
                </a:cubicBezTo>
                <a:cubicBezTo>
                  <a:pt x="10908" y="8788"/>
                  <a:pt x="11503" y="7359"/>
                  <a:pt x="11551" y="5835"/>
                </a:cubicBezTo>
                <a:lnTo>
                  <a:pt x="11551" y="5502"/>
                </a:lnTo>
                <a:cubicBezTo>
                  <a:pt x="11431" y="4073"/>
                  <a:pt x="10908" y="2716"/>
                  <a:pt x="9860" y="1692"/>
                </a:cubicBezTo>
                <a:cubicBezTo>
                  <a:pt x="8830" y="662"/>
                  <a:pt x="7317" y="0"/>
                  <a:pt x="5864" y="0"/>
                </a:cubicBezTo>
                <a:cubicBezTo>
                  <a:pt x="5839" y="0"/>
                  <a:pt x="5813" y="0"/>
                  <a:pt x="5787" y="1"/>
                </a:cubicBezTo>
                <a:cubicBezTo>
                  <a:pt x="5761" y="0"/>
                  <a:pt x="5734" y="0"/>
                  <a:pt x="57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260" name="Google Shape;20260;p94"/>
          <p:cNvSpPr/>
          <p:nvPr/>
        </p:nvSpPr>
        <p:spPr>
          <a:xfrm>
            <a:off x="1868144" y="3925955"/>
            <a:ext cx="270399" cy="339124"/>
          </a:xfrm>
          <a:custGeom>
            <a:rect b="b" l="l" r="r" t="t"/>
            <a:pathLst>
              <a:path extrusionOk="0" h="11527" w="9191">
                <a:moveTo>
                  <a:pt x="1706" y="735"/>
                </a:moveTo>
                <a:cubicBezTo>
                  <a:pt x="1732" y="735"/>
                  <a:pt x="1758" y="736"/>
                  <a:pt x="1785" y="739"/>
                </a:cubicBezTo>
                <a:cubicBezTo>
                  <a:pt x="2261" y="762"/>
                  <a:pt x="2666" y="1191"/>
                  <a:pt x="2666" y="1691"/>
                </a:cubicBezTo>
                <a:lnTo>
                  <a:pt x="2666" y="2644"/>
                </a:lnTo>
                <a:lnTo>
                  <a:pt x="1713" y="2644"/>
                </a:lnTo>
                <a:cubicBezTo>
                  <a:pt x="1237" y="2644"/>
                  <a:pt x="808" y="2239"/>
                  <a:pt x="761" y="1739"/>
                </a:cubicBezTo>
                <a:cubicBezTo>
                  <a:pt x="738" y="1194"/>
                  <a:pt x="1170" y="735"/>
                  <a:pt x="1706" y="735"/>
                </a:cubicBezTo>
                <a:close/>
                <a:moveTo>
                  <a:pt x="7552" y="2667"/>
                </a:moveTo>
                <a:cubicBezTo>
                  <a:pt x="7567" y="2667"/>
                  <a:pt x="7581" y="2667"/>
                  <a:pt x="7596" y="2668"/>
                </a:cubicBezTo>
                <a:cubicBezTo>
                  <a:pt x="8072" y="2691"/>
                  <a:pt x="8429" y="3072"/>
                  <a:pt x="8453" y="3525"/>
                </a:cubicBezTo>
                <a:cubicBezTo>
                  <a:pt x="8477" y="4096"/>
                  <a:pt x="8048" y="4549"/>
                  <a:pt x="7500" y="4549"/>
                </a:cubicBezTo>
                <a:lnTo>
                  <a:pt x="6548" y="4549"/>
                </a:lnTo>
                <a:lnTo>
                  <a:pt x="6548" y="3620"/>
                </a:lnTo>
                <a:lnTo>
                  <a:pt x="6572" y="3620"/>
                </a:lnTo>
                <a:cubicBezTo>
                  <a:pt x="6572" y="3087"/>
                  <a:pt x="7023" y="2667"/>
                  <a:pt x="7552" y="2667"/>
                </a:cubicBezTo>
                <a:close/>
                <a:moveTo>
                  <a:pt x="1744" y="4834"/>
                </a:moveTo>
                <a:cubicBezTo>
                  <a:pt x="1757" y="4834"/>
                  <a:pt x="1771" y="4834"/>
                  <a:pt x="1785" y="4835"/>
                </a:cubicBezTo>
                <a:cubicBezTo>
                  <a:pt x="2261" y="4859"/>
                  <a:pt x="2666" y="5311"/>
                  <a:pt x="2666" y="5787"/>
                </a:cubicBezTo>
                <a:lnTo>
                  <a:pt x="2666" y="6740"/>
                </a:lnTo>
                <a:lnTo>
                  <a:pt x="1713" y="6740"/>
                </a:lnTo>
                <a:cubicBezTo>
                  <a:pt x="1237" y="6740"/>
                  <a:pt x="808" y="6359"/>
                  <a:pt x="761" y="5859"/>
                </a:cubicBezTo>
                <a:cubicBezTo>
                  <a:pt x="738" y="5301"/>
                  <a:pt x="1191" y="4834"/>
                  <a:pt x="1744" y="4834"/>
                </a:cubicBezTo>
                <a:close/>
                <a:moveTo>
                  <a:pt x="7541" y="6834"/>
                </a:moveTo>
                <a:cubicBezTo>
                  <a:pt x="8094" y="6834"/>
                  <a:pt x="8547" y="7301"/>
                  <a:pt x="8501" y="7835"/>
                </a:cubicBezTo>
                <a:cubicBezTo>
                  <a:pt x="8453" y="8288"/>
                  <a:pt x="8000" y="8716"/>
                  <a:pt x="7524" y="8716"/>
                </a:cubicBezTo>
                <a:lnTo>
                  <a:pt x="6595" y="8716"/>
                </a:lnTo>
                <a:lnTo>
                  <a:pt x="6595" y="7788"/>
                </a:lnTo>
                <a:cubicBezTo>
                  <a:pt x="6595" y="7311"/>
                  <a:pt x="7000" y="6859"/>
                  <a:pt x="7500" y="6835"/>
                </a:cubicBezTo>
                <a:cubicBezTo>
                  <a:pt x="7514" y="6835"/>
                  <a:pt x="7528" y="6834"/>
                  <a:pt x="7541" y="6834"/>
                </a:cubicBezTo>
                <a:close/>
                <a:moveTo>
                  <a:pt x="1706" y="8975"/>
                </a:moveTo>
                <a:cubicBezTo>
                  <a:pt x="1732" y="8975"/>
                  <a:pt x="1758" y="8976"/>
                  <a:pt x="1785" y="8978"/>
                </a:cubicBezTo>
                <a:cubicBezTo>
                  <a:pt x="2261" y="9002"/>
                  <a:pt x="2666" y="9455"/>
                  <a:pt x="2666" y="9931"/>
                </a:cubicBezTo>
                <a:lnTo>
                  <a:pt x="2666" y="10884"/>
                </a:lnTo>
                <a:lnTo>
                  <a:pt x="1713" y="10884"/>
                </a:lnTo>
                <a:cubicBezTo>
                  <a:pt x="1237" y="10884"/>
                  <a:pt x="808" y="10503"/>
                  <a:pt x="761" y="9979"/>
                </a:cubicBezTo>
                <a:cubicBezTo>
                  <a:pt x="738" y="9434"/>
                  <a:pt x="1170" y="8975"/>
                  <a:pt x="1706" y="8975"/>
                </a:cubicBezTo>
                <a:close/>
                <a:moveTo>
                  <a:pt x="4262" y="0"/>
                </a:moveTo>
                <a:lnTo>
                  <a:pt x="4262" y="2596"/>
                </a:lnTo>
                <a:lnTo>
                  <a:pt x="3309" y="2596"/>
                </a:lnTo>
                <a:lnTo>
                  <a:pt x="3309" y="1691"/>
                </a:lnTo>
                <a:cubicBezTo>
                  <a:pt x="3309" y="858"/>
                  <a:pt x="2714" y="167"/>
                  <a:pt x="1880" y="48"/>
                </a:cubicBezTo>
                <a:cubicBezTo>
                  <a:pt x="1813" y="40"/>
                  <a:pt x="1746" y="36"/>
                  <a:pt x="1680" y="36"/>
                </a:cubicBezTo>
                <a:cubicBezTo>
                  <a:pt x="747" y="36"/>
                  <a:pt x="0" y="803"/>
                  <a:pt x="23" y="1715"/>
                </a:cubicBezTo>
                <a:cubicBezTo>
                  <a:pt x="46" y="2572"/>
                  <a:pt x="808" y="3287"/>
                  <a:pt x="1666" y="3287"/>
                </a:cubicBezTo>
                <a:lnTo>
                  <a:pt x="4262" y="3287"/>
                </a:lnTo>
                <a:lnTo>
                  <a:pt x="4262" y="6716"/>
                </a:lnTo>
                <a:lnTo>
                  <a:pt x="3309" y="6716"/>
                </a:lnTo>
                <a:lnTo>
                  <a:pt x="3309" y="5787"/>
                </a:lnTo>
                <a:cubicBezTo>
                  <a:pt x="3309" y="4954"/>
                  <a:pt x="2714" y="4263"/>
                  <a:pt x="1880" y="4144"/>
                </a:cubicBezTo>
                <a:cubicBezTo>
                  <a:pt x="1813" y="4136"/>
                  <a:pt x="1746" y="4132"/>
                  <a:pt x="1680" y="4132"/>
                </a:cubicBezTo>
                <a:cubicBezTo>
                  <a:pt x="747" y="4132"/>
                  <a:pt x="0" y="4899"/>
                  <a:pt x="23" y="5811"/>
                </a:cubicBezTo>
                <a:cubicBezTo>
                  <a:pt x="46" y="6692"/>
                  <a:pt x="808" y="7383"/>
                  <a:pt x="1666" y="7383"/>
                </a:cubicBezTo>
                <a:lnTo>
                  <a:pt x="4262" y="7383"/>
                </a:lnTo>
                <a:lnTo>
                  <a:pt x="4262" y="10836"/>
                </a:lnTo>
                <a:lnTo>
                  <a:pt x="3309" y="10836"/>
                </a:lnTo>
                <a:lnTo>
                  <a:pt x="3309" y="9931"/>
                </a:lnTo>
                <a:cubicBezTo>
                  <a:pt x="3309" y="9098"/>
                  <a:pt x="2714" y="8407"/>
                  <a:pt x="1880" y="8288"/>
                </a:cubicBezTo>
                <a:cubicBezTo>
                  <a:pt x="1813" y="8280"/>
                  <a:pt x="1746" y="8276"/>
                  <a:pt x="1680" y="8276"/>
                </a:cubicBezTo>
                <a:cubicBezTo>
                  <a:pt x="747" y="8276"/>
                  <a:pt x="0" y="9043"/>
                  <a:pt x="23" y="9955"/>
                </a:cubicBezTo>
                <a:cubicBezTo>
                  <a:pt x="46" y="10812"/>
                  <a:pt x="808" y="11527"/>
                  <a:pt x="1666" y="11527"/>
                </a:cubicBezTo>
                <a:lnTo>
                  <a:pt x="4928" y="11527"/>
                </a:lnTo>
                <a:lnTo>
                  <a:pt x="4928" y="9359"/>
                </a:lnTo>
                <a:lnTo>
                  <a:pt x="7500" y="9359"/>
                </a:lnTo>
                <a:cubicBezTo>
                  <a:pt x="8381" y="9359"/>
                  <a:pt x="9144" y="8645"/>
                  <a:pt x="9144" y="7740"/>
                </a:cubicBezTo>
                <a:cubicBezTo>
                  <a:pt x="9166" y="6885"/>
                  <a:pt x="8445" y="6137"/>
                  <a:pt x="7582" y="6137"/>
                </a:cubicBezTo>
                <a:cubicBezTo>
                  <a:pt x="7531" y="6137"/>
                  <a:pt x="7480" y="6139"/>
                  <a:pt x="7429" y="6145"/>
                </a:cubicBezTo>
                <a:cubicBezTo>
                  <a:pt x="6572" y="6216"/>
                  <a:pt x="5929" y="6930"/>
                  <a:pt x="5929" y="7788"/>
                </a:cubicBezTo>
                <a:lnTo>
                  <a:pt x="5929" y="8716"/>
                </a:lnTo>
                <a:lnTo>
                  <a:pt x="4976" y="8716"/>
                </a:lnTo>
                <a:lnTo>
                  <a:pt x="4976" y="5263"/>
                </a:lnTo>
                <a:lnTo>
                  <a:pt x="7524" y="5263"/>
                </a:lnTo>
                <a:cubicBezTo>
                  <a:pt x="8381" y="5263"/>
                  <a:pt x="9144" y="4573"/>
                  <a:pt x="9167" y="3668"/>
                </a:cubicBezTo>
                <a:cubicBezTo>
                  <a:pt x="9191" y="2730"/>
                  <a:pt x="8452" y="1976"/>
                  <a:pt x="7520" y="1976"/>
                </a:cubicBezTo>
                <a:cubicBezTo>
                  <a:pt x="7505" y="1976"/>
                  <a:pt x="7491" y="1977"/>
                  <a:pt x="7477" y="1977"/>
                </a:cubicBezTo>
                <a:cubicBezTo>
                  <a:pt x="6595" y="2001"/>
                  <a:pt x="5881" y="2763"/>
                  <a:pt x="5881" y="3620"/>
                </a:cubicBezTo>
                <a:lnTo>
                  <a:pt x="5881" y="4549"/>
                </a:lnTo>
                <a:lnTo>
                  <a:pt x="4928" y="4549"/>
                </a:lnTo>
                <a:lnTo>
                  <a:pt x="492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nvGrpSpPr>
          <p:cNvPr id="20261" name="Google Shape;20261;p94"/>
          <p:cNvGrpSpPr/>
          <p:nvPr/>
        </p:nvGrpSpPr>
        <p:grpSpPr>
          <a:xfrm>
            <a:off x="2591489" y="3927367"/>
            <a:ext cx="320203" cy="295667"/>
            <a:chOff x="2972489" y="4129767"/>
            <a:chExt cx="320203" cy="295667"/>
          </a:xfrm>
        </p:grpSpPr>
        <p:sp>
          <p:nvSpPr>
            <p:cNvPr id="20262" name="Google Shape;20262;p94"/>
            <p:cNvSpPr/>
            <p:nvPr/>
          </p:nvSpPr>
          <p:spPr>
            <a:xfrm>
              <a:off x="2972489" y="4362358"/>
              <a:ext cx="63076" cy="63076"/>
            </a:xfrm>
            <a:custGeom>
              <a:rect b="b" l="l" r="r" t="t"/>
              <a:pathLst>
                <a:path extrusionOk="0" h="2144" w="2144">
                  <a:moveTo>
                    <a:pt x="1072" y="691"/>
                  </a:moveTo>
                  <a:cubicBezTo>
                    <a:pt x="1287" y="691"/>
                    <a:pt x="1453" y="858"/>
                    <a:pt x="1453" y="1072"/>
                  </a:cubicBezTo>
                  <a:cubicBezTo>
                    <a:pt x="1453" y="1286"/>
                    <a:pt x="1287" y="1453"/>
                    <a:pt x="1072" y="1453"/>
                  </a:cubicBezTo>
                  <a:cubicBezTo>
                    <a:pt x="858" y="1453"/>
                    <a:pt x="691" y="1286"/>
                    <a:pt x="691" y="1072"/>
                  </a:cubicBezTo>
                  <a:cubicBezTo>
                    <a:pt x="691" y="882"/>
                    <a:pt x="834" y="691"/>
                    <a:pt x="1072" y="691"/>
                  </a:cubicBezTo>
                  <a:close/>
                  <a:moveTo>
                    <a:pt x="1072" y="0"/>
                  </a:moveTo>
                  <a:cubicBezTo>
                    <a:pt x="477" y="0"/>
                    <a:pt x="1" y="477"/>
                    <a:pt x="1" y="1072"/>
                  </a:cubicBezTo>
                  <a:cubicBezTo>
                    <a:pt x="1" y="1667"/>
                    <a:pt x="477" y="2144"/>
                    <a:pt x="1072" y="2144"/>
                  </a:cubicBezTo>
                  <a:cubicBezTo>
                    <a:pt x="1668" y="2144"/>
                    <a:pt x="2144" y="1667"/>
                    <a:pt x="2144" y="1072"/>
                  </a:cubicBezTo>
                  <a:cubicBezTo>
                    <a:pt x="2144" y="477"/>
                    <a:pt x="1668"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263" name="Google Shape;20263;p94"/>
            <p:cNvSpPr/>
            <p:nvPr/>
          </p:nvSpPr>
          <p:spPr>
            <a:xfrm>
              <a:off x="2972489" y="4284602"/>
              <a:ext cx="63076" cy="63076"/>
            </a:xfrm>
            <a:custGeom>
              <a:rect b="b" l="l" r="r" t="t"/>
              <a:pathLst>
                <a:path extrusionOk="0" h="2144" w="2144">
                  <a:moveTo>
                    <a:pt x="1072" y="691"/>
                  </a:moveTo>
                  <a:cubicBezTo>
                    <a:pt x="1287" y="691"/>
                    <a:pt x="1453" y="857"/>
                    <a:pt x="1453" y="1072"/>
                  </a:cubicBezTo>
                  <a:cubicBezTo>
                    <a:pt x="1453" y="1286"/>
                    <a:pt x="1287" y="1453"/>
                    <a:pt x="1072" y="1453"/>
                  </a:cubicBezTo>
                  <a:cubicBezTo>
                    <a:pt x="858" y="1453"/>
                    <a:pt x="691" y="1286"/>
                    <a:pt x="691" y="1072"/>
                  </a:cubicBezTo>
                  <a:cubicBezTo>
                    <a:pt x="691" y="857"/>
                    <a:pt x="834" y="691"/>
                    <a:pt x="1072" y="691"/>
                  </a:cubicBezTo>
                  <a:close/>
                  <a:moveTo>
                    <a:pt x="1072" y="0"/>
                  </a:moveTo>
                  <a:cubicBezTo>
                    <a:pt x="477" y="0"/>
                    <a:pt x="1" y="476"/>
                    <a:pt x="1" y="1072"/>
                  </a:cubicBezTo>
                  <a:cubicBezTo>
                    <a:pt x="1" y="1667"/>
                    <a:pt x="477" y="2143"/>
                    <a:pt x="1072" y="2143"/>
                  </a:cubicBezTo>
                  <a:cubicBezTo>
                    <a:pt x="1668" y="2143"/>
                    <a:pt x="2144" y="1667"/>
                    <a:pt x="2144" y="1072"/>
                  </a:cubicBezTo>
                  <a:cubicBezTo>
                    <a:pt x="2144" y="476"/>
                    <a:pt x="1668"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264" name="Google Shape;20264;p94"/>
            <p:cNvSpPr/>
            <p:nvPr/>
          </p:nvSpPr>
          <p:spPr>
            <a:xfrm>
              <a:off x="2972489" y="4206817"/>
              <a:ext cx="63076" cy="63076"/>
            </a:xfrm>
            <a:custGeom>
              <a:rect b="b" l="l" r="r" t="t"/>
              <a:pathLst>
                <a:path extrusionOk="0" h="2144" w="2144">
                  <a:moveTo>
                    <a:pt x="1072" y="691"/>
                  </a:moveTo>
                  <a:cubicBezTo>
                    <a:pt x="1287" y="691"/>
                    <a:pt x="1453" y="858"/>
                    <a:pt x="1453" y="1072"/>
                  </a:cubicBezTo>
                  <a:cubicBezTo>
                    <a:pt x="1453" y="1287"/>
                    <a:pt x="1287" y="1453"/>
                    <a:pt x="1072" y="1453"/>
                  </a:cubicBezTo>
                  <a:cubicBezTo>
                    <a:pt x="858" y="1453"/>
                    <a:pt x="691" y="1287"/>
                    <a:pt x="691" y="1072"/>
                  </a:cubicBezTo>
                  <a:cubicBezTo>
                    <a:pt x="691" y="858"/>
                    <a:pt x="834" y="691"/>
                    <a:pt x="1072" y="691"/>
                  </a:cubicBezTo>
                  <a:close/>
                  <a:moveTo>
                    <a:pt x="1072" y="1"/>
                  </a:moveTo>
                  <a:cubicBezTo>
                    <a:pt x="477" y="1"/>
                    <a:pt x="1" y="477"/>
                    <a:pt x="1" y="1072"/>
                  </a:cubicBezTo>
                  <a:cubicBezTo>
                    <a:pt x="1" y="1668"/>
                    <a:pt x="477" y="2144"/>
                    <a:pt x="1072" y="2144"/>
                  </a:cubicBezTo>
                  <a:cubicBezTo>
                    <a:pt x="1668" y="2144"/>
                    <a:pt x="2144" y="1668"/>
                    <a:pt x="2144" y="1072"/>
                  </a:cubicBezTo>
                  <a:cubicBezTo>
                    <a:pt x="2144" y="477"/>
                    <a:pt x="1668"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265" name="Google Shape;20265;p94"/>
            <p:cNvSpPr/>
            <p:nvPr/>
          </p:nvSpPr>
          <p:spPr>
            <a:xfrm>
              <a:off x="3057953" y="4362358"/>
              <a:ext cx="63106" cy="63076"/>
            </a:xfrm>
            <a:custGeom>
              <a:rect b="b" l="l" r="r" t="t"/>
              <a:pathLst>
                <a:path extrusionOk="0" h="2144" w="2145">
                  <a:moveTo>
                    <a:pt x="1073" y="691"/>
                  </a:moveTo>
                  <a:cubicBezTo>
                    <a:pt x="1287" y="691"/>
                    <a:pt x="1477" y="858"/>
                    <a:pt x="1477" y="1072"/>
                  </a:cubicBezTo>
                  <a:cubicBezTo>
                    <a:pt x="1477" y="1286"/>
                    <a:pt x="1287" y="1453"/>
                    <a:pt x="1073" y="1453"/>
                  </a:cubicBezTo>
                  <a:cubicBezTo>
                    <a:pt x="882" y="1453"/>
                    <a:pt x="692" y="1286"/>
                    <a:pt x="692" y="1072"/>
                  </a:cubicBezTo>
                  <a:cubicBezTo>
                    <a:pt x="692" y="882"/>
                    <a:pt x="858" y="691"/>
                    <a:pt x="1073" y="691"/>
                  </a:cubicBezTo>
                  <a:close/>
                  <a:moveTo>
                    <a:pt x="1073" y="0"/>
                  </a:moveTo>
                  <a:cubicBezTo>
                    <a:pt x="477" y="0"/>
                    <a:pt x="1" y="477"/>
                    <a:pt x="1" y="1072"/>
                  </a:cubicBezTo>
                  <a:cubicBezTo>
                    <a:pt x="1" y="1667"/>
                    <a:pt x="477" y="2144"/>
                    <a:pt x="1073" y="2144"/>
                  </a:cubicBezTo>
                  <a:cubicBezTo>
                    <a:pt x="1668" y="2144"/>
                    <a:pt x="2144" y="1667"/>
                    <a:pt x="2144" y="1072"/>
                  </a:cubicBezTo>
                  <a:cubicBezTo>
                    <a:pt x="2144" y="477"/>
                    <a:pt x="1668"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266" name="Google Shape;20266;p94"/>
            <p:cNvSpPr/>
            <p:nvPr/>
          </p:nvSpPr>
          <p:spPr>
            <a:xfrm>
              <a:off x="3057953" y="4284602"/>
              <a:ext cx="63106" cy="63076"/>
            </a:xfrm>
            <a:custGeom>
              <a:rect b="b" l="l" r="r" t="t"/>
              <a:pathLst>
                <a:path extrusionOk="0" h="2144" w="2145">
                  <a:moveTo>
                    <a:pt x="1073" y="691"/>
                  </a:moveTo>
                  <a:cubicBezTo>
                    <a:pt x="1287" y="691"/>
                    <a:pt x="1477" y="857"/>
                    <a:pt x="1477" y="1072"/>
                  </a:cubicBezTo>
                  <a:cubicBezTo>
                    <a:pt x="1477" y="1286"/>
                    <a:pt x="1287" y="1453"/>
                    <a:pt x="1073" y="1453"/>
                  </a:cubicBezTo>
                  <a:cubicBezTo>
                    <a:pt x="882" y="1453"/>
                    <a:pt x="692" y="1286"/>
                    <a:pt x="692" y="1072"/>
                  </a:cubicBezTo>
                  <a:cubicBezTo>
                    <a:pt x="692" y="857"/>
                    <a:pt x="858" y="691"/>
                    <a:pt x="1073" y="691"/>
                  </a:cubicBezTo>
                  <a:close/>
                  <a:moveTo>
                    <a:pt x="1073" y="0"/>
                  </a:moveTo>
                  <a:cubicBezTo>
                    <a:pt x="477" y="0"/>
                    <a:pt x="1" y="476"/>
                    <a:pt x="1" y="1072"/>
                  </a:cubicBezTo>
                  <a:cubicBezTo>
                    <a:pt x="1" y="1667"/>
                    <a:pt x="477" y="2143"/>
                    <a:pt x="1073" y="2143"/>
                  </a:cubicBezTo>
                  <a:cubicBezTo>
                    <a:pt x="1668" y="2143"/>
                    <a:pt x="2144" y="1667"/>
                    <a:pt x="2144" y="1072"/>
                  </a:cubicBezTo>
                  <a:cubicBezTo>
                    <a:pt x="2144" y="476"/>
                    <a:pt x="1668"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267" name="Google Shape;20267;p94"/>
            <p:cNvSpPr/>
            <p:nvPr/>
          </p:nvSpPr>
          <p:spPr>
            <a:xfrm>
              <a:off x="3144152" y="4362358"/>
              <a:ext cx="63076" cy="63076"/>
            </a:xfrm>
            <a:custGeom>
              <a:rect b="b" l="l" r="r" t="t"/>
              <a:pathLst>
                <a:path extrusionOk="0" h="2144" w="2144">
                  <a:moveTo>
                    <a:pt x="1072" y="691"/>
                  </a:moveTo>
                  <a:cubicBezTo>
                    <a:pt x="1262" y="691"/>
                    <a:pt x="1453" y="858"/>
                    <a:pt x="1453" y="1072"/>
                  </a:cubicBezTo>
                  <a:cubicBezTo>
                    <a:pt x="1453" y="1286"/>
                    <a:pt x="1262" y="1453"/>
                    <a:pt x="1072" y="1453"/>
                  </a:cubicBezTo>
                  <a:cubicBezTo>
                    <a:pt x="857" y="1453"/>
                    <a:pt x="667" y="1286"/>
                    <a:pt x="667" y="1072"/>
                  </a:cubicBezTo>
                  <a:cubicBezTo>
                    <a:pt x="691" y="882"/>
                    <a:pt x="857" y="691"/>
                    <a:pt x="1072" y="691"/>
                  </a:cubicBezTo>
                  <a:close/>
                  <a:moveTo>
                    <a:pt x="1072" y="0"/>
                  </a:moveTo>
                  <a:cubicBezTo>
                    <a:pt x="476" y="0"/>
                    <a:pt x="0" y="477"/>
                    <a:pt x="0" y="1072"/>
                  </a:cubicBezTo>
                  <a:cubicBezTo>
                    <a:pt x="0" y="1667"/>
                    <a:pt x="476" y="2144"/>
                    <a:pt x="1072" y="2144"/>
                  </a:cubicBezTo>
                  <a:cubicBezTo>
                    <a:pt x="1667" y="2144"/>
                    <a:pt x="2143" y="1667"/>
                    <a:pt x="2143" y="1072"/>
                  </a:cubicBezTo>
                  <a:cubicBezTo>
                    <a:pt x="2143" y="477"/>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268" name="Google Shape;20268;p94"/>
            <p:cNvSpPr/>
            <p:nvPr/>
          </p:nvSpPr>
          <p:spPr>
            <a:xfrm>
              <a:off x="3144152" y="4284602"/>
              <a:ext cx="63076" cy="63076"/>
            </a:xfrm>
            <a:custGeom>
              <a:rect b="b" l="l" r="r" t="t"/>
              <a:pathLst>
                <a:path extrusionOk="0" h="2144" w="2144">
                  <a:moveTo>
                    <a:pt x="1072" y="691"/>
                  </a:moveTo>
                  <a:cubicBezTo>
                    <a:pt x="1262" y="691"/>
                    <a:pt x="1453" y="857"/>
                    <a:pt x="1453" y="1072"/>
                  </a:cubicBezTo>
                  <a:cubicBezTo>
                    <a:pt x="1453" y="1286"/>
                    <a:pt x="1262" y="1453"/>
                    <a:pt x="1072" y="1453"/>
                  </a:cubicBezTo>
                  <a:cubicBezTo>
                    <a:pt x="857" y="1453"/>
                    <a:pt x="667" y="1286"/>
                    <a:pt x="667" y="1072"/>
                  </a:cubicBezTo>
                  <a:cubicBezTo>
                    <a:pt x="667" y="857"/>
                    <a:pt x="857" y="691"/>
                    <a:pt x="1072" y="691"/>
                  </a:cubicBezTo>
                  <a:close/>
                  <a:moveTo>
                    <a:pt x="1072" y="0"/>
                  </a:moveTo>
                  <a:cubicBezTo>
                    <a:pt x="476" y="0"/>
                    <a:pt x="0" y="476"/>
                    <a:pt x="0" y="1072"/>
                  </a:cubicBezTo>
                  <a:cubicBezTo>
                    <a:pt x="0" y="1667"/>
                    <a:pt x="476" y="2143"/>
                    <a:pt x="1072" y="2143"/>
                  </a:cubicBezTo>
                  <a:cubicBezTo>
                    <a:pt x="1667" y="2143"/>
                    <a:pt x="2143" y="1667"/>
                    <a:pt x="2143" y="1072"/>
                  </a:cubicBezTo>
                  <a:cubicBezTo>
                    <a:pt x="2143"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269" name="Google Shape;20269;p94"/>
            <p:cNvSpPr/>
            <p:nvPr/>
          </p:nvSpPr>
          <p:spPr>
            <a:xfrm>
              <a:off x="3144152" y="4206817"/>
              <a:ext cx="63076" cy="63076"/>
            </a:xfrm>
            <a:custGeom>
              <a:rect b="b" l="l" r="r" t="t"/>
              <a:pathLst>
                <a:path extrusionOk="0" h="2144" w="2144">
                  <a:moveTo>
                    <a:pt x="1072" y="691"/>
                  </a:moveTo>
                  <a:cubicBezTo>
                    <a:pt x="1262" y="691"/>
                    <a:pt x="1453" y="858"/>
                    <a:pt x="1453" y="1072"/>
                  </a:cubicBezTo>
                  <a:cubicBezTo>
                    <a:pt x="1453" y="1287"/>
                    <a:pt x="1262" y="1453"/>
                    <a:pt x="1072" y="1453"/>
                  </a:cubicBezTo>
                  <a:cubicBezTo>
                    <a:pt x="857" y="1453"/>
                    <a:pt x="667" y="1287"/>
                    <a:pt x="667" y="1072"/>
                  </a:cubicBezTo>
                  <a:cubicBezTo>
                    <a:pt x="691" y="858"/>
                    <a:pt x="857" y="691"/>
                    <a:pt x="1072" y="691"/>
                  </a:cubicBezTo>
                  <a:close/>
                  <a:moveTo>
                    <a:pt x="1072" y="1"/>
                  </a:moveTo>
                  <a:cubicBezTo>
                    <a:pt x="476" y="1"/>
                    <a:pt x="0" y="477"/>
                    <a:pt x="0" y="1072"/>
                  </a:cubicBezTo>
                  <a:cubicBezTo>
                    <a:pt x="0" y="1668"/>
                    <a:pt x="476"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270" name="Google Shape;20270;p94"/>
            <p:cNvSpPr/>
            <p:nvPr/>
          </p:nvSpPr>
          <p:spPr>
            <a:xfrm>
              <a:off x="3229616" y="4362358"/>
              <a:ext cx="63076" cy="63076"/>
            </a:xfrm>
            <a:custGeom>
              <a:rect b="b" l="l" r="r" t="t"/>
              <a:pathLst>
                <a:path extrusionOk="0" h="2144" w="2144">
                  <a:moveTo>
                    <a:pt x="1072" y="691"/>
                  </a:moveTo>
                  <a:cubicBezTo>
                    <a:pt x="1286" y="691"/>
                    <a:pt x="1477" y="858"/>
                    <a:pt x="1477" y="1072"/>
                  </a:cubicBezTo>
                  <a:cubicBezTo>
                    <a:pt x="1477" y="1286"/>
                    <a:pt x="1286" y="1453"/>
                    <a:pt x="1072" y="1453"/>
                  </a:cubicBezTo>
                  <a:cubicBezTo>
                    <a:pt x="882" y="1453"/>
                    <a:pt x="691" y="1286"/>
                    <a:pt x="691" y="1072"/>
                  </a:cubicBezTo>
                  <a:cubicBezTo>
                    <a:pt x="691" y="882"/>
                    <a:pt x="882" y="691"/>
                    <a:pt x="1072" y="691"/>
                  </a:cubicBezTo>
                  <a:close/>
                  <a:moveTo>
                    <a:pt x="1072" y="0"/>
                  </a:moveTo>
                  <a:cubicBezTo>
                    <a:pt x="477" y="0"/>
                    <a:pt x="0" y="477"/>
                    <a:pt x="0" y="1072"/>
                  </a:cubicBezTo>
                  <a:cubicBezTo>
                    <a:pt x="0" y="1667"/>
                    <a:pt x="477" y="2144"/>
                    <a:pt x="1072" y="2144"/>
                  </a:cubicBezTo>
                  <a:cubicBezTo>
                    <a:pt x="1667" y="2144"/>
                    <a:pt x="2144" y="1667"/>
                    <a:pt x="2144" y="1072"/>
                  </a:cubicBezTo>
                  <a:cubicBezTo>
                    <a:pt x="2144" y="477"/>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271" name="Google Shape;20271;p94"/>
            <p:cNvSpPr/>
            <p:nvPr/>
          </p:nvSpPr>
          <p:spPr>
            <a:xfrm>
              <a:off x="3229616" y="4284602"/>
              <a:ext cx="63076" cy="63076"/>
            </a:xfrm>
            <a:custGeom>
              <a:rect b="b" l="l" r="r" t="t"/>
              <a:pathLst>
                <a:path extrusionOk="0" h="2144" w="2144">
                  <a:moveTo>
                    <a:pt x="1072" y="691"/>
                  </a:moveTo>
                  <a:cubicBezTo>
                    <a:pt x="1286" y="691"/>
                    <a:pt x="1477" y="857"/>
                    <a:pt x="1477" y="1072"/>
                  </a:cubicBezTo>
                  <a:cubicBezTo>
                    <a:pt x="1477" y="1286"/>
                    <a:pt x="1286" y="1453"/>
                    <a:pt x="1072" y="1453"/>
                  </a:cubicBezTo>
                  <a:cubicBezTo>
                    <a:pt x="882" y="1453"/>
                    <a:pt x="691" y="1286"/>
                    <a:pt x="691" y="1072"/>
                  </a:cubicBezTo>
                  <a:cubicBezTo>
                    <a:pt x="691" y="857"/>
                    <a:pt x="882" y="691"/>
                    <a:pt x="1072" y="691"/>
                  </a:cubicBezTo>
                  <a:close/>
                  <a:moveTo>
                    <a:pt x="1072" y="0"/>
                  </a:moveTo>
                  <a:cubicBezTo>
                    <a:pt x="477" y="0"/>
                    <a:pt x="0" y="476"/>
                    <a:pt x="0" y="1072"/>
                  </a:cubicBezTo>
                  <a:cubicBezTo>
                    <a:pt x="0" y="1667"/>
                    <a:pt x="477" y="2143"/>
                    <a:pt x="1072" y="2143"/>
                  </a:cubicBezTo>
                  <a:cubicBezTo>
                    <a:pt x="1667" y="2143"/>
                    <a:pt x="2144" y="1667"/>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272" name="Google Shape;20272;p94"/>
            <p:cNvSpPr/>
            <p:nvPr/>
          </p:nvSpPr>
          <p:spPr>
            <a:xfrm>
              <a:off x="3229616" y="4206817"/>
              <a:ext cx="63076" cy="63076"/>
            </a:xfrm>
            <a:custGeom>
              <a:rect b="b" l="l" r="r" t="t"/>
              <a:pathLst>
                <a:path extrusionOk="0" h="2144" w="2144">
                  <a:moveTo>
                    <a:pt x="1072" y="691"/>
                  </a:moveTo>
                  <a:cubicBezTo>
                    <a:pt x="1286" y="691"/>
                    <a:pt x="1477" y="858"/>
                    <a:pt x="1477" y="1072"/>
                  </a:cubicBezTo>
                  <a:cubicBezTo>
                    <a:pt x="1477" y="1287"/>
                    <a:pt x="1286" y="1453"/>
                    <a:pt x="1072" y="1453"/>
                  </a:cubicBezTo>
                  <a:cubicBezTo>
                    <a:pt x="882" y="1453"/>
                    <a:pt x="691" y="1287"/>
                    <a:pt x="691" y="1072"/>
                  </a:cubicBezTo>
                  <a:cubicBezTo>
                    <a:pt x="691" y="858"/>
                    <a:pt x="882" y="691"/>
                    <a:pt x="1072" y="691"/>
                  </a:cubicBezTo>
                  <a:close/>
                  <a:moveTo>
                    <a:pt x="1072" y="1"/>
                  </a:moveTo>
                  <a:cubicBezTo>
                    <a:pt x="477" y="1"/>
                    <a:pt x="0" y="477"/>
                    <a:pt x="0" y="1072"/>
                  </a:cubicBezTo>
                  <a:cubicBezTo>
                    <a:pt x="0" y="1668"/>
                    <a:pt x="477" y="2144"/>
                    <a:pt x="1072" y="2144"/>
                  </a:cubicBezTo>
                  <a:cubicBezTo>
                    <a:pt x="1667" y="2144"/>
                    <a:pt x="2144" y="1668"/>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273" name="Google Shape;20273;p94"/>
            <p:cNvSpPr/>
            <p:nvPr/>
          </p:nvSpPr>
          <p:spPr>
            <a:xfrm>
              <a:off x="3229616" y="4129767"/>
              <a:ext cx="63076" cy="63076"/>
            </a:xfrm>
            <a:custGeom>
              <a:rect b="b" l="l" r="r" t="t"/>
              <a:pathLst>
                <a:path extrusionOk="0" h="2144" w="2144">
                  <a:moveTo>
                    <a:pt x="1072" y="691"/>
                  </a:moveTo>
                  <a:cubicBezTo>
                    <a:pt x="1286" y="691"/>
                    <a:pt x="1477" y="857"/>
                    <a:pt x="1477" y="1072"/>
                  </a:cubicBezTo>
                  <a:cubicBezTo>
                    <a:pt x="1477" y="1286"/>
                    <a:pt x="1286" y="1453"/>
                    <a:pt x="1072" y="1453"/>
                  </a:cubicBezTo>
                  <a:cubicBezTo>
                    <a:pt x="882" y="1453"/>
                    <a:pt x="691" y="1286"/>
                    <a:pt x="691" y="1072"/>
                  </a:cubicBezTo>
                  <a:cubicBezTo>
                    <a:pt x="691" y="857"/>
                    <a:pt x="882" y="691"/>
                    <a:pt x="1072" y="691"/>
                  </a:cubicBezTo>
                  <a:close/>
                  <a:moveTo>
                    <a:pt x="1072" y="0"/>
                  </a:moveTo>
                  <a:cubicBezTo>
                    <a:pt x="477" y="0"/>
                    <a:pt x="0" y="476"/>
                    <a:pt x="0" y="1072"/>
                  </a:cubicBezTo>
                  <a:cubicBezTo>
                    <a:pt x="0" y="1667"/>
                    <a:pt x="477" y="2143"/>
                    <a:pt x="1072" y="2143"/>
                  </a:cubicBezTo>
                  <a:cubicBezTo>
                    <a:pt x="1667" y="2143"/>
                    <a:pt x="2144" y="1667"/>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sp>
        <p:nvSpPr>
          <p:cNvPr id="20274" name="Google Shape;20274;p94"/>
          <p:cNvSpPr/>
          <p:nvPr/>
        </p:nvSpPr>
        <p:spPr>
          <a:xfrm>
            <a:off x="3281266" y="3927367"/>
            <a:ext cx="338418" cy="337712"/>
          </a:xfrm>
          <a:custGeom>
            <a:rect b="b" l="l" r="r" t="t"/>
            <a:pathLst>
              <a:path extrusionOk="0" h="11479" w="11503">
                <a:moveTo>
                  <a:pt x="10169" y="2429"/>
                </a:moveTo>
                <a:cubicBezTo>
                  <a:pt x="10360" y="2429"/>
                  <a:pt x="10550" y="2620"/>
                  <a:pt x="10550" y="2834"/>
                </a:cubicBezTo>
                <a:cubicBezTo>
                  <a:pt x="10550" y="3024"/>
                  <a:pt x="10360" y="3215"/>
                  <a:pt x="10169" y="3215"/>
                </a:cubicBezTo>
                <a:cubicBezTo>
                  <a:pt x="9955" y="3215"/>
                  <a:pt x="9764" y="3024"/>
                  <a:pt x="9764" y="2834"/>
                </a:cubicBezTo>
                <a:cubicBezTo>
                  <a:pt x="9764" y="2620"/>
                  <a:pt x="9931" y="2429"/>
                  <a:pt x="10169" y="2429"/>
                </a:cubicBezTo>
                <a:close/>
                <a:moveTo>
                  <a:pt x="8669" y="4763"/>
                </a:moveTo>
                <a:cubicBezTo>
                  <a:pt x="8883" y="4763"/>
                  <a:pt x="9050" y="4930"/>
                  <a:pt x="9050" y="5144"/>
                </a:cubicBezTo>
                <a:cubicBezTo>
                  <a:pt x="9050" y="5358"/>
                  <a:pt x="8883" y="5525"/>
                  <a:pt x="8669" y="5525"/>
                </a:cubicBezTo>
                <a:cubicBezTo>
                  <a:pt x="8454" y="5525"/>
                  <a:pt x="8288" y="5358"/>
                  <a:pt x="8288" y="5144"/>
                </a:cubicBezTo>
                <a:cubicBezTo>
                  <a:pt x="8288" y="4930"/>
                  <a:pt x="8454" y="4763"/>
                  <a:pt x="8669" y="4763"/>
                </a:cubicBezTo>
                <a:close/>
                <a:moveTo>
                  <a:pt x="4335" y="5358"/>
                </a:moveTo>
                <a:cubicBezTo>
                  <a:pt x="4525" y="5358"/>
                  <a:pt x="4716" y="5525"/>
                  <a:pt x="4716" y="5739"/>
                </a:cubicBezTo>
                <a:cubicBezTo>
                  <a:pt x="4716" y="5954"/>
                  <a:pt x="4525" y="6120"/>
                  <a:pt x="4335" y="6120"/>
                </a:cubicBezTo>
                <a:cubicBezTo>
                  <a:pt x="4120" y="6120"/>
                  <a:pt x="3930" y="5954"/>
                  <a:pt x="3930" y="5739"/>
                </a:cubicBezTo>
                <a:cubicBezTo>
                  <a:pt x="3906" y="5525"/>
                  <a:pt x="4096" y="5358"/>
                  <a:pt x="4335" y="5358"/>
                </a:cubicBezTo>
                <a:close/>
                <a:moveTo>
                  <a:pt x="6716" y="6811"/>
                </a:moveTo>
                <a:cubicBezTo>
                  <a:pt x="6906" y="6811"/>
                  <a:pt x="7097" y="6978"/>
                  <a:pt x="7097" y="7192"/>
                </a:cubicBezTo>
                <a:cubicBezTo>
                  <a:pt x="7097" y="7406"/>
                  <a:pt x="6906" y="7573"/>
                  <a:pt x="6716" y="7573"/>
                </a:cubicBezTo>
                <a:cubicBezTo>
                  <a:pt x="6502" y="7573"/>
                  <a:pt x="6311" y="7406"/>
                  <a:pt x="6311" y="7192"/>
                </a:cubicBezTo>
                <a:cubicBezTo>
                  <a:pt x="6311" y="6978"/>
                  <a:pt x="6478" y="6811"/>
                  <a:pt x="6716" y="6811"/>
                </a:cubicBezTo>
                <a:close/>
                <a:moveTo>
                  <a:pt x="2715" y="7740"/>
                </a:moveTo>
                <a:cubicBezTo>
                  <a:pt x="2929" y="7740"/>
                  <a:pt x="3096" y="7906"/>
                  <a:pt x="3096" y="8121"/>
                </a:cubicBezTo>
                <a:cubicBezTo>
                  <a:pt x="3096" y="8335"/>
                  <a:pt x="2929" y="8502"/>
                  <a:pt x="2715" y="8502"/>
                </a:cubicBezTo>
                <a:cubicBezTo>
                  <a:pt x="2501" y="8502"/>
                  <a:pt x="2334" y="8335"/>
                  <a:pt x="2334" y="8121"/>
                </a:cubicBezTo>
                <a:cubicBezTo>
                  <a:pt x="2334" y="7906"/>
                  <a:pt x="2501" y="7740"/>
                  <a:pt x="2715" y="7740"/>
                </a:cubicBezTo>
                <a:close/>
                <a:moveTo>
                  <a:pt x="0" y="0"/>
                </a:moveTo>
                <a:lnTo>
                  <a:pt x="0" y="11479"/>
                </a:lnTo>
                <a:lnTo>
                  <a:pt x="11503" y="11479"/>
                </a:lnTo>
                <a:lnTo>
                  <a:pt x="11503" y="10264"/>
                </a:lnTo>
                <a:lnTo>
                  <a:pt x="10836" y="10264"/>
                </a:lnTo>
                <a:lnTo>
                  <a:pt x="10836" y="10288"/>
                </a:lnTo>
                <a:lnTo>
                  <a:pt x="10836" y="10836"/>
                </a:lnTo>
                <a:lnTo>
                  <a:pt x="691" y="10836"/>
                </a:lnTo>
                <a:lnTo>
                  <a:pt x="691" y="9883"/>
                </a:lnTo>
                <a:lnTo>
                  <a:pt x="2072" y="8954"/>
                </a:lnTo>
                <a:cubicBezTo>
                  <a:pt x="2243" y="9082"/>
                  <a:pt x="2490" y="9172"/>
                  <a:pt x="2746" y="9172"/>
                </a:cubicBezTo>
                <a:cubicBezTo>
                  <a:pt x="2775" y="9172"/>
                  <a:pt x="2805" y="9171"/>
                  <a:pt x="2834" y="9169"/>
                </a:cubicBezTo>
                <a:cubicBezTo>
                  <a:pt x="3334" y="9097"/>
                  <a:pt x="3739" y="8716"/>
                  <a:pt x="3787" y="8216"/>
                </a:cubicBezTo>
                <a:cubicBezTo>
                  <a:pt x="3811" y="7930"/>
                  <a:pt x="3739" y="7668"/>
                  <a:pt x="3620" y="7478"/>
                </a:cubicBezTo>
                <a:lnTo>
                  <a:pt x="4049" y="6716"/>
                </a:lnTo>
                <a:cubicBezTo>
                  <a:pt x="4144" y="6740"/>
                  <a:pt x="4239" y="6740"/>
                  <a:pt x="4335" y="6740"/>
                </a:cubicBezTo>
                <a:cubicBezTo>
                  <a:pt x="4596" y="6740"/>
                  <a:pt x="4835" y="6668"/>
                  <a:pt x="5001" y="6478"/>
                </a:cubicBezTo>
                <a:lnTo>
                  <a:pt x="5644" y="6930"/>
                </a:lnTo>
                <a:cubicBezTo>
                  <a:pt x="5597" y="7073"/>
                  <a:pt x="5597" y="7216"/>
                  <a:pt x="5644" y="7382"/>
                </a:cubicBezTo>
                <a:cubicBezTo>
                  <a:pt x="5716" y="7787"/>
                  <a:pt x="6049" y="8121"/>
                  <a:pt x="6478" y="8168"/>
                </a:cubicBezTo>
                <a:cubicBezTo>
                  <a:pt x="6542" y="8180"/>
                  <a:pt x="6606" y="8186"/>
                  <a:pt x="6669" y="8186"/>
                </a:cubicBezTo>
                <a:cubicBezTo>
                  <a:pt x="7234" y="8186"/>
                  <a:pt x="7716" y="7723"/>
                  <a:pt x="7716" y="7144"/>
                </a:cubicBezTo>
                <a:cubicBezTo>
                  <a:pt x="7716" y="6954"/>
                  <a:pt x="7692" y="6811"/>
                  <a:pt x="7597" y="6692"/>
                </a:cubicBezTo>
                <a:lnTo>
                  <a:pt x="8169" y="6073"/>
                </a:lnTo>
                <a:cubicBezTo>
                  <a:pt x="8289" y="6124"/>
                  <a:pt x="8434" y="6163"/>
                  <a:pt x="8585" y="6163"/>
                </a:cubicBezTo>
                <a:cubicBezTo>
                  <a:pt x="8644" y="6163"/>
                  <a:pt x="8704" y="6157"/>
                  <a:pt x="8764" y="6144"/>
                </a:cubicBezTo>
                <a:cubicBezTo>
                  <a:pt x="9240" y="6097"/>
                  <a:pt x="9621" y="5715"/>
                  <a:pt x="9693" y="5239"/>
                </a:cubicBezTo>
                <a:cubicBezTo>
                  <a:pt x="9717" y="4906"/>
                  <a:pt x="9621" y="4620"/>
                  <a:pt x="9407" y="4406"/>
                </a:cubicBezTo>
                <a:lnTo>
                  <a:pt x="9836" y="3810"/>
                </a:lnTo>
                <a:cubicBezTo>
                  <a:pt x="9907" y="3822"/>
                  <a:pt x="9979" y="3828"/>
                  <a:pt x="10056" y="3828"/>
                </a:cubicBezTo>
                <a:cubicBezTo>
                  <a:pt x="10133" y="3828"/>
                  <a:pt x="10217" y="3822"/>
                  <a:pt x="10312" y="3810"/>
                </a:cubicBezTo>
                <a:cubicBezTo>
                  <a:pt x="10717" y="3715"/>
                  <a:pt x="11050" y="3382"/>
                  <a:pt x="11145" y="2977"/>
                </a:cubicBezTo>
                <a:cubicBezTo>
                  <a:pt x="11277" y="2319"/>
                  <a:pt x="10762" y="1701"/>
                  <a:pt x="10121" y="1701"/>
                </a:cubicBezTo>
                <a:cubicBezTo>
                  <a:pt x="10067" y="1701"/>
                  <a:pt x="10011" y="1705"/>
                  <a:pt x="9955" y="1715"/>
                </a:cubicBezTo>
                <a:cubicBezTo>
                  <a:pt x="9478" y="1786"/>
                  <a:pt x="9097" y="2167"/>
                  <a:pt x="9026" y="2667"/>
                </a:cubicBezTo>
                <a:cubicBezTo>
                  <a:pt x="9002" y="2977"/>
                  <a:pt x="9097" y="3239"/>
                  <a:pt x="9264" y="3453"/>
                </a:cubicBezTo>
                <a:lnTo>
                  <a:pt x="8859" y="4072"/>
                </a:lnTo>
                <a:cubicBezTo>
                  <a:pt x="8788" y="4048"/>
                  <a:pt x="8693" y="4048"/>
                  <a:pt x="8645" y="4048"/>
                </a:cubicBezTo>
                <a:cubicBezTo>
                  <a:pt x="8050" y="4048"/>
                  <a:pt x="7573" y="4525"/>
                  <a:pt x="7573" y="5120"/>
                </a:cubicBezTo>
                <a:cubicBezTo>
                  <a:pt x="7573" y="5287"/>
                  <a:pt x="7621" y="5477"/>
                  <a:pt x="7692" y="5620"/>
                </a:cubicBezTo>
                <a:lnTo>
                  <a:pt x="7145" y="6216"/>
                </a:lnTo>
                <a:cubicBezTo>
                  <a:pt x="7002" y="6120"/>
                  <a:pt x="6835" y="6097"/>
                  <a:pt x="6668" y="6097"/>
                </a:cubicBezTo>
                <a:cubicBezTo>
                  <a:pt x="6406" y="6097"/>
                  <a:pt x="6168" y="6192"/>
                  <a:pt x="5954" y="6358"/>
                </a:cubicBezTo>
                <a:lnTo>
                  <a:pt x="5335" y="5906"/>
                </a:lnTo>
                <a:cubicBezTo>
                  <a:pt x="5359" y="5787"/>
                  <a:pt x="5359" y="5692"/>
                  <a:pt x="5335" y="5549"/>
                </a:cubicBezTo>
                <a:cubicBezTo>
                  <a:pt x="5287" y="5096"/>
                  <a:pt x="4882" y="4691"/>
                  <a:pt x="4382" y="4644"/>
                </a:cubicBezTo>
                <a:cubicBezTo>
                  <a:pt x="4344" y="4639"/>
                  <a:pt x="4306" y="4637"/>
                  <a:pt x="4269" y="4637"/>
                </a:cubicBezTo>
                <a:cubicBezTo>
                  <a:pt x="3698" y="4637"/>
                  <a:pt x="3215" y="5134"/>
                  <a:pt x="3215" y="5715"/>
                </a:cubicBezTo>
                <a:cubicBezTo>
                  <a:pt x="3215" y="5977"/>
                  <a:pt x="3310" y="6192"/>
                  <a:pt x="3453" y="6382"/>
                </a:cubicBezTo>
                <a:lnTo>
                  <a:pt x="3049" y="7073"/>
                </a:lnTo>
                <a:cubicBezTo>
                  <a:pt x="2953" y="7049"/>
                  <a:pt x="2834" y="7025"/>
                  <a:pt x="2715" y="7025"/>
                </a:cubicBezTo>
                <a:cubicBezTo>
                  <a:pt x="2120" y="7025"/>
                  <a:pt x="1643" y="7502"/>
                  <a:pt x="1643" y="8097"/>
                </a:cubicBezTo>
                <a:cubicBezTo>
                  <a:pt x="1643" y="8168"/>
                  <a:pt x="1643" y="8264"/>
                  <a:pt x="1667" y="8359"/>
                </a:cubicBezTo>
                <a:lnTo>
                  <a:pt x="691" y="9002"/>
                </a:lnTo>
                <a:lnTo>
                  <a:pt x="691" y="691"/>
                </a:lnTo>
                <a:lnTo>
                  <a:pt x="1239" y="691"/>
                </a:lnTo>
                <a:lnTo>
                  <a:pt x="123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275" name="Google Shape;20275;p94"/>
          <p:cNvSpPr/>
          <p:nvPr/>
        </p:nvSpPr>
        <p:spPr>
          <a:xfrm>
            <a:off x="4045298" y="3927367"/>
            <a:ext cx="339830" cy="339801"/>
          </a:xfrm>
          <a:custGeom>
            <a:rect b="b" l="l" r="r" t="t"/>
            <a:pathLst>
              <a:path extrusionOk="0" h="11550" w="11551">
                <a:moveTo>
                  <a:pt x="6121" y="2072"/>
                </a:moveTo>
                <a:cubicBezTo>
                  <a:pt x="8002" y="2262"/>
                  <a:pt x="9455" y="3810"/>
                  <a:pt x="9455" y="5715"/>
                </a:cubicBezTo>
                <a:cubicBezTo>
                  <a:pt x="9455" y="6358"/>
                  <a:pt x="9288" y="6954"/>
                  <a:pt x="8978" y="7502"/>
                </a:cubicBezTo>
                <a:lnTo>
                  <a:pt x="6121" y="5573"/>
                </a:lnTo>
                <a:lnTo>
                  <a:pt x="6121" y="2072"/>
                </a:lnTo>
                <a:close/>
                <a:moveTo>
                  <a:pt x="6121" y="691"/>
                </a:moveTo>
                <a:cubicBezTo>
                  <a:pt x="8788" y="857"/>
                  <a:pt x="10860" y="3072"/>
                  <a:pt x="10860" y="5739"/>
                </a:cubicBezTo>
                <a:cubicBezTo>
                  <a:pt x="10860" y="6692"/>
                  <a:pt x="10598" y="7597"/>
                  <a:pt x="10145" y="8335"/>
                </a:cubicBezTo>
                <a:lnTo>
                  <a:pt x="9526" y="7906"/>
                </a:lnTo>
                <a:cubicBezTo>
                  <a:pt x="9883" y="7287"/>
                  <a:pt x="10121" y="6549"/>
                  <a:pt x="10121" y="5739"/>
                </a:cubicBezTo>
                <a:cubicBezTo>
                  <a:pt x="10121" y="3453"/>
                  <a:pt x="8359" y="1596"/>
                  <a:pt x="6121" y="1429"/>
                </a:cubicBezTo>
                <a:lnTo>
                  <a:pt x="6121" y="691"/>
                </a:lnTo>
                <a:close/>
                <a:moveTo>
                  <a:pt x="5454" y="2120"/>
                </a:moveTo>
                <a:lnTo>
                  <a:pt x="5454" y="5715"/>
                </a:lnTo>
                <a:lnTo>
                  <a:pt x="4739" y="9264"/>
                </a:lnTo>
                <a:cubicBezTo>
                  <a:pt x="3215" y="8811"/>
                  <a:pt x="2120" y="7406"/>
                  <a:pt x="2120" y="5739"/>
                </a:cubicBezTo>
                <a:cubicBezTo>
                  <a:pt x="2120" y="3834"/>
                  <a:pt x="3572" y="2262"/>
                  <a:pt x="5454" y="2120"/>
                </a:cubicBezTo>
                <a:close/>
                <a:moveTo>
                  <a:pt x="6002" y="6311"/>
                </a:moveTo>
                <a:lnTo>
                  <a:pt x="8597" y="8097"/>
                </a:lnTo>
                <a:cubicBezTo>
                  <a:pt x="7907" y="8907"/>
                  <a:pt x="6907" y="9407"/>
                  <a:pt x="5811" y="9407"/>
                </a:cubicBezTo>
                <a:cubicBezTo>
                  <a:pt x="5692" y="9407"/>
                  <a:pt x="5525" y="9407"/>
                  <a:pt x="5406" y="9383"/>
                </a:cubicBezTo>
                <a:lnTo>
                  <a:pt x="6002" y="6311"/>
                </a:lnTo>
                <a:close/>
                <a:moveTo>
                  <a:pt x="5454" y="691"/>
                </a:moveTo>
                <a:lnTo>
                  <a:pt x="5454" y="1429"/>
                </a:lnTo>
                <a:cubicBezTo>
                  <a:pt x="3215" y="1596"/>
                  <a:pt x="1453" y="3477"/>
                  <a:pt x="1453" y="5739"/>
                </a:cubicBezTo>
                <a:cubicBezTo>
                  <a:pt x="1453" y="7692"/>
                  <a:pt x="2787" y="9407"/>
                  <a:pt x="4620" y="9907"/>
                </a:cubicBezTo>
                <a:lnTo>
                  <a:pt x="4454" y="10621"/>
                </a:lnTo>
                <a:cubicBezTo>
                  <a:pt x="2287" y="10050"/>
                  <a:pt x="715" y="8097"/>
                  <a:pt x="715" y="5739"/>
                </a:cubicBezTo>
                <a:cubicBezTo>
                  <a:pt x="715" y="3072"/>
                  <a:pt x="2787" y="857"/>
                  <a:pt x="5454" y="691"/>
                </a:cubicBezTo>
                <a:close/>
                <a:moveTo>
                  <a:pt x="9169" y="8478"/>
                </a:moveTo>
                <a:lnTo>
                  <a:pt x="9788" y="8883"/>
                </a:lnTo>
                <a:cubicBezTo>
                  <a:pt x="8835" y="10050"/>
                  <a:pt x="7407" y="10836"/>
                  <a:pt x="5811" y="10836"/>
                </a:cubicBezTo>
                <a:cubicBezTo>
                  <a:pt x="5573" y="10836"/>
                  <a:pt x="5359" y="10812"/>
                  <a:pt x="5120" y="10764"/>
                </a:cubicBezTo>
                <a:lnTo>
                  <a:pt x="5263" y="10050"/>
                </a:lnTo>
                <a:cubicBezTo>
                  <a:pt x="5454" y="10074"/>
                  <a:pt x="5621" y="10074"/>
                  <a:pt x="5811" y="10074"/>
                </a:cubicBezTo>
                <a:cubicBezTo>
                  <a:pt x="7168" y="10074"/>
                  <a:pt x="8359" y="9454"/>
                  <a:pt x="9169" y="8478"/>
                </a:cubicBezTo>
                <a:close/>
                <a:moveTo>
                  <a:pt x="5763" y="0"/>
                </a:moveTo>
                <a:cubicBezTo>
                  <a:pt x="4215" y="0"/>
                  <a:pt x="2787" y="595"/>
                  <a:pt x="1691" y="1691"/>
                </a:cubicBezTo>
                <a:cubicBezTo>
                  <a:pt x="620" y="2763"/>
                  <a:pt x="0" y="4215"/>
                  <a:pt x="0" y="5763"/>
                </a:cubicBezTo>
                <a:cubicBezTo>
                  <a:pt x="0" y="7311"/>
                  <a:pt x="596" y="8740"/>
                  <a:pt x="1691" y="9859"/>
                </a:cubicBezTo>
                <a:cubicBezTo>
                  <a:pt x="2763" y="10931"/>
                  <a:pt x="4215" y="11550"/>
                  <a:pt x="5763" y="11550"/>
                </a:cubicBezTo>
                <a:cubicBezTo>
                  <a:pt x="7311" y="11550"/>
                  <a:pt x="8740" y="10955"/>
                  <a:pt x="9860" y="9859"/>
                </a:cubicBezTo>
                <a:cubicBezTo>
                  <a:pt x="10931" y="8788"/>
                  <a:pt x="11550" y="7311"/>
                  <a:pt x="11550" y="5763"/>
                </a:cubicBezTo>
                <a:cubicBezTo>
                  <a:pt x="11550" y="4215"/>
                  <a:pt x="10955" y="2763"/>
                  <a:pt x="9860" y="1691"/>
                </a:cubicBezTo>
                <a:cubicBezTo>
                  <a:pt x="8788" y="619"/>
                  <a:pt x="7311"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nvGrpSpPr>
          <p:cNvPr id="20276" name="Google Shape;20276;p94"/>
          <p:cNvGrpSpPr/>
          <p:nvPr/>
        </p:nvGrpSpPr>
        <p:grpSpPr>
          <a:xfrm>
            <a:off x="4780588" y="3927367"/>
            <a:ext cx="339153" cy="337712"/>
            <a:chOff x="4704388" y="4129767"/>
            <a:chExt cx="339153" cy="337712"/>
          </a:xfrm>
        </p:grpSpPr>
        <p:sp>
          <p:nvSpPr>
            <p:cNvPr id="20277" name="Google Shape;20277;p94"/>
            <p:cNvSpPr/>
            <p:nvPr/>
          </p:nvSpPr>
          <p:spPr>
            <a:xfrm>
              <a:off x="4704388" y="4129767"/>
              <a:ext cx="64489" cy="337712"/>
            </a:xfrm>
            <a:custGeom>
              <a:rect b="b" l="l" r="r" t="t"/>
              <a:pathLst>
                <a:path extrusionOk="0" h="11479" w="2192">
                  <a:moveTo>
                    <a:pt x="1073" y="1953"/>
                  </a:moveTo>
                  <a:cubicBezTo>
                    <a:pt x="1287" y="1953"/>
                    <a:pt x="1477" y="2143"/>
                    <a:pt x="1477" y="2334"/>
                  </a:cubicBezTo>
                  <a:cubicBezTo>
                    <a:pt x="1477" y="2548"/>
                    <a:pt x="1287" y="2739"/>
                    <a:pt x="1073" y="2739"/>
                  </a:cubicBezTo>
                  <a:cubicBezTo>
                    <a:pt x="882" y="2739"/>
                    <a:pt x="692" y="2548"/>
                    <a:pt x="692" y="2334"/>
                  </a:cubicBezTo>
                  <a:cubicBezTo>
                    <a:pt x="692" y="2143"/>
                    <a:pt x="882" y="1953"/>
                    <a:pt x="1073" y="1953"/>
                  </a:cubicBezTo>
                  <a:close/>
                  <a:moveTo>
                    <a:pt x="1073" y="5358"/>
                  </a:moveTo>
                  <a:cubicBezTo>
                    <a:pt x="1287" y="5358"/>
                    <a:pt x="1477" y="5525"/>
                    <a:pt x="1477" y="5739"/>
                  </a:cubicBezTo>
                  <a:cubicBezTo>
                    <a:pt x="1477" y="5954"/>
                    <a:pt x="1311" y="6120"/>
                    <a:pt x="1073" y="6120"/>
                  </a:cubicBezTo>
                  <a:cubicBezTo>
                    <a:pt x="882" y="6120"/>
                    <a:pt x="692" y="5954"/>
                    <a:pt x="692" y="5739"/>
                  </a:cubicBezTo>
                  <a:cubicBezTo>
                    <a:pt x="692" y="5525"/>
                    <a:pt x="882" y="5358"/>
                    <a:pt x="1073" y="5358"/>
                  </a:cubicBezTo>
                  <a:close/>
                  <a:moveTo>
                    <a:pt x="1073" y="8716"/>
                  </a:moveTo>
                  <a:cubicBezTo>
                    <a:pt x="1287" y="8716"/>
                    <a:pt x="1477" y="8883"/>
                    <a:pt x="1477" y="9097"/>
                  </a:cubicBezTo>
                  <a:cubicBezTo>
                    <a:pt x="1477" y="9311"/>
                    <a:pt x="1311" y="9478"/>
                    <a:pt x="1073" y="9478"/>
                  </a:cubicBezTo>
                  <a:cubicBezTo>
                    <a:pt x="882" y="9478"/>
                    <a:pt x="692" y="9311"/>
                    <a:pt x="692" y="9097"/>
                  </a:cubicBezTo>
                  <a:cubicBezTo>
                    <a:pt x="692" y="8883"/>
                    <a:pt x="882" y="8716"/>
                    <a:pt x="1073" y="8716"/>
                  </a:cubicBezTo>
                  <a:close/>
                  <a:moveTo>
                    <a:pt x="763" y="0"/>
                  </a:moveTo>
                  <a:lnTo>
                    <a:pt x="763" y="1357"/>
                  </a:lnTo>
                  <a:cubicBezTo>
                    <a:pt x="334" y="1524"/>
                    <a:pt x="1" y="1905"/>
                    <a:pt x="1" y="2381"/>
                  </a:cubicBezTo>
                  <a:cubicBezTo>
                    <a:pt x="1" y="2858"/>
                    <a:pt x="311" y="3239"/>
                    <a:pt x="763" y="3382"/>
                  </a:cubicBezTo>
                  <a:lnTo>
                    <a:pt x="763" y="4739"/>
                  </a:lnTo>
                  <a:cubicBezTo>
                    <a:pt x="334" y="4882"/>
                    <a:pt x="1" y="5263"/>
                    <a:pt x="1" y="5739"/>
                  </a:cubicBezTo>
                  <a:cubicBezTo>
                    <a:pt x="1" y="6216"/>
                    <a:pt x="311" y="6597"/>
                    <a:pt x="763" y="6763"/>
                  </a:cubicBezTo>
                  <a:lnTo>
                    <a:pt x="763" y="8097"/>
                  </a:lnTo>
                  <a:cubicBezTo>
                    <a:pt x="334" y="8240"/>
                    <a:pt x="1" y="8621"/>
                    <a:pt x="1" y="9097"/>
                  </a:cubicBezTo>
                  <a:cubicBezTo>
                    <a:pt x="1" y="9573"/>
                    <a:pt x="311" y="9978"/>
                    <a:pt x="763" y="10121"/>
                  </a:cubicBezTo>
                  <a:lnTo>
                    <a:pt x="763" y="11479"/>
                  </a:lnTo>
                  <a:lnTo>
                    <a:pt x="1430" y="11479"/>
                  </a:lnTo>
                  <a:lnTo>
                    <a:pt x="1430" y="10121"/>
                  </a:lnTo>
                  <a:cubicBezTo>
                    <a:pt x="1859" y="9978"/>
                    <a:pt x="2192" y="9573"/>
                    <a:pt x="2192" y="9097"/>
                  </a:cubicBezTo>
                  <a:cubicBezTo>
                    <a:pt x="2192" y="8621"/>
                    <a:pt x="1882" y="8240"/>
                    <a:pt x="1430" y="8097"/>
                  </a:cubicBezTo>
                  <a:lnTo>
                    <a:pt x="1430" y="6763"/>
                  </a:lnTo>
                  <a:cubicBezTo>
                    <a:pt x="1859" y="6597"/>
                    <a:pt x="2192" y="6216"/>
                    <a:pt x="2192" y="5739"/>
                  </a:cubicBezTo>
                  <a:cubicBezTo>
                    <a:pt x="2192" y="5263"/>
                    <a:pt x="1882" y="4882"/>
                    <a:pt x="1430" y="4739"/>
                  </a:cubicBezTo>
                  <a:lnTo>
                    <a:pt x="1430" y="3382"/>
                  </a:lnTo>
                  <a:cubicBezTo>
                    <a:pt x="1859" y="3239"/>
                    <a:pt x="2144" y="2858"/>
                    <a:pt x="2144" y="2381"/>
                  </a:cubicBezTo>
                  <a:cubicBezTo>
                    <a:pt x="2144" y="1905"/>
                    <a:pt x="1859" y="1524"/>
                    <a:pt x="1406" y="1357"/>
                  </a:cubicBezTo>
                  <a:lnTo>
                    <a:pt x="140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278" name="Google Shape;20278;p94"/>
            <p:cNvSpPr/>
            <p:nvPr/>
          </p:nvSpPr>
          <p:spPr>
            <a:xfrm>
              <a:off x="4782879" y="4162688"/>
              <a:ext cx="260661" cy="75698"/>
            </a:xfrm>
            <a:custGeom>
              <a:rect b="b" l="l" r="r" t="t"/>
              <a:pathLst>
                <a:path extrusionOk="0" h="2573" w="8860">
                  <a:moveTo>
                    <a:pt x="8169" y="667"/>
                  </a:moveTo>
                  <a:lnTo>
                    <a:pt x="8169" y="1882"/>
                  </a:lnTo>
                  <a:lnTo>
                    <a:pt x="7073" y="1882"/>
                  </a:lnTo>
                  <a:lnTo>
                    <a:pt x="7073" y="667"/>
                  </a:lnTo>
                  <a:close/>
                  <a:moveTo>
                    <a:pt x="6430" y="691"/>
                  </a:moveTo>
                  <a:lnTo>
                    <a:pt x="6430" y="1905"/>
                  </a:lnTo>
                  <a:lnTo>
                    <a:pt x="1358" y="1905"/>
                  </a:lnTo>
                  <a:lnTo>
                    <a:pt x="858" y="1286"/>
                  </a:lnTo>
                  <a:lnTo>
                    <a:pt x="1358" y="691"/>
                  </a:lnTo>
                  <a:close/>
                  <a:moveTo>
                    <a:pt x="1072" y="0"/>
                  </a:moveTo>
                  <a:lnTo>
                    <a:pt x="0" y="1286"/>
                  </a:lnTo>
                  <a:lnTo>
                    <a:pt x="1072" y="2572"/>
                  </a:lnTo>
                  <a:lnTo>
                    <a:pt x="8859" y="2572"/>
                  </a:lnTo>
                  <a:lnTo>
                    <a:pt x="88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279" name="Google Shape;20279;p94"/>
            <p:cNvSpPr/>
            <p:nvPr/>
          </p:nvSpPr>
          <p:spPr>
            <a:xfrm>
              <a:off x="4782879" y="4260066"/>
              <a:ext cx="260661" cy="75698"/>
            </a:xfrm>
            <a:custGeom>
              <a:rect b="b" l="l" r="r" t="t"/>
              <a:pathLst>
                <a:path extrusionOk="0" h="2573" w="8860">
                  <a:moveTo>
                    <a:pt x="6430" y="715"/>
                  </a:moveTo>
                  <a:lnTo>
                    <a:pt x="6430" y="1906"/>
                  </a:lnTo>
                  <a:lnTo>
                    <a:pt x="1358" y="1906"/>
                  </a:lnTo>
                  <a:lnTo>
                    <a:pt x="858" y="1310"/>
                  </a:lnTo>
                  <a:lnTo>
                    <a:pt x="1358" y="715"/>
                  </a:lnTo>
                  <a:close/>
                  <a:moveTo>
                    <a:pt x="8169" y="691"/>
                  </a:moveTo>
                  <a:lnTo>
                    <a:pt x="8169" y="1906"/>
                  </a:lnTo>
                  <a:lnTo>
                    <a:pt x="7097" y="1906"/>
                  </a:lnTo>
                  <a:lnTo>
                    <a:pt x="7097" y="691"/>
                  </a:lnTo>
                  <a:close/>
                  <a:moveTo>
                    <a:pt x="1072" y="1"/>
                  </a:moveTo>
                  <a:lnTo>
                    <a:pt x="0" y="1286"/>
                  </a:lnTo>
                  <a:lnTo>
                    <a:pt x="1072" y="2572"/>
                  </a:lnTo>
                  <a:lnTo>
                    <a:pt x="8859" y="2572"/>
                  </a:lnTo>
                  <a:lnTo>
                    <a:pt x="88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280" name="Google Shape;20280;p94"/>
            <p:cNvSpPr/>
            <p:nvPr/>
          </p:nvSpPr>
          <p:spPr>
            <a:xfrm>
              <a:off x="4782879" y="4360240"/>
              <a:ext cx="260661" cy="75021"/>
            </a:xfrm>
            <a:custGeom>
              <a:rect b="b" l="l" r="r" t="t"/>
              <a:pathLst>
                <a:path extrusionOk="0" h="2550" w="8860">
                  <a:moveTo>
                    <a:pt x="6430" y="668"/>
                  </a:moveTo>
                  <a:lnTo>
                    <a:pt x="6430" y="1858"/>
                  </a:lnTo>
                  <a:lnTo>
                    <a:pt x="1358" y="1858"/>
                  </a:lnTo>
                  <a:lnTo>
                    <a:pt x="858" y="1263"/>
                  </a:lnTo>
                  <a:lnTo>
                    <a:pt x="1358" y="668"/>
                  </a:lnTo>
                  <a:close/>
                  <a:moveTo>
                    <a:pt x="8169" y="644"/>
                  </a:moveTo>
                  <a:lnTo>
                    <a:pt x="8169" y="1858"/>
                  </a:lnTo>
                  <a:lnTo>
                    <a:pt x="7097" y="1858"/>
                  </a:lnTo>
                  <a:lnTo>
                    <a:pt x="7097" y="644"/>
                  </a:lnTo>
                  <a:close/>
                  <a:moveTo>
                    <a:pt x="1072" y="1"/>
                  </a:moveTo>
                  <a:lnTo>
                    <a:pt x="0" y="1263"/>
                  </a:lnTo>
                  <a:lnTo>
                    <a:pt x="1072" y="2549"/>
                  </a:lnTo>
                  <a:lnTo>
                    <a:pt x="8859" y="2549"/>
                  </a:lnTo>
                  <a:lnTo>
                    <a:pt x="88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grpSp>
        <p:nvGrpSpPr>
          <p:cNvPr id="20281" name="Google Shape;20281;p94"/>
          <p:cNvGrpSpPr/>
          <p:nvPr/>
        </p:nvGrpSpPr>
        <p:grpSpPr>
          <a:xfrm>
            <a:off x="5512406" y="3927367"/>
            <a:ext cx="338418" cy="338418"/>
            <a:chOff x="5283806" y="4129767"/>
            <a:chExt cx="338418" cy="338418"/>
          </a:xfrm>
        </p:grpSpPr>
        <p:sp>
          <p:nvSpPr>
            <p:cNvPr id="20282" name="Google Shape;20282;p94"/>
            <p:cNvSpPr/>
            <p:nvPr/>
          </p:nvSpPr>
          <p:spPr>
            <a:xfrm>
              <a:off x="5283806" y="4129767"/>
              <a:ext cx="338418" cy="338418"/>
            </a:xfrm>
            <a:custGeom>
              <a:rect b="b" l="l" r="r" t="t"/>
              <a:pathLst>
                <a:path extrusionOk="0" h="11503" w="11503">
                  <a:moveTo>
                    <a:pt x="7454" y="691"/>
                  </a:moveTo>
                  <a:lnTo>
                    <a:pt x="7454" y="2000"/>
                  </a:lnTo>
                  <a:lnTo>
                    <a:pt x="5406" y="2000"/>
                  </a:lnTo>
                  <a:lnTo>
                    <a:pt x="5406" y="691"/>
                  </a:lnTo>
                  <a:close/>
                  <a:moveTo>
                    <a:pt x="10860" y="5096"/>
                  </a:moveTo>
                  <a:lnTo>
                    <a:pt x="10860" y="6406"/>
                  </a:lnTo>
                  <a:lnTo>
                    <a:pt x="8812" y="6406"/>
                  </a:lnTo>
                  <a:lnTo>
                    <a:pt x="8812" y="5096"/>
                  </a:lnTo>
                  <a:close/>
                  <a:moveTo>
                    <a:pt x="3978" y="4668"/>
                  </a:moveTo>
                  <a:lnTo>
                    <a:pt x="3978" y="6835"/>
                  </a:lnTo>
                  <a:lnTo>
                    <a:pt x="715" y="6835"/>
                  </a:lnTo>
                  <a:lnTo>
                    <a:pt x="715" y="4668"/>
                  </a:lnTo>
                  <a:close/>
                  <a:moveTo>
                    <a:pt x="7454" y="9550"/>
                  </a:moveTo>
                  <a:lnTo>
                    <a:pt x="7454" y="10859"/>
                  </a:lnTo>
                  <a:lnTo>
                    <a:pt x="5406" y="10859"/>
                  </a:lnTo>
                  <a:lnTo>
                    <a:pt x="5406" y="9550"/>
                  </a:lnTo>
                  <a:close/>
                  <a:moveTo>
                    <a:pt x="4716" y="0"/>
                  </a:moveTo>
                  <a:lnTo>
                    <a:pt x="4716" y="2643"/>
                  </a:lnTo>
                  <a:lnTo>
                    <a:pt x="6073" y="2643"/>
                  </a:lnTo>
                  <a:lnTo>
                    <a:pt x="6073" y="3334"/>
                  </a:lnTo>
                  <a:cubicBezTo>
                    <a:pt x="6073" y="3715"/>
                    <a:pt x="5764" y="4025"/>
                    <a:pt x="5383" y="4025"/>
                  </a:cubicBezTo>
                  <a:lnTo>
                    <a:pt x="1" y="4025"/>
                  </a:lnTo>
                  <a:lnTo>
                    <a:pt x="1" y="7525"/>
                  </a:lnTo>
                  <a:lnTo>
                    <a:pt x="5383" y="7525"/>
                  </a:lnTo>
                  <a:cubicBezTo>
                    <a:pt x="5764" y="7525"/>
                    <a:pt x="6073" y="7835"/>
                    <a:pt x="6073" y="8216"/>
                  </a:cubicBezTo>
                  <a:lnTo>
                    <a:pt x="6073" y="8883"/>
                  </a:lnTo>
                  <a:lnTo>
                    <a:pt x="4716" y="8883"/>
                  </a:lnTo>
                  <a:lnTo>
                    <a:pt x="4716" y="11502"/>
                  </a:lnTo>
                  <a:lnTo>
                    <a:pt x="8121" y="11502"/>
                  </a:lnTo>
                  <a:lnTo>
                    <a:pt x="8121" y="8883"/>
                  </a:lnTo>
                  <a:lnTo>
                    <a:pt x="6740" y="8883"/>
                  </a:lnTo>
                  <a:lnTo>
                    <a:pt x="6740" y="8216"/>
                  </a:lnTo>
                  <a:cubicBezTo>
                    <a:pt x="6740" y="7478"/>
                    <a:pt x="6145" y="6882"/>
                    <a:pt x="5406" y="6882"/>
                  </a:cubicBezTo>
                  <a:lnTo>
                    <a:pt x="4621" y="6882"/>
                  </a:lnTo>
                  <a:lnTo>
                    <a:pt x="4621" y="6097"/>
                  </a:lnTo>
                  <a:lnTo>
                    <a:pt x="8121" y="6097"/>
                  </a:lnTo>
                  <a:lnTo>
                    <a:pt x="8121" y="7073"/>
                  </a:lnTo>
                  <a:lnTo>
                    <a:pt x="11503" y="7073"/>
                  </a:lnTo>
                  <a:lnTo>
                    <a:pt x="11503" y="4430"/>
                  </a:lnTo>
                  <a:lnTo>
                    <a:pt x="8121" y="4430"/>
                  </a:lnTo>
                  <a:lnTo>
                    <a:pt x="8121" y="5454"/>
                  </a:lnTo>
                  <a:lnTo>
                    <a:pt x="4621" y="5454"/>
                  </a:lnTo>
                  <a:lnTo>
                    <a:pt x="4621" y="4668"/>
                  </a:lnTo>
                  <a:lnTo>
                    <a:pt x="5406" y="4668"/>
                  </a:lnTo>
                  <a:cubicBezTo>
                    <a:pt x="6145" y="4668"/>
                    <a:pt x="6740" y="4072"/>
                    <a:pt x="6740" y="3334"/>
                  </a:cubicBezTo>
                  <a:lnTo>
                    <a:pt x="6740" y="2643"/>
                  </a:lnTo>
                  <a:lnTo>
                    <a:pt x="8121" y="2643"/>
                  </a:lnTo>
                  <a:lnTo>
                    <a:pt x="812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nvGrpSpPr>
            <p:cNvPr id="20283" name="Google Shape;20283;p94"/>
            <p:cNvGrpSpPr/>
            <p:nvPr/>
          </p:nvGrpSpPr>
          <p:grpSpPr>
            <a:xfrm>
              <a:off x="5323051" y="4290192"/>
              <a:ext cx="59575" cy="19653"/>
              <a:chOff x="5323051" y="4290192"/>
              <a:chExt cx="59575" cy="19653"/>
            </a:xfrm>
          </p:grpSpPr>
          <p:sp>
            <p:nvSpPr>
              <p:cNvPr id="20284" name="Google Shape;20284;p94"/>
              <p:cNvSpPr/>
              <p:nvPr/>
            </p:nvSpPr>
            <p:spPr>
              <a:xfrm>
                <a:off x="5323051" y="4290192"/>
                <a:ext cx="20329" cy="19653"/>
              </a:xfrm>
              <a:custGeom>
                <a:rect b="b" l="l" r="r" t="t"/>
                <a:pathLst>
                  <a:path extrusionOk="0" h="668" w="691">
                    <a:moveTo>
                      <a:pt x="0" y="1"/>
                    </a:moveTo>
                    <a:lnTo>
                      <a:pt x="0" y="667"/>
                    </a:lnTo>
                    <a:lnTo>
                      <a:pt x="691" y="667"/>
                    </a:lnTo>
                    <a:lnTo>
                      <a:pt x="6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285" name="Google Shape;20285;p94"/>
              <p:cNvSpPr/>
              <p:nvPr/>
            </p:nvSpPr>
            <p:spPr>
              <a:xfrm>
                <a:off x="5362268" y="4290192"/>
                <a:ext cx="20359" cy="19653"/>
              </a:xfrm>
              <a:custGeom>
                <a:rect b="b" l="l" r="r" t="t"/>
                <a:pathLst>
                  <a:path extrusionOk="0" h="668" w="692">
                    <a:moveTo>
                      <a:pt x="1" y="1"/>
                    </a:moveTo>
                    <a:lnTo>
                      <a:pt x="1" y="667"/>
                    </a:lnTo>
                    <a:lnTo>
                      <a:pt x="691" y="667"/>
                    </a:lnTo>
                    <a:lnTo>
                      <a:pt x="6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grpSp>
      <p:sp>
        <p:nvSpPr>
          <p:cNvPr id="20286" name="Google Shape;20286;p94"/>
          <p:cNvSpPr/>
          <p:nvPr/>
        </p:nvSpPr>
        <p:spPr>
          <a:xfrm>
            <a:off x="6252608" y="3962377"/>
            <a:ext cx="338448" cy="337742"/>
          </a:xfrm>
          <a:custGeom>
            <a:rect b="b" l="l" r="r" t="t"/>
            <a:pathLst>
              <a:path extrusionOk="0" h="11480" w="11504">
                <a:moveTo>
                  <a:pt x="5431" y="691"/>
                </a:moveTo>
                <a:lnTo>
                  <a:pt x="5431" y="2501"/>
                </a:lnTo>
                <a:cubicBezTo>
                  <a:pt x="5645" y="2382"/>
                  <a:pt x="5955" y="2216"/>
                  <a:pt x="6240" y="2216"/>
                </a:cubicBezTo>
                <a:cubicBezTo>
                  <a:pt x="6693" y="2216"/>
                  <a:pt x="7050" y="2573"/>
                  <a:pt x="7050" y="3025"/>
                </a:cubicBezTo>
                <a:cubicBezTo>
                  <a:pt x="7050" y="3478"/>
                  <a:pt x="6693" y="3835"/>
                  <a:pt x="6240" y="3835"/>
                </a:cubicBezTo>
                <a:cubicBezTo>
                  <a:pt x="6002" y="3835"/>
                  <a:pt x="5669" y="3692"/>
                  <a:pt x="5431" y="3573"/>
                </a:cubicBezTo>
                <a:lnTo>
                  <a:pt x="5431" y="5383"/>
                </a:lnTo>
                <a:lnTo>
                  <a:pt x="4573" y="5383"/>
                </a:lnTo>
                <a:cubicBezTo>
                  <a:pt x="4621" y="4525"/>
                  <a:pt x="3954" y="3763"/>
                  <a:pt x="3073" y="3763"/>
                </a:cubicBezTo>
                <a:cubicBezTo>
                  <a:pt x="2239" y="3763"/>
                  <a:pt x="1525" y="4525"/>
                  <a:pt x="1596" y="5383"/>
                </a:cubicBezTo>
                <a:lnTo>
                  <a:pt x="692" y="5383"/>
                </a:lnTo>
                <a:lnTo>
                  <a:pt x="692" y="691"/>
                </a:lnTo>
                <a:close/>
                <a:moveTo>
                  <a:pt x="10884" y="644"/>
                </a:moveTo>
                <a:lnTo>
                  <a:pt x="10884" y="5383"/>
                </a:lnTo>
                <a:lnTo>
                  <a:pt x="9027" y="5383"/>
                </a:lnTo>
                <a:lnTo>
                  <a:pt x="9027" y="5407"/>
                </a:lnTo>
                <a:cubicBezTo>
                  <a:pt x="9146" y="5621"/>
                  <a:pt x="9312" y="5954"/>
                  <a:pt x="9312" y="6192"/>
                </a:cubicBezTo>
                <a:cubicBezTo>
                  <a:pt x="9312" y="6645"/>
                  <a:pt x="8955" y="7002"/>
                  <a:pt x="8503" y="7002"/>
                </a:cubicBezTo>
                <a:cubicBezTo>
                  <a:pt x="8050" y="7002"/>
                  <a:pt x="7693" y="6645"/>
                  <a:pt x="7693" y="6192"/>
                </a:cubicBezTo>
                <a:cubicBezTo>
                  <a:pt x="7693" y="5954"/>
                  <a:pt x="7836" y="5621"/>
                  <a:pt x="7955" y="5407"/>
                </a:cubicBezTo>
                <a:lnTo>
                  <a:pt x="6145" y="5407"/>
                </a:lnTo>
                <a:lnTo>
                  <a:pt x="6145" y="4525"/>
                </a:lnTo>
                <a:cubicBezTo>
                  <a:pt x="6174" y="4527"/>
                  <a:pt x="6203" y="4528"/>
                  <a:pt x="6231" y="4528"/>
                </a:cubicBezTo>
                <a:cubicBezTo>
                  <a:pt x="7051" y="4528"/>
                  <a:pt x="7741" y="3877"/>
                  <a:pt x="7741" y="3025"/>
                </a:cubicBezTo>
                <a:cubicBezTo>
                  <a:pt x="7741" y="2209"/>
                  <a:pt x="7071" y="1544"/>
                  <a:pt x="6267" y="1544"/>
                </a:cubicBezTo>
                <a:cubicBezTo>
                  <a:pt x="6227" y="1544"/>
                  <a:pt x="6186" y="1545"/>
                  <a:pt x="6145" y="1549"/>
                </a:cubicBezTo>
                <a:lnTo>
                  <a:pt x="6145" y="644"/>
                </a:lnTo>
                <a:close/>
                <a:moveTo>
                  <a:pt x="3049" y="4525"/>
                </a:moveTo>
                <a:cubicBezTo>
                  <a:pt x="3502" y="4525"/>
                  <a:pt x="3859" y="4883"/>
                  <a:pt x="3859" y="5311"/>
                </a:cubicBezTo>
                <a:cubicBezTo>
                  <a:pt x="3859" y="5550"/>
                  <a:pt x="3716" y="5883"/>
                  <a:pt x="3597" y="6097"/>
                </a:cubicBezTo>
                <a:lnTo>
                  <a:pt x="5383" y="6097"/>
                </a:lnTo>
                <a:lnTo>
                  <a:pt x="5383" y="6978"/>
                </a:lnTo>
                <a:cubicBezTo>
                  <a:pt x="5354" y="6977"/>
                  <a:pt x="5326" y="6976"/>
                  <a:pt x="5297" y="6976"/>
                </a:cubicBezTo>
                <a:cubicBezTo>
                  <a:pt x="4454" y="6976"/>
                  <a:pt x="3764" y="7649"/>
                  <a:pt x="3764" y="8479"/>
                </a:cubicBezTo>
                <a:cubicBezTo>
                  <a:pt x="3764" y="9295"/>
                  <a:pt x="4433" y="9960"/>
                  <a:pt x="5258" y="9960"/>
                </a:cubicBezTo>
                <a:cubicBezTo>
                  <a:pt x="5299" y="9960"/>
                  <a:pt x="5341" y="9959"/>
                  <a:pt x="5383" y="9955"/>
                </a:cubicBezTo>
                <a:lnTo>
                  <a:pt x="5383" y="10836"/>
                </a:lnTo>
                <a:lnTo>
                  <a:pt x="668" y="10836"/>
                </a:lnTo>
                <a:lnTo>
                  <a:pt x="668" y="6097"/>
                </a:lnTo>
                <a:lnTo>
                  <a:pt x="2525" y="6097"/>
                </a:lnTo>
                <a:cubicBezTo>
                  <a:pt x="2406" y="5883"/>
                  <a:pt x="2239" y="5550"/>
                  <a:pt x="2239" y="5311"/>
                </a:cubicBezTo>
                <a:cubicBezTo>
                  <a:pt x="2239" y="4883"/>
                  <a:pt x="2597" y="4525"/>
                  <a:pt x="3049" y="4525"/>
                </a:cubicBezTo>
                <a:close/>
                <a:moveTo>
                  <a:pt x="10884" y="6121"/>
                </a:moveTo>
                <a:lnTo>
                  <a:pt x="10884" y="10836"/>
                </a:lnTo>
                <a:lnTo>
                  <a:pt x="6121" y="10836"/>
                </a:lnTo>
                <a:lnTo>
                  <a:pt x="6121" y="9026"/>
                </a:lnTo>
                <a:cubicBezTo>
                  <a:pt x="5907" y="9145"/>
                  <a:pt x="5573" y="9288"/>
                  <a:pt x="5335" y="9288"/>
                </a:cubicBezTo>
                <a:cubicBezTo>
                  <a:pt x="4907" y="9288"/>
                  <a:pt x="4549" y="8931"/>
                  <a:pt x="4549" y="8479"/>
                </a:cubicBezTo>
                <a:cubicBezTo>
                  <a:pt x="4549" y="8026"/>
                  <a:pt x="4907" y="7669"/>
                  <a:pt x="5335" y="7669"/>
                </a:cubicBezTo>
                <a:cubicBezTo>
                  <a:pt x="5573" y="7669"/>
                  <a:pt x="5907" y="7836"/>
                  <a:pt x="6121" y="7955"/>
                </a:cubicBezTo>
                <a:lnTo>
                  <a:pt x="6121" y="6121"/>
                </a:lnTo>
                <a:lnTo>
                  <a:pt x="7002" y="6121"/>
                </a:lnTo>
                <a:cubicBezTo>
                  <a:pt x="6955" y="7002"/>
                  <a:pt x="7645" y="7740"/>
                  <a:pt x="8503" y="7740"/>
                </a:cubicBezTo>
                <a:cubicBezTo>
                  <a:pt x="9360" y="7740"/>
                  <a:pt x="10051" y="7002"/>
                  <a:pt x="9979" y="6121"/>
                </a:cubicBezTo>
                <a:close/>
                <a:moveTo>
                  <a:pt x="1" y="1"/>
                </a:moveTo>
                <a:lnTo>
                  <a:pt x="1" y="11479"/>
                </a:lnTo>
                <a:lnTo>
                  <a:pt x="11503" y="11479"/>
                </a:lnTo>
                <a:lnTo>
                  <a:pt x="1150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287" name="Google Shape;20287;p94"/>
          <p:cNvSpPr/>
          <p:nvPr/>
        </p:nvSpPr>
        <p:spPr>
          <a:xfrm>
            <a:off x="6978807" y="3930868"/>
            <a:ext cx="338448" cy="298554"/>
          </a:xfrm>
          <a:custGeom>
            <a:rect b="b" l="l" r="r" t="t"/>
            <a:pathLst>
              <a:path extrusionOk="0" h="10148" w="11504">
                <a:moveTo>
                  <a:pt x="5764" y="1334"/>
                </a:moveTo>
                <a:lnTo>
                  <a:pt x="6431" y="2524"/>
                </a:lnTo>
                <a:lnTo>
                  <a:pt x="5073" y="2524"/>
                </a:lnTo>
                <a:lnTo>
                  <a:pt x="5764" y="1334"/>
                </a:lnTo>
                <a:close/>
                <a:moveTo>
                  <a:pt x="1644" y="7430"/>
                </a:moveTo>
                <a:cubicBezTo>
                  <a:pt x="2192" y="7430"/>
                  <a:pt x="2621" y="7883"/>
                  <a:pt x="2621" y="8430"/>
                </a:cubicBezTo>
                <a:cubicBezTo>
                  <a:pt x="2621" y="8954"/>
                  <a:pt x="2192" y="9407"/>
                  <a:pt x="1644" y="9407"/>
                </a:cubicBezTo>
                <a:cubicBezTo>
                  <a:pt x="1120" y="9407"/>
                  <a:pt x="668" y="8954"/>
                  <a:pt x="668" y="8430"/>
                </a:cubicBezTo>
                <a:cubicBezTo>
                  <a:pt x="668" y="7883"/>
                  <a:pt x="1120" y="7430"/>
                  <a:pt x="1644" y="7430"/>
                </a:cubicBezTo>
                <a:close/>
                <a:moveTo>
                  <a:pt x="5716" y="7430"/>
                </a:moveTo>
                <a:cubicBezTo>
                  <a:pt x="6288" y="7478"/>
                  <a:pt x="6717" y="7883"/>
                  <a:pt x="6717" y="8430"/>
                </a:cubicBezTo>
                <a:cubicBezTo>
                  <a:pt x="6717" y="8954"/>
                  <a:pt x="6264" y="9407"/>
                  <a:pt x="5716" y="9407"/>
                </a:cubicBezTo>
                <a:cubicBezTo>
                  <a:pt x="5193" y="9407"/>
                  <a:pt x="4740" y="8954"/>
                  <a:pt x="4740" y="8430"/>
                </a:cubicBezTo>
                <a:cubicBezTo>
                  <a:pt x="4740" y="7883"/>
                  <a:pt x="5193" y="7430"/>
                  <a:pt x="5716" y="7430"/>
                </a:cubicBezTo>
                <a:close/>
                <a:moveTo>
                  <a:pt x="9836" y="7430"/>
                </a:moveTo>
                <a:cubicBezTo>
                  <a:pt x="10360" y="7430"/>
                  <a:pt x="10813" y="7883"/>
                  <a:pt x="10813" y="8430"/>
                </a:cubicBezTo>
                <a:cubicBezTo>
                  <a:pt x="10813" y="8954"/>
                  <a:pt x="10360" y="9407"/>
                  <a:pt x="9836" y="9407"/>
                </a:cubicBezTo>
                <a:cubicBezTo>
                  <a:pt x="9289" y="9407"/>
                  <a:pt x="8860" y="8954"/>
                  <a:pt x="8860" y="8430"/>
                </a:cubicBezTo>
                <a:cubicBezTo>
                  <a:pt x="8860" y="7883"/>
                  <a:pt x="9289" y="7430"/>
                  <a:pt x="9836" y="7430"/>
                </a:cubicBezTo>
                <a:close/>
                <a:moveTo>
                  <a:pt x="5764" y="0"/>
                </a:moveTo>
                <a:lnTo>
                  <a:pt x="3907" y="3215"/>
                </a:lnTo>
                <a:lnTo>
                  <a:pt x="5431" y="3215"/>
                </a:lnTo>
                <a:lnTo>
                  <a:pt x="5431" y="4739"/>
                </a:lnTo>
                <a:lnTo>
                  <a:pt x="1358" y="4739"/>
                </a:lnTo>
                <a:lnTo>
                  <a:pt x="1358" y="6811"/>
                </a:lnTo>
                <a:cubicBezTo>
                  <a:pt x="573" y="6954"/>
                  <a:pt x="1" y="7668"/>
                  <a:pt x="49" y="8502"/>
                </a:cubicBezTo>
                <a:cubicBezTo>
                  <a:pt x="72" y="9335"/>
                  <a:pt x="763" y="10026"/>
                  <a:pt x="1597" y="10097"/>
                </a:cubicBezTo>
                <a:cubicBezTo>
                  <a:pt x="1624" y="10099"/>
                  <a:pt x="1651" y="10099"/>
                  <a:pt x="1679" y="10099"/>
                </a:cubicBezTo>
                <a:cubicBezTo>
                  <a:pt x="2593" y="10099"/>
                  <a:pt x="3311" y="9333"/>
                  <a:pt x="3311" y="8454"/>
                </a:cubicBezTo>
                <a:cubicBezTo>
                  <a:pt x="3311" y="7645"/>
                  <a:pt x="2740" y="6978"/>
                  <a:pt x="2001" y="6835"/>
                </a:cubicBezTo>
                <a:lnTo>
                  <a:pt x="2001" y="5406"/>
                </a:lnTo>
                <a:lnTo>
                  <a:pt x="5431" y="5406"/>
                </a:lnTo>
                <a:lnTo>
                  <a:pt x="5431" y="6835"/>
                </a:lnTo>
                <a:cubicBezTo>
                  <a:pt x="4645" y="6978"/>
                  <a:pt x="4097" y="7716"/>
                  <a:pt x="4121" y="8549"/>
                </a:cubicBezTo>
                <a:cubicBezTo>
                  <a:pt x="4145" y="9359"/>
                  <a:pt x="4835" y="10050"/>
                  <a:pt x="5669" y="10121"/>
                </a:cubicBezTo>
                <a:cubicBezTo>
                  <a:pt x="5697" y="10123"/>
                  <a:pt x="5725" y="10123"/>
                  <a:pt x="5753" y="10123"/>
                </a:cubicBezTo>
                <a:cubicBezTo>
                  <a:pt x="6666" y="10123"/>
                  <a:pt x="7383" y="9379"/>
                  <a:pt x="7383" y="8478"/>
                </a:cubicBezTo>
                <a:cubicBezTo>
                  <a:pt x="7383" y="7668"/>
                  <a:pt x="6836" y="7025"/>
                  <a:pt x="6074" y="6859"/>
                </a:cubicBezTo>
                <a:lnTo>
                  <a:pt x="6074" y="5430"/>
                </a:lnTo>
                <a:lnTo>
                  <a:pt x="9503" y="5430"/>
                </a:lnTo>
                <a:lnTo>
                  <a:pt x="9503" y="6859"/>
                </a:lnTo>
                <a:cubicBezTo>
                  <a:pt x="8741" y="7025"/>
                  <a:pt x="8169" y="7740"/>
                  <a:pt x="8193" y="8573"/>
                </a:cubicBezTo>
                <a:cubicBezTo>
                  <a:pt x="8217" y="9407"/>
                  <a:pt x="8908" y="10074"/>
                  <a:pt x="9741" y="10145"/>
                </a:cubicBezTo>
                <a:cubicBezTo>
                  <a:pt x="9769" y="10146"/>
                  <a:pt x="9798" y="10147"/>
                  <a:pt x="9826" y="10147"/>
                </a:cubicBezTo>
                <a:cubicBezTo>
                  <a:pt x="10740" y="10147"/>
                  <a:pt x="11480" y="9403"/>
                  <a:pt x="11480" y="8502"/>
                </a:cubicBezTo>
                <a:cubicBezTo>
                  <a:pt x="11503" y="7645"/>
                  <a:pt x="10932" y="6978"/>
                  <a:pt x="10194" y="6811"/>
                </a:cubicBezTo>
                <a:lnTo>
                  <a:pt x="10194" y="4739"/>
                </a:lnTo>
                <a:lnTo>
                  <a:pt x="6074" y="4739"/>
                </a:lnTo>
                <a:lnTo>
                  <a:pt x="6074" y="3215"/>
                </a:lnTo>
                <a:lnTo>
                  <a:pt x="7598" y="3215"/>
                </a:lnTo>
                <a:lnTo>
                  <a:pt x="576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nvGrpSpPr>
          <p:cNvPr id="20288" name="Google Shape;20288;p94"/>
          <p:cNvGrpSpPr/>
          <p:nvPr/>
        </p:nvGrpSpPr>
        <p:grpSpPr>
          <a:xfrm>
            <a:off x="7711331" y="3927367"/>
            <a:ext cx="339122" cy="339122"/>
            <a:chOff x="7025531" y="4129767"/>
            <a:chExt cx="339122" cy="339122"/>
          </a:xfrm>
        </p:grpSpPr>
        <p:sp>
          <p:nvSpPr>
            <p:cNvPr id="20289" name="Google Shape;20289;p94"/>
            <p:cNvSpPr/>
            <p:nvPr/>
          </p:nvSpPr>
          <p:spPr>
            <a:xfrm>
              <a:off x="7128528" y="4233442"/>
              <a:ext cx="131743" cy="131743"/>
            </a:xfrm>
            <a:custGeom>
              <a:rect b="b" l="l" r="r" t="t"/>
              <a:pathLst>
                <a:path extrusionOk="0" h="4478" w="4478">
                  <a:moveTo>
                    <a:pt x="2239" y="691"/>
                  </a:moveTo>
                  <a:cubicBezTo>
                    <a:pt x="3072" y="691"/>
                    <a:pt x="3787" y="1406"/>
                    <a:pt x="3787" y="2239"/>
                  </a:cubicBezTo>
                  <a:cubicBezTo>
                    <a:pt x="3810" y="3073"/>
                    <a:pt x="3096" y="3787"/>
                    <a:pt x="2239" y="3787"/>
                  </a:cubicBezTo>
                  <a:cubicBezTo>
                    <a:pt x="1381" y="3787"/>
                    <a:pt x="691" y="3073"/>
                    <a:pt x="691" y="2239"/>
                  </a:cubicBezTo>
                  <a:cubicBezTo>
                    <a:pt x="691" y="1382"/>
                    <a:pt x="1405" y="691"/>
                    <a:pt x="2239" y="691"/>
                  </a:cubicBezTo>
                  <a:close/>
                  <a:moveTo>
                    <a:pt x="2239" y="1"/>
                  </a:moveTo>
                  <a:cubicBezTo>
                    <a:pt x="1024" y="1"/>
                    <a:pt x="0" y="1025"/>
                    <a:pt x="0" y="2239"/>
                  </a:cubicBezTo>
                  <a:cubicBezTo>
                    <a:pt x="0" y="3454"/>
                    <a:pt x="1024" y="4478"/>
                    <a:pt x="2239" y="4478"/>
                  </a:cubicBezTo>
                  <a:cubicBezTo>
                    <a:pt x="3453" y="4478"/>
                    <a:pt x="4477" y="3477"/>
                    <a:pt x="4477" y="2239"/>
                  </a:cubicBezTo>
                  <a:cubicBezTo>
                    <a:pt x="4477" y="1025"/>
                    <a:pt x="345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290" name="Google Shape;20290;p94"/>
            <p:cNvSpPr/>
            <p:nvPr/>
          </p:nvSpPr>
          <p:spPr>
            <a:xfrm>
              <a:off x="7025531" y="4309815"/>
              <a:ext cx="157662" cy="158368"/>
            </a:xfrm>
            <a:custGeom>
              <a:rect b="b" l="l" r="r" t="t"/>
              <a:pathLst>
                <a:path extrusionOk="0" h="5383" w="5359">
                  <a:moveTo>
                    <a:pt x="2358" y="691"/>
                  </a:moveTo>
                  <a:cubicBezTo>
                    <a:pt x="2715" y="1834"/>
                    <a:pt x="3596" y="2715"/>
                    <a:pt x="4692" y="3049"/>
                  </a:cubicBezTo>
                  <a:lnTo>
                    <a:pt x="4692" y="4597"/>
                  </a:lnTo>
                  <a:cubicBezTo>
                    <a:pt x="2739" y="4168"/>
                    <a:pt x="1215" y="2620"/>
                    <a:pt x="810" y="691"/>
                  </a:cubicBezTo>
                  <a:close/>
                  <a:moveTo>
                    <a:pt x="0" y="0"/>
                  </a:moveTo>
                  <a:lnTo>
                    <a:pt x="48" y="381"/>
                  </a:lnTo>
                  <a:cubicBezTo>
                    <a:pt x="381" y="2953"/>
                    <a:pt x="2406" y="4978"/>
                    <a:pt x="4978" y="5335"/>
                  </a:cubicBezTo>
                  <a:lnTo>
                    <a:pt x="5359" y="5382"/>
                  </a:lnTo>
                  <a:lnTo>
                    <a:pt x="5359" y="2548"/>
                  </a:lnTo>
                  <a:lnTo>
                    <a:pt x="5073" y="2477"/>
                  </a:lnTo>
                  <a:cubicBezTo>
                    <a:pt x="4025" y="2215"/>
                    <a:pt x="3192" y="1358"/>
                    <a:pt x="2906" y="286"/>
                  </a:cubicBezTo>
                  <a:lnTo>
                    <a:pt x="28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291" name="Google Shape;20291;p94"/>
            <p:cNvSpPr/>
            <p:nvPr/>
          </p:nvSpPr>
          <p:spPr>
            <a:xfrm>
              <a:off x="7206990" y="4129767"/>
              <a:ext cx="157662" cy="157662"/>
            </a:xfrm>
            <a:custGeom>
              <a:rect b="b" l="l" r="r" t="t"/>
              <a:pathLst>
                <a:path extrusionOk="0" h="5359" w="5359">
                  <a:moveTo>
                    <a:pt x="643" y="762"/>
                  </a:moveTo>
                  <a:cubicBezTo>
                    <a:pt x="2572" y="1191"/>
                    <a:pt x="4120" y="2715"/>
                    <a:pt x="4549" y="4668"/>
                  </a:cubicBezTo>
                  <a:lnTo>
                    <a:pt x="3001" y="4668"/>
                  </a:lnTo>
                  <a:cubicBezTo>
                    <a:pt x="2810" y="4120"/>
                    <a:pt x="2525" y="3620"/>
                    <a:pt x="2096" y="3215"/>
                  </a:cubicBezTo>
                  <a:cubicBezTo>
                    <a:pt x="1691" y="2786"/>
                    <a:pt x="1191" y="2501"/>
                    <a:pt x="643" y="2310"/>
                  </a:cubicBezTo>
                  <a:lnTo>
                    <a:pt x="643" y="762"/>
                  </a:lnTo>
                  <a:close/>
                  <a:moveTo>
                    <a:pt x="0" y="0"/>
                  </a:moveTo>
                  <a:lnTo>
                    <a:pt x="0" y="2858"/>
                  </a:lnTo>
                  <a:lnTo>
                    <a:pt x="262" y="2905"/>
                  </a:lnTo>
                  <a:cubicBezTo>
                    <a:pt x="1334" y="3144"/>
                    <a:pt x="2167" y="4025"/>
                    <a:pt x="2429" y="5096"/>
                  </a:cubicBezTo>
                  <a:lnTo>
                    <a:pt x="2501" y="5358"/>
                  </a:lnTo>
                  <a:lnTo>
                    <a:pt x="5359" y="5358"/>
                  </a:lnTo>
                  <a:lnTo>
                    <a:pt x="5287" y="4977"/>
                  </a:lnTo>
                  <a:cubicBezTo>
                    <a:pt x="4930" y="2405"/>
                    <a:pt x="2906" y="405"/>
                    <a:pt x="381" y="48"/>
                  </a:cubicBez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292" name="Google Shape;20292;p94"/>
            <p:cNvSpPr/>
            <p:nvPr/>
          </p:nvSpPr>
          <p:spPr>
            <a:xfrm>
              <a:off x="7025531" y="4129767"/>
              <a:ext cx="157662" cy="157662"/>
            </a:xfrm>
            <a:custGeom>
              <a:rect b="b" l="l" r="r" t="t"/>
              <a:pathLst>
                <a:path extrusionOk="0" h="5359" w="5359">
                  <a:moveTo>
                    <a:pt x="4692" y="762"/>
                  </a:moveTo>
                  <a:lnTo>
                    <a:pt x="4692" y="2310"/>
                  </a:lnTo>
                  <a:cubicBezTo>
                    <a:pt x="4168" y="2501"/>
                    <a:pt x="3668" y="2786"/>
                    <a:pt x="3239" y="3215"/>
                  </a:cubicBezTo>
                  <a:cubicBezTo>
                    <a:pt x="2834" y="3620"/>
                    <a:pt x="2525" y="4144"/>
                    <a:pt x="2358" y="4668"/>
                  </a:cubicBezTo>
                  <a:lnTo>
                    <a:pt x="810" y="4668"/>
                  </a:lnTo>
                  <a:cubicBezTo>
                    <a:pt x="1215" y="2739"/>
                    <a:pt x="2763" y="1191"/>
                    <a:pt x="4692" y="762"/>
                  </a:cubicBezTo>
                  <a:close/>
                  <a:moveTo>
                    <a:pt x="5359" y="0"/>
                  </a:moveTo>
                  <a:lnTo>
                    <a:pt x="4978" y="48"/>
                  </a:lnTo>
                  <a:cubicBezTo>
                    <a:pt x="2406" y="405"/>
                    <a:pt x="381" y="2405"/>
                    <a:pt x="48" y="4977"/>
                  </a:cubicBezTo>
                  <a:lnTo>
                    <a:pt x="0" y="5358"/>
                  </a:lnTo>
                  <a:lnTo>
                    <a:pt x="2858" y="5358"/>
                  </a:lnTo>
                  <a:lnTo>
                    <a:pt x="2906" y="5096"/>
                  </a:lnTo>
                  <a:cubicBezTo>
                    <a:pt x="3144" y="4025"/>
                    <a:pt x="4025" y="3144"/>
                    <a:pt x="5073" y="2905"/>
                  </a:cubicBezTo>
                  <a:lnTo>
                    <a:pt x="5359" y="2858"/>
                  </a:lnTo>
                  <a:lnTo>
                    <a:pt x="53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20293" name="Google Shape;20293;p94"/>
            <p:cNvSpPr/>
            <p:nvPr/>
          </p:nvSpPr>
          <p:spPr>
            <a:xfrm>
              <a:off x="7205578" y="4309815"/>
              <a:ext cx="157662" cy="159074"/>
            </a:xfrm>
            <a:custGeom>
              <a:rect b="b" l="l" r="r" t="t"/>
              <a:pathLst>
                <a:path extrusionOk="0" h="5407" w="5359">
                  <a:moveTo>
                    <a:pt x="4597" y="691"/>
                  </a:moveTo>
                  <a:cubicBezTo>
                    <a:pt x="4216" y="2620"/>
                    <a:pt x="2668" y="4168"/>
                    <a:pt x="691" y="4597"/>
                  </a:cubicBezTo>
                  <a:lnTo>
                    <a:pt x="691" y="3049"/>
                  </a:lnTo>
                  <a:cubicBezTo>
                    <a:pt x="1834" y="2691"/>
                    <a:pt x="2716" y="1786"/>
                    <a:pt x="3049" y="691"/>
                  </a:cubicBezTo>
                  <a:close/>
                  <a:moveTo>
                    <a:pt x="2501" y="0"/>
                  </a:moveTo>
                  <a:lnTo>
                    <a:pt x="2454" y="286"/>
                  </a:lnTo>
                  <a:cubicBezTo>
                    <a:pt x="2215" y="1358"/>
                    <a:pt x="1334" y="2215"/>
                    <a:pt x="286" y="2477"/>
                  </a:cubicBezTo>
                  <a:lnTo>
                    <a:pt x="1" y="2548"/>
                  </a:lnTo>
                  <a:lnTo>
                    <a:pt x="1" y="5406"/>
                  </a:lnTo>
                  <a:lnTo>
                    <a:pt x="406" y="5335"/>
                  </a:lnTo>
                  <a:cubicBezTo>
                    <a:pt x="2954" y="4978"/>
                    <a:pt x="4978" y="2953"/>
                    <a:pt x="5311" y="405"/>
                  </a:cubicBezTo>
                  <a:lnTo>
                    <a:pt x="53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sp>
        <p:nvSpPr>
          <p:cNvPr id="20294" name="Google Shape;20294;p94"/>
          <p:cNvSpPr txBox="1"/>
          <p:nvPr/>
        </p:nvSpPr>
        <p:spPr>
          <a:xfrm>
            <a:off x="1048350" y="11586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lt1"/>
                </a:solidFill>
              </a:rPr>
              <a:t>Infographic Elements</a:t>
            </a:r>
            <a:endParaRPr sz="1600">
              <a:solidFill>
                <a:srgbClr val="FFFFFF"/>
              </a:solidFill>
            </a:endParaRPr>
          </a:p>
        </p:txBody>
      </p:sp>
      <p:sp>
        <p:nvSpPr>
          <p:cNvPr id="20295" name="Google Shape;20295;p94"/>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Premium Icons</a:t>
            </a:r>
            <a:endParaRPr/>
          </a:p>
        </p:txBody>
      </p:sp>
    </p:spTree>
  </p:cSld>
  <p:clrMapOvr>
    <a:masterClrMapping/>
  </p:clrMapOvr>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0299" name="Shape 20299"/>
        <p:cNvGrpSpPr/>
        <p:nvPr/>
      </p:nvGrpSpPr>
      <p:grpSpPr>
        <a:xfrm>
          <a:off x="0" y="0"/>
          <a:ext cx="0" cy="0"/>
          <a:chOff x="0" y="0"/>
          <a:chExt cx="0" cy="0"/>
        </a:xfrm>
      </p:grpSpPr>
      <p:pic>
        <p:nvPicPr>
          <p:cNvPr id="20300" name="Google Shape;20300;p95">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Dyspepsia Clinical Case by Slidesgo">
  <a:themeElements>
    <a:clrScheme name="Simple Light">
      <a:dk1>
        <a:srgbClr val="000000"/>
      </a:dk1>
      <a:lt1>
        <a:srgbClr val="FFFFFF"/>
      </a:lt1>
      <a:dk2>
        <a:srgbClr val="283848"/>
      </a:dk2>
      <a:lt2>
        <a:srgbClr val="96A8AC"/>
      </a:lt2>
      <a:accent1>
        <a:srgbClr val="E4BEB1"/>
      </a:accent1>
      <a:accent2>
        <a:srgbClr val="FEFAF7"/>
      </a:accent2>
      <a:accent3>
        <a:srgbClr val="FFFFFF"/>
      </a:accent3>
      <a:accent4>
        <a:srgbClr val="FFFFFF"/>
      </a:accent4>
      <a:accent5>
        <a:srgbClr val="FFFFFF"/>
      </a:accent5>
      <a:accent6>
        <a:srgbClr val="FFFFFF"/>
      </a:accent6>
      <a:hlink>
        <a:srgbClr val="283848"/>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